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Ex1.xml" ContentType="application/vnd.ms-office.chartex+xml"/>
  <Override PartName="/ppt/charts/style2.xml" ContentType="application/vnd.ms-office.chartstyle+xml"/>
  <Override PartName="/ppt/charts/colors2.xml" ContentType="application/vnd.ms-office.chartcolorstyle+xml"/>
  <Override PartName="/ppt/charts/chart2.xml" ContentType="application/vnd.openxmlformats-officedocument.drawingml.chart+xml"/>
  <Override PartName="/ppt/charts/style3.xml" ContentType="application/vnd.ms-office.chartstyle+xml"/>
  <Override PartName="/ppt/charts/colors3.xml" ContentType="application/vnd.ms-office.chartcolorstyle+xml"/>
  <Override PartName="/ppt/charts/chart3.xml" ContentType="application/vnd.openxmlformats-officedocument.drawingml.chart+xml"/>
  <Override PartName="/ppt/charts/style4.xml" ContentType="application/vnd.ms-office.chartstyle+xml"/>
  <Override PartName="/ppt/charts/colors4.xml" ContentType="application/vnd.ms-office.chartcolorstyle+xml"/>
  <Override PartName="/ppt/charts/chart4.xml" ContentType="application/vnd.openxmlformats-officedocument.drawingml.chart+xml"/>
  <Override PartName="/ppt/charts/style5.xml" ContentType="application/vnd.ms-office.chartstyle+xml"/>
  <Override PartName="/ppt/charts/colors5.xml" ContentType="application/vnd.ms-office.chartcolorstyle+xml"/>
  <Override PartName="/ppt/charts/chart5.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9" r:id="rId16"/>
    <p:sldId id="270" r:id="rId17"/>
    <p:sldId id="271" r:id="rId18"/>
    <p:sldId id="272" r:id="rId19"/>
    <p:sldId id="280" r:id="rId20"/>
    <p:sldId id="273" r:id="rId21"/>
    <p:sldId id="274" r:id="rId22"/>
    <p:sldId id="275" r:id="rId23"/>
    <p:sldId id="281" r:id="rId24"/>
    <p:sldId id="276" r:id="rId25"/>
    <p:sldId id="277" r:id="rId26"/>
    <p:sldId id="278"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7" r:id="rId42"/>
    <p:sldId id="298" r:id="rId43"/>
    <p:sldId id="299"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B405D70-9693-448D-AEF4-BC80A49765B0}">
          <p14:sldIdLst>
            <p14:sldId id="256"/>
            <p14:sldId id="257"/>
            <p14:sldId id="258"/>
            <p14:sldId id="259"/>
            <p14:sldId id="260"/>
            <p14:sldId id="261"/>
            <p14:sldId id="262"/>
          </p14:sldIdLst>
        </p14:section>
        <p14:section name="Untitled Section" id="{74EBFC06-0B5F-4947-8071-AA6EC592EC0F}">
          <p14:sldIdLst>
            <p14:sldId id="263"/>
            <p14:sldId id="264"/>
            <p14:sldId id="265"/>
            <p14:sldId id="266"/>
            <p14:sldId id="267"/>
            <p14:sldId id="268"/>
            <p14:sldId id="269"/>
            <p14:sldId id="279"/>
            <p14:sldId id="270"/>
            <p14:sldId id="271"/>
            <p14:sldId id="272"/>
            <p14:sldId id="280"/>
            <p14:sldId id="273"/>
            <p14:sldId id="274"/>
            <p14:sldId id="275"/>
            <p14:sldId id="281"/>
            <p14:sldId id="276"/>
            <p14:sldId id="277"/>
            <p14:sldId id="278"/>
            <p14:sldId id="282"/>
            <p14:sldId id="283"/>
            <p14:sldId id="284"/>
            <p14:sldId id="285"/>
            <p14:sldId id="286"/>
            <p14:sldId id="287"/>
            <p14:sldId id="288"/>
            <p14:sldId id="289"/>
            <p14:sldId id="290"/>
            <p14:sldId id="291"/>
            <p14:sldId id="292"/>
            <p14:sldId id="293"/>
            <p14:sldId id="294"/>
            <p14:sldId id="295"/>
            <p14:sldId id="297"/>
            <p14:sldId id="298"/>
            <p14:sldId id="2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BA6BC4-2238-4AD0-A065-856ED6758F10}" v="13" dt="2025-03-25T20:53:30.3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C:\Users\godab\OneDrive\Desktop\Capstone%20Project\Solutions\Excel%20Dashboard.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ubham%20Das\Desktop\data%20science\Capstone%20Projects\EDA_Questions\EDA_Questions.xlsx" TargetMode="External"/><Relationship Id="rId2" Type="http://schemas.microsoft.com/office/2011/relationships/chartColorStyle" Target="colors3.xml"/><Relationship Id="rId1" Type="http://schemas.microsoft.com/office/2011/relationships/chartStyle" Target="style3.xml"/></Relationships>
</file>

<file path=ppt/charts/_rels/chart3.xml.rels><?xml version="1.0" encoding="UTF-8" standalone="yes"?>
<Relationships xmlns="http://schemas.openxmlformats.org/package/2006/relationships"><Relationship Id="rId3" Type="http://schemas.openxmlformats.org/officeDocument/2006/relationships/oleObject" Target="file:///C:\Users\Subham%20Das\Desktop\data%20science\Capstone%20Projects\EDA_Questions\EDA_Questions.xlsx" TargetMode="External"/><Relationship Id="rId2" Type="http://schemas.microsoft.com/office/2011/relationships/chartColorStyle" Target="colors4.xml"/><Relationship Id="rId1" Type="http://schemas.microsoft.com/office/2011/relationships/chartStyle" Target="style4.xml"/></Relationships>
</file>

<file path=ppt/charts/_rels/chart4.xml.rels><?xml version="1.0" encoding="UTF-8" standalone="yes"?>
<Relationships xmlns="http://schemas.openxmlformats.org/package/2006/relationships"><Relationship Id="rId3" Type="http://schemas.openxmlformats.org/officeDocument/2006/relationships/oleObject" Target="file:///C:\Users\Subham%20Das\Desktop\data%20science\Capstone%20Projects\EDA_Questions\EDA_Questions.xlsx" TargetMode="External"/><Relationship Id="rId2" Type="http://schemas.microsoft.com/office/2011/relationships/chartColorStyle" Target="colors5.xml"/><Relationship Id="rId1" Type="http://schemas.microsoft.com/office/2011/relationships/chartStyle" Target="style5.xml"/></Relationships>
</file>

<file path=ppt/charts/_rels/chart5.xml.rels><?xml version="1.0" encoding="UTF-8" standalone="yes"?>
<Relationships xmlns="http://schemas.openxmlformats.org/package/2006/relationships"><Relationship Id="rId3" Type="http://schemas.openxmlformats.org/officeDocument/2006/relationships/oleObject" Target="file:///C:\Users\Subham%20Das\Desktop\data%20science\Capstone%20Projects\EDA_Questions\EDA_Questions.xlsx" TargetMode="External"/><Relationship Id="rId2" Type="http://schemas.microsoft.com/office/2011/relationships/chartColorStyle" Target="colors6.xml"/><Relationship Id="rId1" Type="http://schemas.microsoft.com/office/2011/relationships/chartStyle" Target="style6.xml"/></Relationships>
</file>

<file path=ppt/charts/_rels/chartEx1.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Users\Subham%20Das\Desktop\data%20science\Capstone%20Projects\EDA_Questions\EDA_Question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r>
              <a:rPr lang="en-IN"/>
              <a:t>Total Orders and Discount</a:t>
            </a:r>
          </a:p>
        </c:rich>
      </c:tx>
      <c:layout>
        <c:manualLayout>
          <c:xMode val="edge"/>
          <c:yMode val="edge"/>
          <c:x val="0.25974456443719796"/>
          <c:y val="9.124436660334044E-3"/>
        </c:manualLayout>
      </c:layout>
      <c:overlay val="0"/>
      <c:spPr>
        <a:noFill/>
        <a:ln>
          <a:noFill/>
        </a:ln>
        <a:effectLst/>
      </c:spPr>
      <c:txPr>
        <a:bodyPr rot="0" spcFirstLastPara="1" vertOverflow="ellipsis" vert="horz" wrap="square" anchor="ctr" anchorCtr="1"/>
        <a:lstStyle/>
        <a:p>
          <a:pPr>
            <a:defRPr sz="2200" b="1" i="0" u="none" strike="noStrike" kern="1200" cap="all" spc="150" baseline="0">
              <a:solidFill>
                <a:schemeClr val="tx1">
                  <a:lumMod val="50000"/>
                  <a:lumOff val="50000"/>
                </a:schemeClr>
              </a:solidFill>
              <a:latin typeface="+mn-lt"/>
              <a:ea typeface="+mn-ea"/>
              <a:cs typeface="+mn-cs"/>
            </a:defRPr>
          </a:pPr>
          <a:endParaRPr lang="en-IN"/>
        </a:p>
      </c:txPr>
    </c:title>
    <c:autoTitleDeleted val="0"/>
    <c:plotArea>
      <c:layout/>
      <c:barChart>
        <c:barDir val="col"/>
        <c:grouping val="clustered"/>
        <c:varyColors val="0"/>
        <c:ser>
          <c:idx val="0"/>
          <c:order val="0"/>
          <c:tx>
            <c:strRef>
              <c:f>'1'!$D$22</c:f>
              <c:strCache>
                <c:ptCount val="1"/>
                <c:pt idx="0">
                  <c:v> TotalOrders</c:v>
                </c:pt>
              </c:strCache>
            </c:strRef>
          </c:tx>
          <c:spPr>
            <a:pattFill prst="narHorz">
              <a:fgClr>
                <a:schemeClr val="accent6"/>
              </a:fgClr>
              <a:bgClr>
                <a:schemeClr val="accent6">
                  <a:lumMod val="20000"/>
                  <a:lumOff val="80000"/>
                </a:schemeClr>
              </a:bgClr>
            </a:pattFill>
            <a:ln>
              <a:noFill/>
            </a:ln>
            <a:effectLst>
              <a:innerShdw blurRad="114300">
                <a:schemeClr val="accent6"/>
              </a:innerShdw>
            </a:effectLst>
          </c:spPr>
          <c:invertIfNegative val="0"/>
          <c:cat>
            <c:strRef>
              <c:f>'1'!$B$23:$B$111</c:f>
              <c:strCache>
                <c:ptCount val="89"/>
                <c:pt idx="0">
                  <c:v>SAVEA</c:v>
                </c:pt>
                <c:pt idx="1">
                  <c:v>ERNSH</c:v>
                </c:pt>
                <c:pt idx="2">
                  <c:v>HUNGO</c:v>
                </c:pt>
                <c:pt idx="3">
                  <c:v>QUICK</c:v>
                </c:pt>
                <c:pt idx="4">
                  <c:v>LAMAI</c:v>
                </c:pt>
                <c:pt idx="5">
                  <c:v>FOLKO</c:v>
                </c:pt>
                <c:pt idx="6">
                  <c:v>LEHMS</c:v>
                </c:pt>
                <c:pt idx="7">
                  <c:v>QUEEN</c:v>
                </c:pt>
                <c:pt idx="8">
                  <c:v>LILAS</c:v>
                </c:pt>
                <c:pt idx="9">
                  <c:v>BONAP</c:v>
                </c:pt>
                <c:pt idx="10">
                  <c:v>FRANK</c:v>
                </c:pt>
                <c:pt idx="11">
                  <c:v>LINOD</c:v>
                </c:pt>
                <c:pt idx="12">
                  <c:v>BERGS</c:v>
                </c:pt>
                <c:pt idx="13">
                  <c:v>BOTTM</c:v>
                </c:pt>
                <c:pt idx="14">
                  <c:v>WHITC</c:v>
                </c:pt>
                <c:pt idx="15">
                  <c:v>RATTC</c:v>
                </c:pt>
                <c:pt idx="16">
                  <c:v>WANDK</c:v>
                </c:pt>
                <c:pt idx="17">
                  <c:v>VICTE</c:v>
                </c:pt>
                <c:pt idx="18">
                  <c:v>HANAR</c:v>
                </c:pt>
                <c:pt idx="19">
                  <c:v>SIMOB</c:v>
                </c:pt>
                <c:pt idx="20">
                  <c:v>WARTH</c:v>
                </c:pt>
                <c:pt idx="21">
                  <c:v>FURIB</c:v>
                </c:pt>
                <c:pt idx="22">
                  <c:v>SEVES</c:v>
                </c:pt>
                <c:pt idx="23">
                  <c:v>MEREP</c:v>
                </c:pt>
                <c:pt idx="24">
                  <c:v>SPLIR</c:v>
                </c:pt>
                <c:pt idx="25">
                  <c:v>REGGC</c:v>
                </c:pt>
                <c:pt idx="26">
                  <c:v>OTTIK</c:v>
                </c:pt>
                <c:pt idx="27">
                  <c:v>PICCO</c:v>
                </c:pt>
                <c:pt idx="28">
                  <c:v>OLDWO</c:v>
                </c:pt>
                <c:pt idx="29">
                  <c:v>GREAL</c:v>
                </c:pt>
                <c:pt idx="30">
                  <c:v>WELLI</c:v>
                </c:pt>
                <c:pt idx="31">
                  <c:v>KOENE</c:v>
                </c:pt>
                <c:pt idx="32">
                  <c:v>HILAA</c:v>
                </c:pt>
                <c:pt idx="33">
                  <c:v>QUEDE</c:v>
                </c:pt>
                <c:pt idx="34">
                  <c:v>RICAR</c:v>
                </c:pt>
                <c:pt idx="35">
                  <c:v>GOURL</c:v>
                </c:pt>
                <c:pt idx="36">
                  <c:v>CHOPS</c:v>
                </c:pt>
                <c:pt idx="37">
                  <c:v>RICSU</c:v>
                </c:pt>
                <c:pt idx="38">
                  <c:v>TOMSP</c:v>
                </c:pt>
                <c:pt idx="39">
                  <c:v>FAMIA</c:v>
                </c:pt>
                <c:pt idx="40">
                  <c:v>SUPRD</c:v>
                </c:pt>
                <c:pt idx="41">
                  <c:v>LETSS</c:v>
                </c:pt>
                <c:pt idx="42">
                  <c:v>MAGAA</c:v>
                </c:pt>
                <c:pt idx="43">
                  <c:v>ALFKI</c:v>
                </c:pt>
                <c:pt idx="44">
                  <c:v>GODOS</c:v>
                </c:pt>
                <c:pt idx="45">
                  <c:v>VAFFE</c:v>
                </c:pt>
                <c:pt idx="46">
                  <c:v>MAISD</c:v>
                </c:pt>
                <c:pt idx="47">
                  <c:v>ANTON</c:v>
                </c:pt>
                <c:pt idx="48">
                  <c:v>TRADH</c:v>
                </c:pt>
                <c:pt idx="49">
                  <c:v>PRINI</c:v>
                </c:pt>
                <c:pt idx="50">
                  <c:v>BLONP</c:v>
                </c:pt>
                <c:pt idx="51">
                  <c:v>BOLID</c:v>
                </c:pt>
                <c:pt idx="52">
                  <c:v>AROUT</c:v>
                </c:pt>
                <c:pt idx="53">
                  <c:v>EASTC</c:v>
                </c:pt>
                <c:pt idx="54">
                  <c:v>NORTS</c:v>
                </c:pt>
                <c:pt idx="55">
                  <c:v>OCEAN</c:v>
                </c:pt>
                <c:pt idx="56">
                  <c:v>ISLAT</c:v>
                </c:pt>
                <c:pt idx="57">
                  <c:v>HUNGC</c:v>
                </c:pt>
                <c:pt idx="58">
                  <c:v>PERIC</c:v>
                </c:pt>
                <c:pt idx="59">
                  <c:v>GROSR</c:v>
                </c:pt>
                <c:pt idx="60">
                  <c:v>GALED</c:v>
                </c:pt>
                <c:pt idx="61">
                  <c:v>FRANS</c:v>
                </c:pt>
                <c:pt idx="62">
                  <c:v>RANCH</c:v>
                </c:pt>
                <c:pt idx="63">
                  <c:v>FRANR</c:v>
                </c:pt>
                <c:pt idx="64">
                  <c:v>CACTU</c:v>
                </c:pt>
                <c:pt idx="65">
                  <c:v>FOLIG</c:v>
                </c:pt>
                <c:pt idx="66">
                  <c:v>LACOR</c:v>
                </c:pt>
                <c:pt idx="67">
                  <c:v>SANTG</c:v>
                </c:pt>
                <c:pt idx="68">
                  <c:v>DUMON</c:v>
                </c:pt>
                <c:pt idx="69">
                  <c:v>DRACD</c:v>
                </c:pt>
                <c:pt idx="70">
                  <c:v>CONSH</c:v>
                </c:pt>
                <c:pt idx="71">
                  <c:v>SPECD</c:v>
                </c:pt>
                <c:pt idx="72">
                  <c:v>COMMI</c:v>
                </c:pt>
                <c:pt idx="73">
                  <c:v>CENTC</c:v>
                </c:pt>
                <c:pt idx="74">
                  <c:v>THEBI</c:v>
                </c:pt>
                <c:pt idx="75">
                  <c:v>THECR</c:v>
                </c:pt>
                <c:pt idx="76">
                  <c:v>BSBEV</c:v>
                </c:pt>
                <c:pt idx="77">
                  <c:v>TORTU</c:v>
                </c:pt>
                <c:pt idx="78">
                  <c:v>ANATR</c:v>
                </c:pt>
                <c:pt idx="79">
                  <c:v>TRAIH</c:v>
                </c:pt>
                <c:pt idx="80">
                  <c:v>LAZYK</c:v>
                </c:pt>
                <c:pt idx="81">
                  <c:v>LONEP</c:v>
                </c:pt>
                <c:pt idx="82">
                  <c:v>VINET</c:v>
                </c:pt>
                <c:pt idx="83">
                  <c:v>ROMEY</c:v>
                </c:pt>
                <c:pt idx="84">
                  <c:v>BLAUS</c:v>
                </c:pt>
                <c:pt idx="85">
                  <c:v>LAUGB</c:v>
                </c:pt>
                <c:pt idx="86">
                  <c:v>MORGK</c:v>
                </c:pt>
                <c:pt idx="87">
                  <c:v>WILMK</c:v>
                </c:pt>
                <c:pt idx="88">
                  <c:v>WOLZA</c:v>
                </c:pt>
              </c:strCache>
            </c:strRef>
          </c:cat>
          <c:val>
            <c:numRef>
              <c:f>'1'!$D$23:$D$111</c:f>
              <c:numCache>
                <c:formatCode>General</c:formatCode>
                <c:ptCount val="89"/>
                <c:pt idx="0">
                  <c:v>116</c:v>
                </c:pt>
                <c:pt idx="1">
                  <c:v>102</c:v>
                </c:pt>
                <c:pt idx="2">
                  <c:v>55</c:v>
                </c:pt>
                <c:pt idx="3">
                  <c:v>86</c:v>
                </c:pt>
                <c:pt idx="4">
                  <c:v>31</c:v>
                </c:pt>
                <c:pt idx="5">
                  <c:v>45</c:v>
                </c:pt>
                <c:pt idx="6">
                  <c:v>39</c:v>
                </c:pt>
                <c:pt idx="7">
                  <c:v>40</c:v>
                </c:pt>
                <c:pt idx="8">
                  <c:v>34</c:v>
                </c:pt>
                <c:pt idx="9">
                  <c:v>44</c:v>
                </c:pt>
                <c:pt idx="10">
                  <c:v>48</c:v>
                </c:pt>
                <c:pt idx="11">
                  <c:v>35</c:v>
                </c:pt>
                <c:pt idx="12">
                  <c:v>52</c:v>
                </c:pt>
                <c:pt idx="13">
                  <c:v>35</c:v>
                </c:pt>
                <c:pt idx="14">
                  <c:v>40</c:v>
                </c:pt>
                <c:pt idx="15">
                  <c:v>71</c:v>
                </c:pt>
                <c:pt idx="16">
                  <c:v>26</c:v>
                </c:pt>
                <c:pt idx="17">
                  <c:v>25</c:v>
                </c:pt>
                <c:pt idx="18">
                  <c:v>32</c:v>
                </c:pt>
                <c:pt idx="19">
                  <c:v>15</c:v>
                </c:pt>
                <c:pt idx="20">
                  <c:v>37</c:v>
                </c:pt>
                <c:pt idx="21">
                  <c:v>20</c:v>
                </c:pt>
                <c:pt idx="22">
                  <c:v>26</c:v>
                </c:pt>
                <c:pt idx="23">
                  <c:v>32</c:v>
                </c:pt>
                <c:pt idx="24">
                  <c:v>20</c:v>
                </c:pt>
                <c:pt idx="25">
                  <c:v>22</c:v>
                </c:pt>
                <c:pt idx="26">
                  <c:v>29</c:v>
                </c:pt>
                <c:pt idx="27">
                  <c:v>23</c:v>
                </c:pt>
                <c:pt idx="28">
                  <c:v>24</c:v>
                </c:pt>
                <c:pt idx="29">
                  <c:v>22</c:v>
                </c:pt>
                <c:pt idx="30">
                  <c:v>19</c:v>
                </c:pt>
                <c:pt idx="31">
                  <c:v>39</c:v>
                </c:pt>
                <c:pt idx="32">
                  <c:v>45</c:v>
                </c:pt>
                <c:pt idx="33">
                  <c:v>24</c:v>
                </c:pt>
                <c:pt idx="34">
                  <c:v>27</c:v>
                </c:pt>
                <c:pt idx="35">
                  <c:v>19</c:v>
                </c:pt>
                <c:pt idx="36">
                  <c:v>22</c:v>
                </c:pt>
                <c:pt idx="37">
                  <c:v>30</c:v>
                </c:pt>
                <c:pt idx="38">
                  <c:v>14</c:v>
                </c:pt>
                <c:pt idx="39">
                  <c:v>19</c:v>
                </c:pt>
                <c:pt idx="40">
                  <c:v>39</c:v>
                </c:pt>
                <c:pt idx="41">
                  <c:v>10</c:v>
                </c:pt>
                <c:pt idx="42">
                  <c:v>21</c:v>
                </c:pt>
                <c:pt idx="43">
                  <c:v>12</c:v>
                </c:pt>
                <c:pt idx="44">
                  <c:v>26</c:v>
                </c:pt>
                <c:pt idx="45">
                  <c:v>31</c:v>
                </c:pt>
                <c:pt idx="46">
                  <c:v>17</c:v>
                </c:pt>
                <c:pt idx="47">
                  <c:v>17</c:v>
                </c:pt>
                <c:pt idx="48">
                  <c:v>13</c:v>
                </c:pt>
                <c:pt idx="49">
                  <c:v>10</c:v>
                </c:pt>
                <c:pt idx="50">
                  <c:v>26</c:v>
                </c:pt>
                <c:pt idx="51">
                  <c:v>6</c:v>
                </c:pt>
                <c:pt idx="52">
                  <c:v>30</c:v>
                </c:pt>
                <c:pt idx="53">
                  <c:v>21</c:v>
                </c:pt>
                <c:pt idx="54">
                  <c:v>6</c:v>
                </c:pt>
                <c:pt idx="55">
                  <c:v>11</c:v>
                </c:pt>
                <c:pt idx="56">
                  <c:v>23</c:v>
                </c:pt>
                <c:pt idx="57">
                  <c:v>9</c:v>
                </c:pt>
                <c:pt idx="58">
                  <c:v>14</c:v>
                </c:pt>
                <c:pt idx="59">
                  <c:v>4</c:v>
                </c:pt>
                <c:pt idx="60">
                  <c:v>8</c:v>
                </c:pt>
                <c:pt idx="61">
                  <c:v>10</c:v>
                </c:pt>
                <c:pt idx="62">
                  <c:v>12</c:v>
                </c:pt>
                <c:pt idx="63">
                  <c:v>6</c:v>
                </c:pt>
                <c:pt idx="64">
                  <c:v>11</c:v>
                </c:pt>
                <c:pt idx="65">
                  <c:v>16</c:v>
                </c:pt>
                <c:pt idx="66">
                  <c:v>11</c:v>
                </c:pt>
                <c:pt idx="67">
                  <c:v>16</c:v>
                </c:pt>
                <c:pt idx="68">
                  <c:v>9</c:v>
                </c:pt>
                <c:pt idx="69">
                  <c:v>10</c:v>
                </c:pt>
                <c:pt idx="70">
                  <c:v>7</c:v>
                </c:pt>
                <c:pt idx="71">
                  <c:v>6</c:v>
                </c:pt>
                <c:pt idx="72">
                  <c:v>10</c:v>
                </c:pt>
                <c:pt idx="73">
                  <c:v>2</c:v>
                </c:pt>
                <c:pt idx="74">
                  <c:v>7</c:v>
                </c:pt>
                <c:pt idx="75">
                  <c:v>8</c:v>
                </c:pt>
                <c:pt idx="76">
                  <c:v>22</c:v>
                </c:pt>
                <c:pt idx="77">
                  <c:v>29</c:v>
                </c:pt>
                <c:pt idx="78">
                  <c:v>10</c:v>
                </c:pt>
                <c:pt idx="79">
                  <c:v>9</c:v>
                </c:pt>
                <c:pt idx="80">
                  <c:v>2</c:v>
                </c:pt>
                <c:pt idx="81">
                  <c:v>14</c:v>
                </c:pt>
                <c:pt idx="82">
                  <c:v>10</c:v>
                </c:pt>
                <c:pt idx="83">
                  <c:v>14</c:v>
                </c:pt>
                <c:pt idx="84">
                  <c:v>14</c:v>
                </c:pt>
                <c:pt idx="85">
                  <c:v>8</c:v>
                </c:pt>
                <c:pt idx="86">
                  <c:v>11</c:v>
                </c:pt>
                <c:pt idx="87">
                  <c:v>17</c:v>
                </c:pt>
                <c:pt idx="88">
                  <c:v>16</c:v>
                </c:pt>
              </c:numCache>
            </c:numRef>
          </c:val>
          <c:extLst>
            <c:ext xmlns:c16="http://schemas.microsoft.com/office/drawing/2014/chart" uri="{C3380CC4-5D6E-409C-BE32-E72D297353CC}">
              <c16:uniqueId val="{00000000-33A6-48E3-A674-3DB116CFDA61}"/>
            </c:ext>
          </c:extLst>
        </c:ser>
        <c:ser>
          <c:idx val="1"/>
          <c:order val="1"/>
          <c:tx>
            <c:strRef>
              <c:f>'1'!$E$22</c:f>
              <c:strCache>
                <c:ptCount val="1"/>
                <c:pt idx="0">
                  <c:v> TotalDiscount</c:v>
                </c:pt>
              </c:strCache>
            </c:strRef>
          </c:tx>
          <c:spPr>
            <a:pattFill prst="narHorz">
              <a:fgClr>
                <a:schemeClr val="accent5"/>
              </a:fgClr>
              <a:bgClr>
                <a:schemeClr val="accent5">
                  <a:lumMod val="20000"/>
                  <a:lumOff val="80000"/>
                </a:schemeClr>
              </a:bgClr>
            </a:pattFill>
            <a:ln>
              <a:noFill/>
            </a:ln>
            <a:effectLst>
              <a:innerShdw blurRad="114300">
                <a:schemeClr val="accent5"/>
              </a:innerShdw>
            </a:effectLst>
          </c:spPr>
          <c:invertIfNegative val="0"/>
          <c:cat>
            <c:strRef>
              <c:f>'1'!$B$23:$B$111</c:f>
              <c:strCache>
                <c:ptCount val="89"/>
                <c:pt idx="0">
                  <c:v>SAVEA</c:v>
                </c:pt>
                <c:pt idx="1">
                  <c:v>ERNSH</c:v>
                </c:pt>
                <c:pt idx="2">
                  <c:v>HUNGO</c:v>
                </c:pt>
                <c:pt idx="3">
                  <c:v>QUICK</c:v>
                </c:pt>
                <c:pt idx="4">
                  <c:v>LAMAI</c:v>
                </c:pt>
                <c:pt idx="5">
                  <c:v>FOLKO</c:v>
                </c:pt>
                <c:pt idx="6">
                  <c:v>LEHMS</c:v>
                </c:pt>
                <c:pt idx="7">
                  <c:v>QUEEN</c:v>
                </c:pt>
                <c:pt idx="8">
                  <c:v>LILAS</c:v>
                </c:pt>
                <c:pt idx="9">
                  <c:v>BONAP</c:v>
                </c:pt>
                <c:pt idx="10">
                  <c:v>FRANK</c:v>
                </c:pt>
                <c:pt idx="11">
                  <c:v>LINOD</c:v>
                </c:pt>
                <c:pt idx="12">
                  <c:v>BERGS</c:v>
                </c:pt>
                <c:pt idx="13">
                  <c:v>BOTTM</c:v>
                </c:pt>
                <c:pt idx="14">
                  <c:v>WHITC</c:v>
                </c:pt>
                <c:pt idx="15">
                  <c:v>RATTC</c:v>
                </c:pt>
                <c:pt idx="16">
                  <c:v>WANDK</c:v>
                </c:pt>
                <c:pt idx="17">
                  <c:v>VICTE</c:v>
                </c:pt>
                <c:pt idx="18">
                  <c:v>HANAR</c:v>
                </c:pt>
                <c:pt idx="19">
                  <c:v>SIMOB</c:v>
                </c:pt>
                <c:pt idx="20">
                  <c:v>WARTH</c:v>
                </c:pt>
                <c:pt idx="21">
                  <c:v>FURIB</c:v>
                </c:pt>
                <c:pt idx="22">
                  <c:v>SEVES</c:v>
                </c:pt>
                <c:pt idx="23">
                  <c:v>MEREP</c:v>
                </c:pt>
                <c:pt idx="24">
                  <c:v>SPLIR</c:v>
                </c:pt>
                <c:pt idx="25">
                  <c:v>REGGC</c:v>
                </c:pt>
                <c:pt idx="26">
                  <c:v>OTTIK</c:v>
                </c:pt>
                <c:pt idx="27">
                  <c:v>PICCO</c:v>
                </c:pt>
                <c:pt idx="28">
                  <c:v>OLDWO</c:v>
                </c:pt>
                <c:pt idx="29">
                  <c:v>GREAL</c:v>
                </c:pt>
                <c:pt idx="30">
                  <c:v>WELLI</c:v>
                </c:pt>
                <c:pt idx="31">
                  <c:v>KOENE</c:v>
                </c:pt>
                <c:pt idx="32">
                  <c:v>HILAA</c:v>
                </c:pt>
                <c:pt idx="33">
                  <c:v>QUEDE</c:v>
                </c:pt>
                <c:pt idx="34">
                  <c:v>RICAR</c:v>
                </c:pt>
                <c:pt idx="35">
                  <c:v>GOURL</c:v>
                </c:pt>
                <c:pt idx="36">
                  <c:v>CHOPS</c:v>
                </c:pt>
                <c:pt idx="37">
                  <c:v>RICSU</c:v>
                </c:pt>
                <c:pt idx="38">
                  <c:v>TOMSP</c:v>
                </c:pt>
                <c:pt idx="39">
                  <c:v>FAMIA</c:v>
                </c:pt>
                <c:pt idx="40">
                  <c:v>SUPRD</c:v>
                </c:pt>
                <c:pt idx="41">
                  <c:v>LETSS</c:v>
                </c:pt>
                <c:pt idx="42">
                  <c:v>MAGAA</c:v>
                </c:pt>
                <c:pt idx="43">
                  <c:v>ALFKI</c:v>
                </c:pt>
                <c:pt idx="44">
                  <c:v>GODOS</c:v>
                </c:pt>
                <c:pt idx="45">
                  <c:v>VAFFE</c:v>
                </c:pt>
                <c:pt idx="46">
                  <c:v>MAISD</c:v>
                </c:pt>
                <c:pt idx="47">
                  <c:v>ANTON</c:v>
                </c:pt>
                <c:pt idx="48">
                  <c:v>TRADH</c:v>
                </c:pt>
                <c:pt idx="49">
                  <c:v>PRINI</c:v>
                </c:pt>
                <c:pt idx="50">
                  <c:v>BLONP</c:v>
                </c:pt>
                <c:pt idx="51">
                  <c:v>BOLID</c:v>
                </c:pt>
                <c:pt idx="52">
                  <c:v>AROUT</c:v>
                </c:pt>
                <c:pt idx="53">
                  <c:v>EASTC</c:v>
                </c:pt>
                <c:pt idx="54">
                  <c:v>NORTS</c:v>
                </c:pt>
                <c:pt idx="55">
                  <c:v>OCEAN</c:v>
                </c:pt>
                <c:pt idx="56">
                  <c:v>ISLAT</c:v>
                </c:pt>
                <c:pt idx="57">
                  <c:v>HUNGC</c:v>
                </c:pt>
                <c:pt idx="58">
                  <c:v>PERIC</c:v>
                </c:pt>
                <c:pt idx="59">
                  <c:v>GROSR</c:v>
                </c:pt>
                <c:pt idx="60">
                  <c:v>GALED</c:v>
                </c:pt>
                <c:pt idx="61">
                  <c:v>FRANS</c:v>
                </c:pt>
                <c:pt idx="62">
                  <c:v>RANCH</c:v>
                </c:pt>
                <c:pt idx="63">
                  <c:v>FRANR</c:v>
                </c:pt>
                <c:pt idx="64">
                  <c:v>CACTU</c:v>
                </c:pt>
                <c:pt idx="65">
                  <c:v>FOLIG</c:v>
                </c:pt>
                <c:pt idx="66">
                  <c:v>LACOR</c:v>
                </c:pt>
                <c:pt idx="67">
                  <c:v>SANTG</c:v>
                </c:pt>
                <c:pt idx="68">
                  <c:v>DUMON</c:v>
                </c:pt>
                <c:pt idx="69">
                  <c:v>DRACD</c:v>
                </c:pt>
                <c:pt idx="70">
                  <c:v>CONSH</c:v>
                </c:pt>
                <c:pt idx="71">
                  <c:v>SPECD</c:v>
                </c:pt>
                <c:pt idx="72">
                  <c:v>COMMI</c:v>
                </c:pt>
                <c:pt idx="73">
                  <c:v>CENTC</c:v>
                </c:pt>
                <c:pt idx="74">
                  <c:v>THEBI</c:v>
                </c:pt>
                <c:pt idx="75">
                  <c:v>THECR</c:v>
                </c:pt>
                <c:pt idx="76">
                  <c:v>BSBEV</c:v>
                </c:pt>
                <c:pt idx="77">
                  <c:v>TORTU</c:v>
                </c:pt>
                <c:pt idx="78">
                  <c:v>ANATR</c:v>
                </c:pt>
                <c:pt idx="79">
                  <c:v>TRAIH</c:v>
                </c:pt>
                <c:pt idx="80">
                  <c:v>LAZYK</c:v>
                </c:pt>
                <c:pt idx="81">
                  <c:v>LONEP</c:v>
                </c:pt>
                <c:pt idx="82">
                  <c:v>VINET</c:v>
                </c:pt>
                <c:pt idx="83">
                  <c:v>ROMEY</c:v>
                </c:pt>
                <c:pt idx="84">
                  <c:v>BLAUS</c:v>
                </c:pt>
                <c:pt idx="85">
                  <c:v>LAUGB</c:v>
                </c:pt>
                <c:pt idx="86">
                  <c:v>MORGK</c:v>
                </c:pt>
                <c:pt idx="87">
                  <c:v>WILMK</c:v>
                </c:pt>
                <c:pt idx="88">
                  <c:v>WOLZA</c:v>
                </c:pt>
              </c:strCache>
            </c:strRef>
          </c:cat>
          <c:val>
            <c:numRef>
              <c:f>'1'!$E$23:$E$111</c:f>
              <c:numCache>
                <c:formatCode>General</c:formatCode>
                <c:ptCount val="89"/>
                <c:pt idx="0">
                  <c:v>9.6</c:v>
                </c:pt>
                <c:pt idx="1">
                  <c:v>6.95</c:v>
                </c:pt>
                <c:pt idx="2">
                  <c:v>6.25</c:v>
                </c:pt>
                <c:pt idx="3">
                  <c:v>5.9499999999999904</c:v>
                </c:pt>
                <c:pt idx="4">
                  <c:v>3.9</c:v>
                </c:pt>
                <c:pt idx="5">
                  <c:v>3.85</c:v>
                </c:pt>
                <c:pt idx="6">
                  <c:v>3.75</c:v>
                </c:pt>
                <c:pt idx="7">
                  <c:v>3.5999999999999899</c:v>
                </c:pt>
                <c:pt idx="8">
                  <c:v>3.3</c:v>
                </c:pt>
                <c:pt idx="9">
                  <c:v>3.2</c:v>
                </c:pt>
                <c:pt idx="10">
                  <c:v>3.15</c:v>
                </c:pt>
                <c:pt idx="11">
                  <c:v>3.1</c:v>
                </c:pt>
                <c:pt idx="12">
                  <c:v>3</c:v>
                </c:pt>
                <c:pt idx="13">
                  <c:v>2.95</c:v>
                </c:pt>
                <c:pt idx="14">
                  <c:v>2.7499999999999898</c:v>
                </c:pt>
                <c:pt idx="15">
                  <c:v>2.48999999999999</c:v>
                </c:pt>
                <c:pt idx="16">
                  <c:v>2.2999999999999998</c:v>
                </c:pt>
                <c:pt idx="17">
                  <c:v>2.2999999999999998</c:v>
                </c:pt>
                <c:pt idx="18">
                  <c:v>2.15</c:v>
                </c:pt>
                <c:pt idx="19">
                  <c:v>2.0999999999999899</c:v>
                </c:pt>
                <c:pt idx="20">
                  <c:v>1.99999999999999</c:v>
                </c:pt>
                <c:pt idx="21">
                  <c:v>1.94999999999999</c:v>
                </c:pt>
                <c:pt idx="22">
                  <c:v>1.9</c:v>
                </c:pt>
                <c:pt idx="23">
                  <c:v>1.85</c:v>
                </c:pt>
                <c:pt idx="24">
                  <c:v>1.8499999999999901</c:v>
                </c:pt>
                <c:pt idx="25">
                  <c:v>1.8</c:v>
                </c:pt>
                <c:pt idx="26">
                  <c:v>1.7</c:v>
                </c:pt>
                <c:pt idx="27">
                  <c:v>1.65</c:v>
                </c:pt>
                <c:pt idx="28">
                  <c:v>1.6</c:v>
                </c:pt>
                <c:pt idx="29">
                  <c:v>1.55</c:v>
                </c:pt>
                <c:pt idx="30">
                  <c:v>1.55</c:v>
                </c:pt>
                <c:pt idx="31">
                  <c:v>1.5499999999999901</c:v>
                </c:pt>
                <c:pt idx="32">
                  <c:v>1.5</c:v>
                </c:pt>
                <c:pt idx="33">
                  <c:v>1.45</c:v>
                </c:pt>
                <c:pt idx="34">
                  <c:v>1.3</c:v>
                </c:pt>
                <c:pt idx="35">
                  <c:v>1.3</c:v>
                </c:pt>
                <c:pt idx="36">
                  <c:v>1.3</c:v>
                </c:pt>
                <c:pt idx="37">
                  <c:v>1.25</c:v>
                </c:pt>
                <c:pt idx="38">
                  <c:v>1.25</c:v>
                </c:pt>
                <c:pt idx="39">
                  <c:v>1.2</c:v>
                </c:pt>
                <c:pt idx="40">
                  <c:v>1.1499999999999999</c:v>
                </c:pt>
                <c:pt idx="41">
                  <c:v>1.1000000000000001</c:v>
                </c:pt>
                <c:pt idx="42">
                  <c:v>1.05</c:v>
                </c:pt>
                <c:pt idx="43">
                  <c:v>1.05</c:v>
                </c:pt>
                <c:pt idx="44">
                  <c:v>1.0499999999999901</c:v>
                </c:pt>
                <c:pt idx="45">
                  <c:v>1</c:v>
                </c:pt>
                <c:pt idx="46">
                  <c:v>1</c:v>
                </c:pt>
                <c:pt idx="47">
                  <c:v>1</c:v>
                </c:pt>
                <c:pt idx="48">
                  <c:v>0.95</c:v>
                </c:pt>
                <c:pt idx="49">
                  <c:v>0.9</c:v>
                </c:pt>
                <c:pt idx="50">
                  <c:v>0.75</c:v>
                </c:pt>
                <c:pt idx="51">
                  <c:v>0.7</c:v>
                </c:pt>
                <c:pt idx="52">
                  <c:v>0.7</c:v>
                </c:pt>
                <c:pt idx="53">
                  <c:v>0.5</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numCache>
            </c:numRef>
          </c:val>
          <c:extLst>
            <c:ext xmlns:c16="http://schemas.microsoft.com/office/drawing/2014/chart" uri="{C3380CC4-5D6E-409C-BE32-E72D297353CC}">
              <c16:uniqueId val="{00000001-33A6-48E3-A674-3DB116CFDA61}"/>
            </c:ext>
          </c:extLst>
        </c:ser>
        <c:dLbls>
          <c:showLegendKey val="0"/>
          <c:showVal val="0"/>
          <c:showCatName val="0"/>
          <c:showSerName val="0"/>
          <c:showPercent val="0"/>
          <c:showBubbleSize val="0"/>
        </c:dLbls>
        <c:gapWidth val="164"/>
        <c:overlap val="-22"/>
        <c:axId val="1883415007"/>
        <c:axId val="1883415487"/>
      </c:barChart>
      <c:catAx>
        <c:axId val="1883415007"/>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83415487"/>
        <c:crosses val="autoZero"/>
        <c:auto val="1"/>
        <c:lblAlgn val="ctr"/>
        <c:lblOffset val="100"/>
        <c:noMultiLvlLbl val="0"/>
      </c:catAx>
      <c:valAx>
        <c:axId val="188341548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883415007"/>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'3'!$E$32</c:f>
              <c:strCache>
                <c:ptCount val="1"/>
                <c:pt idx="0">
                  <c:v>Beverages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'3'!$F$31:$H$31</c:f>
              <c:strCache>
                <c:ptCount val="3"/>
                <c:pt idx="0">
                  <c:v> TotalCustomers</c:v>
                </c:pt>
                <c:pt idx="1">
                  <c:v> TotalOrders</c:v>
                </c:pt>
                <c:pt idx="2">
                  <c:v> TotalRevenue</c:v>
                </c:pt>
              </c:strCache>
            </c:strRef>
          </c:cat>
          <c:val>
            <c:numRef>
              <c:f>'3'!$F$32:$H$32</c:f>
              <c:numCache>
                <c:formatCode>General</c:formatCode>
                <c:ptCount val="3"/>
                <c:pt idx="0">
                  <c:v>83</c:v>
                </c:pt>
                <c:pt idx="1">
                  <c:v>9532</c:v>
                </c:pt>
                <c:pt idx="2">
                  <c:v>286524</c:v>
                </c:pt>
              </c:numCache>
            </c:numRef>
          </c:val>
          <c:extLst>
            <c:ext xmlns:c16="http://schemas.microsoft.com/office/drawing/2014/chart" uri="{C3380CC4-5D6E-409C-BE32-E72D297353CC}">
              <c16:uniqueId val="{00000000-3947-4346-AD1E-334A483FA369}"/>
            </c:ext>
          </c:extLst>
        </c:ser>
        <c:ser>
          <c:idx val="1"/>
          <c:order val="1"/>
          <c:tx>
            <c:strRef>
              <c:f>'3'!$E$33</c:f>
              <c:strCache>
                <c:ptCount val="1"/>
                <c:pt idx="0">
                  <c:v>Dairy Products</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'3'!$F$31:$H$31</c:f>
              <c:strCache>
                <c:ptCount val="3"/>
                <c:pt idx="0">
                  <c:v> TotalCustomers</c:v>
                </c:pt>
                <c:pt idx="1">
                  <c:v> TotalOrders</c:v>
                </c:pt>
                <c:pt idx="2">
                  <c:v> TotalRevenue</c:v>
                </c:pt>
              </c:strCache>
            </c:strRef>
          </c:cat>
          <c:val>
            <c:numRef>
              <c:f>'3'!$F$33:$H$33</c:f>
              <c:numCache>
                <c:formatCode>General</c:formatCode>
                <c:ptCount val="3"/>
                <c:pt idx="0">
                  <c:v>81</c:v>
                </c:pt>
                <c:pt idx="1">
                  <c:v>9149</c:v>
                </c:pt>
                <c:pt idx="2">
                  <c:v>251326</c:v>
                </c:pt>
              </c:numCache>
            </c:numRef>
          </c:val>
          <c:extLst>
            <c:ext xmlns:c16="http://schemas.microsoft.com/office/drawing/2014/chart" uri="{C3380CC4-5D6E-409C-BE32-E72D297353CC}">
              <c16:uniqueId val="{00000001-3947-4346-AD1E-334A483FA369}"/>
            </c:ext>
          </c:extLst>
        </c:ser>
        <c:ser>
          <c:idx val="2"/>
          <c:order val="2"/>
          <c:tx>
            <c:strRef>
              <c:f>'3'!$E$34</c:f>
              <c:strCache>
                <c:ptCount val="1"/>
                <c:pt idx="0">
                  <c:v>Meat/Poultry</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'3'!$F$31:$H$31</c:f>
              <c:strCache>
                <c:ptCount val="3"/>
                <c:pt idx="0">
                  <c:v> TotalCustomers</c:v>
                </c:pt>
                <c:pt idx="1">
                  <c:v> TotalOrders</c:v>
                </c:pt>
                <c:pt idx="2">
                  <c:v> TotalRevenue</c:v>
                </c:pt>
              </c:strCache>
            </c:strRef>
          </c:cat>
          <c:val>
            <c:numRef>
              <c:f>'3'!$F$34:$H$34</c:f>
              <c:numCache>
                <c:formatCode>General</c:formatCode>
                <c:ptCount val="3"/>
                <c:pt idx="0">
                  <c:v>69</c:v>
                </c:pt>
                <c:pt idx="1">
                  <c:v>4199</c:v>
                </c:pt>
                <c:pt idx="2">
                  <c:v>178181</c:v>
                </c:pt>
              </c:numCache>
            </c:numRef>
          </c:val>
          <c:extLst>
            <c:ext xmlns:c16="http://schemas.microsoft.com/office/drawing/2014/chart" uri="{C3380CC4-5D6E-409C-BE32-E72D297353CC}">
              <c16:uniqueId val="{00000002-3947-4346-AD1E-334A483FA369}"/>
            </c:ext>
          </c:extLst>
        </c:ser>
        <c:ser>
          <c:idx val="3"/>
          <c:order val="3"/>
          <c:tx>
            <c:strRef>
              <c:f>'3'!$E$35</c:f>
              <c:strCache>
                <c:ptCount val="1"/>
                <c:pt idx="0">
                  <c:v>Confections</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'3'!$F$31:$H$31</c:f>
              <c:strCache>
                <c:ptCount val="3"/>
                <c:pt idx="0">
                  <c:v> TotalCustomers</c:v>
                </c:pt>
                <c:pt idx="1">
                  <c:v> TotalOrders</c:v>
                </c:pt>
                <c:pt idx="2">
                  <c:v> TotalRevenue</c:v>
                </c:pt>
              </c:strCache>
            </c:strRef>
          </c:cat>
          <c:val>
            <c:numRef>
              <c:f>'3'!$F$35:$H$35</c:f>
              <c:numCache>
                <c:formatCode>General</c:formatCode>
                <c:ptCount val="3"/>
                <c:pt idx="0">
                  <c:v>80</c:v>
                </c:pt>
                <c:pt idx="1">
                  <c:v>7906</c:v>
                </c:pt>
                <c:pt idx="2">
                  <c:v>177083</c:v>
                </c:pt>
              </c:numCache>
            </c:numRef>
          </c:val>
          <c:extLst>
            <c:ext xmlns:c16="http://schemas.microsoft.com/office/drawing/2014/chart" uri="{C3380CC4-5D6E-409C-BE32-E72D297353CC}">
              <c16:uniqueId val="{00000003-3947-4346-AD1E-334A483FA369}"/>
            </c:ext>
          </c:extLst>
        </c:ser>
        <c:ser>
          <c:idx val="4"/>
          <c:order val="4"/>
          <c:tx>
            <c:strRef>
              <c:f>'3'!$E$36</c:f>
              <c:strCache>
                <c:ptCount val="1"/>
                <c:pt idx="0">
                  <c:v>Seafood</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'3'!$F$31:$H$31</c:f>
              <c:strCache>
                <c:ptCount val="3"/>
                <c:pt idx="0">
                  <c:v> TotalCustomers</c:v>
                </c:pt>
                <c:pt idx="1">
                  <c:v> TotalOrders</c:v>
                </c:pt>
                <c:pt idx="2">
                  <c:v> TotalRevenue</c:v>
                </c:pt>
              </c:strCache>
            </c:strRef>
          </c:cat>
          <c:val>
            <c:numRef>
              <c:f>'3'!$F$36:$H$36</c:f>
              <c:numCache>
                <c:formatCode>General</c:formatCode>
                <c:ptCount val="3"/>
                <c:pt idx="0">
                  <c:v>85</c:v>
                </c:pt>
                <c:pt idx="1">
                  <c:v>7681</c:v>
                </c:pt>
                <c:pt idx="2">
                  <c:v>141616</c:v>
                </c:pt>
              </c:numCache>
            </c:numRef>
          </c:val>
          <c:extLst>
            <c:ext xmlns:c16="http://schemas.microsoft.com/office/drawing/2014/chart" uri="{C3380CC4-5D6E-409C-BE32-E72D297353CC}">
              <c16:uniqueId val="{00000004-3947-4346-AD1E-334A483FA369}"/>
            </c:ext>
          </c:extLst>
        </c:ser>
        <c:ser>
          <c:idx val="5"/>
          <c:order val="5"/>
          <c:tx>
            <c:strRef>
              <c:f>'3'!$E$37</c:f>
              <c:strCache>
                <c:ptCount val="1"/>
                <c:pt idx="0">
                  <c:v>Condiments</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'3'!$F$31:$H$31</c:f>
              <c:strCache>
                <c:ptCount val="3"/>
                <c:pt idx="0">
                  <c:v> TotalCustomers</c:v>
                </c:pt>
                <c:pt idx="1">
                  <c:v> TotalOrders</c:v>
                </c:pt>
                <c:pt idx="2">
                  <c:v> TotalRevenue</c:v>
                </c:pt>
              </c:strCache>
            </c:strRef>
          </c:cat>
          <c:val>
            <c:numRef>
              <c:f>'3'!$F$37:$H$37</c:f>
              <c:numCache>
                <c:formatCode>General</c:formatCode>
                <c:ptCount val="3"/>
                <c:pt idx="0">
                  <c:v>69</c:v>
                </c:pt>
                <c:pt idx="1">
                  <c:v>5298</c:v>
                </c:pt>
                <c:pt idx="2">
                  <c:v>113685</c:v>
                </c:pt>
              </c:numCache>
            </c:numRef>
          </c:val>
          <c:extLst>
            <c:ext xmlns:c16="http://schemas.microsoft.com/office/drawing/2014/chart" uri="{C3380CC4-5D6E-409C-BE32-E72D297353CC}">
              <c16:uniqueId val="{00000005-3947-4346-AD1E-334A483FA369}"/>
            </c:ext>
          </c:extLst>
        </c:ser>
        <c:ser>
          <c:idx val="6"/>
          <c:order val="6"/>
          <c:tx>
            <c:strRef>
              <c:f>'3'!$E$38</c:f>
              <c:strCache>
                <c:ptCount val="1"/>
                <c:pt idx="0">
                  <c:v>Produce</c:v>
                </c:pt>
              </c:strCache>
            </c:strRef>
          </c:tx>
          <c:spPr>
            <a:solidFill>
              <a:schemeClr val="accent1">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'3'!$F$31:$H$31</c:f>
              <c:strCache>
                <c:ptCount val="3"/>
                <c:pt idx="0">
                  <c:v> TotalCustomers</c:v>
                </c:pt>
                <c:pt idx="1">
                  <c:v> TotalOrders</c:v>
                </c:pt>
                <c:pt idx="2">
                  <c:v> TotalRevenue</c:v>
                </c:pt>
              </c:strCache>
            </c:strRef>
          </c:cat>
          <c:val>
            <c:numRef>
              <c:f>'3'!$F$38:$H$38</c:f>
              <c:numCache>
                <c:formatCode>General</c:formatCode>
                <c:ptCount val="3"/>
                <c:pt idx="0">
                  <c:v>63</c:v>
                </c:pt>
                <c:pt idx="1">
                  <c:v>2990</c:v>
                </c:pt>
                <c:pt idx="2">
                  <c:v>105268</c:v>
                </c:pt>
              </c:numCache>
            </c:numRef>
          </c:val>
          <c:extLst>
            <c:ext xmlns:c16="http://schemas.microsoft.com/office/drawing/2014/chart" uri="{C3380CC4-5D6E-409C-BE32-E72D297353CC}">
              <c16:uniqueId val="{00000006-3947-4346-AD1E-334A483FA369}"/>
            </c:ext>
          </c:extLst>
        </c:ser>
        <c:ser>
          <c:idx val="7"/>
          <c:order val="7"/>
          <c:tx>
            <c:strRef>
              <c:f>'3'!$E$39</c:f>
              <c:strCache>
                <c:ptCount val="1"/>
                <c:pt idx="0">
                  <c:v>Grains/Cereals</c:v>
                </c:pt>
              </c:strCache>
            </c:strRef>
          </c:tx>
          <c:spPr>
            <a:solidFill>
              <a:schemeClr val="accent2">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'3'!$F$31:$H$31</c:f>
              <c:strCache>
                <c:ptCount val="3"/>
                <c:pt idx="0">
                  <c:v> TotalCustomers</c:v>
                </c:pt>
                <c:pt idx="1">
                  <c:v> TotalOrders</c:v>
                </c:pt>
                <c:pt idx="2">
                  <c:v> TotalRevenue</c:v>
                </c:pt>
              </c:strCache>
            </c:strRef>
          </c:cat>
          <c:val>
            <c:numRef>
              <c:f>'3'!$F$39:$H$39</c:f>
              <c:numCache>
                <c:formatCode>General</c:formatCode>
                <c:ptCount val="3"/>
                <c:pt idx="0">
                  <c:v>68</c:v>
                </c:pt>
                <c:pt idx="1">
                  <c:v>4562</c:v>
                </c:pt>
                <c:pt idx="2">
                  <c:v>100726</c:v>
                </c:pt>
              </c:numCache>
            </c:numRef>
          </c:val>
          <c:extLst>
            <c:ext xmlns:c16="http://schemas.microsoft.com/office/drawing/2014/chart" uri="{C3380CC4-5D6E-409C-BE32-E72D297353CC}">
              <c16:uniqueId val="{00000007-3947-4346-AD1E-334A483FA369}"/>
            </c:ext>
          </c:extLst>
        </c:ser>
        <c:dLbls>
          <c:dLblPos val="ctr"/>
          <c:showLegendKey val="0"/>
          <c:showVal val="1"/>
          <c:showCatName val="0"/>
          <c:showSerName val="0"/>
          <c:showPercent val="0"/>
          <c:showBubbleSize val="0"/>
        </c:dLbls>
        <c:gapWidth val="79"/>
        <c:overlap val="100"/>
        <c:axId val="1732434672"/>
        <c:axId val="1732441872"/>
      </c:barChart>
      <c:catAx>
        <c:axId val="173243467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1732441872"/>
        <c:crosses val="autoZero"/>
        <c:auto val="1"/>
        <c:lblAlgn val="ctr"/>
        <c:lblOffset val="100"/>
        <c:noMultiLvlLbl val="0"/>
      </c:catAx>
      <c:valAx>
        <c:axId val="1732441872"/>
        <c:scaling>
          <c:orientation val="minMax"/>
        </c:scaling>
        <c:delete val="1"/>
        <c:axPos val="l"/>
        <c:numFmt formatCode="0%" sourceLinked="1"/>
        <c:majorTickMark val="none"/>
        <c:minorTickMark val="none"/>
        <c:tickLblPos val="nextTo"/>
        <c:crossAx val="173243467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[EDA_Questions.xlsx]4!PivotTable57</c:name>
    <c:fmtId val="7"/>
  </c:pivotSource>
  <c:chart>
    <c:autoTitleDeleted val="1"/>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6">
                  <a:tint val="96000"/>
                  <a:lumMod val="104000"/>
                </a:schemeClr>
              </a:gs>
              <a:gs pos="100000">
                <a:schemeClr val="accent6">
                  <a:shade val="84000"/>
                  <a:lumMod val="84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a:bevelT w="25400" h="25400" prst="slope"/>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6">
                  <a:tint val="96000"/>
                  <a:lumMod val="104000"/>
                </a:schemeClr>
              </a:gs>
              <a:gs pos="100000">
                <a:schemeClr val="accent6">
                  <a:shade val="84000"/>
                  <a:lumMod val="84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a:bevelT w="25400" h="25400" prst="slope"/>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6">
                  <a:tint val="96000"/>
                  <a:lumMod val="104000"/>
                </a:schemeClr>
              </a:gs>
              <a:gs pos="100000">
                <a:schemeClr val="accent6">
                  <a:shade val="84000"/>
                  <a:lumMod val="84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a:bevelT w="25400" h="25400" prst="slope"/>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3015992788083008"/>
          <c:y val="7.9279276467359133E-2"/>
          <c:w val="0.83781919735104615"/>
          <c:h val="0.46600686436806182"/>
        </c:manualLayout>
      </c:layout>
      <c:barChart>
        <c:barDir val="col"/>
        <c:grouping val="clustered"/>
        <c:varyColors val="0"/>
        <c:ser>
          <c:idx val="0"/>
          <c:order val="0"/>
          <c:tx>
            <c:strRef>
              <c:f>'4'!$M$68</c:f>
              <c:strCache>
                <c:ptCount val="1"/>
                <c:pt idx="0">
                  <c:v>Total</c:v>
                </c:pt>
              </c:strCache>
            </c:strRef>
          </c:tx>
          <c:spPr>
            <a:gradFill rotWithShape="1">
              <a:gsLst>
                <a:gs pos="0">
                  <a:schemeClr val="accent6">
                    <a:tint val="96000"/>
                    <a:lumMod val="104000"/>
                  </a:schemeClr>
                </a:gs>
                <a:gs pos="100000">
                  <a:schemeClr val="accent6">
                    <a:shade val="84000"/>
                    <a:lumMod val="84000"/>
                  </a:schemeClr>
                </a:gs>
              </a:gsLst>
              <a:lin ang="5400000" scaled="0"/>
            </a:gradFill>
            <a:ln>
              <a:noFill/>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c:spPr>
          <c:invertIfNegative val="0"/>
          <c:cat>
            <c:strRef>
              <c:f>'4'!$L$69:$L$78</c:f>
              <c:strCache>
                <c:ptCount val="10"/>
                <c:pt idx="0">
                  <c:v>Alice Mutton</c:v>
                </c:pt>
                <c:pt idx="1">
                  <c:v>CÃ´te de Blaye</c:v>
                </c:pt>
                <c:pt idx="2">
                  <c:v>Camembert Pierrot</c:v>
                </c:pt>
                <c:pt idx="3">
                  <c:v>Carnarvon Tigers</c:v>
                </c:pt>
                <c:pt idx="4">
                  <c:v>Gnocchi di nonna Alice</c:v>
                </c:pt>
                <c:pt idx="5">
                  <c:v>Manjimup Dried Apples</c:v>
                </c:pt>
                <c:pt idx="6">
                  <c:v>RÃ¶ssle Sauerkraut</c:v>
                </c:pt>
                <c:pt idx="7">
                  <c:v>Raclette Courdavault</c:v>
                </c:pt>
                <c:pt idx="8">
                  <c:v>Tarte au sucre</c:v>
                </c:pt>
                <c:pt idx="9">
                  <c:v>ThÃ¼ringer Rostbratwurst</c:v>
                </c:pt>
              </c:strCache>
            </c:strRef>
          </c:cat>
          <c:val>
            <c:numRef>
              <c:f>'4'!$M$69:$M$78</c:f>
              <c:numCache>
                <c:formatCode>General</c:formatCode>
                <c:ptCount val="10"/>
                <c:pt idx="0">
                  <c:v>35482</c:v>
                </c:pt>
                <c:pt idx="1">
                  <c:v>149984</c:v>
                </c:pt>
                <c:pt idx="2">
                  <c:v>50285</c:v>
                </c:pt>
                <c:pt idx="3">
                  <c:v>31985</c:v>
                </c:pt>
                <c:pt idx="4">
                  <c:v>45122</c:v>
                </c:pt>
                <c:pt idx="5">
                  <c:v>44742</c:v>
                </c:pt>
                <c:pt idx="6">
                  <c:v>26866</c:v>
                </c:pt>
                <c:pt idx="7">
                  <c:v>76296</c:v>
                </c:pt>
                <c:pt idx="8">
                  <c:v>49828</c:v>
                </c:pt>
                <c:pt idx="9">
                  <c:v>87734</c:v>
                </c:pt>
              </c:numCache>
            </c:numRef>
          </c:val>
          <c:extLst>
            <c:ext xmlns:c16="http://schemas.microsoft.com/office/drawing/2014/chart" uri="{C3380CC4-5D6E-409C-BE32-E72D297353CC}">
              <c16:uniqueId val="{00000000-C279-4E39-BBBF-7ED386C15E7D}"/>
            </c:ext>
          </c:extLst>
        </c:ser>
        <c:dLbls>
          <c:showLegendKey val="0"/>
          <c:showVal val="0"/>
          <c:showCatName val="0"/>
          <c:showSerName val="0"/>
          <c:showPercent val="0"/>
          <c:showBubbleSize val="0"/>
        </c:dLbls>
        <c:gapWidth val="100"/>
        <c:overlap val="-24"/>
        <c:axId val="1957807856"/>
        <c:axId val="1957806896"/>
      </c:barChart>
      <c:catAx>
        <c:axId val="1957807856"/>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957806896"/>
        <c:crosses val="autoZero"/>
        <c:auto val="1"/>
        <c:lblAlgn val="ctr"/>
        <c:lblOffset val="100"/>
        <c:noMultiLvlLbl val="0"/>
      </c:catAx>
      <c:valAx>
        <c:axId val="1957806896"/>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95780785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solidFill>
        <a:srgbClr val="00B0F0"/>
      </a:solid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r>
              <a:rPr lang="en-US"/>
              <a:t> Total Orders VS AvgOrderValue</a:t>
            </a:r>
          </a:p>
        </c:rich>
      </c:tx>
      <c:overlay val="0"/>
      <c:spPr>
        <a:noFill/>
        <a:ln>
          <a:noFill/>
        </a:ln>
        <a:effectLst/>
      </c:spPr>
      <c:txPr>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endParaRPr lang="en-US"/>
        </a:p>
      </c:txPr>
    </c:title>
    <c:autoTitleDeleted val="0"/>
    <c:plotArea>
      <c:layout/>
      <c:scatterChart>
        <c:scatterStyle val="lineMarker"/>
        <c:varyColors val="0"/>
        <c:ser>
          <c:idx val="0"/>
          <c:order val="0"/>
          <c:tx>
            <c:strRef>
              <c:f>'5'!$F$34</c:f>
              <c:strCache>
                <c:ptCount val="1"/>
                <c:pt idx="0">
                  <c:v> AvgOrderValue</c:v>
                </c:pt>
              </c:strCache>
            </c:strRef>
          </c:tx>
          <c:spPr>
            <a:ln w="25400" cap="rnd">
              <a:noFill/>
            </a:ln>
            <a:effectLst>
              <a:glow rad="139700">
                <a:schemeClr val="accent6">
                  <a:satMod val="175000"/>
                  <a:alpha val="14000"/>
                </a:schemeClr>
              </a:glow>
            </a:effectLst>
          </c:spPr>
          <c:marker>
            <c:symbol val="circle"/>
            <c:size val="3"/>
            <c:spPr>
              <a:solidFill>
                <a:schemeClr val="accent6">
                  <a:lumMod val="60000"/>
                  <a:lumOff val="40000"/>
                </a:schemeClr>
              </a:solidFill>
              <a:ln>
                <a:noFill/>
              </a:ln>
              <a:effectLst>
                <a:glow rad="63500">
                  <a:schemeClr val="accent6">
                    <a:satMod val="175000"/>
                    <a:alpha val="25000"/>
                  </a:schemeClr>
                </a:glow>
              </a:effectLst>
            </c:spPr>
          </c:marker>
          <c:xVal>
            <c:numRef>
              <c:f>'5'!$E$35:$E$199</c:f>
              <c:numCache>
                <c:formatCode>General</c:formatCode>
                <c:ptCount val="165"/>
                <c:pt idx="0">
                  <c:v>5</c:v>
                </c:pt>
                <c:pt idx="1">
                  <c:v>3</c:v>
                </c:pt>
                <c:pt idx="2">
                  <c:v>1</c:v>
                </c:pt>
                <c:pt idx="3">
                  <c:v>7</c:v>
                </c:pt>
                <c:pt idx="4">
                  <c:v>3</c:v>
                </c:pt>
                <c:pt idx="5">
                  <c:v>9</c:v>
                </c:pt>
                <c:pt idx="6">
                  <c:v>6</c:v>
                </c:pt>
                <c:pt idx="7">
                  <c:v>10</c:v>
                </c:pt>
                <c:pt idx="8">
                  <c:v>33</c:v>
                </c:pt>
                <c:pt idx="9">
                  <c:v>9</c:v>
                </c:pt>
                <c:pt idx="10">
                  <c:v>20</c:v>
                </c:pt>
                <c:pt idx="11">
                  <c:v>23</c:v>
                </c:pt>
                <c:pt idx="12">
                  <c:v>3</c:v>
                </c:pt>
                <c:pt idx="13">
                  <c:v>51</c:v>
                </c:pt>
                <c:pt idx="14">
                  <c:v>12</c:v>
                </c:pt>
                <c:pt idx="15">
                  <c:v>12</c:v>
                </c:pt>
                <c:pt idx="16">
                  <c:v>7</c:v>
                </c:pt>
                <c:pt idx="17">
                  <c:v>51</c:v>
                </c:pt>
                <c:pt idx="18">
                  <c:v>15</c:v>
                </c:pt>
                <c:pt idx="19">
                  <c:v>10</c:v>
                </c:pt>
                <c:pt idx="20">
                  <c:v>7</c:v>
                </c:pt>
                <c:pt idx="21">
                  <c:v>8</c:v>
                </c:pt>
                <c:pt idx="22">
                  <c:v>37</c:v>
                </c:pt>
                <c:pt idx="23">
                  <c:v>4</c:v>
                </c:pt>
                <c:pt idx="24">
                  <c:v>50</c:v>
                </c:pt>
                <c:pt idx="25">
                  <c:v>18</c:v>
                </c:pt>
                <c:pt idx="26">
                  <c:v>10</c:v>
                </c:pt>
                <c:pt idx="27">
                  <c:v>23</c:v>
                </c:pt>
                <c:pt idx="28">
                  <c:v>11</c:v>
                </c:pt>
                <c:pt idx="29">
                  <c:v>8</c:v>
                </c:pt>
                <c:pt idx="30">
                  <c:v>10</c:v>
                </c:pt>
                <c:pt idx="31">
                  <c:v>4</c:v>
                </c:pt>
                <c:pt idx="32">
                  <c:v>45</c:v>
                </c:pt>
                <c:pt idx="33">
                  <c:v>3</c:v>
                </c:pt>
                <c:pt idx="34">
                  <c:v>19</c:v>
                </c:pt>
                <c:pt idx="35">
                  <c:v>44</c:v>
                </c:pt>
                <c:pt idx="36">
                  <c:v>13</c:v>
                </c:pt>
                <c:pt idx="37">
                  <c:v>10</c:v>
                </c:pt>
                <c:pt idx="38">
                  <c:v>4</c:v>
                </c:pt>
                <c:pt idx="39">
                  <c:v>4</c:v>
                </c:pt>
                <c:pt idx="40">
                  <c:v>10</c:v>
                </c:pt>
                <c:pt idx="41">
                  <c:v>7</c:v>
                </c:pt>
                <c:pt idx="42">
                  <c:v>6</c:v>
                </c:pt>
                <c:pt idx="43">
                  <c:v>1</c:v>
                </c:pt>
                <c:pt idx="44">
                  <c:v>5</c:v>
                </c:pt>
                <c:pt idx="45">
                  <c:v>24</c:v>
                </c:pt>
                <c:pt idx="46">
                  <c:v>7</c:v>
                </c:pt>
                <c:pt idx="47">
                  <c:v>1</c:v>
                </c:pt>
                <c:pt idx="48">
                  <c:v>1</c:v>
                </c:pt>
                <c:pt idx="49">
                  <c:v>8</c:v>
                </c:pt>
                <c:pt idx="50">
                  <c:v>54</c:v>
                </c:pt>
                <c:pt idx="51">
                  <c:v>9</c:v>
                </c:pt>
                <c:pt idx="52">
                  <c:v>7</c:v>
                </c:pt>
                <c:pt idx="53">
                  <c:v>3</c:v>
                </c:pt>
                <c:pt idx="54">
                  <c:v>4</c:v>
                </c:pt>
                <c:pt idx="55">
                  <c:v>3</c:v>
                </c:pt>
                <c:pt idx="56">
                  <c:v>30</c:v>
                </c:pt>
                <c:pt idx="57">
                  <c:v>2</c:v>
                </c:pt>
                <c:pt idx="58">
                  <c:v>9</c:v>
                </c:pt>
                <c:pt idx="59">
                  <c:v>16</c:v>
                </c:pt>
                <c:pt idx="60">
                  <c:v>23</c:v>
                </c:pt>
                <c:pt idx="61">
                  <c:v>23</c:v>
                </c:pt>
                <c:pt idx="62">
                  <c:v>4</c:v>
                </c:pt>
                <c:pt idx="63">
                  <c:v>14</c:v>
                </c:pt>
                <c:pt idx="64">
                  <c:v>8</c:v>
                </c:pt>
                <c:pt idx="65">
                  <c:v>15</c:v>
                </c:pt>
                <c:pt idx="66">
                  <c:v>8</c:v>
                </c:pt>
                <c:pt idx="67">
                  <c:v>13</c:v>
                </c:pt>
                <c:pt idx="68">
                  <c:v>4</c:v>
                </c:pt>
                <c:pt idx="69">
                  <c:v>28</c:v>
                </c:pt>
                <c:pt idx="70">
                  <c:v>11</c:v>
                </c:pt>
                <c:pt idx="71">
                  <c:v>42</c:v>
                </c:pt>
                <c:pt idx="72">
                  <c:v>12</c:v>
                </c:pt>
                <c:pt idx="73">
                  <c:v>23</c:v>
                </c:pt>
                <c:pt idx="74">
                  <c:v>30</c:v>
                </c:pt>
                <c:pt idx="75">
                  <c:v>3</c:v>
                </c:pt>
                <c:pt idx="76">
                  <c:v>10</c:v>
                </c:pt>
                <c:pt idx="77">
                  <c:v>16</c:v>
                </c:pt>
                <c:pt idx="78">
                  <c:v>8</c:v>
                </c:pt>
                <c:pt idx="79">
                  <c:v>10</c:v>
                </c:pt>
                <c:pt idx="80">
                  <c:v>5</c:v>
                </c:pt>
                <c:pt idx="81">
                  <c:v>4</c:v>
                </c:pt>
                <c:pt idx="82">
                  <c:v>43</c:v>
                </c:pt>
                <c:pt idx="83">
                  <c:v>5</c:v>
                </c:pt>
                <c:pt idx="84">
                  <c:v>4</c:v>
                </c:pt>
                <c:pt idx="85">
                  <c:v>6</c:v>
                </c:pt>
                <c:pt idx="86">
                  <c:v>7</c:v>
                </c:pt>
                <c:pt idx="87">
                  <c:v>8</c:v>
                </c:pt>
                <c:pt idx="88">
                  <c:v>5</c:v>
                </c:pt>
                <c:pt idx="89">
                  <c:v>6</c:v>
                </c:pt>
                <c:pt idx="90">
                  <c:v>15</c:v>
                </c:pt>
                <c:pt idx="91">
                  <c:v>8</c:v>
                </c:pt>
                <c:pt idx="92">
                  <c:v>23</c:v>
                </c:pt>
                <c:pt idx="93">
                  <c:v>30</c:v>
                </c:pt>
                <c:pt idx="94">
                  <c:v>17</c:v>
                </c:pt>
                <c:pt idx="95">
                  <c:v>26</c:v>
                </c:pt>
                <c:pt idx="96">
                  <c:v>10</c:v>
                </c:pt>
                <c:pt idx="97">
                  <c:v>9</c:v>
                </c:pt>
                <c:pt idx="98">
                  <c:v>3</c:v>
                </c:pt>
                <c:pt idx="99">
                  <c:v>14</c:v>
                </c:pt>
                <c:pt idx="100">
                  <c:v>7</c:v>
                </c:pt>
                <c:pt idx="101">
                  <c:v>15</c:v>
                </c:pt>
                <c:pt idx="102">
                  <c:v>22</c:v>
                </c:pt>
                <c:pt idx="103">
                  <c:v>9</c:v>
                </c:pt>
                <c:pt idx="104">
                  <c:v>21</c:v>
                </c:pt>
                <c:pt idx="105">
                  <c:v>5</c:v>
                </c:pt>
                <c:pt idx="106">
                  <c:v>32</c:v>
                </c:pt>
                <c:pt idx="107">
                  <c:v>32</c:v>
                </c:pt>
                <c:pt idx="108">
                  <c:v>30</c:v>
                </c:pt>
                <c:pt idx="109">
                  <c:v>2</c:v>
                </c:pt>
                <c:pt idx="110">
                  <c:v>7</c:v>
                </c:pt>
                <c:pt idx="111">
                  <c:v>1</c:v>
                </c:pt>
                <c:pt idx="112">
                  <c:v>2</c:v>
                </c:pt>
                <c:pt idx="113">
                  <c:v>3</c:v>
                </c:pt>
                <c:pt idx="114">
                  <c:v>5</c:v>
                </c:pt>
                <c:pt idx="115">
                  <c:v>9</c:v>
                </c:pt>
                <c:pt idx="116">
                  <c:v>18</c:v>
                </c:pt>
                <c:pt idx="117">
                  <c:v>5</c:v>
                </c:pt>
                <c:pt idx="118">
                  <c:v>20</c:v>
                </c:pt>
                <c:pt idx="119">
                  <c:v>5</c:v>
                </c:pt>
                <c:pt idx="120">
                  <c:v>9</c:v>
                </c:pt>
                <c:pt idx="121">
                  <c:v>14</c:v>
                </c:pt>
                <c:pt idx="122">
                  <c:v>8</c:v>
                </c:pt>
                <c:pt idx="123">
                  <c:v>7</c:v>
                </c:pt>
                <c:pt idx="124">
                  <c:v>3</c:v>
                </c:pt>
                <c:pt idx="125">
                  <c:v>2</c:v>
                </c:pt>
                <c:pt idx="126">
                  <c:v>24</c:v>
                </c:pt>
                <c:pt idx="127">
                  <c:v>2</c:v>
                </c:pt>
                <c:pt idx="128">
                  <c:v>3</c:v>
                </c:pt>
                <c:pt idx="129">
                  <c:v>16</c:v>
                </c:pt>
                <c:pt idx="130">
                  <c:v>3</c:v>
                </c:pt>
                <c:pt idx="131">
                  <c:v>6</c:v>
                </c:pt>
                <c:pt idx="132">
                  <c:v>7</c:v>
                </c:pt>
                <c:pt idx="133">
                  <c:v>5</c:v>
                </c:pt>
                <c:pt idx="134">
                  <c:v>2</c:v>
                </c:pt>
                <c:pt idx="135">
                  <c:v>18</c:v>
                </c:pt>
                <c:pt idx="136">
                  <c:v>4</c:v>
                </c:pt>
                <c:pt idx="137">
                  <c:v>8</c:v>
                </c:pt>
                <c:pt idx="138">
                  <c:v>7</c:v>
                </c:pt>
                <c:pt idx="139">
                  <c:v>5</c:v>
                </c:pt>
                <c:pt idx="140">
                  <c:v>8</c:v>
                </c:pt>
                <c:pt idx="141">
                  <c:v>5</c:v>
                </c:pt>
                <c:pt idx="142">
                  <c:v>9</c:v>
                </c:pt>
                <c:pt idx="143">
                  <c:v>8</c:v>
                </c:pt>
                <c:pt idx="144">
                  <c:v>5</c:v>
                </c:pt>
                <c:pt idx="145">
                  <c:v>1</c:v>
                </c:pt>
                <c:pt idx="146">
                  <c:v>5</c:v>
                </c:pt>
                <c:pt idx="147">
                  <c:v>8</c:v>
                </c:pt>
                <c:pt idx="148">
                  <c:v>5</c:v>
                </c:pt>
                <c:pt idx="149">
                  <c:v>8</c:v>
                </c:pt>
                <c:pt idx="150">
                  <c:v>6</c:v>
                </c:pt>
                <c:pt idx="151">
                  <c:v>4</c:v>
                </c:pt>
                <c:pt idx="152">
                  <c:v>9</c:v>
                </c:pt>
                <c:pt idx="153">
                  <c:v>7</c:v>
                </c:pt>
                <c:pt idx="154">
                  <c:v>6</c:v>
                </c:pt>
                <c:pt idx="155">
                  <c:v>6</c:v>
                </c:pt>
                <c:pt idx="156">
                  <c:v>6</c:v>
                </c:pt>
                <c:pt idx="157">
                  <c:v>1</c:v>
                </c:pt>
                <c:pt idx="158">
                  <c:v>1</c:v>
                </c:pt>
                <c:pt idx="159">
                  <c:v>2</c:v>
                </c:pt>
                <c:pt idx="160">
                  <c:v>2</c:v>
                </c:pt>
                <c:pt idx="161">
                  <c:v>4</c:v>
                </c:pt>
                <c:pt idx="162">
                  <c:v>5</c:v>
                </c:pt>
                <c:pt idx="163">
                  <c:v>1</c:v>
                </c:pt>
                <c:pt idx="164">
                  <c:v>1</c:v>
                </c:pt>
              </c:numCache>
            </c:numRef>
          </c:xVal>
          <c:yVal>
            <c:numRef>
              <c:f>'5'!$F$35:$F$199</c:f>
              <c:numCache>
                <c:formatCode>General</c:formatCode>
                <c:ptCount val="165"/>
                <c:pt idx="0">
                  <c:v>4808.18</c:v>
                </c:pt>
                <c:pt idx="1">
                  <c:v>2385.21</c:v>
                </c:pt>
                <c:pt idx="2">
                  <c:v>2120</c:v>
                </c:pt>
                <c:pt idx="3">
                  <c:v>1717.96</c:v>
                </c:pt>
                <c:pt idx="4">
                  <c:v>1542</c:v>
                </c:pt>
                <c:pt idx="5">
                  <c:v>1528.44</c:v>
                </c:pt>
                <c:pt idx="6">
                  <c:v>1519.33</c:v>
                </c:pt>
                <c:pt idx="7">
                  <c:v>1382.97</c:v>
                </c:pt>
                <c:pt idx="8">
                  <c:v>1375.58</c:v>
                </c:pt>
                <c:pt idx="9">
                  <c:v>1333.5</c:v>
                </c:pt>
                <c:pt idx="10">
                  <c:v>1322.6</c:v>
                </c:pt>
                <c:pt idx="11">
                  <c:v>1319.26</c:v>
                </c:pt>
                <c:pt idx="12">
                  <c:v>1273.9000000000001</c:v>
                </c:pt>
                <c:pt idx="13">
                  <c:v>1242.3800000000001</c:v>
                </c:pt>
                <c:pt idx="14">
                  <c:v>1237.8499999999999</c:v>
                </c:pt>
                <c:pt idx="15">
                  <c:v>1221.1099999999999</c:v>
                </c:pt>
                <c:pt idx="16">
                  <c:v>1131.3</c:v>
                </c:pt>
                <c:pt idx="17">
                  <c:v>1130.29</c:v>
                </c:pt>
                <c:pt idx="18">
                  <c:v>1120.1600000000001</c:v>
                </c:pt>
                <c:pt idx="19">
                  <c:v>1109.3399999999999</c:v>
                </c:pt>
                <c:pt idx="20">
                  <c:v>1106.76</c:v>
                </c:pt>
                <c:pt idx="21">
                  <c:v>1103.1199999999999</c:v>
                </c:pt>
                <c:pt idx="22">
                  <c:v>1091.9100000000001</c:v>
                </c:pt>
                <c:pt idx="23">
                  <c:v>1066.5</c:v>
                </c:pt>
                <c:pt idx="24">
                  <c:v>1063.42</c:v>
                </c:pt>
                <c:pt idx="25">
                  <c:v>1037.98</c:v>
                </c:pt>
                <c:pt idx="26">
                  <c:v>1010.2</c:v>
                </c:pt>
                <c:pt idx="27">
                  <c:v>982.93</c:v>
                </c:pt>
                <c:pt idx="28">
                  <c:v>966.75</c:v>
                </c:pt>
                <c:pt idx="29">
                  <c:v>963.9</c:v>
                </c:pt>
                <c:pt idx="30">
                  <c:v>962.59</c:v>
                </c:pt>
                <c:pt idx="31">
                  <c:v>925.18</c:v>
                </c:pt>
                <c:pt idx="32">
                  <c:v>923.32</c:v>
                </c:pt>
                <c:pt idx="33">
                  <c:v>918.67</c:v>
                </c:pt>
                <c:pt idx="34">
                  <c:v>908.73</c:v>
                </c:pt>
                <c:pt idx="35">
                  <c:v>859.08</c:v>
                </c:pt>
                <c:pt idx="36">
                  <c:v>857.15</c:v>
                </c:pt>
                <c:pt idx="37">
                  <c:v>814.28</c:v>
                </c:pt>
                <c:pt idx="38">
                  <c:v>812.5</c:v>
                </c:pt>
                <c:pt idx="39">
                  <c:v>805.8</c:v>
                </c:pt>
                <c:pt idx="40">
                  <c:v>794.19</c:v>
                </c:pt>
                <c:pt idx="41">
                  <c:v>792.29</c:v>
                </c:pt>
                <c:pt idx="42">
                  <c:v>789.9</c:v>
                </c:pt>
                <c:pt idx="43">
                  <c:v>786</c:v>
                </c:pt>
                <c:pt idx="44">
                  <c:v>779.7</c:v>
                </c:pt>
                <c:pt idx="45">
                  <c:v>773.16</c:v>
                </c:pt>
                <c:pt idx="46">
                  <c:v>769.31</c:v>
                </c:pt>
                <c:pt idx="47">
                  <c:v>763.2</c:v>
                </c:pt>
                <c:pt idx="48">
                  <c:v>744</c:v>
                </c:pt>
                <c:pt idx="49">
                  <c:v>733.05</c:v>
                </c:pt>
                <c:pt idx="50">
                  <c:v>718.59</c:v>
                </c:pt>
                <c:pt idx="51">
                  <c:v>716.13</c:v>
                </c:pt>
                <c:pt idx="52">
                  <c:v>704.43</c:v>
                </c:pt>
                <c:pt idx="53">
                  <c:v>704</c:v>
                </c:pt>
                <c:pt idx="54">
                  <c:v>688.3</c:v>
                </c:pt>
                <c:pt idx="55">
                  <c:v>684.77</c:v>
                </c:pt>
                <c:pt idx="56">
                  <c:v>680.38</c:v>
                </c:pt>
                <c:pt idx="57">
                  <c:v>677.95</c:v>
                </c:pt>
                <c:pt idx="58">
                  <c:v>669.76</c:v>
                </c:pt>
                <c:pt idx="59">
                  <c:v>654.12</c:v>
                </c:pt>
                <c:pt idx="60">
                  <c:v>634.91999999999996</c:v>
                </c:pt>
                <c:pt idx="61">
                  <c:v>632.77</c:v>
                </c:pt>
                <c:pt idx="62">
                  <c:v>629.44000000000005</c:v>
                </c:pt>
                <c:pt idx="63">
                  <c:v>626.41</c:v>
                </c:pt>
                <c:pt idx="64">
                  <c:v>621.29</c:v>
                </c:pt>
                <c:pt idx="65">
                  <c:v>620.16</c:v>
                </c:pt>
                <c:pt idx="66">
                  <c:v>618.29</c:v>
                </c:pt>
                <c:pt idx="67">
                  <c:v>616.01</c:v>
                </c:pt>
                <c:pt idx="68">
                  <c:v>603.79999999999995</c:v>
                </c:pt>
                <c:pt idx="69">
                  <c:v>603.38</c:v>
                </c:pt>
                <c:pt idx="70">
                  <c:v>598.65</c:v>
                </c:pt>
                <c:pt idx="71">
                  <c:v>595.84</c:v>
                </c:pt>
                <c:pt idx="72">
                  <c:v>595.70000000000005</c:v>
                </c:pt>
                <c:pt idx="73">
                  <c:v>582.91999999999996</c:v>
                </c:pt>
                <c:pt idx="74">
                  <c:v>579.84</c:v>
                </c:pt>
                <c:pt idx="75">
                  <c:v>579.73</c:v>
                </c:pt>
                <c:pt idx="76">
                  <c:v>576.51</c:v>
                </c:pt>
                <c:pt idx="77">
                  <c:v>576.45000000000005</c:v>
                </c:pt>
                <c:pt idx="78">
                  <c:v>572.01</c:v>
                </c:pt>
                <c:pt idx="79">
                  <c:v>567.55999999999995</c:v>
                </c:pt>
                <c:pt idx="80">
                  <c:v>565.78</c:v>
                </c:pt>
                <c:pt idx="81">
                  <c:v>564.62</c:v>
                </c:pt>
                <c:pt idx="82">
                  <c:v>561.72</c:v>
                </c:pt>
                <c:pt idx="83">
                  <c:v>560</c:v>
                </c:pt>
                <c:pt idx="84">
                  <c:v>559</c:v>
                </c:pt>
                <c:pt idx="85">
                  <c:v>557.54</c:v>
                </c:pt>
                <c:pt idx="86">
                  <c:v>552.78</c:v>
                </c:pt>
                <c:pt idx="87">
                  <c:v>547.1</c:v>
                </c:pt>
                <c:pt idx="88">
                  <c:v>542.94000000000005</c:v>
                </c:pt>
                <c:pt idx="89">
                  <c:v>541.03</c:v>
                </c:pt>
                <c:pt idx="90">
                  <c:v>539.83000000000004</c:v>
                </c:pt>
                <c:pt idx="91">
                  <c:v>537.62</c:v>
                </c:pt>
                <c:pt idx="92">
                  <c:v>527.78</c:v>
                </c:pt>
                <c:pt idx="93">
                  <c:v>524.65</c:v>
                </c:pt>
                <c:pt idx="94">
                  <c:v>513.82000000000005</c:v>
                </c:pt>
                <c:pt idx="95">
                  <c:v>508.3</c:v>
                </c:pt>
                <c:pt idx="96">
                  <c:v>501.06</c:v>
                </c:pt>
                <c:pt idx="97">
                  <c:v>495.04</c:v>
                </c:pt>
                <c:pt idx="98">
                  <c:v>480.8</c:v>
                </c:pt>
                <c:pt idx="99">
                  <c:v>474.14</c:v>
                </c:pt>
                <c:pt idx="100">
                  <c:v>460.86</c:v>
                </c:pt>
                <c:pt idx="101">
                  <c:v>459.57</c:v>
                </c:pt>
                <c:pt idx="102">
                  <c:v>451.91</c:v>
                </c:pt>
                <c:pt idx="103">
                  <c:v>445.58</c:v>
                </c:pt>
                <c:pt idx="104">
                  <c:v>443.76</c:v>
                </c:pt>
                <c:pt idx="105">
                  <c:v>443.36</c:v>
                </c:pt>
                <c:pt idx="106">
                  <c:v>427.19</c:v>
                </c:pt>
                <c:pt idx="107">
                  <c:v>416.83</c:v>
                </c:pt>
                <c:pt idx="108">
                  <c:v>405.49</c:v>
                </c:pt>
                <c:pt idx="109">
                  <c:v>405</c:v>
                </c:pt>
                <c:pt idx="110">
                  <c:v>402.19</c:v>
                </c:pt>
                <c:pt idx="111">
                  <c:v>390</c:v>
                </c:pt>
                <c:pt idx="112">
                  <c:v>389.55</c:v>
                </c:pt>
                <c:pt idx="113">
                  <c:v>389</c:v>
                </c:pt>
                <c:pt idx="114">
                  <c:v>374.6</c:v>
                </c:pt>
                <c:pt idx="115">
                  <c:v>371.04</c:v>
                </c:pt>
                <c:pt idx="116">
                  <c:v>360.75</c:v>
                </c:pt>
                <c:pt idx="117">
                  <c:v>358.8</c:v>
                </c:pt>
                <c:pt idx="118">
                  <c:v>358.4</c:v>
                </c:pt>
                <c:pt idx="119">
                  <c:v>357.89</c:v>
                </c:pt>
                <c:pt idx="120">
                  <c:v>354.62</c:v>
                </c:pt>
                <c:pt idx="121">
                  <c:v>350.89</c:v>
                </c:pt>
                <c:pt idx="122">
                  <c:v>348.46</c:v>
                </c:pt>
                <c:pt idx="123">
                  <c:v>336.79</c:v>
                </c:pt>
                <c:pt idx="124">
                  <c:v>336</c:v>
                </c:pt>
                <c:pt idx="125">
                  <c:v>323</c:v>
                </c:pt>
                <c:pt idx="126">
                  <c:v>316.51</c:v>
                </c:pt>
                <c:pt idx="127">
                  <c:v>313.5</c:v>
                </c:pt>
                <c:pt idx="128">
                  <c:v>312.2</c:v>
                </c:pt>
                <c:pt idx="129">
                  <c:v>305.26</c:v>
                </c:pt>
                <c:pt idx="130">
                  <c:v>302.33</c:v>
                </c:pt>
                <c:pt idx="131">
                  <c:v>299.67</c:v>
                </c:pt>
                <c:pt idx="132">
                  <c:v>295.27999999999997</c:v>
                </c:pt>
                <c:pt idx="133">
                  <c:v>289.64999999999998</c:v>
                </c:pt>
                <c:pt idx="134">
                  <c:v>289.2</c:v>
                </c:pt>
                <c:pt idx="135">
                  <c:v>288.62</c:v>
                </c:pt>
                <c:pt idx="136">
                  <c:v>284.75</c:v>
                </c:pt>
                <c:pt idx="137">
                  <c:v>266.89</c:v>
                </c:pt>
                <c:pt idx="138">
                  <c:v>263.29000000000002</c:v>
                </c:pt>
                <c:pt idx="139">
                  <c:v>262.39999999999998</c:v>
                </c:pt>
                <c:pt idx="140">
                  <c:v>248.82</c:v>
                </c:pt>
                <c:pt idx="141">
                  <c:v>247.09</c:v>
                </c:pt>
                <c:pt idx="142">
                  <c:v>246.89</c:v>
                </c:pt>
                <c:pt idx="143">
                  <c:v>242.76</c:v>
                </c:pt>
                <c:pt idx="144">
                  <c:v>238.08</c:v>
                </c:pt>
                <c:pt idx="145">
                  <c:v>234</c:v>
                </c:pt>
                <c:pt idx="146">
                  <c:v>232.21</c:v>
                </c:pt>
                <c:pt idx="147">
                  <c:v>231.88</c:v>
                </c:pt>
                <c:pt idx="148">
                  <c:v>224.5</c:v>
                </c:pt>
                <c:pt idx="149">
                  <c:v>219.95</c:v>
                </c:pt>
                <c:pt idx="150">
                  <c:v>219.38</c:v>
                </c:pt>
                <c:pt idx="151">
                  <c:v>207.12</c:v>
                </c:pt>
                <c:pt idx="152">
                  <c:v>201.01</c:v>
                </c:pt>
                <c:pt idx="153">
                  <c:v>194.74</c:v>
                </c:pt>
                <c:pt idx="154">
                  <c:v>192.5</c:v>
                </c:pt>
                <c:pt idx="155">
                  <c:v>190.58</c:v>
                </c:pt>
                <c:pt idx="156">
                  <c:v>172.18</c:v>
                </c:pt>
                <c:pt idx="157">
                  <c:v>164</c:v>
                </c:pt>
                <c:pt idx="158">
                  <c:v>159</c:v>
                </c:pt>
                <c:pt idx="159">
                  <c:v>153</c:v>
                </c:pt>
                <c:pt idx="160">
                  <c:v>140.07</c:v>
                </c:pt>
                <c:pt idx="161">
                  <c:v>139.88</c:v>
                </c:pt>
                <c:pt idx="162">
                  <c:v>121.3</c:v>
                </c:pt>
                <c:pt idx="163">
                  <c:v>105</c:v>
                </c:pt>
                <c:pt idx="164">
                  <c:v>22.35</c:v>
                </c:pt>
              </c:numCache>
            </c:numRef>
          </c:yVal>
          <c:smooth val="0"/>
          <c:extLst>
            <c:ext xmlns:c16="http://schemas.microsoft.com/office/drawing/2014/chart" uri="{C3380CC4-5D6E-409C-BE32-E72D297353CC}">
              <c16:uniqueId val="{00000000-D0AC-47AE-B9BE-0347C7833B38}"/>
            </c:ext>
          </c:extLst>
        </c:ser>
        <c:dLbls>
          <c:showLegendKey val="0"/>
          <c:showVal val="0"/>
          <c:showCatName val="0"/>
          <c:showSerName val="0"/>
          <c:showPercent val="0"/>
          <c:showBubbleSize val="0"/>
        </c:dLbls>
        <c:axId val="158425504"/>
        <c:axId val="158426464"/>
      </c:scatterChart>
      <c:valAx>
        <c:axId val="158425504"/>
        <c:scaling>
          <c:orientation val="minMax"/>
        </c:scaling>
        <c:delete val="0"/>
        <c:axPos val="b"/>
        <c:majorGridlines>
          <c:spPr>
            <a:ln w="9525" cap="flat" cmpd="sng" algn="ctr">
              <a:solidFill>
                <a:schemeClr val="dk1">
                  <a:lumMod val="65000"/>
                  <a:lumOff val="35000"/>
                  <a:alpha val="75000"/>
                </a:schemeClr>
              </a:solidFill>
              <a:round/>
            </a:ln>
            <a:effectLst/>
          </c:spPr>
        </c:majorGridlines>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58426464"/>
        <c:crosses val="autoZero"/>
        <c:crossBetween val="midCat"/>
      </c:valAx>
      <c:valAx>
        <c:axId val="158426464"/>
        <c:scaling>
          <c:orientation val="minMax"/>
        </c:scaling>
        <c:delete val="0"/>
        <c:axPos val="l"/>
        <c:majorGridlines>
          <c:spPr>
            <a:ln w="9525" cap="flat" cmpd="sng" algn="ctr">
              <a:solidFill>
                <a:schemeClr val="dk1">
                  <a:lumMod val="65000"/>
                  <a:lumOff val="35000"/>
                  <a:alpha val="75000"/>
                </a:schemeClr>
              </a:solidFill>
              <a:round/>
            </a:ln>
            <a:effectLst/>
          </c:spPr>
        </c:majorGridlines>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5842550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dk1">
        <a:lumMod val="75000"/>
        <a:lumOff val="25000"/>
      </a:schemeClr>
    </a:solidFill>
    <a:ln w="9525" cap="flat" cmpd="sng" algn="ctr">
      <a:solidFill>
        <a:srgbClr val="00B0F0"/>
      </a:solid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r>
              <a:rPr lang="en-US"/>
              <a:t> Order Size VS Customer Segment</a:t>
            </a:r>
          </a:p>
        </c:rich>
      </c:tx>
      <c:overlay val="0"/>
      <c:spPr>
        <a:noFill/>
        <a:ln>
          <a:noFill/>
        </a:ln>
        <a:effectLst/>
      </c:spPr>
      <c:txPr>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endParaRPr lang="en-US"/>
        </a:p>
      </c:txPr>
    </c:title>
    <c:autoTitleDeleted val="0"/>
    <c:plotArea>
      <c:layout/>
      <c:bubbleChart>
        <c:varyColors val="0"/>
        <c:ser>
          <c:idx val="0"/>
          <c:order val="0"/>
          <c:tx>
            <c:strRef>
              <c:f>'5'!$E$34</c:f>
              <c:strCache>
                <c:ptCount val="1"/>
                <c:pt idx="0">
                  <c:v> TotalOrders</c:v>
                </c:pt>
              </c:strCache>
            </c:strRef>
          </c:tx>
          <c:spPr>
            <a:noFill/>
            <a:ln>
              <a:solidFill>
                <a:schemeClr val="accent4"/>
              </a:solidFill>
            </a:ln>
            <a:effectLst>
              <a:glow rad="63500">
                <a:schemeClr val="accent4">
                  <a:alpha val="18000"/>
                </a:schemeClr>
              </a:glow>
            </a:effectLst>
          </c:spPr>
          <c:invertIfNegative val="0"/>
          <c:xVal>
            <c:numRef>
              <c:f>'5'!$D$35:$D$199</c:f>
              <c:numCache>
                <c:formatCode>General</c:formatCode>
                <c:ptCount val="165"/>
                <c:pt idx="0">
                  <c:v>6</c:v>
                </c:pt>
                <c:pt idx="1">
                  <c:v>6</c:v>
                </c:pt>
                <c:pt idx="2">
                  <c:v>7</c:v>
                </c:pt>
                <c:pt idx="3">
                  <c:v>1</c:v>
                </c:pt>
                <c:pt idx="4">
                  <c:v>7</c:v>
                </c:pt>
                <c:pt idx="5">
                  <c:v>7</c:v>
                </c:pt>
                <c:pt idx="6">
                  <c:v>7</c:v>
                </c:pt>
                <c:pt idx="7">
                  <c:v>1</c:v>
                </c:pt>
                <c:pt idx="8">
                  <c:v>6</c:v>
                </c:pt>
                <c:pt idx="9">
                  <c:v>6</c:v>
                </c:pt>
                <c:pt idx="10">
                  <c:v>1</c:v>
                </c:pt>
                <c:pt idx="11">
                  <c:v>4</c:v>
                </c:pt>
                <c:pt idx="12">
                  <c:v>7</c:v>
                </c:pt>
                <c:pt idx="13">
                  <c:v>1</c:v>
                </c:pt>
                <c:pt idx="14">
                  <c:v>5</c:v>
                </c:pt>
                <c:pt idx="15">
                  <c:v>3</c:v>
                </c:pt>
                <c:pt idx="16">
                  <c:v>6</c:v>
                </c:pt>
                <c:pt idx="17">
                  <c:v>1</c:v>
                </c:pt>
                <c:pt idx="18">
                  <c:v>2</c:v>
                </c:pt>
                <c:pt idx="19">
                  <c:v>4</c:v>
                </c:pt>
                <c:pt idx="20">
                  <c:v>4</c:v>
                </c:pt>
                <c:pt idx="21">
                  <c:v>4</c:v>
                </c:pt>
                <c:pt idx="22">
                  <c:v>1</c:v>
                </c:pt>
                <c:pt idx="23">
                  <c:v>6</c:v>
                </c:pt>
                <c:pt idx="24">
                  <c:v>4</c:v>
                </c:pt>
                <c:pt idx="25">
                  <c:v>4</c:v>
                </c:pt>
                <c:pt idx="26">
                  <c:v>4</c:v>
                </c:pt>
                <c:pt idx="27">
                  <c:v>6</c:v>
                </c:pt>
                <c:pt idx="28">
                  <c:v>8</c:v>
                </c:pt>
                <c:pt idx="29">
                  <c:v>3</c:v>
                </c:pt>
                <c:pt idx="30">
                  <c:v>6</c:v>
                </c:pt>
                <c:pt idx="31">
                  <c:v>6</c:v>
                </c:pt>
                <c:pt idx="32">
                  <c:v>4</c:v>
                </c:pt>
                <c:pt idx="33">
                  <c:v>1</c:v>
                </c:pt>
                <c:pt idx="34">
                  <c:v>7</c:v>
                </c:pt>
                <c:pt idx="35">
                  <c:v>3</c:v>
                </c:pt>
                <c:pt idx="36">
                  <c:v>6</c:v>
                </c:pt>
                <c:pt idx="37">
                  <c:v>7</c:v>
                </c:pt>
                <c:pt idx="38">
                  <c:v>5</c:v>
                </c:pt>
                <c:pt idx="39">
                  <c:v>7</c:v>
                </c:pt>
                <c:pt idx="40">
                  <c:v>8</c:v>
                </c:pt>
                <c:pt idx="41">
                  <c:v>7</c:v>
                </c:pt>
                <c:pt idx="42">
                  <c:v>6</c:v>
                </c:pt>
                <c:pt idx="43">
                  <c:v>4</c:v>
                </c:pt>
                <c:pt idx="44">
                  <c:v>2</c:v>
                </c:pt>
                <c:pt idx="45">
                  <c:v>2</c:v>
                </c:pt>
                <c:pt idx="46">
                  <c:v>7</c:v>
                </c:pt>
                <c:pt idx="47">
                  <c:v>7</c:v>
                </c:pt>
                <c:pt idx="48">
                  <c:v>8</c:v>
                </c:pt>
                <c:pt idx="49">
                  <c:v>1</c:v>
                </c:pt>
                <c:pt idx="50">
                  <c:v>3</c:v>
                </c:pt>
                <c:pt idx="51">
                  <c:v>6</c:v>
                </c:pt>
                <c:pt idx="52">
                  <c:v>5</c:v>
                </c:pt>
                <c:pt idx="53">
                  <c:v>7</c:v>
                </c:pt>
                <c:pt idx="54">
                  <c:v>4</c:v>
                </c:pt>
                <c:pt idx="55">
                  <c:v>2</c:v>
                </c:pt>
                <c:pt idx="56">
                  <c:v>5</c:v>
                </c:pt>
                <c:pt idx="57">
                  <c:v>6</c:v>
                </c:pt>
                <c:pt idx="58">
                  <c:v>4</c:v>
                </c:pt>
                <c:pt idx="59">
                  <c:v>7</c:v>
                </c:pt>
                <c:pt idx="60">
                  <c:v>5</c:v>
                </c:pt>
                <c:pt idx="61">
                  <c:v>4</c:v>
                </c:pt>
                <c:pt idx="62">
                  <c:v>7</c:v>
                </c:pt>
                <c:pt idx="63">
                  <c:v>7</c:v>
                </c:pt>
                <c:pt idx="64">
                  <c:v>2</c:v>
                </c:pt>
                <c:pt idx="65">
                  <c:v>3</c:v>
                </c:pt>
                <c:pt idx="66">
                  <c:v>8</c:v>
                </c:pt>
                <c:pt idx="67">
                  <c:v>6</c:v>
                </c:pt>
                <c:pt idx="68">
                  <c:v>5</c:v>
                </c:pt>
                <c:pt idx="69">
                  <c:v>4</c:v>
                </c:pt>
                <c:pt idx="70">
                  <c:v>4</c:v>
                </c:pt>
                <c:pt idx="71">
                  <c:v>8</c:v>
                </c:pt>
                <c:pt idx="72">
                  <c:v>2</c:v>
                </c:pt>
                <c:pt idx="73">
                  <c:v>1</c:v>
                </c:pt>
                <c:pt idx="74">
                  <c:v>2</c:v>
                </c:pt>
                <c:pt idx="75">
                  <c:v>3</c:v>
                </c:pt>
                <c:pt idx="76">
                  <c:v>5</c:v>
                </c:pt>
                <c:pt idx="77">
                  <c:v>3</c:v>
                </c:pt>
                <c:pt idx="78">
                  <c:v>2</c:v>
                </c:pt>
                <c:pt idx="79">
                  <c:v>3</c:v>
                </c:pt>
                <c:pt idx="80">
                  <c:v>6</c:v>
                </c:pt>
                <c:pt idx="81">
                  <c:v>6</c:v>
                </c:pt>
                <c:pt idx="82">
                  <c:v>8</c:v>
                </c:pt>
                <c:pt idx="83">
                  <c:v>5</c:v>
                </c:pt>
                <c:pt idx="84">
                  <c:v>7</c:v>
                </c:pt>
                <c:pt idx="85">
                  <c:v>6</c:v>
                </c:pt>
                <c:pt idx="86">
                  <c:v>2</c:v>
                </c:pt>
                <c:pt idx="87">
                  <c:v>4</c:v>
                </c:pt>
                <c:pt idx="88">
                  <c:v>2</c:v>
                </c:pt>
                <c:pt idx="89">
                  <c:v>3</c:v>
                </c:pt>
                <c:pt idx="90">
                  <c:v>1</c:v>
                </c:pt>
                <c:pt idx="91">
                  <c:v>8</c:v>
                </c:pt>
                <c:pt idx="92">
                  <c:v>2</c:v>
                </c:pt>
                <c:pt idx="93">
                  <c:v>8</c:v>
                </c:pt>
                <c:pt idx="94">
                  <c:v>3</c:v>
                </c:pt>
                <c:pt idx="95">
                  <c:v>3</c:v>
                </c:pt>
                <c:pt idx="96">
                  <c:v>2</c:v>
                </c:pt>
                <c:pt idx="97">
                  <c:v>2</c:v>
                </c:pt>
                <c:pt idx="98">
                  <c:v>5</c:v>
                </c:pt>
                <c:pt idx="99">
                  <c:v>5</c:v>
                </c:pt>
                <c:pt idx="100">
                  <c:v>5</c:v>
                </c:pt>
                <c:pt idx="101">
                  <c:v>8</c:v>
                </c:pt>
                <c:pt idx="102">
                  <c:v>8</c:v>
                </c:pt>
                <c:pt idx="103">
                  <c:v>5</c:v>
                </c:pt>
                <c:pt idx="104">
                  <c:v>4</c:v>
                </c:pt>
                <c:pt idx="105">
                  <c:v>7</c:v>
                </c:pt>
                <c:pt idx="106">
                  <c:v>1</c:v>
                </c:pt>
                <c:pt idx="107">
                  <c:v>8</c:v>
                </c:pt>
                <c:pt idx="108">
                  <c:v>3</c:v>
                </c:pt>
                <c:pt idx="109">
                  <c:v>4</c:v>
                </c:pt>
                <c:pt idx="110">
                  <c:v>3</c:v>
                </c:pt>
                <c:pt idx="111">
                  <c:v>5</c:v>
                </c:pt>
                <c:pt idx="112">
                  <c:v>3</c:v>
                </c:pt>
                <c:pt idx="113">
                  <c:v>6</c:v>
                </c:pt>
                <c:pt idx="114">
                  <c:v>2</c:v>
                </c:pt>
                <c:pt idx="115">
                  <c:v>1</c:v>
                </c:pt>
                <c:pt idx="116">
                  <c:v>5</c:v>
                </c:pt>
                <c:pt idx="117">
                  <c:v>5</c:v>
                </c:pt>
                <c:pt idx="118">
                  <c:v>1</c:v>
                </c:pt>
                <c:pt idx="119">
                  <c:v>2</c:v>
                </c:pt>
                <c:pt idx="120">
                  <c:v>8</c:v>
                </c:pt>
                <c:pt idx="121">
                  <c:v>4</c:v>
                </c:pt>
                <c:pt idx="122">
                  <c:v>3</c:v>
                </c:pt>
                <c:pt idx="123">
                  <c:v>1</c:v>
                </c:pt>
                <c:pt idx="124">
                  <c:v>4</c:v>
                </c:pt>
                <c:pt idx="125">
                  <c:v>4</c:v>
                </c:pt>
                <c:pt idx="126">
                  <c:v>1</c:v>
                </c:pt>
                <c:pt idx="127">
                  <c:v>2</c:v>
                </c:pt>
                <c:pt idx="128">
                  <c:v>8</c:v>
                </c:pt>
                <c:pt idx="129">
                  <c:v>8</c:v>
                </c:pt>
                <c:pt idx="130">
                  <c:v>2</c:v>
                </c:pt>
                <c:pt idx="131">
                  <c:v>1</c:v>
                </c:pt>
                <c:pt idx="132">
                  <c:v>3</c:v>
                </c:pt>
                <c:pt idx="133">
                  <c:v>2</c:v>
                </c:pt>
                <c:pt idx="134">
                  <c:v>7</c:v>
                </c:pt>
                <c:pt idx="135">
                  <c:v>5</c:v>
                </c:pt>
                <c:pt idx="136">
                  <c:v>7</c:v>
                </c:pt>
                <c:pt idx="137">
                  <c:v>3</c:v>
                </c:pt>
                <c:pt idx="138">
                  <c:v>5</c:v>
                </c:pt>
                <c:pt idx="139">
                  <c:v>8</c:v>
                </c:pt>
                <c:pt idx="140">
                  <c:v>2</c:v>
                </c:pt>
                <c:pt idx="141">
                  <c:v>2</c:v>
                </c:pt>
                <c:pt idx="142">
                  <c:v>1</c:v>
                </c:pt>
                <c:pt idx="143">
                  <c:v>8</c:v>
                </c:pt>
                <c:pt idx="144">
                  <c:v>1</c:v>
                </c:pt>
                <c:pt idx="145">
                  <c:v>2</c:v>
                </c:pt>
                <c:pt idx="146">
                  <c:v>7</c:v>
                </c:pt>
                <c:pt idx="147">
                  <c:v>8</c:v>
                </c:pt>
                <c:pt idx="148">
                  <c:v>3</c:v>
                </c:pt>
                <c:pt idx="149">
                  <c:v>8</c:v>
                </c:pt>
                <c:pt idx="150">
                  <c:v>8</c:v>
                </c:pt>
                <c:pt idx="151">
                  <c:v>1</c:v>
                </c:pt>
                <c:pt idx="152">
                  <c:v>3</c:v>
                </c:pt>
                <c:pt idx="153">
                  <c:v>1</c:v>
                </c:pt>
                <c:pt idx="154">
                  <c:v>1</c:v>
                </c:pt>
                <c:pt idx="155">
                  <c:v>4</c:v>
                </c:pt>
                <c:pt idx="156">
                  <c:v>3</c:v>
                </c:pt>
                <c:pt idx="157">
                  <c:v>6</c:v>
                </c:pt>
                <c:pt idx="158">
                  <c:v>8</c:v>
                </c:pt>
                <c:pt idx="159">
                  <c:v>7</c:v>
                </c:pt>
                <c:pt idx="160">
                  <c:v>3</c:v>
                </c:pt>
                <c:pt idx="161">
                  <c:v>5</c:v>
                </c:pt>
                <c:pt idx="162">
                  <c:v>8</c:v>
                </c:pt>
                <c:pt idx="163">
                  <c:v>5</c:v>
                </c:pt>
                <c:pt idx="164">
                  <c:v>6</c:v>
                </c:pt>
              </c:numCache>
            </c:numRef>
          </c:xVal>
          <c:yVal>
            <c:numRef>
              <c:f>'5'!$E$35:$E$199</c:f>
              <c:numCache>
                <c:formatCode>General</c:formatCode>
                <c:ptCount val="165"/>
                <c:pt idx="0">
                  <c:v>5</c:v>
                </c:pt>
                <c:pt idx="1">
                  <c:v>3</c:v>
                </c:pt>
                <c:pt idx="2">
                  <c:v>1</c:v>
                </c:pt>
                <c:pt idx="3">
                  <c:v>7</c:v>
                </c:pt>
                <c:pt idx="4">
                  <c:v>3</c:v>
                </c:pt>
                <c:pt idx="5">
                  <c:v>9</c:v>
                </c:pt>
                <c:pt idx="6">
                  <c:v>6</c:v>
                </c:pt>
                <c:pt idx="7">
                  <c:v>10</c:v>
                </c:pt>
                <c:pt idx="8">
                  <c:v>33</c:v>
                </c:pt>
                <c:pt idx="9">
                  <c:v>9</c:v>
                </c:pt>
                <c:pt idx="10">
                  <c:v>20</c:v>
                </c:pt>
                <c:pt idx="11">
                  <c:v>23</c:v>
                </c:pt>
                <c:pt idx="12">
                  <c:v>3</c:v>
                </c:pt>
                <c:pt idx="13">
                  <c:v>51</c:v>
                </c:pt>
                <c:pt idx="14">
                  <c:v>12</c:v>
                </c:pt>
                <c:pt idx="15">
                  <c:v>12</c:v>
                </c:pt>
                <c:pt idx="16">
                  <c:v>7</c:v>
                </c:pt>
                <c:pt idx="17">
                  <c:v>51</c:v>
                </c:pt>
                <c:pt idx="18">
                  <c:v>15</c:v>
                </c:pt>
                <c:pt idx="19">
                  <c:v>10</c:v>
                </c:pt>
                <c:pt idx="20">
                  <c:v>7</c:v>
                </c:pt>
                <c:pt idx="21">
                  <c:v>8</c:v>
                </c:pt>
                <c:pt idx="22">
                  <c:v>37</c:v>
                </c:pt>
                <c:pt idx="23">
                  <c:v>4</c:v>
                </c:pt>
                <c:pt idx="24">
                  <c:v>50</c:v>
                </c:pt>
                <c:pt idx="25">
                  <c:v>18</c:v>
                </c:pt>
                <c:pt idx="26">
                  <c:v>10</c:v>
                </c:pt>
                <c:pt idx="27">
                  <c:v>23</c:v>
                </c:pt>
                <c:pt idx="28">
                  <c:v>11</c:v>
                </c:pt>
                <c:pt idx="29">
                  <c:v>8</c:v>
                </c:pt>
                <c:pt idx="30">
                  <c:v>10</c:v>
                </c:pt>
                <c:pt idx="31">
                  <c:v>4</c:v>
                </c:pt>
                <c:pt idx="32">
                  <c:v>45</c:v>
                </c:pt>
                <c:pt idx="33">
                  <c:v>3</c:v>
                </c:pt>
                <c:pt idx="34">
                  <c:v>19</c:v>
                </c:pt>
                <c:pt idx="35">
                  <c:v>44</c:v>
                </c:pt>
                <c:pt idx="36">
                  <c:v>13</c:v>
                </c:pt>
                <c:pt idx="37">
                  <c:v>10</c:v>
                </c:pt>
                <c:pt idx="38">
                  <c:v>4</c:v>
                </c:pt>
                <c:pt idx="39">
                  <c:v>4</c:v>
                </c:pt>
                <c:pt idx="40">
                  <c:v>10</c:v>
                </c:pt>
                <c:pt idx="41">
                  <c:v>7</c:v>
                </c:pt>
                <c:pt idx="42">
                  <c:v>6</c:v>
                </c:pt>
                <c:pt idx="43">
                  <c:v>1</c:v>
                </c:pt>
                <c:pt idx="44">
                  <c:v>5</c:v>
                </c:pt>
                <c:pt idx="45">
                  <c:v>24</c:v>
                </c:pt>
                <c:pt idx="46">
                  <c:v>7</c:v>
                </c:pt>
                <c:pt idx="47">
                  <c:v>1</c:v>
                </c:pt>
                <c:pt idx="48">
                  <c:v>1</c:v>
                </c:pt>
                <c:pt idx="49">
                  <c:v>8</c:v>
                </c:pt>
                <c:pt idx="50">
                  <c:v>54</c:v>
                </c:pt>
                <c:pt idx="51">
                  <c:v>9</c:v>
                </c:pt>
                <c:pt idx="52">
                  <c:v>7</c:v>
                </c:pt>
                <c:pt idx="53">
                  <c:v>3</c:v>
                </c:pt>
                <c:pt idx="54">
                  <c:v>4</c:v>
                </c:pt>
                <c:pt idx="55">
                  <c:v>3</c:v>
                </c:pt>
                <c:pt idx="56">
                  <c:v>30</c:v>
                </c:pt>
                <c:pt idx="57">
                  <c:v>2</c:v>
                </c:pt>
                <c:pt idx="58">
                  <c:v>9</c:v>
                </c:pt>
                <c:pt idx="59">
                  <c:v>16</c:v>
                </c:pt>
                <c:pt idx="60">
                  <c:v>23</c:v>
                </c:pt>
                <c:pt idx="61">
                  <c:v>23</c:v>
                </c:pt>
                <c:pt idx="62">
                  <c:v>4</c:v>
                </c:pt>
                <c:pt idx="63">
                  <c:v>14</c:v>
                </c:pt>
                <c:pt idx="64">
                  <c:v>8</c:v>
                </c:pt>
                <c:pt idx="65">
                  <c:v>15</c:v>
                </c:pt>
                <c:pt idx="66">
                  <c:v>8</c:v>
                </c:pt>
                <c:pt idx="67">
                  <c:v>13</c:v>
                </c:pt>
                <c:pt idx="68">
                  <c:v>4</c:v>
                </c:pt>
                <c:pt idx="69">
                  <c:v>28</c:v>
                </c:pt>
                <c:pt idx="70">
                  <c:v>11</c:v>
                </c:pt>
                <c:pt idx="71">
                  <c:v>42</c:v>
                </c:pt>
                <c:pt idx="72">
                  <c:v>12</c:v>
                </c:pt>
                <c:pt idx="73">
                  <c:v>23</c:v>
                </c:pt>
                <c:pt idx="74">
                  <c:v>30</c:v>
                </c:pt>
                <c:pt idx="75">
                  <c:v>3</c:v>
                </c:pt>
                <c:pt idx="76">
                  <c:v>10</c:v>
                </c:pt>
                <c:pt idx="77">
                  <c:v>16</c:v>
                </c:pt>
                <c:pt idx="78">
                  <c:v>8</c:v>
                </c:pt>
                <c:pt idx="79">
                  <c:v>10</c:v>
                </c:pt>
                <c:pt idx="80">
                  <c:v>5</c:v>
                </c:pt>
                <c:pt idx="81">
                  <c:v>4</c:v>
                </c:pt>
                <c:pt idx="82">
                  <c:v>43</c:v>
                </c:pt>
                <c:pt idx="83">
                  <c:v>5</c:v>
                </c:pt>
                <c:pt idx="84">
                  <c:v>4</c:v>
                </c:pt>
                <c:pt idx="85">
                  <c:v>6</c:v>
                </c:pt>
                <c:pt idx="86">
                  <c:v>7</c:v>
                </c:pt>
                <c:pt idx="87">
                  <c:v>8</c:v>
                </c:pt>
                <c:pt idx="88">
                  <c:v>5</c:v>
                </c:pt>
                <c:pt idx="89">
                  <c:v>6</c:v>
                </c:pt>
                <c:pt idx="90">
                  <c:v>15</c:v>
                </c:pt>
                <c:pt idx="91">
                  <c:v>8</c:v>
                </c:pt>
                <c:pt idx="92">
                  <c:v>23</c:v>
                </c:pt>
                <c:pt idx="93">
                  <c:v>30</c:v>
                </c:pt>
                <c:pt idx="94">
                  <c:v>17</c:v>
                </c:pt>
                <c:pt idx="95">
                  <c:v>26</c:v>
                </c:pt>
                <c:pt idx="96">
                  <c:v>10</c:v>
                </c:pt>
                <c:pt idx="97">
                  <c:v>9</c:v>
                </c:pt>
                <c:pt idx="98">
                  <c:v>3</c:v>
                </c:pt>
                <c:pt idx="99">
                  <c:v>14</c:v>
                </c:pt>
                <c:pt idx="100">
                  <c:v>7</c:v>
                </c:pt>
                <c:pt idx="101">
                  <c:v>15</c:v>
                </c:pt>
                <c:pt idx="102">
                  <c:v>22</c:v>
                </c:pt>
                <c:pt idx="103">
                  <c:v>9</c:v>
                </c:pt>
                <c:pt idx="104">
                  <c:v>21</c:v>
                </c:pt>
                <c:pt idx="105">
                  <c:v>5</c:v>
                </c:pt>
                <c:pt idx="106">
                  <c:v>32</c:v>
                </c:pt>
                <c:pt idx="107">
                  <c:v>32</c:v>
                </c:pt>
                <c:pt idx="108">
                  <c:v>30</c:v>
                </c:pt>
                <c:pt idx="109">
                  <c:v>2</c:v>
                </c:pt>
                <c:pt idx="110">
                  <c:v>7</c:v>
                </c:pt>
                <c:pt idx="111">
                  <c:v>1</c:v>
                </c:pt>
                <c:pt idx="112">
                  <c:v>2</c:v>
                </c:pt>
                <c:pt idx="113">
                  <c:v>3</c:v>
                </c:pt>
                <c:pt idx="114">
                  <c:v>5</c:v>
                </c:pt>
                <c:pt idx="115">
                  <c:v>9</c:v>
                </c:pt>
                <c:pt idx="116">
                  <c:v>18</c:v>
                </c:pt>
                <c:pt idx="117">
                  <c:v>5</c:v>
                </c:pt>
                <c:pt idx="118">
                  <c:v>20</c:v>
                </c:pt>
                <c:pt idx="119">
                  <c:v>5</c:v>
                </c:pt>
                <c:pt idx="120">
                  <c:v>9</c:v>
                </c:pt>
                <c:pt idx="121">
                  <c:v>14</c:v>
                </c:pt>
                <c:pt idx="122">
                  <c:v>8</c:v>
                </c:pt>
                <c:pt idx="123">
                  <c:v>7</c:v>
                </c:pt>
                <c:pt idx="124">
                  <c:v>3</c:v>
                </c:pt>
                <c:pt idx="125">
                  <c:v>2</c:v>
                </c:pt>
                <c:pt idx="126">
                  <c:v>24</c:v>
                </c:pt>
                <c:pt idx="127">
                  <c:v>2</c:v>
                </c:pt>
                <c:pt idx="128">
                  <c:v>3</c:v>
                </c:pt>
                <c:pt idx="129">
                  <c:v>16</c:v>
                </c:pt>
                <c:pt idx="130">
                  <c:v>3</c:v>
                </c:pt>
                <c:pt idx="131">
                  <c:v>6</c:v>
                </c:pt>
                <c:pt idx="132">
                  <c:v>7</c:v>
                </c:pt>
                <c:pt idx="133">
                  <c:v>5</c:v>
                </c:pt>
                <c:pt idx="134">
                  <c:v>2</c:v>
                </c:pt>
                <c:pt idx="135">
                  <c:v>18</c:v>
                </c:pt>
                <c:pt idx="136">
                  <c:v>4</c:v>
                </c:pt>
                <c:pt idx="137">
                  <c:v>8</c:v>
                </c:pt>
                <c:pt idx="138">
                  <c:v>7</c:v>
                </c:pt>
                <c:pt idx="139">
                  <c:v>5</c:v>
                </c:pt>
                <c:pt idx="140">
                  <c:v>8</c:v>
                </c:pt>
                <c:pt idx="141">
                  <c:v>5</c:v>
                </c:pt>
                <c:pt idx="142">
                  <c:v>9</c:v>
                </c:pt>
                <c:pt idx="143">
                  <c:v>8</c:v>
                </c:pt>
                <c:pt idx="144">
                  <c:v>5</c:v>
                </c:pt>
                <c:pt idx="145">
                  <c:v>1</c:v>
                </c:pt>
                <c:pt idx="146">
                  <c:v>5</c:v>
                </c:pt>
                <c:pt idx="147">
                  <c:v>8</c:v>
                </c:pt>
                <c:pt idx="148">
                  <c:v>5</c:v>
                </c:pt>
                <c:pt idx="149">
                  <c:v>8</c:v>
                </c:pt>
                <c:pt idx="150">
                  <c:v>6</c:v>
                </c:pt>
                <c:pt idx="151">
                  <c:v>4</c:v>
                </c:pt>
                <c:pt idx="152">
                  <c:v>9</c:v>
                </c:pt>
                <c:pt idx="153">
                  <c:v>7</c:v>
                </c:pt>
                <c:pt idx="154">
                  <c:v>6</c:v>
                </c:pt>
                <c:pt idx="155">
                  <c:v>6</c:v>
                </c:pt>
                <c:pt idx="156">
                  <c:v>6</c:v>
                </c:pt>
                <c:pt idx="157">
                  <c:v>1</c:v>
                </c:pt>
                <c:pt idx="158">
                  <c:v>1</c:v>
                </c:pt>
                <c:pt idx="159">
                  <c:v>2</c:v>
                </c:pt>
                <c:pt idx="160">
                  <c:v>2</c:v>
                </c:pt>
                <c:pt idx="161">
                  <c:v>4</c:v>
                </c:pt>
                <c:pt idx="162">
                  <c:v>5</c:v>
                </c:pt>
                <c:pt idx="163">
                  <c:v>1</c:v>
                </c:pt>
                <c:pt idx="164">
                  <c:v>1</c:v>
                </c:pt>
              </c:numCache>
            </c:numRef>
          </c:yVal>
          <c:bubbleSize>
            <c:numRef>
              <c:f>'5'!$F$35:$F$199</c:f>
              <c:numCache>
                <c:formatCode>General</c:formatCode>
                <c:ptCount val="165"/>
                <c:pt idx="0">
                  <c:v>4808.18</c:v>
                </c:pt>
                <c:pt idx="1">
                  <c:v>2385.21</c:v>
                </c:pt>
                <c:pt idx="2">
                  <c:v>2120</c:v>
                </c:pt>
                <c:pt idx="3">
                  <c:v>1717.96</c:v>
                </c:pt>
                <c:pt idx="4">
                  <c:v>1542</c:v>
                </c:pt>
                <c:pt idx="5">
                  <c:v>1528.44</c:v>
                </c:pt>
                <c:pt idx="6">
                  <c:v>1519.33</c:v>
                </c:pt>
                <c:pt idx="7">
                  <c:v>1382.97</c:v>
                </c:pt>
                <c:pt idx="8">
                  <c:v>1375.58</c:v>
                </c:pt>
                <c:pt idx="9">
                  <c:v>1333.5</c:v>
                </c:pt>
                <c:pt idx="10">
                  <c:v>1322.6</c:v>
                </c:pt>
                <c:pt idx="11">
                  <c:v>1319.26</c:v>
                </c:pt>
                <c:pt idx="12">
                  <c:v>1273.9000000000001</c:v>
                </c:pt>
                <c:pt idx="13">
                  <c:v>1242.3800000000001</c:v>
                </c:pt>
                <c:pt idx="14">
                  <c:v>1237.8499999999999</c:v>
                </c:pt>
                <c:pt idx="15">
                  <c:v>1221.1099999999999</c:v>
                </c:pt>
                <c:pt idx="16">
                  <c:v>1131.3</c:v>
                </c:pt>
                <c:pt idx="17">
                  <c:v>1130.29</c:v>
                </c:pt>
                <c:pt idx="18">
                  <c:v>1120.1600000000001</c:v>
                </c:pt>
                <c:pt idx="19">
                  <c:v>1109.3399999999999</c:v>
                </c:pt>
                <c:pt idx="20">
                  <c:v>1106.76</c:v>
                </c:pt>
                <c:pt idx="21">
                  <c:v>1103.1199999999999</c:v>
                </c:pt>
                <c:pt idx="22">
                  <c:v>1091.9100000000001</c:v>
                </c:pt>
                <c:pt idx="23">
                  <c:v>1066.5</c:v>
                </c:pt>
                <c:pt idx="24">
                  <c:v>1063.42</c:v>
                </c:pt>
                <c:pt idx="25">
                  <c:v>1037.98</c:v>
                </c:pt>
                <c:pt idx="26">
                  <c:v>1010.2</c:v>
                </c:pt>
                <c:pt idx="27">
                  <c:v>982.93</c:v>
                </c:pt>
                <c:pt idx="28">
                  <c:v>966.75</c:v>
                </c:pt>
                <c:pt idx="29">
                  <c:v>963.9</c:v>
                </c:pt>
                <c:pt idx="30">
                  <c:v>962.59</c:v>
                </c:pt>
                <c:pt idx="31">
                  <c:v>925.18</c:v>
                </c:pt>
                <c:pt idx="32">
                  <c:v>923.32</c:v>
                </c:pt>
                <c:pt idx="33">
                  <c:v>918.67</c:v>
                </c:pt>
                <c:pt idx="34">
                  <c:v>908.73</c:v>
                </c:pt>
                <c:pt idx="35">
                  <c:v>859.08</c:v>
                </c:pt>
                <c:pt idx="36">
                  <c:v>857.15</c:v>
                </c:pt>
                <c:pt idx="37">
                  <c:v>814.28</c:v>
                </c:pt>
                <c:pt idx="38">
                  <c:v>812.5</c:v>
                </c:pt>
                <c:pt idx="39">
                  <c:v>805.8</c:v>
                </c:pt>
                <c:pt idx="40">
                  <c:v>794.19</c:v>
                </c:pt>
                <c:pt idx="41">
                  <c:v>792.29</c:v>
                </c:pt>
                <c:pt idx="42">
                  <c:v>789.9</c:v>
                </c:pt>
                <c:pt idx="43">
                  <c:v>786</c:v>
                </c:pt>
                <c:pt idx="44">
                  <c:v>779.7</c:v>
                </c:pt>
                <c:pt idx="45">
                  <c:v>773.16</c:v>
                </c:pt>
                <c:pt idx="46">
                  <c:v>769.31</c:v>
                </c:pt>
                <c:pt idx="47">
                  <c:v>763.2</c:v>
                </c:pt>
                <c:pt idx="48">
                  <c:v>744</c:v>
                </c:pt>
                <c:pt idx="49">
                  <c:v>733.05</c:v>
                </c:pt>
                <c:pt idx="50">
                  <c:v>718.59</c:v>
                </c:pt>
                <c:pt idx="51">
                  <c:v>716.13</c:v>
                </c:pt>
                <c:pt idx="52">
                  <c:v>704.43</c:v>
                </c:pt>
                <c:pt idx="53">
                  <c:v>704</c:v>
                </c:pt>
                <c:pt idx="54">
                  <c:v>688.3</c:v>
                </c:pt>
                <c:pt idx="55">
                  <c:v>684.77</c:v>
                </c:pt>
                <c:pt idx="56">
                  <c:v>680.38</c:v>
                </c:pt>
                <c:pt idx="57">
                  <c:v>677.95</c:v>
                </c:pt>
                <c:pt idx="58">
                  <c:v>669.76</c:v>
                </c:pt>
                <c:pt idx="59">
                  <c:v>654.12</c:v>
                </c:pt>
                <c:pt idx="60">
                  <c:v>634.91999999999996</c:v>
                </c:pt>
                <c:pt idx="61">
                  <c:v>632.77</c:v>
                </c:pt>
                <c:pt idx="62">
                  <c:v>629.44000000000005</c:v>
                </c:pt>
                <c:pt idx="63">
                  <c:v>626.41</c:v>
                </c:pt>
                <c:pt idx="64">
                  <c:v>621.29</c:v>
                </c:pt>
                <c:pt idx="65">
                  <c:v>620.16</c:v>
                </c:pt>
                <c:pt idx="66">
                  <c:v>618.29</c:v>
                </c:pt>
                <c:pt idx="67">
                  <c:v>616.01</c:v>
                </c:pt>
                <c:pt idx="68">
                  <c:v>603.79999999999995</c:v>
                </c:pt>
                <c:pt idx="69">
                  <c:v>603.38</c:v>
                </c:pt>
                <c:pt idx="70">
                  <c:v>598.65</c:v>
                </c:pt>
                <c:pt idx="71">
                  <c:v>595.84</c:v>
                </c:pt>
                <c:pt idx="72">
                  <c:v>595.70000000000005</c:v>
                </c:pt>
                <c:pt idx="73">
                  <c:v>582.91999999999996</c:v>
                </c:pt>
                <c:pt idx="74">
                  <c:v>579.84</c:v>
                </c:pt>
                <c:pt idx="75">
                  <c:v>579.73</c:v>
                </c:pt>
                <c:pt idx="76">
                  <c:v>576.51</c:v>
                </c:pt>
                <c:pt idx="77">
                  <c:v>576.45000000000005</c:v>
                </c:pt>
                <c:pt idx="78">
                  <c:v>572.01</c:v>
                </c:pt>
                <c:pt idx="79">
                  <c:v>567.55999999999995</c:v>
                </c:pt>
                <c:pt idx="80">
                  <c:v>565.78</c:v>
                </c:pt>
                <c:pt idx="81">
                  <c:v>564.62</c:v>
                </c:pt>
                <c:pt idx="82">
                  <c:v>561.72</c:v>
                </c:pt>
                <c:pt idx="83">
                  <c:v>560</c:v>
                </c:pt>
                <c:pt idx="84">
                  <c:v>559</c:v>
                </c:pt>
                <c:pt idx="85">
                  <c:v>557.54</c:v>
                </c:pt>
                <c:pt idx="86">
                  <c:v>552.78</c:v>
                </c:pt>
                <c:pt idx="87">
                  <c:v>547.1</c:v>
                </c:pt>
                <c:pt idx="88">
                  <c:v>542.94000000000005</c:v>
                </c:pt>
                <c:pt idx="89">
                  <c:v>541.03</c:v>
                </c:pt>
                <c:pt idx="90">
                  <c:v>539.83000000000004</c:v>
                </c:pt>
                <c:pt idx="91">
                  <c:v>537.62</c:v>
                </c:pt>
                <c:pt idx="92">
                  <c:v>527.78</c:v>
                </c:pt>
                <c:pt idx="93">
                  <c:v>524.65</c:v>
                </c:pt>
                <c:pt idx="94">
                  <c:v>513.82000000000005</c:v>
                </c:pt>
                <c:pt idx="95">
                  <c:v>508.3</c:v>
                </c:pt>
                <c:pt idx="96">
                  <c:v>501.06</c:v>
                </c:pt>
                <c:pt idx="97">
                  <c:v>495.04</c:v>
                </c:pt>
                <c:pt idx="98">
                  <c:v>480.8</c:v>
                </c:pt>
                <c:pt idx="99">
                  <c:v>474.14</c:v>
                </c:pt>
                <c:pt idx="100">
                  <c:v>460.86</c:v>
                </c:pt>
                <c:pt idx="101">
                  <c:v>459.57</c:v>
                </c:pt>
                <c:pt idx="102">
                  <c:v>451.91</c:v>
                </c:pt>
                <c:pt idx="103">
                  <c:v>445.58</c:v>
                </c:pt>
                <c:pt idx="104">
                  <c:v>443.76</c:v>
                </c:pt>
                <c:pt idx="105">
                  <c:v>443.36</c:v>
                </c:pt>
                <c:pt idx="106">
                  <c:v>427.19</c:v>
                </c:pt>
                <c:pt idx="107">
                  <c:v>416.83</c:v>
                </c:pt>
                <c:pt idx="108">
                  <c:v>405.49</c:v>
                </c:pt>
                <c:pt idx="109">
                  <c:v>405</c:v>
                </c:pt>
                <c:pt idx="110">
                  <c:v>402.19</c:v>
                </c:pt>
                <c:pt idx="111">
                  <c:v>390</c:v>
                </c:pt>
                <c:pt idx="112">
                  <c:v>389.55</c:v>
                </c:pt>
                <c:pt idx="113">
                  <c:v>389</c:v>
                </c:pt>
                <c:pt idx="114">
                  <c:v>374.6</c:v>
                </c:pt>
                <c:pt idx="115">
                  <c:v>371.04</c:v>
                </c:pt>
                <c:pt idx="116">
                  <c:v>360.75</c:v>
                </c:pt>
                <c:pt idx="117">
                  <c:v>358.8</c:v>
                </c:pt>
                <c:pt idx="118">
                  <c:v>358.4</c:v>
                </c:pt>
                <c:pt idx="119">
                  <c:v>357.89</c:v>
                </c:pt>
                <c:pt idx="120">
                  <c:v>354.62</c:v>
                </c:pt>
                <c:pt idx="121">
                  <c:v>350.89</c:v>
                </c:pt>
                <c:pt idx="122">
                  <c:v>348.46</c:v>
                </c:pt>
                <c:pt idx="123">
                  <c:v>336.79</c:v>
                </c:pt>
                <c:pt idx="124">
                  <c:v>336</c:v>
                </c:pt>
                <c:pt idx="125">
                  <c:v>323</c:v>
                </c:pt>
                <c:pt idx="126">
                  <c:v>316.51</c:v>
                </c:pt>
                <c:pt idx="127">
                  <c:v>313.5</c:v>
                </c:pt>
                <c:pt idx="128">
                  <c:v>312.2</c:v>
                </c:pt>
                <c:pt idx="129">
                  <c:v>305.26</c:v>
                </c:pt>
                <c:pt idx="130">
                  <c:v>302.33</c:v>
                </c:pt>
                <c:pt idx="131">
                  <c:v>299.67</c:v>
                </c:pt>
                <c:pt idx="132">
                  <c:v>295.27999999999997</c:v>
                </c:pt>
                <c:pt idx="133">
                  <c:v>289.64999999999998</c:v>
                </c:pt>
                <c:pt idx="134">
                  <c:v>289.2</c:v>
                </c:pt>
                <c:pt idx="135">
                  <c:v>288.62</c:v>
                </c:pt>
                <c:pt idx="136">
                  <c:v>284.75</c:v>
                </c:pt>
                <c:pt idx="137">
                  <c:v>266.89</c:v>
                </c:pt>
                <c:pt idx="138">
                  <c:v>263.29000000000002</c:v>
                </c:pt>
                <c:pt idx="139">
                  <c:v>262.39999999999998</c:v>
                </c:pt>
                <c:pt idx="140">
                  <c:v>248.82</c:v>
                </c:pt>
                <c:pt idx="141">
                  <c:v>247.09</c:v>
                </c:pt>
                <c:pt idx="142">
                  <c:v>246.89</c:v>
                </c:pt>
                <c:pt idx="143">
                  <c:v>242.76</c:v>
                </c:pt>
                <c:pt idx="144">
                  <c:v>238.08</c:v>
                </c:pt>
                <c:pt idx="145">
                  <c:v>234</c:v>
                </c:pt>
                <c:pt idx="146">
                  <c:v>232.21</c:v>
                </c:pt>
                <c:pt idx="147">
                  <c:v>231.88</c:v>
                </c:pt>
                <c:pt idx="148">
                  <c:v>224.5</c:v>
                </c:pt>
                <c:pt idx="149">
                  <c:v>219.95</c:v>
                </c:pt>
                <c:pt idx="150">
                  <c:v>219.38</c:v>
                </c:pt>
                <c:pt idx="151">
                  <c:v>207.12</c:v>
                </c:pt>
                <c:pt idx="152">
                  <c:v>201.01</c:v>
                </c:pt>
                <c:pt idx="153">
                  <c:v>194.74</c:v>
                </c:pt>
                <c:pt idx="154">
                  <c:v>192.5</c:v>
                </c:pt>
                <c:pt idx="155">
                  <c:v>190.58</c:v>
                </c:pt>
                <c:pt idx="156">
                  <c:v>172.18</c:v>
                </c:pt>
                <c:pt idx="157">
                  <c:v>164</c:v>
                </c:pt>
                <c:pt idx="158">
                  <c:v>159</c:v>
                </c:pt>
                <c:pt idx="159">
                  <c:v>153</c:v>
                </c:pt>
                <c:pt idx="160">
                  <c:v>140.07</c:v>
                </c:pt>
                <c:pt idx="161">
                  <c:v>139.88</c:v>
                </c:pt>
                <c:pt idx="162">
                  <c:v>121.3</c:v>
                </c:pt>
                <c:pt idx="163">
                  <c:v>105</c:v>
                </c:pt>
                <c:pt idx="164">
                  <c:v>22.35</c:v>
                </c:pt>
              </c:numCache>
            </c:numRef>
          </c:bubbleSize>
          <c:bubble3D val="0"/>
          <c:extLst>
            <c:ext xmlns:c16="http://schemas.microsoft.com/office/drawing/2014/chart" uri="{C3380CC4-5D6E-409C-BE32-E72D297353CC}">
              <c16:uniqueId val="{00000000-60C3-4348-B6F5-DC5C120E64DB}"/>
            </c:ext>
          </c:extLst>
        </c:ser>
        <c:dLbls>
          <c:showLegendKey val="0"/>
          <c:showVal val="0"/>
          <c:showCatName val="0"/>
          <c:showSerName val="0"/>
          <c:showPercent val="0"/>
          <c:showBubbleSize val="0"/>
        </c:dLbls>
        <c:bubbleScale val="100"/>
        <c:showNegBubbles val="0"/>
        <c:axId val="158329504"/>
        <c:axId val="158329984"/>
      </c:bubbleChart>
      <c:valAx>
        <c:axId val="158329504"/>
        <c:scaling>
          <c:orientation val="minMax"/>
        </c:scaling>
        <c:delete val="0"/>
        <c:axPos val="b"/>
        <c:majorGridlines>
          <c:spPr>
            <a:ln w="9525" cap="flat" cmpd="sng" algn="ctr">
              <a:gradFill>
                <a:gsLst>
                  <a:gs pos="100000">
                    <a:schemeClr val="dk1">
                      <a:lumMod val="65000"/>
                      <a:lumOff val="35000"/>
                      <a:alpha val="24000"/>
                    </a:schemeClr>
                  </a:gs>
                  <a:gs pos="0">
                    <a:schemeClr val="dk1">
                      <a:lumMod val="65000"/>
                      <a:lumOff val="35000"/>
                    </a:schemeClr>
                  </a:gs>
                </a:gsLst>
                <a:lin ang="5400000" scaled="0"/>
              </a:gradFill>
              <a:round/>
            </a:ln>
            <a:effectLst/>
          </c:spPr>
        </c:majorGridlines>
        <c:title>
          <c:tx>
            <c:rich>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r>
                  <a:rPr lang="en-IN"/>
                  <a:t>AvgOrder Value</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58329984"/>
        <c:crosses val="autoZero"/>
        <c:crossBetween val="midCat"/>
      </c:valAx>
      <c:valAx>
        <c:axId val="158329984"/>
        <c:scaling>
          <c:orientation val="minMax"/>
        </c:scaling>
        <c:delete val="0"/>
        <c:axPos val="l"/>
        <c:majorGridlines>
          <c:spPr>
            <a:ln w="9525" cap="flat" cmpd="sng" algn="ctr">
              <a:gradFill>
                <a:gsLst>
                  <a:gs pos="100000">
                    <a:schemeClr val="dk1">
                      <a:lumMod val="65000"/>
                      <a:lumOff val="35000"/>
                      <a:alpha val="24000"/>
                    </a:schemeClr>
                  </a:gs>
                  <a:gs pos="0">
                    <a:schemeClr val="dk1">
                      <a:lumMod val="65000"/>
                      <a:lumOff val="35000"/>
                    </a:schemeClr>
                  </a:gs>
                </a:gsLst>
                <a:lin ang="5400000" scaled="0"/>
              </a:gradFill>
              <a:round/>
            </a:ln>
            <a:effectLst/>
          </c:spPr>
        </c:majorGridlines>
        <c:title>
          <c:tx>
            <c:rich>
              <a:bodyPr rot="-54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r>
                  <a:rPr lang="en-IN"/>
                  <a:t>Total Orders</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58329504"/>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dk1">
        <a:lumMod val="75000"/>
        <a:lumOff val="25000"/>
      </a:schemeClr>
    </a:solidFill>
    <a:ln w="9525" cap="flat" cmpd="sng" algn="ctr">
      <a:solidFill>
        <a:srgbClr val="00B0F0"/>
      </a:solidFill>
      <a:round/>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olorStr">
        <cx:f>'2'!$G$29:$G$193</cx:f>
        <cx:nf>'2'!$G$28</cx:nf>
        <cx:lvl ptCount="165" name=" CategoryName">
          <cx:pt idx="0">Dairy Products</cx:pt>
          <cx:pt idx="1">Beverages</cx:pt>
          <cx:pt idx="2">Beverages</cx:pt>
          <cx:pt idx="3">Confections</cx:pt>
          <cx:pt idx="4">Confections</cx:pt>
          <cx:pt idx="5">Dairy Products</cx:pt>
          <cx:pt idx="6">Seafood</cx:pt>
          <cx:pt idx="7">Seafood</cx:pt>
          <cx:pt idx="8">Meat/Poultry</cx:pt>
          <cx:pt idx="9">Dairy Products</cx:pt>
          <cx:pt idx="10">Beverages</cx:pt>
          <cx:pt idx="11">Beverages</cx:pt>
          <cx:pt idx="12">Condiments</cx:pt>
          <cx:pt idx="13">Condiments</cx:pt>
          <cx:pt idx="14">Grains/Cereals</cx:pt>
          <cx:pt idx="15">Grains/Cereals</cx:pt>
          <cx:pt idx="16">Confections</cx:pt>
          <cx:pt idx="17">Condiments</cx:pt>
          <cx:pt idx="18">Dairy Products</cx:pt>
          <cx:pt idx="19">Dairy Products</cx:pt>
          <cx:pt idx="20">Seafood</cx:pt>
          <cx:pt idx="21">Beverages</cx:pt>
          <cx:pt idx="22">Seafood</cx:pt>
          <cx:pt idx="23">Grains/Cereals</cx:pt>
          <cx:pt idx="24">Confections</cx:pt>
          <cx:pt idx="25">Meat/Poultry</cx:pt>
          <cx:pt idx="26">Condiments</cx:pt>
          <cx:pt idx="27">Confections</cx:pt>
          <cx:pt idx="28">Dairy Products</cx:pt>
          <cx:pt idx="29">Seafood</cx:pt>
          <cx:pt idx="30">Beverages</cx:pt>
          <cx:pt idx="31">Seafood</cx:pt>
          <cx:pt idx="32">Beverages</cx:pt>
          <cx:pt idx="33">Confections</cx:pt>
          <cx:pt idx="34">Beverages</cx:pt>
          <cx:pt idx="35">Produce</cx:pt>
          <cx:pt idx="36">Seafood</cx:pt>
          <cx:pt idx="37">Seafood</cx:pt>
          <cx:pt idx="38">Confections</cx:pt>
          <cx:pt idx="39">Dairy Products</cx:pt>
          <cx:pt idx="40">Produce</cx:pt>
          <cx:pt idx="41">Dairy Products</cx:pt>
          <cx:pt idx="42">Dairy Products</cx:pt>
          <cx:pt idx="43">Meat/Poultry</cx:pt>
          <cx:pt idx="44">Grains/Cereals</cx:pt>
          <cx:pt idx="45">Grains/Cereals</cx:pt>
          <cx:pt idx="46">Produce</cx:pt>
          <cx:pt idx="47">Confections</cx:pt>
          <cx:pt idx="48">Grains/Cereals</cx:pt>
          <cx:pt idx="49">Seafood</cx:pt>
          <cx:pt idx="50">Beverages</cx:pt>
          <cx:pt idx="51">Dairy Products</cx:pt>
          <cx:pt idx="52">Beverages</cx:pt>
          <cx:pt idx="53">Condiments</cx:pt>
          <cx:pt idx="54">Confections</cx:pt>
          <cx:pt idx="55">Beverages</cx:pt>
          <cx:pt idx="56">Confections</cx:pt>
          <cx:pt idx="57">Dairy Products</cx:pt>
          <cx:pt idx="58">Produce</cx:pt>
          <cx:pt idx="59">Condiments</cx:pt>
          <cx:pt idx="60">Dairy Products</cx:pt>
          <cx:pt idx="61">Grains/Cereals</cx:pt>
          <cx:pt idx="62">Meat/Poultry</cx:pt>
          <cx:pt idx="63">Seafood</cx:pt>
          <cx:pt idx="64">Dairy Products</cx:pt>
          <cx:pt idx="65">Produce</cx:pt>
          <cx:pt idx="66">Condiments</cx:pt>
          <cx:pt idx="67">Meat/Poultry</cx:pt>
          <cx:pt idx="68">Meat/Poultry</cx:pt>
          <cx:pt idx="69">Grains/Cereals</cx:pt>
          <cx:pt idx="70">Dairy Products</cx:pt>
          <cx:pt idx="71">Produce</cx:pt>
          <cx:pt idx="72">Condiments</cx:pt>
          <cx:pt idx="73">Condiments</cx:pt>
          <cx:pt idx="74">Grains/Cereals</cx:pt>
          <cx:pt idx="75">Seafood</cx:pt>
          <cx:pt idx="76">Seafood</cx:pt>
          <cx:pt idx="77">Beverages</cx:pt>
          <cx:pt idx="78">Beverages</cx:pt>
          <cx:pt idx="79">Meat/Poultry</cx:pt>
          <cx:pt idx="80">Confections</cx:pt>
          <cx:pt idx="81">Beverages</cx:pt>
          <cx:pt idx="82">Condiments</cx:pt>
          <cx:pt idx="83">Condiments</cx:pt>
          <cx:pt idx="84">Meat/Poultry</cx:pt>
          <cx:pt idx="85">Meat/Poultry</cx:pt>
          <cx:pt idx="86">Condiments</cx:pt>
          <cx:pt idx="87">Dairy Products</cx:pt>
          <cx:pt idx="88">Produce</cx:pt>
          <cx:pt idx="89">Confections</cx:pt>
          <cx:pt idx="90">Condiments</cx:pt>
          <cx:pt idx="91">Meat/Poultry</cx:pt>
          <cx:pt idx="92">Grains/Cereals</cx:pt>
          <cx:pt idx="93">Confections</cx:pt>
          <cx:pt idx="94">Meat/Poultry</cx:pt>
          <cx:pt idx="95">Grains/Cereals</cx:pt>
          <cx:pt idx="96">Produce</cx:pt>
          <cx:pt idx="97">Meat/Poultry</cx:pt>
          <cx:pt idx="98">Meat/Poultry</cx:pt>
          <cx:pt idx="99">Beverages</cx:pt>
          <cx:pt idx="100">Produce</cx:pt>
          <cx:pt idx="101">Confections</cx:pt>
          <cx:pt idx="102">Seafood</cx:pt>
          <cx:pt idx="103">Beverages</cx:pt>
          <cx:pt idx="104">Seafood</cx:pt>
          <cx:pt idx="105">Grains/Cereals</cx:pt>
          <cx:pt idx="106">Grains/Cereals</cx:pt>
          <cx:pt idx="107">Beverages</cx:pt>
          <cx:pt idx="108">Seafood</cx:pt>
          <cx:pt idx="109">Seafood</cx:pt>
          <cx:pt idx="110">Produce</cx:pt>
          <cx:pt idx="111">Grains/Cereals</cx:pt>
          <cx:pt idx="112">Produce</cx:pt>
          <cx:pt idx="113">Condiments</cx:pt>
          <cx:pt idx="114">Meat/Poultry</cx:pt>
          <cx:pt idx="115">Confections</cx:pt>
          <cx:pt idx="116">Confections</cx:pt>
          <cx:pt idx="117">Condiments</cx:pt>
          <cx:pt idx="118">Meat/Poultry</cx:pt>
          <cx:pt idx="119">Dairy Products</cx:pt>
          <cx:pt idx="120">Confections</cx:pt>
          <cx:pt idx="121">Confections</cx:pt>
          <cx:pt idx="122">Grains/Cereals</cx:pt>
          <cx:pt idx="123">Beverages</cx:pt>
          <cx:pt idx="124">Meat/Poultry</cx:pt>
          <cx:pt idx="125">Beverages</cx:pt>
          <cx:pt idx="126">Produce</cx:pt>
          <cx:pt idx="127">Seafood</cx:pt>
          <cx:pt idx="128">Condiments</cx:pt>
          <cx:pt idx="129">Produce</cx:pt>
          <cx:pt idx="130">Produce</cx:pt>
          <cx:pt idx="131">Beverages</cx:pt>
          <cx:pt idx="132">Produce</cx:pt>
          <cx:pt idx="133">Produce</cx:pt>
          <cx:pt idx="134">Condiments</cx:pt>
          <cx:pt idx="135">Confections</cx:pt>
          <cx:pt idx="136">Dairy Products</cx:pt>
          <cx:pt idx="137">Grains/Cereals</cx:pt>
          <cx:pt idx="138">Condiments</cx:pt>
          <cx:pt idx="139">Grains/Cereals</cx:pt>
          <cx:pt idx="140">Seafood</cx:pt>
          <cx:pt idx="141">Beverages</cx:pt>
          <cx:pt idx="142">Condiments</cx:pt>
          <cx:pt idx="143">Dairy Products</cx:pt>
          <cx:pt idx="144">Meat/Poultry</cx:pt>
          <cx:pt idx="145">Produce</cx:pt>
          <cx:pt idx="146">Produce</cx:pt>
          <cx:pt idx="147">Dairy Products</cx:pt>
          <cx:pt idx="148">Meat/Poultry</cx:pt>
          <cx:pt idx="149">Seafood</cx:pt>
          <cx:pt idx="150">Dairy Products</cx:pt>
          <cx:pt idx="151">Confections</cx:pt>
          <cx:pt idx="152">Seafood</cx:pt>
          <cx:pt idx="153">Condiments</cx:pt>
          <cx:pt idx="154">Produce</cx:pt>
          <cx:pt idx="155">Grains/Cereals</cx:pt>
          <cx:pt idx="156">Dairy Products</cx:pt>
          <cx:pt idx="157">Condiments</cx:pt>
          <cx:pt idx="158">Produce</cx:pt>
          <cx:pt idx="159">Produce</cx:pt>
          <cx:pt idx="160">Confections</cx:pt>
          <cx:pt idx="161">Grains/Cereals</cx:pt>
          <cx:pt idx="162">Seafood</cx:pt>
          <cx:pt idx="163">Meat/Poultry</cx:pt>
          <cx:pt idx="164">Meat/Poultry</cx:pt>
        </cx:lvl>
      </cx:strDim>
      <cx:strDim type="cat">
        <cx:f>'2'!$F$29:$F$193</cx:f>
        <cx:nf>'2'!$F$28</cx:nf>
        <cx:lvl ptCount="165" name="Country">
          <cx:pt idx="0">Germany</cx:pt>
          <cx:pt idx="1">Germany</cx:pt>
          <cx:pt idx="2">USA</cx:pt>
          <cx:pt idx="3">USA</cx:pt>
          <cx:pt idx="4">Germany</cx:pt>
          <cx:pt idx="5">USA</cx:pt>
          <cx:pt idx="6">USA</cx:pt>
          <cx:pt idx="7">Germany</cx:pt>
          <cx:pt idx="8">USA</cx:pt>
          <cx:pt idx="9">Austria</cx:pt>
          <cx:pt idx="10">Austria</cx:pt>
          <cx:pt idx="11">Brazil</cx:pt>
          <cx:pt idx="12">Germany</cx:pt>
          <cx:pt idx="13">USA</cx:pt>
          <cx:pt idx="14">Germany</cx:pt>
          <cx:pt idx="15">USA</cx:pt>
          <cx:pt idx="16">Brazil</cx:pt>
          <cx:pt idx="17">Austria</cx:pt>
          <cx:pt idx="18">Brazil</cx:pt>
          <cx:pt idx="19">UK</cx:pt>
          <cx:pt idx="20">Brazil</cx:pt>
          <cx:pt idx="21">France</cx:pt>
          <cx:pt idx="22">Venezuela</cx:pt>
          <cx:pt idx="23">Austria</cx:pt>
          <cx:pt idx="24">Austria</cx:pt>
          <cx:pt idx="25">Germany</cx:pt>
          <cx:pt idx="26">Brazil</cx:pt>
          <cx:pt idx="27">France</cx:pt>
          <cx:pt idx="28">Venezuela</cx:pt>
          <cx:pt idx="29">France</cx:pt>
          <cx:pt idx="30">Sweden</cx:pt>
          <cx:pt idx="31">Austria</cx:pt>
          <cx:pt idx="32">Venezuela</cx:pt>
          <cx:pt idx="33">Venezuela</cx:pt>
          <cx:pt idx="34">UK</cx:pt>
          <cx:pt idx="35">Germany</cx:pt>
          <cx:pt idx="36">Sweden</cx:pt>
          <cx:pt idx="37">Ireland</cx:pt>
          <cx:pt idx="38">Canada</cx:pt>
          <cx:pt idx="39">France</cx:pt>
          <cx:pt idx="40">Austria</cx:pt>
          <cx:pt idx="41">Ireland</cx:pt>
          <cx:pt idx="42">Canada</cx:pt>
          <cx:pt idx="43">Austria</cx:pt>
          <cx:pt idx="44">France</cx:pt>
          <cx:pt idx="45">UK</cx:pt>
          <cx:pt idx="46">USA</cx:pt>
          <cx:pt idx="47">UK</cx:pt>
          <cx:pt idx="48">Brazil</cx:pt>
          <cx:pt idx="49">UK</cx:pt>
          <cx:pt idx="50">Canada</cx:pt>
          <cx:pt idx="51">Belgium</cx:pt>
          <cx:pt idx="52">Mexico</cx:pt>
          <cx:pt idx="53">France</cx:pt>
          <cx:pt idx="54">Sweden</cx:pt>
          <cx:pt idx="55">Belgium</cx:pt>
          <cx:pt idx="56">Belgium</cx:pt>
          <cx:pt idx="57">Switzerland</cx:pt>
          <cx:pt idx="58">France</cx:pt>
          <cx:pt idx="59">Canada</cx:pt>
          <cx:pt idx="60">Mexico</cx:pt>
          <cx:pt idx="61">Venezuela</cx:pt>
          <cx:pt idx="62">France</cx:pt>
          <cx:pt idx="63">Denmark</cx:pt>
          <cx:pt idx="64">Finland</cx:pt>
          <cx:pt idx="65">UK</cx:pt>
          <cx:pt idx="66">Sweden</cx:pt>
          <cx:pt idx="67">Brazil</cx:pt>
          <cx:pt idx="68">Ireland</cx:pt>
          <cx:pt idx="69">Switzerland</cx:pt>
          <cx:pt idx="70">Sweden</cx:pt>
          <cx:pt idx="71">Sweden</cx:pt>
          <cx:pt idx="72">Denmark</cx:pt>
          <cx:pt idx="73">UK</cx:pt>
          <cx:pt idx="74">Canada</cx:pt>
          <cx:pt idx="75">Switzerland</cx:pt>
          <cx:pt idx="76">Canada</cx:pt>
          <cx:pt idx="77">Ireland</cx:pt>
          <cx:pt idx="78">Denmark</cx:pt>
          <cx:pt idx="79">Venezuela</cx:pt>
          <cx:pt idx="80">Denmark</cx:pt>
          <cx:pt idx="81">Switzerland</cx:pt>
          <cx:pt idx="82">Portugal</cx:pt>
          <cx:pt idx="83">Ireland</cx:pt>
          <cx:pt idx="84">Sweden</cx:pt>
          <cx:pt idx="85">UK</cx:pt>
          <cx:pt idx="86">Venezuela</cx:pt>
          <cx:pt idx="87">Italy</cx:pt>
          <cx:pt idx="88">Venezuela</cx:pt>
          <cx:pt idx="89">Switzerland</cx:pt>
          <cx:pt idx="90">Belgium</cx:pt>
          <cx:pt idx="91">Denmark</cx:pt>
          <cx:pt idx="92">Belgium</cx:pt>
          <cx:pt idx="93">Italy</cx:pt>
          <cx:pt idx="94">Canada</cx:pt>
          <cx:pt idx="95">Sweden</cx:pt>
          <cx:pt idx="96">Brazil</cx:pt>
          <cx:pt idx="97">Spain</cx:pt>
          <cx:pt idx="98">Switzerland</cx:pt>
          <cx:pt idx="99">Spain</cx:pt>
          <cx:pt idx="100">Ireland</cx:pt>
          <cx:pt idx="101">Mexico</cx:pt>
          <cx:pt idx="102">Finland</cx:pt>
          <cx:pt idx="103">Italy</cx:pt>
          <cx:pt idx="104">Spain</cx:pt>
          <cx:pt idx="105">Italy</cx:pt>
          <cx:pt idx="106">Spain</cx:pt>
          <cx:pt idx="107">Finland</cx:pt>
          <cx:pt idx="108">Italy</cx:pt>
          <cx:pt idx="109">Mexico</cx:pt>
          <cx:pt idx="110">Denmark</cx:pt>
          <cx:pt idx="111">Finland</cx:pt>
          <cx:pt idx="112">Belgium</cx:pt>
          <cx:pt idx="113">Spain</cx:pt>
          <cx:pt idx="114">Finland</cx:pt>
          <cx:pt idx="115">Ireland</cx:pt>
          <cx:pt idx="116">Spain</cx:pt>
          <cx:pt idx="117">Italy</cx:pt>
          <cx:pt idx="118">Belgium</cx:pt>
          <cx:pt idx="119">Denmark</cx:pt>
          <cx:pt idx="120">Finland</cx:pt>
          <cx:pt idx="121">Portugal</cx:pt>
          <cx:pt idx="122">Portugal</cx:pt>
          <cx:pt idx="123">Argentina</cx:pt>
          <cx:pt idx="124">Mexico</cx:pt>
          <cx:pt idx="125">Portugal</cx:pt>
          <cx:pt idx="126">Switzerland</cx:pt>
          <cx:pt idx="127">Belgium</cx:pt>
          <cx:pt idx="128">Finland</cx:pt>
          <cx:pt idx="129">Canada</cx:pt>
          <cx:pt idx="130">Finland</cx:pt>
          <cx:pt idx="131">Poland</cx:pt>
          <cx:pt idx="132">Italy</cx:pt>
          <cx:pt idx="133">Mexico</cx:pt>
          <cx:pt idx="134">Mexico</cx:pt>
          <cx:pt idx="135">Argentina</cx:pt>
          <cx:pt idx="136">Argentina</cx:pt>
          <cx:pt idx="137">Ireland</cx:pt>
          <cx:pt idx="138">Switzerland</cx:pt>
          <cx:pt idx="139">Mexico</cx:pt>
          <cx:pt idx="140">Argentina</cx:pt>
          <cx:pt idx="141">Norway</cx:pt>
          <cx:pt idx="142">Argentina</cx:pt>
          <cx:pt idx="143">Poland</cx:pt>
          <cx:pt idx="144">Italy</cx:pt>
          <cx:pt idx="145">Spain</cx:pt>
          <cx:pt idx="146">Argentina</cx:pt>
          <cx:pt idx="147">Portugal</cx:pt>
          <cx:pt idx="148">Portugal</cx:pt>
          <cx:pt idx="149">Norway</cx:pt>
          <cx:pt idx="150">Norway</cx:pt>
          <cx:pt idx="151">Poland</cx:pt>
          <cx:pt idx="152">Portugal</cx:pt>
          <cx:pt idx="153">Poland</cx:pt>
          <cx:pt idx="154">Poland</cx:pt>
          <cx:pt idx="155">Argentina</cx:pt>
          <cx:pt idx="156">Spain</cx:pt>
          <cx:pt idx="157">Norway</cx:pt>
          <cx:pt idx="158">Norway</cx:pt>
          <cx:pt idx="159">Portugal</cx:pt>
          <cx:pt idx="160">Norway</cx:pt>
          <cx:pt idx="161">Denmark</cx:pt>
          <cx:pt idx="162">Poland</cx:pt>
          <cx:pt idx="163">Norway</cx:pt>
          <cx:pt idx="164">Poland</cx:pt>
        </cx:lvl>
      </cx:strDim>
    </cx:data>
    <cx:data id="1">
      <cx:strDim type="colorStr">
        <cx:f>'2'!$H$29:$H$193</cx:f>
        <cx:nf>'2'!$H$28</cx:nf>
        <cx:lvl ptCount="165" name=" TotalCustomers">
          <cx:pt idx="0">11</cx:pt>
          <cx:pt idx="1">11</cx:pt>
          <cx:pt idx="2">11</cx:pt>
          <cx:pt idx="3">11</cx:pt>
          <cx:pt idx="4">10</cx:pt>
          <cx:pt idx="5">11</cx:pt>
          <cx:pt idx="6">13</cx:pt>
          <cx:pt idx="7">11</cx:pt>
          <cx:pt idx="8">10</cx:pt>
          <cx:pt idx="9">2</cx:pt>
          <cx:pt idx="10">2</cx:pt>
          <cx:pt idx="11">8</cx:pt>
          <cx:pt idx="12">9</cx:pt>
          <cx:pt idx="13">10</cx:pt>
          <cx:pt idx="14">7</cx:pt>
          <cx:pt idx="15">10</cx:pt>
          <cx:pt idx="16">9</cx:pt>
          <cx:pt idx="17">2</cx:pt>
          <cx:pt idx="18">9</cx:pt>
          <cx:pt idx="19">7</cx:pt>
          <cx:pt idx="20">9</cx:pt>
          <cx:pt idx="21">9</cx:pt>
          <cx:pt idx="22">4</cx:pt>
          <cx:pt idx="23">2</cx:pt>
          <cx:pt idx="24">2</cx:pt>
          <cx:pt idx="25">8</cx:pt>
          <cx:pt idx="26">8</cx:pt>
          <cx:pt idx="27">9</cx:pt>
          <cx:pt idx="28">4</cx:pt>
          <cx:pt idx="29">9</cx:pt>
          <cx:pt idx="30">2</cx:pt>
          <cx:pt idx="31">2</cx:pt>
          <cx:pt idx="32">4</cx:pt>
          <cx:pt idx="33">3</cx:pt>
          <cx:pt idx="34">7</cx:pt>
          <cx:pt idx="35">9</cx:pt>
          <cx:pt idx="36">2</cx:pt>
          <cx:pt idx="37">1</cx:pt>
          <cx:pt idx="38">3</cx:pt>
          <cx:pt idx="39">9</cx:pt>
          <cx:pt idx="40">2</cx:pt>
          <cx:pt idx="41">1</cx:pt>
          <cx:pt idx="42">2</cx:pt>
          <cx:pt idx="43">2</cx:pt>
          <cx:pt idx="44">8</cx:pt>
          <cx:pt idx="45">6</cx:pt>
          <cx:pt idx="46">9</cx:pt>
          <cx:pt idx="47">5</cx:pt>
          <cx:pt idx="48">7</cx:pt>
          <cx:pt idx="49">6</cx:pt>
          <cx:pt idx="50">3</cx:pt>
          <cx:pt idx="51">2</cx:pt>
          <cx:pt idx="52">4</cx:pt>
          <cx:pt idx="53">5</cx:pt>
          <cx:pt idx="54">2</cx:pt>
          <cx:pt idx="55">2</cx:pt>
          <cx:pt idx="56">2</cx:pt>
          <cx:pt idx="57">2</cx:pt>
          <cx:pt idx="58">7</cx:pt>
          <cx:pt idx="59">3</cx:pt>
          <cx:pt idx="60">4</cx:pt>
          <cx:pt idx="61">3</cx:pt>
          <cx:pt idx="62">8</cx:pt>
          <cx:pt idx="63">2</cx:pt>
          <cx:pt idx="64">2</cx:pt>
          <cx:pt idx="65">4</cx:pt>
          <cx:pt idx="66">2</cx:pt>
          <cx:pt idx="67">8</cx:pt>
          <cx:pt idx="68">1</cx:pt>
          <cx:pt idx="69">2</cx:pt>
          <cx:pt idx="70">2</cx:pt>
          <cx:pt idx="71">2</cx:pt>
          <cx:pt idx="72">2</cx:pt>
          <cx:pt idx="73">4</cx:pt>
          <cx:pt idx="74">3</cx:pt>
          <cx:pt idx="75">2</cx:pt>
          <cx:pt idx="76">3</cx:pt>
          <cx:pt idx="77">1</cx:pt>
          <cx:pt idx="78">2</cx:pt>
          <cx:pt idx="79">4</cx:pt>
          <cx:pt idx="80">2</cx:pt>
          <cx:pt idx="81">2</cx:pt>
          <cx:pt idx="82">2</cx:pt>
          <cx:pt idx="83">1</cx:pt>
          <cx:pt idx="84">2</cx:pt>
          <cx:pt idx="85">5</cx:pt>
          <cx:pt idx="86">3</cx:pt>
          <cx:pt idx="87">3</cx:pt>
          <cx:pt idx="88">3</cx:pt>
          <cx:pt idx="89">2</cx:pt>
          <cx:pt idx="90">2</cx:pt>
          <cx:pt idx="91">2</cx:pt>
          <cx:pt idx="92">2</cx:pt>
          <cx:pt idx="93">3</cx:pt>
          <cx:pt idx="94">2</cx:pt>
          <cx:pt idx="95">2</cx:pt>
          <cx:pt idx="96">4</cx:pt>
          <cx:pt idx="97">3</cx:pt>
          <cx:pt idx="98">2</cx:pt>
          <cx:pt idx="99">4</cx:pt>
          <cx:pt idx="100">1</cx:pt>
          <cx:pt idx="101">4</cx:pt>
          <cx:pt idx="102">2</cx:pt>
          <cx:pt idx="103">2</cx:pt>
          <cx:pt idx="104">3</cx:pt>
          <cx:pt idx="105">2</cx:pt>
          <cx:pt idx="106">4</cx:pt>
          <cx:pt idx="107">2</cx:pt>
          <cx:pt idx="108">3</cx:pt>
          <cx:pt idx="109">5</cx:pt>
          <cx:pt idx="110">2</cx:pt>
          <cx:pt idx="111">2</cx:pt>
          <cx:pt idx="112">2</cx:pt>
          <cx:pt idx="113">3</cx:pt>
          <cx:pt idx="114">2</cx:pt>
          <cx:pt idx="115">1</cx:pt>
          <cx:pt idx="116">3</cx:pt>
          <cx:pt idx="117">3</cx:pt>
          <cx:pt idx="118">2</cx:pt>
          <cx:pt idx="119">2</cx:pt>
          <cx:pt idx="120">2</cx:pt>
          <cx:pt idx="121">2</cx:pt>
          <cx:pt idx="122">2</cx:pt>
          <cx:pt idx="123">3</cx:pt>
          <cx:pt idx="124">3</cx:pt>
          <cx:pt idx="125">2</cx:pt>
          <cx:pt idx="126">2</cx:pt>
          <cx:pt idx="127">2</cx:pt>
          <cx:pt idx="128">2</cx:pt>
          <cx:pt idx="129">2</cx:pt>
          <cx:pt idx="130">2</cx:pt>
          <cx:pt idx="131">1</cx:pt>
          <cx:pt idx="132">2</cx:pt>
          <cx:pt idx="133">3</cx:pt>
          <cx:pt idx="134">2</cx:pt>
          <cx:pt idx="135">3</cx:pt>
          <cx:pt idx="136">3</cx:pt>
          <cx:pt idx="137">1</cx:pt>
          <cx:pt idx="138">2</cx:pt>
          <cx:pt idx="139">3</cx:pt>
          <cx:pt idx="140">3</cx:pt>
          <cx:pt idx="141">1</cx:pt>
          <cx:pt idx="142">2</cx:pt>
          <cx:pt idx="143">1</cx:pt>
          <cx:pt idx="144">1</cx:pt>
          <cx:pt idx="145">1</cx:pt>
          <cx:pt idx="146">3</cx:pt>
          <cx:pt idx="147">1</cx:pt>
          <cx:pt idx="148">2</cx:pt>
          <cx:pt idx="149">1</cx:pt>
          <cx:pt idx="150">1</cx:pt>
          <cx:pt idx="151">1</cx:pt>
          <cx:pt idx="152">1</cx:pt>
          <cx:pt idx="153">1</cx:pt>
          <cx:pt idx="154">1</cx:pt>
          <cx:pt idx="155">1</cx:pt>
          <cx:pt idx="156">2</cx:pt>
          <cx:pt idx="157">1</cx:pt>
          <cx:pt idx="158">1</cx:pt>
          <cx:pt idx="159">1</cx:pt>
          <cx:pt idx="160">1</cx:pt>
          <cx:pt idx="161">1</cx:pt>
          <cx:pt idx="162">1</cx:pt>
          <cx:pt idx="163">1</cx:pt>
          <cx:pt idx="164">1</cx:pt>
        </cx:lvl>
      </cx:strDim>
      <cx:strDim type="cat">
        <cx:f>'2'!$F$29:$F$193</cx:f>
        <cx:nf>'2'!$F$28</cx:nf>
        <cx:lvl ptCount="165" name="Country">
          <cx:pt idx="0">Germany</cx:pt>
          <cx:pt idx="1">Germany</cx:pt>
          <cx:pt idx="2">USA</cx:pt>
          <cx:pt idx="3">USA</cx:pt>
          <cx:pt idx="4">Germany</cx:pt>
          <cx:pt idx="5">USA</cx:pt>
          <cx:pt idx="6">USA</cx:pt>
          <cx:pt idx="7">Germany</cx:pt>
          <cx:pt idx="8">USA</cx:pt>
          <cx:pt idx="9">Austria</cx:pt>
          <cx:pt idx="10">Austria</cx:pt>
          <cx:pt idx="11">Brazil</cx:pt>
          <cx:pt idx="12">Germany</cx:pt>
          <cx:pt idx="13">USA</cx:pt>
          <cx:pt idx="14">Germany</cx:pt>
          <cx:pt idx="15">USA</cx:pt>
          <cx:pt idx="16">Brazil</cx:pt>
          <cx:pt idx="17">Austria</cx:pt>
          <cx:pt idx="18">Brazil</cx:pt>
          <cx:pt idx="19">UK</cx:pt>
          <cx:pt idx="20">Brazil</cx:pt>
          <cx:pt idx="21">France</cx:pt>
          <cx:pt idx="22">Venezuela</cx:pt>
          <cx:pt idx="23">Austria</cx:pt>
          <cx:pt idx="24">Austria</cx:pt>
          <cx:pt idx="25">Germany</cx:pt>
          <cx:pt idx="26">Brazil</cx:pt>
          <cx:pt idx="27">France</cx:pt>
          <cx:pt idx="28">Venezuela</cx:pt>
          <cx:pt idx="29">France</cx:pt>
          <cx:pt idx="30">Sweden</cx:pt>
          <cx:pt idx="31">Austria</cx:pt>
          <cx:pt idx="32">Venezuela</cx:pt>
          <cx:pt idx="33">Venezuela</cx:pt>
          <cx:pt idx="34">UK</cx:pt>
          <cx:pt idx="35">Germany</cx:pt>
          <cx:pt idx="36">Sweden</cx:pt>
          <cx:pt idx="37">Ireland</cx:pt>
          <cx:pt idx="38">Canada</cx:pt>
          <cx:pt idx="39">France</cx:pt>
          <cx:pt idx="40">Austria</cx:pt>
          <cx:pt idx="41">Ireland</cx:pt>
          <cx:pt idx="42">Canada</cx:pt>
          <cx:pt idx="43">Austria</cx:pt>
          <cx:pt idx="44">France</cx:pt>
          <cx:pt idx="45">UK</cx:pt>
          <cx:pt idx="46">USA</cx:pt>
          <cx:pt idx="47">UK</cx:pt>
          <cx:pt idx="48">Brazil</cx:pt>
          <cx:pt idx="49">UK</cx:pt>
          <cx:pt idx="50">Canada</cx:pt>
          <cx:pt idx="51">Belgium</cx:pt>
          <cx:pt idx="52">Mexico</cx:pt>
          <cx:pt idx="53">France</cx:pt>
          <cx:pt idx="54">Sweden</cx:pt>
          <cx:pt idx="55">Belgium</cx:pt>
          <cx:pt idx="56">Belgium</cx:pt>
          <cx:pt idx="57">Switzerland</cx:pt>
          <cx:pt idx="58">France</cx:pt>
          <cx:pt idx="59">Canada</cx:pt>
          <cx:pt idx="60">Mexico</cx:pt>
          <cx:pt idx="61">Venezuela</cx:pt>
          <cx:pt idx="62">France</cx:pt>
          <cx:pt idx="63">Denmark</cx:pt>
          <cx:pt idx="64">Finland</cx:pt>
          <cx:pt idx="65">UK</cx:pt>
          <cx:pt idx="66">Sweden</cx:pt>
          <cx:pt idx="67">Brazil</cx:pt>
          <cx:pt idx="68">Ireland</cx:pt>
          <cx:pt idx="69">Switzerland</cx:pt>
          <cx:pt idx="70">Sweden</cx:pt>
          <cx:pt idx="71">Sweden</cx:pt>
          <cx:pt idx="72">Denmark</cx:pt>
          <cx:pt idx="73">UK</cx:pt>
          <cx:pt idx="74">Canada</cx:pt>
          <cx:pt idx="75">Switzerland</cx:pt>
          <cx:pt idx="76">Canada</cx:pt>
          <cx:pt idx="77">Ireland</cx:pt>
          <cx:pt idx="78">Denmark</cx:pt>
          <cx:pt idx="79">Venezuela</cx:pt>
          <cx:pt idx="80">Denmark</cx:pt>
          <cx:pt idx="81">Switzerland</cx:pt>
          <cx:pt idx="82">Portugal</cx:pt>
          <cx:pt idx="83">Ireland</cx:pt>
          <cx:pt idx="84">Sweden</cx:pt>
          <cx:pt idx="85">UK</cx:pt>
          <cx:pt idx="86">Venezuela</cx:pt>
          <cx:pt idx="87">Italy</cx:pt>
          <cx:pt idx="88">Venezuela</cx:pt>
          <cx:pt idx="89">Switzerland</cx:pt>
          <cx:pt idx="90">Belgium</cx:pt>
          <cx:pt idx="91">Denmark</cx:pt>
          <cx:pt idx="92">Belgium</cx:pt>
          <cx:pt idx="93">Italy</cx:pt>
          <cx:pt idx="94">Canada</cx:pt>
          <cx:pt idx="95">Sweden</cx:pt>
          <cx:pt idx="96">Brazil</cx:pt>
          <cx:pt idx="97">Spain</cx:pt>
          <cx:pt idx="98">Switzerland</cx:pt>
          <cx:pt idx="99">Spain</cx:pt>
          <cx:pt idx="100">Ireland</cx:pt>
          <cx:pt idx="101">Mexico</cx:pt>
          <cx:pt idx="102">Finland</cx:pt>
          <cx:pt idx="103">Italy</cx:pt>
          <cx:pt idx="104">Spain</cx:pt>
          <cx:pt idx="105">Italy</cx:pt>
          <cx:pt idx="106">Spain</cx:pt>
          <cx:pt idx="107">Finland</cx:pt>
          <cx:pt idx="108">Italy</cx:pt>
          <cx:pt idx="109">Mexico</cx:pt>
          <cx:pt idx="110">Denmark</cx:pt>
          <cx:pt idx="111">Finland</cx:pt>
          <cx:pt idx="112">Belgium</cx:pt>
          <cx:pt idx="113">Spain</cx:pt>
          <cx:pt idx="114">Finland</cx:pt>
          <cx:pt idx="115">Ireland</cx:pt>
          <cx:pt idx="116">Spain</cx:pt>
          <cx:pt idx="117">Italy</cx:pt>
          <cx:pt idx="118">Belgium</cx:pt>
          <cx:pt idx="119">Denmark</cx:pt>
          <cx:pt idx="120">Finland</cx:pt>
          <cx:pt idx="121">Portugal</cx:pt>
          <cx:pt idx="122">Portugal</cx:pt>
          <cx:pt idx="123">Argentina</cx:pt>
          <cx:pt idx="124">Mexico</cx:pt>
          <cx:pt idx="125">Portugal</cx:pt>
          <cx:pt idx="126">Switzerland</cx:pt>
          <cx:pt idx="127">Belgium</cx:pt>
          <cx:pt idx="128">Finland</cx:pt>
          <cx:pt idx="129">Canada</cx:pt>
          <cx:pt idx="130">Finland</cx:pt>
          <cx:pt idx="131">Poland</cx:pt>
          <cx:pt idx="132">Italy</cx:pt>
          <cx:pt idx="133">Mexico</cx:pt>
          <cx:pt idx="134">Mexico</cx:pt>
          <cx:pt idx="135">Argentina</cx:pt>
          <cx:pt idx="136">Argentina</cx:pt>
          <cx:pt idx="137">Ireland</cx:pt>
          <cx:pt idx="138">Switzerland</cx:pt>
          <cx:pt idx="139">Mexico</cx:pt>
          <cx:pt idx="140">Argentina</cx:pt>
          <cx:pt idx="141">Norway</cx:pt>
          <cx:pt idx="142">Argentina</cx:pt>
          <cx:pt idx="143">Poland</cx:pt>
          <cx:pt idx="144">Italy</cx:pt>
          <cx:pt idx="145">Spain</cx:pt>
          <cx:pt idx="146">Argentina</cx:pt>
          <cx:pt idx="147">Portugal</cx:pt>
          <cx:pt idx="148">Portugal</cx:pt>
          <cx:pt idx="149">Norway</cx:pt>
          <cx:pt idx="150">Norway</cx:pt>
          <cx:pt idx="151">Poland</cx:pt>
          <cx:pt idx="152">Portugal</cx:pt>
          <cx:pt idx="153">Poland</cx:pt>
          <cx:pt idx="154">Poland</cx:pt>
          <cx:pt idx="155">Argentina</cx:pt>
          <cx:pt idx="156">Spain</cx:pt>
          <cx:pt idx="157">Norway</cx:pt>
          <cx:pt idx="158">Norway</cx:pt>
          <cx:pt idx="159">Portugal</cx:pt>
          <cx:pt idx="160">Norway</cx:pt>
          <cx:pt idx="161">Denmark</cx:pt>
          <cx:pt idx="162">Poland</cx:pt>
          <cx:pt idx="163">Norway</cx:pt>
          <cx:pt idx="164">Poland</cx:pt>
        </cx:lvl>
      </cx:strDim>
    </cx:data>
    <cx:data id="2">
      <cx:strDim type="colorStr">
        <cx:f>'2'!$I$29:$I$193</cx:f>
        <cx:nf>'2'!$I$28</cx:nf>
        <cx:lvl ptCount="165" name=" TotalOrders">
          <cx:pt idx="0">1800</cx:pt>
          <cx:pt idx="1">1691</cx:pt>
          <cx:pt idx="2">1616</cx:pt>
          <cx:pt idx="3">1602</cx:pt>
          <cx:pt idx="4">1597</cx:pt>
          <cx:pt idx="5">1559</cx:pt>
          <cx:pt idx="6">1524</cx:pt>
          <cx:pt idx="7">1399</cx:pt>
          <cx:pt idx="8">1157</cx:pt>
          <cx:pt idx="9">1027</cx:pt>
          <cx:pt idx="10">982</cx:pt>
          <cx:pt idx="11">968</cx:pt>
          <cx:pt idx="12">869</cx:pt>
          <cx:pt idx="13">821</cx:pt>
          <cx:pt idx="14">800</cx:pt>
          <cx:pt idx="15">730</cx:pt>
          <cx:pt idx="16">722</cx:pt>
          <cx:pt idx="17">720</cx:pt>
          <cx:pt idx="18">683</cx:pt>
          <cx:pt idx="19">679</cx:pt>
          <cx:pt idx="20">635</cx:pt>
          <cx:pt idx="21">618</cx:pt>
          <cx:pt idx="22">592</cx:pt>
          <cx:pt idx="23">580</cx:pt>
          <cx:pt idx="24">575</cx:pt>
          <cx:pt idx="25">569</cx:pt>
          <cx:pt idx="26">568</cx:pt>
          <cx:pt idx="27">566</cx:pt>
          <cx:pt idx="28">555</cx:pt>
          <cx:pt idx="29">551</cx:pt>
          <cx:pt idx="30">549</cx:pt>
          <cx:pt idx="31">533</cx:pt>
          <cx:pt idx="32">533</cx:pt>
          <cx:pt idx="33">504</cx:pt>
          <cx:pt idx="34">502</cx:pt>
          <cx:pt idx="35">488</cx:pt>
          <cx:pt idx="36">439</cx:pt>
          <cx:pt idx="37">430</cx:pt>
          <cx:pt idx="38">418</cx:pt>
          <cx:pt idx="39">408</cx:pt>
          <cx:pt idx="40">388</cx:pt>
          <cx:pt idx="41">387</cx:pt>
          <cx:pt idx="42">381</cx:pt>
          <cx:pt idx="43">362</cx:pt>
          <cx:pt idx="44">322</cx:pt>
          <cx:pt idx="45">322</cx:pt>
          <cx:pt idx="46">321</cx:pt>
          <cx:pt idx="47">318</cx:pt>
          <cx:pt idx="48">315</cx:pt>
          <cx:pt idx="49">310</cx:pt>
          <cx:pt idx="50">303</cx:pt>
          <cx:pt idx="51">295</cx:pt>
          <cx:pt idx="52">295</cx:pt>
          <cx:pt idx="53">287</cx:pt>
          <cx:pt idx="54">278</cx:pt>
          <cx:pt idx="55">272</cx:pt>
          <cx:pt idx="56">270</cx:pt>
          <cx:pt idx="57">262</cx:pt>
          <cx:pt idx="58">259</cx:pt>
          <cx:pt idx="59">256</cx:pt>
          <cx:pt idx="60">251</cx:pt>
          <cx:pt idx="61">244</cx:pt>
          <cx:pt idx="62">243</cx:pt>
          <cx:pt idx="63">230</cx:pt>
          <cx:pt idx="64">230</cx:pt>
          <cx:pt idx="65">229</cx:pt>
          <cx:pt idx="66">226</cx:pt>
          <cx:pt idx="67">223</cx:pt>
          <cx:pt idx="68">223</cx:pt>
          <cx:pt idx="69">220</cx:pt>
          <cx:pt idx="70">215</cx:pt>
          <cx:pt idx="71">214</cx:pt>
          <cx:pt idx="72">210</cx:pt>
          <cx:pt idx="73">210</cx:pt>
          <cx:pt idx="74">207</cx:pt>
          <cx:pt idx="75">207</cx:pt>
          <cx:pt idx="76">204</cx:pt>
          <cx:pt idx="77">200</cx:pt>
          <cx:pt idx="78">195</cx:pt>
          <cx:pt idx="79">192</cx:pt>
          <cx:pt idx="80">185</cx:pt>
          <cx:pt idx="81">182</cx:pt>
          <cx:pt idx="82">181</cx:pt>
          <cx:pt idx="83">180</cx:pt>
          <cx:pt idx="84">174</cx:pt>
          <cx:pt idx="85">172</cx:pt>
          <cx:pt idx="86">166</cx:pt>
          <cx:pt idx="87">152</cx:pt>
          <cx:pt idx="88">150</cx:pt>
          <cx:pt idx="89">148</cx:pt>
          <cx:pt idx="90">147</cx:pt>
          <cx:pt idx="91">146</cx:pt>
          <cx:pt idx="92">145</cx:pt>
          <cx:pt idx="93">145</cx:pt>
          <cx:pt idx="94">141</cx:pt>
          <cx:pt idx="95">140</cx:pt>
          <cx:pt idx="96">133</cx:pt>
          <cx:pt idx="97">129</cx:pt>
          <cx:pt idx="98">127</cx:pt>
          <cx:pt idx="99">126</cx:pt>
          <cx:pt idx="100">121</cx:pt>
          <cx:pt idx="101">119</cx:pt>
          <cx:pt idx="102">118</cx:pt>
          <cx:pt idx="103">114</cx:pt>
          <cx:pt idx="104">110</cx:pt>
          <cx:pt idx="105">108</cx:pt>
          <cx:pt idx="106">108</cx:pt>
          <cx:pt idx="107">107</cx:pt>
          <cx:pt idx="108">106</cx:pt>
          <cx:pt idx="109">102</cx:pt>
          <cx:pt idx="110">100</cx:pt>
          <cx:pt idx="111">100</cx:pt>
          <cx:pt idx="112">98</cx:pt>
          <cx:pt idx="113">95</cx:pt>
          <cx:pt idx="114">93</cx:pt>
          <cx:pt idx="115">91</cx:pt>
          <cx:pt idx="116">91</cx:pt>
          <cx:pt idx="117">90</cx:pt>
          <cx:pt idx="118">89</cx:pt>
          <cx:pt idx="119">89</cx:pt>
          <cx:pt idx="120">89</cx:pt>
          <cx:pt idx="121">87</cx:pt>
          <cx:pt idx="122">84</cx:pt>
          <cx:pt idx="123">82</cx:pt>
          <cx:pt idx="124">81</cx:pt>
          <cx:pt idx="125">78</cx:pt>
          <cx:pt idx="126">77</cx:pt>
          <cx:pt idx="127">76</cx:pt>
          <cx:pt idx="128">75</cx:pt>
          <cx:pt idx="129">74</cx:pt>
          <cx:pt idx="130">73</cx:pt>
          <cx:pt idx="131">71</cx:pt>
          <cx:pt idx="132">67</cx:pt>
          <cx:pt idx="133">67</cx:pt>
          <cx:pt idx="134">60</cx:pt>
          <cx:pt idx="135">57</cx:pt>
          <cx:pt idx="136">54</cx:pt>
          <cx:pt idx="137">52</cx:pt>
          <cx:pt idx="138">52</cx:pt>
          <cx:pt idx="139">50</cx:pt>
          <cx:pt idx="140">48</cx:pt>
          <cx:pt idx="141">48</cx:pt>
          <cx:pt idx="142">45</cx:pt>
          <cx:pt idx="143">45</cx:pt>
          <cx:pt idx="144">40</cx:pt>
          <cx:pt idx="145">40</cx:pt>
          <cx:pt idx="146">33</cx:pt>
          <cx:pt idx="147">31</cx:pt>
          <cx:pt idx="148">30</cx:pt>
          <cx:pt idx="149">28</cx:pt>
          <cx:pt idx="150">27</cx:pt>
          <cx:pt idx="151">27</cx:pt>
          <cx:pt idx="152">24</cx:pt>
          <cx:pt idx="153">22</cx:pt>
          <cx:pt idx="154">22</cx:pt>
          <cx:pt idx="155">20</cx:pt>
          <cx:pt idx="156">19</cx:pt>
          <cx:pt idx="157">18</cx:pt>
          <cx:pt idx="158">18</cx:pt>
          <cx:pt idx="159">18</cx:pt>
          <cx:pt idx="160">17</cx:pt>
          <cx:pt idx="161">15</cx:pt>
          <cx:pt idx="162">15</cx:pt>
          <cx:pt idx="163">5</cx:pt>
          <cx:pt idx="164">3</cx:pt>
        </cx:lvl>
      </cx:strDim>
      <cx:strDim type="cat">
        <cx:f>'2'!$F$29:$F$193</cx:f>
        <cx:nf>'2'!$F$28</cx:nf>
        <cx:lvl ptCount="165" name="Country">
          <cx:pt idx="0">Germany</cx:pt>
          <cx:pt idx="1">Germany</cx:pt>
          <cx:pt idx="2">USA</cx:pt>
          <cx:pt idx="3">USA</cx:pt>
          <cx:pt idx="4">Germany</cx:pt>
          <cx:pt idx="5">USA</cx:pt>
          <cx:pt idx="6">USA</cx:pt>
          <cx:pt idx="7">Germany</cx:pt>
          <cx:pt idx="8">USA</cx:pt>
          <cx:pt idx="9">Austria</cx:pt>
          <cx:pt idx="10">Austria</cx:pt>
          <cx:pt idx="11">Brazil</cx:pt>
          <cx:pt idx="12">Germany</cx:pt>
          <cx:pt idx="13">USA</cx:pt>
          <cx:pt idx="14">Germany</cx:pt>
          <cx:pt idx="15">USA</cx:pt>
          <cx:pt idx="16">Brazil</cx:pt>
          <cx:pt idx="17">Austria</cx:pt>
          <cx:pt idx="18">Brazil</cx:pt>
          <cx:pt idx="19">UK</cx:pt>
          <cx:pt idx="20">Brazil</cx:pt>
          <cx:pt idx="21">France</cx:pt>
          <cx:pt idx="22">Venezuela</cx:pt>
          <cx:pt idx="23">Austria</cx:pt>
          <cx:pt idx="24">Austria</cx:pt>
          <cx:pt idx="25">Germany</cx:pt>
          <cx:pt idx="26">Brazil</cx:pt>
          <cx:pt idx="27">France</cx:pt>
          <cx:pt idx="28">Venezuela</cx:pt>
          <cx:pt idx="29">France</cx:pt>
          <cx:pt idx="30">Sweden</cx:pt>
          <cx:pt idx="31">Austria</cx:pt>
          <cx:pt idx="32">Venezuela</cx:pt>
          <cx:pt idx="33">Venezuela</cx:pt>
          <cx:pt idx="34">UK</cx:pt>
          <cx:pt idx="35">Germany</cx:pt>
          <cx:pt idx="36">Sweden</cx:pt>
          <cx:pt idx="37">Ireland</cx:pt>
          <cx:pt idx="38">Canada</cx:pt>
          <cx:pt idx="39">France</cx:pt>
          <cx:pt idx="40">Austria</cx:pt>
          <cx:pt idx="41">Ireland</cx:pt>
          <cx:pt idx="42">Canada</cx:pt>
          <cx:pt idx="43">Austria</cx:pt>
          <cx:pt idx="44">France</cx:pt>
          <cx:pt idx="45">UK</cx:pt>
          <cx:pt idx="46">USA</cx:pt>
          <cx:pt idx="47">UK</cx:pt>
          <cx:pt idx="48">Brazil</cx:pt>
          <cx:pt idx="49">UK</cx:pt>
          <cx:pt idx="50">Canada</cx:pt>
          <cx:pt idx="51">Belgium</cx:pt>
          <cx:pt idx="52">Mexico</cx:pt>
          <cx:pt idx="53">France</cx:pt>
          <cx:pt idx="54">Sweden</cx:pt>
          <cx:pt idx="55">Belgium</cx:pt>
          <cx:pt idx="56">Belgium</cx:pt>
          <cx:pt idx="57">Switzerland</cx:pt>
          <cx:pt idx="58">France</cx:pt>
          <cx:pt idx="59">Canada</cx:pt>
          <cx:pt idx="60">Mexico</cx:pt>
          <cx:pt idx="61">Venezuela</cx:pt>
          <cx:pt idx="62">France</cx:pt>
          <cx:pt idx="63">Denmark</cx:pt>
          <cx:pt idx="64">Finland</cx:pt>
          <cx:pt idx="65">UK</cx:pt>
          <cx:pt idx="66">Sweden</cx:pt>
          <cx:pt idx="67">Brazil</cx:pt>
          <cx:pt idx="68">Ireland</cx:pt>
          <cx:pt idx="69">Switzerland</cx:pt>
          <cx:pt idx="70">Sweden</cx:pt>
          <cx:pt idx="71">Sweden</cx:pt>
          <cx:pt idx="72">Denmark</cx:pt>
          <cx:pt idx="73">UK</cx:pt>
          <cx:pt idx="74">Canada</cx:pt>
          <cx:pt idx="75">Switzerland</cx:pt>
          <cx:pt idx="76">Canada</cx:pt>
          <cx:pt idx="77">Ireland</cx:pt>
          <cx:pt idx="78">Denmark</cx:pt>
          <cx:pt idx="79">Venezuela</cx:pt>
          <cx:pt idx="80">Denmark</cx:pt>
          <cx:pt idx="81">Switzerland</cx:pt>
          <cx:pt idx="82">Portugal</cx:pt>
          <cx:pt idx="83">Ireland</cx:pt>
          <cx:pt idx="84">Sweden</cx:pt>
          <cx:pt idx="85">UK</cx:pt>
          <cx:pt idx="86">Venezuela</cx:pt>
          <cx:pt idx="87">Italy</cx:pt>
          <cx:pt idx="88">Venezuela</cx:pt>
          <cx:pt idx="89">Switzerland</cx:pt>
          <cx:pt idx="90">Belgium</cx:pt>
          <cx:pt idx="91">Denmark</cx:pt>
          <cx:pt idx="92">Belgium</cx:pt>
          <cx:pt idx="93">Italy</cx:pt>
          <cx:pt idx="94">Canada</cx:pt>
          <cx:pt idx="95">Sweden</cx:pt>
          <cx:pt idx="96">Brazil</cx:pt>
          <cx:pt idx="97">Spain</cx:pt>
          <cx:pt idx="98">Switzerland</cx:pt>
          <cx:pt idx="99">Spain</cx:pt>
          <cx:pt idx="100">Ireland</cx:pt>
          <cx:pt idx="101">Mexico</cx:pt>
          <cx:pt idx="102">Finland</cx:pt>
          <cx:pt idx="103">Italy</cx:pt>
          <cx:pt idx="104">Spain</cx:pt>
          <cx:pt idx="105">Italy</cx:pt>
          <cx:pt idx="106">Spain</cx:pt>
          <cx:pt idx="107">Finland</cx:pt>
          <cx:pt idx="108">Italy</cx:pt>
          <cx:pt idx="109">Mexico</cx:pt>
          <cx:pt idx="110">Denmark</cx:pt>
          <cx:pt idx="111">Finland</cx:pt>
          <cx:pt idx="112">Belgium</cx:pt>
          <cx:pt idx="113">Spain</cx:pt>
          <cx:pt idx="114">Finland</cx:pt>
          <cx:pt idx="115">Ireland</cx:pt>
          <cx:pt idx="116">Spain</cx:pt>
          <cx:pt idx="117">Italy</cx:pt>
          <cx:pt idx="118">Belgium</cx:pt>
          <cx:pt idx="119">Denmark</cx:pt>
          <cx:pt idx="120">Finland</cx:pt>
          <cx:pt idx="121">Portugal</cx:pt>
          <cx:pt idx="122">Portugal</cx:pt>
          <cx:pt idx="123">Argentina</cx:pt>
          <cx:pt idx="124">Mexico</cx:pt>
          <cx:pt idx="125">Portugal</cx:pt>
          <cx:pt idx="126">Switzerland</cx:pt>
          <cx:pt idx="127">Belgium</cx:pt>
          <cx:pt idx="128">Finland</cx:pt>
          <cx:pt idx="129">Canada</cx:pt>
          <cx:pt idx="130">Finland</cx:pt>
          <cx:pt idx="131">Poland</cx:pt>
          <cx:pt idx="132">Italy</cx:pt>
          <cx:pt idx="133">Mexico</cx:pt>
          <cx:pt idx="134">Mexico</cx:pt>
          <cx:pt idx="135">Argentina</cx:pt>
          <cx:pt idx="136">Argentina</cx:pt>
          <cx:pt idx="137">Ireland</cx:pt>
          <cx:pt idx="138">Switzerland</cx:pt>
          <cx:pt idx="139">Mexico</cx:pt>
          <cx:pt idx="140">Argentina</cx:pt>
          <cx:pt idx="141">Norway</cx:pt>
          <cx:pt idx="142">Argentina</cx:pt>
          <cx:pt idx="143">Poland</cx:pt>
          <cx:pt idx="144">Italy</cx:pt>
          <cx:pt idx="145">Spain</cx:pt>
          <cx:pt idx="146">Argentina</cx:pt>
          <cx:pt idx="147">Portugal</cx:pt>
          <cx:pt idx="148">Portugal</cx:pt>
          <cx:pt idx="149">Norway</cx:pt>
          <cx:pt idx="150">Norway</cx:pt>
          <cx:pt idx="151">Poland</cx:pt>
          <cx:pt idx="152">Portugal</cx:pt>
          <cx:pt idx="153">Poland</cx:pt>
          <cx:pt idx="154">Poland</cx:pt>
          <cx:pt idx="155">Argentina</cx:pt>
          <cx:pt idx="156">Spain</cx:pt>
          <cx:pt idx="157">Norway</cx:pt>
          <cx:pt idx="158">Norway</cx:pt>
          <cx:pt idx="159">Portugal</cx:pt>
          <cx:pt idx="160">Norway</cx:pt>
          <cx:pt idx="161">Denmark</cx:pt>
          <cx:pt idx="162">Poland</cx:pt>
          <cx:pt idx="163">Norway</cx:pt>
          <cx:pt idx="164">Poland</cx:pt>
        </cx:lvl>
      </cx:strDim>
    </cx:data>
  </cx:chartData>
  <cx:chart>
    <cx:title pos="t" align="ctr" overlay="0">
      <cx:tx>
        <cx:txData>
          <cx:v>Customer distribution for different products across the countries</cx:v>
        </cx:txData>
      </cx:tx>
      <cx:txPr>
        <a:bodyPr spcFirstLastPara="1" vertOverflow="ellipsis" horzOverflow="overflow" wrap="square" lIns="0" tIns="0" rIns="0" bIns="0" anchor="ctr" anchorCtr="1"/>
        <a:lstStyle/>
        <a:p>
          <a:pPr algn="ctr" rtl="0">
            <a:defRPr/>
          </a:pPr>
          <a:r>
            <a:rPr lang="en-US" sz="1400" b="0" i="0" u="none" strike="noStrike" baseline="0">
              <a:solidFill>
                <a:sysClr val="window" lastClr="FFFFFF">
                  <a:lumMod val="95000"/>
                </a:sysClr>
              </a:solidFill>
              <a:latin typeface="Calibri" panose="020F0502020204030204"/>
            </a:rPr>
            <a:t>Customer distribution for different products across the countries</a:t>
          </a:r>
        </a:p>
      </cx:txPr>
    </cx:title>
    <cx:plotArea>
      <cx:plotAreaRegion>
        <cx:series layoutId="regionMap" uniqueId="{8583A13B-7A8A-4CA6-926B-3F137C7545C7}" formatIdx="0">
          <cx:tx>
            <cx:txData>
              <cx:f>'2'!$G$28</cx:f>
              <cx:v> CategoryName</cx:v>
            </cx:txData>
          </cx:tx>
          <cx:dataId val="0"/>
          <cx:layoutPr>
            <cx:geography cultureLanguage="en-US" cultureRegion="IN" attribution="Powered by Bing">
              <cx:geoCache provider="{E9337A44-BEBE-4D9F-B70C-5C5E7DAFC167}">
                <cx:binary>7Htbc902svVfSfn5o0IQFxJTk1MVcF91l+Vb/MKSJZkXEAAJAgTJX39atuWx9qhiT42/Sh6O4lJs
YENsrm6sXt2A/nk7/eO2vb+xv0yq1cM/bqffXlTOdf/49dfhtrpXN8ORqm+tGcxHd3Rr1K/m48f6
9v7XO3sTal3+msSI/Hpb3Vh3P734n3/CTyvvzam5vXG10Vf+3s4v7wffuuFP5p6d+uXWeO0elpfw
k357sbE3+vb+xS/32tVufjV397+9ePKRF7/8eviD/u2hv7Rgl/N3sJawI5aQLOZJ+uKX1ujyy3hy
RGiGU5al/MvX4zPPbxSs+74dn6y4ubuz98Pwy5f//2vdE5v/NVwPJv/8wrl5MG/z8tP7/PoU0P/5
58EAvOHByDeYH8LxvalDyLf3Vt3o+fH9/3vMKTqKOeJZyuLP2D6FHsVHOIuzOM2y+NMXenz0Z+h/
wJ7nsf+68AD8r+OH6K/Wfz36r69/f3z9/x55zI9ojGlKcPoZWvwk6CPOj2KUYYY5+ewZ8vjsz9C/
1rW7v/vl2t24++Fx6jmznnfAwfIDNxzMHjrj9fVf74zf/eBsffNnb/4f0k96RLM0TmNysAfIESIx
zzJMn90DP2DI8y74uvAA/K/jh7D//uqvh/063N/d65+HOuVHLCU8TWjyOcyzJ9sAkSOaxBk4hj7L
/d8353nsH9cdQP84fIj89d+AfYS9Wer25yEfPZD7p684eYJ5RPFR8inUISt8+oL5z0n+M/V835Ln
QX9cdwD64/Ah6OJvkHBfnzy++nPU+p8RDMDKCc5wgr+E8tNQj5IjSmPKSPyFZx7c8i3sX0j5BETe
nVGPc8/Z9Tz8h+sP3HA4feiOrfjr2efNvb5f/H37E2k/O4ohz6YIfRFA/Cn7R4wdPcxh9I3XvvXK
D5n0vEO+WXrgi29mDt3w5m9ARZfGOl/e/EQyAjXEsgTxlB7Anx5xmADp/wg/zH8L/4+Y8jz6/1p5
AP6/Jg6xv/wbJOC9hfDXd48oPLf9/0NaSo4yRhFnCf7K9t9UXxF4IOWE8sdkEB/UAD9g0PMO+Lrw
AP+v44fw7/8GoZ/f6Ju7n0g/DFg/xTxjj6wPpP8t+hyK4jhDIIE+p+TDpPB9e54H/3HdAfaPw4fQ
57//9eQv7tuy9n+a+P7DyI+PINty+rWz8JR7yBFjKAHt+aX2jaFC+5Z6fsCe57H/uvAA/K/jh+iL
v0Hgn91P9a15ROC/p50E1BDGlOOUPo14FMOWiDl7+O/xcZ915/dNeB7vx3UHcD8OH6J99u6vj/Xr
ULvl3v5cpocGWxYjkJ8x+sz0T1sO2RFkAM4Ieyy1DlLtD9r0vA+eLD5wxJO5Q2/ku7/eG6t7rW6s
fIzG/z74KT3iCWMZ+obVv2H97IhzlDHODxjnB+x4Hv2vCw+Q/zp+iPoK6h5o3h50Mv9t4P9rs3NT
658b/wzqWsLSlNEvjP401yYPToFuKP1S9R4KnR+w53n0vy48QP/r+CH6m/1fj/7e3bQ/sdFMMDRy
KBS4GfnMPaAiv4l4lByhT7A/5tpDkfk9a55H/stLHOD+ZfQQ9f3fQN1fdzf1T+yuEWjxPLA9Q8+3
HMAplGCQOV8SwmHIf9ec52H/suwA9i+jh7Cv/w7NZFs+KDv9E4V9hAmwOCMcxPtn8J+qy4jBPEtB
X34O/PhQXv7+IzY9j/83Sw988M3MoR9+f/nXk86l+bmMT5OjBIHGJOmXntpTxkf8CGFCksfK9zD8
v2/O8/g/rjsA/3H4EPnL078e+XNjw81P5Hvo63ME3eUYTg8/fR3wfXyU4gwkPvRAv62pvm/G84g/
rjtA/HH4EPHzi78e8YMzts8o/PfS8v/OFZ8e0P+nR+yHbfCf5Zf/6/67fysfvvHN14shqxt3s/50
o+SHZz9RAlxyOVj6hVie3VKfvbq/++1FRj5RweegefgJT/jo6d2Sx8/f3wzutxdwgA9H8wRyPBTM
cH8CA5eF+4eZiEJeSbOEp1lM04wBEb74RUPTvPrtxcONC6BEymOKKMKgAF78Mhj/MEXQEYaTTpYR
BscNJGXs6/0dSB1zafRXlL78+xft1aWptRt+ewHNku7zpx7MpCQlBI6zMUseTpQI3OCA+dubl3B6
BB9G/0/2tLBFp2PBqn6Suwk1yxsiKT/WVg2nUvo4zr+B5keeCFoyQZgmCfSKARoQPN8+MVZR5wYz
jKLVVue4oqkRSwgozs1kbbehSb1c/fkjEXjr6VtSuByECMhY/vAnBaC/fabpaW2KWHoxsUVZ0Yyz
KsQwFQ0WS7Kk+VR26ZqlrGjWbd2W7zwxERFzST5O2LYfQpeMJi8xnt5yh0O2+XPzHt74iQ8oR4jH
cUIJ3PPAGSTBb63DxrPCldgKaeZlEKMe2LwqloFdUGSiWixtyFaamtmv/vzB6OG9nzwZrlJBDCGS
QKRB7/4Bt2+8X3uWNpWNjJhHGsFFpzjD27LFixWdqXy8r03sB1GzxF74srPopK897/OWDBHKbdkz
Kebe1+1LiqSLxHesgxbfoXWUg3GMwCaB3QF74FvryESMCswY0RVmSkSEEbu0ZJiEsbKphe1Vne4i
G2V6RZmd2TZJK/PRZARiSapoeO+pq6+U1zI6q4a6jFYzi3j3XTM5f2JomsQMJ3ESpyxFGcUxi58a
qrKa8YkCGA0t6L4uC7uGt2lOpGzjXRrbO9M2yxoRbt9UZSAfet2UVpA2dRc20+3p3JT0D+YqUguk
x+EqmlKcN3MrE+Ez27N9P5b0Ha6jvlp1dYXm1TBSdOMtn13ehLHNuZxlte1L3larKYvcchlm3k5X
hNfow1IYRnZdUviiFZ23Wl4uTaJLEXGD8VXD1ZKssXW41kKZrElEUleG98KVdho3LUJLc1mxUE/b
MtW6EUUpybByQG4lFaNjqbtOLe0QOGrKPqSRj9uVrfto2Ps2cptxpkpv3dg1Mi9clFLBUdqFnDYQ
c9HijN1b3w3JxTzqYt4v0JwpRGxcNIjW0qnJWTpGFtJBmG7KtGJKLJrDZmAVIvXpXNMlCLxIuQbC
gZ+4dHPsxBiPpBNFp5IrO8zlqnWSqrxJh/qMLCmxZxrkYCySeILv0dQmZR5JVoa8NFJKEVsCUDqz
FP2255MrhVkSY4Ua62bazlEcfygZLWrBkwU+WFLl87btrBc0lP1xV5SIbNyiq/bVOLjhJBsCjkSQ
VTNfeLjx1Qhk+vYNSsmQrXjJs7t2XtIgqMVVrpCfplzxJf0Qz3ZoRdo1WStK0k6XjDjg6aWI6Uk0
ukmJNqoSKuJsAErrTBbfZraSctNwXpxlZUY2bO7mUqhyxGQdUZ2tBsOXfPHBjetpLv2eLFEJMZj4
OA9u0osoGl9dLRnO7moTQiTmmgm7DJqJQSF0RXni7HHRyOAEaiifXnkymlJYbCq+UVWG8pLr/pKW
k7aiT5x+GwGzjLsCV+y6o52Z9jQaMyUaVYarTJJ6FuNUSiSQ5TVdazuafU+7bhtJh45xm90oFalJ
sMjIm8WRKLntWGE3Qyybu7mhtBcRk0BVFs8TWlOv+3WttD+ZF3YSOrfcodbHovdu2OI6GW+pSZqz
2Dbxq9TFaskxTzTYsExu54LF566gal8yP7yl1uMVdkUp2hqplZlIlVeDMxvqRnj/eUpmcHxWrsuh
6pWQkRk3XFaqEZoSiF3SObSZlCsqMWQN8HgY0O1SZrYWri6St0hXBRVI6oBzMzZ2Zyn1XhSQJzYo
Tu+ZK5tXUUP4xz7q6Zw7WM/zYWjVK9PFGAmcpfUxslOUzzJLV0Tjbk2XobtuSDS3one6eStNLFe1
zcZyHfokBZoBdyeim2UZr+OSU6GGAfhrCfNynM6eXpOloR/qadYXdkqmnPV9IUqv031fO7hHbBiL
RBdTc9LRBFjF9AyPuXGycRvWaGo3rSfdZu5RdG8ybs/6dFrWHnXdlGtTVMeBzBUWmfHyoxmWOl8K
LJt8rqKRCxkieTnZMuPbKTV0NdR2eRnLrs5Rk5ETWQ5NPjVDVJ3NLvL8pO0jmaOxRaPwbmL5kMR2
3YV64LmOIXPF8XIheZRCVnMuvOtwCsFasBKfJUOVbgbfl5eZRvW2kTKWIircsB6pS65kubgVIIN3
6ZCRnHhD3/S8M3VezzWvRWWiZcNtMiJRJ4nZ+L7Jdk1VpjL3gdTHs+/nbdy31J2asiV7rON521Qm
6YSOxiGvWu2vIfO3HzJW47MG2XGj1FQUVw4toVrBibAdRb8k/UsVY2530eL91YxZFedxXbATOvJM
noxOV+txnpbLSE+NoHGoF5HFLXBZNfQ5RPHyHpcD8UIbwjYLTx+yT2lIdiW9UdGVgkjv9nXgC99B
Qo6K/QhbQa3CMFWbHiIW9rYk50OayJwHFtZjEodVw6ooT2TjV9FAh+OppZdjFvZwuemVKbLkVI7z
vAmR2yYy2fYpulXt8rKL+f2AupfI8DWTyYe5LC/sEjZkqS/ryJE9tUN/QbBFlWiHzAvsS+DUCl23
HTtzKK43Qz0KOrXheFI9/E1ilfepxoIUAa0R7ObXReDTpk8o2+iON7txHtCKZwneQ6ZLV1FZN/dF
h6o1icp+CzGYriUL7sNI+ulkhEekkH0MW9sMcCQZ7t+YxhbxysXRrpqXadjENmOtoNjp+tjS2c+5
bXl34hs0SmHjtsutSXwriPQ3Tb9s0KTj+owp6cMKRVW8Setg20EAoEV5E9HJ+zwrsui6q8tyA/xc
lfu6YRikFlYt3RVFGWdnIZM0W3NaDa9MDKSaNB0ChKVah6X3xUvd42VFSlwEAUHY5XCKUZTHSg8J
aF1HT8e+WDapq6dhC1Ij5NxOtMpxHaZzGRoeRMZ9sKd47qZ1PcZLlzMcN+OK92M/rOEXCsYdyiw9
71kP8n3GpEtzYxSr8nlK51jEblleNgVgDjRIMcpJpegfvU8rvk5UVeVLHy9ING2ZjJsUdNRr2LP9
aTPHc8h1lKWTsKNmq2ZW3eUCBLRpcDTr9TiU7V1WOvyAUbqeLZzHr3A3UyJ6UzevUtD2XLigBpLP
WLFkm4WIXKVRXeRtw+XHDpXR6953tV/Lttb7oSrLcr0QaXOZpkPOS5m8nhjO3lUJUf64N7zTeeNq
YvauxgVkjnEO2yo2/Y7oUa+mseQrXff2wiilqx1kk/Yii/j0h09U95I01B7PKs6uRpg+wxS9HbNm
OE4lSc4Mbss3yRyU8FXi0HvoSdITzhjflUWLPjYDTl+X3g5rawp/C8jSPxwq4hNwHEQMvF5hV8om
kcvrltq3rDdICjYteD1Hvl3N2n6YEjOtF6jlcol9txsSaWchOzWtYO+DCmhJhMPOly1630lXi8xK
fox6k3YiG8FOGbDWG0lGB/ve6Hwx1QT+nqZjpoZx6/sgV6Ez47oIXf22SUH5LR3LjmNV9ihPuwk8
6TmeNySiHsQVkuF0ZPikLpvxWBWWiWJh8C0O6Yc59k2edbDdfOH3BW7KLcmWma6Bu8K5QfgkzK15
6Vsalnwu8bgP01Su+6jLLgN16JWsqD5RDvXnc9rNl3OniIOSSfONDEavC8SgvoynfTSP8j2UplU+
8DBdccgaW/ithqhYp4osFxXWTsRdE0RPMVREUDP2dzohxalCIzqxNhpeY6jVd81M+mPFXXWWBFNe
9rE8KZvhIl0KfdrNPk5WUAAcl2m0142V71hhwg0tvHntQexs25ZdxbLegoibRVyZYUuiuBdZOran
1tMh72I1iAqxZIN65M+WSKUruiQNJLQ2bEyr6Ka13K2bOIKCsVfdKxygRjcZbreznrs8yapK1LVE
2zB3p2nboTUvnT/nMtV5YKo6SdLW5q7PMoHwNFxgKYt9YL4Crg3zyTx07rgbQ/QKJBdaWaqjkzFU
SyU4uBv83ttm1VdVupotSd7MZd9uM9wtJ0HrsNKefqi6SoEO8f06cDWulazHrSzwfU+s4RsvF7Wu
C1Kc9NHSiKoauNDVnFxEajavUDXoM6VjNkGGqtP1VGFQ03M0icXLsMnSyp3MXcryKZrnnUwjuuoi
P58ooodX1SI/8pANdypwuSrHiRtRJWUm0joJovah2HZl027b2EUg9yvNV0ybU1Wpu7kwxQa0tz4h
bDFAzE4Kh3v8XuJizsuuK4F3huE8nWgkTGsGiClW5xVurGAalEexQKU+sgZcXMvtQORy5TOXvEpJ
1eymftSbNvQVSBDd8zPfDIvQ3i750PQQB9g2mxh495aDMrxPbbsIPyLIM0WR7NVQRGckY3I7DyR7
zUkBtZNzbTiJ2s6vq7F9ky0lcC6lShStrvORJ/YtMm4VuaI5doZnowiYQWmFRkj9bR8rKFxCeRrZ
kT6o4nhd99NyWnQMbYIrr8Enk6hwjVdFVQwbz8ObrKA6n+ep3U9zfDkQtKxxBEkaGT1vWpVuq7nW
a1w71eV9ByEyMjOv4gQBvah53OhQAx1JKGMQ5JZXdV3jXQRSap+BvoCCTuPblsVqo3x4iV1HZ8gF
vHob19ElXPhaNlGS3cP1uOQYvI3WGaSWPa/rLe/8vLa9O5/bKZwAF0DpFiJ1DXpt2Uni2rxKEsil
U32aeDrPQiuSqbzgqV/zvp23Y2RaEXNI7yVs7x20vooNiOM/VBqqLRxN4LeqSflZP4+grEzFBNWL
36TBA49I/mHg2XUydijvisbmXYd8jlBrNiyZdxFsIKEDwaeTzJo73bbhbVAZQDCV07TPghV4XvRl
27RK5SGV6XUxd91mdKnygqkYRA2tih1dlnc1rZbNQLCHYoz6WUACU+t+7Np8wRnz+2xiExHKe2eE
dCO4sF8qI0gKVRPpoUQQWQniI271h8KZt+00ZXf97JoTWKgu0sFXbF/0np6Rsmu0qKwl70pvyDEb
zXgetXS+kRGylwF10yCKMPe7mNIb0sXM5Syz3dnIGLlpSdxdsiZujnsSkTObaHxJBkXy2EB5EVAd
X0FBSY+LTOptp313jBHplCijCu21bf1xpLNw5mo7XZmqted9zeGfKhjhfYSvnZoiaG2Q8N6SEX1Q
walVHDlvt1QHmQo5yHnHpZZYDNDx2lOWDvANKoEB92Hdg6x73aVLfFdEZFlzn813GCJ8G2g2bWxq
AhJDhdoTVeghp5HvtlMLRdCaF7IHViAEuVXMUl5BVpvqXthB4ddpgoNfF4aC6Fwcf2uWFtV5qmJ6
P0aDd7kv+v5q6NrmDV7gSaumG/1VkUbz8WRTaIRKaW+LfuI7iRB+Z0wwx6Wmd1Hd6mMy8yGPGE5f
gWy/bkdan/YNVLSC4eUqZDh+WzGQslU3+R0csVUfJMnkfdd1wG8JA5ll3da08XA8qoWfOqtBIznZ
vcrGPruKU6vXDQTNjjdxvAqNLMXUNWOuvUu2Zi6jl0nQV9PcVStC/ZU3Cbpth6nMsTLhTI7hDzjX
bjEkrNjFwkxR94HHZIy3wEg2N9KUbgVVEq1EXE/FTvmoezdZ2q+CkdFJyRrpHgDvhI/LM4WGdMXa
SPeibhp2jPUUsJiUgkYOqFiyKbIW4t1NvszhNDfbudnOxcuunaXcjZi7aLPYadp2yczu08CWdY9C
c9aV5lrhYjK3lZvI2IoxoRpdlSodZ+jqDPpilC0t1oH2AeWTjdEx8rYHde6XJFtbIBayLpGcqjc9
dJ+CQKyLPyDesXlTtMG/5yC85Ga0Pd8WzkcQhemSnMC9LnI1SgvtpWxW0DubCYl4IsoOrh+VIp0b
We+wTctqAx08UMdqbll2QvuxCHli5ZztuC642+sFGi6nXVJCK81ExZgI1NOkWVmEolXjMqiyUGjL
LWS+uRYmcH8JdKrlTe9CDW1uyepGPAQtfRcqKIXOKzm27CN04GRnwY7RzVC/Ng7IU0Qt8cUGK5Dc
QjLboQvC2gIDsYxDs2lAtdyNCKtXCRQEnPLWv+SQqouTlIT2jVO2fQPVU9+CtFPk/WIl89taZ3Q5
j0eT1NuadtWa0kDOPewyKM+bhFarfqpqtZ6haj0rzTwNewW9xBk6F8VwaZOi0Mdp4l0vjE7qVUS0
OtVtF82CZ9WD3DTtpLc6q2qQmmN5VdEibQVQgmwgtOqpy7Xu2o/cQ891heBeF30Nv2Hg2q2pLXB6
hZK2XZdJB53DJEOuXw8hhEK4iGBzjuJJt+BPy6AND41JucM9gxMEmyTweb0s4NdBcTg/WYZ+uhyX
EbY3KxkZX1Z14pKLaRjg4ynITp1LaOW9KjoIzw0a43kRXRiCXcvFIZcvZUXGPC0stPGq0YKY0HO0
iDGCiyEbUz50R5okms5YM6RLXqLUv4UDj7AbZdXSl8xEXLQFjfoc04JZyBuwra6pxtkZqPLqrCzh
ACLHflLVytRw9JQPEBBxXoP6TPOmlEHmqSfNIlAmq1i0oYEu+siVLsSC5OJX7eTqLnegwFbc1CG9
WnBNUi2yomZ7PNYYmhodDpclLSNARvdOKLZInbPGxQPQSsqg49To6VVTkRRU8sJIKdg4QwIZST2x
/aJD4VZFooAzJtPdVcQilXsouP8ItqguB4z1nUtb/4YlgUMPvBsuyBCjQSQmbWtBl6kQjVZT2Hpc
ULKjrEDDvmrZlO2NtdCnrSwxQYyBDqdD3yJRgay6hJsfM839qNs3GPT72zmZlnNuUq7yru84hoRq
6Gsaz3GbWz6lkJt9ld4sfeCbCDrlkKUnnTGRdemo3tZOFyDo1ZDWH0c+QsseVamXuyEQkPzQf9Zq
A22YgZ+WkG+3nNqqE3VWzNMGLMc348ipEzgqMoj4mdZrP6UQfVgm4dhOS/0uWYx9lZXYnSMryy30
GSBk4oyl2cqBfix3ztFFniyzjENuurLOVgaXql3VRMFWbhaFk62aYhBWUYSSS9qnCp/MrW6tcIwm
7T5Kau3zaOxTSNxFORWrFLrxc14hxU8mPUCrPpsjIDYnhzZvZ0ePfe2wOo4ZqMQ11GoQ3KEBvb9i
1Mfva/ogO+tYhWviKo3zynjYFTEU7rDnvIr28zAC1Yc2BUkxFwClqSsO0eJqth4qNoBcLSardotV
8nzIHE8uMBygJtCQQCCtupmpNo9SAq9gYVeOOesiKAOTT/EeZ2V1P8kmYWsCZd55Ai+JV90Ip5zZ
gEyZT96a9wMNeBB9YMiIYnDtNfRzs5u6d/L9nPTVtG063L5JQHR2sFklfrPE0AsQXk8xNNdTJaG7
OI0XGWy/BkqCdHqLZjmE1cChubKP66ChsB4isDBViWTryrSOiqYsGiUSXMbnxGr6oRih8axcDxvU
lw5cV6EprrZpoF0r6hFkNzyRq2iFSaGh0z3jbiMzA+q16SN1CmeYc7fihJBzwnt4Nd/G8TY4G8H5
ZhGxdZziEq/qvosqiHhUuH2cJEPYamTwtI3p0kLGsBWcrox6JO3ahHYecjV2waxbeJ0ggLjadO1V
0l9ozoHzIAn7FfQ5pmIDBY7Sp74J4XQgSwZ1YurS5R0jytzOaUqHFaTxZD6hUB9NV0OlS5CnKiR9
Pg/LHFY2M/3r4NLO5L0ycM4xR002vvx0ijUrpNQ+XmqChYZDsA9mCPx8bDI7b4YpyTRU70kJp7a8
K69lMybJ7oE81ww2WyqiyvM3ksxpDfVo5l7yGvom+8wGbdY1L+8HntQ5NiVoOlMTvq9GaBeJxWXu
DaXFMq2st3gRRioKfe4eUp3QPQmnRZ/wbtMNmm9plEGT30GXX+/GIYHMULG2NKLU+rRAiS5OZMYV
u/PpUM2XDXd9eW6Zg81L1bS403gae9iB0ChJTgaZNsvOjA6OEqF+xu2eclcsq95G3QAOUvajNVHp
4Pgskm863MfzSZhkUvyRLGzpuUimot3jAVl3E9exXN4kxYM6yFBIszWVI0/XGfQo+mtSNHMFWVCu
O+S4z5nJKrKCDlC90myAvs9Y9JAz4BClrvYcUILyMnReulylkCk+kKWql0VMwSp/CV35ZrhSfZ28
/l/qzmRJbiPr0q/SD9BoAxxwOLDpRQCIyIFJUhxESRuYSJGY5xlP3x9IVSkDGRXxs3YtM8lEJUWH
D/f6Hc45vg5rpYKucc35qFddJD2nkYN8M2haTjQXJb4z6o9ZaYh3Q1Rmx5bS4CeVZ+uXKNHDJ7lW
BumvlI9tEq2fLFklRNhd905Fa3VXL448yMimm9Pbzl1GuPSmEUnri9rQa78MV/WKYI6RRK0PPl1Z
9R6Ea/8lK1TE8XETddLjuHlLHzv/atTt+K1boznBqpbQX/OxeZekdeo+TkPhPNp1Y7e+lk1T4mkQ
1L0pCpdPSp+Tuy6tg164feJn8ar+mC03/L3TlftRI/T1Vc9RUFnc+KkWya9FUjjWAa6LeBqXtL9X
Y6m/iS3kH+5isAviYQoXIz/kVd36SZX2dzgDeUda1dYHSiXV5zqubRz4MGnzcdHNknuoif80Vyu9
0/KZCoAzuY+2ac0PEvSGZxua+7DEBZ3DOVOvY7cWgb30vePNxRpmvjVLS6MREhqnIo/X93Gi2Tp9
rFK3DhEwlSdntea7nArhn6LvYs9QbvYGC6o1X8U5QaWKu+HLZLo5dUNaUTS9x/RVbwlbeBlllIa2
dFK6h4hM9zi6jZsFlSriNyv11uiQ1B2tVRkt5cEy6jE6iCYs3q8yj7/Ry8bZGSMZW1zoeupRUq5N
ry1i4cVj3E+HxcqsgLi2fJj62uz8JkviQ5MPFdtqZF46JuH94k75IXWc4Xd7NXJ/aIb2lVjX6N6o
cppjRvhJOhS37hcZaqmnjKqSwZpO7adlMr45iZW+rofxo5LGwlVYZcFCResV/dPlzVzH2expVpu8
q/pJ+qp1hupA1TP12rCTD/0MSMI2teFDvFjOn0s+Va8MIBZvKaZy8NepKY+6bHV/lg1nw40ScWhD
cC8en+ZGxFcivM/RoDC9cNSmo7Jru/LdQm/iz4XZaQ803jxnbOvW09KkPcXr1PXgI7TBt5wptQ8T
2bGXzfK9PjvFK5Ak1YGOtaMO+FPrTrBmdKtJ9N9aw7JMh1pO1dMa1u49CXL+Kx2Hwu+zQVBkK2P6
9KGTmJ41ue5jWg7VH3MycotNS1x9nGpHvU7WdPndrRsRuA5NppQC/afS0CYquj1XalK1FCzMTE/i
4zBRyDq0Rf4oNW7ypRR2dIx00fqTVn/TlBjvZFn3ub9BhLz/HU/GwlaH6WHVXOqig9WLgGVXiyeT
lpgtCquHNKEo1Yk08nJnKn+Q5H4Aud7+wMI8x0edY3OAdsDEBxevQCQIic7Khp96hpBp8Zd6Wcf4
3LTBUzuQ1R7XcBi/TFLQb9ML9SadBJHldezLOSzr+7ASPAnQL2jntpK7YcshmeW69DS0S005hyJf
rNDPqXnjUguH5ECVo3NjTEPf4D7/wIEY1XV0eNRwX0DkorexA9y0ne32RU73uR+trZqZVjp9KB3n
dQBB1LfHeJ6GD3PY08Q1iKkBQzjpHU1/Mr4xs9c+iBdb/7zknTuSQCU6yavq5vqTFL3U7m2NinlO
YSat5GfazcTQtbTSb0WWLynNbweUitRL4oMlNfovyq1oAQ3Sdg1uZrcs7iRckV9Syhqa1+Sr+Xo0
6uGjQ5Y7eUVPWPtL1doGMCB9qPu7eCjGIejTaVmCbApV4xu9pD2Xkhg1n93F2hAkWp3hRTE6SmVQ
JD64yUAHtUl77V4Pl0yjqzQ1tafscb2XZmm/m800x7TIFT5P88RdF88ONVhCq6OpEVx6TWSZlp9G
2kpYqBVhRw3O1m2/jXVD3juJPsb+0pXLvZ3r5GyzlFQ/APnUD0ZmN/RNyK8/gXxsSr+Wlfa1KJ2E
WGOelTrRsUp+t/NSyFOSjk4fWKGxfMmdOdE9rZ2H5pCNc6cH6TgDDGji1fb7mko0iWY14wKojmme
nppDc58XfZ2RzWQUjl3Vto/umnHNOOuU5iCIWgAvkaqWzK9rtyUf05LyFBUdgLnKNs0iSO1+GCk2
xDllASNzcd/AZuRhyYf2wTJy3T0287Le1+6iz6fvxvE3jexvo/wBYvxS1QsXfPy3Dtm/f/l/P1Tg
G4rv1LN//uMmY/bPr57+pX929XedvlYbb7Tb/6bta/79Z/3DYNuwn/9GqO6gpD8U0/4DzvTqD/9n
IFRDByH3b7G0FyjUO9Tg/vpf991Gjvhf299PX/yq/DP/13/r/gWi35Cf3/+sHwhVZf4f5RIV6K4l
TFQUDMz+B0JVwbF1LJMfbrR/y97QoX8DVDVIE64yTEQXTEkDU9r8X90PhOomDWMAeYWRbuFAcfrW
z0BUNwjqP17JARRJxEBfEtwmURDI13MXTJVgCumjavc0E4tj2Nd05tX4h5aVbTCFeXWirv9xqoaP
zxbvgue3Ntjl2bjSBZNrCexVx/s7Gzzxmet3+5W2pEsDZcy69m2tdzgJKhTVJzxS8Wdextq7yqir
YFRh39/31ryMHn1cwo/RzoK4rMYqsGrjMR1sGXm6ZRiPSVzmxrHN9eo306Dy54Pyqb+aw2DV3lDP
6dMyJOM3aoz6h2WNm29aOpysfJ0HLzToc2Bow5NNN/sL6NyPLWHT4BWrozmHNRHab4tWJm9zNzmV
5VAectukizBy2fdAQpqUho4W6m8olKQ/Vuqn7PF/Zmxv6q/l+779+rV/+rP+/8DihOBQ/GeL+5cQ
1D848e//ww+zEiiCsdsOwnlE9Bxczu0Ps0JSCbQJUjEcZksXcIv+bVY2em4bTpzYzuA+sAWH7m+r
gg1sguUSLloDAH+A0fz3RgVpmA9QXIbGJpq4aducH+4hp9XpTq7lafW8BMSD6pc8U53vVF35mGl2
+lfa9DEAO5mGNwCzm938Y1c/hnZcYeBqLL7hu909sysBSMDtslp6hM3GoRBW/ZSMHflgbZQPz7bj
gg1fHkqyC5CobRb0fJa6sCjvriW552Q1fpHNq0fpo/E1ouobszqPnX7Mio4SnhKVICqGG0b42ayM
KM9as2NWRhJbDxM+ybcaa3l9fULn4ejfo5gmoGgpEFzcg+eBEERpWFfSq1cAI725hKBr9fphAPF4
35ZxUZEWz7Qx/othFUBsWxh4Y3Ob/LPJDY2w8zRtpNdofVcShrflfaHT5hwLU/OqKVFeODnDjVEv
7R7ESEkNj3FducPFu/lUT63NqEmf04PXl9kDbF7e1W3W3V+f4DmC+/u6Cp34XpmIeQA13yG4nd5I
FqOwLa8RJMz0Xu34lK5Z84vdZrNviWT0YycPSXDa+SmsOzO4Pv6F08OZ2VyBYLpy0zZ9vsDUs1LD
ydnXcW7TR1G5PTDG1uzljXHO84of8xQUFCiNCq58uRtn1IfZjdJUeuaaE5z1Jthnx+5e1WXc+m0V
O3fX53VhCwXtLB37s6Dxyf26anMWDill5Ew3zDvg1eDGFnv5KHugH//FUI5ubSQWG6zWxnV4dkZz
QhGzdgrpzVPzJW9rdYqcvKcdBIr++kiXDgvh0MZdgbPBhp2PFI6p27UyYREXpw6UmdLttYvIeHJc
vftAZX12POq18a96FhqvmlEv/OsfcMELCJNWsDJsqdvC3u2i0koj1UQsvbgW2gc3HOg2q3i5pyw5
f6zpxfqaHRU/+KT/MRM+D8N+HB2IO1ufEJoDgqPns65oAs+RYH2rxLAPTVTRsUQN84i70R4yQDgn
+AjyWA9J++36dC8dIngxuABDcZ2KnWsly5yHPgeAK0qxHnKDrsmaZ9J3Gle7sbIXJ+nqyIjpFmHr
/rwaXTV3rRFaXm+7lW80a3oPsML4XHej/bSCxH2jL2Xya1Jb1q0L5MIscT4mGBYgeJQddqcqoeAU
6eTDXhmnOZi9JPVBemdBYlTxDas0tj9rdwVTy6C+oDatBbL9873sTFdlZAiWF7UO7TwKZwclUwrD
i6CVtOSv8jARp6lr7Pc0+vXASNVfGmi1G17X2MZ58R0ssyBbgDlj7UJ7cgeAxjHfEZszpzmMP46q
dIMEfCaIwkb30xjShuWmf6RT0Rwhlny9frQu+EOCMw43eQz6B1u49dxp9EO5RnpsWV5X9o0/azJ7
NLMhPtrWDADSbOOfv9KQMoJzp2+hIZnV+Xh1ubojXVvOVzU3Rz2pTV+XURJEunarnHPBS1kEoMQI
8nuot5vaCmVGlyHQmzzMI69SoyMotC7Te3sa2vuwkPZdo8b6KziA/E07FvKGl7xwni0kE+GXmegb
6Gp3nm0rKenx55ZnR3Xoj0TINGjt9kG6cXrDai9M1XG2iBiCpcm53TmIuu6ppGux5SluoDdbN+QY
RSYsh9YVQR5ZwhNSjwLgYM6hphwfXD9Em+fbneLnw+/pX3ULf6ZaNJMbezuykZ4dm26pbkzy3Ol/
j9HpSxqEQqbiV/uSoG4vUx3T7gtIIRM6jrpBG20BRTzTAMvlmh7DzM5+KPb8R6d/vol/D2qyfYS1
XDn67ryC8DOiyeCWc4asPYl8iu4ywBpertJbvNDzTfw+FGgleLCOUlQPnN2lposo1FM19IFed/oh
FVl0XFfxZ1Zb4bEbma0F88K3hyHyY0LsGy7xwupS6SUfQnCJHGvL+547Am0w9C7JrT4IJWCM2Fzo
+gu7exio0wdJDrOglZ359vrBuTTolh9ydIVF3rCbsjFE2iKMlDKGkRb3eTnlgd5ZaeDqAFmVk2a/
KGhaN7b0/Ir7vs6wihES4SbVbbRmz2capnnqZCB/AuhE6yFLKnmX0D/39GYFJdiraj64kRiO0Vqb
Nxb53Nv+GBrzhClA4KST/50PPYS8EFDMIy3NPoq9XoN21tf00/RRGYFoVv3++vpemqphkPzZxEnc
c5vhPgsJwQqn0JyA2BhUhL05idSDklPj1bNtv8qrvEm93tTad4DgxQ1Hf3GqiqiFFJfgd0v+nw+d
x+C2w5itXdSUPqqykQeeb5h/HfiIIF3mW0u7FemeOaG/19ZVeDgXrUIeQTgfUB+FXZaRBfGpNt1j
WdgyqO0YukUk1/pjpezG8WqhdJralht/jUvHfZuGXOlmaC6BMU4qv7HbuyjjxydREKHAQE1RUu44
/6QMViWt4a4FYD99xL6coxtRYohS2XsgOLLD3Ar7VQqvOnD0dj4AGzCPIHtv0ZwvODHggHQ37E1L
hOj1/DtUUpjA/qwumAcrY2Q4btkUOT7MgOSGcZ1fBT+mTOOGos6mGYl62/lQGkiweBrTPgAR4j5Z
k6hOY1j3v10/15cOlzSUCSAZAvcLCj0MIotGS9UHLgApXyRufsz1xfioD/bgz3oJieH6gJdWkAqW
BHpgUZDdar3PTzPkxUYletMHc5uXxwE6xYPrmNP9ZKbx6fpQl+ZGP4S/HEcIDvP5UI0ZlUs6sFl5
3jRBravybi37BTbA4PrR0jfH6+NdmppNrU2nwIs8w14AoWsXwMWm3QVNO07HQcn+rrbd2gtFmN3w
CZfcEWGfTUmZijpllPOpWUCuaKPHfdBXtvA7uZYfqs7J3uRWJA4ZAbuXGnkEhGQOsxsb+L2e90+M
8uNgIpWJyABMdUpHO1tc6Rzai510gVPYzn3nrlYwJ2LwFjX2R6HRqk6WLvyyJHF3F+erq9/1UZId
tb5SoEPCPHzTxzpAoDlSACJyQaHJ0uLw3jL61rNztTg3LOlCOEASJqnBcxq29xbOFysU3QatGbpg
KjPjyXXmVzO90rduWcZvqqSPP7RV5oAi6JbyCFDYveW8XvpTAJFUvJQhESj63vp4fuRzmS4UMYHf
qJg2YB4PoR2MTSojP9Eq2/DitRMw6MPO/bNuNdvvBsjFB8dKnZOLssXHVK7mr9eP6i5d2jbRNbi3
wSvxFIJFLHi+JlZdN3ADsjoInbA/qnhwDnGq+gdoIskR+AsE82QqIi8TufNLvVrh2xiy4+/Xv+Ll
KeYjJKgTRfmWIGKXO44WIE+36ih8SNV4sslcj4UyT6IbNJhzlXO35qCHjaUtb5jqxfmTM22P/0hq
rCifnLmhlXqKsoCQB6yPfVfLbj1xcenmqamj+pvSVvu+s6focXZDcMbmaIs3MA6mj9cX4KXHcMHc
4t9NW0oevtlFbbEKjRXSSwX/pYZvnQsDizXSN2qplvv/ZihcKbrbrOHeOWHNVdWHDJWtVv+51VoZ
hF3bxQes0r5hcJf2FQELwm96AoZSO4Ob6N6aqTlCHtcF7KQF9grMDlr21AVd8wtd6PKPUHVj4YnG
bW86qPNSwI+zzb2JK3ZRhiE4PN/bOS26JXPjOmizWDyGdux4iR4BU477NdD1qH502zr1InrnoItb
+WCVxo0K13Z8zn0keqqkHpRfvl+tO/NKQ5CwvchrGBFO+TqCA0ewFNvicZV6dWcgx3HjQrgwICE4
XR3WmybFPm8dgd6bjqVt3fQ2ukMwY/QgV0jD62HLw5Y0aNpfP1AvM45NvBSkz+ZXBRpC56scmrWC
E+AWwUityR+4vp+WtFBU7brwEYCrfhhdxCOuD3rJbgGVcOmhsIfakb27fMYK+QoxZlWg+j48mbnM
nmazi46zdNtf6Oqqh8aFCuxP0dj5KSoCrxFDmf66/hUXzJZ7z0GLaVNbpGx7PvXOEaXbRX0VgI0y
Pi/GWJxMNRdHIdv24/WhLuwrtzWtoO2xAjp5u1VedYPai9Y2wZgN0ddOuOVDGYr5YPZ668suXZsb
23pphbeIkyxnK/mY9i5q6nJRRYuD6gUV4VH6GtyJwnfC7AOUgBCCYW6NfzR41BrmZWGdOpDxvW9G
MCWC61O/sMoohSreCiPQRrh7Z0P8ZIQsljQBHtydvdxtaYbNluGbYUOp8fpgF04zU0W2CmQAlX+1
ubRn+R0KJWNTDWMTZEDQn4aiMN+u9gSJz3V/4QqIghEM0o3AYNu7nZMw1YbJRMmL7qXaeX8pNWNC
/aEJoqwx3k6jDJEWMIsv12d2wRlT5dnesyBJp+K9m1la8eVykXUwuK0JYcvMHsIs6bwV4CVqJRM/
O6TzkNen1Yn/7uf/x6LPpeNLMIyHoBcFImQ3xdK021jOiujbDLtXRZ2M3hiPIaAvazZOdlyt9o3z
e2FEYomtpUnlnRO8n24/qqo1Q8pMG/MxXlLwhU6GDBVEJfULDMTydH19LxxTzNKlAUzpWerW7rbJ
UTfQi4VKYK2S+b7IXOd1P63luxodsd+uD3VpblsCzLXCGWVdzw+pWSN3ocEgolFUZhBKULkpw0J7
NBIEcCK7Km/EDJup7w6oBVwR3BiwFarqOwtknxSg17wLRBrXXmphFKSli/IS1Hf83q6mV63RVlwy
fYhKwLKoG1Wtyx/gkN9QOOQM7SYsR2DBs+QDBijxf7RhPrwC2psdHGTqXtUuIldyJnJHTKb6LW3F
p59fbvTrKYPQTiVU2Y2eDnmqT0OHXoVDs6iHRYPwTk2DehzF/ICzL24cpZeVl63DaWKjlHr4F2fn
e+F5ouckc9d31kzdJdkWpcyzAS91/lCmpXk/xsPsLaumHWatSH9dBi3x0tmt/UZzxh8apP/Rdl+4
Jz6G7q6iVovQHQ+GnJ82PZuawbV6F4rH1D+1cyr9xQmt4/VFvjQKCSMuEJgSufPujIUwbJdsslHh
UPkKLRDaWDO2t9pUL4xUCOJeh64pPQQeHdiNUjFHsUZC+DPABuiRbXFvtHI6VLEZ3V2f0MuhoAtR
S+ESAXjDS3Pny1ZHCrdmo93QulH5+4RlfHSWTnlTk9g3gr4LQxHpAWnbYm0drMj5UC5aUBTfFuE3
YbQuh1pLBuheaVT23lxZSxpcn9l23s/cAWV7OkBb93SToFS7AyFbxyEptEwfgbzP4FHHQKILcWxH
YMV1MWk3FvKF8TMSjbQtb6eYggc6n52RIdGxqln4VD9jPynt5nWalv0bfZLjEzyQ7gH0D3ySsIvX
u7FtNeuWOW4j7CYMSAWooONKSYS7nd1nQQHcoVom1iB8wMmQICIjtBd4lbP1KR4dtEYKqzU/QXS0
aIohIJSBCEJwJhhno0ABI2vn9sbltl1eLz6IpAq1rg1Dvr9rEMxYMyMvTN/pNOsPpxbpAXht81ZE
+btF69b34En6r/FsyBsn7cLWE4bCynBt1HYAUJ6vRNHZndY3tKTyKlkepty0/UaP+keEhbRjuulL
Xj9qL6NQXD76UDotVQBmNBfOB7TVtCp4s6u/DsucndDpIXQo1hbrzfOhg48raxLMOZzE6KuoNvKT
m4S0WtDnVDfugQtmxreABjHpXFnEiOffshgo8ZT4Zl8sS3pfNapGWmVx0UJB5+Xn5y0ZhO4VnSvK
IjuTFqI0WgSaFt+kRRekTjwG8NvHx2W0ymPhUtIbtbEM1nVa/GTsUy9cuu7nN5uY1CW/2RBaL9Z+
1PQSPpG5+IMymvsqhPEiQisJ6oacehry6IZfuWDoVBPp25sSpAQR+Pn61rXqu7WSul+QeIAeiJsn
Q2u0h84pNciWZTEFGcTo94BF5slDwAr2yfVlv3C8QS5sgQ5VaSp05vkXpGFCRRVJKZ+qWPYg9F4c
5rBbP5azWL9OFSTlG0t8wZB5hZSqtKIWY9h7e5qgbS5uGBp+pulT/JBFZvxgFlom0WeQTevRDIKz
W1YQ9oDIhcOtKvyFJSfh4O7QiW6Y8vZ9zzxbjM4hZN4YdI9Dt1fPV1Qglja3T7U91PIAya1FJU2E
p0aMK7Tc+L+4JQktLBbcEWAL9gtg5WkLMLFd/WkaBDw0hKcqI5oDx4wn//rmXoiqLDgoG4Schjes
mm33n012jsY8c2vH8uehbCM/qxG4mjj7r5y4RYowzdTvXWm2vhNrEABzN7eIrgz5emkVZCIJe+36
B73cfC4zuEAgESVxwnff9+x7Fkp8xkgbz5copDxFiT3fEcu28DXW/KEsOwDccTueqE/fWoqXwRb1
KAq+XOF00qx9vTEziaZn9GX9ubOSO5XL8UHDJG9AZV9aE8HPhjreThcvjO58WLLQ3q4TS/qYlXjv
RI04pQ1M0NRsoINmOJAb5vvSQTMcwSqPjtB6QX/6fIO1uAPsbEa2P65ZAWUTfUjThOjNTtfH63t3
cSiaZZT3EBkgxjsfasoHMPI5ynJcw4bnDA52g/Kj58zqllu8uIzEHTgkFwU7sZsVqicJqkih9KsM
2R80J46Qd81gdMLRq5M0ueGFL51KojqQwDTMtlrB+cx0oU0r8i82t1xTfwAPnB8xXWQaRJe+q1ct
PhSGGZ4qu0xvOMOLE4UVQZJFbRpY4PnIKx3V0hwn1jQxWm+szQzgZaw/lX2X39EyudWQuTgeLRnd
tMyN1L/9/Jn9GU4VLmBebN+lvXmn7Kn44EaSjC4Py3s7qdu/rp+Zl86Wctpm7EB7eFTR2jlbWipN
6VaMZ1aTdhQbnCheZPtqWgvrGLmZfUAdyPYcKFT3WSXT0/XhL02X5ifFLfw9lZGdOfZzXZhZzvKK
enHRf5TmabFMdHd613pY5+hWj3zbrvMg1aLNBvnPlhtqa1/9r5cps6KxtX07K0Jv5gJC39IR0eOU
96Fvdr06RnZ0KzS+OCpZnE01kL78vsxlri7FYKeykdXtrAc3MisvTomeamcJ4f6PzQneuTheX9pL
OwtzaUNmkPTBd9qdpDk13WYq0ZV1wqr1BiNBSBhginUw4tH+lulRMXq6kWQgZBKUXaxWxR+uf8Kl
3QUGSIWUa5S13D7x2WHu42Vae2SbfT1EO6OazTFYkV1Fyg7B2WHobyVFl8ajBEVCxj1CDXznJtwZ
4aSCiqKvCXP5ohepcdzI0r8bwOtRysqq7PP1CV7wuFS8AAts5QEb+Nj5BNE9r6tiME0kZA2Tm3FJ
jpKYN4jU8OX6SBemRpWA96swFFSa9x0NZIuK3KiQda3BWqdd+We1opmSJCli3+jT/7zXA3gN7Jqw
BOTWd0H9ZxtXZbmGBIuufH0wKWGZVCPUYBrwz+fW7/p4vBF1vJwdLgiKDGD9rWSwPfX3/KC0TRgX
tpZECHUbOWJeaCBPqaZ5RZpO3hyO440o4Dsj5twP2EB2aO8S3JPLbM9NPR+wzkdnNXWyhbZcxJfZ
SpwvztoVvxTTqL/WV9P6o8jr8W0cpzCD66HJTiFqaEcEBadXJAIICW7KaTlCrZ+IYEl1r+/2dn3u
P4/0xoI2RSTOTpx/nmtqtMVRzPZtkdt3WCZ6l9Dr76+PcmnVsRQL589NTsB/PkpXjTOEDJQgknSq
TnWHSqEq1IdCud19r/U3TvBLJ0gnjhsGuSVlABza2YpJy4/QsQv9bO5GT+Sa67khokJ6VM5Hnsco
Arhat9CkLw2UahCBA7vMDYf1nE/RMlHqiO01Ciw91z1jLWIP8TfrSJzx010aYjvCZmIU4HBbje18
qGp0VxCkHYlxHs8PfaTUwUK1NljzOkPrW28e18q9dbNcmJ8kOcT9wJDYYMHng6ZzPNNssxOwdhKA
i448fzSp4X3R9/2NtvHL+wQcAK0gUlAKrsDYz4dCXDOSQySQ4Lb7xMvHQR4bbSp+N4oQWjRdXPO4
IGzVBGrtu6dW6rdfoGCEnVXwtAk3ySYVwL/srIJ00EazrEwCVc7V19oe2zfTtA65h36IdtILNIKQ
JFti7nXRftEHNG+6kodkUOFD+q3vuX7cyRo+LtEUPzUAb25Eqd/D0BcfCM6eO4Gsjsrn+RJVeW4i
I6XFwTwi5ntoDTN5SJBce5MmEnmPbkJBJJkL8XadRP06bKfkqbPK5NQ0nXhqzGp546KSAeACsOqs
o7GBzFc7vBFIuP4upGaKA5EEbc0GndjrrmD3RAq4BFI+3D00CSrr9MJ21llboH2KsI+DQS/fV7We
3xtNhmo2rz54pQIaFBddf8qGWhxQ8OxPGhcttIXBeQ1PPwoAkdQ3VvOFd8L/wS+kLUhTnX/uItMN
PFaix2vx8oeK79HO6VB3tSgoZm5nvpN6WByvr8GlATEhLgX6WFu153z3wr6stGHWLI+KPOohcWc+
1IOYfZWX1X09xtmN2PeF7UKCYxiAu1TUeIZ1+/mzS1Y162DxtIb0ECmfjrwsoEAqAE1YJ2f2f3pq
hNeMAlHBBBq3W0siYS0dJZqY49TIFpl0sX5zV/RhkNhCzLhyuxsDbmt1Zglbw5EYDH8PoofI6Hxu
GnlZV9QNBBDVDycxIEJlWcPw7vq0Xrgk/nAJyw9o6NYb33dwzT5FY7PduBfJtAZVK4bAWMo8qAuF
MJszdX6O2PK7WGij70TFLYj5S+Qv46sNZ0Jkj5rInisG0bwxeztlfNg9vhRDhL4E+iGm7Lt3taaZ
M8I+HcrCiTEhutFNy1Om6uYuytC+vL4UlxZ8Q8pCraS4QUP7fMFr8A8w7aHBRAI9v6Y2FBpkZffz
Nkm8wClCAIaK8568hTDPKEJVWR6Y/vE4uCWKTYAXkQQcXT+rzJ9uwG0LTL4mNtbolhOfz2qBKaJm
4Mwe+gHifiojVNca3gG6vnYvIpNtFPKGDeSGA9xHn8ZUABCZUNXHxYZ/OQUAqKnkzQNYA02qeaDm
rbcLYKMbJOcL/gYcLmk+5QV46tYuO0oJAA2U2kwvMXr7t06g6HiQdq0fV6sx0qA3eSXs+kQvj4it
UOCjor3H2bWiGW1DweBpxnU6FBZqTzq65ofCXIGqp2F/Y2FfHkoEdiibgJKhdkLJ/nz7CqGyVZSM
JwahnWDe9SggKnljVi+37/vDmtRmaAxQOtx+/syPokUWxdSooUWhV/hGtE4amDwZ9Xqqhxzk5qK5
6aHSO3kDSPhyMQm8kASxMAX8j72bHJkQRo10NLy9Jr8bwja9s/TJCdC41B+lk883prlZ8LlLZTyL
Mo0SiHFJubsuaLoXbt25oKd7qwwsNZf3gytU4BozEVFI4bSSTneoCusWxe2Cn2No2CW8T4YOirMv
EvFAnDYBqDY9yUMeftRPPCXXSxG0nSr8BWzyITLGFk3zefJlIeajZmvmO10C4b1+gLc57tcAoyDc
hQFCpL3zB/0I3MlO8XKaMWYBctOxpxu9erDlciuyvrS9nCtq80RziDjshuIdtUkTIcoR0dAjfVab
s9cai3YnJFLWRtdPN6KBi+MhQ4MIAFXO7wIbz09xl5vGBGaU48TBCiKtYAEHO3/FYzwOXNluuZEC
X1pKcCNYJg/AowiwuzAGe7JJGRByyBx9OBg6ekhL7Iw8XsQjDNd37ZIb2Ajc1L/hhAJ1ODfQpOPF
MbNkKFSgkaMnkPPNTUj2+iiXFhDoAlVEQlhKxNuEn7mBaFqiOGxQS5tg+x5C5HAPMTKHSNWln9Wo
fk4rgoB5i6doxGD/mIXYN25COp+iVgYRTtc1RFSpccqzUvM0ve0eOijeXmeU9o1D8jLgoZTH3EzI
DZT57V0OZmyPwSjVWx7vrgGP1lJEsOdlk0RXEwlHydOSbx2tKXjbUqsf5kyff7u+yJecEBRiYgwu
THjcO1+LosviZkDAvCVZYj/XeR6gGJrkhASj+4GctyZ54bkJza6nX66PfOm8UrAlwuG6VEz/fHt5
waOs7In1dvK6OQJiE09ptrwZOnP0r4/0nWi/9zJ0fFFyMFCIBr1yPlSZSz2z9QhT5AmV+CCi0oYw
GQ3OX5MT2o0vilyggKaFduHbZiT1A8Ln5WuETavfjLBEgsgq6to6mHNpREGFJDTpU9J302EeqnE8
uHE+TR6PFcyfusQ2vuWUnHuvbETR3QH2zzpIimVNjcS206+m6uc/M3t7Yo4WANgNma7IHtXrWN/A
NVw4XBs9CDAbHoGIazOwZwbUV/FajSsk8WaGIhRnPF2D5mUfbLplXtwMvIvh2o0nqNUd8r68BRgy
Lo1Pdd6SKPVgVnsDds3OrdFgNBF90ZPfFxMNZaS1W/3LlBsdEr9pyytiBkjUgyURxTpEoTGisewu
hnWq47aRp6wfwrcyGXjEDWlnHSRymzerl9Wqvo+K/0famfW6bSxb+BcR4Dy8SpS0B89D7PiFsJ0c
zjPZbPLX36/9cI5FESK2L5AEAYK41M3u6hpWreUgoxXTdGHyKCmnvShk43zSFAbn9IvbgHTgevey
eSmdpCOa8zRbhkYwFx8nCaMgWfd8un9At0wxrcNjwXUA4b3yAlYxNo3BLeTIALXkq9GkMfqFp6IY
dgqz6levroIaDPqvqdUrWKF9hfgkq3Kc0XgWZlN8XVQ6dCDpg7x0qFr5IJ16Od9f4aZZR9WaSJBN
grrrzbTtGDKVlBX6rSsgTrV7W81NjnUK+/HYfA2CVDtFdrcnUbuxs/RNTQMiF4axiDKu7SZ+X8mE
33PUO6t8yGtokpvBb19Fpv7z/go3LalZQ4I5hWRc+ZicElQAdbnNsZbl30UjvXNgt515cOw8+HLf
1sb7y3P4P1urSFVC0VbFIwFy0hf6RwETzrdGdaTvW9lcEcRQFE6IFJ31wLWt1/5UmA3EHkbcgtpu
gw/oaFRPSBLvTUhtmTL4SCZpqJq2WJ3KDE0SbjPljNGIh7dx2U0nO+0ZlSqqf+4vauMgEkvQAKF1
R264xpmK0pOTmURkMHMH2gkmi7PmT9RzYfK95FlrfJgl4m/3jW59L+Bs6lzQzCLxvT6FlA18mONT
SOlT2E/zrCo+a0w6f75vZWsTyakJIqjrKpXtayuUSEd3blla33Xm33FX/dtUpvfBbfM/OOoshcAE
5imqWKuvZXkCTCpUncc6ERQ8od4s0RNlLmdZIu3x5YsihEZGGVdMzrKy1Vhm6RbBZB2RjB1CgOoD
M+LLJ4m4R3jf0tZHIn6G0wViSPKslaVkNpSQCp7R6DN5XuoY9nrkVI/3rWwEtYSW4M9UlYmhsVXo
3FSOP7nQYRy9oftBoNfCCQm6r4bW5mi4onm4b25zUar8SaiuMs3VopCNnu3GHylJUA19VY09CVZU
eKhG3bezda2Y3v+vHXU2fws11HtjQuNsHa2JqSzUSpqDabcjqJ9gOefN7D/B/T7+dd/o5l5S2cUw
jyYNoWuj1BFzZy4X7nLumWgmR336RaTzAJ2/572Oxt5JX56S0PKCloZg3SFqV7/ot2XCY9lno87J
NwYEUzW0TfQG/U041I+MJ5s7Gd3Wx1Pla4BNMP1AJXptratEZkkd+chhYQ4gaDPvwRKRfrm/i1uf
Ts2V6dTMqFndtLkMlEfSwYSymw7xKy+iGjcUUNJXc5IyJ+w/T0H0n/smbxdGlcWksAMA0oVUSAWO
V9s4mI0xcQkKcoMwcBr3A5Gf/+m+ldvURtVyYKJmMFOVV1b+sC+FmSRM2TJA4hUXKOjtB5H23fuq
jRqlli1QC+tdcqxsPN23fLulWIYkk1oyTouBsev12SMk9KJjfRVaTa8tzUq/gGcen+uhhcEoLvqz
tjj+Tjvv1v1TRFJVRwWiZf5Kbfpvm0plsy8SbiEsIQJu8mWA23Cgu18W6bjjVW4vnjIFlhN/+6te
dm3KSGMXyh5MzbXboUGdBseIRzSU2fBz1qI9sNiWOVwmZOZ4TLBFq1s3OBkd0YV7nouxPSpMHhLq
ORJ+TPp/zpFh2anjbh1P5VLUKCSxyBoWnRqQBMGzgY+Oe+MQWCWaqRqChi8/JGAxKEj9KtisS19Z
BxseU4egTII+fUPaO120KcOjLBMSqWnrh0zLVeF9oxtLo1sEo4iacQQlsT6ZFMtRp1KjeVo8PRcQ
wJ8C0Vs7j9zGUSTd9GnU03+k47eKd+zWc8uhwMpYzqBsvQphT5SD3kL5lb84nyHWUaUT/l+qqOue
20QBSqA4yBuQ6VFIpJUd/MRfwmBBi8VAzPMoHbRM7u/ixoF0adGrJhVH5KbRV7WIuSACSK5qj38b
eew/0ctCLF5Dc96PynznpKiPcp2zqRFZUBa0puhlriG8nlPSnF1m2MD8eXpnZ5M8MWfsHaGGQTug
RVVTKTY+yTgpP/iJucfaePs1mYkggNBpzjC16qxClgKhTj2YPXD5CMF+891Ib0OYmsvTgtDeuLO1
m8ZUyYIP6jJxvUptymmR+rhUDAG3EHe16Wy/6pYZbvymMHYevtuxDyhokMFWU/OUTeFnuHZjKBSY
RT3OZZhMhWDmR8iTzpU4Bdk4P8doxr1yJCRIMnGYBdbkK1v43bv7J+n2PmKXNpV6oSCPWQMMQNAg
kbhAhgMPr0RsyWhOiIYm5z+wot5Zok5iQFtt+m9PAwk5Z7TwEUY3kUxMCXVBUFDzu2/l9laoIIUJ
GlXUY1XmtRVr6CTc5pTQrJ4yt5Uu4tFE0fMpdSfo3pB17Xc+4Nbm4cMsQiSo3G+g37HdQ5IMbCBc
Wqv7MKBD8Fo0fv/ix44Vgf0Ap2IqhsvV5qGiCsHtklRg5XL7IZFM/RcLOtWBLsvDYMR79m6Dh2t7
q9durmkmM5ZShd6svS7AQn2BmXV+SJ06Y1LT/zYEKIy98MsxSUzPS4HnKNbdzEfoEYKmEPOVoTQ7
G/mMEakg2+sebAU7N1LUVO/bu7nk2GMegEKUD2/oDZ+al1RLP2SCk6Il6TnpGho+FjAGfuWw8+D9
autcOU9ly1LtAw4JI9OrKFDiHmuYfMuw78QcoAYj46+cJYnw9SjgrkvLimbbXBzncgxOLbJ53/U0
M0sUxHVEgZYESSjTglkUbY9XbV6UlJKkAFqMnuN32D74/WVZf5nRt3kw3G5+L6K0vmiWqGw0nJOd
HuXmzuGzaLzwwsINd33HqgaeZ8l1CtNSuq8mHTVgR5Dx+H2v7RyKm3OoNg4z4DAUz+gagDBKz0LW
j9ekcOdvzuRX36eonC9VNiRA5tsetVW7SPeo77asKiQYE5D8fTP7VwUJMaUly7DWjPkULLJh+AHp
6giqnHM5aDoYfdM4vfw8UjBh7hj6RoB+K8+15BlKt65WhIUDEVmXmXPYT2jnNEO1B+Le+oAAcEFO
GpAJkttdf8Bp6WcvBhkQDiC/ULt02mOeTlGIIuj8Un/MB4RSD3J3sAGq+HRtKvHjyZ58G00ixJsv
Ht20UDiDOGl5kpytoIz+ur+Lt++pMghk0Wb+ABaINexCk5TbTDAroSFj5MUNG9V0QM7F09hp9asp
XvpnDaU1WHnz+p806MyTp2f1zou6cYCwAuaDoTXaDmvOlqAEJVhXfo7MZuqFXWrV4SIR4nVgv3gT
REELSbpd7Rjd+Kq4TmJCKus8fGtYS18OTCr6tlKdsdB7y6Lp02J4PY0XEBL3d3nTFEUq8JoMdxCX
XX/VtmJUeUaSM4w7Pb70fRGfhW+Ob3qnK17ubIDqKFpRNet005yHflDYVqUpRXqU+epo8c9a28pj
XXV7pY6bEJfoR5HZAemF3pkU7npVcZkpfBLaboTPQajHuXNpICs/OiIIfrpOK0/CgDu1U0gF2KT2
0qKtTQWUrTi6SCUoSlybb4mIXARDC9SOELITowZ1a6ObR6OJxp237yZKUiulgqRoX/i3NfRi8bKk
LZ2xCBdL6IyPdc3HAtk/trerHozSKi73z8vWfaB4SvSHhqZB2eV6adZIgcTNZRHmsdk8lZ7TnurG
rM5Q/dBIQ5rykCVZu+N61DO0enShBP+f0dWjm1KVQwoYozKyIN4a0QH7yCy3e6mr3HvMLSs5BznK
dQdpm/nf9xe8aZtSFpgLMNTAI68X7BtyHoS5kK7IwXpeKn04EBk6R723kmNXjd/zoDKeRunuIfa2
DhHlY8WHC2UrOJNrw8FcVSicpUWoD0v8MJP7fs50Nz7irvbgn5umiNZ+PZOKqenaFFWtomr0qmCc
wHi/lLr3sRbedFxGPXppVYnjagXgY8lNFG//alFsmrQZ1ctDQHXpcekX7TQhLX3KpNedX/7hyMWY
eSfYA4q4jm2oCWaujruBI7R6nMusaw9BUX5oEQ+9WA3jyjyS2jExO/n5vuWtl4s6JGSvmPcYm1Pu
6bcECbQp/ISTg6dbNCM0g8w6t53eP/qzi9xsJ1Ea9VL/i2iTukMwjEa60BDMvv8rtm4qrXKmq3AL
vNqr9c9Rmqu6SR4OdhY8jmYCSZ9dJUjGVd8NdJND2jl7TG43KRSfVyFM6BgR97Py64U3qVmKuEEu
bUiZ/ZR2P76H7sffKahtXUkGUmAsUnUMBj6vrQyM2ssEPWHc6yjfVjbf05+R3eW1/OZFTrMc28Fr
3swuLBY7m7r1sDChxzwXXR3esNUCp0rAXoRuY2gLs2uO9pBOJ9nn8YPj5N2XbGj8734Qy+TQ+eV8
7Bdf35Nm2HL4avweFAasHkQlq8WPOSLMsZeHLo/ckfQZZEgyZuGkU73JKntv2n/LN6gXlOgdHDVV
/Wt7WevraRoQAPlzsIRG62bnZoav348wf//Ebi2N0R+SfqpDXNu1qU4iC15bhD0BSqBB7bvM8Uf9
Q+FW82nqF3vnHN0uDf+q2DtpnVFdXHfzXbszliiO81DI6UPc9ePToBNoFmB43t1f2ZYloBhqUTAk
UQu+3sRC8XoFdp+HZdaMl0nnsgOOF+eyE/bOCb1lDFCID/6iI61ezLXfC/rKphhcErFqqfzb7HPR
Hmy6xemh66fl40xn759JFvLYB2N6Tl1nhFmschGPz/lB01TveMNbP8SPUQSpuEQmL9dAQuQdPXtY
cvywlhaf6sqZ8mPh9PaDO1GuOkRl03+Ox6aKd07Tpl0qLEphArjButU7mvT9B5HlIQSoP6WmpSfQ
B96r0aEUTrY9h+XoWB9f/p2Z2kCWQPH+3aDsA/pedtnWaApPRsGc4JSfvWzSX88Wihp/YIpXDXo8
vAB50vWRWqYx5g/lM3egGs+Ony7cmNZFyqTbE6C6vZcmcA1HQevwe8Dgr031cI86o42pyTZrFE4Z
dB+IccM2jvUH0GZ7rYyt26JeLUA2wEGBbF7b61J3NKui5bZUztvE7+ojb3l19odkeby/iVsrI1Hg
dCiQ5s17hYaN5TOjllOUSBUlEfMKS1vGB5mm/cehmKodCN3t+6hgIkTNTGKQVa4/mm3OsebVXha6
Rtuehaf1b1u/M18KhcQDgHxRfP9qkH3dpTfMmhp/2WQhbKaIk2qovzs5ra4Rn3O6v4FbC/rdlPqU
v0U6VWoPVTJgygdy8DYfouwCg7f4g6tMHkUTUgfVbd0U3XgKjRj5G7jCcvkcVIP/OupgE3WEjH54
FePNzVDvjRNunA0lNKKoV/BbXOfrpaH/Xeo892lIF+2fKKJ0AzbAQwSDObM50veavBs7+YtjG0Ap
ST/cMtfmIsioEB20UzgA2v7cJ658B8nly4TPQCWDJ/tVCCPap1mxPoBdYJZ20mJlLBvRARCO6mML
ofA3mWjyDeDSvY7Exl1mHoG6ApEoN21dC4N4z8eipc6i7I4MfTlHN0lQ4M52OUe2dpAHj8IC9Uxe
v5Wbom9fM8fGB2uDtgtFbAxh6Sd7zeqt91WVMJmiIkwh0F0lS1aSM+SNvw2LKdIPyJYYP41Is6tD
lCpWlUKpxCBMECYy0C8xbElHmE+KC1qk1XEq3fH7/Ru4tcEKjaBzQsmq1l0nmxHzydG6FD52LX1r
LEX0Gn8HN5Ee76EfN15Uj+4ojUq6lEyBrm5Ej/KVWy5NGqKTUhwsr+3A4ozoqiZpJ6AmMiKAR8Hy
8NIFqqk13lIYuUkubuqOJh08X0exOe/S4GTKsTvkEl/gZGm2k53eXnmL6WHQYYy80wRe6zuA4vca
PU/TsJRTAad+K07g1dBpqRnmDwyYdO8v7fbEAt5TRVXqfCxynaIxDAxKbIBLf4Ec7gtl3vLEpKB2
uW/l9oRAmeSRJnEv6C6vkRxjLt2CcfYklMNkhWWbtXBk9cjrIPxyuG9qa0GMq5KTwVV1S9Q+VZDM
IXkfhwTrGqA3hpEnKvzhfSvqIl+Xg7BAQZhpc04hp/naVcIySkdQJDKsoKJ6r3dBdnYd+KY60sJL
zv928GKtet+38x4oZuOA8H5TWCQQUt2mVYbCcLknAwRjQx5fZFyGYDz3Vj//Wy0ZShFVPu+c/U17
VEx/jVRwBVZBHoJLUe8M2Iu6cgY5VRfHUh/jx8Bs54tb4O52PuDtFSdvIMij9Woocph1otIM8AqV
BMd91kaXhgldaE0X8xilUM3Tp7KfrHTMduKVLaPMpeLDSOohF1MH+LcgQuQWQbmUMmQ4vjqZ+eid
vB59K8MdtVeuGdfvU4TNdmKKjVsBNPh/RtXW/2ZUNzvgEWAfaIK60bFuF/+Z/tN07IYi/nD/vG6u
jwgdXn9uxs0Y8pAX3SQaziuauPMPw5hQzPBTrTqn5qyFfclRqmrvxQNjpIDMHnLlKUND6rr6lDZc
QrVMChnmDuMpNNzmUMJA/kT4GVDac/yXuxnsEZ0hHaBy+NVXbMYlQDCrkmHmze2RKGc42TBPHicv
8873N3TDAZDV/SIApOXFW3T97aJI60U9NjLsads8L1AqnLrIYq4oyzLDeIACR7tEhl69rq0p2rG9
4eLo7KlGGBUY6iGrc5ObMhvbYJl476aPPSpKb2VrZ5/uL3DjcCKfzLQxtEzEGutKCAGTUaHfOoVj
YilaxTG98Lw3YZ7O7U5KsnE4me+jXakcG0wDq3AmSPN8rgO8p1/RmO9ysVCM1Kun0qHVVzRZ/5dW
imLH6Mb64DWgeqf8qMGDe/0BZ11bqMqkU+gGMjigBq+HMKv3D5k39Yf7W6m+x/VjwfQ2o+EMpVN5
gUzh2pTr9JERTAz4cyLTbxoYuKPNbNQHCnhlmFHz3ykqbdoDrAkIB9wRhY9rezNgi2bqiIfs2fGf
ykKmr5MibhgxlnH5ow3Gcsfg7YFkgbRlFT8b+fK62dT7STtJYxGh0aGLEiON85z2cth5iTaswDin
sEWKCQgY8fWySj0SLso6Ywh9RPqgEBBPRmfuTdpvbB71GqYXQeFwKte1okVY/WjwqqIeCUrzUApU
faIpzr9o3Zg+L0YX7RQANpalhqQUNwSlKd7Z62XVzlSn9HPHMKht/dJ4Qjsl+3P1t3eMsJUeBLw4
ys4aoLz4Zt4G7jKGg9On7+JuiJ60bk7xzJNBJXn03sFe0u18sa29hHOCMAUOJ5VVXi8tTbWReMUZ
gTOV/g/4fotjzGTMQzJDtJ0Jucduc3unSb4oOSpyTsYD1ijNPmiZ+GpKgQRUKU9mkrZPnc2BoXC7
h+Dd+Gq0VgBRUWpjBnM9MDyPWQDip+LIV6J9ajPLuOQJKcl9z7GxIG4xSDDF5syaVkd+cTKt8w0W
JKOieGdm3XDK7BplwWSPVPXWElARYNbM0IOQsdc+gz5V4g1ZTSzi691bu9edT0FZLuYhndog2VnW
Lw3Pa4+ItV9fCYJkXPDq9YRlS6QI5slwTJNawP5dKWT+kvreASoL0quFBsvDGJezuDjENBD8zKkD
cVSV6aSwje4UhwhZ4p/Dojn9MQ+G+vM0zfNPze/TT3Nii5/ErQEYvRYCtIeZ6rJ1KCbTWsL7H+j2
WjEBSG0BdgxFk7EGiAhRTrkVp0OYxpRqDoks6885HaP4UEJQcoBWnRmsYNq5V7dsB9QmKQwxSwAx
K0d+9XgFeNy+TJohFMx3fZHRosF2LJzFODXjOA+XdJzcs60Eds/dxLy5O0fWfzSva9zDkid2sOPC
bu85dNvkjgq9Aav6WqtbJgwATDQXwhra2OeeTPk0x0VxtEQ+POepF++8N1v2aEcDGKErzplVl/O3
wNlG5j03soHgq3TMYwkn7iloGbpNgE0eRjSzdgL128tOhRstcrISHMzNg9oLOipFTVyZemkLzKHj
Blb5XrS8ZUW5Spq1tNtx1derQvwThDY4zFBUWXCpkb89043qdk7s7UVXRESKy5AHm3hkFRyIpTPq
GGnZMDb99ETJrXtvR21+0LmDLwaGKFPEqEyB0wNewweyGRx7EbSE/yiKITldTt9KDyFWQnL54EZ1
/Nf9y7i1NJgpIFyC5lIxol9vYAO9GpNMxMWNLf1jBxl5djCrGooyyy1+vtyWCkQ4ftTtKdlc2+q1
ZuTAwEw193byzOsXnSg+5a+FNld7mlIbToYDQayqlJoIFFbr6qSs8AQxyZs+6g+aDLxDZCb1oQF/
9NjOjjyapOmn+wvcQBBAYEJwDA81DwOg8usVRkYrg0FXPlq2I0DFNPlY5tN4TCrulz8748MMNdij
iTbcsW/15dzPwvh6/0coG9fvhALdUboFrgU36xrFIIM4WJaCLzq2I2R9kyIe4SmY/B/37WydHAJl
iLrUUBrUeNdr9QvPG+HnIgNZqBOXdBMPReM3yMY2cmdft3wXNEPY4ZklTV2Zoo0wT9ocQWnGPTxk
cMidmwwKg8zvnt18En/fX5k6h6sdJKqEJUYFfhYowuuVLTJPkYxVeWrlGMiFgtMc06BpD2JZjId5
QJY4ScbgIKxlj2Bt49iqGIwMBA/AilfRHxgNwyy7nJAiXnIUxK1iAHNCy94yB+0rjcLqIL1GXu4v
eONTXlld7a9VxPOyTNQcLKh/HnK/mJ+NOJbHJhj36Fy2F6gq0Yo0lGNzvbcsWmv1Gf8m9Tg9S9ud
AbTUlDdGnmOk06dnPzf2JC7UH7r+oAqNCqKYxrqzRkt6US0h4zDg/Mt1FwhcF7+JpqV7cWuX15V+
pAquSBbWpKSFnHQoZFNevCD+OhSZ96FYvOjcWSNjqfc/2K/0d70iSn3UvYmlUEJU2/zbaw6DQbQM
NTgZt/fLt05SjI8ijmwAxGn9xpBS+2eYuyE0e69/ghG6/mBN+bAccQ75h1QsyXszcv+JEzs6Em70
/6HXSgm2cGbU4OJxr9u4dZ+YpCNPo/GNtteqHBrFE5yEDc+nmSyKWApe8KIDXFkDMgrhcK5P8Vgt
J/r62s5renvaqDPjDHVcMu2P9Wmb3MEZcs+Dvkpv0vnQ+nnzXq/0djpQtU/fGcvsG48j4z7xjuHb
G0VNRieFoy6KDMQaxSCEBWRkpgI8zK57XoY2eCbFLw6LiKIXO0dMqTk+CJ1pJa3Jqt1Bj1wp8VbZ
rFXM73qiCbVuct86Wt32h7y39uiKNhenkkXAIYBj1hTkutZ2ELaMvK2DM4XAjNxziYbGITU74+H+
Qb89OiyOviq8PUDKOTyrcx6NZmbDfxSWg2efB3PJ/821yn+LUm9/agTDfs7AIKiu53sQ/ds3B8v4
KDp0VFAooFxbtmKrbd2A2zw3izwGuYxe1SVvXBJNEOVUedN9vL/UTYNoLNG6puwFZPXaIPFrOwep
Cph9r332GOE7FHVWH8tOmuckBRx83556xa5diE/RhzYWqiwqjV1tbWwbqLw0eOISHfSntLOmp8CA
f2dG8CmEl6n4WAPmuNSiWQ720n1/sXXbU0V1ix8ADHqVzcZm0Y40BkkCXZu+cpxSuT1YpY/3Crrh
mDPfcWbErHqdpeNwMsy2ON//ARuH+OoHrF/aqdWMcvKGcGjp5NEjAUMylOJV78i9Qafb54dwgv4V
vxdAKy3o6y8rjdwLEBMaQ+Su+xAaSChA/GEPibC1ILwdF5JyIpyw6wM7TY7biHYMW5eWfTTjaOZo
RAo+C16snkElglI6/QkCFUW0fr2glP/YGPY4hnqOSmpk2PmhmuAnbOZSPybaLofU1tIYJSRkYGVE
e6uATFSdbJxGH0Mnj6sHX8ORJkO9vG5Aah7vH4tbCnm1Ng7krz4oilSrczHkWj0CLqG0SCFFJ+6i
kX3IZ837QV8rWA7I/zpnhJbn6jKbOkLiCfQ7b/0xcUrabSMkQ6AljPFEmbn+mM+R+6qJSQQu93/m
5o4oyUZo9yxK5Oq///b+03ajGFQMY2imQ/cwCripZJd8SuMi2HFLG3UTYkMUY5n1Bw1IpfralBR+
HLSGyceum/7c9TWqdBoV3abL0OOtKvTgzGY8I5cjuba6f/Qhy31iWqvb+TQbDpIfQvxAvY0sYP3s
tDMTuCPcdGE9FkGMy1icA4xt7pHU1mJUMfZenOHwxLnsMCkA8eq6q5qg/9aUWTyFMknHR88X1CuF
oOjmRNrO2jacMTMDQM/xFKSN63aHXtbg8eZJhJVrIUDAeNjjkpVZiMLIEDJVmDJOoIuHdkmW0CrT
PdDlxnGizk01DtsqlVsd+tFlijatfbotaaw/+YX1o0R05y/R7d6vDV9IDgf+kQtGJXiNxG7tpqn0
NIK4uWqs0zjkzaclatMdPoDN9YAxp8iMbhId4esz67SFnZCQirCT5fKULdN0SorUoGiqNTtfbiNC
oVYDCwajLuC71+FX6wVVSQdGhI6blJ/Hpa+eiiiwPhhmbh5EgyRVlRryUA72y6tS4LsppVCXMkDZ
BSsf4GmcKMDmAm6P1giZtiHMbevsNCeDtRMrbDoBxj8UOwxwHpz+9YbCZzz2g0PnrxuC9qwbZXwp
q6w+yTz5ONRO/k445vAKZ1SGwl3ywxj49WUkIdrZ7S0fQETNbDljysAkV87IGH2/9etiCusZbrxD
sfQTUhNGIb8klQ1WOpmhD7vvajdyCIDQjA4zQElv11rdDXs23WLJaOoG7ZDS8RcWglSu9+zPqOtI
lMeOWgRf1H2jW9dEfVga4TCski1f7/fMFOFoOiP7Tep0KFypfbDmOnt338rWNSGoVgeIKIwh8msr
Xmaljt2hfmcNsXOKIlEfIK9r30iz3hsu39xFzg3vCNUigA3XpoJ4zkYUvUSIpjH0iUbEdG06ivoE
CeS/sHqJz4Vu7+X9W+vjwQJJwYnxebyujdql4YxuXU8hnBySQzn2daiPrvlmLJw9qYWtBVLo1jmd
qsuw7tsV3RKZUzLjcgyR+I+uM6TphxbSaOezJdUrFdcQ5DrmVOx1hrbuBMBTagG4NF6PVXg5LbNt
D3AshI0OJ31M/B42oh/PY2pMJzCFe+Qce/ZWoXtkRNJqMuylzZCFeiuSU9F29VmfA/8cC2uPVWzr
KzLIApKQf6jPef0VFZWQGOdahBoYti9I7aGJPUY2ogBdne50SfZsrY6pJZn8z01gAEBQzNM0O8FT
NVMEq+dkD56/aYpaMa1lMK60EK+XFQ9WCz8kAACrKZ3Pw4j6SiJK/SQ19+Xje3R4QWzQdlPp9Loa
kYtAm2qTs1lrXXCB3c6/mF1fHQOux/m+S9lyXFDhIIxIDE3WszocPEB+5ZhChMxQ2capYj+FGkDY
88pbh5BEgNMOMxO465XrSvKUSrvtE5Xabvre1gqXroKTPTWeHfeHsV/27vfW51KCrYxBkrYy63T9
uXxk4eGqiQHMEqGddXe0z22FDFskR3On6LFpSuEbEGrdmBGhsxtX5hIR6OpzdcoRC/3EwRgpBzjZ
jqmtzwU6lxYJlVGSxtU2dpFvov2bijCIRP9YkdZ91LRdgYLNBQEjd3lG6fquwUqQcy1+AoNQWDNA
ccncEt0rV4z1Ia2bfOdN2/LDoMz+a2v1nQartvzMA8AA0UBxYYrJf/Y06X8fCmY6NT3xwoypsj84
9fTrIFgAXk6pUwWJv6VjRdYM7Zjhoqhq1P+WRsfwVjz40U5UsLmPvyZw1UwzcJtrM05RZGM1cegZ
bs6yR6OI7Sc/trnEY7S04f2bvGmMESyF1VAY5NWz0gHxquO5IScQvR0drMZJnuah0+aLbeDlD39g
DUAA/JTQEyHCfb00A+4qXeTZLxhK/caNJhRBpPUUF7u0XVvrYu8QsgGkp0YCri1FRuYZGuN1YIeK
ONSXqHtEBeRzImptB5e+lRqQe5BCkqbDK78KP9yl7dwqZQcb1Ky+aBJSAa82c0V5nZ7EMOiHSmrF
cZHFl/ubaWx5RxUiI9II3Q237nqNsRtoeTmRZQ2pvTy7E+LetTPXl2wUkLqPmnMpSlu+axuRfoU6
KXruzCxdjtB056c6qfuLm8XWNz0aS/dV4SbVv6Ml5v/c/5Gb30G1BfDhNCzXhxni8SYzAt6/QJ+c
j1kyga4ttPifQGR7giVb20FjBpQFgEnVhrjeDqdiJrX1eJSqKICfFv9wdvsZUn8T7APCXXvz1FtL
U9AWIl2QCUBOr+0NlZHylEie9nyGSKxysy+2Ij+vB/9PkkCGCembqdwTpstrU1zdhP4kS3PbDBWG
OR/p2yVBMn2kra/pf3BL1VPhwwTEZNc6/aqVriBTGIR+RhY9wD8wPFRmah3RM0xO94/H1jcDBafy
LlAr4E2vFyaEl8T2RIFYqAZ+bKJdLSt7JpOOcwS1A1F8u29w66NR1KRqAFyLhGHl74TdDr6VZkAl
e1t7jAsTPuhKJAuXdIh2HqmtZxfWOQgOKByo1OR6cSTzXj3b2KqFLT7kuTtoIemg8I7317RhR7VZ
mRpjepF21Opd8sx+rkrIakNnspJHp5zbUxG15d9/YAUgADAc8qyb9ioTPaUo45RiZNn39VnUifkY
p+YUXP5/dlZnnQoOyESewBBoljzMvmyAbiXpTuvul7zYqjFCoZlqp0JQEMSuTp5jB6kw0H8NG9NK
5ie3qKVxqJsCtyTaIv+qD2n9fZrrbnyw6sIgGRkTBvttUCXf0bIyrZM+O/2jocdaAj+PZ+ZUSH0x
HJjRGr51lWFoh6GEfundgqx3/EZ0eaV832yJg4gqazmOzM3m1BYy+9HvyR9OXZ0vn7q56KKd+G/j
lqnxPlhhyEIola3qOpPTMyYpkO2NKuhw/TKdP3Z17D/oU5AerN7ozy//hMSAHJZfGPJ15yCPKjto
4H8IIcKFL3ya9O7gDU2zlxNvRIHU45ikJX6mCrYuN5h9W2ai0enudB3TZyZQf0I0PUSAYzhrDeHL
QC60cz43PIgapaDhTNWRpG7l9gHdd0xSsplaNepn2m7Gh74pjYNjLu3OId262Iq3kkYPDAiEntcO
ZCwopSB5PXBGc4eqV5l/segD7wQwW1ZU4V/xcKoRPnV6fgtrG80UphZXNOlaXfsKnHTKDhMl8fD+
odiqLqpYhVa9IvHm5by24wRDbvemP8A2nY566AX1+MbMpPGPExnV/NhGE4SEbdfH0+upq4aPKLXP
PzLX1YyTbeSomtz/PVvfkZiNWg6qRgwfrC4FMMUmAyuKn7EoWC2xYT4Ag/1PZQx7iOgtS/C/AdNS
AxUMxl0vvJ10qUcLcug+ZbC/hUF3C0rZXB4iBER33u6tK6G+JYkD9TCmia9t5TLOi97S+tDoNc94
bcaeB4JRZFp9tKGyzT8EmeYXB8j+5I/7+6n+5LVDpW6Kl6GNwguxikbnvuh6A0XbMHF01EXmoUBg
BzWet0YQu0cm0ec/+IA0QJms9WiGMh5/vdTE0Xxb0wSxQ4Hz1TzNg0oZOv/GNZuds7u5NqJKNbBP
CW5NslCgb23nkzOE9WAPj8g1ucfIScRFuM346CjO4/t7uXliQO/C/AZSgP7G9dI6SsGEs/gYuxfR
c1Jr1qFMA+PJSoy9zsbW0mgoKyF0KkfAZ65NCbiJBgFTAHPDvXMZxZwdk8ZLz14fDX9p2N8JVjbd
APgs+L0J+wgj1Q/6zd0Q8k2wmjL6UNLZOZZi9IPDIOVzI6slPkxlLz9Xiz3/dDxk+Q7WKLML7dn4
vWvl1d5t2drn33/L6mZSmevtmAp8KNgbqPAZ2YQk2IECJYn/4NnA5wFv+cWVsAZ+JIklkMNhegaW
tvGY2pUBaDPrz20n7dP907Pl0OH/VZdQqXytn3tDnzKI0ch9k1nLj7lpTq8ouupf71vZ6qEDlFYE
DJRSFAxq9SF9u+ulJkfmX2vPPWWTMZ+t1G9D8P4MGbv+9MqxsvpVUgHH61tnng+Uu+Rw7vLRY4aB
IssFrHf9qYoc53EgX96Jv291kQkJQMeCEIbokzO+eqpNCBMrmMWYWDK74d96ybzXtj7P8lJxjxmg
7ZFBLnOv5yI3kf8mLuzhZ2Jb+Rm53ex72lhGCSWu9K2dD7R17OhXkjkafB/yx+udqxrYgQzK3UBP
Oy89tlPkP4DJdL71TNbuuJKt+604AcgNeOjARV7b6rIRlgc5j2EqJvkxR5HkWPlRhAiYthzaNLXf
3z8WG2tjoAm0MBQEjL7dXO+uXhaiNdamtfMcVoEk5bfc1jVPhiX9fMedbFRfoIVmoBt3QmN2PW1q
Q+Y6CZ9poyzy7YM7wpxe2ZN3mNqmeg2a1zynuf63Kad+JzbbXKfib6PSztO+BuJ4fc2EaMEAEoXI
KbTN/+PsvHrkNtK2/YsIMIdTkt09WRqFkeQTQrbkIoupGIrp138XffB+Oz2NadjA7sKAtaouVnrC
HaQ8hSXgenMKr4ksXACc7xzzHRpN+oV6+dkaNnCTVsfqONCNU9x0q7bjJlA6jiT2xcYYBomVDfOz
MLhKjLnAV8BZ/7VtEyPTpITXi7IbnKvzazsD3pSPNLe0jqxjHvk/tR6aw4DGxZUde3m65GRAMnbL
iXNv3SCUHah76qzTZhkfvEZ4nyB5hXfRjCuKmfdlvG1rkNbIxMeBswaHUGbXXoYLcRQR1P/9hnM0
awhDg9QDqXhlD/33xaTr7OMl8hlBg+ZuXoroeZB1eSVPu3BxE4fSfebYkNOcn9Uhi3KjrsGHTMM0
x0hq2PcZIeqVUS7cCDt1gZ4U1YLdm+X1jSAQYB0rn1EsHBu+iFy2MuncMXja5tU8ZDmlmCsrenFe
LORuyMjMzsMZ0ywGnQ0mH9PN1y2uo95sYzuP3N///u6Bufx/45zFMnACc0ySKTbS4lDHeamzQ6eA
1sz13F2BgV+ckg2MB6MSEsHz4FPlWzVtgWapunbGuBzrI7crrpU0L+1CtFWRj2ErYiByVkHyHZQp
lWSptEtIL+xsj3Pd5aDXvktzrtqbevWvsa0u3WyEuFTlIEqj+3A2aOi3KHHqf0q2bXNnrohVjx5W
Yxgk5Fdu74tbcS8SgGnePdjPHmhrAxcxjjSm/Bad8waHZCveQq43GHVVKpph+PwfdsguP+QQGADj
Pwus5xCNaLEQGjmdA8NcbrRHjUB89YeqPP2XoQjDSE6AF59zrqx1C411b7pZQ1lC7F3btAtleAha
p7nyGS+tGA5VqKjzX2rR+yP5PyG126MSbxn7ZdW13YvuNvEHdh3ew9xY2Zf3Z3Vp3+9R+04CR4Hk
/L0NFzEGet77RaYMv8CRrl4MxAn+y4QoeZHBIvxGjv56QqNpQCAZefAo0xlHnDu6eC57dTM35rXX
5tIWhDMCQhkxB7QZz3aEwIFksULecVVpcURH3bipell+2RzdH5Hgyq5cHJeONDgAJrWL1PAZX0+t
h2sucCIgD3CXLlXajD7kYlnikArHocidHP/dLfvz/VW7tEFYL8qdwIwIWM7OmS8NpRb8T1JRl+EX
ePwzpt9a3WczaunvD3UpIPufoc6TD/LksisVZRUzzOvlWOSF8VS1gaFiH9fMJBi9+nEJGvCPXHdR
+v7glxaTdxOZUmIHauJn+2ZTsnAVdbl09wV6JLP8UHm9mZr2uj0Wdn7NW/3SYQC1BYNgr+qAXX+9
lrbX5Si+zkC+XRMKkOthnj6Y13SbLi4eWdzOGOOmPI/+OuyburqkfOQVmzhgddYc5lx1lKKz4cq5
u7Q52ZS79hx1BwBjryeUZyg1Ye7F5tz0ChJnXQ+ykk089p59dEoH244c7en3F+3iVwSeRj8EcBPQ
2NeDlnZtSzFQFwSgV57UiM8EnI9rLbRLo3APs/epQYLtONsaGTIfjl9UtC+WWgEWwEBmHbP68P5c
Lq0VMSvKJMDLSYv3Dfo/N/GywbT1Jna/RITzWyGbJYa1s4o4KP3/ElXtDDRIoDwv1hv4K+r6lfYp
XgQq9I7Sa2uoM+E1WtelI0VAyvXoQFYmCnk9o92uXebahAFkjCNS6u4eDXj1SdVlfRsErbhyhC/V
hwgFwMXskATGPHvMaNqZwCsgR2KNDBKz2KJTZRT+g2ts+WHOwOk7m/KO3SZpsJR+gx2dm502e71m
En9p5vSTd/8OhOBoFL2e+ThPs10FM8md6+lfjlvJpAbQgr0ZPhOWkO6P9/fOxfHIrCgV42IM7P/1
eEuAh4YeGW8w8v7Gz7MhxvRluJ87d0smZ52vwKcvnQiaoDtKArGEt07pRbaG0Qx7LV/66Ciiofw6
45f6H8Ig9KaIt9AIJKQ8m5VVVbljLRCeVGYbcWNJka5GSBxrRP+BsQYBB8Ya22fXOTm7SNqeaxEf
bzhy/pjF0svauLOy6Uu1zuuVnsmFi5LGAS1yEDqIdZ6X2YdyoB4W7aphuecfHTk08Vqp+YggWg9z
IQgTOrDXFAkvDYr2IQkO2vy7+cDrDTJluqhCa5zRWTDkH7YMnZu2n3QSlsL407e24RRl2rmySy7c
aDTyABTSxCb/P2+YK1AO9O9gAE5GAVkLPa2klUolJHQ/39//b/YjJaOd3wjugKY5bLzX0/MnrNGL
IleIJldDsg4AAlqaq5/eH+XNKdtH4X1j1YAg0f95PUpedg0F+4pRJj3f+SBonhrcQI7EiJ/yyfjX
Mub7cAgvODYlqj2Lez2cqJy5n1Sh0jYPw5Nh6j41JlfivWo5p/dn9mal4MsQISA2xRXCq3Aejaw0
LbN2VGkXLfrOjeotHVZZ36OqdS0+3/+qV72eXQuQLwJzitQU0dHXszJHUQe1IAZB/QwtF73OeBM2
8lhADzplIHljVFq6W0WpO56j5V9r9u3DkxoidgpfjDLj6+FrZLzaYgDkUyNsdKBe1n1S9U4fJSJL
+6aj19Xzk/7957Xoj+44fR6D8zkrs8c5rBZdulsaJQN082NrYN/pFJk4/oehSL0BrlEAZ/u8np+/
8egOnqPSYAu20yBtLhafmF31wXrluX1zp/ApCR/QlKREvvvuvB5qt6jyAXGo1IzE3qV3suGHnTd6
iYVyjefWGb1n6Bf51/dneOGsA7zYIQJ7MgkC9vWwHT+ln4Wl0sVq0SJYJ+IL0Y7/4Tvu0yLn4QEH
Fv16lNlbBBkw+6SZxubkeIadhkVoxeMsosN/mNAOC+AKo1B67lsr1sCI3IwJ2WagPjk1h5Simo+s
0PvjXDrklJ3AavLSIY1+PqWRgndeuQohr6I+hJ38e9FRntZTdK2LdGmknYSHOB8ToqL/+uOhJxwZ
VEvalJclvAnBqcSdjMyHSXrq374xbEK6VawRUIcdHPp6KMEmMeaAAomnijlup9k8hRt2xkhuV7fv
f78L1z/dEDjtbAq4MOeUSrZAMaFT3qSi9XUXD2tlykebKO8W3EE47eIUZX1lzS6NSY8AaNeu9fum
J48JnFMwQ3xOh7k4FHgpxXJYttiyRvvUhOG1xvilM/2/453FCUuVsZoTFqCetnit1WgkcrHX21Bn
DpoMeX5SXXlN0mjfDudPAiUNdr/Fk/fGiqThvfYGs2tS22iaA7VxM6morNwvS+jvctvAgCozIMwM
ReIsdIPeX9e3c4Y1uvuEkEZCdw/O5hwUXu+rnnusQVjsthKbk84jDI9JVONns5y728DmwLw/6Nsj
slNVqTeQKsOaO5e6i+zZpSuDEgP/69CUaIy7hXwitpGC+NdXGXuW/1DbQFKJ4V4fEd0SoLGjaa5W
i/cyTMsaL15Wf677QF05Iv/8Xa+XEtlPmCT08EBXwDx+PZb0/MrYmBn4y20s8JQYQhk3Rlv+qJam
hf+HI3DSDbUYE71YwyPgcp7cEqKZzYslih9ZVLp1HKhNPfddXn9+/6u/fTtIsAkQuTIgu4TnR7ib
Wsohrs+nMBz5WVKtS0x8Vb6+P8rbQ0vrCWAEMkuUC1CRev0RMIccqzwkxJGmDTW8MLxYBFP0RZfq
uz2P4ZV24qVJMSA5O1UDgNL7VvufwsG2+r3bUfJMQ390jz2s7+6DmYf+NTXDS9PaKbOwO1EseVPu
XCa32dg8HXTjDqmxMa/KGGSpiJtoEE+DNq6V+P8JO893Ewk9qtwAg9i+ZzsX9SaTGhw7N5S5uF3E
0j5FJIVfRgOqDQaNyv0SrBlswWwKhsdMR/pH6UdDmpVR+002oX8/jCK8N6eGfM6JuvlWdbmLY64U
nyplFbSxuqsAnH2Lv/nRmOTuRVqkHM6pHkFGwuy4RQ/hdmyC2IhK87nb7OrOwWDzKQpG86HxVuf7
ahnRldTy0gqBWNgRaUR/6Lm+3gkr6lpLODkddE33b72I6CnauuZQhO5LD9D3WnXx0nDAjODZ0nnc
kcqvh3OaIsrMvhjSFTeiX43hLTcapwv0Hpww1rV7rb5z4c78R7Is4MIkijkv7ReN7zbjZPSIcdjT
Uz72VkwV1b1V4XxNXfjCm8BQe5pHCkDydXamTDcfzRJDnHTw+mk7hp1Wh8YkSbgTHQe4coYwHURR
XKnwv+1fo+oFBJTXCC0zakdn92ffYi/bl5AANtxTUb6SA6h2C3hjLCuRfcXyTVq4+Sl0IKmKWiWF
zzVUce+K6pqQ+ttXmZ+CdvTe590fiLOqZzNkVTi0dp+as9bfpXbRUA/r5aG35hx1Ne28IEXQYA1h
z8WntSn18f1b9MI54q3i9jSpu9Jx23ff/1xr0bBl8K2HIe3FWn5X2GzEQV7kt11giCQs5PZlVXq+
UW1wrQ9xYZ+BzwVsuq8DT/RZhgFv0LPGRQ+pCo0g7fxZfLRNkd+DY6ie35/kxaFovtHa3kuW53Ce
EUI03ZQW0ZcGz+J6E26sAfAldQHK+/2hLpxW6j67wky410jPG6attqDmI7qRahMDmtNm9PPI0+wB
8rTGtT4Mdn4t731/SHBUr5cwlA7+Syh74pUc0DP1w6wgOfR8Iyk2Y32YBm/5t/Rczs//nyQYhdcj
doG/SsPI+lSE25YKv6dXNK7bg1c6166Ii5PbDyq94H+0rl4PNRuDVWRuiT5rOTnfikhXD9ukDMyo
1wLmUBX5H99fwEsHAj8RqtvkpNxLZ3NTua/MrUC7NLd1EWdt095GU/G7sIv+I8zn9S4YvOgJ8YNr
VoEXAgwqF2BJd1sOelZnATLSBsPgFH2fZrr0TyQ5fYKc1r9PGiGjUZDZIUJ7g/3syl27Wjs+WXcq
TPWzbart0bGsDJbmOh7e/5AXDh1+fTRQKXjZAPzO5jMMqt3ERFLlZ3hKosPXpfOMRQRqt9ewQBcu
UUIgpkWHDybyeSffXS0bAoVVp73j6CFZLNnd9xrWH1JAxnAXop31kk9zc9e4TfkgNWC79+d66UXZ
KW1kV4TkzPnsRdnCYAqafxALGm4ULLpf00RRrzNa99Q71G2s3A8PgmgobkY/OhG2X7MuvHBSYFGS
wBKS8BveCIlJc13GArN2t56roy/d+cPcRQCUl0NRR9XN+zO+sFv/KWLCMeeogJN8fS5RQR+WrOS6
QbMiv69aP/866aG4MsqFw8go/9SgTI+0++yNqLSVBwQgzAnT4B+TWfpx5NTdYxQodV/id/CJCEYR
A27X7p1LW4oAD5o5lwFiV+dB3hKu+dyblASE5d3kvQrTRtJbEoWcb4ZiMGiyWXa6bE57DMKlenn/
815aTBjGdLf2Bhv1zNef15ZllSmXCoG0nI0rJ/jeER4fKx3+bRq5faX+cemo0vrhvgPBSFB7tpjg
e9y8KbgUNrbNErdDM9zZTVk8bTQBrhyVt0tKL55R6L7YBGHnnNg2jHo5dQiwRXO2Pue+lyU1Dhox
WD7vhGK7SkWRVUmY8UPe/6Zv8dCE0ECYKH+gEQQY9WxNu0wMOhdqSANPYO1X5l5xsLXRc9Hi/F3F
5mq7N8E2e4fAmMLuYAZreRpIa8pj2eZubI5dL2PDrx00AQ1YP5M7jz+v/Mj9W79ObMAAU6nA+pwC
IuHR65UPfSHbYkY0tF/Eem9v+0ukyzbW49KgexWOD5v/iR5/Ggl3zmNz8b2bwumvcWffhub8DFhA
7D6qA3RGXv8MFCV8JYRG9ap1/NvRmH6IAQevdXKro4Xk6UFm27XS6dtND0N754vsslRQcfZ//z+x
qNjsthDZAM+J+FsejG2ZrLhCOdM8AV1HAzIa+1We3v/gb/c+sa9Lyw6wD12082wOqFngVJp8W2M8
ktCIFMky+dmHQVbelRLCPxCG12sbkKqSU+xC3zRGztZWrxyJqEaBKjNGFwOjLqu3eMicyI4tlc93
Y4EY+QlHyI5EegYhk0yNv/y59cbkHCJHoulibl74GOq+rxMDdOOP2e4xpDDCNXxB+VatRzGyM+Oh
MYcP7VSF17LDt2vE2nh8MPQj9i7n2asO3rfNKsmm1JJcyJ39IAErZfwt2ryCMDnVX/718pCdEEJQ
7dpVDs8uQgyT+euDsk8D6QofBUwVPW+IHH7pvZnPdmWwt5cTUDYSQ1o6XLz8w+sdqEopvbUP8DWv
zLZ7LG0n837M5YxjPcoZNQyEIfTm2MCBF3phZeA16dVaZseAHro8VvMuSr32lfpm004c4rb17TwO
zTZ/FHVBwVxPeUb1xNieHA1OKM4jFX3tFOTtmGIa3gvZHAYfQT3mXza9KTs2A3Tnj5n08g9BFuqH
OTRMkbYt8VDcVXm/pWXlBE0CrnBoD1aoPPyKMxB/yWxoz8OvHLe/mwnu15osal6L45Y3UsUC3qy4
q8uK9mDZIlSeRNViwgpDBi66x9ZFSOyxCzkdR6ML9b3RLaN5G1SFdj9G9ijsQ9dHqN06wsw+Oktp
qRvEybDCaKyqD6iM+eEfm0L76F/nVwAiKLyAwaZkRTvi9QoBO7Vz26eKLYIiigVO7Ik3iRrB5Cg6
VGseHK5sCf6+10cW+hHawf+AI3Yew+vx8EnxrQHQd7pRbfw+uJ06jOgtfWxm9OTfH+rt0SI3JUdF
PokEgIz49VDI/4sOmmeX2nNXn7LQyu+DFRtOcsf1HgrKtQT8n5bX67nR12NXcfHtL815pccZVwcw
FLjeNfOM5Wm1++2bLXWhTyX/h4fGcbI/B7R3RUoEm4mP1dq6ddJSptmSwM+i7GsbLvNXnuqijUua
wdm92/fWr1Z1fRfzuHTfNLWUj8XSUj3JC7GFT4g8k+h3k5hva0OiGke2ZS9JX/qdGY92EeWI2UXe
SzA44ruHs/aXzuqbLPb82lOHWlSLiDcYMy99Xus2ASCj/mqcuf5sysb4MU5A5pCSmMOXfEDgJu4L
MdzSyK22tGh0/yykYf4GgY5kt4oyucXB2hCw76vxzdaufkHvzb+rhtL+vU44laS+uxV/Et/16mAt
WLvEqsKs98OWhzVtEtkFz/lUDS84E211HBrZUCdqGIvmvi6t8OsGxU48NUNuenHNPlWfN53PMM51
0GkgNoM7VqktzMb7mNVohicRYRcHD5mAuyqMlhdnzL0xMZxu+m70dTFA0OqL9dhyBJDeRDWIwhUO
lWWqQZfVVDWy8rkqd6Np18r004w8kxnrBtG62JqomB5bahNftCFJXxvsQsbEz9xVxnrqxf2mo3b+
qJfNOAhBT+zK/j5/aXeRdCJZmuacXagbZ/t75piBEQYFtvi9urPGqHqALyKDpF/5F1cGO89P9sEC
nlqCF/gwYCVfH6ZxhEWxas/C99SskqXSwTHM9DXAzxss3N7e2O36eJn2Ap7nvB6GbrzbQeUzE0s2
uXFoQrHcU2nKDp7g3o17O1o+Z8LT9/7UDcjlVqE7x1VoGjKxGqu7hncllD1PXPhF+3feUdm7Kvg5
WBPhQLtY1gCviYaw7kugK2OiqedFPcrkfuF9mwXWtu7g7jxAq0M9Qcxes90goCJRNm2450EW2AYO
72rs1cuC2bsDdmrOwVSIZs5TO+rLIB6U7uVNhkUDlS01mnbS+zhYPytPls6hHew6j7OlyKxDWfvB
cRjGWhysPNMf+2kQ/Okq36+cqBricA5bcQS5uE0JLpJrE2tvCv6ezaJrTpEzFdVBGpH1zE0RNIdq
XKIPYszmP3pluTtFLvOKU9eK8XtlwktNJtfgeIPO44PPwh8QYvFb92enJhCeRTfop6yCTx+jdj/7
t7KRRXbIbGX8KFvhPwUIiWFMDAc2SoHIcMwkYShnUFAEP7id3d7LPF+mB9fU4fe279wVA5q+vh3y
bRBJueWdeTT7cPlB52+8XftFggspM+uLdsPRiw3douxYivYDHaRWpovYcIPrwrDMULAIWycRdiAf
IYGzq+ikrV+gwQd3mAQQ1qEkTSelbjMdxngkUbseUcvWJ1IqBDfLat3uRVU3AMixP0kCJHb+4Bzw
C20wAXfa1J6ARFvjgqIqo52PnXBXWGrhIj/7gu5mOpVeRy6W49IY90FfqjSb6vyjaIhWPumw6//I
pYnus8CA8CvtvSaMl8yefzQoSxppYy/NL9McNv+mRap4S0qjDr8vhegNIp1BlAkoCO87Rdr181SN
4VMeYvuarMYY/bXx4z8vvcKkAfUN/8fYWrJOTMONvprLluWHAcClStdmswLQQ5mNKm/hKJwLZpGN
yRpk4oO2mtxOlhFOUYxRsZBAc5yliGt/jYaXtg6HX5NRmesBfLx6AmZG68EpLO+h3jq7TCPd1U7c
dzB+AScappFGQyuPfW0gD9WjAuEcaSwGv5qxWn+TvAf81Z2tnfG2Cj1o2Vtl6b9JJpr+kIfL9tWD
w7J+DRyBYym268aQFE0/Gw/z2ntdEuShlOlUBP4zci3FZw010rv3Sr5eTN68k+j6oUB1tPGL+sT5
EZ96ZwqxD2v6bZS8heP0gBRzHd15wm3nZCoWfznszLs8nkdZNYemo9GB6806ObfNsDTfcb8dlrgL
AuOUyxGvAGRp8j+Lpcme2jnsKpyOlPnda+wxiGvHEc96xlwZ6oPtpp4wSAcNtEo+uoZX2Ymfr87v
qa+CMXY1vJ14QZzlyc7Dni1aTtVnAf/YPqErVd2XUxZ6D4GVAY4Uq6vMW9wwXC+Rsiw8GYsmaOzE
w1H2YW8g/lEbi81ZXUr5qcn2stpSbsuXDMO0DHSv8FVcZ+U8JdEC/GpxbNURf1guJjgtDLMnn0RI
3GRToT7Ax/d/qmYO+njcsGxJdnOq/oh0jZ5ip2dT3bnSKT8KwxWE445WwbeolOFxMmmypeWw+omb
leb0QWd2VTzb+Pl2ySD7tkKJlv5tTEpkhakxTsunwLH7MEVwJhxRcFXL54CGQ5OMTp6BzRFh1dJO
9RnYWmRRHY2+yd1Ehlm+3Q/u3Fd39ebKv4yMdPW2kqJdD5j65OaxC5ErTUA0B1Ga8cm2OFwWgTnU
asyfsDsV7WF0i/IJLXLwJHaOedod/FNfFSeZqTaPW7FF9eMkfPE3HYogOIDoX52j4WokBYJqNX8u
M83dGC2T2Ut7q3R+kWkTA7WrdE4bSux+susWfkSLpM6STmUj0JxgDsB627Kiwuh6o3lnGG0kOIqb
Mydyg7TzaLPtkCcHgvlJ5XbwYQos9w9RRHNxsyk1+x/hBuvq2LVRXh+bqjOf19Lb1l2qsvkQzDlr
0qklxxClqDa2tV2pW2l79U9zF5ZJMCTVz+6EUf0J89pmuVunpdGx0dbWy1b3I1ezveR3E4qeHn0K
u/1Orc6d0JJq5pdyRcs8nrdgHPF8wxd67h2OSwsjpTvWbhk+T72FD9dijYGXAibewoMxZDmaB81c
dIkxNOHf/aK9HuBB17xwLM0pxtvFqG5nOzP/ku7WqbtN19Yz/hmOPsih9e9KBPXUid7iEPKR2v5T
5vtEjWZv+9vz3EtxbxCaElFkLIsYkM6+DYSqvhiFYQ48hEP9s1im1o5Vp8w/YdsWdpxl6/jYZ2zz
dF6Q87pDw2pooQC4XnH08ii68Zdpg76EOW0fD+B8smM+j1OUqJ7QWDcQSVLgcb17H+X9iIK8VEsH
0Ksr97JYtP7RTTsmPLLG8ZvbruOHKrdWM/b7HjnHUmemumsthao3xmLFD6JLF595K2rbJJgALd/N
xZQXiYv9tyIqsIw7wlMPUhW7fqtOOO61JfRdkkvkANcWQXlPKhfH59F56fuOu7DYdPEL+K6wY6Nz
K3Hb6WK149aZquZj1rEst+022d2jDBE2+boRchcPLZ2UPKarskX4XDZyR7/k1odys+oo9p06Q6mN
Yz0lYrIqh4xgDGH1Vtvax/600vTRs90eQKRtA1WOYVhvMleueVoFbf1iVlJmcdm16sNglMFP7db8
MekLDyWgpV8/KAlNIhGCm+qoikhGMWgC+a0wpHpW9CDHw1RawXJEPnW2j9tYjjLhccrQuA8UrJHW
n22ZkIL3x0qJleKDsHMznsKF3dEP3vyorG6b4tBdrPnBshYyxJ2H4iae6rJPpk1SFVtCZZ8Mw9JN
IoDT/FyEjBw4sWaG7LsyWabV7Psnq2vN4DQXfdHfKQ8WxbeiKIjgAqm9b4M0jTHByjL4Hm5UPVLb
q1CNCmzkLuOmqMQj0u5ZGFM81vOjl7s6iDf+VpCCLXWLaLSNKl5a26HgIQrDXVPdhjTbQ2VKknbM
OnlHe2aeiNpePgR6lVh7Zab/kYQqvB1sPRtJw2i/MCsVqBwLZDkGp3KqoyvtRQF1ysb1pLYowH5Z
et5Pk7J5FGeqz/4CTVALYtnSzD8HpRqcg/Id9U1aQVXH0p2sh8ifNtamtpyXnOoCkmZGadygSGSE
qbYn1zlxoXcPwS6bEHerZf6mWuDhSblo4oE5zNJuqYidTCfLs5slnAszkZ2X94nyZk+m6FdYv6Aq
GPuSCIv9azllWmZOqI9IujSfnNYT+Iau9qrAzxTdFtuQ2P+AJMvjUQ4uSGmrwvGAp6Jp86QVMpzv
HW4peR9Ocmk50AOwE2TzgrutBpUdr3PXZ0fOZd8ltT9uj24z2FkaalGtcQFUjsc1cHuqGsDMgIZP
WuUnDXNZQ8joaJSDiJhOmdDhdFPYhhUcrbaxv3kNNeATej+chG4xzWdyo6I8BFYTRg95iQ9jbGbV
/Fg5XlneVhYvVqycAsXZjJbJZ3PorfGQ6838iblabx4zYff9SVZz9y0wF/pIJBDiozeTRSVdjvhb
7EWzwkx1WOkXjCa+SsJvwjvCawd+OnXS+kTVyvDTjnapiUC7wwFusPlbjjRrjDz2d602/HzwySaT
a338FDt7iF0SDkpVeCAA+fBgoyT4aQxfssjj+wwoDH0fBAI/7NB8RTFC5yFRZeP9UQ722CUVpkDc
SOxt3nNqJw/90iGdNpgDMC2bTpVBiSLo1ri0x+GxWapyirs62EDqQWNG361n8yb+VnnO0RWUD+LM
i0CPs/bQuBhZAHOdlf5zkIXfcP/U0Yv0dWgRRvZuVsTY5PjylPkzsD/aOiokFsODMy6BOH8lenaJ
1lx/CuNuFs5fqkE+LLaxixqOodEp+SVsloh2Bi7pQex50zLB51PU9esoqA46cMrh0IIw9GJA6TBJ
avg83GlRhOdIvxn1cKqQJbnbnEUyDRRerFPtlbWbOBBPtnhzmnJL4CkuVuI0evrobfkMuhSwxe9O
CL8iLSiCh77tsEuxm7AJeAdRpPqYcZf/0N7IMyLZl1tcbv72wPVAbO20PfEJrr7276bMs+e+brrv
w1Yb9YNTTquBuJy3QLt0kK/Z2StZIqOg/GpO69olUzbbPi2lMLqXYvWeWRHLSXpygSP8CzvAP2Va
XoRcAbmUgNesxJ0yRyaLJ4J7eykAicO/UY/evPLC90XYFDDbaIum2ey7FRGXMlKJv/eaREPv/+17
mxfde2rMX3LMRlh9PS3fNboc2N6NRv+rdSNqWtbkBrdW6052Eg6O83FxrLWh3NdVD0tpDkA6y1x9
cVtBrDkJyTLPI15Jid/hOx/3jl2PSbOo7N7u0KFL5lKOTloseV0lk+jyzxPawR2o1x68SxEVOr9X
uZ4zzGr8uY0pao6oDC7edpiG3G3v0JP3fudB4ZZpMSpycd+aRXCzwghr06Hwxznuy8j4ujV23yYe
1cL2ZNd4zvi2rsPYa3yYtfwJSmK1STowTHWr4y2YFsmxi1SRsj3dP3n/sp+5IQMR94vSWIZzqdcY
vGfjL68btf0Y1Fs1HJxo9H8vtEhwC91URTpNdBoPpSxkOkeScluJEZDi7a75I5uDC9kvy9jsv3Qn
2MamlLtWAXyAgfZIsf5esyK/E3L0FYolCMMkEwWxb73hArDEAb7moJmNwcU4aPer6eTh34G1enhZ
WGOYp3JahuBhrt3xudF+/gOtNr9KC7KEMqZqO2x3G9Z6v9H/H29Dwq4oqSqz+ssyS3PmES6oKeg+
1J9tNRfiZjQBWN6EmTNzAM2l+bue7VkeSqKzkipo43xfmmr6qQPZGgm2JqaiAlNHVGCquV9udtKb
ij21uV3sTe7UJTrUwbPRe7RIUIl2gcJmaNmB2BwCzc0XWo+QWUBzNp1wghgdouLvCgeBfH8ukeFu
wKD/GjEy+lPLIS9Jo8qmSgFL6TJdLQdKIF2f9s8xw74vzaxKnvIln7qUyKyS1BR19zQHmctiBJOi
HhRMNq0Evvh8NLvJ+26qiQaBH0nkN52iDdpYcs00h34xvb873yenmIq93YkKA7m3LMA2s73KOa6b
YX6BgyKKRBBEfTYWZYwEB4tx09GcCWP4bz1v86TpzJbIWMRONmNjOxDmv3R15+DWvkz6l/H/ODuv
5riV9Az/Fde5xxo5uLx7AQxmhlGMoqQblERSyLEb8df7gXZti8MpjuVzd4qSmgC6v/7CG6q4vS7a
NH4u8zp6muY0/daTMdOnRvj5sdVQaA6iKl4eZ2zLdT8xFWithenOvhEvcRzoBYbeDvVZ6mtprF91
M3UOzFPom+E8afFuwGb5rptreTe7KS0X0Ygsp6BuuRU7ms/9Rkm4IALEvJsH18FK1TfjerolXNNH
yCZl/N4oZv2zbca6gbmUOl0wLGZe+QvCfbcoeRn3UR/lZ1QE/U9rkcZdwgF6nZoa0F5B+6Sm7Fdp
23qJYcMUalV79CNkc11fpQ7Fyt6c3ceW6nDwE1oO3zVN1MkGRIuThW1jk4IjcSyYqlhLd0MvZy7I
r2U2BAxkqu7WogxNzw1vgSCQ6aXxtUvs6qbX9eG7lzf5cNnOhTsylhwdy1dbO24u0y5xq5ASHAns
yRvrTSparz7LGRu8pLT5LzycH6tzJCWdW0TKVnk5Ro5NYM6LpoYQAZtLVyryIR+V5RmJyeqhiSIn
31ZVRce4Z3Z75YiljnFpspEIBrGVC1/0lfVUllMfbZbWbZq1vyXusASLGLOaStXtCb/NVpplovi2
HhHAJ+4wZmJqrahBSZy+XTSuarjNkmYkUDgLZSdVq+mMZnF1p9ldP5/T1jDvF9JkxnwDFXMIgrRN
/Zie+0KbsZjOhpImaVCkqmDPdAp9+7LE5c7PurnSgsRVvCKcpTGVQdcX6J3poOo+FZ3RzvvY83L3
2mRm+BMZm+WxRp2tD8Z5TaGTOXfP4qgcM9I0tR1vOQJ0hVqZ9tcizqou4MIay6Dw0MMN8rwzHi2z
Zlwh8YRYBy5KpV22iSHPEzoYkT92cHV3cxcvbRillVNQS2sTU85xaZ7HeUofweTW7Qb1vTjbRImF
Y4DoepNkgMH5z2gcp8u5HZaXIieOXqm1NnIsYX/LHenvcG4ttS72c1soe3tW455JkN1H25IOa7UT
5CzfvWmiiDWaRd82kdGWm9Jss1tMYpVPptOY94Lhaer3re3cQlcuv7bpqKRhlTtW4wtF55+cZvzH
A9saKmrC0YzoAUwz10VHwWgFBsE73yQyWqHGQq7GkdUsv5HIZk9J73IZOpHSxBx6l8FViiTbnqbI
0sNxNTgVeZ5RZjmz2qC8qFboZOQtyYFnpc+RMVjClwOIrLAdprhgBKOL0oe1Xk8+HA39kZTEvjOL
yRFBX7jTeVw3muc3jqWcFcMszYvRBjI/9GWf7otZTx7LhQ7SZYK0Y7uNUeVNye8HyhLTaKyvC8VK
Elp0t7kSMpFzlzhu5AUzs/5HVIGsbAv7rLY2fTG3yRZcXnwLRKrAP0WjK9XUmrcDOt9/tdrJueom
JWeqluvqGeD+rGak1HEQ8tLLLzUGWNLXhzy9UXSN+7zrB5GFlayi7zGAv8Zvh45oiE0znDC3WGCU
qKRQ99E8aKSORZXL0B4i8bQUFaDXriFU+Agsdo8QF5XnjA3wLIEyJAFDiuiLmevZJyHJGoJlbA0G
4mi77Pqlo7mXpE3Vh4MdC4wNh7I4L6peibeaKpRzl2hnhwilmNVGDE5U7XNRLGVgY5JQ+k1qc9sI
YWmXpil7J0SfgHyL8hcKs+6kydbr9LgOkq7VzhY69AwU6rbfZYzCLL9PJtJVuxxGl+56KysaZ7bJ
5UyIJcOIgfN5hJ+Z6bCXXTld7ZESWYv+UgLC+FGbaL0GuVZo5AESTQsvTonUPQrxAfM24fheHXWf
xnJJtQ0no3TQ8Zjx9DO9fjZ3tlaoMYVDsjxJwxrVIJ/t2thIhWYPGYTWZ4FTT+ZTXQDivkiwWdL9
DmTJ1azMnha0Xql9Gpa1tCT4WMkF4NL6IcICZEWR6NqdRfIsfGZozHHLIj9nyuEmAdpjyr3TIiUS
uFqmfyqocKrbSC+XlxKUg3tWm1X/6KZpfGO37jaNG1XsJ0WjLVbanU5DwJxzE3yB511Jbx6/MKtw
mz3sqPKCIqh9UYqYyICbKn8jLxX9ZhkX4ZFPDhJwKCXAp4b7B0cqd6FpG5E50M1xzIIyMzeScC2y
h03c5O6GwBp7dG3Gvt3XoLtoGzUFA6AZ6/fisiuMhGBpjtn1bEbT15a7+s7g46SAt6T+s3YTMt1V
M+9SGl4NLVov609A/xtS12yKaJEb/ExNMcnyUR8G77UUXkEJ6rDNfSwtTHix5QAIkA97a4wRTX16
+tY3e3JIG/QuSp8BQ6D6JNH5zHwHkQ7vioku3T63MulM4WNjqZuZHWoRvgt8AnKAJd2npIpL1a9t
pMOwdbdlHNZVKx9MD2+wi56JhgjnAuIcJbANO7exlwZnEGyvvwMfyZvtrFBXh6iMctnoXRIvO49u
+yP0aGPtF1tUK/PArGk/067qfSlyWGRJp8WAimKnNH0a4C7NH4W7g+vBjqvQXCqkBcn0tGKbLjnY
x1B1e09tfaMdZ2s7GLJUrkuaznjXNnkhm9cm6brkeordEY8CkeZkORhWGjNRNNVzPSyKSQFxMsRg
OLvrPmUePQe2MNr+se3bdtmRtTSx4meRAZjJm0Brok+nJ8q9LifTRXVez8FE+XFpEwdDp9Wq7M6I
7XaIfBVZ0QLp0Lk1Hkz8davrtlImleYLl465F6oNmQr/TJ3MulIV5UlNyrE8y6axdda/V6b1RYJY
RX9va8NCfqW4i1u/OnWqk88w72MN2XhQF/y+VqyR0n4ZVW1vTbk+XrUm3XNGBc1Q/US7eljqgPkx
xde2a+w4+hl5i4NFNOqyxYWocMB9ynFYkS+uxt15rbp1ZAcTWvPTZ+YsnfpQDnY+ZEHk2aX2tVYa
S7W3RcFwcB9pw8AUWRiLu7woU70ieMjhku8VWNl8xzIdY8R4ddyeuRIxIfhimIrK4dYcJPI9fKkj
iRC+25kCxae6EhldF0YpqDzkvB3YEqJ3rP1gLb1yX1p6TabRj43lPIlo6GYwzVJtOVIWQAv3h90a
tvOjt93ckbuUAWmc+OZkZ42g65Sa5ZfG5ZZ58ShXo3ByJyO9mNK0kJ+suUUPO4Dthsp34kyRczF1
cDR2qTEM5aVKVW7uXG1Kx7CgZ77c2g2/f+2rLjMCVPtx6nuJ03gqHuxEVaZv0TxxbTAkmb19x/7m
0Wwt93b0w/vhTJMDV2ai6sxQaKmN3fms9Og428LJh70oRzxDZFWkI1dlL7JrEFBJu61Hp6/Pu0Vd
snCwSiP/Jro8aqlthduFtDtNdd+BLVn8rCJ/3RjKXDoMMWiwBLNlVu6XnBNzhzRgNl2K2aKEWVTu
11BOElkEJJ7nr9iGJK/dtGjdmU0QyDeTmUdflbirVT9WhvERsc1Y306qh4F8XRq9D3u+wEyJ688M
ETPL62+xyCOHAsvwpn3c8IcC7o05Oos5Li+91WbWRgXcPO9AYmqPMI7oK1k06z2/9+i9+bBolBtG
qHGxyd1s+Ta3Tn0HHVp7mN1YdaiSRBqKNkkrpgfkiH7SQrT1mZ0kVxX19o2LegfIZVOUlh/ZUfJN
ilhowWB1cvDLppm/lPoyjySyg6putF5vn2d0yL+MfT6dK2hbF+BgavusF2jcU5nZoWJwLjCzzM+M
LGsBCcjlkvnPUIR1PJgXNadn9Be9Z27TzBFOvGY65peFgxnmaEomD7HRNKU/JHojmc+VgDAaGj8/
ykWbHpq6cWiZOsVQbdoCPPtmSRj53mVExAdV6QTNaKRM8YOwnGRmoGGAOig0G5RHwtt9SFvoJJu8
HrovAI3cuygvtXwbV5Hj3NWYez+1GFeC0DEn68Wrh3ymAWMJ6ujZKqvAGqc87GJvWrUdcgdd5jin
rTZOuN1eCqmN+ygq2vJsUMdkP4Jerq8suEvYQqQW17fXVfQvUJVjUIPmJP2eUVeTSzjrVhE0fZTF
9JsFPr1c/BUTzzZy0PC3nO5bG3M3hdNcAuDIqNe5jXMPh9t+ieY9razY3AhXlMkF8CmlxMEwLYsw
jZb+cQEfIEJqx/lHaWvJM9r1ruuTYIpzI25MbTu3bfqtkyP4ZDdJshvZmCkzS92tASrOi2S8IvXu
gnqJmhXlfe9q5TPEgVbaiQyA9jCAYarKmFcOFWYHTYm/qo+xqOCyGgpT8dtokfdJQjnsq3mNXr5D
ptNtzGmebmRmDA2vZLJUPyECLX7cOQURT/NAWMWDIJx7HmrqO4025hMTfSAPQ44YdcC2pFmdLWlz
EYN31MIBrs5AcFvNB60lbb/mrWE+qN4UFT5hn32ji1nql0rTdamvMgL6EsfCLqjxBBjuWnSMkk16
UdPjTEP2yqGPpLB5PHFriXhZYX6WflXHnX2DqA46r2VN+PaVJXfnMEnn+SYFhXtvpG1bXnSeXSdh
ZA5ZHLTgDGQYWVHsMt4hvdi6HYPwtWNAE3+w+rihc6lZ7VbTy6zc9o3p0fKh9KPlKqch6Get/1Zx
65pBoaGA8wSbolo2rQrMjS5b4sShmngpauiOIS6Ym8z1Fy1b3DRcTMX97tTCNYK2raYh5Fgjm5CV
VYl5+yQ886xVa3k1TPhYBQgg0VN3y7I612uFhnWiUcNtSQ30z601dK9ET+ZZeaquvSH62CqF56S5
QZdh9/yYZd2yz0BPFHRcFaaxIIHyxy7prAdtQpn4QuOmu11KzSYT+BiP+Q5CBjAcRSUXvSOVbO5Q
7qgq5NyTTtF1bbJuW06JdTZkJ1c5BNqj8ovQEcLfqNJ5qB0dgN4pT1q7XCo3aBo6zk7B17dqDZhT
Doxjmo04SBEhP/Fo76B466K/kJ+QL+kfrj//DWnfxxp3UIQstYmP8AVCyfV9jZ/ArmRq/+dL4YsM
LhfdKO6TQ24W2jtaMeeNEzQaUALDTeUutvN+l2htdUKl5BBAuwomr0bsvxwgUKE7AOMlY1Nx4AY3
iLKm8vMIa4TcKdMdZyEHq1n9+OP9sUKDMZ1G1AwM4MGXy+dmiQCNeCAGZv2sWIbpzCWCnnh/xx4K
7DLsVR3503f7AxJ76eRT5gWA9XCUHcF6GxGU5GKwGPRmnXUCOHlka2gYtetk8PAimM2/3Ro6WHAh
oPYHnt3+SE0138QjaPK0r08pghw5X7iXqchUEdHZjAd4UMhwbdMqqRfQ+ujugQA4VwX57on3904s
Y90VHow8NoSNnMIhI7exOouykM+kSDr2UdVbV/oY0XvW8Z9zBM2AoXWHQOssJ2gjlRquBe2CMZSx
A0ljrqPFPtRBytz/+fbxLBDfJhcofJoDJDt1ngNJgxctOoDzQeoBWAGrZRh/6lWiQe1at6lLGw/L
Z+NgIT1L4HHjcgpH1xlMX8QRqLJRbfSnZWxOqXi+3z64ryActQJvCZ3ewRlUEk0wO6GeV5J8+sEA
hekm2tvtF2h26Slj6UO6xvpkK1PXNlYpep7w7V7NMqFFzDnofjmae9U41feWMfWWFOeZVliJAR8g
kjwexhNEnvcxm3VXkQ7O5ApoPljXntxOIbvnjFiDtW2w6wra3nS2pdc0GyW250DVSm378X45+rDY
FLNngBpDv3n7sEBKJrPNGSxJOhsw2QG6g/Sbt1M92L408zbUtRY8adWfMvk9+k1XD5GVXevA/3m7
cmW2GASVkxdExlJ+LpSyupuNgr7qOI3lp4+f8n1QgMC7uoJwJXJFHWrHpIbImqH1WKuK3Z06zu1O
W5gkfLzKsSeyKG8hFhETtEPtAWr0iJ6qQ1CdrA6+cM3kqq/Kixl0/IlL6dhesXR4X1BJnXUa9Pbl
LbknWgc1psADs3U9yTm6NkEAfdVQY1DDpTKj0ScvyKzw40c89iIRw8MFDRtFSLTrK/jtilcylWZo
T5m7jHr5rdBjq9wUnjTGzcfrvMObcwahVTrQOS0GicbBfSEUDT+E2fYgEkAURBGWE5dJbcN4AvIk
CAZ8Z3rrpQMKeT0a7p/6U64hgNBuIQNjopB66PfeDzrzWabLQYRwdmAi4O5nuoPh3Jh5+0iVp+T4
ju0cBBxXVVaDJv6h2maCBEc2Q2IN3F4dtrjB3Eb4BW2q1HZPXFynVjp4sWiJLunc8mJju7bCotQw
gcjyaFO2jXn28Tc8utRqzKojWoH02MEBp7cVxV1keoGppOYPZCqwPzfS5nOTJqeMyd+nM6uf9v8u
dXAZkXTYPVMnLxgSD+1qHRPRmGZaiLG3BSwTQ8mPH+0waupgAlcKNxzuVfDZOliPegdhtz7vw1EZ
tR3cowls1uxtcx3EoGFMw9aJ6ecYcyFORLLDl/prZUSCYBSut+4hczHTexiNut6Hrsjdn2Vde2c5
81/E8rX6xBk8thTyiSqxGelByzyIMTZi/MUs1R7K7OD+BFhvBpAiHuTQKacqh8Pvtz4VZLFVKRjF
YG7et2GlKPpOT2OwrIoxXTF+0T535dj5TCrsu8ItTnHiDqMny63UXHRiQC6ifnnwZJrsMUNxvSGc
lBSkpO3urF/UCZgUTFDrmt+DUd6JL3cY0tZFCSfkZeZa+3kHiWlqDa10avCZLhPPS12x8v2AEMlj
B1N4S8ZhhXR86vOkb93vyTyN93+8ZUlp+IpUTAbPfHDwh5iJWjeXMiznTu5kvq3rO6OM+5syca2Q
uWsNZqQ+9dBH9hC8fI7IarjqwJl6+2GHngSfRWSYdxlDG1tXloAM1f4Zdylogo8f8dhnXbn4pruq
4bKZ3i7W9kBDyM1kaKG8GHilPV7XXSJuIm1OtrIFbaY0tXris2pH9q7Ge3XYUCqGH4fC5UXqxGqc
NxI8eqdf6/RwGcG4tvxRyNrbt8M4PjjJkp9nUui3rZalny0mHWELX7fFE4e5WeSVKW0qSBthVEeG
r+EofiqDPvpbAlFbdQQBmR5u+Ym6HSvpDGiyCj2vle7is0usfVcoYt/ZVvH88bf4lez8TgNdt7sD
4wU+OkgG9V16J4AsdvPUhwkksRsnmpxH6fXD/Vj3xnWq0wbWKRkePEF/t2in6sJYaBNCa4ou8rQQ
+8GpR2974pdaN/m7X4ryE8d7RJOBWLzdIR1NUH01Ogrzxi4vaMuVWwcf9L0Tp/mmEfMS1EJaV0Jd
mtAqavDdfPSw7XsqfTWqT+SLx/YrjjQuqTeUO/NQmwdkfxzVOiPoZUzKCwDlcttId/ikJNaPvIkd
ZlBTe2K7HlsTDQjSYURkucAObi7EONVFGWMZQhnKQMTowzqqks5tNrtD7jPco+lQRqZz4jI5ui52
AquGJbCFQ980jSn5ktCMCyuUH5gvyGoVlu2xJmXaksCjVdRkm+WteeKTH10XycM18MHsPvzitUym
tLcqGap6YeydLLdtoMYyu4iggW+GetYYmsAyOxGK1td4uNE4bdxqCGYj67heBr/lySOQ3143oIAg
pTk8pukkNnpvW48f7+cjVwr+P/DIOdOoSB4KC4AvLSzpLSK0uzoLPWSIzuALALIQ8U94zEMg9EkP
yBYMpFh740R+d+TVQt9EWoqoApzvMBUhdZi7XEvYSkVmX2Q2cHoX66YdSasIZaUD72vFKQWdI3GM
RWm6kCistPaD/cvlhhCtxzXW98yYkVLhwp5puudOlAaONQ5/fkbRPtLXexsjZvXw2nTFKshsuzI0
i1m5ELbobhPQvvVWhTSZBmoh4+3sOfPNx1/22LulGUCWx4vVcWd+u38kVAoLhL0MlX6Ru7nWyr20
GjWEduve6GDYYQ528+3/Y1GTjsfqUrSm028XbUqRqoXFZW3nSX0xwSL3O9dSnuOmmXZqpV/jtTvn
J07KkQyBzIAtrPMedRT63y46R5ljF2YkwzoqBa1wo7+XswvJ1vA6uKkfP+GRvB3XC8jM7NrVK+gw
HZHACvthJAebIRsb8MrOrXEx7hXmnL6Ezh0YaHhvZb50Xz5e+V3DkPuQQSl+squS1uqC+/Y51WrR
Y2P2wBvRPGCKMbfXLUPKn5Ay5m3SGJilGk1nPbtN1EBmB7cM2EPR1fMCL/BHZjbjRaOPVbIB9QSH
4OPf7tip4qbmYNHLpK44+AjWMKoKkZt70QXM5mKfDqsotq+YnKt+FA9/KvX362XQ4qZRS5qGkcbb
lzEnrua0LVVMAoDStyRyBjr9yl2qS/3PL4BVNRgwKYZsKuYyb5diomSIBKJYGIE735EFf6445TsC
DOWM11mfPL3Mwz9/ndjjIoSHxD4OPQcHCa5bbQPs7kOrrGkfaFX/aUyrOfQigCcmlnB3H693LFog
uud6Bvmdi1nU22d0K3Wph7kawsGM1P2U9BqkeiEfoUVqqFKX0bVd1/mpVsKxTYPMKSYvaGCuMopv
Vx3SxBtjeAYhzW8jsL0W5FmRKhuAg8qqUWCc+JJHIoUBbNg0+J6YhRyu17hEYMbSY2jNcX7VWGn3
1OnmvKPFln/9+IUeXQpGIwpt2KdhgPT20TQHuRonZimnLeezeLYhJSo9YPC0bqtvH6915DWaMK+5
vxkGrjp/b9eqahNCCtyJMG/jaFvZ42tppvoeMzUQy4C2T+zNI4+GtCaKv4yA0Zc4LJKYsfcMhtUx
FMSrENBfvgPyYII2t08piv9SeDvIgtYUCI80JL/oLR/EPDsBVWan0xTKLJn3loGSQZsq/S3mxCjh
jlJQjKrVTdoL9Vw00G0s4S2f1LGPv6VIY/+A6W2iemB0+2H1anEMK7qPo66/dikBz9kK2b6C07KP
41yekir7JRn37pdfS1ZakNZ7B6xFMzDZBBoXWp2oQQ9F8LIsfbIuMLGrnmpAHiSw8xR/8biKz+o2
RYMEFJHyKo06hSOCSIDYfLxVjlxfzAYYpGmkOQ4jrrdbRVVqRFI7topmSwUcUumuSkwDCi2AvZCt
yPeL4gkIl7Vxopw7tjKdetraTCZQLTqMMFaPO3wST2GmOi94UZjk6ou8hmVuhZrUiydbDKk/Cq8/
kWQe2a4MRJgyUa2xXXX97SPHkMEq2WhTiEp6AvLMzn1cBI3QavHD+/jtHomi6G+v69AZR+vk4BkN
WcQGN+GEjkO04vbNsdwB4pn8pp/APc5Lt3dafTjxgEeO/xpkcKcgJ1D1w476rFl9l9eQ3ZsZtRMV
sCwwbiQ89ss4VUQA5D6a4OMHffdO2c3kltY6qaC5d1icgA2otcntZ05fKq6FllQ7vTbHHSjLP50S
6izFhkW1ggTGfWdW12TFYGcO2hgrHvMcKl7q54MLBIn+9okc5thToTpl8AVd2yKpeLtTKq2ZM9dW
5hB6MP36sjP7wALVkoBgGosTe2W9wd8EBwQFaVOin067FUzuwUl0oc0AkkVKIQVJfQ04O7OhxNWI
svzxpyL2UOvovD/+O3goLUYIIW6NOSwGtBFMKGDwYXACjr26/f7xUu+2/6qRaJMVE7GpOn7pXP5W
stq5hyzB2j6HxdruZS+aUEC23Mhembc0wucnVSvGP73T10Xppa/SshQBhz5ZCXp5cFc1UEkg29DS
0NO7aqaD50hwsx8/35H9wVIGngTrw5Emvd0fNjQ4DUDjCoCS+NhaghE9WnSg5T3nn9O5f3+e/iN+
rW/+uRHEP/6T/3+umxm5r0Qe/O8/rtLnrhb1T/mf61/7nz/29i/941PzWt3L7vVVXn1vDv/km7/I
v/+v9Tff5fc3/wM7AsrQbf/azXevAlLPr0X4Tdc/+X/94b+9/vpXEF5//ftfz3VfyfVfi9O6+utf
Pzp7+ftfayr777//8//62fX3kr+2e+3K79V8+Bdevwv5978062/qqtCFcTaFF07uRMLxdf2J9TcO
LF1Jqg92AF15FqnqTib8iL+0lvrMxVbrsV8BRNT9+iPT+RuNRSpV5jC08umA/PXfv9ibL/S/X+zf
0BO6qdNKir//dbj78XIhPgHtYuhIanTYF1ucqGwMuWCAMEeolPnCrsaYAXikZmBomedeMbeYnrE0
FCf25eHVysq8Fd0loBBOyDbf7ktnhHyKDFQaCFGWETr5qvqjxcnQCYGXointjbYnz3pX5q8C+EF9
IsK8E5kG4A67ZA2cwDk4ige1nzShFDZ2hkoctp6qv2SFaQSujdBHLSbvUc5a8Wrqc6VvFCQugpTb
uN5JoZq737bKv77I71/g8CLk9yD7BYMAIAnw2OFN34zNuAyKyIKc9uPw4GJTubHyKFOupKHzHoba
mk50WQ5DAksC46ETQJZHH/ZQX3tQ66LFZzdDMGixLlQjT76YBvaAEHSU9MR7fr/BWEtnXKiTfnP7
rjfKb+FVTOMkezXLA7kUAPsbMVmIGSCWUvoyVSaoK6naXDuLUH98/F6PPSSZm7oWwOu0a/357wtX
AF/1RssDpYo6+9qesig7Nya8KnwYxqfaOUcek3PM+cHaneUOwTNNLw16K0YZoB9oXaAjkYfIoKib
Is5eyk5jWrm+6o+f8PAy5jMClqOtw2yNMcy72cai9nYBwS9ouNl+WBosVz8jXpxY5v1BpU6zmM+7
AEnIoNaf//YikW4p+ynv4F4VhXUhSvGSmb3st8tU+cYAOFshRcTrY6yqEyHi/Sek80js/HU/W/Yh
PICCg14WTt7BCFYcJGueIO5Q9csLiq7lqSnau8JHU/lwRGiLnvkqG3oQEBxFy6tW1+tgyMzsszOU
0ItLTe13mkalFk6NDcMJ3dIV4d0DWIIfLKULWmpSQpBS4KPLpBrbE+fn/TtYSwAcxjQ+93snrNxV
41pGcx30CfnQhRqVc1BJLx+vMA/1TsSiY4vRqPMIDMz3EcZ6+6mXGRMZaJfExGa0LmSrpjtmiglq
HObYfP3T3btebqijYEWx5uXe27VgqcMOM9H0GdPe2xkZJNSVzhCfyvrfb1+H+TPjdYZNGrfNwTNB
U524GyEldmM1XCHyhY/IiC5XsSAo5JPnxs9wXMqHMgIQfaLieB/bQSywJI1PAi36mW+fUVYilqgy
QIgEQvwDkaWF5iZdjziwddAaV32jc/X88XvF8wI7YOIRRkeHh6bVXFRdIhu8nr5MN8pSFJ+JvO7m
41XexTsKnH82y4kNwPbXn/8WFNBSWLKFJ0Y+T1NuXDOLrqLWNc/ztI+CCT7ZvcbhPTHEezdcZcQB
LIOCcT2orLq+799WrZHuVqAf4wEMHdu7iIzY3RflBMcWvUh3ryA2hXRA7hYj87aeDTUXdvySVmUF
SQ1dojPK+NzY5/RhTlnVvGt0rx/aZuJvgNqipXWYz0Bt9uQ8KHOwWE29c3U1G3aZbcHZ0nTEY5zK
yS5QnU/Qpo3BWKJKfSayIeYYL/lr6njtEFiT1daha/TpqXP97hAwCnRVMh59jXG2efDihilFvdIo
l0BqmfsExaD8toCStkN7RoZvQe1XvUrxHWccT70SM4qHUhrOSIQiatgYT+gaVXu9dwYHpfxBP3cc
iOqh2fUrxaboJmyfloaQnDPsmEIo30ML/2k0M1pHpj1t5qbKX+qOi4biI8edap5cOW7HqtSbAKEG
EkATDonw1XhSr0Ywoa9DiaLOXqDNk4HKbCnBGt3lz+kzc/5QV/PiHD5an8Lq5mx18IehtiQTvwS2
4ndTp6U3aEhVW71Mc5T9x6l4dgDPB+o4IuniTmUSB4gV8i+myjDdQBBEriSZDPdCj82Vw9IMZF9y
Kd38a2Zn03WqIocTfnyMDr8LUZ08HhdJJjPrDO/gzkE6B4GZASKPcl0MWwhMRhGaaJWdahKstwVn
47fSnf4x/74OG512+Tq3PIiD2dTjpYSChK+bqZ18V3TFgxc0zcgQ6Wo6IPrSCRRMMMAOFzWD2YX+
zU2UdpCdVJRPfCE74xKzG+saLh1KobHtIb0slm2RJ5fGhCjS2lBmlD5mZsCdFt0tOUqgqF2vHPuk
XGSwVGUBaqzUUQiIlm47yvTbog+KghRR1ATYhdph3dC0SKdG/T6ii1VPbfYFGRdo1y7Kb/epOVSx
T6rl+hhQqwIJAX3wxawt2cZu29s1JKYIIEYmRC+nucHEzh0u0xQZ6MatbeSxpAoqjm4TsT/GIPSc
eOBskspEpRSKWYW3TpqPKgx417kF0G1d5YhF6hTR9rZPUJQBtaK0zQ6mv71LwCttgZB16EH32vJk
xOlZYzbG8p2PjuyRYOS4aZOpEDsFSAJocW6ebqsU5fCgag6aaksvAtEwk+slHFdtaMCrS36LOdRQ
G7X33uIq52q51JsM7PdtpM7NXWs6+b2uJ+WrKSD1+V7SQn7XUNHXgrjJoF738afea1pj1xVuh4yd
EN7PrtHQGWoUxfoSDdU0BzU+t7GfGpODpKagLdUhwXajplF7q1lDcWazTy6rNrLOFWls7c5zt50x
GRe8fPWaZgWCbEBvd6nbCyNQNEt2IXLrptzThX9NovmbQvObUrIfvS/QPLO7REFgou77Nvfx5Kj9
YtSMr/Bdtf3oAcupiuizVY36TadqAgKw/oJUEtaqqYsKmbso2hjU8zCjMFCgwh2bjn41l3Z2UZaW
ddd4Gri5pY9tiQiPkaPHZHU/UW5mDlUrJMU7lDG1/BofmGcnse/TTGD31+nwNoepXAysEIoFmVtD
+9yMeRWj1qYjn5E1qLJhleBnqjWBRYfMHqfLczcO5GMWxDG6vwsEbaO/cwqgUEXutTtgTQsExWSq
d2adoSbGRsT5Q/eEFeQ9bxC3LzsUiiLPYfrIMsQSJYqCNO2cBzTeHhI9kvE5RUtxlnfA/zclaok7
3UMLOlzkXDyJScITrXOrIGLEMdcIskuocteA2hZFRcRtVDc9as5XcW9P55TZNOm69OuwUvjrrLtH
rkEy9h0BohjbRF0+d0jAZ1SpPm/V8julOpsBj4Yj97g/Erh8fNaaja2U+bZoe80Kl8GzXvQMKgIc
O6kVG2FU06emFjC5lyTGrTUHihYzZA7TAu3LJaeVPJixeTugV/kJGj2VMw3eiOEwVNbksYLRcgbz
/75pZXv7X9Sdx5LkSJZlf2V+QFPAFGQLGDdzTsIjNhBnAa7g9OvnILJlOsO7p6JrNyNSkrVw8TBz
M4Xq0/fuPZcEkeQjHuziqMr8goLs0UtktLELOLaNfK2m5TVzkF+QzJENP6h2PjzMgsEkhjfocdZL
Oi8O69myjtNiwEkeintIojdiLtVZqy3xjbyVGzkB68ui5Lu+fDQqeXIj7yMe9SlY3PkEQOKKTSry
nX6gK9fu6wWKEi4etZ1a63sUeUOQS+NGF20SIFHYpWp5Mh1gn4U2nSN7ulIRwTv4Wp8ioZt7OWc/
+1luKtf47skK0mjy5AE09G27xB+D+JHR5fSKiJ9pW1bN79R394QYPLowr3ZgSiH06QICUlUpjOUF
Ruk2ulSssTwOfdCq9yAb3CDm4L1go/UBj6y4kckOkMhEm9jWb4A58A1hrApQclwoP3MfDBVtnso2
NmM5AxzosPL2BF75iJlMXkGTpwkL+MZwR9MHDGb5sRIB1KvyWukQ2Z0avX1nVg53IfMgVCZ8ZaaP
0WjvKXUWCgRZbyeekz5hoA5388EweYZwid9kOOk9up1UwsknvlbrSPUm3U1TGxYsXl1+ZBQelZ9C
LwamJbsXxuXqFPKcXawSUhmqn51eJbz1SXgHUQ03WauLYBDG9GCJBudroZ60eTgDvsBQ7q2XjCjp
A0NiZa+WI9XE1dKi/QKR/NkuZJnnI6niOWSNQW9fVBae2iYP9/CcARZY/ZbwhTKgswJdQ04mQusk
3laD217nTv6Ekg5xiqVrfDGF81gvCwDvFsdlp++EjO5y6i+fLsUEjHW8gwjxjrFlCNhjo4uoZbet
RPzeGlGyGQx2RKUcoBgNCAkliNP0UHZfpVX1bsTNCeaUe8J7UPpTrn66oo8ZzxbJT66HMWbuUEPl
UcYfXbioc5PLYocmMH8AKQzIFY/wFuiDR3Ujlq1WAZDtiAXD1pPtlkzbUzXvq9GYfdbEJ6REKFA6
N/++nZOrpFDusanm+1i3Dvo4PBSqunR9dQ8gMn2ZpvouiRKJVcmZA6Ny3/U5B7UR5+ZxGRqD5tKc
bu0EjzGc/G2YY9GOO0Kx2J3vm3q41yRoZW+c9jaOH6ucrsy6jlnv1lOZcblwcV27dXSbEuVdC3kh
zujOgA6/6fvh2rCy68yp4LHgaUUP4R7gWf8sl6706WNf4khn31DqMiAj98eIiSbYhp92i2+ZL8Uw
z4mp1inneM7K1vbLwkA+lo8Xt432dVEqnyrDOYbtdGeuzLedzgfp5+sXXnTfHUzQG2ey9hA/QcgJ
FWfXWgSjkdGGb3hKPXld8c7NBnpD0wIqy4yy3zR04ViLC/7iyJmv63Y+dY23bM3eI3d6lEGVLD+A
bgPE0iMOcZN50iYW0UVPDO3KmvLKN3JJfsjS340Fi5LWReHPUOvh+xAdrAZCuZqlE5sYXEGgwnQ3
eMm21rJ9DJjGtAixoDN+nxneL7QqENyqeB2F50DdhzufAIajG+DtXBKRXGsF5VswZtrBvFHU0cE4
ho+2qi82+UV+aNglmt7qNRr184D9/iYLs/4ASV3fMA6uN3iqvw2VnVzlxewEfQUhvSxC2B/JPi+y
o5Y/hg6M8XEGpVKRC6CfEy2+cuIULkrDabxGcI8hSJcaRPCmA7c75PUHGOR320mO0frZxvbyKLVG
EboDCHKUTRa0K8a0LuhVNfgENvAfgXgu9r6Kk70YYe3JxrglGQYF+EMtrXA31e3eNsVzyK1tTPsA
+cctlcZO80BWWfD76Wh8GPlwaiGaLJrYNxqJRDgiPL+VYhdl825w3Fu6yk9aEX6kytrJTsLIJeug
T5jQOQ+jLG6WFu7HgnrDIXGoNkeSXxK2bk7YttS31mBZOxz92c5081v6p/lu6odyCyQOpA/xpPTA
EniXPV8H9rZNqdL2Ok1HCna7hdfK/g6174CrvvQTZe5jOcyA1JqHum63jRDVzqWfBupwLXhE+czs
1fadSbuAzLk3IgdQGu0mexJnGG3pNtey7mRjUWNJWcDPc5DaVqL2pQTppXdCFYS4eT8Suj3bMIM1
wFFAjoo3385zeoaTcMnAZV8T4Pju4AgLnDFNL6VLRU41/c0t6lvHHdVNv9jxQcI+wfvB0U2UV2OI
5GCSlf2UcCt5jFzvze4r2kUO+Ib6npnnowyhnLQ0CCfb+pk47sA11OTq5jg/NC9t/MSGUzHCsvF7
c7lKXEMF6LvAjTrDd3rdr33nOn7YONUWEO6jPa6oQt3YrUme+2mZ0pMLkSKLXOAIwqGtUd8xv7lz
1lBv9EFNsJTLD2sUp6arDHIxemDWpnM/QRPyMYCHpApUtwJZd9CGExQD2zlSpO3nVLY7EBWSoYfM
NzTNbxKAYVBz7XrHuOWurNO3rAGSMIv4pqxy6q1uyiffbeuflp7fFa3O5k8fydfs6rkFBgUIovoo
zfFOrwAGVO5sPgm9g5w2djLIw2gOer2dTsO43IBfJ3jAiIadjNIC3iaWaMAS9Wta9Bcjr64SDrAT
DNQQ5grqPM6rhDAhNo4r1t0CYmb4Ds7FDlQxs89RjixsoRcHHAR2Kt1WBxQj76KDPtJ1XkcyQ3JT
d+ENnJPTiDEC/kTq7SsUyptsdsRWWMAH9aYC7AkJOCgz9CWasZCJZ9ohHNhM9720eK6X9uAwfyaK
JOsBIjrbuRDqAtp88el7bJZeAd4SnwtgxVstamMoGPV8KpEu7IqEr3kqdbHNCUa+Mod6p2XhMR7X
PAVTfB/WoAs7F4CdAAYoEEt7lYvb1FU7t52fo6F7Lr2khRgYHR2n2bObbbSOGWo7mZeya+/KHkKn
UdUXcwm3npw76GJKcnhR5GRFfN97zmOZTljMYUEicX2ZlXfj9eahLzT92Lh8TMJ1p03ej9s0ap+s
RTzpSa2da7e8A+B8X+vlfdHPqAiW5Ls21HtT8dwt0roAyiSGoTVOjfROyzJt3bq6mrSGawk3GI7q
XdxN7FGls7P6Zg8JZUsfA4N9p3OwtOralaWhAx5W88Vo5AB4zzsmRXinWyoKBmfK6JiER68qdmYx
Phfktm2iXIfPyKV2ylxuyvrPrprWZ7eC7UKuwRbuQuXB5WCwBkMNKtR9XQ7kq+u5kZWbOh1HeyfG
pumDTI7eExfG7sHTQjLvak1kxQYsKVRBARGe6BGEhsu1zCmg7+2k4ZieyTpqDzIb4qsaVvzdFJX1
zxbfLqSPpqVkrM3EvAbBUtLNSjpLwOKl5xNEpTQ+6OTIZzEU0wHh/XjdmXbU7fXJmZ4rOAc3VeJq
IX7jBJhxInvjNqxEyGGtw4g+lmaebztpAEvjkSLxR2vHflv1+mM5oD289LJzHm04xbfoQKNNH803
ixE+eu58h3xRe5umCQM8tA93hMk8v5nNcjM6QMGS2khPdoRrbg2LSfOdpmnd94kPiBXWmr4XwtqO
rHi4k0bR7xz6WaLlspDGV6GIHicL2ZXifU9Tfh9yec6X/taIvDsawSpABdIHhSdvpjin9TGX6ZUB
qBA8fNiGbzJOs5s4rbZlCt4yLbUgXFJ3M9fWW924a7RFOB5zhsTs7aAg+aVFBppg7Qay4ZRpxgh0
dRptiVYsb0rVnBEaf8sSbFVtrfWPjWN8V2717AAH9LWcFN+4ip23dJKCO0dIImWULufE66j0nfhb
TGIO3cdGGw4Fe4mft/I5n938oaiiFwOuL2uugu+W8TdZAn6fk3emT9UH5p10aeCsw6Jz8QTYjPZ/
aMZNEakDXIIjqV/3SW/edEuZ4AowwjPj9bcyS8t9lMzTQ1yJYrj0U69euZdFb7Vq3Nu8yurdlLj5
fVQZdHaTKUjmTkhmCeM9DcrNHLmneLSX22loy0AQ+74ve5v9LNW5SaVxetFUJB94wF/JnrhNqOZv
FJmtpe96ZbYlZEM8cRGm4xoy2HmYu2Y5ciw2fsPB+ogyPbrky5LeOmD8T87ifVugKp9QEd9GZvoN
qm5/hiBYbmPHW57JUmUhULS127Z1tae85EbfQ6iF5N0VT95CA8FOCvmgRxF/ArChBQymeyTix9tM
0h5vgf7H70jw7Hes+MNzD1Pdh6X6XKNnPscgi27SiKwnV07pVe6GA6UEU3Q/STU/rQmg8Gbj7DZD
TziilCRRtVBvdIb47fSeOu0VXwsTtLF5ZcycbxpZ3Y11Cag3pvvEEwMVxqvptVnxmfEITIm6gtSk
uv5IQHhxSIawOpSVHJ7MCfk8TgD7xUCEt60pogNKKX1nQWlESoDAOvNQNzukGCa0hnyrno2DqWw3
QIBur7gegmVISLIR8wZEKWSnRWuHHQ8gJHrpgScluNJv3PZlnMefqal2s2uGQBT1OMDgYmyTGEhV
Xs5tup+H2i4fokYrxAaeZXMF7ZuOlQlC+wkaJOeCUSXI6rz0O00SQgmA8k4BYgD9TLaYtsc6RP9M
AKSNu/52Nqmkc2nnxyEL1aZD2A2MtsFZO2gV3NdKOhsS+XSwgEYujuVsp9dNYVenJLIEERExFo3S
hnMDXSx6cLRMXqm0v4jCIDrclPn3vEvi74Dp5OTr7TgzcnO0V9AczY7QR/MTlZTOkAArr99HSfPq
eWlsXdI2tPCGhnm8opj092rtNHNfgpBAehaFCs9OZAVQKFMW5Cw9l3CtbKZcnOaKnLxq6QcaSK7T
lTlbmiWcu1JLlAKSBghLHuamoVMh6FrzfI+yD6Iu9V4JgJltLidL7FFxu2RvnPQY7OZxCLtY0aWm
t0vyHSi8z64bB57eDgg1oUCLan6k/JvjC2YKzgI968zozTNUMl20pbOT41j0LUgmxgrPbdH9mkrY
7HYIchWIRMOttIBDglnkTNXfUWtr+r6uQ1MeOSvskiuQHSUPWmHZb1ER2bcAFpcIm9U6TmjqrE2P
qyTPoqBQ7aHXksq9yweKvJPlDY65C4HojYeyK7pvpZ2zqBR8wfEwDZOZkksGDHdthDgiPcXGNAMy
mXtIJqutyZpOYwO9/NqE90+GZA9Myew18xAPA+72BpYt9yv6jvSzG1TGb0VdQGEuwCB+khzSWjfz
YFvFNpVo6hiVSfJP62gU066ZSsiftOWLIZhiWxNbhpcku3ByrbjNofKyk5mEnbtN6apuGmFsuG7D
kxB3KPPoyLr1W+E4e9MY9+RM3E8kvb4QYeDjzH0X4wrjam8aeJpDsyY7dBXbjafXh4EW891Cu3Xj
trF+5tv+HlPVxkP/6Xbass2ccfne5skGYx+U3tYlHXOhd8eNi37Ddh65+XTTaG/mlIbLeomPdxb6
Va6aP5p4bKIA8jFjo6jVd9ziQ8B15pIFUfOReO5hEOMPYKT2dWkPAEO9aRdB+7/hV6wHWubZo+n1
8lnTq/TQy+nN7cCyp/HiHGqq7S1XqLj389pwTiXv1U8zx+Urpk25bRtT0a/LBs/L95aGM+JuzHMX
uKCH9TCaGnvetxapmARnzBOPiE1c2qV3NPWGAjeqCQ0iSPxUt2Nh0mtYx607nQib8ZC2CRd6S2ak
Y6m4415QOibXE+6NfU93J/f2ZenO1iWpgSts68oFcxI3VaK25ljbzlklAp8RbBdV7FgwbrsDCzlp
Z6dohbwhysuxD4RHC2drCSQGoVpkdqUPkWafx0ozyyNfb7Ic9MEwlk04dbxvxyEcw0etwhQWNUc0
7sq6M7I7KuYpeiThLTcv2QRwYkeQCP+d2YUAqWul12H/aSHzLiq8NDBZux084DbexdKqNHYXN3L9
EqWweSn0ZTYfMnNs9LPXyTY/aMRYjQeXuIyqhpG9bhODm/bFj8Em/ujWas20uMpqxjobxPVtRb5H
RbgAhJBCE1eeXRnJgX85pIEBL+6sd66km9nUN5HVcMMyiIo9ybLgSLSy9oY1vHS7ZjA7sQWAGI3P
vae8rdlMQKU9cPSHQnANxNRfhbeZVjUHdGTjOvN5rrtWd6Hvtt6mGZleRtSd10ukkiOzuJ8E7Xzj
SF0TWxt5rhtzvmHz7s6JZZ/V4OaHIvbsPXKFVfkx0ssxZbcvYEtt42XNkRSNFehQI/dCWeMxbklq
adbh+zwx1wqk3QOqdFOxY2YevoTKAMFIWy1+wfcWj7t2RLnDLb8hgJIWNLXl0HTzRTVVTFGXsBZk
a9bn3DFpBMW57V0XcAEPRuK2XLq8VHINUWQ+ltmcbljLVO4FkfeP61hl16M5f5mIsWCZm656r0U2
b/tGXshxyt6mSJ/vBISLu6FNxmQPH64JHLFAoNe0h95QaH6kluyQZ+BEqXMnoefVhsFce+1ORL1x
Stgi6tPEhWxv9PknMGQSgrywfjAa/HABDTmLv2ReRq5/zQ+PL+0hZnzyI0vUuNFyr4VMaqkgxyWu
+wDr+UznhGR2NdPeWhrNOiz4k09KD6dbh5vqrcO6C3CQfLMwtiVwUHsDw7vrMDhzOmPDhGN+yhi0
PseZWd5luvNijjR2Rr1wtwVJM3dh2FcTfrP5tmhCjZ2hzAPHUNWV2zSEt5ade5MRXxPSyuN70uYc
1Lpqs+HYeF2+d5Erv41IYffVMJYXfVTttRkSQOTQoeT2LQ3fjtfdro6fdbDcZ6fq35rMyHG8uEcn
CYHLT7W94cTorr3OMU/IiyomTE316iRZEm702pihFqi1Rwr6sdwxTTS3uazDhDAV03rrRQxxW3iq
1rdtVqxJmaM9v9ZOlo7QhYXBtT9Nbj0Gdy+xNXcvY+5yTJjaneBfujL1xb7pIXAvFBhqOWlMjr3N
zMjseqQU2bVCDR+WrNs7tcTtrWj6E+lS9I10e3QONBToWsnGpFGkp9KKA+K2ze9xvbg+9sl6a5az
um6tCHisgw4AkjpHcwDdOwPHp+VbG6FOxMazxD/i0HZ3Ii41BNjMtRnBVhX7qtsj5Kom+sSxQRZ8
ZpyXmJ4huEGDNklhjBAMpUZ3f4x0HhXX3YBLcx5MDRjkjHpzz0DSY6gXh8Y+zg3u7A4pmUE0qmW3
WFp9BXm2eXOIArxOs+Gz1xSY0bZejtxpIhjkYQcmshDaURXldKxtClG5hjvoCb2scNHk3qrHRCAa
D627yXDG71VbGUQZDvV8ZSByv1fRSOXRVDnxlcq9poHj+sR0HAa5HLi/JbuWJBKSC6Z7NCHicbZV
d9cwFaN8Tcod6x95hKeluzpPzG+tLtebWyjNYyRZidhvSuc+BCG/ccs0P3rN4B2qtA8PPYGKb3bi
bVIi2k88ssdMxct31HR0tSN6j1pqN3fCCttNTNnPjZZIj4feHPWXURrRtcySgbMZZn9Z2MaNMXnP
mb32V/WiSPe91JONVqItQI4XBx4FPne7FsNYsph7cnP726Xqc8qMPGT9x94nDPH2o8jUZ54qgPnQ
DF4HaEbXdWnVrV/1KFCdtud1mOkx7J4CshaWwB2NmMImzU+zQ8JTrg8+w+2dVYvDFKrhKO2InOtJ
ngyCxQPTSarAK+fvrZGmW4QkT0WRvcsOmUkJL1+fK4soH+1SSq+2KBfQC4aGoCaq7SxFGFR0O1Gs
9Q2hqBs1Y3yhrzJdMm7jpFNP8T2tcHUmSv5+oHIe3CKxwaBynRA940gT2e2pnDQWq5y5MkeFmONz
29TJzhuG6IzOo+OLYE/0Ro8DmMhr0smWh0UjPCRjE90OLOIgH1ukVJq3jXrrERz7W4FebCdJyNow
ENxSe+lPnZ4daLWnp4L4wqrV263LZ/NJ7C2Ta3NMrMAmnXVxq1H3q2REMkgu7lyQOurGJ7EU3rew
CAsals6c8Buw8DcWiR4prkkuBv3ISebXUokzQDRa2hBiHqe26k5GP85nvG8caXGfHTy6aTThp/am
rV0aSiuJljExWN0MlGOMUPPaxVextWg7z5ar7ekpcgnh2rUGdKP884Y1Tq6oHhNYxH7GprpVeSHB
USMwshYj3c6icDYVvZerSLfpBWtwgVWit4HeOt65Uw2noIzkvRY682WZ+/pJhlxiCzqVL8IWx3kW
p3LuNWMzpGV5oYuNu6n5AY2huO2hGJ3ttEhOBsbIQ93AwQldSz83teZe8J/UHzSPtXMi6uis6yCG
QzMhfSNKtRsUXgKyU14zdWBMxtAngnfcpcWhmhEReu5aM5bEok2TmUG0V97OgLZDnGwmu9veVuKa
nIHyHHHxf6xE5cKHoWWf6/TCjGiZlmCY8/JeM6pXF6ffpc05DnftPJQHpyptMC8Eh3XT3L15AL/9
HFG1z+WO7bkwzvbE1etqps19H40xk2HC3Wsg1bR6T2Kg1biWjEyASvzINbzNUHOmPT0T/eSMOXHG
IX+BahBgpSOdzV0GNfNkT5NX+SQDuadyReoz5C5/zOw004Gn2iNtK8vJzqkK4qmdtp2ZZAog/BNo
rwIKOmGUDl0kZ+62aBN42hLZNN/ChhKT3odLgvegDQTc0LnTwKML6xTRUzECs6+dJysytJ+xC++8
a6jJhjm2tKdK2u3daFniSSUEazXKaU5Lt3xLa7JZJ65Yd2Yqm1MR2uW9KEBB+1VUmEd8Z31DG90g
RmNkOLYxFWzsTpvmK1r7+VZyMSSIkjZ+ecxtxS5v4xqjfw3KyyIKN2oC24ZHFZSyUu+zqeJ+6xlL
+BTXXfbTzKDSOaPgLHBdJg0dwX4oorwhZcknpYarrkzSR6MCmu6jijNIeihrEkVsvT13bZvt2dCo
2XK5oAHj3jgi+XX0XUvAL/2EBSGnTYc5m/vyFkBL7D4CdJcMhFDGBaEw3RvS+pwUAY3e6M8WmgqK
J4IQTq5SYcCN3DYPhqLRoEF27Pwphnm/saZBkpk24IAKdKuPPjWCkZiLOsi0qjg7GabS38x2rE9g
PtgfpDkxxTCXS+UxA4xgi1+Vowi/GcvyFk/gfqVk9p1J9rExSS5Z5kzX5qRlO6cSI0h1e70lW+WH
5Y7HTiPeoSZgpHT67wmLnG7ilBhBUsYDwiTpbmsw8VxsqqooAlRX6kaimIq2iNDY9ai2D3oIwigx
EjpLvQlBPTLCck/eA4FF9lyU/E22cJAguZY/2M47bbxk15C+3ko5Yv1X7VVODimBP5nG+AqLApJs
Yqp11C1pI71dPJOAbnBpCMzJfceRjcgBMeW+qPXuWyr06EjUSdRuyDxvDrSjiHQJEUJw2RX+XE/R
LZ83OiL0eGdgtxPa07EcdgtGnF0Wk9IrCK9VIu6qzcIUQ5w9bSkeh5K758YuRlfnh+qKuJ3l1vUq
whXrORLLiX2VGS1B20Qk+zS9mI+StQWDnsXnbqekS49E2lOj8zNt27JJM0Auao2OGRIVLiTRYbBN
s9lIbRy2EcKSHe0/0RNuaN0D6Ml2+AyYDzkWIqxJ/hhMSfajThUUZIZ0DtywupdFJeNBN6ucwsFV
xFO2onoxe8lAtSot56WR4P1RTszFVRfK9DxqE++Doi9k5sV9Oeq1YSMG7ZZPm82ZRHK+Q1Uux4QG
7B+U2F994KtlHxW2trIeXO6+7hf5N0C1zhoaYnt/yekXFy5UMBa2nfo05hH1WJQI7FnrrbNzwuM8
ut0rw3qHQXDXNhhkPG7BhxFkPSt2Ughc2Q2nW4+JJNVYOilSzTuzNzZV3sXis4A16JIfXBbj3/rh
f8vY91gW/O+rV+83j9//zPu3/yxX21z79Z/6f9D2JxHR/t9tf0FZlHgd/2n7W3/hb9ufZf0FiHil
CGKnwK632k3+tv1Z5l+r19oA5rN6aozVVP4ftj+h63+Z9spy8wyApZa5EkL+w/cndOMvC9A4+Gqs
vibYrH/L+PcLq/ufemAXcyGk8hVSADaRloz3RXrc1C2y38wmwizqOco10r8Pne4u98CptHuCG+Qu
HKm6t5ZeD+8aYHg/BM7wYKgWuVLaaMuRqLzvea6mguy9BsmEZzEBHzTujgFXpjj1R0Irb0OWMgW7
jJ0r7tFhib7O7iZftlH/OEoZPuf6yBWDvkr+o2pUcWGKhEBGEUwg+gKFRORY05VHrbtsUigxV2yb
y8scO9ZDn2cWuLCWKLwifqqJnPsmRsJN4RNVcp0S6/ZeC9MpCsrR5dI9ht8SWar3yWts8Qevh/G7
wHr9QDFJof63fxm+efQRYP/DnBAze6AxO0sKjVx/JOXOPYJF0Dm3aUhcMSvQP7oMcbO9WERbj904
aSCy2/p+yeGXkFfRI4DKSavadPpi5T71sq04V5OHxiimEZ2HNZzSmJkM6qYl+sPb/92q8uvdWyij
VgiSDlf+KyKIgNoor9ehNcVStQXkxQzcmKetLRJOxDTR/mAg0deP4/f1J397wS+WBLoWcUzxJwm6
cpn1ajerC5QMRd/sLTrK2a5x0AtbEwHFqFRFzKx/ya/znEl3OH8zAFQQFBNMtM3/8QyjKp2jUv3T
j7nq4L++L9zZrsvTx579NajAaLAssuSlD9MfMSuJqSeRTeEfQMb/7asAEpc4RbCcOV8WSyVaRNtO
xWKhRL80jd5sa7Mf/vCl/kLpffljbEzE2PZgCmPi+/KQk2CzJFZKceGkLodNUlqCNGQ9jM7I28Ln
uEfuQiVTY3K3G+25kbZQfk/07GumR2i0Hevo9IOFSIUIMmTQ3RJviBDOPnUacatqOtS3S89RviV/
qNyEGYrhA9BDprzDga5Ef8MoqUi3aR5VD2QzqxeqRftEVkvTBgzHtmS5lo1fq37kvmvQNwyUnh8n
bY081dNpOZqKGIu/D+Z/6zj7n51V/7/51DF+/WO1rz7434zqXEy6z4//9dC9dp+/nVu/fu/vg0vY
9l9QOdjNHPYygLEaT+bfJxfw/7+kTg+JSSAuSQDV/+fkcji4gIFyqHCerZvHf5xauvsX6h/COHCx
OzoIcuffcav/evj+cz2vr6hzBOKMXz3b2CFXP80/9thcTxulj5n8dPWw672tgd1C5IFWocN/lrKv
sle0v8irVD23s7XpANcgiBNlqL1FqrFQL5fGlDknKivcPQQwqxr7QZFTksuiwtRZZhPybJl1RMFv
+KzydM2ooyb9dCau9fd5PDn5K4zJKnw3C7O2ryM7qRE1F3rS8lasSjbFTaxr3YhHJkeGiFQf0V9x
0Z255i1HCBvI5i1Mlf4U7VDyO//4Sv+bDez3jRX3Ma566Hw2JC6+Pqycv39Gjl4QTm3H7mc4Ig0E
aVFYuXXIraFtHNrZUZeMKBmqnNBijWtDuPvXL//FR8vrU/I4eOA4CvmmeDO/v/6Smm5ra3bykRIx
mKGOLyEZUBx4hqhTxoxjRJZPE3cIWtBVi6VSt6NlznApsCzYo3nq7LXj7ZdlbTb6NbNQSpU/fEa/
n3ZYpU38NtiZTXBnYEGdL++RNCiBlNoUH7ZAiGtsosWJnHqXu1Znrp2IzrZ/ZFILuz84mr98N+vr
Wh4mCkNq1H7m19et+pm4Zi7NH9HMmrN9hvp5S5s8NLA1jWnSJzcqjPEV+3FcYub7e+P7jc/xz7Nt
9dT+4/Hh5R0L2oMLbEC6EO++nLkRrQahTbH5IZBo1Uh4Rs2WrzxIojvSOnLy60SQmndlZvXcP2Tt
2if32zjJ+VD+9Sr5r+/Eddy13AAVp5me9eVgip04zNNZaz4s0tOzaTfr9oKVXCJWaq1t4oaW/aMB
oszdtrVhm/wokfI33nagpVGNf/hW1nvYbx8LrkQ89AQlSPgLVHG/r1gEAWRQZip8J0pQyWZfIjwJ
562AzOjN+9klWNvY/Ou//4uVlRUI+ntFuq3Ub7bTr86/yFtS6VWdeEPR4BQ0l7t4fSCKqYxREvWY
6BZAfUULw8CfGDjxQUg00T1KKDtlECj0Rj14RVw05KzJsjHuiyFR7du/fpu/+xOhBzKXIckTZrjD
Ho6F+fdPhjmU22j1Mr1NDfY/zWdwoPH9aNNocjefGnMQDwRH1utD043l+n+Mz/4Ew/ovHxbW7TUz
CoM+VdlaNf7+NtzaaLu5tcs3lUvBHp6yezHTG2YiCeSZ5HL2fa4TTUYbliZyvmrZG10eXJEKHB51
zG677vxzzG8hYs2HszVlpPn9YVvRvy5rSmfTxmPpoH/RwJp8OZ8mc1SVpxbzrUUST84b1qUq77Eh
dgxMgrGea96ccIqBn5Uz1oJ542bLLB5GZk/HFm8bZpliWbT5XMS16kJfEapFx7Jn5JTf24VHzBka
Zm9iSzREOmOJ0RYv519leDfWf6IP/EIo/vPRMPDMezZNDNgdeOHllx2Dlakgjg3VD0eWMsWVoMHX
q1GrMdklBG5xBFt7OP+9e+a9xc9I/GY7och0+dGEGhxVcz/SjvvTM/TLtfz7m4NKwYOk69y7eHa/
LItsytoCsXHFtZGniOEf2QDWlaHHgBLM/03emSzHjWxb9l9qDjPA0Q9qUNEy2AQ7kSlpAhNFJXrA
3QFH9/W1oNCzSvFVKe2O65ndR0uKZKDx5vg5e6/TYSJTSCeHanmts4kG82jh9KiyLQv+GDylakms
K117Bf43y3QB6fFgDRDodV+joShJ2PN64GjGDKF54ED3JDX4N+z0iHXgN9MlnreQ8/R5QS1djPkm
bGAikaieJt6d6xczXzpaUPfRTlJH7w5BaNZ3V05pToChfn48uXuLDo5RCwacfY/ggSvPrWaNDXrp
1+W3CS6PklR1UKI+ey7OFs4MZUKrgKrmdEij2YQ0fuqxuSK3bBLvleS2wyALo5Q4Y1BNS4jy57Xh
46opAtAcYQgpwws5+jofhoabzE3qxLL6ujh1h014EnaIGHBsi7Y6kUUfWSj+/IkfVyNBvR4QBvs2
0EhczB8+sdM2SFNcEF/cBfclHXOgPrP8CRqNsnkHg/KDr0nhLgzCURj6ZN6FLCyM0z9fxs+z8D/H
HTjOYD26CV8AKf5JdPpnFLq4g1EWIpLX2mtq9Kd9a3zrR6syxWqUlV3j7HVCd9uHAdUaK47M/Dbd
p1EvSLFHIafeYdOLFFFFEgXPk4tNd950oxMMT31k2flW+cvU3jCI8LUUtke1deMlAQWhazuzGYfo
jYkuTklR9uvMH8D83Av2e+xMbolLdzj++Y4/rmucgiGQYN8GkkuIz5ng9wW4pO8oaJMufBlMYxPE
UkoRBLHDso5bjyDLu8qccWLYTjRt40va/4xsrUCuQ9o1xSiS52QK1iEtVE53rqtcirUVJtLdznYo
Ng+yy48LOm9mXTLWa0ztzFHN7AwdDAT/Mno/JGeBsXPEZ9tkVeMNOghYf78l5TbYqotGvER95jK3
etAjXEBvoXNh6v6cx8K2Z64twSvCFGetXJcULRUbDb25COOdiV67atMi+Su/VXERelf5iOFVbdQ8
tsE5URM/hVp0vcV57a18KC0k3weJTJYWwTP7Bbf757f1M9P0j/HJrcXQloXDVLHpuvGxo1Y/oTup
TDu/uOmwrlS9VgwtHM55+723o1JgkupbtbwiPFn3x9oCtK2vpqCu0nm/0IYUunfsWmZ8IUrVPI4R
aSOjz6V7c/E3+rGYIeaNWJ5Z3QzL5lUu5Miy1hOR8IF5n9j8F2csh0dRpx6PghR3ZvUUVEzBlMhi
UfBfl+ezLoXlv2D9PqxOEeEC0VUoQGiucMuPoa4zLl4wB8r6NNQhJpDDJbwVWTQNNDWIBOC9f1sW
1uXnt8dOLgeYNJx2l/8RNf0+ouwC7EAgp/BTZxxGSD/3PQOKvZ/n4xXSo/FQMlot9QiwTTMPvBqS
hpCFRY+nNOqp6h/CgAaeBQJROqU+cQoRw5OuWn6KMj4TH1ctG9Wv15YqNCUom6qoYa4wi9bXkZbT
+iKsgpK12MYzcsMnm0Q2V+KXaCXQVPTrOfXPQ8772dXo95tfNwEWCfqpEQV9PNkQDnZWSk3zE1CE
gHpFb0oXf/dI+vUciIUe3nuV6QAHXkx2HDqlRqagru3KuMgXJNGOdYPf1fLukjqjn7ca2wkyD75h
CiDGC3YU+Nvq3SuqRT/VbVDrb+MCmPHeGxx7WnZR0eCr3irix84cAPxEw1mrLJlg/NR27dy6Nhiu
XdPo2NkWa7k62bRTpBZ6qDaDRv6B9m1gMgyLHudqM1k+GKgD+C3jPQd0L/UQkk6OGTHIxmPmJMRv
Sdqf+iwkMtuGMHaWhWMtQ1GepnJOzEahOAxwXYapu/OxMS+fxqAV+avxqhRzldejUJs5n7Yzvet7
tIFxLvBCpX5FmY0uCjvV2uNyk8SNjZBhdDJxSK0uyuy9LNvae5n9IS2tl7ilxvVp6ie3v7O6vrGe
2DFC8+7rINAvSzikmGZk2zpZ9xhPS1UeE2p102FpvQhbeYwCUmSrfh5JxZtDg6DmPRNU6qcdQ2VW
P5BRjSM+JmQiTnHVJ41Cncw5wK+CY1JbZXCmI4pVwlNGUElbkx9Z1Lg9T3lyXDqh3y1uOzCkqQ93
Mnt0A7unPNg0npThycRJnlW3jT9Bgd6Dw0HHfTvShzfPD4lXU394QrDoqlNQeFkaHRgrAXQHOSw2
23rVRfkY08rbC1SPMUwvxXwaUwSQaAnzmt1mW1I3ZYEdJPqLzxQbA787MTgoHm9Hl7DFOSPHK/gj
/exGU3BfiTDkC4am9ZsW7dT5Au3c4+OWtvPU22KQWpKID7RMxZUzWVYYgvPxSxMep6ZwavRpHhyg
cWP7Vs7tpK7PpvJtSsBpx9vCz2I/vZ/B/snwAb1cMUJ4Ll1LyFNp5pg+KDTf9fOYGnW85iRC3ftZ
+RqmSWItN55XdTwpa4ZlW9+xaqvMv7FcPIwVzmCVO9UDVlD4xPuxYCHAgJ1TXEZB4Ir1kgAUVbbY
22k25/iXZFmsIuKe4k/zWaSi4fPqoorjF4OcW6GTQNjb70RkcnYQytrZ+ke4fkKWjVLxGtNjN+Hu
tzJzyNQeigwhTbwBMFHype2y3npuamhRhAlDn9IkNx7RQq+9+og3jhBpan5OXm416/2Fx6cK8L1Q
SeIu4dOqzOGQCZZmfT0OulXh/+VU0/qcGw+TJ2ZGg/FGrPiBKPN+KMWBRh10jukv3FLNnkO1zaPM
NxZv0DPKvPbF2qqZ52VlS3vMDKXu6S7CAMWl5LxpuTwHjCw+weWf1FtiTesAC7S1vnl/tvhehVeQ
7w0DXRdo5tJHCKDF1YDLkXv8dT9au656I+GW8T0f41LwXGIzjt2tN8YkgDawpR2exa/RkyxdzJ8M
qfDzbzRC+PkwyMbz/n7FuLG/0FaIA2CHJNu1c209/3rU1uXH/+shX36OTIEo70Ihay7AoeQ/vJV4
YnN9zBt35qYVjDA+K11dsTYaxoA0/8a/vChQET1DjZO30ekJ3sOc+BunzDBl3Me0WeEpDaKu+BGB
kJ+rIs2RDPGmtOc16E1rf7WW0/TLVm/x5Qm2khnEuna5p0zknNG2sgX+7lzNhn44TJrLq70MjyAp
K55P4OX8xt4Pq/Xmp4Danzqkjl4/JvOygG/OrbLD7GWh5Z7pr7lTd328l4G0GFRaxN/CXf+Kk2sk
2ZzNQpfR1fXZeumXB4ouYuE/2spFSrC3bJ/2hKeF6ukkjykYNH4bWF3LnI6LdM18dCPvNx9Cod6c
IG0YPp1PxMrN04WP4dqRy17/oMCbobfegIeZJ9LY63SoF3+9/sYEaTa+mCqt0vxAm07+LqQ/J6XK
19GJtb9xL2MFZA2C3eOvRx4jIOFyppwKDzIde6Jr1KaQeck+PziY3LF/dbRLxxGtLJoObW061fLh
fpG1HJn6SpLbrEgYkLLhNWXmFLagt8TOsL/yPfQ+Ac3WS4LFab52aVc1tVe9hxqu3laxB8Fok3Qp
53zoMIafz3rV8YWg0a/OtTL8/7keydsh9nBIFSly+dV5KLHuY63XBZ/uZGk7vMKqmzgFJPOyjn0I
HAFJ4slVghUmQpVvon1Vs8XWNK1rkrg7QdPSy/TFBujJegOssC3Lq1/p5AI8oy4ANWE0lN9nr/Nc
F3EqxWj76P6cM4r29jywLhnLZHl1s6gd+xcs+Jj4rvrLrUOK6XhELpSZkjsq07HzKdpCUfa3vfbW
x+dMch015KvWIX7Jn9KYcOQJOEas99vnueCLZoDz8yon+2htsCuQV6b4inwNPWM+B/WdKx3NTwSz
s55hB990jKtLkmVx/EonB9MoTLSnFHYHf2O5pN4SjuVkDaEWlKQoaWHN0beuOTs1274iMeHf1GWw
zicUnOi6t2kZ9SyVWKpn9rxuZqWhyT1mMx6eyd01VSBMVJKLBzyf8uuYjLjLLyPhWWJdI6XVOj/H
OD1XBoBhu7sLS3qU9o8eaaw52U8Qa2k3FyCOrrodqQuwpZuQJFDw1UtdhyM5m2HMy18sb+GuAuzj
PNDaT9bhpoV2GHyXJ1n0LZloN7dzd7geF79OwsdyMaP1rAmmySosUsXBV9Zbxhf6roUnUHj2eg+J
bCwWf46Xa5aqyolXiazjuh3l1yCeM+W8eVMVVGcMInJODp6g8Zn194ggdUr27GguBemuIv9NUycM
zPqVjORY9p/sVBVpuk382c2mpzEktlHv8ZAPSnzpkojUxFGXZqhp1SyWrnxdPCO8dmPYHbDS9Y7T
ElPStzs2jmGUo4sEw803rRCz4UhlCrzU5U4u71JJHD/+1vdd9Kj75OdyU9GlnOEWz+m6mhD9r5M3
7+r1J5qf2fukEOv3fAeHLmsiDTz4AnLe5yc4ua+1jRwEFlM5JVpMzks/O3JfMFHXWRkje2+vfg1Z
YkpWopjKNf90ScGvy6mVbjWONBfgmNB29GCycK0Tj3ZDwt6blyQWp1E16yxHM7amAzvqRHzxCMv6
k8JnaT17NvWHM3nL9crLnErj118f5OuYLY0+5rzsy4mNfmlLCHG1kcgCysuCVV4SjQrwPqPBQhK7
XqMOtOehCa/Bv20yFRjr2eQ+HYY2PawPhhLd99YwLvNQez6HQ7Velvk54ay2ZB/ZJL5ZJ7kUa5kR
gf+0jskwASGVb/ysa+p6nxUVs/FweSDkgddFr4wAVrK8gx8qbjLhVmH0L4mvD2UjcjmsD4xgweKG
OuhjWjnrqSGQrxbPNOkMuOowTSdmw4iW8qwsb51BtEtaZ9eA6Ytr/5fT3e8H2/Xjg7VWQ8Mif21P
/OFgq83UWmMXkqq6LI0FOWCugnMAM+nPH/Uhgc5sohcwagW0IbQgJjnz+xkaB5CKEkLJ/xojdjmh
n1My8bz7MKZmxYocrG2jNiYveMOtpz1e2a/F8c/X8nsKwUe3R1YIdiyIftdlnH8oCyUD/O2eqfcM
KpdlLPedNR7HWh26+wXn+L8+5//+gWsPDgrudPkhuRh/yG+WmabVQG0nT4j92CjSkh3/ROsxlrlf
M/vPN/iBCbneIblb2w9R/QqHctSHD5wq2HZNXwVPv1YMZPhr0n5Gy49WdPK6aDgguVr0oxld7F21
adb13NUsDVa3eOxH/3JFv490roijVAQJE4zW2m/7Y1lsjm1rDGe8+tVlUo3EdczxyZQJ63oeDTmv
IPPMzMyMXTYHQgsrWy+kkC59FbcDYuvk4NduC5B5YmmZtyz1ih9nfiTOOZ9dzpPb8VLPkpdl9s83
8fE18uI8m84QVEwcx8Et//sYZt/F+wiL7px15boyLT8DIdn5jXmcrch4/9Kr7//2eb7Ni1z/j2YZ
H5Kz4UQ0gkvXnH9te1OaKRgqLSsr/I0uT/+j1Jpvk/IHJcr9wci2vf+2HOCrWa0JeXG+bEtrD+91
nSyxCO6bTq0bxp8f6Lq+/J/cEvnZmPKTxwxEj4KK6WM+c5yXKdcLjYPDxtKlvw3rOnS/BpoJ858t
detH8eoiKniRx0mftlu/v7s6EfUMRTK9uoQig092hHEkMOf+Wwn8lxTjHzdGrpCPAk5PIxyWkOjj
um7b1GUAY3RHvQgbbIPwp1WNYGxPmPbvbmmooQN3ScmtxugBF06Lm95Pe6e+YbdGgoOwEX86FBrh
kXuwH+rET1NMEMQGfntOpryE8IrliJLTl06pmmOQLoTXqH1dmUX02JTsoKt3kcZnWYFxdWhT+hBf
6nllwGHEvU+a2lHTXZlmA9pEgpwgd8iJ0PjSveKgEeb1rrIKlJu7XwFKuFKas015CSuI0CM2i+Dn
MnY5apSjzdI9YqZj6eZouIYB4yAsAtpW4Cs6N8LwA4RYgQnPbod3gvDxEttIiqPMdltGDl6Xsuux
BaMC13GT7wIZVoVBxH9JeSi2Taxrl0DmZwRFZW3k+S4qWjfxUA1kljhblIHYywhg9HONXp5IwaZa
AQu5muqO8xT5/KqoXlzC3tg943yIPXkqAttakwHdgNd2O1/OYfE445XdYUarSbuSgQmpMmyKrI/a
ZGvRgGy0641yUQ+Jh1jFErNEqqBoq0/+HA9L+4l6w1rRIgakb8e57TuKCJ9ySbY53SFCQk5wyLRy
VouLQ9D598zRs4uu/WAaxVfHx50Tge8aE/nYQG4oBYSRzrI5CbNwTPhe+oxaOmzsmXe7GycwSxgz
VqTKsCU0AxsM8GBOxtsy7nqM0pSjR9yvVhxp6qJ5ZncYVqt+fAvsupzxyXkE3M2mDptaf27IvODg
gSq9ltx+rUWKenga3GJcCzlwNPiHhSGK/hlnkfhe48QZbAtfLkOj+hkNNmGF9Q+fE4oYifHHXskm
ukvbkMsQZSk2Y2kN8ScW8TZ6lk0MrqeGEOpvshSLrz/nfrGbczhOAIPdK8jNy6kGonFFJqN9CnUg
tjAWsnOY91gzlTfoTwmD+spL/XZ1LYjsrcA/+Tm18xaUmQPFI6pcQEFkOrejaPwbCBFfQVUFm2aU
wW0w5nIXehk+GoWv7FCAA9wXbW7uMRL29p6ofO29aQNRK7ug/p5J8ywcT95oz0pv6qGjd3dHChrt
CyaJ1sQ7egxGj6HM8HTlMn/PO5Xsqkymm9lrmp2fxOo6WkR9mBNAsSAEfATDmIobkNZNeBj5k6eI
89jbSnU4ontI3lVcVsdycqplM8eFf8gKu32WHrl5GDw2jkjLbdOXcVqib5WFDjh2Tf1pjES+t0Vv
X9NnOMs3rWW5tx5puoPuu+ZHV4TJI8lDjD1Z78bvDqUezjOOdJ4GUWT5Qc6NtXdAbDx1g0fCgaVg
19Ed+9rtNC1Vfdwm2ySMkyz6nA8ink8oEAwcTK9w9q2RPccclN0z4nA/+hH1fggcKrHwWMXIEXae
0xeP0+CWnJPq9sbvekdtkyhrQSN18nZCEnvTBc46QhN/raGmw3g9Ec7egYEfTmS/reu8dDPQE6x+
786I+Yx2VisREM6D9WWUoEGVZU1bkTvLt64rWoGiQCIfXJaOkZtVAKpQTGkDeG4sp+vApPCLwEXk
59kJWYg5Um2H0a3ca9yIlbwGT6sPQhpx41f1tCHT++qP83fbJMnZc5g+Q2f6HalFOwcSUcNb9+fW
3Xth35xl5ukvs4QFU9iUt9NuY0o0EOU2zFOk0pZxvW9UplFQiwo+H4mCjbDr/nFymvKxy2h5uC37
Pn1R2aw+Qy2Aw60mM20T6GvFBtduRcU1IufGxJuyBXdPND7EooPL1YBYAhAnF7yIdv3atDnABTk4
jzFFhJMUOtoabSfXgAG9b10UTLcF+X6kxiRc+dCk3yTGUpxITXobAB3MoYOV8TdtEdTsIJYRr/hF
px6CMSgPLPRBsI1zKBu902YP6HTQdoyZfhFtI4+DmZxjIYfgm3aTF6AMxcui6iU6KunNcIjq9MfM
AzlmfQgPgzBwfoas6QNm8RQV25Luuja0lFMQl/KoiEMdCJxd/BLTVuPNnaT7qdBJ+zYsw/IDT3Oy
G8JW3HkIC442O8VOTap/Jr60Nj4dJW5hjpVfF7ttjm7lJCizSCefMzppsJdBS2ejzCPyQX4ZXNF1
MdnKrimOpW/0C9oul+sHp+/YjXsoArf7Ql5OPcRNhslsruLnGv/DDT5pKLohSy7H4Do/N+BErrXx
xoemS/QnLOjed7ccWBwQcg9nb66ZPOS00F73BmtjOJ7ycYIX25qoOSZB7WHADlBYkvaIT4ulk9sk
yfQjrPTsJSJ18gU7fQ/3MAPJaenwbnGsHg1TkIOQSPxbKtyOu4UNU+2iZW5cxrtuDktqtQ8lKfgH
8IhS4Xmq7IMeC/VF9gaEduIvy63GInKDUKkkO1C3n1J3wYWd0e9974ZldOVQ89sOcvHuoyGFXGm0
9W4lAg3a7ezjhKBvQj0R6+5CQ0o7ui19dwjpcQ4gBKJ1FcvkdrRk+kCWpTpb3ty8Vr3+xu+kJHpz
57WriWAKmlecp7hAfulLJ7+OWym+GjBv47bKRvsOqY95ycUAZS8Tlett48wJb7yk1dEhtusmvq6z
SO6o43rLZqDevYviBYYidBDIUTU9B86tRb3/ZrZUyLMO7LHXtyoeKPQ4ODDHU+Op+t4Fg/QYNjEG
8mDSGQyvWOqnIs2Hms7iLUZuGhfAKrN04yNCTBLHOoZD1y1Pc9Rokx3X0MPexWpqqxbGtWzHtLwu
OZMD7HVguSCwr00yALA3BU5C46SfxnDBndjaVXC7kkQcuBSEiDc9B/H+FZ8/FjXWES17H829nTbI
iq6GPgivfTHZTfFpAccJbx+EhB0bvNmpsk8RXLr5qKq50RDXOt88x1aK3XYUaRUD0bJoYUoTJi+e
nnMX1QzefK96pAG9tRxHDprF1g6VsG/HGEPbVuCEDu+APC8YXma14HpZ8utC9Pk2cMLyurfmqSvu
aYkbxGDbh7qxp3pHnqYuV5WWFOBVe0jNEcT1oAgqQYJ9harCye3U1jizqDE0mSq7hQZL88K6Ic27
XXogABu3nin8AOAur5rc89t9SqHwrsxJk+6KKZ+u3NRzoh1dtrOQlFihnROeUEk50vjgmsVI9Tvo
RX+2/HgKt3WRQLIOvdIlFUfO7tWRln4HnF7sXC1nAaUncVzaRGXCiC0hXGa12EFXKdoIGTR4mi2v
DQnMTDRj7GUl7fmB1rbyKf/OIqSiYJ9JOMA+Vusp3pc1zWhAUoup9f07xxoC8NNRUydXGJS9b+kw
fF1gs7+kmfyarjR5vKJj/Tyi7dgnUaKPNpuHzSIRaMpf4XJTzaI6awzohyHT8VYqCXY+RKYpNzAu
6mcNBXSndTBvTJR7rK8DnOMewsQhbCvKeCmuGSqMkb11pm5Uu4XNxnsA7uM+hwiI9C4fyPWsrAaY
cujhxnenleWjVE0X7TvakNx2bdM+G9X16d5M6ZCcyBqn4cYCFHeq20LtRKOqQwlB6rkpbWcf9zRw
LxPfuhPl5N0ISdGyTTuK1zHHop3ANfStMTTcXiaBwcQG+1Lv7HgATiGxOZ/RD45IFzX4lbjDOrpV
ZVrAautANsUOHYKwBFqNOXUBN7efSXI/L4nO3xPq3upYUF+D66ztcbPMpT6zy7P550FZ7fKC+IJL
SJ7YdfKDwTa6NY3MXos8db6SeZsOiHYAN9lxfQhlWDzgiAJtUAfZZ7upX6oCJVjKwe0QiqT40o4C
tLXvtu0XmrbqayNc0I6Jnmg3kJMcvU6k4KZTmwx3Pg1bDrvufcGxBAKsk38vMzf8Wiap87l03PF2
oHK782m+enJJGb+SfBfluqZNUKcLW93RDdglbmVxXAeh990r18PwDISeXXsS3Vs7RFYOW5U+G9DP
ObKcGh/v+bbT+dRTa1pakoVwfx3am7CObPCUFf5dJTvxlmVZX0L14RpoIYa5eFvyd7ekvxgTGbi7
Uw1iJ9z1GUJOOrexfV/XwGP/kpzasHxL17W/svHS/SG2onG4Ajwb7HpZWFe58sXLqhsA1z3AjM1n
S977oAvfzBBJtgdOnofWJKih2sR3bynd6Rs5IyrZ6JSQ5nbqjHwrRT/Ro5A047DJh2r63vczc4VJ
yTnNSLKY7wNVqwFI7UBL8GJwr0lSp0im8gkk3Cob/YHTbEgOdZj1N97M+W1jEY70QESV5e8tVaP5
tZfBf+27qvoSSgj9ZUcT5cq2lH02Y+g8U12LYlRBxHCboB+z6jgSVF2z+jXjflIZXksFPDGF+N1Z
7dmlj4G1pb0JuqK5tn2513JtnIIihUG09bI6K7xygHUWUEqpAX+WBGka9hFxBK0gVU7XBN9tkuUz
TLWmvBetM3Y7ThUJxAQG7wrg145Jq/lo2bAavXsoUwmYGUfl7rcK2ajVbAcrounegYIZ6K+7MmuD
NoYdysyUGwNzoIPayIbrz7uM+lVUQeBhl593zTAndXkDTEe49rYzHMDkQzWQHXI3EzLvGJ63kSr/
TP9rr013I1OFMgpuHLfRm2FSbdAfUmK15mQyY9V/47WbBn+foX+qm72vqLU9J7ag9nKUCKX6Zqdn
gPDFQ2FkyXuALNrl9GEwhhrAgMyd2/9Rg0a3eY5d0cy7mE5D/mefKlP2fEnWWnItOPRVvKZGBbwo
ebMaeTkJoxdY6yDMwyV8T+msOQVHdNUL8005XZx/MXLMYHbBHZ4Xi5NtUkCzczXLcf9qMhIK0W1P
QDmd7SK2Z29r0o4mKkdsurRSolrhF23x5kamGeqdX/Vmbm5AAgprwe+HyqLbInoBTPjs9r6kw06A
UDUH/GSMmkE2u3lPjMPZIVUHKelSIJDpgYdBhXQnEHMRusuYFXNeecc9hMa8D+t5lmRhBzKp+RZJ
lalGj+4vk5dXezmiuKFxAKje6HYh9AMRbFUBNHqwIbE0G8dT9FkI58X1jtT96lcZmerFQl1Dx4oW
89kGVvq07FGb1O92UxJloX7PdLlvgy7GYKzRqUybBUDCI4Yh+jkXqOyv4zwdHnzUsVfkgfNbsE4u
3IDA3BXOPNd76daItYaYQrC0qucinsbwpAjhQhyvcoaN0dD45ah7ulH3ExwbMOLwQd7lYtOyINFr
i6qAfRR3rrvMT11u0TE7Ha1qTwTKCRF6sO8fdeD19S6po+nNWhLglzCWR+U8RWVe+rsR5OV3TY8P
OPrFwNGgWYCjbGxdOBmOagRSVyYDbPyeWtOacSGihli+lFl6wKc1JBaEBCdCnCNU3GwT22vbvTfb
3RW22fBLNVQemJqQnio0u4NO5nNCDefuXEeBbXa04Db9Z6QPyCY2WqKy26LpUAMBkiPQFZHcOqec
vDFzQ5ue7iYKbtNmdMtwH5ZBdU3TTJi+CK8xV6CtkzXSDfqTdruoAW4E5GrtU27PvJhwSq0N5Ap1
pWSlCiAgsfe2IFhgbCTxo7Hslvtc5CFw5PQw87J3gP+ieF+grfhhIV4ieVhIGmOwDHdfOVyO2WNY
1HqNuiB/XRHBBNfaC/38jSXSnY/u4BVP7egmYFis9D3VgJfAzy4TcrXEkBlZQPfCJbLHl2jyzcOo
q4xbwMZGdTisW1bTEFzLVPrxk0P6kC5nRTueHJIW+W5EG/PX6NIZceuXnXfV0LcQeaL2n2m50kLq
b+zPAVRU8IfoEDNdLSj0Ozr9YTmaz3gqRb4TphswdVUNAvk4H+LhlAa0Y0IqviAHTZMRuPsYg1cd
NafhraT9hzhQIaLOarsYC3fp4K6wGgu/A/h6GSIvdNOOBhlpM3d3rpHmNhXOANbWT2V4QAghP41T
2KM67hvuEjVA+NXTGS2fagLwe2WtEW8XAUraEFNDKQsAySBHKVWewV+KCpRXpEseQDcJrLmBlMGe
xm3FvHPtmhZhauJ3Uh85HbKRWu4GV/49dmBZBW0ycLf785eQ1WK4mUAm0VtFDdFT5+ve8HG+rzgQ
5GSBoBjeuVUCNTiryhCZUAIzSjtJfGNZmXijOV0J3U92D2j1CmjekfiGK8Y01BnCeN7mfldADBy9
fN4ZmCegr3XUJ3uTwWxm/dVudVM4YvYPfTD6r1aSyelM5qqkQY7X1jMtaWrnSx6jeID55uhzi8LE
3oejP3MoiAWuBpXYfr2vnSL7VPqTHrfsm0R1xOe7zNUqWp9bcD+6I2loV7QJ/Kna/axQWQBJMdUX
l9Y9n3XfgrvJG3KPKCoRSqUDQ77SX1JrhH1ZdpO1pYuqc6cN9p6OvMtXSCXWSdNHHlByXob3venb
696n2ysn8vKWvABElMSOXskY5zAQmjR4k2Jx95Nnd0+DnsWp7NpebIshGtdoza6RzjSkeMKui646
ekEFuyUGw76p83g6Nr4YqifcsvlOk9zaaYa6R7sJH6SoGzs3DT1l0AaOzmd6e02foSgB+uqMjXXS
L/d1VCV/Iyu2d57v9S8R4f7R8RLnrUWB/tnmV/yNBd4WoZX1Gc9NdDdR5D/KoWfWReYbAuX+QRp7
TjZR39oO82B5iFOrJKJxvPrIfkBnDxN1LhBhxCn89u2ohP6rINmxiyYOKoounwt8Iad9taLKey4y
16NBC1n9k5SNQykMpWXput9nQ/Zf70tJPki/sUGV9bCjBo6L6TMn2raWT9rrWs+/74tMscp3UbRq
kzSN18hTs6oXtaLWQMGxvfdmpDTzcRR4NcTObe2pz062yepiOSHknvuXJJ9G/7vfeG15VbRR3Xvb
xNM2jVmiwfdGzeJVomahpoU+ooidPLB3CO+chbAxsud8q8tA29PJzBNZzE0gJmh0XjNGX4HI9Cwq
SpYV3SXG0M9sGkwNdAYgSzoHaYqgxUNjhRyZMB5V1YwXmkmDjJ3GnfOQyfaHrSw4dzsKmgj19p0c
5xJg2pKnQCx3MoUmD9GUXiuUQdIiXWz1OLhRzxEmd6dA69cWpsZQ7CjERpz7sAzlU0EzkrYz7a4b
gyhw9rZ0TafeTLkMDo1IilTm83ZsVwbUZpEZK8NVgk2yiLdkrNc78YLUBpqbpdMQqr+MlS40JcuT
qOTf0MKHwXRj9R0H5psC4hidKCaoKeFw+HPR8YP1jeIfBuoYryxFTmR6CB9+LwU2NmeOYpLxd7vA
RfKr6i2C0qf8pN06Re05RkNTb8FAa3DYNCTDiAR832YX7sFohC/Fz0LXn6/r92ovlxVSp8euGlN/
RQW+evD/aT7K/RlrUpqH7yWQY8LL+iL8qMu4YiDCxIft++dP/L0mv35i4Ng8jdU7TMl3RQz88xNJ
Gka9jV/iR335xOGiqnH9RlOa78LMM4jgBnuysHzkBcXKy6v4j3gN/z/ih9Yes/9v/ND/Ml2vc2r3
P+jT1M+n9//5P9ZfuFAcnP/N3nksyY5tyfVfeo4y4EAPegIRWmRG5k01gaW4CS0ONPD1veL1M9JI
Ggecc1ZmJW5FBMQ+vt192f/gHGZTz0aKLMx9s/zfHQ4utUREj7mgSajiNlFx4Py7fchw/1E1LvT7
9U6YAwfK/6hxMKx/dNtR2Y1rhNax6Oj/LzUO+KB0rpn/ufm2Ve4qFyOTZuIogrb9v1OZkTlZRULY
8VFfAK0Npe8WS8hM/gZ7yd7otjy4bbdVdcZ1dZfORh8a8wcFlINPNYjlF1qVPLt0ODBmKUmOjF5z
kr5vGJhZk+eFRnsi9OY20mnfKunD11KTnUJOVXMh5k2aPneLbgQaS6lRG8PW0D2rTkBPUDToxCPB
BECp+RuPmfqku1/UQR4W4UBX4jCAfywPjC4N6jin7LRlUdPAyRvvVf/iXFWIeZ3zKF3Vr4xXRevo
8Vr8QuG4Ua6ZX6jrNZk4TUf0lopI4EUBYPQvEk57nhSMoaDjyjwjGrO8z9rU0wmXb6XWbKQC9IB9
stFFb+Oi7ER+f3tmQ5iaUdDGHzXtrMl00JoPwDtMu86blYcG+uSgvw/VT9NoXjW/jgqFYUsu9J1N
herYiZypumOfoP6RRbmtOszIufFN6S1YZTf/U68HAS4hpXF14+T9qehUZCFAHoo+H91c2dkjW0fN
3fAijQ+TaFefeM/OmG44Rw9TUs0v2Lb8znm23astW4g/rJmHknxIPV9bXtOcQ8phS1mst8IAeZSE
ZsjR7BTd3kpRntT5Ixkz97Eg5/VSN4581pR0OKtR/dL3Arm6/yjdOlQn51XrG69Q5bswmkOfs/Bo
GQM6n/49CsZjuIYltROBFbMsjdp6V9QCRsTX6ijnvFuPVKljl6b9iEMSirdBl9qiAxvAVefI9KWF
1YpgCpkKvSF0suQGp/UJxjGZEDlMf53mNRpKFLHls82zII5wR2bFQ0tjcCEf8fZ5CqtapYgwLs1x
UCJj+dAXWsr1y/Uk6DXuWvpXDbd7mYEZ0fxM2W5ZAb6oF8p4s4hJXWWXP9TadtY13wVBYVdQo6s/
VLmEk3Ym2P4orOZogTInRY6a7BjAHt0LTZ8e2OmArN6OhPxj40Yvdc1Xukgvzw8GMnmXQ2h0re1U
l/uopKEuPjfWHvqyr5fk/hNjNyt1ELOhJG/8x0HZNO2fLC79GsXVLq9dSWO0DuPBPJpi2CzjeLxD
4Vy3e0bgfUqL7zU+xkv2RzRE2+szMZ4hFBRcWsjS5ZfbPVpGdtCTIYBpCb0WTWgmzHYkgOXNA/Wg
EUHKSem/tIgz0SxBaCSPsIVoSMVhgZ3DbzsIsDHRRoUSIZn+kYv6QCLoFUYLXlNjs94rhSxfX6ht
TGamcPtAcq44sWgka9M8Syt+JJKkz8XejkYRlDS04rGxCIY50hOZhLg3xvCrdOBBnfI7p3Z6NJ3s
QcvbM5oDLuL0o2QzE65L9lZTKQIgWA0xmVwIO/Y0/RG5qTJz+dZWGb+tiC0gAdgbFlHVByrPjbDS
NWobx/Gwzk53Lde70iUrwzPIAxwICCZ+pjic2N32QXTmU6vXNxTrc+4CNqbl+JcqAXg59jRRahgb
noQ+ZBKXwh/h8YM1aXeDd7oxu+QQoxqMiXImxxW00Hdbu/tYoRGw1rPYKIgvrSCfGPXHlnKCqHcy
387ecZb4MHl7yp7GeFMVCHiKs2j0BjtTYCi0cd9jFvIzmoEaMqj59Siulf47yRKRzprfBuNYryCW
GxhBDhVz4Uj44We6H391U1OEhx/FXXbE50IVU7Wv2y2EynJVP6Yht09am0R+Ujl1mHZ9jyyhutuu
4jKVjj1wioIp1MlrnnVLgE+dgxUgXYBy8q0UznOi4dHOXKXjPbGq36N0dJqbC8PvVrmEtCExLb8K
W75lxEwoOOCYclBa17mBom26gvu5AI2I5L1wk2VUWe4xUnscohTwbfgjehrE3W2vf1M/18fcGg1P
SHmkU3dfxuOHldFczJplV8T6Ie/UTc5l2NRcsvonDjCWoOAZGIxVSkNpiQsi0GH1bJyLiUbfaAUo
pyVbdXnreJ4JW3lXIV7b7Lq9rjTyrbnWdlgQdPUWZ7rhug+zqT0Jh8bUEvKyaT2B0YpJgRR1cWR1
erGb9KObZ/IzwwzmskBVo1+6fUoFOngwWOR6k4NQ12B1Hh0jfi/TNKDC3I9Ssn/dyTCeJM9X9nZ+
osYfRtYFaJEe4vs2pq9zcsGbUXPp1PuuPXXxW9TLD6XjppaHEU3DLHBeQ2ofNTukfIn+3jbIlfgi
x35r18rZnIv31J73liSA3L45zbKgZS5HR4OGM8X6ElYqIpoT1TDfrWKTkIy5WE0M/5RjYjIiscM3
m8jUs5+f8kfBn7031qb3yzhed/eVX2lf6Enf2onrp3FyKQwwE5y148X9MZZ2E0tMIU7reJnZx35S
FNthTI9zJvcDjeRxw5hBgsg3a4wEbtUB0qbOJmiM/J3W5Odoqr6Mornv3tmyl3DxKBYuuYKV1drU
fT0+DZW2SXLnR8ysK/Cl//SW+9pTp8DH6w8Gdz61hlhz1rK1NovQlGNEc7pXYUP3XApvVRsrRvE+
3/valpljP/qIRyL7TYuXeT/LjntROKhKCgHXkg+jjs9yzva1C2uuV9KNZqO32e2bqZfPigbuDcDx
RvbIujICD5vKBfBOkVI2H78lPewR3vA5+n2/6sfGmjfRvKX71sek42fW8NJb455lN19+IwfOj+vs
4VEJ07WmdlE71jWEx2xvaAJj6iRUfBd8O5Lga5UfKnqaUX+8yJiOgCWZDupBT/e8xOjJ6KINe6Et
MlRgzemVohtvUJW/ow4ByUWnW9JHrZRPyLt4a2lzt+Ybnf7hrEflu25wHBsI3cn+XVV/y1LfYqvU
FlY03VGLP2NIQ4le7TmlwY6edrbEIYXnqOO2URnrqnPSnEfnIxIHdXzRuKMjcAcpZsWGFOBr5Vah
VJddnsFp5ymrAVtjA6i4L/qSUyT/2QF9MNt5I/ILvhh/xNzAz8lvZwSzaj5n8Furet6R7OV1UX5k
9wGvVyvx2hZmICLorkDzHNr7TWdedgIQoMeofdRW8sZjinFveMomtsAp9eh1lP2qDrfSkB9jYzql
NaAcux0vWbLXDPs4FyxWSEJfAPUGKVu8dsCjMasGk0y9g+O5UXWISCC2mgJxWTRpIM1K4xZ+tHLB
+DZ/VQ1daXAWWfSCY3DEQaTWntwa8bN13pigrp2sC0lC3rTuLIDXrYl4HNJfW80Dyp142qqHLhEH
fa0eKC5Lg7UEf9NiS9Lt4UXGKKhWH0YpVDi9jcLKnDZN6r4YY7tPGZ0uSgECAZSm5nc5D07DpAsa
TnnOCp2sLw5TSUL7DsZkC+nUzobObFroD7p5HkroKmah/1rR+qee+Aj4jf04Geybm+nRzlomjhSZ
eKjl7GAqeDSb9os9fx+4M78JaLtjmik3OtU/sFiG+GFAmGvXfsn3U/1j1jKITA4OZWLUh4L1r+Bt
25nZ07D+qbC+uC1faN3t9Rxj3yqQ4GrnrBbdgejXS2+su9RdXs1kesltcaZt/8h7Apshc00NAlJX
g1QkZ1HXO6EIsF0rpp5OCr8xRjqQAD0pll1uKgHqMaFXX+SiCQm9HSUBwYZdCurt4slWg8A0PGfd
unOVPOCg87zwlStTGXRU3LvZCh+5wlvTESCjghwVr5yZdQcVfly2krCiXUSNUZgyYHYpp4BpUL8Z
Xdt3CwJtgLVQvdBwQec1vNZtygbTH6HQV4ESCyuwtFxrqT6CLa0o8mhHDTq+wDjSaPrOUSFrUX0U
UBzxVFhr/FCQ9vPHrm3+tGvLEzeh1NgG4D7n13ml0prVgboxUF8CF+vbuqoGszQ5uJG/g7XVov3e
HgpGf8mXAbT8dcaC+4BjN2yJdSDS9HSORaCpW53CysF8Jsd9cRzpcsGjbxFKnZ1Nq0yab6rW6Ilq
3dUOx756HEKHIovXxOE4gNcy+sCJ8pDdaQKC9QCxqPy6ZDZa2JR3+yIHSUhan8cBiVJC+AfoNDcK
QPBZ1M0lSWta2qvqgbgoFp7qh714WLSAZCyj0UOZ5nRdldWnZmXZQwoZ9Ecz4aA6hUOLCqC2KWV0
k7q++pg4lK2D7+jU2wBtrK5gMkhpkkkH92T1vMhaljLOrCoHczSehVIkhAGdGsuTujOxlNqz+BxF
pwO/BQOWGgI+oyRTuuJX9eyxpW2GxzAaOQ+/JvMXtWF9AO6JH2nTVK3mWaBlZb5P7faxU91ryfgH
iJrA8Phjr6xZjHXwrDYOIqn9Wg6Zfzgw9kCr2f1mEYPti7s7vdcUTn91avnrVCVXIPLdtjY44/Y9
PxtIc8unEKnbEEGjL9BkW9CrHf1P4m1qtZveiN3S2adayhAF7jpzZR9z0OiG896qww72Eu0lIIKq
/G+L/Jh20adjuztRfjvuSzxpL7rWPbWF8WzOZXKIluRbsa1Ps+0+6rJ7t5Xhlup8eha615JNT9iu
1mcTcyuokMhcXHvF3O870aAEs/FNf0oO8cfEwsblRPeFwKhjOkO69BYILESI+HoZJLJhfW1Z3Gxq
4ss0xxSoChgUFDa43foomjnZ6XQjs2/3YpUKodTsr3SaWKFJ1DOwhu68Fh1u5gwvnrk4funU2PFG
WJDqS8crpCvK5+5+JEyHr4Q9J4Xwa8ODxpoDp8+2Yu4PdRy/FlXyBPr4EpndhVI3dskMU836M4Kg
oFQZcY/NjCfzJAA8YHvovxyQp3BxVFBK2ZZT+a1oxk2fGzl6xvJJjdLBbqPxRAnVL+ASocXZEbn3
oVLHH7e3ZMAvy6Ef+mWxVm/OCmibbJdPOylDOzue1nlrM1yyuur0HkZydtM2iBzqGjPtI836hzSJ
duZqefr9RSIsCaExK0JapDisxkEhKK033G3bwaKcNShO+hEOGBHz4Y8pSrATpb2NZnszOsDBtSm4
+1fslFpERklqShYvt5ZdS1e1HaMPDbp4XbN4oiIAeUPrOGaDp8AvlAwWo5T9aaT1rnS6w5DyJuyb
/QCqgdldKTx3yDFiuMUpZkRdxkh70Bv90jslOrHywpYem5LSSN64mUOWmrF1F3es9GxsgIyi836k
aoxTa9b3r0xEw8mV4tvgXdcra4Azg0k7YT+mjrF5GZcJu6PezNo+0Zf0MgFlyzF3J7jK1saZH+2J
qHkwmdb0mHXjvWCqfdLJm/IX+vLWN+IwNTmilKvRSz8mlY998EtaZujOPxkE27zsn5N0voyp/pdO
ahhL9SQvMWv1xjeNdvkTR9aUI0iVCE2SN68REtdaQPMVbbyxM1nvMvyRNxlVrP263s/U7qla+AVX
bpKwn5TZm/X5OtZ9SJ+Cb9JZ4elWcy345RUXiEYtzwlYsLy06q3aO5CISEsERn//zldMqYB54rQL
kyJ5ibDxsbSnZ5+q8ZOJmHMhZ4EjjSOyni1vTeHsMeMZm8oAU282k3GwuvrWDnl6YuOyhHZabSiR
ENuynw+rzks5hxYM1CfLn2XbtEG5jKS+pyQPlCaH4YwU5KXl/E3lTmhqTY+pZNnYd5Wisg1OIjt2
zcCaxo1WqvFGjeJchunMZd+PsXXhIZ+/OgJhL+MswPP6fVjgeBMc8czeKrftncY0UEdzGcxu/sPu
b/lk7Rb/5hVi53CRZGhSGX/rOCa3caNHeMTN2ndgxY+IIkAcoN4o1mEsXkyNczS5lLjBOekM5tNg
J77azzvyhtZ21PfdbPzqKdpHvihhaaaPc11tdDiEI0DxxXPlek6G5lXR1X2ptCAcVjwTMrl1KnyY
ODJ/+6Td3mcU3ZrCSD0l2VHRYPpZOJDMbqu1xbOjf+s9xSJFE+IMvrlYf4JS6md7mH7EJHmL4pIZ
2/yY2mWxA3pyywx5lkLb4qLhLURTHwZVLv3i/r0kRXprS/Vc2nAc1Xg0PNwB6WsRvXfZfBL9zS1v
EkB5vbb7KLLiK8KUxb7cIxnRgCQmoC21j5V0vN/RIxmOakZ9QnExuvmcRl+N/rQMBlQb85K2+tuC
q8p8E8hySHoze1tnzC4pm9w79wg3hBJQWBAaErCsPaxvaB4H21Z3moYCYuvawYa3iQ2es4AmnzB3
cH5LzXdFLQe28BY+LwZ0VHrPyZ1bSlN41lsfywy8nZRcaLXQ5yC82wgr8piZz11MVIBnWc8rFrBa
WMXpsai1g2Mh9qQIQJ2a7WJ18RWGPVFOqAjC2LN/3i1E0cU0ws9ZnFdi/PDGcHIB9cCZzcumUUbp
Vf17p1w7ROkF/G8jQosXz2LOW+ZvzwLjZNg01tGWDvdajefprTK0X8WOf+93lTU2vlrJrdKqb33B
A3is1ltT8Xn14kBLclvt0UEPnW3ureSO/EtZWm9H9zXn2pkj9XEo64/cUE1/HKNQNEDHKN0bpv6p
vj8qlOfacoN6pQ+QL55qp/M4GluJS7Wd3G01f5N5+bgbh9bo7c7eGMbNtDh/M044tBYdyGoF5Zr4
1qJuMf8e8rnfJATqYQiTt57/ivKzcN4WKvui5IdH9hHiWUjLg2/l710KhOeAH2LbILWrxgpgZLqQ
V9t0HUcGTbtgMtzk492kW3XHMv6l7Q2TXHlu8WvWsbp1Bpf6TBhviTSCyqT3KjV9YsmYrqjfUJJX
m0AEh1y+QCM+CKh1Qt9DrNor40OhoSDn1rBjob5LgY1K03owqycHB95A9mNJwrEWN4BoLBUMZTsI
zEZGm187PN8RZzbiBDo2qyKYobLAMzQ9qQyP1jp9lUb8U2u8BYFwPRSEdjIZP0I0OKw88STcysJZ
WUyUSXVoVfHakJix5KscLxVbkGh60XSyP/HvzC5B5n4rXqvpiifEc8uXGqgAnmxctWv5sCqDepiM
aq/Mt3xkFUHR5ZakWljkgFTT8aS2BLDw+I36W7r2+7SZngvxUcATykb7NnbGNlswlM5JoEXH2Hw3
UmdXNWPGzsX+M5g1SMKyOhl5uk1lcaz7a+QO9TMEOfQm6jMyegzqmVOiS87/Kc2io9AtHyr3VhfL
JjPjcM0nbGSU5BuO31cPMrH9VYl4Cd4m45msh+cIUZ6tFKbnxyAOC2Jvv1eGhLN3Dxkx80f1wI5H
a0+coyB9lc15VfnqECeTQ+7suxTid3yomI6TjDKEwEkpx3op1mthlRtT/VB4hWenBqJebO8y5odk
fjbG7DzhuFUXXiD3soODSwNcmsdkaWRAPSmQ3ZnFWL1L159In7EzzY9FTTptfnWMBWBR59HGf0Zf
xkqM7LxeNJMj5KRv4JU/CFfABdO3mb5LjJQatbOZs8Gip9nPDMYklDWS2Fg9xN6W5hXbqRu98vj3
IrsKVXk0K9JNZ4vhk0Bnj1S00VPNq5u/c/Wid68iColXbLTGvsmSf1Srz1GKHCIKGvGsjYLhjUrC
l1bLwp5qElzQqScNETrrdmn0HV0edHMQ82wv2Ae547bSpRI0e8S1QtwMVzeCedacqmrrpIOPPNzr
PFgACNsCQvgaGLP2pa3OU2JjiW3LB5fxgUUF6w+HgiPXPio0lQdxWbICNMrzWGQufYX267JMeliv
wy7n+MX4FIJb2wsygGwKArrRvIQfsZA1FKdStUMcJfZuYaGRNWvkjYkjeOCBeDATXj7gRqXqlHtj
6TieFadGQ7IthlO39vWuwqiM+eCTurgPXeF42w+vpuHI12wsqgOdMwyFWt6cF7d9z+e3VV0JLXbd
d12kp7ZcyXrkaD2DT3gydJKgV51NqVxzUlh3idxdlm1rKzyOLa9Zrvib6Nn8UItb2i2+oTQhEbL0
j2Go18U2TouMys3cbec7yXJha3sXfZ9zVhFypRenzNKwxGFXNvyTyyck2dJ9WbQXmV10EUGG7yl8
kWHNVbroxSYSp1IfH7Tue9KVfVq3e+F8un16y9BhRfoQqT17mTa012Ubg5lhVJjyep8U+2UIodeK
6ViZT+jcl7bUmcD71RewIz0w1qzPZP+0FlniK73+7ppTULjvzticGkvHsMueDYapZ0uHB0q5p0fw
rC76TxV/GcjHwYBS6Yr5jtKy0420qwuKgY4aRYAvN8bTqPI/2dHNWk3mrjS7nKL2Nn+31sja5IuA
d8pTi1ojJ1yTrYMm4SrvnLS5qWz2QN3wnq8ACvN1QxbwMS4TGJBW+jfqKEgpxNkd4/WQzlXY5/GO
JiVaXuZqFztKE2SUinpSQ59GEMXXY+MpV1xWyzk73lb5qhX3Uq1schXVuBS56xydtB+fx9X4tFTu
88qdb8SBNjBvfode7hc654DLxj2LLzR/F4GSXDBbkXl+JDOsfvamYu0wejoHq+VQufbU0X4urNo9
l540xCJEFozj5R4H3rkbdBnCBbOCKopnVMFEPipmdAMKou0HM/njilj30SIbP4kAOsdlF++yUtMf
S3pVaSxhwL5OCeS0RZkoxcI97iZripCKJU9nAXKVPJUwhS3w0ok/8+xS0+iVo6HLJeSu2Pvifot3
UjnQOqVR1LTEYN8Q3wO6gXeNPb/GM7+GnIw5NNrXaXJ2YOw+AVxsclxPHj2qL7G6cggTm66YgNCt
V2uUe3bEGzrwNm2XkG9UT72rXuxk9IpMsTySffMhW1WSP25ymnNyWMWqqFuXK4kKz+Wo4XtzsHvG
FKfhpN6ojY0jdcyK4lUMjZGFAp1k23UkjQP88/bAQUmHFGla8XOaD43ApZcgX+YJf26QLRlRqQJ7
lt4fFN20QvY4+nEw+EwdewdU2j6PIqKvKdCmqKm3nVrdTF1Ut1pjRUpzm33F+S+3QCf6MLdS8cfu
mnNOmXLIYRMkk40PUGs43YyNOgdljVixJmr/JNFdSBlJ7WEq8AD582L1O50qWfbQd8IzfrR0eZRA
3BPP0Ci5bQSnY6pGHJJw2lMeNd+DM2j5pcLM7/pFXOvvE/HWX6CH5C6FNvnNhNZU5LL9xdGeezSc
D3+5B0deJzoB6rq1Q0qN0VfKjHVwo8gz3isNL8MycrBaFf4T7GNIYLCimEOWmT9js+AEBb770Fr2
y+gikhkNMSjMG5tkqPR3lu6sputmuA5iVUKD2hWvqyYtUBu12JgEDd9iSHnoEv30QY3w36SSRr+j
p848QWTXP4mRQ9LE8fCXOXYqSVIx3KsanpNJ2eGNLCvPXSVam5UMTB9rtZtUozpZCrITJF5+i55n
IxxFur3+9qNGMMVNODuykOStS3is4QWF2qOMBtPdpO4ThelM7abholHu9TYCDa59revcXzW9Rzup
VBq3omg3CB+TGaYZpZcJZ5ptkygov1EiO0yibLQ4CUNj/4t7GvZuHzW3sZo7VigrDK1p/aDes9yo
5Vr8xQGdtkGHVMQydmxwPpZplT12wz2AtTLAaayQ+JExDeujkzMelPTNykm8a9UgrlKNxHvP0Wbf
5GZ5FtMqt6I1xaXkCMGc0zBX1bxgME1mmub3uYSUm0wEaFVyMRb3tVafsgxnuTklzraRcxpiVm75
3VpWKqDIrG1FqsQhZcmlaDg/jUlykp222tKmlosrkVz3q2gVwsIrLPuxac1zZJvqRmVKOKBRM0rx
Pr12ozK/2iPOSNEK66HTFlraQUwiVzamdWxb3b04uW4HY9PjhbnH33QXXq8307LBocIav4opBhuR
Kgonl4hGgVZvK/XQYq8+LSLWbvQplx4jml2HmKxTbNysqOsU9B++CyzRsd53Z0whRossvMQPAxJw
yFFzfMitmc/XOwp7ac2eNpSxJmdTYx8cw1ZBoEo5zZFR2uZ6bMa+0qivTkRhz0aWBBaNsnA+KN2L
R1/Ny1UGvMWUm7izk0no/KiUxiM0LNFP2RqCLCRrJ1PXtDDFTkULBXmNi4vH+9QW5Gb7zHb4WVIT
X7z5MEey5K1JLyela9h0sWVq95pZW3s1QHU+IPGQ/uysptAuVp4PCmxwCIt08WgE05QhVBQH9qJ2
xzCibqCAZ+YY2IYZOKJWAnKh9/6DeNnO0ZQdiUiMYT1hGopty945ddvfomJOHxtOGVLY5SVjnMT2
MUW/adMukxfJ2DmDPn0AIrtsk7yi/7JVSd5BAR6o9NqRFaW8f2zitym3jUM2ma/wcuTV6Kv5QYie
bG8m9JCPJfiuo2iHjNQfZR5pEM3VZEMVW34VTbX8mdSRH4Fr4hYDqtwu9IeSQkq5ivD57g36Z58t
QpUIRwSzHR0bTYpC8ai2YnhEq2oUlu+UVXiOOrq4yqeMoEOmGCau+b78k7BLiJzJ8MqinI5RvvQH
Z+okd0SsBDOOzb8GFWnsqZ1+Q79m4nMPsVaRnHk8jWH/J5uS5Ywk91UP9+CJ02zd9Q6c63MEmWJe
q4tduxyiso4hv89LY0/WRt1Z9Pkf2knfLi7emc4FH2/X98gAdaq1Kg+S0/ZjUxnDmbWlsdEIBJz1
pQObQqfGRr23Y8EytG5Qs62zcKbhuowm6F660l8gh6M5Na4wBowK83DR2ZNAlUjViHlnzB9oM043
yV2P7UVyoxNFvy78toQHTEUPWSjZO0BML2nmFI+m5Q6n0bCj11pZaAnV8jcNqcEvlU4jc3qvtKtL
0AnGtNFGoggRU+Mf1xzeXKE6YTPd5VHa+YYXZ9IJ9tYytmZPWrS2Ik33za6VM0V8cy7OGWFCjxSn
umH8YZNECnnrGKwqV1akV9vUMGaVCEHsko+A6fRLJy0wr/n6gdaDRFNP8xdZStU3ihn3xWQNiOhC
C+emXYlHsUsv7ncjZTT3UlapqBH74vIO/garSiqhqAIGBupNJYNIlXfNZhnGfYmeV1AxyCFmjT5E
nGsAWkYL25DbzFFAo2v+qVX8dASD+oNOdQaVdendgSFn4LhWjOukl2X0F5yDc1oQ/iTummDVFbw8
WUE+trZ9leKcAxcoCG4x2V+4jTFnspa8YuPQ+YNae1usicWeRxPKRQWu5MNn3gHpIlHexrO1V6eR
NdCsxxygqVW7crVxOqfYpMDtFKW3HmsjI6Yz1mHWEPIBNYfv7O7qKwqCURJv3eI56cjPEjuaPQZd
JxLLQxicryIfeoQjfGwXWy20h3aq5n1GUhbL50ApmGF32WvDGQHXF9nGoNHi+XeC13s1qOT0a2tE
nc4TojjR5M4H/K/sdBL+eynzMbb1k+M08iGnGuerA/8lvdoaOB4VivyhSH/9zYuiphNEXfLQpo2a
9cV438HO8QceDPOq8CTfCGSoA60C5GInumcelaWqwjWm4HUaEMqnpNd26zx27328xkHsmkzTetHc
3EGmZ5SsOiwnwRSdzO8F5wfuRMpY0DmweTzDxF5/izwrz24UjZu6uNcqCKGQ2DNt1R9UvH9rPRPw
XBAu4JXiji2Shb7yFWd/QAtLe51jdzdneUlBRd7vLafSDjRkuZiR5upMcLQixLws17nG0NOm9i1i
Q7mh4Ch7Tyjts/C8rv1xoOQooOs3bKlW/pCkIJ+73sWgldGcUthz/0IPLR6qOVVbZLrePloOe6Vs
ohc8RjTET07mob0QG9O3PTVQ11mN2FCTgHH/tNbQ7GqrmLYjjVShUg/do67cXwzzWPAWIlRJcmJd
cbOBQGF1tjiXtcJ2xT2jnBJdM77amC8z0UXM+zOWLNorxDyH5ZAXUcb7uGZEiPTRUlcsPlZW+bPN
IyI3M+2Vh8nXwF5xz2LY9QwEhnCalGVTEXg4R0vGPRLFGffCZK7TJ12j7qMTn4uI5UdydM0H8nbl
IW7d7kfOBm+n6CTzdYuiTaK+ZwRo77F5kl4eA+lRxqiVBjEndz6aZM8F0HlVgyIwlUcDxl/QU2jC
cTIix87WRI9bNkGoDQwo5jdbCeOdN0e0xa1YpKxLbPPblUr0MpRVsiuQM9ifs6SfSUupCoN9ZgV2
A8ODAi+q4lViMb5wkm2ptbs4T19URMDBd1YtfnD0g2MrxyGq0Pfon2Tqa9d9YRcoNTFaTMraUyzN
+2DGnpKvp8gZXpSav0NrKsZrtHxz+fsv0/v/Dwc8L83f//yP75pe1na5/Y1ZA/4vXn8T5/7/PR1w
rtv6+7v+P/6Nf0MetX9w+VumS9mwJSyyJECI/zsgoNyjA/jzbWpjTIGuYBAq+HdCQDf/cbkOgFn/
F3dnshw3kqXrVym76wsZBnfAYdZ9FzFyFkeR4gYmSiLmecbT9wdllhUjGMUw1t31IssqJaWcmNzP
+c8/CIQDFgnE/8x5NPUvDC90qev42P0VAfn//msnl67e+/e3OXXij8/ev/QBElc8QmOwGESOgCsu
zqO7mhM1If7KRv8HNje43mNsbKZX9M3wqlL4CbTn9CICASLhhsUKAzxED4tisN16JpGqSMJcS0Iz
s9n8LD9rx+t+aBC9XsSmbpfuUq8shi9CT6vXdBineFi0WG839xGwlBtQxlq5wG3CMAcwcMLDnFZQ
umKa/OibMf7gAos2GQxg4WY4xP4yyjW+ErUyU745dY+rV05DGri00NmlKwaz6TbtRPbJXRVEbXKN
ERJ5BJaQCYd9TgN3jY/eXB4rU3d/hCkGwWdCBg6oa9aynbrkwsE+dfw42YSpr+tnQLiatxi6Rscb
aBTVqxdodbVthQmLU1qVO58cvd58LUh1+a4RtO6cOr1ZVyd62un5CiNPH0enniGTx7kCggeLBxGT
z8xxIXG1iPn1Cnv/RivrlayzcqO0hBAtiR6og21kqvyr01EJLrAeipyNK0bEAE2VWri7RFaGHzxe
nNSzFbLzbShLeVKjtoJBKKAZwndt4dXESawFVLEyfqpVTAEJU91HPVoNr4Xt1e1P4bcxzlfegJ8O
u6N/r9WYVi9jwNWfhm7V0dYaGAo8FPgXuh5Z1kjC4nWoqyn8kepIACl4iFf6jdtzED25g5iqr7QV
bn1O0W7Za8xhOFmDzsG3AUWzuMGlp1AbQebfS2qmKYyUzIvB6y2h32q5xGCFw5xmSUuaGceeMgey
kB8M8aKi2R+WYWmQLDJh6PuMB0Z2NwF4WasK95J72PjEGqcIMqNFXPnONV4enAUG/iIjLIp4sFb8
VsK0N8/N185UDRMEvevwzclDWFxOJjH1CPTqK5ZOip4rxJ+gieBBJ3VB/lWGQdzSw25mZCJQQizP
wlFtDKzN3LMGayg6EEq2el1Tc02XTaa0aj3pfMyw6DSgMwSqbnwVtUbB/ACY4QFBZnEZOKkXnaUS
0uwCK6vQ/+rUOCmvfJVxWjWFbTwnqi1t2CbG9ApSoKytXgs+GL3ULPsymVMQV2MDwJwWvaGI39BQ
yneJyZPWfTH6W/z9q02YQH5ahUGe3MJgh97KSNSl9SLjIN8giONYH2zMmIkuivHj0+EukrSBRIq8
RjkpPENkAardFmOuTlqvQNdb6QWc5CR3xQwTeyUj7cpxMEkw447HZrreUK/ato081CMdDC5sHgPm
cYMoQ4h9Mqg2opr6B4YPQbrVIjO+IZaTfg3lElqjknvSYVZgI5cIHDtD0+ENdPdJmmgXCZEK1Kuq
HIg3jkMH9XLmB39M+mq1HIaC8VtJt3zPduvfCVxpMHBRbaUQUHuMluIk1/tt2Mp+DuVEUQoBnRZ+
MdEFMa9NDb3eYDgjg6euGzpUlpA2Qt5HLVY0Panxg7vc99cD0/YbaCM6sihwNhy9y64DoRq0dZtl
6ofRlznU6D4VhJF6aTkLmkTsLEOI99mczjxYm45gDwe2XzbbuxRGzOSvr4eMBK8hh/0VOo2RbMym
TJxwAVQ6G2ymyiyezTTPzpETCuvaRBSYb4BWUrkQKMJJNxm08MdUSXmDyR07uTng9bnFVwS0V0R+
+eoAjpKnAe3wMW2hyK4V+SaKMR5hlRdxg/Z1geja8LdUz+4T/lj5PR7j3K0IC7DhQjjM2de203U4
MXWZmpNnZc8Lz2gGyncX+RTPLu4RwVXfFYLmDoXWyJi8sM1vbQGdR4k6bh9rzZHNBjZxSec4YCFy
J73BRT+u6VZ40uOFKk/FYGPKh/0k1ivZkOt3sWNhqAhHxI7OAoFqB+dix3zpAou6yI17cCASomLr
q459GM9OK4iwr6yYWlWgBAP7qacJzjaGKOOyLnFM+V2OgSCtBwhk6jAGwgdnGHF+cuHGo84hr/Ua
S5c2ogpF7dTGS3sKvZbvcxph9i3M0Mtbc1Fhh9KdKaS+wTmoZBg2uEvYjXMhIxgcL8r3PdB616sq
5lNjQve/1GTqF78wwVHYa+nIon/aca4/1Kqi5l2MsotI+3bxJWBjmYMwnK+V346Y3/VJCjwL9VqH
oiC64IRBbe2vOPnAYqIuStvrTipn3IbZyPm4ElXXMhVNDBgV82gx6gDkrJj5ta3aZlmAIMbrYRgM
AxXSIKerqEYidCoIuhoXAImtv81bzjO4FZZ5I1TooCrBqaj0T3Ws6I2tNAIGzAkuAfLCslSAp4nv
q/gpzrsJWnrkR1hQEm4B6dpEFhGoGioaI+7md0g8Y35eE3nkOIyyiiHJNphMqeaHmtIMxrDPF0Yq
RMeQmL6sHM3sG3qcwUJENEHAEPCZrbiA4WpYOg4pxNp4A2ZVuLpcZoPneGuJdWh3LuoWM9eajB17
K0wAPGoZPMEZ2NLktswvOOVqb8kGocTaYrrj1QvE8gXjvtDV24yEAcvA3wLBVGZ029HEWhd3gRbJ
4Smvrs/eZI6uE1xiUaDZzyUmDfVlZ+jg4EQQ9HTvlhZ61WNhWoW8aKB4m5dmW2n2eaBFTXzNlAFY
EIzXcWAIVwTEXBd2po33pVfp3fcmj/WZalaVzIyoi8bwFPQTDzw28bSqbqXn2AUDKfKwXnNs273z
pO61bC1kBUXHw9ITW2Kicu4N03AvuXEO8hNHZC+F03qlWOI5EXXPvawTdxZi+iPTAGY4WHgqK74f
gyrofsR4kL3MwakF6r4u6S4Gm8/41NMxsl1nGHf313FadFBJKHLtk7jNs+B89LEKOPPwj8pOnDib
mqeUN523UKepeSS/Xt5VWJ9/t02CLB7woo1wxFRjJba4w8w85liOHYy5DKaMa5u4IJhdX7WnhupD
7R6OZt7f0sCTAcb3W4YVUGKAFSzmB6CnWVP2twFj/H79+cbof2fKvUBN/O87n9vfRfuShD//kb/+
owl+/2OZZ/5OHzT/53+rpNUXW1io2+dmiHJRYvH/VxdkGF9QRTjE+SoL6JZ+519N0BeaftofxEbo
VXjk9Ed1Du7+3/9Hk1/QSPN2EpNJBLBLi7bX9XzUBdFA7aikla50PKUczPn5K23btui33irvTQ0y
O0bElD/jsLJ8RgOX0FIt62IopxK6PocQ1D3yRpI1MGYwnA3mUD2hxw8xfcKNBIVHq6EBnUbMUVZU
Di26VNoQYpo73LhWLYiOizlent5xMkt3gbdFiWKnHsNvZtL288CO/midm5h1r6w48F4zGesVcd2t
uK8dHcFZGzjtZWPlHlNE3Zqsk3a2Ltg6wN4dmu3GMRfQ4f0eH2V/+FaGjpueth2lwCOD/nI8M8ZG
q5he58yQyS8TJ6aRJ7iAysEOl/i4MVTDptp7Fk04FcBkJCVRhaTAitNUgY1i0QzVeZDgKyT5yfDS
1UYJJYg5a7WYjNlSq2u1+CV1TOcZLj+SNdpFprFEn7nfJpz5nsqqzcaNP7jNVUyWIh4kbmK85k3D
iHJ0qrxfugJTu37oEfnlYZ5cB7mBChG6ea6WFtM8DHFg24wYQhkAkWEecihSlBb3DPmqiksKR5Su
VqlhbtXE0x1SUVrTLJPeZuolNk74ncB0MoxEs9d0NK3asiszUiJJ77kOO5oC186ca9uzqysioxDP
lPWkpez0dHoL9tG4XQq9EIQM2Un0o2JIdpvP0C4qgIaGqUpg+K2cybEuMlI82y2Gcz62X0aYmSsD
McOwtJCVGpsKN850a5a2gWefQndwO1RdY99OadmHJ2FH2wQXQyPksG4j3L9SYcYBClDCXCAGjVht
pm7lIVTCiAShDmAi4XOVJqlZOrrprbRDMa7xsJ9goJBo3lzEDJeai9COtHQT2ARorgwMTxRzICsr
z+rY1J4oLbXoRY0RRQaWLOhoW82FsQz5pjTWJRqD4MSPrJKEikH4ijmQBZ0jaUoDxR8Oge3FCMEE
FVNoofAo0UIV67KohupEw66QMqWLYoPRdxcaCrYNk5X7PO9tCc0GcxXcOzWoj1Xca49hWqIcCUJH
ikVlY2NwERaW4dyGuFTCKk9wvV4NBWwFFJNRClybdAhtEo2pziUJ8/UZFgddek7lZXZX/pC4/deq
cZv+FKOZWm2KKYM61rWx5T01phuLV35uLd/CAISjXvMCQS0cRyNc4UmcFzeyx+4FSsRoMi4pR2ak
w9hL3KgDUudOjUgV2CnlJNytUuRRyZWsUkd9TTIsfvhYBs1CjMWAAFNtqRvbwB3lqyOxhl0xPcpg
NEoEDIwOo9paV2Ga5JuyswMDRLRPgxMihPRoS2RSAMF4Sofq0vc6PVsmXlukV+bgs3NhMtmYv8jZ
xUySZJO2QfkV0sa2w5AxQyv1iA4b5x0bOhRa6GVQJ3pzmmuNjZMpQWmEy1kEWZxgWVMyRSaDMmKU
XtX5lWmw85wMbBbBaU3dz4FPzplckiubemfUAp3aInNAwUPBR/XgtDTmqzg0QImlFQQG0d44OeAo
k4TiDolJjNghFINc1cOovglyMbMlT5//KHMoy7z5eF8FjK6+x6ZTvZbE4b2OqJ6KVVaP+aPez6un
tcUvYARKEw50rVt8YgxXkf94hcf+RrW26myT7SYIm5gngRneuvRUkmyENjRfTdlAr3GnwrkKCLn8
VeBDW56Af8G77L0IGnfeO+Fvg0L7igFKBPmYqIhHJCbVa6PjVQfIAhhEQy9fI9Og0YrLPJKIE2vB
xxok+aMyajB3jO7zXx7+cjwvWfCRZjjp4ijuzUQpa5IheNo0fndJdgLIIrFxxHhjAK6IBp+hUCin
ufGwWqVOzVZnPIlzfxWeVkpF7WYi1O0bjIegvDBwMb4vmjyIt72seg02N20jugcEDyvLE9aT1GVs
aYjBcok0uAoNFHeAfDn8+5iZFuPYeYIT8bKhNU67B5IPrN9hL1CuM/kbbzunLiuadt2HCOK1Ogm0
EiaxZ0pCAnPNc2exhnfZmcL6NTsVJovRsMcIYyks7BcE/AzkTYsWh66cLMULM7eB1g3yGbNNUKsc
A84WDwJJ8td97idVuERAhr8GejthLgkAry7SwmOq0+IffFOZgDzbJnRbF6qZF7MXjQPcAWPAnPIc
ae08ecEqCu2AMXt5pih6N1M7mufQp6A7Z0CYIQ6PMaMnXUunexyq6xuVDPZjpDFvg3pQOWe+F6b4
Mlpd8BSjamEzA2B6NtnLed5DlaCK7kuSbxw4+oCKVpPcT3oVX9h6SSOsVVH1vbEYT/Rub0DpT7z4
qhzL7LFo0v4xSzTzCTjTZWJIF3LdAnz6S7w7DY6bsvWgUnh+V0JhqtIHo2FSs7CMGJ+VSqVYScWe
FmBcFuWlthWjpmuw/bsIrMZEscTeVpjwP4pp5kzGdmTa6JQt5xdNH2NVRqLdTedk9X0B/565h2YD
c6EJiiB2q14xnA8bEMw6oFPz0TOMi0LNdNFENzxEHcjIrgirYkqbkhhzC0KXv8StsrJVYA+Kg9my
oCPj9xtxh1Iks7xXxOcwPA2hLdAD/Uyy+VHi9hpek4ilIWdv8jpddnk43DpggC+mP4YPSeiih89U
iLFJAf7IDMlF17nFKC2/Ah7mzuLNV69QUcG290pZPatQd1+mVib3pp/LcyMYrG+5m9C6EUiHhtQx
sdlIkxD8aQaEGaPwFwPquQlG80klxWPJPlyuVObPD9k2jJO80jGJbJVJgIs5HxzLyOjqn6EDd2yJ
C7Q7s8YLhj1JpOYIaoX//bqxRYIwGJ3HnRYmhYklL4jkShNRd13ixyHWvE/+bylbfzxLMAn7DqUd
/YyGpw9mo1RSFILjqMKVbOw6XLS6Cn7WXYqlf1Bp4rrpceMCRs6RmblaGcebCSvIaAFoGhE34yd1
tB7wY0QswGF0BpqGgp059KRw8c7jtTFnfZ14ZKlf50Vj9puk5JPFY4vjFMNMILflZGf995D44fMW
hka/qFwthMOI64baVn0pMF5wcgKO8XVDnWB5tKAbWkwUbZYskkuNPOR4YwiaMuGSNLIe49i7ThOX
AB43m3yBoMlGtmBQqeD2YIT+k6bRslZ6gNW4rkcDs1Ut4sfB5zJ9oPDrv+JZ3HQzl2e8hG5SCbQU
Vsgf86wMZiN5numyJDs92dRF6JFSko6oMRmgZT+way6hAbcWXCIo2arHi0Q5zyDe4hu+rq220oOI
zj7ijuKNoiy1dgOSsAm6S6BQEdOCU1FFys/vqGn7qzRqW2+JFfN4Szhc/dNCzN0sRiakT05ec3yQ
7A1PCzNXnAkomqlTQ3umvQ5FG+UrB7XndVVr4U8lUvndUBEWETU1A7IvNljqbF9n8jl4sw8Br78w
z3NqTQitaTzNza2HvgLbOrFMCO+58evA+W7iBUPRhbTvFzYyjrsqo256MPQgf5hqv2eUUpFKCohV
w0TGzbr4BVzaMlEcew4ht8tjqFaJryy4Ea2FCzODgucodRLMBhS2epxtoQ2EIrP01m851hBJ6mh/
aE9ifP4tJB+lHmCVWdkBHHU1kgbJrNYXP4tBQtYm86V7aiDdQlGGRfST6YNXLfoytmGHN2Y+rSsO
OAMeM5IT0B2FS8o4FClmGNXIjqakrj3movHs2xprlZfKTbvnceqZliIQn+Cn1KSlktTe25CL8SMk
3wlWAhqoJrsZ3cbLV0mYQYsC2cczShIScVExDETBQV7tGbbUHZHd2VBp3NqJqBEF43nO0ZYSs4g8
AVnu++gnRGX9d2COCVpud7CRP07+cNFoLftKzRB/RGdi9ZeNAqDY4L5T30X2GP4MM4OmZPSS/ptd
VO3jYETli9khh4awJdij2gr5AkhkfFfniYe5U8ZRsbDKLn5EMk5DRPZTi8krheqNyFzzanQs9R2/
0QH/Ftx75NZsVPfdwRMBNU9eoj2cND8skYpRuJTlNBBgAr3wxc3pGRZYO6GCwYYDf3r8EZsfwJnh
C3m+0QtsxwZeZkXuU6IZUA5bR0aYwiBnxCmoym5TFRfPtDdJBzwD4UhWon5yo4hRwypjpNY+YeLh
w7y0aN8IpACUgjSSxg/x4NoPOqGlL9iREVuv6lA+TabyNRpgk9d+HNQUbXwRtLfQWsDRMsqdy7FP
09epH4bHAf72izPUibemo69/Y+Nb9hterPTMybIBk8aki1BKRh5WDX4tGAf0yOSeEhifzyDmWIkA
MyMhCI2gVRtlpF3HQClBOJQOHLfIUDL7oTGtqr9yI2C0ZYRNgzpr0wZzWOBE+YpsMsDAIdSMX/Rh
RbKciCuIbiBTa2ir807OG1jabYKMYFG4nDa/kGEpQetpwtEbgmxMKRia/FHIlmq9wIUVR0hcIX7W
cWeg5KuD+CtFsWleQRzlHnttqMOQj2HA3GFkSS3t+kwB2H0aDFgQ0NSYEbBtZ8sqnPhwA7sAsJwp
gu05h6q9JtEW1SeJyg6+USWF4jo1p9y7dKestpiaNELdGnO5yh8aAv07MHFELaXVrWZ0Sx+fAoTv
FcL+tTVNvvkYyiG89gs1wpWtZNykfwXtfYpq8L8TUbMAvv49oraofkxh8pZKMP/5v5kEpvqCdwGG
lDajc51ARUb1fzMJHOsLvqm6KYgtnVO/5t/6m0kgv8ysA8dVyrHmdD8b08l/gmiW9WXmyoHKObar
C9N1PoOizRjZGyaBPUN4Luuj7rHgO7oQHd5iaBbHfWT6tGOlbBJrOQVNw5i85eA4AwqLmiO2oe+X
Y56lDJYyLQF7dTbT/PnjNsz8Gn/G/1tojtfy4mLTAYomfw1JjF3LgqpSE3c+8bPTzzdP4vqvC9mh
Sry7PMGJ4IBWGxLCxnwf366n06ZXY1IyTNTg/DeOZd+XYCnbz6xi4zIqXGUaCH8xmAGSBPJ8u0o3
wcdgwMCZbyJCGZuiY8yCJ+PHq8yOqv96VH+vYpn89YZyTRgEu6vkXl14xFpTMWeRu/Zajc84G5Jn
f4C6HMaudiRsdv6pd9cD1QD6VXCnlOBN3F0vMSYCmQdVLQDRBCO6HmSHJIoj9qmHVsELynHg4uKp
qe9dlUE4SkQ2VrWAPWo+6iHlXsMwffXZeyd1y5WSw9XlPVB7hJmqhJPc4AeLiblAoxi4BL/BMqCO
X8DuJdXOKPHF/HjN3Xd9fl7SoMogW1TxwZo6m8Lbt8LFWLxIO3gFeZlhkaSVEj/JOLrUW2UfubwD
S7HF8EGBHTtQlvZuolmkep62MUsl8OE66nS8gfCeqqM0Ofv4qt6/hdIWLs07ZHOF9+3enZSMtJRG
W4+PTR2dEjNsn9jsExcit9yvfZU7Jx+vd+D9eLvenyHAmx1jJpBCQGW9KjOm4iQ1vEJbR6RsHlnn
0C2E0IVtAzoptum9W0gowTSGuWRElcAfXkYEp42rJmynZ4t2/shih26idGySWzkAFKFTe69GWdmq
jigU/ZG+q+0q8wps18MgQo0renGx/PgmHrw4hi42nFQlGZXsrteJ1lNNaJYLg/ibhXQjcw3EiuQl
RCrx+aVsFEwOX7NBX753oBiwV2JtgPc0VnqyanCjvaqjCQVp6ldHPrB5897boOy3S+19YN3kFAQL
cFX4+30NiFrf0vuU3xzDEhcAYOW3SrVPH1/dobfx7ZLvbmSoDT0xLgsDsA0gxJObsMY09T9YBWKT
sqWwdLn/Ltbkp1STRjuKwVd7Heezp47KrK//wSq87HzMhKjiX7z7UnjSE2XgOuWCahMfyCG3NyFz
ryNn46FX3VZgP7bO4A+d8O4qleuEVVgyPMctEvE4s6P4DO2295qixrh32a+aIx/XoZedW8d2SHaw
jRJ3d0VoP8CQTJMWDYXZNuna72Rpv5joYNafv4HOn4km77rCV3x3IXKpAr+XbBmBRxPRpzAcRWI0
Rz6oPaf1+RwBrnKFshhyzgfJ3o4baOi0E0l2TwlPAiGe1TM8Qw1foO7ZZn1uLQobdxMvjreWxB9m
Uc7qLDy/giO7yPuX3+bTgThhSuNPObJ7vW6YQrfrOGWMORX9JqtFUOOi06b1kSdozJ/R7pfNSoxg
IdoqLLD3Sw9ijBTsFVzsgjCIz/QEPXxZFiDMHVMUWxsQjxX5uopzY2GxPrrLGF2zs2yMxj1t0bwd
KYXe7zQMsw2+SJdyHd7t3mePIYZQWgcOVOjIYMAV3JSkvqaHu0hChVkswqoD32ibdDjy9N/f83mM
DgBJioL1vjwiA3Mg1YaTAhasQjQSxXSubXbkyR68vjer7L1iY1e4k1+yafeB0WGQkpjLvvS0LUYX
GDN9zyPgt89+O1wXD5gbZzuG7u7t3crpM4uKkkZ4VBjfQT1ddmjLjty995sPq9gWNaxtGbRfe+ds
lpskcjkNJFwfrVWuRpJSY1ixeptELw2p6ZuPr+rQfeSVtamaJd/J/o7gYXkQ/onjtqMe5jUuutq5
6cHkVCqtL80OPGsF15Vw0f+/dfeuk1xdGJe5wDAnzarzqM/z04Kx5iUAaXXeKinmKaVxZPs7dHPn
alO3oIYQu7C3/Q2FSks80Li5sPyegNIGLKvdDjF25qICxVawefz4Mue/cXdbIG7WMCzi4KmsgYp2
NyC46n0mUcjAxayzlV2WKCeA5xcaaRJHtqAD3x30eibkFqR9G3LH7lLEamFtYotiMfaArXo8tZuh
kZ8vpl0pDAoSCkFzRgd2VyGcKM8FihDmB0W/tWJMheLIudHLWM7qkyNv56Frerva/Pa+KaV737Tr
wWa3gvOMTagFyG0vPSzpxyNvhuIv2ntOyBIcfX47BPjF/PtvFuI7DpMgmGBedHp9Figt3eZZqp/l
qURS6Njd/dBrOPKkYx/0n/8UXGQWsIscm4bc2rtIJwaLjBtO/0lr3LuElMOv6DkwOmHgeZpXNoa/
ReDJI1d84M1ED0mjTIVt897sHRD0JHZjwRZeSMObPdAxYi4IRVqEOmawH38EB/YYyFV/qmubNkXO
P8qbm6sKDLiEX1BQBXl3jg1We5pajTwLhWsS6OXgQUIgTXvkth54pEAc4A4UIiDo5vxuvVm1Ckpz
ahpWtaDXwEMNcbruw7w+k7nVXg0Cq+lMuUQAIEE8svS713Y+dCGiobYxOTLk3hOV2EUXZcmO4kPY
ILObMGiwmO7y49v67gmyCugDoltdUW7t7y04ToEeT7yzU0is9gL6zrSixU1OrMLJ/kJKdwQ9/x6V
onSa16I0pQN0wHKMvX0sFiFeZgUyj9idmR9lq03PnWbioP4fXJOwLB4ZyAB6pt2HFk5RoXq9xV7L
iMdVjZHfOe6O6Sm55n+H0PzbSzp0+7BwIAIF0h1M372lmp4JdU5ow0KWJK8De2irmSAR5DhAf3xR
h14HaiE+AQPhE/ktuxdVYmYJ9bdANwsBFSUltW6ARcr606vMxwxHIzdPh+q4uwp+cYFbhiFbmESK
oNvk2ZN9pY48oAPXQkE943msASNybxW+IkP5iQdxPYZpCCasvXQteWtHvqADD8cCoZTkRLFBUb/u
XgzD8zIgdbogu7D1cCBt6mVsddESOOT887ft7Up720RGKLXHpBl/H7v7phwM1DLTK46cY+92QJeC
g26SvY89Fxx593IM4qixYNFyzL+ZbMMO0u4jKAjr1OrzUxwZxAQNaBi2H1+aYfLX7pxq87JQWl3Y
VCTz7PdhU4n+pS9ZVvgud7E04LJlGUIwl8ydRSC94CRj0kVMrHS3lpb4D1qReThdZ9jGW318+/HP
c+jd4XHaiBNBaEHvd++Cj81di5kFbAW3g8BG+bcxk+zp84s40jaFI+k/QSN2F7HLfgrrgnQ4CCNY
Ko7kVDQrDIwL+8iX8K6Y5OY6rgA4MtE2MvzYXcgTcaYzAy0WGWS4JbE39kLvtY0hu5Os0cYjqx26
d4p8JbgCgvSl/SKhxUdvSLucvO5GeudxN+LDwj66+vzNwx95FpFyctn70LaT4GQ9+uyJUQ0NKif2
bj1IKzwCyB64Fm4bbRR7Ig9q/87FzGVjNwzmStUhqYG05TnNKfgsWMSoCfEqaBSjc1DLvUpVTZ2G
1JGXPw6t9DJFk7IqvEwd2XXfYx3zMoyiJGHsxMvN5PG3ZUZqT7nUU4c0wtYLL7RRWVhnJGd5D/va
1rsr1cvbAueHNU6D3jmI95ntFsWRE+bA/sIHblgMCsBb1H4pMJV66zY+w+XJ7vCfaIagzq6hPurd
hWx7VD8DYaSQ+TocOo68mAc+Ayp0xn4YKUoKrb3PQMsDqbfkNZFLHVkxnAd7XPVFeEH+MHTk2uN/
P/2Ocvxgy6MsePx4Eu3e8NZ08OQgLGohAqJTe7zVNpjWH/sS3h9ABo8UjIw3CMOR/YYA1Nkf0Bbm
kNVCf5koJz8ds8k5FTD+jrxC7+8gSymC2Oi+yWLbb6nYK229ktzBPJahthrzhBRSfQqMB7e25K+g
T3vvyHc+36PdgwGwCn4kWOOs1mQgu/PSIi+Tg19iM1VksGeFW8pv2BxPL2XrJCvDyMwXgJDhvAgs
HLArs37++BG+f11JnaOHodehlmRX210+zUqoR32LNQEO0thbOr+SykFeC0RFEDKOVuJYXfl+y5lX
pG1lngbOau19pXWPLMA0SrhFmknbWrbtCZ9KduRJzoXc3m0V8K044Xg/OXv2Cj1CoSwpiINZVJFG
bBqCWrQIuAeLFVJ1cV2StxsuYhWAGjlJgjvjx7f1wDtLeAEFLVUg+NH+qLqCZByTvZIjkfVK5ItY
C6H9M4L7vK6Idvl4sQMbH8MSmmUMk0BS6Ap2HyLudrHoG50P366v2Rfjewgm8aoTaA1J0wvkXWyh
hsTwt6+bDRo3cr60ui4fgkpABf34pzlw55nIQgdAYWPM/ITdH8ZM0A1PZc9mX2JqB4LevPQ2FT0c
aBeJoBdf1uqbgQ3Hp48ybgKDdLAzqAHMGXfX1VM3kWXBmyxHaJjkRHnWtHU7OL5HbvehZ0vrBd0B
taM0xPz7b7rZNMsi1D64eZAV7z10I7yZ9Wi43nkTCnS2H9/NQ4u5AFdgkK7OP3t3sxGmSWY8eVAT
2PpZYeTtVZ85mLHYeX//8VIHNj97XkJnpOgw7rN2r8vwhBxhVFETRo73K2qM8UE1Tkd6YJKcMNIM
Hj9e78ClgdJDcJFgAgqywO56idDCtB1z9vXcUfD6GWFWCFxxgPz8CJNTg6EzRyKXBl68926Edlr4
dTMbE2Ln4COThsnJ4C+zTg0zAw38+MIO7Kkw0bkwdjl9hhx3LywaMjshYpoknDSNll5OfgBu6Yz+
aDdq81czVh0pTZw1R/qnQ+sCOLIkshjoJHvvStv0BtJ4h3X7DAxnaENxZY6MGqssDB76XOQXChO/
I8XdgccIRYESwKH44v/sfQ7YO4i0wZRjTiiD7Z/xlRcII5ZQpe0jW8uBN1Sxz0k4QODG8J92b+xk
9a3T9Ui1PTTcy6SdzO1od1gSVB4SvMzXjkAthy6NxnoeoIAY0zLurocYl4AIBVkfOYt9amroxlMo
rbeTCpMjm8r8Bu6dV4oqimkDxk/cy71zWNil2fgjhvdEyeGKXwEgRbiUbD5+Mw+uwrkrTck80P1z
kLzZugiTJ9hBzulyUVKijdEV8uOg/zQaZjB2BJNQwLjSdOZe+M0qdcDwzR4LVkmwzV/CbUvGEwxm
cH4epdLLI1vkobcCjGruYygqCFLeXU7XJ7tqCYDnBWzuMKm6wQevX9jUUwunjMojD+rQaqB8M4kK
oJi+bne1Iqsj2yr4uKuxxFuctIJNHfvOqY7vxPnUI//79CNjRwaLdjFPYHi6t0sSW1X0A/yzBVYK
xZz7hVYA4zkDgcXHCx142VlihsZAaYXu7u2RQyGMAKcpunV8HfDthz2wcuJchYTteNXdx4sduIvc
RIaTzNpdlwH17l30BmOA34yi33YDOavB3fJnVgnp4cQMlAv2L4LP746c2OCl1CSU3PvH9kQ+/BAM
JmaM+OMuiUTE8A/T6rqVuNR6eLrjf9CvPr7MQ/eUoppQaFPMaNN8G958CUETaUWqEd3n1BjUMU9c
Yw+AbYAwj0Hsx1aaz4Y3K9kFxDB4Qejs2ibsTtmqm2SdjfgHLcO44FF+fGEHjhrXmUejc23CmbJ3
YWlTqSSoDTRew9RsiUbVrifbQ38ga9zjBnc8c0q8pP+DRe15W+FzoFvaW7RKkVSFKI7InuQmhpBB
HtLRfgjsrCLdqLQ2fR2II2seaM/Y+KmqyfyCuCD27mutpryOsJzFwbXEVJlQBpwfk8fRC6KfeWql
z8g4qxVxedit90N65Jt8X0vPcyG2UCpqKL77H78ucmewUDAssLAxblq0jXgLVv4PzStbXBw0b117
ZX2Jx8mRk2/+/naPo/l15UuhjgZQ2D+Oska4YQNAibEl1CGGGv46siLz5uMH+n4XoOtEzgvvlbOP
8mz3pUWN1oYI7wBsvDZ49qegw1EflUm2Ed6QPzdY3f34eMX3N3Tuc4HUCGE3Gczu7TtBk2pIQagg
IPen6IHCTF677YQSrmKwspFWRlJN5uskkhQekrDPr/6niieU3Znr7L3r1XIdFT5lqF4UQbJyND5M
TA3zABV8TzjhIsy8qV+hNiniE9Bi4/fH67/fJIBJeZE5JcEaQEp317eZSVAms0kQjWqd8s+PuBD9
1gyU2nx6JSBSkCGGOX9g9t2V6B1Md0o4JTPPdTICUFRPqlHMVH9j41MYHLmx779Si/cIyuxMeGNj
2LuxdaTFZAQgOUWAU/7iAFkRD0IQI47Ca+xj8q2PAdn3oneKbTRa4tvHF/v+Y2F1oHTUSLpjAIjt
XWxr23Fbszrcseh/ODuP3bqVtNE+UQHMYUrupGRFK3hCyLLMUMwspnr6u3hwB23ZsOB/0EAD3edQ
5CarvvrCWhdm60F5K2rrnz/J7SoQAAl82Z29D4EAX0hAn/ZMhDiL8LxYnS9TsIiz/8OtBNb21dPv
GX7srGHA2RP0pfEgZ93e0JaeYAdm5OuzbrA/fPkkty1SlT5Aj9+KSlRQ3WqukYWmBljqsKOrnhnY
9IyOv+U8CJT455CUTjhjK3Zs3JHfesIGdJhNt/1EcF3tfTkFzOuT99pX6eLc/P0R/uldpPcSuNuW
sKQz/de3AWuHwXkL6LPvz8OZUWzz8abDGOk6l2ft0BvnHRX3W7cv2pfMz9pPPoU/rHCEcTxSsk60
xH/sDnZLlEi9QfCdMEJpRR0ZxRsHLBV5zMXvHyDXulPkOnn34OTp2n9y87/HBURYTEtQ7CED7n3s
mWqEbi13m4I1McG98GPkHtPcm6tnzJhPpdlRyruNMfV/WHC4MB0G/MgsOx9z/yqHdpxOHAJWsxsg
awXu2RTo7Nn0R/lJ7Prhc9/wnPT0mD4HANZwIrtff+AEb18VOmu+M2Z83mZQ4ltrpuKTFfRjUu//
XyZgPTOgYnGo//UyNRuUwVB1juOmPSnGmXcMwol9YxQi7rzB+EJBsT5nvP8mWdAAddQ8b4FA/OPr
/Nuf8WFxc1pjVgS3+S7vERwsLm4NAsP52PiVvZOh3jfMwEd8zSTeaGfc//1j+rBj/Xd1WvzoWTHJ
pJLB+fUhYCttchQeqJvSdDx3GbzfGymWsSafPisz/Oln/d9Lbd/1/0bQ2vZXt5ry3RiGOYrTEuTo
Alnv7zf0YeH774ZAYfGTEs1x8Nn+9/+5ipgy6WY5JJMkhzR5btAHS5V3hRJxBpc/NO79ViX/GM1t
F6WXniof40zb6NeHp2ivTte7Df64OcnSK7UIxcwm6LN/vjWffB5SILiyvv8xVB4ZF4HzRQgXAvmo
LkaztOVJ2cCBTkyGDUwB+S0r/t8v+mHB+e/WKF1uvVpcm8PIr8+zgfCWAQACtL0YBRJ3BmZzHIB6
mM3NCuAvQFGDbJqP6dhRbv/7xX97ZSjo8+7Ts0C7PWvthy0ZeI/viM1b7nYqPRk9hg2P1tdPrvJh
RXdA4QK+IoziB7SpBX+4yohMFgaAhZ8hX7FN4HpqrotuCffCAzU5rOzWFUTJg20hd/77Df72+XHp
gOIzHXEgN+j1//Xp4ikxEtDnaFunpXGf5CID9z5XyhLMgKf+oD6pRv3penwX7PnEcjSsf/gGMw1m
PhGQE1a8UFE5Qy5gwhAj2Kj73T/fGrn7kBQ+LU58hx9urWWmq5c01eBvmTLGZWuNqk+5LGkguv9+
qQ8RwfYD0gVBiZ3/+C6b069PsZBeZy7jzF0NRnORJXV7FAkuAwuL452aqPEnM2Pe6Hjty9l2509+
xN+WnO3ylEYI6ujf4U399fKWCMEh1pkV85IGR6EVsjSvJzFtCCaBnca4/fvt/v5V2ERYPFZeHuJF
88OP2KaLTJhvB6ZYSucky3rad3mmPnmov9/VL1exPnwVMkQK0sFyiqno+3EaAOIqIRYxWxPe4oJ2
P1ln/nQ5srNbezajFNzfrw/Rrcmd5nCddyxiRl0cWgevCJYbt7Tx5cFKAEy5XxW8o8O/P006h0gD
/Af/tj88zYxUI138+Kts0BkvmaSM2Qz/2A7Ej8RgLVsDGR0qQHzxv95diaMj8za0xMrtvITofXZU
MdpPMnC/vxiMQGwwQLrcoWUGH55hgWI0nYuw2FkWVR83yJu9oInt7F8fGFfZckSURElMfUxNDY09
Z20g0Ms6FpEZQ6+H3Bg+ex9+X6k8lkSOuAxpUnH1tv/9f/ZxUvUgHyD+7MS0NlGWGWxvs1mccKou
nzy237a4raOJmAq2ByAYslC/XqpvtjlbfC1g6VT6ppGqPrhu2h26wkUZh5j+PCWJ+sn7/qf7oxMC
TDrpWa7/4f56zQNOO55ikWcdJWOa2Qer9lHC4gT7+w/2p0vxRbG/cF4hL/LhtXDLbMoZ/qKCo22Y
6llTxc0UmC8ObYb//DFt83v0IJFR39J6H95zQ4M1asdA7tpZQ34byp+97X3WevD778X7QDmCzv9t
2/y43kIpY0id2VZeQH/9OjYa1KpwsksmX4crIwOTU+tNEPn3p/j7x/XrVT+sE4m3NgxtJfnONid9
mh3a3rK2Cj55F3+PRShqkkFj22QInfrmr++iC3hWgh7PdyIY85tKImld/aUGVdhagJcKOPv5nNgn
J1PJ67/fIJsYJ1uQneRAPtzgogd4RsvCecjzlp03WhJUtfFZJulPj5GuO7pdTbK9DJJ9uMFipOMp
cYEA4pM52O2GM+rMz/K6v7/ynGlYCO0N0kAtzvr1Ko1vVLWpsgIMtU7GYzO3g3XQRS+rU1dZSn2y
JG6v9f9kc7kNLsd0N6wGTlGcJn+93JSCwuu0U+wS3TlHrOj6FppnuYN/Sq4qHKfw9Pff6g+fAFk/
fBZb3pzw+MNvlSnHEZM/F7vAJ9pQyqRm5aNkO3FQUYeJzvLLyR+Gav/3y/7hsbIe03TDVbFbGB9+
PCW24KubALGy+RxghOuzBJC/GzUc5j8bm//DQyX49yjJ8eEZv6XKwtpY/RDhzg6jU9owgEboF9N9
EHhgn8IhO0mngVP1z3dIUoU0FhscRIrgQyzn+PM8DCNa7ZpiaExuKXnwZmWftN1Mb3+/1B++BApX
fOYkiinnfuygUqNPFSCbqh2d9D5UdMDOuI9+/F8uQiaaPAfDYB+PwyAbU/r5VLWjA3reZ7UBTQjc
7ier1m/vBekTtjHqfuRstkbXX9//hcMbxUUYXEyXd7clafedMfTzMYNW+PT3G/ptgeR9d7eCGFEi
Az0fu9vqvu635upuV4BcfEjozErOcr0y5rprIHmHO3buGcqVM7ed/FbMI7z7v/8FlFB/++k4P9Eq
SYC8dYIwTv/r/XKck4x9ym6/uoZkElxou7TKm6kECga+vnIGbAdejooyjJigHApQv0FleDI2Kd0l
3T4EplmZCDbsNXvNJb0YztlcBq14ROxMhuIpWWVRFydfTIP4UVeFSIJYoJgD/J/LqZbF3phTI7Hj
bAXtaezURLm3OKqw6O2HaWkBr8ZehtGT/3+mO/ul87NK/YTw285P2tKejYXY76sfnXTUGFvjmpv7
QjQ5gqvCVEV1PrZFjk0MDQDFMYD2z1CWFAVyznWG9CF+rskYryae+zCiwhb0V0a58RIKOyuDR9I7
lnPhMU1p/IAK6YRfJf+gXUQNg1FmHfNkKqyUpSjGmj++WZJz4J2Viqnc1vO9uQqPgclGIV7cVRTJ
ZVysKuy/Lo7dF9d9g0rvVIZhQoKQe2ncl64EsKZ3Nixa38V7p1Nt79VUkIuJS6MMHf/UZ4OYj6qi
1SryymCywDFtBTIkC2GHdGxd28TYNVliA6AbtVn/KNsaXDFITK946gaOs9Ou7MH+faFftkm+gMrU
NDuPJtjLzJ0G/lSPzpJnc0wNxlptXdf6vvVaelrDFHjEfhmMTsWj75bF7bCRaKqdsMUYPrlgZIdv
UJPLbIxJMtUjxLKCpGuERaLsQSLCAjVP2L/Ucufli5KcIlI9dtQrCzCVRVRa/aifPAxv6dcc7Fon
wPwn81SeleM0Zrd+NrZwuRicCZzbGYsDvmBVprC1460qS4ydr97SPPU+M/ucu4AvqkcNdS1Zonxy
tbgNBjst3xx2bCtFUCiCdNjpuS+sgIq/4Y73jZcZ7rultZNKktJQJKGeppOP1Rrlem8O8Yqeu1cI
4po55fJ8yOFDkawVPetj622O9NSt6xeUOkYhcfJm2creUo7+/I21crKMSOGt1Tcd4Eiywmg6V2Bb
VlH3+EPRQttjD2JPW8n70NcWFLYi8QbGFgTYYeM5cFY9MLXuLLoHwVWIbn1ps1Cb50iEHP3Vqfsx
vbdR4NYPzLcu5c4NEzHHjEVoH8MlftkdkyyrcVUFKfY1PvtWP5aC7hG1a0aPi4Nw9C/XtfCcR1UE
oz4EQPNCO6btbsiM3ZAgJxanbi03yRhe3nV9qZ2KD/WAWhZQQ+SjIaBFpC4Exs8Lu7eqNox1Av5p
PtaZcH1wkllAGjDSlqQWgLWOWc4wNqdq1D/cTFDF2iWwXxkXN5vVYO6EFqE6YGbOFHo1o8LQECjp
sBQIK5grT+pLy8JXxZR80dOWDG8xSOWrC5W1zWMfvbRxB8QUfAJjO2sSFjCmaZEZIxZYd3yr8Dtn
WSSsNOxHeLFyGoZz3yw7Bx55Y7hlf9Yr3D7jsV8YDh7iiUOB7+1a20tccN6FV43Qi/Kszs4Uq3VB
j7QZKjS1UGwAIjtCtBIZ/By01pm2K5avr0mJ0Hu8qyVA1HA/1KE/m1/7pOHsQ3QXuHax1SSFf7Uo
FJoXAU1DA6qqVDtzNIfraO6HYQUMtAsFvtKbqgAKeOogeuSgPitMEMhVXGsOfwSVRc3joIrV+6na
fPYvTEMOxjc/t4bmARO00dH1R7MSjYeMkjY/8OYYSWRNRAvxvOTTdGF4rZ88rByQx0dDNX15LMvU
sy6GACJVzPJlfPdVBeIoH9f2DJFeeZzdxAQTMXepGXnpnF6BA86ucWRUjBCF8pq6Wku9Bw3r4D5g
za7knnRTj3CDoneTXXvtNDO+29qdI54tm9z3G/eU28/KKwBMuqMQ4ZE/i5KDmckRgeZSl/aRdmuj
vBjWOnF33kyYHssitLpne7QCgaCywiJzKVwZlkh4UXBemuzAyU3nIMu4ZL1rn7Vjrtljit45efN1
HlS3hRSBf6s6Q4fP9AJ1aHQakfu7zGyn9UisuqpoWmqaRvcd5Ov3JhzM/oa21Rzne5ovUGdXs+Gd
S0zaXW574NP1jzBxik3S2PMc9ng8eojKzkR2OhJNb/FW844Yy61rV5SnELEp775edafPEYHg06A5
NSnlY4IyzahPzjx4g38wXDyf5mnhoABVVM9B0f+cgnU23ifpYHGPMmU6owBZKhzru9Uvy2gzQ18v
HsNd2pgGQOuqSdMFfmWWu8xqNNnWldpndgdL0lvrrn73wVnCEm6CbmBeNkshMb92TmG0j37uVDmb
UsOLvrmqQ+1ZsWxWGxnAaAJKBC6eBkt/DIINpy+pe3RXOZIkG/plBjQoaBbWc1oPhvEFkLG32Ysh
8bM0mhJnMX0g9FiaoMkjd2ly2ooMmTvB45JSOH1MZlH9SOu2CMhWlpMkG9yaj6YgYxYjNRN27Hdp
X70Now7uaPBixw7xky23sGyXU8r3hZsus7M6ZvXpngOTwm802JN8GWjquStBff/wcldVp40OfNvO
s3fL6Gmq/tsWXjCi9gvTjoN3Xs9dNt4TKQSkpDM3rI6dBm9xBGmSqL3hJw6o/ybs3ZMeYLAinRqq
x8aEaD7hSjjr+9Uwd+RGMwyoLcyDmEY8gARuhzjyUHhucsnpZq3gJ5f6NRfs32ctdjFn32bDTAu2
UtW+B8l/8ILVdA6OUadHDh9wQ9pVtgjM6AvKduBTGyOeaBrf9VQvxuPM9vZi04tZxl3CHhO7cuJH
ydcSNtBEV6uK134e5Rk2BH+NnCmgdwxeXJjCEFrmaZcD6V/OU8AXa1QUtX+SVa8WoDVzgNddsA1F
5napeGwsUO+1OSZO3JuNh2x6Qc5Kk12a3bHcWU+D3QA9R5UzfIUPnX510yX5mVHZuTV7ACg8ESEM
AO4NdSTD73FwMB2OBz0Mhk1No8rWu2xxa8vbpgFlebScoWjPloYZncNoK2v5Kpk173ZO56NoLdxh
pgyEnvXoDWHl7JM1MBqo9UV7vf0OZMJXHEWxShKM1cQojb9zNLEIfYkrylz+RPiyHtL113B2q4vU
bvSC35sHFTGVo2zE5LpjrhzXxbeGnyaP87kUB5vZb8DwoAwOpA+xfZVAfC1kdkF1KJyS/0oalhg8
xYkBd7ww08deFkVyctJkttCWZjR8ekUQNnFolu21LL0gO/hWAdUmHEYPa1YzGJT0ESyHUaOHhmzP
RGdvJFAxOXz6leHu9Vi1d7M/VO59JdPCjGcP1xDUUx9VkMy6Zbly/RTnWpvaYRoDo/Yh9/N7tl86
5HWnJi0q9wxyO6jnahEO0SWkfw2gNuQ3VL5iMRt07pSHuprEtUVrVfPdbOQaiYA1E9HzMqa7LO34
19rSD+V+CiciPnyMbkqneO1fhGXhO8egZA0ndA9r+S5hWs/vHuiV56ps2U8KXNU2HoAw7A9Kpwb3
Yg51TLTkAH+caffAH9C7jxbGpeC8hqsOos+e0jvtp7URtXTeX8B5Jbic5pkgb9LIsXde46RLDHoq
BLyYwTZdO8v6NjhhdpmXTQVlGjqrYjEMizyucS+U0axN52tvGes30cgkjMTk5OadNSqgBS4tDtWz
7LuJ3Jgc1Fh/2ewuGtziws7nod8WNxlx7YMeBXAXo7Hyi8Z0xzBugExqMMKNRPyXZoGNboPJVcj1
2Tzwqtbh3cS4SbFPllwlIJUrjBz5LDrvIGnVkdHEGJN/SFRCOlgLZLg4BRbz2ZnF1hDFNGdxIAkJ
gNue6AZFtJYctTUZm043TXHvEU+3T1kB7bsNfJnHQzqydlHZ8GUVzYxIVqeeedcbcm9WuaN+NJln
na9MJsQEZxa+Ly8X0xGW5lKcavSO7QWxCqc2cPlucSLJwL/HKEZ3QP/gMBDPAEv2RFm/erdMnf7I
2mb+AQAme51h81/WLr15gPNFe6MxRzzUiSiXncEL9TzatTEcDWnXD70UBmsmyjb74C9eSVBgJOGm
nxhW++iZiynPwK8PD9TZ3VTHnPc5vWlV23c9M3YrMPS03WVorNkLBLtWTBsvhKykRG9GMFhzQJ1K
27uhKg+eQjPMFB7o0UfQI/zeX74WdRjIM+VIwmE1Gf5elxP7EE4YvDL7FmJdHnlCZC8I9zIR0bRm
VA/FuM7DboLlbR9ZipsrmigSRnxt7TF2M4Ze5GjcaxGNFOFPo7eWn4YS4c/BcTnZooPrVoTTo0vR
MhjYz2iww2XgmJW1T1yO5/S9bMjIxay613memXRJM7uS0RBq+41iCWcgFSL90WiBvgaJ33yv6vU/
UUlXHk3DC/KYdDaA4TogC3xgckVCQ3YTek+yrDMfpyaZ+FwanX7z6nb+4mkneQ3VKm5H2xpvQxHO
8tgS8dA+qVymiv2KotM+L4ruMDvQpvehuQQJBrh8vZo7ZA2H0pmX7z5QUhm5YlVvmGYa0PUVXkSc
gBbqc6OfDBI3qX4dDGdiVr4N6uU0ycH+Ps/O6DPTszavIJtrvffHoLiyCsv4aeGr+zKJqeVV6gbv
dUrL4iFz4WQw0lgO56OXEiK5FFMgUNPjM51KmnDXHQac6ufSGeJ7PSyFtZmu1/u8UYBZhkaX2XUB
mZ2yKd7Dd7Mc+jWe11DK/YrRvKRzsxwvRIV0ngPC2v1MPSf5tgL9vx3Zwm+8MlMvmXKDKpp4am9+
p/qLpepMYv2a3zyCwrKYMeJW4sCyzLaxXWegbQFPXQn2NsvGL2HPMRxTiFScqtZsOyYEbn5jWtVS
H1oDeQgtUDCNDtOwTmOER8j1j1QuzRdPSReVaD6Ia6d3+dwtxi59ElWc4XcLY+0Q7P3F51RKJ0FA
tUms4X62F0Y45LI055qar3OYLQ72e6tTlD2Vo9TRL3jWUagqhe19tMY0GgeflyxBeHCddEH2SOdF
+TBbI3kgDn4jGvA27IwogcPgRSgIlztZpu77hLMBuQMm2vMlE7azR1iv5KFfqgBZ67hVVIzETM/M
zi/VYVnC8IE9vcl3k5vXFwUT3uoMa5X3rZlscbUUQrsHM8iyp5SAdTz30z68y8JkXZh9lMwYDPbi
JjEGgW4fmIsvT53p1EWcOq3zI+gwRW1+2vICra1+dOaxVXHvDh5oemsVc7TyyxwrSpHzYZoy/Yxj
ZF0uWS3c6hBa0tpXTqDmGJHpRDjbphzuEm6ep7OG6zOHbvsBN0t6L3sGfaNcdS5CVtQHyc6Sq/ET
Y2t1wbjftoSTvfIO/ZS3Pk6NVd34ap02Crdt8gD07MWasaxryG72Qs0HhUM0BcLrUIwiGohF6Rhn
7jRzmyFDENAgq9n30diazhsVvuSr0TrDk0M7/TfKBOtFWo7FEqusDJ+CeWp+kAksb3q0Q98LV9s4
2tcF7ZRhc/xdqBKBy6Dnnz64OUzO7HooA647rrxRIlHzHk3PZEWmk3Q8WdYM8iCWO9yVID447Ft0
RbB6+t3NxCl13hQFhXnRrsL9Nq2De+WjaHstc+k82T4ltGhwSvVdDv8JFkryn/FQNV7FsgeHPuox
PL5SYSZIHrMwvdTuJohdeYhXcKMNpC/pMl62Y0qQYpijuVsTv2wY6+qEB4W+yV8ErVkvQe45/N1W
y0gIjRvN0WmLBEHn1GPp9Rgr5fCvkbEfk0rMV0mwMag9SrGA6DPLT+Mha4JxT9S01rEz6OKZNv3k
xhq9eYoqzkc6rtItauucqTnVHlTCaGo9v4lTm4H9c+Sf/as1rc6Dp0OHtVvo+rapVfDkpra5noUy
lQ+tKpo3JFb6CnwEkq3cy3GRNFAwno2FRGpksQMz/I8x+a6caraAJAOeyRLr+bdLbfhPo91ylKOL
2HnMpomtA1cXUz9eL5fyHPeUjUCSQzKxr92MOxuTwXMeNOBSOTMkHEgDB5zTQNRyWWEqAD3vlN0U
8Yl734WYy3RziYE/Kv6TIKVSXtc25wnyQNSUjyUui8teA0o4IiI2z4JB+u9p5dTn9K8TxZQTIYap
guWBzLKPkaxG4RgvgQgyDA0tDfQlCTGAmczNX+UUm97mUoXeQanGOrjeRERfq0LnsdX3w4vRzeGN
R3MfvfY1SJJIulXZxyEEyAtKmY2Lrk7m92klVRu3qsbhkA8TsRe+us6OlJ1W92Mo/Dmu5tbWSLZN
HLhBuoZshSq/C2Dx+lHVqtw/2MFoHviNW03kxqhzZQ3iheYixt0ZerewfZfucFkyHTefJFWiB1/M
fXYOO5LNMSOsxnlhLuKE3XyZjkba+v6udwOm1N2URcYhWXaemKW+HhR+g71GPXqx1mvvcgDDooQW
Zh2u89nbrBh+ShmzHPv6lPsUivAcYDR2k1a/dgieux2/obwcF2WZu3AeeLlLmVRPSsj2e1iVDl4i
IpQ3igzrVeHPKttxZq6/qGUV5Y0BikGld4jiVL5bGlsBgcdZ0L+Y9loRduSjM35xEgvxYFAH3fpd
amHgJ5WKrwC7K7+CQajOyXCwpX3cGgAYcc778M1z8SPvu37Q8wtWRfM+oHB4Wicj48PR0/jcVHP4
Vo24yXA51PUj+HTnaWxE0ccY5qsXxKIegmxO3F+1KELQS17YHMze4y1FSjyXezGMYbBf8HHlJ0QQ
xRBZtWPqyxRPDdwOjsX3noNNhmqIBRnAJoGNlauVwRIBLG2WPSKuRpLmsKt7iSq7B6CuaxEtfba8
KKcgDLV8s/b3Vckfs2umjksvQYfBydDrckXwjCqvXsu1iysyevme6fyqIqfWdq9inbwgfSv1llJY
ja67DQoRoK4G10OwMXfrHOsckVw0+SPeLrEuCH/IzvVt3FDT/mmtvgH8l98ht05uOLffumSEdZr4
I0olcswca/CIjGR6hNe054NjCbxdbEhkh8DrkSXu26yKa63dm7GY5eVkiLneLWrmKJRq2vbibOlB
yaOfb+eDZRFj0AGT0gZcIY9EZM1w313Rj+ggUz01X0y7IG5bC21UB03W14m9Ovduq5KuAbSYY0vG
TVb+F8B0WMrQno8/GIhfxohkiNHuPH7mdlf1IiNh1YbpzbQCxolIlEjjONG1O+/cBUZn7FZh0PPq
WM5VmSTDHUWVirP92tS4Jqe+fM0XZ2SZhrDGP54TTUciMacHSzvhdVstajnSrl/cDHVqWjsXRsSt
CkE4QvVWcN9rb8ZlvFlEiASMwTLFYQxJGT1WWZHS41Gkkxk3TZ3rK+lIjmou22AVBWp0F6xcAnyn
KPVcXuR9YJ76tkVr1FL/R6pm82ctokTGIZnSTlmMcz6onF6ZFK8L7qMIcxo67tQO9A48cUspMykQ
xASgx5PYG5Pl1alLZRwzTqln5FTt68afvZ+ZHToj61aqkF3zAvkR4hNtHKROpd71iTU9zK5Anmui
0RxgYzilTxEm96u4rVoavteuWBaMVBxRZtK89MPKLzMUNTemTjt3RPtzcEWRqP+a0CJnUPAnFQLR
dtZk/UxFISCfOy3iNRnMG1yd7E2l6ZRYZ3JNUhIV4ENChb7dV74I11hwPrgJl4LIiekihC6GMWjy
zGuJaNi2mOtVC2WZyIXMUO98Itc+HqnxIdFKNDohf3HQYbpF69xj3ORcjfJa3lHyMUlhdOZIIDSO
MlIy2PxTvmpvxpyQdweVW55VMiPGmFKBjHCas+m7law4GhNrbi8LWZXmmaUS8dBrx76l91dXkauS
kAyrUff9vqLad6UblwRYlrrq639FBhxLYftujf1yLepEPYoES88+7Lvi3UXADRN4WvT3eRX9tb3W
2XvXgPDgcGAn1+1aY2k18Qg+TqUDtXci+3TyrcZ6S0aWPG6Vd4y6qB53I8r4b34tSMxrPUHcGoOs
ZCQZlAvUtsLds88511TQhjuOqrqN7dRdn2mSFt9qKhNsZGGGobAcTVFcwSylnpSqbrpv1yBb6ffX
yA9azIzvvQGzhWjdexegHI2Yw2jwxbJmRHVrvwxfxVIRWWdqNK7KYltplixLbmu2TxXPypwuKI4w
fUsjsy+iJB9M7wrfuONRmqnK28VciXe5ZH1tLcIDbjix3wX+xGLV+55x1wV10V0MiW8tFJiqyd2l
fkmaEpB2YJ3GzgGV5UJYcXfKrNefPKFtsSLUlHFLOvXRxLWLuRxK3hy5DmmPFDSJe2ITNMlrVwmF
cEtXza3cSAOHsLbWS5Y9u+b4sTnhvUA0PxNROU5cLxka+mCym7tiCYc5pl6eD4fQwf7LeF1u3vaE
IEbs0eVzMxD+9ywHQUbxifGRkcn4xegJstMFBnyCNTuSrHWMJ025v545TAS+B25ROFFljg6OvEWv
zzjcxUNqFj3as7XvX2uZkK2d8JbIaFym9sYDUPrWs/Nck2k2b6D2NtZNRy88praukgg4tgrxUtRm
/5SQ+TOOhb2ON5VhDtVF4imto47PyzswjEj9rxAb9ngjDu+rYSCWtwPcfHTz4DCLabHNvteS3CxD
lNgJIbRLSZmoldmNxTTsuO/V1O/TZKDEv9DKx/NdLYKKvjS8W2lKiYZPp8QKDd2g3w1JYXpfDyzF
8VosvLFBY/g/lW2sd846TsNFG3hsOSszN2bsYzB+JQ/uO/FAE/LRA36bneUO7fHbNgcVs20bm/Cv
ScnbgaGxkpi0rn4ulsl8WWUZYKS1pLhg6L159/yZxDOoZ5CraNC6p7H0J59Ggooavpv63Vk1CP7N
VT91hLSOX7pxRyP8T+oeLtUOugi2YnHFzFXtDByzQMcbb+ROSIvXLGpTLCkfWpdrXxlfS+F01l6g
x8njOafKTx45oRjvZ+R/d7Dkmjs52+v3hU6uF24ITwuHjbLe+0yHeLHTTYM6zhDUz0n4GHPU8Ard
Ey3V5S61E2HETaCFfVxNZb8Ybp0/0qWafRvJzb4A9DSzI3Xq6rErcve91022RAQ9Bjl/anPf26Zz
rpYw6OZ+706h+UbjeKsx7RVAAPBROPLMkCUWS5327rmV1Um/U3SD8CIz2PmT73HpyB521InRKq+E
eHTedHtPiqzdD33uXAzQJig3LbXzntgVmQCzCZJd1s/efPBzTTchijJjM4M1YkivUreouGcqAyJe
eF/XQzOOdhlX/HbntdlgMk4YyHyX7axu21oT1IpkSNx4JV1t793aXYq4NUrbuNAJttkIMJH7IqyF
ilCdBpY6FBxg73wpzDYOXSHWs7zPrAfaYSEDGGZGbOA3MFwaZZKdSbc4IEqTpEUua7cli/tc34ue
8hi7NM4PnNitf2sM3pQeZqGqb35LdBTnNclqvGqpy35mle2D6hb3BzMX5GdqOSL67hXzOM6zA8nQ
vEIBaelLiSdTRLZEFMeW5PrX9Oq2chewD+tdpoKORUm4I+N1E3QIbKzVWB6TsvOLC4vlg8xz1ilz
jxYpfyhkupLucWeR7xv6khzSeRZp5VZ5OrZWjGqRKbV8ZK7Lq6IKnkXKP97rnVdbWkVskdQ4Rnaa
9wGMrrOj4mOee3OVSCCWoXfuyUAsJPTn5T7jUT62WjNkvBQhvk8hWfviKbMyoMN107UHUkLpzZBt
fI5y9sxHYWTjE/MefH71mNCAslbtMuwyJxicOBUtrRhOElhnQ8H390qfAAuk49cUuiybxVYSZvFx
1hbacpTbLVPdBc2RcBMHDrG51ynsQJVpH0sF943dwP9/nJ3XUuRatkW/SBHy5lUmHSSJKwp4UVBO
3nt9/R3iPNxCZJBR3ae7Txlg53ZrLzPXnD7a6QQRtgpv6ibvWyG+1tB5021zFMfIDnqYiZw0J6G6
Mydd+11qVfg9x6SELILR7QsJl8g1wUCp93OSdteTKhbRNd6Zfj2UopFvtT7vI0fTMkA1eA5kaySp
l2o361G3dIQ54PCEmla89FPHRColCu4ygq7vyGdXtPgIBQQHaJz73xIzQAxYmmcDGBBPR+xR6q2v
yhI3ZZORU0+cFFXMjvZZpb6RuqH4KaSIf1+Nsq7t6L7ufup9qnmiHHbVDal7al4tTZETRqnS/1h9
Fv2aqK3+Tsm+PqmlDnTCL2H0cZQkwHtrK1xzN+pL9dQC9wAhRg0WHqV+Gik59GriTIjRUVILh/rN
iAuMYBeSLeclaY3aiZOoYSsGg6PfmmWu2nnYqE+o0OVvYSqNT2JlmJ2dyfn4lkMTLblx2At3+BMz
CJWKD2+Y2TdV7eqnZCxE1E+HTIrpgQJ3AnJMrXFapqCMoDzS85nYbW7QIIQAhlQDHPKkuUqjNm2p
G9U3TWrVb4podHcqIonkc00UXWUxgGY1IggqXZ+y5j5jgrh0fqdcRbikupNGfVOAWYG5GrJPBXra
vgRkwdXPyi1vYfjDUAethWB6mhV4nqpId1WQMJHrs4CSAyzX4K76nAMnkpUI2DKcYdTPSwBb9mKT
aVphgxE9R1jqOjdJd1KRS8onCKbSX8nYo14f4y2f8hTP05v6oKSsRXk3c624V8fNGFPWrkY9q5zJ
SFRm5tMl6s0+Dwy1cXN8LRMxeSMgoI87yoT5UZYmka4VoRoe1WCK79ERlUgaSQNVOJ6PonTAa1CZ
Ts22OPWtX91kqqx8q3Mi/TvSTorqVCCvXic6616CYsoeGj3BxQYBHoMJi3zlKdSmgg78KVJuBMrc
4a7Ig+ot7IsFgUgMktgDNG7tthPzRLD7Dhl2cFBdTDmJYuKjrgNqiUNoLpELzdvfPQ0XrzohaIC/
oXA/FZwEvAlqXJZX6EPUOlUzB9+kVgJMVFLRWXQ1QsoVWjGwzlEGAbXddbJ0NyrDeJchT1aSulTj
NxB1BCFT2/8aQRZndtgsp7hB1LvYzWWSPxcUhDnQVjpGjkBiQLSpHSAmTNKJVNSsJ+ExbMvccGpV
rnmHB75pU4VqFyLwEZIcT0VhSndq5gMcaoKxRbzVB2IRL0B7W1WHcAKP1gnPxObpSdFIdbPysXAq
6za4pZ0G8lxfytW9LLXkgOsFosSF0zQIIpOiM12DpNoTScXyBaFuWfMMMSUvixq4dANmMtcd+kpI
XBGv6VSlY8mYHOws4A1cL3RSO0RiXKFS2PCwpZTscgXo8ghA7D2jDlqOrhJO4m4QKL9jw4PxzSw1
/1HDi2GddKH7ISkzVX4a4iOEZiRtIlAXhvBJ8iPNP0DJiopvBWPMhquAYQOax1tZaMjuUYHtqwDP
XanJN2WlzlMxFfW1oGJbbKMN2sRtU7WabUGf/BP9Fv19L5vtj15t1XonwRlylaNBOuK5FT5lSVV7
I483YP6MOtgVCh325GKjYisOFcieURXKK6baAG0w5BC1WbjGfkecH0aAxX3TiJn+p1TDVPeEus/f
FvNAlEbNAzZvPIm94Y8ZtIbUS18qc0C3OwqVIOeFEkzSM+QobtKa5gLgMbp/Mxspmn4ziTiwCOFc
9K7lF0GJS6RGh1nLyWCXPjh1EhigPzaVMCU3iVXweGZVNsgcn1o5JBo1JzhvxCIlhtKTe7Ed459D
MRuvIXhwAJmhIn5v5oqgSEth3VHHELRNIIv0GAadiDAoHaTKd05hfA0U/+foN2nlKHmJt2dE+OfG
bMowQuapuIvlEjzTOFPkxGDHVejFJi673QtEonZMuQ6wkTXIe0A5oenBdIc6k54Lyhui7QLWSuEZ
jvNe3IVNxZUg8W/dNnKp3JZkoHPXH5ThpZJ5NTl86vBDzhEcsuMk1q/6BuyXnVtF9DRMlMvISQ3a
kR7sgRMOuDL0OoB9NdxQpUo0byRUMfRaEg9sXA1WIxmFx8QaA4BsCwCx0NAc2vZVH2Fw/fylpon0
eVCa4iYXo1HZxWkpbnJhbNUtxhXtcqMt2lAFNUFKEEEg8glpf0hy6p/SUkkEU2faBh2l/W60tIx6
A0KvDRZIJtmLVAqNDrDlU97ulYT7xCb4NTimVtMpfPTmEWlbNM0ahfT4kaYysgf5mOgG6jI1+FzS
EmQreDfC1utLI1U2aAWR0o47pX4uYnn4PeS8QTByUXF243aqHgxLEtJrgL7RVYy1QGF2WKIqasx8
COAyUYBWuFo/w0MqXNG1SBnbmIf4TQ3V4Tc1PkatkyaxXPJWqXmq1YyEMBqHM/EA/LdUXXNTq7/T
B1dqV6FWRN8AHbQtDldfdkBmIgHMyEgrS+LUJQisXUBKrbmmnbY59gDNO8ck3TXv0Egso/BErXWU
H0FYzD9wvHrw8KOh+s1TGyS0gngIQ4/GXqCU/wbL9/A8BsrYbanJm4VrERWDsegE2CGJr0luB8Ys
vFhQokHbZerWTdglVggaLDRxrovioaGMD7BKjMQfAvCI3J2jRPM9wCHIQPeEppmrNmCEqHQvF0Dt
JsgK5dzsK8fkTdHxsA2QZlT6rMe2qMy7uVMGROT1mWnSoVxtQdoOx7lvZtJvM5bBpTDS3QeApjvq
Q1JSkdM0k6cIegTF7YqihvUHFCBOZpJN5IobDZNTSwlBvwkwRAIy1rYtuBQhTCgxCBwb6rfQOCbl
bPi7itxyBEkRDq5TiDIlQ0pwub6BdqyEmwkqNXND5j7hbVJkSnMqMHI44+qZcDmve5miFXKtDziP
Q++FMKgeIJORyLCIuSAQHDcc32EUYVWo4mzy7WTCvFNHJOGzhxWcYBrAiQG2a46lNy2RE/qHc2g0
YVvtk9HNlF79Fc45NlBAFBlIs5KRo7ViMMB2h7G+rxGb/wYwUSk9ovrxqQ/CLNwLON7UNqJSuTMC
GYatUSo5ka2etxJVQ0k6Djg3b8iamw/QBVuAj9Ar8r3UmmnpnBW5vanNSH4NC9nQ3Dgexf2sBUV5
qq2ivhumXBPBbpgg2IvFtc98JakdVexAheGRC3Re53rzPQ9T4twYWlCMPCBO3yUzrt5hDqgh0WMG
JFfJ00W2Oxa6W8zU3DtKnIBxLGMYjYbq/R1QW6u3C7Foj5hG6sTgiPxnOjHS3QSz6ugCeKA8CMyn
epnoj2vcCsBbdUA5RfwTjLmpbEWBHJ9DmkDiKRF1NCQxLoLpSYNC+An7efsrC+RmwKFOgic4dvu7
Kax7XphSD96qdpr+BAYwu01SW8kPi0e69nQuFpWIKjYrKGhiA1zohMvpcOIpdquhwL2hiwHHj9A7
+UmOPn8rSiMabAlq+CequORohqadjkUxWG9wv4DmoWKsVVQB5hjIsiKYv9I4m39ExFbMSkrBtHWZ
0atOHMVau5TztN4RIyN9jeB2RbpHmmm3V8nUUfWMlp6OprcAi+bFnAE+EUU2P6Bsd2iGSW5t0ZAH
jXugCiEoozioPbO0gF3ztiCqZAbqHDgUZKsbtMfEyTVEXbzWghyxgUga0mKL/5h8rwqsMk4c0KNO
LjH9AB6zn8BN41v6WltwhpGcCR6IcP+2xT6FDm6+RJgWFd2DDFb8W0nt5lHTqSOovI7XWZEq93Gq
qPldFQ8dVDtW1E872ezHhyZEUN0u51qBBqhMW387FUp835VKQ+ZpmGhamcSZbCO+C6Sps2wmpkeU
JOhepKInjnmo9NqVW26NF7TRiH20hjrf5+ood7TjDqppkVvVsA+a0vLXIe08P8toLgUHrrUCRoNY
muIfZgFwYgtFRu8fe2IcAF2G39+P4OZ+q4QGbLW0kLnkAbl2Xw2Bk00gYIA3tGL6Y6hH/9HH0/8F
KdSSZp3GQcUQ4AN6tOIoL/SDgPTIaA96qaKRh7xuJWtbpUNClZUOoWw3gu+8J1YpkTaO5Qb4vEZz
0CDNleQ0KZ2IdiLLaQrChCSJ6/u0yeBHGsYtuWm8TY2ugKu4Bn7nRohMmhQPOp4nwDXKkzxV0Y/R
BNnrpKmBl0v3X105lWj6t3msgjPC88fJpewaJptCyfQHIZMB8nSQhtw2gtTOTmX63WDT/gaaqTTE
4jExounV7HTpQaegJXqSP4uCG1oWxQnUoYLISeoM1zQVlPxOMlvzHv3G4kUUGg3AUlEEsoM9JH2I
Plx+TUuakNPXXCtv8MkD+ASOm+1rGq96T4L3vXX4POKjT8/zYZ6HAowICdRfTRIFLzLZNBC11ZhF
VGI5YrasZMIEUrBfcJcA3AAHAIH/7udTqLogkmbK8IZZbkHY850K2LqCd4/qG84xkHy7U+BJ84K6
NW7aWBNGTHUqaeT+4vi5LpPo0fIT65ayIRmXwfdnYUlwjSil6AKtLWOk4u5PWLY3nAZCDRmUpd0W
NDvYNFb5P/SQVMWmsapYdSewEBY4r3Y6qLOewXUhLi9MLFZp5Kl9SFo2BdGheFJmGqcl7tQwKt28
b4omqB2/68ntwd8kXzf9rH4LEqyYDcFlhAYRYcnGrEvcGcib6z8DDX/XUZW1stvXIvXyyKSrgJXm
QDpaWwWp3c+T8EwDIns8TlCim9EsPSqjAVVLBe5SJjWGi4aOTiHTeJPk1l2b+LNmE6yHOA2+JHEh
RFn4NkTK/M2P+k4CEL7kmSGD697UuFEqZx7IwzgzChT+wis4UXAjZ3SbTWUgAJ8lrLYnxZCOtIvV
N6YVADg2pAzPPlCNFrkoqxxGLD3lebmZKPXOYzL4G4CiarBLpca6E/IQFg3LomJ/pfQD1QzK4Y3r
Y/YbWix46/dyrFqC3bSoKbd5LRCLtpTdPYLVPKYNMS6KO3mSgAWAGWtoovFF6l30yHVeNYZT6dbi
KKmOOdMC7Yxi1731yiAM3tDVUryxQivhToWWjqcFAHUGPhcEsSuREox+jQGJGa+bBal3soIGeByz
KQFyYVVydIB/zMqOQx+Zt1qUpJWr9HNKm1YBxu5Eyw9F7Y4+BRajUrJfUpJLzWYKZ390p5GU1SYI
cYxdiVWs3Rkjjm8RU6ViYdNSkMgKyf59VBn4EhXSFwJAzx4nZOKu/k7zEUn1iL6P+6KdYHhZZACO
CCK0z2BmVYqQRaMfK426s6PMUwm02CxjuBhVXwJ5i+WyBQopN5IvAXkZyaSCxBuAZbsp/UO/Cr+c
vhWpFJ9UUOniAhgkd0w21iAQLco/pt8T/JHXJVdI9hCPK9Yo2LRGKr7i8Q2tQ4iS44L2tXmSSqWS
tr5qzq+BMIhHWkx78YpmMuXXoEnKkpxJgWciJhTsSQyHM/VRMT/RXKBIYPiVLqTMjsCBAwiIG2WM
sXgXInqQOIUqsmG9KGqPXVNTVq46nfJuIjbWfhKCdtgO7PfDzAs+7lSyGfuY7Mldq/TkkOA4664B
RPBKFqBPbvAOeC5SsSl6e25IYmzNqKpJYMl0EzyQk0xxQYpeBi+VJ+adnhWAYXluglOVgiS2e1b5
Owj1/rQEekBxxJR+MEEomlv6JP2fSUkG2emVkQhDHc0UmAiSKi9WOHGZgzKcDPBZKemKLIZY14MN
T/2ZkmyDGVYuw8dQzVsiX9GqXuAZ0lOSbHn6M5CqGhSEn5BSops7LcGk5+WjVIAAwMiCv1A1OI/t
qEGW3OUWT6/WpM89frwCFmQgVauBwsFtBCetpvdqRC+DQxVK/6GZtXHHG9Qom8IPqHNzdGtPbIMa
F78uldJZrPO0kWOSO148tqSxNXMGGBma2WnBoE5uOFbjEc8lb/RdQEV78kJVMiuo5Srh2PS8mruk
KJS9SU5Etk0I5gnhi7GUTg3NgL9qX5xPemSmrT0ArOh27Uz+7ZbeMx9uU8EoWJtQ1QoPLa/WuJ5b
PS2fiAuEJ8EiMUoZqBTB5+sxXm47lNJLms+qiA9IePTTCuJesAm/wCj6Ek1T27ICNf7dQDfUouRi
5RpGQiE1Bs42IAkPACiavoEu7dHbsGhd2iglvTx20U2o0X7d77xwCfxNboB4ANSf0DWIkJyRhVw1
d6fSpFkVwB8Kwqr8KnSFb3dJ1W2NZBhvBSGF7FXwA7au7dw06aTt18OvG76X4VFrpR3fhMaWKtjH
Xmt6WOsW2Epm03pFOJQCZe52IihBhe7O8kSNwrJnTQ2u6jEFFvz14GtZMSTmGF0WRaqOir7wp3wc
PRfJ6FG6y+3E58n1asnnImUIA3oJUUUErIksWkBnNvXziIiKHlEvyUGb4MSQ8K709vnCJ1r3nq8/
0YpiBcCzX9UZ2xEUKnaYEqYbB5bs4Co9VbjCGB5q4TXdaF7aDhr8Xua0zXMyAPIQAA2fSDmAJ7Eu
rNSaAuD9YyFjuLDeSsonZrFqxEJ3KiFxngWkW+mdCwB2pGQjk6bQC/frVVhzQyyjLQwfxsJuCiZm
RZNSDmqO0DtIEODA5g81MhTgcbRL4RaO2vgDqV/5AonOuWMI5Z6ka8sZlLQV9QUAyaZIGurwtAPK
tzowE9xcCSxuK4570HPWtszp3S4U/d/kHxaRQx2ksb6cQMaXVifQLOhABP9CuQ8iPFquSP9G5bdM
5S3YkwmitP310n6e6MfxVudr0gUaU8qSxsNcHBZS1ek4Me4VeAwFrHjVupVZVfeWlgabr0f+fLIZ
GfIZDVJjAz2q5ZP9RfnUTFohRSonG4Uk8RCAbeXhLYt/5Gp5X09UAjk2dGSQxPk4CkNHilVxo5VB
ag/aAn0zM+lAUX54MMBbXzg3n+8F7NuYD6rHFATZzY/DmarlW5nASa1bXrOW1LBDxvE7zTXS7uvl
+3wnVHg2DPTIKffA77ss71/LRytXXY8Rb4NfydUeD4ZeLNqHIweAJ13JNencC8LrZ0dUIGKiA57W
hDV7oUSEXWUdd74MheGnP5Hostp4ySTWYXILW+MldqRzJwTpBJNGCBP6pzW7+IAihErlFmtcd8Qr
1lw2pVsaTZ//D0cRCSI44SVVZddWaxkBJsejYC3nyqjAOrcWmKOxujDKufWDrlwCPIUKCpj4jzs2
GOB0k5BRWhACOq2F1ryLQ7n2RnKsVPDJhX19RM4dRku0QA/glmHNVjdML2otmMzliEi9dTfkEIM4
YxAYgtelODUXLMmapGi5aZZiiKyiCmvEWqaksLoUH5jO41oKsreIgh740AToylxem02+iBILbf/0
9RTPmC8eBkjIJGwlwm/yxzWdfXNWNECiNpwCdHRKhr9tJvKtShZvqtQ3yUIo6lZVADxemO6Z3YQE
lmoznEwYF3XlqPRyVIRmxU1v/M58kWm8jnmLpX6HWFm3CeiP9r6e6pnbsDhkSLMoEk/S2rQ0g9WC
sUupZQEPdTWYLTedoFzSJT+ziwiFc9skWIqgfl5NC7qaIM6XO+fLiTSCek+aeKs0jSRupFwEjRzF
4nSSwP+GFwza2ZF5CGhhQywQvvSPW+mD+x9b1MDs2OyIo2mG8V2/4W6QJGmkH9h2wK4DrZz+hYHP
XBPGE/EuILsG37Z8sL8saU3Lu0GHKQublOOhycXegwlWuLPIoFxgTjozR+j/FARMuCqLYPjHoapU
lOdBy+jOp/fPFWqgZaNW03gbUUC6K4EpPyeSdYmv+MwErYUbHv0gjQyKuNpTGqbhYO65JJEEgY5Y
A0eitcXfBiJdCv98SC0wHxYqG8jeQIL5cYIxTefkk5igDyGQa7XgmIZKu8T39vkqLIoLIiKrGoxv
+poSUOxNVDwqdGAECAROyZCA5wvj/oIrdmaUhRuPf7CeUOivzGdHv0qWaxbFaAOMaCnlGmidUP/n
a40XzZWT4VCURdjPPq7YKIb9iPsOyALQSHaqIdcp3KIW2kv368x0MMwSbPYijxwn4eNAVJTUICd/
as8DzKRRJtcOgMULjMOfreK7pCh8WYjE4/6sZiPjsAxjTpKT6SaHPBT93pPD5DdyJRVB1JLSfPnX
EwcXL1qNINS1RVllZTYiUN2kD3CYFaUkYgvNclNO4+h+PcqZeRkmZlEVedt0wryPizdA3xrUSUUk
blVUDNPQuM5IJ7h+uYjvjsElbZ4zm8V4RADomOLerUnxR16Tochwy8PKINFEmiqgkUBG3mX79cTO
D4R2GU8LRP+f4m1I8WlVYfmmMI9o1y0oKRTt/O+HHCIesmGasphaa8UubDU6je10GthB5vffoZ6Q
nSZOpguSlZ+dAfJPGu+HwQNJH/zqwvp6CMfUwpmpoGcHPBsqFlplhgdw+tbWGkwab5NgpG7XtNmF
ZTxzPvCxIAnUECiUSKB8PB99JEZVhUqJXehq8Ezfj/ZMP57abNICrg5bT8ARbb7eueUqfUzUoEbB
Ui7lG57M9UsdDnJuDUhn276Sz1sNKNZrKlCGvBZkYvJbn7ZdyS6qkCTu1wOfOTImXJ4m187k1q0J
ZhG7xGuFZNDuw1a4iTU1s5uyHP7ZeWV6FmSXMl1W8HyvHq2iHGngN0F7WamZb2lm9GF2E3KDwl6a
ZtqFA3ru6PAekwJcVhSk3Mf96xR0sACnEoyaY7SF0AtAXRoJUNH7RnyEhHA6amTqtgoe9eO/L6fB
MiIxYnJ8tJUBMyIS1oGuAfkHwXQrQfTkFRApXghMzx1QQyYQxnHUiE9XjjJET6UCzTxwZD0x7AaU
wqsyQuUJ6Lba0RzS7P6HWRE/w25LrIOB/rigMxwqBX2BnE61KCOX1vZSB9sFM9aF03h2YoT2i8fB
/5urAB86KrCg0DJA2+LTOIAcMFWSprDGdJdkmtjcz7T7XEp/nRl0UUYh2GExebeXK/KXyzjLYJPL
meaaCZk2ClP0bU2A3wvIbIIsc79eys/uG4eDsFQjOOUtUFa2JRsSWmvh0qEPqqWjyInmsUqfafji
SaUtfBrkS6HcuxjKyragk0I4ZbKuuAyr3RszKwx06hG2xbXLvKhvxeMwQhtmRW2+803qRVJUNdsQ
OCTCfwI1KTuYDKqAGcR4F47uGXtjwXaCSVd0bPvapwwH4JhIQhUAaurAQz0X3F4APfzXq3x+zn8N
s2zDX3sa623aiz6SN/48j7pddwujFvqQquZkitWetCwU9uJAUc1MoaktU+rPsJWbSPHE4gVxqnPn
ix3/T00By7C6rQUMcr6hMuUAwLijAlH9rdRVAg5MDA59Q2D29eTPLTEZb94SXs5Fye3j3FV9FlG7
JwQyNKWCbI22IWPKhguzOneQDdTDJRjxFfZymfVfKwwcWE3HjuAA3rzqxY8DioeVHLyhtn3JFTg7
IQKthZYcQK+4WkAokUEFSDgcNcrhrl8DA6Q6E15wOM6OQicJhoeEB/b744RoZvJLGa1UtIGDyNzA
TaR2LuEVbc9f78+5lUOzh6eVbDsZh5XvXuPRm3SyMpDQihsBOLprFL1xV9Im/PC/DAXbs7W40wh/
f5xT1oxNawlsUjm25cn025Cypgl2FwjREH/7HwZD4oq8G461tA694bAJoYTGze2pumy6rkXtEli4
27dptvl6qHN7hYvGAwgHMy/8al4Al1S9ycjXKIqW3cFfYd7oZm9esFXLT1kbTpiRjSUnxAuxJmDO
016foplzlzeAJe0OgOge4zg8haSlNmVHi8/X0zp3MsjwgUsEokThavX8KS2d4plOvQwSrdyJZ3ri
6hhlMPz68MJmfZ4bKRKVQ8HDR/piPbdBlay0AUi9tFDX29Cv7gqzPoCP03diHfUXJnZmNBOyZTQT
EHpZMGYfz+HQKQIS49TUtUHQD0FmCY/oOdGvI3XzLbx8/gV/8/P5IJ0uoZaDHyHT3rq6y5Gog9IX
CjrZKay/lNI8kWiTh/uvt+vsKBoQGgn1E4tC58dZCUKvjzOUTMDYoF1V+6C+Abd5SUjpzNotvhDV
FYIDMs3L3/9laMnR0xJlAqbP+6m/lSR/wUnQ6ntQs0H/Lld++uefp8URJLMkQ1FPWWc1LUVP6ygI
CQmgFcNZz+RfUW78ozA12QTiARWzhEHn8Vi7lLIAw0Q+94R3hQJ1bgNhDCllNXfAX9CVJrJnF27z
593CrmtobhJT4mKuq4BVX9J201uA+NKquzbm2D+K3aAM/2zd6aMQDeTKDay7bK6su5kB8gH1kUCH
0RZelmS/5wVfVuvxJe2rTxPSFYkI3BAJkWUky1eXCnrfWuhEug+laopeskIovaQN/zkpzyiEprgT
i0ICE/p4/EB/AvE24Biu6b2t7CQ34b8ZpiFRjn1XgtWLGwvkHM3xXH7oLauLxbFz81zMBhE5FoQy
48dPkBLpLF2+QJbqFIBMVCvhtRpp2b++/zwni7AWDzMvM6bx4zAinPCduuTu6AUzXUsZfucgi3df
363F1/7wpJDmXDRClgK4tfz34yB1lDd12+ivHY3BZSHc6dEuE41NIck2Mjc4OHR6IdJw4Ux+yi4s
o9JhRC5XXViCVnsIgBCK3lF/HbuDFZrXGWm8wndSPXbn+fnrCa6HImEsUnJAGYc0K23PK+MRQSYx
gwelFVgfgxsoTnynG7L+SoBk3TMzHwQZr6n79aDrE/I+KIV9CpkyLsY6oRdDNaQNxRjakHYkdzQF
pN5sTuaFUdav83+jmPi8irKo6a3uG5XnAA5gphbS2zSAJBGW/CvUSQ7N5JdQEmcGWxRCaD6jzI0u
xsrq10WBNpm2QBBDn7GG0rznQePFHFv/Hw8+8/ow1Orga7rvG3PFUDQkDnQuZP4WRpV/ddmWUcj8
IIhBXg1LsrKLXSeFwO2hZMTIaNuBUjEVttnY/OtJoCRL6wN2imwT+ZGP94s2gznWdDoS/agsiWKb
EFrF9F8tL+WeD6OsbjEBCUQAI8EjLKC+DVnWi5hIL1/P5PMBIB0BHyuKHEuJyVjtypgKrRzM8KcV
Ta//kkZIHFK6chcyCeOSPtL70f3bLOFgMBgpAkokFJXWsnQDxAjq1FO6onQOdQw+o0CHttFc10JW
3YC4LTat3nU7GF9lZ4xieQ81bnrBNn66xcTICJ1IQLbMpXFzNeOsglY9C41nKwL2X8Gt6Ix6csmb
OjsIsA7WlDKNLq4HgesF7uDgJZmqzPKUStEOOQJ11vafdm+BwagEQtRNGAjRk5Wt6NJ0tEJ9HGwU
8ELgyqX5DbIU+kbVOLwQ461m9N9QeLnos1K4RsPw45FXfCNKcpxbW8/o+G6YoNulgnTJSIgfx6GK
S0WLZVMVNohXcl1c4I8kQQqlu6v9aXPauZuNbW+ujpuN626ODr8/uvy/6zr2jl+5x6vN3t7zNccj
vz24Ln+3cw/8nXfgl3z1Zr8/uTv+9sg37/lSx9nz0zZbmx/Jj1++ZFPw/fvHzWm/56fZ/DjbW/56
s984r3wJH8F2lj/h1/zGs21n5+wYl6/lJ95uT/z4K9flR73yJ3vP9jx+4rN7tPf7R3vvOXyP53mO
5zjO8mUe38/PW36Yc80vjsyET3S/DL/dOYcn77B8qXfY255z47j8mlnvtgWTd/h0G2937Tib/XGz
fFA+25bvvHfe+Kk7vvRw87DbPSzLxEIt3+0ej5m9DPvg8Mdfn8H3xOX/3+pPO7Yu1GRx3ahgle6O
m9PrfvPIpDznzdkdnIcLI70ne74aaWXc26ZO5ZazsXHvnn+cAvtkey83jmhfGEdZrs1X46y8i6Zq
SpqWGYctet7f37PPDuvNluyuju6V41wo8a/yiJ+XcBWR+1JbxdCn3x3d10dOC/v09R4Ba7kwpeXa
/RXeAcqm6QhKpOPd1eZqOdCb4/s//Pv0uuFunDirx9fj5vV4qmwuzvH1lb20r7ccrP39dr/dbr3t
9tq+4YQdnKsdx/nl+vr9OF7bzs2O/ebmcS1c5+7Ksbmf3uHOubri9B12F0z4xYOw8tVVER3LmPVy
n91H7g0rdulUv7v7X52Blb2DX4fORYa42ryeAo9ryXU/LReeZbvnP3t7y6+WWx3YzPDwZweBp/3H
3e12fwb77uHSEXkvg3/1gdZPSmsqcbYcytP+8bRx/uz2kb3ZbpZFP26wce7DcTGTbAwb4dnYQGf5
rXvaPLqP+/uj+1xg27b289WPDT+AqZy29vbxtmf5XKzI/X7LufMOnPPS9m7eYvvwwFa7rmy7dxyI
V8v+5t1gSTauvXO9O+zQ4bgYmK+P6nuA/NU8V75VUgijInFSMdhH+xmb29t87pftxr7/zzIzPYzo
leNebfgQHnb360+gvPshX32EleM1w2c4DctSP2Pej6zCcbFrxwf35DpX+z3WevfKbcFYY/F5Jbae
V2FeNxvWnKdnt7wC7jObs3l196cTBptzc7oPbPs7p2jDnvBKeAdu4TNW+2C/27L9dn/a3//eB/bv
++WH/ng8vUb242z/COw9xg47dLrnt79/cxqx+Tvn5gEby7/vdg/ew+6Pg8nfPdiPvCKjbQf2lqv6
/frm5vvNYed92x92vx7ueCmcO54Dx/MeXPvtmodod3flPnBFbe9wuMZmH3Ysvcuqvi8zM//DcvO4
MiJvy+7Iu3y8cnbeDVf9/QufHvjjxSg8uFd3z88cROfXhR352nrhuX20XmgpFYLBE8MrecX/OLvb
o8uTx9W3Hffw3yPnXDgH6NN9aTRRsPs4bNIbRl8wLGOyHMcT95+rtoy6vN6VzS2yfyxvPeaSe7G3
+UKsw+Z+eZXZaDaeX93zDXv7Bodgw6+W793vtzf8e/fAorkH5+7dsWFZN8uryY264ebu392F3eHA
hVyO+mY5g6fNYk5De8cRYvmx1hsXe3y1bKO7ez7i6bi7k8v3fL0By+vw/xdCf3f+gOG8+5jIka9R
oXNRQOmZh3Q9h0ii1bDTXCvifAk8tW6l+G8YQB+LEDJVBG21zXAY9mCZBFoae63exWM1XcPo291o
XaBtQ+oYdNmPGqQY9NIPCYJ2kNZ0wV6DQ8/B074Uf61io/ePo4PQWCIj8pSfysRmLkNnDG1XMY2p
3ahJejVCLbWJ4Bk4fr3A7xj99QrTsiDjzwOkJGX58aipaoYMx4R7Hcb1Y0ejNTSmynb2kx3yETut
qF+7aHjtJKQMVf8h17rnETTgRDKuapM9GkGXykeLmV19IPIrJnkWS6alYY3cpt0VhhQTuSJRqi3l
dwYXP+CsBsTZLTzmebJJojmT7+HnjX7OEcogF5DjZxZf13VFBDYOeBUi5I8L4tez3EHF3tvA9NFT
0IvCpZerdKswTi9c9DOn+8NQK2+ikiY5nJZjF7a6sE84ENfkCLsLPtj5USxCJ7oKlhTFxwnVUIz4
ecod6uYg3MjWKGxKGd7Prw/S2VHIdksgs8CG6KtzZKF4lUKDyzkq4vgVhprmRugF/f7rUc4dDmC3
XAnKVgDpVs4R4Neg7DMYbpJIird9hrtMd64UeIEatNdiCcOW3JXlQenj/tu/D23KHAjA2/LniwLN
TS4NGTQPCjXT4yhpwxsaVcIe2h3tNoPhFxpbXb8lJL/Up/F5aWliJA0OdJwcJybh4wYKA4gboY7h
UjPV6hgnebELreYSCObz0poAs9g60RTJu69hFKFY9bpYZpMNRcK9qGtvvWo++rP+f6SdV4/dSJpg
/0qh3tlLbwbT/UB3bXojqV6IlJSit0H/6+ewpndHebOg3NqFAAGJNHHpghGfOec4QtODn9/vLb37
YHG5LR3fPuskilXITWS/VdqlLpaW9IJPZEOqBQoI4KjPToOkZd8oWmp64P6bBH62iKmNAZeePf/6
cr59s29vFlshnEBtKVUxlDdfDE0hM439OUPbJs1x2hxlQd0kbYB3ksbTvvsoIfRXh6pTp0KXFBW0
hDPeXsRFWSM9VmETign0lDqX2acijqOQnrcM0ITV7PFCfORifj+XbVValIvT4sOdc1nEsNLtXCEQ
XYDkjijC5FrCa1r2od6tSvjr8/mXQ5FKAcgBV5o39tvjA5q74s4G+AfFeVJ5gci5HEROWpWhkq2K
uf/1cO+eCfzHVLaaOrfsVkJ58caWZjg2tkE3rDHDUZM6WKNNjsT216O8u0m2rkGG2CozDPT02zPz
0+bVidhBr/BAgRaXtghYm2eVX5iJ8Z0+fRsubZPpf/c8Xgx5eR4LYAw2dikP7EbjK3r+mllK75dt
MX5wcO9O4Z8tkVSesrqinNC8eC8k65LI4ClTL17a4QA3rvTo0678X5/C96OQbqI4kvozXql4dN6e
QgjvY2a1EGOcXBhBm4wr9Exz3f16lMuni7ULTxXPFXe5akOFfzsKXfIK/k3Kjocoku9nZ0RgGQ+H
RbNGFxnkfD/WywcRw3dDcsaIJ28tdFsH3WUovlAsbdYETa2p6BR/xiVjeE7dS7cKlMsbx+43dvDS
B78+0O3y/zxjkqskPElnzZ/PNDHJtwdazNMwyjlSzj5M3cGbgnqnXal+8sEwF4Ehk0nj7TgX7xxW
i4PZFozT+H88Vz4eNPf78fbl1wfzZ5j4V0ejvT2a2RQJFAZGUXfUebp41QLlGuSej4vOMwIqotxT
5x5RGbnLp1+PfZkTeHeE243787Pd5YXebXpTaa97k0dDovvNurKOf/e9enkmt4nzp3HmooLNVTGO
fhftWhBHzzSXHaMPLtjl2/tylIvXC2ikrJC2o1lDPG0eEGev8poPnuV3+6TLUbZn4qdj0dJO0bPt
el21wdfce3w1di/PDx9ZzJXtsv/qtriYdmkqKxYlZZg2oAXIgwXlPgM+v1k96wmW+uGDO2G7l381
3MWU62APZ/pguMn7CoDf/Va5xx/ew/MHw/zFhPHzo3uZMylFJSyw7NtRQSP1yOF5+Bs92zf9l90X
4T/Bbfzogn0wXVw2oxO6a5xkG3P02djxgKXBp9X99nSduLfCf2FP4CZu9sGL5aPrd9noqAFMU4vt
+i3e1zWUdyw9AhEm1+khcovd4H5wYt9Gzd/NVerFLJLr8CxAPWwHmXgl/3QX+jrh+Y/u/+1R/cWN
cllJrUtoIRMKytytu9AdI9pS6244jrn10TF9dK9cTBq2lQm72h402/g8RPsUb0WjIp6tcrBwH9UB
XoQd35/Ai8kjsyXVAP763yewuMGZ5VshPl7vKfVTn6jywkQsuz8+OsqLcPr7gS/mkyku8Tq1DKw9
qEfxXF+3R+1rdEsWGAVK87I8Vsf0Rrs1Hj+4Yz46vRcTTNzPqVlvd4zGPQMFi/tz3LPK8yLX8pqg
CmLf9mzP/GCSfhdsuZg/1YuZZlGrvBDbg0FdWJjuFf+x9AisRm7D6a1D1f3wPf5XEwB1WjRUbuQC
eureztgit8tK3m7ZNsB7yfOh+Q4rB91zTqWHTvlO3GIX2XU7/ewcPjjLfzWv/jz2xVmG7bcU1K2w
VvGnwHwuwiScwsXPQ3FQ9x/FzP7qklLmQS0JvQ7UKl5sCDKkIdnSNcLtMPHICiQUUKH68jpUnZ+t
d78+tMuJYEuc0cekUhhJwyW1pG/PqtmnapQU+upJWq+FsCoxXChdiu92WT+YwvWLOYehaLih/pJ+
cNuCUfp2qMJWzVkdsZhGEINOtVNVtGlpxQdz6OXZ20bRKSxiN7CRSy7jKrqyIGESoCd7CCk3AMCt
YzcWwpMXtbzJmrJ8oq1cuf3bZ5EIDtsqFu3Uppnb/fPTaqIGWtWJBm828u8mgJHPnKr35R3qoOKj
e3Gbwn6eujlA9nAEbuiKNGiFv3gOMCN2q2NJi2dVY+V4cMjEEyBeeJadUWv5Y6GMPfD90moml4ID
IblwqsvbIluiZ6Ov+hqY0ziOh7Y01TuKfFt8j13a2G4j47D89Xl5t/imFI6SJWoQqDJ3NEqK3p4Y
HaFZ1VsWQnFlHPG/SUW8MBviD0j8WZgRDSymMc5ZiG1+fOkoCPsWCye2fYWirTXMGs38iDZ0ub7c
PpLG/UHVEdh9nJJvP5IEMDOVlWb20F3lSB801UUMVn6hHsOAHtuM9nFpVF676Th/MGu+f9g0Lhpd
A8SDidD/mWH+6TaBqi9NC526Xtfbf7TU1D71gCBvoJ9/1LzzFyNtXc0m1ZFEFSixfnuQsdj0w466
gjbOTCpc6Tv36yWD3E750OuvL/L755oQJjEvEE40zsqXlZKxJc9lDVbUs8ASBn03I9ts4w/2qO82
OVw2CBcanTLU9fEK2I74p3MXk5zQsnUYvUhKInfG7u5mZay53FDlMR3WOrCKqAhUOdOvKLIsXo1y
UT6Ywd4/enwGyqG3znGq/y8jbcs6TnHd8nTZeDXMIK4j6UHPZVo1nB4u4QGVBFi9v312t3mMbmsq
sBUi9W+PuzSSUquLCOiRqKERLnoelqWl7f/+KPScbckCSkGhlrwdJZ5GclNLNoLcw60OlRLjQ718
VP35/vzpssaBKETWtvKki0cvX7Tc6qnX9dKpqa4KXSh+KkECnCC5++UwR+HfPaqtlJZGFzIg3Dn6
xT2jLrIoVrXH1bOm8TGrpfUQ4cf7YJPwfkKxVQN+BgdFyu1dLwgEFlJ6iy08S0orX5ZhERYIc/ay
bUgU0hoTlP5ZjIdIEv+ulP9f3+b/iF/r2/+e9sW//pOvv9WAN7dq/osv/3WVfuu49j/6/9x+7f/8
2Ntf+tfN+Nr1Q/f629VLI34Lh+r7S5/W1eXvvPkTjPTvT+K/9C9vvgiqPu2Xu+G1W+5fxVD0fw7H
Z95+8v/2m7+9/vlXHpfm9Z+/f6uHqt/+WszH+v3f3zp8/+fvdMj/dNW3v//vb16/lPzeU5X2r99/
O6VV/L0u3/3i64vo//m78g9aZ4gO0pRB2JrOWO6E6XX7jmT/g5YGUpO8v6n0VkG8/P5bVXd98s/f
TfkfW2SMG3brhqHsklctD9n2Ld3hW1vfq043yVaT+fv/PgFvLtr/XMTfqqG8rVMksnyayyw5Xd0b
3YCCW1BIfw749vFb6QZYFepuPUe1IOC5MIQsO5yWQmBAbSRH2qH7ck6dFCNxybtEeUaOnoa21OiH
gp7F9HqdYvsHRDblxwz05yilZnxAzWmFc2mljzY2j2AWddE9rLRZ7qyqbW5lyTZPJjqzz9XUdrsa
8Ar68r6JIg8crvxHOvfpH6YCasqbGsn8pPUFTHFbr1T5T07T6LdFzu6mJcqLrH6S9IcpzwbnJnfA
Dvl5shYrgLGxGQ8OzVJKWOaZ/VkdbGDCda/iVRuKZR1CMyqd16aOzGnfx2DPQdVuTF2HbNi863I5
s7xFsGjzOkVMVVCNbdOGcVvOxkGy9NG+V51EpNQRIzQ66FFJ1grZTZkfZUsqOHFD3PpTqc27qpxs
5ykCkCl8s0DYgW13YQhnLr8kaNFvJuQjMDpqYRlhZbNoBGm9RH7DrhLqOnnbq9Kwo8ybMJxgLCqL
2dqVGlLaSO1IhVRTbJ2zusWCTMWpVXhzNJqofEcdv5FT6Mv3fpUNAgcNuj56l2uru00mKtcOSyb3
k69XltO5KZaVByDlJprKBn33XNX5FQj/CC8GcAUlVFuHRKuZ6tWXUQNTd+yA7mILW8mECLFoX5Ue
Hfld4UxLFyLu4wMbmO8CfaWUN8wKGTRBnyfNjbXq1fC41nONXNNpKtTaVumIQ9/08ldZGZadHIGn
AI6fAXSvOvy5py7r7C+JHls5vPV42smrWOI9mxntaWXf0HoZ2Ny7EcVwhy/AhMaMQAm0rSpV36bG
mL6Pidl+piJAvkJBl+5bujlPg5TTVDTEFIv4kzPC/0tkcz04UHFxYYjy3qGEe/CnBfcJktn2pA8x
9Oi0sNQH4iVdCIxtWQMcqQYQ9inOn2ula287dhemG6EF3tug96HaxhkNPjQzRS9Gmc7fgJIK23Ns
se5wG4Bv0yyIkj4qRLzjA8H+BOSpEnm2tFQv5ZpRSZBJ2jMGTsfwCzuqXzsSRbrXZBhnSReXq+x1
k/UC55ell4Zr5C7tjGbXUbZAqCyxrJt20zEi1IDqhmHIURBNybFFfzWp4BhoXZS92JKiDrtu4Nbk
7u5t3HxDNYWTkcx0J8ElvbKF4UwoowQIzBW9snEwa6O4kmac62HFw/rVXJQcKGQ5ooT7aXb99+T1
82T1drVHYxaoBtQVTJWIvAFqXISoSiXvZYSUCvxAv5blvYmg5v9hBM0kMc6GlELzi7UIOu62G3JG
aCFsrhYY0uz/c4SLdYHT0E2GpUfBT+OlHIPVfxQq/8uzpJPJ4ZGy3+eKgJYLbhWD6KiFZ07ft1n3
wTH8GQb4n30g+XsDRt/W3WLzamIBcrGYQp8FKzKj5aToa32+SoZGflhFaX9KY11STnLXNhVHttHZ
c7u6qvQ0CihhLa4UIzZa39ZEZoYtjeGf5pbWWpSH8rJ+7pRRLvctJlYIzkYqz2cZimLpK0XefET7
fLsc5Ag25Cb7ho2URxvtZaMJLoO5NVtLATGonOX+u+3kR72Wgxo8/69vqe2CvjlXjERjMMEHcHxb
rvzt+1XSFQGsHcS2ujSPkd1lp9Fa76qk/CjG8dcDsUsgnQvEl3XBm13KWlRmmaLJxMVi+mXaedpU
P6eIYH59PO/PHJEUkp1EUrj27x5C9DK1vVBz48pmAYRcrhH92V/mytxLU/7BWG8DKttV2hq3gbTx
39ZQdfHAp1be63Jaae5gz4cKvh+2sBlZkCpOyUdNQRfxgj8H46D+XLJveJ3LNH9uVkK35wQTZanR
9vYsa7hxT45U47t+scb7Lj7a5VkDAfLrE6rQ0vruHiEa4ACepbhoq6a4yEdOetPFTdVpbqsaw6Ol
jJlJH6ODpKy2h/gGUfSsefVSWN/VQiqOcV+t99o01kEv5lb39Q7Hxp6XfHqT0fOOGc+EVesldZSw
nsP687kBab0bjUbGI8Dr8JQpQ/O0OCp3izFkPfK2VPkSrcL5I7JNBHRwcGkZVeHbp75iFrRKSeUQ
V0GqmdPioxnvJI/ebO2cUWxyQLfFT7fmNH4tmgmnDiaa6cls7BnXWquYQWEI+94Yykng97Ho341R
BM7HUo5k7RQ3k/y1b5r0tsgjAWFDi1pysqa0HuXGEjoSASe914b4lfdDvLizDNzOjWeHuFG84Ff1
ycIqD5MwU/U02I1qHnFYtQ/tOnX1YW6MLlwaSXxHmdzfGlVSH0rMq/vSiouAQBlBziRbktoXzah2
u3EwtStNn8TI+9dpZC+xEOniKa4lHasORMFwrpXma5ZKtKkhXG0yvyfuN980ayv8JlLb8qrslvEl
sof61ILj95O2le8cTdi3SqeCeoM3drbXCEXWyFLKi0GsZr5myDV6tnosQ8JV8vAQz4WF9KxthQpN
StTzlUDpOp1iU4xg3RVIiaaXiT4fdgI3pQHM0LIWX8vq6QGXXpx4IrXzL87qHDPmO6oQ2eQmdqfd
sSh0HiZskdpOoXimoJ8KDzUOwYx9x7NkKtFZ6py295A4xmfKwarpyMVUQ9Fa8GcA8h+HmtiHC1hw
jl30F9XjxFMTSG1uzmEF+kg/D05OH66qJpZx7uOp2K1YMJ4bdR0b1xkGsaHSB9Jpi9kltyweLK8V
WWuHZmY2mcsGsrsa+nENhCRl0P6JEx7UBs/HPUoMuQnnaHGGU8mpvKFbtT1MEU76fYUHYXnMuXe0
3cSfM2M3UcqctUrRgkB/7PW0CAZa5k4IY03CgM207A2BhFl2U7W2w3ipHboPi3QKRS9bxbFF+Zjt
jHacCtWtUyJfN6iDRPZtlOn/C6I56qX9YjjF9EBBZvYiasmpT1RCWQcA8GSaZqcuMFGVjvFo5lWX
nnut2jA7FMMAQzG7jGhcnzW9rw/CifyRt/pOZyc2e33WF1COlM6SDlUnm4Nfs7b8VOVOp4cpFiNf
i7Q+3BrTHhIdPbWx6OgaCev3L2qhJ6EuDdMeWlB3O0MmYOmsNz9UZdL3mVyqYZpJ9j7ruuHFbuUp
MOJNNDrPGJUpmCmczscrNExIjaJxT52O9CSiTFXdaqIX2c3iIfleg+u6j2hMkTzCmOunTtOmYtP1
rC/kS1WKDyLEukgzjSMdLGvMo6uY4Sii/rOpJfYLKHsFAM08aDvJ7Ptb/Nx8DtyrKJO7ltAacjrp
xRKJpuwqkQKxjSUn9ys9mgu/UedYCkwo+hNKWmMYd/laiLO+Lp/qqkleyq5EH1Nl67csNSN7N5Wl
UwfsuNsFtxc1c7tZUtHUIXtIn5a0I56HpbrbGWUEbBUhj54GWBXKH1Pf2n7eaBO+X3bv5k52msI4
yUM1qzeJhYI9UPAbkJIxun49G3oqozKS4kX2Suqq2r2EyUZ2TWxfd+wup/YKF0gxPOOXmKLKb2Xs
jOCy0kb35QrjJqWDqhTSICPPXjqr8yOfu/IpZpleZPTbzZeenZI3lDpTR2VOiRn2Y7ZIJy2zKn0P
U7iBVV9m465qlWmH6UhpdxZi2e8YuaicszK1O5YteklvWKSV0KWDfXmUhXSfyFYZh7JTpU9rVBpP
1TAbwZJVzdFBshr7gO1iv7X75dkmOL6eFZHKVxKyvOGx7eRc9YBTV7fYgJPdAPng6zQoNvU1ToN/
xMzXRgtgDtnaE1JUSmHmuDkBOeysPbITWzm0kYI2O6+X1YEbhkdkemDfl63HQk7TOkTxouq3Vq+L
8nOPUqkN8U0N6R1UgjKQy0E+Duz/IOINiVIhqDFa/XZi/XhGpzXesfta9b3SojnZg8lPUPap8bWi
V+Z91Qyq7q1ms8DYVyJak9y0l3jZtcuMFMzsuK7Xlj4sENOLZbYxCsIZ2s9Tu6jPm5iJTZY5zSer
G/FlCkyXV3A9tXjbgncH8g31A3p6XKnV1KfFKTYGY/RtuXZuqZJUnWBW0TUfl7lE50KaB/Wn0sdD
6QHAppXNjSQn26rLzCLMREHGHAjDmp8kYwVwnBG7uB8dnpb9mNPJuufd0O0Nwi3lNQI3sUvl2PiE
8ow4cUbAYQoBQ/f7dVLKT/hR1s8rE4AVxnpahQL/ZuYz25KfKUyyWFA/RIJdKlHgxnbDbb+mIxDM
JpkVTx+XWAlzMRNCrRdHu9f7teLMztMOZHfygnKrk90Ik8uDlguZLUGkBWamRsE62JTHgrsrdlaZ
QTJQsNUrAxkkk+0+AACBZFGpd8m6prOLokY7dPKoKOfcMad+E55H1b1e6xYgC6q4HsoEwulOOFx3
V8idY10b2hLfS2xSqhAZkP60Jsk907SS+Yk8Du2+jeYh+wwY0pmuS6nIPEtU7XXbYNk9p7GQCRF1
OJJONNcbhDzMjABBX2l86lXuFl6mdOITkskkL1qy+UglWeHVaN+8OQdi9Ic0FwXP3WhPuruIKS+C
SkvRVSv5rNNLTCjyqyS1SlBOq2zinG/kvW4UQ34uoykz9qmtSWh/u0yZWHnGDoo9ieJTwjWKIdBb
RXhCUYAUij5lz1OvIEueu8KBbaSQa0OSgSQUAc/WZIFQID5kkcyf6MYVPqUDz8m1477ejeRlc+ba
Llf2sahS4xCvQ14dBdIxH1R+nwTapjG/h9QwjD5xvRyx41pi4MZdFlIUubKCapZHON9ifCBn4ilp
muGSazu/Ii7jT7G2b2UjuU4gK+6iyUnCuMeaGilmHMY8/SWt/TIesHWe9zPVgUFhGxjT69i0z7mC
G+dHK6EBU0dBDK1NjZ1AIFjxrs1JE1iRKMe7sZzaPIhGNXf2g2H112ia5C9lOzc5E8nQBNI6LqdS
NLPu2r2Dqoi46ryEk0lh9OeJ2EniguZR6YgGwHgmXN+x6k318Swvfa1eOblOT8c8OMXXjJcrCwPJ
iQ8VJbLYd/PJPM3jZN5m0VrezotV2y9Tjr7l2ZFxDqhidTJeaab1JYqjLky0Zg2KeppYTEjyF2nW
bdsjJizu4F5XOOBKYZ5UELMEHeysDhxnKiWvzRJbDe1I0rwEJ858QFteDmENLLNCDCZFX0s1ZzGI
/1v6wjZqWD09bRbpAb27jZxzReXtcu6Xlz6L8uW7amHj/ap0iBjCwSqlwZeLtCsfDGTm+7FvG7yG
nZOw1iJ462P8U0qfOJ8TqFqNpkyMc+LNqtAeh6Vkn1A28nJcCBAeJErNStfeLL5n3hgjgl+kN66l
t+2PikSVaxPVxGifH5Y8Pw1QPqul0vSgQoYl/AVKzYE0Wx5adRLvMyeLbmZsr4+NCHuW8oLIkJtS
kDq58qz15c1KqQ1FqbmzoEhiQl59bY0jthv5at1NatZq7oRY6dpusypgl2FcD/LCHkovhx+0GhRP
PHL2zmpy+yScRg0lW0g/lJgny2NqXg6T7ETT0YiSVj7RmK+xalyq+JupN8OuXZEEPg1ars1uVtuR
6pGzqpRtjQoyfU0xVS5KZozPDSXe7MKcjDgayqKgMySRARsUnd/1eX4WeJftABJMpXgIAdQdBtdo
RTO2LvGhkBLqlxVRyrtywvHrTcUIWkwyJ0s9dFkbV2e7MGvNNbhpP6edVRXeUMzNFPTrUFfnfFin
U52o2nJgWkwObKqiwiuEJqcBqOHlG2+DDK36WmopIkRZPcbttu9KRcmoVZ+EZjFa+yzuJ3ypDbjQ
JouT6d6egWNDKlKz2yUr2q8tdoarLfO2iyzEoxE5qdlV2zyqz4OUTp9lSgI616qouVX9ajB7pk1K
h6xgWousPddE0K1jHzVZ+dhXNqHJnutpBa3W5J81NsW5x1pkvJ/HQruTsGv8YQtFnkGcmOspTuT+
NBqF/jKXKta7WC/l6mqdJjnnMe675N6MYKfwmgQO5GqDtJwQhC5TgHxpviYhWO2FPnbTtjfJZ9Rp
2L3TZuy+NVU63EhSVwl09nn+VY91eFNj5OP8dppwXZQovzLaZP0CHbizNs8kkkAtRd+yLiL7lPUK
IjyN127hwc1PCrcd14RtDO+f3o2EivTJ7DpktWbLK0BYdORl02QeMod1fC8M1gzYFXwkBnwJyj1M
87EPlzkr7htljgNZbq1g2Bi27lTJ9s4Zk/gPfO7GY7PQ2+NWkT17bV+kd3Un5OdOYctarXJ+YxCL
CgpqhuVNzBl9UcElEqBTWiRpKWiytWbYuYnbJkBmOX5yzCb9UdTFxJp8duadoyfLtTku7Mt7syNM
rPBO9EFy9zdLrau73DAV8VTjaz0mIkl9THgq1bSpgWu+0HXTg0f2zRSqdJUTV8/cMparO5ak9Zdh
VHRE2xy8W66CBZCuUX3ONBE3izv2yB5dUkHqgfSusTPHWZxzClDO3NGKP9V6FvLR2ztNrZXHSS8e
ooplgkF0w820VHa4N3AA+rPcrj+YaJRj5kyOHkKQng4L63eUI2tVfRLd0CQ7/pp+nSda3vhlZwmX
naz2jQ6KPJi6tj5MK8xzr2rEpLgZViofcqfzxW5LaY9PjBiVNAuAHpqASeUWWrTOgaUnDQyuvkbv
ynzwLKGGDVV2kp/NpNfrgyqklqB5a1KrpzaQpYqoc1wowfmdlNrzF6mLy3uzVWLPkOL5VJCoOU9d
hGJDw5NxXdtmuR/Jcd93UW8FcmtTuWwV9U0vUmdv5vifXZvNuyvY75W+2Zt0Iw5G6feWii4tm7le
PjeBMYRJIudW0MiSs6OORJHcaeYDeGlbRU+tOdu7VVElH0qPQs5vYf3dqtkpScW6j0kSHLrZGXAc
OlrvV9MojuWiz48OaZy7BKgM9lRjjnC0pmXTuaUhoW0kDv8wFJO5W0cxV95sjmXltemS72s1ImJR
6yhJowG9dD0oU6hMEi8eC1k9ECw0l7lfJsUAMVVeLG9aYM8Aw8k4XsqR5zvqPBO2yW131oex9+2G
pGGULOnOmJjXDGVpNJfwLb8knLJ8LpZMzXc58wctOJsASWsWx584EbZHDcp4rhSnE97Yd8ZrLPI6
4E1f/TEYwutTO7uPhKKNV806GP62eH7C32g9lAMuQ5at1oAc2HaaT0sn6WMorbZc3HI6eHzwKy4W
PT914/WDXfD/Wko3ymqaJPy22CDrgNmWd7paW8s+zXp5OVexYrzUqa4wGRMX9TuNjUWYUtRAxyuk
jQBWmez4jtJamZd0UR7SNsLrqG/Hb2NkDgG1GLe6ksWth5hQ5RNK03ge4Ps8oBNCwsozdSsqw341
FyJTS6lOmteryfoZQrD+ORLLdE8QjL2kkxnVCccgouzaFoPtVm3OFjoZVBJxKwmbYErX9CGCuhR2
WmoBW6qiNGzIRmfuXHATBB35JM21ra39Q0oV62yMJFA9W+viO7NbCt1tyImz+uXOc9mIzeNDtHZu
8yzhKbayckdVlYz6lHR7mEP8HMRZLpo0wMz0vV+GCIsg+/HXaDAlJUDIjNJbmZIQvfN6mrrN7dfT
HZXsp6oTL5Ze6jvZqlHCDnW67JdeYehJaAtPtjx2d6qENHAuuHBOLg9B7pQTusN0Yj2EH+5ar1MH
xWQLwdPDRrgaV00qHutmeLGgql6ttrrc66OTntdFX5ll0ch0Rzqk73Juv/0S9UXvdTrr8Z3V0Sm8
Ala0jjKqa2bbuq2viMkvLA9rNk2zGicH4LuIMTqjNZ/ZG07Hya6mQM2nedzHlE98b1hUUofs2KU/
NtwayDflwbeJTvlrpOg94ZN8fO5ZB38tapPr0JlsHcEEaknhJ3btsNyW2ZNdVXZdOfuuy8AkJ808
jC7LzvYqgdOF3DTDpwmOdKmenBIEkJ+SJrmZk9Gh6m/QmDhawHmxmzntaF1rWlGH9thbYisuymno
IEH7VR2mNN0VwhoOalKA8I9Y67/kQ2bukmbMXyQEFI1vTapyjFZU5SGbh2Xapa1zw2N5lydEDhIN
9reBJS46ON2gG6EjUhQ6FetkJ7RYD101OdAsF8Gg42dN3H1uUkTbnRAkwAunjD51bHkcTx1sCqpq
LtmzSRDWIlOEpfZeq0kUR2OmH8ySzx/Kk1RGfpfZLJu0kYY2P4XFRrVuoRMY1Cazu4rixf5OQPO1
Vsu7KMlTA/mwrd4sRlor4UoavgjgChcPWq8Pu7RT0x9akS+o1UXEwtOWSh0rT0222V0WpzwvWZ4Z
PApJvLqtMCryFGa9vMD/LOkRqIf5WY+osnAjO89OilaNhJSGQtEO6trIww7DLKVs9iS6MtBLk6L4
QR/6nJ7NssvCTEqWPOiUkvxkL0tj9DgX0Ah9KwXTF5JcjugzVeXoyo4dLKwibXKxy6tCO0tpr2qu
U8aLs09K4vvXCQ3Oixt3xtySUVjSbwrB8dHLpTI9Z3rVGj7dnIu115Ylk3ZUp5gvlDdAzWtYOZm+
ExfDrqmrNb9DPWo/NmYpj97AnX0erIHPAVFVzg/OlOMl6wyCLLFbJo2Z3VIxKFk+MfuB0D+nDPq9
aKeXMhGT6rVa276MhOnW7z0breJ2ZN17qJgD531FsUCP20BV75S4NuFII9J9lLbV7j6mqkzsnVqL
vL6vqkCXJOQtkSkeBiU3iJu3svK6ploSzpUyo342qpIY/Kw1sP/MJDvjahjDWetMItDIlVibpFf6
2EfrrpDi7k7E6rCfKCNgG9U5600fyekty7rputIENnVLQZe8CNnip8w5+l4tg9x5UmbkmkeuNqZo
u8qMeSfX5aSfNKPCum2K6LmiStOHqdjZZ4planp1e6Lw9wPd6z1SGHt8LteKJWO8JhJLA1RezxQA
5EsA6rJIgnWUJm6gmPjpJjDNntOOcABzswnYsCgifzV1cY77iInZytua965NBqieUR/XeRRQ6tM+
SGiHn4qyMcis8cZ61cssuy3KzPYr5op+N9KoGhSmiR+XFtGkPNWECx/6ZdUnr6ipkz2nxuD8KHp2
rq4cDcrqJ5EQ0w6OxZKG6Ix1+n/Xxh7hpzvFfq5y6l7q2UoOVZnrEqdmrP+LtPPacVxL1vQLDQF6
c0vKp9L7uiHK0nvPp5+PdQanU5QgonouGrsb6J2hxeViRfxmG3lR8Zlog3brNkK+F626exYVMeR2
jdvYdn9beS48JkJVbkLrVwAp3tJgJdLopHLQk4DGjp5C/6UdI4m/KzyMCwcAsenbaeoieBoh7Pse
un5eroMGfDn9EdYzPWXrlargfevHL66kRdlK0dFStjuvypnFDPRI3Tc8NPLwJvGHeoefpgFEpRqa
myGlEHIUXdXyNqo1FOUhr7s63yP4m9IyYKrv1LpI23XatOFo4z/eynYpj4J3IwJQQls2HesjlqIU
+JjxgPoZT4r4XkzBpOQIBGcr8Cx4dGed71GgH+hagSYp851Iz/CpmC5drzZZebqVR6Vjsru/0eiT
QjwQZEySWKnqGkZbT4KZjvJLlYTpfWvgll1G1B35VLzeNj210WgbGrjdr9LC5HnWBeUQHvACNj6k
SA5uhA6e532Z1Y1ka72C/XrqSwfPCrtglXRZISNWEBQ/IqlIg01ZjnH3nuf0LOzC6vxgW+YKl20Z
GNm6FdyOVh1Vm8e8a8cb3wr76DGlPcfIMP+NH6RaMx8x1qnTA9B06NxJagivY5WL96LnjYUNo3e4
0aIiEdepOIo86tC9I9Gx9P42yUfjXRGnUrgn1Lq8hqelH1lL7oY8StxYA85iaGRL6g8yTr6Qpkk5
ciiN+oo9xkg/J1ZqeJpJZYxbOTHNGntXL5RfClIxXNExLMsoLI4N8Ros5mkceTpdAt0cbN0EQm7H
eiu8ZW5f7EKDK9VOgnj4wcRJt4GBx863iGHbMi70wjNNUSwchBZAHIU7Q3nualOYio5utYqkioKA
FpZdOPWe2n2dWF60Q0c6L7eguMeXUAtaTLq7vn+tByVY5YOnHAfK1Y900cNvaV2UOxCVSbk3kjqP
dn6ZggDrNXkNYpAaJQ7QRrlW4yp8TqWhMEG4R9m4ojBhPSci6cBtXAtd/FRnroGVuRmPvI1bUxo2
QBjyeBOX4PFXXerFItmIof8RAL3E+7rLa5o1Ceejo1hxtfcbcogfqOKWw6ugp5L/hFJ0hNah5Sm4
kw8qJX0cprvXtg2TYOX2Qfpadb1FjlyZVNHprgsISweUzTdjawn+Y+3WUBgCKAyfCFUk+1wc/Z3q
Z0pmQ90c33CuVkE79tGzr+XUlVS3cwXmTm+otjUyFsJhEfSlQzkmF491h6XzXaQJvvjk+wMrPGRt
GTcaV/Y+ASseHEK6zLxJfb6+PZhy8x3cZn0nRV0BmKuy9McAZ/DO6Yo6eTA9o3pWeParti60eXBw
az1/xDa6b46dLENtiTLvUycRgovWu9QaQzFQeOBUw/ciMnPDabwqaB2v5HJxZO7t/kYYvaBxJNXr
q1XWN8GD4sXKuI81t8jeizHs7uJAF3mNe1H8nqJjkdqiVNUvtaaXL4NuKLSB9Vyg2B9kB3MsSn81
WtgS2ZbSRHjOjLwhnKSIZIpJeZMcKejFj/x2QVphsVSrP6OhKW/aVCsfJGzV17JajG95Mfi3GVT1
lULLfSWNcXvQKZuITCedA93WSmHwtoOuYdM1KLGJqRXO7kb/FIY1nU9DLOXHMG3kX6oIg3PlB0q7
gbNiyp8BOSC1zwFchE3r0dhV7Jd9qYXNkZ6b8U3KG/MGoSONsnopFisrLdxo25VikPAQDJSNrIbi
Y5vJ7VYO4HizCQf11a1iTti24UAy6qLxdzhB9XQtk0rayY3KIytILRwPQMxaa43mxB+uLGlVj3lp
rlwtxNW8KctbYIX+Q9ZHIApZVviT6NT/slUqgIK0U2CyzVMhF/JDFTTBJkja/g6LI/lDKmvpqKOp
si5y/lRB99510gA+xjooaCHGcpdvhiobWCVqiplTJ+rtWmmF0DzQ+unfqRQhj9Rr4mgnQ17foKHt
3RpabryJDTLQfSk3d3nXWLvAi+h3xvSgea9IHgV8GmNYC7k0/n+xl9x1m1fWQ1g2VKpilx/k6crG
SyTxXgka4JPYWJurhOPkvRFJ7kWW5ho8o9nbtevLyR/XI/c7Bh04x4NnypW/cmPO4x1JOuhXvwvF
fdy5yXMoVd03JQ2wX6AwWpHVe1apPPiBm1c7cHzpIaxVfddb5Lm2FvcZK1oUkqcBfAPtzLAIf4uy
O37KlUZnRKTTVu4oVw6vxShigOPTAeRbqEnu7julAW3bWYHyW2Ebbl1RdcuVgmFBjSZ9FD95nknV
ASCL9NRRwySToupmV5GMea0v0Pa0kjqWHS9QzNdkdDNtrbeNUayrMADk1iZJs0pCZUz3ruUJPpwE
Ixc2ZBR56cT0CHdp7I3xC14Tvd0KOLXI5HUWbk6cckiD19oNuL9G2sZ4MT5oJknO4EqKSeVVqjye
N6JL3jJN3MatSKrvqXOa3rd2LGQ2SqlNzS26CCsvab3bJqgASitDWrdvekaaZSGS3OM7LGj9vpFH
laqzSSGNLY7UxSiMEi5IHu2KqtKhX9LSHeMaT80h33JeRA9ub0TBIfLq6MnHdvNIaaW/QTp4fKXb
7lV3kKLckPqh4u3of3ovuRCwr7omvPMknSI1QD0PRAl5ergxUoEnLI969sXIB2scgex51Y9C0dtD
75c/yzbqEkfP6vabFmocWnhHJA9VVlv9KqK/hZlQmGZrk65E+tQQ9Ukd0uTG5Ri74wmj3zd1Xz5K
wRCEtiymdCzapNpYrsB7xayj1hmb3Jpy+ljdwApXjbUva8muwTlFx4tZFJ9onFH4Lfhb+Ploqrsf
uGzaQ63rzX1XtOAb46JUvE2pmUlk91QWEjtw9UgGedFkD0qoyrd9KvjKDdi6rN8rekCJyyzF7EGo
04jmTstWodMf8NYoynuvVDX2RpduQ/KbG8n1x+9uGXXPZQ2QEskqrTuWVjNW6zzxXMuB8FTIm9wC
5GlLyPPvqVzLbzqZ9ztw84EKvabQdlAL6XuTuchLs+3c7KHP+2italFrkqIN6qGLgtJ6j3uxPKba
2MP1YlrwEFexDIFnJuRoXzchXS8xju7Dlg+0IU2QTGpLaaXTMzX19JEuhD88gySIyw/SnhIpiaTw
dxoO038qUTSFbWIprf/AU95stw35zArBED1xxBZpK7tUMzNZT21czS50s6dKDwzniWMgArkkZtwf
Q55sy7GWXw2p6ekWdtmaLy5+Au3LOQU17j95xUuGhJ+bu+MRO2qUI+iZxhzLSRu69IcqerpWRrtG
6WtBp7ROAhBR6DuGgaweYQoUoZMAjHtVck99U3FMXUWG7P8yZX7KrlT7HJ50k5khr0WJyhS/uPdv
oO7079YYBfomsPRSXHPiWgCxuAy9d8sszV9wYeVonyIFpt2CTizTNQl8D+c4z6TbwSpJbSSzGz7q
VA1/BH2qfC/MFuIlvjfmNx9kU+0oRZ6UdPM98xeOTxbMZYhIeEsOHdbXAphqji6hpE3kh9BU6wEa
hAQuo7MtY8jHHcwJ65ESJjAQ2TOD5zYpxfwucsWuYxuGGgmLCnXxPlH98eBLbf9T5F79rWSFPzht
JHPuZJY8rfPQ7D/kXFKfh0KQYrrsQeDupvTMoFtIaWlDPVtHZklOpfAIFi2VbTcxJXEVyFb9UfKa
vAl7Pyr3qJ27xqrhoEbOq6WZDMlCnk5qr50092vPEle5WniRM7mXROtxdKl9R55QvSlNr/7wUxJ8
R4l9l8uEq7U+BG6d6Xt65/1jHQlNtv0/dT+m0J5bjvAgUrKV0KrtH7OplNr2qUA/RU1qbiW9CY9D
73Xf5bAuqMGK4ud1dOg5qtcwYSzj6aKTRYnqDBqadVJb+c2g2HL1NATybcLGtYxxgdl7AWhLL3Ji
fWtw/VR1BugW89AVhjqkGy/7jig8BZZvW9kdvdxcfbg+oAtYVwvF+kl8TtPEM+sT8Fk5nkJUdDFa
c0TRfYky95+I5X+RvJj36lR5FMYD1+0UCa0pudA3CNPYSv6YGy/puKaIf30U5yho1OTQYgJfpsHE
kmfI5MjPwML4hUpTulsVgmIH0VYEJjv6Szou5hk22BQhx3ObI+0mYY1wOpi0gJzqBhlYkty1Q8p6
HS5Tg7nT+5+JeQgwK74+shnbdfp6fDLk5MCIgCJHc+o0IHTaqARnq9oQGJ2W4qEoHdJyG1i3YXDr
eeuWdq++wJY8X+UT7BkMm4ygHOJ+s0HKHk1NC2ycnbVPctbs2rTeKM36+sjOVx4m3BLPbVDWBuzk
WZDcjJug1EmhJeu+b95qc8HsbqbYwpdjglhxMAtAIuts2dMvV1E/NfpS1221QplGEp02e8dowikH
P7BlFbxvLthK+12u3ioextQW90FoLGiRnq0XWAZQMjgsZBS8zgwSpCwB1m2NFK8U7T7z81Uj1k9D
qFdOJ0gPMj6GtBIW1D5nEiR/R87kiVDLxMnTdK5bqccW2EtfokgeWndl8Z53ZAOV2j1WQnYcUnnd
dPodDTlqlGgGrmDxPPSm4lRKdEyLcVd53m3uLSoATJvwhHoxfQooKhwGfAz4A6fzUWLAhuc1n8Kt
f2S5eiOSg2mhWthtdmtiWun1pi2kzaslx/eCNvUIlB+QbRdIDBcnBN1Q3cSYUMFf8/RXGDLdOq8H
M1skQC41YWVZk4WGt6LSsYsowYD++Xl9pZ8d59PAv4ScftIXwrpcDjTwU0KW7ibXqHjg29LRbGvK
bpf5C3v3bFvNgs20NXrNA+HcEawFHcOFTSPT4DlxfURnBwRB2FmGhn6xghnYbO8CiBzCJlUMWxy0
NU2DbR4BsiUXvB7m7Fg3INQacGo5ICYRj9kO9gyhroVaccnazYchFf/opkZtJKlex9HI3q4HOx+T
hZIl/rUEUidfqdNZyhOlEGrNcG0hELcSyZKntG+s4oUL93z9EQZHbxEiOnorc1WSrPbkth4tRHmk
tzrcJPTKUxACoJObDyPXnOuDOl96JBLo1dB0NLh/54dsJ7R+jQcS5TSi2mrQ7FsM4aMeA0ZrXLfp
/6Ohn7DQv3ICL8wYlyNOdBw9/HO+u4LApNQnoZmhZj9aXbqL+/opHWJbTb0FmdWzSBxzrAkGhQwj
QgyzTSVMXao01A3br4xH/p/ZzmtLOnChYq78ekmvYNo1J2cXV7CsGFOCAQMcitrp4hDLvmxA4rGF
G1RcnyXtTwcPJBXp/hnrpP1I2259febOluMUUTVYIhZ8c22+xZoiSSIPBR07CzHBDqBIa7/dIfrX
jYwsAjkT652tDFdtNi7KTINspTpN5v6uzz+10uVNvnAFXpgpYpjMFUIr5Gmzc59GVm5CEyYpE44m
j3i1PBjx+9As7N+ZkB/LgXRFnZy3gPegl6nNsua2VgZTimXyzEqQkFQH81IYRb+PeyW8GRrtj6t0
NRheak15m+6iAbpVSfdmLYduv7A6z/Yd/pWSTq0UT1C2gz6d0l+O/K4qYqtHA94OZbUDOEC/3UxU
5UVR23g/1jKFCLVJFzKe8w+tYBdHgo3lH8+UOSFXbajm0Omg6V5bdlT+lMVx40ZHV3+5vjTPB6eo
is6SmWz3TG3OofQGrRjLGiBfxsducxTmA+0mAW+RB05u/bke7NKgWJuYYauGStzZ6kmUtgski2JA
FOcPcDf3UB7B/XXHVhZ210OdHc08giZJl0lUGKEiZRr3l0mLPCVssY417CSOVpn7VhXFije7AyJ5
ndY/aQpej3e+xfFHZrYQkqGNxHo5jedLkZIrIWrfY4sKtegm8YquYXboBdz+roc6P78IZWE+Z00k
UZKR01BBpXuqVmE8D/s92kvU/+ygHRIkXvUMsUQxwOHVGNobOuNvBo3xhWPmLCkh7WOlTKeAIatn
K6ZvhwiQQmOQblt0SaCqFf+mCjTt/tMQs4+ZS2ZjSCUI9SSQ0l3WCsNKG7JmXwL6coqB3qsipb8i
oS2cLo3vlUYsFu7aCyt12nkk3qbM5Tc3OE5i1/XVll8gUSZ2INwfMz3jdh8+YqP418yI0YIiwDGc
GgGvillmBEp4oJRHlhfX/koSDqJ1myTcstX/Zxz5dN2UQgtPEU94zlSAd9KtS1c7QCmhiBcuiUsr
xEJ3Tpk0/afax2kgHHEjr5HoxBaZ9Fjk3s/QEBbGcmG7QbbjmsNLFnXts1zIj8C5IXFsl4DR7Epp
HU3uK9vXioXVfs5dRtDra6TZWuyhtZp+xldrcEx0g4eRhef/rgUVFGPiCCV1iuZ7BfZUF5ZCXzjD
CI2ePgrOkEbm4lhhAwcXWA3vTekl8O5p/6nirqgekC8Xaa6pwTFrD2K/zeGplU9+eaTZ31gbLbLH
7Pv1M+dvLeQ0aZo+w39+y+wzqGEdIMXCZ+C3DNnWq+8y8ZuLToGiHSEh6to26J9j98YNW5qkaz3a
DMPClXhhWZER6JiMcq5ryvxKlFpdyfSSz5GXIor4Tc6FBYbi+kAvbHz807kxkAii2jA3QWwAicKH
poYL/+WPnGkb8Lu/Ic6tC93/91CT0BC6Z5SE0AqSZ9vE6wo1jxTdpkn03gbDY15pN+C9frpRvqRk
er5fyAwRjKMAqVF6mtc6hU4uCnQ9WMWKsC0K86cSyTCNrc9//XqE4SGEgTrnGLCy0yENLUChAXdm
26jbo98ndKBBJGfDmtfnQmHk7w1+uiKnowVFkUlR3fgf5v+XG95SharIW586Q9gZ5iN+mP3ekxWh
e4/rvAg3SkgPZU113HxXlRoxQnQhuK2EIOoGhypcsIeoieonxGzj1i3z7jeaS9Z4hHoAHt6gOZes
skQjya1HGgobumnxn8GF2rRCeEx7kyFKPohlbB1YMn1NHtq1L7lfQmPpFT2lVJWn8VZVwh5gih+U
r4Y+ei9VUIefNDPqfZj2zW/XCOs9nIU+XDggz8+Ov4VNJF1I7bilZ/tVy+NBKQKAIUnxI7BCJzR/
FQHSR8VdGO4NeeHEP88ip5ciNtWTGChv+1lKQgKrgJlA1EYwR2SD3Ed6d7bUtLcqN5kyLmmpnm9S
dNlQN9UoafImNqeT4svUY/5BP76yTN6Lku03a03pNsYIbz9dSAPOjxz+OobDaHIYEMbmDvOyVraV
Fkb4amefinoT6guzdOnv8+qd/Hi1qbI4S4hzC66hl0FiGsbsR02Pe+yMt3/ekqix/CfE7FsJodBC
cCCECMeG3qTNbnGMZlWDnL8e6cJggFBRh8NlgweLPJ1BX2ZlBLEeGlVmcsZU9G1RSVGWQlyY+JMQ
s1VdI9XYQdkyYVoK8SqJes8JM7HbIX9pratM7F+uD+nCtUc/kYWG/wpLm37E6ZiyFIhsY6aWDUDN
1pX8kEeRTU0OfQmwIwjygGB5Qc7gSQ17x/RhgWTpTQYJ2oBfIMnh4/Xfc77PdFo7ULYNKDHnVklW
OYZxYAguAt/qk6p68EFLmN/VDpPMD3OUFh415zPKuKFT0D4wJh+T2Yx6Ua4LciMKtH8D9xhWxp9u
rMeFg/z8apqkYXh6Uk2Y6tyzlxr9CDfzgIbZavs9yESg5sZGULKFmTz/ckTRQeJTikG29m+D4cvi
xOFACfrA95y8kn7Webp1Ydj2ggETqOxSaHnm9vpUXRqWwlVIqUQUp3TidOWMTTq0AnJdjpG9pDn8
2cBAP27pgDrfEHgTGeiHGsB4FTynTqNAwYm80rPofxht6ARNGmxTKUeMwYueDK2TFlKw86fnFA5J
Z0oG0yttNlexKxi1WSCv4pvIqrkfgC7XUcX+a/qdwjGpa7Fk6762uv4tzyfvNOxsF4K7QlsD6IUT
Nv0BKNoGit7BRO6h7+sNB8JCwed86jjxURZFq9vkOS/PwiFakEJS9AMHpOuhKkQIbEN3k8vCQvn4
QhyuSvI/9InoQyuzJaKiMldI+DxxOSPROEnricco/rj+7aYfe5omTffxf4LMUjLIYMMQk7xiG95F
juQBcK5iBxUeZyQVjN0/fl8+Xw954c2EoPt0ZrAyVeksU2+DvAN02Ac8yoJHv5M3KkSpvhR/SpL3
2EctqGDxHTAuBbxiFahLrkhny8XiyS6iB8p+kOhSTav4y15vIJXH7UTx7cS2sOvO+Gmlhva9UBrJ
kehGreIiHV6vj/lsLqeYgAh4IyG3bswtEfsOokeoZ4FThogC6hqqQJzLwdrr2BbXQ8lTNnUypcQi
pSMaWtd0Labf8mV8fogWb1tJgTN4G/QybD8FTD2+uTFqMtFbE/fAno+wvG78ePrUTgK2rd/qSbjJ
I3EvNHel+9sw9lq3cF3IZ/fF9MMQPaXngg0cLm2nP2wshy4qVD1wxpQCLwWwkIzMSiuwvaDNktto
yHBOA2cK3D0Q9KbeZZmsPfixLKzFoMRIIglMzz+UHEKDTR6prIAmomcODrJdle2QwwIXeuHGRLpM
daQIkLMD7598vUgK5aMxAhB7tCHDZuEEOjtnLdTF+eDowtLDOus0xq7c9oJYhk5OuebIA2pc5Z2b
O3h9ijsp8Jbswy7Go8TGxqXKR1vk9EtG5dhKlQ7wyfLjg1x/eoGMssNGVBcS9wvLlpY6nQlSXDbM
/LkbxJAaUCdiXENxx878if7L1hPMhdv30nCmIjq3IdZyQG5Oh8N8jz63UejE4TdJ+9W2G135lfsL
R93lKJrEGuRZbc67fkEgSn4TyKHjift6/DWihOD1D0H76/r+u/TNcMoz6PyRs3B4nw4mjGuuQZzj
nJBbYisEWoLojxoECE+F2UJyJE8TPdvrf3N3biKeO2d7PaQ+n6H3Hzqy34lvKEdg8Jj6WO/2gwhM
cwAlil6gIIs/qrQzNikwwdcYQtkxAclrPEChzhOnHcl8tnT4QM8bYuX+qpBDeBl9L/5pGJW2QyYB
IOvQmsanGmbS93//XlQ5sLyglEqFfPY4LBr2YydiUteow8r1gbNb2c5y/xk3xBb9Gma2ZVLZjagq
EwbAG3T+nVeLjhZFEDHfro/n0jLTVUrfOt12OrKzJMhSCxS3VIHxJAbd/7RX1XfJjIonHrrKz1H3
OQCvR7xwoRGHlIsaDmtbnJ2rlRUqTGQfOrxG4COJrXDL5P3o0wq5fKC2645a0kKqd2GU//Po5fHD
2+fvHf/lkhFcUyh48gO97NAiLDon4R0wmMnO7ZKFPGgp1CxFMUdqJEVEkSLK3nIoX6BtwRh/+OrC
IX5h454MafYZ0YStNSUlDsDVlVdVa6MOds34z7KkVL1RPiUpt3CEOLsrxEAs1RLUNV/OXDVSeedC
Pkd+bHN9UajnJ4Nq8ezUQRWimWbMlqHSlhjZNhMXL3zv8NPQlOfrAS58rqnHZJKYUmej5XN6zuVu
Hvl61kQOQg5/gjrZZAhxgNhduIIuLO6p1YuyE6cbr9rZvhURsPQFHUApogpHCmv0JBAcS3/R4oIm
NCxspfPcFDjc1DaQ8Kv9mxmfjqpEOC8a0giha5hj6Fsgzz7qexGToXFjyIjGNYgolmt/yWfy0tfk
1qDgSQahIod6Gncs/NQVcigWkOodJdJWWSWggiqtr0/apQsD8KdEDYa6hUTp4jSOXvWWlpRp5LQx
WVfuU/B8tMxXFf03xADoDdTBunAPirdtszeEAHrzuUSKs/2e5zfqBN1f9809ldvrP+vCYqVYJ4LE
ITsGKzPberDgCw17iIgtvoVxCU++WpjYS8uIVcSUQhhENGJ2iFhj0eMHSQSTa3+ArlXd17S0UQWp
lkAQl6bS5PKXOImna3mWzXiGrnvoECCf4+U7SMYrL9L2SJkujOhymKngMz0ttHluNnpqpZgcjI6X
jY5OH1eLdNtU7q/PzKUonFNcLiCHebfMBoNPlAVwAth7Vx21SaNrjNCJWBjKhemnq0LeLNHHQvx7
tviLqMhFJeX9aTTNToMRyPzt/nkcDAGrk6mSpHOYnK57vMMbJS4Zx+i2byitbCogS2Js/GttAKDr
hJZg/ml/63Oz8qKv0yZUDMDttbWSmsNY0yswh4XtcuFGPIkyW8wD0tkjtrRs4gENEioEDZqlgwD8
T1x4TF6YfpBClN142oCzmU8/ssXSYOZBDPUu2gvQeFSkRNw62F6fnbMqxPTZ2PhsUDKnswxGKWVX
rWs/dly1hC+JCASd8MNgITes8SHzol41zZ//JiYAVYDWVHHmJ27tlu7gGcREEHYdtGTE+1x6LDMq
V8kDsmnXo104fxC3nyot9PKnBuXp+qPyrekYdaGDh/8GTgD7pDVWesPFCSjWaBcu/0vTRr2PAgfW
xQYOKKfRCteElqHBhPJG8zC5T2A2vZarhdfHpWU4FXCQV5emAtVsTI2G/oMloEggZvp2qr2FSW53
aD0guLmQBVwc0JdQ00/5km4GKkxaSyeUUlovMZzz2M61cViV+lB+uz5Tlw4j+qCcdSQbzNhsVEGb
BQyaUKgF7s3BuEekamExLIWYjWbQ/NbLXUKUeW89jR4W6tHgeU/XB3J5ev4zkGlJfvlm/gBKfbSI
YnaCPfImUOmCPSnCf3G10p6eMJrAm2iOz64IVHzEMYVbglKV+jyBYlrL3Y2yj4xrdKsI5lL97tJh
8SWeMXswDibqOJ6bsXFzqJFV6WdO1nqG7cnFp+uiJB14Wz+LNte/5sWok1sQtW0KPfMUpYs9rfKC
InbGLD7QW8zj37LU27B0EkVyGnMh3DkZhCORtsD/xpvW0JfZk7vUQJmMeOjlOgPiWQLybJIqIkj7
3Gn3CRV2DTGicH19mOfQylnc2fJXJaRdMJmIaZeOWyRV1OJxUNB129aMFmhHVg0Owkibptqjwn09
+MVD8suYZ/tCdyete6ziUVWxWDloAoq98DDEHvYVHdzA5N+Tm5NvPNshao/Sp59NY5WPnoQsaoX2
InTk66O6uA+/jGpaWV9mEp16r8EkBz0EC81hrf7WVQ10Gy8ERLlkRfEXSDgrCOn4GxoweciowYie
Bovr2GsrlRJ+rSE+6zdIdRXGT4xm4C+7L+EOOzkVCTPUMRRxL6J9FX53dd1pvY82Wzh/ppVy9lMw
lpsABmAe5w/EVgbj1eQ1b4ig+p2YSC008MRj01u4Gy5+3y9xZqtGQV6Pmj5DFmT0CEfZEWo0TMZv
aEL+F3kqS49qKEVeMJazJNIrKHmgvsX6FAbLVjLExpAIXwhy6bORAYEFB6J6Acek4KyItDqaokgZ
mV5+1GL32NTm27+vShIfi9YPIAZzzqMz8lbwgWDEThTq6YsuDvG+RPXx6MuW8qYl0fv1cJce1rrF
ywvYDxkQPianC9NvJ+HBYEAIFZHltt5Th83aT52Ubzg0AjKdxm3craolN8Dpz84XIW+xKfdiziAm
nobNMMVoG0/kchKCI/pL6jaqBtEWM616MOuDH7/1TYZK6iIibvrDp4EBh0oUEWRqmuR9s8CFNQ51
oGAO4SFzi4RZbRwFv/8QKgWRFloadtKY70h+j+91lw+rOhxUp4qCJ09RvnWS96aYZXQn6MO4jVpk
NzwYMgtvlfMshN/HlwHCwHUqzh+QsSBWwsRlsgvlpc7fu/Tj+pSf35inf3927qVJhTeCL/HIlraR
8GbICJo9xslWM1e592/ep38JIieDmS0vNUxVNNYYjBuvRM9H/BPZJqSDrg/pwu3IAuY04yWEsyCe
mafLSa7qls4ihQNg7LZqvGnRN0V5FdLeLrRjJL8W3U3VbhBpk6OlXr50Yb6mJhPwPKwMp37MaezU
aLO4UGrNlqVPKVphfGoXLfqmfwzNAeVUVshqat3a6l7dqNq41u1iMUA9303TPgK3MHE8aPTPhi+g
mmv2LYsafvoaYZgIMa0iONQqgB4IAcJ9g9RuG7KNdQeDKSfNNr28HhvkwFed+iDnTuXvClLewUXe
vsNoY9tCE+6fOwQ9xIkAHTmFhs+2qTqDi5pp+KyWuwE7ut4s7bT6DrloFQm3df4tUX9X5bNl3qvW
NhzErQeUgg5HnDw3xiFNl6qdF/Kx06HPVnMQGO6YxgwdcjvybihqU4vEFMdXobSugJuuhvBJQ/fl
+oq7sIlOvvhs0sO+F4S4I2w7bJqOLjnf8ZmXOovNO/IQX8hVFiZYmeXWCDhHZuURLkPrs4bkL8aH
qEccpnVkXML14ZeIDuT1IZ5feCdfdo5zCPK6RdGu1ZC20B0vR+4YHGaAacn1MLJ8fiJPlwAvFMo/
E+njdP+4w4DQR0OcYewd9CbhaD6n8W9LO0jNo2EINiLaY4TW1ntXRojIbGTlF/V7u9N0RL06W6Aw
mSu3Xb+tkFEThHwh+/175c6ujJMfOEv53QTiBtqifAhUdWrzECK0mqoJ4djzKLs0v+NBsieFWcN7
GINvWQ4eOLFrfBPS3nKGAGko6xF4HZyLexNNxtK4kyv9+/XveA56Q0GAh4YGXFgxKD/ODgGqFeIw
VHxHb5RXguFY0Wvg77FNlMEYheiGqcaTSYmcVp5VvFMvb/pfaIUsfK2Lq+bLr5jtRxkvCSNy+RUi
TALV/VWA9cSOdWH7XTrwTwY723+iiVZR7Haa3ZWW8pSOkjihfbSbXhtLGFAotDaYiDqRK1O9RHZy
3TRuY4eTnw7e4ubCg+VCes+3xy4WG3PodRRdTtdwK1pjjsalZsfFI05CfrlX1Bg98cQ2rFVjfRjZ
p8j88zLmP9+1Hp1k67MrwQ29XF8Ff4/6s8X65ZfMvj98F0VRKn5J1Y5oru0aIL1pNImZHyyE+ZEh
lpCAE+R7sXoSxY033vXDqyq4K4wdG6rWYTjYcnMoaXdU5jrRaidEKq1XayhZHwh98dbMt9d/84Uc
dPp6E+NXn5yo5/hztKI6A4NUDWDwhyvjzfMpKL5dVuq2By/itqNTgyMBBS/VC4fPxdXKlE3iGGhJ
zC9OBKr0rA1GDSMbzEWaGkffRGh/oVQbL6zY89fQNMb/RJrNi2e6qAGXRAIBwTsFDoq/qRGP0ht9
YUxLkWZbQ06YNDcikqeIK5ebe0ypncYParO5Pm9/EXXna+1/xzS/lRCsNY3B5xQMismLGFFI/mt8
yBu0FYPHRgjXMkelJzmjcCeJW1k5eMGNapEVvcXWh5K/GebI//jWDbe0wyH23qdW4oTFOsNHKH8f
rMfrP/jyETlVECHC0YL9u42/PPl1JXZBTvCDdcG9631EfEsDKV3cgete2USyuunFkUqOsULa8lvk
/ixxeXbww9qOVotP8hIn8PLK//KDZufG6KtFD5tNs1N93GRD7kgiajrWsfJlB6MbKjo3lfjQ1bpt
BP9+vdOimnglfA8k8WfLJJEToQvwbbZxtqBeJdy6bbyu43wBkHBpiMQx6FNMbaQzCK9QRSCVDS6E
XhNCR8Axw8ZdEB+BAW1bZDeFDf+uu/2/pJ3XjuS40q2fSIC8uZXSlDdd7W+Enjby3uvpz6c++Hdn
MrVT6NkDzFxMARkiGSSDESvW8um9hICRGzZLJsAyvZ1uDHgtUF+4TpbsC/l3W+xjRXdgisOMYyaG
03wMtF3hKB+11typY+E5hfGGhvItVKwPDqzKkDe9moPyHOn6weiTjRT9+qycfIsQU3SJA++ewex3
S1LEOCKMJZuPBdQc8OJqg1fL2R06gV22sQVWDryzOVj+frID/Iouwhx4ErIS8W1qDYdozvdF+/eF
Y9ugNYIBcuRROhb8OgWCoETL8JL4DgJlz2k3qgHrE3hiQThPlR5xTzlnIJnzFFifRu22yW6S4ZM2
vmbFHahFXX0Yii0XWuJs4cQ7G5ewacAqBSGaqISC1gdl/uRL/jGV76T8pUYTpAVVBtZvK7u1umTa
AsMy6SmnbnS+ZEbLI9qcGKlusi98/SaDkbvInY039DJhF0M7MSNMaI0kzmQtZhCi8srhGKIjlUPu
9q6g1w3i5Y2jeInqr5kTZpKgX4UPj1sqKV6U7CDFjwDEo+AnKkkkPmBp5mb0ivyHoqMMPWxEHNen
FALC8ylN4yxV2pRjV2tCGCzlZ5i5H/vU/jeb7T9TasnKuRn06Ei5pYyxNN417XNsfp79d9fncTkn
/vs00l11bqKI5FDuRlYtmSVXHqDfljYsbM2V8DxLilaGkwILXRgetZG37hjcLXII1weyeLE4EDA2
4EBoDFww6OcDCSpa7m2ZJWlqDXZWVKHsR6VqwcHcS+YWRmMtSiYGWMqj5Gw0WCsEa6gmGE3MyqB7
00+/jFC9ydubqhg9M4Y33XmWZwirRmISK6XR8yhbzdEe35wOVbUfjv4kaz8K64ekoUL54rT5rimK
nT7cS9Y326y9pFU3Yrq14+7sg5eg7+TcXvS0UmREubsStXlW44mETNF+1xx6TvlDAig/iz5Cm53f
h9McedIgP9thl258x8oqnX2GsEokunhlwrzohhWJCNVsZd4YXX+bwPQFFwtKtkEbb3XAL0eB4Bpn
RoWTKchUG/1JjGbzPieRNeSTW0f5Hpio10HRJ2sfbGuT9W3ZnBdWCRF/59RUuHvOZ1wvRi03RxzS
GGq3uYtTWDolgN07+ym1nvOp/qWb2bvalG6vb4S1py3H/H8M28LhFPRamjLLy1vyfTd8UdRfv9kb
7fdFfdvGwHxmOPzuK0TFOmPjDvgN9b8cNGHhkouRL3IIVlcoPvorhtuOZbYPbafaoVkjPyg+HBU9
xFZumg+DpzvxW5hmcMoOc+ih36ESyQHgUqyt823l9GEy/nyQsPah2jUkNpkMk7b9rP8ygHPq840j
bgV9Z59ZEdfaNKven7ASc9f16HdE00e6x7n2dpr9rYYTNsxdcqdWAbWx7M0JZN45iofTWxm3OxiE
i/az6pBBTd15/rzhD+uOuFTWl7ZpR8zDNXleZuXEmhTdh3G6T7VbLT309B2NKExNgMLvM92DOe+6
2bW0HHPyx6x67v/JTKORg3K1OzgkGRf5yJDHXbRvwYHVzc6Gtbbwv/UxRF01vZVUiSwPWLsL/3gq
vYM4WbU8uNxi0pOtfd9sfd+y8BeeSp8XMZG83BviSQSaqwolZsXUh92impq0PTLaL8hMN8mXad5w
EWXLnuCIUhGkiEUwHXE03pBMUaLBDZVDWaJLeBeVH3r7zTAeIVkPx46U5CPSH2hC/4zHXaS8muUm
wcUy/dfGL7isOZuZ0sfL8hif826+rdP5gEaq20UfVMlLuo+TrpLVeF9NfNHGXb2WdF/Yjf5v8kWo
B+RjxqjQSky2tSW4eUj98mD6jz4FsYznUvnDCWEP2Ug3/BerjkySbcFO/b4jT+5Aieu5tlrNcOf0
i5PKrpF/hkzbtaoPpn1bjY1nWW+SLm0MVlx4Ggqh66FvgFBBJTgR4p9eHmhZlGxwLPItJPveACbB
eNCUj3X/rig2DmAxd4OB32wd4LdVGZ4zIS7RaqS9e3QHvb4DQtjB/as6neskxl5Lt3BI4l2+DGYx
QxkWjO8FUZwBJ3hOXgBK4Fz2a6+YkgIifuSRGiIfmIKOszVHt0Gdpxth8cogTdoLYbWg2QdyQWGQ
aLdWi45N4o1wBLh4WbcjWfsZGZr4DkF4xb1+kq2ag1QKDg0AYvrvw//EbequQIgaMm6u7696BbIa
7VbI/5StzPfv7NHplmRC6S2hartcnA7pxPMTM4CHdpE2pF2zBhJkIsyESmAeujMVIQ3G+8+B/6HJ
ISj/pFpHaiqT+ob0pG0er4/3Is8hfscyIScDbpPRkTuf7zBj37VV/5Ci85W9cE7q5SPcEn7+YEVe
puyRyXHt6MGRNrIbF1tGmAjhbG5mEPOTygfoiKR7gx24YKXRaUByNJeTPYzr+1o1Nvbpijufzb5w
QPuoShkxLKuk8sJ9XN7VEHik4UHqb6Txy/UZXjXF3Ugxmd6uC4afxnc6tXLYORCmk9E6luo+raOd
2u98f+NAWHzmwqdowgLbBhTWFJ3XTgpLD2qKGKPzPLegUz/NW6mUdRPAbWFWpFYvvlJjWe/zasGP
h2j9/pbq/ZUGn6/P2EVQ+9snQRL/nxEhmgjrEHlCk1eL3NDKRmFIbvaSFnSfs95J96Yd6zdBMstv
+ZjGh7Qsh4cWgFRPV4MU3SaopW7lH8SHs/hBwrFehWi/RbrMqNWdJXt1CETB3hn+vYWSYvjqRLcV
vPCds0N5KjK8Wtn6ADEB8v8/wOKapFoHgF9IDqhtos9WxgdYMWKZipdJew0NPfkR7cwCjQJUmJya
2jkF+++6sRHdXdylonVhPaRJnwxEX2lDko9h+zRDuqpG/4CIH4ZPsn1I60NTb4x43c/+DFiYcVTp
qj6vGbDmf02Td1P5mOm/rrvZ6sZ0/pgQsqpFJc9IS2GCKqxcfwfbltnP/QyYYQs3vjWY5e8nZ6ye
oXyQFsyfFk9PRfdVcuSDutl9tHqQnoxHOMmdRNMSCPex0vLyRAVVPw7orvIUgi3bcjaO7SVkvDxr
/syecGwXTp4YxjJ74/yClIHuPJnmw5gfIwAl7R1lnOuLtTaFtOLS7gSP3sLIez6Fplal6PU6iVeW
r9HwLYipQmzlTTZs/N4GJ8uENKKSDT02kN+mIo0INlqBZLyvj2QtwjgZiRiYqtTxBrPCSpZq79VB
23ftTu6HxFW0jT205hAkFEH46Ijw0jF1PmcAIHTE6KnpgTEI6kNGfWL63KE+2hn3g3+8PqzVyTsx
JuwmJTXMsVcwNvjD3gxeYxqB6/6f60ZW5+7EyPIRJyvkcxARnGHE4vZR+8fMPKCKjaTh1om3OhqK
y/BaGEsjn+BudpsHKJFzk5bgRorvYz+4E3rPhrKvK3Vvh28p5VIFPdY597p6N2nP4fit3iIcXR3u
n6/4TRJxMlxAVH0klXxFHtPZ8m007jSUubd4FteswJRMWA/lAg8YwU0ch6vUTIDiQ/ujJzvHfpLG
nb2VRV2bUaLc5fVN3d5whBk1oXFrEClMvSZAgcn50gAXHeINaMXvVKx4KsH+A/sAj4ZFTeDcQSb4
B2RnsaLI1A+7tFpkLNLCvkmgckP7Er06yiFzWu+DxO4ebXsu93I8TMXjaFoNdFZ2alc/B4luPSBw
ReCo3hyHyP0GqfpTblI0xQDYAocrjFyuDlDkFyi921nbPvS9NsrHNDNGAoRaL/WdruXBFrH16jRC
kEiz4AL4FBvTqxAR66kBjy1VztMQqZ5C63YbJPu/32gkkP5jRoiP0wYhpdZkHidf611tQEjRKlyY
N57jLr3532wJnqEnpNylHlt9/sVO7/PkMS2fui0g62oQQ+QEPxTJMe0iRRsgMddoLKFnGvHPDjqM
Su5cJDV5OOsI39Yv0DLuCpj06i3Q59oGgyxtoSK38H6RsyLNVUXqItasUtRd7u8zBYgMFGp/S565
hGnkWRgkzYs8koQruSwVKPEtRljVQXcoY+tXWhr6xgN5LRSGFdwmpYIlQPTnO8zv9FACi857sWju
I0C6QR5u3Fur84Xaw8IZBvuCmMM0+7Cr5pl+RSSRk904fq2V2jVHGvrHaqsLc204CHUB8qCjj3yN
MGfIMBXVNHGjJIiI2cVrn75c9+5VAwtbtA7dFLwOQuRuO70hpSmDMRbQb3cbt9//jQHq56gUcn6L
LZBOEI+Bo9MCCa/gDzJdCJ2FW/oRFxWlxbUQJSDRz9pDbi+selGrWVXHaL+NjX9Uor2jkgzIdoih
asbHIF5EfB4WTVwo3v7N6P4YFsKKvgxoj01pubSq/Bt9aZ4eqBugkzV3Ox2bcGcoTYryd8jYAvUL
PD07bdxLtnGYjI0IaTnHxLsJtDllROiMeaMLnkCpxLLjGeBKbSk+wlnfx5p8x/Cp7uMXZwxMqKfT
BxnWgOszuDo8AExQ40Eo5YjdzJnp6K3fY3bqYQhTKm2XxBZS9drHXPpx3dS6m3C304lq0mEn1mWh
RM9yc+nF6kvNM/0Hq3ieTGjxblXtZ1HdGMarpL63+o0LZNmjFxO7MEuQdoWMWsTl6ZDPEsgxQhPh
TxV0Tv6jAt9rJ0d9OFwf4epuRkqMo4LkIGiV89Ov0PvQqlRMVS2vrEapb/wg3qqbbhkRnttw+uRc
8hiBze3j4MvvLZigr49jdco495DeWuJLWxiHNFkOko+cSpPU/ayC6LaEMBds9I09fK3qrU7mtYcI
FIn/sSYMSJN5aw8FOwzlcQJpuduT+XSRfYMV5JPfO0+K8en6+FbTmjR5ARQHBkMLyzIBJ6EzEo1S
FkmYRMPpdZgzD9XAD6gEf8xlJPLoLzFylGPzEskd7bPmTDu103edXe4tJNKvf8v6XP/5FCGW8vt4
StOKI8wxBq+SiKKeELHtjHafjhumViYa4AitegtYgZeysKwN0uXo1uI5aDPtygbJ8F1o3JhWtgvs
rwggXx/YljVhWaPObnvkUtl3vJfN+UMVfB4DlQIETybnzsxvrptbOcjoiDQZGGRFXEJCnNiUtTGr
A4174EGOpN866YfRvkMteePAXDmnEeWguYD4l4Z4kYlJH2spqrOlqY5iWf3eHGCzuMv1GyVFf0vl
9VxupG3X5lEhZasuvUgQ0AoDs7MORLjPqZnOL2Plhfl4r+7RqN/3bbPRZrniixCjkohGWwhCEJG9
T5bMOpCXds4GgeaRO8pF6g8fyQLXT6wX86/xaAQOGFy0jCDuohgnjG0OitFPkP/0YhjtO8l2WyoL
A/vs733jxIyol1E3amm0ixmfEDtuHsvG80uVvqWN83/thkMGxqEaRv84cDJhh1WO0bXlTGPnXNag
bqEohm0nV6v7KdVfpbGJXu1o0r77ldkeppwG9jA2u9DVQ0SoN7bfmp8ysxTlWEr2hPApCDEriJCq
XBPj10j+CgVnOi+46DuD/nKncaOtHNyqn54YFPb73PhVVJgYLKAp6VKEzT+gP+yqRewN2Vcl3Njv
ay82sMZ/BigEnVJoq1mLRBBP8IfSbsDWtDC/LHEuvJEHSebApmzjVN+u+9LWMJfr+eTqAAeVjX3I
MGnbeq0KDprQ/FiE9lFy5pcKHbgh34SKLkMRQpizoQoxqOGPvtbkWuqV6s+x3I/oN+u3gfNgObeW
/uy0H7rsUBkpwu23g7/x3Fo9E2yoW4CMLLqiwlXZDe1cBAXT3MoBBAU3raUdetuT6T0atthGLjBD
v88D3qeoA9HhTnPt+eQmwej3UsTkamYpk6KOmv0wTABFMj2jZcP/rgdxSW/toN7BNPgmIcK9GyyU
oUkAO1ziYXZ7fbXXRk/1HIEkass804QDyhnQETBynZn3bSQMIMiKj3FzsKXkWGXz8bqxC5zMMvwT
a2JGr4i1oC0jg/xU/twpyK5XdQWq+5XDywsLfTdk8S6v1ccqPJTKTvWsWzN6X8YPHNLoriO6EL+M
O2mnxBsfthJy8l1LOXoRkICE8nxZJCS4SKkxCyPlyaQqn7kaNiZ67foGq0lfLW9VG5aRcxNO4oe1
1C67OYmsZDf1CVCgyRpu0ZisIlSVnfbt+myvHiCnJpdPOtnJetcmKqEncedCCFh967sP5rwfFMrr
n0bEgBENlL5ct7k6kewhJgt/0kXiUAgUgySuGWU6OKg5Ng+Dv4W7W51I9FfJJ/Ead0Qwk+IryQwU
Ax325kFO763xnaQeneH1+kBW9wVvfoMysoJkn7BcdqHVlVks+yLIXxJNuqvC6m2yYTvuuqcQyfjr
5lbnDYUPE34gjZeVYE5ug6HNwD97Wlc1941ZOA/mvEWXsPyIeMrigf8xIvhDGZMYDHuMGMa4c5IK
WZFkV6kb98e628EMSXWc3Y4jnLtdStyVxwmsCL2evdaDQj9leRsN4Y0Em/Cc6Ddd6dwPxk/L2QoJ
/ovpRchgYUDUxPZYEyUj5I4dYuRO27XRF0VCXa5WD33oe2OXHTPj61CMx0DZKv+sOeXCjAU0Eq4q
QyxQ9xVFYjsHwjdHdfzcBQ35TXlOHqteQUA1aJuNl87aUpLEBf8ELIheQOHAImdrSCCtSKZAseh3
tzO3Q/jzuk+uBnunRhanPT0/xrmRhxAjveQ47lhCcB5I+9RgauNFbHk8zmTA8th5HS0HYY/ox//4
AcKuKKjuSWnGBwRSdtDzozV/CfwnfTq2TbDv6ldVfm9rv6gmX7e7thlPxy3sk6ZuNTvTWEwjLtBp
ONrmuLtuYS3GWqg8OCKBZPLyOZ/ZOlACrWkmtjs8sJqyV/oPsXTUpZsOGuSUHtLr5ta8k+QQorQL
FpDczbk5Y/ahuQ05MhXlQXEGL27h6Yi/FlK0v25obeZODQkhclMaeQBmBfL9Mn/r5vy9ls8bY1nz
fCqSCwaZu/qCZi/S/VSzeyKosP1sk0+uXvJ/87A/NbGM8sTvDblNq+z3y2L4wG1p0ZPOm9LrAq+t
Xqot7ujVxTkZkODkTuLIVeSzOFNyp9Q9MhcQ0NmxO24FOVuGBLcepVjt+oSZi/07xf7Qp491884K
N+KctfUhTUwNhMaUS/KmMZ7t2fRt9mxqF24vfSnL6mYI8o37ec3TTOCYiOmq/Cs+RP1QNmbd4miw
kxhtbl/p6KZQ4g/X/Xktj/ZboHrhWodAVCyoym1s5R0CjOiOSF+7SjuqkkabjexN0MwOYwgH6z8a
HMjVVB+cLtgHbCm7DLy0szf8fvU0RngAtnxY5g30mM+9UivNgeJexpE/t7SpR/3oJiP1WL0AW1+g
z+54RVTRMh+5dOt4xbzVK70cSmL4cPoBwrYwnSrNrHzJdxE25N0hse5zlPBACASZvO+KgveSd33+
11z21KSwNwx/iIMyoDbv1OMhav9pomMxaLu5/ee6nTXIHev8Z3KFvWHkzhRZC2HiZIwRfOe5Ww5w
W1r1XdBCckZr1M5q/9Hm5DgM+T5WI8h5/rqLZnkdnX6EEDjpCBXYwzLBTea7qUr6Ho1M++dsfK/M
f6bwEa0WL9GPTfcvEnDI9FHOJLFPkVaYZVubwoRiPUeqEt8EFkpQhf+gxm+tvYvNf+J+d32y10Lr
U3PCXFcFUZlEsccLwvlTPlX7Xjfpgye7uOThlL9V5P09q4siIMcEmmri2y5qo9ixG6gdUbnaTdWu
KJ9mGbqdLQqY1WHxsNOoPS8KKcL+DKO56PQIO1X2tmyKvjqOSrCzq0d7K42wagpSuoVsGkyYeJ+X
dRaadVxxFMgKOn83mrTLEATwv0V/K/++TN5SzqKR1yT7LNaHo8keW9D1RA7tvjUglHntk2fZHDxL
eWjajd2+dnWcGluippN7V4mSMggtjOV9kx/7WJER29OhWevQxr7ug1umhAAsSeZKzxRMacOTNX1P
pRei9Q0ba4cXzGlEeCrE0IBVhOE01FWLGIcou8pNusIDb+IiseQ6/2o0J5aEsIsuG2d2CiwFLU2g
Gr1l/lPff7k+ZWvH/+lwBP+Oq16Xixwjhh7RdfyuqSJXMY6K8j6bKrcZn6tqf93i6gQifojaDrnm
C6YuLpsAiTGy9WP4pBeHUr6N0vdw7v1vVgSvmwBVd2OFlTJHBE8JpK9zOt9Fivqchv7WJb6shHCH
LqT1vNgYDweScNSGYCSU2CZ/DknovqYtboBYz6xSt4MCLZVudURLuX6Mu4BGUV9VPMOuN75h5e3B
J8AyAZ8FaSxxS48lgI9y+QRY11Rr39e70rjt4Q+Ure/9Jrpu5ahayo9A/0msQW8sbDS1GYtmXl4E
mdHD7iQdkK97r5vjDe0A91lgbjWwLEGIOMFMLN0yS8UV5Of5ppuVeuw0jdUE1LcfTHtPhv66v6wc
HQvEbhEohxofFt1zC3nTpFOtUR8Lpa9l8JRNoxunGznpLRuCT+ppJFtZhY15gD7L/ppY0oNij4fr
I1nZX2cjEdZmiBJDC0o8oY4Luvu9tLqNtDcFLqr/xQ7c9eczNsP+q0D2Dse23ruF/AwgootLbxsk
vSyuuPjkBMiu85+F6f/ckEqVsdJqntVzDbDK7eqpTCC3U5ydr6CMCLazCIt91lXO3icnfhsO43CL
WKjzMNol35cOIWI6djUc5zCMD9joftKEI0duHVY5XJuOjxhgHZN2jMYZuuZsSoD7tuw166ajfgH6
qGi0fZKWqmtI8/jJH2b5Sxw0wYMTldPXMUgt/zXpVO2L3sGcU4QSWeBBtoKjnSrmDz9K5hcrVekI
lew+P5ZlmQ9gv4Ih9uYR9bBj7bdW/+DUiVQdtCZRwqMSBOGn2uiHT1JdaRp8hUX4pZxsJXKlwEcb
zW7V/oZyYH4Y4jp2Nm65teMEQBQAP97joLyEW24uufwyhUSpn7e71jjWBK2lfjNWD6W+z+x3111p
bWOcWlPPVziIu2iKVaxZ1UAlmga1NnRtUhrXzaztjFMzgiM1yYzTTJhRoM/LXhP/Xd99rzbLXsvc
iP4KoQ+4OCJTyDiF26D2jdDR4GH0mup7qe3U7Kjpz0mIeEp5L8VH4ENO9WKaG0/ntZckbeJ/zC6j
P4mzhhZVLF4B5PW0Hz1kQ0X2LkWJxuz3htG7sv7cSPsWWoQtPPcFpRTR5ELXq3JoUnACrHlu2K7m
VgKOlXmo2H3Xi69zPx4ARQX9hy5p7sxg2ts8AxapkZE2m8R45QK9ncPibtKs4/UVXrmXzj5FmIO2
tlOqMXyKPigmNMjGTjJKIMtt4HVFcqsWWyw/K+ETA+deWoCjsiVSJPimn0d6NmReWphvRYoMjV0m
npH5T51U/KKqcNNMzVup2z+uD3QNE35qWKRIMDIlGSSlRyKtmG99OSXEsTPLayW9fZTNHpKSMk/i
+3hurOIuCSX/XrbSiK7asgl/+ZMmS16bmAop9ax/kdUpvokzG2FLHSo6la5/v/0SJsb4sQ+oxrux
HlZ34dAbd5Mspy9yzDWcB8UGqnTNhYlFKfMA3zKQwBQ8KQ7mpg37EVyT1PeeD5ZdthuDU0H/gjZL
sq/r5D15mBcjPc5VornKuCW9sXISgSABc7cgjkB2CEcEaMZZ0iI5IwzIPmlaeHQa66OpbCHVVk4i
xFOXlA85BgJh8Xgd4tE0KlZvGmbXpJJBx1sXHjNAFdf95KJpf9mclDAUFRSOvEDHzjdnowzUwewp
8yr1y8izUodNfVcru2y+6+UPEOLBCRmGN1o1uik9DLL2nEa3YXAja57K/7v+NZezu6SpebNDwMXd
YgoBkJzGs4T/LGj1DAzbTTflXjr+9SkPFbGBxBFYcbxJJLbpwt7SRmAFKIyQ4Y12o/FVVT+OWz2j
lyHpuRnhqCFU0aqmwEwG28GgP01OsjFbl4fZYoEY24SgB1pjISQ10ilSMgMLhdbtJ/lDPu9A8x/T
GVaq2+sLszYYbdEL12GSQAhdiBlNc/ZZGThKEbNrX9o8osTbZtnGgFackTqoBg4NI6DdRKkjKzAs
VL4wY04fDCRRQyX76Aw5TSnpm9OAuqdBJ5V6RK1r+EYWBczAbY3orVXf9C5+9JX3o1V6krbZC3p5
ZS9NUSbFGyR+YJ0XDh5qfJpey1XmBbmDJKsGI11kzc+ka11oX/blDMnP9M/YZ4e0AQZlvF2f/pUK
57l9wZniQDJ6s60zShHOoa96t5okdGSV8Gn2f9VNdJgknbYsgvpxK5G25mUUkbi9FkVI9s35AVEU
gFHmvGFNeLdG/aOa7ZZYxR/v52SrynN57DHMP7ZEoEg00AccRtjS5hbYLPQp470W3dtbmK7VMdHk
RsVioSMXk4NQ75FgNgkDaGFyFbmgI+bQTU9p+zWXjhtLt+o6J7aWrXUSdo293nSJhS1ekITIP2WF
EPnG9AtPt/6ZyTJH+qEAezS+v254ZYy8h8CRcT5ANiLWMFTHjhpLL3JQar+CXHLVnIuSrsH4ztqU
Xlm1xVsf9yBvyD/nY5SGOsvjrkQSWW0omh1V9SiXULs3ndv+fVUTdDNITqwYYEfFaLJsp0oNpgpb
zdFUHmdUqJtRceduY/5WikDnhoQ9V2pTbaYjhrrsPgkf5/I4aj9Uez+SqbQ6t8/vKXzI6seiuLWb
fZe8Xl+/y8gR8zoFNW5naA3FhE1uOGlAbJh7vjEAg6IBHoXpYSlKWm95U3pQfCdbzRor++/MpnD/
ahzzaqZjc9bTgxMflMy/sbQ7o90qa20NTjhUUEUz4nKk50xDeRNCRwY1uV3yXTH8Xav3XiQfIvvL
9Qm9fLKeTagu5COIOSbERBhcbpH4umub3ax/nRudN7c3xvXt31vjIkM1jTCG7u1ly5xs+2mUe1pc
FN7hRbTXaNxN6geJdFtSjYeqG8BVdBu359omPLUoLJ5hdBFCyeh9Skp5bMZvUkZbsm0eojBzpc0o
atWayoOSmsdCxCZsebBucZjUjK8di92UW5DUAPKfip0a0GKz9Wa+WDvIHzTD1sAVEQwTHJ7Ppj+o
Q991ikTN00MFbOEaC03Vi+VHO37lAXV97S6incUagmCgbAhDL66HMDLyJvWxJjnfmox2Jf3rdQMX
7o8BoMswiSDqSFilng+nLxoLVSV4+3PAp2Qt+/apKT7GE2JqKBZkzU05bLExbJkUZjDNBp5nKmsU
TF9T6n2QSRfwEaYgLr/1tuE5W93kF7G8MEbh3lO7ue1zMpjuOD7Z6kFTC4Lt4/V5vDivBBtCWObP
wZxZITZCzkU/ODgDxGLjrtI3NvOaQ/ASI3tB8g+XEDYz2FbYpiPs1OX7VMu8utxwiPXJ+mNA2Ltm
0k5zViwGxjde6YryuslItjWGxUFODqTWmLQ4aTFhh8EBtQ931rd8bMOE2I9QKDGZjmWamtB09eCj
7Gysw/o0gaFWlzcILYXnY/BH1ezRPmYMcePCzFzX71Tz3XWfugQFLE5lU7oDF073oLjYegt3ISik
RcEq2QUVxDb1bnbu+86Ldcs1redQqt2qg06v2cnVhkevTiGtWyC2oGCAxe18hEqQmAmM65Jr+Y9V
9mw3GyWG1R1z8vuCowV938eou3O0TbReav1+sl15fky3+i+3xiF4W2VqgTEtu7+oUzdTbnx5q2x8
+SZinRYopLV0XYIJFjY/XaXjPIys0wi1q2nQ+eUG8VOtedp0Wxq72H+q/rqksZikWKcDPeIw0AT/
M5uqrXqZUSV0s8nupLzXAQRVxs11F1ybvFMzghNkEXT7kYoZWf1iwZFi9j+vG1jxAlDU1EUQV+eF
ICqsq2MZIgJCP0vVfFDISVa7Sb8dnY/XrazsVqzgxUshEP4LIUTQ4gXaXM+Sm+r7nCRhWCcUZ0Lv
upWVyeI1YML9TR6EGqvgafDyWVqXIzgXOx8c61UONyh/LkZBygMufBDhBjy3ZOPOd2S4EOsCBQs9
XXpKhvvE3Gv+3643JpifheOHdnbnt3bVydHcB2DR6yEPPXoe5PSdrm38/uIvZwWH5fdJXaAcZJgW
BczzIUi9HETZUIReq/1S6rehvRvCQz7swmjD0IVfCYaEuQocH59Dmt1Ti5l+07vI+qqne7n+2yVH
ngBWJCA3IGEIPYX9oWW5jBD8QF+3+quNdl2/VU5eGceZAft8wrI2VswJ7LpnWM+zf6D9pgQ+tFVu
WlkWssgst0FeDfC/4LmJnym+0S5WqsfUR3pYvWn7wkPVYdw6jlec+NSUKb59RqfQlBFT8FbpxbFr
7np742ZZGw1Rs8aDdWkgFY/jtAj1oWs1FkX/rpeund/7Db0GJOuSDS+72PEs/6mlZfVOtkuumjPF
YCwVaIvFOcWHLbqPleni2c2igJOgcCWmiNth6BO9MUIv47mRfNDNfVxv1DJWXAwTQJlhR1yIgQQf
BuTs260PN0Gq/bR1NyghWo/fFciMXj8eV+3Q9rqU4Li1LGHv2/bgFFbphJ4k7WLNi4OdaT/PW40J
K0tC/hm0DgKDqgbC/XxJukhTI3PuIg8xJEV6H2Ufro9i6/eFJe/VLg8zhd8vk0OTvbTlr+u/fzlL
i142Kc7f77GLEzgKB0dr6gAIQay2N47fPtn63Ny2BaiIagy3qoKr5paqOeAYmrvFxeeoHmcnhoig
mvZmU0BVd4jY9YG0cVBe7kny6TTjMDQ2pCqGsk06I+nV+QnNss9K2FBwPgzlS6c2h3L4dn0Gl8Pq
/I7BFIJBJtUxcAFi6j6pDGqAOqaQHXNek1weX4e0uZ+npL4p+iby1Gn4R2um8T6Jxu/XbV96B0ru
ULXQH29B/y3Cq4ZAG6XaZjohnfF8K983W2j95cAXR6dzdxEKAKGiRnHu30FcmWluLsQKRre3JMN1
rPY+KaNPrTV5PclqC6HHfzEo3pqkpzkgGNq5yVjropCedTDo1Utsl267VQtfWzFuz0URnM5uWTTQ
W2oW/wY/GxXCKTG6AbvReaEaL8foOA2uv4UZuTxVyeEsQABOIRr4dCEe7LO4duwKKKGfv8zUqqrX
busFevl4W7L5nHU09eowIojvp1ItutKeAtj/ok+W78lwlPY3Y4ByawBd6EtPS2kFQb2JFl5zvL5g
l5v63LQQNJTtqCCbi2nVGm9HhY5Lk5bmd/Nfwz7Ph2gJySMlbYexVUIYPO3UNZNPYV4e2q2yxaVz
nA1GvDZqPxriZmAwswIyEXgGXAPvGmd00Tr5GChI3dWD2wzOxoF16SKYXUIiWJcA8on3SDk0iTzr
jM1PabGPj3Xx0f/rJPcyf2QPuHMhtLnEJlZBL/WLjcox+5vBcH7SWfrcSlN5Q9xxuO4UqwP6Y0yk
ge8dLSFWwVio/TTk/cwxEegbjnf5Ej4fkVjDt0KDJ7KGEV168PVdbz7E8ALnmXao1btG2c/ld1X6
fH1gq95+MjDBC8N4dibFx6YTqfmuTuNHo590HsaFtKeDb6t7YGsehQM4k/18tAqkPWTtNfRfqh68
zkY/xJaJ5ZY5CStDJw5nK4hYKvsfIjKKnq4VbISulwToy1ItJNIgLRZg4vIRJ0boXjL0wWAchvMo
ofpXPRa623buqN346a0RvbdQ0wtkFw3oynjWU1oxXLXdeNJe4miEr1gW9+QrnFwr6UHnK0Y01TRX
DUdXhS03+RaOzxkqroO/M1G867eO51WnORm9EPSGNaIuZYPdKX5TTSQzbmCY3tHsf903VzcEZhBr
p1ZP25Qwy83cwW7gY0fSydPpjEMxIa3yqU74AHfDBe4iKzsUze+gQLxu/DLmApIPGgMUi21zDQmv
Opr6jElRsZ1U9h29aruU1Ncwal/NwroNui2HWi7N88jk1JwuomxHy66KSUXmJyW+s36Wo7ILfFdv
3pU0E9Z5vQuLQ5YPt0O4uz7OtbX8M05m+9yHzEhuJjXAcI6aUaWZt0FUHywVzCT0iNdNrd7qOtIS
vC6JLy9u9bRrxi6PsGVTjnF7bXbtboYtP91NCL4Z/4+0K1uSU1e2X0QEg5DglZqr59HdfiHa9rZA
zGISfP1d+MY5rlJzi9h9I87TcezOkkilUpm51irVZvr/Ze3cJla6x2/FOO8Ch9DsmTn9Ddr1jp5d
k6c9foPBRPiMEm1/ldEcj6qx6Fa5CeKK3uDjDhxUw7GMbXmXKblr8P5aIO77PzYDc+j/26TSH6cW
VIVQGMEPMSnGMJp11+4F+2k028TdckjWA7bcY5NQbFNL4etzog1nc1BxBaPeNKejffPKETH4jgqE
SD7cOkaFkecl1fBZt8KwuIv3JJloF8/dyh58PwNTNLY5/g4uu8T55U/g8y/kGcBBQNcDo/BoYWrX
iTCUYxSlnPIM99jSYh+1AGUMPxb8dm6/ALZAEGJo4H/SDWBpGVuemFLCDiFWhd5rzqAQ7jZggQnb
1H4JQekjmizELGP/Q5XFW12zh4qEIH3JnJewIc5CdJoNjSA/BAIEdTNUH7QQ3KUGLiaJ1nBSZ5vQ
CR8xx7RvxgpyaJBpCuMH0mYbV2Ubni5kDH/KcnqowiMNBeFJmgaja9qnTcAz7oA6apWU95KqXSzJ
j3RIgqx5HK1mbfHoH4g5THXcDn28rnxvBG6hXtqH2k2QqNkB9d8vf6Hp0Oo/Cd/FQ12X4n/6GPvA
6qpqBjh0rCCs0j1kzrAD00EQhuq2AMw1TJbIKub8+9SiljeV0HIYhhEWSzFWkAQj69pM32PUTdzF
rvm0oZdWp3m5ZTSjsnvYSpBN+30csPK17BduoLn77nRB0xk4ySWka0S15cPIgBAsRBXEHJxRxzDC
42dz+WvNPUpOTWkOVKRNG4HZMFnVmL+r8w20xFj8PUz42oaU1MDboGwXwv68STDJY0oW0cjRbnPR
l3ECAWwE27CCJbGSiX0YfDNoqX8bUtBzZXeJMS4wes/FjUmfHvBLUDSAuO58T41MukNkIQg6BCO3
zLuN+VKONPfZpvUAgjDVoPSJiqI0Y3AZN7i+KRvK+2zoegz2IWC46zgtQRbBGyhy1hAGWrjM55wS
sjAgXkcFHy91LQDJMsNNanZQAhjuEmfbQP2n/8olAk4vXCE+IWgNaV/NbFSfx24P7cP2wxhvefQS
+y/U2152x9mVgG3GRlfQw7Wo3YYjU0OKmwS+4cVPbdu9CglUSj8ueP3shY9JFAbWF9SiP41oA34U
clMNSPH8Gzfa0OSqz7eD3Mn23nQ3hbVx8Eag11b3/IX1ndjVQlWkrDbqo3EKH/nWT8TBqR6LzFjY
xbkQfLo6zdcFj0eeTaJEESPlSjrsn8no3o9JvrLLnG3jsrXWVZ4vjFzM28WQD5p7IJLQT7bb55VT
o9cP7p5sFWfeVcfoehiNu9DIg9wytpT+vryfc6cah/k/FvUBtLDJ4s4BsGzlFHzliVu/XZqNnL3d
T01oLonHDakohwnPCwFAxsnaRPye999KukJ7yYZwWdgsHOi5EPlnmN5COxngdO2whW7p1qNw4SYd
WsnuO4gCVyrp1w6mmmKpjg3Jrs1+OFzezAWr+mZiSkMlQDFhpepuLEHQf29Hr9K4r8leVqtqaWJr
7qyfLFKvXfqO3yaYK8dEnQCM5ypygDOMvnASTm1o5w3SfQXlNmyQpIY+YuCSKLBR0ZbDemggO7dg
bmlJ2sEbMi8ZKhPmWPSRYrY7V5tFLY8/14iWglA4/NT9n+Z19LaAk/CmqnGHrlrQAcdby+74OwT+
6M8Yg7tbv7DyJ1V4yS1TjRxXg+TGHbq7aIv1Ce+voypNrxrXA03zZe+ZWftEc2tD0w+cpqgWn1+w
Xg5cZoPXKwowh5Afa6YCr1uEfU9dVX3x0+scD1bc5L4+Og+9SVk4HWpkfV+514ZX2fc8c69S1ePJ
Jv3d0Nn9GunLjQJbchCJYlxY5kzEmYgpAAQDwBzYVy0c0AJPH/AgY5kOMFsgncJlcXkj5yIOTEC2
DOByF8Nx2nXOxypsXI6crKBXfrNX9cYrVil7J5EJFM9O9XgML3Sa5z4eeoxgG5zIgz+x5qXUyRpS
TBmncZ3SnYG8EyDUy+uaCS/01AY9dxBpmZhYanLE6moNQgrF12N2E8YvIKMEVL/9QioBKne0IAEt
mTJNbRfreuC0dfAeja0jiY6l+u7FCznl7K5hqhVPP3g+YGXnK8oqEkfRCBOeBZf/2Wc3Q7PwuAQN
04zHT3nyRH2MPrBOftEIJYcEDORA6cTVyyQD+cM1k+4VYjElCABD+3ta5/4hjIVxy3LRHEVmZRsB
UMg+LMzowIVs3okKzY9KFOHetPi4FYbL8aqghbMrOh5uwbbdHk06diQYWT6+JwN4zShXaRx0ipgl
6EU9uc4G0d40cWquh5qWq7hu7Zt6YMadrELVQBNnGHeVVfEPW1jpDc3a8iEsa3VNRNzcp4Zs8dqM
SvDbJZkPEqK25mtu2j+8MQFFdU7q0IYaXNk8t20cb0jTxbcuk269jt0YNEwlOqSA8EcMjIAjpGte
GwoKH2xc/9iVIz9YbmVt/BCJTtC2HtlHpSpKlJwreR07zvTLQnHooN6xtqs2h2IwiUCR6hf9tqKu
3Jp572e7llftHlXG/kDDLOYrc4ycF56O3rGntQKzg8qdeBOSdCgDkpnk2i7NcM97H/xRZW3WddBi
E7c9JLnWLua0gP+jmbHv2jQGVNft/K2gXbzLRp++ZU2UHVF9NJ5FknXfx9AL7+qyJxvDipwW8/rE
SYMY3VCyhgwrwVyhmVjfnNH20dZW9CrNWuujTaX9Dyli875nqdgU0oqRMANykK6NvEi/ZQntK7A4
F+mvPHTVUYDO/lVYXXcocmtcyX7IbvCftzeR52HwPGXOTWgMFhorTnTwlC1u7Nit1rIY4zKoUO79
5lc2fehz7gsIH0unBADHS/ttmHGe7gAktw+FXTcPiXCqLVBpfrMSjjMcMfDVf2ddZKLXK1Es9qBt
vOsBjpMBAY/tvQdoxm0aVqIE5/sUw6Fk8cSTLH8s8pEWa1FG5aEtquqdExr5QWXJ/oN0AoOjqTWM
7tGO0uZNYD5yK8a0PIat6TznbemEB4i+xuADtMcHaBzl2ywZ3JURGuzBZVV4aKzaNXcdCR2+qdoq
tAKao+66IiIZul1a1+ohLbuhC1Tqh9e9a2RAGhntPoxLwwqYqoofAOpEzw72JQoqcNM+ccut83XO
uvS5EEQ92SBU++6X4I7lqW82gShF/pw7XfXhpqgoAEdEAQeJkqj6VvSp/xD6vKZBXjoOmM5JduX1
im/GFhjvtKj7Z7sabBlwQxa/VderjYWG4rNNYwBaUg/NoiCzC3A/Z7EfPTlJCMmv2I36gCM5f7YH
29gWYetEgVmYKWb+Q9W/OpL3hzDNpB/kPaVXfWmHt9xpcIAL01U4RRhmjLKyu+r7xHwfMPkU2ElF
8NNdL8zAwVuw20zigQ3CHFcdqjA2EDqoTAbo+I3ySKSR3A9ibIsAEjPVofJoss3dBvUyd4wkqg+u
ApZDJL8w19W/lMxvD5mX+mhsowh4l+ONlgOhFK1LWcgP7oXRLaJhuzZkNvxgmV1tRwLuJqfLVRTU
rAQNxzgM/CruYqSu/kDDXUVE9qQQrremqO0ugCF+KPyy2mLQI7khZSEejXCI9jRyXByHBJwIHo2a
DXfAo58OY7cFE1zynvm1EZAhajfgrGB7UE6AP45yt1tLOTAU/SwbMyGgTeVbMjAIQZKq38QiJ5ui
S9x+V1Iq/ZWXEXcMACOu/aAH21yztqM6jfAok+gOuyWIWYMOVGIbAPwbZ8U4SzbUStJnD2LxmGur
lQGheOLKYQW8zViufLNOfoMcHlhKVVTNa1X44WZwZPnOSNjsuyhNtuBhqN8dbjT7CgrJK2m0zUYy
Wa6dadOj3Bi/Eas1f/ck8QLGkuIBgwHsmjd+fQVxjPFgwRHBIG5ES9IWc60AMAP+veW07DGKjQHy
XaEAk8LjGG9N9CIs9m7730z0k0e6MsogGbZkSVBkNpubxgUnKgEUkzWzEjNQhTX1ko16V4EDPpVL
g5WzWc+JhekXnNTyeFvaHNQUaOq2w/fS+jVR6/smZC4cFITin36a3pNmCfQ9m0ISE0BsH7VyDJBN
L/UTq1XNRKsMJA3JNPoYH9xu22ZxADWiONqr+FtIfolq4S0+l6igqscwqYiaClKuc5txHYGweGpf
F+FtHAc93Tblrq9vwqVH3VzadWpI21LoOA1+N3WVDfncyjeHH9olkcE5vzg1Mf2Ek/0TVSijePpq
IzuozAXPsfPvW+MUBS685DDjNZEdn1soMMhG7Kn/5vdX/bBj/sZ3F3rSU0Ktv5XAjA8QKUgP6Kcx
bqvOatPqppbt6F33Xnps4gRakzHUY+315dx+7pOcmNJnMiRjdZmlWE3oPXnkHjqJ1tJo72ckO3hD
T21oLy8HWV7uR7ABHsIVeOeQIoIoczTXLJRgWTGubUwWRh2FXgWggY6/QlYVmLkVJELtB2jyKbzY
GvM7w5DA5dUvbLQ+PuSxpArraZJC8o3vvPYtKgtHvjQMNeeTEBYAXA+jwNYn/W/apTWIHvDytOXv
RD5H8uULq5gqryAJAPG8rn6FLKgOhxqvmczfVFXQAGUCkkcvX5qgnPUVhAhM/3sAHOuyOL0tULxI
8Lx1wqNt/FN1YGxaaDEsmdAihAmRaYiyw0TrPfldDIjE2lwSSVyyMf37SYgoEtl5xMOT2St+V8km
Ke5U+fiVL/J3pz69mEHiU/ZYRol0rXK/ecX3MFv1cql/MOtZJ19EeyrHlh1x6sJODs0X50V0C3Xh
pa3SbiOjwgMpJNiqKttUEBis3VfrX1PyT9HhZA1aPBWJDSa5Emto6qNov0n/KQkfLn+OhW36c+me
fHE/zDENLmHCJm9RCrkN+YU7YZJ6wGQq6nVIwc5dajDbZDAz9Kgy6xhDPBA3tvmvRVqmfULaBhge
WFx9vU1veoZd+Q1O+ZBhmKW/94yH1r3hGGCnC1FxLh84taQdwgp5c5QDoLQazB2J9lx6AaEPIP4t
/v0U7LQmCsW+ickVJZ/zfbOtMqxyAUudtfbI7Ui2Xf+Vbw9MFObwUXvFnPm5CakgV2SFaLQ35Y3r
F0GTfeWs/zXgamtI86agXjRF9+4l77c0uirCHV2CLc2eRExQASCN2Wts1/kymBnnVd1ONTi26/nW
qJJALF3Uc7cheEaBw0AbCNy6Wh5YlCPgsD16axEg5RnfJnQIwNJlic3l4zjXxKOnhjQHgzCzJFkz
Gaqb8hpFpeSYo6ixYU1d3wPxGa5kB8LYjtLvyrTqNR3dbUpjZwV24aWMe87ZcS//8UN0j20tOUkb
ZyxGG0eXJVvTVoDTP3LzqoGQmLIWqo5zYejUlNbTyEu7Ql0FpqaB3th56CHJcXln5y2AvGpCgwHh
psUhJwU9uZhKp029K4tbp1s4TLMeggr+f/6+dh/4OVi6pMLfr/JfohVrnqNa4rONEy9RSf+ht9Fz
YDztADpC6oiZf80Z4YjoaYHDbOV1FPJ0Lh4/xtblYFZEzaoZGUa9WGBzqNEkxTUGlm8H1P7GukVl
rAsECIAd8BDFvb9vrds29FH4WtiLuffh6Q/UnBjotHZsp71ojW8evY/oMYs2UQFd0GNV7p2l4YvZ
rT/ZDy0AoObo+qADQmcRDbE6bgJaDoAW7jkKRJedaC7UnC5MS15yXwA6MmBhAgOTzktj3JrmQgSY
9dOJbB1zCehb6H7aG7kLRggMXAj7OkospN9L3d/ZY/3Xgg6/j/PULzDTgTkBKBWk9XPNtnn6ltbX
RrY0jr2wGF871qFPZV/ZWEwUl/tCxNdQ0dp/5ZP8d7/0F3rt2IMSIVbj03ZXOD3qanmQsnThsyxt
mubSVZdIYoX48gMgxCDFYDnItZI16Z56ka7/f0vS/HkowaMIGi9cmw1Z0+Ilo8B2ewv7Nn9G/+6b
Fg9D04qZX2PfuNibGAKV9c3Q31QUCRRUe6yd72wvr2r+avMBJgfpOdgX9GnrUgxJT0iL6yS+jrNj
qO5SzB7b1jeIiLYg8iEBsVboBAd4KX7l3E6TWai9O4DvaTuaqzFBfRqmo/qYt9HKRKE/WlJQmf7I
p7B8YkTb0Y7kg0Gnk+t7O8F2Mqsxkr/QOps9UCc2tFumyuPRHV3YUOCbySdSg3bB+ZYsaEkh78sy
NgxYwF4GoVGsuqWh2lnPQ+MP8C72R3ThPF8roAtDiwxTV7knngVCapBlUGsDkytdMVAggelmeETn
5APTX4cv+OCkJQk0LUTbgac9t10lfS28RqGB6vKHzHMA7nnu6wq17PK6q9kqV+aDVD/G5hVz8Rti
/GvCTrxUQK2LRHVCDbNPdQIDykHSwtozYSXgkGaDuSed4UKbvkyuPa+wXi6veM4psdWQzgXAwcQ8
9vmCVdxbExUqnDIKrARs8vndyIeF4zUXHE+NaNcibKu4JDASOT9jhobOPnVLPCWf6/b18nKmv6Sf
sVNL2hlTqhp41yI9LhWY/0D5CIDRykaTyGneL1ta2jjtpOEmoSkaMcgX/Q/O9yx5Ymxz2cTcQZgQ
8OCKBEcIXjDn38a2q6qOe4yW5eEHi6GYg/5ziY6kGfT+h2NsK/7jssH5Nf3XoD4M5aUtpolrGLQL
Z0MV5hUgxJuhCXrZzPxH+mvGPl9XWbiWtPPpIyVbmm8IWefpk0O+EKhOdk9/9LuQgQdXO6w48i0T
u65cqDTPBcLTvz/9+0llhAGoriBdhCeJgiQa5F7F0q00+/2n2xDcFIC86s/jTtQpKOEszCmzJ9kM
K6FepUnQTEQf9BAPaBMtgYVnDyrmXQFpAAQfCNvzNfGmYKhZwaJvXcch8Chim/M+6FsLefP2shfM
7t+JLc0LbFBou67E/kWAgBoUM/MLseAz8+IUTE8saO+g3BtyIhUsVJjIFMdSPhX8UZJVXu1aNIiR
O4ujxbfgtwaua5XnCy/K2YSGuX+o0jHD8imhCfuMWm0IDzQiqxdBxrrhhcQGGs5SeAXA0WGO1p+q
HlNGszsKEFSxmmYQbizg+8BMS7hc2PPZAw64BpAKILr5RHzNbN5XdejgF3VPwt7U/bHxF4LWkonp
8J8cCyfzhypOCaaZBbtNWvCp5eI2l0scv7Nn42QlWqBH9O28eISZukubK5f1BZIR6yhUTNe1K46e
n0I4XPArUhVLr7zZU3JiW4vLfdPGbldOtp0C3EpbmTwV0Q68OIC/fOGM/LWkE9kKUXcel7AUNW4g
iRk0S5rsC59LP/HMKRiTBSykBOloubUx8EOyhdbE7FE/WYZ21H1llRhfgdt11ivzYOPp8jbNfhDP
AWsT8FGYHpwWeeJzuRAQvanQi4pRHTJdUGWvRXpjhPdogl229Kc5ricYyGzxTkBgAexAW0qSWiJ1
JiAH6AGC0Lnqut9pCArEWwNyUE2x6Z09y96H8KZ079GSu2x9bp3IDYF8IhDDAdzifJ0hNXIBGVzs
o6g/ZITZcvUdw2V3yn12knrhIM+dMKBPgWkCNoF80nUrCjyTvGnQzyYm+H6uMvFDOV7gFqsov+qS
dd38c3l1swZB/QJAB/g5XZ35x4D8p12GDco0XnE11O812Co8dRt5PYTr+fOYDWvIQy9s6Zz/4xL1
IKY+6U7rLWmGZx/LLcBIEgIGO0g3dFfDIg/UrBFQf2HcAjPMoB0+/26+p1qUFvGWlqTe1uF4qCJz
V3O68MVmB0pAngwRJIDyUMfUrm/Z2xPt3/R6iNObQd6N4IuNZH0LVrUNZl23URXdQ7r0cRD1yk8/
Ln++uUMOuDL4pwAG8lAUPl8k9cecVj6S/Ar6h4a67opflw3M7iIYcNGMQCcYddRzA4lNKmU6uE5Z
OO6mzl1pmFvOvQWPmC6oTyf8xIx2gZkOlEfZlJdAezdobUzpZttWPJEvAJ8nBfL/Lkc7zFZhgYsW
c6CrEDldjDmcJPuoLOD3lnpSs+fqxJD2Uom9kLYlCHRWhQ16ef+DYIwzfWrIXcvWeRHva+8LLT0P
Y1wUwQNtdZ1Kr+xb35QVivU8OQ7jm0n3lvxCdxVaxGjZI8Fybf3aMhww6QgDBRtfiBVTIKnAFblU
CJ3z6FMjWqynyQguohxGMurdm7R98PPHyy69ZEELDI6TZwUk5HBmIJ1jqTs3XfgUszkoenfQ5gQH
OGKPlqsk5hDzXuJU1t43swBW6Gqwn4z2RUQPIF2ObowbFNPGr7zwTqzqL5cIuWfqTg/+PhkxHvPa
SBaU3nqRFX9yXf2sntrRAh6XZq9AEZWsrIrmu9geHjr1TY7+PR1/ZsDzBSz5cfmLzQWhU4u6T+SJ
UyQFDlPiApgwSQy0j8m/li7Ew+XUiOYWmV3bXIZYVufvwCIbQIwXHKTOEiXlXKQ7NTN550naVLC6
dxSDmRIvsFQNQUZ/NP2+NBeAFrOTeaeGtMhNBitl9oTNg0Trig8fY4gPdhOWj5Dbg2ATSOhdGwnV
F1p6gPmCgA9FZSDF9QqAL7io7ek6TDvz2OTstlsk958+t+aAMOFPhJugovqknRK6Ra8wfw8TrLqt
pmdyOQZx1AaZcICUqVCsOTInX/fum+JvdrnEpDDzCdFRpB4FggUQVZ3EgXatlcU2LhETjEB9sROY
0jC/u0sE2TNef2ZGuxMB/uUkYTDTNBgCb9RdQ6rfTW6uLx+umeN8Zka7Ept2rLp4wlKmtbiBEgtg
2UHyoJh/I4swwCzKwlU/czMyvIPRRQPy9nMvTViGWYkaV72g1Suxi03U/o5C4M77J7gUZop/+HG/
+8IaT2xqt7FBjN6tGnsKWWs5PsnkIQgcqG6LZqFlPvvN8E5AXkvBSqiTA5a1zHg8GeoHMHV60bYb
s2M18gUekSUz2nocJTnrTZhRza6i96LeptH+8pZNn/3TIYO+HZ4+kHpExnQep5qwgsYYhudXXY9Z
/XjjS1RxANLJguYLPRrIV2FGBLTMExOldqFA4BpHajKlon7d0r0D0ex0qX4wu2UYFMFfg7wvKJzO
11NnDmASrocqDKB0YO8YMKPp8oWbf+4sWSZGbZGKY9t0aCLnyjZ4awAFKqxdGKEULghI68iw9jsf
oBeFQmJcLHypuZVZgAiCPBGp3ydInehpBMwM+C+jBhJLvsyqNfO7fhs748Ly5gLfqSUtIo0jowAm
YHmRT4BQJtd55x84uAdx0xwuu9/comz02zG4CbaRTw9hUJ2EqZ+gKFoqiMKaYJMTdDNIf6GePOfl
NsU7dNKtwitO8/KKtX5axKjE+EkOBYwd9CMj74qyYBDbywua27tTS9q9D8m5EQhvLCg3tmD2CCj7
0fmbznm6bGYmuQVn6N8FTft6kl5Yhm1y/CvMuOMd6/1dUZQLAXx+JRNZ5yRm/oljP81SyH85KCxl
+e8BEHH/G2s3/ZJs16wDgC7qP1a0EBcnllNFU9W0Le+L9jCAkkQt3ApzJsBkg8IO0M0Tzfn5XsVZ
5rf9BH5vhlvlvhqgqDXrhc1asqGFHal6ibsONjyyJfytt8BgtqQlNxd10Dv1QagPjS3g+M/XoVI7
AZUYbgOgF3+UWXTdOVA9csQ2BQOpW3mBB/7Y4LKfzd3iE55gqothGFzPgdxCir7hWFfclQDZ3goE
7CorAhDxrmi5AQIT+reXTc6d1VOT2ufqSjvlpYmzWmXsFnMfK7vPfnaltcl8b9uxbCGsLq1Q+3JE
YjItpNjVoSiLVUPUR1ga9SHt6reiM99NnxebMPZvM8yDLWzu/Af9u7ma70OsL1Fpic0dmaWgxoXC
FShZujW0Hz5UEb6bhXUDEYCFMYa5c42aI2iNUQfETaldw5BjsYfSmGJhf4Vng6OSYIxXMvx9+TPO
FcwwRwUJHcBSAATX5z4IgIwK6HbED5vemAldDSldQ1FzVxniKkveGy87uMAhunzYc7f9edn8rBdN
hSxUUEFpoLMB067rJKiQkbwXP5skg+PEW5t3uNI+MkMsfMjZLT0xpgV9xzXjEKxgKMqAW6+kr8mY
HPwaEi7GV7Jq/Ln/LkuLAS6QeIJKLGuIAKg2vSuWM+SF0LhWxZ1ozLWMmsAbF0djl1Y4/fvJfZPj
J4EmD3YjUe7tVK6E2wYuUB3gyrpRw7DCuNw970AHI8x92DZPWUnvWNw3kIFOd1XSBtYiU+XsJ6Ym
yIMmFDuomM5/E9C0qezb6figcp1GWx+86WQNqoNgiSRu9qCeWNJW3zMJFowIqyfqO3GCLN2naIZY
Yh3yHMofC647e5ecWNMiUjGAgcCZ1hWDwcQc3kLUSS2IEF4+IEtWtOAT9YlruOnkSS7mUTdAfgbI
xhaMzAbXk6VM/37iNk7jtpE1TJ+obd4cv7mOWrruwleg4TaExps4+sgxq3t5ZXO96Ult5D+OoSsp
iC4SVTlZVW66deL4AMbKldXlm441e2TPaK+INUgxHrvO2UZGufH4h2nw+zQ6XP4lC3usSwQ3lUFD
oP2mMrS9JpENbsx4VxpLMjtzySBUHfAwAGEgGJO1iM7SunT9BG8ezlwoydM9AOu7r6zkrwn7/ENi
4jkG9T0iXN3xo2ARhkmj13AcF8zMhpmTlTjnZgqnKbxmwErIwA+yLm+s7tHKPYyB0AXPnGs2YgYO
8psEEAxMAWmbRvymNpzIR1YITjoouo0upNYD13ll5E2N2za8c/sgJx3IHzb1EuJ00bq2nxFS1ZpI
LNRGbakgDzQ6Rt6qL6/A8Zu2P4DIxnkEDXtnY8yq31z+mLPh7GTp2i7XrK9aOb2RixgMZWI10h2P
2zXPXnIf4uGry9bmKpRnO63djpxHZZThlbeKxlu325QYc3W73RhL5FWPjvGY2mslFrris440TThO
B8L5hG00/LQ3/QI2yzA65LIDCXu9yT1j12KJl9c3ew1NhF4A+BNUKzVH6gY3G0Ibr2U3gigm8lSj
JbsUL4yRvOHaWggpcwub5tN9yOuAz0dvQw4FJ65BCiT8DqsDmaS/msrvVjancTDa7svltc21ONDz
NAGtgJa7DVmF8wPJC9+rTRfmMKlGdnVSXjd1VazdhqsDCJHorqXOzyau6kB5bbF2FDj8y3B8ymi5
xAk/F0wR1DEeQPBrPvHB2lnjKGRZ6Uqk/pG01YpU7CZdfGXNuCs6X9NzFNIEk562dmc1gne253Qo
IsaPXv5Rdg8F2HoHiORQdOc3tQFJLrbgQ5+/KmyiNIbxWAcSLXr71fDsKC5C2BTZyqqfYk+CI/hQ
9Et0V0t2pn8/uY+Z3QqoSqKkPrBV0z4N+RYK2ZJ8u+w1S1amE3NipRQ96PQ9rMZNuyDyANqynoiJ
zvjzZTufPWLaNbgnhlxNn+nOWcURlA6aaTXpU9895OZdtcTb//lwn5vQYlfklqPvTyYU+8HZwZJr
XmCc4fe41AX4fIcDc2La0Hr7o2Smj580ICwxhmlWWJUPXPqPptcu1KxnLUBhhqDONumjaH7tWCIK
4xAF+VauGvGNOP865E5snpBDBD/eJIaiffU2Koda/Sm+s5fa2TphESThXQ5I0OWvPuddp3a0xNVW
OWbwepS+aLbmaRpwBkIlNIPIwnrm9gutJzR/UDgCa5oW19sGiVtJUZmS/p1d/JP29tLFOONcLuIq
0nmGygrT5b8lkBD5kCM9bN0SAtnPJhQ/I5ZN5C+BLG58/zeh4qFx2m0iHsyu3qPB8dzaztq0JNi0
CsSIaulZMPubKIhSHcT8SSTs/OzKFipngPIjZaXpVTi2VzK2dk7lbgf4/jAudS/nzEFLBK6PGiDc
ZjriJ6GiKMDx0DN8TFmP5fvAQhDFZCPERVdFmkKMXQwWAa9JC/3GHGLJPCCkY8GoWH/kEAnZ+O2Y
egEQoUUOiQZvYtQSXf0Sooh07xYdWRJpm/u96JNQiMwSjEbo03Dh2IWoI2N7BrwngjAx18aojl5c
XCuj+ZXH7ZKPTDDd8/6MA+k5KBDbBK6Ihuv5Bg2QzlXcmxJFQ0ImoTbXvdNeA9u1ZuOwlpWPMk4G
3G2/wyjj0teZ/vgn4/AFAs6PiaFQMw7kTm20I1Ib1flr2Zt7w/S3zMQkretujdZ5GeMeKQ/Gae3n
ruQLhaqZAzipx0OsbFL0xFjS+dJzxJoxC5HDufxHH3mBDQ6rfx1KMMj1p/EAGgyARM8tpB1XldOF
qNqGGxIdKutKgSApf7tsZeaaOrOiHSmVRxboF7GLHTtIBYhtded7m8s2Zh4UDoxMVDk4Ryh3aZtV
yzEeZY3uUO6qbQKwQcC5b61YYw27xk8SKDH0yTotQMStRKNuMWmG4o3Vu8c6ax+6ZhwWftHcSYHr
uuAFnArWeo/MicOeYAAQ1Kj2b3QSgsy7DU3jvvV79CrUemH5c54KFwWPJ150Nlzm/Es6XY229vSk
Ka0QYilZfe2D6GsTVUX13sVUbJEp3DV8ZLcgvL4RnsEgCpEsOOyfTdbPCz4AZE4tnFfMaJ3/itD1
ItWFIKRQJe0bQIQzx1xxmpFnwwdFTpO0EiTvKsmjK8xwwelikaBNaQFkfmBMyGflJCCqagxGPryO
O2vw2Y4trrYsOZrVkEebZMRfCuqG1s+FH1vrMiwntrO8GTZ8pNmLTRt34rGxns2GGL+rvK52vjDs
VzcMq33aDNlaRGS8jmKSoRMShlHAwYt233KplgaVPj8z8e2RmCFdR15DdRmDROHhbXd5uvJs4L1s
dp+7Pxu0ERJLgp3T2aqlIcaZkjMsgiBgukymvry2/6KjpG8ZXivtsPG9B4ev8/Zbzp6j7gOCdzFq
MPSGLMo3zp1vXAbozIKiHXSZ2tHrU3twISORrvoI5KrWpOyS3FFJFoYBZvIe3DmQw0I9Gwddn6bt
U/DlxQqT0Gnrg8rtEJffhfdG2fbyUZo7txh2ga41nSKKXrPqC+m0wPakK+L1G1ulB+on66gmQeq8
c0UW7rfZvTuxZp+fmLGzOyEkrDUjCMRte5Oy+0ot7Ny8EdDiYxh5mkfRPpAdJYozH9qDKut/9oqq
e491L4VoioU287wDQjoD7Tl0ZwEtOl+OwAiP7KfXeRH2mDn9UQ+YrLka/YArdAY3Njt2QKaWSzTR
U+quxx3iOzhs0DICglNL7T3SsJBm2EXavIztkyqPXIB8IEiMF1PuraW3ykxVAEgAjOlP0gcA3+g4
+RYCfhmm6OAjzQtw68pZmck6jDdNEjDx5qQrDqv01it3l31zLiM4taul/sIGpWDvYZ1e3exipvb9
sIQLm3P/6Y2Ezfwfzq6rN3KdWf4iAZKo+CppknNOL8Lueq0cqCz9+lv0xXesoYkh1sDi4AAGpkWy
2SS7q6tQt/qWS226sdNzEJ2y1uy6PdBxP9OC4YYra5HcPkRuuTbF+X5WRUC94QbsOxHUpyJr75i5
pxb5Dzb02gx3NEbpTJcmhpkQTcX1dDNlL25R+eH8HoM98/QCiUI+sEQQ7XER8w0ep86y/W05dthp
aNVw79zU9VzztgnvewhMW7JEvy7yBwvBHmpHBDRmfLzXqDLQhrBLD3Ccnea59b2+YOU2Cr1twyf0
givGZR/9miu/cPYk+2jrq9iuUbnZOcO5arw3CvWK+j5f9qUVJKWMg0fkTOvv4/zVoi3JzAj3AVBG
p6o3zNvGviXt7y6R3Dw+Mdl8BMCJB/YavFZxCnGBhzROq8UmZqLRY8C4dvmMagYjj/W67JZacxBr
xMu6cpNXOHzzt5qADsjP6R+TnGXTU+mAcnTyVet2iiQRXngzXX8a5+a9XhOUeTEJtDgHGxUmf4PU
UJMGxH1Ii62VBkO2r6DBFhVB+e8tWAT9ljAPvBS4lvg3BKVIeiATBdFgcJ0jd+qFhj/KJPNE4Xdt
hJ3cq0ds1tZuiQZDXAC0167zzG5nF1sSP4zmvgivdRlAQnQRWJtjXrcyR+lsRskMc5aZ+o7lGeRq
QrOcK3sdibwXT30VygDI/KLCe2ynnxXT0ipEW5IN6Dg8NMtdDGI6Q/uVy1g3BHEDx+UnjhjoNuT0
jk2hMTYtEgOmkvTeihq0c4KPuLqOwLVIfDSEnY5SgvU6ssat15jqUa5MsAa9lIWC8xH9+UlseJbu
FcYbeHYBeZEERkGsPzLJrVmKRuTSHGBSb8hG7fpgrC5VmWMIFuzICBduljFNw4ZdpqKx8Gh+hoIj
ptUD0/pAJVcqXbhi2E/omUWqD0WW4xUrytTIjZnNYX6fTIcxuepKgia9wIw2RvmQpIYfD+9t+Z5Y
F+Gyt0kTjIblEXXrgIo8OXTRtgnzQOs36Kzyp7wH0+YWN4oM6njx9ej++yGIasnX53JTg/jYl3qC
32+AUXABXtKanU1/j4qzsd9Pe5eAV5QpLXzZ4m5jjYMenYXdUkL6uzKDVnlOkA51Oy+LD+q8aZJt
TS5cbaNXNx3YmebSp/qda77kRbyrZUeQKPyuvgYi0scLBeWycFRVfI2LaUZhNYIIrG9mqtcOBxCT
e+H40jfTzjRvyiIYpx9UHGAebXMWwcsMfe/H5kFeTdqJXU1DejO5D/oCiEh1NsWSA1C4v77M8M28
yhIqbpvATNm+JM0YRPW+pOVPNvHKCBcQTUOJJ8CaMJXKWwte7D7ZWDKiYFFsYrgs1ldhg4GK21da
P415xsrSsfU7Dw9LDqHIQ2ODbDY7r6rn6em0s4rmDX29kPtD0ghQZm551E4Fvjease/mjeLsTed+
+cERzFqH/2eCX5paHyHXXsNEQy/z6JVaG6WU7G7xKKBajv5WJJv4XBPo45eOKCOOj2U/G89qetHI
usmEJlA5sVSkCdFpyq1LPOhas9gYxTDdAwU9Zxeoup5eC1HlETx8Xza4IDWb0LqAzAj8q3lZ3gzk
3FtfMf/qyVs/3OY4Fs2+kNgUDwvvHPRE4QXJpw1p3fVGBSCVbzaHKPpIkDwiv04PS3RSoNz0nwnu
tA011SmQigdLa7gZlT0u4WaQlleLu9FbyftbNhpukdw5ymOjhykXsuuRth+TN8CjTw+H/QZ308Yi
fQ2HW6Ssn8dWU2GDJrOX5J5hP81O4bnaOZEViNjMnDLFbU7Npk2o1TA1Vn805SxvP+oJD8Xd6QGJ
XvPIl2k6w0fjksw/2pZ0hBIKtJ/8Gbc7YCYh2aJ5YT+c29TyQ73BS66+sh2ym83wMraj25hKOk5F
QW/9BZyL1EDBgowBX0CcwzD/tYYHnaBEfQYSnsrZJqpsxCxQcxOLzjJTBykZ2rnBXnp8KA3uEk+j
ZiJP2EBGJfby5NGuNnl4NhmLN7nPBCnkDm/Hfz8/0H8A1Dx68KHwwzfWZk1HQ9CIfoYpxwmKbjdM
m9OLKZhJNNYwHSkoWrkgUTgeWV3Y9UQTCJJZNPE7Z2upu5h4qL55ZhLgopXKUl4CH10b/Ixpq8eI
pUNfop5CLJ2RenlaA0t8WPqLlEhqUYKtfWSHO3sHFc3oRuEiWQLxdcdGAnvy2h8c8EdGuKeqXfdm
WeJa6sdohnJDn7jPo4yTWRA/QB+ANCSDl8AT2N9XE5ZZylKQzMp9lEUv2qqHelV63o3JpmL9m0Mq
mTdB9D0yx4UrMOJAn0OFz+X6e0YTL9E1L1c20D13MJeyrlCZNc79GrPHTaCENd0KmvQXkJie0eyn
LDD126z/OO3r313CQPEOgQdXSzxCLG5oqhpaZW9Dk8JuKbIXEDEcvLLanjby3b9hBHVwiFCjJg7u
h+PlMpcCFdApQv0V1WijD6iS4HV6ZyuH03a+b1zYIYCRodiL6xL/nkqXqFLrBHY07SMDcy3EzOiz
Dsm/AexN9ujHpuTG/N0Pjw1yS5WrY6VBDhgDCzdNuR/cs7Z7hZiVVKZNcK1ZWwJT+PEUAi9Sj2UH
S4thEdyawzDZ2l0YXWokTbeJCzmMumiqdyO2ortYc+Kd1bvZw+n5FQ4XOrpMugIZDb5IEzZuQwo1
AdyTXraAHOf6rWO/TmZAG8mOE67kyhLzqNUGL8xUbUoblrKxDlzc4KgFma8JKM99PD4Pxq3RSa49
Qh9dWeRCimOE6AInsAgS7mrcLLoNQOt1WP+gyoqVRH0NtU285nBwHg/NmOISerowpNp+Yvmm1nrD
AHY21Wv6j9C4U5OHyb0CLv4na/efWYNzICjrppFVsvFp4B4Cw5dyY7mb0t2ooyStIQwpXwPkAQ9a
1IB2oIIlxdiY+eW43Gjzy+nBiLfDygZ3yGiKUtt9HANKzXgpqk2BilC3tJCaS4CLfRxST5kPg4wn
QDYy7sqjJrY6zBpGNuhLoABYOE1v4SLjuJNZYQn7le+HblmYNXOQhJzH6X0PPfNMpgsq9HaESZA0
OchLGpy3101RhYsLG9T0yiX1HEBOQQ4QI9t1eqWEIWNliDtfMrfsQo1t5Ak5dUP5E9FLl2yWxqMy
1ShByLA0UK0QW9cAbOVBV0rY5+5iR7gYjhuzvB6SoLPvh+oKuIWsCuzi370c6j2A0JqoGKBgwM1g
GpNocLIEyZL0wtZucvOl+PdbDsoxKxPc3CXg3EzHGUn/rLzp9JtmeKSVv8zXev/vxxjqPghIOKFR
tuabO2mPuoc9AGbihDe5ep9S33F8A8dMOu9Pu4No4x6Z4qYNwDPHri1Mm5N/dMqLBRFsv6pnr+0v
NfqkpZdR2EteDAJfPzLJTWOuGAaIejE6ZKhH7WVRd417UcrKx+xXjp9DrHb2NYdcWB/mrF1mBwNz
tfd5+AXdu9C9o/FdnuxDXeJ7whGB+oylalhZho9D/djG0PxD6Ri5xwFYjKSFiOEF6SWrJYhEEBr4
ssNFomwcdJJ1sBMt17oZhPXDIMNcsZ/gpw2Thj2EOgjAR5w/lJ0TV3oIQHqoA4qpfhBZ5kxsAMRm
4G1Dfo5/zBEH72J7QXMv1MIgKa/fL2YlafUXmkDCjBW7AWnk4YVZrJkjBs326XtV31nohTm9a0Tr
zTJy/zPAnXZxp+nTUhZIMBW3KiK1nl3b+V0s0wIWLffaDOdWTUoHnNsYR9welvLJpl4aSjxKcBww
han/RsJ5VBy1UTxlGIlTPSnJqwshdUhtZnPm5TIuQuGqQI7bcQiT/uAVuZ3MGLVWRcneTC6Mrvbb
gkqWRWaBG0yGq1tVMaAK1I0IMiC1TCtOuCCrIbC/r24CTVejLOAC/KXEj4nxQGYQ+Y6SFRHaAKaH
tXChjsAnrqJwKWk2AXhVTdeKEjjVBSk+Truv6GRG6fg/E8y9V8PIm6jNjBom6vkKkqq9GxiATdaX
VIFUMoUkq6ybSBSLdQdYW5RDkRfnE7LAtEEriKDGEM9barWBDs3hfA4U6wLxmYLp9vT4hE69MseN
r4N4BxhmYM5pLkZtn9hPNgnmZl/LsMTitfoaFxcsx8EB/dACQ/30ZqU7isysIXkGCceCWj9rxGLg
E+4Yc6hboFUENT5SP4z1YxIfjAiI1/s0/cGdQ/8yxIsT0n7si4Ii8KvzfigecIfPa38AAtOStCAI
J21liEs+RLoD/C6grb4VPyt55aELE3qAEhcQRmgX6X9wsKD3hPc4FVD5FOwOcHHiGahqNU6g9ujQ
ldymhRFnZYbzNK1LUy2OYEZXbxXlhSrBaU8WXs8AfMYSM/ZzXG2Pt2qVWmkZMuwRXaAKp8TnTpoF
JNH3Wjyeq+PVVJaAp+kl9Uq3lRQFRHNIcAlgDKTsH2e7AzMzWUq43uRcV1numel+VIB7PZweo8gf
AHRiZxCygw5POBh3A1laB/5QaTs9/DvM17Mty4EKMIxIw3wZ4fkFwbvfg3kDRvraB0Yt0J3L0H41
7J1r+hoAE+Vd6u5amcKiyD3WVnlXnwlQEcxqW54n0OGs/70pDcOy4RbwdBDK8bmLRh+WeqnhHt2k
WL1v2Gm7I2jcpD61MwvUoL3qFhKfFK7Xl00+cQGARJs5zCatfhU2RKpf+3572iXEbr+ywU0cHQdQ
eC2woVmHuNW8sTEBrrrJu5sFGcs2DCplo+qb01ZFxyLB6xvEf+jCAFL4eK9NZNFQf4DRsIPyigeo
cDqAnk+h0JfpnJ056npQt3VyqXQhEotzoe1Of4Ao1jP1Bkbpg6cEjy3Pc8UhfY4PMHCxyMmGYtOF
bu4p+ZNeSq4Zws3NKkVIMyPVrLJVXt0B1IL0g+v2eJ03SbCk5QaC19SDODFuTaasE1ToMitjXJhc
qjIPJ4qan1rfzEbQjY+ZI3EZ4dy5THcQgGHGJ3Y8HiWK7bzMR3gMLUHNoXi28wvPTIBc0bEXm5Lj
RegqX9Z4xStq0Q4gMwxoToz72HldmpfIXW6LUj1XSwcnJ1pTDBmKVxhNVkb14yHmEVX0SMMQCyBD
2RVq+EFOEl1yaIpGawvuanymsChq6KbHGJaRfpBF8ZbRI6bnlo+mrI1CvFxflrixoHwzxS3ziF5F
r07rWa5PktthQH3v9QebCg3sKHSYOET59yak3CLSWRPyAIAH2d0VlO4H5wEI8iGUKcSK3PwTP45S
usYY2Y4XyMqcOSEFFmgBI0BWjxva422oP50ekGjngv6H6Q+jLQPptWMrlWqWoNec8Y6yf6XkYwIO
mIbXrSV5RItWCG1qaDBAoxNIAbkQ3Lf9GDUx5i1SLvrooOpX+XiuV7e9JamTC8/mtSXOF1QAKfq4
Yyuk1bulcc/TDrgyUhIQK9V9oA1o06joTkfLxtS277X58oMJxQiBskFW4pukc984y9K5bELBausq
RhDRTYfIEX2ctiN0j5Ud9kpahVxHUXLUk1XMqHOemudGulVaydksikvGlwnCFRWyyYIIcoKhTMPz
7CKpO+1T0PRG5GNGfUqfr1SZVqrQGwGxMYEfslDm49zEdmZ91EIMqkCty5h9S/uIQbuvJ5KbttAd
kdh1AMwEysHk7BRz0uupCSfJlj2KsHXyoIybtr42ZXlD4YDYIxXjwaWKj4F5H7VVlOrwxlw5WM2H
4w5/3Bzseg2V7DCZJc7vmzxM5rCBpVG/BQucUTwTJhgWZZvTfveJd+NzetD8/W9I3MUGL2EgXkMN
Q6LO5TJUHrEafyjTx7o17pqsv0jUGvylD3r9VCbxDfrfPCVZNqPzauB9NtfNZrES36bpwRhkbEKy
SWCH3mpT9LlJLYPi28Bu27qb2rhU46BR7k5PgSgBgXQwpPpws8NJwHlPRN1R1wZgY5zpLe8/hsFf
0oNKz+baH99PmxKd0iCIAw08rlamw5c9jDnVRgcUeH42XVfaNSgQvNMGhDO2MsDNWEaUes4oDFAr
D1JyMXdBTsl2+En2cT0Q7jSz9WoorB52zOQtKRbP1G617PfpsQh39WosbKyr1UfrP2CazMbcF16a
vUx15GdajN74O0dWwhbOG5oZDahqOBDB5s7NMRrwApxhq6lBY/kytZ4KmRJZSVLoaSsrXJCHeMaI
pDcicIytY6WbLvSAwurVGyfcGs7D6ekThvuVMfb31fSpUT4SjYHcEvUyBOi7Be5862oPceS3zZ4m
kquUZAb5R3RpKwBFz58H5Utf7aYaMKyHSMbpLTwmcV9joL1PWpzjQWl1BRGoasGjWXF2iwYKYqu7
DDv7cHruhPt0ZYYLCWaCOkQITjE/hvp1AhFu/fm0AeEjFjTy/w2Ei++UkCIzQOXgL/qH0asebfaj
+2QYdzp9joFYgvqUU8livXBHrYxysX6KB2jaZzBq1ojtyAvhfhhkSezhchwQ+x1KVNu4vOst3FDd
1ymJfaV/rtTyYUCrNE0rkD6Pj6cnQug2q0/iApbSq5FZR/ikIR3xLLuva/RE3DXK7rQZ0YKiYw74
M8Z+AGaJY78p6q4Yqs5CLkQPEjAbFcsiuYOIBrKyYHIL6kaZ1RSJAwvD86QGk32r2S8gVDs9DpkV
bgXDFJNFqI2YmP+dQBARZV43vXXux2kzom2G2pjJmjrQ3Msnlq2xatOJYjAF8hsoxZjGdoEEwWkj
bM75m8fKCJ9UdvRajfUGRihadoro3qWBm96CCKpNz9sqDepBxlksir9ri9y2VvXIRe86LFoUnMV+
r2MH6N5cXozvWSkraUnm0OYcwnH7QZ9HGFOqh6wPpuGRSEKuJvQGl8G7UNAAjpPzhq5TjGbukRMy
m/bBRvPlfpr1rU2XF7B3Zl42OuNuaps5SMDwdeZY+ctYUaT/0o2b/AG3xIVZjFsyLZ0EECaKM0xD
AloSTCvD5ubZ1XsjVhkA3hkU5DoSMEKESFT9Si2vk8maiqZ5bYub5gYoQqWAbJ9f09FDzd9fmj+G
DCUlmui1EW6icWxHzsxg9uUMWEKkBVU+XBUKeIR/VAJHNlpHIQyPa5AfHEcqXE2cuI0mHAxaYIKp
OC5/nd52wsVZGWBjXd8LUidy7QIGIg2NgICdkz7xwuGpMjZaKRNWFMVdEJTYUD8Axxvhad56x5jV
ZDJYwfKtHv/QcXt6MKLVX/8+Nxga94YdhQSvlyX2I9IGsf3QTbKeEdGUra2wv6+mrEQRJizQ/udX
6WEwd6GKltDBzx28hu5/MB7QeaDpAGcV0vbHlvKxqCDLjHNqNlKftlvSh1vdlsQN4aJ8Gfm8m6yH
Y4aD3qowEqJhzLF38SDryxTtFxuYU6LDlYH/54ZRQkmpmlIcU4TuF6jDlV453aU/QYusrDhcQqO0
TWQ8dYxDj7aF9jGB2uX0agh4dfHIYRJ0Dt6HQJVz4+h7E/FlhgULlYXSOOAdavXXybQDDZYTHurm
GTs063Z1BL0c7Fe8hE5/gXgi//uAb8S+ipI2gFCz9FfsN44XWo9V+zINh9NmhNvoa5w8BUqkJhCQ
azFOTYs9B2dDfu/Kri7CTeQyGnbG5QkBlmPXDmfSgvoEj/kS3DzNvZkc1PJQtZtUhlISnfJgX//P
EB8T9GqO0hipE2Sc9PFyHB9nZW90L02xN2SVEuFWWtniXnRjlZb5bMNWilLMApKJOpGcpZLR8EtT
6ZPRzg6mTS9ir81Qvrhw+gvaBUb2lluSOr/IGEQXIbeCXCeyQtw5t0SukfcsMkxZtU103e9t89Av
zb7VXFA6TF7X1JJCsnCPMbVVAEBYSxbfyki6MEnCHPekKvFDonoojxCSgBLqOqQH0/GS8C8ubl5K
rzL9ws6CTqaWIXyLrb+ALfIqHipOM2jJgC+Iqit9CpYoMMdtnV/G0WVDd1F6F+JtcnrDiW0i0cCy
59AK4DNBQKF0XQKNFr9AM8JooGxzk9Q3SnMeWy2YCNHNXmUeurYlZtkC8nfuT/ZQgB8YTQR3kuWO
UxalBbNuSZT3Olta5IAhi9BPSnEoWwYmBf5uR9FU5dtpSnA71sflQ3UWFV+GQufQjz8ByoBxD+kw
kNCgrYULshQ5itJdWAeXWnll90Kdj1rK8ijaqCsj/Jk3Ie9tjC4anZy2h3CqiiqWZG5F8Y0VRMDN
jz4nl39imhkIdqIuKfA0i70q+tODaSVz38v6RtpwIQrXK1N8rkUzZmdMkqjwpygPoI1ykUxxoE+j
JActM8Nd4/t0qbJGh5mwuWvJc94QbEYZgY7ohFuPhbu/6+Uyd0UYF76hbJz4zHKucalKR8niCJf/
a3F4uEo+L/agqBgKXiOeTYlny8CSsnFwQSRUtUItNVgws9uxQP4LNgzXi39ShnVB+QdyahYx+StJ
5qgVrRuwJitR85Ta7k2jKZDknc7R0bpr9W5/OmIIJ+7LHH8ByYokNZcQXj2Y/W7SptsFJ8JpE0I3
Y0wJTI0NLEqcm1laaA5RARNt/YegBTWLN2P0+s82bCZrCN0D4CbxHjkO8b3VRiZV6gI6SHNoeHOo
qjdotEjtwCjLPNmctiZoMAa2zGS62kjwMUbPY3NQ/Q3JYIBGyyhSL1UQS82LEIX53kbp16+XzHP6
eK/lN6TpthAxkZwugmP8yDy3p9RBTyHd3GBGja2C1DKo2IbABWiXqNeqIrmgiI6yI2vszFkdny36
h7IsgTVC7jo8xZZuA15Oz46feoJzBsmJi7D7wYY+MsptN3MGxW6nY4bj+rqORty9ZFdvnc0Sd1Ye
mWB+uxpXRJyqUHKMS1FuQ3PbOhsSR4GhXprhS6ZsklLxmndSKNs03sTJc5z2DBKJF69vAw+XnI/W
HzV6nemDM4QyB2NPm2/fZplQgfnUCuXJGdD6VlBQIxaArD0VIBgYfpnLdqydXdE8GEsA5wM4WNYN
J9ioeGsAbwjGdiQG+bSOOhsh1ZhKbTh5KXmyqsu0257eOYJD9LMpH1BgpD9svk89V1QyERukD61O
dvb0R8+3c9T6U7mbZOKMgoB9ZIrzIAo4k2NVMBVrQa4AAbp3y90sI5cUxM8jK5wToTe9c2kLK062
m/TrFtzwp2dMuCi4q/9vxtgwV14KmbdKrxMYSHUwZD8mwzZOJDBjEQgDGEJUvAE21b/3fcRxAyrm
Ab0GdqJu0DwD3bVNkf3OwiDRLgh6grJtnkAYTZWliEWx5cgyF7cVkoNLjbAuB3oLBdeqCNT0NxIJ
YIJO6gDcstKnsNAketPA9IhqMBIx3BVZc9MwJwOSql3v5SCdRdduD2LJzuvm3kuLHs2KuEUE/7yK
QD1/GeXHqTrpnDHcZLncVNaNqn1Y05/TJj777LmYsbbB59vboTNHTYUNUo8PZk/P0nD2UgDsW7R0
ZR0JOvLR5C+Wdo97OLUuiineaA7Ku46nZug6NONDMljbuYAkgPWohyp0zv4kaL0FbsUbzPJmGs3r
FN3ip79bsE+PPps/S5Mh1swWnz3gFahX21F7cpNAKSUhVXBm4qwGfFHFHQQZdW6jRkYc1u0MOO5s
LcZT4rrFWwTvADObQeJz7ApcHrrSaipMRgxG4tOD/B4mwIsP+llcUMAM/400asxpgYbxBMCA/L5S
z8tcMrrvUeL/efeZCROtaNzoiqFOmjDF77eotbg08lM127rqy+lRCMAkMAOsFFJlSLXD1nEwYhVN
EwJ44F5I7hpQfGZblewmqJRFEYC51+YS0MGz3YvOpw+m4XW+D63aervIIpZouNCpBWYcmlhgnuB8
potrLZ11DJdWf6vMuuhmZTf3ugSc9tm6d7yjQE0MjWkwMQB9hBLM8XAXVe2VWkV0Gi1riT0F6JIP
LS6s87nSh8xT8w6Qwo4uUMmpSAtVlRwtgEuhNSTQkqS60fCsvkahvk3QVum2VkDGUN+MbTNMUE/v
i9JTIA1ZeR3N4ofQ7tuHcakwg0TNnL0eprLDii3Pt/EA5AY+BuRibD700b7ILSNtULIyIjxfasif
5m4OTnXFcTyqFxdzk+M+l6PTLFV+gF3BbOKuDDZVQEyBGTueTUWbXAhEYAdW+UdknYfJbgifzWJ3
2keFrrGywrkGFC6G1GQdJk57l2WB1oDkQns8beP7LQaAKnSxGRZURBlk+3gkfQuofU0GBsatb/Te
vIxdsrPCBcdH5TlKKDk8RMGDtZdC0RrKzA5fBmwpUSKtx5AaYJrdRvf0+NfpAQktIFWFGwATgvgW
PsIKTKMxO55sa+saITgkJI0/wilbWeCuMTNFpbTOYGGqbgcQSI/3anruZq3nyoSEvwd6LI7LiE3A
i63hP9zihAPUJHUAcdPlChBIle7DeFOOnulA0nFzet4EXIRHxr5hwZswakoGy25oUOiX47wr6MbJ
Nlq0t4ztRIKqvS6SoAr3DpGp54o8fTVQl71vVjdDaI8AKsAGqtKLBqlwdx/JVN1EAWNtgnv61bEb
htoCE30e9NMBrAEI8dABSN2t4vitTBBckCtm04mTBY95rB7/rp7KLDNKgHP8qN623Y26vOjp3mmv
5xi6D38dcsiNt1oZUdKH1Jv6qzUlGTHRPkB0whEK+B5uh2zKV1MaUitKe4LxFqA5Qe+ON+iS8CS0
YDN4kw5SHIBZjy2oS11nusWQR6T1tOJSTWScXILkBEIFZhGEXIw/nd8ADVVUCh0XnFom6knnxXyn
uXslu4y6TWUFkZt5tAVCAv8kqX7RzlsZ5jdDZg9RNwwwDFS6q+w08jvtrrT5sa3PtH8HKB4Nkteo
S2fs/ZoNso6qbTv/qhf9TImT4PT+lo2I32K0zK2ZobZjEKhZy3VenuP+G1q/1W4P/JjEmmhDr+eP
22098B5tprIxoWhvv7XdWTq+nh6QKAyjVUxlfdg2IHZccKxrE3S6HTp/nNBArbNJ/iaDrnhjBbWU
eIqWDehiZKwjoklEnowxtgPT5zicy09KTBKXITiK7L7rwFvuK+pjpXmzezbKSJEEU6gxnvbP1k80
HHPjA1WiVikWbHUusmK6YT3UnbVscxvUhqdnUhAaNfALILXNxATRwny8kSMVsrwj+Az8BHqX2pxc
RdUNENNXilaf1eQqVsnWMXEdPG1VQMWLi9OX2W+lganHFcFE/Egmd4/WKoiv2EGUPJFZ3yuKddbW
D00Unw9xG+AcB5GD4foztC7SBXJS9qORxnujN3xDk7w+iWCV8WFwK/T44wbBI0GaKB0qu4TzOhU6
G5Q+ys5is1J1P3eT9AmvyeXVcXP3kJB+3KfGnAVN342jV+sdZF67JfToksXPZVOrN2Wop2Ggjp2Z
78M268GgPE7dWTmRCdqis0UCW4/r9z4dojHQlWJ6z8He/DcOwUTcGtM8eWNi6b/toTEP5Thn53Pk
9JOPs3q5691Gg1Oo2WvY0uSANpd2C4BaW1woZe9eZupQSYqu3x+4WDI0pQEngScThNGOPSVPO82I
a9T4tfYMTwWFvM/VZR7Kuqo+tQG42z06xVFfY81OaKTmbr54+A4djQ3U/oamVP04jodLzOn4kfRK
u1eNHmQVVlZPv53S6K/KaUQJQx2yepNNWXs22lNzl2cVMrsdCP0em8TIbmiu9L9rV1kkUyJyFvAC
mUDKM05g3lmiXjUgG4I6tD0ryU6xFn1jUfdQ101zIARZoNlxQm+ujOHfD3iIYwGPys5HyPJya4HH
K7L5n/XR9hY0hZ5tbU5vUNFirw1wMbwzos5R4Og+CE6QNqmU2gsT1U//PaGExl9c1hnpIv6HD+QK
HWifsHKUY9FN32dXJem9fmgkR7rgugKCBkQ5vBYZgQP30imLgaZjNiIP7YxBomDTTv7pCROcSHgQ
giIQHW0GpKa402GMIYc3NBiIPvsNKMShad3rIMIcvEYjEluCxUEV2rQA9WGKNnyVcFCNOh9CVKLj
yhvKt2a67qpNKhPNEswZrCAzgUljCj2cj2Wmm+jOzKyUr5ZzmcoKF7Lf555S8TwsQ86qw85Ueqqy
iaZSMk8yC9yqp2pqdYWOEZR6drCGdF/V+9OrLl6JrzliAWJ10aZ1nNNlxhhoGW1dAkKY6dlCCvbf
G7og3uIg7cbEjBnXzbEdc9DqeChgp9BuF3PyIudXR67cNJbMmODecWSHzehqPFCUamdAuAo0TN7M
w2U7Piv96+kpE2Tpj8fC7ZTMCvV2GmBjie7SEMDwYlPaqReN+2651JvbpDyo7q/5BxHtaGicu1mg
EVUSh7mzAVnP1u+p6tfVOZEtlWwKeaeLq7lzewwvdO7N+rqJJo9kwek5lNng3G6ulrDQO9hoorvF
2VejDySz7Iom3D1IFqJbEY9YcO0c+0Lv6ElktJgw6gKDbgYuSMdmj2XWbPVxBrdA8tTk920ItU0g
dPv8AV2np4cpqHHAVdidGyrwSOjwnGRVSwGZruD2Pd0S+3YotoAubCfqh4XrqYD+qdNF/u/EsiYk
NdntGxsOqXbuRmxb2TI3mo2rabFHKx/4Vpw2aIbN6bEJrg5rKzxgoXELBxRcsGI2L2UdGMulM9Re
1iKCbMPi5bQxkb8w5D1rG2MUtpxPLrWWVY4KVFHeBE0D6SEbudK7H9gACYOGk8lgr/Zjdxlxy3Gp
C3dJyo8yuuhAtCI7xYXDIDjwIFyJ2zkP163GJh2TCe7A4AoxQ/8hXS8j+xe5vftlhEfrTk5sp8sC
I139EKJ2nvwk4WWuLfAzhSvKnBbYvQqtPVQmrf4slPE9i64jgBYA2AwGeVaqOV6NYraxp0fAbzrt
Qp2Cfngd7C3JDvP49INlN/AIRyoIkLJPJbDViQFK2wKctFh2S90vYRA1h1B/PG1CdGIwLhGgLj81
v/kd2VfdoHYLkDda/lorZ3j/BNWwma270N467i7TP2x1W9mSVK/gbIdVqFRhFjVowHNTaMZ9aKGk
i0AOQQkdatlJuKd4iFUyYApbb+7BA0PoCAfvGopr/M7R8j5v9SIDmMDqNxWhXuigmw09MBPgX9oG
sAwgahWgpkboai/Z79OzK/D3I+vcNW/IMlVxgNMArnXySudKo5LxCecRDTbo5UDZxOKLXLk9tB2y
5hgeAnamfEzTnRJfxrLDQhAcYODLDDeOLiZd0rgwQ6ILiCwO8d4Mtz+YqpUJ7ha26IpDo6wAnhFU
vWMLDHD0cNqCbBBssVa7SWnAc0zYXCEF4VXuRzxAtayW1ANF2X407uDBhScX0sT8sxVMVZkCcjFg
MaC7Vid42sVoGyBeWV7hwQ17YN8G73FdPU79YyhDfQkyTkfWmb+sxgjl3CFVVDhcMaS71rXv1YGe
M7qsiFhAZKEffCrgiO3u9NQKIuKRWe4MTPI0wmMKg17IXRte5OblpL2S5o3IOiy/ryHegTY4VAwI
g6O2xt0finYEPaBqpyimqrGX9fSqsBQvV2NJfPo+j6y4AEo9iBXgDfjtTdD1tCtnK0P1rvWM/rKe
7kc6+yM5qNCvgKjvv+NsGdIEtqAcjF3AJ+SnurDyurYzH5VkRXvM4julfT29SKK5W5ngU+9mb5Vu
WMFEDRhnY7yQ3graOTht5HvE+0TM4LBycAxD8uPYAef/I+28duRGlq39RATozS1Zpq3aSGqZG0LS
SPTe8+n/L3X+I1WxiSJaZ+8Z6GIARWUyMjIyYsVa0HwPw4gkdWUNezNudsNWDvE65GHBZqSQtzN9
zmWpLNMlM5cj5Mut3i2la0Pd9xo0XP3L5YWsmEF+XZRNGAsQzn2+ELws650O+EDWfTScW21EAv5D
p2y8CdesgHmH245GFvUN8c1OzqshTaaS+AFWUp/hkcp/TuXu3TBLzbUi+9LV5TW9PqY2L46/1sSv
ObGWWEY8Sxqa7HlUJa5efhvz9IMafLFn9Wpqf102tuJusLhCpMA5gnVbWwT0OC5Dv6pwZ6cIoFH4
NgKdMsv3l42suJstPhFDpqB6oYs6XxFg5LawBEvZCO7CcEllrCduSvu/y2ZWwsFvnm1biGwDS1yE
nSl0MqUSeDDLPyTz5xAeoDhi9GtXKAfAvxSKtoYmacLx088zFxsvp+IFsESFrnyRyYazlDlhAJes
VtrN7Mq6PzEoIvuPgCP5elbIk9sNmeL3LLvvds4QDm6l2GTVvJGZO5CozjSePkgDdNNzM1wPg6S/
ZH5DKhLJfXkVl1oy73qNaCpnZhseuyFFa6Anst419dDdUUGu31XKFHS3pRXpj+Zsct7maT6o7RTe
mmomf1Wnwr4dI7u57nCviOGxjMCsz7pC8zBJJCiGAsf8lcnFeJh1e/oeSZPxVDR+9j6kk/WpTOzu
VneS8WBg46m0QX2Uea6Gu2x0+hs9Nc3PfRXC7pRMoeKO3dBOOyWQ8ndFBKB5ltMm8KZa7r8JRs/m
AAFacd2ZM2G7Hqzsccjrdr6lyzr4jw7I0gdGXezeG6BKbN0xD4trywinl7Krw4MV9TCBFgr8ABQ0
zWMYaWgF+DZ057ugmxgAmtVQekjVXP6cVLP/VLRNRP/EMqrrrJfiHYJvKOf0et541K3C/DYvk+KG
z6gFe81Jpp9qpRYZrGlJ9gG6opJ3NoThh7xpol9NW6XqQbLqnDexZXUJ7/Kg+6zqQ/ulmAM0ZfrQ
jr8j1qDt66DTkdbIU+1ODxvKb63pS+5ll3/9hqYmJgumPAuYBICP85MVcVGFUgVXsprNng73gyq1
xzmWjxHUzH6f/YylrcbV2mGmJCG0rh0I2ZZFEcMPLD3POGVacjABH3Xj2yF2LOrEwiKol3lqFa1g
Sw2QjpXSyR3y68vbtrUGsa0nIbadlE6ffkcK/KuJ3o3q02UDKwkmFEUatwV6V7QolrGoBa9a5O1E
caNQpa9Wb1lf8jAYaq+yc8qjDgSYh8x3Ak5hZvaz24Z+pO7aRM3+qwMt5vtFzW0ZDX21u/zL1pYO
2Sj5GfR2lOoXAT8N/HEIdIARQ/dRUnrXDDcaDSuXJSv/a0D8gJO9tes2KdTfxEaD+pKo0DiCwDCm
8iZXNyxtLWXh/EZkZ7ElpBVr2hmgL8pNzai129HiTcrDGwpvugDna4mciPgssAlEqp1qvThwHIbG
xhdZNUJjkXwSW/S7z43oVhqVA/rqnmQ/9c0h7XaGtmFi7ZvAw/rHxOJl6ABZNf2YLl0zfk0Mcxd3
QLLzgQ7mFrvl1mIW7iUXXVEOEotppiulvmnIyLdQCCv5kU1FhwwJ3AMIn8V+Rf2k9sQ9gULID7AO
HrKj+T6EWFn3307lCh3CianFvo2FnCWTRInSL6MrxE7zNDgY7a6V78Pw7VnfmanFxo2KFfSJz2hr
Mfq71ox2MKymxYsuw+Qumd7lILB2bcCiCakxQjWg2RfGqqDou8ZhC4fSi5rILUM08q6QoXIN9JLj
LadYdb8Tc4uQ0CiJPuUS5qbMd6N+N8m//N7t05fLq1rzPfJMCiyqrr7upMJy1hmpAWQkRPwAQIIN
aEOZt7iZNqwsNWOnPJDNaCKZjWGbssNHU382t5iT1zbsZCXLQbtsrucq+S19WhrmcdCSmrK/cj9D
iUezyI/fX964LXMLN48m5M2blI3TtB+p9YM5O69kciiMP122s9LNgLmPnIGePf1hIPznoa7mONV+
x4h8z72bGZ5jPHfqe2Wi8hHtwuLQTtuNwzVfF5ANcO4o2MGEem7TCeFYDwrAFFqRi4k+7bbouvfd
UGZ7pX7X08ORnA1QxFqEcmDhZ4myY9GkPjdJ/jho1gDXgDTo3V7SHo2k82FryOXr0q4+w8Ox1apa
tfibCwBeMCFofW7R7Fq9qRLCbjGlFu02BbXhZIiUr2riS6FX6ZWfHrOxyzYKaStXMKApzbRsiiFw
Di+eXHziPDEH2ip5aFwX3b3lV8fLPrNy3P6HhNEEmUVHarEyKUUHXe+ofMtJku2NGV5Js25GsBjW
z3+wxDuYWQRHjIIu1jKXjkkhmCgVFxRE1KfOOpZqtb9sZG3DmDwXnDHMpLwqqSuzHdZJLYjdzMkd
GcPStpRHVlzBObWwcD5rRgpG1iayInry8WMsHxTtKsvuiukf8nSB7KU/CjQCUivx6U4yvSQf88me
BKZSYYi0c7wy/HF5t1YCE/1HWlGA1oEXLVHEyRBbpVZqEIQoN+pwk+v7yf5VGFvP+JWBK9FeBXsD
a7zF/xef3kizbopEStHGUXFwuqC/ynunnl0rN8xgZzmhfR/JWfgucMKu2NVFVr0bhjR9H81adJNm
alYcfca7Y7eqOn2vmn76XpTK79R4hLhXRZkdFLkBBWczDI3vxgXTV3sziiaVwkFkvE8d6GM8miDm
ddw0Vc2zR5HyjSxQrOK8VsH6wEPDkUzR2172kv0pCfyaBgEvN0PeT0Pue3rTSNdDKwxW7bRX1UE/
GlM3HOu+sr3LH/P1ScY8MyswG9MkfSUjilLoECUlbUXoSqpDayXBZ3sCMJL79dtF1zEl0JyAdwCg
L8Ph6MRKnMf0F9Oun1xLyaPrsDRtl3GdLX6QtVXx5QTbl6OpvIjPDwHlGakYUkZtw6lsbgvbLJ/U
uLW/26VGCefyDr4+DmJKiqBq2MBvIcg/t0Vu45hNzwRpWT5UGq0kdI376aiX0sanWjVkgeZC78/U
1CXRR6CalZUnPW1mwI1TpPBejd6hxrNv9Or58ppeB0TW9NfUcpbIL/VCnltMTSYcf03+MHXll8sm
Vj8R3C00Mm3NeRXYKz3jzJWYGPpgl/naY4IGX5hMGzfVypufpQDJps8HbpZVnX+eLnKo4qUT/ZXh
0M3PUXorxS+Bem0w4h0hnVndzmikx+/KFDjmh8trXNtGWAyEsjZXC0XWc9uyJFl9lBg0iJFqzrrc
y6LDZQtru2gL4DcpFGDFV3Wfzih8k9jrReULWm+z+vQvZ0lEeRtiI0FGuOznTEFS1HPN+OaQXMkZ
wgXzVUQWdXkdKztFGkgDh6+kc6Vo5ztlG0UVlbYC/cekeF2yZ35kw8LK6QEjT7VAIAxk/jm3kFWM
DYZ+mHt5fu+H76Lq3nJ+DerGg3FlHWLCC5EAJgCZ4VwEA0Qy8zbJk9wbEHjUP5tbqjcr35vAicA0
tztNj2UMzZuunZjhyb0SZt0h2an5g9ZtKC6u3Egm4AI+hahG4bvnO6Wmvm5S4sq9Sjkq2YfBPhbW
J928lo1n30AxhaHeyx9/dVGgNIRAACB3VTwWTlIWJQGpHgwY7OM7w3gJrS8JA2X/NxuLRU2JHHSF
jY05f/C7B0rWcfT+sonVb/93GUuBgHqcG6DdmNDn6aAo6dXElMDbTTASwQnhX2a5FgHFGvS8gkUi
9ySGVyPTokaf/MMqTk0s4mUTWSHlHUykc+06jDv3G6+T108/UmxKAfiYQ1q3DFmm0UPdVdW5ZxaR
q+cf4s80Vilx7Ew6NeP3yxu25sskq5CECQgYamLnroXLOWlXtzkCWA9Tj3wy09QyPTUT/sHj5JtH
eUu2bM2ZWSBSQ8wIQFG/iGRdHBZOWfTEGTNiPTdZ/K3bIuJdi2WnNoQnnhyYWqslXmXYkHI3+tU3
n+RgF4cbjrCydRbVT6F/TjWKfv65kXBQ/bGWBi4t41YyYzcL35vMQYaOq5i3aEZV80bcEZ61yISB
dJIJwM1Ei1pdHNGhURGYnCa+lfN+lm519ANMT2sBXUxbZGMrH4l5DZ7Ijs518EqMx9b7nFxczr26
m6AQ53Wpf6jGrabMKyuCNMBkVlZwKXJ1Lo6SLDOVQ44G9LBNmGHalUruWtHxsodvGVkEz6pUnNYf
MWL4ALzhF9PyfxBbE7wEgoEWhwY+ssxxZWUYzXGEmCBWqbVruyEovcvLeOXSvy1gg56tGP1eXJxt
V5aMytHyHitnl1c723lWUseTN+LBym6RYDDqjUy3qOuL/35ycvyiLkmjSyrhVYsMK5NM06fgzUkZ
g/jI/FIh4auT/i3WIjVFaNRCwSoPtSet63dGjvxesBFH15ZyakU9X8qUDn4X+8IK+ElTlo9K1D1o
1hY+adWMxn7x5Nd5JS5OZT/yZjRnBvH61LhrR+3eAjyiZt3b3RhVZDI0gRwSE3iL1cySataGaFFQ
77YAmlWaSwPpspO9unr4MPDSkNNQslLIn86NqEWV8+A0AYUaxmFwoj1zmcchAMuTxs+jNOzCcIuC
51UUXZhcxIDYLitrbGlWZJHOTPU+Kr8FfrtLmLTT04NeH2G6urxI8TeehVHyAt7XovQHqgMmiPNF
WnNhlkZLo9a2G3J2C46acg9vw9Gc7efez64um3uNghX2RB9Bga2YwtPC20MfkuVOKHMNlBm7dF+a
tO2PRewV1sckeVGUpzD87AQ3l82urZJRSB0VIVIIEIPnqyRHHqKspmit1TdBSH9GtIxvm9Fxi36D
v2klNFF8otFIA4NJKmfpNXmSzlWBKVOVrzPNv+vSBBqj6lfntE+XV7VmSjRJZNBZXBnLx6qeF81g
9HiLYfay2yhld2+HU3tXNpXktsH0D5GKoUmH2hMdJ1GZOd/FQbUbxRcU0LVq7um3QmdNtezNoG88
BJy0wMaTsr56QTrAN/AeSlyw6lu7xAosd07zp0hJmTzNi8OU558v7+Oad4CRFmsTt/vymVRZdZ/W
QoDB7o2f6TQeVVSY56Bu3NhODo25xSK2ZW+RKzVjA5YqxF6ZRb/ksEWUdLwZqcA3UvVk1m9OX35v
6N/lLY74lBdWlSZsqJ3DtCt9QKb3UGyxMK4EfgvgMsk+XRPy5EUimxeTAwceaxgT9brSntre2IO4
e/u9f2ZlsXNB1tVJLOr7Y6ge5Nr/3LXVvTb/CKJ6o/+zth5qgQIuSDJDafDc17V5iuM5nojE/XM6
OIySSW64FXxXbhiKc5Td+R8F3eXVrzN5XfuwDkEQpexC+ZMcffKb2M395qmKkHTdiBer5iycHKgb
SP2lXuE0hqALxOxzM5c3VnKXav/VQ7U3f5b0xfst6hfxLZY3C7wGJAEkNuziIubCSt/JTU/GkTjO
DymF0DGPNsDDawGQ9Ezj8USaBg/W+UfiEKHd3hBrqRJdy12+64bpKy8RpqqMjXtyzR/InyweaaIi
vXwaRgrwvNyiURJbV2AJQUJfNWq6UXZ4TbnCUT21srg8TD3KckdosLWpnv0nzYZ5449a/QjD1fRR
kWaLyXGzPNJUSalNWs1tXFINcfM6dh5UZ+jfm9leHbYI61/3fBc/a3EYnGgy/NBk8RL8PelwZMLD
nL3ACNHV2hWV5unhsdm6B9a8laYRVw1sX7r6O5M4Sb4VKHetGTpCr6zb68jUrueou/PT8WriKPp1
d5Po9dszPtGn+mNykST3hTn5eYBJeDncVjfd0f7R+jsAV3s6iXm0cR7XTohA7VKk12EKWM7mdGk5
56ngCFAc/1GDkXysPl6+2VYPCGPP6JOKt+sSJKIGRu5MtbAADjm66eVMiY+jplShG5eG/60N+/Jf
9pByE7QfvPyoNJ+fyX6aej0Q6KE2j46dJX/O5fKmKCk5WOp9O0EmmG2p0qyuUtQ54eOCOXMZacJq
Ho2YqQjPoimgzzKsifmtXjjMXxgbVYfV/JWPJYIaBl9h71QrThBJ5e7225SR2MHVufOs4BAnP0bL
lbR3lf/eUg+6tREaVuMPx4CDoAvM5mJbQ/rac6KLNmpjuUjHPILRO/iIyVx2mLXUhHrh/5pZImMa
ewrUThw6uQ72Qfsi0SyoikM4zWgcb4TUtc9G+ZbvRdkI5pbFkgJDUlD3FIneCJSo8e3/nGqwPKkd
Q+hokuPlla0GMQbhdB45tA14e5w7ZuD0Nk0+vpbZae+i+rmwLQSpi+GYGsFBndMv42wgW/EQm1sz
LqsLPbG8CCt+i6JNY+AzUZp9HuRPc6I9lRRnPRpah8urXHMTaok0PEicqY8t0jCr6nM/iDGVVEbi
lob+y2mzGxprW4Jba7GLlikhxaIGryzZC6NWQxlwZGKStvuXonJCV9uk813dNwgieERx5fLtzr9Y
3I3ZkLfYyC0AxAiiFzEIel2FrnHjfbjqHLz1KfEQscQU6LkpaHKmeZjpNpttays3raMF6T3JZjm6
OlIGQNT7uLFdc1CTd3prhM9qqHa3NmD2t9dpqDRClcernCHn5aEworKzHYkfktTtR/JpxtrUeJfD
IrsRp1eXDJxKVNBE03HZHYgNJUztiqhJGnyj2XHgJsgt+0341e+H/2ZHfQkzzVOL/FHhOXTZTV9/
WR6thGr2m0LRK8oZQxuMoSTX8ei+7QcTivhiF8BxmefPlw29jmcYAq9G11O8JpcZotYPRqc59Cf8
5i43v45Z4Kb5FQ9yOiMba3p99M5NiTWf5CvQe5XaqGNKmVDVc/ZOQbK4daFvGVlkYr1hNJUiWjoo
mQTNd0fq3eTNEgGgjOl9cM1QFWJWbhFDmPao5TGglJ8wd2Om/VVmpQdN2ioFrSwFvBEpAjNZBKxl
43BSSCpLhap63ljf6MofLZ+AHJTBxjWzYWfJxIxIb4E464yvZZMbltKhkca9b2zhjFfNwPYkbmfy
kCUEXHL6SWoqk12b/N6T7cJ2HbOA56vz3x6sFLosTFlTQoJEYPmOC6qaSJVC9h+ZpZvZe9vykvje
LqKdXX81y/BgMxM0v3lORQQlEBjUXhRQb/bC9cyoCWM/wqqdph/ghnpRS9IeWUKhjRkgg2G3LHD2
l4/vSpwQI2emYKGEXmnpI70WxGk3RwWjP/Kh176n03CcycgnNIMuW3pdecUR/1paeokfFUEzjlhq
7Y8MtpCT7CXf2M/jV0Ml19tXW735LYOLdCRtCx8oFwbDpnKtgYzxXTww4/Ypsux9I322tgDjq3sJ
5xnzeQIDsrxZOkvvjLFJCk8BtjiFT6M67WTf7a2NFPn1u42d/GOHVsJ5HKyLUi59k4XFikbl+pPu
zJ4fe5LxOXM+2dKWpM3rRERhSZAK4ZSsS1vsozWHQxjUhJHKvFWn0tVgv77sGisnGwopQWFLF0Ck
VecLGquUQgMzvV5pq7I7yUO8T1qoW9Bt2uJFX1sMtWMTyLE4Z8sXIR21VEpVi3Z6ULqG8biZUv1O
4M+rMgjriblnIggIwmWi09VgcGufUzwaTe6WvnFrZUZ7kKb4IZSlh6zRjRtfHe4USbqx7fpaUouP
VTXfl2oQwAPPKWzCR3pIOmlzf1MggeNLZGSBrPUbJ/I1dSrXNaBv0f8nT2FPzvd9qHsgTElYMBtk
Hkolu5JDQRgv78oefbQRSHTse/L4I5iNXawEgmlvo9y48uUhF2DCmloZBbNl26ApfTqQkyTwADdB
b7lB/Qyx1fHN7oURhmaRygFAszyXWZpVWTkFBALyML+RjybU+5vaeSvpHm0PHsc87SxgM8tkuour
XNESzBRjss+7j9YksLHteDVXgk6n200ITyklsodGs5Vrru4jz0phnZxiOeJIGlhpkYFtPYYTa2y9
sVRu03ALErByegTC/I8ZEQFPM7C8hoWpw0xU0N9JzXdtuCW8vhK1RUtQB1FJ7grfybkJu0JOKJMI
bmb9rPvv+vwzxDrt+Gw3n3X9qvM3cpeVcgMiSif2RLA9WVI7tbY/RXHhzdWuqN8lkxtR/FZ2w3yj
S18dzW2Hj1J/9XaPpIiv8QwBYkU6c26UWdwiKwHy0Z+QHyatuBkD4yGSPr/dCr0rhr9kfF9dVm2g
mARsmaLiaKTTvm6n66pudsB8N66jNafQ0BQFagXG7lUZeojtsCIfwikYUdGan+T+b1+HToBQVfBB
dOIW6bIaMxDQmw3OLX9QjBsNTYF0Yw1r5weInRj1AiKE851/EJ+J7ILGKV6HHEhem4JkxN28G9Z8
m549SEHAp9x2i5s0MO3CoR7CTpm3HaMmkJgow1MS7nL/Zz3ssmIjjxVutLiKwIeI2TXYH6iZi1Wf
+Hba1zXz6Aw5a3ByWt3oqsNTWzxGduSmceRWW9pZK7vIwKFoyspA1kigz+1JU29UvGwKL8nFtK79
ow+4XDR1Czy44nGibwlqRFzk1OrO7eSaUvphJItUspZu5kGFZrk3tqg616zQhKUGyf5xRS52z04q
di+dCkRGbkcEpbdGNFe8gQFgnhjQ5QIfX5bL1M6CbS3k75fqfSlTSk3ohn5Qmjt4+9XgOG2h1Fbt
iSYl+SlMDsuGG/gUY2hlds0qxpvOGY9U4l3T+aVZ38lZYOezjvSN3zp+TIQzEfaDic2Rud8Xmzj0
eTUkpDhcTO2VFQzIjG8xOv3+O5ZuzrIUwRxF8XaZROidFhZQ3RZeQPEBYog0uo7k+5aMGG3M/qM6
ufb8iLBPEH1Lu2M/P4Rb8XzNVU5/gXrukIkx9mOV64Wn+rN0g+KX+qBXxo83h0FBqfxnmYsYVWuJ
wkayzDiR9xJ/IoF0bUE4dtnMyivmdwsOcD6gFQawztcyOfIE2bY4XKQRbWl7yoiuSPRQFVsMimvh
QjT7/r+l3wnVSXgy6jmKwkwpvFSbrzIdPhIn3s+D+fz2BTGrRtuJjgl1zsW+pYlSxR31Ly+g9mw5
wfexju5lMl7YkrayiZXNo1EKrYrgm8fvF5sHtjFLtQBbalzedl3wOE/m0aoz5DjsQ5K0V7L2qACv
TSsVKvN3qvLeNOu7oDHcSvteJ8nG0teym9Pfs9zituLZ3XT8ntnwPxW9stdr5cYo85s4CR8bKhsp
OEiLfJVuUwiJyIbLrlxAcAoiXQS/CgivZcgZenVKhhZwYt44bqZcj4qHrGCqRl4mkdV9ufyhV/zJ
Jl4LABwAIUZozz13NoN6yuApQ3UMaWfjOKXf5n4jnm3ZWJx0wy+S1PHD0quj3J39Yz4Fu2pzaHDV
jU5WsnDZoCpHWWlYiZ4c7faLxFxRugvj/eX92rIiotrJ+QtLh4nYjrWYSMAFgBWuefap9ofLVtZ3
zBREGogiQ8B/bsVW5tjCDUsvRYxdYYA+jWg+HS4bWV/KHyNLnYAQMh15rsWnl+5z/SGzruLJG7sN
NMSqO1M3YHCJ6bxXOlxVbvnxaLFhUqORdrTXpVbddbBsM6aveoPiH9Vhq9iztn2i8MKICbkOQOzz
7UtjK4EElqFs246pfDp3cpYfnVb5eHkDV24wWFioABLyMbREDVZJFStTWeELpnqPvPCx8L9ftiAe
botbGuI8ISwGM7VggTpfSDg0nVprJIeWHWVwqUEMkIQD8+VN/nWY4o64GGQb8e+1TQh6mfOFBB8R
PG1ZaJ8zyWgdnRSrjXa980XX9n53M+hfO9l76+IwBDW0mNEh4C3jfuQrWtcUpDll93k0v/j1ddC9
1OrNvDW0+fo7nRlaBvSmgJoqHbgzlfqzlRCyt+TjxXE8/0xIfpu0i3nLwQi7LJA1ej8XbWuSZYy3
c/to5kcp/FQHV9VwW6q3QbMB5lz7QqfmxME+iUFFkMdd3WEuLSdvkq/hVD760VdpvGrjLfDPqi0m
/0AhAmWiV3Vuq5/RkOekcRnKL60dX+nG/FRo9V6qO5fO0kYu8Prgigl2AdSDNY4/F/5uSG0cFOKm
GIbMtazDYH/0y/1lt3sd9oQNiGdhM0CcbcksUMS9PRUDGsxd8dOYnqv4LpyAgWw8jtd8DoQ2c64k
hjRFFvumKKg5apawojyZfkRF5OnyMl7HVQTACao8D35HhsVWdXJV5mUVl16R78wSLc4fgf6gxdcZ
2qzJFlhzzQtOjYkfc+JxWVWEXQebkGfPuhsl14b1ZBila8nXzdaLa80FQFOCaQOfB8JrcfVBZzvk
RsjGVWhvpPVRCMAZ4RbDwKoVISfBnST4Axe7F9aFQdk4LRGhepoc2M2cZ8naYmNd8zSu8D9GFrtm
V4NEpMXIzOEsrpvox6zcyMqWyNvqx6HHQL5ILQZ13vOPk5dlYyURZuzEuM0Y2L3iaQptaTB+tTrz
Xg38bOMIrVpE/Jk2KZ0UsNfnFkMjzA3Z5371s//EFdtYXiVdS0O5a4vjZTdf3cM/poAEnJuCTK9t
4qLAHaYrqO6qoXQdg7Ruw8yqP5yYWRxX0zeqrhsw46d7s//Shc9l9HJ5JaubZiJfQnkRddQlBA1B
Cb0GalN6qvrUx4fWuJEdH/CIZ24h+FYXQ/CRgTwTHZZFmJDZ+kHLWMzQRIdy0rwYhM+IKPnlBa1+
mhMz4r+fBIU0G2wTNcvSS7qM2pg3RvtJMd22+IdQKqZd/nc5YmNP7DAimqqQ7PN8QH5Y6+yXfA7+
5fOfmFicVGpjAeI4mOiDZyN6iJyHedyoK65//r+rWJyZRne6yhCODGnVIQxuu+RYQVkR6ujMbD6p
hbsuE5KTLVum9lBxDE2lY6zLQ+ZSBzEzMB8l46vZ2bvWyvb9rO8qs4uhpOmvktn5v+3nMmswLYa6
4AL7HV479UOvH/1mq6C54eVLDR01hZbALrGR1s7OCh/k1nGtLfjMho8voaqVWQyIyWFECXZOu+/t
g6HeWFtFnVXfYAAJ3BNVEKR3zz1ck6cwVEasDOUPND+qad+nT6kfeFaylc+t7hpwYkg+GFMjrTs3
FepWA3FzSaCTP2jVPs1+WluxdDUzOTEhUqOT8xoHaavZPqsx8xc7/z4q3xLH6+339qC6AGouB6H1
rfu7nkUQsnopLQadN1gtQXkUdbtwHJmIdQfje2G8XLa1tbBFlGiCoJergr0La+OK3k0/fjKAfija
F7W879V/yIUZVPjzpRYBg055Ugc61tRc/55aU+TSsTwgn3J9eVUr9S4yyb+GljP/wJNLeu9sYRvs
a/+Dke8s2odzfDV2u8K8KiKie3jly1vgYbGAV0HqxO7izp2VEfpiBlk9v05eeie+dsYPhi9sMpnm
xJ5CNbqq/yVtPjG6qEUV/tyEQYLRbqgPmfpUVgNKrke1+TIgzJwNPy5v7sZxW7bhQEdXiSyOW94B
H2YmtG7L51SyNla1tZWLIwc3rzH3GWbk4ocRe2V7Y8ELNzlX4eBNjttsZbZbyxL//eSIB2kZSqOG
PX+6t9p3RfFBrd5f3rm1B9SpVy4Odl+lZeUIE/Pwfpy+a9PGfbwCPTh3+0XQHW0/MOMeA/bYvsyT
9Kw4sVsq4RNMOwigGLdR/lCmTAhk5taJE0nrJc9fBJLaVis5jjBt6sWLlnV3cRrcWtZ0k+rRTe3I
3lzmEFGbe2OUN+Llegwj/0QThYGr38Hg5MvljLl2WktwjiXdS+Ufchwew2w+KAjMZHV8z+TtRrVi
1Ve42sC78px7hXDXGBAY01icOANJgGrY54oO7csWeHf1IjgxszjYSFfWTjyxp23UHzLb9uoheuih
Ps60n6GzNVG+uo3MglKaBXFBK/L8AJh1q/XMSJIXtII4M/Gc7tjC3ybPrlp8Snr38mFYX9xfc4tb
W4e4v4HOnfNWvEhgYexPTbGbm4O29S7eWtcikFD784OxwVCXvJdzBqlu2vG21R8k+UbXf/7fFrUI
IoyLSUUmOu1T983SjznsdeOdEt078e6yoa1FLUKJwKV2eoGhFpYu+13sf3R86LKei/xuVP8lrNC/
ERhYEilDFz/m5IA5sq9nCTP6XhjZ10X4SdYML84mz7RCmI5osIw/5CB97ztbLV2ximVQEXVoRg7h
B4U75dywYTZGNw8YjiL5epScW8LnU1yb930Ybh22tfvm1NZikTAI5oWcE0VGNTmGwW4onrr5iorN
3pHcINThW7P/4QicmhQ/6WRf9SwoqzRieU36K7Nvpe7X2KKT4sPJu0VqveYv4uEMASUYIPpi56bq
rm/HFDIPb04Ols+A7VfVvvOn4qCqOzvYYulevYhOzS1iSVZYWtk1mKvIKS39Og1VF8ZuO6BZ5tzZ
xb7MfnamuXEoVt3lZJHLkBKmrVVq4hNK9/Z47AvKhiAazC02sbXwf7q6RUTRCmbTWmpUXjF8TWRP
Dh+TaSNTFn/FK8+n9o6OIs0yWMXOvxetkS4wK26Ywi7e9aX/TMa1cWVvmViEkByRXrtoaxKs0r/j
9O+rZusRuLpRYiAE0QcxsL5wcApGVYQ0E8AjZqSU8Esjj268xSC3enD/GHkFg6bIhVbHSCi0punr
3H6InPA6opg7fm+k93GkPNnwvl2OvqtbB0qMVqZgZ15ie3OABDY62pSJpq+186hvjXauOvLJ37/4
NKOcT70kUuzINK9sJ3oIE/rkQSHt/elf6howCNp05oFRadriG5lhH8F9zFrod6ZuYEmZG3XtTRVu
9cbWneGPIX1R9uysMVUTA0NyyaOs/PQ/YzsbIXV95/4aWcQ5mczTilKMGCmTjqlrM+TffYzCjeO5
Gk4N6uCIAVlMqS7iWy417WRrmJkEjjdIQy/MEEYzxsibndEtk/Rq4Ml32etWMibYi5gTgtEUgOUr
AEtuxCF49oK5kD3E8HoPVYdbFzvJeblsaO35LJjFmByDbYvR20X0SWD+MDPTAa1ldHt9yo5SOh98
5DPTer5q9Z90o98Z1KfiybyLja32+to6wemAVBQTq/x5HvvMWR7yIQasondVt9MQp9krQ+K4XVK0
CMmo+U4OoYi6vOaVIw0AHXgprW+mD5YANTXv8slX6D2lfpdC4fp9mBi1vGxjhXVABbYqir6/uXaX
Vex+Nhoz62gEmZP+mPXggbDW3tpoHN1IE2pS0ig9UmyybhVSAE+d428M7oIcMvvEjQK4nOO3E/aI
nwTmlal1xgSXfd5yUuVs1Fh3b/wwqvdJkOzgHWbXJ9c3nY24uRICzowt4lpHl1UuTYyNwQhmRjIm
T4VeypXC6fvlrV65FLBEo5LnGS+o5VnJKyouTkNqVU89CnRh0LtpFEk7ZZKuqykyDnXqKC4EMT/b
sfhw2fZKDDqzLVztJK1DZa+D94jmlTSbHvMylrorW22vb4krrJ2T0zUuTukUUx9sSrovwdS8s0h2
qvyolTXSKJDCFleXF7W2oWgQMMsCiRpAioWxsJ1rNR1ZVNegoVtpKkRZsjm+INxjUALN/4tSSIKL
uo8/ynWXbTy417YU6JkNZSSDRzARLrZ0hMC1GyWwe3NZu/Fct49G21S7yECYap7HbsPe2tYyFmQI
OgdN8ASf22PyrQ/0hNVWjDL23YvT3HT+lRLcR+3GkVhLlZkX+WNqOQ83F5luRDoxQR8N31WM3puK
8LPRml6i+p+Srr4Go/hjKtXrSf6Hp/GZ7cVtmTcG5V8qX7zm4sceWe7AUB6kovaSPnXL2bLc3pAe
LzvS2qcUzJ8wSChUUJYvETuu7HIQbeqOf0zZk/yPSpTspmAjAqxc0cCb/9pRzz8h3c+mjzXs2P+P
tCvbjRsHtl8kQBK18VVSt93e4t1JXoSsErXvlPT19zAXd9JNE03EFzPzMga6VGSxWKzlnITHt3Xc
1Bhc6u6NYh/Yu/MqKUURIvpKAX2G1txTUb4xFRNx4WwaIBimrLoAklYH5pveunSd60A3pKAUJ6Ax
sIZwcXKTUeK2lfuntDKZKbvsNs8CXAy6ZNaqWe9oRa24ZMltW4Il77ye4pRJjxJAViEzBNRs4EnI
HQakszFHuSLqaatPApoHWLqmjsJCqdyRDPH3I+eZFzVJTA4ZS+5/H+fiOmEsQrT9hMjo4Gd9SAw/
Pq+WSqQPKFpBXAX+drk7bK54F2yi/5Fbz4YR0fSLvx0G/lyhuKN9iKv86LEw6XJoJjsBYzjaTnx0
tGTzTycHhCs6Ik3yrTSyMOHXzP3nXlWQVuIFhio90m0YZDhd0jZjs5kLkYa17RdrvNpGtp+4tz+/
jIoxQsixxbyHiYUEZuipnG3q1qETt7vNwYtJnlKGEhkQTdBgHdvpDxRg8Oo3gtitdCMaqkUFmqto
uMNxcGW8vNzM0Vze4qybqJSBnnpXsRfTf528q9R/rAlDS8IH7vg/UCoYCBEw7NIFgeG3NB8MrKmV
2U8Tphanyt5lmD3pwVapWVdFah1HHa/n/5UlV76DJUPLSIF1dYqfGXB4qySpI3RRvfQp27G6Odjj
0oVmSz8FZvp6XrjqIhSIh2gtAy7nu9oqSjzzMJm4nWg5w5M+Utz7aDIKqZFGdavpitAJk87GtmF4
J7cgbCY/aHphj2Vc5m9dt1vAcn5eL/FTsis71ksKKPptwHSu6GWbrVe7/AY8jg/8Pgqd6KBENh3T
BqdnITXHNGgpfn+g1ZOVzd/tyog/IoKi/QJcBkBTlES0Zk9og5ISwETjEtCJJojJzktQ+XvRCylY
a3zMMcsHOhlnniPRFfnmGLl1uA7AANbNzKi877EQ6Z4GIiQJepHjJfSl8w9VGdtbgGExElXLp+rH
eY2U236kETndFuAfrZ1bQ5i9GKEF3BDH0my8cs18TBcD2gY9znKfNrLIzLd7pG7WFI1DGJxmUVq+
WPnwITmYhcSpBDCfvDdg6cBpEe09QZDxCxNx8K5AL3VsWYMu76DcIQroWng6RG1yMGyYeVEOLvwP
Nfvd6F3lLHbHX25bhGb9TJLHf98iAZyAPm30A7yb0qYbwH5rH6+adn0bkcExdOkF1Q79FYDJplMb
WLstqMoAAjz+zYcSnX+V6Xy2ToZ0cjIUQYc6h4zV29P8gbh3iHTPr5Mqjj5WQzo3rTmZSLFDBJ9v
shxoZYd2ip1B4yd1ikgHxgUeuz0RSOnJsK+6Yg8m5rAae401qzw/QBgQQ6PfE89M8RlHUZ9v2HTk
wgkIsqMgzOhLga7IwvtR09/nl02p0JEksaxHknI6rYhtIakFLrsHTN3KuygHTcSlTPQc6yP0PZLS
Yd5pbTmWbWbbgxsYIe9wb2ZW7DnFy2yNcUZHbNyKwpYXO9s4h3XD9mWZ3/XdovsYVfxw/DHSRbE6
7mCvOVReAvrKMfzGtmZfAtrIb7KrxXFCuJALTM/GWfWBvikBrvF/+xpIZy3DU29yRK9Zym6X5XsH
DCy+A6DECp5r6+n/tbPyVHWdJcGIOWOkfv3sUKeAsKzROjXpYFA0BhRI586z6nVrfKwmBll7uwqd
KQ1BVXxeF5XLPV43KRKqZ6/zmGh2dNd7y47s+WEcHu3iplovK92NpZMlnb1y7qxtGcQeLfymnryw
z0GyPg+7Oc/u85mC2G/WqKdMeghkI0Ci4Q0LL396PvpubNZO9NNhVic5lCup9ljHz36VHnLQIYdg
B3Gjws2fGkqvzG5t9/+8vnju4b2HoAZVbfkJPQdJRhr0LUVpk8Gd/eBNgOMYufzCma9y3W2gUhfi
HA9FbGSXkVY/VbfseE498AhHQWbcORYieXdEKolFI5hCCoDArZm3W80hNNfy8rymCnM9ES35u9Lp
x6EvoWll3ebtruxe60QjQuG8IQLdl+QP15qc1a69NmGL6OTIu4d8ig1nl9N9Ml+PRNOIoNQFdF2Y
okASEJyvp8s4r4XlMh/LOHuX9nqVNa85fz6/XEpdjkRIB680vLRIGETUbJdPtx0A+QBiti2XVIf1
KxZeeoFghOuvMpJNbD2nS9FiYwAvWrGrtf26pGii/35eH0XAi/w+ikWCwQUtFNJB84u6zzYfFkdd
0N+hgjPqKDRVm/JXwrvya2EzulgTJJjG/bzcBMOhSuJ/VwK4JUCUwCESGAyn+w7sFHveRLUtrcwF
zWtAMkX8W2lCHdWGHEmRE7F+OxGz5YjcJ+fz6ESVfV3nb+N2cV4XhbcFP+d/usjpTyepJiNj0CWn
AEgE0P5yXeZ7I3+j5K7eHs4LU+2NmHhHflkAv8rzGcGEkXPAV6BxZ+1tZJu8IeRbm+18jMBpVk9l
aPDlqPRDEhrxpIjXmPDUgVsXpR0eD9t4vZq6SrVq6VDQwYvaB/YfbPrUDNwgmysbQJ1RBiBscC6D
v7e5sJFMyhv64GTfA1Idzq+fyhsAjky0sGPkFvCZpxJHhL4c/GQoAyzAF5y70DYe3TIN3dUImauZ
KtYJkwKLjqCTobREDFzvwLocrcvVsOX71QIktub6Eysl+55jvSRHKjo/gkIMO83LnQkoN1A8hUm+
q6p4SEa0gt8bCMLPL6XKFI9FSo6158W8ziMiYrRZXRU1/TxiwJg4ma7GqjIS2Ajy4kDCRy+oZCTz
hsdJauAUL+hitIvXzn+l6M30Dxa7TDJNaK1ex/+EySDOzVitjW9DWJtml7ysMXY5XYL36cCcOjT8
7ZftLVMYGKZuUETlq460lMe0MzPnXi5avhs3CKfuZUntcGO3gCTWbJulWU9bssopwfztLFTkdvst
s5w+NAc3aor1xm+XXWWSODezT0vwxfSSuAleDLO9yAc7HD3+yW6f08VBlQeMa6Bb+oBBCShJgGch
M/GuB4cYJWl9nM3FSy+HAQ6bjb+7rdf4a+WpROrzD4iuII86dQHWgJZYYsCFeubzkDyN5FNfX2w/
0/XtA+rYALWzBGTku+FaTrvZ6Db4zyJ3ohUPQupjCFFXFldqgygAtM0CmFAuBYC5vso6B1JMr3jA
t0QFGJYSALtUZXM1WrpLQdVIgg62v/Ik69mabYMrQziFZ60d9ubPLfvaLOAnn5w9CjG3m7U+J+aL
P/SRV+qQs5WH5Ei45OWKxZjLIp3hUM3yOnCfKjN5KrJt72NlP7B5R5Ik59YSawNxEJa1KS7RrrHm
XyfdOIRSGSqGLAHLQDCffmqH7cJnZ6ihDMt+9iQO6j0bMJKvQ/1Ruum/YuTwpC1Y5fYFxJgD5mXa
JlrELMlHju6REMkq6Ehnm/UiyOZPHb8sh8c8PXxgR45ESHtvNGUKGmHoYblQAFxGdoZ2ZY1zVC0W
8JLxpoMvBk24tCdpVUwJaSCk6W7AtdB3N5mOcUH5dEThBw5IQPgBX+9031lrloW/mAh6gh/T+pxm
fggOBsxY3k3wE0se2vlTUH2gPAJ09r9ShR85yl/h4bJScL7gYgNpwGhGHnqgz2+Qwp6hEJ7+aAIF
HaPcT9KhkI6zCb/qLPZLQfA6YST9Pi0uujtGXc5G4fbQ0+VYyMpbiL3lOI6v3uaNA86nYf3EJHPs
rcXBqNc4cIeQ5D/Oa6awihNhknX7S2rZGYewqryalh6xR8i5plKmXL0jhSTzBp/JRqwZT+4NPTGb
/WKXjwWmUTPj53ldFAHOiS6SY+ODYQ4t/gUN/fKCYd+9PyIDRbu4D+jtOpEXoJfvvFxnfrolFH8/
Mj9vs+nMK7FfKDd6aG2oGsBjalyE+HYpCD7RTTpZQTClQGGFbimADKoAvM2jro1Ip4d0jCak8JYy
hR75Qq7RgY8ZAgpFdCzdihjtRBPx96PlykA904DNENbgX3jjTTDul94W5yl0xypqNDahXjdAFgK/
Es8i+SYaK6ty6QDv3a5NTIbrjukIiVRhAxT6T4R8C7lDH4gea2QtsnDiIbVuFjcCYIsPIOWlCCcr
QnnQ04lVe4m/UqWDm9HZGK0GUsvODQfyUFVf2uVmzpYwXTTnV7OGvnR+ycKKoROZLA/A8ny9CAzd
Ra4+uX+VEV9wZBONMTftQIUEvO0CHi7pjucXVSGA/wHifMHry/OuQrd60pllKKUtWwWBANDF4N22
3TNeRBOLOfl6XpL6VP1VTTq4vKZVX5mQBAjndULGyQprS9Pgrbp3T0xQOrqdUw/jxEQgtKKPM/bY
W19/HTHmN5tf6zxe7XDWQS7pjEI6xpiDQn+yA72I9TolX7VpNN26SeGK1c1AKV/w+yPNvhkrvwSE
2NvYuvvz26NbOrnoM4IYYd6Ecbepg6mfPSCWhhTgjsA2zW69Oq7tK1eHh6W8EIGgCoRbF+2h7/Oc
uPwTGy4w4GnMKvNAkKLxjR8+WvPPq6fcpf8kvct39hYzq2mCpLXHaFHfhO3wEfs+kiA9ORvfnyZT
uPMeULD+/AOsSakOkkh5ZRzJkH1d0A15T7BHbvnFA693eocy9VKOmJNHz6lmyZSuQQCS++iLBtK8
5Bosg/sdpmRxluwHYpWhFcTLcDOxT61xcX5zlCZ+JElyDSbNp6lwxKkdHk03ds0dbXWeQW0Af7WR
PANJbdZsHNpwAzHDvDPIuKvtndWOYWdFTc/BFALcaPS+vRbVl2aO+KQ5YbovkBwF8PkQXo7Qcmh+
euQHypznV1F5dxytouQotpJuSbUIDevXlD9SCzQZ98n0vLhxNYCTodU1QWsMhEplYnerE6cGQ16U
Ao3NN6Nki3gK8K8smnXlCp0o6XB5vLe3yRK2iJSZIfbrM1s/z8WVq4Mh1UmSjhjBtAr3ByGJG+ha
vWZGFllD6C0/lkBzwJTeD4jAaF4FQCRSn6eXfbetQHjFeGdkBm/GCJII7/vo3g+63lzl6ToSI58u
m5VDKnJUm/8NsyEzv/ESTUZVadpHIqTDNQazNfni8cSDp2z8vTqH86atU0E6Om7eecDlxUrZdR6a
RRqb0wVJfv//hEjnZ3W6gM9inezZA6NYhfn9C5J+/n8JkW/Zqu/zEU9lPM1wD+X2bjPc0Gc6IDbN
eskv534muTOIBJ7lv2TOV5ZelB9AkcKG/2e8gRQLdwE6MQMR9mDAO3LnVzZ3Ud/cFOzGwijd+UVT
erYjWcL8jqJig9lZ4XeQlbbfEtDybF35auYEdLbmbqQ07rpq73rVl/NSlZftkVTp3Iyj5ZWbeDGl
/KvTvhiAuZ57b19aFqpKXhDWRaGjl9R4BBl1ssnmhAfifh9b4PtnIU12wJYKDV0nh84+pPPke3Vv
LUI1ez0ES1zxNy2uu06EdJrGfnNMXHewD7r3l8e6/K5tsdaIkJP8XR0Y65T+Wa3ncrqnw6PDNI5N
LQKt4qKYiDhVdmwl4Z0pDtK6TWGWXxbJC5qHztuZ8sYhf2VImzF5drJYAWSwcn1h1RiyxdkXSxK2
bfOldnQNyEqzRj0eqFtADEY64PQwdb2L/ieCC87H/AJgxUI67eeexV17leUHU5c1Vpo0qssOukIx
7OFI92mfbAVdfYhj5hdnvQq6Q9ZEVXA4v4bKfTqSInkItyiRgK9XHBxyg34Zc3nLDI0IYbDvEk+Y
owEbK/RAR+3puvG+tL0qRXK1xFSZeWkVuwFog/YSD+mF4y/hVrx9QKcjgZL/6SfbKIgBncpgtW88
xCVRMrmoU5irDtVFuXxHoiQz34K2yJdtQxMFLR62OotY6l+Xi2Y8T2kKR1IkQ7dh00M6QYpXXgQE
SM73lXnn6jrTFYQSokHs70bJnscDyvtCIYZvaYxBw9LsQy+769rd0rzOmMNm1xg0Ycn1PDyuOUAO
9vRDDxpfTCUBAUWgbEq24gBik3siEY8MOVlu3PWrp3MbSns8kiGtJkGl3HGRCxWPpozEVfXdH7+N
285KfnbOrtNNkio370ictKqDkY5mn0Alx/nsrj8s+9mj19oshDKQ9IFgDghMpP5l/MFgLd2mFns3
rEs0d9+zRGODSks/EiCtGncyh7U+BPTjRVFdAZIJ4Cbnz63KweKNDvRE4dNRGD7dfAyNGlmQwuOR
takf22y8oi7aQbYpd69GDJbcpSaIAWxn0DGGqrYIbWMBeofQu/uOzNVe6sWl9QKH4T36/gO6kxb7
utA9Y1UrSIAyTjB5bmO+SDIE0PUYbZcRcbzsOAHCT+puYL4jF+dXUWEJguEPmAmY4w1QajpdxQEY
wwYLwJNuYh4UYC2JGQKHTQdVJA6i5NRPpEj3xkw7f5k8SMFQ+33bAgW1K/eAuH8akLf2kLg+r5Ri
7cBxQ4A+ITBiACx9qlQ2lqUTLIKJfcp2TT/8IOMSeYapyVMrxRBkHcFzDTJOOfz3AZcMeACwXM95
+7me0cdu9fdUh6ahapdHblPAisPYYHPiM47Ccp95letk4J9OgtrdBV2RP5pe9nkr0nzHyHRTJe1d
kXtvDZoAw3nzbpO0IqE5bl24JB09FIOrQ5VR7acN4mTR+AUKERlAYJ5tzA93oIcWjZOcNltYj54V
+oh3IxAoZWHu6QDYlCIF3g9G7LHeMo5dtvgpqAOrKlqWPZ2uErfHf19X0KK2ur58VY4WdHd/ZUnB
lMO8OfccyFoByVpll/WchwOLzO1u3GJCHlbACfTG7rzR2gq/ciJVsloPjOnNsJSAJ6gKgc+y+Pmt
bTXD1yQJ1ttgZOSTlXjur4QvQbtPxwnMmaVnJofUtOYHvpY16gq21aHQuZgHas39HA39gNpdSyYL
ZJ4GtX5kQ+rtOEvhWEb0XS9haZP2MilY+pLVzlrGnTFme5bMriZvq3DXmMXCiUSrIMZs5QZSYjXc
MAQA8uaCVI08TfQAQMLMueD+bT1rugVVJ/NYmBR88xSWa0wQholY2w650Zu/LAwyP04GK7+c3zed
LGnbVmYUTVdAFkkfR+fQWhdJEX1EhOhTRaey48u2b7cE4xATjlvp/l7qe1C+awmtlFognBM87JjA
lqfXJ9rkjPdwMqa7XhTcDFFKQC5T13WkGoNGYxU4vcFmivY0OZ9hl1NhT39WizXhujrf0/pHNZU3
NgbzprX82Vt+ZDl55FbF5QbOmLRg9+cX0xIbIl9GRHCc4mZwPVf2p0VpjlZPxIaBe2AH5pg3kxp8
71LMOHRlDiZp13ky+6AMTZNdLy4zvvh5+VhZk7cDQoqh2VyVYzv+HOEWjtx75bYW24QvnUkWchAf
FNudO0ZWcVXR5/OqqzwM9LYwR4bLCVQEp6JqjLlnQ5FXEQaPMPAwpUmU1HjvWGuR4NUzGKOu0KqU
CJAisKGiTRDX8alEM6h5QYTEnPwarR1H1b3bLj1dDUUnRnLYCWhludVCTNHcJXncJrdTDvPSYQWo
rReUbygFeriFqNjLo72aeFmwoSuqKC38fD+3TZjT/CZf12c6vWV1eduXU9SZ7G3yjH1dbgfX/nx+
C5XWgs5dgabhi2a30y+Y06GaHRdX0+iAieEVthwuzUXPfla6Lhqlwz6SJMVsIKQEt5a4BPvRjWnx
OcumsFjMMMObh0380CZckwVSxaKwTvDpAPofN4Skm5Guc0/EBYiAeAmrYlnjfnJ0jQwqT+eIsAXt
YsA+emeSK3NA8FhjBbs4L14WTNGaW3x+l5QRhOOYYvIHzKKm3H+LXlXf6QwEumYKtKGrZX2dgn2/
3QTA+AMDhOXHvm40WNWMDHqbvzIlR5KyBBwnFDJtUB41oCOEJ2u/zeSOJPvOjjfvU9ZFKxyd8bmz
oxIwFI0Zj9XBaw600YXgCoZvDKuiHIWhaAHDJB8VWg/i0Y6v4c11SkPX+ZUsD20eGknI7ScvCbd0
Z4HJpv/kFtekiRMMtnZX07Rr+ZeS7Zp8f35LVMaFrt7/pU0ByZ70nrKSyuiJNVTRNC9zaIoAdWyb
QTOEpXJEDjoeQQUP2wK21unxpEuDIL2cqsg1f23D59bzAYIXYJD+A92VuKwBOksd5BaR9DsVNBXD
sLgOr9B5faDY743dB7ohatVJgbNDWyBIQwHdIznvgQXNhGGcKqpX99J3u1u/sS4Na9AEa2Ll5fsY
qKt4LQEYRUCwnKrCi7JJS4peLD7UlIUbt8xPMzDurnqzq2LSj+bDPNnTVbWOphetVVa/nTcNpZ5E
7BbKgwT/nH4AeJvY5k34AKM7pPMXM7modNulcqaYzPtPhPj70cXRtWTFyw4iuirDEbjZvB3b4nQ2
0fwWAKZw9wGNAEuCZz1WFf+ciiNdQYagF+JmO3Iqepst7m5l2+N5MUqtjsRI1+7UoXFh7GDtgOID
PrXf92FtvHnDMzUOrbbZV/zaOzs5kibZiZ0ye3M4pOFhP5afN+BIZdUL7t6sfRuDXdOYYfDL7A7A
XwzP6/kn+j0nWroLzW1I+mbFerbZhW1ezf0uo7e1EVXdRVrGQVde9OaV1/bh4PxIgl3mfMn6QzLd
Mx0Ov8q/4N0t0Nx9F7O50sa6HTpb3QBrYOSie/uybWKWvtJN81hTnQgEbICLBLk83h3SiaC87FYL
PBBg+rYu+sXaB0O2WxOiMVPlNQn6N0wZ22CWQpXk1E5T15sH3otLYgWEzq7imfvbmPupCNfEzpM9
ZVOyA5bs+FgiZPWjuUatFG+CKhs1N7ZKY7C3ASNfACwgt3f6JVY+Tn5SzDBlvqfka12FpqFrtFYd
l2MZkgEX6Mrrsk1cDmm8+WFhX9olQCubPdAGvA808GKgGtkvcKqJTZSWdgJEKC5DKNRvuB4mOw/z
Kf+A4zyWIUcclbEgGIWMJMBoEbgfrYM9ZN/9avhI9udYkmSQKDX4Rlrjuiufh+bOGz8t262Zf2JP
5w+6coeOFk1y01XAO3R0Y4eS4ikdnLAEf7QTg2Btcy4QdWvcitLm8KLHgwzx/Ds+zN4dvbG0xMCP
ex3kF6X94OmgElT+Amiq/yfizwE8unfslfQd78S68beN/7SH2OqjSjcGpoqtjqVIXslmdkEmDkVG
MGLb0xACweL8xqiWCh2eGHIG+6oJMMHT4+kWLVKOroVQhNy4GDet0HSqS4Wr4pA/mXAT3hVJKul4
0gXTZwOKjyiKIK94sWEcs8Kbx27TcGkvxrqIc747r5bSAR7LlC4Wry4sD14Q/jzdQqe+GdMeo7TX
ZrXnazSkd8DOQMvceaFiraTLLBAkuaZLTND5yXeIMaZ5j654vBPQ/DwLuLLqV76istp/Jzr0gz8p
hVNhLrBzRb4P1VzMCUpuyE3LqfZnzGJOLmrTmIL0gjlci93se2DE+xkA4I+7n1trDWmaIU7eF2sV
FvQ3ybfbCimiabh0lhvqP43mwQse06kGE2kZ+8Db0XV9vl8X8akU7NjYfxdE6Kc2ZjK6tluFTy2H
HeOPVvUFj7fZxBtl+XV+B96dFwDvCkZS+GUTsBfyE3SgwL4dMq8EIyn44rvNGcOi3HS8p+/OjJBC
XZFyhYd5t88YeG+9mqE8gTn37WpohpeF2iCFq72Xf1cHVJQ2kOwJKkhyTm8mY1LQDdGCmaXfKqTL
NjuNzot455ihi8DxQt4fVSpLbhCpR4OUyHogodt+WcnTuAHqegmtNA1r9up6u/PSVCuHjCqecZji
sH0ZGYDU7Vpsbo8yFetfXSu9CbL+laY6RD+FGSBAF9O5JmavqFyFtcAsxqq0QfRjkjd/HR4GRLbn
NVGJsF0Lc3jCab57JpoLnxaKIxVl7eRFwCgd4Wl0MFjvDg4G/BwcbbxHAZL/Lj3dMwwaAyOgiqwS
ITh/JvUYpe6j4ZBoI5rC8rsLDbJcmAKwQRxBfyodUpZUM11LB2sWIInw27Diarufltfzy6aS4gH9
BuAZLlKXVBjI0bW5uhzJr8YV6ZvlISffMal029YBGBQ3jTN+n42GQkAWRz5KHFGkJ05FdU7qVbUP
UT0Qm5fpaiaoxlzS5tJwri03Wradh2RJzr/k/jWalv5dTzzsUcJzUZQBaMypcDoBp7SdqxpA3E2U
+Rd+cMB7MkRJQyNIZYdgT4IBonMas8tShBAQ0NXSFYLQ4BWBx/xuSZ2H87qoRSDcRT3SBsqppIvd
mH3mAL4QxLHpoR04Zibn9sd5GSq7EF3EeHvhnYAJ2tP1SjOwaYBstUYR63uAdJb/pQdpsfnPJHKw
CWyJCcuDpeOxJ4mZ8oJTr8dqOddNR28rx48xa6/ZE4WXO5EiBbsod3BiMUjpWwztsx5kBc7Pqq40
9RblmuEdInD9kQuVh09G5ua0mSEm9T4zsEOWSdgNsXZ4//1YnFi0/+TgMjpdtNYbGzfnkFPWQ2x0
F9vylTRXW2aHmQdKVHrXIDvRRaUOqkhxNZ3IlUzb7miZzomQ64w7jKpF9UzDvAx28+KEDnk0kSf4
ZysEiLDloscB4D7Imp1qWi8JG5cRvC3wXcAla0I28jAhr4luEE+xdSeCxJE7coMemvItskLQQMrq
yWfEPqC821yvffu1ANy0Ri/FSlKUpdBK4foYHJe7CiYDI+MWgZMY2uIVuGbxmE5TiDmsMDfrW4Kk
XOLYGpkqFUGKhPcxYovgXUKl8C0gIudTHZHFA8jZHM5ZTGvQO3SazLDitMHD/8F+FteKnOVkM++7
wIfrQI7+KqjqLPQs1AKIr8N4UWmE4NUH6T3Y6pC7Pd00uprtzAtotOLdz8DFSx8IKFF6olk5pUJH
ciTjyEzD8WY2wxcm/gWz0sj2q7gYtv15Y1ddkPRYH+kuXpIMmaoK+iRbHRfFBpDE/eDvvDVqvStw
qy9A9u2MeMDw5rRdM/KvTT7irYRhR1gIAmlXrhvUQBEW0+R1RDFGYBnFzl6dnWU3j+fVVMRQx2Lk
gYXEmazSKCEmzfAMSr5y0j05ZhOPtnXZtDpjVEoTF7FIIaKIKBVD2NItBg82KAWzMNvm2nS+M/Yr
nYc4w+vnvGqKixkoz6gCoR7kOo5skJYxmOgWgmqE1fdGRW787tt5CUpTPJIgmWJnrn1aUUjw8zmq
0zncrPERDBUaU1Qq4rrASAD7DgJ3adVGVq/VDPqdaAjSB9NfngjTjc+Jw3nyXP7zMgdDk4cXKAVN
wOnhbRj+d9W4MPYleUxEX1Xz7CPZ4bRh8FTXO2Bd+s6t/8sEIH9djRfn11HlOsDAA1hhEeLYMkZ9
7Qxd4q4AUc+DTzlyUTX/waZdYm4a16Fy9EQwt0HNALD40pHu3YpbNkNLUk78W3RFx0vjhclahJSW
F3NghazSXWWWUjckICg2kPqgGTpd2RJMiTV3nBrokuTNSZeDBxa5r35JrtvRva2nwYs2J3v2ev+R
8YWHbpFZh97h5lVSdQfX6cm+HbsqTC3ycn7V31cXsOnoRkFYLCpQgCs//TTUv5B3BEVG1HVD6GYk
5J4TejOqKXzJD3aT7F0OaCmjm0I3LyILHTNufVtg4mNG2/rc8bBzf7udbqDtXT4Mn4XrHM9fF4fW
llM3sP+E5xkC6nr0Y9RKofrvoh0uGuul3iKjuW2r+PxKqM6x76JvE5c/BTe6ZP2tb4yonJd1ZHVV
ftmZpRMVJFtuG1J6HxEFBRE9UeAmymfZCdiQ1BTKNf12S1cUpRfz2fP503mN3jdvQoYPKejkRYXj
XbMRCp5eZYqodAMVqF9kL/PIbof515r8JJwfgmzMQncyI9Rynyy27FzAo8eGbYJbZrI0Ab9qQ4FQ
jnVFHdx15Y7pvnUtztYET01uhWSIAHiYdnvQTiRoyVvp85RpHKbqzAGBHayouDoBxi6/Y4BTy7w+
hQXZaZhM331/X7dbxHT9cUrFjuRIL5mg8zMjaAyk7eeXcbmf64PpYtwK5TF6a7X7ln8glgOQI5C7
hJtGfeX0wDJ4SSPhGQ5sAGxxZNcNg4dDb2ncpOo4HIsRy3sUfjvjmA8WWEEBMHTP/SYcMWgR6HrC
VL4YrgfbJByjLRe/cQ6qik4MZ265S7LbqgfitX9Jzf1Y7zIdB7dSoyNh0kZlZt8MVZnjenPMsOuu
bXYxALLy/JlTBTfHGkmevhjSAZ1s0Gjt94Y/RTUGCbPmZmQv9vwRA/+rj8zaOGP4jpcpRKXWlza4
XIqH3n7udFykymN0JEW6HzzKi2VwIYUGB9q+re0n9JrPXHP5Kw8RUhqwA7zBMHolWVtazjmr8NhL
SRrT6ZdpM2Rb3/wBIA4G21vEjIJVF4iqDEJAaVEQ0+BZJHt8ljd21fswCETxO1p2Yd6nu0AHD/dn
RF4Oq47FSAHiaAEvx6AQYyBd/jIV7oye54GN+W52/fXJwWRgsgc4de2GaBGZqri16PwNVzKPV2ql
GOIL5tKIEBJYzWNgG+PrMllMNDMN1EfLdA9TWzN0OtG+8b9X60YfZ68vWyQcrOApT3L6sHhA5Zmr
ZPjS4VdQjUXnxueyAxPvmDVpsU8NZx5RbAJ+RpiNqHc99BwJtRh30wAQ17wDCLdNzGLPs4XUO865
M+z9ofQAWruReOj99r5Nug0EpXnZl+HUjn7kL26779C3UKUj5lwHp6nLcMmmloYr6oJ3tB+tLfS8
pf5pgBr082oWIwuZjxbGEPgkeFUtzoaQeujSKXLy1vauitknse2n5hPv5iW/nZzVu7eyii47gC7w
dOcvdvkJwMdTjL7l1AszB3NoTokeJszamslr1tLFv80qPBejnBP/k9VX/SFLe3+/5DOcdhKkCHm6
IahMaJ/7Lzzv0jGcprm8sPqx2VdO0Nb7nI4Dqo3M4dfoily+JWaWTxFfjBZUQ3ZbagIG1SE8NiHJ
5/cb30Dfh+NRoWo2JHdT8ugjtxQUz+e91/uSICIGFKEEKDHSBKCmOj2HQ246mSXymOvyqW4uAZqX
m/u1ewEobdjm14l/IMbleZnKU3gkUrpolmAe/NpA4qVHG3JrdxmyIO1D2m5fzstRriHqjqhHo20N
Z/5UNTp021yXkDMu/SVH73/T5S858R7biWu2S72Mf2XJle9lrUHcKzLOm3dpBd/N9WF0WLQG35x2
t227oQBVuo4LRvHIEG3VqBt5yKdjfkTy1OjwSHs0CCMXSG/T7r7ht/3yI82+rU2Uu/sVB5Y945yH
mGq12zFs7JgVn8fy+/llfu/JT7/CPl1mTCEFyZjhK+YCnY7JU78WcW0uUZLFvH3LWMQGzbv1vQFB
InFFV7IAFpb1rl3MtbJsrMFK4EZtZ+wdFhx4ohOjyPFCDh4kqCZ7qGrKhbmEz15bbg1uQu49ORQc
v3PWX44ZvfIIisWVXfAoI3jkjaw/sAbkWMDkDv7dtMRXeAJBGY81jCCerm9ioUf5f0g7j+W4kWUN
PxEi4M0WjXZk00sUpQ1CEiV47/H094PuOTPdIKIRM2dBbrOrUJVVlfkbKeJOnxSvgfUr8gdbKZlV
4auQfG+He2jEw7jWqlmc4rOg6mVQMXFjr1T5qL02HkJJf6v9ZpeV6sotYGHfMLip60A5Hc7ZvAIh
0iN0M8RUkWBHWTC5L61PCSd/8mDie1Fuk+oucdfAwh/zwhSTzuE0pZyDs22Dc05jNSXLp0p+lVWE
ZPm96w5gCX9d3xiLc3gWZ7YxXMvKhthgbGV1k8U/6mQrdU/XQ0yf4fKmcTmU2doosdABpsJQ6vJp
FDO7R0D8eoS1yZotBFOuDM1PGUQEmpqsfYwC88lAwxdezUqoxURyNl/TfJ49QJLcDOmqMJjUfBCM
d6HS7bFHPMy1XenUSa5dIafzz0fHjprQ+ViB4MtwGdJSiqbvTKq9cq1iufMwBPdpG+yUNV2VpaVw
FmdOR+v8ShlEnzi+lN5iW7Ot9dgZY28lV6yFma/sPm7VRiRMg7iIBd3IT0onT9Zg5x+JKRiMkIkM
Hc/YSXB3FgeIVx6IJhXQPOhG+iadq+5kJPoGu49qJbmDdEX9yiyE+0AM2q1SDuk3s0vaW7maHCC7
EvzP9Q+5OPKzXyRffkhDKVUu0vwi021fMld6rwzVMbKX61GWVuj5uGfbTUqrMR9c5tfovlh1jmsd
BNTiCdiBL45czt7on1+PuDguk5cyJbHpejGL6OVBlPsyReAgMN1dWIjaTaa0EU3GeE0gfCmXwJqa
MDVgJ7kOXk4h/m61l02hmkY5lW72GKT65vpoFtM9balp9WDyitX5ZQzfjcJ6FOkEFGjxeyVk+oMs
Hup2h26bZD3Kum/XzQrPZymDMX2A4al7ckmaxRQEC1uFnvKv1nu2IdWbeByOiapu9bRe+VofqxsI
sFDInqBuRJtjuozIKsoxkFNae4k9Cs7Yerakfy3lu7S7ScvP12dzcWBn0WblDSPp6jFJiOZT7zLx
GxdrKg+Vna3p5Szud85J7pqUaNn1szQpjGVcpdO4Bk1EqLneKVbiBCAv60rYhIbkdMMXUNyboejv
3NjYueGwsnKWxsoPoP4FLGtaPZcLJ0myHEssjiGfd6ib/GxM30lA34tWsPINP9ZzSNTUT2lnYqD7
AZc3mpGVB1ODPaiqO0rk/t5NzMapB2RhrXGgya758qfrX3JplwMClDiHiMit9nJ0eWvlViAC//V0
DLfKJK42XtG52yaXfl2PtJTBJngeSgWTIeZcnU5IcSKwhCSjv6i0b+IwdiU+x5KB3VWlmt8zfage
tMDrAG7RnuQ5yL10ZYIXr9WGzgSLKKlM3tmXo9WCVvf6yKAYnrq2onS0c18Ky+7Tb9rwEEQPufqg
6/uxqHfXx744yzpVH4xgqR/NMeqSaTSq1+lcloTvgoqlEK/41Ft5myyU4CVuEkCHqX0bkDZn6UYv
3UTWwJJuDNm3y2GfZY99+KQn1H72vn4Qq5Ms78ZA3XTcM6SvVB2uj3LpC5ugC1TWExC5ebqDW2Sm
oCInYNJDa3a7CXFbP2rmSQmPXR/YhlGunL1LWY/uGmpQKluHcV9+T5OvKVUxI+7N76PEw+QxAcxe
IURl9I5XrYm+LmxQEgHPvikh0R2dpQK5yHK4WcUE/TaL22JQTVziSh9ZZTUMtgpFpn1dm5W7MsoF
ZABHP70bkGuo2oLHuhxmFspNnCTETYddrz50mt1aDfzilocvnip3lrZpzN8mfTQaFI6k/WMh9ole
BUYUvirMQrbvZXwXNRahq5E6SuSbLvipFk++93597Swl+rMYyhzVNBiaq+klMSpLfZLlxk5wNujF
n6EWnUAkHOipf6u94Sv1TVtupGMercmPLiymi18wSw6Ucbgam/yCDEdgC720qrpHbedWr3tHA2U3
BOFaPpp25OwRRbPsj3kEhMAPAKciVqJmlNRsI+TeqO8FrSvfmtFzJwvArn72Kd8+FaKgJTtZw+bV
djXD806Sp0YHI89aZdfEqngTWma3RhNauJKh0qvQFNXAb/M8vvzket9mfTYVGLRQ2wujucuDNRTU
Ygj2EgQE5DI+WPe0ehINxkAyRlfrWMhUfUFlXF9VC2e3BNF6MpicXgwf3vjNUFhjo/FaSJKDXHi4
+J3KQLYt3135lEuRqPRNmnTkhg8AUz0L40j2yPBB2FHt9ZzMutGyJ0/+N3G44yFdoUhTy/Xyu5ix
qVacAXyXRLyVxJ9iURyqnkwbams6LYtbUqUnTsMROUGqJJexZEHJVd+IJnm9e7f7TD3GFv2DFEdY
qTwI2We9uW20m6T97Osr4OelrXgeeXa/bFO5DPySW4k43BnFnZQeZUnYaMq94X+WxsP1RbJ0KwBo
P6GEDJ46H0yXQtX3kkHMsk1uqSc1k5+H9pPV5lvPy3Z5WNu10t2JYnQyBfOmktyv18MvjRUULxYK
xlQu/vMVzmoPQVNrDcZy06ltvQ6ab8uZglu0iQGb+MZiva29NZWq5RFzE9Gnujtso9nuFvpB8V2P
EfeR9qmH6CkMktNLdbSJdO+kSx3MFRxXc2Wjue+JukY7WLqpYDvFs5JeOQic+YGiuL5ktDW7JatO
Zs5d/mh2FU3mAfz3wbS2prW33F2MCl1IGXAXrYnPLb0GJR0n1kmtg4vvnBpUWoFbNdilb7rwKNGI
qgEGqMJvn9ygC4d4OKruHZ5H//xLA9xFjuEPMGEO6Qd57BX+dMDAQQ9PUV0mmPjU+Z2VIL3eBPdG
6H5vI6teaeIvpSbYMWgUQF2gaj8/15QyjQO5zjZqoeBTnNqGzmUX5I8I4eP6CBcuSChB0FpFxxcc
9Jzm6uZqKRoZ3LhW+4k5yB5NO6fmXWjV5dFAJP96tKWvyHsCYAuhKOH+6VKcbZ0mdtF5t3hScPV5
+WNhLWN0IkZbySz2XfXYWuKmbdydRxvyeuiFOb2IPEuNQobbTTc9Zir3sXPDTZ0CW4q9nWKs6Z0u
ZWFCcXhNbpcs19kdVxhGaC8J+aEelRuVXiwn/8kXPEfJy22UqHaS+7vMfB51/3bs9H0lrlVHFwdr
yKQnipVs2lm2SMegkP2UwY7CNyBklVDZef1c0WW+PqkLmRBqCL0GVAAV2s+zkTYmTWP2JNdcqbkp
zXZLqt7ohfRTSOuDkPTH2F0z21iApE1WUByo9LJ4PM3fLGpuGMj+EjMKjhp6L9qN5O3L+MDbMzUP
/ugkxhdNOKXWTg4/YxZl45yrGQ/NP1bR5V7NgwIRFU5vFWfTy7O2UazeFwZ+R0h1IdqryidDuzNL
l1b8rRWvmXMsftG/o2kzCkHbD0VAo52ZxpigFr9Qa3D6XrXztZS3lBAoZjC/VNwmDcnLYbmxPHRN
M/LoF+sN6AqaLc1zKuW3vhI991b5dH0FLW4Wko8MFQweHY2Wy3iV2IsBb8VsI1kDML4cW45d1Ii2
mt8hhIOSrxs8u+lrYCJyF3y6HnzhPkul6u/Y8mVsDLwlsaRpDm7RAyseniR/Dbc67YDZewHYJJhB
ah+omc7rF1h95b7pIiUZC+bWBAWgiQO3wOB4fSRL5zNorwnLB5V1wqxcDkVrILurNc3cqrSyfeD5
qj2qifeUmJ7ltFof7/0muwsNneCAaKpBDW3fG7gYetpn5NXrY5slw8pl/s9BNR89uNE/5i7w/OaA
gWTg0hA2fNySSn4bS3aHk3WhvcPLvFXFictOAla/W4Fu51q5V5tyg7b6IUgeS1M/RFptu/ROQz24
dU1978sCkPq1Dt/y1GmKgX4HFSp1zllpqyb0BotVkLaYyYc3TfQWujZQErSKP4dqflSDN6lSbFnv
PslJvAvD0i7FNbbH0kJheaCSzXOEy+0slfJBpCCiLbcJFIg6gSr1B8DIINOrcuWqvhyJd4/5h674
56p5dgZTvyviZnrChqp8MCX/ULXxVo+N/fUluZSx6NTSedeoBENbv1yRvagIIURVnH3AouTVIYje
AyjF6ppUwWIGmcDTPAfQTvpQpkwHaFx1CDk6K1xX3vr4/Ow0say5SAjt59YcjC9SI0mHxDfyU2VU
0snUS+lWTXNE9STLW8toUyqeL3prKr8AZIUJOi/QYtIsK9pkVVGVdhuc3Oy9EX7L9dZANlneF+k+
XttnS1N9HnF2txn8vKysyTQzTL8W4iaWqQsPD52y1uhfOhvO48weeW7iilnVEEeQ451QgDqz+o3Q
V0estnFK8VfSx9Lt4jzcbAV1ih/0QcdExvXbWKICkL90wbMoOJmb2Zm1u75eKXgufTiaBvT5J+Wq
+c1iDJPQSBXOWEoggDOTsu/LfQXaq9qyZfSbspYLZesBqt4NuFW/inkpPwqaNSg3tZG09Cpzqd/p
kYKxR0OhxNup4zA8yUMmGhtlVJT4kexT7PMuVY1D4Eb990iCX7DRBk/Z+qNHGvRML7qtCqvuHBnS
aIk+f5v5214TyptYzIRtMC1bJZVdJH4aUXq3arE6yFUXDY6YWELgtH6YGpuqd817TShCYIOSmT8q
nip+KmQpftPEBDkuQTJHbvmV6IkbNZBcqIhZHR6bpFO4tw4WGm2w6PgNZnPfGq6i2bEoeN+lMsgd
qp7li1IoXe4MTdFtm7AWv8FdYK+rYqDDDEo8X99pfiHfeB22wXadd3W8SapO8/dVAjAAEOOkKiHF
6sTLEg9WISPsWceNPNpW3oPvCPu0IDWhdH/TRb6FdqEXmu8ZjhyboTGs35GXS8dEsYI9VYLBsWLI
WDeA6tF6qhHrs4uMSba9KhxCB8e+ZgN+EOdB+jFkhi6R9egucBtENPBj0X4nllt/l4J6MDeRV5U/
m0pKXzL8olxbKwbTqU3B+h1rTOqzkRnePeYZYrjxhjiDEqGOJxVJ421bRtgnSBz2aWeZ+zZ15R52
e31M6ia8GbsuPVLeko9iTfG76PMusOXUx+S2rFhXQgl48kbTBnriqZaZW1loA89BtjFFhK5170Q5
F8rDkEqG50SyKNwlDSvWHjI5e5PLAeiLC0pQ3ZTDWBROh9la9pT3oX+rl4Oibop8LCDt9EUxmZNl
lbbtI9/bhX5X3QvaKL2oZR+MQJ+xYrdlJZOlx1xr03zbdFLj3Ql1qZz6Tq62ClffH1Ddiz2yGsBS
c9ZDsvKwWEzqE7+D7hp5VJnzjMuyZs0k+BiHCKu58t4v7uTuaxTcK5Gdhgcl+12OzqCcdHOV9j7d
+mb5m7cMlR3InpN6+yybZm1tFVXEfQB+8Al22L3mvUd4fqD0spcJN3Ttjt73bZEEdhWDfVezlVS0
kPjQygLBD44MDe959yAVxDHx9SYDmiHZ8mavnZpOZS+KqD6sGfAt5HQuwHQx+ccFfJ704rxSk8Hg
NpBFFToMFKpdNCUiCI2WHFN/NUoluoVTEOYr2X0pMFwnuIvQ1rQP0hySEGuVVAtUtBpgvvd5otNF
PQzuJ1cJVlbT0nxSS0GTUMa1g9x+eRXJh44sXYCVdiuV6lmhZjeS2Dexjbot0kkkrcYZPSlK7bHR
uzVRm4X7Fv1LE/gLFR002WfRa2WogrEjuor/cyU2HF/uMQ7WnC8XLgEIBMLNV3kIAGGYh6EAaeZ+
ziVAqreldsCAgnP6k7H2QFy61AOQ4JbKTPLun6/OQe9zJfcCWH7M1VtBd5YS3ACJaFODRMcWVff4
FX4YDeC3O9XV7YGj7ZvbNm1hx54XnVJPMm79qrUOvqf7W9fNvVs/6IStpMYtpYpKj1wnqju6obGO
SLhctv4aMWepFMVsAe6XJ8AvqN/LRWG1QaqJDUbWuU6NwB9tP0638fjNV1Jb8r9BnZFjJ1GllWW/
tBrOw84+U1SliVyGhG20bpsnn5Rh2MdrRoDTb5+lMFRVVB241QSgmV9B61iphlbkStxSnfYU/yHy
msfr16W1ENNyPH9FZCUb2yNEkkR8Ydd/kuvgn79Ups40rSBUS6e682WMshCNNq5wkDLF/DmthO+e
G+/wFFi5sU/3yA+zdRZmVgZogrjUa5MwmKbn8UMGKcEP7kLLjq2t0n5J9P31qVvIfAyLIcFl1VH5
nS2BpKBmmGgVMveD72RZ/RCOxrbu1Ru5dh0jGVZOk8VwyFtMlNappzYLF456oTcSt3aXGqs0xlut
0CFAoOal+Hf5mknSQq5V6Tz/FW22LiBe9EI4EK0UHsausmX5vYruam3n05dJ15LR0qeDngFxkB2M
vtNshagRwpt+N5m56L9UY2sZ+777HYefrM51iua9V9ca60uTiQQEsCYL/BuFqcslqSo91XIvKsDY
wYjM3NweY7W3myjcDL4xbBq9+XF9tSwkDGoC3FyhxE/3odnnS/w+s7JJnSHLAIj1+oPnaXuZO7F9
Pc7SyLgeKrzWUT/+ICxkDoMRsNdA1FbbdrxFVtSGOOOXXA7X2J7LoeigkX2RgpgjaRUXTYMxBjZl
lG+ZKAJC+zyA5svdw7BWpV1aIDrUsf+EmoNp9SDiHiWBTYe8JZf3nV448qhvDHZfbH5PKqdeE11Z
urrywf4OOVsiQZOiX9MT0sBYr8g/W9zbxD7ZqkL0CPbUziZiLT2uyeBC3MeWtelceQVZtHAZmMBS
qOlbXDpoJF0uUxqUbRmOzHCMSWqAaLUllHe1IB5NgNLX181aqCkhnB0EsdDKijApAhV9cTALzRG4
uNZ9BFlv5chZSi0A8aFY4L/GF53tBKUfrNIcAJ2Gbbp1cSdwZCF7EfpuGxrJ1oyFbd9nK0fQ0jF3
HnOWzgwv1P02JGaMn31aKtQFX67P39L+NlAaUKk+gqmYbwYXNJ9aDaAVc81FZzFGyR6Ynbkim7s4
d39Hme+DFAJaO3agkcfGokQhvAaRdT+BdgUDuyNP3bfemgXa0tY7G9i8sp/VuaSPETBr3f+ix4+m
+1vuj0G1HeNHP3nR21/X53FxHZ6NcHaKh3Ugi8EUznfvzB6Zsu1Yvq5K9C+uh7MoyuVqDzR6iMo0
j6VBv6ILKaNHvrKye5fy4/nMTT/ibEtldHukziIIPGtb7g9S816qT1rwU9e2/2LSJsU6IHImeX82
nCZsakPKmLSWVkAo1o4SHHBLstzX63EWl99ZnNmIwspqaEEzImVabk3008zFTSeFuyi2vmquepNH
0b/JFmchZ9nCSDstHEdCJjXlUNfx/edqQDWTxqH202/XWtuLyw+CMgQ74Bn0si6/2eBVZiwbU3Ly
BDtu73PwZ23wpEVrjYLFxQEAYiLyIVk231aj2w6ymBCoir9oyZ0Q72Apb1JrW1BP+hdf7SzUbEul
FOKMXiHUIJzESLblpNnG8Y1HbSSKTtpaN3lxb52Fmy1GJVB80SqnKRSLXeS7t1635iL+0YkCfQkK
Dn/N3mwhJoGVBGozzd7wLdWfB4zE/d42h5saUf9xB0kPScM4P9ThAUO4jR587qxnvX4cEGqrhE/X
53fxqnD+a2ZrFJQo0vAqvwY/rKa8pYdnG+BE28qzc/3W4gomi9CNb/10u6qA8afPM3/2APzALRAV
DFiLs3uKoGMNZVYDigem/DVCvFwuunuh4W4iRfvByuwxLZ2+/JZaMZRrd82rcDk+RRnUPrinAGe/
3DEtndAuEOB3NJJ+VJQW37LYTpvPot7aaqKgMgnZN3G/q3r5poor2WGp6wcyFmI/3ftJqm42+kxp
WrCjjL7tvnSp7rhy6QzmJIBevLqWfKTMu837iKXRbz0teqN6u3X1+lQmq4YkS6nj/KfMthkwWqxl
aiYitaC2+1vR+sXLTCy8w8pym8Y0/+LngWYzXkNbn0hYXNUMrr/Rq2JiGZDbVfZJbxscHPcF1ZeQ
ZoG/1jlaqrZMFicTLRVOBvqUlx8bMEHUFhbT7SmZreQARd4V8SmRtiH2D1H44A/3yb9AXl7EnA6l
s2N0VNlZTUHMgkJ+sZWDQYkdPUw64CJB/xUiRfd8fYaXjrnzUU5XorOI/hjkSSsREbnKULiNcmQY
MtvvN4p4F8ZrleopO3z8nP+dUygSl9FcqRhCOedzGml2E2TVIQfIbli/ro9p6bz5e0wfEQxjCWR5
GtPQN5vMLbiNYIsXvCQWwxzXWpmLKRHzNehrFLBMaw6riWVJzxpMkOjUYLszbkTxSVNjOzc+mfoP
kLpxNtiB+pa5D026sj+W9+FfoecYm6oXtMgcCF0X/a6Td0nTOAm2YMG/EFKYrKT+IJjIPh+6G0bZ
Q5OSiZRkr767K4eN7N3JYmdLyk0cOsa4GVdNkRc3/1nM2W4wxjFOpYyYOqWDyNjFIvVhav3hTtBu
dURJ3a0uOIH0/fryWaJCXIx1tieC1hSaWCJumrSb0jqW9b2mk9wxeTyB4xSF2qGq52e7RrZdfW2P
LH5TYOQgmSarJ2V2wkr0/8AbgoqPs/Jz04VPQddtOv81FtYUpRZ341mk6Zec7f26b2M0rYmUubGT
+76jQA7OhXR7fT6XBkT9mNWjADpFu/YyTCa1PXAdGIqxAOnBCEPofB55NFXVb5HUrDx/F6OB18QB
gj913oYzizKRBBGCkCBD73cVcKH+JhGKJ1QhN9cHtjR/MAb/CjVbn0oux8j7EMoXICJHSk3LGZK3
k+va/nqkPwXWeeI8DzWbQ0NL/bZNCJWlt5X8TbYe9fy+KU5+/jPCRXX8JkqvknuQ2y9Z9Iz4lLVm
47qUU89+wB+HsrO1QhNWr2gpc/XJ3pPkRjRPk7GkKT8mwVr3aelIOg81u+e0hatWFrj4TTUavyP/
NUoDO9NbJxdYOOBQWzVemd7FD0mhElAkiK8PmutCqAtR1bp8yFQ7gin+3OS+U7T/gr8BvvbvMLNb
k2L69NBUwnCLvK0zdTcSIui1A4i+FRuwhTmETY0Cog78GTbkbA4xZv3P5zKsrtrGrmo5nZjgf+EZ
jyFVNUcrewhsbVWu3CcWXkRIuEEONOnQUlScpvp8naCM7yeJn220LBCelSYxNgl6TysfbFrus+1A
05BO7OSGh5TUbDuMheJmicLDGNEQvXHEAI0QdIS+mVQ4YmyApHKFZS0vjQs9fir3mFVidjobV5G1
VAyLCewGl0CB+Bw3LRK5ONI1GloE2gE3iG0gq3akCUcFtUHD8LZaHezrMbRLr6Ny1Tmu3m1H3fgk
ZpJtmjGV1AjlpcjJU2sTyZFzPWksZEINmzSS4CQjQ8Xk8lMMPcZTfQ6UMa0qXDy5jYR2HL4n9dP1
OEtrTYPwyh8Mlw/mhEabClSx6Mf39V7Da9L1jx64Q+Ry1PpgsI//t3CzrJtJ5Sga4xTO+5xZvi1Z
92H74Luf0661V0X9l54BCFoDBsTkFsT4nFab5EXQV6IOeblzYtzlrNoOI8mpZAC+dqUdx+wuWyNj
Ln25SbQbUAcp6UMX0ZMbrffjDopD6dRKvEnjX+nwqRPX2HELSf2POPh/48wSEjK/dBcktpFmHlpk
f3RbE1RbGjdxvop5nF5q8y1LZp2sMxSZF8B8NXp9WaoBsQzpsVcfhR4BttZGFq+pWwTld9Dss3yH
2BI6tntzrdS6+BkNsGoTvXVqY05TcZaXEt0I9WTo/yzSWvwZFd8MbSe3iFpiGIWaQbOP+5V9sZQy
zkPOFqpfu31a6XxFvSo342i9JIqwkm0XP+DZqGZ50NeVodNaQgiFfyo0JBrRIG3L4E6L4i/tquLk
UgGELf7XLP6RBjybRVmPq9ysmUWj6N5L/8HAoyT2vQdqYDe50rwInrmzKFTW6lv1r2BOF9Fnh5qV
WfWQW4zWr45RsS3CHvzis9C8u96r6Z+y/EUyt6XyKVdX7pRLL4KLyLONEgiynA4mkXGocIQS5Z7a
P2l6+FDq2ecqj3dD9wzdbS94rROFL4PyKrVrmnmrkz+rhUSKPmRdzuRHxXvsPoFjdGprk4QP7R8j
hnTkLfalWnP4XcxFKBdjbAIcXpoftcPgiX2qEtWXnLR+MapHt9uF6cpCXjpDkLX9b5S59mcUuk0m
aETRVM70htN1N0oHWfsmV3bZfbp+gizcHigKiJCCIWJiezPbNYExpFD9SUWWCd0m2uv562AJL6WY
2pCucO6Q7VjzVzokK0HnT3UVntH/89vbzMnaz5p7G/Kg9DXqpSfDC2w9XTn+p4Q6S7gTHA8yA0If
3ARnuwVdOcsDgMcdSXrKkZaSy+PQrrXgF1bHRZDZxtASPXFrhSBj/1jzSo8thBm4g2krh/7aYGZr
PxBMCUTBFMf84ZcdtXDXNv+59RIARgB+0xv1D4fy8oxIC3wz8bBgEcYbNX6lH2eO20FDXjRf+ziL
8wZdieOdYsoHGQtLBkudiYTK3Yex/VV0L4b3otX//BXAgP6OMp1QZ+l6jOgoxQJRBINCaWwX5lZ3
t0Xz1VMKWvgrC27pjEXCWYLMr3NGiPN9Rafbq+QpnJE8lN6PTilwp37VtSdjPEjdtmsQH1hZFwsH
IAVaw4ASD56GisnlCAEdm2o8XQZjrca8FQ0bY5sBdjZPhRqsjG9pBxtkQQC2XMmAEl7GwrU1k11z
wp1iO5xFR0v67GdvZt/bWv1zVLYlGfh6olpaJSwPxKq4MAHfmSWqodBjL+yIqAFYFGp3I6goM4yu
I0NM+p9Czd/39BwirYimUEK3ifroIMhfFMj4Y2au9TGWR8UTysKZnp7g7CpWebKb956WbYa6jN9T
OOI/zFwS3kBq5y+VIbu4K2exdwv0Pj7F42ic9EHGnkGSLP8YNUaW2WaP7zzS5InUYP3sF60jKkm7
cn9bOJOAN8iSNUF9aTfNZj/X+r6CFAGmmXYsxVW9etSy1o4hhCmZj8zb1+ufYGktT45b8F+586vW
LJd6epO3eUU8vy7sKEPr5WvPdVwXH83gXxBVQEzBGsHZBq3ReXNDUMusUaaxjUUpfellf9jKRn5X
IlPrAE67x0YhODD4FUzH0jPaQC1j0uPgqfhhv/qxAik0BFmslbr7aqbi8AyUQ3oZg16WNkob1187
XYkOsppovwutsb7DWW23Vdsood3T8zmqaaW9seO9wdbrxHw2w0iL9kKmdp2jF63vb8tWj75ovoBo
va5UDuo50m9vVKh3SJInrT1sFk4mXF+oF9OPpCYxdzFrPR+T+gEDaTRi7zMvO8WpAhjG+OeJDo0R
wJf0/VAGmoPeoSqaqEtHObVwO4bjIcov1L6t6IfSrSz7hTRHNiV/G5NMhfyBXJimfqYGEwuusKGx
5gOebNVN2VNE7fdJ5h/5HtcX/tLNlpAQ4SDZw16fA4pMoSzzAgdHqKa/xWhPprWlJrDjZNP20S6y
vmbZq6e8humKlMASM/s88Bxj1OdNJNYKgVUUJQsg9ZXghNaj5n6X49Yuul3g3ljFHpHYwMK8+LE0
3gLv65jdV2vcgqXu7sVPmZ0ufY0dTqPzUwSh3GiIa3US/e3E0cTvoVFtlPIgJydvdKCHe8iUgI1N
/4XKJCLZWGgC+QfVNSdSG4oL50oBIO0ijxFqD76v22K2kuWWbgmcomwZyKuTwOYsrcpGLSeuPiG9
KZJ1u1j+7iZ7c1rI5S4cbkpch3RjVUx66izObsOT8CMOlJDHwKVO2/jsKuTm/JQumhDT2VdZvZOt
2NH0p1x+kuXe8fubSt0CHLi+rhcOkIuY00F4FlM1EDlXTXCbApybMYbnP3yfOgVaHEMcA8IP6OZ6
xMVVdD7M2dnaD53XG+oUstyK2S5T98m4n5ASknHIpdoO8qPl3VENrgvcQ55y6/X6D1ge8iStwAri
yTz7uDww8riNIUCK4l2eOVX9bNZ0z8ctiJGUlH092tK7nBn+K9z8URUFRZS7El81FP2NIh8y635o
j02xERL8gKHxufprLh5oOCf6e1+qa/GXV9Xf8WebNkNtAbo6w/XGI2ZCavAlh2Mnbobgs68ceryY
vXAl5tJ5cz7k2S2hCzgb5GmGZfnJb3+J473a/L4+rUsnwHmI2aU6b9t47EVm1YeTn4GiEqWdBgjC
Sg64Z5XTl105ARauPhgRQ4mGBIR+4xwhJnSS1Y0KoPjRuoG7KLambZU/AndvrH6zpVDUVtElAmSs
fPAds8pEdQevyze98C1LHW0ESxVtFdhy/bgGfFu46UJanzSs4e2guzFbHmqtmShM99AmEvry6Yn3
+DYMf7bF4foHW8qp6ItTPyG38TiZX0KkVtRdxAo4xxoN2+PUUKGKqbGKRn1VY3w2VCInSm+J6UkX
TJi6Sdh0sVN4fbLSKFmc3rNfMiWIs5yHyq4qtoqIPbnfP1Xjzyx4q0EGDBG90XHt0FycXwvdMNTX
VKTsZ/NraopXItYAMmjEWMU1BNVBffots4w3IQYwdH2WF6JxLULvA0oeYkBzQSsxQL7GzMICIcjk
i5nX7UEOzBIWdB49te5QHq+HW9joIOENKIAkU+2D35PvtYFZWPA2xHA07aaIQHNJMhaNtbqmObk0
Mpp1OMtriB9gGHr50QI8Vy3shIqNpOR7v0y3adse+8A41E21cuWaSg6zcxhIA2QDXu24483bKU3X
0XSsCGWG9SEx+r1vrAnyLU0clBAan2w86YM+i+sLYqEruNOGNc9k7EzecbTCQGU0fl3/QkvbDp0I
3E5JKFAX5leZgqJbnpddAfYF5LPY3AKo2Fqte8xFYy/W5X0kF7hq5jvJNd9XYk9rez6RBgKzXPyx
NqbucvnN6No0oW+MxUZ2h23tjtusjpEZa3d6Ud51us85X9mJgLxZou3TwQ9XqiELG336iBSvgIOi
3Tc76csmrSHUi8Um73R4If2AYEDX3tPm8bdqKCS2aDTS9vqgl77sWcz5cY84BouylQoOJkyVjG8i
j6E0Rh76epil7TBp28qTRgfsolkOS6DwCYYrT4wpay92/c9C0g7aWB50RdpdD7X09MGfhsPIJH9x
k5lvvdKK1VGjHJd18iYFTqm2quOB7oTa70Qi0NamcJL2NeJW0bbe/n8MPxuq2YMW8wrCV01vbNGh
htARdLsuV8GWBMKwIZk/9J4w2EXo/TC08OSa5Y+VH7Fwi4JXqGAmCTqCyvwsjUNmHIEpaMUGzsej
ju80tZV+Z7nFd2mQb0JX2TeAtxvf8mzSx8olfeljQySYZE/A8MGuvdxHqVkOZmkZxYZ30V1X9c+o
pD4LnvhWjNbX6wNdWr5nof6kk7OzcRhyEyyLSag6h1M9pMlD2Or+Ri/VtVrsUpo1aXMCAGBeUTy7
HJU81KYCvp/Dg4IoT7qvnar9vD6aP4WAeQaywEMYQFYnM9/ZZ0vQMxyHSM4nJ7VCdcTidhzem+jw
f6R9SZOdPNPsLyKCedgCZ+p5btsbwiOTEAgEAn79TfnG95qjJg5hP1540xGnkFSSSlVZmYRYIe0+
Zdy9dtPXqTkl4zMzfhRBEzFyqzX7aj569GBPAGPumvQAVS1hbVyeH1cVct540iFl4oNzXCV/7EYn
tesBHd8GuuegytVXaTSZ34vg6fIkrNqBEiW03yXVpCq2MgaDNaAmCCYfKLE7KEoUAsUrcOhtigus
WsKQ0Ev2W/dXOe8zrWkTkUPfD33rEC98AjfPlNyP1dfLA/roOGgV+p3hlsAD0P6cO04wQjvTT5Bn
4oK4kILm4LJIkq1W9rXBYCcgmf6bylaNV7tec7o2wwtjaEZyjbBUu61bEz2+wDmmk+g26iAfN57M
4qLEhiZRmV1VPNVIwF8yJ0g5tF6C+Kk/OL0XufUWf9Ta3IE7W7J9WuhLVduWwZtilYTi8T16xyr5
YZJPl9dGHsbnGw7DQGM5xoJuHUS352sDwdNhcis0KlcOiBnDpAIRRHYNMrOwsE92//OytfXR/LEm
/744rQwjyS1SwlounN2sg7KVePFlE/Js/TAg0FsEhu2grqLuUhZYUzrXeB/pvXWnEX9n1J+D8ckz
38y5B31Jjycg22JPu2z0AwbdIj5zHY4HoNCOXb/PnMMEcqGxOuQuwChIOzZbXUIr7ieFcXG3gSca
+Xb5RYuZ9MesCIbRQu6pYxBZ2GuzHpebWlMrVgD2QnuIa8uuhUBx8mQU9ZT2CHuJU8VuPaKZV0Ne
oojMqXifCvdlqN8cjcRl8ogOl+9Qtr9Gs0gbWDED+9blhTXMjyt79jHy74shdwJZ8UTG4EHwqEEh
ruFgOs7jEldgyP132tfXAyAcwaztiLgdx2njGFuZDDwIkU/G5YdOQbVTxxxBuFzUIwNZoP+Cd1sK
Ov2hi8qObEVwH+Ng00atE2Vc0GWDlFuZ9rox8hxluTaqJ0jiDdBKDZtZf2Be+t1x+/uSld4GkmBl
YwJiCeYAQJxRv1FLAQ6HlCYooVo48HwD5No1p2x3ef1Wpg/8BABro88K+1J92Ijcyf3CNMFtWL80
0xOhh+nvcSWSZBG7ApRF4GNV9/7s+CVLSqeNQEYQjyAwAa0uCJHTv1eVhR1UwSXGDUyT6mzlPRlS
QWCHgUMcHOaJdWT5ydf2l2ds5UaTz0AX14skEFSrJi3FgxRtjm2UajcufTLZcYZA4la/x9q6YGdD
DVFH0AWe3PNtFYA3b2Se3WJv92jw8489D/a5sP8604E5gytLsBzaQz3loilTu0JFEHNWzRDVePQS
FqKP10eO7B8mbWFHuWKmCmzcdQY7SWXtM6k94LmvoAijYT1t5B1WTv2zIcmZXRxIeelYhd/D1ARa
ARcCtcIJ4pqBJ9sY3lr3O2khbb1FcLSSnz6fSOk1C6sap9Y8tLA6A/UDjr3A/DkZICzDQVSHnn0C
Tx4eyZybQNKfQFR2eXpXDgoAByD9BpCnLK8pR1MbdC0taNKinlJEwOkAIf33C4hGTA/1SNw5xgeZ
4wp5DXeUBSsKOZQJsDjvc0Ge83kjTlgbCEIe9MNYPh7LKjfEYJZ9U9O8i3LG0QgUCYRxl6dqZWMh
cPtjQXkHQxViBgUgLDTByelIqHUAu/3LKHCk4iiSuqa64gzMaiwBftQuIgMkhlHmMrbENFfuIpzX
fywox4M29vrIGlgQwUNOdhoFKx7QyklIrY1C05oldL4gQQnSdyDo5IotHNsaR7g1qDWjqbpuOfJP
CCJ+1HnMk+PlhdkypCwM76ssb2sYCuBhwoCIJp6zqCsBpbBV/lxpskGXtekhBWHLu89RbKGADypi
wTqo7AnIt31i9Z2rga3wuzPFYHbm4rttf5+7O7zWLacNAQHv/Q0/XPP0xSe4MlWymFdWtb0+TfiE
GTjzwX206438/Mo9Bc4E1PZdhA4SDX1uQNNrWkIiuou4YYYCYUubhKbRhujGv7xwKwfu0pBaWve1
qetLHyPRJ0C+wWF/bedX8nWMl7Fj761sIx2xZc88H1hda8aQurDXF0faxK2NEGxfOZGhhU31y9ty
lrUDYzGP6hXpO8BLORzzOEPYQUfT+beUP1yewS0T8u8LX+i41dkQW8dSgYN7fKuMO7KFvFj3Bgno
RnbLwBvs3IRgRZnTHKOQWAN206e7zDqMWxJEq05tow6GRh1AqVQJBVSgPG3uMZCx0IGcrsJgqxC7
YgFcYeCwQFQM5IqKXivLNiHMnFjkIgAPAdKJQSDebURFcvsrr1WU1tBsCz4fXHrqm8L2ypkXgc0g
XtfGmntoy08oK8zQQmz6+2wLIbo2JGSV8KjwUV34gCtixHbnNkMGzyX6/Oxy9jplQfv3iRGkYf4Y
UU48tF5QCFEh+SnyNoRmwhV3bVwY7vGyJ6/MnIRcGLIiI0slyqHDisQoKMSlIzS6ZXs2eADbQIcw
pLS+Z23gPyU2Yy85Yc6G4ZVDAUk5qN7gcYYXmqNsIT5kSe8DchHl+in1d33w0LoHo7hl5ZeOgxHk
8fI4Vy6rM3PKDW+nGL5nyza7yd31+q7Uml3BWkR7MdRCNtxxxUGg1YFmNBfwVyQWlLGldtD0VTAg
tmSnoSojAlTJ5eGsnA5nFpTheIQ40CYbMZwGABJaRl3xZFe3dTfGlw2tzdtyKPLvi5MuEyBAheg5
AlX9sRN1SFPIyrNrowYPM7r5LhvbGpXi840Led5aF23Uzxq7r7Jy3PUaSx+bOXjUKTc3xrZyimOD
ySoSZM7kCXg+tgkSc83kwNwQPNLq1OY/gmHDE9amTxLu2SgXg4RABXMOrByryZzbqIOqrROK/ihK
YI2eh7/v0kCHxsKQMpbETADqLGHIL44QhSn0B2+I7T6esqds2AhU1tz7jy1EzOfz5vdDASAibPHx
ORdX/j+kOFBwAo0Ubj3Z3afEC1OajaPbWzga0ha1yvcCPfC6tpGqWSnvoccEujrYosjVfKBKEzxj
M0J2bKE0TsaYdFWcumGnv5n8Eyc7f7wBCmsOfl128TWfW1hVY68KHGZmJ8fm1z8a4rybrbnzO/rp
v1lRnpeiJkFTCYwNYeShRItEReory9/iQ1y7PNBOLAtNKDOh2n7uCElAQS5kYzCe/qsmR1E9zXUZ
Dm04C0zkt8tj+h2LKJc8YK9/rClnnpnZUCjLYQ3lYffL1JfOdekR6FtUTjIDh29ZICGf2wdupE7k
0K6+8QDdPAEA0O10jeQRRMq7U1ZUbixa7u942fy4/ImriwvY5O90stSfOZ8PKyc2F4GLL6weRHlH
0E6sP/2DCdAbQdXDQZJJNTH4JPXLCpPgzJAjHkr033dNWCXJRvjxOy5TZ1vSuEHyE/EBsnPnY8lr
i06VO+EOK83dwN97vA/6zIyLItgL9t30gpANfTQ2gKbowy23JjsUbN53/efZfyBZe9IM+wrJh3tH
T+Im2NJ+XTuElt9nnX+fyDyTJQX6buvyndu31RZwa823l78v7S8uvtou7NK2cciZOISs6jTzIfay
q6J4SAbA7TZyYGues7Sm7CTIMGiFCRwDWrS+TK1MDrw5WwDQtdt1aUPZP27vz4I1mDGwvBXli4WX
Xhmb04aDriBvTBRCAU+X9JMoQCsLk4Jpf6wIhjKbbyL10Jd5agFvrb0TuDfc7spGTpRtPcjWxrY0
qqxWF1jMTxx4qxheSfniELyWbv+hbw9DQ8gqeaQR9qugttzrhwqk/bDSlLucVehzG95m+vfyl+dm
lPvPr/xELxkWCgJScx0HE6Rf5hk8W1MIHcrQtjbu8/UlW4xLWTJ0zXZC/+0ZE4cmJJAuQJPgVXBT
WUUspOAIAe13Dah0wLb4ItY8fzmnysqZGZDtlo45TfTHvP9c9od2vLp8Zq4FYUsTyubSTK+e9dJA
PDGSp8E3wwma9Z3XvrTol0BlYCMBt3YyAfosq30g+PiAo2Oz5uRdAnMu0X5OhfhGIUxyeUSrk2bh
vQaCDXT/qtgGkSYDtFVwv+fMf8/BpmfU7q2fORtm1pLkaN37Y0fxRANNfKwlsJNV+WvHXvM+OLkT
AcXCFFnT+zhrB3Pon7tc7FIhZQHzyJ/I6+XBrr0Ulx+heKftVUYudHnlTdZ9n2TQs+p2BbFvNDe9
QpFk50DPoob5y2a35lhxzKE0HTB+w2zZWiEyPmFjAIblni5b2Rqc4ptWXnMgPGGlJZGPYYyvFtTZ
LQBIvpLyOkEZ+LK91YNysaLKJaDXbskyT9qzd1kSA+JEg3e0ev2DFbRcwTUl1YwqvExJpkMpHa9G
at3o48FJY9HfWsZGlLsawqO/FDhLlPWQNVXirTz10JMoB5PXb61thvlV+8tzY8+8B9GBR+Jx+Dpt
aceuHiYLmzJuWMQFKe8sb2pgE+pMZfFrdPpQTO9Bccc3eQ7XQhBoPANljJ5DYDGU4YHa20M6GLvP
8W9bettnt619z5s3a34EEvHvV2xpSxlWb2rz1NewZZMszNxdk8Q2dLg0seHvW2OS+2ExfSBZymsX
UlRR1pNdPfqQVvqRuyZoCzj67K0IUcruP41MRaZCLKVnbSpnsbmv05/e8JqD9yfQNyZwzS9k3R84
MNDq4zI9HxhEdnWheagnOh54PsmdK65mMLAm/NpsDpdHtHYyLU0pazXaZKx7F6agEJXUX3Xv5KQ/
/5sJZZloDZQpXs+IdAywweQPWvOdjX8P5pWgjP9NmfoWDjq7rBJD+lze27tCB0Os0UEfIEfp8t4I
Ej26PKhV3wPQAJkzNPMig3G+RC5vfCDZ5PNsNN9m9LpGszvGrZiudULRiGG9o8dzw+baeQt2DoSL
KMXJDPu5zcDOjLQVKPRWNXjo5InOoe0QE/v58tjW7QC+b6H2ByyaMrYU3Es2GiTaKKDiBIn2Auqd
gZZGzbThfPKH1HchwJuIgNGoI9Fh5wMCoqHouhmTyIavXQOAoIWW68NY7kCIZNGdsSXRu7qvFvaU
C6tqaCrMEfbM+ViL0DLjlH/2jFva/DXaGNUJA4QPUrDWg97M+cDMSjMIz4suqg0EhzvBbxOIgpmn
v10nWAFvgInQENlhFZNU2aVjTjOB2nmBJrQboHDbMda2nnofJw24J6T0paQ90vqqzIdpBwX6723U
s9sYIsYQ/qoasGI+NFt9lB+PonNDyuoIP82AiLFQP7K+g6q8whu5+3Z5xtZMACZtI0OL/OaHvkXD
B9ReG/wOLn3TGb/c4Xu9xd+zYULtrh2DvuTmDBPmdCqck6UfoK97eRQyWjzfNnIhJIoeyRQgsuWK
Le69RmOTzg0fqbIcMh0cpfm03kjZrI1iaUK5FlKr0McZiHmAz0Ce1aRHULPsWE//+jWFkVi6jsQQ
CDCMD1BXi3Bec5xotXC+llmF4BjNQrcACz0Jwf09dcwND/h45MCibQH0jEKijVa687mzJ3CKg3kS
MQOABiS9mwP3MAzo7jplmRXyNqy2qkUfT9Mzi5aS4U4Y6MT7Qd6w6G6v2W5k+RcoMN7M7rDV4PXx
UoIpsACCbgOJQyTpzwdn9n6ZJ/JSAnnLdZnyJ7dCUk9j7ssokqdeH+LanV4vO+NKc/25UcVVOp2B
i1XHbeGl88PQgJ6h8r/7xRwF3pfJ8yBbme+n1icAe2mPbt3dQUDloHuvOkniwB6uqOPtmzLdeDWs
OvBiKpR1ZoARJUmFrzL4vE/69m4EFLjO2MboV2ccZyNSyRZuZbWlzvbzvvdH7JNq/OJyO7Qh5AD9
TZB5zOOx87Tw8mSvncV4pMj0ODrcP1Becx2kiIWPUZHqM7fo3jfYYzX/ooN1jc73jXBjdWwLY+a5
N7HATT0UcZFN6SBiQ8tj2Z30AKIp1x0/Gf4WV8nqii3MWefm2rTNnbbFVM5JEooB2jmOHo35Vq1m
a1TKU7zXXF0bEuyRkQehZn3N8ljTvxrF++Bfe9qPy+u1uvcXY5JjXpzUA2TpgxzZIfSNmOGYmzHj
P9KRngjyff/NknJ5dhptc12GUi79VZcodZph2b1Q/+8BMdjtOFkATkUnDFS5zkeE5kjbK4wAIZtl
h8jd3vGRhFlXHi8PZ/WKW5hRVgmNnYiqGlwMDS/1OKlz4wjOA2t32cq6L/wZjLI8NLf1zu8xGLe7
QePe3vI+DeLU8IOrRcz/fNnYui+AsB6gIeg060r07ox0DhIN/g1+5UjrEd24XWgxL8zo39MCY5HA
XeXLgouMDc8XibmjYSUuZs/MwUrrPlns3Rs1kDw9ldSIjGbD99ZOJbz30dmInhvA6tRptGZU9TJE
u7R1wrK9ayHVUTeP0/Cp3aJoXJtEIKIttPChreiDdju1+8kvKELeOkWz5tCm5r1pFvmBNs4DSLT4
y+U1W3NDWZAEiRV4/4FfP59ICZuxK55KXpZiV5np3ZSO+8smViYPeCYMBhBiSG2pa1U7aevPBSCp
gfaYD7eFBQ6PJnaRvfDzDXdfyXHJHnM8GtA7glq1+t5qa9xkdYOFygrwr87fg0aLob8YNvm0z5HF
8CwwFutiQg5sfqLOFkAMEC3MlxK5ovUS7Vno2gCTsFr0KGq/mpyyBPTSRLHfKYrss5dO5c7gQp+h
OleWLzTRxE630vqk5Vb1nde+Gw3ggX4GUZf+AhmL+S6dUIUtqcb3fpE7ePr42o2w2uGu54ZAi4FT
wyMaq2Tf0cLffSrJaEVOZzSfgOn3s2g0Gg3cN/X4Tdc056ljvnfXkiABI2WVHQEvHH/mvVtZd2Ni
g+PYk3EamXX3lzvyuostkpmnZh61nUhncpr1zKvA0FmC6tEus+LGaZCTClG3cvTQGbg5xdM4uR5Q
BzYVYenWgXkAL7qNzq65srNdYTQQdu10rwPMVmRiR6Azs/OSZPg19GPQhZlXZHkUFH1gRQlEUk6T
YY3XhaFVNx2pxItfzs1bp7FX9G8/wNRwHGvqAaitz/MQci8AN2RmVlJryrT2+SDIl97jfjQbDXnq
kew+pl1goI3BBG8kHZH+B6Agb5ud7ZZiAPRXdw+2Q6ydW+jFySDU3BEDr1oXkpNX2DQaeATa7qS1
A7tyhsE/TYBhDMhbjdmOD1rPv5dJb6RXYPAjwGlWjQ/Bejevd8xuPetKZKMZ8bKugtAawVQcVaSF
PgmKwM2z3ebFk0nRdm/N3fBSNS3odLQg2I9DAnQA89w+9O1O/zJOBciEemhwuLEdpAAFGkVS7NH+
jaZN1gzpcz933H8mZOynaEBnzTsVvDo2NqizI3euyj2ImKYfupcCU9Oi339XaeXwCrWhwIwNmrj1
YWY2bJqtk71DMZH5V3bKghcE3dVxAoOCmYQVS6zbGQRiQQgiMfRtUKPnN6PZePQKVRzbhpCPqe8o
07M6rANUGUOLQhQ+rGngoXs1bxrsQVEP+55S+y2v0jKBmhalV1ql60eGmdpzhNk/WtLYeCuVpkfD
Mk1enMEy4gFkLre9xcc96tnmVZdRdkw0HtxYguQmrKYlFDx0nh45EcUTOJjnE6DqyHXPY27s6gQ0
5vY4p2HbBAPopxxHpHFDvOEE/XhIAoz5aMRstoxfVj6A8KYbcoRPgzkmoZuOyY2laeRZ92rxM5j7
fDcFc/k4iZofAcE2foKorRHhWPjzdUmLJK5Sx3pknaFFeQUqidDCaPcOG0pgR7W0/QLW6twMvapJ
P5tFgSRokze+eEgora4AA9WQGNU5ebRFFzxzk6UPFUAGn8XUTd5eL63gMAszocfZ07qbzCAeLngn
T3cVL93HoSFQuxa+RowbrpPmyUELx7WpucWv2kFwGIo5QP7Ytjux81PaB6Fb+oN45oKSqCgYv3Jn
b4qdqip2JdqEpq2DeuWagwIUaBckSxqUkpUoSwRe5fhdhQOhp3qszeCzHqto8oIYKA7oBRWvDvtp
Q6g0zHBk9mF59W1K65jWt44+frt8Qa00+eFpvvgYJRbrdL3p0lLeuSQFb8FLRau48L6MoxXPffqr
Zt9Z6txkCcJNDuqpbutVu3ptLT9AiS8IFNl9Oso8lyiuCtrHPaMx7UzgTG3oGBlH2+Y7l2RxhToA
OHreNyZA3vLqrYXxI0UhiYtBo3geBWgaKwBRwa3ltt/KzI6zLttbtPvSk/cayiphO9Q77tZpTJos
DJpxIwhZdQZkKjyEvHj3qQk44M2gwuUBVw108L2T9N+wVa4GekVR6tgY6dr9DPTV/0zJT1m8V2oN
Uge8B1Bca1icBzu9YLsaXTgQip2GNzc/jNlVb27E+itRONpl5esZtDuQe1Cmt9SJnSAPjPARl58z
izeo5B3nWQc5FPWipi2ftK2+0bWgCz0tYFVB/zZ48JS4Lks1bSY9TOZdHgloMadmBka+U0IiviWp
shJDGhCMQtrRwKvFUinpB5p1dmNNCLqs7zwVobfVcLTmH0sDcn4Xi4Zj0GS1DwM9ZzkaE+3qjork
E4HOPV6DhMWXnUTuNnU3WGiyA2vk79S2slyAc+DeBmIsosNzK96y4j11N9KCq1P2x4TaHpNN2tRo
AiZGa4zdsYu79vCfBqEG9jSZbeGasNC33/zh2Huv/1DcgJCEVOZAIQD1DZXyxQJ0YypLA2+HPAO6
BzoiNetCzTA+UbO5GTL+OGeQlmZiqxS2tp8sSTkGAUG0baldvaVF0PStm100dAbYA77p1Q6BmpbN
u468jPoG9nXN+9DkFkArDKxk8PBz74OOXd9Z8qoqjRdW78j8TfOuEadcXq81K1C6MUDJhf2KHMO5
lT7DA1NHDBgV9L5Dd2cyhszClf73kAYLWOE/dpS95DQBF3mpYzQgf9Zr79jN5KZGyEiovlEjWnNy
yMP7iH7kTlIriKPWQgc2wzLh+r8h/nwDkpXj5Vlb26qgZ8S9IZ/neMCez9o06DaubpRutN5L0WdG
vZiNeRJRExWjfzAlXR35Z1DsqIe4CNqSEC+QQUIX5uMVpT+hWHXZxuqMoUtdiu+hb92Rf18cdJNB
ehYUGoYzPpS6EybmBnhtdb4WBpT5SrM0H/iUdFGK8jEaqUKbiZBs6RKssHdis6A/FNhi/Iea9fk4
3DxnWV26sodNZ8eOlsjUOHyaYi0rtFNWC35TzAxZ0MZyKiNKfbt4npnevdYC8ilJZYzH2prpbdOC
Kn/393O8/DZlA/DZb0ErCJdp6QC46niqNbGxl1cggnL8kFeSjEUo2ys3CNOL3BI+2G7L2car0Ho2
2GdhZscSOnwNRb2p+tk0+uPgZBuh7JoDLQyruibAQPtdPmHik8LYCy/bU2NLY0x+u3o7Lk2Y52vL
5zozGtdBwyDV33hjHtOkO8xeFjWenYYlS8G37D50jf358rqtue7SrvJiIFYLOTUdQ6u0B0a+Me3K
a14vm1g7gwFXlZK00GqFJNf50KCbMPpegmVD55OHR6Zz7wIton+6bGV1jRZWFAfswbJR1hOsiPyH
35z6LcDL6u/jVsbRK0GVvx8bi0NkdilOyhp7fDDfNHFT6hvevboQLqhAUSpHP5OaIG+B2/FGE/Xf
voW0nTaGE3scZn0j5bpuxfPAPItrF6+P87UQIsP5IDCKqXuqxY5ND225cbGvmkCOEFcHgj0Qdp+b
SA2fD1zgtGXT7/DlDgh58F51/+JVCzPKevtzhd/1MBJWnBy7RPvB0Xbf9GqjoL3qvAszyoQFREc2
o0oBmJmOVXNTeqdeg4ZPdNl55cd+2P1/rNhKrVcEOZ1JCiumF83Fjd5+AZlSYJz8cWdssSKvjghY
PvyDjA3wM+frAx5Kd7S6nEeFcZPP6FIpylPR/kAz4gYGeTUBAPm9/7OkjspBosjHoY1RTVHf7H33
2mnejek9o6eS1giTTrx4rCDXnG7VBFfnc2FZOU0HpBpSTkv0cGaACDxV/Mbq38b+ripuRvb3qDtc
S+DcklyfQN2pO5egq9OlAEoCxXrfQiNZf2hFqEGAe+uOXd1ZMo6VJARIJ8i/L44gBBVFVSRYuRz0
5J1thCL4NmSny664es4tjEj3WRgp3Zb3QYFF05wkNMYn5IwuG5D7X/V1WWMCfYwuEXDKG7pshgqk
2FibGW9nPmXRnJLbegyitOkO1Gs33oRr7r40p7hCyi0g7hqY64skJHa679vfJINbcOOtYSmLo/st
h5wl7AT+1yq7Qt/VRJCOPfbF/vL8rXnBckDKAgW9cATnMOSgLAz6szo7mGKLRnyF7MICk5Ds/pYZ
54+w5q7qQQQtj1e6SzVIqpDrlLy39glEhn1xrWdPmh2Cmi23bwrzpaRRkm0E1WsTuvwC5YDXE7RX
CY4v4NU9mZ6R2QyRXUcyKAyK/B+uRRQXsLHQh4mcixIFeXpZzf6I8zef7k3tB6v21lY6Z23Zlibk
vlvsK63tBlOTJqbaeKQFVHndZM/Bn3fZO1aTnks7ih+WUL1pego7PDgE5Guv7dDdmda/LAf9cTTO
pqgK7sctMe6VAxduYplQFAOz5gdtiBlioggIYNVoWWgY34Ye7MLgHzSexwRlwX5jD6xs6jNzyqYe
6pwQFLKQI0nbB0ZpbPNiPwD9iQhqY0JXzsMzU4przAjJfOHKcGaodi0vr9LO3V1es63RKK7RDppn
TRwmhup+Nt4n49mfn+k/xGUYCEi8fWh3YKmUe58JO3DrGdfUKJ5RHHDyE+Uby7L2QlvaUDFrBkSo
KG9wQ00+iQH9jYO0CkFL/5l7dWimbMdB/gQxH3CsTY+XJ3HtdXxmW7lXJih1BI6Abd3+VDQ7UV6R
5ljnbzPbddlr6hy59Tyxk2hiW3+03I0TZOW0OrOueGRpZbbNRsxuldpRpv9oIT1bZmmY1Ppb3WwR
s2xZU50yIBkpZQwHygrD+mkP0NqmQ6hX1ygvb8yr/HLlvsZzG0GM7KW0gRc+P7isojEHP8HInInd
OUy70ZHiEjx9YEWGdFfyuaaofnPjSZTJvW/n0Ev4dPkTVo7Osy9QboK68rXAKDHaYkTFxPeFgcJb
a4A3iG11m61O7GKwyiYBpU/V6xSD7XPnOtPSfWM7V1YwhKVJ0ID2418GhqQ4bliw3auRo57OGaFg
8o4cdgLN4VyjmHq4bGJ9QH9MKGcLyaGXro0wYaBSPXphU85IMdyUw6Eo3y6bWr0DJEYDjdqShl1x
Sh2F8Lx1YGoiR2gw6tY1JOlsc5fTp8ZlG/ttfbuD7Q34F6ntp/KZwgmYMHWC4wy6xB1gf7UrK/Zz
WEzDLXG60AFk1HTTnZunETHMsIaCdu98B5pmI2JeneLFlyhbP8uMsZsHGWECyymgnkPRRYdOojYW
2cYBu2VKWU3dFAF3Mwxa86Bl6AKTxcu4bfuwGH6CJmVrjlfKeib0A/43x0os0RSgI3camJu09xFa
pD3aqCV3cQoyoJfAfUCnQphvMW+s3oY+mJogpY48iwo20mbT7esWRpO+DCfkKXy3eUTfgFFvUf2u
nisLS/JLFiGZ4zA0ttmwlCL/laM5YdBC3dt4f6wbAbkL9Lp9QJeUEyX3O146esUjwRGe+M2+6Px9
pm+pWqzP2v/MqDdv2Y3aXHowM6KxXotp8gBWIRFs5Ha2rCh3rI9u1GwkFDNWHp3pFw8eChqnwd8L
WyKSlIQ4/3/OLGVH+cC9TAY6YSJcPfykd/l3baDsnZbFT2Owst3lc2trUMq5VRHuB2WCqUvKX+60
C/IXMASQdH/ZityaH67RAAUv2bcPTICylxyv84NswruapJm1sxs3je0p/6dQcmFFjnXh0vkYZACp
4CzKoZOEJ9zBhLZVAkE4AJUuj2f1tA9svOJlJRzdJOeWalLlliFPPdeDrpCJUhFoWr9yuEZwrwEc
/d+sKSHAbPcZMk3wiLHl11YydCFrOlApDwbAfJYOsUfh5mEVBPXGGbjqHIthKtu3L22gO2S2op2e
mwp9gQD10PlATCu6PEL5Q6p/gMYIogy4OdGEocyn7Q09pzm2FvWBi+LQqa3zcDK1XYkMoD53ceUH
kbDI8bLZtWUE8x5a+AGtBAOy4vwst1OwEsD5+XgXVFHWPqfGKa2+Zc0UtsWWTOXqA2FpTrnAahBo
DfoAc14G/jPnzqNFWOvHxHpwxGue76s+ouU/+M7SprLzhgZkl4TAZsqhPWyfaEvC0blDaKB7j/4W
QmDtAW5K/n1Psg26OMTON8Y4ohfdd2okgvJXdCJY/NBpyHemYWHdSBZrsBuOfuylW+X734KzHz3o
j2F17wuWuFoDw0NCZQq58L/WzSvDu1KDuKDPsD8s7TTxMuzdBlDSNq6d/jBU1gHSxWEQ9PukKWKd
WntX26KMloO+9G2Kd3PWpdTS4N0zcqNm8kTdT8W4sYPWgiNAJqAaBfgE6ryKjbaFZmw7wYaWoR9r
CqgWdpkYUL8m/Q6AuDuozooNzhxjdf8sjCoH01B5sz6mDUIkr34tRnHwsj5uANjN83qPtsRosAGZ
Zp8bPb8unF9WOd/axivRtdACORoFdaxtzTdtQg+X9/W6Gy4+TDm4dDftxwGEdZE1gotWezf74zAc
yPTddvKQgiujufUAB+tPl+2uLjTEuyRpKKTXVMAFLfAIBjIZ8zHSo+Pxo+mnKFVvVePWDxLUE3Fm
AXbxIWMHpGgF5B029dBOEcTtIjS67zjaxhy054Cq8sXO6njwgCSds42pXbvJZSnz/0wrZ5gtkP8K
5BnWu8NVztgJeh8brrw+i39MKGcIFZLSusTiBUDlQpgSR0gZNsj4/8ti/TGj7JiGAldGkLGJ8nKM
u6DYEbfbCXA2XzazerUtJkzZIyjS9V4nrzY/Pznz3q+fAhz+5U3RQy3y2G81Tm5Nnur5HFQm9YT1
IUbciVvXvXHHH5dHtOECKtCsKBIRNDJA1eqX0brfDONWfx98kA7apgHGUolJweyLcHGWQ6D3vH1m
wfHy96+eWhC8ATUQemLAPnh+R0ElpvZIh13K9fJGlG5oGcWz07y4dnNsXXI9jFsd1PIXP1wAC4uK
D7DK1VlgwqI7nVxouwNtoB2d+ge4KS4PbXX1F4aU1ReBngIHAEOZf993DiQvASva4uVZHQ0Qtegn
krV69aopxawVkELGESBwwVRkPOkTmKky/ZMOlmE+6xvrtRaFGj4wP9AgA0ZA7ZSy+zpJ6qqVgzp2
9rtvxG6A4sHG2b3qFeA2RPAJaRSg8s69QqsTyKG4mLrUJXHLRVgQhtsTPRHpkWZtqNUbb4jVafxj
UMXVZLxu8krAIKsPvnnXtjte/9T9F2OL4WjLkPJuTTUfWqZMjkyDVgWPwWZWlt9MIwrmjarV2s61
PPBlQ7RPMkbIvy8eYGlHAub5A6BCJrp6h50ZbNXv1yygcA/MsySZxv49t9CARTIIKDpVUAKJ5gaN
Bf8AmgQEBd+PviZI4LpKIGl3hjUbCSwE5RClAqi2OEMkq4mN62f1EgesBTTz4AXxP/SwFXwoEibA
3BAYbx5B4vin690M5cv/I+27thtJdi2/KNdKb14jHb1EGUqll1wtqZTe+/z62cGe20UG8zKne1SS
quq0TiEMAkAggL1j8RQpVhBvuqWUFlVhxgwpCBYA1oRLKxw4owheVafBUIK9flBfc6CTpA+F7OKS
pesBslsP+pKhmLFGuOrj/RSY4OCbY7OUogiYN1UAxjNfpp07GIArRtF6B7+ULL0Lz+gFsAkkpHpx
80D9MD0DF5qXhEXYoS8VzZsG7+jF+Nck8wvKPTubCxGMEc/CDpZPgQihLgmIg62mf+iWwF1mbJ0O
+CLQhsDYoS+Y2SK1bCMpLCBkknA39NGTjOnEDh4a7juKOe2DINwUAI6NPAbrZH0hlWp0mVF8oc0A
Mgy82HSyK3kEICIZam+SfRE835c5t0dIOELd0YuPomdmboDHKKK4awHFrKdO5hXrRKsWbOpc4I9p
/ZHBJM8mJUDxfgwZcQF4ARDOSmgjz2hjnFM11oQGrckKGifw/32iExVFgK0xUFUE/8HaJSMrQkPv
K4DyHTzvdzg850vM47OqgcoylFrjUN0kK/gBpJgjnnnNpngpDYH40peWRDCzp/vbNKfnIJz7Rw5j
xIMsRItWAzl5YcYSGNQPQrMQ4c8VR6GEW1SRJ0A1L6qSr48rp4XJAOJBaF+aH6fIK1YegD6qSQKb
Ay/7K1DfTW7FF9kuF4I1eNh+GT1QD7PJT5/uz/acUWeMIoYCtFT00ODhhs0BCXImeUI8AIM8GfyE
1IZWn/o88B+1ZCi+RjlDo2XUFxqYGVQltro60w9BHKim1KKfEbRcUbbCP567Wayhq7+Ec9oNet1r
oI9T/ZyE0/ToU77hkCsGF2iD5a4I/OZVAXBlhTrpoucJ7yvhYzbIyjewhY23ZhSR+AVr8Ck0eqGw
AsBzHUMvFqDAFRlA4AZgUjF6yFt6g/CKUQdBRRc6eTzmP33AjT5BowNv+wDEehSyEoFMKbTiRgTs
xn8oHsHyAYmMkm8aoNe53knABuU+r0Nb8Pq+S4TK5bls5/n+fzC+eLoHZhOYMTFsxr4rg5+qRTRR
1DrtoQAmy4hXYKKA4vG+OszZRZBBIXGFd1AdmDfMfKZS6DstpafMAE+B0SZIEo1qaZVaVz5Xfj2S
yc9FU0yEnqjADbdF1Ju83B/ETMBmIE1OSbPhPfGceL2mgTcUCaCEABGZI76WnqMiJgB97vrXwR8X
LOaMVbmSxRhM2Qs6eRwhizM2RuUqQbMHnWWicQvh9awcpEQQ6iC+vqEZjTqcwcnHuoaBqB9HEW+E
Cgc0KUMF7sGkKtnr/TWccTbARkM+DJqOo8QyQGRDHKI/GfMywG7bSyiD7Jdu9jOG8koEnfJFzNE1
QOgbgQ1s9qBKi0B/bQij1XRLrPDzYpBUQhwF38mGBH6oC/lIVV+uPqsUHcXec8T9vr9aMzizFEru
jxBGDVI/UOqIqkGpnRMV6BEa4veMXwvCq5S4CiBRig6veIcWhVVLujFz9YJwRKUASUEVGttYOAVc
ksVnwGq1BvPbqq9T4OYfYnWjBlaN/vr7k50Jgw2At/PoiASrOFb1et/SDsy9Y0VVvujXXiS7wjB8
4Blgm/vdTpYzk5/ktSL1p/tizzgNjKeBXFqYi5AffRyM3J5rKDgY9CUDUoqev8IZAYAzdSZjWtW6
QKQRff1R+OkrP3zZPOujSAIxeoPptVIFeDGoPMmqjxiU7nLdrwqg5CVit5DSnVM2JPARelKUPLQq
Xq9NgjpfvlSwNmITbns8quf5sBm0t/tLMbcDl1KYkxNOetai5xqHsy76gww0UkCe6rFUE14NpzWf
1fFTzBuur3mpWQz9433xc7YB1KAy+maBTgIjfz3JwvM5NBLhREVD7TZifpCU/3BZQF/XHxFMEJV0
USqp9NAqfHjs+PQpCnqT1n/dn8ncduHc0L5SxC4KC48jj3U8aW2GO0lloIJmcsRiWhvpuCBGmzuh
lLkZ9zi0LUrsipWa11WinIMXJhDKnCQGjg6QMZTe4tO4UpwuUFRH78rhWW+L7lAkSWwlgIzDD3EY
JAn5sBmJxge1SKKhAX4PsIlzi1cqbjSrIIofwb4r7QEeUaMZEnitRd37wPrg+WHnddq0kSMvBdq1
GPmkNLzyrfEMwGsFQtqQRm3CXV9X09GQ++Kljoxp0+Gh3OqaYtJJmKqA9chBT+UTqSiiyERojXJa
4N50X5KS+J2di3m+4jLBsPwh8B71Xizh4UWtd8C/mgG2Vu5cqRyMiIi1XiEbFDxWHVCieaH01lzm
reOcE9cap9hCMUlOVmijM/WFgTduY3wAvPDkygon75QSNxMSJG0Oor4sRiHegNp5oKDJ0mqc6uk0
VqqQkl6LikdpQnKdAA2k8cgI8B4bvZzdy5AMgtuWafyL80MBQAehigdLDnzCCzZyNg7SQT4twOWA
5Ja9rIkGV2eJhksUSuO0Haimi0ML0o61jPTPCe/iHjCSsnawCm7QD4LeRhlgKsZ/T3Qj4Un4zygY
t5Qg/1j0CkbRG9NuiDVAMbXu/SM0Z4t0FWig6C0ETz1LTN4jnK7lroJV1gUQ1gW4dhc+rFHhcEn+
mfM5+t70daEuZTXngjwd4Kwg+hVROcy+FRkGQCKlGsmRTNiJoZlzPmpEM2QdVwW/lGuaC74uZTGp
i7SNhlTrsIyFVgLwpU1SB4huL01SVk+1wf0HOgNs28XcGE8X4pxzbQ55wZQMJEwa1EyO3E4Pw99x
kOxHLSgsIHhkNp8BLaXU+urn/qbO2UX8A8CMQV2hgrTQtYXPR8DHJA0GIJQdLkOSkdve2H96XL1U
jDpnGQHihawaksa0k/dakjyUeYRAEK5M9t6ypOtMo0QBbiPhoVsBVQSPkvBKAe7J/QnOac+lWGZH
o7zIPYmm1spKo5nWULPkGDFChgTOEks09VVs3HIpi9nNrKpqJeKwmADlI0mGDS1W92czv13/LCJL
UYiWXK6OIMcM9YMKFPe+31bx530Zc2fgYhYsipbe8sbkNVgxP/sJK47gHoLiC/+hKbuF1q8lSYzR
AqoBkLTpejXo/cvHzpT7Z0m3x3ohjFnQAZZWG1ZfGocUM9Ir39YmJzdia5qssn8GntSCP1iaE9WR
i7tOhrqqromxQ3waktYYSFAATtMu64X796wcoJ2h2hq9pjJ7FWh9o5FEahWlJrDyzKqUfSHrRBMW
NG5eDnLgSLHiGsBqQ9mNACQqaAIKifCu/akAUiUr9uD9/Aeto4/l/1cOowtVjoYUScO6CWLiGGq5
4xXvFCX6Bg5tCfJnaU5MWOun5VgnGnLHiuF9qkj+EB+lIHWV6KTPtaf/v4kxCjGigaqse0yMg9al
PqnU2C7EFy9Y8l1z/hkkgf+sIGvKxTFOWhmC4iEjWjvYAFclvHGapNGsw/gxrQogx5cL+dwlqXSt
L/Qd15BAQW847Gu06RPeKtQd+GDJKABdJUUc6QRN6txf0dnjfDFRxpPwQa/x4EfDPb8TLdzuSCi0
z3FWIkrmzCZf6rlf0hbGg4Rt1aEBDuISZSSSt1Y7AIuBVGaJF3FWDjDdQUSFCuAbDo1+zDNhHJGR
V418G3ioUUErEYeMlpotsX7OruCFKGZKqRobHcAD6QsNorm/1GGF0g5wDWRmpf6HYnQDmUi8cgLl
HXA1jFNsRb0v0gyGSpFAdD3mf2lBsilFEXhacI+VPCwYrLmXjUuBbI2zonFt1vHwKrhYr/lC3qhh
va19fp2172BSfFAVlQgB1DTlcUyS9X3lnPXQuAYLIPkVDDxxXJ+HckhysAhjFxOusKJSAgzjp6d4
C1HNrK5cSGE2ME/FvG0iSOEpwHDbrfkgctoYF04lXzjgsxcclH8AzwqXWuScGLuiI/NQ+SlkcY0t
dokViyGCb0sEel8lE923Bl8i8n/oYjaQLMcVGmCVNJN9vY5iq5Zp0uOdqBw9Z1D7gghg+FK5ZiGP
M2u//shhOVfGgOu9lKOPOLEB7rAPJKr7rCWd7kZeZyrVl2LI9n0VoZtzEyZeiGSy1oMuZgonQWSC
DTMCC9Fvl5p1+REJGfI6C/u3JI1xrJNeUKxbLKRMSyqffe5JNfaB/BygY1degEFYWkzGsfZqpsoZ
D1lqV9oTZ42Z00wI7U9AeykB7xgvdiAvSWS8a1xwtKIMEoUxchqlsyLDt/tJsHycbG9IX5NweFDb
JfpM+s/e20LmTAhox+r0HGJ9kGGlZYKXJ2UhkJyrGTUQ2wEUEO3veF9hFlPMNFiXEFnQkNsF3akq
35t6K/mWIK6iHDkFkOc605QQLzrqfEBUwJkrW61dSwV4YkPzvs7OmrWLwTDrXIVp3Y0JJtypT2k7
2kW8RY56Qcjsql4IYVY1kfpI6UvMOI43UjUAd+Q/gNnh8VJEv5CMav0bwjsNW5U0HbKNHJZQ6L5r
2SN8RgCas7B7s+t1IYga8IuwKJYlVEmXEIS6JZKj8dKXToK6YLtuhchA7+SRgBaRLAclzLWQCv1q
AMWihkTuTa4L3byVcbkR/vW2XIthLAjeoH0plrD3uih2dqbznj2GTWLd17Bbl3YthVF3DgVAQITB
ZPRJtNLoVCUhKb3PXvn4L3IAuk1rj/GOw8jRh0KJEhWxj9yAxV2XV5WhFUTqGxeQfUuk2rfmCZMC
1gcqR4DPCFKF6x0SKXjyICN/30INgvFZQgeuZgUARQD8NW7yOLULind7hq4lMpuVBpIa+wkPf6ZO
B9xxSGP4x/srOKt2ZzA+FVw3isHodqcNuQb6cxwiKfnMsl5+Q/uL53qxsQR4cxungo9KRj0jrd3G
UxATTCUFNw3CKOP9Ic43gPDqGpRZIDNe/sLbzv1J3bpJiAJTlK4Ae0oVRcbATXxZt+2gwNoKm6p6
E9QXIVqDHHmUYI0WFnAmpLoWxhi6kBf9nJsgTEwsQd5LCsAzQsLrTlehu+K58uxpiTNqdikv5sds
2tiDCT0MVYThSUekNiQTILYRf3TeahEydG4tJRXdLQYeQlSVJSlCmYPX5ZyGbcvJwElkMJCa70pA
uHRWW23Tt/tbNxPx0zrKP/IYnc9CTS4iDfKy+LWRScIf0uIDNwzTyPfcSIbB0VuzNhYM1tzZRvYW
hXuITvFSySjnUAxcECcA10OE4UXAkzfA+GMLgUHiYiXyr7q8vj/PuXMH6DLAJQODBHVvdEAXPgVU
H1M8lhDYoEm7+tDy0+B93xcx87wt8xcy2ARjqYiF2FQcfUOvnqdsstr2L1B3f8g0czEKj0IhbwsF
JPd675bojYqnN9QZLjicmaqn61EwZjNKwgDDwEz7vjAL5bP0smM65I7gZWYIQrzeR7i847jQrboW
+OLJQhHN3GG5XAVGoeJcUFI0BtE41rDLoiCT/DYJOyV61IaF3OScFl2KYtxRjoRhqdWYKo/8dFVU
xNcsqf2WagcBXVyvtO6/GJ9LiYylyxUp0uoJEuPxJSpdIH/7eUo40EI03Wut+XbAmxX/73Pj11vK
mLyhgtObqNRBe82RcZOX/PrSQjIGTk8Fpa4pp0udTQEBLCkYQTtSZ+Guk3JbkrxThurNKVOe7h+Z
OWN3uZyMGeBqryhQ0gszIHVEGZ7luCFaA2Tp4HcUrcN/f/On64h7uCagWBhlQtdGYGrKqEZfGG4e
6U/fdLjwk8ywUuH1/qzmbc0fMYyS4EW6EzR6ApopWnn1uJcb2ebFciGCnQv6LmfDaAVgIHy+liCG
r5+ynjol+ipsapG6uj+f/8Wk/JkQox5S6Y0RcLlRKoaE/JA0thK+qZMlaq7UoyvModdExZwCC4+8
C6HFrH8CFjhaM1CiRsllrvdMH2ohn2QfoJOJ0v9OY3lw1XiK1nj/1vHKmHrdE1fI9dvUyaXVVW2+
kfGaa1dRyjn3l2HWsOHRGaBdgMACXe/1SLigiGM9xkg4/jeIovrKKbhtjkQYvxRPLUliFIgWaEVB
Ckm64Zu5ZmfFS86/+2Vg50W84C9mj/7FrBgt8pEEkNsiQC4zcdAHhR7zUh5RPFSQVAnRcv4mhKf7
6zgbwaHu8J+FZNQJ3pnTJhXqpGgueBi51uZBFhCppldZXXs0RtzR2yU9ortznXXA2b8Qypgao/TC
FgQdwLMqjhqqAXllm9RvySTYteA7WdWgOQFplyPKXCtjEy9VQC5tKbWEF/GHlKhtqFVY5hSczkH0
QkFicI2RZVsLF14Gz+3P96bKxDreoHRhXGOqWtVaYT9BJoRN0WsZq2Zl/EolEGQU/bZRYrcU1V8a
uBF4AGt3Q7/jux8OhfOwneuE/zKEwMQbjCsNnBuF3lNZRdumzs3EWCJMPWdCbwdN8QoRnIHsh9HD
UhqBX9uAbEkRdnB4Zg/+GDlYTdEBxxyEpjqKm7vhCTzFav/SGxuVf9PaJSiCWX8E8r7/GQSjJEI5
dRU2Cuj2nAo+mf4Dl9MQRDCj1fIlMFBra2gVbUE1Z93FhVBmu0IxjfMkgNC4IlKJmeNNslgih4Op
nD0A/8yNvU634LbXOwViijbWQF0UyDF4FcIaRfGBANKuangF/6rwJAR91ptaHzSbug2DmkRp2P6W
hUiWSeyNxicP2tktAOyNPd+kekP8zJDH4zR4za+8i8ud0NUemto0pX4CsFDrjOAfCxyxjw0rN3Bz
asKBa0lTFEaLUZQemF/0pNz4kdKsUEAibXOtRGap5ITjACTV57xqQyScQJq18oJCf0vr3tvElY8C
9Lz3WmtsC2TtpH46ZJqRuBE3GG6d1SAx4kC11+tttkujWrOQIKusES1+r+Ai6jeeaoBwCvwMyAIa
erZPUCL0AGp07S9g/+n7tJ2KltSaLqJhP+801fEUOdtIwRA7iqfxVoaaTxAHoo+/L2rpV9jE7WNe
C2FqGehWx1valFlTkwYvXNSpJAlS/bFJulEjklwBuk+dJmEFqmolQxXkqH7xWMBtUPq0h1dreZQT
GwVIl0sjGFa6gacz1K5pAD2lFDetYVQnferGF3ANlI/6MAQPNZoyN3oXC+sS3Th20nf8T1iK3THP
K/4XyK6MNfgu8C96epU6xaiVozmNQrOukFDf+DEQ24AH6UsWMuz6KxAkmn1QjmoBAEw++/ZA1uN4
gdp6po8Ki5Wgp0UKx5dU8qaNRkElYtAYmRPrI7pBK89TAErnxe1AkNIWR6JHovA0DrV/lD0xoF0f
iXeowbX1iIsg2F3VUk8/tMr3apJHfhFi4StOByi3Zqx4OZMfeS9uNmCh5faG2lDYGl6PbKARjD9q
rcpmPoFZ3r3vp2Y9I6g8ZRVQ0WjZYPz9mECvAd0BuuAml0kzlntVnnTba/u/0kj/iqt2p2UYtZKP
6/uS54MeA+mUc1kasCyuvUVYSmBXGlI0IAq140l1bOa6ARbeUnYqqfPRPcrBMONRnPAJQCc4ATf1
PM8WbnLUD9+Y5ItRsH66qXKdR/LaRGL5AIgzV+bWU+qWUW/dn++sc7wQxJjdDqi/HDLkAOYu25Zk
bdyRIvJ2Cs/9akOddNMSLeJsCILabIlWbuk68ovXC8wlsQGgpQjIp/1WEs5QPpX2LMA4NT5iR6sb
9pFm//tZUlIJSvGHL7bhQkbDTZuMkMlXn5QErlfeVLAy6u2bsvQcPj8/pDrAEq8DPYi96fgByMRQ
kwFiIv7FHwBQsVWSPcyupaN+S5OdEBxCgrAwwTlHBoxmFCSDO0G4Ib/ujNAvuiYD0cSUEQUQtkET
2gXuP/fXcVYMymcBMcFDEFuR5LdjWnYewpt8WlUxCMC4vdj83JdBI2xW9ZULGUwEjsuFZEgiZPha
UTpChUbwEmxuCws2d8AupdCZXgSF3jhKbSlAStdXgA0swa0bm71oVYO/EOXPK4SEWy/evZC/Z3vh
QjUrIo6DKKWv7KlXSA8jqpeTWdb5WikblWRIZASVboERaem4nbfkz3LiCU7HawFgc5B7Q2+9yFMU
vIuJAkg+Bx9zmppO9JzuC3IwV9vj1voxrNVSJc/ZLP+RpYsC8L8gBGX3iEzBtM2EU4PG5X0ZwlUW
Vm/WNjjErcHiCEdQ62LnZmCB29pU8YXrotnYg9lbgumRiPCkMDmrJ56tWYrVLuzAGVHtZlyignce
tP0LN88ZXOLzPacbPSltOq7O6izUf5s1xjWRP+PSzNBEmGmOTm/9ParYykzf8kzN0s1iwfLeIBrh
Us2jYQptzcBSui2cEXo4YqR/BqKP6zAhgm9VBoGNUp9rRzh4Ky7dqqTFCr0G5Pl7aVFE9gSw4plr
UcdHXQ7Gj4FwAQFxkHjUNTNbfzzkJuJKCYirJFx7TrH66syEZASaM5IfoCaYS68lwIdjjjxQuGmF
tojwBVlXXLGvdbRMQWMplZFKLMvaWtbe2u7xJ4d+Og5x1mtC8NvecRz8iayJ25C165InF9/+5wO3
5uyTPBEX/3mN35/wc/hZm/53fDPpp4kPi34zTWKZx6O1wud2BVkW/YYvE5/0R+iP0r9Y39vT8bT9
3hZWgb9tt/j83tL/C8a5XdCIc5PjlZ6iw5jnUXEEbZBEwWC3RAkyfkhSnSgkJx9/K6f00FgaGe2Q
hG7noHDdSs3fvVOaumR7z9MmcfttT1pyKiye/Hzrpu9o1rjhFsYm3KgLTg7lOQHXHw9UOJUxmIk4
VGnOJYG5fU9JTHy61F9vpm0eFypEb7BPcUYBliBDHVS0ekPWtTYEQG3wlAw3BNGtLGy66+5qKyHY
j/uO5ozFf73c14IYT9NL4hCPoQecX5KeTRYwTaHdqi3hbxImSb9S/Nq+v1t7w94/OGQ90Im7j18y
2cmktBS7sBX7izwiTCV4wyFvrv1sro7f39slFq4bR0Iv58AZl1DSBLJnLNH1wrQDusLFGmmo4iuS
TfSx4W7Wbcb3/nP4lSx4+ptdgPpBFw2UcmDTsRHMfgODRugmLg/Md+fTWf9+/LIPz/6iab6tFqFV
PKD6wjsUWJi1mzc3rpDaYEpD86QQ7DUhO6wuMe3VgladX3cvN5vOB/ERiL9AsExxfK8XT/TEJBdx
vTFhXvbO+/7vDwdWZQ/jQj//NhTUWFCL4VL7scb/Tr/OH7ZN7IzsdibMxnH1c1xZ2yOMw/dpdV8v
bxwDhgoidJUSF9FuWp5xo2nZKLKXt+BgNGsTRi88WyxztdQneX4VY9YE+GJoDAVSErITrL/m+zyN
0xGLT60ZbC0mbZOFUza3wwCtE5ACBL0QYgLmhlFJRpqWITgYY7LdnrbW/sNx33B83uyFLRbozeFm
OheSGPPJZ77gGQEkbfd7bBts03/YGHQcC4jswZEMCvRrHQpzI4/qcKICLOt97/wmLtTBXC3Y2lvI
AijApRxmIkKX5kGcQ87+4+Pz5eXFR5jyAsNDg5UJf8bfINre2ebq+acwn3+ee0J//YxkJAH9beHx
7Vztyi4tCgxQNaHDIIss7GOFBkUwdgrQFHpc1g9wyfCRcJSrFRzl/WW+TaKep/9HGHVFFyFrr8EL
KiUVBvcPx/8EL4+prqiDvi/qxgXQowYwbx3A72dnw1xGeaRFxsYA3SmNOmi0sabHnp5/GgKcw4El
mfNreSFTvJ6eb8RDW5cNZKLQnOAbwO/w/YTZxohAf7tv7uPucbezFzbxNs/LTJZxrG3ZiQEfQzAs
YE4c58X9ZR6WjMrseb9cUsbQar4gFlVIp2ftNWLAej660NTXJTW5fRpjpsN4KDVMKgFtpxD0bjlr
FzebBe24uc+ctUNFiI4qDVTysC18UpRnXDz+vVNbjbyDgdy2HDj/wv46m0pzRc/AQuXr/PG/EMsc
/1jy0nQSIJbqR0zeW/P9BORCuIPRbCx6f0FE6DwReEoadTSIOoj7BtjX850qIbhQ4hfWf8ExnRHL
bqzAxcAYx6SDingCsMPfpwVKZO3P33Bw6OGhHhWukh5W+g3f8bHD7+fDdA6+sVo4xgtnmJ6XO6Ni
S6G50itb/mpUdGQY0N/em46CjoVeAuyzJ10agURVmh0BkAZQhwXcC8QxzLrkuZEocoUmTyr4fE+h
VxV6C3nD7A/mhppJ6+gsBTXnvNWVYDSWKgDbMHC3RUGlxFjKJsq4KNAlOKScPPjEJ6mZmh35jT9N
ZMB3n0ZTNsZAMBR392g+rZ/ctW1jSD8/x29EXGsHtgeXnC3uQsfTaXtcteTHx138ezF+vck1iogD
gMEDJFqE96hBujZ8JacqUcvxMajEyPTu/dREWk2fyae/ztfRU0EqN34Zrf5zifbi1qGgZcIASzhq
D9BMjwTgtWAuQcf8gFZV6r0e4E9fXqhLwRo8jwRR1WppX24DK8RUCDUhDgglwCdhBHqB3KBtVOSI
6k5f4SpZO9Pqt+Rym+IUmp/g2zBVgmcME0BVS3E7NeJXKkHDOThpRFtAU0SQcj3XXg1UTu00iH4V
3ffOik/Juu9dwY3XmVuvygWbcHMvFBl5jAqWmdLyYgF5nSM8C+/du2g+xaZXW+Ljrt+JO83iXW3h
yP8vQlEhj14LmkFhklqV3HJR70Nokpiab32Ex2nXrb5qsJj8ZFtYQAfvLK/lUoDJ3oH/nusfsUy0
EHpGCC4oiDVEc3w6pj+8CdhpM+S3/a+30UrXryhpWSyop9bjZkexqUhcAbUDLcjXO9ryODMTnexk
kHKjfInu6Or78qexXh6jhIwPAdYYySMSvfJb1b5vXW8unec5X0hnopXSqKdSBvQ2GRUyoQriBIcD
jCrP5lzxbQl8+NxmdDtXPA/grisij81ob56GKDkBOBGJduVPeRJhzpKtuhbc4Sl/HzbA0zJLcBCS
JRMxKxiBLQ4OLhDIPjOC69jr2oKD4DS1URRho5emdLOt8pSQfjc6umMc+9XgRvZi9ovqKjvlS8mM
VeQ0zxM9mW4v5kbETeHIjw0h/q72LZXo5LVeZe5RWiuPS3t7bra9Eg2sD/BsKyB2RNIJqFvXmtWB
YQjg6ClyOgMSnP7KeJAIGogszwEAohNuY7vZpkfZ9JGqBbj56bF3gSwP65WR9LF+gA5sPVs+HCY3
M/O1SHzrNVm4c4l0+uwYz6cc91TUvt/UUk91nUh5CzJFSz0NRLNBU2pLh48CMRBKAN1mF246M10H
JDoox+TJWKcWzIDLveS2sl44DDehBmgEYNhR1k1r8HELvF4wA00EfF7IeLx2NJGENRFtzyrs2ndH
kXBYw+l7QeKNOWckMtrhGyjCSsBLYlacE544FCCapZlt/V2J4yB/Kf8PeWnqnJgVv5okE8004KhB
QTZEtpuM2xcpBP42zMHk38MUNFlESC20SLn3J3p7K5LBDgznbEhYWgU7fr20EqdOXTaogdlZ5cEn
GtE32kP6BDACs3eiH9VCyQEy0/EuO/xIdk8OickT/ZCSv3rif94fzG0GhhkM49TwTF8rTQ5+6hH5
QIU2u8kjAbzkDuxnn43tOQBDKc0cLwMiUXPi/esyIkY+s+toGxDLesJijMhFpqQ+VI5oJy+Aknlq
VsJqcl8BOuAkBFQrVnMAYtemXWWmsVDleGsUMQwduEN4DUfO46a5oPIRdIYNElHNV62QDoXi63Dr
2/o6+JwO/IPi+mYa2LaxFpYOGt1tRgevJN9oA+onyg6SaxtFIt27/NO60wNKZwRT2XMf5a4OccqX
DOJt3IZwTRCAR4MkN3htWSXkx06NONCWmdFOsqJ1ave2YWPrOQTSkhv9+C/avtNNIB1Zw1drtg25
r3gzp+B6AIzihYaaSh46jenVz+FWU0iEnf7T7N6/dWfcDJa/Hbbyj2jLBAVY2TZ+kYG3ZPKbQ4Pn
RI8AsntpRDfuCUtCg1i08+FcajwzoiSZirjtEGcFktnb6I3nEpji/q+J6FYDzkgyOhE5xS+IRHzz
mwdr6sIIbsIfOgAKmAv0Oqjg+bZ8kQ2S9YGLNQUD6EIcQWoD5Af/sSeLscet3bsWxMy0lKMkEUG9
aSrPyU4D5wIpE1Jsw3VqvolfoqMbxFvwbrcpGWZyjEOJ0wyIwypk4gHihd/wpvyrxXr+1h9Cs0JG
L/3MlkTOrSfQbNDfgiiHBlnXhlZrSq7oeITK6sfwgE6XEs9K8Pfdync1A++fk2331gitSq0lZZqx
q4Kk4HaCzii6mSrjWnS1GoRQbxIzXkUtGZ4zxzBRdWfXwDs1OTwLG78n1Zz2vjNMpN4uvXnOLveF
fPbewEdhIckD5IPO6ait1QruVLcmM3d7ez3R8j/BfL5/pGeM6NWc2dqTcOiiNpDp1SQnKKwn8UZ7
B+XwZ2yWXwMmbwX2YHtvxX4psrxtisGZBWwRghX0oCkwZ9c73YQiGk8mH+9FO+m7cqb3dCOvpX0F
l2ajDiUj7er+XGfs55VEdn2jpsYhQjWcyY+m/JGvBit6GPf+U7dKSLofTFhvMzvyTvgK2idts8ib
cpNhuJ4xu9ZZJHh8qEJ+sOYejGcfd9/yFFnxTn8ZfXtaaTHJzPJFPEzcgpW6vZIyoql1uTBTgxDE
sSfRqbvdjo9WuKuZ4e/RIC361x96a9iIW9wiLOnl/pqfcSGuXSWwbHEx1PB8Ds4L9jwnXqtyYlLF
puyGbzJ8E+a4y/cSrkpbzgZ9zNrYDZYMo43yD2si3ss7UI3XwyZ88d7Lb3lBB2bOGMZDsYIp4zRi
dsakARBnUpQEdXPeUX4SnHzj252BqgrRQbzgxFbRE3PplnD7WimLiMrxKIp8GB4pzknpi9WvAE8o
dEYWm9IzkLNHV0Fph/wrd40DIMGjU70DVt9CkHab6KYyRSAZISGAUo7z8buQGXmBJtRDGcOYdBb/
OoSkIzIKW3QCBd/pDzysKLdtHLzQLynb7a0AogFnR/k5KMcJEx/mWSwDlRhrjNwKCVe+Lf7ydq1j
uOinf0Kr/eN9HbupFcGrP2i9AN+KV1rsqi5eK7ckJ0PVxxyNhWFLnOq9WT+AZEk3VTd6VC3NDHBN
fm82KjHc4iczC9N4BZ8PKozCpUq324QExoLeG+Q9KervDSBbHdVSLUTnsYgmmkIVn2QrFKqD/uIh
/Lw/8ds3BkYYY0LzCoD2eQphAWrRV9V3uolNzZS/eCuyB3cJ03hWpRBzI/BE6gMvjMzZkfmy9D0O
RkQ8VohAk/VnaPp7NGaluAaJj55Tr4EnqR/8h6UOm9uogK7qH8mMRhnVFPieGsRmlTgA7v/xd/xX
dYpcbeFOcW7uZ8zVlSBmRTMjDr0qgCAgTxjP+cmZXOTQEF/LRP1O98oT7hb/h7Pv2nFdZ5p9IgHK
4VbRcvZ48o0wUcnKWU9/igP8WGNaGJ5vYwPrZgPTpthsNrurq6x6D6ZEdV8/sPTOF25jrBNQMDKD
Bv1Nmvay0bhalEts6K64aw/6US5R8agsKbAMK7SS1+I4bQZfRR3vieFK5AveLPyXZeoMKUZUGBFx
pfZZV8wDN5uCp9qSZhYfkOeY3NqM7WYTvyden1vMBxX5639ZJxHlV7CKOejTRegWWNUjAI/h6iCA
6u9xsMs158UuM9FaClDAE+C9gBQThXfKnXrpArKrFrFRPWVveM/v5xUH5F/nYraxs8o3Ftnm4gXw
2yDlVulF0UMxg8HBEqBheZxXx36DqYmj5KEoy2+ZIfj2XYR1gb1dxqsInReeMphcMkXtM1y7wSk5
APWPMNSvoTUmOtJncMfwHfL0oHdPBT8vQR1Ax4CO95NayKOYIN53FiQJoszq9rkLTkCnstVD50MR
9zu+784664q7fRKJuN7+2aUW2c9axJUx7OaAn+3bIzoa4zoxP/mtiBqQgDjPbBItHZNfJulZmWAI
2jQy8F0v/ryVNpJdWcbesEon9psP/kM0te20UnBq72bGLbeUufxeLU0QkTSD3ECzIbXSR2Mrn0bb
cAPky8NLuwncy7q/m0yWTfIBbzcWUgQGAVSJdMAXOjUelUuXWvPzsK+sdJse57VkxazgQy6OGzsk
UQAOh8h6UW/bPtFSJUpgp0F1ez6jlO/G6/IpL50Qc2mbya/OyQMkkJCx+X/7LgVAhrviCv1Bd2kS
QBY3PFxZYIhz3o7IVazBi+8utuKCUmGlPrpQKLL6nfocuxGcSneb7cNkNivr7x+wlJlf/QBq7aMS
64Ua4geM9g4A5I94U/tf6Vb1k72Eoq2am2sWCxjTJhX/JDEeW7UaEP92UW+iRWUcElf14lP+pOxQ
V+Q8zJILTgysJmO1pBtE77RGSIehjEDUdqkjK6uh0nBktZVG6pWOamdb7ktZD/fdhlkyWbpVUAZH
4AVpON71VGsqHfHEnKoZ+cq67i1Qc9viZ61bPTLesDWFxK5dxvKWIqGmQeQJ2SgEvOhEf6hLYRI1
KbXuLoapHFB/f2nMNl/xG+mU2bUj3sH4inVMF9MG4NsB/QIpDnSoqK+ay2k0xwW5Xk6GK3vF3bwi
hKJ+62wnW0NWbG5BloP5ZFa6tLBeTQI0j3R0VeSEVLWmHPss5RMlRYGosy6f5Ta+m9b3HLpi40px
a1SntDWetwfRzPehy21O5NXByl1+rFw7FUpFaChDoQ85E2be4HS/sgcVLAv82KukkgA39l9FFOjt
ygleG29yMIxmPu7EteQqDuLlbD5lcIN+Hdot2ldcYoI97S1wQivaTR6L5XLhOQD+Z+LtEDxTQWhC
pVWQF+FAK8AhvDyWohM+SO/8y2SL6k4O8Q5keN9tuAZAXUejAqqsKEXSzXUt46Y6KFRSrmseuzew
vL9LdvRZYA4RaPkasOhPUNE/tTt9wxLGW2iEQVeL0IeCWxC/QiUh/tceoARqVBiRSq0NNgE1O7QD
vGld+w3q8YbFPcQW6qJbEIzvudfaLJzSS7aokWOQ0gkZQeZmoAJrB0AR3IoYqICQHo3kEBpSaQnw
W6TDa2xJz41zRmnL65z7DwLtiO8+ssZB8Z7UbMEgJdvxtjQv6+IcurMjOdox93SHsTe3J+X3bwJK
8/r78JMQDgOp/QyQ1TEHBzQ6Tvt+4c3jZJdAasf4EhtuxQq44m2OhHImIT4FAxNgxbSu5Fhhxq0w
4otVP6dvslXngGP1jxgidcOttDerwZLN6G3d4Vs1a4i+fX/zr8z6BwkD1wcUP0KDpBDcE8yTdJiY
QEOlj11ysQTIjGB629PX/BvK1+lj4V02eWTN6/F7bFzRZHz120Qf45mke4ygjFo2DYlNcinW9Bat
62IvbDIPUlo2zwGSpmBwHeM8c2KOjNHIhSLjtUn6bhW0DmQiMCl6uR/f3ed+iEmeJzJVVH5jr71o
L5yEVwkTRTWGjz7/XvGyeYNMOBFytBvRwzrXK/kyD+gPHPjICu8IRyQ+9N5w5n1sxX54b3hgxBps
UtkN9oX/H6ro+AC/fgEVjTWOz7gxgSr06Aquco7uI2hh2PK68spNlQClYWlrK3zhn2vTYN/At3c+
aB3xqMMtKwFppJFz+CsOxRE4CMUa6+dWwa544xpzvJNrB0q7toJ5aDNj1rFvk1dYBJaKh5wPHO2n
afbLYiZM89AI2HD+pJ4EHwmVeGq+MmAUVuq51WzuIQDezQKjrM2MKksHC0cLSTNR9QF07Xq1UUa+
gKxckDjnz3C4Q9S7IAexw9bGRtt8AvUIq3hnPqAX12xAjQevTEIlRyUccjlJcySRNWcbze2fIfZm
8pCuSMzpmJvNUfHUc2e/YbyblS4v7S8mI1Vyx2G9NJwyV+JQLyL0vyDQ5IymFJoB6vWz17npJyoT
KXN7WQapwK1CXy7kcxhMtt137gfrftOGJnTd528ekhkmq9QlLhnUMGWGojkS1xsYv1wYXW1UIvqY
IOFytbNhxpBgMdXIPG7Np6fZMgGtd1RzxZ7GXLosfpumtjXJBhC9jjAtHbrMbu44i9uj7+WFO/KW
r/zScszRCc+DnT/I2xCIkr+j10IiizTy39ppbe9cB1P2zAkXS38VzuG+eBRsXNDJ+Yt7bY7CaQ3R
crPesRrrC4VNuDBRPJWAZyHN3OtjVIRDEOYBWseoo1YYqfrmDjFa2aWbb0Q8d7eaM8D67Kj7aM1E
7ZA/Tl+OoGKG2B44Q/AEpj66MBSNXjVhZmGaqTdMrHmb7qCikPqpnXhdaP79jZduCOSimDZSwVUO
vTMqU8vUS92jkguNM2t2UUmwwnX4Va+ip/BUvsO1pTu9NMVPEbEDcQvQqdxPn/7+DQu1DDwZZExT
YtYJWp80g4IUKyA20fEbpjX/Jb9UpMGLaTUrvVesbgOmCgeylKyh6iXvQlKI8gJ03sgsI/VaiRKu
zTkRkKHRnRzxLXgVnRkZYVa44Ve+ByrzYKDW6icnVhC5rRrJBlpfuJUQpaEuQW1xHYSzVJHGLnoS
/GTWmqn64Ra87TpjcxeWqKB3rqpItNBxQtHm2pPbSy5Ul7ZCwjOZyj2afTb/mK2DrbYDLyYq9bvs
M7eyzWXNTDRv3RiWkXQQxB7e3HTFUQigyiXXaCQnvvgavGFIcQuc5NlAMy+wi+ceB3c1DED+r7OD
vI++mHHz9iNDmRZFJJDEGygw3JTmuAwvMBk3f7VvTjwGhx8MAJQG7/OyU+wdNIAiW/OehJUZ+qA9
xzBkiW5kbulo8GO+nVkpvL2akXdqKHIg9UTiSdMIl1BmNeQCV3PSwQJCyarYgqi23ASrUEQjCkXC
3EOQYx2t25QXmT7a6gbpcqItRnlAnJVAyoDuxhJP3SOc25Gg42fz/rwuXOh58vfNinGYb5MBIq8N
lUsA2AGCpOHk/TBU0N4KLtbkoal9MUWruNM2l0NwBDTrOw/NNDZFwEY4mwV5XrgriWnC1YHBBlBD
UYuVpbQN0hSBWzgrZ3ktO5yTvMund2Xfo+BtpT7mxLvVlJnIfCUL9GHewIqnPwDn6/h9/RuofDfh
Y5AnGfgNyocEDFCA65p0WmPR5COne1dZVe8FP79aM7nEf+WbUXyJ+iTCfRH53a7ANI0dbKHwhmRh
nZvCifOmpw74mEfpvn1h7PRtfnC9VCqAchDJu8gillo/g2fPj3W7f8KYMTiYyEZb7V3qspxr4RgB
WM4T/Q60VNG7v15tC0XteorhzjXIGgK/fJ8xkVaZUBUww4NilTv+buQwocZY6cIpujJLNuHXR044
KcEMrA4Ykof8djW6oWnWm9HqnqtztWG2HW9zPsAC/q2SDtsCV41zJSLJbMzQA44O60PbZo9zk5iZ
F+A+foYwhB3dnaV1bV0Sm3DGJ6zLY8mzfv8K8it/LboYu7INInzrGXUTM91BF9SKzobzJfogG8IA
TFmZ3WYzstxq+WMDQqeSR5RBt+MgLKCnNRSVMXDS28qq22cW95bhxRaYpFzKTIEWjywRAf4/g9R9
3GFgVGwEEiM94eIG3ngfngDgny0Bgy//BUaH3QXNCXkt8RiRoHy4AzVsOAUIkJ01frTYx8zUXDix
KZ5j4LrK02ixhKwWOo7XNikH1nPwvqshjuroyt/pZnAAJPOK7WVf+YAiuIrPuvDIN6PD4O9FUt/0
orS1qvUwyHvhXfYQb1N/dEqLv/v7ZC766L9v+ZPd/vJRpYwjdahhpnc1t0vMxlWwnJ7hkiwr1L2S
5NEkSBX5eh+zHZ6CrVjg+pL8v9fC+GQ/t9uvtaAlHLSXAVaSbeCB6OWpsSGl57Kiy0IR+soXfnpg
v+x0gtyGyQg78klAMGs3tQPq8Gcgf05/L2jB634SXICxUYUHhJK6IALBaMuo19EwFPCK0ksr+zYA
Um0kMpWjvXI79ZzaxepvqwtZAKwSQjSkATqKAtRukbpzFFcBmkpOfo/Ss5W5CYpvxvbiNypw+flK
yh81r7ROg2mgOm1smY+4263EzD2WbCiQnNcwjnsdOvlGNKCskyEJMLO79FHozdBJBAuJgBmvYy8A
Q4gEAMeud0I3O0PK9e9PsPCgurZPft+vLa6gWtsYEpC63Xp2Bfviyi/CfnJF8/Kg7z417+2TYfA2
Zl8ZpM9hx881uO5gMHhVBHMAq/ZjvxFMw1F2HQp/3+irsNZ4m2cS7XY8lXk0Ggg65nqNCT9xtTJi
m2ubOyfHat+fE81Wt+DW6c3ZM14FK7WrwJIUZtRZKKODYwTbCxl0lDZRT7+23WdVFYVth7LiuUfi
vn0uLG0GaFQG/cG+38SgRVJQkKrs7pi9R44OF0RtSGJ9gtsuAn4Ged6A+BiCnzpV3ZSGYCz0Fg9J
I3CVzhR3k/WeWXhPikcjt6VT5cdblFV9VtRdqJCgwojrCymYAdpDur3TG0odDSWKuh069NrKOH9h
8OYDn6BGOgbwmcevho2xKp8Hw2bdLEvODaodMC2CLAyq4HT8SqpMFzgDHz9+M+4hQ6Ca81a18dQM
UZlBltRj0kZ3Wei627lcUpPBUDBqjeTNTptVuzEErySKnHpvT468i2zRl+x8M7kXm8CydTsCcNQs
cqg42rlnv60t3WFM2y9g0q9/BJXtx1qp1DI/kccVHpI4We/GJrCbXYypZGOnm9Vn+rUVzfRQ2jrj
qv1Z4PWVfm2b9raq1sH7CttwOLADyq+vaK++fChr/YDU0FRPmG57zU7Ffbuf39UY9PCW4ARvjEhz
++i4/hVUaIXsSg5pEfwKQMJeKgj3jWb5nj1s+0fuW1/Jd22Kjt3fNsWFUIPRXczL47ghT/wBUPwK
p1IcQ0J15lFGgZTIoYKKt9eCKk473Cea+cGb0bd6/1SbnGHVDngvbTRYgZLr4IPqvtskLPj2AiwR
lWB4PvBqApCXGhXe1VbR0iiQMzzqBxB6muNW953USz3MHIFVBeOfHPxhMOfOfOA85hzI7RbAPEqk
OBCQd0L4uY5+ctxPaiaoOPLKJh1sINjc3hxP8W4+tRez4tw3kTm6vYDqJdVvtDZQFF3AQs6lUrRK
pYAzwGzMbo0ubpuYkC/CQ7cDJPMAljwAqMuVBDK6ekKbObOAfoWyOvJB5hz5bUJ4/WPE6y+QztD5
vDT4MYi6QPAlPV4JISJde0xc7D//rN0BCwtavtjaM67ahfTm2jZ173V6HgtpDtv9c/o9rW0hdCpT
PnYvH/rn7I14pLWrYatqZnLSvII8xpnP4dtX+PVPoKJQh+mjsiZ7UTjGWXruMT0g7RQPw+XW6HC7
k3gqWUwBtwhG1LCAmIBYG8rUqOxdf/EOAKIhrAuUdlpvIqOGzQ6h99A0TnocWcYW1geYBuRf4OG4
5+nrPQhAH5QXGvQC940XPcngetyKncmfj+lz5ITJCrlzw7rMF3zqyigVXkUuynI9g1EQaXnhSjB1
KIWumpfySduJK/GgQOMeDAzZRiAl278j3MK9gn4D4olO5p1EgLGuP69mzGMZZHqGwYvAq3aJr69D
aIa/i8fQGk/5Y2wrfvySPsXnxGPVkZY8GgNekFhDu1QAWJ56EI+Y2hyassLFaeX34NbGJI4i2N0F
pbMmwRAtmWFNt6Gng8Du4iDMP+UeM5e6zWBxqaPlAmwjoMCYp7z+An1bX/KWw4+onEvkJMfsQd/y
vgixoTWZVBCgT/MfUthrm/Rdht5EwSmwWW+1MygEyYSXcidjkj4Dqyeef5Z+0Na5xf/vRcNrw9R2
gyE8NsaoRrn7dDn2NumwvSgbERVa3dccjD+5xqPw2O8CS7EZnrZwkDUeMVxHvQwgUnoQBaPKhIIE
KrjBA78uzyoxJ7qVjgmgieXVi7ZwT4HOFg0uIOmv9zTO+gn0IhNKkRCeQ0+aezN6G6Aj1PmZ61qI
GSiw/7NF+Q83pwkIy2EL6ONsn+30z8glGHLRFQ8Wug07/p1nqOwtvK9JUf+fTergCEU1iYMAm4UT
obtT4GaMbELLJe2ifWuudWZ1m7VKymM5XiATgmgDarh3P/jHNEQbafKBhLUNMHwK1mXd+axm0sJs
4NU6abXhIusVtR2xTogLNQ5aZpCssORzvknso3ZqQPX4t5PejqkpYDAhkxcY8UdMot83zUWeE9GI
C2TYisvt30c7e2vMGh3uqjG96aN+uiNnM99s0wNoPh7P3H20Ll/BZer9/Ututxi/BABSsNkBMUUa
KtcunPalUZX1BejjFdd6+okHNbH40iqmasvgcOm99IORYNyOEcEkqiZYPeHtBJ7z2mRrDOmoj1Ci
nw/RdnR7H4oTlvBabOUPkB+zQhFJla5eFZQ16tyAYDaAB8Na6yKnXgF27AmbejPvMc48IrtjfM8b
BybmDJVkkqBJAzToenEaHlAdn1WFJQkgCGhBADSbPxgwFcq52349W294WLI6vrcPZphFOQrXG17q
uF2obQyUWgzqcUDxyU8O+u5e/RR9jPuteRTAMIPX2BbOFBcz/PgW2f1jFoAkdOPIi1m+Xu2Uh1pU
lz2854AOcG+HhJdCv0cuk3rartjWj+qq2hg+iwnklhqAMkz5kFJyQ15mHXzVex1heD7k2wHu60rn
wky/ym2FSIWmXIvEJjGrJ27tdIAMv00ABCs+M18n9xntZESb4f++A+VkKkSDQl7Fz2kbR1lpZ2A9
Nyq4UMRzWdiNOzqYuFxV2/iQPlmQFmP43IJ10GajAY8WPLhjZSpjTyItVDNIz1vqg/6qbQlFcmMF
RyM2cUOgiWTPa1EwuZ3uYpCMYXvB369sUx5QJfVUdRVsg0H8O3ust5ejtAEaTceyjdKaLakyywf+
iWGW/Fnqg4ObSAWmBI6HGih1zKCAhdJvCbPcRgXrjbDVNvPGcLivxp6gKGDyG2bf+XalgOoQRCkI
mQA5UKmrKRKGeNT6oiRdHLdbx/tiXzxgb1coSyGVTTFe1a20e8ZCyVv3eqHEKnimBV5ETYhOMYKo
vQgXqBdaJV5aaNC95BuUtneYU7Mhh/T5t7Xbhz8KUL+tUWEkbccGJEgV+ijTKnNA6PVI+I60fb+u
V6lvPIDsy+mdFmNyklffxXbJrCyTk3KzXjLOQPTiMeJFvf3VpChiOWtLFHpBxU7qPapf7epVCJyj
D7PrZDSFl8Rnbu/tIcKzBFVebDC6v5Dlxg/7VYPpL2gy9Ahm1nRSwAF/AqdJsVYT4P0yP39Cm3Sd
e5Od+gGg26z4cQuSIthxpJEYOkW5GViha+N5yWf8Jc0gmncoYswVjH7qTcfqWXbVs2q+ld8odDmF
A3S7h7kkVmPopyNIfXS0ILF4sFBADJjuiF74S5PLEly7WxOmgOmElN1MZWgdATnC+8FqsnMnedCf
/ncEHhb+y7JOha45NeYwJJaVQ7a/HFoX8EPnmLtja84YqyCHqnnvd3VlKqwX2cKG40EqAj2MsXWA
WKgNv2Rc34iQdoagH1TE0QLP3ySnQ3GTWc8iwYj6vEh3dAyuAO0HJgDyS365Vhqr6qWIhNKSd9M6
vJv2MVI8zg/9DNY61qPkNjRC2eGfNTqZ1QroNUUcX1qXbYSph3IbufEOb0039GZP8Wrm+3ohoYNF
MAdj7gktWQyiX69P52ZtgNQkOTqzPe0vmFb+rJ3JDZ6iV85lku+TP0d/Th1UClgkxCKAPbs2F7bJ
RRwuXQm1HEfA4Cfe8PEDf1QC8njfliyOmNu6tAJ8O5CDuFwBChFpexCwbnJI1sBHXWkF2llHtiAn
teEewPo0vGCuwRLvoZi2K73ASWszfc++U6YPLezq7x9xg7Oq1THrVMTFMUTtMXZ4gMpWOSaewKgh
i1Z14O5H0Im0NuNGWPBdkldAMJPXSYGaumgxglNd0hl2NXTbVkOGMbNX8Ygc8yjsKzt54n3IEZCh
FswrYsotr8xqw8TasX4Ele1FQZELSYcdaF1hK7hBCqSy6AzfmQUJKNUnSIMAXeb8kXdP4XuzfmR8
BHLtUR73+yP8UAH/OsCTpJVQjIP9ZAu1H0+4izFSMx711KzRr0dlMkcR9El0g7vkSX3izWEl7jvL
sB8kL7Mzpi8sHABkeihTA24PUDw9aJipeZON2YR2913z2ECPBMJR2+rIoRl8lPcN81G+cCdf2aOC
NG7NXB8K2ONW+mly+F28lgr78lRitErwEy9Zp0fFYuFnpYWEC70wCF+ABg+MGzSMdZ6SXpE6IM9A
/iWDuUUA3xUSLedDsFE1c7tT6EhrDbQiKPDoZrJOfGT6TraCnq4/biYn96DL6pzFbXXOMfn1t08s
PJzxm/79Oo06GGU2a2pW4deppzpyhI0IyEtvQZO9cCc33wcOb3//bXIpS7gySWLELzeUlUItmwEm
tfNz7Mw++GxfRSs6bAWLjPgHZhaZ8jZ2JXT9/zbNXC11ApXZqJtKhOnuW7ufn/vDO9IwD9os62Pm
jVbK4jlbeNDi80KljDBzYcbvZqhOIJhDOcVaQzu6B0Q8iczL9+RUzgFz90+DHZ4F1Gl8qAlChodR
oP+ZAKcOPMYn0fbHpYb2Ox1tNSMIo1rtUKB3LgCQgEzI+cE5bHsR0HHFfR5MwdUOsWnsObPxuh5A
48J6iRwJHK26OW4EBwzDe90eCnPVPk/YlP5x9gLzVNrBLnIYAeq2vA6wN1HJ0QUylYvSyrVnpEkY
A3KD35s+oow02/U75ifw+PrqvBRcnH60VY6ACTjdSt3/71VQGAfGHXSxZBoU+eO1cSlNuDpTgHPH
DNQrFDXH91G1ldrF1Z+b0vFvT7wt5sMapn9B8E1oYdCiv7amqWoeJWGPXlCN064RdKZm9i/PhUd4
U9TPwtM0zKCBVYnbztZa+ZxWrCn+hcxR1SA9QzJHIO1oagS5H3Mx7KG5Xj9nKHdEeJUl6+BuwnCQ
w1gt+XaUI+pAA4B0EIRW4GihUsf4koZdXAeYXLBkqz8PMih5zQkCbY/xpvUlN0NBKb8zQHePxujR
8A2vyzHnppqQ9G0AAPr75yyFgd8/hx6YUYsgzWvOyKx8q3squimhk+6CFWoL0UZax2cmEGQh7bky
SKWW4TBVZZFg/THYf8EXh1mzU7vSYGp8DMCKUXqfjCXe9GkU5M7/vrhKxfV5yAKpT2FxsFooWppg
Slgn7hGTumiUiF5q/21vKahf2aMu16gbBj2rYK+12620nXvLMFP03PODbPFvBdhfoc5o77HFEco6
8LX/ENqvfgB1oPKoLtSm+PkBza4RXfiY6n6E6ydcqoFm8hCkBnPX/7pqJJMGghUJF3gW0RQccdJB
yjZFRjVZgl0/oXVy946TjOF9PIgiRNPjGjMbxw5ic6xe5G0EISKAOEsaZoIMxCwqXgkGplYHra3h
xOIrYe6MnY+XBPP5sQOuPBe0CWaOSPkwQHns9L8rgsA6KFUxuoKyP/6hSiyyzkWKOHS11eD6AvnQ
HvQ8MIvWY7jrLelRwlnG0G52v0qZw363LzX0vlBHwhQUBrHIyM518AwHdeSkoqktcQfqMrAK635q
PRXPhZ+6rNi1bIygSEBDh1FsGtA0SkEnxy2+M4d66LwyLJIpZP7soJ+0YoammzcCWdova5QbRxct
nFUDS6scdR2uOTM6XOw4NtXDi7zJE8axvQW5UuYoJ8LESyUIaOrizVvbJRAKUJjQLhj5QcXI+vuw
3LanKFvq9a6pQgKgYgdbw7pz3sdN6mEu4Jlgxzl3PDCrQTd3DmWO8lBB7sBhRZbWPnfO9KZtepA5
AXYmg9gjPLde/XBinsmbTiplkyquovqkD0IBm/opW0U26YVNVrSFYI6Uga6gBUXn6CG/4t3cYyVP
NxGf2JZBcUz6XxDjoCLwgEmyZqphW/gwPtM3N9iJaDp27ojy9brwmdt585qk7FGeqsQdn5ZkO+Ud
B2DRgFSF8KBV4G9HzYvQY7bWZadbufe3H92kLZRdymXbYTIyroJdcI65emK+3yke//8xf7C8PpK8
Y0oKCg2U/1wgeRQJRo8Itxa97ivbgRUEaLYMBEe107/F/lu07jaYkvp7ebfJyc/6/tmlfMjIJSmR
E4yqEO4JlagyBtv6vXYEgIbyi/lwYs2lS4sxB70AQQVlFdyH2sl+BoY1jxHLSXZmbBvnIPiTdbh7
DqAaQOZqtL3o7+KHL9WcXsCAYIauF21isG8a9w/MWioJA1e5ItYPqWWCJwKySKFFKbkiEYo0l2vQ
kGPQNV7NyEtlUzlhlLsY0AKstjyIauZjx7MC1NLpxXQL5sTADIBCIOVZkYwWUDPxNdrZvb4qj8gK
LUc9oEnBM7KVxTX+skT+/68ncMxDEyMbYalyeqit462VG4zV3GZk5DsiJQKwnhC+/SAFf9lI9Uxu
Ak1F/PsYoYGJJ4anAdyh+voWzJ4z2h+RuR/MAowPmi8yUuxl60gQFMQkTGfT5VtoXWVVN2IXp7WY
2b1klXjAWYIHD74bPPBqKGbEOTDvRITt3MBosc2czbptBJFvAOg1AJgiBsVojqMujyMhLTDEq+6a
N/0uzAB8j1HhmD40F8Pbb9JsSq+1E97zwKqVH7Fr9IxtWLr1oIAJbXTiVETn83qrSzFEXbKLGytD
fd4tDxjsdZUd/9miA1WCPkk0/sOdfmWRci5NnDqjyWHx59UPitHhaAAL2oKGrWZ1H26HwojC76/l
US+7rBxVEC9EUGH31FNkd05icxeQjZ8nT/tkRMaF8wm2LAFYXlSy8UWpG27OmgtfQ60RNxzWA3GV
zIQvjxixU3fzC8PYQlDEUxXwYZhCG4+Gd4yxWpUhOI/xWDIOvDODLhCMhRDkeUvMxMPRZdgjYZ0K
e1f2qOsmDeR8lsQMkB0Ao0+yR5jFXcwooDxld4bZOtKJXDylWWzjb+WeYZ2E+L+sU5fOGA6VOuew
3lkFeUDs33uXR/Ndt/lz8Vlb0RfD4MItjoooGG/ANwXAAa3KIHJiNXNiAWXsHYDfw1r1FOdwPKAf
UK4gcuZdzDVGgTuUIv7DICORIf5lmzogc11rYmvAdnHqTfQDrOCQer3z3WkmqyW6tKu/TVG7CpF7
8TJEZQPm9HwbHdoVt+NOrKbvUpjDgiAsy6PCiJFfykqrtSLAzhWxMoPJpgWtDHr5YHrx69VL5BbP
xk68j+6mTYJkJn1PJ4bz3vKY/XzRfz+AigJ1NnejwZMfAEzsdFKBTdK9ESJP/CfAV2btRC6g78Cn
CmtQ4roatIUibzwY5iMI+x2Ga5HV0r6MArOGlgJIBFBmu464aR1Xc8zXAK8geUHcRUWt20cIvCHh
MpBXsd2BTJD3WHu99FIEjeA/w9QhyjmIXzUjDGP6ZfZ5XO48YFOEwwoHOC7/g7oF+ez/DNIMLH3Y
JBB8h8HXcN1U5lduitj3GTjKyeZR7wBzE+PbLoXg3xZJHPmVVChjlXWKAIvJlre6r+D+suFeQbOz
l1j9yltQFrU46pReVMxfKi35mm7kA/W7zu3MM4CFwuJSjFZDSmMlPsl3f6/w5zl/6z2YmAIfHnql
dCtfQZ+wVTW4snFW19pGegIbBAbMj5hBxLfl3dJ6gitbF+Tj/Iq3hRdWm3AxY4DroryBeilQOtQ1
Fxnjhe90LFz1UASwks8IuOp9fOTsi4PpU58F41y8w38bpDa1S3Tw3qMzQsYwUZYdzKcX0WzO06oA
2ft/+by/FkelQ02FlLUOYKtw+MBRMReXmjwa0aDdfCJ8TaT5cwyOH+Vd6LR4qafoS/P/eysQgFVk
hQBcQUQDWEPqpI5BJEADZ0Z26gVe9j277eZ9Rn6qOcCVn8Nj6ckh0oq/1347kQerikK2FMyfQFDQ
ZatcmwMhlWogRgtQ2jjZbvBGOLRi5hBgw+Q+j5o3ziyL8OMWGEMMg1UFTSDw9d5gvqQqHZs+x1NA
E61xU62FO86KHdUHied86vx+nUHQYHwRPlmiV0uHGChS3QCvJs+jBUayrF/xYqwLQn8ykQR8dBNo
zYWrC46x3FrBSj4DkrSOZKRTHfMVTfyIOsYAQxvgVwGgFN+b8jMZ76t4mgW8om0N9JX2ofFizTFF
ySl3gaMjLBNiZGY6vJBHAQmNiihobFGbpB9dujq2enCBWekM8r6Lqz1Lhh2cG3e2Jh+Zm9tMNsOr
Fq47KDiAtRDCoETznYqTxSzwqcEhIeW95o7w8mCiGDdvbsqrYItWrs3b/AYvPEagXPRmZKzAk4FV
DvAjKmpMM7r6WTuS+s/8DJy79J6gkreP1+2T6ren8k4NTeGLCZtZSBwx3gTMpCYqZBKFut2hyDto
U6mhirgz9gNY9Z/SVbmKd/X68iBYDVS9/PAYOMGX0a3Sd2ZwvgEt4Cj9Nk9FDqmJGt4g5nu32GP2
BtyM+TsuQQAZm1VUsBIrEuuv3ViCHgjSOrygCfsYlVhNgzCPWS81eEZzyMtF/NsguZL24tpwkecV
XiPhUkqAE15rPkoyjYXCDCuA/DReb34GYEoGYKo8auDUR1d7Xm+5FH+cx/RqZaGG4Epej58CrqJV
B0hWBDL31MsRsDmoaCg+Dy5YefcffA44e+BkCR0Zfgst3i1PczDwo95Y4WP9oToCpisOqoe2y5fm
5KsEPNzCemLQNS/cx9dGqS2PFQOU2MRo+zFhSFAz51W9jXFjNS5YeffTinGgb0PXlT2arLErRSIU
CHuPpa9Dbj07caaAAuf2yUDDsN0Ju9PfFm+P1LVBKkhPWQG90gsMamfpqcXIBIiP73O2TMht8nht
h0psRn5uk26CncSvAQPe9piXcEG6cA8vcgp/ctGt0p385/UXxC6rsrjwSrm2T0WsUA0DuSEbOTgB
qvLyvnWTl8xBxNqMkLMi6YYGL+b92N9/j0fxIEI4LX4PsMWsmutCfez6t1D3U8HniRS0+C3hY+eg
sgwObkxEQTsNpKvJe/NcPnJesj9Hu8FKPBb3x0JCcG2dujMMZVKUlOzEtFadwNMvpgGkkYBpSjIW
r3+kL9xJXzErU8SRqDCCcVEkA3j3oyBpUNGMy8aJE1uEEfU1t1vQbBzqJ2FfOplffFbI61nt2dtg
DTZb5FkC7ik0Kek0bzLEilMygySb47MGHaXM2bRIqmVrBk0loZ8IXHAhPCCcmlNh1uucUQZd+tC/
fgF6iNf5jzFU0pjO+AXcCiDzytllTvuOqQbvAsr14iO4b47DU/3KHKRZuDdgF01pCchkFGGpgK1o
clfnHDYYvdlXaKRBa+gVOpuhf67Av7rKUot5M97mIeRj/zNJhUkpnOchDbBU3up9YRV2tnrsWyDt
BYt7UUE5kKzFPXfkV0w+X+KttFuBygb/kZFUTOhef2RRKadIagNUH7xxKz4AR5j8P9KuYzlyHEp+
ESPozZWunEolb/rCaEndNKAnaL9+k9qdEQtiFGI10Qd1SIckgIcH4JlMF+wxWxxHGwSXQURwX2/6
w9P/22tivF+ozA6ezG4Yk1Bo0JWaR3Z3SP6i/xfNIrb0cRloJa4wz+wXErNb81xvSKxifBnKcq/p
S44YtuAVaLqDSCzdcHlGZz94aT6ZlazNoDSkDniQl7vW8DyrvJcOigC74F70fzdbrpLJysFwNkDG
L6j6EHedAUDlHUwB2XESHbm325fmIZy44norOW/wHuL5hT4FXCO/JfRRf4hMdIWFG1OXvjQb+RXX
h6N50lBlxVm5Ncs00COJi+pcq8DmsqBrVllTFlKwDoZ3yn3noqicXiUvUNu9U1WvhXog/Q1qJd4V
gofLWEyc6woJCXCld+JFT7kbQ3NZBqm3gZI2R75WfyHoKm7mNvmfjBjV7GAAmVnpLOaNG+lya46p
gTN2X15JHw2kMeGCxEeUl4V/roTj9DsFA7TC4/pYu6ShzhHLiu5B5FnYKts8qXoRJNcwodPgR06F
crpr8QZSSu+Vb+3aLVfCdiVPCzNC/RwatKFvDfLWc68jpFqn9hU0TtvfZutVnTfswZupbNJ9DMpy
5LJAgANubeWVM8Nrrn2Jy6ytlNeJpNcz7r7fGCfhDsfbsWgdeqQedegrTwB05Q2Pgc58IijVRl0m
W6et1FJviG1MHet9VG3rObqX7rIjmSX6BqcHX6iANJZ4KFzRsDljXbkKz2z8aMYApwy6UZk5FpOo
6esK0I0B9h5xH+QoY5u88Qa8ZFvzPj0qpZ2duM+MtXsDSMlQlI6wOtomGH+kFHlFtAlTTEHViTiy
HdyHu9foaPFFaGZfyvraBZTKXBCS3rTCYMIIS1SpIOB3rb2RP8VxPIErffRVX7shvvgrfI34VVSr
hvQ1ym/rOvZK0c6jnNukEOWEqIRxnW9fHwOnOPDXctUnLeCYV4bUTTSFIiEmFd1REqTcnPgIGSVH
uZtVpo2r9Jj9gHJ/1p9HFBcpcLQ7IkpxvknlekBNsZxQpPRBUQ1h5K1mD+5w6CUQk+IVr/1qoR8C
guXb4YZju2v3oSU089ooByvNIWpBcSvR3mUvLxCFIrP0+AndedYtpN43IarIAi/nOsOVAxzed5bw
QPALAQRm20hy1MuDBOhxjytDcJT8BkQLOOlukH7X9uo2vU02l4f7WbDMGDIw0TkFuVrUbbA1eZY0
EKmLgUkf5iRwgZ7lEje/ECKXuH96cwvJ4GU+siB7/Rp/uIrs/qDc8Ns85s156UMYO6sISrD6FB+i
nVLniRzSyM50R6auCb0aVGpuf0OvtrKFh/xR2UU85rEVj3U2DcyqF0NNrL6Yp8GHMC+IDl6awem2
iWvdSXfUi2wDIWfn8tx/r5s3UZ6I4gJUO4AoHXTe51YemyWBhFYKU9vnV0ect91NcgMhjQfYOKi/
bLDx++2H4N4meO79AFvCHoOIEYjpTY05jno9F+VkzKhT1ZByJ1u0EfyNIQyZXdXbfJubzo18b87R
VrDgbce7y+ifKX92secsyedFDn22jKfOjDEMx4jifZXbkSPu9b2Ora6PENCdCaXJTjv2/nWyf72B
Shx4iO8hQO6mB21T+Tm4FsEsziUJWinMRX3C1zexLr0U+7pW9AaJq9OL4IV7BdyhxW36jNY68DUk
z2Cv9W6JaGs31SF0UW6PjrfL07J2N/nkW5zl29BIz25GUpe5klnQLgMHlLpXQI4czWxrHeIsYAq6
UWwZd7/LmGsRjTNMZt+NadDVugnMtxCUwFfDs3gz3ogvlfsKGhSUQcLjutFePWDWt1wm0ZXD5Qyc
2QG9pSSWlXdzQGPucym8YHTIRoBgUw9ZFcmOweFrciNKqxtv5rX8Z56Z3R6CxSIoCWCF7QTtNM0u
9oQg49u8X1UP6glKaa5+NBCBl7nZ5lWHu8RmnDwdceMdFcy3cpL8CZl0XHzf7nRUfOqutBdvxJPl
KBsVTBHk+R4irfYP6Drgd5afwOz9Lqd1rwf4BPmoSDAx6t1N9uALzufWy/3spdwYewW0EZdtbX3e
IU4F4UsdMt3si3/o1LEJO8w76NtgWg38amt3Lwq4UQzEdcpDApECvPxBKBo4PztiIIyFFASg54rB
c38r5WmfxOLwGV2R3Go7wvW9YdYP7/lTaf9BBuJhtEE076RPJjd3uXa+QRMMTQcQbLJQoHQOrnd1
TaoJ4MrMLWTZSNuest/QC3C0W5zuNXiNOqd4raHePYum7zhTv3bALeEZk++rOM70YR47KEjehxdy
TNA1XDohVBIgXER+zyL12enjMuyqUzUgCDHzgszFjExMwoiVHgT+SITU4Fi/7RCpNE45aEXLHdn2
oPlRkCLXCDwcuqjRVJN44AiJHlUuScl3RwNmAzDJQjVBAYEmm8Ntm0JGZSVSqTI82osv3g8Qripg
cbprEZR49y+h076BBu3y+D8PsvOD7hyX8a5SExNz1LG6hv1g7tOr6abxplPn34JLCr9rIYvR4tcG
SPDtB83DneO52QgoddS82qPb5ElyUGmPM7C4KrBP+2cu6cb8BZe+kLFLsyjqtlTmLzxFm+gBfHyQ
6zPBd4UvOJQoCQQXwt605TuImUQgput4p95nFor9AoR0cNGHkMlM0ne+M1QytmUvo/DROJ30VxTe
b2oXFBt2jWoohx5KzUaKfVc477iE2n+hIyf6xBX8FP6JVz64Yq8qEndf38LYaxqGKIqU8C3IPyOs
jxKOP78sSBMEH3CT8E24/eKnbtcz8aa2E/gBipWy7rNPYNu9C72rklTDJyAxnKETSIYou757q93s
TbOVjxGUKOVzIMydQ8jDgw8FZS39q3L3jj5sv9ilTu8Sl9dw/LlBLiySxRiyOmFjERFfJR/jO3Q2
/wI5GdkH7ntuxxv5VCCJ+dwjXz36ePLyttHKJeV8ThgjzaKmsLp5WczNWwsb3Eb3yCFPt6icep3Q
WZrcImRjXBmn4NqYF4nHyvzdeaMyQAHRHvL1BkIbjIlOkkXaqo9AFSZcqXR0lZG8oB/oMRHSX1KA
iU/RnkK56YDvAVbA4mU2U2rMrou5JmukFatSR+VsWW8DxSbSpoPkLUi9ZEefUHACb4rKn8su6/tB
Acw5RS8iWQtXyaQg1HYUcnmuDLaUO01262yEl+acRqsYM3sGwrj4JzLLOWTVZBUlxpXq4aGSN3JX
bsvyz+WBrNRHYSQLFObIS6hZp7QHSjwTq47oQyjIXRUMp0Y1HSmoOwTma1ed5SFr7QF9ebyih++h
hPMPmKdhUUUTlAgxFxmslpLxRUdDzzDF74JSbsW2smtacFZu7YxbjpcxUi2Tur4LMN482tDuKR6e
afzUceOK30Nf86hm6SkL/YvICzKjyqJMKlqCd1JLPibR/Mjk0QNls6004VWnvnd4UcYtapRaJd6r
Moq9M5Cm51UDPQI9SsB791Ga0jFGd5xKc44iKefjTCYulxs6jcMAU95PdhUfJnMDWjRLQ+5ahAI2
r9hx3Y5RrQqPYEB8krFj2aJNEM5TkZujXeboJRWKnZrnnFKGVe+DW+s/MIwhD6rUo1QKMEn3TMtT
O+HyrPpmajojWhknx0ga7/Le4Q2MsdyRSkEVdUAUs8mhJnSuzFFyCjpUHJvlATE2G0Z6qUrNPIPG
I9GuUdBulwmvvGt1/pA1wrNOmqOJjMWqBiljqUGVfABG7YY898l1OCZuE/ye4o2GDHaj80ikV/ci
unhMyBaA14olJUrLttWDuU4+1nyzMjd9A5X549hK/g8WykTaBm1g4DU2mIUidJSnggBHa0ZnUnfR
JHmtQLzLKKuObIHCrFJmqrWRoI8DlOjlVd6MqR9S4dWgqMeT5fa2CBNefIqHyJxChRLI3VDmKDlo
A79oXysNNfAiLjxtuJcTsrs8vlWvsRgfc+tDz3SitxXQumonSI9Jvdf66Haqe7eAyqtixpvLeLzR
MQaZZ1OXxDXw0mbwM0O5KfXGVs3Ui2lyPRRyytll69b4r5WwXtGkcmoYMaykk1DBOTzUzd/K+BiE
u8vDWj9xv+aRJS5BDWWclDlwqCX/aghIU+okFw5QA7+SswxNG8OgeznYVx2xzFBSIXd/BVrySA14
o5XPD6gmhq+S5tHWgi+bbonq2TaFjIDBi2esLiOa5bDvUBkMjqZzIEvWM9kasYxRecwqfyC3Uom4
bf0cBdvLM7tqoAsk5gToBcPKpwFIlvxERcyjnyOKkNd2S0wbNBU/sZe5p3TmOEE7J+NVVKFPadzN
61gBKZbcDMKGdJKPetpzMs+ri7WAYlxLUpNSLEEK4KB24d6U+9dEG52813e1ZnFGtXrWLKAYn9Ik
Qg6hMEyiGiKPY+lomm/fVJOrRvY9DYkL0gKH8SaJCnndz+ahHBRRk5vjpSJHpZvDNqr0gUIuh95M
pqNR97KR8KaS8SrEiIa2qDGVlaLaVLYKO61BhQu9lj7XeC5lpY54HiWaj+c26/m/58ZfZUUJYU6g
acnwJ0XOSJTDkzmEO5rFL0GeoZe8af8m0EsiFnqoTOiIJI2bVIELUd5nFaGYy6Of8dgH6uJ7WHKY
TjDysm/RspUjhCShrtpUQcUV6Z5W+ILuppYH9qofzDgIBzXQAaLMV1UYixKKVFOGvAamiB5nCGd7
ajG6UwkqbVnlBOpX6l9UcQnGmFXaCQVql9DhklUHpTuIuqPGV33mFsYj6GlSJPhj3i1mJWB7jsks
Mt5pFBL3c4OYtM/jU0YxkaVLk3ui2HrrqsUxFLck8ZC7CuhxNLdSv4/onRF7tX6IQ14cYG0HL6aA
TdEIwqhESorPabTwV0+aD10mm3IIONnA2ZuypoQQEPg8oNEIhhbG/UllWChxAZjEaDeDnr9K5nR7
2VrXjo4lBOP2rFBBAB71wo6aNHajHhoc/pNwI5GnQPz936AYI9UtahpUwsaoG8mOsttGqPzSOGhC
7jQFZ+bWF+hr5hgbpU0UZCkEvh04IkcEB4GACk2V8xxaB5kleiC+jJYCZkBksMy4EbDrSINuySRy
sjA4lErOWaK1M1cHRdA/MMxY6jgtgmqa84H5cagfdKF5afLrIqW+DsHlCOQ+nPNp9fq0RGR226So
uZhQILb54ETF1vqDwSnXY2nvY8GZRqftcv8HxoGODFRg/m9z9rkXp7iH0nbufRRDFLihZ1cwei+l
15b0QBUeGf7qvlqAzX9fxEPKNMxDBDbxKCoVb+hjWKPggP/fCUq/CyVb6jxVeiqs26pGiOSpBYc9
7720PseLb2D2dphP6WDVGLCu21bwa1DvIoID2VMFnGClF/S1baqnxni9PM9cXGbDl4YRGX0D3Hoi
NpQExe62AIWc7JdQ+RLSzC51JHpVV8LN4DL06nZZjJjZLnnWCUk+ArlsvVSEBoA+bDrei2Z9aWfd
JFycoEs+34kWSyv0k1gI4ZxSnES3oVDzUWj7cnkgK8WCOI0gF/EPCHOx762aGtaAqgHJOkEmmMrP
lrWphatMve5iSNs8W/Kmoddm8U55tByrzmABzVz1hYqoQodwj6OgXKPVRHuKH4QIZWy16OiQAhQM
jeMN1u4zCB2gDhzlkca3EgmtzBMxnOYSifJh7I7Uso3YD0oUZCgQJqZbs/A407sWbV4gsqdrZ8pp
M+ZA7IwNlT29uBnJZAcd9P4iait4bTSlLaa8OvBV+wTDL4rb59Zd9rGhSBby8RpgLfEpj2svFlH5
EnZbzuhWLXQBw2zAgVqk1wvknk3hnbZ2ZVzBhdtmUDkC+LfB710b96C6ExNPjn6F1WBrhcE5HWeI
b/eKxScwO3FQojRNojn9XWWuGGk+Ue9GdbipW87RtT6lFjRaVRC7fwt4JbUJCbUBOb1CuGqGWxIc
83B3eT7Xp/NfCJaWOmzzqmhbQFQ5cuZG6fbpT2KDUDP5ZxRsm3wmBZALnkehoUOxJoUbjoeIy2ix
avVQOADLDMjRTZXZ2WIopbFgAiUl0Sv+v5Fqc1sbpZcE0zHXlE2v3+YQ0cFbouAciKtOZQHNnIcQ
lc2muMNLKJWeyiGyrbSz+7jdtcGr0v9qqomzB1ZdygJvNpuFk64iSUv6bp5Qa9oo07CRe9ErC9nO
rO4UVvpmzkvEqeReNhXeMJmdlw3doIgzrGwJT0Lw1qVVZFNl9Avll9RlXi+XnKDC6uMUciigpUWO
CVllZlHbSM0sOmFmYxm6wPLwKE3lMZbKjWmilEt6jKVxO4T4DGMEwUMATWXbEp7RkGubDdSp9d6/
PAWruwUKCyKqD6CQw3ZQqUM8tolmooW8Gjap3N4NES+nNjuPb87lXwgw1J4vblfijT9FgEB9Sa9d
4z2YkI2p+srwEy+2AGKP+lYzMmtAEW6gB04cQMWIRnZJpm0e8eLOq35sAcUc+LKZFrE4L2NHt51+
a/bPVOKds+vv6gUIYyu5TidxpBiPkYUIkCp2j8ojgnaAgDpJ7lHDk+eIQsNL13GBme2fB2D1j6S5
J1mEBmAQ2hO63NVth/qnerBHfatU15Xxk6NhMVrGB5hdQcxEAGguu4ag2kG4MZqOc3dZXbdPuUcE
RVEmz4AoeZoN5rxuOTG3QwxahlH3DElxLu+qVZNfwDCOpZL10Ux0wEAawm7Lt7oA7d5M0ZD4QTBw
wFYP7wUYc3hD7N0o6hFg1ZjbY3pdggFuDH83xcRxlzyg2Z0uvLQeSjWenQCK85uk34BVzzaQ6Ys5
mVLeGs2HxQJGK3EAkASGIKLrJwuz+0gc/axq7i+v0ToMKDtBD44EKVvSCv7kKENXNOgtFcgWKCNS
A/eDLP3I4L5QGEeRk7IOkZcABSDVtpIVPYxVvElyixN5WD3JQG34z2AYV9HGRhq2pgUfi1DKFG3U
IPe0eEvxQq9Cd+IFBHhzxzgIsw56tS0AFxbXkQwqvg6Su7zSFt6YmL2K+Fdk6QOmLkOw161R+oFS
vCn7HacmyAZFgvhUlfWKp6RT+3DZNtYfxTiq0NUHQUJQipzboNoKEe37AGwf1NOgitd6NEKNU3Fd
FnuLupCfblFMEA68Mc8T9+2s/ML9LDda2H4eTtXYEYx5ktDNjFKFYODdQFavlQsI5pQcO4GmqQQI
CBq7AkZRGlsdjlZOHDIQZ0S5L6TVQ56CFW9kzEYwcog5pR1MRhOM3VC2T1Odbi6v2qpVLkbGbAJN
j9tGbLBoVnGssxzVNQ8GrPMyyOpVdQHCmD7oLExhHDEORPVtVdg18IK1rNgNFkwfIIO+n4TtZUje
1DEbIe3FLG9lQOZBgKB6uofuy6/LEKuufTEq5sDSlQBpWBM+t0KZb14f86DYtPoxhm7HT4AU0IzL
iqagu/J8YyV61AeqIoDkxehvpCwJHTlHc+MAnQhTfb6MtXoKg0fmHyxmqeqqSaluwR4y7YCwwSDV
rkJdBW0d4NO5DLVuFV9QzBI1Kcpg8hJQktJeKeHoJOrdkIGAQWzDt65Od+hm9/oykDnTuW7yX7jM
uqkigS4swXTK8PEtCPr08DEcek6GZ9UTLyaSuWEo6EAKlHl0purS9K5UY1StQdRR88va8sLIvzyZ
68b4Naj5cxZOcGq71pIyDCoNvQ4Zsq7cKM0vVeeVjvJwGCcvpX1nViKGJaPSZpjfflWMrBy5b4uE
53Vnr/rdsf8zJjCAno8pN4UsiE1gWdFj3O9AxqkQcBa2ztRDOY/cT9bfQXwoVMrxHSuEEQhN/rt2
aLc9Bx4EPdWnDMBxA+7N5G8TWKFvDqJNcSGpiLDJyvuuG22rgyoLnpxlF/hyB0VFBZoKnXE3qNXN
mIm8lPdlkwKb7vln5dRQmy7FGtPkkXYHzbylRbRP0idd/0VqnbNN1rcneMMkCM1BfZbxOoo0lhDz
xZlXpyKIE52uQPu60kAhajfkv0cUX1kRxyOsGpeBDjZDQgQHT43zAQ4kkOW4htNG5NI2Iq+hr43y
p9I5b9710PMCZ/6OxWYR2jFJmgBDM6pdme+yGJRV72m9zbrbUdpIMs7aj7p9rNLbUQ3cyxt1dREX
2IxfUM1Kpvp8pivVNtVRiw6ZHST1W9NvQ1ds+/84pYxfgMiTlEgUcGH2p4qv1dKpoAWtcQa1etou
BsV4hcZK9LRUgNKRaadp7YfUypzb+mXbQCb3fM1SMbHKPAZEXKGFDX5NQJBXuEkr//L6rJ4O4C4A
Z7UITQ+ZsUHT6mSaZCFyH0NxFFTlqGfik14bd5dh1m/LCxzGBmlUkjZQ4GOU/hnZQUnxEqhtSSAi
DD2xdgXIKwV21IqcXb1u+wtcxv7kUWiadgJujSq1uqv2waTYeDy6QQ4lQgKWWOt3k0fvZQIqpgpt
E21zZRiot748/tXlXHwGY5dKMOVKT2dflrb7Ui0PDerksgGNPMLEgVq90iygGOPMLK3s8fqCVkH2
ocFw6gSPu9Jv+mfQNW7/07BYxnXSkCBX5jdlWPthFDvAskZHVDlXz1UnAo0sHZLFaP8zmUVU1UFP
jB5GWo0btfmD4qeyyNxYdDX6WIsNZ3evngQLNGatrNYg1BiwVmL/S64f9e4gW099EKHM95CX/khb
zh7kATIrRppAUItiHl6e2CG0oYSjVMt2XVxniqfpnsILB636r68Rsl06WhSh2FhGmwRSCvaISMOU
0IfLlrFefbPAYC4VQYMKqnzAoMRUvLXiHk2DadHZRSaD+iEdrqs+OYm0ea+VHkXg6vTYBNNOmFNa
dXyKayly6jpNvCJVAifvkO2CSndmJ1YgcI6MdQ/4r3GxzUEBGFu1qMKHJuK0F5DFSEv1OqwgqXR5
Rng4zAUDrC5JmRgwK8QUt0pQeJXR2BCE4MCs7xVjjpIi/Qr6RObg0NUCdWsYjqE/dvpkN5nbUnBe
gGptuBV1ror56q0VDADgfAATADgjz/HC3hgCosKWUuKkxmgX7VWGJO8QPQwgksu3FoqQBbSL5LzW
u1UjXgDPf1/casLYEtJibjUbjWojDP2m57XArDrtBQJzNqZRpuFgx1QOIKvLJ7/UA5cY20Llcc6s
uuzPJlNMoIlH7/lQjCSxhqKHaeTRnVZ5MSoqRNyRVC/ueAfRqhUuoJhZCwa5E/N8hqpu0Zph641o
Z2HC8Wg8FGbmsjACR8D85hTiKwuZ/xjlnDmv2WvVbaJ6GUylYIH/Vugb9SgGQ9sOKiokhM7jqzFx
CtA2K83JSr2EgCdV4ZxDK7REKqhI0c82S5yAbZfZXGXakYwYgKS5TY7a3XijPzTX8k3gg/D2Bew5
uGLswr+4Ylz2HWubeoHLnrNyTfJE+gyJTDsThNGojE1u5PDQSu6Y3F7GWu2WXIIxnhtEXqTDtWzu
4bRsSNiHkAMCe6Gt32T7bFMerMmGUG/6WPmhS6BfHIBY5fInrO2H5RfI5/sBKU0l1lWYzzT4bXIY
R8RIHsza1aXfl4FW01hLJGbngagxl/sQSHJygEtux9ZVxIOmoXRE2da6X4HGpeIFL74rtOJcXKIy
m9A0u1DuBMxwYxfHCZfOezGxh9BGKD56po/B3YHOHe2x+zvwQl6uVeEZE7M55YnEYgeWK6glRn7w
oN8kz41reDEoKsdNiAW9TVzTVZ16p91VrvALLcO7DdhBYd2l02xxiIMxHHyqW+W19sVb4RDzbu1r
rt1AByeofaCOrrKUu6k+TiTJ0AxoDNdBPDgj99hac1AGVLbm/gdNgvLSuYXVeUZTccThkQe2NqKI
LdsE3E6E1cfHEoVZ5xqd0Og9BgoaXUWQrBvpEVqvavShtMjsp4JvSV4lPk7iprd8bRQ9jnXP+4SN
KC3xmZVOA4GKmQH8VEENaBNuRBSAaWlRbuVERCk22Ucd3aglcUq8MoWk36HS6CfpreVHzKfs4pxW
kelEfSQ+QipuewFEzqhSzHJe4nH1gbmEYd8INBOUjMCq8SSvTb9prqb+SRd0tDe/NMmjWGy1aldN
d5eneO2KsERl3gpCOaCsfO6SVSthTybj0Kd/BSl9bkbh4zISz2KZo6fuxCLPTYzPGG806XHs7mnw
9z9BsM+CpE3b3AgxGJlMjhzLTqBM/pTm7mUY3lKxfI2TaUVa28+TpvoCXuS47rTmrpZPneb10kci
HQrJFfVsdxmXM4PsRT+Mhk4SI8CG2kuNvFkn3Wry82WMdd/6r19hb8OamTRlVmKV4h41q12FcIfw
Ypr9odbkt8S8b8x4exlx3Vd+ITI+ZrRInaoBEOvqGIi4aIMohHfTWsVAcSP4GEGB/q0iKW/MBl28
s2G00XVh9QiPWGrRvl8eyercSZ9qQqjz0ti5E1EB1KczlYZc6e4o2KN4DNLRlQXFrfRTiGzdf8Nj
Zi4Lp5Ekc4s9qe5q9RQQn4xXifmaBbeDXnNucKvGtxgc44oNMU6IOLMhjN2E+vtdTRo7IpyavFVv
tABhXC0Jux4pb4AEfeWh69sRYwvvb/OEQg+O2fEWi3G3epgnMhEBVaDK30LJikent3G4V+SDQDm5
pdW5k2eeNwMUK99C8wZtxjINcF2CoL029nsJ7CEVj598/dq7QGHMIVflUkAZJWpsj9Gp3k5bZK92
2bEETUdiI3ELjTJX2eWOcMx8MbMhM+rJnPVbEQLCxXDxDYyV0FYV1JpgC3TvJwX37ifU9H28PMga
SG0qt3O0jQFp+vEZcvSOsp80MP6pnG9YLT9cfgNjRIiNDlkTYh5a8Fm5We9od8Oh2YBP8K16j24V
j5Sgvqok7/JuXL8UL8bOWFSay6PeVMAFZaYpQMZ7ONCt/BF8gDMFuSXRl+3qDVnSE0jNFcP7AYvw
+dzPFr+4pwSqSogVA1+7P1oZLuLBVY966gTIo23etYfgTr4OJjt8uzzw1U27GDdzsCd6U2r6LJ2Y
gC4NURpImwhew0sCcVA+H0KL0RkEbQ+o4cbBVL8lwUFLHZJ09lRxXsjzx367cX4N5vPoX8DIWhOA
FW+exDBz0sj4o+AlY0mRLSp/p0jE40pE3JZXMrvqjBao8z14gQoVwzrqRqC25YcQqG5KtgH0Rkfz
QUfcMG78yyu2SrS02CKf9/4FXlhmltDO8dPRqRzDwOvYeMEP9Mka11oD3cRX8Y064p1wlW/oo5o4
6a1wNW4ufwXHK37yMS4+goImDx4LdlNJ2Cu95BeqAymmn5xbi6llPFIB4usumu2mqnM70CtHg1wH
4V0JeQvI+Jy0zucyBaCIyXsjeU3rVtG7RryRVHbCFSBfC1kul4/xNJow1Jkxe1mha+zRQDPzjWi4
cde6beNGCLxppW/QJ7SAcnwcb8kYFyO3lQhtCAyTthsEHIb0D0qpOQvGm0rGnaA0vYAMLjAs2e6n
lz7bZdPGRK0fBCj9SedEajj7nS1G08Y6brt54TLTE1ovhvJTji2Y7Ca5c0brMAgcq+cd059/X5h9
acLm4xqLl+5Qvi3vIXFbXtGD5aV2fGz8xG4U5270H9NNt+9tDbLNl7fd6l34a0N8+oYFProPAuQy
MWKBUC80DIQCOe5lNr/vPlSTLZD3g3iQJebpWkFTVBlXK7N4aqOdYR1o9RSlnqFwhsIDYm482iBU
RTZzLpWjX0WgQ9qjdTPt3fZHZTQgZPh3SIwX0bs+iwZ0Czti8Y5mc9xMU+RaC14H7/ramAYyhOAl
RuPZ+TkwJooopfrMNYQS18wkKEbaXV799d31hcDs4FGM5MnUYX2TlNhjXOF0KZzAUK+6QrDTUHOb
3uAcqZ/R/+/28IXJ7GhzTtdVM3tdnFfPRDbwxEtz6HxaabY1mlJV7EoVlMlOTVV+j1s1Q5dYVR+y
DM3mdh4LypvcTs17O6ChqlbN4Ursh/KXSqP0Dt2VKsisQD9koxIg3mZTg8rVEq1kVUvNvygrDJ7a
URzfoF0Jua1qALUrUQTLGSnqEYgehtuQGoGfUU3Bra20yNHowu5ojGO4Qy8cSDEpPTY01maxG3Vw
K0uJ3ztzhMoUsbTtZDTqn0isEmhvkAyxIUHzEmW4F0sj25BKu1cGwdqqhQw+RyG+KaxY4CzoejAC
BvN/NsPSy4zBZKA0ALMLwgsBxf7DZGdJi2PupYI0onA1FY/InVkdj0B7/Sz4wmWi7PkYSTKKyOYI
5AROFMEOUt0hPzu+v1CYm5FgpDkolrAjKtCcaa0TdH4U/Lm8J9anUAF7mwi5hJlB53zbhZWlknwE
SJvch9NG7B8nbUNw6UN/Rhb7QvNWzxVtPznoFqjMnUGdlZzrAahB8zuunmIpAR3eQeh2CrknGi8E
srpcCzTGtaRGrIHzGmiC8Bor7yq6rSbD+48TyXqXoUjCwAJIUt4G7Um2rgexsNtiP0Zug8h8Xjg9
ci4lLwW+ehAo1sxpCDoQ0IydL2AZWWk6UVBkGXWwmYbByeLouu3D69oYfxtN9pMDbgHHrBwoGo26
lcFlE0qvamWPQmwbiq2Sq4E7o2uV7Gg//ndkzLLpdW+ZgoCRWYm804XEjsxtab0KuJNLxoFE6AlW
PWy8ywu5ditCAGsWQAVdtPgpCre4I1QgEBTymfNuHDK7blJ/zInTFy14gfJNFCbbMWvQaC4+X4Zd
W0Zz1uRGQSFIndgSxhx6RpC6g3x80OCANW47LSFwyg0efNZRRJL0MtzalljCMdeHIDI0QRwAR8Tb
Pm28xnxMKM9Nrh24SxDGNI3atKaiA0hY/IGcRUzcLgXFAtgVioMc6JwbkTT7Q/asRasPkru6NCsL
MHBxOvXlYIFvRCeRnQa/e9NG/bKrBKAiemhx5jVQF0PTsDVSO5DefjChINee0cETwAZAU0EtE7NA
M7khf8DPOvH0THkP9NX5XGAwi1ZlmlKTmTODRDJaZTZ9iFa6BLf2V7n9UHl0UqsmYoJeEjUNqo4S
13PHYiqkCLUeOz1XEMSJQDH0NmgF5w2ydutDYPofEPYEJz3od4WZRrAqmqco1/wcFec/WZkvCOaw
1stJyFsB42jK2IsQnapG6ujdx2WU1f1ribIERTmQIrLGZynUiuMEa9NJT5Q4sp7ABJCLBYm00aUc
U181hAUY44QRl5nkggDM6u4D/UYy0QWvvaFp1dWMXUR/0LAHL2yhyhySIRDIOTeEoM1LI5Bm4QC5
3IRGbSeD5uWEs4Hmb2Z37xJl3t0LvwuaVK3QGmygwroOUJqgGxsi3yQpB2bNvS9hmORx2w/TqM7s
FuGUb1OqbpoOZZaK6ZdEtltwOOfDSZR4DGlre2mJyuxciwSh1bczqvxqtX9lupeth8sGyJs/1vtB
5aWRJUC0dPgf0q5sN25d2X6RAIkSJepVQw+220PseMiLkDgJNc/z19+l4J5tNc3Tws5B3mKgl0gW
i8Vi1VpIn9l45ykZeRtzcDxpXy5jSYeztNcabOEvUIWTObfSrO0N8EkMsARVY1eDQd9q8OpehpEO
CU8df9wPeA4FmLIt4knrAENxdUMhl33flcZvnRd7VN/uL2NJ9i94TMli44gFoRN9bn51HBkVSorR
v8YOdwSKS0N/q0db5HXLOgtGfoYibNx8MgpwITRofakP5dw69dYRITFvAED+TAVhOIHCzvkwJnOK
piQAAE0aL0Mf46wZoDF9mmvoMgbKe9hkTsOCjUceiT8Cxy2xURgGQidVJMayg9DUed2ivcyCB1cD
ZzSNB6sMnTi/aW9KulXmJDGMM7zle1a+YuIoC0F9BErU+h1YB+KmOKTZcW6SjXH9ycN+Wq/VwIQz
MA9NM21CAGnovjCOlLituU8aP7GfrWFHqhy9PYcx3tO5c9qOISDdqgiXbLX1UEW6EwRpdCgJvmCa
TimKqQg7JPnhsu3LKqnOQAQPny29xfOyfoky+cGIMpfYdqKxuWnsDPfaGLVVoRNqw2OB8Gtjk/8X
cPT4glKNUBS/ny8mCi/maSAdugtwmaZot1TYLo1ecuOxUQonsI7QknIgP3l5zNKNgoLN/6AKvkUp
UzKoVo++mm6ncS8nLgLVnVrteeGUGZ6Ttzj15Qv5ASjYLDrs8kyZMcy6OaGvxR7datwIpqRTiZor
EGOa0LX9VHs1GVZQ8nKAuapRezva4eip1QRxe02HmpqNjlbw7ndohsLLGDVmE7xfxRY3gmyc2iJB
T0GKaSIcOl/OzGwnJRlmtBUg1A44QevibVh8v7x6Mm+9BhFsRklRHjb301IJy90xeU3JXoVgl+UO
9ca5IGuw09ZQgqG0KkjbghTjMUcf9f1j+RDRl7B8HNu9jf7wofTT5BSmP3R1P3eHIXVRQBpFHtki
cpP5vPV3CPbTRkxl0EOEzwNbSKk/5+rkIeeAqvpxY2tIVxCqGosWNOplxatMgmcjFNUTjFinIHrf
TURxy2J3eQVl5bioSvlAEUKi0C7D1EiBEtPM0xpvnH4w9apXr8NqH9Dr3oIUE7mJkpNmuWP3RpPf
wfyj2SrnXGZNdPDrrxCsdSpVdWg79AvrkW+hlnAo3K6iThtaoFNG3rLdyC5I5xb6vmAdgNoL2mvO
d4fJrCBVLODNs116aUPxvmOR77SlW9lDXRZrQGuWLlqzi8qtAJXGVZiUISaYQkiy8kePOngxcxNI
QicOHnmgLj5Ay76LnfR3fZh20U388gva6nfkNvK0PQ6zlxSq9+phi9xVPgf/fJhYEI28TtWNAz6s
Yo9JEDr6fEz0jTuLzEGgFxQKyqq13MaEdZ31YUrTXEdveP1cqfARMcgyrujsa2SrN0Q2z2sowRdF
E6QsZx3DaRtfxbtFAraAy3tlC0FwQVnVpkMyA6GAJkqjVU6y9ZokPTnWgxC8SzyOWWT0gIjiIwgx
QsMfsu+heoghOq1cBc2NtsXmJLMC6BP8EX02GbI25zsBcvPZFGuLFRg7lfkVmg22IP68YIq7m4CI
YBEoQEgsNkgGRoibQwwrgJDrVbNr9rbtNe/R/mXyuh2UgL3ADUDB4WSWg9pof6sUXuay1/CCZShF
RtNpGWIEqlEVfhqRsWVcRfPGuS/FQawP2QeN6bD386lk5oBirgjDnMa7yPSM+IdZ3FHyeNkKpQu2
QhEctkqUYeFyhcMGK56pHEyOivKtdjpZ2TVCMlBHWFAfohDNOx/LQNLO6gvkDG2W3SrqvkafJXsO
+HM3OzotrhP7PgO+wXZoFLG3dpoMnkBahiGPhysUmGnP4dPJ5KFWTKhjXNR6Bm+0HqzwhY7vJH9S
KiecPVT3MGwK/Y5s8XJJtvmSPmKoakcuX6PCjmgs3D+hzolqUFX5ycrK4w3dIsiSYSyk6VDGw10X
F7bz8XVJ37STbSLfVvalo010BwGdh8uGIjlTCVkyeggdkAm1hXGog2YmdQ/hZhoy0JX6M7grava7
i/wGItUR212Gk1j/GZzguswQ9AXRohOtDKDfUthJV0a08iCmp+PhMtSfo0lwKBCwRHBp6tBKRurj
fPpCULvXgY1C/OGqQAPG4IKwxaGQ/fK6q2Lfx+i0KfwfqPdz6JfeBcsf5AW59555yY3uqo6FpovL
XySb69UHiWepYqfGMBv4oLlD1fevyQo9uOwQLC89P5X19BcXYkyAgXIAtJdCF0zYnj2n6KDLgact
EuBQ7TU8jPq9eQ0PduK8DZlTWE4yuZdH+Uej8vO8f8AKvofUPdKToHtxnzMf3BYcRLR7yCs5wdG4
j27mg73rr1NndGzf/oany8z5bh+/NwdQ2+kO3zU/bkGW1u4mN/Avf5gsisV8WKCewNVVh274uUHw
NgJxdoAPC74qu/KGe+07qCyZF9xwXwP30tJV5mbHv2BbOoMl57ABTxVtXhiBeQMhS7132Mvlgcmq
Wc8QhIXW1YH2lQWE8b339APaGW+L2/i1+Rq5wSNFDtjhj8ZriXAS5QjeVegnzu//8ROERc/KhPKU
Qykagq0OGLp+aDeGV3y9z07vb+WJ7oeXwMVKKx5zqDddb9FXy6qVzqZAiCFtwjneeTAFyuE03mW/
mYs+FPPAju+vxR5NX0HuKN+MR/Zo762Hyfl5efiyi+cZ/OL3VkmusUYdkRFh+PTujrnmvv+heSNK
a/kDBBdLKDPrLtgat4hsJKc85L7QW4WqEJxGooezoVhVZnMCrunAb8odJRGy46k7mh4eadT2pPAr
lFSosctQJPktCv1x6yFAegbrloF3NALdCTzEng98Kq3StCAE484tLtd66ySq4cApo09nr+vHwr5j
jcNB0p7ltzO7Lbfuv7IDBRW1BsZPdbSyCXtaGaFsZXTAH+g1iz0eH3ObIx/8fHmBt2CEPTyYaMpu
VKxvgEbbuSpu0BH+rtThF63d0pWQKZ0SnRnMBEOOhSp8YUgheLQ1utgS+Mvd1gv3wQPz0+P4xJ60
vX7or8cvyin//Uh/IurY4SjZNdCBHt3mZWtXyT3m6lOEYddxAzYIBbObQA/Y63EHxtU03mVuhTZK
d0Q3p9Pv1d18ZR0vz7fsjrPEPBoKyUAShOTFuV2NEzqINCPGJLSQLLPGvUJst4Wg6jBm6OuIpjsk
WL+jf9UnzRa3jSzuQmrcgF3hJv7pKQNMSHpVTdhWhKPT51cffLk8ONm2NSGOCOYpU8VlSoy5JmqD
YwOzSsJpGh1eFhbfjRpPoV6W8cq/jLb8mngcr9GEkCvmVTNVI9DStj3maLVtG92fWO8mETgpwrfL
aNK5w9BQFaiCQUR8bWosyHh1Q9HC5UQoYWtuRjXduEHJEv3QiAZlLCqg/mRQz22Dx8UEtdCydYti
cqBA5cyQPbVr5idBcd3n+VUwQKLCiA5WbThz07mFBr3bWncJpVeXh0tkjgE1kKDehwsC4aBw9JI+
43rf1S24RJhfjq1r2MF1NqX7MRgPWkp2eZ7urOFRK0w3U/V92k1HEIU7FYMqAI1vINnnhtCD7MDQ
1AXf4vx7gkct2pVgxU1PU8QGkDqkeGC1NsI06Q4DewXiY50aOEGEHZYYJFS4ii/XqldruNFsh7Rv
JaQww3taOmN+baqbAtuLvxBtcY25zObqmDQDWqtqA0zeJE6E1+lcV1w++Jmu7NTibrRPWpo6doeK
ml33F+lDsgYXtl2YBmSMJ4B3g/K1beIrkz01WuvHaIscg8oxph+XjUMaFawRxa2XM9qM7TJcqHox
5ILC/C1B4tI0PJObzlB5OjRMQO+pgz+raZ1U3UPCJU9/DdO1Zf/a+JrFFC9NvnAfwvtJytURXwMl
UM8eb/5UllKPjP4cJL4V3Ff5q6pkIGt6qdJfCnvcwJeUiBELST4TDt3Ao62wVWii1VVIOsw/eaoR
DRnhM27phBwplLKtnZ2gPmbrDVd25VpjCmGpEWlaORp96zbpY9jvWHQ1KZB00XfQjXQKvuGZJK7W
Zhau0nig0/C6JmwpaqlhbqkoR8ua1GkV+7GqGbQ9oYsafevLrQfPZb2E9TxDEzZTHWi1yaOl5C7n
MJpTBrL1wPIK80syNE7SnAx941SWIyLHDSGzpQpVGB9KtYw8aRBbWlEKNS+k5IyXGC33XaY/Dt1v
tA6CqG2rfkHm7m1c2XCNR10LyvwEu4mNuG9NipogyFI29JaAeJ2Q3DFqXx2OJPWVOXUNBXWb32lX
QALiWOmHy6YrOdTOvkCwonAadIXbmGndKl7zpiyPdkvqjaNEajyrYQqTa0SDwoulhCvq+ZHzyDXp
Q21GLl6Sdq3xF0W9GBKe/dBmjIPLEJ1B3FrZOGMp7Uj1LTK7LHrRouipLdhuimG1WrlhPMv3fzLX
D0QqEO0hbNPivluqx1BbWJL0EDTcTTb1QORrhfod9DfjavTHJ6+OGMU02FDEKCxUcCVzSmX+pm5p
pUmcCubuA0Jw6wHRy4EsdXBqnB+QGAXX8G4pO8i5N4KbjSivl81Pahk2gcKPDZopuM7zU1MfIxSQ
LUpzSu70ir5rgrs62rPU1fPJuwwl32wrLMHU+9yGCNQALGsu1PupLU92ZD50s70ve1Rq6kR5JEYE
Pi1klJ2xSad7SKTrfkXDqy7N4ruWZdnXjW9axvfJclbfJOwMuy+H3o7wTUEWP0MF9FumlrdpmrwH
w3OGB8AEVMyDEuxpEjuzAWq3gL8TE3LUl79DEurZbPUZgr8tCtrFbClZhcBbb9MrDcJywfhsbWmn
y3EoSnOgzGMxsS1pbvIC71TAibjL1L3Fk2OBvqvN6nBZeIIBfQAJa23Qfoz0DvPas3c17Pbm1CIl
GlhfeZgf9PTNtCHVCDYVfWq9rHlpSH/fUfsFmlOOlie38YQWU3uLPEK6uVYfJSx2gQf8UQ3xUSp1
iHVjIE5s2D6z0HeATpVx2lhUqVdawQmLqihKp9QEk91NyH233th7Bepp/sZysJqLNhgkQIXIc1Ah
/znGKPerShcqSDtwhjsUxVeJtnGGyCfvA0jwTEVsBv0UQzsvyX8adL63ogcQwNLc66Z3PRg2PLrc
UD/QhDOkHsImQqkpNoSu4+bqqHazV7T61lY3vNLyQ58dwD9A4tFRZKDgoxlKaMPorUHWPFW9rM3A
ef1ShZ7FkmuQ0l1eMVlzPo5GxKsMoQcEx4QlSwJULv4pRJ6z8TBC6EtDOUMOTubUKG4TEEUqZrlj
9GfX/ab5L4L2WdwEIe5qe2aXbXyMzEbX3yKs6kxJleQZzptmiHOnRv2AN1R66BlRmBwuj1u2pGso
YUlLWqQsNgCVDPyY9hro3rojRN1BELZF3r8xKrGjderKkYxoLXKpppyKChl/nRxMa+N9S3qgrUYk
trHCatLCCgATKOm+i4wXpUDFN219hYP6qyVuoqGSbTD3i1jR1Me+FeHd0DCcaNjSsJPtTnh1aPWB
YQOpUiGxx9ShUyoKM2744KYQdjRby21sejO0PyJtfBwgO7nheRYzFXcOiBVRWcGQSfskrDIgSqnD
RWpVn/Svdg0JgaaIU4DmlVfpZPI43xLykq/rByQ5j1aCMkBv1SK/a7HKcrkyM7+OBmih9nTrgWuZ
sE+j00y8b1nYqKp4UmbaoESWjgkFN9Qp4j9tcP4Stdur0JiKk98WjREFQhKRdMdC7Te833I6fgJH
2tc0UfS8JJ/Px8m0WNeHCuDlFO+imH5J+nkjwS+dyhWEsPFJPMZqMcPBdmayQ1n/QU1Trwi3uuVl
qSDwiX4MRdj1eo5VShdHHqc3evh1CEMUBT80xEuqKzMEq4L6qqAr7i9cjY6cPYEG23INOZ+/vLIz
u2lwKJod7jpZsMvjbm9BZ05h4UaBkdSrraAEk+yoiTZZA1AhM/0RMUQ8DXh1tu8g2X1/eVTSPY43
GR3nPErUxRbNBLqxeHfFVCqpi2gVPes5uA8QU9XZD8r4X83hB5oQvdQ8aYx0CSwC7WQyPGHGRzuM
nGQrzSl1I6tRCbYOSUTVSieMauLZfgzBn1L+ttXmagxfekjiXp5C+Wp9DEqw+iIsKpIu3VlKC4ZW
+5RYP9pguGu2zF4WVdirQQlWT/KoTQhkatx+imyv4kGCx+j2obWGV06G224aIpej/+Q6NWNja+Wk
4KjtwNOZbSzdoOfW36MUSdUygFNQOSilN47vSnO0s8gpmse0/L3JFCud1Q9AUfm+5Doa7ioAFtp+
qL53rWcnL5m61asoo6O27RWOsK3xClsFagNSttbDFuB+dAi8DqW4juHQ/XflNHnN3exnHn9Ubkz/
suVI/eUKW9jnvd3Hk1Us2FB8p2m8s4h9zPStQ1UeHK5whAv5TCFImXfASb4bvnlFfIP59EvpT7v8
SwVqURx2e5CbbkTBste4s6kV7mt8wGWOlQvsc+GnoaccAt84Dc/Gr2yfH6YUelFu/RtSXHTDqUnn
9Y9SpoEy4E+FVmg2i4ogADAjJ1tDQ2blTVa9NbxldT4dqCsUYfUU0ka6tlhOXO9pc0eh3JOhSHxu
POgWlLzw+bSvcDfDgWT3T5ctR7o7VtjCiuaZ1UelAmzeGtdTChC1ugEByr6OzMNlKKkvXUEJqwhK
CfCTc0DlyrBXwBlDphjiaShYMFNUHNKvl+G21m75+yofNpZB2aU54DT7rdQeiqVuesuZbc3e8vcV
Bk2RNEKSFLNXRzgaHrL2wK0r9hftNShQw8OfqqOeC09e5zBNq7chS1ScQvl1qnh1+R5ukrJJHinQ
aELxHoaCRvwTMKq2LzNGENXR9kVj3dUwlLU3zG+z0pzQiO73c/maa09JXjxeXidp4LACFk69qMnx
m0vgECHBZ1duMcORtIEzoC7KjCE0bNK/eK1YD1U4gjLKoslkS6iiovF1JNYOnIxj0D9o1VIrpm7w
3S12/Wl7fwxQPIDCXA3DfolV4hYtCh3/3k9oxLo8iVsYwuGTQ8nABp0xCE+xargZBI46qVspI6m1
rwYi+KkpbanRNQDpuhJkVip1A8L82dIQfhVbwZCswAYGuXRdo4oPxa7C/q2aSpvIhGmr4kMx76Pi
Pg7eUONt8KdWRwJyeiH02MX3ZXhsth7zZYQjZ+DCxh6GtsijpRXWSP2EXhvkxM0XClqF0UnxoFbd
aNRh/cZpIw2NwEetGUQliCyFEc9VaTVFBNBcyV7GEN0NceQNhPglNZymMSGSGLtqpuwu2458sCtc
YbBjE7LRXOLOGSU+U4RnWpM7AZv8sXgGN4erTc85RMIK9kyTrQzXJrjgd7om1S1wAiF0SXrULpyK
/Nai79CT8iLrqrP2VeDx+hBspUektrwas+B1FD5zG9TU8AHEb2L2UHWmQ4Nqp1nPl2dXegytgARn
o1J1qNsQQKEVHidcJpmS7xZyl8swG+P5c9NdnURxS+OxpAvMaAdONYwvIQibFLzua123cU/ZWrM/
f1+BhYmBd/0KYDH5rZX+qLsBPwZ4zq8W4qZhp3a7sQH78ZbyiDwQREc3Rd+wCaJWwc0VWQYyKI5Y
vq0Hh4MxKRk5OgmUPdMzR6+LA0kn/H99NNTYNzDRymw9pmiAS+3nSf9VZt3x8rT/l6n4+CLBJ5Y1
2iWnGt3fffkA9omhv+tT9PuFVxRU+5a+V/BWYra+zTeCKVmRN6Q8PoCFwK2BhgzNGaZirt5qru9b
kzjjaN6Zk4EOHMsvFe5o8UObTVc9G/Fipx5pmB119VFPwyubBk+V+WNgb3lDXLUjMJPwqrfwkDSQ
cN8W2q8mrX3OE6cqNNXpG7x9LIwhQ7Ul3CUNC1cDEcJCYtoJnSgGkvb3fXvk8XuFMiFD9fg4bayW
3MF+zJngYOug7O1guXtWBFqcj00w7tXyQWvvDNwpFAvPLk+XzUO++T8ABc/KazU1jQHWURoB6Ifs
Q6NqaNEc/cswm1YoOtEcHbJ9v+yL7A7qHRUDmU3mcBXFX8ckcbOu80AKPWibrwWLlZ3HNhT6xBSk
XGhjQ25XmNHSRjUfUREAl9FNE0T7wLgyYfG4vnTxjwRprTF2+/xmzLy66x08W24M/PMEA19bWhVR
Lqla4gOTYvZ6g0dpBOAVaHMa5Ld2iXptRMQLKuZldHKt4r5WIbmYu3PzhYLpOw3v1OnfMyqef4dw
nBC0+Xdhhe8I27ncIbkygH8EbLRGXt8FRRw5YKSadpcHLx07xLaRq1MpggbBAwwzSXhCdYRj9m1q
HHj1lGxRVi+f/Wl5UQbLqIEbtirKovVzg2fQCY04gVnijQDyDhQSJsxAU05IPDu4adDXsnGSyYaF
8lN9URFH+l6sJVKIBYMyMKxxujVBCZtNOz7+ujx1n8NlnCArDGFfjqbNUTdv4EIVgsoQZrNZf7U1
CmFHRlOVBuOyOFno9sjRT7dV+np5EMtHiouzHoRgcx0yA7aiAMLK7xSrA5mUb/KbtvnXOeTzuRIC
mAHroS3bzB2rkz7+LNDQkD0wfeNJQ74iKDJAlgXUAKaAkk3mwKcUK9KRwWn5Lmk3llw+W/8AiBQV
QTSxSU0AUE6Pdb28q4fBI+mDDev9fMRgtiDXDoI0BnYvsWaLW5AVspfZCnoOwkqUu8PxzmVAf5px
l79wqiQ/IZbYPs1BDDH3Jk2CjVuEdKB/up80VUfXlTCTeWwMamFgoISHaBM/ZqrTWImTbRGVSi2c
AgDiWEgZWEIsNlpVNjWg10QD3TfWo7knAKGP+XDZxj8HB5jOFYgQXpmhpVTtAmKkexbdz8Nj2j/j
0HG6rtlYOakFrqAEd1rwQEtnA1AsuDHRtpl3mXt5MFLbWCEsX7AKm1GFa5ZKD4TBeM2iwwgVwulW
K7825sGIX4th4xFN5rw1dBTDf2NHfWJIaMemhlCfjcCqeMp1MJag5bsOf4blu2F9i/Lj5cFJp2+F
Jg4ODYcDwn+8ak2HKv2hlBtJG+nkoZtvYVEFjJifSvSED7xXYG79S8tvdPU2KRFa22+W8RqDJX14
vzweqXkvMs3IuIEuT7yM5706ZWzmrRv3BoQUNacpY5RrbwUOWzDCSVRbmZ0NJWBSejRsdALqcApb
RyqRLs5qMMJpNMcmYdMymHpX3IK54si/Ue40FE1/fvpM3dw1b6/nn/qj5Q2vDO2AsVvfgDH28pRK
ShKwm22DLSygCBnFPkS90mdUz0XoFUg9cjV60TfzDS3uh8DJbhIIOPr2k1JugMqH/oEpeBCm9EZY
2Wi8RYRq9k/k31dznI9JcBt1q8RaHOD3Q/2mLg+m/dXeopOX28jHEIStlUX2oBgMECa7VeiRs8TZ
5FGUnho2w2Fu6ksOWDg1ehbNEI8BRlYtpDjfkXFaeFuaf98HTdEwB7cE+i9zOSfPfaCadCMOvqVz
rzfh0uekf0wDFqIHhHXkx5iExb9vWD9HFAxgrnSu8AwNVfnw0pdXqv31slXLZm49IsEA5kQrs57g
97XmUPa/Bx067tO+z7ZSvLKjkOCaAyzwsnyqjpw0LUZXFRygOnraEDqUHHr1yIYGgd/h8pBkBreG
EgxOCXMIPlVwF6WONM6ceHr4UrHI+99Qlq9YHYdKb7Y8boECRp1M6108y5rg0vobEHCrmAuJD+pl
zkHmjthmay9DgdALpDQMkKOFW43OUhNAq95/QIRIvOYoxuEhQCJ0LM165JloSE0SDXLjT5eHI0Wy
0G6FPi/VBN/p+XBIiaxerGH7WMaii3kXj4dA9fst4SpJYQxCV8SvC9EvhE//JOdXazMmU0Qi5GXd
3jLcilrPMSRpDX2uHXS4O1Bsc6cMvc0B35nNVtX3Yl3ivWaNLVgfm1q9GPCU7pJ8djta38+2tnHb
kAUTYH5gOBKRS7REgiMezmEOe1nKOjjO2y7vPaMBT23c2aicKsBP2tZB4hFWg+Ft6DYehGTbC0cg
DAakLwYc7vki9hYJrDlCqGRBIIdxUG6X7CZg7V9cBHTcpJb+PHAgiNS4XarYBkJORGSBT9BdxvvC
a8HKZVe7y0YpHc8HkEiPW03FEJYmgHS1geCvVgftY56Vg4rLHFQwN3a03DZXcMIRglRkMWUFwmgz
Gh0ojTpprB7YiAg3tSDmEuVua6M6drzrynnrkiCLqZFwQfsIEi4g3xaWTs+1QBsjhusd8k2G/aUs
Q3A7VjdhQjxD+9mCpufy3Mq8PmoP0AGk4jqnir1jlt2NRpsvXp8OtaO2IYe4YJQfSAXa2R6vRNXr
/wYo7j5mJnpbA9BOCySFf3NTdeICQaLVO9QYXy6jyfY6OjChxArdNdDJCGEHivOqQe9wWTVG8KUy
E+8GW/rh0hkEDwhq0izEnuJet2Y11rPFOjUyernpTzRxarTlg2K/fbw8mj9Rkui60AOMpzvE6eAV
FExTxR0hTZsWweDRPrSv5KSD/c4ZX4fbxAWHGHlnx2E335rO1/xk3k33090bam8P9sECBQjaev3L
3yOb3fXnCKFPNczqHJb4nGURx6DAo/DzZQQJ/QRF+enHiIUNERWZTqCm3Lr6jt4GJ1BO3LeedbBu
s6vuTfH6q/JkOlDKwSizm9xvt0IV2YG4xhfMtSVNhYIy4Bvg5EzTGxbdBoXiFXiquDxSCXH7MlIG
zRc8Ry/re+614xSlnM2Ajkps01cFJ2Ay5Z45ginLDPZphjt810LGD11laCJFTYinFt1W6ajU91ko
ygdrLpj58OBy/hFpoM2V0eAGFSfdVUCjY2YyJ667XUfAhJByp5/u4xBUheHPy8OX+fg1sBDi4DG+
wn0OwCPPnS465OhgbcfjZRDZYlpwrpqJ9C+eFYQpVku7TkwTobRi7ecA7CV7Zv6g84aHk1QWLGc+
qCaQoYMEtEjdkXSDYXRgxHE1fm9CiBZd9W6UpIdea4590h4iOj2a5Rvadt2Z52gT165IHm50rEjH
aiMqRbUsOLzEhKeiEKKg+Bj8HW3qojo3LriT1T6kBy/PqezEsj5wxLznmKsNQ4UNLCaPv+hR7Fda
+W0OVK8n3Cmrn1O0Va4nC64YNoFqoI0EBc6CTzfmDP0TI1gKgkiHYoo+Z4e6QHIwHoN7XS9O49CH
LimUwCUa2RJoknl7FMQvohhL4lA8oCGH0cT1BBoGnf6Ih/s++zUP7tjsxn/fR7q0FuiQ0LJQBayL
aVa0LSg8IXA8Jnspm2McvzXRe1K+der7Fm2G5HkPWAa4biiKg3FFEZxsPOTdhOMfM4qUctfvJrxp
DTstvNPojmk7RqCcRF7IVr5Smq9Z4wrOdUygxKSCi81Vjd3P0X1QDk29Y9++KM+s9qPGr583vIx0
9Sj4LZZ+T/wT3Js5p3iNWTrlWYrGXHpjqI6ufVfjr+EW66Js+7EVkuDPUjoULFqQcP9xIGRXqt+H
xDW2OMelvmaNI2wGPlr6yBacvEWlrHbondTJr/SHFuk3r7qvApc+Xd7wGyP7c4Ssrm7BEP//HEZL
Lz46ZouXIoHQVPblMo6kixJWiVQE1HzAMUfEbN7cWAWYmUccvXvT1Q7a065wIRXG7rRv/HF24311
DzKPwZnfLgPLjqI1rhDVtIvofMEGWGXzg/dHUMhxe3cZgiy/IQZyawxhx/VqqheJAox+lxKHPEND
3BuP7Nh4wWPxpA1e7uqgyqMe/5661+g/cP8m3bP+AmHvpbGl6EqK2Z0JuU9mdQfCK9dEQcfM7vuq
Pm4MeGtShaN3olY7mSMGbD2a+8LX3hXIVUN2lN+irWIaPM1LvWiPfFPnzJNjvPL9fIXm2ffwme22
EkP/ZfaXgB0Um+jUF2a/jSxuziGcuLqnu2If7I+Za2qOtdNuK7cBqZtveM2N/ks7otc538d786v5
F3d0EFH98wnC9I9zAOFJimOzi69Q/UrMI9si7ZZuVOgowa2rBmQYBWeXNYZWqcUyyvJnV/+2jR5y
OY9m//vy0kp96gpG8HTJWJWo6QYMirub/geoI4LiVJAR6ueb4akcC6ygNvq3wQokWFEyJ+McBsDi
kBtIO7x0mii0+d5y6poDigbMwUWiAvfK5FdrRp419SebNt5cGyclZjslvR95suEPpTEzLOmfj1rW
YeUQjSYLgl6tcKhA1LmDLoKSufZ0nCC2bb7O1YGpt/pWnm4xj0/+A1RQOmo5MRli8apa21OhE5yc
GVMfksx8xH7+i8AOLbr/QAjD0sNEGacKQQHJdb+O3UHbqwk6avhxUq7CfMsfSR3ECk6w1qazWyVc
GIx0ZFyGHv3cKRKBEFf7C2tdwQjWOpilNnYBJs5MtANvdkWsesiOuMrolVuNjNIhIYkDL4NI0/7D
57kyDI44NO5LGIbWgAq1Mh2j9f9GIA4qB8jMgxTMIIiLhYkz8zptEZXi7U37Hepeg0ycbuyiwFXA
m5vFbmiC1eVweRZl5mdry3MO+vG0T3WS1jyaFaNYrDIDB2Ot36ZDveEgZd5rDSGcwkoFct0qwrCU
CCnT8C6NnRzUTnr59fJQZC5ljSOcBVEFvi4ozCGAQhEDa+7yxp/H3AkLv91S6tyCEnx+RQotaQxA
JST3wApc1gRtvG7d3qTR++VRSV9k18MSPGWdJyYYgXF9UA7d5LTEYaf2aPi2S+7Ka8gjeqmTuJo/
76/YXfjla+x+5d7WRW3ZS6KTWn+D4EGyuhs6tV0ss8v9LPeHudgNne1Q7VrhKIj8eXnMsu22hhM2
QgXSjalggAPb+pOyMO+AORTMEMOWq5KaJohBkRfSsAnEJIk2VLOudIi5jWo36zelcWL8+7xlLdLZ
W6EInsq2ozQjHfJBUbYfWH9QFOpEwfXYZH7J7vkm5/hyU/i0Wis84SaRV2gPCHqMCtx/7LeFbMGr
7qkP+guUSHnvlNxVnidPPZDbatfughN//IvlQ9rLWsqKwDEkWGyvQ9U8nDBeBa8WCWiaIsM1t+T8
pI5rBSKYJJ/MUPkzqUEReSp5icBTfHkY0jweBG5MC92nS+ma4FDmBPokY7DcyJS7qrjPOcqnUaf6
Hhk/6/7OBDteeeLKPlGfLgNLzX+FK3iXgGhzEi47vpk5pETwgGshItq6lUmtZIUirJJS91k/IyHr
VvmtUfwyphvSZQ70kHiZgxot9Qvz2+VxSXfbClFYsrEoKzsvF7toruz4LepPvHmjW2e1BAWsoahL
QKkrGO/Fd5BeLdW5JUApA8WNLX2XDoWTsLteizauQpImV0CsoISF4glEl6wcV6ER7OGPWu/Mh+g0
75WTcV/XTvZ/zH3JduQ4suWv1Mk98pEgwaHPq7fg5LNrlkLa8CgUCnAEwQkcvr4vs6qrJJe3vPv1
pjd1KlKSm2MyGMyu3bvh/rRzn/UL1boz7mQRXEGfH2r7CzfZ5yhVtqQ3+ICkJJinHJSRoJA994ln
6osibwiF3u9X7cxu/GTuZJCdMRT2kMOcpPuS3OrZWie335vQLw3pZC8C7TY49ZJnbdjtgE6bJijV
oS8CMJUiNxjq6ndnRo2z05ybRu2YuG7Tq5YHPRxbcmF2zz0pMV60k6EciubG09Sy3mqMzAMK5zLg
R+MK8lJ31avp36Z7te/WyW0flRDIXud7gerMNnloLylrnQkuPn2Bk2MiYoh5sRxfYIyjeIxkEiTu
s3KPMrlUqbg41pOLtqm1tEgZTBk8QPMc+KS4Z/5Kovd8/5ZF2VOlB+mGXw+e2Pdeei9Xr5eSo5cG
e3I3Ok4FeKiLle/LYDADk7deU4YpfzGyx+832SVLJ7diYVdTJyyM1Zx8Fe/qYjsVt+10F6eXLo7l
RJzcvx8X8LSNE0ACw8waWGooRO5fuvxCQH0uy6tDzdnEU4E5iN1PhtKaksbmopIAgRQWX6GbYSyi
2ohmsZvGAIMDxsSfTXbhQjTPHFNwqONQgMlXB5z3pGiZ8LaVBarMYJw2ggb+DfLcKL1kHYhxh7Bw
Yi/Lfe5a61LuuDqQZAdWqIntLOM4sB/WcJOK1KMTGKr5Ko+DrFIh6u6DtsvnaKgCe8bLx/Amc5M5
8a6PwVzsjKEC+BB1bb8dHxV4XbrulfZLFc23oR4k893UXNmdFo0J6tCALkBJ+JIHPLNzKLjTdTDb
IRSgpzcKEjJVRWaGOAAekEN9B4Qbue+ifMcudfifm+GPpk6cbTVAy7Wgi6l0D+mbNvGNIfNSaALw
wJIXPPtZY+getXT0kFK0iH2+SPg8gI/QgLFCuR7IJyMNxK+d/oMM+6o/ZrKLvj+BZ27mxdC/7J04
tr6dRIo3KF5N5FGzwexL73lrRXMffm/n0rhOvBq0NA3ZWsu4GPCiIAV06FvFVsacrKTtbJyLFFJn
DBo62u5BsYRnyxf2SUITJwYdd+/rIFzlcpPOLxOkBUR9lerhJRXyM7MIdJrjoGjFwNR5ev2Xwq5n
l7sgtWexP8mHKZ6RGYgGcWF3nLn3P9k52YpSNxKz1ezeF+7VmB8K/T69JBlwxlF+MnGyAY3ZcFOj
xrx1selTY/Ct/0brgYEYEPRTyJyiWHyyFehsWFwkmCwz6Z86MQdKJrciuxAznB3HByvL/viQHlK6
Q6xUg5Uc/s3oIBpzqb3q7GJ8sHDi8TOSuFTOsFCX77IODfBK6kiTfn9uLhg5Fd8xWWVwHJDeHwF8
6dhmcEx43gvo/AtzdapI5ZS1ss0KI9F6dpUoGkADIPh+HOfqTR9X3aCf16Np0HKMil4PFoz5kFp7
NuX+AELJbjICmYr9AjUTyYDHuOahZwSFbuGjiz5IFEgnB20VD3ddfqlOsCzRSVTw6UudhO1CZaJz
CWa37B+c6q6ejpzvinaHqpSeh6q/+X4SzrqJf++Yv+QUP+zJLNaUyOiyJ9NhpVKIG6VPkBWN8wtN
X5fW8+QM98p1WukuZzjPrvum3pXi/vuRXLJwcm1UNXedUYMFNMPEYkU7/cK+P5f3/7Q0J17CSosZ
WmWYq4Jp906WZZ4zD47Xu9P1qEjo5k40ppXXtbcu2py/H91F4yfOI+GzzpwhxoHQ7su4ARLYr/ur
cr6GMtuYuf5AdoLQC1bPbkZkvXD1o+bwperQNo7FTZIov4THikWYmmjnBuh5RHPgq3Wr/Td66gzo
doL4HQBT+kUd0RnNVkK/V6EDVf0um+p+RC6s10WgAYx5YULpmYP20dbJhA6dQ8s6T5Wv71t0E3Mv
38tX+xDfPdDb5q260Dt1hmkAEK8PQztxzU4MejldwJx6047po32XH6f32vXkzp58IwzY5pHd8Esu
Tvt+kGz5+YfjLW1aQB8FVvE6DYffqvTYwdwkhZeAYuWCsXOu5MMIv5By6rLSxAhbKHQGIqv9GZC2
7NYxV9+v3Ln756OdZWE/jClhWZF3GeyUhruxCnOXgF5umC4liC6ZOXHEvZ40RtktZpjmO8M2Q3bt
Utb+HJrj465gi1P7MBa0kNpTvxghaxQjVs2P7F7s9UDsqh/mXWZ56QU3fPbO+zh5J34YnVSaypdF
asUjf4Xc70sXtB4JUyAqO+aRd7mj9wqo/Jvi8f9t2U78M/xm0aQNLBvG2+A8UqP1au3hexsXh3fi
otWU60Rb9oZ1MIBuetG9bpduF9rmAUOqfszb8ToPoMpCV86l5/YFh8JOHApubSsZa9hGXbwuPf3K
RCHesxZ1jPBZA6zAvhAjnYFTLbg0SPChoRACqKed7fGETi7Z6QA7yxRv+6uy2OYZtMMCWrZBmt1N
9UHE675f1VNA6mOWXziJZzIMyxcA7SK6DlCYPsVVzCNIbwoBtLULLHmuiqCU0M4GxgqSyzEUUzdT
YkETJSwvMU7q9jKbn+Okz6ZPTk7lcMCtbPRF59aO26hJlqDJXefDBtrZxL0qq31T/6iMVWM/usxT
6J8hVWho77r+auGNwjxtzG8AD/VcroUG+DGHg1PH61nlvi3vkSWB+EBZNYELAGUrldc1L+Bf8Lvu
is+QzJBrgyYoUG6U2UaQYJnafTvnKNS8ODMJSWeCbSDS6TqbQ1luWL2tiAjrYSPIKs42lpi9rtzM
DpjiV426y8dDbICnT3g840EpfvF0x8FgaSGqKKvAna+L7EpQtAFFUH+Xcj2Kqwz6ilOkdYhXxSNI
77R4ndlrx32s5A3o3SBpsCumG9DX2HoeOM3aru+cLipzw5Nqz6xtxm+sak/UQ2I/uSj4z/u82VUQ
vavzjV3dlvlKtK/xcI+6iXDvbLWuLM+eVtCsFjg/mgKZWvrWmiCouBrmCD0oYQpKkvKH1j5Xdgqa
6xgSC2FuHRJI2OkPIrsj1asxQTAnBpcFJMgsjumaUFMzty0J3PSNVsw3+bM2HSF/QGTq9yikUJWt
SyfC9vOz6iGu1+C3nbvfXe1n7l6Lr5DGUu2Dk/8cwOADHi1VLxOyg+a1cEc/VxE3w1ZrNwRNFR14
Dxm9KozB0ypn5eQ/gBaKyjQEf+6l+/5r6LS0pC7SLqaGstBpu2/JeNywpF/AOL6+sTdN1AV9mHrF
vvU6zdOujQOobEPssDuNo0H2giM8Y95CLsp0XR2yulBC/3yx1AWr+maBCWZ7tMb6g5/74qrRvNh7
urMg2Cm2bygcPbVhfWHgZyQ0UXX4YPnkYFrVZNkNLrW/4EFoFNrW3vwE6dISoat/a4f2QYbtflon
GzuQQbaCbC2oeYJLN8EZ//Dpa5xcdIlqq44P+BrUB9MYTMeBtYIzHqLqxwO43z03sPe598P99f3M
f42CPg//5JqDOBFoIWzUy0AklZQvEmxgUnq9cWl8y/c/8X+fxndy02l5CeYkhvpV6ZVH0zd2SZRj
nHWgVl0Y79p1719KKZ0pZH0e28kNVyYGdTsHc1o+QoFrI6IaEsch8o/Ba3c4FivmX6IcuDTKk6i5
MMCz8xd+13a3BlvF49Eg6+8X7Nwt+mEmXe0kRk4miRalZjkqFv+psfWsiY0E92s7vKLiFLjF+NoN
1LPzBLTGDtpr0JI2pOpm6cf8/quc0cD7OMFfmLxdt6DSXUryCAZvXIjERGKTBfkxDn7mqzGYb3Gr
eSizeG3keMofIqD9gy3LvLvvv8iXTewaQIcDjGugmwDg95PDM5BkKjQaI4yamog6tV/Dubb2gU63
3xv6sr4whMZQQCssUNqhAe6zm3KLuZAWBJuQeANduSUgMxQaNPreyNcVPrFyciapMuZibGEFpKrg
9p4Rn3lVBqZfYG83hi+gL4viVXnBE14a28kJFXIobV5nA/o/b7rsXrJouMRpuXzEJydwMrCTA4mM
JWm1HgMjmaZtirwunygxrAxEi1N1sPus+E36bLyQxzy3O9C6ZKPdHnTbzulDL88Ak1FzMaAcuNJa
NIHRx6HZUePHhWW7ZGcJuD88jmaTgkp4wgS6iOsCfYysFd/SZ1AC8r1zJ27ljh3yDfPbS0jIr8+y
ZV4pNNJQxWEL5clny9ye3cFNc2hLbHDqNrbmPTWeCo0V+jLCpV/JvzDU5Tr+spAfDJ4sZM/rPm16
GLQO3T5FZnjl+uzGfhmicZVsnePFdMSXxMDJCE8cK2GTGOwEBmsWjUHlK4/qkKv3zUhAVOOCX/ta
uP9s7a/k1oeV7EVRKZAloXEm0K+clXqrCq+dQuov77N5ZV21CIwSv3vFbprWl+6tswcRbwFQvgI4
+aULbNKrStC5HACsAqRVrYcli8WsS4M8u10NqICaS2uoeVpEsDrHli6mFcFW/xvSGb4Vkn29lT/j
aztskA45ltc86i5p7J7frFBEQuliCfVO5R96Z+655cAuCktv5g2A9VEcFD/p/ewzv77qf17Yq8ux
+7JXP9hbfv5hMRmhRZck1eDbFEiWDmKbnuGnK/QnBoPm9Xj9XZjZr/iDZft8sHgSzNp9XFglwQid
Fz55NfLUEZg4lZdFVqBPXns1BfaKbNAgsv49+vaL3JJ9dqHDfwlbv4waXNk6CGcw06cYwKaQrVMZ
izMq9qb+2+nfv5/W84P8YODEBQBZNoCMFL68Gy2gvCuvNjM/05xb0QOe2ksXeBeU8hv0vU0mUtAJ
JNNQ5B6SNZeZD/IBj1qx58711SCHTe4Ynj40dw5TSPWR9NID42uYv6zJh6974kBU7uS1RpfbzdpY
L8Mr9M6sKLmT61vptWvnrYzmIci2xnb0dSsY/Sm4+79GwHz+Cu5J4GYQc2wKhhkr502tvZD+xkl9
13kS6LD5fnHOLj4SLBCVxLn+osWcKVanWQv/NaPWJWZ5HEdt9b2JrwniZTRgjgDNGxpxmXOyyUdh
43m6eGRweTO0kx/7Y8R2oKGdnjuP37NtBwp9P42a6HvDZ93WB7sn77UsbnID+h3Y2CndmHLeo0oN
ts8pTJK37y2dn8V/j/Ak2IOkBJs7DkuO+5Smj2Yafv/5ywk5PaJAuQDyAvAAgtYT3IndygSUXjW2
JGerFkmP+Nodbwex0kVxLC/BPc6N5qO1EzdYWnJO2gLWJvep51HVXcI8XTJwsiEsO2WjvhiwnLuF
CkKtv5+uc8HjwpyF6g4DUOeUzkOnE9j+VDOAkuVny4KqW7VphG4Wl/vfGzobf3+w5Jwc1GpEW62d
w1JqaMoXSYKMc54dSv4LUjERpwbApUUXCOU+DalAH5zoHjWFbgbmVMe4aC/s+K+IXRw1kJyaUBcG
zvQLXwoUjGpDCXyf/Lfu6W7QAVTUetX+CJASEiKdduElcO6IuQ4AQFCGcoGgOQknzdQA21bdDj6P
e+h97KVRorsmrNrgr4n+j7fxf/D36vofe739r//Ev98qiTIKB8/353/+15V8F3+7Ll7f3tv/XP7w
X7948nur9+r4Wn79pU9/gw//p3G84F8//SMUXdpNN/17M92+t33R/fX5+JrLb/6f/vBv7399yv0k
3//+x1vVi275NJ5W4o9//mjz6+9//MVE+x8fP/+fP1wG8Pc/7hA8vubp65c/eX9tu7//QemfIAIB
yBwvFiw5sL5//G14X36iW3+i4RoPXMhTgJII3D1//E1UIE//+x+m+yc66R38N7RiI6BbwFwt6BWW
H9l/QqUMCWmwNiwC3Jr1x//6ap9W6N8r9jcwO15Xqeha2NTt5Rz/221BtQsfAx7CJcKx0NlrL37g
QzzVtlPeFIVUftyUNHmOk8qGnLurKS0kChhvIGobvfUAmEtTvzFY8cvJIGUx93pgQwZ4PaQ5ksKT
G6MQQArqgOnAyF4mBUbGeKD1czV0QGWWuvuDl1BZhaqD4TfafM+gUeiB0bgP2lGW9zNpQMCkkDSd
cFjfi05mO2XmyY/BVvNt1mSBcBTfg8OQrLU6H0O7UeKNmmh7G8SoHiUQeJ5TM3ITy47sZWaDfdCx
2zpi9lCuqQZq3Km2mi3oZ3422qPCGHL+UiQ2NN/MNwgyXrv5dWI+yhh8sNWs6pAZpdrMfBE2G8xf
EF4q78BVMV4NePP2QVPR7mhLnf3kk6K3vV3NN3aWWD8Enhpg0kB9d0W5C56QbLBusoJbG1dZ3TbT
EEPhAu620nB8m7lIqIzEBtIkc9ZxBZ3UWhZW1HDNCt2+qtfDwOIfrqLmMTZrHcTsQVuOQEuYjhaV
U4ZkLnXmo5izh95GqOWRmhcqtLRk3BvoRtmVFAnyCkQQQW/yZN+zNl7FVoFmB/am56wPukEfr4XN
xoMySrGPc6r7sUkKrzLTa8eQetAZ2hhpEAS8GXL3kaZx4o+N5uz6ssUQir7wLKAut1XcoK1Nb7dW
WUqI/Zi/iINhpw18qWOJe8IIO7iJbLy+6sYVCLhBpU2l9JmR8adhFoU3WKzxa6u1HrKUPdcaZ9ek
i9FcVtvGvuKJXMUpaJIGB8K6niNaczWJ+i3O0A0wTKWxztlMtjQp49BojOq1Lx+tVgLLybLmxiI9
PQwGnkDK7X5Ll07EK2SvX5UTyLEEJCMOI75XSOq+DVAj0XbzyEB3W5ldcetwAciRUuXazrlYqblv
PIjRYT26sXvUB3t4HBUmTuWT9mS08wPTCrXT7JLvlGjxDhMgOqCMDAEvKtRQwKFd1nQp7SKLKdHb
NvlQ0Ry28VDRyAKq7UUaQ70CIbUbJI3UDnNSj6gUpfNKQVctNCcLdGmVUx+Aa8k6r6uzUgQkG58F
Hac104v+qhK2WYBCZdQD1U1PGv4EhZGUc2hpAf/VGpq5jqfOXhepDsV38KJdNS6kM4CScatHYc6T
j2tz8oRT4rU80wQc9hQqFig1+kTOEnqQafxQSr68CtppRxWto5y4zVtnCiBRpD4HdcP1B5MbzSaO
Uw1Nz8wRWzxn9I2uNUbEs/x5ADLWE53I/LKotbDg2e0I0U3laXJwf2H3vLoZyb12HvttMlRVYLQO
Xl8TJNbBrF35rZzFKgHjkt9qFY/G2XqZnSTrQ20ibjgNRMcRyZKoVDWAPzZ3NwOEP9CvUpedN89W
HoAnFx4oR8fTkMzoyYNW0F2Zpmqr2VXpJxXKmjRVwPTrZrmLqZnVIJ93761sqIFiboiHrlYb00Qm
6lkxJZt+oMSjlaRrMfTmayLmxK8MlN3cEdDcQm9lxJKi3jlU0juSQhOFF+aeztUBNEzpM2Cat22V
P5O07UNZ5fRom2CgTRKebEgONoJpnkJQlF0lokx9xwateIEjDXzzaHjgI+mDos0BtqidLmgmNBoS
Aq0oWlVYwWrI9zGSr77GTfunmU/Tw9iOqQZGZftOtG0+e43Gd3EcszDrh8GrcRHtm9I1cSY6XuKc
wftWEmSNk6Vdcz37mdK1aZI2nGwakd584WRtWWUSWBVFB2VuR6OsfyJsNquoTIb9lPT5OqlLiDMI
kpJb2uXzleFAYGKQxgY0BSFgcTJ0VdODIYx3AWAyMkwaPY6UhAJAU9AW5PjDE8lZFmpa6acQCBVa
zJhXzI7f8OzaMiBTp9sE8N1c7bhOxaa38GjtO0HX7tzemU56NelW6ldMoUhi5Hjx5ERdD33Kn7S4
k2FPyUtbz503cuZc92VmRI0FEJKKfwgw6tV06NbNRN3tYLprYGC3GqPdnT1nYDKBVAAZ7I3doXeN
E21nu/h/8cQnCegtOsX5VFcRH8h2NNzfRpZdM5rnyNKQ2JtG/qq5XIZEH/RjltZya1ppHdgl672m
cea3TtVZ4LQ4p5klO48mtcctlu9JDj41j8YWAxsYxOPqSf5uaP6cSAWGAVKiS1E0PAIXhJ934/Ce
mnz0XFtP1sqMi/VMCXtOrdTZ4yVjh8SyQYxQmzsluRNWsarBUg1fBfQG21a4yoF/t+uIz3m9d2R/
GKdm2tqlixhBv8Ehi3QrAQUJTaE2b89H3cmzq75AwduqOwSfyIpvpnkQKGpwHfUE5RSrUYHHKLJk
ontpUSW/XRWrB6Ybcl2Yw7CyZ7AkV0PxUrXUWHGN2xurHYyNlTS/VVIUkZO4DcTs3cq5yyXAugIZ
Ob+tU74jTktWbWe3pqdBhz2IScxu65mZR2CU5fVCq+TxTkyryUnKW9bl2mooXWvbz118KNGGE9V1
LzfzVFS7RI+nDUkH7o9D24HkKCMPmkqoz6phiKYpw23XzVBb8rTUnB9cnmaV56Dn990EafHCplrT
oKkHaDngnviZx8z2bJTst66oXL8QpHvM5r4HHV4KEbZuGn4JCfYObyYm32VawQ9lljuhRUBLMKg9
MFZGZIKvi/WaFhWFVm+0bpKRTXtIySR3TFbmr3wwMbG4sjeFZpR7ZXQq7FtzDGNNIPGKybfBNmZZ
oWaQ+GrEU3ldI8gK0L3orFXh8JeWzAj1nA1IKHcjnXaWDbJCk0RWrUVoEvcNyWo/1+JtDqHpOhPr
xs12PbSw/HqG8x6IkURJVhyYxDuMT8a2UuC7JtbYBgYgI2neF/vKKc2obsUKrLrb2Y3lzaQgJN3H
VhmN5VBFFp/eiEY2sRy9Gcx62gjOOUBswD6jV+nKAKjMzvjzmLdGyMbqoKXi6PBx9lsy7TpGMr/C
Rl6BhPNJz+eDsgGlqErmWVoDyMgAfizkuKAd+urmE/VJrsiKgr1arwA61Ip1ScxNMc0icGwtqF33
LQHePkgybGKckSgtEfeRpndXiYMWt3z4WZOXTgowjtBEHw8OrrIAnKMlpL+n22lit07cRNaImRxb
HS2AmbnP+vwhd/UiSlxVho6NiItXO2cq5CoVV+6UoLFjRnqBQ2twqsrGz9ouBWRYKwPB1a9Gp0Ng
DJ30NSKkZxS1NxlOwG3E354hyg2h8Vul3EcgMCbaH0qE3Z4w9CwkWnnbxBa+v9oZdeapDnMcF52B
AwMnk9i4GwsdFFsGSmXSBZx/MtOVySGhR+y1njEZQOB4ugJ19K9kGHdj0qkgn0orRKL/sTONMNf6
FwNye1VX/FIN/x3ndTho2ToREF2XqkF+CdHKlAP+bLD0BjqVvT/LstwTDRLt0IORQa/6/TR1bqBr
5dbkNEp6tILWSZ+G7YDYusDCe1bOnDsXa43XgPKlZeCNryAfJYkndb1+nCceqSQ9csZxWdIUkiqO
hdu5eBAVgFOTrB+5TbcZepRG+NOJQUt25FkQ63zT9Wa11etsvCIzH57o4jYJ4I3yJ+mMezVD6cxL
9HRPcJIdBDoS7C7T2K+bpkYFLqWh3jmQAEmZP2ZFdhRMNFuiC7aeEo58K3ad+0PWovHaktDfxZyx
lwJIlrEiPpRJtoj2sahVF9YcpQrDon4xymOObYi3xZgErDAhzZJwC924td28K8OdI97XhV/V2OXU
NCOjtudw0jKF4E2Q49CkMugs/SdGty0IOZSqswLbatUVkHrOQ+dYCl9m1I52w2IERVABr4nV+Dk+
Nmichnk5FIie9Az5BdtVV6Xe61EyF9VKdTXZEdZoPupZ5aF2uQWgjFZ6CFzkilY2KA/k7WSM+Nou
HJ0TMDDUtRl6oyjIJbPuVQEBX7hOMGAJQec97R10E7QTyDRMeqzidCvTunI8LtJt66QriL4/T01X
XUE9jHpVrra5WDzTpPIoR9NpNzjHFLI7u9ZUdZQ0tX5ATAKdtGHQcQhQ4Cuqw2T3L7mmrMgc50Pr
xrjwNNPYqKzo1u08ZJu+dq5xBaBePMe7DsJ6YVHV45MZ63hX1MO7QMUTrx2ueWYXb9UA6HLZENTs
uQI/Rt2MqyoxDkna3nY1lG3xirRwnKWJc5L+KJSNu6NECay0GqCLtM760U4tx+McNOw2MdswId3P
Ik0t0L9wjAtyc5Fr8agdq3uzKB+FlsOVu9Zvpbt3tMpvcRsGIk1ND+d041hz5TXU0h4K7HOvL02c
42Ka/Hgocema0FqbB3xPMBca3tDNN+Uw5J4tilfKc8AWk4kEeWYhgHC6NNTSmb6Blngl8IrvUujR
D4KtNBFvRV4VAYG6bsgdyUPOZPmkW26Inj192zIWsByaizFBbd/O7Eeqo/++cNk2rxy/Ltx9gsKC
17vGuJHA9SJ+gFOdE3Kr0FAfzowdCshCwYHFQUtAODIhDw8uTvs5xu7DXWMVh6ayplCl9K2j/SMC
o6u+1FAJm+cbylI055rPNKvNoBCIfkpGA8eJY0Qlmb5KdO3JzG3HK0yBuNyhcQj8AcDETfVYuUiP
j0miHQwrBW4Kl+8KIad8d1IIk7Vgf8UkggBDsgKAQMb6X32mO9jFoxzBkOYWzmYSBOIYjtMdmN1C
UaouOGgu5ww7Xk72qyhnumosExzYZZEXW5qV8Q8yK+NpntrJY1ZKdmmGwgdPGCocvK88NMTMqykp
3U3TzPKB9jhjcdkaPbbhmHM4cASYk9LRoptNqT+6JXsqSTGYUe+mP5KsQ1Jghpf2Fon3Ev87Qamo
NiZE20I8WLX50oMFAkpmVbmtK8r8XDo0gOpnh/hdNb4D8SGfJjbgfKlpbkTf2YHdVfYN1RaO1rzS
NvB66b1gVhbhhUeO7jzh1rU78Buz2GyPnUGhx+Zo5HWI8+6m71yQHpsd+01KvPnyedIPbuaO93XL
xVrjBYpNjAEHWeOQeopl9VOqRm3daXO+wWFUaLuWFPhXK0ZYN6M46bVmGd/pLCbAH1ZtFVpS1LcD
BEVe+tbS8PJq2JolNMMua8lt5dbzzsFTwKct3vSNFCw0ShNd7HnsRFyLNWhZAjXYVWkRgasqiz2J
fPyNSwsEjo2FvstRr6Bt245+a7TWz0Ya9k7vW3eLWQTBTGLbwjdbBaNzi4OoDKMI+3rGNT4KE5BA
QBNjwyOOHLHGdIwG12iiuh+cXZ6PjuaXCh3oLbHTGSrVaH/rWI7SdoKuK2U7hHgibtUOXdPW88LL
cmg4IGGTYkVg13m9zbkL2d0S/KBUjDbuozyOUFLOHiyTv9bI3d2M9vSKDnNgukybrCA40WxYzKE2
5hpojE3grvJamMsSmiFzNUR+VWDxPqiN8lAiQglSDSm6eN6g+I0UyexTUAOV1hzl5YL0Tu5Nx4V2
ZJ4Ecuz1X6y3nS2CfDcgNgM/AamdNZNSrkD8pG3QFGo8i7oH52dcID1fIoHPDUSVyKWRa9EmnQvC
5TLZEq1N1w0x3bdKq+Ta7RvyU/ZTGnUV2nGtJpFJ2AF28ZBn4LDSW4N7GXHhrmw1ekJw43bWkElS
SM/4w9jwaxIjv4DrngR6CRBrbY/qegQhy41Jpf0E91I8uYql9zyJ7aOmjcmqoq1xG/ccTqDQCTKX
aG3ZzKlePIraOlKTE3yFUQxzUA7o4MoLEyEdivrERXxFRwEd+aw8gm/UeDJYoh9Gpy4TL0XNAPm4
GKqHpqj1q9EwBzs0+ZRDaKRvbD8zSbaybTBpcm2sbk2kbJATYEX/PFQmyf00ZfzHgHsLrfPwCXeJ
lbHcZw7RdOSYDE5D9CB2u8IA6v+/VxW465r39+7wKk/rAv8fpvypiXry/z7l//gu3uf+vfiU8//r
b/6R8yfM/ROkrZZhOQvJObAfSKr/I+lPbONPw7RB2oA6DLK8IFP7V9ZfZ38CqovPAa83ygWoyvwr
66/9iQQClLbAyYw/+p+cnddu3Mjarq+IAIuZpyS7W2rlYKUTQrIs5kwWw9X/Dz0b2FbLUMMLWJg1
s4Krq1jhC28gUAPe8Q9l/7Wm//9r/jBy6fRqFs0gUBsIgh5yBdRCmzjbcxhU1YNQ39r4CK3vcyv0
y59vHfQU+tGIwKGOYaBYJ431mKgvUXadxECj68Gr1Ic/Fv//NTU+NTHWZv/hdPBVthA+M2ibHDIp
KeYNeZSlYbDUzUUyng+dDmh79KTx0djFhvDxZZleE0XflPLWkI+GUfDf7ZXldc5+jNN9NNxHenKM
kPEZ4/TfItBRoblDTqyq7kGHdiHAJHiOCVFUBaLqI6fTy8TZNN85tCbaPqSjcYZZ5/eL8RltxKgW
QCOV3iIi5uykQ3n4GbmhCLD5EsBI7AJbJHhcOMUYBXMvl5//NpYNpAm+sq2zNTVI3gefuZVj3wJz
doJ4seVFN876qzRG+GtpUlz/D0NZa7uL82TqhyLMVYJMnytTJ8jxT7sz8X5K/VkhP7Dypfjx/ViH
p2OdFh47LCRiW9BbDoACNo3CwWhtOzD6ykS3wgw36LDkR/bH30ZBscmEZrgq6R0668m2nWJYxXbg
msMCmde2dyWJUvD9XH5j2/48G+tkVsevVYcDNQz9YDIknRRgZ80OtG4CIWPoOo2WPAJ2atrhPila
DYZQ2KdBkzlmQOHZ/ZmWVEr+CcJi0lfkZ9BnhCvkWi6b9HOX0cZN1Miq2Q5SZbGQipGaN3ZL738/
2y9r6uDdqoEJdYFgoNV90OnuzLi1y3DQg6Frk13mLKSBYx0fwcp8HWVlHWnAkzGUoUt7cLBRNZJj
TP0rmBoVK1a31Lw4do+RJw8Pso1StUA33lll6l0MZD6vGC2wjkqihccDrYZ93AjXH3o9DkiV4iMf
5wD8xdc5GOsATQXw2y0EyUIwt6mHEudt4dh+0/WQt8LT1O42OQ7uldN70OL9aKlP2Ge0yawt4pYn
qKCe2PlEwW151S0jIIvYpjoBla6LH9MxFYO/LgteQabLKwb89+CnqoLu8qjxU/Uyrba9oz/pTqx4
SdqWR47O3z6zQL9GpTGuAtk42ExZ7xSoJlOeCPXCusgg2pwrKLQf2bKfwRn/LT2blYeYuRDIrr/i
j/Z7FWZJO5HHBIkj7Y2VJiNSYFK7tOaFNNyJzdPvj8jheM56+JgT1CJcB/En/TyejHVEJhQYeWDD
PaenThsZ9CXHfdXY2++HOlxAl8KIjh/BKpKoAnY5+FQKNcFVjhHstESMSjhLe9dGpfp0ZJS/DAOI
n+2JjJ/NHXewglGth6K2lzkw8AN36HgH5LpPzqSlHp0Pr2wFldx9XP/Q8YueeoO6wg+7aPy4Xos4
zuLZzpnpNk/LuB3MBCfgs7wdTwqjCwrlQqvQAlcXz3EVT09f3XiGa/fWj89CPE8oFYb1qZjn3aK+
a0jgqMqjraN0iUO6PUL/St6rvn7h7diabfZvqED2Pi4zAnbEahfi2I5zcEFUqQF/IWS65FsuVnOR
8VIV+ebI6rId/nw+GIRowsBcSrfRFTqMFFNhDb2mIZhtkEZuZStv7Lw6Jl7/ly/IIDwRDkdtDW8/
78kJmkdHaWsMTFowHkIGpC69k/4PU2G9kKSD2UJ4foDPs1xwFDaQ0SDLO/3ctFHYMubBOXK+1lvh
cMFWBOVvRw70Gtbz98d51kcGjhs5BrgNDF4/5u6dq6cgC5pl2FVRQulsnrQj6ODDeHv9SsLGRY+T
zRmwDw51GBVVXuRsBQlKeG+37WtTajosSCq62OU2buaJJc6CPKQ89u8bBJkvzvgKcMdp8fN8wcgo
JX0PVtXUswCnpTCYR+vfBIB/73WwUpYB/Hm1PDokSdEcTtSlVegoFJG9Tclr94L35ghQ7gAE+98w
xpp/EbIDtz3kAylAvdqqK6irYVrhlTl04mbWoms5zs4+C2fHi7Op2HYWZNgUUCNdh6p7dqf8xJCj
znYabS/Ni/ua5DwxxDHC9bqWh3sLnzUiU2JTDVfpz2sdacOUDbwTgdBxd/PDvi3fAGnWV21SrXdR
Ft5alixPFpKkyCtF1N10UwGgRrVyLfOVRSv/MQNg44EoBJBOiOnyqw6u+NagA+2IYQhsYA4nxazb
Hk9kvM2H8djxXffwweRddJhWmBrZMTDoz5OnxzEOVLGGYFCirvadqppuUmPWqxO1oth15LJYf/jn
0biHVs9rl/1AxHpwWZi1E9XCAEghEQOjp46+fJ/M2YmkcOiHNcJnNKNP4km7rSn7HIkJvkwVtCAq
JLSV+bf1WH2eKl59rYOhTxO4RblEPiAeXqHWlijjjHHeiiNzPQwJeJqFBg5QRX1BMOjBA6qK3NLz
Wa2DOW2ucqV/AnlE78+eX/KuUY/cF1+uqtVK3NRg7fPXVRn389wUpSin1rFpwad2vyJ05EU5LMOp
1XfytrMTyXM25rDUaah+f1N9uZl/j7zGPyzvVwoF9oGDbDs3C6wZLQ0NPE2L5zwtxvildeuTsiqP
IY+/vGsr3JJEBPkabkikOj/PNdG7iUIO+KK+oQsGDA0Dk4XGyPfzOvh81pqpopCDuwNVJWgqB1sV
WIjIe3upg4ourA5CMsm7W6uwJh0SMBE0/aYpq4+8OAdblEFtSi0qfu+UqTB8Ojj4cPCj0kH1ILDr
uvuZ5H22K3jhsPMxY/31+wkeLOM6Fs4sa7GMl83g/f68jIASrVDPRBH0fSJuwPqF98mCEPy/jyLW
yhzdL8Mg9f88SrjMvVl3YxEAHMx2i4jT11bX439dN/YDTkBEFzg4cGceHO1kaiKrAgIQmPWArgA4
nfIRbGqdb4e26Y6UGA7c7KD/6ypZMM8mu0xlSgcbcF60IW9kWgSJ7ejOqV0b1AAoc7uAxlqaxTcq
dlnu4JXNvFhXYKvK56XGYtprzGFGykOUeF9gnGrHL0Wbt29YRJXpL6dU2osqj8txE5dJT6fOSMDE
BVPoIKAtF60DcZBm7s0/fiAm41Ct5BtRuxSHQU4DJVJZaiaDZazrV7lKIz2t/s2A7/eSrdqInEuc
8QSOzp+3gTW7jZyVNg9ctwG9VhgU64ORBMbxexU8h+D1MY+IGH7Z4AC6sYUhVVJ1jDgPZ9YrDh0S
sywCilFgIlKXPl8CnPH79Ttg6q1TIzAVTA2lFPLaQ3PKTIxDKN2oCJppcUArxtHl6KCFqspm2YvR
qe+afMEiIE5oJw8TfQqnmzwgE0B16bydLO4sHr//TX+buWUS9KNYypV8SM0onN5IitXgD5p7fpKk
5rhNlVY/MvO/jkLUCJJ/fVR/k8n+iMmnaU6KomGUtDWTOyeO4+sxxfDv3+fC9bGm8ajiEDZ83jlK
5yil3mIFXyfacpYMyrDTEnFM8PJvcyEiQOqVOBCe5/rf/zEXDMVNJa/dnChbpltnGrXAtJVj/Lq/
jsJMKLEwEPrhn0cB0zI3RJE5Z1rkH5WujpsualAg+H7JDp7k3zvSYa34MlQ+SC8/D8O72Sn9Okze
VcqNkgIxKJOlCUQf9zsqUkjBJNmxXOLL08Ux4NmiXEB4x9QOVnABLVYlvJkBLf8hEBmNYyNTFH9J
2+L++/l9XUYuEGJI4h1myS7/PL/MNDtTc1dgjg6uLhBlU56nS57VwffjfJ0SewFBotUhEOHmw1rh
2M0GTHhKkGWUWU/1SBLQeF2XaFAIzF7Tf30/3NfPplG4xrtBpwy3Kj99nlYuWgsMB2K/ZSXtfcst
YW7ncXbRTyhDY5fNY3ai8ml3/zrseoHhHkwXgDIvzJdPWx/Ad6orc674llo248YSndLszEaprvqh
nU1PcGelQVQU7ZHmw0EywDZdtwy7UXdRaCVu/Tzw1ApA/mqscFOO4RkEmeI0syOwAhPImaicm52S
Z8plI/CHVItyPDLvLwEew2vwflVIY9RJDuvNtBHbKc/xl7RVMOme5i5xsS0KkUoPygOl0FpzpDiy
pbSDPfWlR3iw2mqZD4VS0SN8uFq8wnt/SbzrxLuKvMvYu7z+tfux/3h63999/4mNvzXN/uxMrlvv
j+ttwdvKBNsQBi+N93BTefcRYhlP/MPbr/PIm9Z//rXbPD++Xp49XJ6//vi4+3H2fjN6R36He7Dm
X2Z/cJlrk9Fr5vo7Ku/p4QZFBO/l4enh7O1Xwt8+8a+Xwlu8+7er29Orl/vTyDu99a5Pb29Pzy9v
b8/9y8357vZ0d3u7X/9us99vzl7uLs/9/d3ef7679O/uzq5u/P3H2d3l/iY4O/s4Eiv93pJ/5q8H
Hd5DdXcyy8pWBn7/xcvF083+5OLl6uXs6Wm3uz+7eIq8zfnt+Wa3P9/c3l7dXm2v1p+4v7m7Obvb
XO5Pvv+mv+Pz737LQUhVJVVWd/rvtXxbPytr+fZ2/+s68u4BL7GMt7/uE9YStDN/W61/3f26/8Xy
3k/rbnvkf/lYe9fPsffx+nz58f78ehN7+9cbvv7z9Qdf/+bu4+HjvcIXIGLXfCAPVHhPN+fnz6/v
Zx93sXfzfmR9f7tcfTengyvByHqNt5M5BduL4OQiWP9963mb0+1253u+t/H5B+8kODlyLH8rD383
sP75gNRRNeVJOIUBM2Qb3rx/nL1dIcLkvcFs9G4vWavSO3/eP7xev14e+ZJ/vRP+bGkffMkMBVrV
HmlpczDfkAjwbhPv7e369fz69fn68v1O9R7ej23lL82pw47FwYyTHoyKLto5EOfttXk1PJQXLbpZ
xuUE8PmxPUsf5uvlMn5dPpJrdx9u2mA8Nu91Xn8u+uFPOHjwxqnJwcvxE6oH/U69ta+My+pjlYPR
b6j6j9e4SMIBuE5RhzjtTvQr/d44ksqtI/zxC34/QRS/MD5e7fdccXAvOlKtCsOCCBeC2dkoA5Dp
MQWi/P1RPbjz/xuFv2oCWVCNF/7z5sLhIu1onISw++QynoMQpl3Sx7wDoD555/1/HI4kWFNxxnYZ
CxzBQZQZDZNhoh+i+AbO7jsYNg/5SknTGiDt34/0Zfl4tnUiTPpDdPaFenBclW4Y2jYOIT2hHbJ1
FhrDoUDV5/tR1o/w6SOto6x9brI4uvqHzZIoqppKcWF1yrEpbzVnSF4acrtnASwyhkE7lx7QHuv+
+1G/fDRGJeH4XSkkQDlcRaARYAMHzfGzcCr3pZU7+GKK7GZsIft8P9RaAzmY4OqMwP6jiGaDXPu8
P6yE/2gxKtuPNbt9wEh6kjfWkK/6Hmmmq9EFBUbb2PUpPDH4BuDhp3+tn1ADWovz9Pn4k9DC+PwL
8s6A4qDnpq+PZD5KraOe5apF/1A1jvH6/Wz/smnwUgRJupbVOA4HEdCMdlUBJcX04RLWe9hh1YVm
JMfKd3/5fPgx4JLE0jCvw62ZzrKEV6IaflGpMCIUkICgpmmyqX4jIvtYv+brcBQ1VFBfGmkCPeCD
K3wyWsAzJCt+OljyLM20zg/LSVzZhVFsvl+/vw611s6BIdFN+c08/yOWizK9jPMZLdJCadQ5kGZj
PM+NYtYAWbVjOnpfPxbz+mOwg60pkjoLjR5pmmiU47bWwPz2ZVMcCcX/NiX6oKSPIIQ4dut//8eU
uIRnbdakgRGQbed+2rf2bRTbzrneOmb/P6wfXH/NJn+k0Po7Rv1jsCXJgckMrF+sh+YWErIK4t5Q
zrXZWo7M6yDctXAh09fWuYXgGI2Aww4s7sDwLlKGEvbQ3cQLnKEFrsZ+SPIZpntZHDnGf/laFI9V
2gCaYdMsPVjHAW6nnlTIt1ZJb9/LQo1OXBup2e834F9HQYmFC4uA90u/rBNuXY1pZoB+NRCwTXPt
tBjS9OZ/GIXmK5ggWpRUWz/vCYhOWuXaOdvcruDEdWW8EyP83O9H+csXMtBvNwSXLzYuh3VJ/uil
M0pV95U+st/5ghBUocN5WQN519PKTh5ZvPUTfL7r2d70obB6xR0RvvXnadUhvGZ6uwDFlLIrfXXp
bAPMVqP+ostJwPP99L4+nQKOJUNxM3FXHDZ4E5nbZhMxmgkjFl/wuIccLEf3Ihoh9bWWeyVHNToS
VFFlXWfxaZar5AUIfXC35PXuoa5WL9NFWzJN0k9s+vtahM140iNIdA6uUO8CrTabyiu1TnmGupZf
qFYx0nhFs3NTKEtqbzO3bKFvVn1yG6X6jCW1ISYAqCnEmqHFMsHHBq9Y6agNzLS0mjqUh1s9xxs6
g6UnGyO+CzkKpmf2PUS/WslbP3IiNVlpUihkDMqk/dAas3su+nRJfBHVaHUMANq36ASGQPp6w/hp
8H++yGpjcYJMt+Gbwo9xY4zK6gw4ymD3couP9XxfSClO23iFelVmVO3VVLV/uYorTstCD/td1oTp
uZnMEe0cPUSKJ+7M9ApMXVH6UTPmgOvHDCZVo1pvlUFvwRsGOnde32UVtOG2QZg1aRQbnWhbazxM
KqLnJlTrITCjjjl1aqqfQRuf8z1mEg6NCSmd2kdmsXrM4lWTw0rD4Z7aY/Y8yD7MvYLnMfMiRYjb
oarTGU4hzz2EfpE8QT3qFo+GToXY9TJ175FQqhQ+V5fdu06uz6dl2TuPrbKUN0ArkdYoEsW4l3qV
PE5d3idnQ23Z0KiljeZ80+nVSQ6fGZ8wsbrTa2E/rSIEjXJtdkv6FAkiOL+PK2fYIFHh0JlNzakH
QyQwa+KwjBdLZxXNDimtEOl1hJ4Xb8QBPPGMpR5PFK1GqtuJDX3cQNFLnuGfx8+6Ap/Oa7tJM+H2
O5zjAdgXmjflcE6cz6LNXQuV1Wym1gvVJTpXorEvNnpqO6+paqA2lkUQPP2eUqfu510C37/Hd+3N
rkcY75A7jEfZzu3rOHcQp8LeesEa2LLPYODGozdIu7nOtAGNWRjPUniq03e3UYhigK8ZYZPCgZnr
abNYdig83DEXiGizLJyN7KDrmwm8rKAnOwBIpeqt6UcZg/k6EnCn3VAXb5k25dfuKKv3Ic7dxziH
IOcv9NvOorotXkRtdI/AKJQfSSOMnxHCkLYXLpWT+hZxdLOxbaQG4sQgELMSacwbYyiRUFT1QZ/8
MpbqVe8uo+V3pi7unR6Wi1eVbn/dId9pQ8Kic7ptRAVduI6t/ExnA33ESgpcfIrQL/WsMaz4Wpke
3Ulu+Hs5u/OT4qhDhMjAMOM1Mk/wDnPDQTkkttHe0OB4F1sKlRH8PaAxCCzLeHnK6fxBAF+Ubuei
LbLizzNoPvo41AjlGsbyUOSyOYsoXCYbRa+N99mWVerbYrKzE8tFcqbVJ/yyWmI3HE7dcIZxFLXu
LcZKy7BX6Vw80rhYzG0pdeWiqXLrRSnTqT8FuFaeqWFSJ8Fs6f1N4ji5se3CPjrNliZN0dih1+JP
uTpkWwVQozwdNSKK7dIt+UVnS/NXbjnTrdWUi+U5qWw1r2UJOiTV+1YNNG3J7yHlxA+KNIwrbew0
DuVcIMPu9EVv+X2eOC+LmBrE0zmPMPKKyN0AWKlQOG9FsZf6NNk+tqCzu0l0jYtKtyc79XorxIU0
qfABCgR1a1DXxCGsnSnNNwnJFq+ZdJkeeIQsezd0s4SAJ5Ry2gpFMxdP04qp3E6oC1xrc+wgAjmY
5v0gZLcEtT6j9TX17XDZLUUx8UG6chU0siPDzzKlyzyDQy/8sV4AzIxFg8uT0/Ttma3G0XvSmw50
uDzun4eu664XvY5uqrJUXjRqvh+LlTbcGlM+0OwRBT6gs4uIg5p37YyZcFj+SpLG0L22WvL4Cikb
BTzYMs93aVEABkTgKPpZj0nxUbO15mAiKJcnYo5L6U2x5TLvXj5o/dDto1X0EoWVKb03ms56JYBv
kq0+FOMl0C/xEU5FeaWkrjltnHmuXseGQ+0NkKHf0O+vp5OBjLr2sjHLX1AdGVWQja69iyZKCgHe
ZvD6+iQZfuqhkUJlX5TpjYrHpG5d1vvCTCtoodIo2LUWDIutVYDT2oQT1GFPRIqOuI/ijtlOKxJ5
E6ehcgNIRnmd1WW8XPPtlxHSPW9EoYuHUjrFAK4FeQRfs5ZYx7NoohUXmxNNaWNpgH7kWWzsIasP
Pwmm+vtxGthsSIzKO3WVaopjnRdhGkdMc9xcNK+RJWeuxjTkJTFFofE0lzk6SE4Xwz1TBxMG36CF
D9Dr3BJRnxJBhmnX91lxo6t9WGyqudNLiGg5tK8sRQaqNbr+XepleDpNffczbjN4Z0PJh2O/sXm9
utX6ex42682N9VWXoxPTQyT19Bntprrd6rxEpW9HZvGhTK314kLlxAsgq1vp6cPql2HqinwRWaIv
/gTBHa0tY4GV0lb5eYaGQQTjfhQ9HP+xZXXsEaGlocgQB1gc7hu3x6YeiI5hhJ7acPPBvzSGhxwu
4IilML/UM5cwi7dmPk180naJmv0Yz81qPFHjMDcTzGrbxYqq2HPsxcAVOBOM6iZSi7eGVaNXy/1u
PoTOYs4nSCcNd5oChnkDga1Czl4z9AV6TxU1XjjCDPT0ppMvutMwi9aJqwrXj8LGG0Six8GlaziP
XRc6bIMIlY5gKCUTMADrQ5BPZIHhKfEIMkCNO/yYssV+74DptIES4S3IsnQIg7np6PzMx1J7bJrJ
PjPknL7QBGmvlC5afk5jVf9UYoG+DjUXWXlQb0KBaIibXjSlgnVVndaZ4rVzHKOklRACadqQzNsw
w3hsqyVWqkIgqrP7DMCMGshWqeGZClyFPcWolLcBz8s3/E4qFMuyNu1Y+Mnh0smNRxV6AzT5Pg/n
nZXJkX3YRSFI7jybYg+QrggdJC448sx2lD1mE25m2KgBNZmyzWRVVc8u+VcC/ZG3OVCB/t8lph65
3mJGMf+nWEDX0xPWfteXMvqFKVwLzH5xlAXJnaJ4IuykV0OCkC8InWScGLGAoji3cR4PTya5WBy7
Zr0Ph2qI582kGzUSRZrT/kRfVB22QD7yxedZQs0rLtKZOnxSKOle0uwzgmkEAU10xjVqU5jocnNP
z6pj0nmqIvTRRQmGIYgapjiDJQp6sbdOXQllY4x9aT9NTRHd29mE6CGdujaLgqpureiUdrqyPDhK
21hXPfCO5RRe7pLvYZwDf0dKhOjCTzCXzc+U3KqUzYByWIxQjDpnN7EeS/i0ytwHka4q6l4Sa2t7
s8Ar+N2ICTKlJ1oly/2CqiD82qoYZh96cjrvxsFJgH+Dx3BDtC8SFbsEWctkb2Qw156jZanD6YSe
flPXnqGHs7sHe1l0562YCfy4TozhLie+Gc4mGc8Gnie8k6qXgLRsN/zZerqdq2h0fyxFDtJ4NKXj
nqABoBu3OiFP6I/AQdK7CvGs4oczatmMiq6tZtGjPWAk5/V24qhPaTl1KLwZ5ZAnPJ4mKQP/S9M5
7YxGNl5ZxL1KSgBc1MvqArUKhCVT4VtahjADQVqhkiAO0twmNs/lDhWnMbsXDR8OyncRW3s76Vq5
S6s+VIO5SWz5Q6CMslwbMRXA+jSCuA4ae4QclEClLu1Y/oIoXw5emtQjDgy6UqgwVPpYebC1Lsmv
GgONrI3dRoO5BFZthuqeZFh3t3KIugQ5FOBIBTERaYvwbQPNQ9+co/YBU1lExqIBLNi9A7l34OYY
pRE0eWhMd4l0a6NBiUlC4JZRVT11g+BoSSiy2VYPFyiw1BnWhKzrudJ06PYMzOdLTut6UAinXDts
kNskuugua7WUXK4wzfJmKyss5s/6kBrCh6u6c77Rp1TXXq2ybJ2Lyip6eVs7uanv+jbJ16ixa+QD
pC57ff7HIp8fZ9HLsvdspKJbTPFKusNeo6RV65d53JLyuUnVv6uIFhOq9SCvVj5ufFmlwLb9EumR
00omcjnVUsXUeLNEV8xo7yBLuk3iOEvP3Q7BCBh2qS2vBQTflrjJGJ5tCafqSm9pCnh626rDO4wy
s9w4ppSPU6pxRTv2aDSB4bSQpqN8cW/BI4gSb84E/ah4hg2ywdMcldqhiYUGO7i3ySiwV27V7TK1
k917IpmceJO2YVMT0jWLtD/Cyhbh5dQphHcIAeg/wkmihFwS1c/boc+S6LbQClsPem2ZlDMK7nC9
1EJHmcBVDAQyuiaV2n3PRyy3I4GkCMIwLdU34eaGdWI30aj3cCR7u9otzVTlN3PnCBT3zK4vLjKc
l5OLpQkBc86qlslNr4xLfUefYmqeB0U3szNT1mn/A3m4EkZzFpO/IfHetGLnghnGLnxAcMhL9FFX
tv3Y1h+hOXVPAn2IygvR8EFaajYRO1MjzUxPJMK+t64bowUUGeBE/EbFcP4sUpqs8pM6gtk6UPPe
g/7B98stBtIoKmmKuO5KMAKe0CZy1tpJJq6cckRmZ7CIjvhPmOJp3lec1nyO8PiO3RQJBtolaYLS
zzTLt2nOSvc6A/IdviWLKON9SmbpnHVydrLHKaOogSCEOpfnsd5p5qXkhy+XiqGNI0z8ziT7dPN2
KDfEtEaO0wWQ/ZNandj/3Vgb1nVcmHbaelOKTi6x3RIVD+YQK/XLkjbTr2QaTbM8KUPGubWjHmMt
0M+i2BSiUPe20y5cXMRAzvxjiPWq+Zgj3BKjk6R3O3FtqUiSCMl22UwD+htGXZKrJ0MZboY6hUDG
gqUfEUfK3aRV6ujbuJzQh7TjfkgCpu6c5Wrq9Gduq5K+53gm7MMpTV0vm8zh3DJbk6PQlQ7uVibq
eB6oQO2jHwUoWwoMvAxdVjc/TRk5JGKdPV2nNsBmTk8+j16FnAP6NR26klv+PEDPGtrNCPAs1bJb
hin/IbDZWjbF7BiF7zRNh8WU2RvncxpV+qaSkP133Uq89EhA8mGHIEOOV+xia/GmlZn9sbTpTs4I
Ae4GC9+raljFQGo3Hl54m4vRW8QYoptHJUXxpizNzuwSk7pgSNxs3CQacg6ikeqb3iXI1lXpes5b
tWmJ2dA3TbaAYeYggTt6T5+CKgJhQ3jbxzn1utgcNdShEHP4aY3Cep/sqMx9RU7Lbd0XMzU2VTQX
dqvbbNhFMx/7Nh1M0mWw2M1UiMXvEy15bULKtFts5SYMq5y8rC9bRa2tyEPfQY0QiErmd9vuIDsQ
nYRWih67mb2aS2GeazhtLQhhDHiQmwgO3VEhacTGSEV7lzv6YgSFtiSTP4p6eFgUVMC8coTZEYzg
mZ9bx7Uj3xqNVvPnJOsaT+i1+tFM5WxsJkHPwp9HtV9OUkVQdlXatMZzeEHHbJ6VSvpwXqMXx8yR
qqRnNEoP0n36JJJCq3EO6Hk8I7cukZITmb6tpTKHnmZJ5XlESFWJ/azKhDjpzUETmxl9ldhPSRIH
v+tKITw5Scx446kzqGCXVf1m64ijrKpyMZqtE7rHWtKRw1bDkxjjwfYT8vVV2VYhMI9JGX5AKEZY
x+kohgZdiS4rsaCV3KtJi/RR3+OF6muz/IhLCjz4Z2dLvXPTyHhvdZyiEZAsxis9nACUW0TGVC+d
Pss8ipHD2WyY4l0x0wGVVNce7sUIzndCVYv4oqHcd5IPqos3w1DUYq/lY1wGLhpj72Wf2WgDVW3y
hGqynZHvEPSjKKpipGlQd6mQYHTlc+hkokFVxiXeQG0qzBwJpS7X7LNFb3Xk98IIbdNIF9TOuFgQ
ECPqqJ4nTbSVb4RKTfMkySPyM0ToSEoLVEGCdlS4bMVEVOtxjh2Ne3Y0KWa2qyobTEz0jpJlDt+n
oeE+l6HhFtzqqUIqhJb9NcEQ0WzuhOjBEBx2v5pkYmTE3SLUIR3ebTDKLQC5vhdRdpoZo+J4VpGk
1qatwwSdmQFdG9NJzacpc5MuCIuh4bBnw6gEQyUoEDeNbONLKcMk24RcaeNF4uQ5t0/h4EWTtbVG
3JXV9TmxYhP7cSEdgYFCtzwaOiKoW3tuB+knXHokmf3QDEEElxWVoXmyf0VDOMY+mK4CdUqTXuqZ
0aK1vEmiqnudl26i1ihrkayqOOiFlL3e9V5Gc22EnTgicBdTaaEiYxr5Xa3mc3GpKLGTbbTYTV7Y
jPnsOzy5IrBIinZ6XKfDqWysXtk4FPoxdOJ1R5MsEpEW2FVdRLvRreplE4arRN3QGQnpjmqXZhD1
U915qd6UMU+cjb2DU7qULIaprWIi2EpcughJq14T9S2iU72WT8FAK63cKEqb9AFSmJaOOhe6JydK
WBru6VAp5q8h6RUy95hCVeA6UXQ79tp05xbFnjJUUwf88UDMmyTs4Ku7bS48YzBnLVClKNpNrbly
DrShasNAawwZBk62WOpGmnPyge4rzgzTtOjxaQ6vOLICshU53bVh1g2+BHVN2ajT7cvQWWXZQaCr
v5wizMnzCRfP6kKdup2OFOSA4A2RI3rImrztB1v/wfFAMrClS4x/YSVQ3lTy4RJ+PXUMpcgkDS5F
3VRmWkd4oSccH6peP1KtQhgxSf+PujPpblvJsvVfqVXjwl3oAs2gJgRBiuosy5a7CZYbGYEegR74
9fVB91aVSCnF55q9QebKTOd1EIFAxIlz9vm2p3+NaFZNQr+aSQlJCwVs0Pppnu8TY+KfntLSpSay
pGTCjcoV06aRia5tvTwitUu2RPvQpEUSc7hX+k8jShxvo5GZkYdl7PJpn6yN+RtzKOt3U0kW4Iai
r45RC3gatFLm4F+BmoR1BOZLdgGXX728qDtRxJiSV+xVsdd6D17taxx/xFPJdkEc3sX3FDZkcddw
27hNXKL/LXxaMkXRXP2sNdeOgwK42W9fKTjfVKmWTV+2lkFuLcmvk2wwkPhO9orfEPILGT0IC1nf
lBdu5ImEA41JJqc0t++mvl+A9JUzARJ0neyq6XLlh4XnEPaKyQUCSOJVQdMuN0tcw2wgxhuHPSlV
7aKbrF5uqslvSFxpYyP/lu3/g5y/+7tMdAK4P/mvT7z7f0m2OeLfvxseG3Soj/8GAqf9t11f/vre
QZr//4CG4yAD+dcwnEMDCKf89Rx/v/4D/03C+Qs1vKvT3IAuhjrsWjH/h4RjALUxPBStBu1Luodw
/n9IOEL8ZXm0+lFoh33g0Av3PyQcYfy1wjL4X6GO0KDHH/0BCOekqrqWHO0n67cVs8CFexW8PCux
o68gsTs3daBM8yvaq2VHydgM06XQ9qJ0izM1VeOkzPk0Hr9cUJBGzeucNjFmkNqnEpw3/scUbfhU
l4J0NCDLwTfLXecM3R6QPsA7SzRbKR3xJUU1AQvRrg51W86X3TjdT6LOLpMcAD9A8yxMCffO4TpO
ir/r7xT0AiKDXRtSoMocz4vvV8tCvbwOErf5pqpRXkpL+UEyK3Wm9+XlGwBxT58B5XmISNTqjkeC
iUZ7PZVDmOxS7cdpcvZmCtwP1kv1zZ188WeFZp6MR6PiS9rQRf6/Mpaev3GIXSvzhJu5mVHJndMF
eUVWJgHUi/mmH0FvJpbmnXnvrzwk6RJGM9bWcIzWjgfN6QluQXNycFuuhktCUW/qNsu2TT+rC6vS
fj/7AP/Zl54DkU4lk08PyRJBn4+wiG5p+3i8rm04gJJMkVBf6bMtW+4DiRKrBL5Utl9Sk8LjhgWk
fbDcGgcS8icOzT+e+MU5AoxzhKQ7UN9pyBSAYxYu1EnuawHPsACkMxLtofWN5qccS/2bSgRim5qS
DpWNylAXbz/Ma3PHAkHXBuKBVpF1qT77RBuqgrhN1Qr4vu5dl01Dabqdlusizqqw7GlxeHs8aAD8
jc80AevsoUn01vWB2EyA2joacRFOZ6m8zla+XntJOFuVOEuY/V2S6LXcZpTv9lWv94RN/RQfaJ61
vgxO5V+BXAL7ptuFld7as0chMl1S+J+2V1KzNzUnudTSGC5l4lL+3Si/nB+tQokvqrc1AIscZjfk
GGJqVplpt/uawsNl1iIsCJvZKD9hqdvhMiw8iS0fQIg8iOkGuSmJPNrQLTsTS4kmfp9GPuWf1nUS
AndPcuOszBX85s0VZP1+qd/V7aB/V95Mna028kbbzJyR0yaZW/9+7USDBgeJYQnNqqtySiiT6W1Q
xKtPPopQXIPrLB5X4vKwU3SHy43T1ND8iFKUuLD7WvsZJZP4xJ4Gu5PFpr7k9dLeZX0roOm5iUuC
R7ffL6lOl/gwxvpFS+lYXCdTkX+tQGaYGy/R1Y8ob7wHu/FdYHky9rejZU3apnCjjoR0LyauimOk
/xwtZX61i1HL75QpLWKAmShyM1bZrEEknVoq2xSUkYfD9JcbCQdbBAPMb7lpUIyMYUVkzE27lqvW
ox7ljVu65kNT1GQKtITmfyLOnOBblBSPw3ke2wJqqvBuNDOd5g2m3dLdVDmW4Bf9QPyzTci6NNx0
IxTBfuv2DyNXeZ8LI2kVEPSJ/bUddSqOQ63PbTC39SDCuR2ab4VuyBY+dtWywU9+GsrBrXCcdm0d
CKBptDLAB6K+rUuvZSagZtqBq0aM7+Jyge7bkoamha5re7I+nhvnoVmDEQTF6iQFNqosojEZh3jr
Ic0oyM/6fbSBrG3xn229/OyDsRy3jd9oX/PSJ3pigY/kFmnRxqHLzazrruh7wKJ6On1u6tGmEdPz
Vb+xZn38Og7c54Fbp9N3txY0WY9lp+6kaGecj/2uRiKA3Jdki22r5XaWug9wnNSxt+W2mu+BOasu
UFHP9X3oqranUzuOLiDhzM6uT8e2DZDjkK/gNmLcmTlk9TAbOpJBUSRniNsy4VI25tnvgTJlHFjG
kH/OHTHeOYveF2wg6NqCdM7iWzMv+ywAxOGNuziqqOsJAtZ3dWFaD/rIZhfOnlkfZLGWGlGu9OhQ
Rn/Y+c40ptuxc50fY0nw6zV0W+OOVxL54xzBwo0basXkKcvkF/Y4Bo4P4Omd7cL7+WCMlQeA3svx
HvdyqnFb6Wo1XpSemg59vCifb3Qif8vNAF/qOJX6b6YfK/Kuq0mnL/No/J4zbgABobfWhV2fYw+y
uEtThSKznD5Ax6Vdyc4zaFq1KQ6DE9WXJSgkfb7rPYAvXorEJnOWcXUbEJm0W812pjzoqFOooI91
rdsWc6fHEMLQgISllgv4qV09/0gtMXKd11RyR89qBxKhb8duk7SFPlKgrZwvpjZkDVrgHBpTWZlj
6OZKob8blP+rN3p+bCQT7SO5hhm0cO3q+4FkkqQAv+Yk9eh+/bbtvYOpi0O9Yxi+anbtf26XNY0J
+aoyNj0elzC72eNKWN2F/+h7nSSD0OvjlZoMQeXUm00bJJeiPo1KmBCrRZr9Ien6YdgkfVWB8pnN
9jrLOzETQ+k5BGGncd635cjO4Exl1gZNK6sHs1uw0Ugx9fwluqX71hE5VPtxoBBzoFZOR1+sSxF0
1uCjZHBnWu5TeJz3TpmUdYChwNTvaNMEEIYeawCcOk76cJCtit5ldmK3bACpbwTClbraYE/BVm3I
Md1LN7K67cQ18rM5Nt7Heo70bs91t//mLxCDD1ZHSSY0Rs3+MsvVZUNmcD7CwjSg4sayVzcdCiwK
ckubPUpX+jd8lfU3OXBBc1JzRe20IFHZ/d2R7kuzGChjjUDyORzlO91TOUIGp0QFwvYsfi2C/Bpl
vdr81meNXGVhfg1mW1n9ZihjVFGGZug3Ru9RcpMEO9lucARGT+5sT95vXudYcqHPBGl+8B44ehQ2
afG2i81fmElx0SZb2mwBKrkPrabl3xbp6gsVEC7BiFbGXr+suCtg6t5JWDYdlkpfPC/OIk6TRbxb
ykaSPKxRkF5EADsow+nzkAf8r+h7lN9M1/iij0Vg1JH4SSEuzUPu3fBrM4VdyzapzcELRg8sK985
hJmDV6wpeTKBJLomIBUHNVSIcUY6p50NYiKL2kmtmZhgpgstnc7Y6iGXiSTnB0mbjd1d5EKRo9Rw
ELCr7B1mCtGMGU6SaxhARNHDTJTaBlOpEKx5wso/c4B17MKjqMOagJGEYx0tP5wMvC2aEmf+UPT4
XgVT0XCUzwauHJTvUfJsVKXb8ZbqtN/wp7gYbYYiU6vHR+Go7Vy6yaGIWgd5VpG5Pzw3yizOg7HG
ecMe2eIN2SzLhndrXleOJGnc5usjEEE2n5St8IxJcpfsYiIjetJ9beajjIfOI+9eLV8sJCF8T3ZO
aceeXYtsC+xp5Ahrrb3SqRcjYczLryhWQfJneeX9NPxYyutldOtvg9Grgs1xtu/thUcAsmKl18RZ
zYT8bjB+uopcjIMMdevqBFMbvR2i3/HgVRQ8maps5zRLddfoJu8CGlkttmORRdeJ11u/LHIgYV4u
1TfqvgJngslXyBys5o5uTfOGYlHacOzlX11Hm+48iusrfTfq1CaZ9C5kg8l2RUryINMxr6CmVx2S
KqU45lbwt5VVDjhjVlr/WNXJ8lUIaX/UKnu8ojCYxNwo20aGJXrqr/TnIl6jAb3fFpElnBvbKu32
Il3ECIzRSOuAidNvqsk158BIvf7zQMD0ncx5axykWrKPERbC7Ksmx00wkt8LIwR+6lqRYP1iC/Rr
ga/KdmeqbGAOywz5SzwQ8276OOHD0ilOXDa1C+6k6onUt+RLKItzAM+/I9QDBEhk10lXDqpYNl06
GB8WWj+trSrm5bOqHBqAaPKdb9NK+YgVswkkfc8S8rmakl+5n+wRw6e1zvNRjTU7szm1DjA1Vwqy
gi0kIn8HvLmbttwgou+9aTW/2lWmSfeAjrbO6MFQ6mnVPhTS99OLqG3EFxat+1HWY33JORejlijc
CRDzBNp4S2io/K2tJ467UXm1+uOMXmdQ0lWd3MEIqaMwNfJYbHyZJ/JSz73qoFp9SvZaqlkopnPT
/KLNLgeiU9BHEiiIuBQPalNemxIhI05VmfmDVqm63xh6kyBb84v0h/Im3Cq9ZsZEUTnC4IpcqOTK
nvUpDzHS8+9JVzr+hd2aFZZLumg/UFoGfk35cHwwFqqJvY5yBaFwWnydK2He2xCvfpFknD8abjcv
2yGluLIpdRzAt7w0XLhaTY++RvlApp2DAFMPK9dMamz+WL5vk0pPtjnOOwknlbTeKYkGOSBxu1rD
jTH7O8Z540NSOuBZJrQKftClveLHEQgo/I987a5JY8I1R2GTNFQxW5KladkvO9MJ/hbcZN7POB7g
K0Ai/LJu6lnfuP3gAeDGqcPfo+NbQzaA1irM4MX429Kvl7tUizAGS1q3Rq9uSK4hhhklQZS0C4T8
GCUy7nDOhVPl7X7KPDzNOEkyqt+zc1FRGubN9P1wN82SSB0FGWRu9NN2ttVNjEY0ZxyGgCqPr72n
5GEtiEbliPhoWIxHm3DxsZUa2mxY9U63sWNFjmEqEDJD6B+zdivGSo4XVTZOYWt3yRQ6ZPOpDZGZ
/9o07owP6KAzpxGb6aPyYnc72L2BU0maPTnAICUOq8JInJ0z9NLdxmVERkdk5CqDzsxK1lITVd8H
gqFoQ6Y5wibEYmcOABJS08gb6d6kqqX65A7TxD7gJGLTuFjaBJrRTACSFmqjgTbr+ns7iWZ4+bhd
WMHiIUSjakCvy3ZUqrtxrZnCVExOfKGWiWoGABeBpM7/exM19KhS0LaGRye2rZQrkKByZRkFr3Bq
luZiQmCWb2VjRWjSBtfQN4MzTB9TmMHXXlNlZF+J+w+ZUc/ZZuDSfFDlwIKL8tq+74dpvIT/aHwe
DF1xW+DTtIj01fQtQphJW4Knq92iiAdJtdTmrhWoK7nMcVSHtWZP7yNXcyPKsZn7cXYcyDNT5RkV
avx+iUKDxFMbiII9J9CIC6qAMuJ0b88lO9tCzfEuBjX/2BkdIb6K0Ek1VlH89i00exlVpOk2bZf6
qyjTnngQVZ3c85gdhXVFjeN93xbWl76ZEzfwbGlrQB6NrgyoExkEVHrLl4Mkrc9CyZkrt6WV6mpL
/WH53FLamK7MZiJz11I3vzXyElGHThWwDnJXUxdLM3Ozm1j2VGVz145CRFkzfvOQSHajhy0XldEF
IYSGb9YnfOP8YcvLN96B95oBsw/NsM1pI0DEqsObwRzUsQMzRWq0WUpfIgiJK2MrKweVNn9dRmxi
VOVH8umOty26KfupcsO/oX7QXXd0wYD0UY2zBFVa519Ht5nwFYq0x9RTFOtmTUTZpTVkoxuMxWDS
lU3keoMSgPU/RilmscRJvrlpMw+LHi6g3t5ULuQ7dFrtBdqD5EBFavrl+7M17z0qXc4WHEoSI6gz
SC+AVYh/2L2FXRx+AGWA8HOBTqW8vAuGHIndahXAhCpDg2qfIkgJ6LAuVcBviq0dJ6KPBhlvqnTX
Ue+7kLbCWQLeRvZ94SsWW3r1iutci5ltKYcEzj7s77SZ7UcgGM0V4iV3uCB4exKO+sknc3HFg1nG
7BdOBHMgqGWZvpsJFvyAF5e3AagOeWjI4Du0JDiAxLM2xVDL7ab461wKgK2eCYEb4mKjX5KnWCvz
VQxsu6ceJdZi/rxaUWTouFtHRyWTqnqiGtSm+Z6TNc+33Yjwj1ujl3hh5jba1WQnHU+F3o+9J4E0
h4SV45IQrsbFRMKDEyjKbjMrW75NXdddt8msfaNYr33LwUJ6eCBUJqc6IA7rMlbKIirg5OwCDT9D
TB9Sij47boz196bELGX9/nG5qrsqRtxKzc+7tY1S/4A81sU6xQOcjG9ro//qJuQPGzw5uDJXlozu
8xbJBEXo3O03WWOkDwLi+5eWj3g6UPixH+dkXO4VfuYxfvW2TLlNxU7N4jNEt6lEhL18TEsLbSqk
aK6otXOLrPB+eYBaW/h72mUNXB4rJEncJnpk2iRXc9amjZXPYbQG79ovs4QZH6Q8WPjZGAEdtoqQ
tOytH66TFg1uh4i9D65wxQCkrEkv26zsa3ZfaIEbenlckv7RBH+77Ohg3Lkj6TfqoGm377HPKYI+
dfoCkwxd3ZJLBv6R28Us9uDH20+R2zbvFMppHCizWkZkg5zS3hWKbE1QFmbzK5kJNDcLwV66wT2p
f4+uRsMRMc4ypJoeN9Nk7Hzr0PAxc8ZUJhJgva/x5pApbBWCWdiK0UYgEFBEh0Uy0haC6c67Ma3E
j8RoEDDU3axxGGI49NmUXYmCZgFbvnWoXI6bOEYGwZLUqmwPpXn5Pc6pd40SnVsnn3XxgyNuum6N
wpHbNT0pCThoF2HdozLZGvxbGOsYtG6BoNPLy7YUIWNw7OhONTmRTZyanrokl5JecaGYceTouVCi
DLWdBR+YBRzmPJBT2GRD3SIxqf2E8H4afCP7MPFsyL56jX7DAevrprMcLkeW19O+aQ0StgtNlj84
f/tu5yOmuZmyKBaHokrd8oBoThABuU4lQokra4YNYh6/y6t0+vIfoigN/Ls1Xi4ZxbsatNX96MXd
7X+UUQbkrBhJiuelmW/R7LoXTU6OZPd2AvlljYf0Md3mgrQAzubmSePcnEXc9XBZCWrdiS+XBWMs
Lc7TK8MtyCgtnR/2LnLFtwddyxanOWv4qDoYVspiWJgc56ytAk8Wg0+AHB+haz8QloxIDfaNKH+o
yJi3rcsBFWXuOUDwE33mxchkzB3LZMejg/R4ZF2L1mRKuu7V5migMRxzmo6aujuY1fzZqHXrmhY2
kgNOWm+auumvKlLTaIixTdouWnyO4/cEOzr9QR7AdNBEApsL86TCI9qCpHXDVOhuVt9n7ZRvzYFs
AjKJx37AMbHQLLxzFlodFq0bDoPd5Be+jVVPJtfQlbahXR3XqxCCzihdLVBVo5ybk1U6f75U2Dss
Cg4C6I15OneOatpoGXEXlJlmk1fqy2tNs9CXp252qwot+hClTnumAma8Ut/w6CcW8D4N7BROMbK2
KgDBFbwxnw4gGtJ0pHBjmmPAZyv8VLU8OhgmDSY5FYRtUk7mDvn9fKYk9rLCCO4ZboGuWzZv6tQQ
QBNei2+VqDEk7s3LRPXGfk686YODputMm+da7TpZEBRDfEGXPWUEXDGOV6jZN47W2JyGNvnfKzzF
IZdI3Dzf/gJfHYXuXypVaynziRjzrE6F90BrKJf7IL0fS4imU/tQVllzplz6chSuK7RmgEHmxXF4
HT+LLQby9g2RMKqNaldaEXK2tUxl/vHr8QTvxQA/C5oP3tzxOMVkZIjeuiqYpZgu1PogFdLXYBnT
5M+HWpEj/lqR5f08bTDPJo72IvLA0if3wpXlSqsi92DSVBDCw1RndslXZs/VV4IwMET+Za1//mwo
fDUnr6UjKuAwpGNlzTSQRizPjGKcNBUDQ9YNuh8gLdo+tsancFQBosXMG4aBBTqFaU1ymAPV+zEN
IKOzKkHjBqtjW0qxhCKviDjqirQLzr1nVv6Lowi4nmk4BBSsF0ucGuPErtNovQCVqg24iXnDeiiV
pbjKpwYX+WTCaTOm9/ftD+HFUcSggJpplbSgVAOHPp5kdyQ2SdYlWq73V4sQchMpzQzsLsbE23Ti
/aB3GLnQrPh/mHik0agWBI4Znu6drFoDHJrQEp6XHlt3g1eEH6SphPWC+fF1o+HWPuKJdJs6jXnV
DxUxfIpS34PufGZNvzbxrDFoM0w6wLqTGMDoI63LuGsFWZG0gZZU10W6lh5bCngxGYvLRcdO7E/n
HYsoOujZFthUfc86nneHu7ZVwulEw4tb7DyYKlg6XVyWaewHkVu13KrpNpNDXJ55468seMjvq3wG
pRx0nVOyaBfRtoQlShXQVkymi9P/ivwNt+0yTj5NXYNMP8txf9IyGSZO09DnYRdbytnx/u05eHGq
sGtha4U+CGkRaqOTrX5KvaxoCq/iPdMd2JSYMIiBKD0d6eR8e6gXewlDWQaEbh8YiAug+Hi681EN
ZieI97PSyy5UnkehsPRz2IeXo7CK+Jygta4GV6fs49mQ0u4n3CeVrjfwRIvknnZJ58xyfTltqL2f
UOfghzDqOHmWzhgnL8ZQGQUg18hBFtle2hlShgEpwNvT9vLLcDAdAUALxReslnvyZUSpGmRvMZTW
SL0P6UCgASPxnLBIHTJkC4jaII/b7Axw5OWmxLlMCGCv3BsSqqvK5NnOn6hGa0tzqILW1bLdLDTr
asqj8nowxvm67dCrFhWO3U53bjd85QUyMOEAhAn2glUa93xgIx/1yOv6CtH5NH3MVxjobOnZxduz
+tooq8kTe97qC/LiDI2mtqZnE4F1YXo3ZUXHHdro9/+HQcBz8BRotsxTng8yTZL1fU52jnbOi9FQ
+d1An/6ZBWK8shhX0AmyPwcrBs7P4xmjq78ZijIqeVW9fWuNuPcOxETXTq3qsLAwofSTXO7pSpTv
e91Mg6VdcWj06ZgYnOI8XggzuQJKqj1UdN19f3sSnkzNjqJJD5sDiDym6+K2AQvo+OeZw4Q9MYm+
oC7Ebz2JaTiq1b0zLnS5+qQZ8naugmXlZ2/c0e1vcMQqQ5qBxluEsMhR7YmSoJGOn9/+Xa8tcJ8W
NZY5zBbjFKDS+D3Cf1dWAbL+YgfhlorNYMS0WjvZ5aKGxzgvi50x+7/eHveVt7ViZ7n7sbutkeLx
dJBd80zPYFFkDnmVIfJIjETUE0e9OLdLvby4sCIMsao+BYh21CHHY1G5HLRFJWiIsgLhUJ3TyJ7P
VljkKKS6OdODIU78W1AP7q3waUTO/UU7c2Uz12P05P3bBBkg6564Md7JBpbDAOnJvNClZwPKQ4Bp
wkmfV9vctiFlO6cHY57gEA7t9B11hvOtkSbKYAd6IVjxjTI1+Q7MRxnSHxTdFU2OjsIslPNBztRn
YrtYxNWo2iqY4PLsDLwgqsBRGMO+/d5eWS+A6iAKAt3mBDt9bwUh2RjVPbbGTjx9FXHi3UekhULR
ifJ+cSPts4F24EbzkSa9PfL6lk4mULg0Tq25AhbNabAgbb2rdQoFQWHY/Y/Rw0xXRwJ7TxSh36vZ
P/dlvLI3OsSEnGpiNYk6dagpERWZujSLIEdKeE+Q3b+bS0gpbz/VK98BqH0TRwvhcVqfbgscMElq
+KiMSqnUB7201LVN8fWdl9XGGYtH45UlyHFi8fK4yiCpPlmCUydsNpimCJrOoOfCKnLya3N/ZQwa
0owuRosy6gbFap1PJTHrfTPShZdE1+SioitzUGf2npcz7BrsOKR/nq6K9knkWecqznqajQNbM9I9
SI0F7U5xDj74ct0QMiDK5NbLLkC0cvz1+2Y85xafUEBTcvK5pGGFHn1/vCgR7N5WJQWBP32jjCeI
8BCfIkE/RQ3aWqYTbDKebZbJDvhWu6PCHO1k1ep/vHgYCvo/xx39zcTwx4+WUOrL1VTngdv3GC2v
4dGSeRNwHSg4bz/VK+9qjZAR1q93NGL146HADuS6i1kUdZek2onCsfdyMLQzo7z6rnyHM9IkxkPS
czyKZ0g9A5pDxhHhDK9JNFcldY6gm+jijJxsOBP/vPz6mLln452cQi5OjHR5KZ6q6ZcPyvEAExh6
upMTRm9vT+BrQ1kcdZyzloApdxKeNH4bjZrBo0Ev8ja27RoB4IfmSutj+8y96rWhOOfwLCD6p+i4
zvKzoDU2x3oyBoQaad3Zh6HLoo1Fa+ZtpXfa9u2neiXqQg1P3tgTLuUSMGzHYxWiRBHVoZUrDdP4
oQB77Ac79e5q7BSgHFWNA3/E7h8yc+kQjJn9J0eqKMDjTxVQO+BbdKjMKfd3tdrSUnGOW/ly3a6/
j/VkrLxYePnHv0/viBjrnv0VS3u6wYwo2sVUTXdvT8PLGYcrT9uDSSjFRfr0ukUdmqTRANnRRFq4
l1GRH5SiP9HOhDoz1MuLEC0vcB0JpYl2yf4ePxAWBKsp15gjOQIYgCld5H6ii9hH24XlyEbPXSMO
Bm8+F7++8oikpHhE4eEVBIDxeNzIR05r0xYeDPi0RZsyjltK1kZ3MZm0HyN1vee9t5es8uXWHOzh
aqYvdF/DHt5SjNWpttDx+ktHKwBIAsDZn74AEjCOwy8kkUoB9eTXxT7thXqHjq4Bn/tB0+PqptfJ
JckYns7bQ718AT7XMdYTuUdegHuSK1BFplOpSbIAZyj/m2lm3mZAhzVtR93WtpHbUDGe5bm898t1
DB2YXKeA6+mCOzzJjqU1ygNVkyWplN0C/rDme3ronebMw60//jjIIqizViilyyozTjtO4G6Iyssm
8m+UEC+XqUCiDTSQI5ok+6rFRhkzjN540Kg8AghA9vX27L7ynFzzCZJtciPcfdc/f7Z3Ze1i+GZh
QDdjc6O/sU/DTE7xh7dHebmYfaJI8LLr9cN76hN7Pgr7Y4PODi9oFVl0ZM7De5KyxResjc5Zlbz2
PKtvpEH3Dge0c7I/zirWklEbkDDqfrSL6mL44ep+/fHt53llGyZpRe6U1CHpHvMU5rxUNW05EPKC
CQhFmJpwHemh9aatO0cpCCE/Dp0WJqttdggo8rkPJ2f82YnW29eodnfIvpDDp3MXGKS4/w+LimW1
3r08mKCnbj2ZMVJ7R5QSqEmJayBIlIszKvX0JyMZ4ZPmFu5E5a52chVgqaq2b8/Oi3fAvLBq2JYd
d/VdPtkc2B2bqBdWBFdyyB6k5mc3bhsVZ57y5Q2fsJrYiATEmkQm2DxZutqYtxzGMtBR583khKTc
p0ACDRwhqVY7EIIufKAUm9hAdk3P8vLdNuSwz1CYhxpks7DRcvdBoiv4ewL+qOP0JvlJO0/1uzvt
HD3uNq0fy3/Zl7qO97Oq5yaJZUdH6z/jb79334/+S0ijfze/7x+b+R7gZN79d6fl+v/8f/3Df3t8
+ls+zvXjf/77T7zTu/VvQ6pfPm8Zdfme/nWP6S4pT3tM13/g7x5Ty/hr9Wqkx5SkLzHgagn9d4up
qf8laIJbPyaSIpzoLKiyajr5n//u6n9x9HHz5Qx8aiTlH0JEtf6R8P8ihc4e7a02yeSSjT/pMD3e
oYhVSJaRjeZzYbcHT3ISw1kWeX+/FDJ0pqSn8JN742WHxufBr6zu8GxS7v7e3p/3/R3f6dexXNps
iert1U+Letrxwk1FDFQWkl+oI5b/QbDUOpucCB9NNMrSQGglmSm6RVD6lfmfZVj/GRx3UsIKm7Ly
aW0NDXqXlnwRobK15KrUMq6dvrK2NONXyGgYuvOi4tIZEb29/dgnEoR/huaGxh2Ari3Og+PnttoB
hirKpLC2kjkACJKEczNrYK3q8ZZriDtsnMkur1YLq/1coHmPM9dEn5CtQe04n3MCO6mH/PODfB21
5Bpl8cuOfxD6TR2a3gpNKqPhOrcrebmkortgSS67aFHV78IncUbpnfabKsmynSnwy1tNi895xh7v
mU8/hZStMCnMsPy4oR//lCUymoLet4T8mJbepGXp0MYrlX9wdAkBqdfo468QZgu0YvwtIcw28yDw
kQLq0cS+JK81N9eOJJLcgkYEBnbm5R2rEf7+gdRQdNJBlGxeBEQTSg76w3AbVN6Y3Nv6AGq2QPPs
oKkLm1K2ezKqzRXdCOWuVVqyVXTHnamTvvbCuGA9lUA41tgtjmfJ06QAjIHltLSbCWVXbUPxafLb
pG+1Az1M7hYaFMp3SGXZdSYz2usmpxy+u7gt/L3Hs+XGj9UrH/HLDcOleIkzO9IMls5pCYt21d4v
2zgLS5Dsvxoimd2EVeq+i5to//bcr+/+f4PEv6f+2VCnldo6khEyPHgmJgxJzKRwDLpUWhR9E8U8
3/W5cc4R/pVnW2eXvZoGc5887vE0dw3SXDPr0tBEs0s5EmRS7LTVzmv88sw0rt/8ybPxuZAvctHX
8JAnQ5WiMDW901lWYx1tuwz5xwLJcmMjxqU1Unx3ATCeGfMkenuaUAaFab8mWLBaPFlGoAi1ZIqn
NHSKvNjB65zv0pYtscBV95utenicNcAzvgI/aBQUERjnFObHTHfvsqIy90aXwlYye188LMOEQPLt
F/5y/tkGkKdwxeVKgJHH8fw/8e5ogMvDturMfYmOlyazZNxbCo7o20O9XFtPVmXAdzgOuEOc7DsV
2924IltCS4oh0OoElSM/7GOs8oGORTc+kxR97dEogBGd+i7PKNY/f3bfKKZqaUl4c8uAkLOjfVDs
o16fDk6t++Hbj/baUNT1bZ6N45bw4XgoOuDYSxHNht7gI1du6nxrpTLfTSOE47eHetqej5cxJh3Y
TXBP5TpHGvJ4rMzGElmX9PqZmc8eXYBZuayGcaKvJcfOBigVgGqvj5GgV818XQnH2FWN3yXYiczu
Ielt/04l8/glb3EMqLRuckK76K0zsqSXXxvrHrWDYxKEmOxexz/THU3s66IIMlJtVLuxoyvH6ON8
x/5mbXWn03ddaY5nJue190D9nXsuIhNe+3oHfvbKac0ElVHOWZi0Vbtqd036O+vZlUikLe3H22/i
zGCndx/lmQsp8LUZwO/sq8Qb3ucydy60ZfLOfDmvjkTBgoWFmvMJi/L8sUDbZEbEv4XxlFXb3I5j
4MDDvLOVqs8M9cqGtW6S/zvWyRSOok4ag/aBMItUfikVJObYipML+lqN0LNSKM3Krfpg9nrt85pU
WOiNW5MJLjK6S11m6r02lfiBjX19LcbZvXt71l/bRUgGcSA6Hl2Qp9nqAQjqPMgqCwdC2wuLbvSw
7jznQy/96jO9vefcf0/ufusOzoSs2BPs10konCqmKr3unKU0snCh0/xHp/vYXQxubQYDVRcnGFt/
/NINsrwDVee9x762nw4Sf6eZWiOQto00I/07ffAOXPnEFu2ZE+a1+eBSaq7fDWWmU3rJGPusNzlQ
puu78cO8jJq2EZXSPrHJZlelM1dnrhSvfNgEsWS52VK9Vat5/I31/8XZmfTIbSxb+BcR4JCctlVk
Dd0ttSxr9IawdCXO88xf/77UXbwuNlFE34UFQwYclcnMyBhOnDN2Bl3sKfeTUEtyWna8G7Fup187
m39j9n6CZHAo3L/uf3d57lZuj46S7BFqspsmU7qXdyCNNHAZOSoHKYdOUkEFfj3p5UltnPLZ1ID+
L7qW0foKp0MZ2trlvvmNK4h5Mok/Lo3RiVvzej3XOTjB3NedAtC+qzKzBDnWEUmJ6e1OjDERzpwB
ZJwDt3onzZKgOOtGnmS7VLy2HNrHpGvtQ16NXbhz3bc+JsAbnhEARQBFVh8TdlqLOaI0891AClEU
mnNKM2F6C3mDR39wOvf9aL59gZAI8TQDiBe8wCujg9EuwVBBURY1ffSxDezAYzpkfkTaojnd/2zy
s6xODRxN7CX1XJAQrwo3jhlqo46/hFXcuE4as51BpqM9EkXdIWsdJpmnLr8uUfr77Yaht5LgIkci
A14fVzhdNUPxQDdO3zI4PL4VkQ7+jeAHkpgeRinHST9nVZvs5U8bHkHKeNkSgiELc6vtzQSDIiUU
tL4i3OiZTuzvpQX8z6hPcUhKlEbur3TLHNYoaeANiONXtTGSbBKUQFO8MHOjd6E221+hi66+1FGR
faQpo+/s7KY9F6EoDb05AFyriLq2lNrQFUgYq6lrYf/RELcTRJXhsDAWn3c7ieDrE+RKmjJA8fg8
vqf8OS9CisQ2Q+BpQ+QvQZnJ1Ld76NI28xeEM85K1HxIIwakIrPe2Vb9tcPDsE0/kfYHnUzVuDUc
5ykTd64a+a1GGONZWd4/p1NlIb2eTO5fzPkXhT+F3OqDw2AdcBuUNNLHyramK9O3KE60pho96uoU
okYQqc1/shLkiDcaifvFTgz3OSrzGv3BIGegoCw1RnCjulDlpJqpfphHl/kHwRij4sWhof4DTAKq
mkDpm1OltaF60Co3FDv+aCP8AJIH+BtHC80ShfXbVTdQOOrFMsZ+3anZMaumCqSUqDxECxIvdbTg
OCzd4BeqKtU1EoO/U/IDQ/bZSc9q7aik+fwISwTyCbqy10LZKArw2zjpaFNSCaYdePvr9Bis+8h4
ll8tkX7szEX/WGq9ekyRkrpA1GMdkKQDa5G5jGaOY3+e+0mhIm65O+DF188Rel90U0D80zvS12kl
uhmzgMCF0r/GhCayHagQlUt4zYdK7Lx8W5+ErJl6KktGMXMdcbVul3UawDEfpRWlPWiz0TwMRgWn
URqb2sHVO8b92kl1GSgNh5/QjELUPSIP4FnW4jwAtqmP2ZKrp4HRu1MS5uWelufrV0w2+iHhBFYA
kOgVDHGpsqhCRcLPgHbTRtNTb4ji5qkyUeWCwDmCU7bZiwg2jcpdIVi2qaSt7mfYOoMq0Lnw+4kb
Stmsii50guL00NC9/TY6XMklt/e+vPTety+aLGj/v9mVd7cUdZyUCNQ0FO3JFdZkZruaYj7dd+pb
izPALJlyTADi6dXzFQq9jKoW5xOXhnU1l7Q59uk4+E4AuU2TFKY/TbA03De6QvPJUBtgDaMsNPVJ
QMACr64XM8CZVsI/P8AP/Jc+h9UlSAwGck1l+egOMdmjDPBTxJ68tKTDRD3D3jvu8rutNxi/Q5EI
hg0UCVc/giGEElI1Ssci1+p/hJjCS5kXzbXL0+ULn3b4ajewH5p4mmsXh/mV4cPyaUwL5UFCzd4B
pYl/39+YjaeAlwccP1E3cozrJ1azyDUbm6oR0Xjlt1NTPKLWM55g4YfNACjIU4eEwrmLR8fvKcx6
981vVNOZYjKo5wIuk3Ni8o188QZCyR8OSoD91qpb1BE4bjmA2Ce3icbjoujTYznDY3QMtSz50YK4
ewfLEFItSxAJKgyVsfMmb3k/MG4EGwaTFBTVb3+PBp3AUKPe63dhPF+0oR9PU+h8cUL4Re4vfXPn
OZR/apPoU64OA2leDo/ZxD1IU/MyN0J8B8lUnXjD4PRieiE4qv1oXLRCQ0JmmPTv9+1vRB80igAH
IKMLPmA9OaoZcWVFGdFHJij9zXXwyyiK/hOqKf3FrqLkqltxchybJvz3vuEtN2PSnyWvBGtE3nO7
xfkidYMWtjhTq/FcFG72aAfUwO9bkdu3vmu04wDxykYdk5m3ViyYHSh5QGcEX5rqxwghSHnBxnNL
O/xkNEX+eN/elluDcpOo2OLk8JTf2lOWVkNZCHtLrM8P5tKokEQFkAscqtpVPgeJk53UnMHHnWO0
dWCZrAQ1yAAwKPbVbrpA5C0SnsR37M6ExGpWn60x/i3m6X8IV2Gt5YqSOrJIa+W4I7gz5NxG7IsF
2j4HOUgC1NnuvYFG0Fc3smxYJzXnrxZKgr3LsrlKGS1TCAU+vH6GY9tB5sRNY99JCmZ58tLwQIlF
F6Yh9sTPtw6O9cLU6hUsimzKhz5HNM/JIYa2EBlkkg4am7zoTi0YvZ2DunVwABnQUab0RGd59QGp
sCixq9WxH2SJc2wWx3lXBbpx7Cf4CWNgQ4d8zsbz/dO6tZ+YoitCxMnRWbndOuWha6Yi9su2nhE0
QgujLYEb9MOwN7O9dd1xpxIbhDohc0y3FyPtk9QlWqInSH3tBPZ6Oc0V5/X+glaD2P994CXHLtEa
To0iwMpMl9adYAt96Auah1lvghNNa1pnSlxXl8wJnwY1ab6Dpa4+2qLUTm5ddb+7eunPelvXF2K/
0TOGyvBTRaMzBXmQJ5h0923drHZc79YnpwNIkx6EIQXsVXxnwwySQqyU+AvEOUeUd0yvakx4V8GV
HgfGM88it4y/d3ZIZq8rjwgqAECL5Wga92iV3cL8X0LeCsNYrrvFE6DKr0YXL1/mQEGJa+aEQ4+G
5iowk6OzdNfB0sed/vDGuulSgxcQDLNIrufbb6QAXYWmkPhHj4veF+oE1hFhv4trKMJD5D4+q0s5
7Wz2VmZFhUanvAZOwQIJd2sVzUVUzRqSjN6suq9qIHlbBjuyIYYpJO8hIz+LJvJ3WtcN7xWtgIGV
uY8EMaSAdtn9j7Bx7/gtQOkpqeLL1glPD15syuH+8AsrVE8Qj8zPUDUyGWvMw06PSh749eeGEoL6
MhrOhL+rK95nudsqRhn61LXV2s+DDvnX3MolvY6qnYswSn8pUZY8wEYTKwTC+twf769263tTAOTL
EdsJsRYwn0QVdlNfRr7kcngs+tK4jlYfX7NQ+10rJuJa0dCf7tvccN/UxFg3gTbgzjU8A/aRSUki
pDFjLU7PRhIOV1BSztVWrewCq0n05b69jTCKOT85jyCfRqZeb0+XPYmgKswCe0AXfEahihNzfcox
8tqffSWmp3RR99rNG6eIx4IbRFGM6NldnWjXVNBPKmik8BrPxxrxknNmqIh0Tmb61/3lvdpOEhXY
qYFAs5Xg1FamajpsC9k7xO+KAP43qe1ZLXGXhVAUTwngqLpv7/Vt5azyMoF9pHrLSPcqbtNU+EEh
BFU8RlHbKzUIqGEMQBAShuc+x6k2XzvVdv1WLYoLun7R1yhxc7/O82znAm0snfY16GWoTnRajStv
1Y5mzew4NSqIJaFzUJmiAvMIPZVTNns0Lq8eSblq8KsurzEloPWAVFLjtkIVW7kaDNS/rHy2UOKp
jGjHAW0bAughDYEHl4t+kW+hntuYUJwi6oHfuSIt44Iz1Oadi7+SHuA1JqHhgHI0gbEylrF6a0pV
6/qZHq0n+qY6mw3sK+Ys9CfmwYN/6paOrZJa/RVO8vALSLHuWUST+J6rlXkK20E/2YU7HUQQlb7h
5q1zSKEW+jUwb7FzvF/dXvk7iYFoe9P5YVb4djvccMrcoIpBYMdT8aArRvSjTcPgK3NibgIBdNN8
L2HE8lG025taeXWJpWlDpdOIgyYfWh10iOaGsYAg1SvtBG6gybU+T50mrr2Stp/uX6qNjw62kCAM
ggSHft7qo0+Lm1qjUGTndA4f+gxJbKrq8Ze3W6F79ad3Z8sk4XYvl2AsBbR1HK1AL6/uUvconld7
ffiNtdBUouGC3gBXZj00sVR9sijgk6FSrq3LTP5z6HUzu755LeJPfYoEnfn+dVkidpFwc+wx8Nyw
cy4F8oonZyiatxYbJOiKewJxB0Pb1N5ud0zplZ5qVSd7VDGM/FFnnAbTybym6vcmWl6dNgrfoBVl
V8MEveCsTFmM2kNX4SKpNE+NPwkj/ppGaG0h6BP+vL93r+4UiHWqezhOsgtaZCtTo4BEMAvhyQub
RHtoNOgIG6gCicE15NGiNnqeA/MTBMRvo5HB6cgUGKU2oluJYBGrt6rpetBegCC9EQHR5wyKTE9U
vQNTme7snI+N7bSIqeTAHjeLUP72y1WhGjphi5iFqU4AY7qhxMGRDD/2bgJr/5s3lH4ejT5wegwj
r2ECg2XVoRmNrgdnNHySdeJMj00AVuegtK39L2pH1VczTJNjLzLY9e4b31opFSLVISikU7QOI9PA
KKpcSwOv6Zx/UP+LHlA5m7njgFLuW9o4NxSDqAnjqqCRWfvixUjEiIMC+TnpVn9ou2n2qMdFH0W/
hM4xnxDqFrlbfA2DKtlJErZWSRIO6ENyeb2yHZsDiuaD5XoZnMkQitm2bwzUUwwNstX7y3zlwGAD
AjTmWnTy5UDyKmAMQJkaRRa4XjvChjOpy/DQK1a7s6BXwYtsJoExZbiAVAP2odsD6kwadJOAOzzX
zYsHBCjD4zQbxXuQWfolhC/57ceE4RuWxpAnqPA1Ag/aHwB4jFF5eQyTox21iU93XLkg7GbuvDNb
SwNfDxqOrvBrRFw6xnqkKr0Dr7jqPnQoh10SmrNSeIQo3RNjN8SX+99sNQT9x7WQsMtmKaUhxjTc
2+3sC+phEgzo2R0VIEa3SmaYsjnTkHMPh4+5BpX6IcngU55rw4GDKFecB8VdtCMEmsJ34U5nlEaN
P9//XRvHlp8lB1VIA2hrrtzQoDRGy/odHvao+IdJsmDwwnCYz7MzLR/ebIuev9x3ysZyaOh2C8xS
BPNUIIwSpyU4gxLpk7zIg0Nk5PrpvqkNT/AH4Sc5x/hkzETcBKmQFUOU2DHl2bRDfooSDQVoIDhw
gahQNkdGM3xx+uWv1s3LX/ctb2wolnm1dJyA9LW3lmGVTCpnZpFLAr93PQT1pQLcC4XWsCc19Lol
RdlNlUpglAJoha1Xia6wMPUQBl0ojOYnBvS0awMv/zkdhXa1nDo/zcYQnGsB6FK3k/kUumKPTGlr
vSTKEvOAV3LWQNZkgfKn6jTHm+HDOwzLKB4yNEc9sxjEt/tbu/VRgctQmiOzk6Rlt1sbju7YzXHt
eLqwlechnp0jGirmCWmL0FOTxCSb1YuDSNL0zUhkdtoEWQalsrwm67EYem4Ay9zGQWiz+pUv9ngO
DSzTU1l2Klxb+0ksT2EVYBAwUen8X6RXtXDrOewhHBOVmx0Wi5Yiqtk/rHF0dyKQ116Qfj+T2sQ6
UnprzT42AsSb6ImhZpMDGCxju4BkvBEHh37AE7OJexHx65VhT0BMgKsh4Fmj1HoLgaOqQW6oG9tf
TeBkl6GPn6daTOf752TLEKUU6EXpdDFEsnK1ZV3YZleZlqeBfLmo6Dl6BZgMr7b3HpJNS+Refy47
Q8pyi198rGJ2jWnMNAsAjIYeZmyal7DO0QguGuV/WJSU4WMMl3ARkvJbU4lWJTPaV5YXDdl8pb2Q
AmccUIvt3L2i29aqCEjlg8B7TNnm1hQjWLIUWlmeESToh0FcxHin0gJb2FUv2zDF8ADZmE4wTOdr
9fxUSk2lecksz6wTiLf7PtAulV6UzyhgjD/uH4uN8y7LbPTu5bKAoN0uCz1vE0LwwvKqwf4GVHZ6
HkKth9N1KOhdG+blvrnXURpoULB9rEt2KdeahJldhHWhjZbnMvTpJ+oA4bGdxW8tMeH4+VT/RWJx
s1aLcnNhzFSdLcoP9CfzNpDokqa9BklXXoD/0b64vyyZAt0UhVcGV0dewCvCd+Qcain0UJpQHJ8i
R31QukW8j0cj9lu3qHb2Ut7YtVHADn+E7uSNXkUOyxQgEuuyl32RW+9cd1L8TszZxZkieF8pn0LP
O9lXRo7ENS/m8cv9NW+dHMYyqXsQSkBvt/LJpIHIOMfC8pRpCRAAh+KiFF2O2oo6XMD4am8FULHH
hsNcDoUDsuA1Z8dYDtw8Y+YCqo35PQk6tNKVejQfHLgC9+p5W1eQLWXCiTkIqgmrE1SToKZGy+Km
IqONM4bTNbPL+QJsMnlrh5t1cSds2mYMK78iGkVcZmT6GDrAUY07powYKCJgaD3UTpqPPODJh6wu
/4dnTo7ZyIeHd4cC6e2170JlaJ2EG1LPbXqhPdR57hS2/NFo6LYlbyPHkYE+i8QMPBkmZZl1lCsc
fLMes0h066vTYNk1WEehXF21jHby3delbmlLDkhR8qU6s/YxsDZlYxNzUCyhuBNSJH0mjiiKBA+C
jv57266Vz1NDYKSC0LhMWsOsdwyFzkyGsZO+bbk7Dg8/B5ibQ1Bxu83kq0iGDAbLruaEJq05UpaM
jJ3oaMv7SJZsiXAkbVmzgSh1CwltM5gIyISOR0aFinxkDAdRzMPJCuDOb+PC3nl6X8edEs1IQ5jm
DMHnGrYgaqcB1m+Ry1dTfhaJDiJ9nKzTktClQW1m9MJ0GK5uhOjb2x2PzCQkl6ak/l9t6pzzNja1
YXpoaObPaVIgrjsgAIJGp5EP8D9SZXwbc8R/zy8pKn1ecjVkYFfOrhSzkrfGbHqAi8LTrJfK0c46
dWcCa8vrvLSy8jpQvNtxEy+U+ApoNWelHQ7d4C5oSQ57OJ4tU5TnwQ4QaOh09G5PJnKbqrPEmump
nQHsSw0glQ0B+BeVGfv3v9dGRkarkreeL8ZMJXqst7aWKUNWs1NNr7GiXvUmhFEdZO4D51tqxEVy
nROR/YaHtfiITg6yTpDqjd8dOeJ4/4ds3UbJ4EnTlkeECOH2d8SF0ZeaRgXVNJiQGLrOfhflzvL1
vpWtZ1lGiHRLwUMTmd5aiXhWUgbpLW8YGSs84NvNd0zUjdFh7EYlOgp4y3+gGZcVx2QJ2odBQSZl
pwIubaxDAyZ05QS/5NRaE9TwLCJ9u6SWl7kKIo7dtJwsexgbD4hVdW51Lf6NLAQ4zftL3woJQAaR
jJLKADxebbCRmGUXQuLOJ16Qt6SvdNQiFwEQezCmU6UHCGK+3SIgNADEKs8noI/bzUaecootWJgQ
qlStD62qqEjG4sZD0Qd+FzPhuWNw6wxJ/DBDYxBUk/3eGlQg4e6buOPrTrCWziIs34/uFPxzf1lb
txN2Fpig4R3g9Vi5mzoLhT0bPJfAFw1ES0LHHzK4+ZwydT/dN7X1zShYwpQCKwvYzFUKZehlbgwj
ftyKAgZvTZgDrEpBz7ACqt9M+W4PU984my8Nyv/+Ij0s9UhDtpFD0iF096g5SMAZvYATDOHJY10j
sSvcMT2pWuu8q6v0H2dsLN9yg/BodX18vr/610BZOilAKOQEqqC2u6YEglsd9RaLXGupi/qfGDxs
A6txpYwoZZr5r3I0lsyPkHxhwirVcoVTHOdPcFQo1CEKpZou89K1b8azyF8FNbXk0QJnuabPLVuj
15yJ0H5mktGfOkqhXWM9zVNpv90n3lhaXaA6gQDVarCkKdrXqkmL87Qo1k6msnGcMUKEIrvBLGj1
2GhzsKhGNpGP0SW/iGYm2syC0WtD5NTvf9BNU8AMYXhi8IFs4fZ0oXtdDn2v8j2LpDukNFkeEOT5
tBhTtRN1bVwcHDydFSlEz6Oy8gRj4pYMyFMQsBvRnbJRt08qQDfECArhG2aS7Njb8Ongb+hw4Ofo
rK8JOvtEcSoDoIE32kzXoMiHOA9ST5cI/a/omJVp+hkJBiD29zd0c5kMijlUWJgtWJdutdHt7Kkg
mjbLxXkCzzJ/oDpBbpkuwXvRmMvOjdx4Puk20rmXBR0G8VYfMKnnphDhQuYFvzIllhJ5hQZGTTS5
nOLoFH1+bsLZeTfGoj1GLuwT99e7uc0v7MsD9sI9JUPfVQsOEellsVz0VEn9NtOdh64Bvm+AGj+a
c7In57IRTNPVZXyC6ISuwzpmcNRwKsSU2R7qmdUlgkHxmJYqcILajS5t0CIWrKVob/VvpHL/E9hK
ABJhPK6GB0Bux4vlIujXZDZuBXZEGLJ4iaCn7GPjGM9l835J+/rSM3Lm3d/jrUtKeEK9jPYnH3v1
BIDfQCes4ZImDnVBcoXc67IiecKRvpmtBE9KhUSCcihVkM3fri+fm8wYZsqeixUycDyY3XGGrOc0
0ETw769q66a8NLXycvNgaYOJ3o5XLmwlonzaJdMCDTlSYRxMAqHTfXuvx7wkCoDNEvI5pQi68kB2
GCktpTuyywAZwHq0xIObNq5v1wHFGJQ0EdFQGxjY0UsfhsfSQKTdSmcU/YZkbGA5E83XNDTNowH4
429jVOxv93+hvKurMJRjJSlWZb3GXmOUHWOuMygX0NXMg/6pyYOfY1jX1/tGNg4TzwpP+J8iFCX7
2y8s1Lqv7LG3vWBkkC8wlQQh0goSidjem01+zSxAnfSlrVXZJJ4Ryu0DmISsuUE1wm0WW/MUq5h/
6pHb/oproEbPSoxKmA+qPv2OprQIj1VYpwrCVJbiHGy6C7afTz06d5Vi7emHvN4MyTlEL4gyNQ/g
2pHYrqL2AaAYz0qU7mFUkGDOmljzo7F2dpLV1x+X7IIXieEmijrE/Lf7rvRLqjpJBoGzYurvx8Ra
rpW7dDvPz2vPSJGZqEEm+zJQWYWnisVc16Ik5KkEaSdnqsor0RhlnTSbZuYbq+JTC6Ohp9Nw2Emi
Xu+lNC3DLzqzdBJX16vpmEihkWd6yNkvl1bTKyiI6uk0d1n6ZoeIKXpluH+yNpKL270M6gCZnaw2
PdstsndplKiXBU3nIxnMl7feFiyRUcjhJEcavbUkEdgTVCt8NVfpgEv3klepJaydtD2mydcvKf9/
4iNiBiKWV6MDalkCHM8C4dlBkVzCNv6OP+tO9pQkRPzpeMjqdG9e4bUPvrEpVt+snhUoPFpsjqYy
eKoTxkcA9/UxnqroFKfIx9/fzq1L8GKN6+O5TG430sqRKr5K6S+2Xp9CKgCX+1Y2V8UrLQvt5J1r
KrqlsRejCEzA/MOYIotTO8xZDxZym8t0USxnT4Fn0x6lGklxi+dey6CNY2YNsC8JL1ITGAHm1jk5
OnRFdU4BM0Sc73+55HQlqckQYwK/vj2UPRKTMWVSTkrq5CfVbOGZiubpmWHy6KjrvXNUFCs7642R
7DweWyuVg5rEXDTAXmUmVtMmY5u4wjPTLrw0yUQeqnQFuFG1QQNC+X7/Q26UwhhSpWPOk41HIRm6
XWndDHoNptz09EgJrqBtyofA7BZQ2AgVG2bW+wEEh1IFW/nhGMU3jVLSjq/ZWjKYVTkiY0mSs5Xf
5iWF2NueyL8rO/VrU6pnxY5iXlv4Jq6oke6hfLb8KKVv4jAa6iQIqzX3lTtGNLRND9bZxFschrs7
q5p9qax9f3s3l8YGUw2SbEPrFKnOYquvK2oZ8IdVvjrEBRMp8Hn11pQ9Ilwe7pyejVYD1sjTkanC
dUNvcfs5Db2ZxhLWFPy2RGaFg3rKcyuhlNrrB92Nqyt6xtZRm0fxDK9Ze87dSD0aVurufNQtX8tL
RcOY6SfwWdJPvQjjdbChHc1Gk4jaDkhBQ/7oVM0baonvqRnfvjCvo3Q7ZrfPs6ztOgCmCEZXhylL
+ywN9Z5v23QudeSm1T+OppFdO8okP41eUf5jzhAqZHYsPuh20J8nCJj3inKbJwxwgxyGg1phPXNr
xa0xLWFF3dFN+0teptH3IOv/DrNFO90/YZuWZHkBUCzU6+uhJ2ZRqQYEhCN55xgfg7l3n3qhtNeF
AsfO3m6ZIqiXN5RyI83y209aIzw7Kyqm9FnMlxjeAJQlkuY0x9neS71pSnpfMKIE6usB+hAV93aM
8UoJWdgxYob625KmiRdYQ/zz/gbKg3ibEjC9QLea2APcC7y+t6vKsg6mdNS9vNB1m3/1PuZ9EdHe
8OeGI4BFB7AraFAJUVrtXbNondbTkveSMWp8q2/s7w6KVE+KpX/s+nDeWdTG/sH+JIG8jKBRsV2Z
07NxQn5DCA9dbkbAUstmDiRw/lXKftzrfm3aYv4DPK8EZq9vumjbUeRFzLHoG5hWSt1+6Ezxw3CX
9PP9T7URevMek76RoEtg4upTdQXtQ9smlsr6yhAnSLvDvywtTEFo9ktjQEjsIC2bIoTINO+4c/q3
PIuUN5FVWT4jvdzbg4K4gV61MzHBqNoJOsiiedfGnfAUR+k+ZWkGeYKdtMkhxC8hjzhU8NNDaXZ/
C7Y2W14KThE0SbRXb3/EVAaz00xEy50iOuSO9bh6SBxmTAAhVO2Ob9k6tJJX9b/VPeqkt8boS+vo
zOWkOqlLmJXQWziM5tidGsaHU89camXeCbw21/fC5Cp3nqJ5cLq5NT1XDN0VIfHJ77TIeQ60eI8F
c/M0MdInBZ3JTdewTGMq1SirSRenskA0lHSrPk+MKPlm6tjKgUJ3+jmY7OaLYo3aTti1ZRvOAkc2
iOSDvVomHQ70mXEYXpnH2pPrQosS6lp+dK3G8Kltjn4f5v/GYZXtfNKt/eXw8DTRZqW65t5+0mnp
loH6rPCKxlbPdhxlhyEzxLmc5sV/+1FlnpypsD9DyNbKBxUCepPFohxtld1/Cjs1P+RW1p6ZezF3
FrV1ToVGcZ1QXeoUrnIshdo2hHel5aFX3nhDO4gPw9QwtjirklrH/nF/YVtBFgAZ+vxMdtO6XRd4
JpDDSSYBMk4dRP9muL1rVCfm4xToxQ+XYu2nmbE8TymZN4uV0fwrn8MJtpm43YGVbZR/GLfFHcqS
v1z8yh3E7qD3VkN86ZAtHJRGmZ+qEvT60mjfq2qpKM1b8WMtmvBaIKfquWqucsisihpnCiFYmNEQ
NY09aOJG8IeLZBiBGSSwdes5tKA0zT4Yeb5TBV4VMCK2p6qhcWhDYoZhYjYNxsk9uu2Nh/zG6Mpb
VRkshwE1XjmqMxxLW2/PAcDznWdg66xJEA+K0nx9Klq3FygP3CAex9jy4kr/0tuxeV46F7kdNXnS
ArX46/5Rk9dxFZzIEpOshGOQ8s6ttVnRRybkNMtTpVAEupD6ocmt8X2sDfklVKvJD5NRPRgRtb8x
yOMP981veQvT5AAAGWLUY40FNt1ksIHPAMqKYawM2hjiCOR1EReKivP/YgoYBIhx4pZ1FLFA6dUK
idGtymi6QJyOlGFR18+JJvaC881PyFAJFSf3z1jm7aaaQVrlUIzSyx5jGjpFqD/X/ah58PJlnlWV
e1CdzV18YW91MGFrrNoRNnrPrZTstDB8ciSFW3xXcfbaNptLo3MuCZboOK6zH8eZ46mloOeFfzT5
aGBPh6SusvCQFfXwzhTxm5lGYTegmMYgHm6IiRm5+Bd5npVTsIs6Sv4Mc9vHvI/1Qx1Yy8FNgjfP
Tq9MycW/MFW3btxTegHpsIzWIdb63mvrYtipIm9dOQpMdN+pIlMVWV3wth20JuFCeYbitvCMu05/
SAPNfcj0UD2bEQFgVrnBYxkv1b+6O7V7GkebP0BiIWWdF+LR1WvWBsHcRtCse1CHOOMhSQFcGMPg
/spLoaD9wH23jEE5KUqYeZoT7zEBbB1X9DZohvGUwsKzelNKAQ0yAZ7lkZco4wHQVw+ta+QYf09L
nATH+/d+c7Vy0IjdlhCd1UdlcjQrzABreqtNBzsY++cFJk0v6qCnsuI4h5NRCZ/sSrPeLea016vZ
CsToFFDqpm9FQWhlnnagVvQm7lxzozw5qGPxvVcT5W/NDLqTPvJx06Hqjk3etjsObzOfkKz+VL5I
noCf3x7nyW57tZlACrlav/wcxNSdKMSXF6cc3EsNX9qTrZTNQZY6jhBaiQPVlGqvm7H1aEotA740
3xyJ+9sfYSgtc/FItnnUsJ7rDEn7Qxjsa5ds+SVanlC8ShYLpktvzWQJ5CCJChzdVNvfAiGkU1RV
yWHKROdTqdgbud9c1Z+HBHQkvZr1ES4yJw46wJGtaFBynug8Wcu8V3rZOroyAqDWxlw3weDtopSw
ddOpJ/Gt9XAyjkrXzO+aDELL0wztWXxoWz2sfC469KqkyMgm9zYio/79C7R5jijLQO4EVwh1mdVi
4QBG4kSj0hZoS/hN5aVBg20sHpTSzrwynGxERfrqpDqlcRB5Vl6Mqg92oPBb3/flb1g7TTWp47QF
vBnPdJqVJWqetDbXL2mvpQdkeZ3L/UVvfWA8lM1EG2NKr4aVrX5CSy2kZCzKcryUZqdfXPQI/r5v
ZcsTUmqAuldKRDMUdfuBx4iqJQ1H0xuXKv4ZdLXID06eDfHBHYJhD9ey5YqQh6QWz5ANPEarPdR6
G/3nhfhVMZKGIVN08B6qeMyioxMZaC51WsxUQWF1SXjo4Iveq9hurpa4AR5SnAFshberFc04ZErb
UFowR+dU5e18WcAsMc0wjTt5i9y4dVjLsZTTRNBigCi7NZWOs1Us9G68xVTz8KClnXu0lbnwOrCc
fgwFq5fO+d4IxabVP51hFCpfT7jXBSxFuezcplZWXksr/VQydHZW4WR4VEaIAouQm/r2I0QRjkKw
RH3g/25XWgqS0T/Fsaic+ndNqC6ftSHuLgyc7gpEbV0KGdBSdjek6ur6A+pMuYU2HGNZk5SnslLT
d6NWhjtXb+uYyowNLJRkkV2vaMga0cMcDAVhqRu/zaItRg+58fE8x4XwGCuMHzrY1oALZePOYMrW
CcXVgrHnHy7e6rEWfahHJnNv3tRHw7WNMv0QsBsPYRPusY9sm2KCgQgIVq01u5Sr1eD2IBDzYI/L
/dnu/m2nYPDhReh2AqANS+STSMZB1c9LvHYyzTghSp2C97T7WByhigkekNA0s4OweuP85tMIzTrd
bwaBKR6uXUwbasNklAmh3RzGXic0BTpWZ34XpWSX901tvAiYAuPEEaHPth7FtQTzUEZCjSQse+VX
grjDwdD16J++qW1AtfkeQHXjMabdJf0n7LaEVfLYvkgObG1MY9XCpWilUyjPY66on6rAzZDQGNtq
fEjiKnNOk9MIhhYXOzso0zh/u7/mjQv4RwGJSjjoEDKw29/gZKFRVTmVn15YyefB7Re/ZUrz130r
WweGwj7TnRRWaCms3vtmIXuF9ZDgRguQxOvG+GfdK+UhIAzZyYW2TDEmRN2BXBkfttrUrHRblAYn
4Tlu1FwMp7Y+FCGRjaXu0rltmuJFcODJpYu1rmTNKtXlifkwzx6qxQ/dILqmPZPcvR3GO8HKxmeS
fQoXbnguAuip289kWah5KwMSQoMRT6cozuxzbFPVuP+ZNg4kwRiunw6WJP1ZpXGid4CUyNeGFLnz
x6p0/HmcSXEmBLedYcx/ukr7QwSpee3N4O0oQyAuyBtQ4WD0gXDido2NY2dBSaUVnpO2ekYlCQJe
tx99XRv34pat7YSARHa2UMrS1qgk3qLO1BZ6TXGjaxenHnq/RuhvZzu3rQjmdF1CFNLT2wUFddpV
dHQFgUFZXIhQ9CeHObrL/Y+2cQoluF0S7oFgJCu8tZK6HRprNe2VEG21kxIPC8n+oL4b7OTft1ti
Dgafz2sNKf5qPYXalB0cNBTiWyHeq8WsX6Y5io+pRcPzvqmtkwihnxQ4txhCXMsQ5kVBa6clsCy0
TDsYYWUctECJLkpkfzOULBIH1FTUS9NP8XkwW8Lb+/a3NhV2QcYtcc2yU327qYRcjGEVBOtMBatn
Bjo/l6KkkhkZy/zlvqmtU4IN5FeZG6KYuKqXqkGR5jkEAp6om1aSzM8QTdSunu0saWtLX9rRb5eU
VvpYMxbH5Z7b/rvdGfF1mZ2aecckO9X20p2HvDL9SCmDwzS2e8IemzsqUx8Ay5Sh176lSypr7Fqe
gGUssic0xpW/bRXtDTPQPt3f0C1LqGfKqJJRlFfkddOy0ESJdfpxfZpekMF1P0YtSTusuf/H2Znt
SI10W/iJLHkebj1k1kRR0EA33FhNA57n2U9/vqijX6p0WmkBanGD1DsjHLFjD2utbR7s6U54znoQ
DSG0FEhA8W3fvOCzMzO6saP1h/5E/sMZdPnB6OXs3wh8wwNaZ8WzMWvjH1x4ehS0cx36Fca2H9aB
mshT5DT9Jc00N+7pkYxl2DOJOT/CmAuXu0l6xHMjCi0IP3JEN+vTlLpdNXiTTT+T22Th0J+Tqsof
Y80KT21v1C9IxUu/HDk7qvLsBGMmjx19IjBWEJE3pltVrUcpjml1Zqp6LhAS90przVzeCC1AYLM9
iDP3lkrUR2lDcNLgGl8uVUrMfjGJ1cHwq8b9iM6Pq85h65da1IlWo+pWfdkGScxo69vndc8BwHWk
KSJU2xDgvbQ8Qk9oVq6ej73Gc+Y5LlzZKZsD771nhtBWlO6ov11pezWFniZFLdrwWaH/WzFY4Vyj
rnkQqOzdCCIIoclKs4IVXS6mjeGVRCHqZKvevFRFZpzrrpDOVi2VgLeN2ktDqTq4ELsr4zninCLd
czVYq6+1TtUTVkaTMPcnFS76uDo/bn+lvYXxGKH+hsg75bntV6qk2KGxhMaMKtOBqabeRbKz8wjX
OzfJi9odqmQ48C87KxOPnwD/QsO/EvBF+Vqu5EWCDWEMw+haqVw/tnMyH4C0980IdDEZAADDzdqS
OJIaKad8byud9LNejPyzUltHzfVdKzSRgYHjToAwXB6NuNDoUWTw+K3alO7MSFpStxkG/eAE7rxz
CHmLWX0U2cT4+kszejFWcjrQlTOsVH8uFel7iJYvuvXaQw5A633fjt/kmcEO6mgflWt2nh4UHmkt
Cd16hAk3S1RqMBJFGAkptsh5LLsGbVk9M2e3VWbdOjgcu8aQ4xU0L96gbaO1Qa261RPR9SkW50UO
eytQjYLusTzU1RzcPv67xthNvh7EXSLAy10duyhagFxaftXUP3GOzV9MHWXawZocpQF7x0SBK8Dg
FVQC0Tu7tKR3UolQQkh7o2jaEwol0+oua70ctTh3dPM0PCE6GqIWLvQXLg3lk0wpr+FjyS36lfWi
xk9jXXZBsljjXV5B5/PzadX8xkyYsDiPkfoyotB/SijVR1475Q3cSBMVb//2Vu8eYKDF1FWY8UKF
4fJ3KUj+S+sA4Uflaf2WtfHwQMZcD24zD+GJ/bAdhGpQpnMbTc4Sz8yKujmIv/c+NxVHQDeisAv7
/fI3VGkD+z1rQV+QCLyD6T88pa05n9pJPYy1dzwrsHxUVIBpUibbxtpKYoSDRn2DIm5s31d9JZ0X
Y2g9kyP3N9qBs6dGSfcH55mUXWDSiOSvlDfk1OwsqQBjmHXm8kWdGF7rKPnwrSCh+YN7SnmagpzN
zDaQU5d72YJ5ztGRximoqHO7oRpavzI1L8rz0LSyfrp9evauD3K98FvF5BywCZfWRj1a0iji9MRg
tbOX3K7RrdYba/kD1gYJJ9IM4Ik4IFuPMCAGI5FBQRlb6/dWq9j/NYj9/Lq9GvFrNwEo082gLaFE
KMrRm9VEvem0YYiPkykNPyJlr7yEsAO9OFGH0p3m5ChL2jv4OmVGUX+gdLNVvWJyc+SAIUQLwWnN
k1aAqkuzfjgNZZj9wR2jicxXR15H1Acuv1Q9lKPCKA0wHWat3pfFWvpjFIWnyo6PwE17LuWtqc11
1lrdqtrGQeJNg67Qm7QtzLn/2jNLE33n2XGnVVmDWG97t0it+qB1snckwe6hjAY8EIe7SaarPjVU
g+6Xr3e68SGDgHIqpqI/iAL3vhy5GKESlUw+oXAzb3OxnBx6SoFaZEvU3i3hwrB1EItPiItPp9un
cg/DBpSOMhUtNpHSbj5dGlVA6JvI9DsZjVVPbabwvUPzdr6jNzT8knra5N7YRPjoOaKi/GyuEeNT
mK9RNa65mMpXQP7zWS2b6cfU61J18AP3dhyaO/gAqE5kUZvv3cFryhVNtAL0ov68VMA+wP3+AY6G
8fKU0UA/iRxRu9zxKK5DO1Mg0w+tEgaW3v1byY10Fynrn7hQwZIkeASURMX80hJR+WxMKmhJFIkZ
Z2EWLZoHuawwmjQzVedAJGD3JFGuUxSktsjMNg5bHcu5VjIhRGc08TeHUuFdmsvqpyzMzYNq9d7b
JxRQqB6gSYDY6uXCZKgWcV8I4Azk0kAl6/WZPNN9mFv7ZbKm+UEyY+nz7dMr/p9bnyp0nxgKwnUB
cnBpU1nKWIdaw3Vs+/hpNmrLxbvWpds4nezX3XiEk9s1SEBC7vQKGtnsZ8i0BbuoZkTumKaOJIji
fG8sqD5jpzEho9KOWka7m/oqhczBEHYvF4hkjuQsMj23KO/751zrjc+KVAyncdVyVFCaRPZ6VPCO
AsrdS/fG7MYpGHBde+Y24WQnWfXaJK9pjdVHNL/9zeR5AgBDm2PbCSg0U1JjIe1QkmuQdBrKQhEN
0WkPsksyeqSHCKLfPjF7F0LIZyuvaRsO5XJDszbrRnA/NDFj3XzulkILokm33mW2nRw8inubCDoU
ogCxEt3ajalIZsbITEPKN4Yki91CBtnlop5wmKrtHRJKWwxeIoSFHrQxtNB/KpUCxns3Voz8qMx+
PYXK1NTBrJZ0O3LHDpyh6f+5vZV7L7EFKpaoBggVSerlVg6gfKKM9MqPIbecU7vv/13bFHRGnGiP
hiaZJxMkhYfIfAsTVncO/M1u0mMRSgmpUkom2yQcUTezJDcH4a5Og0FWo1QvRryKUYBTr7S+qQ3m
J9BD0urqwwQUcwIsP7n1YOulZ45G0roMSxkAbstqcfCC730SnlU8kwj5mDp3uTeoaPOdcxF7Vbn2
BNg7OpFAZ77Ty2Xqrlaj+EgGVQdbsmsVYAd/cIYgUC+tQsEfp6EnxEw1WdQXK+1nms3pI+KO63OV
UIyDe3kkO7qHx8f9KkIGTxasx805oC/FjCn09vwYONgJBbfO68o2fkEaxvJigMVfHQB8TyXPHjMi
ZJOoIUz+tju0uW4fyL0LJ7hJHArwWPo2VFCt2BxlZED9cozDM5kD8nWydpRP7luBl4++MMXVLQ1K
mnNwvQNJvTmt6b2mTvmTmRrSgZ8SHnb7sgm1G84Q3XQAH5efck4lTWtFtuBMeUcNxjTP6ZzN5ylV
1/t+sCq3CpHFN9NaPt/exR0JLNE/h2FFpgJ+b5vEWoOCSm2d2VjNhhfVlmQvzIvlC1rx0xBIUMGH
c5Zpau2Ohj09MeA0Q+BNfPBiNl70RkmPMLl755rEiaSaCIaq3ia0qMIGzYfOsohiwuW7NstqAhLM
ZnqLWiN7+1CZq8XkaFX9g/tEQkiNlHI2Pf/NLWZUsKJFqxiBEBZD+izVXe6nUSc9Z13a/YfIymC9
yHGk/8l6RY6hytRzxPTIy49PlJUY3cR6pzB0jHe5XljnMVXN7qOOKtuLOXfMkTQa7SC52XmPQf/j
sEDkCvauOPlv0g5Qk1ZdR6XtM6GwegzLsPOVtSh+dK30N9xl9cDczvvBpAOSU2ZnKEI1+NLcklVZ
QzmKczZo5ku+tKE/wzr9ZoaltnjL6OiPyNkon5xSTIpfpSPt6b3lUqh5ZSFwzLcankveRpKa67Zo
zIa1K41oGrgZ5dRvazs4Irqy1x8Hd0sEpJtrTS4OOEBonxlXd6stFtRY2t7y566Ov3TNqJ6tKYte
oOaYP5JsKNzF7OvKTQzpu7ZovY9sv3rgJndcC78BpA5Cv0C/t73vzkyZvDAv1D+tcj2TsSM8AFnt
LlwtBnWb8PKgqlvFKWuL9MCr7URfJHJ0+IWwA6zezcEeCsMERY3ppUiWj01f21+gtdr3yurYvw62
WpzWq60GWE1/Q3RvtuiZQqMAEqN84o9OnT4TETg/LbWAgeHEKhNnw1RRKwKDrH22pkiq3UUuZfWU
RPw+t5TTrgqYI26gttgVMa6uVeujD7H/CzkJFBJ4OLd9ZFMa4mLIEiR6Q2vJGYfTF0/UkrWDWGTP
DMUzgQ/hP+YYXN6zxqgKuUo4c0oYx5W/JBVQuiZf879u7/jefWK3gX+BNSDh3EQfxlClvaMhWgYW
LIs8ZUibT3Knhm5P3oLoS/Txtr3ddcF7Qd6BgUb4y8t1KVpWLrZNfJ3YS/kP2AP5h2UOR8iX3VUJ
VBRIZNa0Vcbu6lKXFwuJp2Jdp2e9SumAIM/tN5LVf0DL4uiK7Lx1CBfo3EsKHoAoNleksukApuls
+TXjA3NPzykbn4zcTGMvXociOlcKyPZAl5P479v7uWuZqjWprSX+2rx2Zm0bi9ORRthSln5a9DD6
xFvBwVRrk3e/UKgfVtLi37a6543o+ghdGbqCV6XDZq5yPcH9Qf0ym/kc2fOSnKgU8PakmtSckkSL
f8Zt4sReGaJ3cOAM9zwS5S9qXCDJwb1ttttclRL9b4rneqc0dJ3kMvrqlJmzuPrcHLFt9s4StSyw
QCBoma2wuSGdYwzEb0RWfR5nJwZvZm5oLs1TGYXfV9L6g63d+6CoflFxJmqiDbV5YG1tmlS6uzbc
V+1pDbX2rhzk98ZSNmdnAczeDs0RDnTfJBkvMgGkAltCS5hLZkGVkJFCyI4BdJoaWPK9vaDeuDrf
KjMtHhmcZBwgk/esCrUgsBVsK9f00hOouc00uFimzaRRpCikWAokI+rvozV1vpsMOfEYF3Uo9rL3
Nd9Y3cbJJlLDiJzRnpCWTn5xUAY7tfZoI1DLCfCIeibVHQaVaoaZmM+SOuinBj1HX+mn1USwCfSj
GcvaZ7ax+ytKq+WZ2QL9y+3rteck0dwSA5CYEshzf7k1mrREXUU3wo/naD1XThk+Qyirz7et7N0i
5LzFPbZ5ZbY5UbuEcmbQDPIZjACyuSh1T85M2Sd860+/bwqWBmVG+mwUyMVXeROkKjLDm5yeWVyK
MzJWWkp1N6UOdkaUKjm4P3t7B1ZBQB4ROr0aqFGYxGdlZgP1TfPsxJQq6ZSr1nhwePf2ThCzXhGc
QAnEr3izoDnNGI2tiVpbsfwEmRfdqe36jYLwEbZkzxCZJAGVKmYNbwf/1bIy1HkDbE1q6aCFmTZ5
eonOUxaRp//2R2J2ESwFenekTdteV7lmaT4KzGMFWfQRofwsUMGje1AY/8CBE94R2bCFJC1bnQNd
zXS47YDq1yQJkasfslNFff37iqz8778VlNdswHF0IugVbL5UNKImMEHwJcCx6jPV/TiwEtQOulQ5
qvvuFbdI/QQ/R4BYEMi5PBWkQLGSpbXl56lcnRW1kbyEqZPBMkaDW1Jp9ubMaoLOHhc3XCJodoXS
nON1Lt1YHpb7rjTyA2jNjr+j88VwUyENThd485wsdpm3asny5SFp/J4Kmj9VCqGxaiaeMQ1qcPsQ
7dpDG4RmqQlpehu38mQzN60BpxFPklS6QucpyFDQ+LJooXYXxq16EMDuXBBoNZQZGGsOe3s7N2Po
NOQQRwIgaaqnn2laRfcTkUAwFU5zgOx5bfNsshPqR7ooDSsiCd5sZjblIeg9nixJqUbTq3q29llS
2g51LprsH9JMMn8latcOvoQ7Dd2VoBoVGLSsGniE6Ty6i0Gu6DNGBUry1Fn1R8JgxQritS1ktzOc
9aWeADt69aqOn1PYEaW7RjnMd3g8cevmhPGxV+hS+ZzmQolElodedaOI6SE/KmWWDTfK0bc4xcTz
EUTcZqSc1zTth3yth5/q3OaS29cm8mbLUsqNJ7d9tXha3GQfprUa6jMSe5ocpHWnSr7ZFu1faaoa
/61NZX6Mi8j52MZhu/odMmRHnQVxOy53VzTyFNJUgBH8LQKGNz5VHxAlMZQRnIKt1v90zcIgncTo
z41hlGfHQq+zdghs+zRUeA7lT797cIV1XidCICHAsnmiBiYhhXUm7m4XRu9mp+47l0zUeGcaY6d7
U6zaP/7AIhAjZoOhaswLfLnebOHcKBZkZhuH/GwCB/EWU6teFCuug67u7QNPeB1wUWIlR9G5na+Q
vkt7lWPE6jLS6+sZ+4a2SdyfNNXuvYqZASTPynJK4VMdbOv19cQofSKUx6H9gte4NOpkaVRoeD3f
7Mz8S78mKmXI0XgOgRAfvMnCk2/PjxiwTc2ROjIQ0EtTUTpI0xKSWsZcRq9IpPB9lMrGQXnx2sGx
oDdWxK94c0qTRZuT0qRwXjNq+yFvyuEJSafcY64zysUaukh/8tnoRIHrg4DDs3lpMLSVXJrw8CSv
fR9U6pp7IMznc562AD9hv96nDKj87ViAVQo0pkDBiU7RpVFYnZoB1YfuVB93H009Cd0hHIuXqTlk
qeydECTCIFsgVUohYpPMVc3Qd5LBtR/0EhUTfWw8NCZNF9WYI7XjvRvAAGUhmILCEk/15arILIQg
BkivqGeUcjkajkfsEH5Gur1+Z66T4Zp2cUR53zswiMHQZQHtR+Fj8/2StdHaVWUrE1CE03lWkvbD
mNtqgIZA03uNVqJTcNuz7K5TqIvwKqLUZW88qYzOR9/ZIAubJlHvGQw7+nAYm6digf2jMZjjjF5B
df4To6TkgrhLmXRz/fTeTtBGAv/S5XIFqb//NjjE3bEk9Z60ZJOXlcrRQrd7CxtaMGQI7WCA47Y3
ZwfxGZiLWbYGFGFLv8sippqHZezVRT37auGsB1W57RP1ao+gFU4A9WBi18sDFGadIy9jsgZT1rcf
RLvpnGbT8C0Ll+YBEKF9rtNI/uA0VeipSoP2z+093lsvS+Z1FEo8V97Uqoe4VM2Z9VrxNytt5w8J
dHPX1Kf7Qounn7et7a2W+g5jMvHfoIo3u1uTmq4xfaUgClWdic5N/JDWpVye6m5p/pKlug8UZWm/
hsOcP/WzrX67bX93tXSK4d3CkSOCv9xtJgJKY9uNa0CBwkaSwsh8Pe7zd+agKK60DEfUzStZCPF5
EQpEp4waHs35zVWdmL44hjpcyqwvlbt1Wq0fIik7d0OvBPpSTL5US2owLI38qCtZ/FcMeO0gKti6
Q34Dd8cCFoD8LXjUzYM509Do+MhroOfO4k+AKbzUSHMvhawU3N7fXVOcJPIDYFqU7C/3d52iQq3o
lwRopgzPepzLp76U68/jXB4RHndMcV24pOSXNJu3sMa1Twy76xgDAr7R/GhqBRyzKUsfi0w62L+t
72P/qJigVMVbArpoO012jFIJEEckB2puxr4kr+gCzov0PSKsf06RoNTcUi+6g6hgb30mSTqhKX94
Ni+3UqshCZWMIQusTra8EHUaN6QBet+kh+MI904puCLuBRgKyInbFYY9SzQUaQ1GR9A+ZmteKAyk
5l1Bz+PromX5f6u9WIj0GupJWWtbRiQHpcYDX7Sz0UInVdB1QcpckTaYCDLYbS/JQZ9NX6RIlx6M
kpk26VQup3gd6c3APj1qsu7sM/GrKCIhkAgxRfz7m+hrLYxclfNICUhPlLMSRdIpNubk40zme/Ce
7Xg/kilaCKAFqP1uuXVFSdFdMTMlCJXGDmz+OtsKYtRJoS5Bo9XDk2MjnciAjtKvhjk7SNyvVyoE
N6APMuhc+IHN5dSkapYlo1SClpkn/lxE8T+Rk7f+Eq3r/W0/cO1nBe2ZpEtMm6BusXF7SdGmLbNF
lKAAlORZRT48DLK6PtS1U7ta2/Wfb9u73llFZnCBSoGTg7yjuNZCK0RAPZghhLmtPI13ndX/pw11
9mIoVf0odY7yIPOl3bUuc/+29Z2NFbKXRJtw9Cl3b141NczDqNLHKUAxvnyUkvhXYTTRi9Vl8um2
pZ11Ep2gUqWTUIkWwuVhXcxhsRcbVzS36hxUjBT8iCj/ch8ZJQXvpe8eq4iBl5KaVr6eTs5BueKV
qPE2IaL3ha9F6YeTCnB1C0cZGpryXTkugZmpsXbWzDCTXTI+FTFzM4rfdRQjHI/xXep/dq1000l0
A1Mvkfv0Q07qVLxvGdKZurEaObXXGwlzfgTtZHnsidXrx8EsempYiFgl93mXhq3bNDaVrswawnNe
TGV98OmuXQ7NCZrDdLBYG92Kyw2lMd4oUV9x+0O7OuutPQdKLYvNo26SR3WCNwwr8+ftz7hvlRuo
CpnFq0FHRZujdS1jNSkG9Qzdbjr3yzA/O0vZ/2pn0vZiLON/bxvdOaUAjm2hBYrCNoWJy6Wak1Q6
C1MWAiMPe5dBG9q9ZZRzMHe2eXBMd01ZtNJs5AhlKpeXpkD5aa3ZW3KQdLV+roFBe/hgyUNfsjj4
gNu+oTiRRM/kJNgBm7MxhQBzUVZxJgeFaWeelqTL2QztxJUl23zvhI4UmEn7SP2+DX5/O4nniO6A
2F3TQiemqy01kL+gRO/UY6JTflZii2FvihEdXLud95nbxgMtnij6N9vZDDUeHdxMSgQCu+YeZN3X
ZXXaU1HS68jkubnr2759mDWg8W7Zpo0H6rI/WO+OS+fGk70DjCcv2sIsEysy4VO2HB+Z0dfpUAwP
yZjG/7WgwZ6qBtGXg2hgx6BQVxECv2CDQMpfHiLNjiJVa5olGPS5+hRVKRXuKCrvEybEBRIp6IG9
60spKI40lIhc6JVuZ3BkJvU4mu5yYJtJ9CiV9gCSTQvRZYjN7lTl8/hp6Sz10+1jdH1+CXbEED2L
uIfOpfD4b8IPfeg1O67Y1gGskScKWwyml8ovcdmWj7BLvpeVAJ4Z0kFD8PqK4gvoMrG5fE7Sz0u7
WkZQt7S8mKrROR+yPqNBmyX5Q5Ll8cEV3dnYC1ObKxrNg55mFd7AsdMCLBvqlXlk2O/lVptOa1jX
nqKt/UEEsrs+EEYytG0hNLZBhUBi0Zq45msqlZ7+A/66+GEZvCdTXDgHN+PaFPkkTk7oxUFq3kbP
U21GRt8tbTAQ93kLhaJ3qxp/1GtL+m2/StGH4wK+m2sIZvnyo6GkkZhdu7a8Vm3uFSh2nqrO1l0r
kaSPt8/ldaQhUBj4Gu680LfYvBZ1glQiBDZMWepwX09j70pWW5yUGQRKzXl0l5KheSjowIJffn8A
KxpEso6WLZUfEDDQ8i6XOg3FWiF62gXymjT3fTmbX+LR0lyKRcpzpfalR5DU3ZV5PXzgEV1PPYxK
fwRukHvRTMfjwDvsfWQQ7oqIawWie+ONbASf2xDl9KCo1wnllkL+THOErpdiHw1ru74vtsK7SUqL
U6Bkujm65miGhbaGZRAZWukhcPljMmvnIR37LqhGbf0YL/2R0tq1GxI2iSxF/Criy8vtlnMrbHKC
uyCTwkiMh1ZdUxqXd0uWD34iJgQ2y6KenC4+mjR77eYRxEB+n68Nx40G7qXlFXhjVJRqFVR5bBC5
Ksp9ndrzWRqYkbgSKH24fbD3dpf0El9PyCAgrpf28rQMq17Rq8AoJjtIZCvzkAhLAnvt9Lu0zf6m
mnnUct9bI0VFWOZCKhPHe2kzI2gn5JOrIKxm1UutJgZnFHOZ5Dn1oso2f9v5cXPe2Nv4icmwOqdK
lCqY9Tpx1aa23lVLX55luzYPYpPdpVHkYnYDDye5weXSKinr6rCbqkBv9NFFDJQiQllL7zNUM1yn
dn6/gsfSSH8Q6yUQgTR0aW+pujwmR2Er5yy6s7Pq55hVTCdukaxsB8M52Mm9e/GKKmBEBHHz1uN2
qtlqmT2UAQJoxpeIjr/nWEniV8wE87tGsd4ZXZt5WaoVB6+KWMhlqkWTDu1+FoPwG62Fy4XqEJ7z
HOJOEIdx9x6S+vJkFmN2UGW6AhjgZ9+YARFyaSaqa21RFqMMaOsnqDz3ka/pbfdkh9GHkJHFD7FV
xEEMPtprI9hZccpu69MwPTFfriesn/UDruLeiaI/ROhHVwzJ/c0Xbu2aXLu3UJ5flylo0r4J1o4h
53KzTic77o9qlrv2HEIEGNKiVLo5wd1gMuIUPk7Qqnb2o5BH659aVSfZG5euyNw4qcb/brugfYsk
LbzgorC4cUFm2vWk6Xzauel0t6W2FwxJ2JwUfYlAodtHvPadtwu1IUOU1dAPIc29/Mb9ogP9NfUy
UApb9RmObHv26pT3dd30B+dpz7uKMimPCc0ilJAvTdlDNaNIYvPx7Nh5p0/L5DdlZf0VdsX0hA4Y
Pm8ZAL/d3tAdqwhw0ZZCcVWoOm02dKQYac2jVgWo53b31TxKd8XYR15FwO8Nlal4Kd2qA6PiAm4u
qBC0QL/wtUO1VYBMAeamq5M3Qa9YIxUNPXyXlfoPY9QGn/Eq00NsqNHrAJvHblLyg1uys2QUnSg4
8ZqQ0W9VLjtkidZJQ9NMmcLBKxsoA5MTIZSujtkny2wVL9HVowGQVxwvXmnkiEi5NaFte7XRZUll
zdRq2wcjXJsBnRQo/n0zGt+JjfX7qNfCJSgYKfe+mIEMPy5pH/7jVFFS+7MpSQdvz3YPxK8R3hGd
KSCAAH8uD9ui0+4sMtUWsyeX+7QbhmBtmzQw+rajn4a6aVgVR4ysrV/GKLE3k1Kp3AAJ2OqIoBIr
GXGWh74Vx+UXdrv8e2kP6eHbw/VqBQASiF1KqFcgPSV0qIGNRYgSTqE9qZKkfy0cp/NDLRruGVmW
nzqtNtw+SarHcrQPHNTWYQjrVDRFjVgXAgRi498kpdowGIyM1x0/Gur1KS61By2Sx4d6olh9++bu
WSIiom4DEEFwYS4tzW2lTahT2H5N1jO5RklJyrXtpvkql2t5AOfYNQYWR1CoX/lNG2ONY0zrqoJs
N9as8/TQbL2Jzmjqaeq6fLq9sr1zIki4/zO2eb87Zx0WaQBR3vZ1DeTZbs8WMJnzH1gR2SDNEcKi
bUuhNBdNCUeBuIVUc1KTzriL7d76eNvK7sYBCKFDzTvB+b/cOGuqmbsKbt5H77D4EE7RZ/Bww2lh
Uu/Beq5KXeLoCZVMsD0koFetKCQvLDWtNbiroFQpiGr5t0YvHY9HZHis21jxmhA1beRpu7PWjvYL
gdLvotdff8MrngNsEzXTTUQw1U2R2B34fIQjk4dZzRRXVhrzHsHrxVciaX2Qen06eDm3QQFGib7g
egBgF9iOzZ3rzVSP5STFmZn14Bdy201eWuJJw1BtzxIp7cFH3TNICC2aixROkWq4/KgwWsIkQ/6J
DnQI1amBVcp2q769mtKDkh7OIt05RFgDRoUiKKHWVqRhjPI6HXQHMeFeqe6suhgfYn0xTxZR+8Fe
7prihaL6g2thIufl0spwzJ1ysm0/VKfSV7RadhvK0adGh+D321eDeqgQ8hYUM6Cal6a62SQLyEdW
lTbTfVxH32vIAB+UjkTotqWdJwHAD+o6yEohG7QNcvpUGhVmwqAj0Obmh2VU27/pByfw2IzyE2ms
+ViGa+TJ0RRS856iA/M7/oxJ09xK2iWo0W1BVeoYJUmpgHRqljD9pGVL9zjZ2VEkt2eFHju1D15X
6q0bTxMzr8iaZ/yZU0BrbnTJ+apmTn3wEOwdfWBo3DfovAJZdPnRarM0jRZNFr9vp+Kvvi3i+yRK
R0/vBvtOoW3n/f6nAwEqOhTQqdHvuLQ3MHTUWg2arnk3DufCNusfjVGrL6jAq7EL6Dk7maNdvgvN
ofm7tLroaBTLVZonvIsQyRQ0Vy7fVZk5mRyTIq/jw7yXo9NktKEXNkP+HVi5/LmN6/KUKtHU+X1t
6jNDbro+YACi8xet3AK5bCexviRONB4cqr2LapFWM0xA5EJX+gghzb2+XB2EX1ftBHdmcW0tNO4b
uoEHF1X4z7fh+usOALRilhQFxSugkx7JdoouheOvDZIDeLna+bDEg624RmQMz3XaacHQGPP3259+
d+eBOoFxFm1/0ByX3x4fq9kdXGs/r+Lkc9qo8R3KVfV7aOrRQ9vJ2eJqsyrmp9dy5EayUX5Oeia4
g/gfV0q78lB9l40iPMLP7OwHF42CJtggXp5tZSOP9HwYwsbx7Vap3J59u1s7DMYLRc5a6avEbZn0
erq9HTsfHL/M1BFR3BQVnMvdMOomizI6+T5kypVMQUOU3TBGhgvPq3/b1I6/pHACssNkdgxfX/yU
N0HsZIBUVwretymR2oDR22AezK6GU531Xk+KcG/m5We9KfKgWBG0vG19x5FxzGBP4sdISrfdqyrq
+tR0YscHrKjdtcx1J0+c4gPHsredDPZE40Poy5ATXK5RH81VCzPeVBjz/5ZGGX2OOIOPjE49IkHt
uEzAVgIiKIRwCdIuLTVJE81lwR6OoNa8qkHDpkJi1bPWTsz3btK72/u3Zw9+PI83aSYs1M27KidN
0cpa54BT6Qso6tmnrouas9RUpVfn+VEb+bW7t3EPjIAV3T+0+ik6bdbXjVHGR2odfygh2iZxMqLL
bHVeo6r1w9JJ613c2KPbMmLSFaN/3QTl3He5xrF1ps68GwzzByp7qjebFNCZxzcdbMjep8Z9WNwd
vgA9mcsPoA7gUh0nd6BUJhrHOTI/tIWeu4AWw+D23h+Z2uxFzqvZFSWmplwu7lPFKmjYacmLocIe
v21q55oQ5xPuQhmk17v1QnEUD+mE4Iff6Fl01teSdu8qVQfXZOcwkR8hH4nqAHpdWyGNCLhvXzM0
FKlXie9arnbkWlGnBLU+wVnqbfPX7WVty8bC3YB9eC22ycAgNskfXdc1NE1Uq0Km735WbGpRVpi/
k+pk+Weh9PeMxkLvlmuSH6x059MRoVHie0XnQCnanJLKLFRnMlipGGNgI3HgOjTSn/WoKQ4qULtr
FIpLGBRDA8Wmv/Gv8bJQNlWj0B/R2vkJ+QK9tViSywYp6Sb9ZzEi9dlqpfC+bfr2dHt/d5fJkGFB
iwNhsiW6iIE3moU0CAF+qn5pFjBGi22EuetU4xGJaM8Wfk8ALxBABsd7uc4qtbTFnE08g12oLtNR
7Yc0yx7sFWrT76+KoovIAuknE6pdWmI6w0yeWYcIoSWNFFDqAZY4jEU1eHE2JsvBE7WXawN4EMNC
EPoRwk2X9mQjYTixHYf+NFaUKp3C6L+aajowBcyWXWnNoPOE5pe1b3IGtBS6V5ZdfXBgdxwAv0HA
LaCniyL85W+Iw0iHBFayZubo/I38c/O56dqj7u1OsENln9YwhbtXXt+lFR5OqTIri6LdWMhpYBdx
BavOEGrdiq+jKWScJKVTfndWKm6AgglnlHIGEedWdlFWqyxLdDn0V6U1vhryZH5Kp+jTb5+aCyOb
r+ikcbnWCkZmrQuhm3DZ1CqOTkUzTb9um7rShPr/BQl+LfLtSB9u3EvWFWFmaYPwa1Hx32D1+WdV
zdZ/FclMHhZpzs7NpKVfIjWdPYB1dfzQ2W1VuL0MBH4cl+ro+IjFbZ5tQgRqJpR/QYJvWxvSFGuD
viqhP8RKeqZwO58YmSfGMIWNmzdHGip750hIipGdiv78Nl+xF2U0mDCAOTWKw8xtIRoNLsWxdbyn
T2a/zCM1qmeAE91RhLLjhoDtEbJzU6jXXPWQS3124GdIvh3qwJFQvv8rafKGEVrZov9+rPHaHUdB
XKBNtvU+SbLyadJ6ZrfnSuV1WSNTBE6aYFKK5P72kdr7gKIR/z9Tm/uvQKm3q26S/LgsND+fneGE
Mul4cqSh90rSswN7e9vIDECBLkESA9ThpSdQnCacGmORfEUeZr9B4wOyy7o8F8pgfrm9tL3UT1S7
aBKIuXJX0PLR+j/Orqw5Tl3d/iKqmEGv0PTgMbYzv1Bx4kiAQAgNCH79Xez7krRd7sqpU7XPw86O
GpA+fcMaGNVBiE+2ELH8WCOIgxaRP/0wEtLELkzDp61ih6YvZwX0MrITpE7iQvoAxSo0kNB+jOXu
/d/01uvecK5owUVgp557iUe19njm+d5OZQTMLRAO7b2EWVsxQNbhBLau+Ver9i1kZBuUB4UmSv1z
fMfCR+n5i/DQB+80kugMdlvGjhXcsO5WkvT/QzREowO6Q+jdopF09n0bU2OOELR45/nQH9vewE8m
B+2l2eyw33+Xb22lDOQeHEqAh1/NOpGNd93cIhiCK15/4q34CtwK2QcZ/V82LaCX4ERg+IZU6yzs
BqRd+yZ13m51YfZ1sexhiqd51zThJc7y9jedx1OAKoChBxgIkNPtmf9I6paMdeNCsD86F6rd2MWq
qD136c29tQvRAQYjCS8uf6Ufj+pyRYMHhzBOl+mQq3n+AlRgXXhcd3vagSf9/pd686nQCgbzAljh
7LwY9/zMLPMmzmg64e9c1soHs7TAob+/zOsNgRoGIAIgmcDhetVS8VfoEw5eS6uEpeILn4AbLsdh
EQ8dW0d1IXF6YzEkTOA/4TbC/53vCadDBxdOQas16Ncy0oQcfDjYlTYL5wuZ/pZ3/r0pIEoG9wVg
MjZp93OMyAiVARAvYpypOcqeQVqjh2GcfVXARtKcGOC7x0AmJinWJCauqKNlvnCqX39A/IKNMwPq
yn9ktr+3JSxPQjZLgqjtZn7tdB9ctQNE89//fq+35bbKxqzdKO0Ydv29SmT1otqJU0BuaF8GXtN/
g5AobysmR++jFwxNuHt/xTc/IlJSaB9vUJDzHlW9jLBl6jRFB2oip3ZtakhAyLhiGG38852Oh/tj
qbOHMwudBYknWk2i4zudDPpmrFExhTStH99/qje/VgrJemyaEInEWf8AFgNh3jJDK+Vy+FAHSj35
lFzS1n3r3WGgtMX6rR9yTmcyMiZDyiDuKpqJHFgy/qQ9tfsmgz/0+8/z5kqIHADfI8l8hbWY6miN
IldT0DQbekqD2n8cxqYXhd+I+X9YCwD/jYmLWxN32N97MMib1nfa83Yy9c2OAUt3VItyVQpA3z9P
ySCostWb+EZQATgXgIz7aGSLp9nWBemPK43ocQok7KYSdwkr89aOwIUMLO9/vYlzAxg/nWkgTMgq
MFF1pZULNv06uX//O725CjraW4sfOOlz9qnIdZNnbGJVTVING7lZ3nZTvl5YZTsoZ9FwA46isYzO
8sYN/fsLWUfYjJl+U2HAT280DHX2kTdnlex7fgAOKf3wz08F6gf6Vxj7gX1xDs1tazukNUsZtkCX
HsOhNU/MDJci0evKZmMjwc0C5LkNunXWXow9j8poIk0lgjoqzRTZMgVMGBT71vsQtrSpGqTOFy6W
N17lX4ueBQra9ZJaljVVOgkBOMFgPwxKmZNqIkmLfHT6AgXyjR0CNWVQLXCVYQJ97tth5lBh7IKI
3isVlfiU5AQpx0t2R280Vjahvc22A0J02PJnW6QVm9IEFLcrD+JMkA3roDOfTXUlEEnKtPXCkx0G
eoBcVXM9kRjElrCbq/e3zRtBC3xv1B0ZVFY3b9O/tyn5f2s82gFBKeYSan/pPtdefYBuM/n670uh
tEYcxt0MBMPZZ+QKUzdQAtqq9vvpNDqvKdZgXEs15fmFK3prtp0dvs2uCy1OEEsxMNz+/R/5KXh8
YS8Yh2GGzZerDNfmAwxIuoPGTXov/a3vYAVv8Lp7CCa8/5hv7FasDTwQ/gfTo/OvCqncLKBJ31Ue
9dIqWp0ooCcflJHEBR6O8yUJ0Le+4J/rbUf2j2eVtO6XJMZ64AirMm9nUeY0nq5DE/ELVfEbpx9N
nQ15AjQjUrnw76Xyudc+j0hbhSvzf7gec30X8/ZBNnE2FBwNwO+o7PrD+y/0zQdEcYhpIKLOK96s
waFPWqhtVDIBXBJ/jh+BEQmuiDTswgO+tRTi5yZThEEzSqi/H9BXWyEiCb7d3My7mrbN59Cb5GGC
2PKFpd56l8h7QLRGTxzQrC0G/fHZxNTzSWHIWMHhAXJluRR76sMKhS02vl/nThxS8BMupFxv7c0/
F92e/49FM51EHqxAcC4yf7xKNQ3KseHiShjTXOVWX9K9weXz5nNujBjkzHiz54KFys6KdrWDbDF8
BWxUIBIFtJhHeMoUigU91Fpqv2ZlHblFlegvELkzVIp457k23FFYYrgi0qtLC9l68ilAZ6KGiGMk
RTHPc3zqAZ+TUHuVfCwyQHl/T14KouewxPR5yQAyLjPiSF8oQSRMfwn0yYsxzjQMyeBtNZdLs8gB
mi2swToNc/MRaMZhxG7T0XfLO9mfnK3zeRdqE+nSjPiTWKiDyBzrAVUq5mnsjn7S9arsRxp+bRBK
p53WbLkDqZS2B0ON9z1ZEnIcUtqpInBNkx8onroKTQPIvBbOhCXyUqaqmGgG5wd4b+1Gr1VgR6gp
wNwQr/DkK0H7AlRnqCLNBKTpQkE25FY1LP7dQnZtKgeIQ75kMwxyT10v9H0d0znexfESfcz6tvVP
HgZpGPZYxP1iESheDvWS8ydLA8gfucxvrte8CeJ9HHrqJ4ar3VYJaH5lWp3F16PMG1bMYWrnso49
e+rGSAZ3+ZL6N13qz9E1cyv9jHAQPti1mX8MfcO/QaZy+oER2oihWsMnSLYHyS1MopIQlb0Ivwnl
9Tewrow/DANTvwIPM4XSb/hwvfC6tpCKQ7RRgb/cA1g1jQdjJPvQys6jMMPuyfMIaIa/i3WT8tKG
tpc7KyFVWfjgRLJi7Sfvp/SQEBW2VtNyTUBoHEsPSgMfdISp4nFdaz6Xmpsoq1yUDWgAwE8L+sWx
w8BfQTEgL8Cf158Dpuq7YOl0s5vGWH9tmec21EuX0TJ3lt9KhKqXsCXhUjQjsIFHC2DHs29m1pVS
uCi6DQ1t4bVBOeS6krwbzC5oRP/FTqQW5UJWC7AH1eMOTERxstGQxjAcqUHPGVczfOKWQk5Dydrp
stYS34JyCZcSjEzil5gOHNNCMIimIjXUfUlhxF5f9VjsJ9CzUV9CEBojRlyXdVJg5rY8zxB1uO4G
mf6CqAZALx2p17Hqe2gLVR20Eroqyoz4oEjkZYXyyeQXNNVsr1DlZkVbJ+Z3iKLnF/PJfDUndccP
vreGH3XW07D0xJAqvJPaL0cBGxWYmsAhF6+VNkuZjZxQKN56jdpTZt20m/s+aPaLbwcBocGw60sI
m4jlYW3aNa34TNMeIh8ivZn4bPICuaj/g87+gP46gDWnOQo7UYRj1/20EvZcxdL3HvyaLX0Gv3t5
SnSItCpu3RKUHJX9jVIYAZTg7TTxTz9rSPZh6aD5M6IEt7s4kxoEvnh0slzrNWoH+DGLke0XYLEY
vgZu3XKgFsMvY1JYRWJERr7FoxfED3XoIuh+Kw18QKGzeeYnGwYjVHs8JZkugFFNfvRGgwY+ZikX
vzEsBKhnAr3Vr0YRknsTtMYfIOfN6rjEj6jFFYXcY1c0mWbzHe2C1RaYh8032dR5MYQVBcAFszdN
7dfEizFgccEwzOWUedkJbPrJFibwlSozHCj10bo4Wg5ioqYrZm9NXmD1RW+hw5OyCJKOwfKBdpBC
KOWscMbycXZUFhnvux8EUPKpgIqkae815K/zqRAyY8FjlyMbKNe0bT6NJvBIkcWN7eDuE1hMPqAn
ABWD0ZsBjVBOix2jPIqKfGFLcyCRNV+ShNZpkXU0D49u9YgoOjlnbN8vjQv26wpO7X6Bym14s4C9
37/YNaD1UzSxQT2KWsRPK4BpkHMmsRZ3CVBTza3OoZD1i3t1MFyD1kjYXeY7Hn6FjE2Y3+Z27IId
kmzvcRzZyBEQaJwC0qEiXkapC6MyXrq2OSjg7l4Iz8xNMnezPsoAMWafjVCOO5JMyP4gG8MkBCqk
WMshbVN8xMZT0LNOZ32IWD23+6QbwTvt68y8sKDxo9s57fvfDt7NK4C1qZZlVw8mvG37lX8aPafr
q5SC4bQb0yZ/zIwf9BVaaf20hweR+J2abEgxemXLJ1juWV4aOnvNDdONS/cEvyfarYbAcCZegpFe
+Wlt88Jx6TVH7sUQ2TU5ePoQWlDqOoqbhP5YtBXtbhqSdd3FnI9j4WvVhY9KNgP7gA0ouzLVEfdk
2fvYbndZZ1NIzTYZAKZ84SE5pGOXyqKd4kiDrUSz7BFjDc+XZapMD3dH3XhuZ6H/BukR1U2L2nM8
jLwdFQUWxm9Mp/sS7NU5KprJpNeomGx/JHbNyL7xe/jgcs8ZJNI1LHXiKqey0b+aaKXfdJS0qqSD
zLNKmCT6xDN/nm5aGubwySRwbHgCuCttd0OcQiAe4oUmAnIxD5lZHUQKiFqRkuQMV+itzcbeA8gQ
lpuEQoKHOfI7iDjz7zkPfPslwEyTVS1fwcRy6DYm0T6FhWW+n1Q68w2Wkk4VBNlAjVUaglDZfu6D
RX71KWS9vIJhFNntPeVZCHkMMdxmD7ptu7GIgbRrX2BcAMUzXM7r/CzhoCMP6EXP+mPq+dNSqlEy
REUIhQW7ORsE8HFs7XDRRYshOPKBiPZtbjKJIf00jYXAJHYusjUb/e+kyVtRbCoVETRF3UhQKoBc
ViJ6DXMB2UU3lg4qyKp0MJjISj/sEAG0DxMOuJHB4/EGAFgQ8xdbs3tj036pmKkXdhu6UVxPHuft
rpkkvwlI5/XHHoqefhnMnD7bFt8Q4i55x4Gqw0C0bBsZNpXm2pAC0I9k2THTE3elYwS5Yg3pvJaO
O/V1AZH53g4LAVZqylxdmqExflEDvXxydEttVNdoBDcb6i/GMmIgIp7SqGidXu4HqxPvAIZOSMsF
IfUzmScYMkBNn99D6xQht8d8lO0ChIKuSEwcNh+gQeP7iPvweC46qhsCb/XAJBIxTIdxOcXh2u81
3C+7nfbmIdwvNTewQ4ZyCN9F0bLcKzdMURkgo24KwVIXQ+JUc1ui7ExDbMbV0jsKkCz7pfpWO14K
W3dAqyExH8qE58iCgxaKWgUORN7uuXDJcgO3BRWfVMyi8MgHGKEfExXo8UC9WuO3Y7LULxDMnnqS
fpTjksoOeY9RNQE8TWa0iNtkILcyFlzfji2LDX7bCFJLEWbrEufFEmee/IocVY5fMjmK+r7uCUUM
9JG8zzA9SzozXts5XFHNhk7rY1Cn/R3F5IbuMtkxfYrrXNFph394DYyyaZ+g+B2U3VkISQ1V6nUT
vkubIyVDcOjjgk4B+uegAqumWAjsQwtnTS6OEZq03g6Ku9H8CPvE+FOAv209rBjN0MJ54TRVPc7B
uA/9Jf8BN6exLgIN3MZRKgplYh05uCZHBKnj9RwT9TFbUelUcTZnwM8OFHrHbaL0dD9q7vmFS7P/
cHoaCvQZAgQrWp4oRCIPWp23rmEehIhwtdhdMNXNz8Rl+YLz0ibfw7lOZDlnhD4o5CThDkOY+Oil
PjRIFk54VKKmYRpa40EdwtckVjfYf7WHjg64KwVBj+JeRUS4w6Dw74acxd2uA1rqNxTRYVo1olX6
2MSz+6bnvr2TPEKl2HRgzN10I4+Rf8iaJoUgs5FH5isKGKkAHyWsWW13adBFrIIWScwrMtrgU9Kx
bCp0vEgwIC0f7iHQDfaIx+OJlIAuhh+kA7axAMaa6APqLvlrXXV/TUyej0fX8/krtIHIbbsQyOgb
C/QasocA/0VqyaKOTZftVRd590M8GIRgFuUnAwOyXx0s3IaHfDbhPTZmNKF0oN4Txh0ZXDp63l1h
4lF/inuvV0WHeuKx7mqKhL6ZxEc8VsyuMzZQLNPk/r3zFhKUgxfoW5I6P0TCq9b6OhUu/qJ8ZLF4
lHrRx3ZJRbRTUQKKLkq29Qt0snHiI2KW+IAyYKpPMpc8K1yP77PLRT3dt4ucsqIzLQVXUli8bR93
3bU/h/7PIaYd7lmoMD3DiSP85QkKKahFk/bWaYmbLTfWbwpuEX4qHIX4awuf9KGSoMTBAFcnCS8b
IiD1ujStOeDQ6bUIaBOc8imkogznnELmJOKqJM63YRnF2mRVF9ngRjTYoxDbTOq+aBVf+3KyWT0c
yRzHAxiG0MuskrD1rlBPeHSfiin9yYyHMd9qp75BEb3yDjfMiDtkjQai7pCJwUaaDioJ9go3AJh1
6EO86EU4WAtZyB8cuqSrn/VqWtQKpo2SCki9NC1EiEllhOKWAuPLwqkgi5cuT5HKA+SboNhej6HC
342ht8+heDgMadmtCz+spp5dMTR91D4aG/g/4cKUmpLKrBv2feJw/ifUzy3Ob5Mq3Atp8LPLCKc7
kQRI8rs6HQJU8QmGKWIQxJU65SEs1uKcdEUA2PxcMDfYuOQCOKMiU7aD5/A8A5rmDTEAuFKlPywz
k6twbVOFi5nLoAiIL+ODgFVzVw1OtrYySQbWcyM0Kb3B1gs+MFRWjqxNRVsE02TyMo0pm+5czce7
HqoYugBDnuS3Ncrdo+V99AUz2doUYlZCQUedRE8tA7qpSrxm3TG+3Q2RCWFc5vsT0vqwBeq4dCYz
j2msQPYwKYvbq0Gix1iA8hV/hA2TWo5qbMmXFfkjTOlp8B3SzwO/WRtojuBOXeVYzgOPHsIBXqkf
2iEdf7Sxx4f9iqz2xa24jEuOn/hbAEqLSALr+du5R9OpQJaom+MSCsNR2a69LscJMCyUakmCBCKZ
1tuEZit2aRMjbRnW9Ps4OEuvuBpg3pTOeWxLwOwTNM3ipM8g6eAU9ipcP3GPpYqTOzPMS4ZGDhot
91Bu60wBpKF6CGlfr/vZd+Kl7xysq/PEEaRUrk7QDQpi9ryVJbjhELbnPWpe+wu3QdBA62hooC7D
Dd5Kmrtmn0gHS1G3zOuup8Ij17Fm4T0QUMHTMBKflb5dzAmdTYbSKcvahyFOFluMIRRMihSSkXGR
J1x9Cuq4eQ6jKX7RThP0qOtRHJyG/EiJug31eIwSOME5JPKqy1erCj3kENNqxMhrBPVgecEFkIuy
m8z8PRK+x/EBDEXzV3f5fb/JSmGcyvqfIp71fIBBiZI7vFOIoac0DR/rVYSwz3Zr1BeegOTrIeJI
CAq84+nH6LeDKVqbGldgPiM+ZrnQNwnwgqIYsB3uJ9HyLw1UWF4altRHpLPeDHG6vkUCotJTN6/y
62yBEy1GSdApGCLZ1wWF/xk6uJn2emSNXXClG940h6gPKbpq01ojBegDBwUNQhHr2nmam1MKz9Kx
lKqRrBLaRzng9yK80322QOufGTvhwePgiJcxUCj3R/FY4e+wTzCySXDN9pHsdnSZBbY+YZNDLqDH
Z3RdMh8JCXWPLTL4AY4CECYo2jn1fyVocdOCjS3PAVjm6rkHIDwtxmlC4eoml99N0yQgI9e3wVPk
+cF3wtkclA6GCT81J+Khxa5fy0SG9ipf6JiVnkYackoNxAjRlUzEFexpSF56rY73bEFxC6s3P5uL
LshdWmVjPXvI0uZ+QYQam68g7/MvkgTdV9X66D8of6HJXtfj/KwsE4+khf9zoUiqwl0yJum3mjn4
I0t0nFY0mCP/uYm76GbGKHwufebBIWPNLP2VzwJJoUEBhWAQJv63NGIjmlnUUuRPs1Q3KZRbPFTr
3XoTgiXDSktWzGZDItKPgWrjU9jZ7uuQQI+jYipJX5BzLTiNnkyfFHzFxx3zl+4Lhhjtc8CTxQAM
LuyPACSXEL2FFYlQChdaBlSmwaQX/qXieQmA0iq0Ju4zQBwIE6Blp9ilsBAIKzqKAClU3aOAG5Wz
h76Ggx4Ee5L4KLOG+gXvxILGSG48tuvqaQvbcNC7lzxwFA2zJP/pmFQvFsBwVQx5Dsn3SE8NUPEQ
KXgEhyXj5aKk/OkrhN4K2yp5WRCbPwMqJj43iQrRgmgSpBG1JxBFOZfjVGZN583VGgUwjhBZi1/d
TcrP0YkAWhRSQsR6O0dSud2H+Xga7YxQMJuouScehYxVmul511mIRpU2bnATzaiKXgKNTAqkjiE5
9aaH2x9qnfizbjHAu0s6VIclbm2d4XjoHuKpmnEH3TaIU538pnHhhyHOsIdWC6+pks1zcq/0ChmK
yLAmP07o86LEE2nMriJ0GnmlWcuvxshZu+99T5Mi6P3ElSa1Y1DmkMTuqtHFqS1ClWY/MISZ0AuB
yTHyTvwmCMiiuXwgbTBHJa1XBw59x7prDm8U7zZqUervbES8sch1hOYNoUmMqUcXBUjNbS7QDVet
fJqt3zU7I2KnC90Tw+7RtaffdQihTsBoO/1B90mggZQc0vt+GDk9cVz1j0IwC8QiQwVQgdkmTKEA
YlcgsznkrEMg4qmEcnBw0Mq0vJKL7Z8mnaFeNS5DRl8j9ZgwsUvJrYD4JaTEtJ7vgOdHs4iAbrQW
oUlxuSU8wSC18yLYGfdqlmMRoOX4FA6zx45Ete03JEUoBr16zKAlStCZAcGjV0+pVzfxcWKJ+NyO
rTjRIRLfmjyuP5nFzenWSYY6rMZsIi/nFgVOuSqVXGVDN9qyp9IgxYZspigc8rX+4PokdyeBxt03
mCXED9TLuqaUuPxJAQJfwnf+HAQGfpK1uaWRyyCBgV5MUIB4jIbbkCfeN4dq456tif4o7dJ9EN2I
XGvIRf4RBwyfa8zr7lrMNYp93NR5+OgTz2tOXUgjoHX0OGxlRmrxZzx7rShmLkvAwdlUOkaJGKOm
aC2SuiVBkbmrc4shPlwCx7YkvE0OMbUhnB6GLha4LFPxgDgyfBADdy3uB+Cpd1OdBFWUyCFCW8sG
t8jmLA4V8NVJfjONaJneTCjhIAwEXY9jMjv7kMzB8t0MRjdXRCsERGpUeFR9yrJy3vTPS1En+Ysn
k+CeIujgMI9UdxXPHPkEtn2AtmwzZN+WWgJ3MBOdY6vVJnvq1DS0kKJOAdUf+mnMioaAtF7ksFVh
h2YOTbD3c7QHcM9JCgzGwPsa7b2EdkU0ZUZtWW1+4ALdvJ1rZfDRxDH/lFAT38GTboG9xgT9zFJQ
t8C6HH3CAu4J7QhJMI9AXoMw9nXSplZHoGMopPEJ/7k0gEgWcgXSBB38zO/3+VRzv0oHktwP2uCY
MNdikJPS2KHPidTT39mUjQ8ZRmO/41DaFjKESIkQ49F2LXLaG1LylSbPPNbtM9xsgH5YwZY/Uhg5
dTdiMCg8Q1wGqGTSzF2hEwe5zYlmqnkYog3vngyT+HfcyUY2B3UhQ28KHJG/R4o6DETPJLymwPEZ
blBMio8y6psLEJA3p4hAYgCUmYEHcg5rjxnsQLqa8Qoin7d9PwMYZNgBGK70UEPfuBQkvwRGemtJ
AF1Ax93AJ4CE/v1gNlz8VJK5qRYoFW0tMBLupE7qHTSckb0IYBkOzZT/O1cT/q4B5jV4qWBnncMH
MLqkHuZHaI8NylR2ghe8RzJ9o03y69/n6hBwiQFz2axeszMsj9di0tDWflNBcjs5tvC/LRsXGcxq
PHX4H5aCbguAUIBmvtJvCU2NghWJYsVxm98nGFSdEj9ZjouNLlGHX2N3AEKFJA2AXZv+QXr22QyO
J27SrK0gZjF8gGyOuIk1BrzvP9DrQTreWgRuAIQ44o2v/ffmgDa9rc0mvohm1W7yZ7NPc5xOKvxn
uTTRhdU2NN/fcBYQTmHADBwjUhLY//69mgrWAY7aUHHKBoZxw8rz/Ui9+8SgwM2YnY+KaI5RoK4P
UewuEcBeHwQccJB44DC2CbSes3mYmXsTOKhKdjXmhpzY5QoW9uIpJmh81qlEnSbI9PD+C36NxICf
XQjcPLSN4JpzTrTNuzaLh5yoCjhKW3adUmjkdh5ufvAR/nkpCMkBSYn1oA12bs7jasKsR2xfQVDV
WBStFC7EVA2YQYVp1l5Qo3oNTSIbA8kHyhwjNAA/zr7lNt5Ppw7efHUkr2bIVuxQXaGyzjB/7fPh
sa+j6ASi+4WnfGtdHLzNTBwCmijF/153mKADi+KbV1HbZ7fW5+39nK7pDoOjJ9aH+jC0cLgOF2zl
f3+9OdiKIYFBD8hgZws3/rRavFhe0WmaT4Ht1lOYGdNCv4mj1f7+Ym8+ZQ50dgaDTGCKt5P0B8AF
rV+ZGuV4pXAHg/NkAoVGUO/vO7PcY6IoPw4Eg1vMri5pZ7yxYcEJ3wDaQNnjojr7rrGzITg8HtLw
xAewrLfRQSLRPg2T31/YQm8uBVE3iMohfuGInD1kmyCKNmp7o3kEPh10JxNvovexHIcLx/Ct9wlx
ArS3cLeDp3weeWSLdNATvOpy6KxCglQdRs8KKAuHwWcbjeFhCROzg5ycvbBfX0dYQI63CIuFAaM9
9wevfTlJ6IVjv5oYzR3C/P3oqwDOlSz52FLlPr2/c95AY2LBGO4Q+abhCWGzv9+q4hqqBvD4gEvn
sNxFtXJlp1CcUQXLrjroMLVD7/LUczXvmGfJ3vTtJeXm/yhzZ5Ee3k3gKQIWv6m6nd1eSKI1BARY
Dwx5PV0D9hSl25AqulOsne0Oqu1oVjEKDe7CrgwlrtIoMHdo54b30GzBJPj9t/LGVgN3GwqUG4kE
etLnL2WJFZARa1/5FBJyACvNyPnT5JoOK7uQI7y+uHFrg+Ef42JFC+z8gzNgoiSnZKgIt6QwbJyv
gXPwL5ydNy6zjZEKbQJcpLBc3LbdHwFC9HiluevxQGpC2t9n/EWscvqY1Cm4qCv87CZPuqd/f4uA
OCQBkL6bB8H2lv9YFBPpGTlP3lcrk3MpchcdYyLqvWJiuAArfHMb/xeCCF4kdtDZA3owQlsBoR+q
mNHPoxH2EFmrSmB5hhsYcNTHEEKJe4hdqs8iWqeS81BcUhJ961P++RvOdjENPRrNmuB5HYSD0Evh
ww3zePjvwWnzYIdKM/CFEFA5R2tmsEJeMA2psFZaoAVoaJHUmIrr1cbPwGOgGdB2ln3DhXhJO/mt
8IQ3vEn3wfEZCrR/f1LQIlfEinaoBh6bmyaTQFIubAKaEDJ+2gOG7P0t9OZ60OBJgZ6Gtkq4Beo/
tlAzgpjv8Qnysz5fKgzrAdb2unRvE+BxzKbH+/56b7BSUdAluEFxy2QIi9s3/mNBcDSpvyR8qOqe
j+zULVipFGFS3yxz2t5NLtKPSgGhM8DUBobNM4BjUeetaRHGNq+o6JOr3nThl/d/15tbC7Jm0POE
Cnn6H9z0j59lhiRqaghMVnBW7r57BqxyDxrPF9KIN9823LWB4cath4783w/PjNPo/4ZICVdMABri
ifsumAFOQ4/3Frbtl4q+N6ISLF4QaaHwhBnxOTSepVImFg3BCm6o5BQao/dANiUYnCFh82udPKzZ
JOy/PiWyUBBgsIUTCCiH5xqlq+yCGJ2qoVLDWL9kSdt9Bi1quRsDt56WGJTcC7fJ6+D034qgVcMG
CVn9OW+U9Y5MzcJElSW6hQJvEn+MOcH0LF+zsgHSuxw4tveyaEzuggwoyh442Pd30KuUZvsNkEpN
UfqiqDkHXuvJxm27eNjYfpZCx2rNr7p447pZjNwHTsN97o952Upu/lVPDiuDmYNXDpEH/ICzXQUk
TaTrVkGUHHbbR6MlrYBFVcW4zDCFsvElbfBXu3hbD5Qt+NEjTr3KaHCFLnRZewHTm7D9kbN05LsM
TdTnFUKrsgzX6ZKdxqt9jBU38vHmjQIc97nOgusJcEBo0YBaZWFEl6Xq3jLgUxv471wD3ZjdAUKZ
XQgJr3KUbVGA4TOIMqFIPjfibowdcijBicqM+VAQsoIdCfASknx+KUd56/m2+xurbJDF12rrXhgD
KDFUTeZzWSReL/sjNMOCvIhWXx/QLOy+D3i5h/f37H8H46+8EM8ILWH0v3BQoRl0tnWEBZYUiOCx
8sAce9RoYmMiRmAFzts5gkIahGo//x9nZ7Ykt5Fk7Vdp0z16sC9jo77IrTYWWcUiqW7dwEg1hR0I
AAEggKf/v8iE/lZm0SpHwxtabYlALB7ux48fJ9OX71uRhL8AJtQA/2OcvEshZMNKSEA9U+LRlzS1
4nBT2nCe/g/WhIIp7SQC8rwq/wX0c8bUj5t9KJr61iCVtgc0EDdhROYnXebxw9tz8qPdTTYVoAx/
Tl/D5zY6iVpZuWD8ezG1M5VLZXpQRuo+IFhXIHyVX6uMfa1qwhpwG+q6NxO15UuJPuFXkKEqKfbx
5JJ0NuPlCeciUQ8xnas+BLO/yH03p86/pGEH73Ozrp58e+ziTdUt7rPoQaz++pQjsYn55qYCNLy8
DEcp2rGvY7Gn/W21j/pG3JJ1SfeoclmHAMLjFfv9g5NmocARIYhBE3rnUjWBDIVTJ+bElOdOdjt0
8ps3+8k+RC7n8Pbivrrm8eeojCcEQtUNHO/CtVvcOHUTG8JEjrfcb3wzc74jk3dN3fD1XaD3DxJc
LKnGJi7Cm2SiYQtNv9p9UQvzAMkXVWnHMe7DpZw2jgdFs40D546Q4Zo01etIT2O8RNZYEorE0Pw8
3760Po+aYHLavQMZidC2gJYZBOlOImY17sXg+neymYa9neLnuDISH9J26P9JiHSt2+7rVaUrogMa
ZXkWJ+lSXLuYwO9NKJlIBITxraEm9XsE3P40Sa8druzYHz4Lv5IAm3Q/8o7nb02cGgJe8KywNeWm
VA5qu1a+bNQ8F/u3t9CPHkVpZUQXcYvSo0txtXrwRLOEXrs3597dscXKOzuuPhdWm1+xzq83qz6F
6B4gIoxa5aUlgijhUOwSsZSqWPoNOWGqQtI+EcmV2XuFA7NnEJO3mD7agHEfnM8eNWPt5A45LaS6
+Usv/U8G0OVuGfN+7/k0nl4cUk6Bph+2RltcOZI/mk9eEVhCy/Bw4Z4/vG9MZ04X3nIyyujQwc+4
g4+c3RbdIq486vU1e2wHSMtyzj++xMV7AhlaAoJstw9yTx5KYfpPM57T3gxiAbWWGMmDaBN1V5JM
PzyTAayZP557geHZfpuaBb1VIZFjE6Z2TO6qKrQOdi36Q00byh0qh91dlUcRN4zsXha3C7/WNKu+
Ztl/sKUI9GBX4ROChlzC34uboDZc1B29PwZ/SyWaeV/lIrgyzz98Cp5hgFazz6pezHNFQ4SU2Lzb
z7CpdmT45ENDNvvXv3wQtfSCrhzlQWAu5xsH7VGLq7Ht9vTpqm/EOKd7utXZG1Vb6soF5fNR524S
1cUEMwRuZH6wruePalDMS8LW5oC0ZbcPS/pyJr1Tf1ecp02okMe5ciJ/+EDaPpu8A9mZS8mYNFQW
bNCgg16CjONEOfWuLLx/wyWk4NAryisL9oMzqO0mmmJox1DUdHEt0oE5pe9L0yOQkDjbrPZMAI/S
3M5M6pXD8KO94dG6lQwhFwPav+dTSbFUoMqIDhkds/1sTXT92kU+MgNXluxHz8GhJmRAssUPL+tD
6Qkn0qJIkN6VYbiPYvme2s9rvdJ+NG/HzpicqIDEoB7En1EDYlkjiaduP6URMrFwAw5JMCw7r+aI
v73bf2C7aN+l+1TgVfBiFzaktzw5dkrQAc51dKtfJPbirIfhOmbqEb15fztk41+WhGTbkw8AW9To
a3DZrYz2WqkY86nfWxVBe9RN3a0upxRzb125634wk9gBM9Ttk3GdLvUCLLKB9RTV/T7MafUxFbS1
y6kb3k4hbJu3Z/IHO4NpRBYo0OIEJALPF63XNd+4Tv2+pIHLE6STYONKb7yyz39wgrnRLHwSZDsj
77Kfp1+j+KUWl31eFvM+T5v0thZ2R38FWD7AyP8HD4hELlAwarIYw8vMsR33jlXOg9w3KSXfg6mC
TVvjAeZVqk54w3/9pv47+d48nQxf/4//4evfGjGT9EnlxZf/eMx+65q++V3+j/6z//9r53/0jw/i
e/0iu+/f5eNXcfmbZ3/I56/P332VX8++2Ncyk/Pz8L2bP37vwRyPD2Gk+jf/tz/82/fjp3yaxfef
f/qtGWqpP43kQv3T+qO7f//8k4Nn9F9//vj1Z++/VvzZ9mv99d9fL3//+9de/vyT4dl/50rFg+Gi
gF5xRFKn78cfoXH609/qppPpzz+Fzt8BTEDj2IKYQFNnvvpm0D9yrb+jaqkVbbXhJzr56Y+RnC3J
f5bob/VQPTVZLfuffzpCe/+5siBfAGWClBAyc4LZ6Bd2tmJZRe2GCUE79ZwRlaX9SAUhnT/CAKJb
3dLMdmMMU9x+M6iVUe42S21KgA6FEEP2Zcz8qYG56pE9kTsUr+K6onWGHdfNPmnVlM93FLIkUafL
Sz2qbkI5hFG3JZ/nJPatT9Vmn92Q+GuDciPonU1pNGBBY1InlQwtEFWeTiXjSkzuXXOfGJOdRjd9
kjt+s4ngDsOkrVQsCgJ/3Mfg2ZmqJAzo9mmNwb9RkbKazy6YA6OrKQbkA1FxMXm0SpOxQpjalyW/
7nnUJtu3Rl/EwYvhFEHfU1cUS9N6WCgjGoKbAk6n6x10altUj0ktcvHvjnt5oDusnBpFLxj4dFSu
tbDZ+Py2zYxxfBeqsmYSYAzGfOXmTc7TWs+tee1WWCZD6NpWucZNqTKL8kZ/MPX4Mwq4eO00t732
259247oH/rzm5268XnKgKij2pPgs2sZchn5dIT0f3Kb7sjidQs+R5l3xMt2bZPh8b9emDSXW0KmW
Yp7QWmwWsbwYsphkfmtVsecXVzKt50Eww+HCoPEA0tropXDlX+zAzEulHdFN4zMF3j5bg5xNoqiK
86fZqPbCV3qqRjriivTZsEvhj+9UNtRJdsUTsM6vTj0QjiWwLAA4iV8SsecGfwknKmNEH3xGXaHx
qvdjRxP5/IYCicx3nyMWhBLhZGA/ljA+i6VtoNah3s/WyubQneZDvAz6P4pMIyiK1SA8aX0I8nGm
KqlS9F/51jhySIpHhcZO8UjNsuU/v7245/cJL0F7CjBejjPwMeb94tYixHZhiYn5s7LbnFal/rg4
TKM7oKs236QOKeXxPjLqvkEY5u1HE9YyQ2fGBGl6wEEwBdAggt4LP6fqLHdIYYF/9pGWn+NPqEIj
LUS9IiwdlB4cpG7H+4CG3Gxwl3Ayt7em0Y9R+1gvXl8774W9UOhFN8NEn9SRVjLLtBn6xtL7IjHS
Tu5orgRV5UMzVFxzN/4AS4f+WHDd+Uy/a+fA3tgWFR5Q5EaYH/+KqyJX4qOoo5xT7KZdWUNN9gbD
jQ4OSo4cMspa4BEdqD+B6EsVX18yzBklHT45csSA3ZnHbmBEVR/qU2lkmbZJaE76LD4JdZff7EZV
yH6bBURwwVa0gz7bdNSe+Vl4+pQRQgEfbUqqZaiKcHttWJRIgS7vQ7SW9OupWr9znkWce9X0LQ93
G1Tj09/irBym+aFH5G2iuNavzfYbRrRmhut+wVLvF7NPbbGLS9u3dpbIzHSuNx3VCE6xkVYYiOwO
gT2ke59zkRUsSS2CZIyfRTHUvvG1ORnIMkjonvNJtbJU4l+jJUs+2plr5vsX4lOZW+9KyDpFAWnP
bnJFySz68drALqNOKkyi1KOGvix4ryhPRuPFpdEhC1SdxkkhOLQfolr2KuVVQZLmW3u2u8pCXos6
c4viU7/0IkpX46Gnnp2i7PabnyPh3h7Wj6I4Vs7+B+9kUZVMGvWxqsyeZpyInIzJjZeVFE59GppW
L25GQobKFDlO8Po3RYD6anxfpLXeZ5McIn94oJ6zx8bUoNtM6dtn46iKfn40iKIjhEc0Os3huDga
INNmvyyh/NLAJ0FfJF7AMurtavOMtlNMGXxpMm6bqc4t/mtqCEPIE57MopNllB7soE9J45nst76s
ncZGxOdGTkE3vQD1mlW/G8quYFdFqa1PmehQar7xKhgrrWaHd577klvKg8CzMaNeNN6LbDxbLh9p
8tsnHyeVe8p/1wbLbFJf6dmipaMZ3dv0BWo7xJSPjRkkPOD0BSiC3t/Nabdb42x11vs8zLXN9tzR
mGH6Z5CR0BWhuLc3noTVlKbwKRYaG5n+st52lrJn3thIoBNH29aIzKndGmIGTX7mesx5144Sjlhu
Ezenqv1Qo9xoB+9ol9L1v5meMXFwLenBA3pHXehAAS8qrRTc3XuFm8QRmiKQGNUN5QEUpx0KK9aH
mjrfxb4mr3qRZNTZWhxrsmywwODRAFidXyOCwAub5BUvgb+4jXmAnj5Dv7drNidtlb1AT1HsulWe
baWiNSdUNCtPLe+BJtMTVnlpWjNz/+LtpiknXGq61QspqteO3pIJ28vmrPvsSXvi5Zex0f+VqLn0
0aMUoyc+YnzDBnstKXCZfqONRyDmG2WHU2r8NlOZnlePkaUGx7+xp2akGKGOy5HbpVK1pLK97eLc
DR6NMPfdO5SHmj67ksK8uKJRFyQBBcjpkP8CMro8RcqbjEHYrf1izV1L/6lsRO8nyzcFvm2bH+o4
91rnzjYobBM33ayzz5/ePsgX3goj4ByTwGJjA5qTRD5f3aXrLNozttNL0tRF4P1C6SAF8nCkrYot
j+x8Mc6b1Edy3d7CatCrGwSVM6v9Xx0HiTjP19xUeI2vZqJobcjnbSteTrbR9nptkDn5XPvUf5mK
ZZmQxdAHglOPOyJTEkj27dvDuHA3iGLIZYc26r6MhqTMxWbPi0F2qe/0LEhvNBVyLFZkOJTSE1rZ
4e++zKu+eNA1dUFyhUr1aiV4MJ4OeApbgVm48BuXuekKOlCJl9TIfFE/YSwCjNSI2g7/rcbHqcGq
mzsKn8b5S4zwU3mtazqu87nXA40AbJFThZQagTVe9fmWmEqk4YsqEi8NxA3ONkWm+mSlec3q3ZZS
Ys5v6AHe8c3ViamquZ7Gd2kT55OJeoOHws/BKlJtsgvDxDfM6J/Tfkulpy8EV3jHdzp9sIMjmfZ3
UznHfaLFNLyOwhfEf6X6lBlGo7Vx4ko2BoB1QT73LnSp7Pcf7HrUjsYUu377zTNC7Th0AaLn3a60
EUXqPqKnoHexMDtKOe6JkEpdp2nEOJ2HPDWh726yUzgmo67SjhD1zfqmOpn/HFXn9lvfLdrJ6aOJ
Mrp3o6dgzNzApNOXhmVnCZRCMmGgegd77Jfmc62WjjvGqheXO/50AzZmN8sAiSqKuvhZQcEMg3WR
q5HTw7LoMPFgIoUSW78YVLYX7+u4kZZ6jEv0wrutzKmRaQ+eI4lpqAZCgBElpDmm2uAQhwgzRJvJ
pXaq3blhrXIqdcrBn+V2yX1DfGZeGm5aKvlY7APxZMEQFs9LGUJz8lmmrrI9g+5KMkjnLQYfBtZh
sSUW72ZqXH1fiXFBsIo4bnEZWEkzV8JA+qumfJiHLgO/Yp9CVYPTxW+uf2BxrNkoNXcuwSQ+m55g
xKoTPhrvP8NHrFA1Ml5G6XYOpVwwN1R1y0WvPcB6wl3AFxWIhnZb+7SjemS8OBJS+VCpnkvBDW/u
LS/GhO5xCPRdbSnaKeCUK0rqddksc5UenKqmmrSgpgmCyvhPFdjFnDwMQ5PJYWuXeRC3+2xo8EdM
GdGs9tCPtZx+J2d59N4tOTNH1Hk0+bQJ8yI2YbMiikIwZVDhVjz6SCmFiEKdjsYi/QX7JJfCERKR
lbQaQ+NdtSRdRgE2NNjWHHeZkYfp7xXxgE2toQZC+2e3RJ4vuO+iSPttObX2QXILlb1seonUXIbt
+GK45jK29wZ167lFbyUzx8nuVO+Yw4Gu38iQ+U1SZJTTx7OK5hdOzAIxk9oyF37+jVki/oD7arvt
Qu03ZWJedWedzpMZSLQ79hUaHd64o6qNTNUWNw3y545ajIIHBUmnA4U1ulnX2/JT7R7VJ3fK9QL9
KeutbFDYheWOqGRmSk4u9NuG+5X1BO+GwQZbAleFfMWF0aInhzW5dZN+PN0fIAa4dg5vpKiTUyO3
l+tPOhJxAXeJI5tg5Gy/PYZXl0dInYwWo9dMRh+W77nhbLOgycfOGJ9NeyjVc2o2fvE41wQTX4za
IdY51BEqqtcAhyNy+ydfPLR4Gn4adIpQcwwv3z0Ui2mQ/E5ekBldlvlbT4/s1N3BZRhb+bkKvcGn
8xboVWFsymawuFzyJIXwQbfDhPk6jHTxIbKS9pgj/FQtFHu6d4iKJIF5wy528q8EltoWoEGIWNWH
aETS3L51TGFFGO4u8/CknCQuUIeEeqapqb6N8OGLOVv6pHqFMYO6IMlFE5W4G2ztVE+E3lStn/xH
BIkVTuU6LLS3I659N7e0RSgNI+q6l3A26HqzJYPXNuXOqikQp2gc9Q3XqjcxHn0e7PMlXCwk/rLa
7OIr9/NxGs+mmTWFFEI9GWUmFOddQBG5X01eFsnuY5pR0p7cWFWUafHWxEZ8dz+5akr7R6tN+wil
JoueG/C2gqCYvYeoiOWyfI5SoxuS20ksHCpEd8ogFAf6fxIf3PZQcpipFN015oHLI5b51rDKdvyY
zB6SP8h1mpDWb2zhdoWFxl8gEGexiait8ibjhhA0cqH+GGL/27v6KIf/5/e22Vh0oY7IkYHAoI5+
vq0tn5ZGyJsNHyOEKqzua67cDnc663rqTbeOlq5ONxZ6NGyQOpttvY4N7YG6XYZZCz9Jlbh8D7BM
AwLo5nEe0GM0+YVGqCnIdyYlqLIAahg0tpOfPtg10jzv7iXFUtDkI6Njs22o58OMPVAR5FMLn8oE
N/HOj6OZ7VKNfctkyxrhG24Ax6AL1Pc2MHzlPVhLxkhQFVFpt+szkKzpHtLvTOGQiZISkk3WxGUf
b0VqU8uPKmhsRkP2rAQFTuIWIIWy9kOAk2PZm7aPBotmdh7X+lDUR7YFDxYyXo7vLjPLPGAiK/+v
tVM98hxJ7EG0hM2jaTwXPmLeqyyKESd7RmVuHMU/AU4K9bykToJJ064hl2Sajx6zoWx0C69hipcW
DsCZ6jwQRUoBsTeX8QoFJEsyF1X4zGErly/eyaTSLjxgC9gpBPJsS5yE6X17D/7gueShIQgGAU3h
zEtM1RMTvZVdaF8mAizLF1f0Gi6f7EZfQ71yMCtBSTLqKgR4gQDS+oVsAllbH2FxjaZemPQyzWrV
0b7+eYQm0fGOsq0ciNunqIB7ILWR+0X/JDD2qB0p4T21JaFxtunydEbCtmldNAzumlS1FtXEPe7m
P0Fywgku0ttzdGTanp1T2HvkDKgsQRs45DY8P6fIHFVUlDjps4rDgWA8LFK9EdzO78NfcbVyxAHs
vIq7z/lIM15EfpNZ5b8RZg+EFGvEh9JGtIhtmtGBAw6DI4x22nUi0BP99ngvYHtdH4hXrAudIS7Z
AObnw+0hSYWqrrwnb54VhsTPUr2LFFqafCWO93M2tVG+8+zBruYbk4wdF3hhOzHh39uDebXBbJSo
qQ5GvY5/wWUOQXtjsiGl8VwjXcJZMgcaBXZbx+sDntWHC35EX0/Z8uXt5x5bQJ8vGrLTBJ1UJ3O0
XqErUaISYnAXSxO0hqS8bdQod035elxsbelplHZpmgHBSVz8tCmeV9cWIoa+MGTUx3hdUzjr+MWz
KJYHvjoBnySv/XkAjVEab7bHORmy91aSLnLZBapq8M/cZiq87Pe3X+pIMjh7KYdGDVQfcU9qt+zy
uEYIoyzemI/PK/AdiSbyPwxWO4cpXN/FF+IWyeRlqXc1IpdFcpvVdi8FWrqldkuSfmp5G1RmLDzu
kfCwbNjHoIIfF+EGsbEF/PYdY4uoJgjBhirdyC4OLQJmpbGhJRzyencBygyFc+NKgxjjM/Jqpmns
Tz6ZPVGoQSzjpjpB04GdHf8Dc+j/lS7Q7ICAgz5P1D6YTVE6NySvUTfaxLWPnO6+LFL4cfdDO0rj
ZUHO2ZXf1uWAl6uBv2WY9cJB0GkcokTXahJeLimtsjuMJ/gfIBNVys0K2Zcq5QrcDeTiaAsmDAGD
713pwC7vtm3ke/N0QzgdVovciALtXwMZWhOBGIINRdCxDUYrQxnh7XW8RKdg0PqI04OfUzv8em/6
HjqBblDI57F29AldGgDub4joRtpxE5mew8AqY0nrCOSNrxnf14/XhwK9MBh63Ofhhd+Br5XlZFPE
84oYu3aNXsq2GELEezbZMZPoeoXDKMqEfL935fWPfN+zbezpdhKaHOjqEuNLxyeVVDZYSzs+JX6i
g9e8xH8DiqZFKO06vYl6VDSeBzze4aEF2WEB7cVlj+yNqG2I3dYQ2LAnDc8OGGS+iSaJzpbUp9TL
GjXNTcReinuvMwMEsJKRgl4DDV+euu4sug7rVBIiw4jC3M7BWFfjJjLlkPs7ac0BYjNAAVgN6Olo
zFbXKqZemWuIg1T4gUvpNP0rVqZCNczuyZE/rSaKqA+18c3quDugAu23Yk6xYb6POoa9nf20Vs9T
1V2Ns85JM1SZUM7JfiAzFyAlYV8mNmNLlV4yl+pTVUsDxUZsGc+YiqHEVEch+/Htc/AKAqcYgrfR
tCqSkRFI6flVNRmenzTxkHxK3ThzoEyaJEERJJ4BCXEZmzQav07UG8Ub2cu4JdePrUOgqDCBgjoE
tsiLXTucr6I+cqO6O50merEgr64sqrKRF0Qs5FMSJdqSzE7hcN0XpCpxf08O2kQuTj0LY2BOKtrc
smDL8Z7hWnOLRy+dJ33zAgUxjf7iAWL0maFX72Qoq8Spli9B3tu5uFmQjbI/tlNMln/bl5XOap8c
0BbfmVPY+zPe6Jo+zJxeb3N0mdkSJRU1eQWJV6vgRZVPPnQjAjMO3tELUprzFkkf4WlNM320UbdC
NOC2HihXQvN9ao9wUhdpf5YSK4vhoXmlY3p1wkjfXu5LX4BDT+4e3gOl/ZTAXHY7GSSK0hHpmJc1
gEcqV46HJjPH+AACQNvjDVxofdrffq62Z/8xN57OpukyKop1jxXvlz6ILeYsjINGPc2GGSnxvY5J
cpVfyEGhFP72o4C1zx/GntFyEAE8S3xcDbufb2lXLXYIMTB4SpsGtsqmAGB2KCzxhOjqnZe6o2pu
0THQsGDhUTN3lyQCMaItIvX6P8T5Gn4xJn3Mijlmp4yXE64zWs6sf++YJ6XPAjqzW88yieFZZYiL
v/q0UuF7OVaGaA/UV8ePg3SjOH2gNRfimPdycpRp7waEUPlNrsaFYYRkIYwXC3lrPgpF92H8MlmI
2av9mKPbI7eVAYIYb7LTQI100C8WKORYDDRyzaB8n5aE7vZdNdFR3t6JZSHVtqFP4KQQrlVOjybN
ml+tyR918QG5N9q/f65PEzERFan5F8ru0IDZ2pYcTOcDCXK6RMMn7n1/OKDl5rntg49eY788QzvW
r6+FqXsXpk6RMmdZX2kmSBoRMNVIakF2V7ezmeuLbMR/96tbT/XCTUno+SQxty6uS5ntHU+NjDq1
43Yo3iUkU1mwRWOo5l2KG7DETyWC3FZ+aEa3jJetxG0FuU7LCez1OSbp7P8al6EeSubUHmmyAjSK
K2ldg4KyJ/2Rwm3r+ON6jpEJ8cGe62LqU3TLHN2V7f1gSvpEoQtoJwBADvr5kDHQTNDjWwBDoTtZ
Eap+MQ6t1EtuKP3KoKNTTsMFEyzZ2aU90mIp7inUY3xWhEj/2EIGnhILY9cWilD7WM7uDM2UHCRd
xgTtWZlE1xI9OxTenFMZt0U8J3xzzROpjmqY+D6jbhHdD/gSJM4QxzKCPnlEChZighZUB1q/KeZs
HIL3wmyVSj+lCOz13RfbLzyeLkDDmQ2BSuU035GsZWfeZag8MuYydPXPRmeO3K3MhLTerU4KxApc
JiRO89a7NfJIJfvEdns/+5BrwbZ6N2Se4E+vnOfjFfQn40FgjsniVDtIK3GILl1ung4bSJXN04gn
4Ha7BYKS4WyQKUlQ4mvrRuE6OtIniYG2qSZjrKyN8MTPmtPBQml0i+Kk5pXYvkja4IsBOyVM/jnF
bJ1mQ+cdIyIaPAHTkENIxSPnpcW/ughArtkR4Rh0sijdFG7HHbRdk9kdyfvpNBLa91wIK/8NBVHA
UeXFXEMZBhl7v5wYex4fwe+lYx+iDkp/cmXRxsdFDKTaCBLiyQ0aKwXJUhI5EaEPcYNDKiKMqV2f
NpUxatS8lL1OH6wJ/DanEJVWGU0HrgeknlGgG+xJUk9CPpSQgavojz+cbWT9Q7qBsGOrbduOwdzu
0BZG5nkHrVuGFV22gqn+ZXXjEkeMaGcrx6tGtUEn9UikObl4qV3ogPWUCVqJNzaNpNnt3tIhkLyI
ArLaBuk5AUGlzqM2ZZTOKcvR9CmtTB46bYlTvKlZO4+rD4nAfmxkcmtUg8bUsJ30JP3g+2gjsjtF
NEpyNKv/uJJC0Oh2l/YpdxfPam+LuddJKruddSKOIMfp4p03gmhlN0AEM3++clvik/Pa1sphEdcE
3sowsgXuEve+SYpEbGnNADkPfcvWz//VWyCS9d7uvaVs7uoCBybYrnmDiC03I2q5GPAWrrRXBAu7
vNlAajCIulRJI5eXzpqbSh/fSyYfqKQni7jnZgrr5sCtxAzse9AIpoikojY6S0kO6f16mqMmFRXa
7WjdzNUdLaQKL98IcxiGdzL2jPoQI4jH3zJzCqSZ8sx649D4cPnSw8bA9QKQBfkaykzzDqe500/Q
2UP1TPcOHQH4UaW/F1GOp/dFnOusjaCTQ+Uis40XOe/HAcQRgtXQ6Q/xB0GQuino7NR+c22JM1bR
m4yParEjIBM1rQ/xg3LiXlB9SIWavQczysFVaqdcgxfGZAIEEUUfyWcEWowxNzntHzgp5NkRlfaL
+R2aVRBiH0LD6LDl5VgeKW4qceZh2ycqzoZNgaA8ZaGDLTTOZ3q9tiJTSrD/7JCMLV7EBDn27uQG
qqrQqftME1TQ0q3g6iyHoUuqhtLKU/6gkFDMsu08GD1ZY8UyiIeT3ypcU7++pwxNgwirzs+a+3HC
9DW7bkTc7xmOfpgigG0u4BnDQ7JU2rntcyTGuq1f+JgV10S5H51vGpvzRisatmKVXTsW+Ja9VSZ+
cJf7rXZmpbJNbqlAtXW6A8Iu6TAVxVY03+dWd4SeTgNGnSJkWLILNYuohyvJM02z6PXE2X0cuBtK
RpGDv63TZqbljJcWAw0smhw5w+GDZ9ZwdW/CycxL+2C3KcqJD1Phauw7C1TCuObT5A11NHJzF1mB
nPc2gIOYGQc7QzQdpL0JZmA7OfAz+xaJ9Qnd/GycRNLd2Xnjp3cpzGTueDodDTyATamYUtNwc/4a
49/iGsyRQe58FCRpzYaeEgktb750PoUONqf6SF8NnbFui4cZgXQGZiF/yePWyYSY4i4UBpFSWuSB
0x1y1rvF0N7A+ue2OfQdjTL4oZttKxKuzYc46EjtR1RNs/qUJAjGpcJK5wul0hgzAsN+ID7OWaV8
f3cKYoI61hwQ7CVbbP2iKZeevyXc1asuXRo5QHc7UnjWREphGWFi3tLKeZFqMyDMTc+hkQpW80UA
phW4U56NRPdL7CNrOr5rjAYJzgcvseoUYdtTlmw9jGZWB2OwEW1iGWLXzKY+L8lpwZTv6k12ikQj
QV6ouO2GUuOW9Jc67rVhXNw7Won1Vfhgu4s/JvOuKZLjxbReJuU46QyCJWGPHsbSxCChnmBntEXo
09yJX0hgWJN534Iwz/6eTjfT1OzWN/amTtRyowYF+/F909TaJBEMFhI9R38Y6m/l0YxMHEvsAdeA
UOqJOzkIhnKDuV7i8KEUXGDqJkgT0m0b2sSkxb2wDaSwdiU08zF6L4lH2JNy9PR65aHfkoOfTgCR
MbeaPoVuOYq3myAk5QiVaGKZvphysQof9d9TrmYcTQ06r9k/e5k9DCtQooaZLQwKaaYadVi+iYKa
XuOVg4wIuLY9RkG+E04178gg1tlbJP2g8kMiWnO4W0QfPsHE8JLtONV6OFbuamSXtlrYhioGGwWn
CabBwtcIkIY3acJawvGEnxuPDs1MjE6rE/cUPOfiJUhYMnNfWDbM0X0xDBQ83f+BXIMOMu44NPSJ
RIlZ6AN9Sk60caoNk0MJ+XzIKl9FX92is7FOSNUhfCr9mW6syJ/3AbNqqXT0x3y7HrPJmGKD4sxs
6hbgpo3Ku8wqnxAUSQlJN9bpLI9h5pN/zVC4Zgc7oP1ecJepUL8g9FkT0mtn48Wbf1Av6WBDITUt
Wsq047tijDK99dEWktkhyAh3k2iDJ5AOdzQYh5VLV1WNkBZzW2EKEt4WE3KK7LtsjETx4OOStfVT
TMc1XqO1RMyIUCPWP1s9szVpQz+PYqzo0mKjOv5lRkJQ3qW4cqzQOp7qdKfZx0Qh/T1c4aDid1yv
oYRjAxFtQEmfOvaQPj7st5SMpC6byKGrS9oQpOBCjytZrEycVpvJE4NsFGgTQiRDRY4PbaK2NbxD
hrDc8j2ZTECkmBZSxWM6OgAZ6ghdpV2i+QLTCYWgdZvLnsY8HycZ089XYZ404/SuQjm5y2+FIuQx
92PgAwZtvZ7ShOnGp7chnyLGzGY3JDot/q0kNGy/0aSuCWneeDom6wvKkHwTu0a3aYJqWdbaLPTQ
Htpvq4kBwOYA0DxUA2DrdYkIun4ylCGX2V8tdjVMPq98oiTQNks7IK0I9SmyM8Nk+CMKVzgPo1vn
XIJjU+ljZ52SLSX9SXmOULWO34bTBdnRzENfEEuj/Zc1c53RsJtDkFC8y8/W4LEthI7xqQvUSYqE
8gG+anwcB455Xunbfwh7fQ2sqcTiZAFRS+eO7454EhIQOru5uMNx1wXBDEO7HRyA+oNthBLj4A2T
5ieuCdCcbgDsz0K5YF/2ifxRKaWfkrdSH9GyTAXXPs3iRk5q5Xr6r32y+8uXTMV97N31WE1T3duw
fOCtrO+9bqJ1MtaT7bmoo7A4pxRZqIKanbW+/mqEo4Bj6GwkjhhNs5IJHB83xoK0HGxTGyLZnT2W
zN9hOjl/1NovXNwzPUiq5kFJYQTlO6+r6L8G07+Np++gsRjLHd3nJD6t3beB/6vLN/FlT3BKOyJ7
icQoxTFxsKkl8rCI27uDjoQ9Lg9ACS1zo40uTSX4s3jQS2MngK6/9jq909LxqPP4bwyDiYewqzvi
VreJaxk9TnTl1FBG7dATfNfR05H/IjeDxAYG6sbqqzNCYv1VU0t5MTTi9EHt0Fcr35OpYrjSGYi1
dtBlaLlIUw67EJ9p5KEhG4f24Qy3X5TeuScEAQei54sVM0hOiJDohL74af+hYSrpxho9fDuyvowm
SKmSBQBvNm2UyaBonuNkadl1dS0b5/2Ucc00aOAHKpc7p2BqvlGFondOj1pXg4Z5PuZO/nDad2+P
4jwVQuYb8jW6GgHaLBQ7IVt2PopO491FEi3vE0S1ccNO2VETaRZFKp6bCQ/7lP2nD9f1tP859s/j
bagGBOGBBdsB/TL7/PHjaKimckP13q5dnZ8bWt33Y7OmAACp8LuSrKJlxYaK3JO/Hxxtw/8iZXps
W/9nqAOYAc4yjGUX/UjbucRnIZjQ1zD1coJRNnT1WEpC76ndZWAcpkFXzt7Jp/0okB9HEWqSLFSa
CR2Xk77R1KM1Boc/GAf5E1ln3N8NLdN6PNsoLjSxMT+SVpPgSAdF5d7Ivg4NkuHjx6KodYC28kZp
wxD41T4BjpqvpR1ezbrWldUaz+BfHMVLhYiA9hW+a/T2Y+jQzetutZdFigkg1jzmx3M1areTLjXH
Aq1TZhzylz4Vb+/Ac1CcLUCSnlwDkhwWRVivci45fNS29+LxMfVQ8If4O+Jac60cg8Blyo72t550
Ec7bD351ANEr9pGnQ1E7dCwwrvO9Z8uQErXIHR6R+9deVtABpxUPawp3cFv4DKsDOGZDlLrfk1Ow
9vYwLt9fcyu40lFcQGUY0Z6LYfw/zs5ruW4k27ZfhAh487otvTxVpRcEqVLDI+Hd15+RyOSJLlaE
6p771FFqidwbSLPWXNOMszX1STWXj6iPFGqZ+rwGIOyMkogNgqjgVFf7qv/9b35no8HoVRI6oPYz
imUQhfXv359AO2UJnN7YeEirXuIGBDbT7KIYJ42D4IiWe/cVrqcciywKdBixg5H/pa5yNw6S+KvV
5Dl89t9/tvdLFOEFz8JjS0cosL33B4Pfb9AAgth80LAKHoqyWBrGiCZNLdG5Tjik9DSo8n1ZOXj/
L4fUO0Mp+ZzwIHcRg1gMa+HqvT8kfanIdO3ugaAWd4Obq54JlMvJ/LwmQ+uOp9EaAvOlLHxZzlhO
V1sv7YjyITlGLUIYYOgEX/78xsPszLH/haHzfin7lu3ic4XLIksJ24R3L5JrZoKwHwWPb6I4tVAb
g9IJSCokBfM5zDC7eESkCqXJ2ios0f7lQ3h/pzQxvrVJjsJxgK0MI+oflCZKgUmiuetj3omSu3lq
exF2j9EUlfFzsiwGSTWDsSLj+7QpJaAWN2c+3PFSBsnG7tMQeGtTXJutNcV/Gpw0ihfSdlAzOQe/
tyaoFuFIiY4WGm9Azgvi3eB4zxZhlPQWfcokx4WyxRPX1XtbcYajyzMDSTTVaCkJEdMAb74G421f
4UFAEHvja+gzvUWUxI8cZ5Sa88EIJ2JlqW0EGuYTiXR2OjOGRZC9sR7CkCpUHxY+rgHGlwRlU5Ye
EfYF3XQGYyZ4rT4wMpDSTOxQpfTMnFqjSfgG6ThW18IRkuqQhL1cySXpxamJ/yK1bHPCF6ofhruu
JTzNPYOCpObz7zec9Y81hFSIPQchFyTLovf8+2EQhJxwM5PCR40SN+rrU/rREN9xGZlxiA50xhrj
5HUMhRCsKSq2vrhaJUkt8lFeY+ZWSOb+5hLOCEVoF8Tpr02O3yK+mYuNRdmpbUM//rch5PsZJLJ/
6B2cHiiQIAm93w8OknMAYLN7oBlsvPon2vzUqS8IgeiOtAZTq+W22pAiBKSctKPqyCP7RzKY/uX5
vq+0yJbmkyA39mEb8qjfHSJmbAIfsaYe5ioMt/S743VDU9zCq3CNLyF1NoVmADG6+sPmEGPBLuSx
0nwOyTIb0dMSuBXuk6RiTgEBfO0u9ZtLIRse6L5h+IMe2ulvNw5UVhHKytgYLr//Dn+nR1CfwVTx
kXVhaW6R2PCetjKt8JcCRm0PwWYMHcSAPq6c5GQs4F7p4f+rOsAZOcAshWlyIOXa710/mJm09ORe
9aAHirqCb1V9jo9ARrPQ+hCd7X/hZrx/XxxjHq8M0RKMM+cf9XkxtZK4MTcPWZoTm3WuaL79H2+/
vwwgin4Mol5O3mJrQiR+8/uH/Y/fDyWcFIe9HHUxjHm3XuqSRNI1tNJ7LY2YOdRkT/031VZleRAf
blsbZfC/sZT+8QF4zRCeUIag5DK5Yv5+IOCx5fpYGvR3MOn2E9Ddm2x9+SXGIJE11l/VomDtsv7f
7ELlF/zvajzEgpW6RPKCwBX+cakVy+wiRU3W+5wDcvsahmMfXtKeiOzqyIfujP7i24iF/2Wj2niJ
vPu9lP54UkHQleys96VH4TmTgxlrd4+yCCu/p8BtxPpMUHOO2a4apteYZTjfB6uTU232jWx34cvL
1iWLyYgE/24JhrdPfQBRbzsilQHyu3R2JdEuPa2nE5C3FLPJijWEEMuk4J5wjIZul7tS8MVUVTIi
fr+u3ldW0GNZ2JBM4d5R/b9vcmIvbhZhW/n9EE3OfuvaBMIesAXo8FIb62Ly8jftl7cyJnkdEdFN
puyxITR+//2neX+kSENHXnMoPxVN4PtWZC6HKHGGNb8PdjpPRrg21K69slMw4P/113FyMb2TZoMy
tODdms4zz2OGuXl32JIEAGW5LdFet5woYAe3/fcGF4+2d8uJwoHmhkMM6w4TQc27X9n38dJG1Ih3
mgCc73rFJama7XnsZzlrkzr6qbxP1wEl3bGr/d5tnuxx2Jrygkg6Nrt7t4EnMT1otFILqrwE1jrY
StQBqC5lDMqkmUUiniPkdgJl10dvGwcCLwnxlLQ6b4WXgTIuXuUIq5l72XNQqci1W/qVHI6lMbMb
RFjQOkAFdz5+qShe3jjJcVaQVXKQPqRJx18PFWNK1LNEAHMYg0CzIi7ByDJVh2LcKZhlTpWUcVWT
TTUaWJksTVlQckek3ZRtJpmnLSO+I5U+rKBMDd6m2pACvS2o5QdF2SJhyQ5tHL9ENwUiqT1gyakZ
5VeSLhFvEqk+9yVAr5G02NvkhhNxuFFgEfIloUPVUZSyBXxdk8rvif8y3GQ4zJ3Rrf61r1DkRLd5
uyE4V+CMaZJV651yZiSbcyEwIE8/qoelmxV9HOdKY6yBMz0sEItTb88abQHXlN2dvWM+ChsGXJM4
8c5BNfGNW/NrjDpwtYivk5Q53QmGdiQfZtBOUqqsZ6HklEqPj2wHmf+bZ6fbArd2M/dTGbKS0DiA
cBLnJ2HM5j9UyGF+6IizXl4Gd87RlXlJmWH4zeNGWFSlfEuw0WxfrrVl8wCN0ZaCSPgBXX1p2FaR
f1fZzRzdZ2PQj19zPCKQAjJf8LbopEor5EA1hZgZV33FPBR7AOzx8o4Qt6eyRen/AvEpC44DAxe/
PU9mI5u+JEOX+jwSzcjEmqmHkUCmh5hJGqzlAWySXFkgyTnwRyCYQ5Gb3rUjP5wlWgMpkC8Dn2Tx
/tjUVKP0jcH5kBQ+uuCTBuE11GWrwbmGoeMRWuJrVbqTLM2AINynzmxn4rfaDT/7b3O38rmc1rDm
XxUsTuwy0nxLveeFn7M9M1sfx5+AGZb7zFB8Gj9gj0MA5cUwGmN9DtxtMYYPqPcE5763uXJsXCCZ
J4+XH2P15alXc2A9IcBdQPIvkRTt06Ywk51mAF7NYqVX9i3KQjIRmeYEzB23iyYDcBpyFlw3Eue7
6VMQFoPB7Ekh7Jy8Emvp1CmgC7ho9d3sexW6Vo4ZsjwDRn9hyxb7xp1MMPbktE2hjUH6NJhyGSqy
Qmww77hpDNuYiuOkmD2qVS8QhbIwFaczt+3cM+Fi4muxnZo29pgRoKqT8wut6PLzYsZp0GwrD/9J
v0yTFKFoF09PQeEkM0Qvzeesl5TLVn9TtcTC1UcGZmJPzxp1F2fD+0WhqWqrF2EUGt8nr5ucc6SO
Lj37czyvlsffrq4cdh6ruest9WPSngFdXkqZSMFVxe9WUxOgXnAJDdyXoclJrKmrLuxhUHzsbBLz
eRmoLpidadeDJGmHL01FvPpZON5UAeGrIYeaUJGWLKHOcd5KXiBojXxC24LOAnYCTyZKTmqKRsKF
YNzgKtFURcol/yxigMHflzTB9lUb/Qwzk11y0OA5ccCv+zIlRYdXbKaWHLK0Vuqlj14mMAI96YMy
q+OQQ7RahMdmLATWq/mxjgysNw6R4cJSadVmm9XP26cdnbOu4Tc8wni7hzhfY+EdkExbJqtAcZjU
q3lb2/up1/MUOOQDuPE8MnVSItTg41lhJ+lIXLLyFsgJWeWjqPG9JhUoioxbd7L7SRY5GZ5Gf7/c
FHSkZ+3O3gPq40GBjGNuyS3oYhXBe/UVNaQD+2Vd1m0flySWNk3GO41aI8gRTNY08STPG53UxJCU
VfC81SGOFtqlSsfpQLaQqerl37SX+/T9fxfbLgCa161n3+NtLf++o4ALPZarVUWZlOTI3uoXZJqL
BD3srUy37HPerzlcIX3NucFATTOHm7zXNPZTiGGHyxWuvm6OXBoTlt1cmA5lBsOqQlkUDepcaawS
Jt9llBNo4wwn0TMFLIdBzjqp0xno/dHEo8TqSxsGG2WC+i9LAfiL+u2qdoNPJBsHDeAXGEOwjgoO
VN5uPNackWhSJaEIk375E+k4K+sxN8LVfGj9fdTWDE34o0NdlX5PGC7XhxGYxPhV5n6oldZlOclb
XQ8lG2YWXIga0p7dhHJS2jlA3yAvjuNzsidWrJZfRUzoDGRgCPEA6mJCjQrnYvhwAMXRVRT23sUC
DLCpmeV9AmbsluERKU6c1CcfAHDsz6NpYsZzHhRxXS3bSPkQ6EpAX/cYJnEC3GatPcIExCeOuMBj
0grU5YxMK8fYLmUn5PvlDfHB9YGsC0e90AEDJGZfrJIEpeezdcfF/Ul3iKVXrXJ2rER6kYGpAXKs
Bh2UDZNlr3FHVVRpjhcSHUk3iuZEHploDuWKYWLGviOewKPQwsNPnrPkD48sGKgx6fJlYP48iFOm
RDud4vTENt0ccfQWg0/sMchiT0+aewIJTFaVrv6J1If8RG50iY1W6SDpfpobhlk+XQeZ5XKwanIV
8Kl6ZtTsfHUfYSnNENeAE8wARp1OqnjqVHkIO0SeFnrym6g5O9ZNcF/U5Fcvzy3bOY7tLC0WVEGq
gKpeVbbwjn3c86bUqmxYdTCSeJIc8uBet3nF94J4YYTSFUit5jGBFgr3RO25XBKcyZ6A8wG3s+vh
jgW34VC3IrtkZuy7r5V62cKHa04iNa4IOBmkcAw/Ob4pB+7OlCT99DVOptoTaBKk4B8TRkkHowWQ
hAPF6DHyHaT31EgahKYqIRLyTG1MRlyq6aOewa+9V05w52L0X+lx7F058dFil1xx0CzKC95/25de
Kz6ac4Yj/aHKGCXAeCtg1DLZ3U9rvcegzW/deArDbCv9Ww1WGMk8FNYxwZgiJYM3n3Yki1uSrPRh
4jCaj6vJIJcpvSI1OiU511wymYURxCFYk7IcOKd24oCuXovFkGvR4kpm5eiHrCWI3NDoYY+SbpYu
T72iECFIrYfwTBOyiIZE4jLp8z9/30++xygwP8TekwkBloj42bwHGjfPX0RGSuod2UuQsyFiq3p+
k/PiVU2ytMzk//SLUQrRwgPPAPt7DK/eQ3Fl4QxtKLb0Li/JoXtd6RQCSP4NDiw4UbTGUpF4xVXB
Mf/7X/x+GALET0MbuszNmHoQjPBu1mAYIWaYVY377rw2oXsLsDr4yV2ExwwUbigOYxBeN9vtLHg0
25j2ZX10s9XBzcbnTu3sh2I/Wshmxzf4A4zAcW4+/v5Dvp/kMr4N8TGnfYC5Yv7T8miF7RIEDdGO
miyo6IiLtovrcgn5muHSlMYF2xmibvJDvIRB+GUZpqZproL87D472FUHlN+JzBDJEdIcXONDxTJw
8IlUPn1tWpUlvkNZadTlYfS6csFiiErVId0DOxdwXLVbvH0q8Puvae3w539hZMzOLaIMEB3gT4qc
8T18YsKAY21O9mXw0s0IKZ2S2sUzD7vmFhu7AUuDFqepjNr/uM3REidnzHZT8cFWPnK+Q8VN/xh0
lvFqjRwqGFPtAxVti6f52OCbUHBJGIcHnp5MfECM4Zimm+geia2eV/NYBWnq5uhmTan7qOdyDPAE
we2Gzm7GrheLQjqXlYNQQdfQp+Tg3J2aCYFhhILB5nKXd8Sr9gUSZVO3xhGO3WZN1wZLnT5jptN7
zaOgDCyqK6Bvb79gMAp34bx6lRM8F1vsIbINXAO793M8bTCC71s7pq6+biMeB0+wsdaKBgamTlMe
aq/IRH4t16iOHy3ZdcO79SJj7k4QdJpofSL4KXQa5NCZRA08I9wSaLQThqfrrdmjfVtOzhxnBIrq
Wsvr+3Axvq8r9kHi2DsdzqwHgdDY+OrOpulhW0gM71peCvxv7OCahV7JWT+viAEQWm/DWibnbOp7
xgI7x6BSE5UYpVPwE7udNL8mtCAtoF1RI847de0ws+w2ZcSpp2kzHOccpbexsodPEzFsbXIciIZI
6iMnI6xPMhPqdey+whvakEaZbYSZxSc6QzJGcEsSgdlj9zs2xcuYLrP5SvVrh7dj01lWciyWuByZ
b0F5YHKm3TtV00QK98gL6Yp4XIuHKWykfZLSKmhLU10LGLxSygTVt02bkALnoWhkNT0hBCLuvTFm
b6wONhXe9JfaSEleM+9LA39GZuCvuJ51p9kRWLV3eWjkz/+yxbCB+DuABwYMCMzRjg21C2Xg/WAM
yV4Nj6DxbieRZs50gMmaiPyrBa0SX0xOwviG1GKmUQBoosaKv8G3w46Dm7nECvW0WEsGHjagbjw1
2CM9zPPQgM2NVvK1LEdscSK3SuZHO6j6/pgurn9n8gxGNjP3ZVLcQXYFxyuO5K/15mns+P/Sa2UX
ZN3lBbY6d0aD69V1RBaRnVKRTS9xX6z5xfGyGRWcbXWfsUHIxLltBrM8dmStrGgDfHu+9eFwlhfh
xFFzauMkGI7ZsEBIPVlDsVj3UVQ3T0awBtPBRO0THMYqnU8z3eB2qNOwOYHOiOgu8VDU4KlTBw+Y
BtTReYZNHPJli+BLWY/W49i5EzGIm2P/sPwouysXr/cPoETEE1bReOqGzHpeqiU5FEP34qdp+2xY
dvFUusZiHbbBhQRyYFoYVxN2XynGpA/AVczCT4vnbll0zJ2u6s0HNDjGX9GUOFf8DavTihjiDK85
OQZeH97wXa2zaaScQQL846uPqcqhhwCCUVe0PQxb7CYHooXWb2bpbhem+q44TlZJNFrWNh9jp+ke
E3Q3l2IdvM9DaDjXODLFWeSNdDIEPLhnmFdfTTqHkwV2K61lgkech5KbBkPTr2bjeX+udph+i/uh
+7QynX9IsB+7LftuKA6wEF0iD4RFvTRvZ3/JXVhPW77cms4w3gu4UB+E3Vvnbe7yc5G7NrZlE9k1
ELvWv5pwLr6QrjZ/rFxzuMOkLH2aA7Mq4Cbl7bkk2+oeRVX0Bdet8s5KYu9jCDvaPeS4uR5gi4f3
JuTXb6U3dt8ibO2uMG6MIzhJfON1Y8NtAuh2BC4yXEDT0L1xJ7/+0gxzLY6Sg39x1sl4SexMPESi
AfGgafwCM9uGZt851zkQ9qPtJMZp3qbtV9HF4jXxM7x51tg4ianoAKVi69XCQe0mEGtx42Te+mGz
jeHRT4gns9Jpuk3nHBlTvK3wybMwP2adcD/iVBwuRMFUNb/Fis8Gvet907jrIQ/DLriEZRH/B6bx
c+SL8ZXgkekKTzE6FBg9IPLyOA+zwvzqcgCfjaUIyb0PghtnywT2ZD1fAFjY+xpSzCOdn9HZnkQo
6hdihb3sgDJaPLA0aROiZmaf2DXiLkzJqC8K6yHBYOZlyVwDan2H+ot259bjOPkkRCYz4dP6GY+Z
7SC2KX9J6yIrj7Ndw5735hqkhCznqMIKDpbw5KBDncv6lQO1cg42/5MfuHgKsCUkeYfVNto/ViMY
Lx6a1dtibEbOjHQrPmFROHyauWyYxhPsMmJzRcaKU3/xIVvah7gShCYfjWxK6ZDBz5fpUiZV/6cV
DPVTSrF2Nmamzqd4CszskADNEbdZPc85foDLKL6nmz3c4mj/c+qdZx/cH+/vYrkYY1Act8huLzQ+
jXFrDW0RPYDVVTd8sdI5Uh41T1QUaXRhtBlPcAFsruTUAN9ButZwvNZwYA8Mq8wXGBTLcY48IgLc
xvjTSAZClZsuc2uClLLyL3+rvZs8Ndx7sa3tD2Rrxl1BS8PmcpfHhIyPuzHrcxgfvledcLZo/5y5
O+6t1fO/YVPXfqri1nRPdVoMF5/o1Gfb6qvuFMdGdxcMXoBbPwXxLyOt0hVOZDPg72FjJHZOvT57
bBdnxNQm7ptTU3jEk0UBquPwD4b24dEmOQxzQJ7w3ThV9skUM9T0ze8/C0zczqOdp9kFFMP8nDAJ
mA4kEMd8IcFZApn3M3J845OFB9wv4awcP1HmPKBFybMDD968m/FDO4fOWH1FngnKtmzhS+yI5FsB
pYHoZElROfAUmi9WlHuXfLFwZc/irrwmIsx+uP7Y3wTGmr66PfwBNx4CHFFmukN/s8vDEtcxWxPJ
7QWDv/Yus7P6hMkWKJhLkk6eNdlfYZO2Rwrf8FMHkoY9nJvclOG20ND3A8IaO7mvtqm5b7P1iQ/+
M+/96me7WTXDT1wCReFwdrfOcIaem/GvmNER9TlET4iW3POaed3FaeekOnhz1pxyz/Ae3GbxD0Fj
/sBbx71figUNYOkQ7BhZkvLO3j1lXVP+sbl2ive3J3q4N0N007hT99XHgwgntaLInozEsI9cwuJz
3S3TjR8Z263JaXad1zW+cfnd+SmYXONzGk4T5n7gnuVlyYusvhZJmOa/FLselFAyircsxCmi2Czp
GZJtrQTilGSs2SjUsmOGwzhVpB0lGXot3S4qZwmFemjbEc1q62fJT/qsmewFBwr9nII9w6EgjucG
XR4GqecB978yOi6Ezm3Zc4Bwljo2JwOCv+IpTyuKK9mUqnnehl/MWB/MZkQ4dQBEYD63ZEPSfo+9
qFqmN6Blq6F2UPajSruNaq92f2rsldEFVqDHvsLV9rSO07Q9wq5JupsuZryBO1XSrM2BXefXT3k1
DtN4SCKyZM8jZn4pCVOd050MowbQMOJ6DX+ZWK7Gd1jWWxUipoISzyDfYL60jN/rT+7cxvkfg5eI
ocG+pBfZZ8w8Y4sw56YobfOeoe/i+Ve8ZpI2I5Q8rzE7njHQX8/EaxohljdtIQ4YPyTotOI55+I6
YL4h5VD9wsRNTzjzqESiN1pUOieFGEW7E1q7bc0awXjJquEXhsPFCEESQYL315sJnd2ExePMfDm5
W02fLRYGornGRcyQHdyt2PwXCrIgO4/5PBpXeC1F/VG78lcbo3HB6yCu/VlNSSIIcCE9SMpjDNLJ
6v9DzyppNuY6y3Zh8SoJxaC7QHv8pErjzDQkjKbHC7D6kYMeUKm1/SdtIacVXVHslr5/jh0uv+6J
Wgq0fNZiJjU4cUZ7q/LjFhr9mlxx+Gr4nWqwaGxYCN4qfFAOQfCv2mclmisMDUnyV1nnkiIGd5wZ
mR5JpOrP9DhGC6/EbEtP8tSc5UBYMc9VH6HlEEroOikhWJvVEmKjC5LQtTmjVsEqSGlg9AxJfZrC
CXm3tSIua/RQT3YmS07OEIzGdSkPH7LBbtNg8ibjllmfk+F+E/BoxJXue+3sD/EkOoJ7yHXq8nv6
YqRoh4kJsNncbQkRHNPRRgjaoGLBh55NrjIrCE2zexiGqdJLhYKxODJH05WjiziAgQJoHVsGduCd
PcHIwPG8QBJ61aoR0YZSjdmmM3CvHoEqvM43Qx66lhAONnlE6Smx6Q6Gc5hh4fgLA/dEMLKMw9oL
WD2+hBd35qxkIqThLc06VqMHQWIItgTbvGG8crVEN64Y7SuktXXtZYH0ERiTjS3ejh5PSuk72fYG
G9oQBfDtoXaoidDrKQGMBpEdNYepRSNnUG8cXvWa3mBZhtUAqFUsNkZSUxrJFxpTsJTeQ164Dfif
Rh2DnaWupbR0FhI29JfUWvJrNaO3pvaJi26lGsQWko9CkHbJM7ZqRoHMuXuDARjaUrkcW8l+eF2V
g+G4MTARKIrmNKmk4UzrfsMKUPpGDvBnzPSY5XQOqM28JRwxbtwFd3oOrUV/fjtN9CiLG6VmQ1zv
4C3PC75g/auWcYooQxWomRU9qFTGp5j7du0xPNn5CFG2RusJ58d1+ZFzLJhfTRx8G07nKM2rC9LS
afpB15a91NJleGZeHlnFZzMtRyyHF6cDp++7Nnef0y3Jy4fMx9yd3Me89j+ps2TwmewzUNtx9SGp
0BwYHqLR9MD89n+RdLXp9JhRCzEmJYsjE00+UbscOCi00FlrrKedJU5CE0uybkY5r8fGAU0bZInK
x5RH8Y47dq33Yw4WK/opUkrp18IbZKPfKeqa3rS7OEKhQH1sSlYHkns5CBoaROqfq1XE1UtDqLI5
HgDUltU8rC6GytlRnUfaikhxbLAwlh8HAfu0XdcqhBETB7Xb0A/uvk5NNEP6UI+oK4qmkmB9uMas
BdrH5Q81GbV6kfCkXOUNv+02kWp+oG7sAqIVB1e9uPK2t8NdIe8AqPCHc2zKqZHiM6kzWl/za8DA
pomK1fnVe/A2KmTeJAN80tpllEGS56LGQPZKVChqFJxZ7eWUQK72vqqjDGNiqazT03A1d+4VgGJi
jwi9YFa8/Wro5V8c91FHTGgPQ30ltgf3kh/RWla5U5sJd7nxgzbf6SoEMwJkdOd3AvxIzaBaJsBm
8voRbSO/vLIiJvFAXj9asyFqexEMQya7Wkg8UQexD12A3Y5EWNJ+4NtLZUw2YcWRniJYzbwutV4G
NXbLs1mSFxzCt7Znf1rxsr9dVsZduIEWAMAV9bwocj8466lXu+SILW4nv5QnAdCgrHnUBHVtIqkj
qiEDiPZglSLjpNe6AeXD+OazusZyrjuhouUimxXRQr03LYLSL1sJ+wRm9/zctkvkcePPsbyeM6Wo
CESwDwT2CSTuCSMnXo3Jn4EdPYLWiOJ3t3bodjMHdyumsbuJs7p3xjOmMaIs74A/w7a7Wj1pV8yj
I39ZcKz0Kxb/FfeuwkS1GoDmTHdFlUrV4YS1KBT7EUYCdkKHwilR8d7omZimBztuJ+c58KJlVYpE
30mbY1mXzfCzLy1CP784nVu52ckzpzWYL5a1SgswE2tInoyaoYspklqQNw4dBbycnpeUj5/8/cox
yl5etMq1IaEBlZLInWetNY2UxPKn4kYoHyDmCLICaPZpWAwNkWdlKrdMdXkxJfORTztST8sgUZn2
TWKrAxRjGHeQqg2fAzO5O4GzLx9t2ylx7mBuUutcMXguT5NBS3mCdkAG0xOZGLSmp8RJl6A46VwE
reWKQnwr7G85XkfE6E5qJ+tlrDZ0nU6DEz8mmbFscIIw2RXtj96CS3UWhMFM64nxucu30JUOebby
/WeVETjDK4kn+/La6WpJIgRLu4igGlVnP+gznpXpdvLU1RpmbQSgNHGZYkBgjyIJWfoBFh15tzjA
zKUkCImxkzs0j1M5WMuWQF6zTbe7gPZMT3iEnZFjlYMTZZ/DD8QDieWS7ia7oxvNyK01TULPoTVN
iMGnHLhrxZ52f9CGb0aP7yhyJeV1qnk5DcoBXjPBkbQun4oCyyrnSVD0EY5X5ygjEAVzBfPvElFt
2G0VeTkC0S9kEsjSwIwTBn4DhEkeUe1jyESAyUB1hFvbgtTYOG4FpC4QZ1iJFTFTexmtqYWIPEkT
up0MJwv605ujHWFYvAlLxUu1FC18MCWTUTfiFCG88u4NZBd8Ai2a9vpKDqtXsoCYQ+arW9jdS1F4
u9+AKm0BYTpeoGJkim7tWWR6zXSNLQfxkHmk3c0Qd7jnX8MoZsZwzZBn7eLwmnKMqkxuG0UiC0tT
bjL9XLH+ljsFcoHchks8yN1rzhwn5Cz32HiYp6Vr5qo6qrsNKF1yLVbAyPkcOOZWC2iLTo4vql4z
uvPA7H9vQHpcIG/1sZ8pO0xNsiRXQgptdZu0YuPbW6cacTHzD9WRJqKX/LQhTweembrk9Z4mD059
d3ri/NIqw73VCoif4Y6LcX25KFcAfWAbSm/Ol5f+ATo9rFIkBM3WCRS9IVwdeerqGau7EuvTIZvl
J2IAsltHorGVV44+smEiybN9NPFwg8KpROFljq2Jd1K+khAa3OYK6cqZrdtmr741O9BoHJKT7tPM
4uQ7jziW8WXUg1ZLLoKhyDNSf2QrWpDyfLGV3v7tbSrmZNL18uWb7gLedIAATgm19ThHIL8fpRAV
E3qu6hUUbzT8w7pFMDcPJj5uNXHJTLaA8YGcTEzHFI1WvQdnCOVLV9ymLkykhlexqxNVcuuLPKJ3
4ldFyoJB/xfwgXxFmqMFeVZe0FbvpSGRC6GbeFhbqE3R9iin8subRbhicGDkI5crueqSu5Eq+m+H
mzoVFLxNg9/3xqJTH3loiGJ/1oRLRSNMMcbhFWmul6LwkHIgl7q6B3wFaIBR7ple2yYJS73Tymdv
rou0i5APUxJWlDocHqE8aiNkDjzvxBayE9MhdpMVSBwFvy/prbF1mCpgrwq8gYXwNC7yZawc0fww
AYLNT9Fm5NpLQje9mwdbgg+hvPZHpbYfCRrhZ8p2TX6WvYbR1eIUzZD1TtLUF2LcEM9JD+VGkazp
v+C1ECgjD/9hr9gUaJM4IQjm0QMdDIhd4Lrh3dCMyket7Q0qg2WLq8LuyzkvtmTyqGJXX91kc1Jl
ukq/1abkR1GGKWIpXHKq+xZUgwXj79CI4iFqExVVRfU7O7hSlX7iNpIKmauTosjHiVz7mvImNu4s
FeOF8R39j2bG6HuBUduOlqm1rp+dkTqLPNt2uEXvOFVrLlBC+B7arkGzQWB8SOqqKp9itNXtKzRz
Wv6Ag0y+XgV3mXtq9Y2+Q3UOgNkUU02BV/TG1mM4mo7FE1Y15jYfW3OJLKoe2c6IvJOENVVqM1OQ
tButfHO2sFmlLZeJBRHUX3mbIumWZawFvV3eTAqf85xc1sRFbLHMFUeRi3yVvs4JmUzP2mdD2zrA
C5Xnu2oFQnXK60eNjkJe5ykoFm898Hcyf7DEqb08hsCJvnv0VYKlZVPLeydtkqMZkZoiqg8gog5k
XaLwL9UAGQvEgUcybiwPjHh0ZhHqS6TqbalEfnOl+O+wBUhr+6ZTpER4RvIR9U6BALNmvgdttT5j
Iy4l3G86XUUkoheTtb5u8KUqmr/yxvNRfES2KV2iWg4awiTOccVGipgANKzVznnTkEuT5ENgE02w
mJfUN+R9qPl7aiErM2mC3AYeHgZM8p0oNSB1ogdl3iHzXpssdSiu+8eK41t8QhBRrR/KFmf38KAY
q1vXSfKslvvo21HlweiABG3alrW0KdYZHuPWTXdWU1GrXFC7dROJOEYiaZ/63AtmITmG2qmqVRZl
b7zWvUZL0FuyyzWeImjqZFnZTXKr6lbJ8WdZNggVBKMPK21npbUOtarchBdKR7AUcgsFlW0O0v+C
XC4n7LlI0Zc1VygL8hNhtCblBZYXpsOCk0pcgDHpT9uTUUKDqemyTJblF0r8dTG7K97+obWewOik
r3YJlYh9qVi9vmz+eXzKYIvYLVYd2Biv2sG1j2/FJpaZG4pcr2ABzdZUmyjIgf5pSltXlhmd6UuD
HzT28qcGVc1456Rpzm3LUcZF3e8iG61bAy/d+Lre1smloAuTSVnFbKqSgoQrScTSHkT+TDMc+Qe9
Kmu0/MIgOTRgIjbkeBYflSwk3nDesm9mbwgoHXUvqTnlqj6w9hZ/HKETJue0tdyh+MJxJwtzPJfl
Aw9NV75Sa2UwAhhKiGgYw/IIUMnqczwtEefwFweke6ASyrpAa7tdVxbRTUEKnThAd5OHu6ah600R
JPj4vUZguuw+TXiOlbFGr6ihXZ2uATuzcHrwcg1AKBctzS+Plj4Zz1U4oPlj7rSXohpy1qx7Kc7l
Faaq6guVc82swMNakS61g8CMesE1j2Ku+3V6NlJAXjrKsLas5W6ziHUhbMKvynF7bKD9L94TcjGs
5yRWusVNmf5aOpMa6hIUtZ1/HgrYNf41tf3JC5E4WclIzFCApfLBA0Uex2PuD2v7K7EbMS0nFIxb
8USrbZUnvyFiePzeY1fihicbwQt2st62OcG5iQGHrtsUNP5JolHWY59j63U/tZCi0mtU0ol/XNNp
dG7rtRblc80y+o9nMNZ9Lv0xmi547W7MNfNq9YHjoU7dibkd/zCbthNPqOLi6hpPfD5YVA6MbsG+
w/HLO2OC4F7B/NLx49Kxti6VHa/mtRHmvN3buMKcCpHbMOqFHVAXJBy/0E3cSKyHAZX3eDLnBf6X
06fzXedNvgCpob+zHuqtrmcEXk3uXzC3iXD/sbdZ3IdZuZndxe2jYWBYEpJ/ll3ccjbIYsqEMT4a
pAKU6xFuLoz+Q8YIcDEOXh3PhYOZlFk7AdNaA4/A47h18wrVKcz7iVAyiGXuchQZST/5ISNXCv52
yvngn0y2gYOg3jW9hxiasS0ORlpMQXSHU1Q2+AdnssxlO03MrOYPpfCr7kV4NayWaEq9+R4V6Sgu
GPnaNUl0pXmTYUeBszNqlw8NUbrNbQvi6T5GZS+Me0/gg/kz5FBufjam7+dgoAYa9R/VBt+pOKfj
MrnToYdm3oAM43bw6pczMycMyL8jQ2F8dfC05dbObmaJSEq9x8WdDmCN/pYd5jFwxA9vo7ySErcF
tE2H5ijgMLCSxHiAGWP7HyHJ8GQOnRutwiGfomAWhdU/Q6hsrTz3JpFup+uhQk2Ke4M6lg1ILJyr
mvytC2VV4isVQoZ0Y/oegrTTHKgSSSRSEnhV9jO2ilZSvuyKTb2gXi8eFZ1Y/ZBczS85/SYuZ/VT
LGsL+E5kKjHV0bOMvHLmkB3GPojXkyIp6wtHQZ5qRBrj/LSfzfhrsVgDmPTmcRRA2fD/sT4hKMbe
Nu9bPLX/Q92ZLceNZNn2V8ry+SLbMTvaOsvsIiIQnClSs15gEkkBcMzz8PV3BVNdTaJSpWq8XbN8
UUp0IhB+jg9nn7UbIW8nayk0eUg7neJFkrinI9Kio/R7anGJKpERP29E/3FmO22OJr0mu7X0XpTv
ukqGxbekS53wccQhngZJMYj8rss6C65Ee+pr+vPTzj/unZ7/15/q+mQeE26Y7Ux0BsWgNvvgspLN
h5LbxV6CedSiydyDpT3dT6R/MnKS511JxIc00HDgTZ0UV3avKnmcpw5pZigMHPdua72PMvp8qUbj
htPbHCda7In1sWVLQfftrWMW4fKpZ+OBJ5mDkHLY0RnGfcHB7FI6Q74amaF07Vi2WQId7t5tGd6t
z5D66N5wGTc96U+jl3KOSw8YdpJEmFZCZhugU0+5sKtD39RN7SOaMjRa2bAjvakmr0b8NI+RYgtg
yzQAfNUEdjfG2dHrZuRJ8ABcD+F6bLxNhVaLm5YOq/1g1xMloyz7nNK8+gF4d3pWGrJ/YPHpqr27
iPkQenZI784c80szN+4uuUSEeN8M1fg0JNzBnXGuK+9jbjFvcjWYF1INw6EfPQKx437ZeqxwLy72
LcaUzTEesumhsZCU+XIxxmQ3tn31rY4q+CwzGqA9Xd3u24Zm5Us4qNYVEA+z8JdRxXNg2Hl949iT
+oZcvL4lu2V8y8qKuZTLzfdx1Whnbkiep2N0Hs6MTB/pxeaQLb4giyarZVXZfWQvH120fPlZ44dl
b7r7CK3nucHt9yOdF9MFMNYY1Ufj0a9CCYKXl1at8Y0SRGpfGxzzCuDfo9J3MQXt2m+ahBty3Rmc
Y+Sy0/MTylrOuW0vSUqTi4wUYjCj/bYUOQqkyHBMaGnU79BRZEBIZoNGLEOJ+hrrBKrFhZsZ6V5x
QKJuV5fnbp6Ye6Wb45UKI/2TFKX7BepQ8pDEaX+B8tG8HSedWeY5YeBVhkC/lFkXxtimctdxbz/5
hgibC1Ab5WfWNlaGgaalz5puFUEcEXcc9d73KO8/hZyHcKMe1ZtCeHnQGZ13tG0xBSbU/S9GbsQf
wsR2draXJsGoLeF9rNDuuKORUYntjWkH0qW+KSyTlJpo8bBHYZfXRzN3k8ep1PS3rWzj6ZAOonlA
+zq5e5SNXABasTZUfpVGZJYQiuWubuiDxHsJdlampdWN7KamPYjeyPP94BUmQlORDEfaxMevyuMs
ti+iVuwMKxwQhkzWpQLMfG2zxl8uUY9uMJ7tt3pRZ0GvQozjIfWfg7uL0ER24xieo93sowN5qXwr
+zm6AvbaykPFDu5ujJLx0ai6iNPbIKnIm6pqmz0fxHxrnlxP34gJWyIq0UqKXQUR+ZpfS9NqFC5B
PXT5Q6aBmH6n5IDjNz8RyFN94HvCmvm10EQRngltcPr33oyYyb6W4+TSUcjxe/Gcd7bkG5rS3emf
JNERgDqCXgTrFFBpctL62Oi5rylD3TwsM1fB9Fl2+XRLP1TaXRsjLSTnyHMq/Zx7tFT/Ns/4EKid
9EZpf4jos1C97+pEG7nF4Mq420/YZ+e3Qhg5tCQUoyD78306a463mLQAYqGnbhMMAVASdZxo2A9e
AP9hfc+aedznRdi715NQgkp0KYS4GueI0m4x0Md6NOZkeVOCHnF9kdrtm0R59LhjY2DEXoNAEUma
rwQF9rOZdroSLwlqRXu8TjoaZvqoFudMg8x8o/rMXn5pZ/haJwxRBUqHyfWCi0gFy+uVqxAQklm3
UXKdmc8tiz8OiB0r3A870P94mP4zeirf/Cnwb//+X/z5oay4F4ribvXHv78rc/77r9PP/OPfvP6J
v18nD03Zokz4l//q+FTefM2f2vU/ejUyv/3H0+2/dl9f/eFQdEk33/VPzXz/hCtC9/wUfI7Tv/x3
//JvT8+jvJurpz9+e8DyujuNFiVl8duPvzp//OM3SfvNf7wc/sffnZ7/j9/exU9/O37NvyXQgv4c
7r9/5ulr2/3xm6abv6Pltkz+g+7nyFM3BXLB579yfgc3QuI0aKMw4P9BPyrKpov/+I2fkuz5bSFg
VXhYIMALaUs6Fp7/6sQ9om8RPynDkbb9238/3asv8X++1L8Vff6mTIqu5adXPqAc/V2BztwC16Wj
TnHkChWB74Q+T1l2Z0zJ85ZTyS+wQew70l+W+LWtwqK6tfSk8965A/cqu6mtvXeiscdHbvjn1o+E
VBdLJXPgqcA3P5qzkJxzKnXSGEMsodBKFJknnaMXJ8s9bb4plefKgvBUN5qrXdVuLtTZOPfJ+x7e
/pdGH5HLLsY0dgFS4La+Ji0L4Ud5FtU74l52GPMOdw5if2PPaUN+8RLUsT5subHGeLMyO1/25aD7
algQEFuI0tudg9E7xfJhbNF8c+EOwJ6XtgO90Jhg2wfEW7MEG3aoFo7hAUMuEXxsk5WzIe35shTh
A4cqd8KrMXXhTLGIY4hR6CWaRLP32MtInR3NZGE/Cwk5H4LW6cKMJk92g76dtkO9wz4Ld4FuGFRx
0Li6fleJzrrpenex/BpnGJe982B5uwV1R+c3dkNrGufnCXl3V2vq3OSO6aAJOZ8MMLz8I3pTl2pI
btUfOdajcOUYrCUs3lMx7KqGJr3DUrGFQyg6sN1yESffJNzYZr4RVrLykUAJDFtclWJyNQKi3EVA
WaYzLSsxzw5potsN1mI82npsRfT3V1O2x418nvzaRIzjw61SgvoU57UDXt/0LMoc0+RdTcdVtpeT
trwDtTIL/UNr0MrgsxIM/NRip92Z3ljIRBsY0bpPZ0V2BUR4Ar0e5nTGppWXjwfDyK0bVM3tRQ7p
BPvck/bJR767yENboselcKfHvd8j6Yr851D+X6W8fy+f3VZPxduueXrqrr9W/x8ktROV8edJ7f82
0SmXFa9y2ulHfuQ02/wdZCkWugK2GKyUU+L6kdNc83ebDj0JeExa4MMc0smPnKYZ+u8A3SxB5xjt
Yzg882M/kho28L8D3XIdspqN67Vj/K+y2uvuGX4RBCd+9xpraQE/DMswzg5R1n8EWPct7H/RmvOz
kXkZ1cPX+4QNGkn1/0CsJUp7RoYZ5tMU4S+N/HO2vVpfX6binw296m1MlvnUIG2mh9lz3whTe5Nh
9rttbOvEZXrx2BUwmAI1aHoQo7lclzabXYxlnP2L2fFjUfk3nnxNE0YJyyk1kelBHwJR2jvSwi+4
WD95J9aJb/TiuckoaiKXpoeFLHaxFKLfZ+nsvd323CzJL0c3wmYZC7fMDtXYuPhmqmXvaNYvIFM/
e/QTfOrFo7sY24xsdNMDKmfnLCq6ryM3qhvfy+mXvhh8kS3IIMAFB+yHMAFbrpIm+gUC7mfPfQJt
vhjapnwqO9Flh8w7eu3XLNkWORYJ4eW4fG1VRY9bemij1rhp7aJ/MFUipl8Qxn722KvA5MrJlYqq
z6GfzXM2eO9ohNg49Cow3XqsRwd9ErYQ/UQrFE1lmCLcbJqD5ioyua+3kCnzWmLjoUYdSOlzW8yf
kvPLFx46Tji5yuCLVOxCKsm5S6PHcdtjrwKTDtG0tUo3PWAddhsaQ4TSn/LXtsFXcSlMWVatTg9b
M8/Zw9Lk0XmrDO982+irwLQggEyQ/rMDUCbsnaqNb2QVkiFlxDnhUuQwtshnGxx+drjFb4t3cxWU
hSmd2qVd+AAzGbzUaPjAwbc++SoyAQV0VZ002WGARo8QIAl3o+zrja97FZhxgWdfNLI4sKUmoUgU
f671K2LzT6L+2Q/yRbJacixCI7biBxfOy96ysaaf3e5XyPKfjG6sYhNHx56beUav1FXbvyurX7l6
EYH/00D/j+3JuqnXMlDOLtqcHRJjwLMlA37G2WrT7H52/33xRhyTZnNvsdQBisJ5meb517i0zS/b
Bl8FZu3Itp1GUx2U46RfELm2KdIvCGzbhl9F5pKLpE4sRx3CNgkoCVlnyCym47bBV/GZlTNNzzRA
HLjuK/ehXQA+crqNa4SxClClW6IrsJjbN3RgC2vEl/xx23OvotNx0f0geFOHtrda3+6tRzMctuWs
Zxrpi8lSdIvSsvjUwVeJfT5VX2JdjRvHXq2aemi79YJI60ChyfJpSjjL3bzab3opz/7zLx68G9wO
MQYPTj/oRW7iaJep9G7b2Kt1E1v2IgfFwCRnWGEW79s8/wUi5CcJ5RnX+eKxMRt0PVkwdEPzx3ln
uheimdxt0fOM63gxeAqz12paBqd8DB1731gbn3oVllNrtQ03D+owZyPOLiRvBz3Ftmmir8KyVQhV
hRMzTWoNu8BYnK5j5vfbvspVVGYh9oEprdIHRyG/PqLtm+3PbjmW1bbd2xpT7Lq0BMZdpg7xwgWS
9jFuzI3f5mrZnF2NiqbJyKU2g+GudB/nynfbXssqNCs7RiznLvFB5eM3TeuvQruqt22WxWrNLIXb
YzoLgAaYsHOvxPTesiPjatOD/xM+uKiTxPT65BDp8XWBTPIqEWO7bVUWqy2tZ3SasJIcL97xqYnO
ZbHtQCVWi2Zrxlk9wCI7hKOgqq/tJxR/297HKjILOolTTscx1l+HUWVgFzdurMQqLA2sX9SM3uQg
Ei5xzaL4zIH2Vy5EP0mDYhWWYZXy2ECDDlTIiwNdnngn5M22DZBYrZfUpDwz0Rm8Sj57eDtjZLBt
JytWIakJvEYirl2ZfQBvmkr3uC7Qy41zexWUFJ3sapSMHkbVFQF0R63T2JRkbW8VlNSsIq2n1eEw
RV9ZlFM/7Lmx3TIHATi9PmZmMtHHPj/NlMwoDzLqPrSRJzfFDtjw14OPQ5IbRsTgQBB8ZR+NctvW
x/ZWUYn2gbPDzDQB6kFJWNAt7IAW3fZOVnGpczHZxc8ULixrfIX79C4C67RpHgIGev1SlIKtNGtG
fDDmIefenrpzNVFP3vbsq+C0h6EfJsnoCL1usnR8qhf0/9vGXsWmCmGTGTAsDo1GHcWzrEO6UEna
NvgqPK1IjkMdO/HBqQ21l+gdd3pex5vCkwnx+qUb9KZEYubRpVbtluqNU33a9NhyFZtNjodrFFEz
NxONAvLoDXcDkKGNo6+iUxuNSqVxSVaZFz+GxB7JTdtkW65CM0I2OYJWZxNRq/3cnGXLsm2WnAqv
Ly+umhmWX41t9SHXEA3G5rep5wZr29teRabrgiHSTutaOjb6Hl1FseunX2EK/3pdo/zx+sErnF2B
wbWETu9NlLYG1B5yYw6Xq7gEZejksVYzeHeV0Kg/bNr2YOT0+qFdg3LzACrxQKvSVZVl18tw2Pau
VwEpAKpMkrYkEOk+5dB20wJvy1UkFtbYt3HbsHuQ07mjo+gK4/2mJ3ZXsUgjRSHjeCAWF3Dy47U5
J5fbRl7FYTabYpwslps6VuoeFsX7Ar3dttzkrkIRR9codSe+wjKz3jbyGqz5tvThrkJxAnLZNRYb
B2t+h+66iLdNOncVhjgSY8mNgOygW/rDrC8+StZtW1fbXUUhqIyo63Km3QQdGgbKXO9MnJu3JRB3
FYZ5lKWtmE6TutSaw2JQ8kekum0JW7u/ILUw0QYWDI5FyFdXVvpVbC9au/HZVwGZnSD8ymP4vl6k
P8TTsYs0c+Ozr8Kyijoh65L9q5029ccFbaITmG5vT9siyFnFZoSaTUOOzN4hU3epPsFXm882Baez
Cs5ycGFpt8RPnutnMbItUEnpttt121kFJ8bvmLBh43Yo86NrzbdY0P2CivuT5cZZBeesgCwioCRb
FfIsxTT8KMxJBdveySpCU8ziWscky86dQbeZGy1IfFzVw9Xd9gtWYdrQlMopjV+A48lymWb9o6oN
637b4Kso7aulMo1RkLf0d7bbQpjYVut+1jW83Jz09N6MOGax+Y69XQxzbed4udj4TlYB6kLn1qaJ
wbOxPIuT60X7le/oz+bKKjozaXRcZZK2Utm+yaSmBw6tNvtNb9tehaY7Lxi+Fb17GLxuuOqFKK5q
aknbthH2Kjod2pfSvFucIIGpsm/gcp/PIF42jr4Kz7TQFUtR5wTRUOVHj4b9c2wf5+O2N7MKUTDQ
3aR3CZkwHIed6UYz/htq2vjs6xgFBzyPUIeg8rX9WRMtejBxzN+W0O1VgAI81bymqJ1A9lV+49nR
ss9m1W189lWEFnYIezOMnIB2G2zMzDY7arH+q+l+er//XGGz1wKggoWuwFzBCXJVqgd3mZY3qjUh
XcJ/DvQqcbalYHsVsE4a42MuXBupWqNfsnoLP0yicGNcrYK2nOmvHRETB9jnFHe1VZvngPbSbclm
rQkS7BnriS6ooOun/s7W6uksi93pzaaZv9YEYbkDH90qHNzfpbNTQyc/5Vbfb3vva11Qky/IyvvM
CYrZUGd4rJhvhrrr7rY9+zpq89yje4DZU6Y0hBUihXuIFfu2jYy1iloNL7FauLwZ0NoS6pFTL9ei
s7WND78O2za0tJM5bSANvQxqTer7XEbbRGq2tQpbYL9SOgmTZqzjuxPp/6oa5LjtZPdPEiGTm0MV
8a2mSZ5cmK09nYXC2bjhsFaximo094qIfGZbU/3OBhH1HWC1uzGaVrGaDFFST4AKg6nrYXjh93vW
s+vbNmfWKiFYR6ZbnrJljt43mOjQQS27ONtWqbVSCDk09KYxtIOoh+49ycw6DFKk55uiyVytsBZ6
PdXQLx10SIuDFpTwobXyjRNybY+djFzI97HGs9MMtu/EmF8CV9kmWrPNVaw6J1yQcnPmjD0YZ2zH
5G4x5nTbHttcheq01E4re0EwJW1/Sz8WzgCmXm5bYdeaIbwbwU6XoxM0Y3Ffa7Z10ReWs+3IZBqv
b416bJcrA0JSILryMQUlc2526lcutKfP/xert7mK1CgHZCsgxQd0yjgAstL+GGvaNi0slmevH93s
a3AGzuQEcyHiLzWslqNyq2RTSc5ea4ZSSzUm7kIOfCepHfPQci+02ew3VlvW0qEi1jxcplqWprpH
lU8HPF2NU74tVNfioZAG9UwvPDswVE4/eDE7O7mocFuaMVbL6hBWlTINQtVKc+1tiNB0r1fSy7dl
YJTjr66N4ZtZ02AyJRtK25cweKedgCa8bTe8brAyMEDADJ1oqnHC8+l3TQJNxtYvwun0jH8x49fy
Iakg1+d0+QRY1kBBb+v2MrWn4TwFxLptM/nsWvNCHjLBqYVaQCqjYW3+VOmiufNyb05+8fZ/9glW
MZtYlktlnk/QeGVxQwt2AYa5YPLXbjX94nf8JC+sDY/iypFMGscOTCgc516sRZ9YxseHTevUWlNU
DEmh858dOLJPziqY58e20zdeLeurUyy+ZgnWlJYdAIRTxwnAYeAN9Lxue/bVGmtEPDjLnh3IKHE5
BIbuEV1Atu1+ea0swh2r54DJ1IEw5hyA1iQHxNzGtsjSV3FrxzR0d9ZiB7TT4zFfzCNMk9rbOPpq
jQWmFDvtwglca6P8rEya0F/satm22dbN1zknPvWxuEnmBrNNrkStKM9cKTcWwtbqIh00VwKC4bTI
5tXjVLXO5RgV87ttc2YVsZ2Nx5BesevrTMM4GNroneGF4m7bseqrVXYQNYlPY7eNDcKc7TXlNk9V
VBrbFID2Wmc0uU4zwupxgnaGqEw3vuvCMcGzZVuuWUuNJq1KiwJzrwA5RvdRija5gv8w/CLfn+Ly
L/L9WmuEinZIgHXw9GY6RLuMCtzO80rvNjfpl4d0tPg9pcpoWxCsJUgDFQpluKkbmJSD963VVCAw
dbXtqC9WAcyhbZFgI7hCywC+GDRDAteltr9pmq6VSA4mypOAlhLMCBLes6o3PsoN6+220VcBbDNh
ZmtiP9WKcbikqtgFwJm2yQPttRYJlzg6KCPbCRwUMvquoGO6hkPTYDaw7fFXMYyZxpJFpJ6gzo3l
Qy9D63vjyY13OGu3PQuJVjUYjI583ztIo/qU4CS3aT8CMuJ16kwLcxwGnKODcZimt0Nh6bdWG2W/
CLC/3ipYa1VSbpR05mqS79XQuzfDycLczbNy03JLy/TrZ5fC1mKcWd3A68YyPA+lXr7tiAJt05y3
1uIkjdaxCoaBR9cz3cQh3XWBNrOZ2jJpLG8Vr6q2emlVpRe0rTJv8iwXV16bup+2jb5acK3UlkUc
Sy+QLd16+PB47yOwsJsu/ixvFa+toN9S700vcC1cQao5zv0Iz6BNmczyjNffa4EdQC+BRQS4c6Gs
ss38AcZI+bTtzayCdaahwRt6g/fuaPMH1GZdTl96lN9vG3614jqgRL3Enb1Ag5yHAS2OqOnOC715
0+2ctRYq2aJop1iWYTBT77kuMbSBEdeY26a8XO2P7ZMvh1EUIW5M+nSs6Ubfl7bqtiWbtVipTGyv
tGhKDkwc6OGCCO2s6jJv25tfC5aS1kwyWqHD0113djl2sXmB8qXbFq5yFa55Rj9chGVZEFdsvB1h
mTdd0WMXt2narEVLJwvlXMYgkWqIJwfN1NTXvMi7b9tGX8VrA1IuAjisBbCUc58GfyOwB4qb20Y3
XserO3llyG2IFsRerr93zDLbV2PcPm4bfRWvSwV7hp23FoT5PB16qYfHsdP0jV/rKlxzDNxVC2Ui
iABY7TTsDd7g3mA+bHr2tZJpnkrIylTw4NtnxnWsa/U7zv/Zbtvoq2BdRJx3Tj9rwVAP0ydjwigS
U5ll0y0UwKzX36oFZNPAQS4MimUxgrFSNwk2ccdtj766hArzUa/bcgwD19aqA8iT0AegH2/LYmtd
E0i2otLwjwqsAdQZDQXqOBrNNmUTbIPXL8YIzR73S1sLuiKLlvM6q+q3ZuhUG3PwWtsU5R1l2MjU
At3FG+EoxrHSd0afiG0BtZY3KdeUeo3pfZCLztlzPx1+NK0k2RZQ7ipcQeEXUxuTavq5qS/jeVbn
IEl/dWI7veN/PrFZ7ipcWacNd5Y2WRh/53ODZrwPqTNiN/ivp+Vp+v3F8Gt1E0ZiQzSXoxZgX2tH
u7CfxJEWuh4ibZwmvlM67rIteNdqJ/RxMsutSQtmALcYLpsG3Utlu3H0VfAmoK9AAy6kZHMyL3BE
s3zsd7Jt27+15ClBqOVpeRQdT1hd6+LE8n6PH7Nstm3sndVaG0Mv7SYp6mPX62FAPWg8g5e2MTus
DbM7zbDK3C3bY4nl6b7Hoh02YJks3//1HPrJFHXM1+nB6m3cAeicP7re1Ow7rCH3eZyqbantBHR5
KXyCYKg5iZFrR6tndxmX2Xislb2tbeyZc/Vy9DD2wLabdni05wIskKE05wm3xGjTbRSsmtcPL+ho
iNu0i85SA2bdHm/v5RrPkWnjrF8roIa2LqGewuBwK0v4gzH0Vx1AwG2zcq2AWiCDJZYwmrO2h7e9
r7KoglSC+/PG8Vcxm/aFmeP5XJ+NKTjySvKtFsBQtk0c23n97mtbOiJMI/usUiBFECdUd6nZjZvu
pi0oaK+mZZn2I/Ny0s6Suvo4j3bxlLlj+3lTRK0lUI0c1JgneXU+mFb2xdZV9Vh1+F/869FhlfKQ
f5H17VXEpnB1Z8voq/N47szo0uYqKtSPbmeadnE1G3GveXQPtUpcVmDKret0HDV5NHRzDp9GoPyn
6l+hmgRad1sC+PdjbcGyWLPcYih2OJybbuA6Wqy+1cWI9TQYw2k24QnnjnERlz22YxiVgLkM1Mle
8Zs2mRVNZwuwbf2ze/qRiQ1kUi/3zjQ32EFhGpVfu7Grigs7klX0uS/6GqRZVbZT81bUdZ9VOyyq
O0v5fIgw+gbmDL9nPxVGqR61UevGZTd5/RS9hxE71oNvWVrMpAMrH96WuqWmq7ybFgcjFX2QkEmt
PA3vqwECxnVJUXjR9gpBqrp36z7V8SaeIgGJc8ZAo/mQNZgWHWloKKpzD1iu7UfdkA8lNj5ZlvP5
436pzxd4x3Qk4MZdf8Lz1yxuZAksDZhrYzndVekNRp3vxhFP2cfcqvT6xo3tWnzKu2wwcLPX84TT
Vwknx212hRFHcGvxPUnnHqefuK7rfQsmTv+2ZMKOayjUNUa1u9mcQpH7CKINF6cJg60iBFc3HKoD
dOSwvFFz0dm4HtktI0hb0wzs4ygw2/MhkixFt6otUnUDLHvIzrwTF5MPFMKKDXDD4dy5SAjad2rK
q9HYs8CXyzG2ZywE297M6gykKSKGt4tnGx2eoBBlIyDjAHAr7C91W/ucA21tcU5Asoin1TDlxYQb
hD3Z4+iD1oV0u0csaTbjjn6/2TQvZ5UNXKsJfe4WfNoK11ZHkFVZ1D6DfW0qLYUMnWSnQ0Wsvg5m
O47v++TkQY51VD00YAeA6SQ7TIInSAyaCS303Okx5PqStEamvnfC1RYVoFJfDKh+jsaP7Zx4UNOZ
mvhUOs56YZtpPtRtWPiwYF0MFw+FhwaPmMCfUX4XbRSbYL8VXoGpX8u+0D5pS9cDuGvixVwedMAt
2qMlMK7d06LR1btYgZw7mBXQ9+KymNNTgLl1F2Ot1cylN+3johy86dLCpFtvAgWnsQPiB6fPFDu7
B80MCFgC0n0yuG/o72UezUm777ALdnZpH312pqZ0D6rtZO0LgNO4YdVu0j3omCCPj7XCQyji5WGv
e1EIqP9XdMi3xr2sKabqPufG7A7vONileiregNDOrMdyHMp0Bz9seTCWVu1Na3ZhCunR8s5K9TF6
jBzHtGD8erG7+JE5xXV4PWVll16NXTpbY7/DRNBLo089SMQyvbaW2DOSC1A508kXPPWa+GNLdrCw
ulKTm2BRGzpjeZGpaB7qPTrLSNV7K5ud8aOjiXZ50swwat63sOs9hV8tN9TC78GhLnexHrIc7zNW
BnyYs9FN1eKTPbSp9ktBDbMKBkQCDV4jWPOmzjGXSGVCDPPCqf5O51kFwDEC99JV6NOhvkiMKGaJ
e7XbK1V/BueINCKY2MxhTAyeKB0wAi28PgLWqFm14LXP8LM+2aRS774xitH5bM4argy+N+SNxbON
w2h9z7rGLO+SuJX1J1wDSj33rcmq+ptQKGP6OkaDyuDAzaJKjlloDw14q7oCQ+WLPsZgJBgjx0WD
kM7gG42rFJo8MMrMKmpz2DcyNE+O04bW6p8m3NnEwbXwpPjeaxzCsnO8H70yw16AKkKAyUTb3NSD
6ovST5NpWAKbKov7Ngb7IL7xtfZAh+Uk7ST3WRpG7w2gU8NFylUieOFn3GIavymzxJgSIT92P42v
RcVk9Me0rjqtBldUOdGtE5tavcdLdBHnIgFea/quM4DY1eoxfJzTbMBGzc3G/rYMa9s48m4i6yGT
Vq7TviiB8b5noe9V6mcyzaPBj9u8GM9lbS3Quh1PnrDwFJ8osINRHwpj3EF87KP3lqeX3ZlojHb8
hOW3VcAHt8FEj4esm+pu3FUjFPW7HhsyhQtCnJ2oPyLRcSBErLaPMiyqcr8tS/3Oja2u94tsTgzl
Axidso9aiKV4ecfeXlHCaGgIVtXl7FaLexj1tpouKSNqtvANo2j7I1pw3Zr9kLuxTPq5KOf8m51N
VmL7hRfDXN7HdWNVCrNncEMp6IcovlVu35Cyw3CyvkI2y4p8vwyq00efxp6mcvwCb9jpY4u3X3ub
p6nCYz0GGJzKY6EPDSZXeqRryaVRFqKdb2Gfpkaxwy/DiJZrc8FY1/Brvcsa1AndLEKxLw0tVzmO
d3y5xa6uTodrv1tMrbqrOtm6yqftczbqwzJyyVf4XWNHhcRSZow+Y8ZksyWYms6YnnQ++xL6GFCo
4dHC9hLF29TqBb5QePN0Z5YhR3MXaSIcax9Q4SjvRa+ji8UQIxk8YPUzR/rvSbgMMw5WlKW892RA
YSS4eGDVEgjD6XvniK/MkCofhwFj/jbXS9VchkY6iwtVu8v4rsCYZbi2xFx2YtfVaWKb7C0WkkDq
V8TjEr+fxpYJgqt9B/kZny6zS8rdPOHz+YGsrrQvvTu7EECVgVHVMVKg+Z9OvtrNu0b2ZhkdLewm
pb6rM6f2rmxRy8jZ9X2ZDu0u0asyOZuLKRHe3hv0ohr8WiM73Y+aO5CSLau2ijeY3Tj9eehNnXO3
iFQMEUCUxMZYwOi6qGh3OIMNElfIyERCwpa0H3dpHOELCa3aMLO3XlGylPulHdvdF20ah+ipUqHV
gk8X+djP/kCpX3320goMja+NmTI/YvumTuYHTckBxg9lv2i4VsYAqnSsOgpMxfCkZUOIb2tmzerS
dobGuafya3pvk8WucTQeLEOvuYTFwqXg+uvZw8VZorS6kFZoqw/Z0tvFg2sklTH7Fm4oOsh8r9Gd
hwRU/ACJPXGy5GM0R2ET0Uissffxp8oOawjksQoTfGqRrH9oszoRqZ8MAjC6Xztdx9QK58SNjjZ4
Xhc/JpigijyI4aRO0wiAmZ4dVMOxGPx8VoXncdy3vMF0nvQr9hyW/GBm5MagWvQTo6xY4M99wrMi
TYOpNsYm9a0WC/fP+eKV7R2PYpPkwj7LWzj8ZWu8cXJLaj7+pY6OH13RQx/3sHfIdgqwX3hfhtbU
nOvwj40A4G5RsuEeSu9958ZTQz9lG82fw8Vt0h4TE83MO1/Hmcu61hZi4k7MCmUbiGBvwbYmiRwb
YrKrss7j489lpLC7mYYix1V5tBIrPZhYz7pPLYxyHXC8sD3+fa6o3p7ZOavUx2UOXfcCv4fS/hTp
5JOHBYNI/S7Fomu4jUsc4W4mVDPxBTorl14+js+jvMDFp+m+62CLh4MQWAP3/tDrcXkWDqbqP6UV
TI+3WNVl8f0wamaPexhd0POHNGn/H3lftuQ2jmb9Kv0CrCAJgiRuuUiUUrk6M73cMNJ2GgTBBSAI
bk8/R1XVM279Tmd0R/wXE3NVjoqwJXEB8J1V6gJ8bDV7SeyGUf88uOBMv29t7HVejtaoJURiMkjC
+VEy7eNAP/EZtQMoS5pFVLSofoarVVSObROvVJa+elbWFPur5O3zjEUE1weInKC4BotT4i7gfdb6
atkQv/7iQhl4v2LUoqfIOgO806N175bewtFCxCDYkxCintoUE9JArx3JpPzsI7qqvpUAIfzdUOM9
fOFG451MJUXpAyxfHkOsPKIYXqeyd9j9iviBBcPT7Li06FykAB1AQsfjY4/m7OrryoYYPx9LvVxv
o7lrWrxtzTp219xZa5v4vJq7T2TBMTJRKozcQ6240qfBrRayn6yQ8pFStPXJZJKr3xaNCtCv4OBM
94wenlDd2nKa5N7Uo+PoZHK72HmslOb+q2zG2e6x8+kl6aDO8xJsixGeSq/2TeaOU+2ehsCW7LlT
XRNgzY6pyjx0ZKonNKcBj8RV3vASGJSKw7FgQxzJ7h0zj4CerSy7OkdVhiOzKZ7G6AH1X4t/RKdP
EBXo6Gsa+BwW1tygS0Yi6brdsPo8oiB0oWnfDbbHbsNLk2xoErJXrjtX4QNCAtFRlpaoexh5Hnux
DR4Aw6EBr14miZVwDhATtwu2iKIyyKCvMHeVmbjJ4H8O5hwpEFV3wuEzmo7omPDCvEWFAd+hCHSB
83rrwjKnwVZj2I2Ep0/lJN1z0qnthbxC79vcQGjizXI8uOto0ZmEebe5maDsMgdbbeBYw6rpW55Y
fMOwiDp01N0sCAwnp9YFJZKhA7BW+LLwlkUJ4fHmXpVDKPtvPGxj88lGaHO59RqcojHAwf8U3nJl
5JAPZhymUzj7oToEpR6x5nt2cg8iGLzlBHsq4i2SsB4D9kX2Qi27WGxT9yjxFiMzot48vR8Ihprb
cDKBwtEqrqNqAmLkM5Rso0hqu5lQDGS6JkUTOVpbDnTlgYOGghDNzCItnTViiPT0Q4e8A0O8ARte
eqXQSoLSpDrghwU7IqJh2l5DYgPe+MvvYY63/v0LXF77Jd6raagO6B7RV6DX3RuJ3uz/jCyiF8ie
3yIxHeek7UD7yiSz8fTjGqvy/j/67pceqQhNbboj/XzQofCOqMupP55PzO989z+lyb/Afy5NUnxG
R+m6Cnlo+qZSdR6EG8IgvWAoDxRCJ/jikBTJszH0HTz2awuRpIvA7lfBJGatuuf0RuBBGgGY4ui1
LWmg2LAmTjCsBBtRDG9jFli0pVWJUQEv977umUpqqfwoaRoIaK8dFnXmyCfhVXisDTgxd1ub92Ji
zxjfr37gBbIIJfY68nqZD+iD1zNKA9m4FKb05h+9O3oyk0hoeY8LfuM5Cy5wxkVLgrKo1RzQz7I4
x0b0zKEZEZ7bZ6zfAMMktNwCmgFNcGKbVlCXrAn0d55DAYmhLCjBjjGb3KOjM+yWpjRDwVri01M4
lY5MFUrlZ5ujOM9BaVmkh6YzN8JH4zpO1qOyaCMouTFquIUacbY3yB+oMDyYKtbHs3itd7KolJiq
c1E7VlL0Gfd1lPlDtc5YMbHu+HsZcn/ZTxzVB48t+jU8J2nCqa2WpGxKpH1hmsX8vu41ircAxOiN
myp1y1X3mT8j0ihvubOY6RjEC5tu2jjkCBuTs5k7kf35Svz/CMWfXofRDq//QCa++cfOdt9fcCjv
/hfE458DMd+Ox09eGy5s+3Phx/kv/BWOH/4RQJcRotY3/ivG/u9kfP8PGgQemqBdPwas5p3tUH8H
41PvD+qC+mAI0SKw0Z350b9z8QP2B57GiKEm+6+o/eDfKfv4V7g5Oh/9QkYh/PJR9EH+n7IYhKAu
DVqJaSIpMIdy7rK2tx9tE1yhCXDcAT/a/3Rd7v560X8Ohv8zSPR/3v+/PzH0zl0mbuAGl0C66BEX
VENNm1jtPwWefBHVmtRO/WhK+8Fn9j5WViXlTD4yS7+5ZHgAZIrOKm2SwSG7AQfKitKTHLs01OZT
TxCea6aQQ4wev2Pcwe35l8UKeKXPMM8GxAspxU2kF4sWGpRKMBalnyBoeUtJ2yyJCbW8qQSrhgT3
tNuFQVUXYzz6j8CKtnsp5H6ohnlfb9vT2ndh0nCguxMpAW5OAzrWFuYkoe+bm4ZUn6kAh1CTck0N
0eRLbNk9QlYyAoAigVXIP27xLRfxmGNJ2xnkxiTDGJF8snx6QnciyWjUrllfigKd0vWExLgVHX/j
DdoDo8RpcYaLHG/IiAcIxR/Q2mWc5cEfVJDaAbz+xgwSh6HaOEFbEWWuBdg+RP2Xdostmg4boOqm
QsVGB3dahiIQ716Pk3PPz/5D5ndixzpFCrsBE9JbFKSNdXO0saJMMoyhldFozurqlbyW0pGvpg/q
ncWilI3+tiC/1sndGGBTHIkPJh6aHWisjxXOS4cojj5tgfqAtkyw0t6YmqWRRxmIel9bV+4RJ7ud
3JixQz2Xz94CaAl9yagfWXCBXMaHLIh9Z28HoIdur03OJ+fIJv3E19Z92FD4lrc4i+WeMzlgUhr/
KwtsvS9Xssf9YwUoPHvLXY2iNZjHr3HKPCBJ9fssnPauYaU4UdQPoHYeiMIe0wgQNbCr+xrI37TO
RGajdumBsjIWicPK4CpeAQ2i07L6oP3Oz3tsJylOvzlACuTh+mWF8pc4wRsYPAnZ7utVsgPb/JeO
DW3m9d6Wrh1b4Dfs2hwn0Ts0sg25PVeDY8yziajQ3wkNC8e40QOZVmrDnyio2caq62adlhTo+486
rID9LvTFrID9p6lp61SgLbJQYdvfb2VbZy1HZxlUj4DRIWTNdIQaHA4mBlkLFd8h+esbZkzxglrQ
ZzTykVtihDxtlWf2vnLIVeXxl2jrm0+AaN0PQDqXtHIjD72btDSZQsfq9WCJk/sRxmMU3qE1rotU
dxxKdcPcUn3RS4lBBFXoSRfzNjNtJA+OUF0G1a7Mg0HMKdCz26r2yCMMCjUuDm0P7dBFKSrm6puy
HNUOxnj6NRII63bQe566dkGV6FLd9bRBazBFi2XdMlZg7eNP2l0ewCWhbZDwZjeMa9H0ZSGqmSUK
toJs8EaTlQMC6NGlVwxDu+QxwM+HJvDlDbUKOYRd0N8gaXL7vPrR/NluZXDfrN6QzwNg32SdKpy1
xJmgYfcGgOLVEK44VNN1vkbXZmATnAwytPiWEBqgEiohjv3aLPQ29IYOxWFD7o4Vaob99VrM0VOw
ku8BMcGJdTMQpT62CNlxNwOaHJ73qS1JCshvR4Y42LvhHCfzjNLehHi+yVEUIVB7v+jv0+KwlIPi
+lyW5rldR0BdFY4FQNtZYihCEVIOHuo56OzL5rfqxpNxUERD+LEGLPikeWjuUf1W3vTG49dYgkSK
GH0vlzzucgMW5bYbWZ8O/erfnZO/vsCFXu8FntV7pZU6KdE1d34tpzTqK52WIYgtH1NzejZepSgh
egHZCm1E3Y8/ykp7iVgjfksDhcJBdKen5/K/T1pVX8BK4lra8QEgqAf8mQZXLZ1Qhue4tyOfHyGz
+LhQ9xm2pTZM51Lxa9noqpDB4IcpEE7vwRB3OdLG9w4UHbFZgwXy1QODdeXhBYb3q7SorlfeECWd
gms8mWruHVo0QaQDJv2raKzQNgoAsilIhD691LSAOROjSYGUFZzOascDVlsCwEz6VatbpamL7r1F
q6zXyn5GqpYndk1pgy3RALtk2pWj+9iv/YIrO3Q/AmXbYkMBYu56ZVSfIu6hTBhZUyUqC/1x9TM0
8PVXgYKWcmHgStAUWkZfqcf7HXFEieQ5VvnJ0ngih6xrOHI6wIDQhGNWYmy4jtEDeF8OjbwNmmYt
+BI4B16CUU4g1/y2CZjZcxrb8tFE1kuFrSYv61HudFPqpTqOm+nuObi7HI/1wYtZLVOYgAnowmHd
OWh4z2y1+DsekqnPWxrRrGWbk0OTwu76odTnK9YcbT1nnQJW01YUVbusR7tp5dfXaHwqfyBLarob
QDGxndeBk8Zbs3Ots0146sFI+sEKtBD0f6USf2vYyZbVD3RPsed+MCx3sMe/ICa8v/JtgD4z7Wz2
CqAD2hiVDdUemGqbReBzmmxD2+ntGX/96qwG+R1k3oolmD74qGY9IiTHXnHUgCJOFooIxexrhQyw
G7O0fR5Gs7cDVXEcIiPzGlzfnUHH287Q9uMANDNBV7jCOIYsw2IVnZvyplFZt8T1deO6PIPUJcQy
sc4dAHTm3veOP+YoNV7QS4Zus4wofb6HzvKZ9hxcsLultmE71upb9LoLnOvn8TDJ8hRjB7rGyQBk
xwIEEcAqNkkwYaCxhmb+oBC8vnNGMcssRnvmDWi+hxEMcYoXojw5IyMfCc4dKYDD7paCqSlWSwsA
PEOV1uO8IhvQcauin6P4pBviHWTglT9stKDjCzvGlWOqofACNaB9tf4hTEwOKNrsr7TXsGcBnGPG
kg2cu8qMXfVwdGs1LQ/CHRqaxihUOqIkMS5A1lko3xCXnGKwCmCUrOpsM+FyHWgAZn74w2+GwEuq
fmO7pl3uwG13QKg9E8H3z6+HCmAqyqFZZsJp2oEZAYotLXY1RQNsSSG9mQeqs8Y66tMmlrLQW98X
JpjLq2ophxOflvojd8S2MyrWqcT2dwXkEw2qGoKFXayH+tjBGPY1aER5NcvQvDpLWbbJ3PI+99t+
vp75Gu4JYq0eIKG4B6pXZV3HPwCW6A4TOBS0ubn+nhFUsvUl4Ck6UzcDMzgWMZaf3PJRZxGo1CsM
fuQ2nhGdEo8kOAVhbI4dW8f9RqM7gSDzFMNjWgexfKWBhlTNkW4RVV0hYyJ21joC0gdwnx0I6xw8
cp9ZMq8pElK7YkIX3A2w7o9youJUBeUDeu6ix7mlJsXy0h2Dyf/eAR89mmBMQtqSZzVN4z2fNiTE
4GN7d/g+8DHrt8FLymlGxayLvLSyqu8jeFzRCTPZextbg40NqoQb7KT1M5wP575z3mN1BPA7gpyq
kV176lgdvpbEqGtISHy0LXP2MR5LNF3XK9rv+Iz8aVV34V0FlvZuRlYFOKVz1fwWgvQEgm2npBMg
8yirTdKL+lM0lDg8+nOTkVgLkKHNcOOtHAdCp6mxdvd3pdc+QjZuAN51brIAQt4TS4++s4oPUoXX
ujFNSv0hHyOnORGyfqpNFSZjyJpDDbxv1w9hnzJ32lEFBnbxRYqSWJbTCDvZVNU/1GC3DFPed2nD
l7YcH9de3W+YxYDxxd9USF7WOawee1aViMb0r2XcPiocso+tqD41wRnFxjfLBAqqM3dGZwpzGpwm
Wzx8szEcqtBpPtSi1Cn1lEqbhtpClCPdtevaZuhll2mkF3W7tdsH9MLGO5R8oiPBLGHqcg/XK7jD
nWzAXIPdaFz1oHw06K0tdtDAKpUEffkdsiqQb2bZ0gnHzRXqtp1cK5T7uQgc1tjAkhpxAYhnKJ2k
6ox6DANZnVB57expKHcAdRPK9XRwjQG0SZv2wCETSjaru4SYNsBhNPbvXFgnElgGg908Tk3qb2PB
vWje1WqOdw1v6cO8qO8kZD4opNFgbIrS0a2nZKFsTOeQHKdmdG88FsxJ124EnHD0JVKOKRY0G98G
CJKp52bc8TrerjoFNCyB8r46rQ3NujnAwGUGmsrGQY9y5N03PdbIPgyyKHCCkxpIe1eJBqTGeOYU
QekczRKhhduRTf9xNI6bdmI7yWWJv7Ox/7g13VdXb3NGNAachEQQCM++O33lKJ1NUMLZfPBHDuIF
gWx4UBc6FJ0CMXlYbR8AbfdttsIMukLOQEBgU24Lq1nBrANaUvXAi10orsAVzQqPHkbMrRx/cOnS
HF25WI4hvxXpNlLsieBvssG4n7X5MfNlOUxtjAooJZbP8zyx26Xy2TdHblsG3m1Oe5yQUOXSQEPj
8WW3SKQVCho8mDYcgSqS+0Gyr93gfmjGih+DHm+DgMwkGdfog6jqsfApgYihC8VeYyRf2vBpZEg3
mqn40jZ6vXHPKx2g6yYBU7jsGYss4haDGKWcDNNsgqN+f4KL4xCvCqycH3UZ8/vvxm7tB8l9cBsd
qISAy9sGL1+GnQVpXgOVh7m1ZTIIfDNt2RHf6XO4Pjfo7d2hj/MWw7r/METL/tzgtSXtsj7QPmp3
gN3NZ3gEMSWDAN5b4HJ7dwTzEoBJ2uPG4KcxhNYOG+YlfD8U283nyxTjhVVqqDNfwJOdwvbT5gOv
j6qV7Q4PUB5WtdyzBUdgdzmhWrqGxRcaF7A5bJXyeu7KM6nKV6ABkC5HTRHwETe9DNFlsGFy3VyG
zlKsi9vkBB9IXznPOHPb00TC9QBjTvktWjCvQ8Ntj8SlGVwq5iN4yWMEOSt0eOjqjFhPUGi9xZlD
Z3WsoXTw04Ao9wm8tNoDRnSuN+Abh3HyzC4aeogWMMu+bmRV3zYy1KDT9PoXu/BvwYWP/wdrg8/O
m7chxN1LI5uX7vs/Dub8H/Mzlnj+m/8s2oz+QK8zQVdmEATQTZ4j3/8u2gy9PwjcCIwRN/AY88+x
Ff8s2gSg6HoeWjjPrb6o2jwH6fwNKDrU/4N5DOWdBP8kcDnkgfw79cG/Bvih4wOW9lOqyACpUwmF
VlNITK9LtelEjVKkggrIryCe+uIa6Txh3Vs+CakkzM/bvGuVh7CEcllTp1nZ3t2UyCe39J5x5NJ/
wdRvtmn+GdvxP9DjP0u2yKVTtHJqdzJxIAsgbu0VxgWFZXrQaR2z+NrvZJm6A6O55hHWPDgUPoxk
e4J+09v5LodccoWcC5Kohmcumg12pS90RjD67qM+XnIIM8nDT3f+FyDpn5EIv/qmgH1/voZub4HH
gNEubOnFKRnsANUNsAPU61XfXJSmX4VQc+bTVqE7nZaY50dYmN7RT7/56XhGfv50EpuSTdUgC1f7
yD6JcFh3BKdAPKgPheTYFpAWN2kFM1CmPJjkQw1U8/c//ewX+9UvvyDv+o4IqC18WWwdR8S7Cidx
z3lvDg41NKUzcx8EEStLxih6z+94Fob/4jMvbawT610f03ldKMADO+weYdLHXXPdl+733/+qPzNd
fvURF/a4OAid1t1mFIx5vLraMMXlCyjPxzYUMxj3Epn5AWAQ7AJuGqm2K4BLjohu2W5kM2eMAixl
QbdcM2m+IoAz2PXCt6nneOU7N/0Cl//vl+PSD+ug1Lkz4VwXvqyBExqBiqS4N7smJqwgm9sdZ3Q4
HzljLbYunFRDH81p3NMM2fYux8sLFQ4U4dGeSOAB7uz5N2pDOybRasWJj9lU6sic99vxHXz+rft2
Qe+1ZhZjE9Ou2MqlTWuGSW5Z6mnf4QT++/v2Z5rer+7bhZfAVrDlBDUQlQZ68WMVEY2DbewUtIE+
cGqhzvAH0e8BMvTZ1gH5sINuj1MLwNxdrHcfDwL5rkNFb3sJoZVTTfLj2PGggC7AFlG9jumEiSNF
IaLGlNg4+QJ57Z5WHhIzDNAUdHilOvCXvMX2vJuA9V4Fk9WHRS11pih+8mA86I55oBMje5VZjm0i
JOza5ziUznwg75i937raF+t6vULOFgZhXyDYw017JSCxD7chcdX6Xl/ZWyvPZaOBHqLQh8oElzuq
zU40Gtp6rNUp3M03ircf53L4jB6VLptJpNEmTtZ3bvSfATq/utEXK66CGBQdlEFfSBHaBSNuHQAo
DLzg2eXV9NpOcdQlMaS9YRZHqwRvgrKfvWEjJPM6BLYIaM4b+7+OSG9vVeeP/dXXuViC1RKrfusp
LrZqyWne5IQqJyPaYl0pauC74AhgvMk1JSTxUXCeOx5g0wZqp2IKoEX7/eN/LvT+5de4WI1BeuB1
d72+4IyLovNrwFDTCm6Il0+agHYSXatzCD0x7806zjdEjeyRdmTf2Q3eOEtcepap6wbOhELCAkUu
UQp/RpzxvtFXnRujQN4H2/f7H/rGsx1dLM/lChXUNsUNgJCl3Zs1DLHZM5250I78/hP+lWj97+X1
0sE8NIwha43JQo62zkrfo1kN0QDuoGcPmtReXkPl9fH3H/bWe3RpsLJQ024tlADF0hmyW2Uo7xuE
n2DjwaojvdBkfgxjhROoH9YGQxYudffOm/Rn7uAvHl16sWRG8MSuqx4dMGJVdzTgg1K3j0GLRJRc
K8/rckoU21KnosO+VD5fcJknQJTED+lXd8SJLBlx4XlGZsFuOmRCk2ygK+AMOrc7J+h4QSCkV3An
MPVVunH7KRCV2jPrVmPq+C2OarrTMDyKYAVwSma13mogNeM7HDbYkV+/F5clGO0CzT2J0AcHu8L6
/ZxqDOITv/wYopvhjPbiuifShABo7NA0Vw2HujUbbblYiM9Zg2bAMVxyGaohPDhGXtfhjIdPnN0g
zRRL2DAgPUsgznS/wZxTvmiYWWzmVqT+LFdjP1eQGMPKOfY7akN3SLHFoL4L5DXKOucxAgi6dhWT
e0jE0Bwf26FOe1Z6IFnjCOHaUEfDAzStNwTh9TbfGssOzWpiHO+E52x5A6V0nLidVEsW4gS8DyFD
8zIBTPjO8RXUYHPURbecxpjTyVzVV4JZxBktYdtBD2985yNkmfIHix0wZXAW9e1p1Qv/THFsuxK2
XuKbiUFHSkMUiqQ1bWHDUGTwWQIGoA5TWFJ0mFeq4zuy9Hzc+1UfPhJb96DSun774ZS1822ugbD5
JVSGhV47cq/jjSM+mQGnGeqQPa6GUQ+FIqVQ+NC1KzM+tYgGa3o7fAKtM0P/W+HngaZh25C3MRno
ad04uLOzPsoHSA9L0bFxN6dJoAGH12NE6/KUer6tX2p0KzwS9ELcSjOpg+6acY9iQ2c8i+px55uJ
KHRqNArCBhSezqKAFEk4WeczOKYGMdH9hrD5T6E7TSSZlYxlOnuhvA3riDnHaqTmtYdw+McM89EV
7EDKJhBidjnOYH3uxRT6dEcMcCdpmFumFN7wVqbesMSPaJDCXfZAaT9AY9y1CVU+oJdQtCGcTgI8
xGACOSeaQFGeRPCvfYLUtiuTdROBlwdIOlNJ5XOnLRiqGz/VazgVCI8dnuqurl88GYbf2sABump5
v3ZPenTDb4xOMHlHQbiMWT1BTHAfCtLp1FMobUplHeM87yM++yFo2/aZw9PA063xgVJLbTV6t73R
3ZVQPAYHPRn/IB1U1CElZNgACxn0OLdLL06GruzMjoKKSIQSU5mF8Ywrs1SuvQ9GvPdJZ13QcjEM
Yx9s4Pg8EyM4mMRbuyaDRDkE81R5STgwdkWH3mY1DI+555UzYBbUmmZxjeEUwq16+4x2UA33F9vC
DnzkMn7QinbgZoLVqcE9KeCNKOjbB1CBwS1TMUDiHp7r1JYxHnYoYX/QqlNjEtAZ2lnu1TQ/a9op
XEmbLhzmtTtEe6r6dh698MNYLfbT4DpqzJ2wx3OIR4dndCE4DIUuqe9NBegxAQLHvvZ413QSNUP0
obSq++EQE36L+eSB7l8n+qpXcvbZaTv46aTt9FQ7BtaXMIrY1/EsEEypId1rz4P6SfQGIkOUmRGb
AWqGeMKDzNVLtGe7F+1ye2M94n9cF2t3vjPYx3AQyiSm5OQwIv9H5SV1Sg9CNP8mNjEqyVVYJcpa
8QNZZwqlovBdxhVVR96sy+PotXxIlrrVLxEeJ5lUrTvowu/beifnClrcpo/JZ/SvLFXe8f44t251
0GMJvnKsPa2KGDa1xOUrXH9j0MA+UFpv+wpDmhqL1dTrlvu8dk6l2WaDIEAEKpW6WbBqjuqz60Vr
e3RV6V4LS5CZYasRgl8FiXtgatx4y9b45OlNgnkb9A4ugRmaaV6KG0/j9cWN1AXV8xICyuyFTRnU
zYnXRFu2tgJoZjeuopjWAFlOw8LYK+1dUeZtM7vfwBNqsCKBAEoJJYf9qjERdDtInRrI3yOPt2kY
OM31ynoYKJtwgMZejjAVQdlQYbPkEBTOjgo+AxJsX6ZmxmrbGJ+A6221UEkoJZ5nM01liTUca2Yq
NFx6iVtV9MQWgLTvHMzeODBd5hboGeSIVQPOp3CI7mhH+KEpwzXpN/KfVR2Qy+yCxbam1S3ouBAC
kv0M11nB6/W9gp83hLYkPG/tP8FUAj1NbIv8rgBt2+ReJwElMxXAjcvXNJC9+QCCYt5tcDeCk2NB
iu7d8GgHHA1ZL6qd9Ci4d2rBeQSASyvsghC31wLEWOTtQdvCOtoYUdQUtBZuIXbZWW5HHcTmxh3q
4D88oocXk8JSz1Mpxq0pajvXJ3ejaASvHQFLdDDtxLbCC8T789vGzAH6VAZTol5OHlL83jk7A1X8
1YxwGaQQ4RjXSrBqBV1r97aeAphIoSL75IBgT+DgMJnghBeO7SqI4QDC//6M679xor4MWFijFb5D
G4iihL/ze01mcF0C/Id3jso7WXJWM4ItAbg+6XZ+GmlgXkaMK8AjkbPh7kOEOU0JlG8RS1AH0uaL
NwuRusEk8D/KST9j8kd1OzSB05oviMF5dJqze9GFj4AB1Z/Cz864TFcwq/bYgwNSYgEJuvfqSN+4
rpcRDx28hD0W16qoLNhEmIzOQJGCdMkus6GgKEuKORW24AAesbL7XqE4m78Dlb7xel/qHTcQhGNI
MD+wLmw/h3xZ8xUmnAympveqqt4a7S7GhGER0aBjU+Pk5qdL7bT7toN9r3LE94Ws73UwvPFDLvOR
OFRqDtdKFggzCE5wucBj2+L4PYc4ZP7+QXxrSL7MSOq6LXQaskD4Q7dqN8wV9I+CAPdeey+C6xv7
OMij9a6DjA/PXs8OMyLU9y73y9d3vgL59Tt4lgn/vJiB3ISxDAgV3rKxP6hyXfc+Wt3uPDmKe43y
u8QC0H3qPDCFISX0utYtvd+01OmKtNxClU37znD0xmt5mbnUDVzgwRxl4eDYDPGFK9PWpUgVanon
9dq+ziO2Tv8ZJnUZwQQ0DD7xkaNYIyZzGoY8TnvSO7Cnlf3D76/tG0/QZQwTCMA+WgZyBhmRVKc5
6qlLKqdMzkgX+P1HnBG0X0zMl/FLamXbJAFyA1WEn5cI02dIpnkvVe6NF+2ybS4uZ2ABUdgVWiPK
JWLssR9adgWR0prMK5/feQ3eWK7C88f/tJ920xx3GtN9US1qg1jxXBXMnWuu1u3UOhRgGsSQaWgp
jjgTlNS/v3R/Vob86tpdLCPd0i5eZbq+aEtXP8tY4AfByIXJxGmC7ZMgIVR2nltzDL0zF1MyNOWZ
NJdwx6UlHHAnuKfN2dct5I8u7vvnPsAgDHn3NDj7up+kxoHuPFA7K9birWuw4hOq+/2q2vlOoU4A
pL0oZTIPnXtANXUPoWgUgBQmJY6be1cazGbwujBMEPE63HtSQaHbBsNI02U0071A9fZzt7ZgnZAC
0L8X6vXGi3gpsEcOLdisRtZF2QMEaeSmdsqM24k0sUlrIetPumr4O0lrb9A2l7E1oTcT1cdKIE1p
eyVkvN82z2B8qW8aZ/L2Jp6bLwGP3iuqemvNvXSouWG91n0Miqqz1QleQ3vv9uinUFUMy7oP0hyF
sJCEMfkCj67ziUEcCzHo+F4M8huLwmXJl/TKRm1LLYvAAMmqOaI7BPjEnd824h1C5q2PuIBeB1Au
MRzCVQEqDtZy4cP+3or+Cp2/2zu7/BtPyKWVDRHdslVIlihG0kLlieidHGuEhMbFU4dFTxYD4H9R
dx5LdiNblv2Vth43ngEOwAEfVA0urgitKScwMkhCa42v7wVmVlcEgjdu5zPrQZulpSIZUA6H+zl7
r21pz++/qUeuZ21sy5Vy2bm7wRl7x8YD+UBcg6mUB8HB2b1/iCMz3ToCLHTycZ7ZAp1lFJzujLnU
Nm4O4QUcw3zwW4gB7x/n9zn/YdJZ+8pUW9mjVrM8MnyZX8blZHqNJPbVKCxrT5iXdt25TXIB7fjW
4MW/cyQ2LAcQ28cuF8a3YsiggYTGz5wtxiYvjGLjIvUNhhgl3gakTYmoDp9LGCSf0N3K/dymwbJJ
zr1BA2c/dUGy1+r2gO2bilSZ2Us4E8Lkrk9uidB8jinBssONWnYfmjrrIfptdCesNl3BAmiEE3af
83h3flLzOY6H5DLpFslyIyQaOv+r00bVHs3IKdbusdd1HXDWpiUMF12wC3BLtvtxXsSbqa2lJ9NC
bquUrkFYC/2s1sBw9lWqfcG43S1GG/3s/Wd2bKwv394Xn6eil8iNTSM4w0sQfBXOnD/OokJd1uno
8zR4J5saefHP94/2O6XlTyNkWai9OJxT9VrRIkc+S1tHv3ZkU+xMP5/PUIbX58MowkMrG8GusRFb
y4GDi7dz8DLRW6QFSt+ju/+BNBOFKDqpvc6u9T3MEmuHSG7+Kmm1LC3CeGuLVGzZhmebfipOpUQd
u1Xi9bkr6AuaE3WQ68ax2Zli0UP2+XQzZ/anNkqi+xmKyonHcnRkrLav0xQkcYbl/Uxk7MWhRTQH
PW2n704/9ZdRH/UXvUyayzANw8chyQoPCTCW8Sg6dbVHFl/Wap6NIWRHmg4H0Gk1uZ2iWvOyKNBP
rIqOdWLWMW1VU8MOC2hZBEZA+VYY0RnG03oHoqHx1Dg6l6U2krWRzfE5UmQHq69+KoryyJS7DnHT
DdRjfckyRrdTJA3dmG/1JI62Qy7qE9d3ZMpdJ7lRdIqtedLCMwdYzmfTF+O13vjPjQtwAp8SuQ/v
v1DGkUG5DnVzpxw5EUDzswSeOerrcbpHlZ9dDnXbboncFgfXTvX9kAbGdo7H6B7hpLaLEKwyo5Yx
bQxq+5tm1KZdHzjmxWSLfNs40j+BIT12r5f//+KFN4MAVhqY+7O0zuN7X1AONmaR0jKxjY/v34Nj
h1hNYdHkFh0y6uisBet+aLWuR8Lu2shzcVG+f4gjyzhzNW01Qwo5z4w4RBM3F3gZ0OGA1tgLO4PT
WEbCA1vQwRroThEPj13UarLRMhPkj4vxiMfXenIUyQVDtvEsWWYnVlLHxDeL5u3VsxnboLdSRYXK
0cInSrDZoVe1uIMNCISPvPMtZun+keNW5zTZwzMx4kaCZjjvayfvQMBhOrOd0fJmNaZbK5edRxEB
RFs9nto+HXuRVtNQp8BZ0RyK2D7ZVHMHO/Gm2Jn2haTLg4mtOrz/hI8cZx1G58tKE2QOR2dQXvC9
F9l0ORfK2IeU07wwQ739/nGOPNd1Kp3KcjRiwLqo3nbzeYqPYqP5StvVQ5qdmBOOzNy/C4MvXrmC
bmBrzIgT+n7wd3OrrOu2yqfdv3cByw188dMN2Y85oz4/q2UkN5br2jtf8IVwJ7r2/94hlnv34hBJ
VbRml6JfivOAnpJwnZumnG+xkA8nPq/HnsJqygjU1Ln1lHIRoXJvy6RAYlbU813fZ6eewrEBtZoy
tDCalbJUdhZUfvvR9/VyV46JcS514FVIQdvz92/WkQ8A4tTXN6vo67FLzPgMneWjbMqbgDT6DSai
dNuX/kaXlntiXB27aavpAk/GMA8os88szAEb3M3zJnYwHxo6+e7vX8wxAcE6tw6qYA5As4/P4hgd
34Bp6EIfI41U5FwchqFp8QXTshGUF3ZRYrSb2rAA9CzUnNTBB3biNI48vHXAnRvalAVyttEhHkR8
CcptGw87u/HVr7APb8QU17iU/I5g+7r7lkGf+Gp3TVl4fWeZz+2kDRcqgeBkJew5kMalbCOA91BA
ef8Mf69V/rCQXofkFVpkLyih5IyQzg1MSP0R1x+9+3jcixr6TjtSbkV6iKhXFi7ueRxC9JG7vQow
bFqpbW+Rbk03UcpjHMAs0u11qk9dYLiH1oZWhld23KG9nLeZPwQ7kJXQkhJsXkNDZH2Gf6jBpL6E
a+h0C6/6KZCfZOj2hywwE2zs9SVPsDr0raa2VhSIm1FvtkZ9ao448kX+vR56MUfA84dtazBQ6P8L
nEYj+xQVo7vVazaLs/ilzZgsg7pWJ8YEDAbeqD/d8tXMh1IT/uAIzWCY8TN5Vle4l1EF8RCycDLO
21HvwLa5qVRe6WvZtREVPewUrNn1zrSjaMv2EUmKS8u49kABYgtyxpIv6hDP+aa2TTwZgplIgP2H
5w0bNsZGb3pakA44QyAUb/pCwweduM25iNgXbDJqsD9IJKmHTchX+w50VX+LrMl8xHs43nWVtH+E
VR4a20bv08ZrG/Lc8biU0Ua1DT5G/Mr+bQb9BfCvpoaHgNZqvyWcuej2WvBMlzQvvGzyxU3eGrBd
2XbRgxBzdgEAkYA0NbcV3jwTsZIz6SjUI9qH486IEqhyk4tpo5tHuoIaIKd0q7CuODsfS7G5cTU3
+ykp5GxH8iWcbTSazZe616NvbgtjytMqCDjeoNv6xKnN/jfd6MaPhZ49tIQfXtgT/dXGULdl0Ne0
siE/bqw67Eqvn6RGZ6FxxBX4U13fpHpo9RtfNfTjub7oR5emxpUfB77tycUxskUkU+9lVYTfhFM3
9DX9GKkeeNA03JnEbX0GdSsu0jCvdmHoNuQ9YC+BiywccLlYS2vDA6QEF07jcqKhKxzP5dMV3mXM
BniJ/S42PWrl489Cx7v2gHKyeoiduKdV7hJssohc1HMFn9f0ZhB3ZwHRNQUMYel3hDZhNkOtFdTD
TYu57Qc2KPtzOrEL3WjgLH3Pma34owtHM8JBFSafhii0HW/EDuhvO2g+H8DpjrHXAzD+HncTr8qc
pDP+c9hnkPxi/FM63XQPTUJF6EzqLK6rWUjalHTh0w0Dcvg8GUYRXESQpj+Uwo9+aUifokPeZFmy
dbLGPxvbPLa9ps5py1u4s1kcADZD7kAURLqReHesQ5pMwxM7jhwNUxdVMVgxaJAohLHYHhKIf6Cw
e1IWyjiwLM8Oneh6kNFssFMb9PshCGfHK2TrAoVQ4YfANPgNcPewR+jlqJvn/TzrxiaZgjTfFZlC
vVU1Wv49ai1ZeWPXqq+DQ2SVS93bK8d8unPVNOHJTJVz6HWGpRdE1uDFsunnTWSkzdWQloRYU9Wq
vkx9FHwjVos42z6NlypWCNMMkoO66GmnFR5GNk4d8APKjMgQvYcDM7jvnKB0z1je0flya81Jd11d
8kCZva3vKg67D5rfYH7jrXAuYmGMo0eeog4JxdHjW1nY3We/q/pLWo4kcgq3BsdMN0k9BlEDagkP
IjOzHas6fqDSXBzyWLOfezmVW8aCBkbbzzDUtUkVfehy3/lRdHbCRzvORm6JwiK5i9oc/F5T0SnY
t6qcA2Ztv7wOhjFKsMinzX0A0GPyXOoetjcnyme6cuuu27RYHbCWh7ONlqIbkietGhGDUb3JPiCJ
ht4xJqH7HeczO014vdWMVWHR50AisG9ndxHxwxOV6TZ2Wv+AWK4OoUP79ryvKCbe4F1O8C8yg0Sb
RM24zOyyh7lrgiGgd5dO2m6C52BsUxPXwK6Y3XZvAcp4wjKD3LvXnavEHBJ3ST1qf/S9YUM1Npx5
P0UKiNVgDDRBLKtJAbkL8LUCtAgzY0+dHO7+dQ8zJ9rw81xPjH5wVvtNLC66bi6tHZeObLAM6/SH
Uv3QbYnL6bBDZ/YXZdU6U1fSTtyhCu/muWmhj4JvBXRgw/DtgTnCgtggzrFvdd11g42q2+E8M8c4
2rgqsu956zGWmaGqYi9jJE/bKcAUXcx5Vx8CqvjfQZRfu1n1MdBlVG8N11WXo9CCnxl/npGAmGcj
jTzC1+mYz364cGX6GEPeJpbCPg+Q1xNyGTJP7dQc0YHNddu5L8eGuOZCX6qeIxzRjaz4oG7Csut9
ljotfQN4rNNWqTig954ZgE+pzuif/QkH31mb+bdVZDqEc/bGU1TQbZwTHT5HJYCooGFM4XzqFH98
tFe5dYV5GCGSWQ7+3aintrWx2hKcfqG6YgfcnXHb+NVt44v2eoymDwgWF9mEivMn/JhajK6SCKsU
dgB8IIRdBZrvJPuaKmhU+JsTogyBFdQXVBiz2TMYstDvC23YjJGra1vRJt0DirThIYzV+DUorGY6
YCLXxE4mdt160Flxgsd9qqYNn3Sd9lQR6Gf5gqTtIeV+H6O6f5qLPLspzbS1kIoFM2jafKiiLexO
rffgtftnetHAhi6SYgg83RnDzouiLjIPJYa055B39wsLg1oA7R5Zwrhxg6d7gmwG8SKvktzTyaaD
oyod/9zqcop9dHTxOXLHNgi5zAPVcw3Id3wV9XWZ4/cVzcP/Uj0Dg1WDe+jzOPuEXodTI4ux/PT+
EvTICmwdKxv7zJKdLtUhdpmsjMh4hjXZ3CrmrvMs8C2aW3xp+qRTJ+oVR/Yf65xZps4xh02gDnyP
CMZACPyLfa48d9Lo+f1LOlaVXIfNDrrVhARnqIPTUxXLTRNwNOiiPUjD5nsL7XXbYL3elhm8uwi5
4bZNi/H7iYMfWV+uo2d1VKJSo4p36CHaBbahexMG+W2ZwJMWgd5vBRCCnRYwtgWz8jlsav1yqAZ3
V1pJviWQStuDWP72/ukce7yrTfg4izIDPCvJtir47ARLWvwMxU9FYXFAuJh6vh51+4BFyokjHtl0
reNr+Wy2iRQgvl0tTj4KfEJbMxtZczBhnaPaH//NcbTamRvFoBPjDB7Ibq18F6YivWZt2W9LEDv3
79+8Y0N1tSmfU79M6tJxDzMwlmtypG7TcULiSvTviZ3ysSOsNuNNnJEfQfPoIF3tQxub5l2cGjki
lkk/UVg49jhWlbcqAwpv2BYNgKgSu8FtsstiLIw9rtDiYHTuqTyvPxcwxDrd1q9NcN7hqB2CJPzM
JvZcMwa0xln4o4qK6TyRrXNCFXMkREaso25lndYweePwzO9wbFZFGtw5qu5v6TTJzdw28swkfhgN
eJxf40EzPRIAjB0snBHve919VKn6lQ1gr4qIMIjeH42PcTaYeHzMYQuc3dm5AeoFqwAoEHRttkMT
LXcijeSd2Y7lPoK/upHUpVGs5c75oMW1105WttPoQu4r2CMLnCC9DWYjOoBLSq59R9JD7abhqtfK
cRc6OjivFLblALSTr4M172DZZDvQnEB6CMLesBNt0RM204mBdqQTJdYJvlWQxkjoUu1Qybw5N1hn
7ooxDbeYGJut5QM/y90Jo22SaBdN1OoPoWGwIHPD8EStw/jzxCjUauOdiKAStZ/5h35olLl1jTm9
pUto1psaN8XBMWQlti4MF1j1VtN8I1Qq20JH7g5uUfbsIKbE2A6xbd+omPr0idM6dlarCdIMg6a1
tAHqWVoZhzzim4SWU2z/rRnEWP10Ans0Nfq8fTYuAQ/mLckB5tTu2QSfkjn8LhH+qaCxXNmLGkqH
wTc0wzk5q01TbXmo074MKLCD1wye/Rp9bgH0Gm9tNe+K3CfCCIbVgTyMmOyHebpIBRu7JcvrMA8t
TsxG+dd+0EV7ihV4MgMAViCz7pO2eCZFItq/f2eOtbyM1fwdFn6QE4MRoTyb292AbM8DwDRAHVps
2HPr3NWmfB7dyrxKJ8s+UxGtGRHpFt9tV92ZhhpvkMjy6vmWerSgZcJrV8aJ/LQj0+bvyuaLm+oG
42zN4PvOfLd07pWEquRSK/WEmvG31Y51ooT952nT/P26vjhOEuhZEkjhHEI13UHpLA6JIhvAkYQJ
8RAPc4Cr4f07fuySVl+CzAWNXxfCh7s+9uBgaEOxVxz2YFvxHWL2+OvW/SMAxnX0TMR78atds2/x
iD6DAqsjODz/efv/Ly93EaQfp118+Zn9zF8iLsTy+/9iXNjWv7CvulK6rjDBUSzV6b8QF5bxL9ew
dUOHYOHyN5c/8zfhYvlNfwMtDPEvg19G0UgSjuOa/whnIX7r2P979qDMx18Cbj0/U7kLEPb1LEI9
a7TxbdBIV0S9Hyj51OXdnFhhtC2DViEMT9Mx0/DRUIuJroQNqegAE3G+dWYnDc4ltuFk41pCqw4C
XxS8znhuS5iPmTAoLeUZ5MgellEVBtOnpEucL26RzJGn+UnxySWFGVbuMOQgzeKq0JzBw3vVul/b
3ixm0rZAPfYEWNV2jnVSJdPEDwnJF/hgyKAAvgTv0Cw94Iux9itJOyurPasPoRFv9DGMSKlINKoy
F5MWiYZiQAC831tUfcmV68edua+aPLyisq4N1+kQUQAkzEwMeyedYvxlUL2aO1uPpHUeTGFo5ljJ
MG1esL1PCkqdOsQqN5RU9za5E7nhznAAJm1qJ2EymxImfnEA9jj4V2HXthReWHXX09YeOvubX9iu
/kTQnD3qMNjMGd0+OBGKkJdxHRfZRzIbqv7rNDZj/aFOhtHwynrMpnwDWyeL8fglghLu8hWAXTBJ
Ey1LWonwHkuu+jpm2Vie+9juQzbfhZQpvh5pxnCAbA3kxz7gEmLhxfwwI/DoCpeZRfxUVCH0DMos
2NemqETWbYvBZWSA0CrrIHukCBxbEw/GcYp5+ZTMGID7X3qkTXZILWLqhLUlUCYMP6B6yiQU3hjo
B1VpM8sdAgDsdjTbq7QqiETA8g078ln0dFL5VMbUJDcZmXrZWSxhDPyqFqPbY2AF+WFGWI+5S1PJ
B5px7bfckTElxpSQS4VPUKPOE6eXFUjY+LxA/Lqk9w2Es8SktX1Wlqzx2eB3Ky/yIVv0UuTy+NRj
rMSbO5XeD/5Ebpmlqnv8XTEFzxA3zKYZpHFvamZ73op+2FVu1n0Q5aA+t3pGMVbGt8CGnU9wwjQ4
R4lp3RdmnT0LNwCrZ5kdJhuhY8o0UfbUt2NspZ9LfdQfKwh827wv1Rfm+eA6IHI339qlgZK5IsAd
LHCX7+HxPpollcyepe7lFIG0pDJLkM5gj+V9Gg7WV2GRUOYJQqB8ZHJRAC1qNvfQ9IxNqw2Zlw0i
ukxyXdsvAC+TUI1zPxx1rKzg4tzR1De8zb9mqy52bS/sbTPrT1DGmp3bCXkl25gfYYn6IXDzhx6k
3Ubgo/tVlHF9OU0FqN/ct4DsEvQCTapLHhtaaeDi8AVQJxJL781HByV3dFh0eekUEGq8pPXj5IIe
uqMuowgQ/dathxYgpvKb5CbVqWjvTEm8yGfGQTz8wD6NnhIqhq/f0OBNq21mB5r8QqOUal88jU7k
dQUdMXh0M3l0+Zxm2s084pLzND5Ezi3IZod1fDtUUPTmJPyVmFL2NO5l+dDLXt1RoaypciYY5sIE
NQ6l0la0/KQIuRqZu/IQC63nJOq2ZzChAsh3Nflm+k4k7QzpdLJicdcMLUbtIjZoNuqBLj4vYRBQ
mA0TY7EYSmviLY8TZx9aRZTTdQyTGurzUMRnGlVbY5dSIcr22RwGlMJGNYT9J1NW7sjWqi+ERyZ2
HF5VBGTqnj/WzUz71K9k+pMMFxHfWQt7dt8Se1ZDbajqaX5UeE81T1WVSC/rnOoe2iDXtOlG9Cwe
TywvXi+kHYopoOfY3ziYTuGfr2EDoUDkYjsLoixutRDycUwcAQXL9vnFl/Tur0/TS8T6H49jKpcI
E2CZwOJff7DswRhnx+zJXMyM6nsZDtN3ow77E/ul1+uyv67GtgAX0uSHzrG2F8zkaadyoGI/9srE
mB8DAy/S/KGRCSBuUGTXk89L8f6lrQpXfx1VWiwW+Lwb4vfS4OWSHuOjwmhqUrDJcuG1S0opmWxB
u7OcOd51VhwdhG5qJGpVqtrpBWVLUpUs5+P75/G6KvHXaTjCkCbrAqbGtUdRpYUTm82yEs2DT0u3
5YpPLUVudP4nqhNvH6bQqdAL+CcO4Zhr3Y7LvBkBACfLLcjVE8lsxp69r/GPSkXL9QiO4SohTIvo
m7VqJ3eyGBosdTBgCZrXKLKGwiD3rwCxnhJ8/eGCbNt0HYs7ZxvAGl+Pznmy44CYRqCeeHUgoxs/
wkGcikd++3wYIqzabMeyHEushdqptKFmuzGCQc1n8RNYvs9uyG3vBAFLf/PsjsJa/nBFUhiMReFI
h3Xi8usvdioLD5S9oK42LBg+azrOdJLUohPj4E9XxDrUsJYxoKSx7F1eHKS0K1jOFljy2YyLpRnV
tai3+xwQDxFyVb99f4D/6ZpMoYilcB1KMGvpnJwkwx5k3Aa0Ld7vulU7nw737v2jvN5wsa5mQU28
or7MiBxkrcF11KAId8SiH2Ko3jR9mFzKjpe71vrugujDH//4cGwLJBtgEOS2teZ9OS1AXAKtIDRg
lP004ty81FIlLutOFTfmNFkntshvp0hd2XRVbWh8y15mVcMM5iGmF4SeADotORBt8E0IHbN2b9xM
kq4TZZwTR3w7SjiisWABFdMcDdTXoyTAcRsh2XboRxXFfgb8uuETobxax/H3/s3848Utk4Yp6eLI
tc0I9ElDl3h0Nqy+x32CSmAvbdE9OW5dQHyNow9OM5jziW/ony6Qwc9bYJi2Za1rI7VMA2aQztm4
htEftDJqdqJMKvqS6amkkrevgKHY8vHF1nWThJTVvXQCJkAWvVB5+6C7jDSycvuq6U+UN9avwLIo
wIsGL4Z/8CYs7YkX7zVqsCYZnYwxT8nme1In2gE4RL6Dp9vfZtAV9u8/tj8eDxaHbrm8B0zAr48X
+0E6uQQgbxQF4G0IrOXQgcv53DOtdBvLCf6ZH/T3p0U6puMq6fDhNn778F9cYEQ6ZU8GjbsxBizS
IpcsvUXoJE/AzcClKzWgeJW0ek6MlLfjkzUJs4q+XKdlrlE9GLSNeuoSPgFDZj2hcliY96q4z2u7
fZ4I333Uiqg+cdC3Y0ZI17YcQ/GBk2/WBeSbTg5MOCiFNE5JoE1187sYqnz7/kN8+xYICeWTohjf
AmbP1UNMWXvRuQCaI7XQXGLhfjAH0bWionrigv54JB4JBRcO5urLr794esQN1mDaDbUpdKP5wnYa
Y7w1N6RT9sQ6njjY27HJ2phCiMGLwIpnrfUfZVB3MKo4mJ8eREovSWuc5yEwmwMljBOOxbePiixx
nVWCBZ/Tpsjz+spih/CBWcsBDw297umjX8DILdSJS/o9Ib2sHsFi5TDK5oqIbCLe4PVhwrCkl5AD
VZr8mazgjhAD5LGTQPAgtSJXyLlc7mncO+FnrXfreVvpDW5tUwudcj/xetgAaEILcUGQ686JgfTH
m7AsKUgWsR1hr87OZqeJWo2rdkoERKix9P1EsPaJm/D2VaSl7FhkWRkW43JNinCRP4Rul6EThQB7
VcxTcRfoxOQYblM+Tk5bfY4saZ4wZLy9NHtZM9vMAS6f1d8OrRcjl5hev+vnBEcvt/UQEnC8bVQa
Ht5/E193j5ndDHNJT9VNmzdMuGs9r5OWWkLKmqRTk9fPdjQlGkE/CZWoCB4ZkEafZv5NWMWZdWVD
wpUnbu2bV8bgDAzyeYXFN8pZDy9nhg3YSgKl6zKrr7pgpmxhkT8JAG7CwTy3UbZ7/4qXIfFqQHM8
XlHHgH+h69JdzT2d8ssoZJrfVERr50hWCh+ddNEF1vlsxIM68X188xhRi0o2PsqyHY67ln+L0mxd
i6I/2PVBbJXfInwpYPW9f1FvRuhyFGZUFvHktKElev2WpvXQu2VoLvTrpNmbWDMPdmIhiS6E4Zm4
ZX9A3TgF+Hi7mTWYD2zeO5ZPHH7drs1nyEa9hU4qUUFA3CtgZGl8zJVz44bNk5313y2ioWjePgFB
606MnFW/cxm6kFqVpDjEEhVFwGoCJIq5HQzY96SK2PVOs/T5PCTIxUtme7yTFWU0h1DT+6rpBjin
ojlDMTpU1o/37/zq+bJ+BCm1nAYrOrEshF7f+dgocmK0ZjCuTu5CjB4Ao5rOeGKx+qejEOHGRGBa
wibQ7fVR0iSYIEtDsLXHaoKNFKJCmlEJvn8ttBxevhoW4wdZ37ICYInq8J+vjxIRYM9ENNQeXAcV
7HNfqm+xSsjqwo7sD2doD5Ni60t7iPcTsOxyj8nHrU6Eq65e0OUslKBQzZqSNQBv6uuzsAVyzHCG
UGbGgfbA96MXm8LEYYV1GNXfP9uXcjS+cOA4XYeVMh+45c6/mGYlhbIgH0kGaAOaEQkPIKTOG6My
IBIH9uH7d3hFbVruKYRzl3dGuuDKKVa8PtxozD6kwrL3SFwktZ61OUFYIN0aZ0DgGo/tRQdET2wb
o5bTU6U4oZ3Mqc8fpEq16saqaVMO2yV/WX6rAY07WwsoGlErIjCeeokaqt44EdKE+yTHeOtNodER
zEnb6OuUilrfxQR1kynsGzOowJb1c/HZj8kS+/b7Sv9f9AjLn/ljW//82RKque4mLsf7P+3E5j9/
/3Lws9h+a7+9+o8dWbHtdN/9rKeHn02Xtv9FgF9+5//tL/6Pn79/ytNU/vyP//lMBb5dflpAwOfL
Th+ruxcPffn5f/+5m28Zf+765xg9F2/+wN/4e1f+i7obO6U3vUENvP2/TJCbpJJjDQF5ycD/uzlo
CqD50tIdPpAuW5FFevZfzcLfzUaLOpSuMxMJAK3/del/l1q5a0dLQa+XA7ZOScNkEtOlXL5Vurt6
G2pUoREM1uqaADk4yVUB2/U2sapEPGssBSgCaKZjkXjDqgDkYR3PH1/cqz/UflezOmfAdZMCwF7L
5g15s4aOhigN0br3VxSFUI2IvpZoAFCSEyxiq7C8GCdT2Hc+FsaGPKR4lNZFmpltkUEprClZbGRD
itxJbcsyw/73soHzckkXpV1nOygY354X1Qq7NQZ8CWJo02YJVokCWJjwfSFEJjRRw3iuJWFaqKX2
STaqcOua2RSBueuj+K6ihzp4lhVqzoVdLIDsE/ft9axpk5rAl5jZkuo+ewIGy+uJJTFJ9CtNu7zC
OjxDXC10c7o0S829I3s7K3+NSTm3l0ZiEmzew/5GY2vxxfo+JWFXbwNl1w9MNiifAwhw8z61exXd
seON7LsTZ7p8RV7cSXraCt0BHXLFEoy/rxZgRjEB5xiFcTnrYzqe93lb+udVSs4eHWjaMrsQGOvP
ogi7+4R6wrSNh6oBlEqUUHSi3LQc6tWpUP/mqwo7dhl4/Mvrm5ZHoT+m0hguhe/0WNeMrEmvh2Fm
ITUnXVx+iWRFSMyJZ/X6M4sulOoxl02xRGeJ/2bNnc8F3gwI6pfsSe0eB0hdIR6Sia57WTvb1dNs
17G+0XIrGg+FyPj/UDvd/uH9B7EaMZzGEpzL0ps3ng/ResRkOci3BiX0pT7S/LqozF525zTkRlTN
ZRGdSmVYBuDre81jtw1GpxLUpNbFSwJZQCFUJfkVgESTCV9EYcG0w8AUjv9oNcwxTGq7vAoK5ynb
tXWJviLd1Q0oz1wkdB86dKO/b6FBF/8ycxot+1DjZ5nPp7aw/5nah0MTQeKQQcL9FJzG+vuuSSs1
1dRUF1Iz4vHgymwRHpZC3hIXwoVq8eTXJHV0Wn1iVK0fJ0emes+Vs3piZbzepGo6sWBYmMqLJqiQ
JlctGWj7v6ajUA6MpPdHDxXn1ZRIBC5Fyt+1aGlRaV8v1JqopOiglT0xnjCmiCRrpl8kj0z9mRmw
HdrxXhc58QZI+7H+yV2c9sRbpo6PI7msplvTaQkWTsjLnUr8205lyQ2kIPeSJRKCVjLSvLrFpkSH
sb9Ircz8VCk5nFW6Jh8GBSR2rCExmx1pwbYfPvY+/EQYycqvlLavIswx1oWuzWOr/exTzHVNXXW/
FHuW72XX9PtAM9Lz0JztG4bD96wrCfvCZnWNVdH1ShsnoBK+cZbOboYArRLuZY2h9eDOyn3SRtu9
JZU998jLw0RTFs5eD3H+12NRbeFyzCG6hDThpojc46P6wSQP9SF0SH+aCJnZY/KJL2ReBAeUHh+G
kuTlfiAtgdzkektpChehQu4aNHjeyq795bSz1DeDRRmcgiPijEHD+ClbAprAo6IpqHt14DaYmzy0
yhs8urBwtdjA3lUacJLiCnGIXn4krz7bCTlSV8CJUH8jbkmQG2w7+9z2iyckQMDwoTJu+Twb391B
TNgEqxqMYhFM15ad3DWmdO5tt8U6I1uCIvIweegLvf/Vx/boubGt8gsqSWwKJ3vI79nGWWQ4xwRL
GISENJ6dL2SzjubvVxtdCl4JXVVXopjsi7Fs8R+FPjhq+jcHwi0f4yw3L4joGnfMFgSZFhU2l5Df
lnesendSU6Z2KYJmvorjrHvy3ST8ghc5hWlElOdt0k7y0XB981bD0/cxswyitsIefH2XaJcVzNrF
aoL1dmJ3UG+qzDUOfUXICcRMQhHqhOrYVvVT/AzF41IYTdosOQrIQdQeNBr8b5Qe5Nk1N6M12vR8
/OmZGDsAabIxaNNM5L/kAYkbynI+94MWjZuwzuKzUNO6gCKr056RQPgR90D6w5xs47x0G6K3zQrY
kEz7m8oh/bBku6U7RBGBh77GHtgGPFQ7/zBZc7SdFU+ot2ZnnwowF5ldJvu4A1gmRNN79TDN15Q4
si1zcr+j5UjGY2mHj05tXMXCTr3JKX7grFwsjsG5gZXx0bDDT/hA4cC7cbt3anMg0WzUvxgRThUS
FNkpdeXVFHS6Z0XdrV/0w0EU87gzF2jbSG0XphihDobmT4w6yx32vUFA4dDH883QOvhDRFzCzSmL
uxxuzqMkuvkmqqKANMhguooDs9rV1dhdaqXUOq9xehvb5VBjpCbIjPeyFGzadkjUfPY6U8puykcC
/tOE82F7xVIzj8iEvDYICkwu3XBI089h4qfal6if6FS0yiUSZjPRQQivS1Xm8Q/Dj41fRBqU4uOc
m/VDPuXgtoe8atsbNxZSflJOHfkf65LPOdCjOYqji17qIvnlFv+bufNYkhtJs/UToQ1wONTmLgKh
RUoyM8kNLKmgHMIhHOLp54uqXvStu5iZ3TVrY5sVjWRkBML9F+ecz+AitsTS+68+dcavLlRVRzk4
3vMKJHpTuKhhDxsz7R0FzvtemNWWP2Lc9MPByBNOcF5VvxTubkbQZKOcm7FaxmFvuny/sEu8p5Bn
VHX9OM5qHxWNyE5TrxJSI5eKv8Ewbe0I+svLGwhrGcRmbsfwysB1lfjE6rzEj8tbUAPHm5vuOjtK
moeAk1jKnW5CRdnsdJwrb1io53JTJQKlOuZmQuJcsmP7neQc9eMmaCbmgK3yypuOGr0+SVtzwwpr
WpPfZPZSPlVtKT9FR+GIhq5fv4L6DJo0LpyO8hhfFLdSoIna/Jg1eD5MSJwdcW+BI8RcDWJ764Ks
58RtUcv1BETNy6rWZI/QJTAvVUWQ5XnM/HZ9GqDP+oCIwnsMsssqlvkOtjYGe1NIfj0fbCJCvtJy
rX8jGcqqrWaWDkW3z7vsZEemBf5YWWE+EVRm8wllu6DGaNdhA/Drm8+8zt2jo3JfXJqhIr9qu16A
q1hKMw69YT5lLHMhu96N0D5Os+Hs4pS343BxJ5sPd6x1vZcM1+tDbsOX5rtvQtfe1Qgu8PrpEj7n
Zs3WnkQfp7SDX1FVhBmwLGcJAJbMhpgCUs56gxMGjBfopCwFGS6NLMcDA5Qp3FgYBJurp5wyPUcz
YoK3aA6n7ndVT3wsVmi3BiR0lhXcluAJqAJoP4tQ71Bg5sVV1HU5fscpWbNJ0o2twvv1lDTyt6zs
AX8+AfPe4G7JgrbTP1QfHehPatP1xCEp+5c04cCMa7LrOceyNs2/toPo/QfTLyvvVOZoN/kGt7Xm
yErGKk9etHDsRW56XysZbCaaKgnjd2HA/CenbLlbGVVtNFlWiSRmZIsxT1AlLvU8FphXo+w9SGGO
gIWeAU9G2hwwROpTSjpmH486kQ+D683fvbpPvjqLic5tnRHhychlGyrHf6Msf9d9mp/48RDg1fRA
m8idEMcqdvcymdRejzZL07ZqhidYuZ/aMCeB1psfkrAIbxYiK/g6JNVvRNuf/DmxXu0mQb4ooNY3
syQrVAYN/+RsP0PfRr/ZR8EjzhI3jvII3OOYedtMk8vRBUzA8L2Dj9Srafal5UXnRVjjro3S1SVU
iIMlbOZyCxRhUC8e5JxtCP1ZbLDgqHmrowK2EyxMl/Rv3dwCL1XlKVoleZ6rAQNflc7RdQyQLgSq
e6jwbw5R78HGjwgvwK+sN3YlvYuZu+UsC09fRDVNGz4TdTGMcWNv4L3O2sYP8Uy23g9GcwoBccKc
eR5XwgbG+jTUoX5uVmfehC52oG5lpV33xW+5Vt2Lxpi86Z0AjemawP2am+ylQfnJf0uDr54aocTV
MmyvnV3XLnb2Nngspi6iSkDFxoW3OjHOW8egCwUFsE5tV2GHbmbuPABLS+wGubF3eHOdPxE8jWux
SPcN24MUhD40Ku5bS9ubyEbdNeZ4Azf0Vt09JSDx3kpHLB5xgWkVfmOulhYPZloIYA05fOk6vR73
TwS5YFt7Idjutg5JpGfz1eUbFIiD3hRoUV9zLusznj/xAyBwcsHOLE6CmH8TM0M1B1AabB9DTywQ
dNLF2nZNVIzsy7rxPKfD9N4ALX0avI6Cip8+fBl043Dn+2yY66po5u2SGvGeCzf8mgfFfM4IQHgZ
8sQ9ofOs2i2omP5k65lRQ9f1+Q7k0lziX/Xk3vbb1t8tZhqSmCiS5NcwLtGb58Bbj/2xHe7Rogt/
jgEPYPjOmsHZ6hA3sCKh6MhfjO9Zk/igcFXKMSb0bXD2Yzem54oIzE3rutxbBrZxFoscfiKRG+14
XfKu+27CvHx1FEzpTaTH9d11U58LBXryPmjmyH0I4XDjSrUriBeqa4ob2cTaOofh0n9Fx9k/c6Cr
ewKuKh67OcG6PELtm3EhL/t+MlO+SwvwQ6TlgtqVi+2TnFIt8y11/bQ/FlE2Tby/C/76aC49C+Iu
4mFBaNbOydb5szJBsJsZxb6asWeJ6a51nJVeuu+72Tt0Cez5PqnyL2WtPp2mlEd+QCCKDS3WO2+t
9rYM5KERNTkTWHuN/L0lsuWQEul70fRNB9cf0612A1dv5k5l5gHN7Pikc3v66ufoOTmOk+nr7NYg
wwtdXtHNV7e2rm6WXoafE9CIm690+ChMNuxtzIlHQMZYtN0p6A5Lnp4R+xfMmEopADkU3RWpNo8Y
ew56KrhWx9avukevWa3PkEZljpW1rj/5sopqa7t+/U3lS/uJCmY6yDH8JQikzvlxQF3vrNWVWDvT
ieYKL/dR5rRjVRfi63fy9LcOC/+MryrbdnXuHIperYcFsQL9Vd3fBMrsneO1P9B3gT2eQ69kL22c
V58ueEt8U3akJ2939eL9Jow02zr4FtNgTPd6SqJnOxH2l4EeALL6GMSiiwjVmFISzMIGbLKPoSg3
RfDh9Un/YBWGUwfkzaGRpdgEsg1Ong0XtpI9GOEqt7G5gZmxpCZr1xFUPz2B98TQx0Mj+KOlr87N
lPAd0bXzTSJ32rcytU+qlqTWEr0Tm7A/JonvUo0h5nb3RKXzWnhB+zCvEMrZ5c/ORU+M/y7aGWOx
B3KG5Vj7iYIyN9KOWmW6q6J00IfZcaefyyS/tkzdz2Xvp2eP6Hu4HeuLr9zgDz1W82roIx8KOo9+
t2CMq3F2WtML6A0s62E/to+it+vghrUf5AeQmPCSVbMN3zroQm/cWN7guRurWfynvPasLyz272gz
WAtkNiHZNeR9DMl3ah88nEO0ppvFr15YkoiPpdP9oclbVOhhWtKUOU75BrHE3Q6e6rZlnXgvdkkk
OgkT6pQ34hvSg/ZlysguqXRinupWT+dljVLO7MC5wNUYiKqW/WtihybG8FCTIkP8xIy+8l373T32
SFmPeSHeSEQTRz9bGALaKvO3daRuo80ZFnZDcNGZ5EWYtvrJUdZv0sya3++ZgmUsp0Cd1przehmo
guLa962dCs38MHfBcuW7rTaukdF11pl/LpLyB61xgeUtiOLZ0uK5ljCLySkZ2TgLf09AAEUZz0nG
AEKXp6pBrL7gEH0totY8SMr/9mhsov/tMKi+S221H63WLGbQ8cROW+mjyrX1yeCUQxyG9p4nOiiP
obAI5Zv7dYmhjDt/ukkO8RoQNtJKmZKN5ZGRGnUktjkYRYgHK4OeLo+TcScbIimHHJognMT3bOjK
uwq0e2ElWcaZi2OVCCO7hgVe3qKc2syup/7YtuZXLktCEhB9+c2hr3N30wZl+30NgHjYXk6DCpCK
wItxHvWOavjT46+t4nzJYYPYzpOD1P9MCDdqTS36CxkZ4W02Qj4wVnSfeyPgIpHQLo4mSy4VcEiN
3UIFAJ2HzAXc4biHIbemeedRAL5mRVg/jq6Tf4IR4wuYr/YfHA4EmDgJ7Spo9HTLoC55lTYQdOID
BXgFasJrLcWwh9uDyoWYdv8MACfY9Ws0HVJpnYzdOptUWfY+bXsSCHsiB+SGFn34Tba+d+8mzbae
TXNQjVyJESn8731pi8+VWUwPzohzjHqfNyzsg31HybrjDfitZPTepqUVl5WMXuTqtDtnAoO+JJU6
OpN2YkeX/WHSXXFKJSzeNJ3nZdP1znK1lHAc6mjPe8ciMTzPJjCMRDyPlxBcaGm9r1a3zJ9+39d7
JsCV3M0uwhlhBe23Kp2Wp1AvbOstq/Jm6Inr6m0ZNwKuH0r1Xa1EcnwDp0g08upEZg8Chh+sJgX4
Z1Sl828uSxOTyZNee2MVW9QxdggJZpGvo8xxIAWh3VwVPixOTDEa+FVhOm3JwirzCyOjJL0mfpiQ
5M/k6Ic9pW0AQSvHJkTb5b0LjxtMlS64CIfmJborkArHHzTiDTcZh/fZd8ykYapLI3DFxIMTkvTs
bue8z+aZ0nCebouTOe+gtqKN3cr3jpv2Zndl9ZtZCSVHm1pGPpWDo2eyqeF/gQeNfZfXdjZ/9TBd
xmTgoS41vWRmBkVukeoHf+Ovc8TVEFAmXbTI+V3Rtm1902UIm2/FE9Xvlz5Laou60VtJqm7toINQ
2TV29LCOxFVuyZeW5ksaDfKmBqv2b+3U2f53sHmivK3TtCS7xFchfIzcHupDrUKIXptVY2L7smjk
NIcs12V0jTQf+MsioMBVcW2jT49zXhg9Qt66mTy0f7XPHNzJ/NOCeAfqIkk8neAD80EfOiwCenw+
KSFceUT8/Uuw2oqhXrsidosB8OH0Xceqyy5wOtbiksrVBE/w38guq1x8cQuzAQKGYAI5eqGFsnEs
cRjOlR2kJwzhY3EMWIw8KI8k06e18JL8+9pULiPNBI/XdlzcPsBOI/ogPA+FJeZHgWWgvJXQucVF
t86MD85VmVWJzdI3jCeIQybtPYwSt3qaVqu1900ge6YgJbU0vCq1VJcQOFq3s6MJo+3ISXMP0UjS
+d2DmhzK2DHkb+5YE5BPEjp4dA6UpgwL0nK2ndOS42eI2QphW9xIJFFnm/HCuJUs90uA9HNT/IEs
19IEGSr0U+uAdtivpKBgb2TGPCx/VlJm1mYTpGvo/4HsWDSk1JAM6D84TnZfmTUNb7xrdfwKTdo3
L57N3rxm2rmy2fMT2edXldm6uJDwwL9dB5S2HxzGGISohYqOCtnRz6JRzmeZub6nNxXdWkcP73bz
LkfJIfnmtGxIknstY/vLTueDuQ92Ow93jRtZ/h+smI75MpWRy0cHWdHm/wIPadtPy1uk528GBJMU
T1WQ0I20SVptsoQS80vvJCnj4XkJ4eMh4D6LPgvkvksKDimnG1b3GZUV4moNwrLeUyYvxU7OAiCX
lfpr/VQUBT9n1jclg8VVFLAwVZ46iASCYSEFK528jDqOLVns82gcuQKn6LpS6oIvYfElbzX6Sr3h
4l/FcyZ7MIUTalJeXwULr1/CCLX1WA17ba/81Aw7oovTjXNI6qG5T87KlA8TURzEzWSgItjnrg9J
La4KQIhT75RZPOmW2oqDb9bn2mAJRflrgpCaj53buZ/CNTx7CeSmExWPMes9UJkHVP71sXbu3Dmv
AnZkFWu0vfqUdJ4NUaa0zHq1euVjW6zwze4XRH9ihxpmqh+mXvfEYM2jdeHhsqKHEeoukrEq6F5k
ARzjM+ody9ougV8eGGQX7ZlWUywXdnBjsC+6EJQJAcQVAQwl7MEtByHRahGGi+JBr8ic7tjevr7N
so62Xl+1yX6l2KeGrRF9XWmM7pY+u4T41DI/Ls7eIHKGuzLq3g2ONbJE0ZkxXXPcIYqJmWj6n7Io
pdo60ugfy+iZp7TiIzouwul6UrFcWVKUkqp0j4Osli26fPEewND0PgjRpJkSJNL9cvmoP5kRlS4C
oLlZ9v4chc1WkB5FADEHAxm2fMM4okOa+qOq74/GUKjlx99fzqFzeEZDoB76aA9rkAFxFP20Hmvj
KCTcvmAwWI3N2p9FUXnTXlEo+vuhY5LIUqitxa4s+uKCjB1dKSjPod5mNmins7+ILn107aTRl8Kq
lb2hFB1xSvZZU9BXDrkTGmdbT5CMCr8J8l3BgxvsgyEqxzhtrOJilkinJ8TD7Z+gJ3vkj9t4zsrk
WSR+wRsnmeyQPOwGZ5YiFcDWbuQ7nwvNFq+EH8bgFLAvq7l4dfnhngQZQP2+DaQqD6QwpodJdIAc
e2UITdxUaakVsTZBs5zp2FkP4wNz6+JPwWynPHMN+OXNM2HR4CC2eUz3rH+ZrFte69f7toiWN6IQ
l6tYSpbiLCI6zk88gJxeUNmpu4tu0mlcRoAbzmCv73lxEt/uBGyBfIC3HOiZPpAmGVoOg3Iqbc5p
4kMflWQm9hiR49bssR3xRIhhIABrVoZ9VubN49hDaS4ho1VtZZXVpswbpc59FRINOdlhcVwFPuej
k6mhONFuRF+lbGS24RvcErYS2gPf16Lpsm219vqHbXLabuIuHW/vMBL76DTAny1xrErEf98Rf69K
5ypTBJrkhfPq5X6T3niTvOYZ2M095I5l6vDWLtngP/x9YgZalM5X09lNsZ8dO/fihc4CG4clXZOh
Axz54KIADfxRZtK5n8A24edincmxh4GjTq3JZBEvKM36X34nkmFruPE4fXzQtoeFOuxrKfGsb21C
Y7+1TmCbHRpoct/ioGknMcTAMH0qZT5km5ot1YV1rIOBx8JZEmpiyxmb9mmSd9OEwqBGzH2dz9Gj
xeQz2eRNOobflUes+E3Opf+TMYNersTpSbktuBbNFyoij4xKKt/1KcF5b74E6aj5+mIFP8nC8s1V
1am9vnRuyG/6SIuQs0U8SfkpsbpM/ixqf7GdfW5zSV5cMpD0b+4TVXKh2DksyA3z69V66Nnnt4ep
ULZ99GR/HwhbmL+9aEsLTYBfnJlU+z+TqkvvAQFp1lzDzquwd3FMOevWssNmzQguEVZib52IhcJ0
gRS0tGbjhQ0cJ125ldn5hpv+e1cZb9omk38X8bAciFgR5BE6FERyVPIQkIKsNq89RpP2mWZiyQ/s
Y73wGqhxknFRiKoCCFZBGu6wsPOIkiF9n2HPbDmOAPRC54H5E9xvOr3BPacsTRm2Y9hd3/5dI3n2
6FJ1EZUrj31e1lxdqDKCgW9xVa0PqV2aX06+cAJYvpNZ0JApKtvvnScGySxgMuqGUbydX8O2xaud
pyPPWR3WfGh2EXnNidFF2x4ty0q7WHlzOb6uNjXN0VZ0PcTiBtYbi6b+OE320sZygFp7TQwcvyZO
fbPMSHdIEAwCdp+f9KxW/ZEGwv4RWKLQP+0FKxDZAXPmB+A2dTZTA7CzzDDJD5VIf0Smn7KPKQLB
9+ktCc9Gwngz+sOCZdbHZSB14dQtgBZcwvPJH50yVhEXty7d8tanFPK7xPi9/bowz2o36f2NPbqE
vw/XumKC8pCgxWj3azWI8p2UUthSXamM12ycLPN7tXfxTkjWhxRdvwDC+ibEKdGEflwvmpWiKno6
qt7JUt7X6snVSJ7YT66ROSy85CnfjC5Jys9twlr6QsST3/+oiFtcEFalU37P2mPIfOla0TbHDo2d
c1+y5Ot17QYhHmAshfWGfE+zLJtmoj3DYXynnXw0HkGCTEdqb7pVeqjli8H0JI9V53A2azp0QNfR
5K9nY1SNHqi1hxCNrwXSOj/lfdJETwXsLHTPSKIFqxYqFsILKvz+fOsJLFwu9AzjuLMdZiLv5OnC
f2YMXI39ThWkOYp4nLyOWaFKq0Rvx4HRS8fktPFTtavQVFjtI+jgwYluVuPmWYFIn0IXNif/bF7/
Nzrgf6gA7+07oe04gNDf4pOU/9CSedTUpAx388E0le++DnKJ+ve6gK78OWceS7vIYeP+RBYF31Ey
t7h+/hKX/K/Eo1+aiv/9Uw/6n3LQ//M/y6A5/G7uysz+n3/V/4fSUtTF/6HC+X+kpa8TQNTfnfqs
f/2nvvSvP/W3vtSx/4U3n68ZJ7tg73g3Dv8dPeP9K8JMfPdVIjxDKHj/nX+rS2XwL5RZ+EAENp+7
7Qrh6b/VpdL7V4gWG/cnhlMX3en/KosGAef/JQKjjELQadu8ikCiv7D/KVICEYg4KRdiI+SafSD9
KWNbFKwGHFmwd7A1AhGwxF1sBCtDA0x96+CEeaq0Sk7Zqm1K3wjcHM/fA11x+5q58/e2H5vTAEn5
EdB2dCktlV6jpTa3NBwatRV90dzu8V+s7X15I9d7d/c0nNo0IkEZDZw5z/kansKSPbdP10rkiUET
6LnWeBgTvzwX3UCwFy3utzlgbDobj4DvJmqWS2pc74LQ67WGrXub+dPEwnXsRmpD7Fzap93HAFVy
l9fDX8OIZ1IsWDjOdbflHDJhbFVZegiWqdip3nW3pRy5fbslYjuY5d5BC3ckMCVX83NBDADpUYSX
pxGj8EFqeXAlXUYwDNNBpbW7r0RgfrIYHEl2kb9ZBgkSBHI7bvAXxqKMUBwpuPcTy/ad5Xbm5vSp
OTtKw1Kv0XedJiOCajeREg8+1k2HGBJw9sHa2/rB/HLYohwnWLVSbNq5Bs8zVKdhEziz9W3tHIGG
qgiOA2IjPC6+jr6lzlCeO/YMr/3IYn+RRh1NXyrg2iC1ytrsYRMPcZ+NC6yvuj4RHZYEWzaBh4GF
4DGs2vbrRA5GPHYeISruGlx6KliP2H6MrE3W9+tG5Mq7IEyAXd52EDvKyHpwidrGXFg1h6ixi+3S
FNa9c2BGyYnPjFUrahTKkH47et6fhiLmwj6OwXbSrM+rkd6zuAfV+OSRnZrRjQ6htjqUVn1/IUma
OCO39M9+adSeWJv6GEx4w1I+1K9CWZQwtKh79InioOv+ntqNjcALE491kOV8gZME+0pqYrvhNREI
ubJsnoPDwuyRefhKp1m1h34ogx8T8+ENRmiWTVLZ22AO3qni9H4a/CYmWLzf2IUOzlx+NN09aelI
xNlVBzlRgwwBN2XlBaeKu/SUca0d28iDoz5Fhwrk6hu+rPCL9JNhPyHUJUTETjICSlS4G0bf7Oig
5EejRuLzBki0EIlFfUkQaxYbu1/gyDQhFYLsC+cDxhUbIPrsn+BqFqAGriBJexK4GNrZOYW9x66U
Gjc7pKpL+MUjFY4wpZ1Y3UZt8sBL4gh56IYRm7sbGewjzuGzNKwmhLMb5gnzkKfm76Ijdx4C/Pyj
Fpn3xazT99Ji8aQc5T44HUTj1EDp9BzWb5bnPEayS3Y9IdSHyafMbNrM3tcVb9FgfOemNWT7uq7a
Iw0tYYg8aIxbey/LgvusaHzTEzFxGxZS1D3e+GH5w/oVPXq7TYyc9mhT2MvNkMSt3mF229mx75Qf
DUKSHcV98s5XdUSVFqrnKpvfAvb8x9Gz3J0v7k8j23H3cZbFi8Jux2R3JrU8L8unZBwT2qAhhBox
zeODRk077qKmYMpICnj5RmDxzEB2Gh8H1wS/9Zw5lyUcZVxhPXXjQgx57FItZWzb7eFaSXu2dhM6
xJsg8dLQgzLJ2M5+VD9kJVOsLKsohOyyY4mGnioZ1x9w45cba//1lybRB0Ne5S+Htu2zeJb+vO9Z
SG3IeIx+g5O0thF/34FSaDjXqkJKXdLpKYeoQlV+LS3ptSTuF12wYYNfTedwhKyAdHJxCe9Bhfeu
+ao/NHRYRUwPvz43Vn0L006S6JmKE1cZRFJB+afiCTEkmxJZf5kbX7Yn2yY1KkvKvgUaPu+4b7JN
XllnETDPZh8+MCTjuFPatOs2N0Ltwtx6U+PgX9ayKr6I0d9X0YROauos1meN2FIn8r43WXGY/WSL
NTDt79yFlIDwbLzScvnE/Ut5EC0Ff1San65mlxGNRXVy2a3TyjKmnxeeIHBIZawCmlxPqSLOsUrc
cr+gV8yrQ1P1pM3I+qdfdt9UX52CyHwESrFFyl59isMchmIx7n3WWYQJ0yDHBijEcWDKZBJ3uaG3
Ta9UuLxY1+2OrOj7HR2rS1TInDrHduWkJGP0YYlG98NCZrlLEdCiFUHH4M7kr5d5sHwHjhHuisWf
Y12OKtYjTqKNXJtvQukPVI8P5RQ9hgMHVGe6X0Onu/0gRuADfrvjtJj2ZB3ND6sFCoBUSXNSXn+3
hmTxIsNnVznpHmHYj3qykveBCNktGfD5Nq3XlWsb6Ww/5cU2D8kSjzEhyFNScDdabhihKxLpowpd
uYUMGT4rlaMYGcvrWJIGF3tcwJAnib9iNR3Zr60Jys9qbYoCSVAKWCHPkxMjO33oSV7jtBvV+5KU
87kjmRRJ9qJju8+TOAmD5gMZek1j7SCqaYPGPzmidX8kDkFLjl/nkBgGN7h4S+/9ajIlHiNV2c9d
m5G9afFSH2Vawp/yGV2FxXKegjR5a8jbKy55o9UT8oefzjSpM8H0jEub+TllOvdqkdl3mBjQ7dN+
uBtR2Vtjs5tYyHrZN73kpODr1rW+lVbanhDmzvXOrr1TwKh1y7kc8gvbJB5Me1s03nzxxOw/lotN
J5Qqp30m4zL4rIV6Mo5vmz1l1erA4WS4yEcMWH4IlprJzzK+uaX93jd8o+awT4GeqCbcrHO6KcYU
wVnXpoxUR/erSKwGUJLxiH2i9AyQjNh6qzuKCIR2oIw81fofbR5yD7Zud4FUgH5BqPYh6wrz0qX9
fHIQam0zC8TAUoV0t41bcHtHs/WT16iQK9tzyL0C9eYBJJNzSbPQ2kfpMmx6dqXC68TOpTu6ruj4
DxlGJGdDpD1hTWVUZXft17qHAMOIp62PjaluuPdATQQqSs/mrsiyTGaz2FxWn8kAgWYBOLoNdKYy
2U3JKL8PoYf8TYSASmvmuXBg/OAXxMH5GNIQPTRJmxHaGa5npsfdl8KEI1eIs4iNccI5nhxbP6Fg
aYejYgzLussvvCPCO1fHuUqc74QWlcMmDZ0pFlYVsmhP032QhNZrmbFiZZrqE5I0+e0bCjv9rSO2
xL6qcEp+K1ePzitrq9m7S4TWPbnIbhKTl/e9y80K52TOpdjXKRymPtA12sAi/Cqb/k/nWn+agRZu
ipKQyGYfNivXPrGHrOQ+I7cd7C0CG30ovSF66GSA2tatwrfVJ7x/y+9aZ9xsByfMFBVJ1ryCYiDP
l5Zhr025vngFj4oOIRQN+KAYvXZ7e+kK8B8Uj8zQ0ZpIbx72Ax/4o2f575Jacj97drKv0iDbrfNc
/A6rNdje7XKnceEmZXxeHkF3tDs+CX1EVomGlMzknam+a8yxmyCpyzhALkkJUV6ZjZ8hC7PEUd7B
qb4FdYkUIs+v0ltf0w4tQztY5rMYvIeiHLqnu2jzRJ3y3Em9V3770HXZb9FEO0iNL9qOYNuuL/ks
f7qlOBDgHRynZhVXFAtfpnA6KRU8wVB2dvPinOYVzFJQQ4btNbgLmfmnLvW5exBB7zgIy7jzqOkn
RvgyO4hFrT/mIsk4Nifc/EE0FMU+YTLywnjDiY5J3kztqRibynpuGBgGz1aZ/wyoYJ+F5Q5f8Je7
iMQGv9jUKJmerRQ1S2ArqBMBxMZ1dqvXpEITBe1v3Y56CBGZqHQ3MRd5jADy2Aj/OkOZmyc+a0Pf
8rn10nRL2t70PEFHWvaRgruQ+bBKyIwJ12TagEFabvbUWsc+KsAdtivdQqa4XStbZifgR9ZTsDY+
WuRxWB/Y4eS/bdmltFwkBeZe1zxkSQprJcBKRtQgCNE2rzY1Vlibw9j1DyNVzow0lSUuoodAWT3w
GV0h8bvTRlypOIWrFoLmlNQ7lRQm39R8wF7O+cPd6zL8H8QEPiKdb9WA5XXKP/xG8kb09WydaqzK
1No+qq5xJmOvQm3AlMt5ahcu10KEL2plpVCPH3UFdcYE42uFOGEXjGt19N2k24dhs0lTLzjX1TCd
MzYQh4kp5HOmxVVJjdl8XHfIefS7bXXuiy7RvY8C3GvNBvbm6zXbSUJU4qBQ1aEr2L96TEQPLJ3X
HYri5JFgUYFyG4uzrnx5QBeJ5BV223NR8XivYppOY18xFWUnY7z8OUBQdZXDZJ0mNCY3dPbVxmbb
UuyQ0OAuGXJTvazD/GssGuc4jfa0XRxLNJvFTTMqbgaHV4+v3bRJeogxeTbnXwOMjZsmTaMXZ5nK
d4TmpdgNiUnljmlk/6UDW0L7UEXy/hdUwRUSD7+UeQoIXtQzloe63S34k7eZw4lgrY4fpxlprZlk
TEn6w4NjSZ42w3r/6tVo4uFYWR9dExa7qlJ8Womyz6Bo1vNqkL8K5R7LsK2ftOkC2sgifSKBJNpx
wlUvnrcO+6yz11j7bRCzMJp/dIaZM9GEPHaL3epfLRredw/tEuuPmXMI3VCzIZmxYX+IU+ZtZiJ8
QI1avhq92NuJhf1/sXcey3Uj25p+lx5fVCABJMygB3cDe9M7kRKpmiAkikTCJ7x5+v4gdZ8jUjxk
17AjelIVUaUQzE5krvWv3xz6tS1OZm/NLwiIvWMxUPwM/WKerkbXlPtWO2VYQxw66Yc43XvmUnM+
Z/y+5F4PoHejsz2Lwnpynq/Kpfdv20RTE1pp5z+ULIwzhpNQFSgwLgbbw7KzXZY7f5U69IbZ+M7o
naiUqkufRe/6D66xZCdQwea7/6olEQtIF6xdKoXavq4uVDq2j2Uw4dbhmd+En01n/zV42ZoBdMgd
AsDx2NyonUuCpbbO3MssHYijgv5LtZASJuNll2IWyy+J5/+H7z5QhiP0/M+O0f9dMT1CRP9LY37y
43/+D/74L9TOcv6CLYYZI2MnRJLAd/8HtRPiL9fDli+QDm4lm/T7X6id4fyFatMLQPTwdLYFAr1/
wXYGUnJUpib9Pg4n2/+y/4kq3H2pLUSti39JgAUN9wgTULyOGKiV2aN1ZHBKd2ketcUakK5W6iEd
iiPfLszrkiHFLWB4JpmQr/3JbATSCK0mWH7g5EpZUSm//NYsNqXjgGHYQ7uq6QqSk/F3T+3CNHlS
0z1bY4Nepc+mS4cQOf+MXg1CmgMNg/KwbI3H0dmELoGBU9RuwKQ1CxvDo1puM2RAYZEPwS0qtAFZ
EF5QqNGceqHjwsjRPoonPwnucTGuPCKmBueulrnZHhy8pp+T3EzKKE/KedkLpkkBDUKRflkWDKv3
hNtyBS/V2Z0nq8kLmZ8Sx8f4k4HzTL+eRcwb5yyi44PBIm2rbkJfN8ha0kr0X5wpTeZTPeVVue86
apZdk9SSvCBvnqbkwsjb4sgzqxGq9wRrYy0B6Kws3Zfazqrn35bc9S+57X+2Vt1k16C5PDqepy6+
+6+9wCetV2tx3ZMUCukVkpPpPo7nQIfvX+X1coG6Qg3oA0TbmPkhTQcF/s1Tg+ClfhgtcTWNdKeR
gXKvPG5rMrGOx2RN0w8E5fggvECV4TtJ1iarkgvKQDLvfnm9ivy0OE6H7yAubQHKlhcPqBfKbymI
XX28Rb+p06CurGbvdS56TMsltmsTFrXTnqNPn9UJRGxaPTV9zRjtKnzlJmyyn4p+4Dx6SJIFDY+m
ob1mZIfNXJ/0PsVLj0Psmb2IfjMd6CDHWDhQtSCBARROu7GLZZe283wK76cSO5iDgGfUGPoi2IaH
13Yv8Ed3FoiZ/tiTULIiLd6va+II2NrNHGzhgFAamW0J/y7G0xznx9axy/3qrTaltq/bCMAYEBTl
ZKuPC7R6y6nHYE1HBpw7cYBfPPwwS+U9LKytPJStT9OFjGlUDDhNl/THdtHHTSoN/0jKQj71ZKue
TpKUvGiCk441Um6A2PT7ppvXeYksPJ81upTaWjLEvUrIK4i2qBTb1Zoh1OVr+Z08CjiYSYN5064D
FB8jx94gzgBd1/VcVV1wCh8HXaG98gp2mcqh5SbQO/CTcVM/XGHMAndKEdPsOzVxdDGUs28MBmlw
4cljhecabYqMSBn4KRewpK1P6yqcIPQLRVWDHne4pJPpJBbXJUHUJknLp/jdJlh1FggEz1qr8C1i
sZ3hHiyiBIFrPY08zuc+Tx1t01BIvv7zlbTA8iRrjeGuLSR4rZEE9ForDMj7dbTIi41bRBShlflu
v6fFptHMnZJCI1M+I7y5a6b+tEdlhqGMDOZbDbaRhoouGa/6oQfTX+zKn+HhOADLaCTRMTU+nn8s
nSXxTpm+eufYncOdpvCknFU9WsCIGLNUH2WNqygcSN1KsXlHn7YfRMb8okGW8AVTiuZpSpb8STk+
ap3RGHrF17i6zamG73PSIjWSIWGl2o3Y+tbjHveLc8q8rUVoTcQzaKOtDJHYqQa/Egffxtd7bWbI
8Qi85L3tr/PnyfD1aWlO/V7P/fQ0wym9RxnuWZGHd7kOpeukdZRM9FOEVpZDibaaNpIs9rG9dv18
wa2/WPHbnqols3YEF40KHA599cbkfXR5x/cFA3N55usgIKejFbkfkhIwGrTjUEHJtxsI9YnThF8D
ESzcTDMFuoBlVE23i4lK6aBpehVTA2iPYZpUVRRDRQA4hgdJtTx5/gn0vua5YIOpMAOrCDhqetl+
XulBxR7uZ3snUEY+yWGyLWRrbnciZ2EkRwzdWobUnIdP/Iq5F8UL+OouyI2tgV3G2okaHOluyAkg
AjpbYZfsEMQjh62XAqeFxE17BN9W7X/3raEA2FtmcTas2n+ecfq4muCjP6m11jhcNbasIrMtCrLk
mhbz+mIqKmAl284/ow5tLzy9zs9Dyaa3m40yftDl2GQ0qColBkRotqlVTNYt9B79CVYOf4yPaPN8
H4KNQJ8ivoLiAF2pABFFUNx7RgUbQiePkLv1vQ2bFOzcW3saW8Mqgmj17X4K5UjmAQKNMj1mfjEK
4gnr4BPm2Shl6dFNXtg4D9zusoFGFdjQZ/T/kBKM3Imf3BW4YudaNu4yNe0nhFX4jue9Zdf+8FjN
Vd4DFDfwOWKWK39mgnR0riy3vqEuJihXNXPTHm/A3MDILVmd+siuq9xaz2Jr7f1QDX1d71ZTGuMp
QArQYWFYjRFJxqHM0TYlEAh34J3lxYJPNV75+sZaNBIdm21gjMBM06vVkxMMt9pILoiATDwketL9
ewt58dGzFNVT6ia2PLiJWj63DcbzO+EbOHwrQg6O+wqm987GVqqK6oSOsyWX1daXwTLizeRCzUcu
Sh8gyF8lmAF2Y02MgbKpBaIYsmASTXGKUmNQvvll6nrxhC28/0OWkrfaL4m6Yp5vPMxjRi60Exvp
c5aAryOXKZrhdMrLQIZe1zjwbUgJ4xPyB7lNcNTwXFlYNkeJkQ4Qv5gVQKRcZuCoIgZz39Pc0tX4
aYowbCTNp4Nc0szZThQuArsxduNlNwYBu3+6rNUdClDjsYU+9jVY+/5qdZV3v5nVP1ZxDOoYqE5T
9dirDyhv+WDBRSfwSxOtOUqySEwCNX3eexd60FXvM88wnJBeRaZoXsepDm0zi00GYqWEpO849nfl
lsySpbVMlHAIRbHLNvurmO23AgjtqbEclTnmGZwkSQ5nn8JlIMkjjBeZ37S5xb6vCzO+mvuAoNOg
H7BtQKNviEiRfPqV6GIU8oOxqjpaphgqkwP77VTOfF07P1AOM82syq+nDI856omgppfOVX8tSA8t
I4z6ikfofbrdERFgPjfjUD3kYxL/8HOz6HZulvgPZPfw44vKMN0IhiywmQUM/aNQxGuSUqAXZ2cH
PRxIkE73ju7U/Yb+Pvla9nx0xDz02LabyJr6gzQzBiBWgs1ImBoGEc5g69Qy41iND9BD3QfsrlZ5
IFUkIO0Zq8BmLs7yadJTvUtTDOD5ks36uYSRKzjEOuty5iv7u9bkk0pv6ted4rxFQOASYAAXDeFj
RNaZN55rgqRbzvRJAbDhu/Aw0gRUO51iCFCKFXMP8I+hOfFGBXY3N0RdA30OebEPch/ddBfnHkl/
uDfoEBJ8Qb+s01WAugFkH3l9YfRnwdppfb+AfDood1Jj/DSrKhjDBPXyLXM1IrAnowMxbJlUsyKR
jcxMneCVxs4cjtLZVKTahRf0vYqJ52COaSWLrBh8SpPCzIVZKYcjRmLWT/gGSjnsKU1g6H2eUlKe
NlITtM2JDlVT7Sp40NNhqEbahV2ZI3v9njI6dI7JNrbnsGaSLc8BCl1rouazNkE3JU5cXhvuMukl
NCgjSHyAD6AQQGPbmE2gGPww6H6L1DKul3VYibAZAiMmLdvsVvXDaiURkmXlZN513irp/sDBjOfx
Y/AwZ18s7IwnSK1QnEO5mnNzQKpWBVaII1OdHtDDM7ysIZ5iXo/rBa1MjiOCd9R5A+HDXbAqCcMZ
fd/wBUrgWn9OB1VaB3ifZnzHjEsCuef2mroHShGrJW6ly4gDkmgDrZsUrrvl7YQnW/dTioUSdFSA
JWrv3ZR5nKJGxd1Gc04+hwYfcevu84LqNWggALjw1uzEWL29MBOnuzBUrarzqgGtvADS9vDiwMoq
Z+qC6NX2TwiNbcyrocGQhLmntKcbrcfYurU67bsX8BFhkS72Mn4JjJU9TeRQ0zAkAbXyfRivIbps
x75HubY8d3Chy5D5J2y0LUmxOK4Se3rohB7ivZyDEZsQdAe7Lod2Biui5TSs/M64M6itt1GBubr7
FNqhoMDrreQ8c2ESs1EuDKvrIJ+OSoHpWqiZiD8oVOKYqnaDI44RtRXrHoak1CeBVIF1KuDs4dyj
UlRfns3LZ33BPwHB9jqaVkJ54PrDcRmump6gFdA5psJAbpTkEYNPR59mdpnAcg508lxDBrR2TPwC
YuKqrv1kSmDNYyZZpbV3YpPSfhFFfz37DJOt+iwbS1SNAN4xD2KMIHjV5FAGN7FCvYMnZfFpEnJ4
tLLA/kH4ypA8GGaTPhSEBt0k5MTkMKFHRhyu3bVzuI4zyS4mIrFr/ATYsBnkekghqgCyR6PqYV+6
gtO7Ymk/tSwJtL7GDL7crgz+c7SMmzpnKei8fdliE6a84fPs2P0XySmYkdLUVJirjanrkSTcTTd+
XXcEm8+YchwpdIVwa+h2SVxncnYlMi/3IxOb0juzdcuvK+WSS5A0aRERkb42qn9lKD4hlazfEcht
KqRZFc2u7mJwhNFkwnJiycx/bGIvuYlxUogjxDw5oUAIl+jLAtvkUMrQY/CJCGYeP1vqfwSp/d/R
3a70U3X7/5Cd4vs5a9FTVX5r899hs38HrQn5F/ZtiB9cmn+JjzHEtV9sN+AvEAiiXRwzEB4OylAc
/zfbTXp/efDf8Iy2PIAz/vUv2GwLbpNbPIWDOyeGP474J6jZSxRks8O1uTJXsvD3xVL9lbkcJahB
qbhO4VQDBwRNkEZxr5v9kjb18fuAywao/Ntb7eelMLJzuAo2XLbt80i/Ay4M8+PVGTqComwoy1zO
OqRLl5/P3lido5WAxN2WxWfyvfwjnY7q5P3L2y+93X5d37NBtlxMGykqXhFGh0mhi0zWPkRxmqhr
YSl/b81+6h8ye6waaipcangFi8pwaXQbDw+nRNx6EFgek8yLrzH6bb2oLRZahiyX+OGtovWaQ5wb
pThYKzZQxIhm03MzNVigVK5qFG0yr7TFqQn59Vhzzqq2qZ7xJGMkWlqZhy6UDfWO9eNj1eg08ffE
W8b7cZTWZ7ODZgLFwdioSIX6/P4LgRv3xi8C3dIFot1+kZ+I6m8Q2KLNGAPXjJR5GArYXZmOhSZY
bgpSLctyZ2Sucw8RTHzDUcqyI88XWDLqmnoDGaPd/FhJ9rIAEchxQxiQuFGXJvqxEzMgENY1mJDI
KvPZeBhMZUcFQ/pH5kdSHJEt2d/FDMRAsbKi+E6PgHeMgTU7g2xkIA8zulgGc9Tun2RTtgzDfDXD
WkEjV0QBeuvHDJOpuy73OoJveYrpUiyDuhzBMqzTztFKXql4yPKDWXrl5j0hCUYwsrlEHAIXeIBc
ZPXIY6bARRHbOqqNVJnOAKd51X8zC4Ixd5W7iPqkG8C+L5D2e0bUdbb/dywaPz+uPTXpvRpbsR4A
0DwvEoToQQxch/4WBmuSXCOamS3E5b765rWe5R5btQXXY/Lmkkz31uusHT3X2uwJI7P1Dmlw1+PT
kKJRVm1q5th7pL7DmUr3ucN9xRmwrOdsYno4znSp/YreiUxfWFtnpL1Ti1NBFJ9SF4X13puNCsrX
kExIyvyi9Y7xmwqsRx7YlWdLHLhm6BFFkd7kcEwmMleNADFX6uv0kGaong4Fq6IMcxOOxkls20UB
pwzvhn2vraC6ykQG8awuQdsjiX2VHRXYJ11ZLtaRkV144NOT7Cp3J2PoHN+HlSzHgwNRJcH4CWRm
lxmN20TrtJX/HhrCBfpd6dPhYBSh985QTAcjj6GcmYtPbvn7i/+tzYi0DB83ZZf5g3yFxnaZXPIR
aAuBFV5frqK/7NyuucJuhai7YUuiXUejPmB3rHd+McQfYNwQmV9vhgGhSZCLA9dxve1Q+H0z7IFl
0sJHA62zhBwSdNFYPg3pqeWUjPtEkH2QPfUz6vfV7ksQic9IwYVWjbPpywu6jRK1FhikTBWdVO9g
Jg3g255RxvnfhmZujwEiHEwUmBEszYi9BOSe7/WECvAAjQDTwywuDis9zBlhmYn3AZtfbLv/y/tz
TIscNTxOKfmc17beoOJa9E3Rh6UB7acOFnk02BljXeQsBWh1KsIsmRV6vNIju2K2sIzvHWgmpdEf
Mck3Pzit/jwtOKtNDI5lwLmNz/fL9wVfssLKGPs46MONFY7ZBCzrLUQRvr8Q39iEJfWBw3kE3xxH
5e2E/m0TFjqXSNMWM1TIPa7RkXUMyJcJYgAGId6TgZgxxacAi4yd2aoWVS7eNfbOIRqSlnyYCJhB
SjQ9NHIFSx9ceo7IM5ziqDSQrEcQNWT3wT3/uXglHHmY+wzbtsnJq5PUlwRCjPF2y+Oqvwu77o7i
GYw7BcW7TaHaHX3wjl7OTqBVOrjKu9i6S3isfDOvvlbDy4k+MJBtj0bhfMFAK0C637oTzlN4UEVu
M1WKDqZIrnCCz79ME8QktEWd8avA/Y/O0y8XBXULlYvJFBNvHInD8uuvVtEFCS0yQjUh9t0U8IF2
5pgvdx887luXIc1KMkx1sXx/HVlguyjNplzhCYML0Sd4E4XAu6SkY0Wd/jg4iG77rl0/l7oYz8mx
3kwoTHq8Hb4Rec4eXublETZ//r7pZ+uDyI+XO+f2DvBRpWyk82cU/Es98dt61TgNdiQmNNg2llgi
S9/Yz4VQR1U+fk6GPNtjMiCiuMnVmbmM3e377+atqwtGhKhOXRP7/1dFZIooN3Hw3AwBeCGM9kU9
YYSSghQtRKlDL6qNi3y0phIZgDnsWw/69ft38LJo+vX8JGSYLH02bmQnL79XTDsURR5rYKwygG38
YwXUjayZr2tNui3xr+kxPovj/v3Lvtogt+vKbegO3ssu6fCFvbyuDdwKMgK+62R2ne5hfJufCyB2
tA52kl9Qq3l7o6vFlSwh9YXVrCZE6TLNiwjp2EoMginVHL1/V475soH4eVuM7jdvXZecQab/L2+L
QaPVLQG5Np2erpPG9m9SolqQapgAZFRkm4YEQBWQe+RMv8SJEDitjGRmHPmbjWPoZvhf1i2IDGI9
6AI7uMLseJj64fxG7+8+lhY+gOAvjkGSZ5LZHsCnUA+uknCJCvjwRzrG8o13gdUj4/MMf5xzj10k
3ueGj8vLYKYeO6ssgFo5y5/BMdQD9t4tk85epevelBpiadlh7XeogDMfDRXjr9pPvnUyDbKcI/SC
ZOXGuRVjKOVKVjkjh6+4vZpXhhaQFUvljnBWKy5OYqAPfIMGamTK08fpFQzjTO06LeCK1zroTiij
NKG86KAmDJ60vJ3qYML/bGpAaFoHZjFyQ4ZHm1p+rKjlShs4PhV9d8rspT/gQCzAK5mZPKP6MICk
Z7f54oohmHYNtfwcJRAYOiiUTftEspFXhjZI/BppFHmnVdZRYCUQ2aNiHPo7rI7qhyJOuycfW9M1
nGVZ4eZCmPWTElSFJ+zJjr+zO+ximEHO03dOcswYmRBVd6bDWO7grkHRHtvF5veYmXGeHDIfPi4e
QWK5qoZCPA3+PH/3EVle0i+N9h0PE3zB2zunKkw752IwBGA7/HYFUA8rD1/l2SJSujQY/KDQLnFr
tRAL5HvXq5lUa/gJaID1yp2xWTT+ZcG48qEs3IABsFj4QXtTQQNEdNWiJbBUcLS6mGeG2AYgDhbV
soYxsNxJ1RbEzpFjVvD3Udr/INEMtW3MJ7YbIWGdzE0noFJPqLTDXC/jFo9skFxrFV32xa+X4Vs2
9oFDFohpfrUoVX5QWS4oJEW5Pru5l+DsqmDv5eYs5pOl2GxxlFHZd62RN1/rYTJviMAJbowCSXNk
LnZ2WtZZond5xTsHGEUNSzu5zpf9iGECmJG9eJuYzHskowH0KYAuyDcGnfAUeocbozm2aOja2h5a
ovtkgmO+M9IxGG7nW0fdbEDrHSmOu6gkajiOxj7PUbLItKYXyef5BI9PjYHiYtg8xuCb6SmToTZH
oZAPrE18M3CGIjELawy3br65ZY7EQHqxnqAkp9Y27Mc4Phz13Dw7xay++bWtW1jx68BcNAVQ3zMK
qxHoQnsmq64Y2nyfd8jKT5F1OvD88xzfJKiJuBspUtB3PVv/99hwMN/yVvh0pzy5ni+HRSbiKFcL
Z/FASiQNup4zM+pjAUY4rtD5e6BVyqojR3dQYSnGNN40vesgrIrNBd9TXFXzXW50iY0/cR2wsHFe
e6CHm7LQx8TwMmexzrvW7N3y2HJxrovaPkNfEK8YZ0VO5dt3AWYhCY4teXBZ8xv52L0kpsY5XMOa
w3WgP28MHLuixK1Ge9fAj+cvLBPrIUl9yMDkbeuG8jpzmZ0xdY7cfgA9QGyfPTh2US/YU/uDcZKT
Afa3rnsDZC+oxSOhMPrGGJuuZgSEq8cRQwe0g6SKV2ftCrMRLxftfardNi1CA5wVOLK3g69wdf3n
Pgjih1JWKxrXApjY4/jks7OD7m5ZAIFDixEv0dEbUQowPhHeofN846uQCSdwb+OwtouVtK8TuJTl
ocmU7I8hwVgXfeJoH59wXs1eauy2Jj029JV6dD4FqKRkhBFct6K6x8d6Z+XDdAvRNTChuotu2TtL
NjBDg07PAlnH8jzFgkGzYntQeZ7bPAPIxLJnTotb02Qmz4TMjosd3GlJZw9AWh8HGWEs4QApB9WN
hBmMJceowm52UdjXmT0fAAaSY6ZgrHy8QJMfUjhJEc6Y+JymrIiAuVErnAuxOFTaQV8GmCfEo2Ec
4EZy9nYFJNMk79YbAxv4J5PM2Hv+Bue5M+JhgmLWVF/9siVNtljzNI3SGEITZ1yKyGSB9BWZyk2Y
KCgTlgXeO+kngfXqegbPzooG27KrK9/SuGLWjQ16ZLaB+2mOm+VLhlOYF9LpzfdIIWZ9unQslmOn
G5Z8L8cWC0g0GsJH2bYUxTEcZpcWHaeLYYfOY31m5xSXQRbT1DUd7k27YVQJJt2ZjdX9oE33ZJhm
6HCibTDl3pl1sQ4HdE25TlDY6dy6wspgmM43vfx1oWLcxldRuxgkZ8iEQkJPGOjrSpd/o6LxUMTH
JrhESKJCwI4gWmc5SpuktC9EU6EhFbgbyWgj6uLNYwHJEwckESv4o45jsP6B0AtHC8W+IVR3ypfj
2hGU4/Emr+VwEHnqfmmsxfi0EuHcn+B6ml/A8uEkVJYygd3sYRiOjDXfF1NtnE8D2WrHTswMLWTg
AMscVlUzJmWI19ZFGVTdU1kU+l4003U7YgZETQMVpazTD7qoP0tZCRbpCkYD0vL+6HiH2gjQXNR9
mIuu2CfoMygjMYHptWecAQ1Ue2wqzSjPMvPSrXrrg17mZRP3s3CzqV/ROTvAzI5tvyzc0IQwVKZH
DFuFcGRVsT4ip96J3IF8QhRd2QcN9Z91s4SaSUKN6dm2MF+n5up59ae845Os5iZ58JkZh5UY5gOD
E/05aLOJ3TQubt6vT18l9fx6SsJzaaW2fEhHbG/ht24FeK0dM/wgwi5IMW9AyHOfdeZ4ugSSrhrT
3nCKuywy1BCDPFegTwZWDyrQ7S+3gP/YOr7x+A4muhbWRZtdgbn1fL/diAGVvEhjxY2g8wVU6N19
ME3jMTreJfSU0KG55ObJ+49vv7HGgBYIS4NxuAXIvGqcc2f0Cg/1ODPcbvxRsRo29zLyYKMp1RWa
FwOiVohJQx0fwU5H5xUHavmmeiu2w4YdtIpWjbHYfu5XzE+FxKsmLobhIrAqtwgtr+VQd9Cc9Idc
C+OraXccK5Yu7tYFY6QEYkPIhHjZ53VgX+CTUuN01HuM3XGkqt1QdmM9gmnCIdgtpVPs18qqkshn
CDCHWMrEkL7AYjvsgOoOYNNE9zSZzLX2de+RI/H+6/qz75aebZlMgJEt8Um+wnyyEvEVpzH0vbaK
7/EYyWVYFBWcyfevs/09/8a6fi5KNPAMf2ikTZNO8tVa4Mp9prGaTnsBA4bDgGNYuAJZcX0TOxNO
gpyCODhbLQL996/9xmfPV7hNm1gS2ChsUMtv65Cu3qRKJ7GAjw2WhJP0J4M5D1+cwlnPRtX69+9f
73X+4ta3IrUShGVtYxcY2C8vaI/dgEWnPYRDwfa/QnSNmLkIjMQNuc+pzHZG6/e3pYZWii8UQ1Sr
Nf4Z+vnzjftMnuhTSEjmM3j11BM8qEIyqA8LrcrjhC/xwm5xJoVqVd0NBW7F3WB8HzABPzglkV0q
9ZLPQZ+YF84igtOurHP4lU71TWKr8AGkIf78SF0Be91k1o2eHezq5Rsqasq0tEUhJbGFKmhJa52E
09LqOpSyzR9TmQ0u5M1svUJCvFnTeluDqNVioW8yLFyvFgy3DKhX05Bh2KqGv1td6G7XN4ZTRWRT
pghZTRb0DhC3GD4AAd6AJsDmtltnAGTa0PxfPkAzYylbzCh0g8bsdkgvsyMyOthkBjDdH6bX3EIb
RZGr8Is5AW82H2FXznepPTNIwtoKKspHi247vV5+YgCU7LJI3oibYxG+vKVesSQrHPzCIKA6Px03
RuLxPNX2N9cnpTEMCKrUUWEZ6RfP9JM01G3e+KFA7fulNPGzCCdfjDdBVZvrbkpMRikUdHjCA9em
/lVnC/UkoWhDoCr6EbY/HLoF8Mcal+2SC7CHYagfEzq4cY8K2YHQPVjURYmti+9NG8TidK0C/N9S
6RnHA6bjNAvCQKE3jkt8O5RixNuoXpK7mLLnW2fGM+7CyWA/M8AxvxYQsPFEDxpMs/A8rurQnBzI
+Yx54c7pdZkxBZhYccfY84n0zE1K93ORwnAMVWy3X7EVc25tgfkChJ6xaRlbpdURymTSKOy+95o9
dIjSOLNR8q5o7wa57lwXGlcxL/lzCqWGyCMMhPDEpa+UESmSqC3gIbjnJjPwv/2xXb/hup4V+7Zu
S7wsuwDRXoXVvt6VE3aksKCrLI4kEngsy4epPki86xwEe3W8L/AKux9Q9SWYX3jaJnOMcU0IKbv4
OyGVhppSkqhhWGjMjnyvy5+JRYid42IYnQNMyomSdLWha9hcW4dplus4LLA1ugpWD8E0iHFxTivj
w2M2MQ2A8YOWfcd+qS/AKaQICY0iZXgKVP1RWvWfOzAiGtt3vS3Q03W9V1/LmgTIH2bFBNBSAm7u
PO0TJyPNKfCXU0Qj0wef5xvXczYvHeBaxzKxeH75KZhjW0MXLXG5TgLswWzdpIyT5xjq8jCnMCyX
1PjgkPnzIGWoFXDGkdjMP61tx/vtkPGGmv+uewbLro20rvcZr1NRQK15/zt/Y+d0Nk2SzWqFu/Bz
Z/3tOnjUdR0Gl33oIeu5purKMImkY01EazzAMa53kk7ihENh3NulkV2/f/k/sU8wAA62zZKIsdrr
fc/EXmA1RxgF49z7hwEPlmsx6Dkkya1+eP9Sb/yIWAIjcGJT2ULbXp0RJsJ3gizhoXreutyqIbFi
dJBevfcDmjap8u7LP7+gz6SQh2PyAuPk5U+IrTAy0VrgHpfLDINzfAxi4I+7xnOX88adsg+uZ207
8qsdG5aMxYiFkQcV0KuiqK4Wt3NN1kwL/QqcralsTrcSSQGpZt6R6ESwHuXTsNxpVxodjhmB88XI
syXfSa/BmAPmstIHEqRRVWCxbETQGQk68ZFafcp6Q2aRqRfKjaUONELKpCNr6v139sZyxDWKpU+t
5iFyfPXOykF1YrFBxjDRXU5xi82vSvz9d1Yj4fcRfJKczhPmKl2V2SeFNa/yg+/hzyaDstKB0YGC
ivDwn2D9b99DAhY4VE7MKunItG79EnNMPPqe+zh3wT+SeeeaUAzef+o3PnZqWWsz53IY0L2umnXg
LUPXBvgwEdy1W5nGnNrkjH4wdnrrKrCHGDzyrW+F3Mv1yJgei8yCq2CRut60tKshtAf9j7I2tzrB
dfFBxYSMo3GTab28SksXPphdPIZz69dYYRJdEmc2eA36WSAN6Hjvv7s3dhBM8/moWS8WEeyvFn0p
tSmnltwB4pXkGUS/9L6e+vIgnBpc5v1riTdqIi+wPQJ76IjhX706eNgzPBCvcgrBlv4G52/PdNcw
oaAAOEk1ERS2wMUMcJ5pRt8s+yxV1uWIa+IhN904AaotWvOjm3rjs/fxqMBsjRLYAQl5+cbHFcfd
NJ8HHBeN+Mp3Kn3sL1n9pRcaAyfXnNy9j1+mudNZmn1lgVc7ib3LRwXjdplXuw8NAuM1Oj/4L96r
Q5LsJ+zIx5J6Eb4u1kqMPz93eWndNksCrdVoO+Mr4SM+JkT1PD/57Rgs10WqxCMgDYKGOvf9jyJY
3/iafUbAYhv4WbyiV6+mI7a89OwOyoYRf6ucZDmxO9c+NeGt74OUcm2Co/DBi/izNd24IczxAFfp
2JxtDf22g/iF4RdzokjJqfCaTWLCnIRDVh3APTYOnHN71CbmuRrH7vH95fnG0xJOT8lggxFxB68+
vWTmvMkCuPJTnZvXimnoFXl1m7DQTY4Xooe+Uy/W396/qPXnVXH7xltWQr3gDH+9rdRpmWwAJtuK
W7ewceVg9ZfUbKmOOmoHXJpzBBehagKmaYgZ5mGfQXMX541V9ffebGGZX2tHVeFiKgulbuLguuv4
A7knjB6mDKxZi0toYsvNgPL2SfXEgPKlxXRKiZzlYW2c0iCxCRelIzWlJL7USbdclGvcfVBD/LnZ
QEigYEFwjXcPx8PL35YESF/XPsAuKVXEBzkoGyga0YHh6XHy/nv941I/cU24hfg0wlB9nVmcx1mJ
VaK/hqXV362NMR/F7SRpWZX8pwuWCoV9e8MtmGmRpvvyoVK/JGRmovdk3JJGk2jik4oGLDQN0tRm
jOaR2uruk21V3eH9ZxR/HEksVh8fSwAFWzrcw8tLczDYMsbIPgzcwrytcJXeweYnXtV3EfRi4XNd
VDD2jJU5K1Mu+7LLuvpGqMbBrSHxTvKs6S67ets+3r+zN24MDTycXusnUdh9dVaaQWnXPPoaZhiE
XSh/cM9kktun71+FwF4e8MWmSfcCfXnjD6P+N51Xp5fMB4z+yCgK5xqO3iEVgaHC3tOFhW/R5D/0
XlE/mLP8X+yd2XLcSJZt/6XeUQY45lfExOAkDqI4vMBEDZgHdwwO4Ot7QZndJYZ0RUu7r2Vt1WZl
mUVEBAD34+fsvfaqonIJmNrGda6ZY9tNQlwn53Awj8yQyw0uJULmVJ+qF4KwgteGSDEy3WpdB1eC
tjC+SxDH94Yhxw9VAFd472YmZhWqP7lsY5ETwVFy9mk2ljS89IiRRwC6aJJebQxkx4wDOQ6mu6mr
wINZ4xBchbkkaXKB00G+R5Fyyp+dDBR2pxWtz2LpOMFnxfDcWRYyTVEp1EecrXFOe9itx60GcvQR
2lZqXii4YA2k5oJhiVZDN9JENc3uqAucwtBsSFg9wp9aA+lY641tq+2hOxuYWft3MIcUCU0JD8R3
W2r3IZTT+BXu9FKfpVWVhxHrV4suUClsjaw/rb2nLco0k7yxpt5W49i/xhjhXhjzdSH+2aSibB7I
ZcQoVcmbHg8WUx1RwYj3fbjMrp/MazeIKFPm5tL5kgEsArrSy+G5aGLnO2oAcbFMAnWnoYo23HlE
CBO4gYHwiumclZ8vOZiAyEMrheIGiNI9U1nyFkxOsPSp5lJBxUGPMkTERhD7Z9YdJz8c3x4+Bm37
XN1p1X3tJso8tA1C4a079shOdV8vn+q2Nh+CLpXPTNqhoiw8CwHBFkxqI0ShMt4OnW4/JM6kvwQg
XYiqDNX8AgAuE5GUbfVgDNJzdyl4QmOTegXA4oLTKjypUJgE8wJdo6WDIDc98xerKA6DSOozE72Q
OqMzHZT7QraWuXVyU+IENDhLbFFyIxaBmTM1lNW9+O7giO02MX1iqHfsjUT0ojVR7AKWIobQxXwV
Yli5QkNXAfmktrE4zBQ62aRVvbbwKkKpj7JvV3iZFWgMpfkwODgpa9zWxGP4Kz5MT68tk3gbJ2kc
7s3B65zdgJUmvySdffSjPHPUk2KRu2kgUTSbMpXDFfqg+jEH+/NxQDnRwJbEB7MdjLV7A+g/vAsr
kX4EThGSOUlf5NVk1PvakR+BExRZ8FNFqeYRqGxBeeAFQ35pZHqG9hZI190GjINTDGYxKYHWGhBc
ka7wgA243Sm1yC+cbYZjBVMBW301j8U2TYfwC5U0drduxAJYk3WKKsPFzhqNXY+qW+FtlvuUST23
eDZIRKwpzpGQB6iXCdDgjQQMJ8OvbuPJJzjgnPlIb8L6VgurvbDmPvw2a7AN29gjNzkyOy8ttsTE
4fsaszpl9O94rbG1aYfX2z5wR3PfJYirL0BqF9ecbOKeZMEGHR1ngkS8s0X9bqPwQZDhtICbgsLz
pLTpGGCMTJlJa0sdv94DKfUfai+gYZbT5r1gAAnvwPem6Y53jPhRxtzHGij4ra6TYrhY9VdYigdL
PdKGI5fxz+v4b/ZqzqomBJKAFjRb2tttjHKrrPErQHyrcvu1RyKwaZy6e25I9f7zlX7dl9YTlkBY
66EYg4Tx9kpZX1RlpjntOFD6tkXvYPQw2uW9ffmXGpbWGtaZkO4a4lS0cm8v08dxEzJaR8kwaGb7
ivfmpbRWuGBsBOe8VN0NYIXxonXa+VCmjXxGEMPL02DHgizGaGQRMN1mVF24M/MDcofntjGMB7ze
iXrn1/91PsKnpd5FZhxwuGUQ8PbTonBpSiPuyClgFL8VMRp7is4g/0bDx/swTKE8NAP8ATq45Epk
U3Mxamf4p+dePgTdciaEVDLYfE/ujNs2NnsmI4iqEoBo51hEgZyebVJWr8cBktyfH4RfCwcux7GX
obfFjTr9zhM+ady4DNrGdLRJLKiq18lZiiPeAZxIYRa/80isL9jbQoVEHeqXkDOej03npPIt2GQM
E97DRhgN1N+iagmirur5qjYB5cdhDEAvXoI73KX+TgUxW9+fv/Avxwx+X862FEpwkPh9T0rFJgAK
skx4n0wg0NuVTAZvBfylm+ffxrzST8Rru49/vuav7zXXpCqjteAIlE8nX9o0SJMWXTMBnShyutpZ
e5yQ7KAcBT/6zqV+c0MtC4MuMz7Ob8JfP8tPx8Y4nDEmMgjZ0MzIsg1MG6KPyR7ynrUO/eHCT8fu
mbZDmRzWCN9s5xEGebnA9QkiVjvnrk0TiBxGLu4BOaPYwiCyDIfRba0HzwCxEk2Ze41bKb41mX6R
iOFW2I3sRtEPMJbWfCURnTRyD/3noaSL+FC3Yfo5xj2Nco5j8oUmK/hqycYg3QuHsAoKnry6CeJ8
HiNv6mp/21pyOUxuWGbbvLQTxNMqrz9jM0/BHBl2++p21LcMQLTDeY3IsG1v5LhDMqMyxUabRuoe
iNkav9NW13MkukUh5tAhlEH815O8HSv4Upt5yTMwBjaCqI3E+/de1+B3t4KnzONUK7gZp6cS5to9
VCXJgWgqn6vKE5dTxbczRo1MDvXNezkMv7keawY9W855KBx+SBB+uvVQubIF3RgFTGj1OMdAOyCa
8yFE4I8utzzY5jvbiPWbJxubtkMLi7+OoeVktcJm5ZItvRAXC0P4emIdX4GuIByTrPvcQEzdpw2Q
Tiag+aXKJ/R/HKnxGAF/Dc35DE1hsCPTjMhwo8rVO2vbbz8c+xsUFg7bwQpD+/lVMKQOwtXWv5EQ
T8GRAKPP+5Gk+tbzlneO2b9ZVlBE824zekXDc2oU6GFVp4ZNyAch22OUSSkv22ExL1AAS/5rkx7i
Jp3f+YLid3ecgzYkuHUgQRLj2284NHmaGS7fcExDHEygY7z4oi681Nm3jhg9CvQ4yfa+LsVjKg3c
jmHcmpHVI1Ldplk2khRU45uAHkk/K1JJVXxpg9guUZnk8hH5XH/v0oFbNoqMtomsFiKG+ZuOD2dT
DLvRzQt5aNu8+Y5sGwHKQOhI8M6S9utQm3M9XJEAl5bj2dzKt99y5MWdYhp8m8Ab1KeMhhSwZQc2
OXl94S6JYb4h6jI2yYiqMC1tGsQF+Uc4YbzuUslQnf15jf1N8cTnCXxCXRhkmafeE2W1cYiwHQUd
LNeMKpbRU8RULHnnWI9/+HSzXA1Y1IMMtLAmn84nFXbRsO203pjJnJ0Nltn0uxkR8+3sgxyKvBqB
LYO9PCWd1HHJW/AmDQl0qJLP+UTjGiyLnR4zFbstIEtvze11tH8uHcpvzuSdJTeDP0+3NI6mRxJi
TAUlWMPodSBlZYggILGCvfZg3SQFQcbkWzZfOfha3wox+ZzFTbe+w3GbX/qEet8UJTJvYAB9F+8D
AO3Qk3UsH62lRUtR+GgMN4z2ve9lLMtlP6cy4dUQOWnbf74/P9rnb4oMFJdMWdnj6ec7GLvfPjBJ
7wd5nLXuBqW51WyJ2WiejCW2NWPqZUQV6luP9ObEXWAA1mN1mqbqnPAG51MG6PO2GJ0a0/5SdM4+
ZoA4XILnrD7XM8blbQt6BJk3n37YAckJm3tiOqW/Y0fN1F9imf+6+P9FhfLTPf0luebiWz2zFf2H
ffnj3/+LfulY/8bh4uPRY/i6llQsxX+5+G2bf4KwiZMTHUjEudz3/3Xx/5thpm2vggeL0hNd6v+5
+AFjru5P/h7d2PUs5IT/xMZ/ulqtkxMGVrTuKS8DNp11p/hpF455c2YaC6/uVMeWeJosWn9ZhMWs
Nh6XWSt5F8YripfITA/FXgEv7baJXYHkxQD29xW7daXMc4JN7en5px/x5q834Gec48mG+OOjURhS
HPo+3r0f681PH41qs2njYvhK4pfV7Gwjhk7rViV50dY0tP7hz1d7u0yCEV31BgwRAptynxLh5Dg1
LpNSDja0CLl6sqVKKz+1U9He/vOr4AmlqGbKa1unZqw0nQs7FTVynnmNMqzy7ljW/viOZvTtQfav
78IavEIg6K8iHH17U4lADhN/FQ21VpXvx1ab1+GUDgS3u8lFkRLmTgz7N1IR53e+3ttb9veFbRfx
FMIu0wxO9j4p1xA2pwFgopPyMMNaPjIAIy+G3tM7++zbYuLvS2HvpMHrWNg7Tx7cBbuVyygyj1wL
VCNw7j5KF/lZG8t3066sdxbpX74Y/Xre6hDrHvAM67TXERJSBHuQcJViTh5JJzJ3gdN9mz165X9+
QNaP/Z/NgK9Fxi+XYP/l3bcZBLy9dblJ/q8DJCeKLcvAPYaVCNcYto7cUedjWZC1reL5w58v+suz
jwKG4CqXkaG37qYsN28WAWfM8qnM0IVpRUTSotuBwwjkynd+xd9eB7ugyxbNf8yTAnAMMSt5OddZ
nLR5YvOCPA559vXP3+ZkvPDjNwzXLK71/xiDns6rOBsjcBQBtLi8BynfCvpl4egcsqT42Cqir5MG
5oBz6FS8kdD1eFzOaLkfF7O5IlOkiiyw7ra33Pz5c/3u21MWInVA9Eh5eLrCZG7dECmeRvni1kfL
zeeoGOP3HqDfPKmU2KCTeZI4VP0Y5v+0aprQRILR4TeutMJTZ1rN5ERu1yEKLe25eK8J+MtruGrT
KV44Nq4byakbwAkx5VG+QJbLE2OvneCFPMuLLnDPE7dJ3lmjf3+xtTmH3BoC78kv6Da+5UM6gbnl
VPVZtZj9rZU1K/yK0BH6E1K+9yj9+jrSfrUt8C802UidO7ki6WaEznKQj8ZQy2uop0+dFYDbpcot
sIqby8Hon7Jwpq8ttktMFI9NKLk/SrlBCdVFTsKnnev8U2o073UAf32emNTBPlxZx6vuZP3nP91p
ptLMagMb/koyCMiR2tzge5zfOSr++jxxFWdtQq+tIJTGb69CujHJkh5Z6bJjKnMx0XCZtmNexvqQ
xBlzpj+/JCfGi/Xl5XpMgbm9rAb88G+vZ2sImkx4MvhYoMvOx9HDL+B6s7pMnLS98FAHvubkqeM+
UN3abLED4xHEHbkxKtbNP1IP/fVpbCKIqLRotqLQevtp+qEmo56JDxC8kNmbHpdhosNrJ+Kd7/27
m/nzhU62syYfUlenXKiWeXnWUCUw3lHvLQ6/FAb8uOzN6KBWt8IvmnrRa5R7Iz9ujaUNsz2BnvS6
GqihesoHWJ6Cgc2RZFY1EXEOQvOdb/m7h8kObbwS+GNZm05uLt5jH9kuS2ABo5HkujRco1L6bdiO
xtmfHyTm1tybN1vpuglwzyw6Ppx9Ty08ZmcbzJRWKnWiO3lWWmM8RI4KO2RKDEjM7QBC8qNwpsqL
4qbzR2zCs5WwOblW+BUXaPCQMf00EDbrmnRSdpIGfXTUgBtqXinsZf1F0X70r0MFTi9DTUlgY0S5
lbQbolxl/NyjRbLO/YrInWiqAR8SCyWmAuOfVVa4RUBC3cHoZt+poU4Q2JswjqwPpkLnLojT0YWx
tWbSIEjrMpfrtJ0SfDE5n2ljLKPq96EgCWU34uZksqwm+1AFoWFs2iHPvibQnHuamEbiIccOF+wx
VtXjZNSYdg9d2KKT7Ku6Iabbnu1xA1c4VtvenHpyPEAlyXNec/eFesiuLuG4K3GoPD8DJSQr158j
xx516UVTiW+A6WjFWSIh2SsTOr5SXesn5W1qjGRmXJgNgsr8GZ8UGepYFtOCYduYVmMIUTJc54Jw
i1Qwk+JDdvBw9Ju4/+xIu7/BH0AgSND6BCliphi3ueLUtJEZI5htwXDmvggLmRyg7Zj+Zmjr4mXs
q+qrUkaLP6goEHN0sw99BUZ2eFMsfvycQTNk8x/IP4sG3jaG5GnrBUerVEGxCyaVedtsQta1dXQ4
pudebGfPo+GZ6mKpqaFSUrdn5MkjZaB6Qj4vuygnKOZ55fKtaT/8bF7FjuEiyqdHLc9jndSGQ7aP
4dwkYVbT1IDi2EclRrZ8i/I397Z5EJcHYKJYm/OaWPEI30TyWRZVhz3AAa+OVMyw0l2ICaW9SMd2
/uS4VTDssVRX43aYULEnku4JToGmskG8NFpaW/h9Fi1Eu7Xoq6MvWdHdw3SXqjqj0WrNwYc8kOEt
hOBVUlSYC35w7SRTt1UaOxb6e91m01XuNzQfomUxgP9QTQVJx4XLuuSJ87V6TAYrrDZ1v5qKm3I0
4FN66rLrHCBmqwLH/1jby2TeafqmXVTZA6b61llj9jDIJmP9aZq6gU560pv3BUwCtWNEb6Byn0rP
T87xoBp1cFFjyDOyY85OlR050NTeWYX4i/C8dCB8ZsoD88Y3zPxVW3mfXjUkbGNQGAkhpEIog+sU
w6TmGxnghoE6+vmGpV+CAk/WybILBdeA9dvh0CBVB39Eih54V9YcsSK0/R15ZCKnOQSVZwElFI52
HLE+YIMvxrZ2NyH5EcM+lQDs6XbVExmbSbD+SVRIGvB2zk83SKsnsMeenAk9RzUVZx6yAIcc12C5
zCFgNJFEzA3YljGY2rZL2H3gKEeEU+tLTJ6EzBcWoWrW6powk/LSq2pSXPqVYb2FZoF5rqttPXG2
zCziKlNSejbelAVGVJG/+xkxtPtYzpajd1gJymOWoAba0hrMi61lGu1zqpm8PBeLXLpHByjJiiuP
iy+yxJ7/jOrSEwcvceoQ9Ebj2ucBZHm4pghE1V55HednVVb2yxj3pbWX7cJeY4cTQOrYM/MvaUDj
91DNqXnGMCWrd22usE9IWuxuxK80hRHwCAkaz0QvvmFUj9fY54WeMYIPCFmCvKugjXqZvO6sxnlC
t5yvIWAxnPVuWIZNIqW/Dv2t6qkITYQIuhJtugFUzCphp3aX7gY9wsclVAGIiNE3VX9o0sIlEqou
PbweNuY9b2lzB8dg3tibEQR1eVGXKFvve0IwBZ1dZK7EJIq0blv+BHClfVcoU+2GkcDrSOsp+wDu
1Uo2Ce/ZUnzSgJ5Bv1HzU8PuZDaolruofHvo+29+HrvquYKbQJIoJksrnXkWSZXbD5Tyw800EhVp
dEvzopPc6jZTDBxv67uQDs7TxsWoFYy4a3aE5jCr3CgMFsa0UXalSWrjHKIT5xCK2SzkX6Xhfxt+
/1pNBP/vsJvD59em/rnft/7rf0dUA9lEDEKvnUMuGrd1BvK/0E7EBYxaqNfhP63Vz/+1+8S/bc7f
9OZJj8ZPvVZFfydUG/QIfygefNJx1kI/+P+AdlLAM8X2CEZaU3ewZpx2MZwy8GUHzzVFCXTrgJTd
thnyG84u9jsdqJNCz8SqTX8ytDgxIFEXp9ZErOgwM2eiP6DgbtDKQZYeF7Fr0/i9sdlJ4fzXlUCK
ISmkSHdO41iCLJUVyrNIpCi8RE5ksyJIbPvT/X23FRmsFwGoxT1bTdg01k4aF4lLNaTAx7mZLwFD
N8kHbLb9PkCDkb9XIgfrieqnutUk15zzjyAuiR5h8AviD6JjOsC53AH9DmAQNT1pk6GssmIH0jxg
lXfzMAVv0XnY3UZ7uEDQQlqyBEs9RkR6V8gTEVyLbVsnHaqFBDzexqY6xG1Y9M1yHw6Zae/i2YYm
SRyEENdJ2hUfCg32+tCbdvJFgqRMdq47YK82UB48hm48V9DIiXq5ZlLJPxTkSn/PEHu77EOUcnu7
Gd3vGTZdf8OfcPLbuZJc2MoM6yvMpCzZ0Xpq0AZq7RLM0ZZhcB7nPkCQQdhKX5tF7T0M/cjftilD
2ii0EClGSvX+Fz+s/ZLY9NjK0cuFZbgpCn9+nnDkP6Wdw0YOlgL1oCrHvI8C9l4qL9/m+Eigtt7H
PhjmuoA7tivNaX4dWfsfJ11V3ykv3SvZFDojmzUd7kgKXfJ9QYI30M/GASITErP6FFSN026WujFe
u0H6D7Sii4eYDA0VZQ4HBUImKF0AhFb58BTkOZrSrZVW/RNcyuEDCFB+6Rpe04vji/pOQPAml6LX
+WVF2FWx0Y4Py7nvwv4JCHrxSkJa9spbM3xO4Q3kNIwaz8ZZKKhpyYrpPvsW/enNYnFnTICQElBq
VVHf0+DR/GGpn3FnWS6ngXnuEKvawXNi1/a1sLvwVin48PyY+HoiIcficRIBUHi7mD4sJOM0G0Ck
xX09KCE3dVE5n6xxMiAyDbN8RaDRP05xqT/JwoiJwoQe/sW1i+6+oyVc7sXc6ytFtjMdkQl1c1Qs
yUTqyuQlW2ssKyI628n8ZmqdfxmJFKMCW/uF0PDgbItESASHaMiMSLnBWBzQ/VrnMmtqEMN9ZlyW
ooxh8GR1a22msI+brQZDc9ubIc6OclE2Ik81r6D2JgHbGixLtdxOi05uSMYeXwrtp6+JmhL/juSK
5GnwsrWx0afIVJUMAip7A4RnJAeTgaXsRbPsRll4mI17hRp2yi0otbKj7tOZPzxhX4aNInxtfyma
vtbE9aUltV88Aafp/Qaiu5kbxTWYdgjBlClUd+SiVHfEzKaXceGkGIpROzV4n7uKuprAmJcRceaI
S43WTkRKCsazNi55y0quWO6sWLVfwZmYLiJbsvmiejC0s005zjwQRrs8FCz74VaZXvp1cEogMmmX
+s/EGXi3QjE02DSlHwNN7z0Y6bUK1a05MM8B7OqmGL8x1re7En81T1rLoIQK1J7IyXQq97mj+P4S
dF51M3PAJDWiaXluwi6h3Mhyk+RJ4qsquP9enMJCaqbxCdBvw4GC9+/LxAN0Z+fiqQmJFQOkNGhq
uGn+FowZTxIRt+i6qFfRfoSQZXcFFfqwDVqzpnqnP2JsZTw5nziZ+i8KQZ6O3MHWcsuCQ9xP6MX1
56yaEyNCG4BkmiG0yvdJ0yVEa8Q2OPU0bdeclRZYSdTRC70ie6nnazoGYW2JUT3AJ+VfsExgv+ua
NlXbJEnt74vFozKFE2TNsIH1SvptbNhRXRL5scvKubwVCzHYO4H36i7hCxT7kYMUKWkefXtVimLr
xImEgeQ5muNZwEFgb0PEaGG1BUVwGDuiZiGFCpuorWzktO5Z+tmqXeblVgV2PXIB+5ebtu0Fi1nZ
FDduTNzkmTCbAkdPa0KNwn3TRKarqvOe6DYyLxqLPIQso4dDqgkxM6XN+uzHMLtseZyHQNm70WIy
j3J9MsPImqV7o0ZwNVG8qOyLw9OaReQdcYIr06Cstnkx0CVAgk+HHGlu+ly2STafT3TrvnHWcJ0d
sObxxikr5hVJXrZiE5j9dD+A5cJQGzhYw6qc7tRZgdMCm8vUIBnN7JmeRGHhC4pp0NAJMAe7AgTc
svh2Rm+dhXWCACDTdSa3ra+cx5qBN6cf3x9RhRjmtyFusEZwpoGvPfoYFoM5RT+Pghqy5dLbZ8Yi
5LGAKUXnwPLSy5F4iWgga+NiHtzyo1mU4ashXfUCS4foEgeiV0c7pU+uOGF3171ttvYhtEgA2DVB
Ju0NnR7ATJUqswfDR0Smm2y6cyz9Q9vhGcWh6frshliSrNk4s1Bf2kJbj0k60j5imhrnm5jwIg4+
OQnNm8Hz5Su47HJXMk6tt4OIG4LFS33bKMRGTqWsG7YF/7prlak3BkmqwvD9L5q/P0dWl47IyLx+
UGdFoIMPMxoLnvNEsclIUsdb3r+6+xh3VYqE253mvYLP+pV4IuFtrLb0iCVWYmHb9Vm/Isdq1bmR
0XPeJKgTExJnTXYfJXrYSr2VKgBylvFKzB9WgZDRbAlI0l/OfEHsWVQlKtvWYed+AJSHiDwdOvPM
rS3eSFQ/8j4Zff8zgqPO38TLqK9ax6NlYTiid3c2yroje29Hn4njPw2pfHnk2bQ+N6FEO7fAsKDV
Aq2qP9jWyONk1hX4g6DN++dlRvWxneeMFSBTI12TOnSmD77TO9VlQw+NPYVUN2fTylA+uzx8xZ5k
3/J2Ziz+HZZWez2wUayJZR4Ht5Au6Yvo1/eDMI3B43CcKOBZaK4fV5z5i5d3KQv76BpnTpu4+8yu
4m5LQq4mwQUYdhmZ4cjugKrLe6ABibuXWMLBgY3n9H5UKWbYexywAq18PvO9YEamYQQuR13Oyh4b
CB121rASAaTkN+17duXd2C9huqLfzfG2Lt2muLUkiVIXiGNkYR9l4jq3wpdaR6agPbCxWaM6Crmk
nDes8PJ1XFEMxmJYURAoi116KceG/gUCYaSIIihostiaqGfy4GE0+I1lg7PMxps8EaI5DAFd1QvC
gJgNTto3sHnLZNERDQD1kVSbcaLPwfg0cou2v+l1Vae7oArUWVvT99zRau06cIF5XkdqcLjzjlVM
rzUgNA+2mTDPgXszt9Yp7QvUBkNqf7Bz3jg2EkPcik70yb4BD6GijnhXcdMLj5qog73fMYwRwaWi
DzjuM/AZtNQShBTXKb4i8r+mjsJumCyvvK6kN31WeSNJV2JfLLeMj/x0m+fB+FUJbNBRkPYITIGO
94SMOGv6CRk3fOZhTgLJgzV66SaBTHruTE33dVjGme6v19QqKhLDIoEF5EsWJZ1Cnq1Cc6RL0HnA
pKaeNdhsZvOoCTpT20r7ZRAhAG3lLXHhXXfVj3Ye7sIutsN94ZrjWbmqP1Owjy2WiHIkPzKy6Hu/
+trq0PEsqnB2cRmiGqVm6nL7Q4avdE+wjliOq42CFwMvy9ZZsr4+t8N8MoDXDyZe4YxYSYslR4zO
WewlfUyrNAlrYHV2QjZXQ03hEUtI+R/FMYcQ9mUzqb1XWrv2VEYpdsxxMwIudK5k4Bh8LrLDnwif
SazdbHa5+Yl5zNR+zpgSyRsil6R/0womv1QWCXswdZ1XfPtxUPtvS+JftBR+OrP+okG6aUgTSj6X
P7clfvxP/upLGN6/GawhLOBo6eOC/ymF17Ctfwu0Bs4aFAvmZVVS/K1DcsS/GdSvo11LoLAwV1DF
350J2ySDl8M97QlGEVChgn8iQ0JO9dORlyusY7/VO8wsgS3jVBigG3LpgXCw4xDMcA0EILuF/S/3
AavwecU+QhHsOHEkob5eYctI73/6rX5zvj+BSPABVq8pkwNyiGm0MO18O+fTVDJ1ijJowyc1Hoyu
N6J+EA5XrQFLKUI622a20E32XXbtVmz6hBCqcLcEY5AxETKWiwkn06dq9p7R8nVtJCdbfxQJJfnB
aEt33Kva39VoPA9//ugnPpD1o6NNsZmXQgFACnM65iK/qUGSiY7a8+apOpvNzPL2XdY6WCU5Cj3N
WBrLPQA7i+8ULyI7NvZkFRfzJLp4886H4Vl5eyPXnoUZMnUDRrPKEN7+jpLjJsZoW2+aYtK4zXFM
Uk/BxTX3k5Xmr3nQu3vUIXkAE7lamn3djWN8psKK6OWprbL0nGnkOFPg0HEgKNYEBFTqRIYHYL9Z
dyE4Osp3ujtvp6L8gjiBmTmzbeN7RTF1MuQ1irArpZiwo7quwQyuHizvzGtKD7ZOU3A6K6hA842V
ZDB2sHwipXjnZ3vbxFo/AaobXksmsu76OU4evxFjJOx2rFTSJSYvAo9fg5XmzEHcEtMU6rgmzNNz
cJijcVM58xpTPw7NRM9haLz4rhCl7na9UxrezrbKgC5LLrP+0z//mDxusFYEYy6gjOvX+ElxQCKN
l5kxXXbepIJ0sC4Y7k3wnPt2MCk2TCHhIioxNIIwUEOk1+0ypflhStqWmYe5yGmHucECvF/jVYuy
ztbiHUPSj7yH/3TP1p+SFh1BAgHAInQJpzo+HnMxq0Y0G/IKE/WhlDZC7zztwTENVMYwqdq52a+j
RxLu5yqQGw9m5t4xAuGf1QPpv1RXeXC+NPHw2qVa7h10gPpCuuVrLnOjwfVRqLuGZj3eKpuQ720t
yXLcKgPpwo5xZ4LXkgp8/IBzPcYvj+cifpgwnz74MSHEkTn4XQcuswqSdx7kEzUnXx4BjI8ljIAF
Pq44tQv5SynQ/a6tsiRv8w0vazIAxoKrDf2wYtLSMLTjsKCdfKdnYT6mwWhfql4lHAsbr0YPJXLh
v/OxACOcLAs+KysdYR4ezEyI6E5kNDLs9UAWdMH4nfbDcR1NHnU/ExkS6kbWrzk+6Zj5aFYPF2XV
H2sSO/Ndrmm0zH1wE9Ym43WL0LUjxRxH5dHYd7lSnwZz0B9nO3wKa3jckMjp47nVwIi2hwu460DK
XpIvqaOsnjBEi/oDs7ihQ8dNMQTmhnOEqWCyg5b72Iz11xoi2sb2SwD5i3c9qzWH1iQofWfEmEtd
U1ek8miqG3/TWE5/TyWk90zxv48S6Dzj55fJVHOxFcDDLjQClZigc4dhF+X0VtCnuFAkFUWBYZr7
WvYLUbNhkn4tSHUkwhgFwPqowjPszCldwzqlexXOxEnOy5wAzRyGc/JL7xaIpYeEbv/ZQlz1veUl
9x2q9QjNp3lWTiB0nKmUdH7jukBfIdtDO3nBZ0MSB5HDK7mKmQ1uhYq9F9by886G3gr4MTybGzPh
sCbq80k2XTQmPqeFqbdIzCxhgVdE5wr3UXoJ40XfuF9yoqy6vK+PpTUnB6s3KwDzvtrKuaSK7LW+
axvxEJLp8EEwvoysjBiS2ZAzrCYFcbq+pO/iP6lqMl7U6CTIbMycNFYz7xfz3NWeds9Drxi+TYOU
X6se/e/U7QK7Q75QTuWNERC3I4O4um/T/iUT4YTXuf5mT0J2OwzxSQCfrbNhz5vecmtYKn818UMA
qqd2hyqh4/x713f+VzwGLhiwwXvEuxF8a9VSc1zzNBavPjWuicfIDm13Rd0hnGo4ev7qsocWF7lm
fWHi7zq2lkCY7HMfdg6uuu3CTCEE/Zdy1PPIStJ9r4/JouIj0/mqOTBaVNfMIQOOTh7F8BKOBw97
49Gmkbo15rY+4IhJP9lzfEjqxb7Ik1jvwlA75wR0oknRVekcADDXx35MSrARnA8iA1DqQyvHLxzz
FB1Rt1afEX2qV0FvnweUzMN9kAkiRfswZ7BbusSdUNkUm2V17dJpmQ8DWYFR1md5FHRt/0ijAXez
8QNHBcqijAJhmM1m9HJ9E4QcJDbIEANapmWLtb9whpw3qQCaUUyer46M0LPDkDugK6rsKTFc+z6g
l7pDGCJfWViLM+0I+ZLqpryRI7K6gGwxmlG0kPjRJQ2FzIPpZRgfJSfQaJp9r9ila4o9x70cN6Yo
xIO7hnqnKmEtZ9SNg76w4mMlh+JyJq39KmGkGg2uSQ5Aml2VrjGAXXTCs5psnAtS2upNNpnOQerh
tTWX4cESPLGc3sR0rjNPgQ/vcgyuTnmO6u2m0uNzPzjjfjIDdQxnIuU3xH24u0XQtWtAdt+GDBg2
oS6s20A76V3SjcZRgA/Yzh7YeEUQ0VlHmuzHCb4XJH2/oJUXmjf8t+xTTiDLGbGzOA3r0fCPSWYn
H0vfn16RoORPPcoEAc+wIubHb5vrebSWM6vo+X9Tqghajmf19X+4O6/muJU0Tf+XvV6cgDcRM3OB
8lW0ohN1g6BECkjYRCJhf/0+RXXvSDwz0vRebkTH6W6Jh2UAZH75WovAeLA7TqzPupiH/UyfNdzV
MO8TWCA88GXi07xLf8FDsUy3TplX1xPVrV8RCWl8Wfpr5XpvUduO1HNSundyKEy/q1RbXPUE13yf
RGsy+zp5c2GcjZNJbmR7BAwUlS0Ol88pSPZdJxMt0wn73EPVLa9KiJ7uDN18gpsfY7ckHVugJllR
jsOXgGs6+1bl43IIKkLLCzzH0Tog8WAz5TPBaF7SnXcPIsBTC+stHJ2zt0jhnOJlEGO76VpdP9pF
6FwXXrbEXlBNF/QL+XuLRPajncgXdBdgJnrKj14np12HNWbre6DzavLNjRzVvOpr1T0mtUwuylHZ
hznM58cpGfRNS0vsNZAekgB+Ot0MJK8XpP7GaoB4D8hG3RELV66YwMYnQR7BVaEqsnL8tFEeiG3n
4yAqRHsdThxlhBrJ3quIdXuDsAeCRuq4ykE8rpC3LCegvGhDqMCe/462ADRv0MzDZQWttRGVr276
fKgQXIXhqqMEhbr0+ZFMZvJaG6QlDUH1nxHERVs34XmOixZusE84ipPdkTsGCnaPsvthuE2VXVx6
Q5Z9ojddHchCKZoYXYkPZhkN4oAiyHzE++RekGnpXzQtu16WZDZiWPKCdqWo6MmBEd0jMaYZOxje
RNTYB+I0MMv7IVCnf8Y7g4QVDTn7qNZRTTp4Ryx+rFpJY0Sn1ZbANPteThZNPHXvvhqdE12EGZF4
nLX64Vr09nYWaKIM2T/AkVg7Qhj8e9l49lZPsj8sRWN/CaJq24Vn72imF+vNkxG3P9FIN4mbqh1D
6PQM3LZc0bnTXwkvnSHMRHfwJTUgcSsLEkKxVZ0csczXWs3tfkDgQXOGRbu78J2TqIb0YZjk07BE
0dGgzPcMqs7NhUxcsl8ywFmKxIuTKDl1LdwnOzIX66NbO8O+mgajIPwa/a+w7TcJCXCHqbakvYS1
JRwquiLaKbz3LMdPV2oo/d1IS9kWg1dzx5NdnpZWUZKhVJFikAVjdRM671pjcTdz4xmP2pvNK9EU
wfPkVAEisMQSkMdJBOI3uXRZFJzEWmTZ92bSqMc2NZ3PxngO4wicfHzD2RvcYKAPc3I3eljaSTfp
iqf5BWDorgpFt5JsQlOgo7ukmNQXRC7p3YDW4ftIaN9bGsnsVoik2Pra8PdhlwBpJR0MUCFDkGlr
ESRp+hrDs8xeNfXah6LwFO+QoltxTtNtVFZc6vM1symXmeOhZq8qBGn7ORJnwnp4RJzZbO8a0XSc
LFymi8kNnV0+LbS5DcQIx84gIBBtBdtUeYV4tcAuTrbdESAqa8P7Jk2x3CXOoF3gzGR+HAdp3GaS
AX9tQFJRC0Nz3OdlpAGJYKjibnC89qltxAy9XYWvxAJDshBExwrgAoyh5jTnG6+RHUftSjrHGe3f
tUFpEpEzdTalhOgw8kURTz2o45xdVEPRfOqNwrSA0eZXkk5BCKdqVjaZRG3wbKdQijFyff7J+Bc+
uBa0dSyA7BJKDnhJx1M5ik+jmqZjNoJWPnpNXW+tkrxbpggsW+S0UAGFcViqyj23IEb0T9P8wF+o
qUHmNwg5o8pYtC+zPTXhbOdJa0sf/K+cqTLmFruIxJyO27wl9G490sTlbQH2WXBSO2z2faejByvr
q1foY7kfOOx9T2EN2F/HSl9O/ZLeVITjxAiX+jZW+UIYXwc9S35O4COW6Ov6MiPntV5liGxrU4dD
TI0qI08atM/svNmFxDmyB/unYjunmXjY9aabzGsCKNk3bEy3u8QQkl0MocRFHlmtsVJ5774ziu6a
nad5rto0mFCl1cmDr8Ku35pQwdBtNrVf6wHenHvf8Ft7m0ZD+apHJ3wo2864mkaEWRypW0opAIiN
l4Rti06ZMEG4QCFpel9MbvJiLmEwQRQYCGWTkmifMmzDh1EUY73ruzJ4JnqmAO01HK13VjSjQhSM
5QpGIwteKBgB+S3vmQj9Lz5d7wQbB3hRyXjo4IrBvFOGZK/2qI+ma3brj6r5NDFsM5MQ0EixhpER
RzO2VIqRpWxnF2UzGFdD42VwhGzXJZSNGMdjkdThg9U6k7dbCkoeT0bfS2px+iLKv9RoMC94lGvj
aJpGr3eMB/2yy2evsTecsok0RNimytOYLZqi7HGEHu9VYj6GpIxYcY9qwGYZNbhfyaWBrK7IcyZI
y/QMFRPHCJVEm2cgqFypgkfsQJq6hIkrSi5jT7t8QL1pQA13lSmkDTpiKjfL4JbGDnE1j2O58aOc
qwWZicmA9GxEcXZbXxr9FD5najJo1YIt29R+7X9qlumY+pl/09Krc5R2bryQkQypQtMjX1hOi4+B
gtA34iYbsx2g9XTnJYqtoYLswe/jRk9Q2l4cEhRUbZqJdJ2+T52XicX7qinl8D0Ci3R5jIyGHABX
s+RlyoWNqirOnGglRrkr4OA0JSRLDlcV9rO35a07/nZykYfCABg1GV6ZV3Wb3+MyZxj2F9QNOVnA
oQJZWUhaiYMl9Bdchsq8oRsSq4uDlryw1QIvHYlUaZbOSO4QpUBmlIsRQVr3uU+89uKQKUR1DAXf
g002alDqVF83CRWMGyv00gr18eLRHoypmg1N6P65t5HirgxENCdzJjOMu2MYu7jh9ndxUWO4WhHo
XR4hNlxjx9ISzZzUejhIM1siNBUaCuE8LyCvFBUFWH/QTX0ISwI2Oxte3lOVCSvEynn+kn4Cp9pa
BI3JGRrhQZ5+ozobHdSQdA0JT3jQeSsY05FB36bohnkH3ANx4S8EFWuvsC7J+M6vrVK43LXCnf4g
h/sbSMubo8TAAk3HL+UR9PvrmzNbmi5ky9RHkFz+kKJjCskXWqKcO7CthosxDek5didTbDSSqmYX
lC3tGwacefEHsPGMZv4MkJG7YNtUSGAxxNP4tx7GVKJbzYcBocM8y3U7qBMFRdMm9R2NADz3/nBz
/qoEPKOZZCqhZcNuAn/wt4QglMLdKATMfDK7L9qY5CPCgmWF/iR6+f1j8F++UkQWG4XpyFo/ul6r
tDHyJiX50xBRthJzZCKzz8aVxvv3/6B8pduK//zbmZr6htAFvVCm/+Pffvl/l+Kbarrmu/74U7/8
S91/vP91+tacWZ1f/s+mpmuKgM83NX966/ryxwv84yf/p3/5D2P6/Szf/v1/fWv6mgn201uKauoX
sujspvvvNa8H/VLOf/v5f4hew7/wo5/DJQD4AiJMcOL8EL36f/kWtwCx3DjHyIU95xT/k1sK/gKm
glWyYS9QzJ/7MP/JLXl/Mb0BPRGrilmIupF/hVv6FXsMcMk7nu965EZhcaWc5cOjR+BPu2iCzOjm
0OMpD8wXPxoBtLTt7IEQulXmWdkfbGNAHOdf+5+P2Vnry3JMsg0sCHwSARy/PvHgRBh5gcRQb+lu
eZBjmNeHysDKso6SPOrXJOHmnKqSWcorhrkmuF7GxPLIHHTr9oTHx1NHJKCl2jqDYqNLusAC+qTm
ezm4yag2MN32q5XaRJXmwD3lijk6arY5HivzOSwb09nLiIPW0WREbdaeg/9mE7TUURZFkTgnibeE
Yg9py6c07edXY8iddrV0xKGmhRm1cRJ0w+eBdPQBY6dY7JUdZaO6yWdT3p3bN8GMOT/5R0y9Go1S
R37HoVwi9zMIy5LuKETKZt7aRLlIfH5iCTDHEz+t6lxwsEJXhwzR8SyElyRUFHTmTcUs5rWF/CjA
4TKgnVoTBQpgQYqlO6I7qaaKrC1Bd16TDhHNvX1/m2eWdW2nKeOJCTtOdBEBwO2UIcZYUgQmoqu3
mfIHFEHOGHyu6qrDENt0bnOToG+otiVdaMZd5zjzWerAlnVhLgRAxaGfT4S4ZVbxPFq1jxLFSDa1
rXx35clKPocyVNdmHY5f+w5yCltIESbrRCx80GbkYLOyOINWXxnrqnHjtpCscelkGNJCw7bClTYq
29qbuHrsWJH3s+6NSnrE75icJgF8yXxMbOduSIrA2zpYbUguh6bfpNIlTbmnOb2NGfHb/kZQ+Tnc
cU7hNdH/ts+m12QrHzYONLtzXAbHKViOudDNVYGKzz2iSBX3gdtYYpun3Vhv5i7Jv5n4GrC6ADsL
GlBL299NTPm0Vi6ws+eiJeba3TLY5ZKtlhCo51rlHGVfQ0dNlnPktEGzLZ7XxaRbzuyrZqspl8Po
1oq8u6GgQz6bQ87/LAz3LEF1W7fbalHaRIoOAd2d17z03OZblQBdb4wgStRN0VlOcdNilUAPOlcT
o5Q91dBKWjvcX5ZXmd3t1CojlXEzoxkc16NtO+ON2fZ1TtexnZUXHrc9d6FfnH86bsyud8z4H38Y
IvAb9lTcY4HJzIjfnCxTEBR4p0K/cwiLSjk9xNZIRcCyFoAq/cErksD/wmk1RVqSomrZysDPjCfV
ZnxrC6MRt7ZY5POAns/ZIJmuFKEIPZ+aak7+EkosvCWyFLSyH5CUPs/ehJMj8UVDA6TTeBxkAtBt
FCeEEtcDIrDY6BUsaRPA3j4Qqc6jYspphubpEdI+Bozrxc3ou7K61wiHuo2qBOuGBhhxNnlE8jeQ
at7dC7fFRNXOyI5A6ukd+4ZlIQ/WPhyVuavRHb9plJ7fKTGMPqGBld5zVocLwitqHbaeZR2x1amt
kS7hI03rRbQdvc69x3wWXBE2aV4C/+8zZsjW5ITLQkkKtsrXNNy4cW4FO9EFlBighKrThBg0y++3
S+o9oF0e9giVLjz6FvEYloSgDX1wEyETPkOjxgrGjFIEHzzh5IDwPg4M2YhZQAGDW9+usZhV39sm
GXWMHM/bmaW2DmhzCMCBT+LrFw4OSoxJpF6BwdTwSetS2M0rGbdWTHujf1s21b6YhNoGqfc05CAS
dZ25636xHmXYvJGK1l0GrW7X1ODsjWnsdnMrk0NQ919rXV3jSws3tiZ3x0yMOypZUDJ1wbyOzlcm
QiurjbA9qjlak2zNeVHvJOe+bZeJDGRnDC4RPcDoDhx5z6K4GXlO1FnYyPrmKqjRs30mWktOGL4F
PYzZIz0NG+EuywpeRm+ChtjxIhdocFKLKOLisXbnE45gf2WS9tQv4c4n3+uofbVWIPWHOWq3pUou
0E0hdnLZDJx+OSGZLbdU/nJWJzBtayIejbFinhxdsor1+Se2sJG+XZ7Z1K2OtmQdzZdwy1rlPS3B
fO8A/p2NpeY+61C3JWiUDq7pHFKNtlI0ywVRlV/kQnKmQjoaty2eDRzhYI/AxuihEdWnvbPrhQ8r
EpLV169T23klEOBgWOUeG60T08g6PycFyc9IhrlK2WjSuWvWW2kZF3ae3gObbNn6EUVFdMAS7qKx
UYYVqN4sCLZYjUsGKjBQOw2UbXixo9tLN/UhV+roCkH0rSkHojUrbqYk6p+GIbg184yqrE5c6Mjb
D2FNAHqRXtkiYeWecD/iedilErLQKez5MM/ljWfQ80QM9Mb3XSc9RkbhteyT7FRGUYuDIaOv+dAh
r3ahW+qVO/jESZsskDEP13gbhRMtlyw+G28sb3GDG/k61Sawiu6ITJzCuX4ZCaheYkMGFWfLaSg3
YvES8i7aod1QKz7uBnTE+7H284fZTKg372HF+KoVQ3ns+unnaMYMOYsFgMmweuLrM7svjiqZ5D2F
e9YLzpP0S2RI6a/gc6JiY83ygqVjvladrNdN6YWfg7C2juRw1i9k4mOGq7J5WfdVXhAAJvnOJpWu
08Ar9qlfIG9QuSPzTd/a4X0neyOPs5xUbGTHrrHpxqjZJGwYl1lalCyOKb5lcxq65ynT1l5Rov5F
+na7aRqcwQXjI/tEMQxbf5pJPbWiF9Nry02YGi5tuQiHip2FcNf/6hWRtiCD+ddi4lhTE16OiTEO
wgF+1If2HzVtaeliZNetlU7fo1bY66hpinbVzPRreCHEYWEnub9q0TxQMGV5HQYHADSxAZJF7N0h
fKeV1ixnzprMdE+oV/RVJZBMgz1lZritzcK8JWl7AnY0az40ZmkDsTTYU7VkcMiJVAG0HoaHDpXy
Nf6QbpfYY/AVFWGxX8zRPIZ4X1ZRkDob1WnywChLLFc+UCL7Yo5hB7try9rro0/gTr0NpNfVxKwt
yC7I4mkvybkRJD4PELLwRHJLVVx717bzsrf5U/pTk8Y6kBiOgcjq8OHMaTqc+6LnndPl1udWWk7J
kliWy6p2pww9ZNln+5TCr88oBodNUfWUjqaDEeH0bYX5GIzRrj37WASC+31Cp9TBrMwJq6jBmtN0
ibfy0tG9tEgmO6Zw53fhFJDwpsx11w0Ybs2h2xew61cCDc1K1z7u9Q4mIIX8WyvHsO5h2u0Ne2y9
Ip0dp047jQi2LecWRJ7SVhbQvUbacBBOU2IHCjyWQ+HFkv3wFLQG2fK9EzHtlMNBq55yXVH4twPD
9m2veqKkwThP2vO+T+ZUHuglZhFuw3OeAP3TzSavAuQl2MKsS0Ty5tHHinoFUYJo3ohyYZL6V1Xf
2hAL+ybvhvoQRkN9tUzRtm9UsgsKVRfwYD1uLeXoIvikDcWIlfp5soMY0WssA8ZXhADZZ1N1FGNR
+lwe0PRFyT4YLErJJbgzyDCeIOU3py6ozNWEl+eNPbVD6gvUuAvGSR1pyFXHEGgXQ9joxtXsjbcs
PT0R25nwdmibZgbfTPX7BbvObjCWHhFUJ8gFcHCzQCtOx6QsjG1uL/pBO44xEHVgzPsccumkUwDq
Cq75OeKk07y5Da7flc1Rvz8N/qKvC9p1HyU0MomPle+rGKwI/e4ckNwYDm146Si0BqS1D584UhLP
txjBuDMToJAsPBscurJnsZ7dpalj0rGn+9G0MImFfZh99yuTWzqvZjLtA8tbdcpPi5U5RzSSukqO
294oLUEQgIn3nFyPHiVPGK6HtqLP0RnmrxLHe76NQNPoQPLt6dofDToAizQUCjLOwzs+5WkTnLrF
uy31gokAM1qjdmpQwTGznOoebM4l1LHqjn3hTEfk6bAqTZhvyiD/BgBktetFW8OFR7Aw3rIia2+N
aR6PyPSTOFJEWdrodOPCREcMuDpa28XtkgKSg0W9MVqL8ngx51CVCXAk5iRCDK4zLj/QPxkGqznn
nA5QijzbcfEM7uw+sAmPSK09Ks8XWlPnT8LXZbHFgdV5a2YxSpK1LC9HnOwHzUp90We4MPpBPBKK
Lk6s6tYprBbvajirNxSr5i4Kgc6H3ksuXVbxa29E2miHwmAGSMWDNxKdiFk92zSEVF8OnLHXCJPd
b2G/yCc49+6CTofh1kjMYlc34UPulO2B9vriwvOq+oEa6G6LsgUozEy7HU2UzT6B2kmp/AWxKuq+
LQGbfRnL0B4vC0wxqwy0p9k0ZAMTCsbd3Acji1OLVoZsjJ1HLHzK6EEY/zork64/eZwoNxkZ9WsH
SSXUFFv+DtnIcDDRv+sLk8jv7RnuOIa1r+kcpINg32Jm2jrqLCVC6yR5UcGEKCNJxbMDofPod6G7
SmoO3jnqcBoItc0mvqDMGx04kaTkAxfaSm/I+vS3Fd0kl2VbB49pMi/f8wgjU6xNc7muTHXNCbLD
rsK73eCZd1fmQIAJbC5c4qSNPjolObOi4WtKzcOwztlwQperhd9WCbV80opybF0z2u/K0Shu/KAh
dAO6nt5ek/qAiRaZKHXgAK3s2NNwjWU8oCCI2Djq95JSvLaknWyq3pWEX9IXsB0rIyOFv/XPLiDP
Pt+QnDNPY4APAB5CIwbQdXBAAYpQ1yfglbgUfe2iUvvq47O5m8d5OZZdR/ejSSorCfu9i4Vjzm2i
Tjhh4NBSgOybvDGL9WQ76ZOTFlg1ylRjVHOdT5bTtxtvTpMDcafiWEsAx1h1ZXXfj7S8rfx6cucV
hHD03WMpujfN4K1KJ3bdIWUIzuxuwLpDkwGcHhjCE2L+c1duLp1vytTB2tFscIwBJQdQKGMOqLog
amOxi0OnxLA1FF7jGIov3bQtekdD5GJEJ6KRsU4uogVhVWtbEyviqt5Z0wnUPbG5VYduVA7ukknv
ldE2M/r3CHMU8ojyLsrT4rIkjfO+8ufiyp2nNh6kXvj2w1PAZcEjq4pt68wUmyRooToOQIpBQZlF
/kqXfLclJFo43+beKV7KCnYwTufgK7DidJSelLu8rpuDqcg+3gTUZVuExBfYhigwGm9R4gRVXGao
JQ79YHl31K7bw14ij3vSAxd91bCOXVCiQgkDx2nBKZBh6lTMrVlul1JHpOgUotjZbdYKclEQv+Q2
Z6JNUtjn8PwUqhbQpsrW9kLmLsGAuS6xChWLtS1RXn0dZTi2F4U3LsEqnJfJQTGU1S+UJ7cvplEt
D5NJD3Q8UXqueIyYS/n2MkNd0oyKJo56hMo9FcU8brGWZU+ZLxl+2EPNZa+YOL8znHXcqEFGVYkh
DHFpY4vp1/RPqmvocusZeIoyWe2N6SkQTvLUVsE9+zdiIZPq+texD2DmJI2rHnfW3L0UKJ+PY1Zz
HidrFgDCw6GBmsOU9Tf2hSE7jIYRwDdY1JOwWqoH2mByIKzMybNVC+ayX4gIUSst5HA0wqXdZJY5
3hOLFCDv8BTzY2RlT70My2NeWhWK2sRLXzRSOlYy+kA4KSWDAdgwjdIpD70T1k+Db1feNlss4DVD
B0ADxQwLDQXadRrvrEOOB64k/glZK8ApMlqPEUliZJrckg1G9Q1QRBbVgFFhlRHSbCvPkscEU7Jc
NaiVvvFvM/R7A6MG7cvyGWUc8c2dTEaODhSlYkWMzoJJ6bFFwee25rAtZUDIdjJTVO92lfsQYlxe
sTPxYzyTDjdvNGAfSp0Ky9qPP8/fgSfvDJ7YonIO9KMd0xRlWhzlWIwPIvFMwk+IKmS3xmtb9aak
jLRHB1Ui2SpooUgH2Vwjd+XLsK18MWeiIf2lOpXRMAZ2LOcR3MkJpLFsAxqaYQWnKu1ufER4+WqO
Jvlcux7flSQRAFtUmPBPK6/sioBs9pkHx647+m5T1ykfMFFx+ZWWod7rrGcXMvJy5g0SbuwUl50X
2e1XgtTBYKoEiPUfWA4AFl+SjeY7B9dQorzIckN4aImDpNlElTPme3M0zGnle30+3U5JK59Rz/EL
bI+CPTbiM7jjSOblE43BXrcdO5Nr4MuUD+c77zq4ZmyLTeellr/DAdeCeY0q4ovqC8VH0p3D79dc
J6BXKevm2rCIqo1B2qzq1Kq26p5LWCSWZ5kszYOJkWC6ZblM8x2cvltcGq7ipiQDi09azRMR/StE
U31xZbH0VBdDX/REB+SdfqQkPlEPVmcucjtiKTpvaGmiz9x+0K5UKPltyMR4o2psvPIKrwrvClKt
9w/ggAZW9EqTFd8SuX+VK7yM64H3MJ3CKWsQWvoEfe0I0k3c1WjIut8Iv+EjTqXL27ftfkS4IVW6
Ez1hZ6rDE4jejawIhaVYTGgaSUfK9xXSqKIOlureTYbRj/+3ScYLeJvrxWirPOhqc04WNru8k9fu
WFvNIWw67/knZuXmB0nwc/DtrwwdIl1C0ml7wxGDsIvn8IPMPh/xu5r4YuPMdtrrenKEBZ4y+FMc
mYESW8fqaeX9/Wt+DGfntcz3KklkRthFTP8DX8Ew3fSa4Sn2A4MUoLSidibhbnhTHO/Wdr94R3fu
zqriwUBPUva1YWxnoJZYj0V7W5LsJHFNmt4mt+se6QJi4NlpvS/k2utx7cG7Y7VfYB+RdDt1zcFF
I3LxjeEuaK1si47DOuoGke6ajFBV/YEePr/9n+iY88cja9knV//MR0IG/UrH4EaQFtsHhDfQJvd2
ow5pVrRr1MHTjRrd8dIJkCtCILb3v/9m/3Y1ybmD+nQwNpv4PLzz3//MS/OokXQ0o+/ObQbLovQP
wMbZG6Y/DhARFFT+h2v5bhf59cMytJLl7J0ZOYvqoF9fksyhrkdX1rFIlMnV4g6ooDwjOqJB8XAm
JVF4URVtcI1cWB7rUEUxAH6HgQO3jrFFo4keiiw7+09tmb8ytNzYUODgyZB+0IUYFD58FXWL4rBl
Qyfp3Z5uwqqabvJMMS4qStn+JAg4X9Ffv4QQxzduLqwQNk/ThysezQlpZ51FkxNKgASNnnRo6SRA
7wcXDJELz/pfPK0fP5RFjWCAgQ6Q1LRJiIHH/Pn6zph3cp6phoezY0U2wYrO3eXZ0FOM1LA3/P52
+ngj83I295HtQJFCBHwM7K5nS9SsR00s3zceMQnIh5mMKpa/pGBjKLv5DEKxMYAsL8xY69+/Aco5
PnyzkJ0mrK7tenCq/o+//+mOFqMtpgJiKGa+b/unrENbskHirX0oSCO9ZuZwhw0megldQLLMc7KU
jQHG06Lq7AN0D+veTEFMNKziVZdmzTlHjZS/jbbPYRtOSGXrKtEOvXwu+ltANs36sWqRyHHGWOxl
TxjDGHAgzubmnBkR0M5sNrgfZCqNbO31mrX/By/jDZqNFiLhPIO6DhyTDTZN1xrTLapuEte+ULLj
ilPNIGtfwUT4cm0gB5n3ioYAfVOOExcx6iareeBswYYKdQM92OYTm64eTH5xWKPsirs+qastGg7+
dzQSnBqjyyKhgXY870QsWXCbRjN/2mJforWQRjvyKFnxrN1oeuedOEfWt7KHijeP3VPstKO5lKxr
6UuK0yPZipz02YpI7XyNiby/IDAkIu46Y6vkOxbMADTqtMeeQLTkqY6Skskky7LHRenlNjBmzWZq
u7wFDwW4s6E7GL5FKMmGXgYDQ4gOjWnZZ948929e6TJFU4nVG3dTTtXZYW4Gtvuu9yLACenk1rpZ
QlFtGyfk9zgYfWscyW1NNmTESLWasb1k6wJ5SLcFpxE79F98lwlszrJPyA3RB11NbNDIIAWE3vs8
Qq5ZJI6oiowJU70GSu3qaTL32sLCdJqCkbhOjTOAQ340y3YzvP+GXri8SA9Bk6+bbmyDeEoRl+4h
996/hIAPHcCDK26ahje7MOPnqxENd3ejp0g+Yw/XkDdySkCax2grcFk9EUzEXZOb8ByzQQBwonVd
bRJZJND6RviCHvayO8c1kveXz1eW73KARNs0G8cfU9o05kPDhSX+hQ7Kau2CbH5Hnm/fzmlhuQj6
qMJYJ2T4lUeOTbQj/v5h/SB+oLqKpYIRKmLZ9c6pUr8uTphnCulYtY3XjoZYApzC4JbPyDoV0rdj
rqw2u8rDnkvw+9f9uPhaSLHYZgNen1InjMe/vq49cj5MwhHCu4xY31MMCNm64XT7h0ztj5srYipU
IjiXEQ4gNfpYbgIVlUU26GFcu2F+QrSGwc+g7/eBngD1jHt4sP6w/J2X85+3FcQMQGgWL0ylCqVI
52/8p8UPJNcdNOad2HWM4JHGjuqNRiDV7rM88ih+qwOOyuVimuEpWazmM714yffff7l/23HopkPK
QGQcAhqUAh8ULeNZRVkVMLJLJqLraU5GuU4n5y2aFQ/171/rbzcQr+XxHZ/jr1GMBR+cqSSR1bgu
CLSc0Hp/9bxEtLGblfwB6RYyDlQ4vf6QPPzrr3tu6IUYixgVPjpil2i2jbryocPGcLppZg5HAHjB
LaHRaE0cb36tkHolf7hteSA/XF7btFHnIaR0HUZG993J+PPlzZra7zArMJLo8to0u+44u3hcsU2U
tdyQ8eO/iqCYvnsE7LyS8DqUKzsPu5cuc4TeGCRpvdpNruwNGhLvVEDszWsaeMrboBqcB1kH1QVR
QsjyUTbnjxEc8UslbFOvmyQMyYYHdGMHHGbwRSHkuCaJbHgpRXiW0ohoOno8DM3aHqP5BfNp164M
IjPyCxZNmJ/Wb76OOjHa3WLZ0wHNRB3eTMidCSEXKhWfmwjTo14RSoswENlmUDm74P3Y27NfExwM
v4XAeKiC5KCBqnq8J5rVoUvCRR7HZnEDWC6MSXuEMCym2XvEvuoN0cAgn4/1ZCHz5/U75mM4jPuX
NO4s4Y07zPyGtJSivjJ1g2c5SC3Y1WXENnjs/STH9hjiAthVPQY5OrzJ+0VHnDU2+1m03KSdsyD3
CF1EJIvklShDGC7RL1Y0COMJyNa0ZhvXHbT93fSOz2SpWgg7SZdXPIpn4EtE5nXnVZoPgnwGKHhm
747ycNoRs+XSY1+jt7Hq4XtJLVONWgQb7cqeQ7NbdRgkzQuCmgCSvcLVa0nms7tvZD0DPGJWfxKk
iAXbueqj/bSkzudOivHRC9nwSTX2PXk0Gsc71Sp1idTJ8lDQPxtSx5ufb22NSm4Pi0wPLinM7Ewk
1Wh3FU4j+syO2GIiskfv9GOp9gDtFA9GYhQXP7Ca3BUUb8psPF+qKGSrJtCAMenHz0PQhOnJFLTX
X1A/G7oXAUji58lrnHUQ+pPc63mJfPKUO+PZgDa5R11ZAOq4mL2/IFchFMYyiKLBM4GxUjN97jyC
6baUu456W0ZTUq0wzvXJZV6DC29Vpbt2gzijqi7F2M3DqpzI6V57CG+MFXJAbuYfspRFzbzlutap
3PlVCJBczuxooNIyM2PFM4Kl5/3i5ko4C8mvqiF6Fhfs7vfrzd+fe4+p1iLq0bUoIP54SqvRyUV4
w9o4xTyIA9+XhXHbaLnUX99f6F9KKPn/TDpqn2Wd/7109I6Il1+kpu8//0M66v51Dr1HGh2aeNcJ
jmBQ+CEdJfjwLyvgxMjxFdaMdZ1t7p/aUecv8DLXOp8j2YmRMf9f7aj9f8g7s+W2saxLPxEqMB0M
tyQ4aR4s2dINwk7bmGccAAdP3x+Yf3dJtFoM921fVUVmpECCZ9x7rW+5/yEqiPIFxx1DRz3o/I12
1Pi37vHf/Z5rjgVcw7XZ+1B0LrWD9/t9DckGV8/wW7JBDvexi5Z/TRez14OpR9q8crG7ECOm1LxB
yYi4JRHzjpOP/Sv0zTx6CUl6tnZOC/N6TbC9yr5idJmNoDNLFp9M4QE3BsuS3yXOHSKNG8OhGmup
ykFl6OKPHHIhna2B/rJ9rLXQh0eVW9WdxvJp7SbsscNGThx+EeaR580+TT1vZTocwNYl9oZi7eea
S1XGgRKeFDPAg8SomzvwDL5HT0RTRqA3aTusYsB3rMdpSJx0E9baU+woOnlRkYRgQT1R/rZKdrl+
5Zhpc5MYSfPicV8zLvtJ4QHFk9GtnbH0C4jNZOIivk9r7nsymanGda6ZB3Wl6eaGP3IVsgyaoLVH
9TDqNfu4NdXqRTMxoAdTN3DjmAGMZdtUDL6D6X0c1SZH2/QFuEmNVp044F1MTdhaVV7Le2wR1MQB
odDN9Mp/zYoKVX0YvyCIdbR7rOC1RFSIv3atx5X+kBaNIa6xjBVqa/UscJiC/AWzAXTmpafqJdfa
0C1VAzW0P1GRh+4jyzvR1MAq63nvSR2hRDpO4ws2rjzfxh7JAWvw/PF8Jy2jybYenTr84UhJSBQg
4R6cFfA0TO0DmTSSejDxtVZjPbhzMyRBmCZ8iz4165dKNrF/yMbQvB9RXVSUs+P+gpYQhDabzMBp
qzjo2dyGh6m5Ic66psAOX0wFXoRYZ8OpQG8OOYIqsJJ6MV+4ZpMs7pzc+4ZQ1fRRHtvAnCwh6ZeU
bujSha+hSIlwLLuDFi2CpCEtkZGOoPJ/V3VMd7kq7cj4WYl2ukNoOFO0Hiqgrpx37e8GhwnnAlfG
GG5DXFroTtj21KbjitWAojQJsyBkIoqfapGNPzgeLXklnHmYSZyU0VRmYU3sfBhK8xY+CH8smpBb
4pCsOkWLDwNbBzVbawtJZ9FhXHjDTHZkRadYp7k/esZ2QQre0abBX9e446A95nbv2QdPM5hsveHN
wwrjPX9UKoOzgtFO091k6pmy1/9Oxb5vB04VaTrwJ2pRdtPrxMXd3sca0augMwh3wBjZW1Vc/LTh
stC36HFOaAgzM7SrpG2J2PefqUc7kx0kzsSD56WZgGGqN29zDMPh9t/hCo8wFN8kddw4KLSMpeHf
QdeOceFvvXrQB4jwc1lexVB5mR1ODsEx7bzvrh0NIrATrWHQD5H4ZrZ4lg6lPaaU6ZULHJ16+z3v
BItyEiv7RetDGuu52986xqiBik1j+8ekjajuyrD6mWY5fArLTC9jsik3Q2eKg+wqpnJZ93kQefQD
o6L8HaHiCmb6ydHW0Yrsxs1BooFoo/Cx5ToksW1SscF9o4txU6ah/nUaKL7BLTQ36ZwC6yW5+aZy
9fLJH7yMI2IUQTTPdf8yV0ligV5FxbemY2Diww4LFIZV/qyHtX9oBLkuQio1ghes0zsLL43khORZ
+8jQPa76yo2f8kk8evGERqECzhitbX3o+3sUAlIGPn/BWbURyDjeD5JMHiETg96Kxouucj8KEBAl
6Lt8zk0A6hpQk6i3HzIKWlQAcEHeOUZRXRmIvr+7lia/cFhr1l3YiQvl0ir2Wk9Sk+tHEUSiTR5U
HWf0bkpP3c4IFq4i4tI3XLIUy3H/lLl9eqNM9VtPx/arZ1QV+AARaumaixg6DDCc4dcpSx/l3EYc
xCVMQMWJdfCkfJn8EQ850NRDBmNgXeey2pHsSUetry3iaqnCXMw2EzoZ4n5caZNnrKuauI81vhlm
bmoMMEzmLEZYRZfrt6xU8ciKXUQUNXwHDG3dNTvdj4B/oCuMb0e/Qfc3EpW1FVFXEMZpO3OD1Ro3
2jptivQK0X+EhBVj7D9enIOOmN2k1gK/GcLv1bxY9YvSfKXPVWHr1qBdJgl5Gpsw1NVjMzbOTk+i
hrOfMP0scFVPKqtvp+amihznBqVZdtBRt+9YSeRVMSJ/Kzs7uqCJQqwL7ZrXQcHriKQpi21Dloe1
ivS0+sHWCCEia3qMxFXa74GytEE0xyjKeo+o3YuEo6i7h1cK1WeQ/GLATrLhp1ZN9i8nHn6H+txe
R3kVBT1HkSdF2tWLhzr/VeNgTjxIV/8ALgNgM1VJuG51BKZAWCg5JIwLHpX57iVJzykJKPnQPNi2
CgPy36YkaP2x/qX0vvtNokFzxwq/dFaYezfCcvp/DKN3HyUlZFI4DI3+dTi7V7K0Z1rKcEIB2pre
fW0q93uBW/0+1ZwEE39YbLokmr9mBleF3osNVps6vPbybP6HxpvxFVdGtjXpCN8LSOrYunuk0bqq
goKuIVQL+DusH6gEupvCjOcvM87mdF1ja6D33rX1sM+w8vgvsG9wTZq5lsabNDPKbCG7eFxJ0kFd
U811XjKuLDeVOSM5mblKEWVKH65d+5HMf9MOAgeSjnX37LUOez/LgZdz252BYJs0Ghenjrkt42Ip
ofck97LTMohWWD0tdzuSVTdt2Q2yrxguB2fbZ/NwaYtyIIpb9/Ndx9Vi6bQPolxXTdXr96ryun3f
F+JXgXzhYo5Z3EE/WhN5DwAh510M4gZLg6mSYoOkVNoYvPkNvKfBN1QHUFwCplnlbsUyF6UoXlEK
we2edO6DAUhVmLYh3vU80DoKihsOQRnVrqWFbBgEinO3L7VfpitjfTt6UYKhO1f+AFbFbILBn/rt
OIXRvI7rIfHZ7mrWboOuJ3BiaQKxbTpfXtWikkmQhS1BKV1jOtrD6CZGFyDrcaONx76J3NIxcuO1
SmzjVVpk5d5RItUxtNt2vaNg4WjsATr19HIcmnjTzkMt7xxOSsmVEeIqYP4rsye5TfoTv0SPIosC
RfctUXZ9z47sAbxMxmpYhZw60pWWJ+xcqq2JAVXI43aE1PvmDou0rLbuhGA8yGmO7anVF9EuHTBD
2bHv1muE+/gsx1FgyKXmy6mVpBHHuM8bO6cw4g/DnRhdoHtZbNQ7msv+ZVFLf9HWs+MHshx1OHce
1GJbSxzQ1bXQ10k2pXsrjNIHU07sq3Zti98cjm4c+J0IYjsTdalhdROgKWfGYuDXFPUZkuSwb4nM
TS/HrLIui45e9A4mtsyQ1XeZfVkVtK43mg6QHI3liGQo5pzx4tYR2Gp7piycsYeK9TBV93YYF2mg
S2wkKwuYzEDugTUR36RxFFsRAqSsNZBvJnvOvWeD6oDD+swx4HtbRv1jns5sy3PXZtetIZ1fEfqN
raLLsQ4Fpy1YKI52k+VF/QqNGNd/Guf892EjHQNEdz0WgHsGxCaZKhEKddgWTWTViUMrucMkt0cK
JIfVOCQLoZUQLPBQUNmanemisF/R49WuwM94iBQlSekXXHzo6dA3S55RRnRijRfF+4bMNgoSYQNh
HePEe0ZWEBd8aNaeNVLP+pAOsYUvwPNoCBcu07d1iO1exVZlPsPqLa/8cuL9Kwvn7dqVqXvlDAJ5
T6RL+wntTvVi47hGKYdN3U4sDvMGFq2fFKKaew9YP0r+Jg7tg9Qc60DJphsPeq4joRVS6q/0FfAZ
jMdLQJwbkwkEKHuGe+VhP/bJtdmiOKm8fe8hn2EA2XCm4fWMYjUa4W9LjAmlEn2C6OSSCWV5/ZXf
lRUOeC2XdVDEFkJq8Kp6uZz+0KXOpjV/jVHnP0tDSfzTjpwfXRSh3SZGx3GZLzgK08LiDhNy8u5G
jxGGZto2kECwWAijtcx1ZaNxbs2ofeT4TfYA03/lYePfgyzhQhhX9Ed58dm1D4bhQOA1/j/XjQ8x
TA3h0IvDFziBbLEWa6MHvT1r9YIfeUFyxAucA+dhfG8nIv3V2oX9Ww5Ceyj8pH31p9h/jFQYbTA1
WlDKtIJe3ZEHoh/RIEzfX+GRF1Iv6BAwpCisq3iOraBMxrzZNa1yX8jMtMCdd4httOX+5Y3Ggj+v
vEbd4jGPYS9VJGaQR22v/AWGkmOtR9i6IFIG0y4v1IJNYbMEW8md0gMd0K/DI2nF0ac7BJzdLvXb
r4nrRk+GZjqXJv7KVUIewn4upj2nN3Vra435TRypLkUzxpdG1c3WhsNJu3MWHIypWbhLGO1ZtCOB
SR6mha4WK2N4mnKsSW7EAb7RrW1ViAHgj0nDMuwg0sy5+7M6QmqyMNaZoj5yIm/B2fTDzBwJI6KD
134C+iapJvPA7vMrHqPop0PbZ6/QBlMO86cSQwEoHUinrRWQaQIevCfNw1j3eR8/sErmYH5ksRnr
BP9lXjM62esXjI+1EH1GlTrfqgQwhkRLF1i1wdFWt7x1wcVvvcDE74qEVKXYGofrEXCQWAhCg+q1
A52B/NJONXM/hNQY2dDsTUOE8y8PPc8mcbvm1j9iisQRWYQAA3xRvJCM7Krr7sswzHYu5poLGrxR
jpEz5GQp3dhdcQshjKDtmxpViD9b21zDiiDDLo/XKcL1C30BL0Fi+T7TxLzgeNHvM+W0V7mEX+GR
lHprFl3+DOcYz8qEJJO9mY3+65hOahcfwU+GSdG6hT85bpFKMpYYnwesEom1n8rR/wFtuXooO73n
x7dCgEo0HvtLY8xJ3xqPsKp+4VblC8GK6CzmfdIjvl61NdrFcSFfuaOd33Z1XcsL4YjhrnM1JlGM
d4lkkDltf0LkA6+lH0lbRW99bXvuhOg8jXKXudC5wqyEipFy6mD2Krzo8Lu5oDCMZ87krY3hhFgo
+Wh7hXbgMA5SLNZFuEbBVY3siAhnaguz2aaTsMWa0Hyxm8a4LFPExWCP6KQ3YwpLQtNe9Ul3ocPB
LTPSdLpEqhwdJu4ftMm1esMZhb0VVAyy+IWDBhubu4HRlzS0Efs+TcgDIVVRkkYs1vOZJ+qhX2uv
DEEhgBylHOVndxG8mFcB7jnndt5VX9QUfmk7IBFUcsG6ja3GxAFcBu6tLYdCrNwjCw7w5XhH1VYL
b5UYvPXQDv5zqefkuTn6uFNdlM3bKRrJbOU4gP9wSvMHzoPz1jgS6tDttz+yBVsnjwS7CpbdRF5h
G0hr3qhEw5OwgO84ecLA8xYc3jQgN+0KOB1sgM0PaSB2jtEaIJscEDU782hem1z9q52mwO/BpxgP
FZeke9Jlti787TlwI5X/gHJRK0wDmX8w4uKSrjVs/TaM98aC/INsE+/dihrKyGEdO48jvV8tfJxu
je/dQ2oNy50zgKO1/W5acIPuPMhv2FnVvpJm19+pNlPbauEUOty3Uq+cNl5W5HekoR0k33YnNclE
9xbeoX1EH9KRBoMYuV43bgg50l7nVjRk0fQ3NcDMTUXxcz1ZbvItiUr9oW1JORQzjpgJC/eLj7Vn
r0WSeiGoxiqEXJRSKlMYGQZfUcbQOG1zT0YWOzqLVG/ODlwny521cCHh/RlBtrAiU36lvgL3FyAq
GCaUlIQXU+vpg7HD5iZjW3voUnYizjyCqYBM24VTSdEvWsdsU9tW0+zr0O7VFWgjLUYg0CNH8juL
vJDZM+BbuEImNyiUjZdQcrJDdgsgUGZadelXw0RtDq6mG+N2biBtGsU0bhszT57N3JIcrMIkwOaU
Xky4LK+zhdtpuvnTDEAHqWX5E1ek/kV0HTOoK7ryNvex241T99zTW0JO4pX9c2cL7aIpvf4FIccS
5GkBFYN4n1MDKoUH7nJwpY4Znc4MKYXYgil3jQTFIwUsbL4jpb6yuUvmgmIq5A4MoLHedF9cGphY
WWGBzaujrDS0E73ZxbT3MKdZEadUDGk6gQWAjp9UY0t4HDHRASRF2JdauUhLuNg7d8oeiy/suC0+
tzLhLFWNVYQmMY8oDwxcRrAZ1rQwLns6azTaYw5Vq9gj1mgjJmOqrziZAHxs+pZlZrJdLl38ph7F
p7jIhjNN1PfyoH8r5oKmMQdKnVK/c9IhbyroBKbl/wLXoi485Llirwj8ztaqgi5oV8R1BGbYqhs3
0+pvbzoLH4ix3nfnl2fDOMfRKoh7RftF9f9dd95z6Iga1fwdVWZ5nfiW3EXKSIOZomuQGI3cV1Yu
HzSid4o1kTL69vPHG388H90D2nGuHjZiBPc0LXmk5xWhhC+pey2q8DLSRpIxtJIADYnjaccFnIql
PyqjXbmDNslgcsgUplSglju2XBQ7NPf5J2a4HIkJU6H0CTrTazeJoPuAF7EF1F/pblEHfjHG3sPf
fgWi5ogIQgu17L2OffLzxa6ItcmhGD6Tdx9vClIrqIHiHlf/oH0Qw5fasw2dzWsRdkyQbH+kaYrk
uHUp0G7GVlJi4trSpIES6MQOodRUfimrKDR3IjbxqdpZ19DTnw24gIaCSXh15iu8b+YxCjg62a6g
q+QL/sc+6dlosWNQjwduBhsjQ5/cxpTytbI0ddDBFBg3CJyNnNNexm+E84SXG+WLTogAzvHZ7rKi
2M2tNg0BuSX8ClqjOfkZ5cqfvCKf8blEpvs+04TP+X6ogpuQwgXHvHLqNh12oaXh3ANLxOfi7HHf
x2Pyi7w22k1pNvOSj6PCJzypxaMTmc4mTqOEipXbkhc5Ie8+F8W95A6+kboIx8MJymhmOkG3w6dz
knpXp4J81hjsmGnnjAGSzXPvNY+aGnGfYoZ/LyAK58GoxYi3iQeJcNFXwIVuIuVU8aUgR0Ls87xe
7AWQVzFellzOgoUWAKGzBdNZp0tbiJIADNWxV+YzAhNcgX6b4+6CuprZ24YD9BQUBXcODtWNB1ak
KrCOM5B+c3VKH9DeUnRNGponcH097TttcG+8H7vY+YLSQuTYQTBPnBtjyzR42xdEySqweniCt2ST
ALuMwTdCERoXsASajNa9xFbw8O+i2pldOu2MmhrkDfsCijSHIJ0hcKtWIfslgwRlO3hA4jOgrALk
76aM4yEmMOZShyxkSdWdDHVZkHkyLtLq3vHOsGlOlN7LzwqkB52EvjB7wPWcTHAC2YwCyTXIDT4J
GTakYOP365M5XCcc+6pNKSrbuu5anEwb+HemukQdEGUXwI75/zb3zlsaGF2ywy0CE7Q0hF3v2Qey
9FJ3lGdvC0cX2orOrtkFTYY7CUtJxH9qTl6FfsgtdUD6XitT73vtFNl8oHCUfqNHoasvny8F79dj
lLKOSUEVCT3DWGdZOvmVEEQoZWfknRUekBMuAREurSk/FHpRXzhJS0lDrxyOQ3ZvbpTmg4z7/AOY
79ciPgEv2RFMIIIthIOQ6v04meNJqDJFFohYq6u2TmTYnINnj7LIv10pXrNrH/zQjr8lWtVP2LEW
SfQE2ecfgUi8BEAiEhKCqS+HazOn3LrFHiJfy5R9nAt0GB6AsIRY49By7YTEmxM03NfBIpB6VAyr
wgy1jbCpte7OfLnT10uHneQJb9FLWChFLPP9lxOxE+mh0//kctVcUywqEUORxEw8ntf511yEZbhK
EJVdhG4Wf1+i3OLAddss3ADvD63N6Je9gY3Q8W8Vxd1gAEryaE5Tr2iLGeLRlyq9dCTqyBt9Sb0l
gtEs20DXR+Ma14aL6sSg8u8pC3ZLXYLvpxwpuk3h1+2DHXKfOyetP8E6mXxjpAoI00hqNIhdO1kT
c9IwiV2CGUnGHEsijRuuQVW3lP9QJZRrj+rZsGWMVdf5EMG+FhWlY64V3Mz6xoqnM/q84/j57zrE
hyA2BXajRXKLgSr8VFNf2HbCPoNmDI8p/c5K1tpjmpKXCUTDCAmrsxz1NDQDkjYB9znZjEJ54ZUP
izehYNbDfRjptaeAJoT/u4y9tMfPrjs3rpVZxlZCifrdJoJuq6ib4ho0QZM/6oso798e7VGQZdad
+CIwYYN313UKkMd/qg2ipt+gg7FGjA0JJ4g0L8u3XagxRKq+gQ04dNxARVdl1grHEOddVRhdvR7p
xIM/mtEU74pq6hZQXUnBMedeEfMnR4yeBatID/m/4o/lxyaqWYDZ2JOy1eyxgkA5RrnAXViEMiS4
jUs5ndqwmjZWmjdVgBTPtw/lUVoo4Yhfqbw2njpfUdQmppmTe5a2KMuHwr/O9doxYDgYub+x+oIT
OIl/GPFq3q5G9JykY3acW/8/64QYqm/Wlz8ijNZt9b1Pvr+DzC3/xf9A5vz/IMLBrowglARlgDD/
WylkWODifM8nYgINFwb7N0Ih5z+CIyxWGEMc8XMsUP8DmSPbCD+O4XJR8IDEGeACj/S+/5o+4PL9
X00gJ6s8hVGkY/whlkHT4FRwsqdKYTcSe2zMEJlwRzsaodxle+56YS3XlzeT/fgYR8dP5C85Tp5z
cmbMuVcNXOWjNZ0f+eDgZX1uHJ3oLZhO7UM4VfKJpXi8xORW0+UBpDRBxfGRKCByVNoaNpmOXwPt
+UqVg0dkF5JhEk1o5V2K0uGOyRmP2odwJug2li5u/HEAWCbKnO2kklNabSxz8LhCW4b2AjfJeBzp
9z7jw53kTo0ux/64gBRNs4nqnh0JPQjRY182BIsi/QMde+uB2jjnLPrgxaCN9FFJLvAITmTvNyJF
9U3klcEGEc5ghfwbd/Ye7fIpEoy3/yNdO3vBXCrgNMnfPOjkF5hj2Fdjx4OaSH5VAPgb7LAOwiB/
tDacp1feNF30wPg+f+wyft788Hwv1nhOmajOCd/B1PT++2FlkINFbWLVAWFbD5U/bkjYrDYydJHJ
DAUgGUGq4OcPXRR2fzx1cflg2bIW1fuy/b8548KQgSFPa5IervTXFVD4TZZTdhxVYd414ANLUjgd
WBKZOQdx01e7iU5hkDNZzsT62Mu++u4F0I7lSsovzGT2Ufy//yiQ33FoUwNb9U4lavw8sbgWkBen
VWJNDfVc2K9Qbjrbv/GiaJxozufFdZOkItlHAyaErd5L/coQxACsyChQX5NqDB9sjqf3mqx8dVG3
hkEhlthZ2pGa0tTOTqWqt03r9A2KJmwFK1TDwzpuQT2Axe9+dJbsrgordfqV0bjix7La6Fu9MCA1
WK3tKHxgqXqgt26Ua8eA/EutS03b5dTgc/8njHrjE9r3CuVVP5dq9f72tpxOLOogHAmQQsKjOHUJ
cEuOZgTc1KFrT3KbcppnFWpQTiZTnRmdi97zj18HzxInQZ+8Yl9fBtKbgVL0dedEaYKJlgb0GiUt
Omavk/2VpdXJXYqNaj25DnmunJdvNMo+myJv2nuB2n3fDqS/rbVRk1fCiivAgSTyVFaaBhM663Ou
wJOF4vhWKAt43kIsRdG5/Ps3n9RDup+pCq+jInRyV6R+Nqy7WUsCFsz6ASHcWJ05oS0c1dOXY5uC
6xaGXkrpx7z3N4+UcVs3vRqidcMce+CW4/0KzaIcXhWG5HKF+gTmQ6PH+b5QUFFXI5Asj2pPJ79b
rZU99YjRIR1ooTo0c5IVK/q2Gd1KUQxPsWbPcP4J6T2315zsaMuLsn1vcdc41iKjPTnozgqXC+VK
DU6nfGishdqBkIMZ//ka88HIgXvpeOhG0O2K4xL05uWoocoQYACum1HH3PZy6jdYPx5JN8B5Z3Yo
kOqpP7OGn9CYj1ODiYEn1IUiRK36ZBCICAUXWiFtpevKgDIHfiXdCRAPFQZgWb/YtQKqBrpv4aOQ
pTTsOrQ6bCyOlX75/Pt/8JqFi2B5OYcIQ+gnH8XGPsrJgm7RbPEwp7fmbQSM5twY/PAxS51CsIPp
jLP3w77Aywc7HBYbWhkdcWhG+kY2LmnLFlezVRLZ9uswcjEOzdqG8+Th3huyIv6nruoEALqXgQP0
gG9EkDTOwLE//Gwc31zkbwa+qJMtVS2IEWTFjLQ87vFu6tqBc070909B20I0HF4iLKsc995NfBJH
NRIQWg39jtHfuRVaCbM2ra+f/5wfzHWmOHmYus6cwaL7/imu1zvGPPGeDStGVeKQVNX0RrEPG2u+
mZws2ls2Asd58dd8/uQPJhKHT90R1J65ox5z8d5MJCy5g0jxz69UFsvkkvRCGWg911DdcbRvLkT9
BAJClN5//ljjg20Gjxb1DbHUlHj4+2/cgfmQtrdsMyMizkQr86BNUfcAUEsfNDbMfU2QNqZRazjY
bt1eZqkh95nhTAFN9f7CyEd1TSJLyBbbcef6/ON9sNwzrZatUDccciVPxlZPHF4BiI+GOdnvd5nj
yPuo4wCxplM9XLViSPrt50/8aASwAy6rGYe2PzaYqZwSNA1LgrSHHRCExnxpjxp53pGfrw30R0Fi
uda16jz17fMnfzQCsPuzrWFkodp1smIPVtPkaWpF6xwqxyaHi7cy6nEINJzO5GhhsSI4K5UPf/1U
Rh2dFt3lWEpN9/3vPyFZGfKJZl+jF8lKH5voZRyQ129aalR08o1EJutpmM/Vno7EhpMTIY0Gah4E
0KIvP1av3wx4gqyKUTpNBOl9tj0GXdXtO/Qfxs5xyuYiKhFv4xTQa23TcwC7IN/BGi6sQmq/Va80
hAGFPUf7ZtD13wm2t2hfQHoz1jQFTJDFggRFYL9q/pEU1mzufUlJYkUKHiFDLmaxfMNNbB63pG16
XzxIqMRQT5x5aBdLoQ6QT8HdUrPvynVn4VrCxaU6sVVVUuwtzO/0voXnPJneRLnB1Ez3Jh3hYe1M
gFYVBoHUkfgo3KFHbdsZ5coFNQfDdpICKHAxdmeqwsfO2OnrpF/lYHzkyE+h8v3vaPnIm7BlM49x
/F2G0ThuUiMfLA6yVbxD84MKs8j0IBny8UoTNs1ZNek3vp/ae1LWAKEoifQrtvybptfN28EauV9+
PtY+2ClYuLH+AB0wbEAI7z+jMhEBlUNMFKJeOj9T1jRU483w+vlTlhXrjzfB3ycPmFsPQ/v9U2y/
pZsSUSmmFctNoyCNCr+lEyHQ7WGjg8dU6MC5MQVe703oDl39zHn6w++J7dU3oAOxIy7//s3QBqgi
QXojjnRSzfhmmIgMUt+M/q6FcTwGcZMi8RivNguWOPmi3N9o7oFXW7u1cLZEl8GF1SVMktCG3SIk
+WaqQH9f0efdwU1LMLVMyR3GBPIOk4x8eHz75XNcsWyn+kxf04htYLJQq868kD8XVWa6Tc2DMg1r
zGkZH7hflsBiY3DiVwEAiqEE+lv6ta7G6GZWvnFQUfp16nXnzK56NMi/Hwy0DrCFLQUiMCKnPuQS
WYJPErq2KtOGZpYZidvKGUeMV22592fapC3sAk5Qrnotoqi7SJH037SVBLhfxuDiPh+bf44MPo7N
3YW3sbBdTmYAKTp4JcibXTWaNwRFNSJALOkZfP6UD64sNkNfiKUBTKF0CXR4OwCzgbCxUY7aqjWT
ZCuRFgeI/CZkRM1ggt0v57uR+/7LbGDQWKNvIIWuLlTQJXplb3PdKjc0Y2Ait+iMkeZW+b3pzu6u
bBJ7NTRt8fL5B/7zEMLnPd48Tc8ymbjvP++YEXDQ91QHxrH6YbMT4IXWtX6diCnrz7ycP7dZXOHY
xBkTpmOBaHr/rKhYkB2KdzNjWb7FoJEn6zS3nhpCRp/grnO2EMr58fkX/HAc0pTXyT1kbcEX+f6p
XUHVrSWBYFX68ZNrk41OQ4TV2cx0GkQqg7apFbGx1rhMZetstmHYdh4gU3Dm/or6fX3x+Sf66JVz
gT52QC1mx8nJqrSqSY7co0Dzdfo2aiZqUFpNVBWCuyk8c6j6aEDalH4gYlIGYlE+OWVYWBGZibx0
s9SsBzlOClh5OjUcOXw99rN9hbSTFpDHXXujR2WuNqEemwksVq8nd8sUUx54oE92aL/j6ZufR3W3
zp24T2/9poRz3s9FAcFQOLGx//xNfbB42ctI4Yrj01A3T5bZQkPFnS2TyaUJc0/+QbqnGeGj3hna
XdXa+bW5OL4jYdrnuo8f3HRZLChzHEvmvLmTZzcl7eVI9xZbtTtcJF1hZNBICgK9dG1ItPse0edV
n7F/b/wKDuA1zfT5S9Z66Vm0wgdLF7V5i+Lsoitgy3k/ghWRCVM90POWqDW/jA3OiaqO0I9O4snr
2m6PK4Brg271GzlrwzdAjkm3yhCIPDUjQv1UwMrch/jCzxx9/tzvqTvwuyB6Wcq74mRsJarWcyeK
yDxE0PUixx6ZZVeZdBgHrZt3IyEq0WZKYMMC17GSQ81Fo376fIx88HL4eZf6te0RX6SfzCalwVns
XAT0c2gDADXIip1U1J6ZRh/MWQcfNe0J9CbLaHz/E2BGI0170ZuNrk9ahmggUlYmbeSVhmfxzJ79
4cMoI1FyIJLcsU8OlMA7/N72BOK2aqjIPKXZDzzn22hOxvNfvzzKnLw1S9fZqv2THzBzs0QY0TLB
yrA5xKWEQa7nyZkS9Im2azkuEWJFJ5+GNy0GLmnv356bk5Bny2XF8wnhbOt5fI7l0FmHBJvqq4Nj
yjy4Gf5atahi5shIa8A30c/Fgdgid82/A9qhoOYJ9zdMeJQ/upOAJEMighajYrGqlEvO7t+/HAoe
lkN1gPwt82TjoLYoaI8PrAD4ADfInhUt2to+s8YtP+bJMYkyIQVDeDTIAMTJiTUvGuoeEU/RSiD6
HQvrLjE74wmzrAs+VnZnRrL5Zz+Avh58IRreSO7gkL3/MZo40zrOxNqK60C5qqdG+2qacRNYBBns
onYC91yE05XuAHKNIIUEfUaE4ipBZYyAkwglOUL4ILGn2ENtjraN15or34/ooGvWlU1ofHeV4nk7
c+b+YJ47SCNNxo+O/uZUH2jOmAhqF1U6mdsNt9M22WtKV5u//83plbLV0DNywTC9fzlx32pS5Fxx
qxl/ajsL2FdG2595ykcTHOEBFTVv0Xqe7mtIGRN7DDl0dRURGO3kIKuvfSsNFmht8v+wmqDjAcKA
nMd3Tht80wz0tc0VoOm4iK+SMWkPVUddya4i//D3b48p7i5CD52N4WSed1bWoOZlaM3CwyNttN0h
7wv7/vOnfHCMJBPQAy3BNXNp0bz/jbJYuYRHs5oMyYJg9912C06PBnL3AOI0SIekOfN7/Tn26NAw
XTzUOiYXvpNRIaD4Y+Xiuhdxr11l9lTfYg+azozwP0cFDlCIbibAzeXuerLe4Hc0KHSwkw0opre6
5obxCkSGC4o4jnafv8OPvhF4Knq+0EPYYU4WAZkaLQpzniWgOQWNh7s9arr5zNr2weGTat4CWwSm
BnBLLF/5zXUckrICylOiRxk6gq5zQKxI6KKL2WnGPdn2hCekefsAsz+9GYu4uRSpkqC+Cca0I0Qu
Weo0gdHKf1CJwyYimO/aNuf0udNLcB6fv5IPXr9j+rTmYdMvHY6TA18+VFZS+Ayrro+XW+KSCeT2
o09TFkvJ58/6cwhTNDBB1LIUL4jNk9dvi5DSiEGhpNNdEphL+n1KAzhSWi0xJJHWRo8JuZfizFc8
Uc4uG/H75558R42IKhhUDOQ5n8nGaa3vaV2TWQRnKujBgO/whz4N3SQMQsB759Yfsu9F5mMsVlpW
bYe+QNIa9vJM3Yg3zEB4vwvywYSFxNKmV03f5v1A+V+Undlu3ciWbX/lop4vD9gHCVS9cHM3ktU3
lq0XwpZl9m2QDDK+/g76FG6lZCNViYMEjtMpcZObZKxYa84xIbgzWA51vttylrpbuWrDeDQ7DOzn
Q1p7xT22U9zbhNVZPwP8kgOo/gRnhcBM1N16HVFVu2EwzKsGjLl3KLKpZ5vgpMF9jiDGPfHFV2yi
lWt+3l63bLUSR85omlPSCZIu9PZhV7TrrkUWB/IvB1kR4QAvDEDKZUYJLcOhPJ9Drb2YeRYp20jB
lzbytEYkPwL1JK1D+eZrpaV/R4ucra1WarqlVwVeokmH5mUmM05+Gievw+PngW2OksVZvB2fcvV2
6A7z9qISND5Za7fx7djaDZScvlifHL+osn04WCLfpfi8B66T3X2ihdiTXRMGiGZKXaoXchh4kgPk
JojkCY4BV1Wm+KwLuk8RtujssxAd/Ec59VpBAA+tz/2gmuCTR60u9xRpDLZyXFIzTuwWenw3Wdb3
0bCa7yFNyoYCLTPdQ8k10WQLZcaWdme4D8yCU4qXmXLfCpQgCTxEwQhQK+3IssBo+pVsNPeHlF2F
ycab3fMUixGuN4/ELrLcjHixzE5EdAkHqg4pyPGDh6JfemfqnvzRxy3MFSZpw3PwuPft7Qwqed5I
oEQ9WLUj6gMiR8y0djGMpLOgIQgjy0qCO5Ux92GrlHXqCAvOnXdGDqEXaXte3dU45b5IlBpflrW+
dfqpOBtyf7D2QVIPrxifrZeSpJCnJDT0ja6KFitGMXo/ArUszs7ojLS9cc2GoD/MDR2+wjrLBgTK
DVksvbuuSywNx2NOnqbjgwVKlZ60kNZnGiAOqYJeBk6SfBO4B3Umyo7GV70eA5v0qYPKVsww9jx6
466eO/tGJNNyaw4+BpjcCown4KzBS9ENKMKbIM3uHX7W2q2LHPSOvCoX+7Hu1LO0aI5HssEmU/VF
femNPvbCGqmovS8HklfOJ1cQ1COCFEEpt3mKwQzRIqETFcRppJjWhYIcQzLWYo5X85pX38uiVleV
K8bv5bC2xZlQVnHWV9SBull8bk7LkvdtQb5k1CODJplxhbMbketifVrbdhB7z5/sKuocEDkH38L1
tTcdnRaEtjFF3iHMNUgJD6es2QK+zCxWhMV9cxdtsCTWLmoTDaSY2EoIxVFWd9lxMZbSj0KhvXtv
NnDLFCFkBiav+D1jF29kdVywI/1oHAPRSC+tMtadORHTYDW0Qmh2dZ/BWTQtknI5Ew/JmPL7hM8G
NlGTD9MOOHygd7J2SFFfSkk2docGd9gvfr7Wn3Kz56XSQ4ivT4g3y+0hXJ2ncpAtAyRrdbDaM1ff
9GLzz5J49QdrYrMZTaB/pp0ApHSO20GIWBMbDUpH1flrG2LDjIRpJF/8Jm0vGgDxCrVUEj6bbTN/
cduAXB2haXpHdLig+tJf60ueX9PydiTH19dGVcOLNzJ7fECPrL9MW49iGnyABxnhMOgfxg0vmo16
/Gz2ymnYFHjyWlveijlee/ZXMWcJtkTHmnaZzKc7ugH6NlxTJD0NSpGV0E3trEcECizXibO683kf
uDm5MOsAOyCzmvC6kW31Mkorm2NVaLX3usL1Y+gB6haTqPe9nyt5baoWxWnnzuZ31U+VIP+J8Ay6
4/0mAmaZAhSTlz+nwTOf1gK6PHWYTG8RdEE8hv8vsRKHyuMSwxjWUdtqH+U3s5k7FTi0Fq1lBjZT
5FKcL50mR97FNHZZTWPix5479+pTYkz1EptFXj2kjsIvQafLfdgMtGnk92VxZwZ99p39Go30JHGD
bzat/Kd8ncZ7156B/5rCsTs6BDzdKLPn8cnEPfPrBQRdQEH+GoRPwk6amZr7wzGSny0S96cRsUR5
7zu6+sKbOwwuTJd9Mh7mrn3BOVjinpyMHjmiWqsVFVf1GFS9htdC4I0FVD6f7weT6dye3SqjlX6d
UuOT0a+JoB2UWYSmKgcOlZwnmGi+1a5r1GEhv8iTUV04Y5JdGn1ifpOWXKYoVdX6Yy2XFKJ7R+f5
DINgThaq20AUdcMsfCZhCb7EUKkB/+ywVuceQ0vwP4Xlx3bj2FdjNbBujZ4jrZO9+lumnpOU18yx
Ewj1IkQlFmJ1G6OMdiW8RhjFTkz2iWqBIjPojko8MkDBa1tu8E0RfuMAicOZlzKDFzZa7R4XePao
QHfYx0TaoCATSUJsmp1DC8opVgamm5gXMCVMQd7ZDNENA+Yyt+B6IhbQuJJ+mGU76bnpi3bXWsba
VfaVlSBl2zPHak/Ez2BRMbJGvbjadRT9NAf3DACLbbppDkuwT4jKUzsMZpB/REfuATCOKfjut039
GRtOOFyQwKlJdctJzjNhoX3Rena73eS7y0LCiWve2rWmFU3arpMdx9FhTsnLIfXPXE/Yz7kT6oyg
IhYOhNKruIGswkx2MckYol1AYCp4G2FeDN3SkmFoGu11urrw0sjwHM2jvQ4qPU2Ykr/0aZCinchh
sk6r7/OC6YflklezCVMalHhyVTUk8NQAvsO4/qUekl7jXi+qXT3mmiQ6gsiaCJ60QXP4EZCaKYjJ
XN6wPSHx9IcenkgRiQx01T6VQTWB8xPhD28Q6isdTRxlawEKbsMozVE1FJUbMXWvv1ETVlCsFUCR
aMYIMEeWp5xv61LV6AWp+Ywd4kXiUH2xVaXwOHnzJlNodzHRq/YVMOrw2ijG8a4jQfDKR5B/nQGl
Wc/JV3Ef7JX4X8oBa7kbmiFMgYqQu7ojLAn6bLHK9ZniD6gEeDW7iBNTDSjrrRxnZ9cvAGCoVeQt
Hmf7a0m4MC8tMIRuXE6+uCJTroG1NCkG3BlhPl0f/iykb3ybbMacpiYwDjVk7+Q7izU0icwmbQ52
rsh2wcFmnbxiUOMejCBKF4ZF9kEsYdXf+ZJ8v9gb7Tm94/nIOkKr0gSWHc8h2S34AL4qhCrVeVcU
TfWpct0Zu3q+2T0gTg3GbVFhGo9lVhXlWYk77XJq6tYCTtTjsjYs2meRjepggAvW43KoCHGr971X
hU7cT30zHm1jnYKjsJu8O1+CAgpZaRZkiJE65hXHcB5cFFBga0C6TMtjNRjFfZvb4bIfGDFUQLwN
F1N72gyPZuuU5s7V3gxuwirrIupH4Fj7xSvKNZ5wyz8hj3IhrYSt+dmrRfrgQT+3z22xZOftIiwd
e2VXAyoKV8psbpWbAT/MgA6VzBEIOao4D+ZJXTa0zJhcLagLSKh2piZWGoVKNC+imvbSl2LTo/Uh
SppcL6emDEQdOyGgQ5Blhrggw9aq96KStbioWicMIuqqifIlM2BGKCXDO6xfKji065z8mOcxFQe9
VGm1G0BvNScbyCUBNS1herMoEj4bxcolWUzmlUeM63ZwtA0x/jr7hdVz+czD5C27zRh42+LCo0/S
1TcdttHkDJLw8NXswuYatTaGn9pU/bFVM4GSwq63srqzYCjCgPf3w5QyWGc2IC9cdyLa1OvMtb4Y
9GSke20mFrCTEUyt8NtCxq6iKIjM1bP1gbADCDk4m7C9twjUPJ6wjcThlilsDLIAi2nfJQ3ZZnTk
fMLVpwrzuasy/Rn1fH8Fo0A5p0yvRgfOBePnbamystsHQImwq1gzpJ7E6usa1I7jrifPWfn5/5vq
oXTw16Tc0BRXQAOzfpeOMzE1zGCk/UG38w/Tv83QijEXpQ1yl/fQ8RKK+jrbBIKXq9ehSx5/4Ltn
n7dChoQPnnAdAo/mszK/y2EazjNzlucVLPtX31+yf97hwTQIKJc55C/6+ttd7oriq4H9jM6InMFj
Z5TyVZQN5kEQkdkHe/3f+8rsqANrE5ehl6Kn+fZYnpNQXTsj5WvK9Lm2UopoXfQ/G8P2CMqq7W9/
39L4g5zN83FYkG6BO5HO0rsmmdMja+hcWkquz+TYHOcG2IuhwzEKKkjnBAI/+F7DK9Cq+8cSqM51
v4bufvLsmWAVDYIhS8IOdosBohgIGvPuv/+Ef2q6+Cjbae2iUIGF+faKoNfEsCg7BMwpn3KZswoU
+0L2jp4D4wZgsQnbsF0/uAN/n2GyVPvou8yQwzJqf3tUkbI68kRxVKedPhkbCwzaSEHwUhvqgxSk
duQB6dG7vl3KD/pvvx+bm38TrYrNLM0o4+2x7TRMSghs6W4AI3nelio4yZloKrCd36iKk5ulplEg
DeMfmy48scl/ABPTzbSZEb498JIbodPiHuN3q+mc7U997pj4LDUN0Cxq1uoL8/Higyv9+x2PDhZR
DsNaVKrAjd8e1AB/SlcLHScpW2SPNttGQVMHtV6eXfAX1Qc91D/c8bxYwCwzoUY8Qcfl3QHNfFr6
DomkNNr20I5FtU/hw+70QrXJmuYnMC0Wl5XSDhP6laUxsaQg8czuQrNvDhrF7rm1TMiV3BwnMehj
quK/v+n/cFFYBnkDokdhAvBe60eIBvQqe0kpQjo/AgA5HMyWxDTnYPbWj78/1vatvm3iocV2txsd
9QuK4a3J95durzLMql4agSpqbtuLsBWDcSpcI/T3DmwEezeCk4KkuBjp0cnMkDBL4jeDD3r1v1tv
6OfgCGGYaSHCx3vz9lMgt/P8dFOZ2Mk61uegFEl3HcjhvK+tQd0ZsIGeicbRVdyw7JBq7tgUVrgt
gh+GYYbtB1/AH3quASlHjA0CR6Bs/mUq/8tVARhndL9MDCA17X2P/QXFOgVGp8vgts5aGtx11h3T
tg8oywH1V5PTH3piak8DSN2vM73A/dTJJP77b+v3O2P7XIyf0EXhcXkvuB7sJXTWkTujqOoqXjR0
DdIPcUelgXGqdP+RBPH3lxFSV2YOeEiQvTJYffu9jMZs9tyIzM0bFTytjKpASY2ypHrYtgSQD0jz
LrcEaS+w1QffwvbL396anCEvIiYsvBLpgr89uD8h7wXRiORVraQO953akT8hPrj3/nBJufN4CLDJ
uD4u/bdHYWdVaGtTH2ZsGR9KpNU3g01ep2y0PAtIRvrIk/P7zIIVhWEYDwrKZRbdtwcsaVMYhseS
NvVDeu3VZhA3RSMAZiv5we3yh0MJ5m14PjdXG578t4eaa3uwRhcvTlZNmihmWewX9DOR7pOPEgX+
oBfgCNws1LfMpzmxt8dKBe6zOSMndlngSeFi754yt6465opNcJnhDldRYigcZNAET0rbP+05B40z
5OauG+kgT6Jtz9Fyl0SvGnpPxyY5+JMLeZMEeHVeIYX9YDH44+XBRI4IGO0po9a3HxkUKXLQlKeJ
3lXxyvRoBqFHCHVuan329w/u728UBtN816TU8aoTVJLvjoVjjijdJtsxqDbr62EqZRALJcdX5OSw
WFhc5mcboFN9XixuykTJzrP5W0+29Qi6dIB4F9QIw2KH8YV922VhGn5QefwSR7x54JBMBLyEt5kO
esX3w0xnNCWhzUSxa0aD61OaL6mFN93Bc1XRuV4wtM9rdfQt0NXHcbHD9RExEW71uRRJvAiPVC8E
ERs4jlf8oe96Us9E19OpDiqC72GcSOMqrUZ7OMyAilXUuwkAaht3Uhct5Imp89pzhksIQLLcj1W6
7NFzZcuZMSUmQwijXNYryZTC/uBB+Y1bAZUBp9A2/+YKANN5965JkprtKuniZBFMiKBA4CxxZQbl
M70Hp401mMJiT/9QlIQYwOs8sKbS+0IouF7i8lnWiz5vjY1U5Yt7OYnCea4YONw7BOK8CFHQPCxC
ctx3/shXH1F9Tc9F3dq0GGZ3rfYFAabEroAX/6eCGE6MLUXIM8n/mGi8ve/6lPx66s1sZ5hs9MLB
E7tuIIL9g9v7t0cJ/QD7I7gjmy2cF9zbw3ClgtxKRrShU9JdFMTCLEfZrDKLq9odjjmkGv0Iywls
KYre+oTkTk67fOramPRa4hOyhpg1cp1GvNl0OhJ7PwcEOH6gavptSUF/EKCZZWYJRsJ7L9xRbUjZ
hywJS1K3ofTL+VQ3ub//+6vxp6NAlCJ9k8WLJ+ndzURPxCt4WGkiZSKlJ454AORhkXcf3LXbRX37
vKIQAV2NQ5pNMlf+7UU3+Pe2rP18p7qOGMDctyLCqZb9Wo9NeyzSxf80b9OinVxceT54eekd/v5M
f6sPyI/hemLSRghl/ibwUVt8fK/5BK7dGgfpmm0ksJ1djGKBJ1k747J3DSs82gwKb/7+0L+t2xya
EFdrw47hfH7vGlgYu08mEdekvPV6pzCjXDJjTO546VjkB5f17u+P94cvdduFis1WBfQgeHexE57y
piCUYzd2pXlG0u6PFdf9B9+o+P0om417y1qj8tkq8rdfacJOeKxWAg5zv/aeStrU5SELyTvaDVQN
8MdlmZYMKKGFIx6dmnkPB3ZcO1Rhit4SYgy4tNctiagvMMirMXJXJsVigkN3mpumenKED73TyCbe
A62kvy5tpe/QstlXG4NWHGyVC3jguiXdYOaTPi+dFRoACsvZjfXGwdsJy1AJDihZszXywIRft2sH
daFCHMm8n6jce2iBRfIaVA48WIw0xCjUanHCPYPZBEsvwuEqLg0EAvHo1qPe03iu3Tgs09Qlvz4j
mQUZlv9kJzit46Hr7Fv2JKp9aGn/rJ8WEtURni/zCEK1xuK9GyVE24gMh7qJmGvLLxDUCyvO0s5b
4iLL2pkrOrX2EXx6SEWhHTK3jESMQHgkgyvJw3KbIroiOmSpkofCGOZvsvM7pANYHORXIriyM090
Yw7VO9PDv18Z/4h/cpm/DK1sf47/uf3YC7hqxDzZ+IvL8T9/uu5em/txeH0dL7917//LNz8I0eO/
j7/BR978Yd+M+bjeTq/Devcqp+rfBwEGsv2X/9u//D+vv37Lw9q9/td/vLRTM26/LUXQ8wZqsu3p
/z9z4jcMyk1bfWt+/PYD/6ag2O6/tr0pYcIsXeiRbB66f+clWfyNzYJG2Q5ZgyYh69p/xyV57r82
V4RFzw7lPOpkXptMoMfsv/7DDf9lInqm9t6cBQH/0T+hoLyXm5us7vQQNhk1DTTewdvD/Jddoim0
NZgpydGG7pDmOLowx0NhpeD3rNaHSOsnRMhEXemHN7rP2FKXjNOPlC/DRy+Od+vv9lGoL0mAcqky
t/rt7UeZXXIlJAXOjlpyBe8nQIoOw93KCOmDXdlHR3rXMpRtSuB4CluwCS157M0Z2opNd6QYxPzB
K/fd+vbrpBDPOyDc8DzifHx7UoSxryUafhMQux8e9SzVbrEgbgBGrvbNlhexzMQDUGyHn4yAtIq/
3IjcdxCQmr8Gk//pTP96+HfXVLuTLGieAn8UWX7tOD1jtnSa7wTL2gcX9d1i9u8zBZzm49aGL/be
d8XknqwecnB2RGZNF61wGP74QWnYccMjgIsbDKz8YPezfVF/qR5+HVPQ3uBBQLtlB+9OzzN06XoZ
p1eUJVN8Sl61t1ljdsThGGArCP1NsvwjeeF7KfOvw+KbxtUG3Yg/bV/6Xx4a+ulrg+HPQs4yt0+B
NU0XaQZFcy9n5ZMY5CyJsxsE8KnYoRkar2FamGfYzgIQEtqs/ZOX4nBgwuIPfdw2zdab6QrjHumR
cdP4Ztpdd0O5zYFXXvs3oqg68cGN+ac7g40ucjGCtrdItrfnUJUNOFnKIhREpb2StJPNx7CqcxNw
+dR+cBvSnvz9m9ooP/ShuWKkdL77pjD8wlKnRbNrDYbRkaRpGEa1yPPblh1lEDkTcMZ4dit6wiq1
xYXwehr0Y0eXIWJQ7ENHM9pEkdglSX2xshFEruH6Ilas+H00ASAfTzOK+gbj2+hCMtfj8rBmg0Uc
VTC3j4zklvpR54Qpb6kmWIcKj7BNJoZMMk9J0vU/7a7BJ4CdoLkhy6RcYo9oycbbAnpW+nU01NgK
0iVCapMMbRwU/dwRHZE3+c3QCleduj5QCIKHHqaKgZPnuWmXTefIrNG7hPc9ZGhuUuMeG7v7faq9
rDskToO2T5ZJ7u+cXqkYfx4TbYyKwYuVmg1KpN4CgiCDPrizlmA+DmLy+mi0ZNZH/AMn1zcAXO9t
WxllvExW+WU0+/BmcmpidsPB7R49/GniUs1ze4tGyKuPIBxaEdWVFo/hyKRm5+WVfS0G2X/lMpGY
GSh7+rF12tfD5Kb5ENd6y6oDsOG9KjJBKrIXZjChc1XJF99dxVOOX/0LfZzFitqu8M87Dx2dtAu9
RpXVOl+8stFXGA/TV2u1FQKaQfzq4pTPgLtb7OCN1kEk03W8RflvQzpuO+/zCreeqB+Ij/fFQBYG
4rLWvEelmaaI5dr5Pii74E4LCkM0Y4g5oqUIUOJJu9InAljQC9lVPYHMMwN4q2sgxyBqBir8yCCF
BUHmPIsXv1mS4qhLI/85Fq6Vx7SPyws8ezUTJdfJVeyUJLBc42a2z/siVx2Mnra6Y7UU1d5nik69
SZSKqz8TC2POR99YXP88a1rXPc+DmRow0rWaiyMt7OKxSQZb7LCgg/JrCsXUv6Vp/ShtaMmRKEPg
nJjEXO/MJR6bYJZZIp1wg2wYo2lOvMWBcEedj5zCJST6SjW1TiPXkikcpAHw436o+4VSEPonUdwZ
srKOlxlpUokDxKFekEU5GcTDvcaDXxA4bhZTxLxyfO5UPvUH4iAYSo0znYHTKrXHo+KKAi75KMZH
h0WMTCxnBR6hx3lsCcvTpdhT5Mhv1TZ0uuhdzwVdURIcwZ5RESyI7+MKeHbinbB8qCYa/NRXl1TA
gx83UD3U0YVnvhyCuhuREjkJtwKRdHQ76DmIsEEo6nnFY9tTSEW0dAk8RBjUh0ckQ8F6mUDLMC7t
gcSxp4VyZ8Zs3Hv9ocNpu7wmMiuWs1ShcEO3JpRPBA6T/uq7zUPmwnau5FXrNvX0WfpJNhM3b5fZ
tTkob4moytpPbrpmUCCIjDBvu95wnjwSEoJI+2s7HBOFVsQcuTu3SYoB8rJbGjq+thkO4xW3QPhk
dmvnnxU9Ji4cTx4bMDDHoT5bFjLjd4YouIP9BL+jIzL3vrHszI3Yw2wdjy40L2dbMrHOSmY35Kiv
kEnhohjTyU/xre5ny+QNwksTuvyTZzjZDTk36rvlTXr+ktQdZoWIYW/SP7e+P+hx16qpbMzLzJ57
W0a2NXj1p8RJenFqfQK4BOrk0W8gJQ693VnoR3BEXNcMkVaP7AqJ+GBPMDG7vDOokMTe5WnuP4Ai
QBcbLlqwCjaei7o88211aU8bmlm5HTchokOjJTgxnYKdspbxoaeZnZ0I+6FVSKdqHncTv4yIF9AJ
TytsA4rQtQvanTFOvn+YnSk9tslS1peu7Er7JNdRtvcIHMgdpv/sf0YgMz/4iLIvDIwGl/TkNftA
MhUELVw3/dQO03LISj+LfbRvu8UEV5TpuXuUrZPcu6iIWvwIxPUpbfkTuo66+ZZkVXJYVA8oUzXr
ncw6+ZhNa3sBlH+MfSKWPgPpmnic0yROBNoIW457Ir8vq6xfroqi+gZfvYIfDCh536hOx3Ik5niU
Vb6XWTgfXBsNpZGkNoJIQ6B4GurqQeYzsU/eZJmf1i1LEe3z3mRMrVXxNS3YUbpOhcB4ykbv1NZT
fjDwvX8pybkhyi29HRDw5qe88+hVh8klLZVkD+bk4OG+itRi+p+MIUCWBAkAGNxcnvsTnUO96vtk
FZAQBdGgDWMZpJGIZIuwLveOO+9nIY9rKPI6cmePeyNIK/aSszwQPJQdRrM7JaJ/6jWRYpFLav03
CP4BuNWqPrH3ms7KIam+otFeTor8nCPbZj7D4gXHEHT/yq5cr/vOXV6asH0qy6Q6gbLYr07PEmB3
uKSDZO4OwluKy2IhxS0XjvxEbAJeksJKnl3lWsBHaZEhvxPJdytUZw16x1PZ2C+EBxFeZNTWc19q
YzeuiEUFwOojIXdmFrWFMknTQnO9KP8pkbp7cHjrkfilg1vyJJ19PbcycsT0swAWvTfC7JOU/csi
UBfOPXKaxjtDd1ccDbt4oudzo0LI0hXuEnbzXCskIeM+LV071gP4r11iEmxjMRI4I4jVPMCKP5e5
9UBGgougxyKJqen7gyqkYJiZEFpYoj1toEyD7JlRGFMboKmhZ/olyR10pQS0rkcLzfsVSRUuomAQ
WfFgY+Uj8AXRM93qZxfx3n1jz6hBA3PsvXhIlsDei7S7YUpEMBvxf2dUsg+k7FlXKvdYcey+ucYB
ez7k4anubPSwsv2eIVoswuTcHuCPjIXFmGls9XmbiuvcJR2FnKWLzGZAlIhwyybaXisqSxFTUf5e
YJvIflIpBt+F1kZch4CsM58gExM42qdC+4hqwwnonTkHRLaQH7RzG6OO1laNgIpn+4KU1yRaKzfZ
u0MG2kLre+R714QovJoTP0N2in2C0wd40fypGv9AkTZedwZYu7kJjrPtyF1n1C/IuVDk6gBhqeNe
ZyqdCdmWxpmrs9uS/S6DnGIiOM/OjRguTXurTZtwq4FcIF9XB0cy14ZwEU8B9n1BhPbkL17UIKtg
s4Ohwxj3VIPJWe4p5E5VMO/zZr1tXWRtmaifUzkHCOit8zJgMmiY03HT44PzCC4TMOij6L654cwm
xpD3xlyc4QVF0599gWX8sJICuZv74VPXMlfosvRbXbC+0YmwIrQfV3Vl7P0cc30j++wTEi9eMVQ9
02i9yJ4SvFdtsBO9ZRIaRLnsJFUQ40Ux2Zq6xi4kfC2MZnQFx5QZ5nbtc5KMVrpN5koKZpXncdbA
j5hqvcuH713tIO9J7CaWtFJb3D2/ABuumU37zJ/22ghhC0L0JaC3vXQpiFXEyz6IKkSojwQs0sGG
8TMcm8GBHm9C7NiptieQCqmIAccRuSdVakjvKx6pHb+kXooJN3Oz9buNq4TZy7jy2utBPJDXhksT
bJC+zf0kvV/zpXnKlM+kQng5zpW5TsnEJOQ2KKNZ2eYrAbkkgxT+lPcIFqjrd1XuGxhlNG3oiKWU
S99UQOupT/yGtBmJpt4zPD19CXuhc9IwvT4867QYr0hUTNyDlbjtTWkOHU3GhDjN2pTZuc0KzE4v
IQw5GhiEn5llFZ6MRRC1ofVUcOfIBgsKemfne0rOYbWjGynzfeE4w08uI12+bGxMVJZr+GNYA6iV
A+HPiIR7keboedHJHaQaxTMxt+gbGV94M8K+0LqSdHm4jIZJY9AktCCuMmHfkfpbtTvHsIorc1xl
GQ8MSb5hZrdYCOhCkesusSHuII4QvsRZFsm+G+w+QMRojoqhUkLla3u61Qh6bagjc9iZn9n63nd1
lxIKSvvmF2SqwsHVZEzc2dzy/2eXoMaom43sJ3lpDEwJOk6XuJOIFjZNgtlH/mTkZxb43OcU4eoe
WY/9mdwYgiaLyZBPCgPmgOe+4SoJe6BhpcJSEDgfpP5FXjEJxNQwD/zrrBm401m6BHu7qf5Mykn+
mSRpblTLbsQD+Z4sY8HI/AdtOArdWCfJ8Cw7WXCt1s0YhUa/33WraG6ytUc9lk5JxtqQlgsHJzz7
WRR9gIGlsbqTZVfrdDbabg81UuTPpPbNt/Dn1HPQuuQ8Tx2RgqptegfhZ+g9jcM2dELlqI+ltFos
JK4Wy65TNMvwFYU+VBQ0od/nLA+fwLvyPqqgHfHeRcioYwcg8KPsDJ9CnhsTSYNTqTtX9O2PciaF
gQ1ujzgIydB6QaYH/TVXDyi72wnvxD4MpdscjdZqX4dgdZ/NOvEeHL/uJHnPrtvucpDgCXjBcKBL
NRmKFxcRbB2PYqN+MCJ3BhDvMpPI5GfrjtiJ8TZNvDo/lxzkrlIUB8isE2M+ut5YslwqnyyrTDJQ
RaKivye1196uBjCaXe+l1eektfsXOKv6uoRMgdMNnQEa0SntH+rCHtn4+pmnCMbBhBZ7BmahOJ0k
RvEFIILcbaHbBLWBen/2myQg1myx8xdDmgKfhkkcCjm8HrCZJBvzn02+OLeT07EHckchZUyJoL8E
uu2JIwwEulE5ElR7lHZXPS4ysUSEa6f5gZ7KxRySDv0dJDX2p6ZuWoCtvGnTfVU15g/S2F29S1ZT
iZ20U9/dKwKn9X4hdX6KtFbruNMkTV3kGP1VTIff+FrBi7EiSxsdYRlVkuiI8aEsD0tp4PirGb1z
kceVTZWXkJ6+zxR2O3LoAgLcZpvlIlNFKnaOXXl3Tq2LIDKo8B/hiLj8WrmlHeuxy8idxLUxnjLf
bPq9YQ/d2TzNa3pYxxTkfDH61lntral1KLNiXA7aH4vxWM6Myi89fCtZhNm7+Gy0JEVGAlXZraBs
tSLDAyWz97Ta0O+Y80t8kDXxWOGw7YyModSvgSOn7MiMuqHGn2fjLsjMJYhMKaqMxQOJ9cHrBvVI
JJff7gTBKQYFdtPfWjoHgI2GppQnJByiPpqpU90OpJ+5yN6kSVBkmc05N5ZN73guR3yMKBN4nScs
4WzX5oPGG4ikuvODpyT3GKYI0q3WQ1ol9nSQxM58+8et142eQkwMtlPhvldLEAXV0nCiybzyOEcB
b5QIa6t5JNVGfTBy+0PrFUqojeUZESKq23f9bKK+8EVsh1qGVR/6Gq6OU0xObI2+OvX4bvf/+NS2
kwKo5DCfADv1tncoJkl66tbqtQWcQjPJiLQbuY0Z732kyfmtTfkLhExmBSBpwZD53aEcR5GWQ2bq
zk4hFAuT9Y0pOwp2vGIfDNbfa7ZRTvxC/sA+oZu89evfnpbfun6XYKWMq2Yx7zR2sbOaLh4ZbWGr
9lx8siPp/BboemR71aEnPFh+ZzzYsuwv5RZTffj76/zb98oH2gAdZGMh7oGX9fYD5aEny7JEQW07
69c5LyZ2UtiM2inN91TO5j8bR2/nv82FGYXbwPSs9/KnMu0Hf8JXGIdeXRJnRTTaTJvoBAv4/7H3
Jc1140rWf+VF71kBzuSiN5zuQF4NlmRJ3jBk2QbnERx/fR+q6j1LqMvLrxTxLTqiwxFeWBZJAIlE
IvPkOb8AeZQ3kvdc4f3tdRqSqaC/hBLG32CbioQSTExUiMHNUdi+oKraGF9zsEC6qE4K0zd9EMT0
BVpCJfC7TPszJf1/1cr/WsxkvVjp1t0LK5v4JfvXDpeen/Bqf9ZADz/+++1X/xJvEP+ABciALQII
YyzAr3+XLdU/QBu7JPIlMCyggrAAYf8qW8p/vP1v/AhbFQu7sIr/VbYU8DwgE/FrIlAGoB9DHZRT
a7ik3vCGH35X+YGjU6EUBBIhsCLhC3nvigoLIN4FQvkiJKYrNKDr3RnyXGloy42LJ0QnuNhVgJqe
qongoBrRYjTuFlnO5pSBxGpwcjg3XFnUYSaQ5IJSmxv2WvpUtDriXXUgUHxCMqV7jUG/9KLiDIEa
K4kQOswyKdG3h2RW5zaCYtyTAk22tkkGBaXTOGquQyU1JQuFVxCChsXcuUIGhSkPgkHjQalkqQg6
XZDR1QJa0OHwbjXPVPy4XSUTBQU4oO7hyhYX/Va7eleboso8ImBCWQN6r0cSl92TiJgXYI85CjKQ
U0KSF/3fVpiX9PHymzncx9ubEToAOQWECVaYK/FEYqfIGJc1UfTkd1rFriZQ52xQfxncgSBDEQpG
h/IweOxQ81M56Ok01FPTQV+5BZcItWUdJRPUh1L1loDjL5UPagLCUV9nap3eAvrb3yYCVCNFK0LQ
lrrtMIPBB0WSKi1xp21AHm+1M20CRWjBupcmaMmESjrFhbfLJOSawAnLlqgP8BPEV60C4he11h9E
sy87izUMfV8zGkcUW0HLXuZ0bGCqxyh0LnVwT92lVQmQDYjRSodEcKHDF3SYZF86pD+fm1qPrtIo
kn415eJ1odU8zUdQjpEXmeho+Y+kCZVpSZxCp0aVDGIJU119N+c2+1kVfYV2e2LK9TGXqZI4wjQK
idtkM0lOo4YOTkcp86G0EYYX1K0VUj+nyaCgF6I1mp+G1iMChZQZsj/pHELiC31aUM7REQ4hQzx1
Gtmjp62dbkNY+w2yc1A0z6SyT1ylksQnqYUAt41bEdIKMe3Ln3knob+tH+oRlBmMKDvQkEq13caQ
fXXURIxNhxLoyvlpqMWjDanjvnR0BLxoCgYjECpBBJnAUK2/K7gFLOQSUdu6lw30rQT922kssHPg
o2GYQPmh3gEa7Y/nqTCXSFO2P9AtVx7VGj2L/cjUyooMcXSgEwFMMRKsHQb8jJYyyHoZ8lVeZAQs
AOiBy8SI7t8+6P/OoP9a6B7XzyCnhA+OXz8ePfiNP48eNBb/AVwMiIiQVQAexFzAh39CZpYfKUvr
C+AvqPvD5SDU/evwEXEwgasAmwjuTwLEDZ7xr8MHP0K1BRScwL6hBQuk+v/o7PnoYgHlh+YImk0A
AF56+8Bw+9GMRDIkuD2KtYO2ZeLhooXAO1NAPxUK2Qjt505mMwrF0dRaSjYVphUhuY1aMjr+IcGC
RvOBEeNnWiRHpQcbMpjNqxuxGKVd12oaiii5VPwCFpGgJpdWKI2QjinyG+WMU4sDDZCammobYpJK
0BhDFyRGP4FYVyolFzwjyG90ovRQ1Hm368p0Ppp1PPpgciyR5KyaJrZrkOa5YzRfVSKrO+//m033
PxvWNT//BRBY+y+vK35ATKos/hfgwaQlsFk37xsoY8ZVheCqfR9cvf3WX9GVpP0BPJhJFNTO/jTI
f4PCRO0PgGkB/kIAhW77hW/uLwOXyB8mSAHRyIKzD/1t+Mm/MWEIyTSCQEhG3wICeIhZ/YPY6qN5
C2C0hFTeEmB9NOuBCWHVqfkcjNpwUIbxFYVzxUZeF3VeEewZ0BL1wpl8fzc1Z+KVZbP89sm/38YB
zwzkKmgMes6gk9gPRS6ex3h8AqfNPWTOXyA4sHW5+xid/H4PZu09VodMcUTRDzwGtFQmJGDAPXQ7
Njq9AvM+u9UGgnQ8csZ+WSj610ItQCcCRefo1A1Jjux0CZ3uUZrbHDm3HFjUy4P/GMz8/ijp40fR
Qp7AhxdNQWE0L7jQS46GPPpRrszavvyG5Ug7N70w2PfDLhvQDJZN2wMkE+5rfUBrNsoUjE7PtVz+
s/6j38PgYrFQmlLAKnLjoDMIxwMHD90MjRiu0G+c3Cuj4KkwlRxBCTLrfSBkZvoD9InjvpFAjqXN
Rn6LLrotGncO2fWfkSwgzffTpdO8MfS4GgITfAUPSom+Sr0E+wGdjNiNyrb3KvRI2nVDRIB8JvIC
MqPOwyZVC5ByQAhJMOPosQ6ZIdm0H5Ivw2gmxGpBsHA9qYBEI5enpMeo7uvbywvMITh/fzJ3CpVK
LqOZhvVBkk3Ri8k0yQFWitx3wF5HlgFVe9ALgbXiaZIq0GU0WfJn+XCrF2x1zpZFe3fTQI//HKKg
3wdZiqKgEd3UcvtakmnP8gFMLzWaw9SbQXk0pAoCybhkocAUJ6ar9t1hUAcbd0Q7a5XbmeYuYBO7
WN+YmpXdJXGOrOojHb0vmJl+uiHUI8YpqXaXZ33NIDmvpfRtPckatlUE4EiiX+eQ2gN/qd1C9PXy
G1b8lcT5K4kshSoBb1Car0p1koeNC9Tal3MuJ2poI9QZthKtvlZgr2ohJpqEVyZIsT734ZzHmYE0
TRURL6hzXwZ1adexT04J52YAnzbBtbt8unhLMOF9+I/4Ef6zhfh2ca3rJtDGRYZfT7g7KV16anP1
kNbFP+NC/f0Czq1AmKMHMFSLA2VsWhdYQggs5kCBKGzayN2tHKN8LKpmcVvVcqX7HSEHRchBhhWb
P0qhOM4qPbTatKVnsGI//O2elAYaZZrQ8GNq7hhJgJjuoMoeIQf8Z2bu/1GZ8/dkcdu2w6WB6Ilk
+FXX7bOx2NVlvhFsrGwqvgeY1AB9TiozfICfOy9JyU+5kbSNw3zt4dyORSGEElbh4ejvgxeLDMiD
T2SDqnLFl73lrN852awWY3Rp67qPO0kwsfSL1iQ34VR/ubxp1x7Pbdp+yERRiEPdp7H+pY0nDxni
W6Ib3ucez+3cfqToYwMi0S+HaQ+Ejt8LSKuJylaT8MrU8xoLEhnSUaio5tddZ4vpQ1MPG1++Egwv
qrbvD7cEPeNDMReaHxWa6KhN+NVQhmea0qs2ku6mVjaQNmg+t4l5ChPoBDLgwkLVB9upDtJOdRfT
6hW5pS9JUeVO288bo1rxFnxXXzv3Zi2neFFZ5n5NYq/vgKih0CNvapTRxQV5fHnlV9wFX7dpW8A+
uwFvSihI//QerwkNZXZKVh5ZrG+JEq4ZwPLv77aHGBcgF4FslM8U4MlBBiWB4G7+3LnDU3+bQDhE
IHTT/LwWlCMpzcaeCBo4PjdD0sdPb4YU5cl4+XTjpcheQApIq+d+2nCma/PPbeysDKUWORj4jfK2
YCccc94gj0BZjM7lz1/xHLyACwiNB0i1wXMA4xztwar6M00EAGsJ1TZ0AM8OAUS5KGu8X9sCMhxD
Tk0Yq4QaPF2CFlybUGyHfMmuDqWNdThrQngNt9MJZIB7BSyWPloPgVGhupWU9csnJgnP5mL0DFo6
VKlq3e9Dw9hTJGiAqDd3Y7XFMXR2FfCCZe7e2T9o/KBt21LdJ0I6WdBVRw0WjTDgE9vojl6bneXF
714QVWCgNcAR7ROpSwDSBQmdBlDo5elZe/jy7+8eDt7oBIyLoeaLUg6Ji2YhKKbJZwJeTA13LKPn
vRK1wdT8ph2sORKeQXRCLb0BX1uPRs/LI1ibf24TT5AARfpax/TE8sPQSc89rV8kEdx/n3s+t41B
cjtQUHNqfsyCkDboSwDms9tqaFrbYdzxHBYF1I+gJ+W38aGMb2vGrnMFDKhC5H3q83k2hoKBMzrC
JdTPWfwKqJD5BMW+5i7rIeXzuTdwuzdJwdivdFgAJQLhbisXoVP2I5DUzVhuvGJllv6mFN9MSdLG
GEQfvgAb6jUSaFXBoQ66VffyIFb2gcHtYnCvgz9Tq6pAzTv2Fbzc8s4E6ehGZZBjKPorsF7wIR+3
GZUZEwD2yoI5AgU7up5y1CLRuPPN0IQQuL9Rf+wzrShcAVUZ8FAaAhgTRb3t78HXxDa+4u0C+7eM
1FKI+fgVbQgyoBCUvAEIVBI3o0PzXWSkO8ghBa8ruCnk2MoyApZwBX3SqApliBnMXG7lXSZIyq5K
2eRHih7fpl2o2hl6l3xDSurImeMJXMHQ0j2SJpzA4C+EThyFoBgTqS4AbVxvHtpnw0IMgnMqhdmP
Dfrqm0AeGzpbE6D2DFn12eiB/YvgIdGIAp67OKsA1o5bEABvJB444e7fi8h5mjQfKeSOiyzoddAZ
h8Ap19qx7MMjOFBOvUkdoLWOgnxi+Cw0o51GEJsunXKCqAEHIN1oc6+B/j2KP+eZ0Ib8wXcjkYO+
JhZnAe3F/siUWj2IiSoAFQ4U9OVtwdXtfo+Z808gcAHpr1BlEIGvjPbKjIZ+XnD0OcKMRgOb5gIo
V5APRT/H1JMd9LHQM5GBd+2xHSPlFOcVhB8lwn5sfNCKu+e5N3JQpkO2rJh81VI9HOZO7H65MSy0
rR3AgmJlu2TD53CcO/8ZusoZ2tSh+SEFVtzPM8t8yp7T4xw6xo3utq/yLzQpgmARAgD0+8bAVuxa
5axLbLCPSorXGSf9ml6Bb6B2eqQyrd56Ta4mR/LArgbUlRvtx42b7YrT47UsAUPQ0Y9YTj4dlTuo
tN5PTLnfGM7aOnGGI8YlOggRnvq1ixuznbutPVqpDY4vG11wLnEae4v/beV0ULgoVatylG+GfPKT
YbhmoAhR4jS1NKNyhYFUn9tsPDLNxMWtm80Uy1OTm4QIt6AvP6qAUG48f2UQfENzFKY1GvmqNKgU
AaoRmhiBowkkF3MoZW5XQp7r8sK8kc+dOQR07rjOWSX0smwWAfKR6Tc4++JI0FJ2LKgmAgIvzZ2D
Ag24IRfh7Qn+xEP2gzq45jdB2U/5VyAExmMxTdWvPh0JIBxEiEbwX6cicKR539+A7EUEOTRkBXyw
/Aw3bEQHFZAL4lORMNHuEjqDUt5k0+duKUtB+n0M2wqN0jeaMfoJGCar8hv6cd28A385LTcmbcWY
FS46aBV4vckwR581hww15TyC+pt0d3lFFjM9syDK8tJ3IfhQaEKLovXkd33HnqHYCpiJDKrca4rL
RgB3N3o1+LYPCTilgCw3xQ2PszIonh93jDW5QCieBpl5LaZpEJU3sV5v5HXXzJmbsc4gYKFS8jQY
gN6w4moqQb4O/uwC56TfCFN1fXnyVlwYj4Ol4OND10aZBj06zu0SrcCV3G2lFc8XeBb9xY9Lw7rI
NAYAy4PKLPdhMthyhCT1/AsigOhWujYN5HwBdxO+Xh7M2qRxJ07Xlmhh0PMy0JiMTo8GfEh3RcqQ
37393Au4M8bsqkifoYETaAnojgMWo0Msg1rXVoZ67czUuZCkgIwpY0wsgkpCYwF6GQ2vQY0M3TKk
2EPxQzw0SVU8yoM6BVUSI4Y0+uJYAjL+gHZQ0WFVn+wLaN1unHBrM8qfQgpVOrTCFkHSGPtsGq7R
qfWajmrQxcC7X55UaRncmQ3MY4SNqq7VqGvKAMQiTubVu8QpPMXVPcgO2IYz2miAOfQ70Aac0Ofh
UOfye+VlEOfey3lyVP/Q7zMinGfO5Kred9HqdmDUdkv7Z289BsGVbL883A1W5EIFx5Ksux8/uo3g
aMV3aJzLbeqSyWaZlEE9JLt27BWrGodbUeq9y2Nb2dY8TAxQGYDexjEJaFFVL1IsFh5Dt8yG01i+
8tzEcR43qSU5JgOcEyWnlN6D0diuFDQbviKev/z9K3ancY4jayCSRzu8Ae06hV2o0LQhDIzXRL41
0IK2YXlrq8D5i9FMwZ4DEv9g6HO3B7O1DoQ4VEQ+NwbOWYzCNBUSQuBAmmMnF34AxAi1AahNCBv3
0bVJ4pwFOr8l0i5nRDQCF6HHTiFTp9SvBfPL5RGsWRG3+1XUPwvoIxSBGcu3bVGCeWuL8nHl0Tz4
eUDTOLwWyipDo7FAUFO3E0JhI6BZWVde5rDFVS4RtTgJSFT9BNfDI6P5IZSSf0bC9Ptmw+9eqETI
BcmSAMycpzGWfiaheARO6uflaZdW9hdPI6WjSY9SEwE5c2YndTMvdmGfh/aqv0Zj3/4VzJ4eNEfY
C1itbPaz2HVWZyd26Ga2vLE11taH2+Ig4sgEMFJPPnj/b9HisIMo/YbZnl0dAPQ5q0rmDISP4J3x
I/TMQ54EUCWbpveX5+7sdwN+wd1loCdiZKnKej8Gx4RcXKX5xoPPbjY8mDssZBJX6IMvM78A+T0S
JozSm7YJya9yFqNbcD5scaSvjYAzrriPmFKxnPkVuUlLCnkzeePQWXvyMrR3gfJUxC0gJYz5BtmD
ashKQTJwedbPGiwmh7MWCMJNEMjImE/TO6UiB6G6A4TIomni9iHdeMmK3fAc6Sp6xNQx1HqfgbJW
QLtrOkHhWPxnZNt/bWqMQfo4O0yd0ZlEZOZHHcpw0klM7oVEAd0vmh1RU0RouTGOtcni3PYAznmK
Xmrmd8xAm+6hpooDOgMwV5Rgw7m5vCJnsyEYDbfJQIgkhQZAOD74LdAMWU3xfuipCW3UvjzWaC1+
rIGHsPPIjNxPvZFHoiQ9bhBhHjN49CRoROO+k+OAqmSwUwpmZU2kRzABOZdftmLKPGc0cJBo0gae
BmJdwCIDB5F+KrYBBxy3/cqomWSQwjBfLUh3IiJ07kKGVssE3Y82mLVTD1V0YSO8XlklHpGyMDH0
nV4zX0eT/5KNz9AM38dHQwfjkFhoSJypLHkSR/TxXp64FTf2twY5XchDJRGZD5BWcYU27/yGVu3s
ITiRQBTB0s9Zw9/wADVaQ4Qx6n3NcJAaH1wwM85ufA0B6ssDWbEAHgcg1s1Q9S1lPmzb6qCXJyY/
Lj95ZX/ydf+p0PKh6WFbxpAfEqpCar3ex1Id7ZIKiPk67DZetOLQeM57qhiJIIUF85Wla5jdxMbs
SOru8ijOXyXRscYFtw3JsZyl2vk0BDkaGhXGvSzmXZDqU3VIZhBSqAzLDTFyyeqgmndTp1HpCei9
dqDxOLjg1mMPoEDczAefvebhgzgHq6sUpC6h2fqh0UwW2OJ2XT2iioL1G0nyXAn1vZDnHpjBXdCw
m9jWc7Nx8q3NNOdyJUmalBgd4/6AWIPIN9X4YBQb4cyaIXKeVo6iUchKWDo4ZYz4RY4/E8SiWYOL
ZIDdGRJFDjsf/dKOVj5kRLdFEP5eNo/zX40W3Y+nXRtGQ52ACQjU1IlLBICSN0P7N+/1t+shvpxz
oZJWTS1YGzt/LiHUJQmZCu3EpPShWgcCDhUtaXNctS4QkdMLCCAUHA6SUrhdT5PDpCBLJEFN2iJm
1bkpy6VdLNDi++Vhn3d/6Kb5OGzo/AgFnZreN0F1n+pkr2apLWZ7qH1/yhyIyZlDC3nyuRkFbGro
Lw8O2vwuf/lbHHJmVvlCNPCWopkwPBhQXbc6pF+o39+LToGMSeSB5NYZvPJgHtt7JTB8kNDYWzzn
58ueoMTmbAXyFVk4jiYio0C+NnbsoHqVN4AbzBKu4lPlt15+oDdDkPiFK/nRMXTN+3Kr+YGTRfh3
XEb42nVqgKUoguKUT6MaBIBjGEPrRe0eRh24LBtNnMZ9pIHuUhprUBT2rVmMljyqxWnqW/FZoIJq
2FovdVfIlClBQcyYuBCQCwuIOoJo2k40Jb0C8XZ+HLIKeraaBgTqUCvgICpCdD71IMeBJEACep58
lm8XdUUnUyDijO6mhY2nJy5EBgmcqyIeSK2O1xScql9LNA/+MsWQniqN1U/mjP5J1UBnpYa2CQd0
8mByMWl/JZQ08xIKKcseZMr3hNHe7lQUkvOxLfxsYdIe1REEnISMbjwPyKMSaAeWfS8fkqZX3LjL
+1cVkrjUQgW+PSUg6vP0Jp1OVZlLrgGiJhBexy34x4YKQ6sGaIyldVWgd6pkd7mcCMRKVVl4CYVG
D6QaioNUzakzoRMAuLe5i37oJkELmFwLD3JJu6tUS8D2NqgQT6nC7yDaFx/lSELXSRjNNzrqGO5c
zECsoLXVGsU+KZwQuUP0Woo5yqysd+aywqVfmcPKBUWQsDMgHfdlIhOYeVIFCA5QJz1SdS6i3RT1
8hOCvNACNBU2LaS534DUytFL0B2NoDZ5hDolCGvLmF0ZSqb5epbONnyyeciA3QRvYwH6VZB2EHdK
O5BT5nGM3sxMz8G+paHJFUmaXLOqhuK/Mb0GQVwSyoEhyOJdVcliZklQ+TjKbf1IB7gP+CUK1WJk
sI0jnQdhC6255pC5y1lEGgU6BZV5HJOHMWvcJPpnlBf/2UDmcii+u/ZJOP91VajNowaCXggdt26Z
6t/nVttf9kxrX778+7vnt1AeH9GU3vtTPBSnLFefUtbGG4nA86ABHCZcGJOktJ0k0Kj7IXrFnRIc
gy9zzEI3rOv0GOb56NEQhJWTCMnvkhS6hzv5ZNNshlJhrgg3UKkD5qjAQUTaMfcZyJeuR5pPG4Nf
O1C4oKbuQKXfQoXJH6QhRCya7IrEMBxmsNqJPoeugQfmjEMRaNvO4FjyDRMcPfFVmD9cXrvzgRHh
cTUqHUujGUoZjLDYBNmcfgeBH3jPWn3jOFwJQwmPmSnluAiHtpHRFQ7NVUMu5z1UywsHvKUgLy86
vxQTEOWKBdsXauIYA5ABRMyvWdaNOxnydzuBfi4MhKrYR0sFO1AWilOJs3k+xMXXDGA9qm3kxFcM
weAMIUcQODVRnvhjdS2blW8a4wHQ9B1kjd2NtVpCiHMRABe8RII+xuViBQP21/0wxXFQhbl4qMJK
2BtmDSLKkOnKq8naGVxPRY6Lo5h4mYoK4jgBFTpOTXtbIgnkwEciJz2pppeXab0HhF60UaWN96Aq
7nfoVyuPIcoyIMakqGoaxryQ6IK7RVek25qAohihe+cJegX13r6hj6YqTMe6mWqwLGXFCSzwyVUm
aTLoOyUQRhtJgbpiJLgV6K4gVW2YfgKSOjQER+KVRCEcbfYg+ALxsuj2QiLtkQBrbqO8grAGVFNA
wQbJu8uzuAQtZyZR57ZSYyCiFDqEUb2TFm5WOfoJt25WOJsXnRV/yJdUGbj3wM6PNFsstlfpCBrp
dqtB6S2/ce7rOV9bRx1VGxNW1kiguLWGTlSLQ6zR4s6gRdyA6q5SCg/yHeJTLptH1tQNGLPix7xL
9rKg0+8xSQFm74V2Psaq0XgiVMJ3oPYApsTY5NNfrihnvlLlLgBQFRt6powMTVRT5VSA8rrxCOWm
BnRse8Baukcg0c0d0aMHiWVbjPprvoyLvMH7CBxgmZk4lsOXsYzvlZ48TKa6cXVYW1buPpZB/qRk
I9J2Mb3VQcCV3F82yLXnctF1Bk7UPkrSBFSshZdTVCJpsnF4rvgkHqGgTxMUY0c4DKjPWlU32KQu
XZKA27tmW07p/FLrnEuN8lZjqNExv5iueiUFCZ3sFB3xPjc3nFM1SwRbabGkSqfOSmRwV/24/OC1
meFc6QRNXfRzYo+KrDvKlfrKus41JOrA02yU/86nkaDKhBl7FxZ1dcSgoIWTIG4tszgJ4P6F4pzQ
QBYays6fGgZfOQ/jtAb1txz7bNbutCn+WSnjIQ27Kzn5ZHTHq1tVw6iBNEZOfLxnctMMLMIK+Ac3
zGdlHfg6+Cia0GtrivoYQ+DUzVvAm4AYUR5KQ1e/zrpYb+yEFd/A18MToR3NSehw8ueza9A90FSu
FG9Y6doglpe+W2ltUArI1CNEBThYtmRjuDe16TEFX4w0wtleXuq1ESzu491LekjjgR4SFgvVvkXz
QVuYic3byw9f8UEL9cn7h5dGwqAZQJjPdLawXjcAL7Nc3oiR1z6d28WgWp2jymiYb2ogDp92A9Qi
OmUjwFybfG4nS4I2i7mBFHo1efrsNZMzRG6+JZC8NjHcJoafgDKlipNM1HLQbQ3QqPzcevIFcIp4
EUyPSMS3ySOJfoYamDH7jQlfcT18/XvqWmmcxxR+vyMdYj0xdqFNQo8jsqCOycp4T4d+cj5hO1AM
4wxzAmNVm4zA9tV6V94lAvBIHVG6Tz6ds8wUrOWF1OmjL6DxeFy43CE0c/nDz5olPpwzy9EwaiBE
tdGflNs3/tTqyMKNFThrlXg2Z5VtqqJdUBJH35hPefojla+U5rlKNlLDZ9cXT+esch5ICRqGzPQj
9cckV1YzJFYOltAeWh9z9PXy9Ky8hFetpT3rI9OcRn/uMxcxs2UYgWrm3oR87Rj9vPySlXmS+eCn
LURaxUAF6x1IXc3XtGOBpLzGOtkYxdoLltG9d5stUacEXMS+CNjNOKug6K3aoEmrH2Bv+lSPPFht
lpe/ewkI3VpEuz0oiqrXou8CMxoh85t6l+doxU7/RmrTg3tXYuroZ31vC1nvRICyR/blh681KMjc
9u2jHvkxhA2+sgt/mb01nMoTKLBd81d7D0qZu81E7tlLASaJ38ldEhkV5smPQCxtoSAY6J5mF0hg
j5a400/htXrMfxhe7RW7fCN7vAzibxeRhZLo48LUEnQXANnE4LI+81pkem1SqA+fnDpuk2eRlhOB
YkTLJcuTncTTDuQAyoIAPLl+Zhsba7Q2Cm67L5ozcgglF1wowZKvPJmAtlwewvnUvgTWpo8T1E+l
DILmYfRbCDVeQYbCBI0XYLmZnISHGXLwUBiJZYhfSr1yymotc4wxFMEeP5G7iqjdDse6GaR9jcyB
WSuPYPsaDjkJi6BM+tTOB7G1xSmSr6pkANt+Bgp8a5Fz2WoufEOYnFlhHpYD1iUK0SXMDYjnD8bt
+BTe5lfa0diVVmSDYQw97tf6FXjxbOKkz6y1NE9AjaSyt87xN5d+7gs4DzOTSGJoaxp9yLE72Jy2
YD1lh9wqret798shtr5nXnE9Wrvg+WVyRBvGQayXm6WZY0G2JoCXQvnEMdytQuuKv3hrXHjnjbS8
G4yhaUefKF4E5QWzfxA3VeHXwLo81CdPO8FoNQxX2Lfu6AgWtFvQZCPYP5mlw3Mw1wBUNnXQwYsN
QDZOvNVZ5twUKbpJEBTstcGePdQFLSFQl02HP5M72YM94Q8kDpzSgkCR1boIMS0Zi9BaopWhyam0
qz07dq/mt+RKew1NS50s1Y7crYLqeS4hbCXOv0UKbUapxBdCS8URA+oXHgjA7cYdMCdAwuwqVwOM
mOGd1AEM/vIOXltszsOxUaj1eOywHNhZJa0cNI1o4oaHW3E8bzbwzpL6TjGmcNlcneKBKSjrv1/+
6LUeGh6dlISdBN1DPLh/pV91rNhiSLLTXcX7cPettpCXddGOaENa8pd8XFbqiPKiVZ3ajfjszT+c
2bU8WsmAtGEaGvgCFe8Od6AQ3UdosqIu24dBGOh27TSueSIe4PRu4gpO6BqufGBeZ+ePWztVXk6K
c1/BhT+DXhc6jndY9S3UIXbVdXjsg9mBYq6dwXpQpnbVL9JBOlT7wnqp7MKOjuxUXlfH9lraF7Z6
ozobS7KY6blP4dxYDZLqpEVd1NdrZ4QDo190HGkLHJ7tq32KbfVN+BZ2VnQl2pNlOq0v3Nf7rde/
ncjnXs+FUGB4xe0BVRqkZRX7CVp3VuyEtrGLfiQ3dK/21nQl+zgBH0LPuG6D/kXxcqf0QG6C1UHS
2JUswdlal/NFC/BAL7vtneFD8Twz4miJVaBfec3uq8KaH7Ub/QFy2kPQXoM28bt4c3nm1yKwt494
9zLBnM2wBX+DP1/rd8WN8D0/AU/vTp56lAKs8gaZwJtpn5tizkHhBB8ykDDC2I5VUNzUV8Ou3Olf
MKF3+m5GW6RqEwttzTv1MO0uj23FgfDUPyZoPc2hwaoOkWiXkDARabYRFK04vrdO8XezNqGeHqUE
s1YBrsnanTFF9kKMcPnD1+KKt46md48nelNA2RSHaONBRw7Plm7VQ72nV/le9usHEKe+ZqqnXLee
6bLv6UmxChzlxSn6KT9vfMLiws+sF88MpBW4RLbLkdd7k10cqoOxo/tuB8XuI/DgO/BHO4Mzwvi7
gwEnVe2Gjah5zfx55iAym7ME+AIC28wSnqobyBw+SIfpOj3ox/Q5O8Z3APdeHuWa9fNAwS6EGmQD
uVlf28X7/p6ckjsNMbTxZOzLa8Aeo8+ZIo8XNCT0AMghxkTVyYEclCO34dYYVi6ZPGJwmBJhMiI8
OwpGT9uhAL6X9/RoBPGBePWhO6h2em1ueOoVw+dRg23TFSKADaNvhte68SyQQ1g/bizG2kA4FzEa
rVFFSB355Db/ggph+Ct7Vh6kZ4jXIS0IaSEI2Q6QGbKEw1YTy9pwFut/t9HQ+mTIQo5X1s1sT7Ef
mrmj5hs5+BX/s3Devn84yIOGQVCQwxAApU2K3bxJf7r2ZO5O1oroNaQREjxNq7hC9B3Z2Y1U9XL2
/33bGzzurx6HgS59aX7fq1ZXxHA+ryR5qMZXpcDcN1ub/Px93OARgFM7RVUkkSWiVo6Sm6HnDhTs
Xyq/ccsAwNd97CUn/VAj7gndy/Z1ftIMHhgIAUcMrYZHa+f7tHgA68LGYXDebg2eQ0iM5laQKVYD
yR0AhXobKmI2C2Voa5Vbm3xtXRYDfmeoRENNV1scSOPMT/ELvZKO8b7wRF+40l3hVAICF31propj
uHHnWTmwwSX+8Y2g+IGCU4OdHn6DRo0J0b579TG/LR/CZ9o5uD66tTdpu9CXAvra7eXD5VVaic4N
HnKjK2hC1yhGmlo5hJquR485g9scZGcJkFMbPFxOdFX9Sg/5oXoxj8UXCWwES+Sw5azPOwWIzn8c
eT5DKkArsZ4tG54awxsi9dRKvXN5gG+5rXNbjHMLckRnPa0wwNqtXdUiuLK3u+EEvTCrcb7dRwi9
M0/9Xu7Sk+EUfotbO67pVvMzcxeMI/52zZvstNVrtTZazpcYfT83s9ghWSyNMeQ85AQ6XMSuet27
POCVfcdDR6G3uuh9wMc2OtqtxiBKf15+8Er+CERFHxcqK1Wt0BOY6AJKFa5BM+hX3ngwveR63GtO
hSuUeJxgHYBj7vNrbd/ApVx+98qs8bjQtmWg0xmwiCMTrbZ6iVU0MJgbM7b28MXRvNvsKZsnrRng
qdA049KFdnjeC+pW1XMlwAIb+sfHx4NEk3LGt8vX6lNzr3wlp+yu8UOPfY1/6F+nyBI3osgVL8/D
r6ClYkZpijfpZuyQMYW8WAWN2EdjuJXjXzpwprPYb522i8Ge2Vc8vkrPpRBSlLCGJ8n+Btlr5/7b
KbVwwT99j4/e99LyYutL5CBTlFloSdhpSPYS6xdA4Yidf/lfbzP762XjWLN4zoH0w5hWffc/nH3J
kts60+wTMYIgCBDckpJaEnt2uz1sEPaxzQkcwfnp/9S5d+GDrylGaOl2BCgMVShUZWXiclM2/cN4
s6ecbAy9kgET/0MbZDEFuiaMXe2rP1SFULZLgb39XH/yXv3v5aM+NQdg6nfsZToPe2Dfo+ymGBYC
Ev89NrMtEgjqYjNZDdX3FgKI47LhE9cuG5M/RcoMQlcLXK78DNHaff+QnrMneZKgBUeecthbd/a9
syvxOFRol3+9vk0rZmZyqUAoFPLzJeKz0X5w3bci+TH7x+tD//tW/+AwmuCXGkRKgORhsYaD9TTc
syh9KT6L++ncPGN/zumTt2s2vrVy2kxMWR3HjcfQYBP1Ux9WYgaO+Pn6LLyPLcrEkhU+RJzoxXwX
KMeDcpQkbNeNbM8E5HndjYjTUI/7/whhR5g0HSqrB7Rr4SvTE32az/XJD8CUgvyb/dTu5T/Xp7Li
iUykkFNoy/Un7LVN5P3QPToNUm+Alcsuua9cMBrN7FikxcbCrW2J4QA0rgZeZPgaq99q+qOhG+Ou
zcIIHYoB0sEEOkGRnXUhmx8zCDLMUNUt9CeVaDQagMnH2ThWq/ti2DsdUb0c0HoRCQUh5vLUVpAj
unDMuchwp8iKQlzUcT97Cb9vmuc+Z8H1rVoxSxNWNNok49AvxXmWz5I/ZtV7LL5fH/pygX5glSac
qBQWerY97EvbL59rqXaj553nsXjRltrYopWtNzFFM4W261R13gmwbCgtO6V+ZYRuHayPu5scKIX9
1wnni5LFYhUedH1pFweFCz3QgfUUaguEnywQAh48Vao7QBHr59ly+zvgAHSYaV8cJ+9340CdipYV
+lYhbDyJ/SBEvnEBr3gLboQV0FH2q7Z2vVNlQQW1+eYvw85fXnyAxml6UzsB5n9Z9r9CI57LMh4K
X5zaAXLlyeLwJ6DNAA/Iqi3fvXb+jDQE1PygftoT/wRywPbHmKXDXeGm8ROFmtLGVbr2CcM/EL7o
qoacw0khIwqR7PihsttfaOjYyLb+e818dNANRyEFsAYDcbwTdeI+ctzEB7y+g3g8r+aAjKn4lRKQ
lQt3AgtCn8k3p+rGIwR06ZFCPDoN8raekVHMNDs5IAbda1fqpwVtKWFnuQn+SfJLNzc9xDNBLjCp
9Tv0U6s3klTlJweoPdzcmTpCV95/cRxojmvXq/eKx+0JiOtul+p2OXjahzRzVkKfO14gA7p42T0I
VoAlmXqQ1AROnk6ngfrpAsXfBhUmOz7rqbbPFzbRU5Hm9hcC6bdf3Mmrn15eOJDNsxNQ6zvgVDw1
aDY5obWOvk99R9+KeWz3hc1YfYCKLEpzceZ4oYIk3b4tRxD7NG168hwwz6LmNNqHHF244HHKcgcR
h0DbkC568gBcOwuaqfPqu8UtUMKL4z4ok8bfVRNk99DNp5b72au6F8ufu6elGJHbnuz263UHtnJw
TLI85Ss0kyStOMU2P6kWFEXD9NDQLd3UFRM2afLUwmM0tgj/5E90EcHUjsvDkPM8QLU935ccaKBd
NZbJ6fpsVnyliVwBLYAu8g7ouZINF/LlIQvTyd1IYKwslQlcKUbl8ZI5TcQsdPY+kvlN8Q1PtzI0
N27GopeS9xqk79pyGhiWe98l6O2adHzbNpvwPG3PdTo5zDtNVlqEqsqmoFFOHLYNtOuvr/3KHEyU
ntfFXrqo2DrRIgvRAR2M6X1G6o2U2MpBMjH4kKRLnJRW4tRn/RuODQktyY8+9b7PtYCeIa/erk9j
5QiZZDWlYBDayn3/xEv1XANvoNS0cZOvxfDssnR/3TWDxUqXKNc/lVQXJ9LQIVRdl6DxoepwHUhu
3eWet4MoNyDWaOhrS1UdkYhH35+CRGoMnYYRSkKz7tJoEPAG16e8EsSYHKpl5dBBT5aHKZO7Wd25
HEQkgoFnbuP2WFtT4wLUXZX1vvL8U97VzxBvDUm11bC2NrRx8Q2ew1JNJnGSjNd3U1w7QSLVFlp8
bWWMW8/xRmbHnoJdAv8TZhACCkYBUI6tn2IQJ2zEp2tzMKwffCKlHFLfO+Wav8ZiPtoVJFRv2luT
DLOrYmBNrEqecO+IB24T8c5EMzy2Tm2/eou99bJbsX6TEpNW3UXyVXinmgO1TGTgTP1x6m4Ls01O
zE5Tayi8wjqhTasL54I3bwOn9OTQLvs22NZWRmJtFpcd+stAbQmOBulitchMvpRMvKV5evbS4c9t
m2HYAZVLAVIMW5zsCYCQ6X4h8U4053zauEZWjqsJAW5zN8sAnJUn34VS2siUG7axfGjy9nEp6o2P
rK2RYROeK5MKEn7yVM38VClSBq4ooWbW9PvbVskwhyyXS+4wuPo8/4RO8rAkZ4228YVtuOGVq8RE
Atf2SHK/BX62dWcRiqFBraHUD103odefwvKUN91mff+DBx6kl456IlHN3qcU1D4MVY+mCLJxI9ex
shn0Mse/Dmy1LK5yJvQiECn2VYmo3OmSp3wavlzfi7WMuImnTbk/dnFTkqipMus4OG71riq/OHaD
8I8QhM0/5S1RBy6s+c/sFs0TxJFBvg2SAWR3xi55ljjxL35Scx1WshT3dCx76G4NOqjrZHyuuD/3
YexfAgY7HpV/GCA1eerqkW11FQmsxQdPFxOpa5HM7xZRzxA6zljYF3oHmYVjS+shIEXzAgWTr2O8
yQp/MYOPvmZcSLaFvmDpahJBjtoDFbss3/D+y0e0iNTdTiQDBLrmvqsBwcosoMRUNk5BB+qScBzp
lh/7Nwv10a8wjLRTLeh43HKJpDfOoJ13eQNSdIkX9c6V6YUrQND8p18phJsjqLO+s3EejpBo0IFu
anrntDEeKQoJAbsibrBMZftWegt4OaiVh3nXi0d0UqU/dF6o74p06qlo6u7HsBRzMMaJfJLNPH2a
PNfec1bTNgQHT+XgFQaetnFp2ojNU/kMME39DApWvw0yqGHeQTqIQKqynN9B1rM8277Od5yhw9+2
q0HvfNHTXYu+p5dsbNGNVNfOXWzH7pcZgN3As8vp2Lea3SE11xxBWqJhyaOzsztW7MqGdp/nolB9
wLJ5vvch9nOG5OtyGC0bgLS4zO8IWihCx51LNAYo9wVPl24/U06TUBc2KMRR+EiccJyg4b4rKo38
pZcP+rwM5RglbV1UAS8dBp6NaWj/uW5/K6GBSS7Y56keUrTGRnxa5l0DFdodxF7Ebd7DhEuDiiCR
aTW0UVvE/4C1+5xxvwxyHIPb/J8JZ/YHR9Qxnt5RQ7618KykeKjkj7jc6nlZceX/Mk7+5f7o5Oql
5ryJSoVHAMBZB46XdGin3jnz6DfwoL7dtA8mCBmC9K6GFK44+TlKCon9va/khotdm8PFtf81h4LR
Lim7ikRljKxGp6pdXNSn1B2e5g6P2N6/qfnLESbhYFpRNViXtHg8OZ8zWn0GAeTu+vKsXEMmWHi6
kDuJAZlduBXkhIgip9KGpJJq2VbRdyW2MUFcUyI7pvyeRIoVL047WkHa2+9DU79YnvhxfRofWxuk
y/+7FU4varvI/SYq9L1XsiBp3I3n68d3EDXRKbxzrYQAB3BW5UWSi4/0pBwWkcQ/WsscIzGVfC6X
6fX6PD5eK2oCU1pRTSNpObz/sIMUwsvQT/fFBC6HQr9c/8LHh5aaCJW5JhRh97RE6Njf+yDjoV4X
lhemGpXcVXgmXf/M2oYYtsEU66HZTpeondXeA9Jtim/KFFETjJJPJKkLQklUzVPodVDmLWb/222/
2gjzyUjVbPl9EwncTUXqfSm78tf1oT82NGoiSZQeZlF2LolY7i5hB9z+uWwk2/Ox3YiO175gRA5g
ByqZb3mwgSzJoqXz84dkaujemgZ2vD6JtV01AnwGMiJdybGM7Db71iXqMa+T3U1Dm9AQ5LUglT57
1rlmVZg0f0q5Reu+8qNNaEjmZGhcpKUPRZ96XzLQ4xUbvmFlxU3kR8f6qV107p/dou6RUKctYEq0
zH/FoOjdWPK1b1w8xV+XjJ32HiMOB7ipbwJm57tp+u7SbmPVV/yNif/IsqRowfsgz8KNCmC7+PK1
ct4J2jev7+rar7/syV+/XkMLgLHF9s/O/NDHHLqif6ruJnlnh5ooDw0p9qFrnSXKkqE5dJJYu8Sv
+QYuceWnm2X7JekKMpRlEyU5yh881S/CLx4RaG6EcJer6X8DfWrW6hOkCVukeCQkPCsaWEUTKens
1DQCR2T/Goq6DdyxOSduvnGSPmawcqhZw4eCH0okgg7R8LVfwvab/4UBQFsE/J7OgNXWj/bb9P1T
/QICt+XT9f1fgfBRs6I/6mZZoOzXRlPFyE7GNbS+61GUP51xkb9ZxYoD40n/NcusAoCttmOf5jzP
D/Usx/0A5XOQuenZdkIrbZo/DYjAnzpPpb9VRTnYVglwDvnYjnc5lBtQ7Gnz9gtNM+EcFMKoPogL
dKAFy6zSX1ZMivI2szFLr6q6nIy4wNu6LtGnOjdYTgW+Ur+i7DG3wH90fflWzNOso6aT6DqpW/Iv
0/SQ/rTaKF783aw3zviKazRLqB0e2CNEBAlIomRA4FWgsXGbbzSZHKBmyqF9ZBOI/ibDAWV8vteZ
bO58d9rSllgJZbjzX+fClQJix+3dqG94ekd6uXdAroEKZP8Aqee7sb2JAdUBQuu/H6qLwRqWRIxR
DYGfd0sIJxw6xMqg4OuXjeTcylaYqBQytvbkDG0eQQjuPIzuPSnpxjtlbWhjnXLLUa2bDU10kZhD
EPJWleTXTQfUlImpEtW5ZemQyLP/+P7POP8nRf88zW8c3og3RCkS4vTSjbxYPTnN+DyV1i/gtMrA
rtOvN03BxJhIMQL3byOerOEpBCmC0l3QX/AiQEx82xfEf4+PXjRj6TK5UTm5+yZdwmH8LuICPm4r
EFmpT1ETapKArJO1sedGBOqUJ9I26QGS2vH3lhD/F2vi5Kl2Xfd+bscunPJW7JXdoJJou24ajbrg
OBYxIL9yTNyDPU7TTeUjalZHedO6ZbEMS2SRewpWL8fb8owrt7NZFq1R+mf4sUPUQK6UjUFj5QG9
raxGzYLonNktTV3kHZX40YPTDKIygmJxxFe65NP++qlYm8HFq/0VGhHwtYJTBE6lTdUAzmFkP3Iy
qIAn08blu2L3ZkFU84rVPfPGCLVpAgY9OyjTZausu/bzL3//6+e3qgIoIrUsyM3NwH9WHVh4ecOz
1zzpZ2/jElmbweXvf30EvSKtrbibgboq3TE9Pw9d/3p9+deiIVMVMlXlwJFEy/CWARUkBYcC+lzr
wg4Qs5A7S432znUFe1k8jupuI6zlu93QRQY+r3RYqjIG00Bc/cja2n+hg5+9ui7+1vncuc0zMcP7
ubJNrO7yVB99nG5RQHeINCOqH41sjm4vt3oM/+0l/CAUZcYFMbIGrT7D5Vk3xcuOOn0SeLU+z7ME
MNv6qhPrWSI+9RgSw6LfSgGuaOlSZlyrEC+0bZ+P4px0fC9T9JVoSObGjGchMs3xblENO9ptn4XF
wpJj1msRxG2/ceGuxN8mfialNvezxZ+RaO+/QMThV+pyL+iU9bhIsvNBFhhYU/vockg+XT9yKyZj
QmrQ5+1YWW+LczrgnThxgAK+tpJsjL62i2bBGDuIdUyYh7dcHKqEhbGl963tBI58p3Oz19X8acq6
wCk2HhQr0alZOUZuJG3xvPPOrtPsCUTBwfOQyfs+37g91sY3XAzp81pm9rhEdv24KDSe9niYQKFS
5/NGMmxtRwz/QohCHYVmZeTXD/msdmT44btbKjdrP5/+13mVGcm9xC/EmaCOA9ptwCxR+nB/Vsu8
seUrAbBZNc4YAQFblqMxqCuCpH1y3PRE808V0KZjfuMSGUY6x27mJgPMxCufONgqpPtLbOIn1iZg
eDjRli5LPQ9a1GMc+p4H/YfHHtw4ki5h3r9fN7uVj5hVY51QbdexIJFr0WPRqhS9i7wKCpEEeKqp
wCW3aWVSs2jMEt9G06RVIgP3RaBXJ/WTXR2jKQjajNfnsnJgzaox0qpl7nqsAVnx+MdtICO8ZONx
ZHSLRG3tA5fD/NeNi9pfDDKImZ9VXk5hMkzVEU46eaYLOCmvz+H/af98cN+YeLxysTl47BPvXMwJ
P9NBZjun6cDgK+cOxGENaUFew2UViRk6eCM6aA4SisrZzgPk92wtrh/MdcX2YomzkNpDeawLb4HE
4BJXQY9a32Pj2XVEQWN+T6C4i+r93J7R3IZ6qDfJ+yKFh2x1734eZdE/MeFXd/ZQd29978nX2dH1
Lm+0eKVxjUYxgHN3Te7UQaldZ4d+22XXWulPPrQAgnIRP6Vd0+wB+Rz3WTemT04HmFcwVfb8NJUC
7UVTVgRKtOkhBU38++zpcef6bXZSQwoOajFO54pZ+ZlLD33tFBz6VSYP6MBLoUfexo9zPhdfeuXH
P1EMz/wgbWLxJ5X5fMehq3LXLHZzX8lFhSDlbe5KYkGArZb6UcsKpPzz2B+mgTbhWPvLl9xfqkNG
rXbPG5U8iE7le95BGSOAbLH9SHhlIeFSCyeIHac9qrEtv/Tc/8OByAzrzOKosqZ+tJBuvINMAA3n
oRXRkPs6FHYifvKRV4fSroovnrPEXzoaJ7tExB2Ik+2nBN4WaPCSQoNn1KdeZ78biEIdVTIWR9aQ
KnKH+F1DTfAzJO3R3MmgLTejyhLS1PsxFHbyVizcewC7vrpvPF2+pl7PAj724uA7GdrJluX39TO6
YgYm78bclZ6WeBeBbl/fVUTFQa/bl37KN5J/K3eDCc4YPHvJu4tXdWkigwpaa0HeZd+n1pl3aTtt
vQtXpmECKIYOOZ1hyFqoU1kvSS6f46F9V6ncsOS14Z3/OgsoadHChh5IxFgG5MhzqSFyPm/poF0u
4Y+8hHHz+H2ftSPgJ+c2854rkr/BUfy8vr1rQxv3Dh9EklbMY+emoAGzHh37toHNujyrm2TMLHDt
JhN75+n82JMtftGVxTYr8mnRQ7R7Hme85kjQNXeakx2XG0+NtcGNx6iVKBftGsMc0aEMRZnjPU0D
aCXfdm2ZRfhuyUm/VEsVLW6pd0kCJRQQOaLdwcusjbO4YlH/Qwc2M8sq65KfQVArA8WTL67V7Ugy
VTsOUMlN58YsxDdcphOD2nak6m9O9bnvvtw2rhEq1o1Im6KAAxxoop/QIt2j/Xopko1TuRIBmcQ+
WUonCwr3M6iTYadqCkn3qtJPVcsD6mxg7Fe+8a9a0F+BQ8yrBL0OrI4m7oAF1BUK4slMd4fuEpV6
Yp4fiV23w40nynAOFqBanjsz91w62PKWH0jcBs0ybiQe1mZjOAjS1o5sU8vF0zRtz6pnzaEhuETx
OK1Dmit/72Q6+3R991eMz6QAs0vbVUlH52jygfgEu5j94tfLxkKt9O5RU6EwTeq+kwtGX5Ryz83o
TSdLOt55QIUllJkrD9MMgR/HSj87WdzfzUCGhdCqpycgN6r99SmuPLb/TcL8dTo6lnVdoRJ0lmuZ
fZounaOyGqGWw/zAr7h3aie/P9ASouFVXZONJ/6Km/+3c+6vr9q2NQ506ueo5wL365NOt5CJH48s
zNPeVXZaIpTsIhQDvF8Z8JuvSjVb7XNroxuHuy4sDj7PbooKZn+lXrEncouJ/+OzJkzCuwptj8h3
LiSaC/+JDulz7M3PfIg3HOTK8OZRLnygvcu5baNakzDPL5XqAK+H64foYxcvzJPcIQbNobFEI1k+
ZvpbjYyj7f2Tpf/cNvzFF/x1WgBTX3S5gOPfczsrmGdIlxHcUbyx0CHm8x/Xv7Kyt+aZBI/xSOcF
aKhRegelxCF1t1r91tbnsil/TYBy6CYCigSFIto4u04Mzr7x6RgyPxdH5bb14foUPnaOwrxOWopc
3bj4QOBUyV2c981+dGsVCH0R1MqhXkWarfaqtSkZF2PrkJy4OVAzihb0d56MaF6s0Z7o98q+c4dM
765PaW1XnP8uXVX6rhenHYpAbvfAZX1chPN+feg1kzCMuaJIHbceLC6jfXXMycJONfoJHnw5+hu3
1doqGbdV1eYyJsuMMyXsA9TMpiCepn+0zt5QM7sN0SVMFrhJJzhbhW9Hsp3tR0j5uMe4EfVtG2Cy
r/lgxx76DCpMNYKss3ZzvU9pvMWJurK9Jufa2I3AHYx9H/nMPzcuu++TLRa0FWMwKdcq1WRqbICL
nqBRV3vtMS5RyOmdw+iCFZZsFOpXdtjkWss69DkPrWojQbLftrLSk1VNL5P0aQD4iLURK6wcVVOp
FZhlWYKOFOcI9UMS8xKq1su0Y8gAbpxU8eGbTpjSq1RRdOJK5OI0JK/6/LmRnxwF/cAaxEa1F46l
dVPuWJiEa0gFpUupqB3R7ivCaXQuPy7sG4v903WrXpuIYXIJ8LHonWE2mAkcJPMzq9n1HTlCWvYe
GRFw/PrDGIrlNv5wz8S3Qm6zUnz024tI2b1LeOCV8cv1mXy86Z4JcO0Xd5wbwPejbgKBaf/oTglQ
SN9uG9y4U1k5auAY4PziETKL0Hywi8Dzmo3TtPbTL9by14VXInUGVTdGosVbjl2FzLdDkyATt5Ev
eaZgIZ7bBRwF0A1u54TO3Hzq8uSuR///9cX52Ct5JpK1Smg22xW0YDrZfOuZ8zpUoB68PvbHbskz
qdPiEkI8tAUguhYpHvLf0FVy9JJPpZ5Dq7kN4+OZmFbu8qSA5EAXzZb3VuacBKTOPnU4qBsOaW2F
jLuTudrukYmdI2iLQsyuuKtrdlMcBt3Q/56dIhOzKi7Qp6Er3ieZ3TuJuunZ4ZlQVjubkWBluI5V
BpVOtMzzdkvl6uN7wDOxrPWQyNrTM7S/0mokaNTGM81d1HhsQDYCidXc37hwVkzLhLYKz4GYJI5n
VPCyDPsEGe2McOSEBnsrv7f2CcN6OVsmsQyyiXIQp6cEXY+h9qqNeGLl2euZyFZ01QHgQtH+VrTo
UrPKndBqRHG5/yInepwz9w+1auDHhz3plp8e3Crr4tfrxrf68ct5/ssxaSsTWgsLt0/dJ2EpwVMC
TVobzskDNXuQza69gyaEgr44qoRQ+vX93YR2K5Q5yuHZZ1K/X/8lKwZkQmTlFPtpNqPLUFZdUFL3
Hn33GwmftaGNkHmgtd0LBOjRyOkAJqDafkaD2lY6aW10w/KrskJjV19DJ8v7yoZ3Z/59fUHWDp1h
9rU7o5u9xrgctSFB7CNkWSP87v314T8OCzyTvCzOIXwsZ4R9M//qIBPeoL2tjLOD7TQ74udhf5PG
oOOZhGV1xqGh3Ex2NDviuS+oGyClngUUcoMbN8iKqzHxzyR3fJVcpOpZzUVotXZ9aOM+2zE1gnpe
t/FtnsbEQQsyJDEfwfyRCfp9QqXUpsU7Wguub8jaLC7n4C9LBHUpLtced6yWrh1KJq1PFacgrvfS
7M4ncbyxWivnysQ5V1wx6I7A0Gi2tDaC8t7aLRBzOrMltzcitZU73YSI2twGE+SCs6tIEsZCnbv+
M9Vo22z+qfzbHmKeZ5i1t3T6QuHTIdKc5yCz829+52+lzdZmYFi1nxeuantNI3fOf9h1duY+RAVy
SCfH3gGquBuB1dpmGEY+oLjmJtJ3IpD8/uFL1UKQYn6wynlLu3WFLNwzQaOFYtO0aEWjIWv63wB+
tTu/zPO9lETeNQ3Vp6JxvZ0fW/JNggASfdPK/gHqLe8dV0MR+b5PD9dP+IqnNInMeO5WqQufgy7E
9nMHShDUuLcoVVYW0oSV+knLJYPAewQMMQtS1n5bKlBv87bayBeu/fiL2f5lnoDSKarjET9+Qckj
WYYvs939ub4wK4fNBM+z3FMFtWsW9c63uub7OmY7ap8KtpxV8X79G2sLdJnXX7+fDdwui2JwIit+
zT0ROij191tyhZdF+N8CqGdC6G1UxGcCmfAo5uLJK/LXuPR/cN9+W3i2sUZrv9+wdqvqhF0xSaNK
gibFdYr0CbzrbSCTcdnwWmuzMGw+4agKFTN3kfqfgxaN83M9hF09hekWg/jaJAxzB1910ruSuJFb
N2TnOLXz0CsZ75mVTrddUibcOIlnpqHZ7UZNDMV3GQfe6IW8u3H0SzTx1ynyqUC5LC2KKKltQHtU
hgaSTC3DG6t4flvFzDN5mNIGzc+Jjz4vp3yc9JvdfeP+9+tWsGLFJtB4aSfQFJNEAyGal+FMhHV2
IKKykWpZsWOTeyllqdW4Pbw5HPl9Gg+/K1u/d1nytdbsV0WW/fVJrJxTk0sJJTg02lA8CEdeHl3E
ngHKfqBN6GkYN+6Wht7aV+h/t1rklpc6fjtHcZV9iqfsdZ6HR6q7l1llG6dp7ROGTSMQH5jmaE6a
u1cbMWg9Pdn8PR1+X1+nte0w7Fm44DvLqoZEuHja/ewVjQzsS8G6o8U3i6fki6Z99vn6x1ZM24RA
A9+DHiIKo9AcNCNzXdRHPcm3plB6A4mzcnZNGHBs0xwCO0h/qZEdk8kDHVW3cXD9j/33/+B9R5a1
cY4eaAIyzsBiqCPJxnkoy/IeWe7vDMsY+OBBAmQNggrXF2xld0wQcLl0tuQD6EMwlQQdi3y6g3gM
SU698LrvpcwKa0eWvPxz/XMr7x0TAswAJnA6d15ACzykP5hT+4c4K+wDmYglQ47kGQCKTCLynjTf
epmsHAqTUwqcZxYRsTNEibuXZb5XxYn1Wwa6Nrhxo1sL9DItCqlyFtsEvNbTGFhJ8lZ380Zmeu0D
hgewtPBTvx3kuR/0w2TbPxuhDr1ltRsnYO1AG+ZPXBKDCB+N1Hq0X6oYTBFZTPq76/u99uMN4/dQ
3YVI4+ififVj6h6XFnC9Dbe1NrRxi0MFJ23nYbHQTP04gpcAKuJBxTeCkJXBTQww+GYuOimzPM/+
czXXYaJfdZtvvP1WVtyE/faggEAOKbXOmV1/Kgq0L4A5aasFxvkXU/BBGGhifvHULyWKJhB8iKFO
FhTjUP3haeG/5jy283BpRaYCLyu6I/ChNOyr7AsdsuUfjVAdSB/KwHwKyKnseXdqEWCcQfnP9lk6
Vz+0Xzgo1y6ZE3kOWdDW0rViJ7U1yrBQ6FRbeO2DEz/p9WOhm3yH4pbz43K9hLLLxkg1Uodz3vdP
rrVIZApK7odFP/nf+7IGsbDvZj6IKy0LiBIhyyGY0h7YLzDefm38ibVB6XXTm9Ye2FRzXegw1R06
fSY/sX5zK2d614B68amVFnAElcN0uve52705hIPDZxA5+yfLMmnDgyb8fcm8JRw1cMtssj0INc/N
Fze2+u9jxr0sGPKS72g6BJB5Sk6AEtMgyaRzRk8RlFS4DR6nTvdvACn9UW5cPSQJ/JYgSTK/qDQv
5c724/pnAtauQGV2E3RF4eJTuRiP0C7tXngatwdH1uWrnKcF/9391HzS4EEawQLZ+905txP4lWyw
n4WAXQpC2D8u4+yuhFd4TDlnBycl1j4GN9suYblz6sA9FdZ0qsOBT03ozY53WDR1n4DLH/7YFgoS
D6qFZy0HoKSDogRQqZB2HbhD2X+3fKf80loUwGTiooLR0ymsXA4OATspdtOY0lDIJn1wZicBx9c0
7iwQjYz7XCbAbIm6H9wjtHnqIrTQPd3uMkfn3+18Hl4rAGC+jW5qT3tXM08diGP5RdiXUt3jLbqc
lsHmzW4mFf/SpP6iA4872XEZEgrmXxiHECkFRT3LGQD4MRG7ya3Gr+UIVc9dzLxqD5zKoEKlKbnj
WtCHlGfitZ1Sj4CLCr05PeqGx3bwizYoBq6A5+bAXYKN2KoDm6lqOdFhVO7eIyyJGsiiHrwsC8Ev
5R4B6dLBAjeAZ4I9fFbWQsedlzjlQbFKvvj9PJ38HgQmiPRboEC4avegwi0PMq+GC+uWqOywrTuw
JuSK/0Gu3/rmg/33vcpyGE5SVrTba9rWJypdeleljD8PVZU16OEqq4cMAHdvn7TZ8lVoiIl7Szu+
o6br5jvSpm4bjm1bdvuKusu+Gy12wJtjBASIWadS2+pd5pP4LAYf7ZRkcMF7wOtANNX8Elf/x9mV
NMnJK8FfRARikeAKvdE9+4zHY18UXj6zC8Qm4Ne/bJ/Gek0T0Sc7eiIktFSpVMrKNNpDU9MMGYB+
OPWMiW1Zm+l7WeF50gOJ2wfvW+PQC2Fsvax8Q/KCRFPtt20A8tThu4xHfI7pi81UO2aA1TaP5lxm
T6lH5mJPfObSFZ+55JC1Y5aeMYlwBfLkA62Atcg3Ht5owngutjedVDr0mXpOndK0604xY99ibzhD
Eic3cOTaK89f2NElv6wdtJYTg0bbYt5xfjSbIHlS79MPkLLJ+/TL+Gx8tz68D/XWPXf3/MF5uT6o
hdD+r3znp4tiImnlJKmHkiI5lwGeGDjwSflsZEFDPQny6XmtSOPy+lA9n5nLtJ3c2O5PVUqgS8qA
6imt4rcw1hLxC4GqTvjM7SkH+YAFvhcfMhW0A4cg3cTJS92DTrCed9cn7PIwmF5pUph53XVKdacS
pXG7QfD2LRuHEUq8xhrR2+Uu7L8pwk9r0o1ntr62qU60saFMnf9Chd/BjPmN2Om/b0yf2gdgiDq8
rOSJx+xOtO1OlBn464S5EsJfjl5sXb8ypxW3XSPGjdRznhLX+YrY5aZQ1/5bqfjp0yvSQO3c9cpT
Q5qA2YCIWeAnpk/X13bhw3VA0jA4Q+WUFqq0jSkC6fbeZ/FNrwa2TllWuqUD0FY6n+L+S0f/ABYY
eNU32q9Vgi59+tkoPk1MTcBdI3uHHRO8s95XFLyZoh/XRMsumxbqWP9tffLdmaKApTxZdYboobRP
ves/qKy6bxMT5Pa1eZMTt3XsU9d5HIhPrC9J63AUJBgAyewRVVxf4MveDpIK/45j9C3QaINE/1Sb
ycZok4j3BHSUNTKst4m32jriSTp+S/N+HE5uaqpoYj1ivblH3OEz+eP6KC5fkW0d8oTQnbium0yn
gcqdSOtskwn6A8EXou25eMENfdeDUfh6Z0sbS7uflXGOfHROxMnIRcD7yFyDrS6thXY7myoODj+H
1CdSWr+gzBkHHZnP2h7WXQ4dhpvurpYOc2q5GIUafOdoquKt8aYvUkwr3mJB2NnScU5zX7kTL0uw
IfjEfi0rxz/Q0k8QTvoG6ouRAwLBaSz7Edo5SZ+GvqLdS1PX8T6Wk7lXjsnOFKemke57Xw2/WzDR
gfbHL9IiUBC8CBEiprvepeTOqtr0aBBDPaOqkbyTwUDRnd/4fxIeo5SMWSkU4kqJzM/sptWD2SF+
MFt3/Jni8RhVo2nzdn07XD6boGfzrwXlbopYtchRZjbXRysW48Zr+KusvC+3ta95Gr+zhrHJ0urU
WnXYKvcH1Ar2ed3eFO5YOv4q6XAvqRvwXjq8iJI6PsR1tUvMdlfP6YrBXLZOiFb8O0NeHFtdz8f6
BDbj5ODM9qtt2fuEo3rX6LxXy4f8KKjYV/b3ZSuydFRWYkIXB0wl1SmXRYhsZpAU/0n6XvUrm3xp
va1/R6M4KHBTjhcjm4B1V3p28TW2C/c4SNdambDLhwvkGv7tovCtGOx2I86UGjK5JrgZhq9i/JLQ
IWzXHnSWpklzNngrndM4BXZnpN4DGFbBZVy7h7mRdzH4H1ZOl79FW/8fv4Mx+N+RxPmUAzRVNqCg
DcddChlVJ2zDYmMagRE6QQMmqY1xP2zNHQ+Or/GGP5Rf6Xat+8ue2tKRXE4yAetQCOs0DrJ8r1Ri
73oZE3nbTtPxW8wH4vmMnTvl1e/aBW+C/ThC5MpZowVY+nzN8glBTrGzwGmUSC/0PXbHpjXphqWm
z5v7U3CkxtTKkBW3oM/WvCJ3/ExLtr/urxY2li5CmcmUFHOBpi3aRyUBFMtFtXhQ8spEal6t4VIX
bERHXdVyckntjSjVjMHD7XX5+C0tnfjrmJk0rK00j6GYlq8x8SwNSjP63OJ9k5d4pKcz7gXysZXf
bW8I6nwlMbvUvmbxTpwJ5CNA4ZcYu3nGeZl/AMQdWt2K0/pbHHvJEDVzr62GCGT4nJMZOqH3ru5B
S1h+6YKn+dhA5bc5WN/Ab+G8mrtyA73vb/3X6mv503wZs4BtWIRobcUlLLhPHb3lDVU+x3GCJ9LG
30MPa974rXjlrmy21/ffwtbWUVtz2wM4MlEbrNr+/NDGdYayeTKtLNRS69ppX0yOX/V9jHkkdjTI
4kfFuufbPlwzd4+3NQHLtXNqVJ0hITWIVzASoJr0evNLE6+ZPLYwqr0c1z6Vo7H3TCRr3DGVUGRc
I/Ncmprz7598CmIH21AMK0vBQ9w0413O/RWfsvTt9r9Nl64hvWHuATMh1b4T97PHQ1S6rmzJpQ/X
jBtlgIbyuQ2ARtH/bqD0NRp8d9uka3YtbeW6g1W5p6lnQdF+LaEXGk/tjUuqGXUKtqrRKVvrRNP6
vqNs25s924IVf16Z94WZ0SFYtEmS1EqZfRrtJJKyRsBW+mvTvuDBdVBV1hLLNU3CTuOZu7oYE9S6
8QcrL5MAQkVNyEZ20/uzpUOs8DThKYgLuidXsjJMO9Vu4sJZCdYW9qbOU+qPKL8AacVwyq03d5LB
IFEkPd12P7d0gBVqSa3YMR3UbA3ql2fOHzRxPjLuP3BS3MadaOkMpbHPGp9UCtZlQ40EoN1kq9oc
mXI60xCyOXJ73Rgu3wOIzo2bcVLBawIGkFjyFwNr4XGeJgE2MqcRkCcozS9mR9shwBsl/329y8vn
KnE0xxGDKJqSPPOOjTNsBXS2Np47ZRvqQzAxc26EKlo6iqxoSpMnQGGdjGZE0OMU+a6NwVXTyoTt
Rsdw8IAi6+E4jXW9cwupdszO2oNRs/5Qm7n1zUtxz70+5CWb1bwZHfO5FJ5vn1ox+Xh4JD35BuAZ
xOCvt7+03zWXVjWJ4PJ8TDFQWNr2Dydzo25eK1hYcgqaS5sLNjU+ywZoFOZ7f3pPaLxF+LvLvD8s
+3V9BJc3haUDzQZuCOq05xBEssCtgUYpDyiCDQB4WJmjhTXQyS2LgYF8yE8gQy1iP4wzDnLrWqwk
Tv/WAF+I5XSU2ZhINsUdfAJwNV3Yc5a8JJ1onpphMB7OSmNtUAJbeDf7pohSWzQ7kB9AQHMw6jdl
KbsJujjnYVzM8tv1GV0arxa6sBxV0XAgzikeivtBGS/ePN/Y9HkbfooqJsdFXj5vLLyDs/heyCFB
gi9JbzsZdECawbM6a21cVopkmA49XhF3Pa/clYhuwVT+j/7SKZjT19jMqvsxG48gssbj/Mf1KV9q
WzNzK524U7jpAD7JZiemJCDc34r46/XWl0xEM/JCCOSFCphI08kgMe8yVe6xiQKjuK0OFif9v+s6
MtqVIx5kUcDlRQqKv8GYOd9IRdbynJdPG0sHnZVJlblJ5yMchaJfYJbtN8MpNmAwx1EK8aPcTiBJ
nq0VpSwsh45Dw33asgRHb5nvQkk3drdNwpLAN+KVd56FFdFBZwy0YRmrMV9K5SBpU9XWsus2IMX4
7I/5GrRtaRiaIfO8yCC2CSCxcw72qsx7dsQA6vrbgFmWDiurraFVkCsEUBlq5mnRBRT4vGRaw98u
+CHn/PsnZzHK0YhV2YmTaMVXlPC9ic5ee09aKDiz9FiiUyjKcWs4udEdtpOEtB/L+DtNjATaVw7o
XEA+l4NxtPLkDzVlD2Y6fi8yfmOwrxNRkgJxOFj0YJJIqnyYQ5IfDZDnbolw1rgul/aYZvUusyXo
WHFbGX36yorzkdjWhxQI/BDPc+/XXcvSGmmGL/qiquwZZ6On0kNTdHg4S5+uN73w/ToCjaQsLucG
ldAidgKhHkYPalf2H44y8esdLPgUHYUm2ORmQsXuaba6VzFnobTpfkDdbJVDR8gBL2t9W8kWlCT+
3crmLKyJg531lBO4LyTj8TyHV8Wdnde3nX06OmDsQcTuZwM9UcTgJftiJysNLy3D2bl8skKIagoF
1JEJKqyCBY0vxFsMPtNw9pps5+XlGlPYgrPSCf4I62y/kBhAgTJdO7+P8c9sr0RZS0ut3Rym1jVt
r1AUdGoI3oY77hfBNAPYxmVAqldTlpvre2qBU9j6+5j2abqSrC14GuMpuR8ztuet7UFoM6/elDLN
gw2S4WRrlrwENJu5fZjKtig2Xi6TtTT2wgcApfbvelHqpLnnNngpH0DCE5oTNKrAlxiAOh9klLYB
1pmb4mLAZP/tqcWjeZpRqVCHCJ7xeHrKa3ZbYk6H7dAWT2OuDy3AprV+jGPxo6nWeCiW9rPmsUoH
apsmwVaozGw/NQ9m/MLki5Pdxpxi6YSGxlCMA1donwFqWooaxIArwfOCheh8hj0Efcw0L6wTERA2
B1lHsYNGjBVWHYRgrm/fBTvRRQaRVe7HeOKolvfExrafuFW9meSpae290QC8d2NkotMbElkRMaAE
/QRGirAgcSCG30zF2+uj+DsjF+5UOrXhKOsR4S5OpXpjv1pHGpbH9gv76Z/qqN26T1PobAGCf02f
vW/mq39Pjv1ddiiei+/iO7W2awSLC2ejzn1Yirgv0wYEf64p3krW3feTdZPpWboIIQgVOWvAVH4y
rfbZlv27J8nKqfh3rS9NnuZA+rI3RSfPjDOQQAFal9UhT+LudcizKaSOObohy+QUikrNj4JBRCZr
lf2RWLR5nCiCcRCFxhvoJjhHcLAgjZl65XdjRmLTz4t0DHKHd8FEO/tH0g1q1zam+ViWYLwdOlns
DRmz0FWxtyFp0d90ASKOZvNE+LVlnlkxpvK3Qfvd7Beb1vg5yjVZ88tOheixStEQrxogUw/Rpvsu
87eNO0YFBLyMj+s7+nL7lqW5WuiwymFAqexpbjaWEeAqCjrFb8k4rCz60lbVJqjuUI9GFZ7BSeI8
EgFyyKF8vf7pC03rBHcKqJABCTE828422wo5eXtrFmtwxYWJ+T+Gu6RXKhG0OXW5+d5wdkimBIVV
2fhcl+736yO4fFcgVPeK3CshNOaaENFt1M5AaYhovYPLRTSUDggKxJtU/ca3q9Ce5QFJwc1gpdH1
vi9m0ND1edyfwonKYGZvNU13HI3n1FIPdVLeyzMiyqYPc6dWopalXrQYb5Bx37d4sDymRl9vsrLt
Q6C7j5KL73lOs23fjzf2dN4ln8bj1lYymKjKOFZl8x0o+jc7g4pmF4+A4rfTH2cYk931mbt4WmLm
tJCP1WyWY4vijSbL/TDJTRIO9sSCYVgDdiz1oDlKYsq0NHvMGk5i9QiNZPUUU2hcodBKrDxHXDQe
DEKz+8kaO2B6fHlEVv+nWxo71uOCen2CLpoO2tZsHmyZxpAZ+Pwpb/a+8WbN5taQfzKzvG0FdNbD
TkkbmtRFd1Qzym6Cwo3zLdi43GCqGmvFMS7sXB1LTEyDMceKy2OpivwjrTkJa3DhRaDiAMwV9/uA
9cWw4soWFlwHFg81mcQwm8URqDO1SWUO2orOoZHMy7XKqKUutAXPkyGuZ8hgRD65Q9HQllkHPrQ3
Loi24lXR+iae7CXkR+pyD9FTO7KdtgjAGiOer2+qiwEkoTrEWPkZcPYFy4+SZFDtGIHP+ZHlHnsZ
hA0u+5IUMhxbhjLhmUAF6HqnC1aiU9c1yuKxL3lxRK3K/VQbrzF6ua1pbcr8lFZdNjTl0YXs9mNv
un96wKBWNu/l7wbdyb/OUBhzwm0vG44ka0Ht3fLv9ZCu8atctgxXR2+2AwOKKUNhOYKH4kcRTykP
pHLye7Ayy7thRllTaIBeYyWjubBxdQC4U9CcM/jXCNrnP4vJe6N0+l6D5fH6Oiw1fx7lp3NDDagB
N2ZVHke3HICYHkVksoYEiY+g9HoXl1eD6iBww21Zr7zKhZw36bYxp2qP9OYajfCCt9WR32Ml+6S3
M4BvhActrEe/GoMy96Af+3L985c6OA/r0wwVqNgbm9Kuj07iq+99mwI328/+uAP2MIHQJ/fS/fWe
liZKO1knpyeDPRCYW066fdv6/l3Zp8Xmtta1U1VB8s/CW0h1BO1Nv7U5SM641VQr2azL/snV8b1y
Fo7X93i87c4atcI0nH3GU7D3e+WZkAZwCKRlf3W2eL9lNK4uHt6U0F+xmCWP8yxeqjR/a8s1zusl
Az+byqcFJ1MJnmWTySOdZBJSjlRDObj3TleiXi11wjJrVtiBLm8tV4f8lqMTo4Svbo65Ub1ng9j7
qbOdcuNQDe3X6/N02b5dHeeLa2wHNNDQHLPJeOVT+8Vj0/d2AuHcbe1ru2pI6tR0+3MOAyFBk6LM
LwPBeTMfrjd/2SRcHeNrTHgjbnx8/mSrh6quQO/mlWtC30vTr51BGejlM+Y3DXSPuR2A1sYADoDe
QaLm0XC8lTVeGIGO7e1L3medgzUeEzbedUai9kVb3hYquzp2VzRD1c6OcxZnRrl0rJJf1UhYOBW3
xU2ujt6liucEUuvNUTVkCJsm/+WzEnXR7dr8LGxQ77w4n6wN5OZ4K8g4Nqj6KunXbnos+EqQf7ku
kgBA+2/buYHUuuFWw5HiYdPZkGykG4nFhtc2jfEbs2nzHazY/Xs9KrblXp+dstmZDkyRcUey2N7K
GCoLXWclKA0GgZZTmD97irxvrAr76foWvwxUIC7TTAjAlzlp04pHZV7YHrheuva58TOXge0FuGC7
zpJDzssWqebBdwFJncW2ITleJGYIVeWe/zWDaOK7wQtze/2TFpy5Dk7mYhYxQVbkmFX8hGTOnUw8
6N40LwD4hp10n43ZXFOFWPC2OkI584Y6r2xmHRXdGJa/g/x4YNXm1qw/qH8TdgsbQZviwUnwquJM
PMI6/267bArmeX4QXPz23bV1XNrI2g1jJBDXmuvJi1CFBq6CfWsZYaLEyum91Lrmq/rMMc1aovA6
nZjaQSqwerTmOvnO54rd1oWOOZY9noPJSI3Ixd5uJZ1DQuO9NNs1Dt0Ff6tjjm0A2+KZWTxqSCU3
RlfeKwHHOxbFQfmQOr6+eRccrs4W6XeeGJNa8Ij7X1n/x2pWIpyFFdDZIQ2oKIIXMjOijtyNtArV
8Joghrr+0X9FF/4vOQwncO71kxukwjXMqZ95ZPJGngxl23d1wkgA5dUY7iYhEmqoRf0bWl1068Wj
HxKo00NNS857NYMLwIkdL6g4KsOmJPa3E1CQN10RXL0AO+VGhlpdDLxqwQgAya52fnJFub0+8qVp
1YLeziMpCrvRels95GD0E1lkmb+ut31Z1xWzqtmkbFObW32PTx9Ah9em8xAyuw4yOPqyrXeJom3Q
erjbjmA/APm4uWVzvvI0uuDYmGaxjjEgSm4Jj6y6f+RxEoxuH+RpuZuyY1uvPfgs9KJjj9s6N1NH
yuRYNjZwR6b/ZCVg5ohd53HmA3hPJnMlW7uwUP8HRPbBECz8Kj4inEkPHFWDOzbV/2W2Va9shQXL
1QHIFGpczeSNydHxv9YKcsisWAkjl75dCzIaEvszKTwe2ZX1g3ZNsYsRYVMOuonrO22pg/Pvn8wX
kHgPMggmj5RypjA1UvexJk3/wnmR3Dg751n71AVDsn/2K3iIujn0JA5Nsfa0vTTvmgn2oLwdfXBN
RUWOfHvjj+mmLlW/8t3npMsFz0a1s5fbpFG9wndP5sQDcJV8mLb7o1fJz7mynuLJI8FkuIEvvf31
tVg4Zqhm9GPviIobhhexbGyjgZAPmhWvrd/00OytX653srTgmnXPwu3cmNk8SgpoaIqX3OnCSt2E
oEFRtpbAytLUdUXt8KhrsofEbn7lRffoDe1bb1YhSe33gt6WnXF1EC41shopXQzEsun96HIo+d0k
FYFRnH3Wpx07AcZg11aLM60qnoVI3vJ4jVNlYcvqPI8oTG7LKpXp0U4Qn4O1MpxBa7RyGC/sWJ3m
0UAVdpWAAOdo5X75iqRx5oZIWKJypAJr98nHHQ5QyVE1H+PM/Kj1xXRjDKYjbVM1jpbRTMnRAtmV
S9MHR52myXm7vmkXLENH2hblxKTRYWDd3IVZvnPNImS0DIW3Rvm2YBa6fnvK22HC2qRHJ+/yoBwP
cgIfIwRkb/OzulB7VsvSj80UyvOpG+V4tAWt/DNY7KLbJkizanhYq2rOVl0zK6hRkd+Y373i2ehu
WwAdbQtCI4KrJuw6z4HobBKTBxnceeHVb2nikRWPu2AcOsq2qQZnUjb8OVHGwczcXV877zdNkI6v
jVMm/biF9DGp5WbuDl7bPOBiGDSVubuth/Pe/eQ0qN96Mm0QZuTlHzd/NIj7ZPCH3iVP19tfCJh0
bK1dEchSEYRlbiEA+In/g4QYrFn2ByLk16qz16AkC5doHWVbVGRw7ZzDsfYQXUZ8CTIb3242UwHL
Vi8iu4mEkrg64jaeHDKx0fMiZ3zkRRMKKGR41dqlbcGiddgbZIR8ivICnKZkeM8YqohVTt7cdm29
lzardlorVkmfTw2PRG4fvNzagDrs9fpSL326Zs1ycAeCUioekcwJBjsHbG9CWfLaRXOheR2bkhQo
1rYgqRZB/POH2yM1AjJY8ByW8HzXB7Dgr3UgbT/blBomDlAcyU1aBbH/PnYFeEzZSgcLk6/DZ5FF
cEBEgRu5V8u3skOScmArTmjp2zU7zkmZ4FhERAxd7o2dvfm5E46QFLWL2yIwnVDLgX4oquiLGCFA
MuwaOKXIUQ3b1srgK9eGpTGcp+2TLxpIPgLjAF/kea8Ekm0GBQXfq81vjGJ0ZricpHOaOwyVHVZ3
55tjaHK1kq1YcHM6XHZkdUUnATdHS+p8uIkBdswp+VPHvR2YFWlfSymSlWla2kWaCWdZTtQwDXhD
VJXalkaZb53RdVf26NIiaFY8ZmDmd7q+OAozFkVgtyD1Nc+Km/VYZfcFJCFWpmyhIx1gmlIfVFuA
pkPr/p50z1761PIfkD29bst/z/gL9yAdZTpnjUddr4mPHx+PkbF9vE9fnL2zP6kADKfBFJohEKfB
iYe/3aAKgEUL2z2en0J7gwAqAOZ4027I0T3O71XE9vJuqgLozIevxqYP+uD3yldevKyZelzNJFio
IRHZnUSuHj2nuoNo2sr0Xt4lph5Vj0z4o4lao5P06SFt3R3tyMob+VLT598/2WlSpZlvmBBuodYb
r15yfyV/dNnDm3q87IAiSaUSwjMqm+Jgsv3AjskTTVbeJy5HCKYeLFtuVSERJKsjqBSTl640GGJ9
NmzUnEO/gds0NEHWeaT2XK3kpC4DeImpx88JxfLGjYhPbdHi8bqsp/mtKAdvNyPxspmdquyDQRB5
Iq1j4wmEJw84gFwg/9q03yZOkZ5Ywp29LR1bhHOr1DeDpLGF43V2DpY3zWnoVnEKXXivptAOmJQZ
FQ1i9oC2WXvv2n6PE74ywsJmwxfDd8zqhY7JWtnMworpoa+f+Y5wXexZFrfes2wssvUSbuxM16tW
Nttltp5zAPHvbjN7FFpWqOU8VSCJrkP3DJyg3PiqqiqvIhq7tR86SWGclAHaY9AMg/G0aNSxs0B3
HCbE7GL8nZQbaiT+O5GlE3h+3X/EmKApHFgrf0IXKp7D3MqLp6ojxjd7ioduiyIO9eClEFS9buyX
HZ6pFxfmHaMQGrD8yJxnaNjSKn2DmKOfBdJEkfZYqhsDGVO/92RmTNx2IH5UeYL/BpFyhWBs8Goj
8HuZZUEswFV2fVALvkC/oQzGUIED08uOftLFdYCTCVddVnvfrje/tMHOc/nJ1XRD1iRD2cZHs3V+
Mg+EEufa/CJLvZXjbun7zx1/6iBmRArhpYi3OXlouPXodvXb9W9fWG/9RsLVQMYB7PvIiRkhKllO
fTY/ZAAwBUqQH9f7WPp83ThAhG37lsHw+d1rI70NSipWVnbp861/ZwYwVlpnXoIHtng+mumrJbOt
Lf1wAvLx+sdfTvyYeuENKJ95yUrFIlTD37dDvHMz+5jVTyktAlkDmSis31VKt9d7WxqPFthUsLxG
GCaLcnd8sUj9dXLEvnDsNCj8tfLehT70O4pjuNIxPOZEmeTzgZLmQU4dICzMnjdJ266szIJR6PeU
QZoAU0ukeAeav3odvXPJ+IJwZ2XfLjWv5RFJg+/mwBBFHk39D7y9tS+y4GBtAPW3+n19MZb6OE/g
J7MbqW30gAd4UUyEOjb+lPVB2/ZGYGUW3NRtnZw7/9QJAPsgbWgLLyLSeCSQmEqMKkqlWrG9pTGc
bfJT87GZkHEGlCUqR/e5Tc0vXCJQFMP2tq/XTDtvumZ0W9+OYs8MxnLYphz/9Ta3ta5Z90CHtlOd
Z0eNtzdxR4/BekeHceXbL1+HTL3uTTbjQGq4pigzdlydJc+/Ua/fj6kRWt7u+giWbE2zZ8BMW6OB
ZUW84L9rYZSBYoQElBVZ6IphJYQ7L+b/XyNM/ZbiebEAEb5jR26rvhDoHASGp16uj2BhlvQrSgtJ
NT91LTsilb8Z2vq7081FKDJUdlEwq9apfL2tI82iQXvvJTYok6KmseqPuZi6iNdVvyn8Jv5VzUA/
ltCeWnm/XhqVZtrG1KkUEpVe1BlzOGYH6vh3eXMo53mX2l+uD2jhpdnUK+OyFCIhCLdpZI0st4Js
VPTXXFFUZHVNHG9pbvPQrBXZNXPfbeyejK8AEgGJlDLDWSvsXzi/yNkxfHYArTUC5dIlp7ruD5ny
d1NJN4okJ5PO+6z0cbqcuF2v7MSl3jR3g/p+Lnx3Sk7WTCPT8KDewUFtX93BbO9N3u5ahQuA175d
n+KF7vSqP8trIXnQjuAdc6l3MJQD3wZJkCh2/C6wYd2gST0TZBSuRaMurfuVKPly4S8x9YIX2UFD
VxqGHYGmwAhcMjXqlLTWUGxIL+JHv2zdgOXcy4La5NMG1DLuu5XyNYDEAj7M/KvG8mlVU9trM9fL
HegjjPOblQBGc+L9ZDtIJVs5g0pNrg7x1NsA30LsnUOCIUetlCmJFZAsK7apM/UoOqXTx9QKf8Wj
nvfUJT+kJX3AK0xbqH+6ke1Pz3ys5rDLwEpuZOPT9fVecnSaO1WDLbw4M5xIeaIpg87onZ0Flrg1
Nvu/tT4XRqAX0AkX7DCQy2GR9xfTkm7rRL3UwLiMeLKycXUrPQ84seqM19wongQIm7e2AE3NlwyM
s6b55kJcxXEfMzyAlHZ58Ey+MrkLR4lefSfNEfIpMUD/OQruGiMNJT2IYnoU3tebJpdoDnhKGjFM
ymW4+sVfKtxlUSu8sm5/78GX5lXzt7Q3zdRqYi9CoYpArOmwNDRGUIArBUUd6MaUx2l2fPCoj+62
ZEBZ1kbp7lMFdK+Ym27jeNT+fX2cFyfSYra2iRogYmQ7c++ovOFoeNlbko3fp4wfs6RybonqgDk/
O6xP9tnVxE6IbXnHNIuy6kMU/82GCK9//0UrQ9vn1NGnts0p9qDTDUHJYZgjiybbkfJd461VUi9M
j16AOUokgRkdJgDO4p+1CVm4ujNtCIRnH6hzia6P4fKGwCC0DWHbc9q5rIauA4FqM3zFjlXNF1JV
X+1enPJifKSZerPtqQkM01UBoAJPGdQygjRe0+G9GAPgE87z+2ke/WRspd04xQk64ek+MXLEGgUT
j51bG5vEZ2RPOq9Y2RAXPRc6O//+qbOepXJqBHTPMsMb7kGsPofnwb1dn86l1rUwvKSJED2cPVg+
vw3tq5D/3dauFoD3c1wabVfwIyrvrAdJzXg7+qnaXW99aSNrx8Xg80waU9OfPL9r54CjljPA9Yrf
z045rUSVSzOjGbtBS5t7TjyexNRUUTfUw96YafP7+ggWWtePC4M3lcQtfTrR3u2e/Hboo2GMuxtb
1wy9M8DxaAmLH51hKIO0HB7qTq0VOixMvu7tvQLSWp7PcpDaeslmFpxGqBxVmxk0jytB9lIXmo0X
qeIqM2p+tJIEYBm28dJpE6+R8CyYrx7Yuo6kwuxpjlp3C0l4AfWwMklYMNfiZzxDMsxelTpeGsh5
+T8Zr8qR5p+SESeEt599Co80b0t/WPGFS61rxjsivVOQsshPyPCGatrXQG0KVh+ub9EFd67X0Zq5
N5mUZP1pzL4D/xtY+U/kZcL+pnpQC5fXf+dmrgFyHxpfndIxlxsUZRVfuMHwKHfb52v2a08dc6YK
0oiZFGHWgX1OPloj7hRrRrYw+3oRrbRSn5p1z1HUnH2zkFBiDXtzkvi/69+/4CH0Us0acxO3hs+P
dqPiu16akLqV/spta+nbtYithuK2BdZl5ySkeWTU+JEWzlGU7U1YA4vpVZqKGqAcHyF6mZ5h8ycc
lhHCwnqI99cnZ8GE9TpNmkD9LI8T/1gXRRWoMXsgxAn8Ds+eMt3iRejtej9Li6DZby9GyBozsEPN
E5BtYKm0ns3OSlcsbGkVNPuVhgDhuFA9GOjzTTEMm6z+j5Yf1z99wXz/x9l17VaOa9kvEiAqkNSr
0onOdpVdL0KFtgJFKlKk+PWzPE8Xnq5rYF4ajUZD1pFEcu+1V/icz4PYUREAH4wuHkhI/vrHJgOC
1F4FDb9YYB+Hyf+pzPGOP63ftY4pBqXY26BRbmHFtySPirZbBg155SHXsV7vka25oAKX7qs262/v
49Oi3gYWjWJCyOwU74ckGu/9sXr478/r3y9NP8u8NQ8G1dAFl44gVsHQB7E5mnxRsPzt4h/P8D/O
gaER3TpWqOo9wW92Pb4G+ivnt79d+tNShmBZRQ7hKxdQn4Ir2rskm+vhK9Xbv3+i9LMyth/hiLbV
hp9rZFP6MRLuVZOa7SuG57+vY/o5CQcZjZOAdwY/B+Pwe6T/WHnTEkSLEkxBe7Z8sVv87Ud8PLr/
ePoeRdKl0Pgr00xwDHdPajQHN9EvNtN/X2n0syq2C7Rv/eRjIXhPQd3m+iMhdrTZ9hX95m9/4FMx
XcsYQ3Q/rs7t/MvzNS/HyLt0xrtdADsW//3z/9sz+rSa66leIEDCi/Y3WRjnHxcfsgmZ/f+u/mnd
Io7URnPt4eoxuChzwackpfMXF//LCvgsipVkQVbohsUFlHdK9375tYXrP//9xv8VJwzoZ0lsVUVd
j+gufkYOKkwIE5rxSQO81t1pC6tiZNW1CpVM4Zj0BSPgLy/is0YW3gaVz7iC5Wmtcw4iVLrEYU65
+kJC/L91+v/dt+lnjSwzo3Adotku3eC5w+w4upu2nV5U50iOqGCReYlayhWAK0Zvrn9BuyvTKWnk
oQ9Iks+xoSSN9oUcu7A3he4RHADQovqqePjb+/x4Mv+xXAOOLAiCRhgmmcMfBrWtSKuO8D///Y3+
7fl+2gz6aQGNdhiSc2N4RuyPdnv13Bdn7t+u/elAb20VJhD728vuAS61KvlFYbY44Bn+/+7900bQ
byE0EB9mlYyKdN2/ifFZrF98d3/ZivmnDWDbrBTDjnozcDqt4rW0+gI/gXTZx2L6Kh31b6/20z4Q
98Z0bV2hqE30i/D9iz+ILxhhf7n/z4JT2LLPsrZRcvYW7/uW7O9BIJmf7jPRV6IrUYjmS+vCv2zI
n7WnCJAmY29GeK93zX2wquNc04vH5F3HvvJ6+9uf+PiZ/7EICPYBW3c+TkZdOYgNmwqDfBmnpN5A
Mo/z//5B/eV9fJahItw6bsyMH0JoVPZWHpDK+sWp+LdLf1rFM3GsCQERwCFkpKmdXVsosvz67/f9
l4XGPi20hBO2JBtOq2mrcwAEZybpo3Vf+dj87eF/WmdeWFczobu7VHt/7zVeVs1ojyZEGn71F/72
tX5abQMGQ7MKd3KB4culq3SYdybK3dx/gP9qzO0WRV8cj4T/r+bxX7b8z+pR5SAeGN3oLqqZgwLj
pPg5BJh9MtU0HoKhn9/BT5lfsX6aF70v/CDDFl63nI6I9kSk+XcFQVbRI/5dpdyfvR9WifaQWNs8
TksXfoMkvr0EyqxHWOQ39wvl9RXKL/jTzT2/zKGqb6YIFlwh0ttyf0BGlJDxfo8BY3vA8apy398I
LH/Bji6HdZcF7wn5Z4JgqgiCHZnz4MjlNWhtbxpR0aC1eS1aVqnFc0C3YU03tGeXvaMV8pVCfV95
Tftb+S1bS/zvUQ47CxDm5iYqmQzadwO7+G8YxIWlUu38PQEgc4+Bqz0v0wodUNi4B48wk2Srb90J
pkZeC7fM2j/5fWXuROeGyySW6k/iLXWZQGacj2vTvCKlevk1wwrw2lK+tdkoDFRRfbhsCJYi/cX2
NMz9EUwT0PDtQ7951XcHg41fHnp9ZNOv7SNDHjUExXUD49gwRijP1GpUNG2y7xgHijCLLTXIBV7G
29E2skB7GrgUK3jXZ/xwV2WxI/6Qd8gjAr/SmHStlHcZ491/kjGIrSnlVXxly0rOG4O7smAxf9bR
0IUFON41PMfbaS7blrMSK6xXpd+N7AG8/j0sEEW8qjwKFn5LqiXgGeLqRRoLt71Qf3BPhk5eztaK
4HOop3KOpC67aVHlOLgOpl/Ddhritj5Dv7UVJlCqiOSw5rtd55w3wXoW27odg9FNZ18N8yngOiik
XeOHik/rKxo0veIpyOC4M0jMnFzMEfUITdchXFSKDzZ5sP5iH5MwgvFmEHjfkcZSHZTlQclZoBAR
rKLDbps488BSTdvd2T8xb+arHKfxGwww+xt/llOOY2S6syvbX6thU9k2Y3pATLiVTZj8pBtVIUIG
8E0Pk+LFxuMhG9dJ/sOAW95P3MY5jht9nfHnyshiHDhVy4dPb4W2YIi2O85WXQZiwCBu2YYnQuGV
zuppRxYc0P2behn499qSoYxn0d4jOmy+G5qA5HzB2F8JC/H+7vWZTHhSrCFZv0XbPpSqMlOhfN4X
tW7x0H29FQzj3RLpmQZ5KNNy40BludKFmFJHCcer22kZNbQvQl/NWTfG1e2E+VPaRPBHnMMmOCZS
gLcxLxxmpqO6tq2KsBgXeY3niD84U7U3ZKxstkQNe/V3YjKfeP6DCeDT1Es/qNNxo+GDHfvgSAdG
jr7FlynI5m7lBkDC1hTKXerYIemj6uDxYC3mMFq/kXB/G3kLYgq85Q/LvvhHu+4RrFacvfG4H4O7
T7gqEbbeH1llo1e+alcM/tyRdPBmldarjW5HFNBZt09tDe16THNfiHefBvLSL3PyJ0g6mtZ13WdR
EtdJKSHe+tY367fK8TZlESh78SqO8T74Kt08E3/ralP/caIeslb1dj/3lC5nrWMEa3pkyLxZuCfO
NGxeksRUpZFhfx9E3fgotICnbbCVfsOGx2nQErJJFn43gvpt1m8QUoxNPxRQJIa3LO63lz6EgUBN
5votxL+dUXEw7HbdxtJdcQzkHfHSfkrCvB6GNwO7odPid6Dz+558rodtQJZX37yJfdvCDJOF5mdi
A7Cql24TtzWSFg5qr2WfjnM/PO2k608Jh5e7JEgojgxg2MLQuDr0NjZIldyXn6H+UAu1qzfcUo0I
ASyy5J94brwUqbKk0Erh9/qGpouUFn4WIs4s82jZakWO4MyEeUhhhczDGRB4J0F+aNfOL62Lu6iM
K1YfWtmPc7qsgs1Zz5o2i5AYdOgr2t1VDHmmdpnxIElFimCkYykrQs57bdtsNeGEzzdp7mpoy56c
88Yno+X+Agdr8L+QbXXl3FqMghVD37/uh5hbmA8mXoXkq3Bpv7sOCeJUJdHBwQEpNcuyXdZ9UC9u
G3nKZ9x9X5Ego9h04HefxC9hHU6Pch/Wop389VetPEALRvT1sZ+bh1WNSTkHgz7Mo4eTtHE+tPDO
rGB8aMz9ebe8UhM292RcowP8f0y+sGjLhOeJrPa1vMGwdi1NMzfXXW7bn2kc1C3Hxl+2A+9/9K5e
Lgw+Ll2G2Ut440XEO21dOBzxWeAL4bE8yTroSzPUTSFBwQZF10Cy3mPfnvCaVrg3S14SmJW/DEiP
btNx5PGDFpTvWZeM3p8FuMYN1HTiLjYTOdAlcretkfW3Pgj4a+v33XlMRnHTUEMPHFy73NhqOmuC
Cxg3Sezfs76HK+NybkhrknTA2fvMYP+UalpFD3JeJrjJBv3TDiOXLqs37S9FMjXVd8UtOQ/AqHMb
CXEIpey+Ixagx8YcQ96y0+W+14wiyjoMsyrWG4zh3HhYpnZ8UZPWZcJH8S3au9+LQpBGvjG2X6MB
74rBoPkZxQSWfEXa9gQjMHOKdoLx/UQWONCSWisEDmBrdY8hOq03kCfoXPR9S7MmGB8dG2/7NkkV
lvjWY1sU4ZjaPar4Ka6akNzFElFdRbDNFtHYtfqWMH8+B9LD0pqVPIasmuaUQX+nM2lbWt8sgWjm
THvhtpULtsejj9zFIEtmnL5Ow3wghSuufPIlIbmwCEbYup48DSJA3IYN0RpI4BHhpKDqUXHvFd5e
0Qc3EL/AtuXniEQz7z5fxgKhwHa62zcYTilDXUpVhSF1nMx/uIs/OJISea6EEzuklDRhhJOtS/x8
Rv3zCqH3+EKSWCbpJAJZar3pbMPXIlNLg6qDf0xUv9EKB0A4kvep993TvqkENIZKc53Owg+DzIAj
knEGs/V06gZewmTKZprH5iaMPH3AVhje4PPeTtuAEIS+ddGYDluy6oyMXv0We4m4qCDyC+lPZsso
ttI0RqHm5ZKG2BJ3xk4NY/oQ1c7dbZCtvkRs9y+AqkOkIWuTjVgKfxBoLtJ9n7YcVjeQ0m7bQgqx
UHFwtvWnDAwe1+RjizYg3aJEBkjH8+x9XLdbaad+htwFchWQx1UhqBPlLtrhrCUVj0hZqcUd5c1w
acFTeI42bZO0sbN3G3o1vCTF1GG7D1cveJGDZO/ai7uffqJx/DIXLefWoV7uJGba8C3uj9vKAhSX
XN1bZvpDFQf6ed7o/CA7HCC9FWEeTJFjSLqjCN/tEzhTpevku2ejpF1y5Nv2PThs20bPEgGwxYT1
9rJMssvruQuCQlW7vOPUr8JcURncMRlRbEW0N2FROel9D5SrIAJuh/AdBhXuEtp5ugWrA7O0lrrC
sF7PqSKdBKmo54gcVlP1Hk37ko1zFf/QINGlvbWmUBELn1Ye2FuxVnBAq8Ha8XJkbld/Fp958VHg
Uh3KS1iRP4ABs6qML/1aenQ6duMUIf6F1QAOo3Y58KqGWRFVFJn2Vvila5ME+b1BYO8XmCvCuQ7d
LOWzy82iqwsiKnaXdcaRKVOhRDFjbaueYArdFnpy052DkZdOV9cECiKmyD4gz8iVFIJH0AAT132U
9h7+dQaVCxb5yJoUvijIAnZXN8yo8ecJQElvbJDJaRLwst6EzMSkscO1dlU0iyiUZH3lbyqdDe54
QJ12UhFclTCmqU81m6pL22o0OdtanaaQeFua9J5fWBLI02I7W0yxUjchGrMzHi/J7JqQcovlCAoM
6W5nO1QHvdApXaADrVG8+NN1JkRkMGORxyaZw5sYFekPQ+HfeOK7N8McrR0eJp4ExVJreu1inBfg
POz3rFnWexXOmqbzqJHP4HfQ7/nagc22dPsRVhnUxyy7wj9oM734bgwzRry6gMW6fPH6ld5E4Qhr
02kYpkOXiLgMW21wtqMESRWYGtkcxN2hUo1/jvqtPxiE9z36tTf8cCiyj4OrhwtY3L1MUYH1OciS
fQz9l5iGXAyuyeLRN281ZCev0ziJHLqoAcKfCC7zqcHCLYeQ+Jek7tlvYRTC+bpeLFnTxzRDbddc
eTvXhSe1+aAnweI4a92K/yCW+gXsVnl1nqz/GSrrI16qmg69kwTByX2QC6ajPHZ4SYA+m3vbra4r
zFjHZRt44ymE7OkQLSS+JrsE2bntg3JfdY3Gsyfn2o+nNgvCbXhpFjH9ssjDfJO8jX/i/m2Xwbkh
+GYrJJJ4xPMK9Ory+yxqf0sDAAblBHfaPPBVcoxEvL7SkUQn5BO559m3eeLcblI9w6GToa0jtjot
jYSbaYg6KV9k1yqgSP6WZIFXjXlDu72cmtBVqInJx00NbsjR4m2paZJRHlucBGAIQvfmz1MCzaJn
eFnzerjOzCzFulfMZDPc6DF+9br27cO0SBymbUAXA4I0ui64EzSwFi7aNoxTn3ZwlEySLUtY66Nw
1fJb3y7TTy5RkRbBLmJ2145Szk9BC1bSW4NJVlN0aJrbzJeT+waqQHCRQxccmUumNJmxz6u5Rsx5
HUFsOD/RgVeF1UFcjJEc23xIFDlVAVmDtMdDQLDWZMZfmBaoNFB6fY1ZF+VQ6UQnVGILLGWNmp67
rYMpQeztE2i4mLm8uInETV7rOAQeMiTQzJqQdijoHD0uGxx1sZMxXq5J9TtwQt2jVpnTGqnxQf4R
jMYyqMptlNfVUaM/UPeKBWbMXMSZykZ4PJsiGdomyatRgNgIVOufyoymNHpIUNjuEjaunevTFZzz
lIcrAlIqWJYOCYR2IayWf0EzsR26fRbZhof4GMCi63nqaZXD8zzEJoQQkosC/JNqOfhLOsGm6rSt
q7rdPyIDZqFECaKW96rlZs8JarQzbL/qKzMM0YPKhxOHMbzLtVzbo+GePLApFjfDRgC2AEp3iJuJ
oDwOofvaE3d2qLZTYEAYFNaDu+3RG+WhQQGY9rVPjpG3S3yN6Isg2dNK3shE0oLW/XzwPPjgNCtt
y4q29sbq3RzxAbMM0pahSBAYejP2YEhXjMEOMZq3FH5o5m3qSYdabhdlIMl4Xxm24v26ThbYs5+G
Gq1SkAjzxMQ+omfR0TEC3TmrxMpLJQd+NydVcNJBBUoucVEFd4HVFiOCYM4cS3hFtbwmP/cYyxSq
Lc2vo1clRzVrjURskKCmdWufYXTtfqJ87F87b9uQJ4QjPNcOXrlpvPX2lvSecqjAAWO0mtI7KXR3
9fQyXwcMDnFCAz8qHRrTB9gm6n8S4xGeMuaz360yHkS06Kxzb0j8FQ7CMXblCS3SwuDxgo34LWn6
m4qAqh2rzuZeL4FzTVOQwQxPFpXfI3acgsmA2Q4SZOEzHuZbnWyQo3EKnDFsXybkw2De1xk0Knao
X30u2wespjoVhrRXJqI6HxwseRe56yL4aMtS8Mt6m4K4UOVoNoPzQkIsxVHDLyYLRVC/oYbyC9Dm
2HnZLaIROoSuzJ6CiY+ax1vKI/PAELR8mOIguMysGa8iFPJXUqNz0rvPDySkEVQvna0OgBLZyVoV
pKHfmzeyh/uB0cqIFPtWd6sT5186QpZH2izxSyMEyftahk2mhR+dUQj6p9HbcP9smw6bBNI6ezu9
AlpH7FC/xxlHB4QD39ewomPGpl3XsEzVmO7hpBjhiD969E9iO5yclYIvBzbkOXj214nwo5EVP8rR
8mJGvExSVOvobArKcgcMhImBf3R165ahQ06KRlt7xXJdDwg6228SJIule2zc+zJHzcE1DbnldYQ3
xoJgu87aRY9K8/kyNlBI4EIVatLKM/bSo0dS2TKhGQTyF/1DFFi3ANPGDcObML7zAgwtPbMwxO3G
DKQAeB/XP8J+a5+QkLDGiAEbtyCPST3TbKRGvzPed8/AxdiNrZfI5Dxo1R1kvbZse9fdKdeQHK8p
vt9IwHBgivG91ol45FOz5qtGd4P5aDQWfONzIaJ+KnzkZma7n/hX2Prxo4XBSTn0MijHdkArROwI
LBRWbd+rpZ2PqHKG+wobacFBGDnqZaz/9F3EzgPEvbeusvZQ0XA6hWpSz4GeOOoJzFxegwaYqUTf
jgRtFR5XiqAMOPT7V819e4xA6thhQI9pM8dx/O7BoCRO+32mYw4Kd3BfWS6Pvm5Rse0KHXzqR42H
W5DBlNadR87NDCrxEpL+EOGh3lhQR3TaqKbr02Hk9e3sJU1esXYpUREGb5Maqy2vIW1DDzeBZwB6
/6MLZd8B3gsxzvXwxR9Cv2urA5038ZujhjrzXrIo9Wu+X0cHUCxbDKWlicGb7ax0Pwc7CwIaG50P
2xYH3ypjx8LpQJt81AvPKFb942ZXtIdG+T991ez5x+1knsNWU02RnybISz0i8lvcVNAO5h7pEhiA
eu++P2/lhgCTl3GN+9JLhvEVfP7gbZ7i8S4c7f4DlvhAZnmyFAs8ul8GFBmFkrXI/WbIcYh9yEMS
c+S78Q42iml03MwQfKMThaYBAVvj/lALH3jsaiXyU6kFKA8tafTCPmqz2qsR1gFH92KAxXJuvESX
K2zA4RiL1m63sPRM0Wu7Z92sSSq82P/lby45BXBhfFB6nq+ALtTHrJyXaMWSo65Qn40tAHWBc+wA
G4KPyE4pzw26PJOBfxMd4kYOh82RX45V7HHweo7TD79G1EDrLPzf/8Tb0FxX4GmIgyTLsz9D3qdr
SXHsVfp2sGrOFwwC0wTOVcBxx9xQtEFO8S1rKCBXAqH4G0a23Y0XYrsObW2zcNrZJRgMKaZVtD9V
T4AtYKZxMwqJfV6AUoU32A57umOksmTAi1WxVS0KlaQPH7ExVKWLvQG1a6hu+F7FqHpRBz4FXg2S
GgqnwyCUO/XGjzO0Yug8bLegxAYOHu5VcGj1Gj/VIADkqDpwrOq9LWBpYGtIYliSYQAy3ca6kT+Q
aA1j6ybGAk56mQWRQ0FUG1GEtiVZMH7A95P9nhD2EWDoC1x5l9/t0Cx3uxzJM3Hx9232qqKCYu07
Qqvere/taTdtMs5bDgdaKqI4xxD+PdyV+QM/AwBy1sRAmhNdCCOavYgYdp4UgDv861zkA+mFCWrJ
+4S/ukG653FvZJ11OhZo5MIuSTua2KIJaZtGOmGFbLBdMgYYOkIM2mkTnr3WoDw+RvWO5b+u4lFs
zVQGlc9PGlVKgWNM3fgrr+7aeR7eKmvcoRahOiDGbcqijwCF7SOvZtpGl0pUJSp1KN5LRhgtmx3Q
HwpOcWtRBiY5RTZqVlXMK6I5TMpRBEG2DTY5wiXcz1GJ8oJRDSKGjLhM5z18jeHZV/RugKYwcrKg
rtIPs5nVZesGAZDFq4/jtCa3YEUshQ5RYotVDTnKVX2o1gkH+FazNa0q7r6hJoxvKex03rUVCdBW
alPj4n1NvTpRUBwhHa6Oza+mRv+WDmsfv5DGf4os75diVkK/J16os8Dfp7JlZLxdAyD2He3G79He
MMhu9F7EiGTIEQT58XmhO7HtiFA5JGZkyIszKfFwRkWqbX/0FP8f4q2jUjQ+ROlmXvUp2avhEFYY
PnnAk97aNvKPtQf/JUyl0SjV89hckSyBVQgcNG041CqMr2/YgwAUVFCVSjmuz71I4nIDWHGsIxo/
QKET4ocwzF2EB7tQRB0DIT1YTAE+tu3RIsOl84PfIOSRV2+pyF2FTuoweAH8kfWGRE6HQU0L6e0l
gJ1eiukRMieQLp3bHZPOrjGvPR1djkoHV90GUSpP+OdFmPEUBIxlEtj2oVsSkydbu2bWG2ReSa6P
DcFXbxUggnRHHf7IvVEcfN3AFR1WR7lNnDoPAq1k3JnkVEUOlfTaieeB9r8wglGFkX1bJGsEHxC0
nZlnWv9g3YbXCmepOY1QWd3iCyV5h0LktPejgNKH7udKN/bcYUaX7yv6U1l1Gl9xtN3PtdoOqC84
w9qOpnyqqx5B17TaUzPOzbGa2/UM/z9wOu8U2OUsrSe+/loA/WeTMjtJdazYmfBwOdh6a2OMLZf4
HkTitsnaZYjB0TTLnxFA/10cdjNMrgGw1mnLg+DO7hsWpt+MYxkJon6SaI8uXKzkDmlU7XlhoC5l
RgtMqtpuZbDM4R6ybTHX4RIg8NTDyYhsmJ2NGmhmUyuZxZLIMIUXAivEGJNXnmxQZ0sXremMw6hU
xgU56w0AwwY7IrL6Rlp6alx+BpPXl6DSd3lrocUcUR5+N4uLQXSaku5nG6phKzx/lGFh0WP/hqBl
cEXf+Nsl6YIWtjqU/hhXoc41U/b3ihHXklI4kdywGS4/SYOiEkgluQmWIcL3DLscNPo3LeKTbxKE
Pd1AIA2DFI7BWZwr7JFzHmHgfWlaXh/USnpZhLVajuGyoNrBjKo7zZ7oinYRzQlhdu7H0uzaZr2a
p8IMxPzcema+24baWzPVUen1NDhgMkXTiIzdzdRv860MDdzl2yB6In3k+bnS8OllEk0Elvt6mNSS
XPtO7g/WrUkR1/t+IEODnM5mkgAsl0aUblnRn2N3AkQ7wuVS9/IWCF5TsH6P0M/6YZ01et1+ao9B
Lx0EwgcwZrEu4K1T/YiWMSw6xCkdWNi1ZUf5+iAJsr4H4CUZ0zv8s5ivHnxEVGW6moKy9pPkidW1
fWatig8+4d3N+JsTTz+Dg48ocIhpZ6gUxnAcbvVitU47fH5ZZAC1pgZY5Gu8V/h0NBNXFgiG292r
kpBgv4pOoHvz9Rzf+nQbf2HsHVi0GAF9Q6GzIpKEd+GWrwFbm6yrBaAOiPT7KyDxuLv6azOAb+Q0
BsiR2R6aaQJmQOOQFjA5FFDOVps+0jXsCx5qsx95ZOvXaophIjDGgpebkd7VBlg3KVFE/WiSQL+r
3m8dqGRx9R29j8jBCiKnmE0NJD2zLHbQAtAPuWjH0DlabTZy/jGZ100RR2iIUIbCxzHB3cPTvZ3S
eO/cDUco8J+28bxsEJtXbDCJaTLld/ZO7IF7JL5tfnCu3MFxZ4M0MraH3xtGmNglWn07QYB32cPm
jTslDjaJ+3+0XsQZEJN+CXQYw0PXA2yzDgi4XmPzOrYK38c+LO8G6+5lxIw/RBSAWI9JgwphNYLd
JaYNb2Q0g/qyLsu7b30BsVs/ll6L+wMVBXkqwOk/1G8GGXXpAsc+aD3l3hN0qdLdzn2Dhq/FKZjr
FnydQ++FzQItNUNRVvm+X8BbSXuYw8vxOdEop1PNAoxJ2mRScRE3/lo2CwYoiWNrsaLrO+sdArBU
dF7yhzVUPvUrpB4wr1qnRzeobUELvo/IiYo0sl6aZj+uxOfZgFjbeymQFJJJQAC/GRLFyXndtQ8e
3bQUOzoIDHo9SJIh50dINwAsBo8WUBxlPnYSAy8wdJIMSFb94CJ0vi0iEa8rRhFvgvP4mU1Rf4Oi
aX3s2d7DFFfIfFUYU/DFwY5nnYPDytFPG7yfe6WILHCu9xmPw/ph2itzz4y5oePwT4OIhtsphqXU
LDZMwpE+f5jRqaT+HsnCDvhKU+TaiDwOW/JuMOQ/TVUz3zkcjHksVnkAHDyUdW2Sy946NNkwpSs8
68OfK4wX4Dp0eMdq6+6JTEw5VbG5D4xrT4B02H2A4Uc2667Jp2kAdhDMKzBybasCE6P9uLdQKhg0
pd+g4O3vYp9Ht0mIuASMeeBkhxdUhBqPbdqcyecdNIglVMt1XoLoIQzr6B299XAc5bwuYKUYWFLp
CthUGFTBgyFBV/4PZ1eyJKeuRL+ICISQgG1RUxc92e12294Qbg/MkwQC8fXvlFd99YoiojZ30dcB
hYZUKvMM5x60Aq6jAAfWwR0EHVEPddsYDRoyZeXOtrA28x4VqIYX7QNpUA6HOxhptuAFxkes6Txq
uEj2HWUcMRmez5AzHQRS+tqD1tIOKv3yEVUP0KM12wy4F588NPTQX8KpqzrUzN2UTo9ofwybMenz
7zay1zFUrKze66L+q8u4PRRZyndNjhV0HTm3AG0zJf4Lr+hKz68ITHYBnalqm+0BMrjPrcnH1TG+
Dahqyvu7VUyrFMiNiKNsWIHAhDsCivZl8eX6Vyzg//4B3T6gI4UkuG8GnY4yiDakG6vyGyCoHP9v
Wug1TYIFACM/j+CHd+gZ6K9GOSpSBW5DnxBxr//2BQYz5wYyEleKgvgTPP+6vIf/QYFraJ6G5wZp
VsLXNetOUw4HKUcdKMBiJOV3Apg6q13BTi591/nvH74LisszghsDALp6Fd5LCzD39Q9bmhQDlFkl
cB4vwM+J3BIdk24zWL85cP7XH760bg1IJmpkRY9ACkKxBmONiNBiBfbty3iTNaLDTaH/1sLBMCZZ
Eild4Ep5zFSL8uWaENvSzzeAzwMcluwezeNoRqfPTZx4i1vpHtojw8a26zXjl4W3mEr/OiBzaydp
EgHriFzn0abtMYagSMbmlfCxsHhMgf8kEO6ASR2jwmnDxP1dJ2J7fYKXnmwAnlF3hXyG6oOTnVeH
hhY7exIr0egyU42bOqSNAxtBlbDzbah7BPrwj0xcthFThauwI6D55qs3a07W9sHSLBj7m7QSfbwY
sqecfGfJs0P8UOafG2GtAHqXRur89w8buMetBOLBwo3Q4egfkq4JItL52W3hgRm7eBBjAyBgBzaN
yk/F4D+VKGjdNsXGHp4ARcvQzQpObPbPWvU7q/ZuspZzuKlFqnHFhXU58PKND5AJoeNRotuzs4vq
+fqPX4hupr5lCaskd0RPPBrq9pFmuCiAGPons93v15+/wDQyVS1FULMpllMFzLlOoRDT0KfEPqcU
3Cf04JXt8GlAH+FTM7f+w9yMdX9bZDVVTnlCpJo5SCW+HsAUdazHEYlHWIzne7AryMrkX1Y+crip
pSkTZGJuAL40AK6HFGAUp+yeAKhDTjm9T1UbEZe9xM1w7MicrQSVf4yMC8h397xHP+yVhJLasSjE
+QNvoo8WCconDVzfvEXpH2UZP2l3MKav9qU1MEjyBNmWOV66h6tbvBkd1wqlNbnHXEwjYDRxvldt
NjwBzMgO6HS7UK2DhlQYp6ggbSyYQf1F8T7fsLwU+THt5QSZH1fPD07f5m+0bPpjG0A1MZv96YHM
U/EsIbB3cHsi76XfTy/wusCtQvSli8JJPez6DIt4h59bfcmGAfZ9KJdCGWpqayQGDRrT97aX60+u
KIOQBVOyjyfOD0Hse3BNxVU3AHQxy77GtHsF/No6VAWhvypU147od5aHVojhbnC9M9LYdyICkkak
Yj5vOzrqUBe586iDodzllqSHKoG2TjG7OeBBM9rrgcXQVR376UHHwFun8pxFliV/zrmr9k3HcFWa
/N7D3U0XzaGYvHzvMU3vATi11w6NhU1pyrYr1OoctGL8E4D55/IggTAQ71dUKBbiLDXibEUVIAIg
GJ88JOngcybpGo15Ya+bUu1MM2vOc9c/kVY8t7Ectiy2vswqkaGNTLbrm13v5ncEYO7rwWXpU4zI
y4o8syVFagYfdr2HGO8QgfHhrCQFC7NgumD4Kc3RErKCE0WD2vfTHWefEYVX4tPCbzeFZpWdKL8b
Z8QnFJvvggrQrU65/Hh9ZJZ+u3HciUGXvmA4k3w1bDRavQ3K4gHqjLc93hh4y2pbDwr5cwTc7/M8
T4Az2/1GO3yFtb708w0ekSIJRdMfPx+m92Edx9uyeczymwyEELKNrNWWqMvnA3ZAjEY4OcrMQ3NK
rwwN+bfcLwRnU082LmY7L50mPs0wo4TVBR2eIP2/D9DPj7y6UuEsXA7Mj0W3feD+yqq2eh8r/Htr
KHFpHzV9dUVKt1N6ru3BzqzcAe+X7OssKYFVaLPXckDb1rZKcY8mGlCfdaL5p4ACVNvxzHtCN1Ae
3LQnh5j07Zbaqb6D8CngibnIgELDGfjFTmJ/j4sYpNPs/ieUtrMB8CU1PpeuX+79Zii/BzwbT6gN
w1kma9yXKUB8a/yA7tHYwn0eMPsnD4EqCWU/lZELPWaA52wPR+xQbwqq0k3sFvNhsPohimcC1L2V
6F2fE+vEFYAJKJsGKAdP7k+U8NRPVpX1qXam5i/P+gZAiJ5/SzPCX6XVj0+T3c+PvErmcwOAFaiX
l/M+cEj5SkTbP45wawa1vhpAEiLT21B69JsKSPNo6QHtCeBl83uYLrHTkEkX5ZiM/IzrUn73XXeu
t7GwSejOTn2ABBf77KHleQKMWHx2ZuU+VDMHGl/7jnUcxiY7cqmmrx23/Hs7YASdsgKwUocA24IN
lqGE5wIl3rJ8V+S6BL1FA8jX2tMmAz7rC+htPOqHjgC+jmbgZrImtkkzB9QLPqHEMsBvFVQB64Xm
pI2kk7k/LNZ37ySNpz0km9R9FhfAN4NOfe/mEiAh0J7uQFlBmY8AwiRS8go3SgbUgu+m96U3IPim
TbehkGT/YrU8D/tSUnt1tSPjuLTYjZ0KtlUliCRIftnEIigs9q9AqKVfZihYAZsmavdoo439lM24
Ort1129BO0IpDhSThyJ2px3qtzeZcDrI7f6bFcUKHtK9PQYnad0rPTzagXUPh6Ht9Zi3cP8xfWCU
0nhjYAcnPvwEJSHUCTDA/LEaVyPHOXpeGksjqys58Ooo9PjwCJlOHPeKTVWhkSXoX9CU1GZ2JrkB
JA3+MLJ/gert2xTkfZh5a8It/6Si/v8HEFNFc/Y0Gpi1nKIERq6npp7EYzcr/e47iQiRlfy2C+Fu
nQQXZeryZBfXElgwPoPA5RSDvk+GGHDIvMNRmbTuylF2+aAk/6QpP+S6Vc07OlN/Aqd03FFnPlVS
rOQPl48Z4hgHQYwUHVBAJCxsfuOJOo39t7F2bxH8xvY/Z0kffvfAgX6enDaPdI0WKqq0+x4gk5g7
dH/LgkR8+e8L2oRKFxgsHQH1s52mP3yW29H71Y3pyuZeGB5TEg1YlaFBEkQjy+HPWpSwDrGAQrSK
leE//9ALy+2fz++HEZIlGwUyeR2lEDv+1Dg0AUHABVqdgIa0a2mJ3gRaM1BxGuH5fX3QLjOUiamS
phN0hHEzzCI7AeInmIutqIaDlP03r0liFPjbX7e96LycP3xc6Ta4dsG0I7KChwnEJDCWNlaM8uEM
amecrgSlpSE08rwRTl2k6oM8Skr07DdoFcZvEgBxtJVLSe4B6hjvY5vS7+jMuTclZ2gh/vfLEs+2
cxHHOqpofiqLCf2ll2RakzBeWnTGgQJUMFVFIOeIA1EC6NcdjQEPJ3RFJ2Tp8caWt3J00JX0vVOd
lNuiBQy535I1w9OFUGVqp6miDBS8mDxo4w+fQGl95F12d305/dOPu7BZTOE0MKrBvwB2EaM+PSVF
+gjIKAo21oFotvP74KVvBCoBHbKuznIPYuhXRuzyuUdso4KJrFM40ivmqBkb1BpATL+bBw9Y04w6
4F3qPFvZmv8W0KVPNM4/9ARnkmuN+6Oq6CGeLXknlFXDPrb6GhdF9SjjdoQFtXaOgGzXm4b61mMP
XB4u9aNeu9ssjvR56XzYuY7fNyBq+zqabH3fdFBiqFvsr3hfVHb8DbJgLq4kEIHr5wKobieP73o2
yZV60sKGto2woQsBqrJCUG9BcM2nr9QOQI0bT0q+D/lTn63pCC7sA9sIHKCk9Gqoyxke32MNYHA/
h2KKCaj51W1hwlRqA55VubOEUoY7/VD27xqFE89ac+Rd+vlGlBgE8FoybX2w6189DvYHYZsqXrPC
XtrHRpCwSV7IMhn8k4r1M+2DO1YPN80vUB3/XVyQH0J1ePDGaIaOHSyj+lSjHN2SMCh0/e6L2P7h
1JY6cWfu1hLLy2eeHRiJglsFMItIoCQ103wj7R+5/hrIv5b45WV/rkeny9NhB0aM8JRTAzoElNkA
uNRjbYFBZqEG7uIatpLsXJ4S21Rs8xnYJBxsoMgW9CsScZBI1I/rP/6fSP3/xx1c2v47JzbCjlN1
WKk2NCu2IDdOAHx1InRc9afwANGyMmmH/mTjImnz8jBMgnzycTE/MeAdHsAdfJsAQ7yTAL18H9Bq
32g5gkhqz8MOxDv1JsYs2KHPZx9HSPhsAgh6r5nXLI28ES8cglvtrLBUKza/QLYwcvMAkLxkze5n
6flGnKAeBA/bUc2RGBINNQq5s+0AVmGg9Vwf/X/tqkujb6QTsh08qF5WGlZhrfWj6tPf2s3VZ4Ac
PchzdcPfRuvqwAv/wXF9vZ2qLr+f/E6BeGIH32uYiwKd7NnQNiyL5xi8vx/g3wK9S2P1MPJY/GzA
yoAMgAY1n6g0FIJSUKXKX8Ba5ru5rMuwLwbQZLQmX52hLEKv1/rvgLzjUABq9wlqAO1OAKNzxxW6
sx1olWEb9OJYO7qObMLfkw4QE1bHzTEOctRjgAHsI+AAUwEhAjzacSgQ44HfPHO3OaWggrKxsZ8r
AREYTcv8Z6NaXQDSCa8sBvmcsHWGYFo5Vpdm0AiVQemMjc+7Jhrt75MNeFAjt9309/rsLW1LI1Kq
QndxZTUioi1MyvC1gLZBseU2HW/b1MAbgzoLoNPITyMmk8PULbCs2365KYHn+QXQQWniRBZkWPbx
DGYbF9ma78c/HfMLq9rUu+PxbBMbVe8I1IQtqiSbtCPbvn0pRhuaCP4GrKS70Z1PAUG4KEp1zIfP
UutdDkZVI9RBa5A0wS5JWbfTgfuYWMWhmFEHw0HXoQHD1nAbCzNo6uZlrEVJSo/eyapZs9F8Bvmy
vCkFQJ3nv4G1gxbHBECYjsZabnoCcbfhlXXTWuTAUy4NsRH6eogY5i0Urk9IlbKHwU1qcISc4hSL
Sq2J9i1sHt8Ifymg0xAUEN6pKI7j/Als14q+X986C6eyb8S9LBhYnp8f3ckhjEeQP3JoL0hIafyo
gzUl0qXfb2z+ETLsyplsfiJ5/ej15VehyGEsvcP1b1haPMb29xwPKhpujatgg4JYK8Axnfu3m55t
Kt8plA4b5Hk6IhCLSu2fbbmCVFoYeFPmrnRtyKC1eoga196WWXWEydDGDj7bMkeLMFlpsy2MvHd+
+4dbhIe+/TBCiCA6I7198qbyvzBevj405F8YubD2TYU7BF3NiC9U5FigfbY2F0ewK0cQ6EFZsrYs
B+QEVe95UiEZiLOlWdkfSwXZo8Cd04hmd9Cxdg5d0jZ3ogdfLABNnocDPZeTAOa1N2NsJagigDcE
Ejht+2nDIYwFrafazcAkHIP8MIL+9j22xbcxBa4PHA+9S+xG7G3oBW0D3xr3OD79J847gsoKGhKo
7Iiy/RawuAo91ynlFpxaZ7qvVQ75AQDT2h0UQ9hLAcrD1gHDeAN4aXkvWZ5FZeblRwpc/q7r3PFv
kXj5T5VCvdNjIt+BD5Dj3C4cdGTF9ALWPoNmRxzDU7uDcNQnTRJgDrymAup4YEkVKavgd42dsgNU
8ZKXEVpMd/lIYmgfKQ8SHum0jYuqvisHCJa0GYOACYxSw0H1w5HkUFGmWQE+ICCMMK535XDoq8E9
NKAb1dDeB64X1xEn6CEOEkvQrSrQnkcGflhDrSZKqCO/gC0JJiewWGiyxDk/Wkx7b1YQ+Lt47DWk
lRy9C2pwBL2a9y9Qca72buL5u44q0N4A2c+h3jS17nPeEw71l5w9uCrz4I9dVMfCV/Q1dmaQsj0t
ATm1SDm9l9U0QzF+hmSMXeUPKXiOOzHK6onUeb3va5DVB9bKY6Vid9MiOkEnUzo1ujdigrZZCxy3
6zt0l3RD/giCWfEA1bPmDxTT0BZpxFxAUAyO5t3O83hzLCcvODmQF3ju/A76VWUgUcV2U5nsiKdp
sqs08PYwBJKhhev8WzcKC7/TtYdNLcHRfrCcACjzsqnyFNQSkK9TBWu6WlvpHtjmf1cA4KoH0EYp
OHoH0nZqRzhrX8raYb9Yq+1dGccjVLy535zJFUH2KlKwczbd6NNPbSBxH0WFARS1cp7HlznQEiwD
DYYDhL4GrNJt671YLs5aGljuL9UN3eeyJ9neLpv2ax5nX9DC0Aen0zW746kC0cVP0VGf5z6USSWP
RTO+zQ6fOaTgJEjelj1W4C4CNBd2IqbsPrGhwFMMdMy2bpEMtwkT255xtrioocFqDWinnFpD2Mz+
oaTOKzsbx1yPQEvRzThXoJqEjiT09iIHmtPDhKtBIsQudgAsv/6Cc83nUoAzThbwYJzBzSx2aoGr
gXSbEidok0Esw/PAyIzTeKWutnCCmcDhatK8S+Yxh47hkLyDygZLwi71nJUcZenxxtU7A5EDtBAC
aUW3cOAVk9d3kOx2tjcNkokXtpivNTDn7AQdD0h0hAlSIIc8Tspe+fkL02yChVNN4RRdMPcECQgH
hb4ueMjXrt1Lzz7//cMBieZ4OTp+AdFcIMWfNUCwfyYrtrcqSNlKjn+5mGZ7xiucZJryNgf8R2rI
TOWT/w3sa8Q0kh4LYj0BwH0oubwxrTgvgQ/fE+RgG/Uu0PAZ+waKQCjQqHMz5HQd6Bq13F2f8oUF
ZUrEgvrJ0ll3qNvV0KVozgrAfTP1P68/fWHAuPENUDRF8Qks5Mhh8xgNJAX3NAVgrgYufedic2za
udcbL6jEij7zwj7nRoJNvcbzWMVRTe2G+5qAxhgQ+Wv05Z0sbzIRdqA38d+ZASWqjy2IPEQp1I2/
MmfUL7JtLPCNcrajaWqtpHwLWEDbBFvjnEWpGk7wEfN8UEdB49wJz6OhyAjE1fJyzF6D3AuiJgYL
CYiPZKeEWDMmXVgZ3IiYNYFQ3egDiOhAM6gdz4TQAP2m6wvjXJ68EI5NCLaTlG4lphLneew3m1jM
/Xa0xW87iEPl45XINvPReQD7/8/1F5636KUXGoGzSYGEmCjgmxQG4kfCx6MVIB+FfW+3spMurzxu
2t5VfusLv0WKMk6vBIpvDXwxg/bz0N8UfLhpecd5nhbxUAMvANELlAAGuiuhkwYWXe5sQJ0p3y1B
xd3s+GpemaXLg8ZNJ7wyB8o5Fz5sLfxH13lwexkCj79yFiyMl+mD12g5udaE+EZs8eaL9i5JYWva
5a+VO65soKXff371hxDK4H3njyUwcUWswtF1o5y1X2WV3ogJds7v/fB87VTMQfblnQKJui5Ud7l+
Y2kmvoAjr+2wh2LwjYNlBFIwpNsAvCxolaDk3uC6U3liw9x6641frm+Qy7dYoAb++y25lbYTq7BB
Jhc1g2rcVLaCtty3Vlob/M+VFbX0FiN0MgY1vqom0GsnzTuQYQ8yqLp9YI/fhmIAu5cO++ufszT1
RkIJ8FA76DShkY8r1UZYFZThuir0LXvlaFt6gREeXV0A0GmhjYki65cCqoMdKIds5exf2Bsm1sPV
I/daG9NNwVAplbMZ/Z8Ju1fWWjq88OtNrMdAgn7KSwmqXcLu7ARqB7qFTWQWv10f/qUPMKoVs5UW
cF/B8M9V5oZBp7oHSOhDuapp5KGy5U2mrQ43IR+wAAaNGiHv5NNvEFgLZQN3WJkdqPXn+ocsDdT5
7x+2+NjJMZVZPkdjCuQr1BJ/BQn7ludrpZelgTI2dowroEoSJzjhP5sGPn6W+luJdNfMKx/w73z4
/5OP/+PXffgCUHLZbBc6jzgQ5Z9Rl+6eQe6B4ETq0CMKV+2Jj1BimgHAAmezywow0li2y9Cw2ELX
0joIy2cH0ZXskHoFvy9jdBUsIrPQpwRq3Ar4xM2cJyAe1wk5okgAcEoHH4NZWHKbud30qCc9HKsh
Cd5wQjkQPZPpbfgLblqc6VxLwEdnuAOkxQxQpfheZFTsIP29u74AFibIbKC3FGJv4pzCDmn5Fqvp
qUSKPPcJNC5rd60svBAWze65ZSVFMac1QCrBY+6MUPnUm8J+JMOTzm6rrUJE+r8rucr9gMuBO1Fb
QFW6F5A8nRLn6/VRumzs7HDT5gxEBrAkGPxiKHBqR0FlsS3cAbmd7Jk+VrpQn2OdidcS+lXQagae
dJZd+wwKTftHd22yB+MPKoG4o0NYmaAWuRlJ60G6KoVkABmS45gQr913Lhyw0t6DIu71H760v41R
cZOiB9d5hP8GDf42nkq3uELA8Zet1AOWnm+cQ1Q2STCrGBBIl3aHCnWqnQ2xoyOlVrxypi69wjiJ
oNgxT4wwoAt8a5/2Z1H3LPkGh7Nhe32MllangTEodDYWNccLoHQ8HDUak4+JcF9VmQ+bLkFwqCHS
e9uxasKSULktVTLjYBrnh9R9R94Ojac1kMrShxinEq6jkLuK+zxqBWTRHJ1uAgplsyAq4x9psraZ
z6H7QsA1XR0VRspXEoc3ptwPY7+I+pytUbUWJts2Jju2x9xXUD6OFFhXRMEKDgIq5UoOePm6zkww
ycxgygwZpTzq/d79YTel+lH7o/VKlWDdHuqgZQ0V47r7ZVMN0Pj11XU5wDLf2CHVKBAEXCTR7diF
5UyTLcLIAfSnx6zIPl9/x+UpYb4xajNzELBtIEOF4xFQKlUDxYs1Y7XLU8LMxhLCkpAxuJYneEk4
Yeq3OygEZLucoOh9/ecvvcG4vBI+ENqKlp/6QG0H3d7xQm8hirOCyFt6vLEtGPrKVi3dOkp6CtsE
qH7P9Y4Ntz3dRAuVba8dB1djECdnqOb+Lgl0HMTLTSNjAoUKijxW9eCzUm86JbH3rSyGOztdg8Mu
rE0TJWTTZqq8knknx3sZ6je4O+4UNJsqlCuu//6FhWlChUCbrIpaER3RcUATBnrRVIEHcP3hC/Ma
nF/6IfMb/SD1GIyJTimH+hHzv46enWEDlyuEtqXRMa6Mqo1nwF0wOlauUEn55A0xtPn+ls3Krl16
vvPf389zqDTBhGCOoK4aQ8Wcli8zf6qtemXwLx8HLDAiTyZ5VVtgy528WkEvdPLuLekD0GOXj9D9
eomraqUouTQRRvgROgV/y2oAqsorO2SFd6BkrOFCtIbyXFhGJq4FeihdTiHWGg1VsqmKZ3A4bltD
JqzFccDRlRTX3MRhTiiD+a4liBCw+71tbExgC2RJsxwdE+hsIFB8qSaShm3L9XEq+3Z/0z4wISks
h2BCrs/Dz+QjvHN+tnn5ExrsK49fWEYmKqUe01mg6KujvveD4zzSZjtYpbNJUzmdgLyCeh0T79c/
ZWFL+MaWhqdGReFSM0dB/UQSG7izex8yT6JcK2ktLFUToALXIgmjr3PEc5tNlTZh7/uwu1nLjZYe
b2zpOK07nhNAI53eCyV4pD0DEnJeKy8tPN6EMcS9Ul4sFWi7qM1B0ZfVuGEAXpd6UDa6PgMLW83s
AWXdECSzS+oIRq3o1O9zkO5ue7Ixtxpe4zPAHcCGqy7e+D2Fa421FquXfrYRq0sQJD3og9YRdBEh
T/hqDb+u/+qFnNFsDRcZK+HDkCE3sfuzfPjjBJ84WCMoCGXpLY0rJ0QP/3j9ZUvza0Rs+BslWVuU
XZRkE0ExCSgI2GxZW1u6K5W3BfAuM00ACeo8hDWACY2QCd7zyks3WSbjTQ1O5YsIenaE6GEe1Qk6
/smU0lMzcrEfWtjQJjwBLDeu1X70bQ4To6T17zgKwtuSOWDLxmnaQvU8rb8hMjjwgoLuKTKjZCtV
GXy5PkIL82x2WIcYZuPUVd3ZthZeCC1Nd2i19OFtTz/Py4eMAuqIGdYl6yLQwEO/7X7klvvt+qMX
ptZsFY6Br1I7p+wEQ7+968CTcB5/u9Clv+3xxvoHGLeFIDta27RRPQIasECw89vOcu0IXojMZuOf
lUIDmwiWRwp8NjRkkaZv4CCwcYd0ZfCXRsi4BfTAwPQwpgEB0Ka/rBbYIukwayvQJt5dH6SFhiMz
AQDweOvAEXdxlKHuGeZ1Dv179Gn2gBSWUFEPIAhpjeUuGKvslBBNILAMV9HrL18aQPNo6K1addOg
I5B4yxjS3u6bbNpQx99ve74RO8CDgb5R23eRmlDoJNAt3jLR1pAJ6fy91xYr2cDSZxi5Hrc7JdIe
QJMCsr9euYmLZGsX91nTrhxAC8vAbJ32s8rgS9jjLhvLjagfkXHn2drxvxA+TOEqFli9LAuAKDIU
0zVYSHksV3bgwkHBzunTh9jhj2yCt1jRYH4dDolMcOAHwtt8Y1l8PoLhAB3vIJ4+q76YVyizS19z
nqMPr+wA/8h8EQSnnHjxs83jdEeKMVj5oIW8j50n6MPT6RAPliPz+BRMwOU7dBuzFyg2QVsUXmfz
GiN+6RvOf//wlhj6qPZMAZmZO7h9AYYIqSPprNzNlx5uREUq4HgD2y8XkeSTawV/Zsv/fX23LQ2O
sZsDAkGMEv5tUcWoBd4iP+Jea4eQnoKIciw/Vfw2chUzJa2CrMpwXs8taufqIafD3Wj5K3t5aXiM
vVzaI3WDvG2Ab4VcrBRODG+MYnt9hBb2salkNXQdLA9rwM3hUccB6QmYfuBNLfWmssq/19+xEIxM
0SoZ4GoFQY/4RHCtokW3hcnIBqYIm2RNYnLpDcau5kVdN31rkSjl4M3kNOwz5+QDIOrl79e/4TJU
hJnaVCmKLTObJiiOCwUspHQrBKXRDmsNsQJWErgp2b/gLvAe97fRRJip1GPpnsNoOa4ia47TIJwy
ISGiOFbTLVNPPNc4ihpfqaS2E3EamjP6BdmlBzE8mPitqYhdnBW8wFi4uuyl6JnbncZ63rnBVyKa
kCZPc/D1+pxcXLvEMyVp0rkZJgrrs5PK7isbF8X8F8DhK3nOxV2Hhxt5TjV5pAPUXZxgzFM/9hY8
2HJU51fG/uIxhKcbCxYSXnNRjqM6TfC6SpxvGbHCxCeb3tu78R5Xu5WLxNJXnKfmQ9wOfIg9V1Ol
Tg3cI0KIfckoR06+vz4BS083zp6Ug3U25AGMRCsln+C34Z6gD76WLC8sH1PSy1YwpXMm2FH7Nvjg
loADQtfBx3nuIDvgr9FIlxaRcfiAnaTSctbtKU/osWFzGcJkpASkf/p1fZAuRg5MtXEGcc/lnOIW
d2ocCNjprIOMQU29cldLmr2D68NDv2vfxQgpO9qmao0ks7TEjO1Naw7d5SoBeruBi2JeDr+CvoXF
2dyAZ8VRnIaUNsKZ5d90LcOHGtt9jH0Cfzi4sgc2mBFJ4/e7dnSalQrdwlozgWcuRJLKUun8pGgF
v8W0a+7aNvWP1ydp6enGblcKqjoS2tynxsuSXQfFgScWuNUKAuzyjYaAQPTfbej6vfISlXt3VEy/
4Vw2bfyaPcPp7jOBSBR8s7q7uB8fYJTzG3fZNTj7xewHbzU2PyoCpRXAPfMUs6iEoQ2XUOGlT848
HeEguLk+cgv75//QZzzt4bzGcggI0fRpyqEOAvciGE+nvlyT8Fl6x3nWPkSxpO3IaPNJwmHhdYr3
kNzbBF114wcYAQAkVVjzUKuNJieZD60D6Ywkc+sHwQtn5RVLq8sIAUXdDIpJOERA+vVBJvwu8OjK
5cL51xb9v0YvZtnc58KtQFGpglMN8IMFFGtFn2gMstJGVeXwDAEYEbb5zENQNppD4kJ2BuWAXkBe
Ium3Li/TcSNg8Hyost757tsdHR703KJwMNhCdEdAj6vPI9JZO9ROXv2GeGQjNhxmoY/UARIH7sUw
eI8rISICcM+5+dLDWt73s0gyOLPNHdTEdWwn4RTDDoLDV2oCGcFxn2TF9b6ec/lsx0MeqcrOHkrW
eSdKihb4C3ooO8E+VUWchdXgTG/UZsFejxTncUbJl16g9W/P4JTGLoO2vzuO6Zc8zdwHOQkXuhoO
HARIxV9G2JCGJKh/BlkSvzMJ30tpw6jAprZ9mLlFfsMv1HqbVEt/cmic7TOrcMe9xax0B3MJ/zNx
BGsea1ZMcC1op+FsyEYebatp9jU4zSTsewu5eZHl2oEOjl/es8T2/DBp2AATvnjkr1liEciaWXBX
nIPEeehwJGwRmSW4XUAebgpeFjRCD7c91zTorhFN88jSXMDGOnBPDPqfT7F21EMMX7JdrEEcGlvN
HtTkB5/gh8DvYEpeRX0BD6t4SNiXDqp1OwiMFBHE6OhBQ9XtB8TjqgodLAgPtQXqfjnryrusbOQ+
zuP6V6VGezcE8CnwIE1wR4DGOygIBBy82UmPFHi9d9+1YLWWsmRXEiiP7mCnDWlgBaQxhZjBG4v7
5htuVUBB2UKB7T1B9z+S/Qh+r9WDReagA4h/GhPU27NnnwP+BZteWIPn/GwSw9qaZ3BE0LBtbGos
PvAN924prQPkfkYw5UCbaXgcHxw5I6eEYeMd6WEyX3Sjvhfg1UctT9JHuFnnR2iawMjcbd2t3VCQ
OHHRGb/6sCGFl5EzfUrE7O/HmIMmOTnU24uMdWA0gWW1hfprGhWVW4QN7Mg3WVKDJ8BtvlO4Oe5R
HkxCj3WwTBIKRnbwxHbg7THEW7C0vNAaCvJkdUmyaywBwxg7nb5L2CrBhCQV9xNMuE4tjcldnjWj
CAUBeT2dKVcwOvb6Pedq2jNUsL9LeBNt247KqJWegPBuE/wJiqJ9RM1oTFGyhd4STtlRwj9xgslb
OLWwuNvU8BQDFX5OynbDJrfcOzCYB+ORz28zhYt0DGmwFwVR7Uf4FMCKi+sqKnC9GU8BMDUWDomq
39VZat/Jxqng1wNcdwuCycFp0+aF6xKeRHAiCJFUFvvRUvkLNLzK/3F2Xb2R+l77EyEZY2y4ZZiS
IX2TbLlBW2k2xTTDp3+f+V3l5R8GKVcrZSUPLsflnKdAx5bDGjNNnhMEIfiynoBnWGHDCdq14J6T
/OOcCzy8B0uEsHObQgnfCLiXxQKS/TPsYwwcn1SXl6HRNrB5aoQ/NJ+85MZ2eu9v5rCERHVtuAd/
I885pgTSnL4/JSH8bjwGvxlqx/DlNgRkKrf5bQPmFXqwA4FxSFbuswI2KMBV9YdLaMHZVvtAqUMX
i9XwZKt+TTlguWYwGfycmQbhkzfIy1Xp3xh2FN9z4s8v6ZxXJ8Xq8a/hLbnjnqS/FEQ3wbesSnj6
QeU07dX8IIEb2k1OU0NLyPbvsjzNj4nvtYc5nhu8SFO408Ke3nR3wHLawei29BS7HsSOCxmLg93U
RAaOgY0HjNDq5heFFSK/sfAPTGV9g+J8kg/wHMhGWtx1IPfBUmwegVqDrVnHIkegOLRxK1o5d/8H
Q9RPdmWJvon42I0BKT0TwnAWTjpKpsdPXR+WyEmtBcvTrmqiokoOQGlEtZgiCHx97oWyxE0KJxH+
AKgoxCljB9BQ98gGMH+uf/vKA2WJl3SdwsUmHteRR14yrCs4/IWdyWBlVn7u4rBESzqQO9NCJk0k
YLbd+f6d73obSbeVuV2qBCa+guBZPsVnt4UPDBgQHbCeHNOwSepaGZ4lfBwZ+7gzZRkjZWKOrIl/
DSD57uBV9zuWekt5aOVqtYSQw94AXlRx30Zwan70GAx+JrMxQivX56VQIIN6rFUx1UR62E13Go4f
eYirsxj215fP2qcvruedyi1rruHtYWr1m9J/rOBfrre8MrdLOUA2kJK0A2ui0s2Cqs93KQFJ3dp6
6K1N7KVD76/jRFEPJwtWpXSeinY+uZk6xO3006mTjWvt2tgsLuU6hZPyyOImsrpvbvYiyl/XR2at
3cVNvJp81UJBtonqZn4yvnmzu+T5etNro7K4hw8j8qg2VDUiDXo39W5lqm58eV+P08Z6WZvVxfu6
qwrIZ8HhPsI1OfdelDga9/H6t68My1LiT/d16sKFvol8+q9svtAtHvLKmCxxtBXOqDaxch2N4gsS
AgdokIVVFx9dwIM/9+WLlzUOeMsqRruJejzaA+j806DPi41VyP+DZn7wuFoCXXXfjEkPH66bLh6s
AwiDyZuRlXcCtz0/jHZS7NuaGriVpZW9m908fcor2AYD4FnAowp693DS8ksTeU3cPVrguhyglWQ/
DDwR3yE7K386MFW4K8DUepnrVMEZEYnlejDpnUKq9z4zfbUH5X8+Oq2ezwPVzl0m2jkJHODDaDCX
ZQ0VgX6w/06VBZ2J3PqnsnH6VYMIGHYF/OxDYryxAq+RMfjgcQ/muLyHqHUOJtLlnuX1Au9dWd7M
WTnedI1D5a6ebXOfpjT3dsbXNaaNk3gHicZ5X85CH33jpAdvZnAxpl0DcD1U99B2CVwucwbIHQCZ
G8KLwewTEDlaSSwYouOF2XML6pH5LH7NjjS3U2xgM8Ch4W4P89AEdmKAu4XDMkSm+Vjcoegxf9cC
LzvU+2se1INSp3SACtkRpU3nBwTDocaMvL85yKzBE8TPchLEtWwh45DE9+mU+cd8svPnGRLOoe11
hRX4Ik/vWsTqxZZOwfIRNfMfUGyF1VcnxSlP4eaYuA28hr10+O3Ct/gAg1IbeTMjXybcOEN7TnwY
OU/OGc9q57ftWHnk+yOUKeCVHDY64WAv5yU7yLSReMd2IwTCbTFDG9yKk50U9bRLp+pvhjfwzwna
aWdAYtiz4qQ+uanPdsSi2fecA1ZCtSXewFcf4fTaZl0o0aPQVRnu1WIAABd/DUpIcsKVtnePhUjE
FxeuHLjoZPXJKw2Y86NteTBfbVj6s4fI2eX89b41tE29IK05lBetoRzuWZyXR5izoparRyieQ779
Ps6q+AQLNXFTT9BEDk3sIjEqY+1E+MwcfmFwpCV7GPWqaldXYiz3IikgT6G9ooxwcOozd13zZEzS
72e7mA9FrhtYTNBOd0Hls/Y7tRnkaYtO+18FQmoIKIL3zTclfxC+xnFru/JHPhP/Xwc1kd8TMpYP
SAPmKqCC1q+8Kc2LrQjc2cDZneXBdTwOWXrB8ODpdR0AC9reIzvSnnv3sgJmt4S2g+M/9hUnEDGH
H8gALv1BFsLeuxo2woHQzgTH+NE6tOVUn8gQN2HJcnl2FAPksOLGwvvVKc7aA7SF2To7lFoDT4lX
GvzAYhe5iUafhOi62+HiUsxt0+BV5ZqjG8/5XvkNlDY0vzwyoLVSTh0e5JBFuS0pRFccQcajNlqe
dFOwcHI1XLRhvvgNbrxwtEiq0g6HqYIeKmnN8JRDyQZS2XP3dHlWPGKnmlHxt6ew6XK4KUMYBRqM
jQ+7dE92JeQI4vyZi9EdoJfGp6NnZ6TapYnXQBGGjgcTz+1dabfyBi9C7yXF2/8AFrv5kzBsOXjJ
9EE7cgvtmg7eym1dv6aecH/IcmDhUOXDnSJc7KlQQANaXQL0hmliTLkyTvOkvAlqwYUDW1TILUNp
zrI5lO96kKRQ6ZpAN2JeAKNxdYbt3bwDusB6anpPwtPP0t4R7vbzT0pGeYL1Jj3EjmTftBrVL7gQ
53uJDe9Y+GT+UqRx/EZmkd8MNqTqytR3ayQbmLzN4DX7RGEhep/BsPkxrbIhLCDKeDJDYc4xwfQ2
OU8eFEmHE2AuULOnk3UigKzBSTvhvzzLdME8zN1PWaRzEGcOSYK5afguieGdJ6o6308tqV5RsYPP
Ye/ofFdWXnJW2K0PNXPIXUFLrHIy4vXKrEnta1PGhzx30lc1xTP4R64B98c4MphIM+Jq+J9bIRTT
emRsGyj7QE2rTk6QhNc7SCS/eHYPkjcMxbGhE8j5sDa+qQTzH70KfgkBiHbaDUpPNgcNXQ3Y9uTm
UYP6E+BxPd37khd3uU+MCpkR7DAyRyPTwlNwpwimZUzYLYHR+0scE/nSS2DpbDighdyn2SsjnTy6
PIFRCZD7d3ZHkic1ZtlBldpvjy2t1FerhU/YzkXwQYmNIS/BpD7GqGH+huloj7wda+GzrukJkB+4
pVcIAarKYidVzE9lC9AayazhiNltgszKAEy3Yb0nB9xlZSZjGjgevML7FtaugVANQK6j6pHpHMVb
PmA/yfJLOr9k0KfMmd3cggc1fB1rbnCDiqE6VAHNMBme7CoQaL/WjIx7u4f/gJdY/DjyNvmm4qm4
tUWfHru4Gp7rTDlhAveq02h4FxJI8wdw8YZKSUnbMxSrZGQxCiiGoN6056xgh1j58664SDtdMqr2
AX683W7IRnkeU+Ps4DIfH0efgvBQYW+x/PmX3fLkB5haZl9Ry93jP2PYMANBAvCTxrrSXuiKHr7j
uEs9QGAKudqWWPpPKsvx1CXafcP5Q6O4rB1ojw/YRQ6ocLzYlmn2SUxqGpYmh0uSKFL5WHSjOVRg
2N8iyw4qdzxQiWRd0/1EfLBvrYf87DzaOoRwaP3cjC29iTMFmwpCgUK09RT6sTM9o3xygruPPOK2
NGDlNOwWscseoU/Ef3fI84UVHpx7UVT1CQnH4cGXTnPK49jZlU5aH83UevBDpdNBK9e6T2uL7uKi
s+5xMbVPEIeaYV1u2ofGq+PHLM+tL3DybV67DGYZvelKsFLqx1RKZFLhbxPiaMiOhJXt5Vjvb3NY
6R4MluSJtdBHc+x4CO0Yx7pmWXsr/cb7DqkpnYU8NepW2qV/1w28x8Mp7w9msro/kNeGDV3Cs8fC
pu7DDC/hA0Xu/K2pKvUTfrt2AL+oYj9Bquyg0sJ5Ak3UfhJ5AX3MkeZ/JygwwxJdelHX8me3aPJ9
nbDsWHm6uk0man9x7Nr6EzuV/DIYBbtkOHCYg8ZOc+9nlXjopA0dEWb3P+F1S/+J3qNndNjsiY7r
mzSP2TOSBf7Rn6fplbXgzHJD2Z/BLafvwJzbe6/T8QGlqBJaMTW9g+sd/13GXXHnDuX8miAZm6Cw
Vg5f8gH69PVQdv9wzEMAE1hj+TPP2vppyDioS5hd+swLAlTqqGAUF7RFgtShD5csAm/VWjp7BmP5
MUiGuETiqKphYiVoi7yXzcr7FG/1+04X/n2prP52Khjdg7ppvTYG+jUjAC9NMAPyilTgyFWoHNGf
ofbUQ6dWpgLAI+6NYQ+PkVdQMCus9aq+KRrVhmnrDo8oWqRBCT/I/JhZBElPSd9sAoOa0kDl1nMq
7wiLZbWbWmk/lYORd1Aic46tdHBy5ZVzC8YF3NVLL7nP6IQKCXAMR9F57mNB4+I1MZIBrsf1sE/Y
6O59bQ0hDmfn58AcgRNEQBnPIFF80qbyH8eOOGFBLYZ0vammPcbP/xOnufiCvLW5lGO6vcupfZv3
oPIH0NcAx3fwyTcv68BQkhC/831Kb7yW2zeD7FKKyYOiJi2T5KHIiNKB1J5BbSW2wzozZWjZLnt2
R2gc7CnS6Q9ZL/i9rwm5WNWP+6xr+30Vs+ShSt3s3uJWdpjzXvyxMqcKkMqGLTc2B/ZAtBUyCKwF
AFfmjwIXzvsBz/K/LZmkDxQxHMThid3duBNyxTD5AI8xrrW5S3DVe5KwxwvLxiqeWsunLExxq8Ie
38EHeJiOjnD4kcald3TY1DwhXcFeaA7PRVm48z5ndX+cNIpKplEUbH3XwrXdTuu/fW3YYwYj913T
9/x5gv4fzK4TJ3NDVvn5BgT043c2X/IPKaxJ3CSm8HOXatdO31AbDLCYrr9X1xpfFJqd0SZtCqvP
iMcQhKjOpf4z5Btl5o9f23xJQ2uRAJ4sg7Y7rENs/TtHBF4S9t2Wb+PHaQK+JKJVFSXQgvKbCJ5o
Zy9NH4TZYveuNX0Zr3c5pUbXhMXaQh7Yv8exjxfIRi5sreHL3981PM8t840F8Bkn1rmf3ddaZRvJ
pI8ThNxfJKmypkFpAdqB58JiZ2hlfy1ieYtagQz8yXlp4nyjC2trZpG08iAcDe5WqiMkaUIgCXYO
v4eV9/UFubZoFmkr5Gd9vA0hGJThpjlSoJys71Xl7WaS7K//wtrnL/JWUzVAZSe9iEuUeD864AJ0
hX4YybDFDvvYYsHmS+JZb8FwXg+oU3RxoPZ4QBW7NFSv/LvYQdIS19VpKyGERfO/6SC+5KHFpIU1
ZVs2kWxhBl0HBR5IroXtSH6K64muLPJZmSXhGikSHXkutmndQ92bBjadg2ILTrqyar3LQngXEF3r
jaXXIGMWC8i5V05yLjN9yivSh2QUJhAZkjmfmvklJ02pwhH1CNxDDn/maXiQMFQv1IbA/cqyWpLQ
VN+RfCJIzzfxl5KhSuy2kGv8FL4d87CIbdJ61mRb/JJC70Ir+8oZxGmsLU/JlU1pqZJcpTq3JKx0
zq3X7y1c0ltg9K+P+X+Vj4/W6CLcShLjjo58402uW6RQkOyew9QUwxik9uD+8LTkb7MfQ0NVSq3u
567M8GKU0w0U5Hm2jxnQEZLSFnfa0fpjFIr4KfBrEP8B2iJtxy3BiJWNZ0lYp3ZOTCF7B44jkBgp
dhk2hwn4Ck4/Vb3kS0XkhtIahX7PPsdQe7pNCph61RZsO5rMMhuDvdaHRbSqhDJV9JV7niuyq8ab
EhrorXDwBNm4i6z9wCJYY+JSuJk6FC7qSeAVf6T/mExNIK2NMVpZiEseocyFByFhw85aIJWRO/KU
NWrjeFwJULE4eUUGZtwMm+Jznj63Vb8b/YepLTe2lrUPX8Tn0LaOsEY+Y/MankCgfmLIdF2PoLWm
F8etUnAXT3pk0pLR+wpqOdygVPi5pheHrdM7YjR1R894N0MUGiYcmbZ/Xm97bbgXcd820PsQhOJN
2I8BlD8gcoxV8ynpN5sviWWD0yV45WOhIIMPQ8iwRqoiG76U8daErnw+X1yMoYWbtQai3mekCgLF
scbt7y3fGJuVM2/JKIMjKBA1cc/OuNbDbZlBMGpWw4vP2blyy3+62LTwWVk8S+ZjguzExDwbFgjx
T2A8drHaunyvbAX8MnDvzu1ZZMgXQtD8DHRtd0DJSJ18PI8e7AGvUJXFKt/Y1NZm4tK19z80T4Vv
Tal9pp7n78DFGnaOnX4Tln/41Erli9jNRrdUNW3oGfXSnfFe+Hxvqq3zb22YFtHbJ7Xoa67pua13
ml9s67/lDQ+ain9uS17KoYKdKDyk7CZAhUs/hB/ovozdA+62rxo1kE/OwSKYq1Ip5KkQzImndp0/
Q+brjz/HGzvcSjgsyXvI5c55A+3sMynfpgYJrVOZH1xYlqOCtNGBlWlYUvg6aRlooPv0rAYHNdIk
rHR60P1vPFA/2YnF2cuQrmg8HzyfuMP9KXnx8+Qhlf9g+rVrxKZN50ow/Ofv8y4YWqfsBw3K7k1t
Fbgbs8E5+37WnFNHNK9FqehTqiDBHEwCtmnAAo17K09RbytLZHOQhwc0rCigBD3nZLwFAca+qQqo
KVpAR+/0pZQVIBgYoG+DnIENEw3Skl0TEiCXdn3d17cSUggy6Me6vYXmSHWfD3ax8yrXfUYam+/F
OEw7Sbv0DRecHvlMMIzHoCnS7oaZogjhRty5gT3S/gyM7IARqspzL1KvP6H8iHxsr9jJrdLujcNm
fuOZtLa+FluVnXoQj7dzikJOAeBkcejLDmTE8VsFUKIe9Ea+Y21uFhuV7UAfCr5CdaT1qUF2Ngez
ATDSjRW8spO7i10KuT46QJK6jtwaH+2UB1Px8PoGuNb0Yo9yZmM8pLBBj0/gve4G85YMwtqILO4X
XZYVMQelIEqLH1CGCBkqpR37ev2r1xpf7EmNGtOkh25xFMOpgWbZvhYv3N3S0FxpfUlEHObZR01d
zuduiCzjh1b/lkK+8fqn2ysjvqQgQp5xyjJv9m4yp4A1Vg7y8oHDLWKvBEQo3aKrI1/5SBwXHm42
Oy/WzV7BsHFHYaJ63/udf6jTCcxF19q0CPs4l8AW+1fjAHPf5CM5z8n8QxY5OCENOVqoEW8s4LUR
vWzN77YuCoS3UzFswTC63bfZFzB/wrr9e31E1wb08qPvGrddEifV5bqmRHlqHOen29b/Ptf05Sff
NQ0dDy1o1tIzBFt3cfpo91sjsvbRi5D2krJj1oARiYmZAugswiLE+Bvn0cqJxxZB3Q9eCyeay7VJ
VG8A+7/CyPiYexClykEqvz40a1O6iO9eE14ywIHOPWVBm9+BBRGYYosKt7JtL/maseRA48I+6Dw1
v+TM9jX9HeuLexbfW9nG5K6M0pKzmQMZnnpAEp098UV7P4rWh0Kr3rlZf3N9iFY6seRtxo5ywIih
UD5oiuanSzg7ZSUhcQhbLeRa8qK3UesR5tf1n1uZkSWRs5vr1uu6nJxhHR6RwoV5jjnxYkMtYmXB
OpdRfBcKtgXEvqckHkVsCEr3h802Gl777EX4MoDJoRPV2ufJuOKAikvktuYx1daWQNHaDyyD2IJN
RaYqcs684TRn/cV0yXvIbPtwfdzXpnkRym4+w1m7miG3N1R3A25TQWM7X6oWjzkn/yU4/dxVxllE
ddnxwk9TxEQHHYp9Wss7kYvjPGknSH3rzCGEcr1DawO2CO2pz4eycK35DCsKmAgRNz74li/2rlTs
+LmfWBzgaV7RYo67JKrkeLYE+yqH+EfGP8cE/B9rAOWPtnLTZIR7bX1G4i0E8+wVQOSNve+/If8g
sbn0AUAVuSJ5E2PzYyDOJK01HDLgFfd514HhMQIcWAWzNPlP0Ro7wqu4frVxO4aMi06O4N9lKkDG
qA9r6FvVu3SokGcAuP5kqtL3oRMMCbgdrEDtO0slE/CXVopqhbK6h8Jh5Gvp0fRtnt35b5L11cHp
h/EJzGF6dm3glHJaD7CppwDczcM0/rk+YSuLfImg16MErjR2mrOnJ3gtqu6uyL1H1+8O+Tj8E066
8TuXHMsHI7sE0XfUESlAJs3ZVNb3WAHaM+ib1MhHpfwdr823kYmNWVzZ0ZageoAhAbypYw2SGw1B
iEoCW26JjK+1vdwtR9NgU3D12Z97OE96BO6M8KW/Phcr8bnE1E+KKagxQGwA9L69E7c/jBwPJIM+
3Sfapy67dOrdVp+ChE6B3yyjAqiwsjmLPtmn4vF64x+ODBpf7JaWPWRJy6WOBlrc5jSHp5X9+3NN
LzbI3od6DgTp4T7hwBJWvE3lZwjf+ObFhphBg1flsGEEq5QHnrlvktfrX/zhFQQNL7ZBMw6kgPYi
P9OBvymdyMDtQRMrAcwjo96SPV0Z8uVFB5QIkVXguEVWLHc8A2FrvMBDrndhrfFFshQV7VJYHSrC
LWz+gtSy//V5ub/e9od6BdRd3mgqYGhlb0HvFCJcu7lw71lhHcH4uy175x4SXGFP20Od8M8cSvi5
RdAOdcFyqwHqpa7vPFi1J86/AkjX6335MGjR+OXv74LKj4FMJDaUxOBlh6KJ2AlgXKzxk6pIS4UK
q3b1SCpPRa6DISkBiwEZadj49pVl6ixiloGUPkEiwj3bQDAq4Fzsf24LvsrWAl1rfxG4OSElVURX
sA65r0QTGPBAvWfSf27LcRbhO00MNANYKEYgOGQBmcQfF+yv69O69umLCFau68yE5VBEymtUrVwg
moApywMPxIZDBmOI6z9jX771f85FKMteQuTd8lFZZvKSoH6Nkj8U2xTOfNAus+TIMq88jl0JjX5/
GiOrohTEDrt4cG2VI49nkTy8/g0rkb689PR9VTkdQvLcWeo5v6Ajq+7lc01fbh3veidT0EkKDh16
m5gSgJtxZwFfvrF6P7xSYOgWYc36wfjZCFjJlCXAJ4NJzebHzHzn0xc3g9Iq/Do2fmklxpcCFDLr
TOd6DOphTBvkysFNJg3IyDAz/1SZF525TM77kZqBSSQTZWffhegwUYEB4o63L075fH0q1vqwiHVA
b9K2rHAkgUWMh9LXGUhUe9zaBdfmYhHpvCSz3bAOKmg5rQ7JZLeHFJXqk5SsgZYizGlDgJCzG4l3
8Z/PdWgR/WOfEll26FDN9iMoHjPARdKM4fXW1zq0iH9XF/FkYhTvLFneTYRFBXhZkymASYZprgUY
a9/29saPrczN8hKeNYklYwJhfSaNj/BP7nOR3dp58qlEIIWpyP9fXVC67KUv0Js4lkfc0m5JqyER
8MkdZHnjNt1om5peHCkrOMf63gFQ89P1eVgbmkWQo/w+2qMHOFTTQVNETLt++uK7n6qBYVwuv/ou
6jwguHGJnxF1s9xTmCXk5RDOxYYy1soZ8l+m+F3ropu7WkmIDjbqKOlz7/9FiaTNtz5+rflFRE9e
3AjXx8fT/AalvCcOuYjp4s2sXj439ougNnanOQNeK9KkP3LO3ybkkoOKtDfX22cY5Q/Ovv/OxHfj
U6UTlBIrYuNwg/DAKCCU4KVbd8y1hbMIYLAN4ngitYhEKh/U7MQBvIt36sIPv/71Hyf8qbtktE6W
17a+TMuIG+jfCHhL3aNcNMM1GIdEyxw/aD3uR1DnMhDLoMmrSrX3IGVvboVQ6oF3bb7XNowcNo6p
jxcEW3osTHjFGADGWVRNlRvAU/O3qcljPoh7UiA7dr3baz9ymcx3k6aVROHRbt2oUfAmTx7M9Jwp
D/rs3663vzJvSz5vwlNIX+MAjIh1Sc3/GYs2FHDou976x1/vksWFRFzSj3jQMOhq80BBT8cDgAKQ
78Ci7sYArazqpaKFh8wwTxKfRZ077zI7HOutY2Lt4xe7lTvztNANPp7zULHvTQFFt1/VVsV+rfXF
xEKzdlAFZGyikv9i+rWioHY1z4W7gWlYG5bFbgVjci9p4phHkMJCtVgNdQAU1MYpsfbti53KLVFC
S+llZEYV9PGtBcXr3vvZuMPGVrW2KheXDQQzOChOjmsAV7uCOTu7uk/U1pL5MAmHnWS5V9HW851m
opFdgX3E6l+QOwPr2AfNh3Co48d9t3EkXQ78/91y2ZJ4QMB2sTT4epEPog/UM0DyfnHBCxugw8Oy
ny3ZqoN9PGBsaYbT6KwhIzakyAWVvRmhaQQ7qpD1s9pfj+SP1xNbMhG8QuamSdETUqYwefuSZhsb
0MeTwZYMhHqSSYrkPo8GWM/f+FUDetCkpv0sG6Duod4IUqZbbPRibT4WUVG0MbLlbgUsNorTh5gX
UAIqgX+dahQmpchpFgyJV5zSOfUfrw/cSv+WRWFii9GepLKjVp7svjyWLDnV+pdS/Zei3ojHlclZ
Stkm7pzZXQ0AuO4yApJOfKfncqsKura0FsHe054TvCdFVFtd0Fb8FEOunblbd+WPlRQpW7rleIWj
ixG1i0ggMDpZBZoca6CWxgTCndQKEvbg5xoE7i006MpNgvmL+M8dzmIGs7+IZmDCiV/Z/KuGF6pp
7kj+5rS/ifdYZl9J82Bw/2rd5w6P3euL4T//0A82hCWvQZYGlLMSni417XapVm/ctoMCBBY4LScn
VDoDbnU3RqdHAGz+Gm8ew3TgLyRNbjLbPfRa7+1GfEookbIl+YF1vQXeWGNHcQZT6YmVT0VW3Qhg
kq53d2VdLqkPAzGQuyhKN0ptEsWdcwLS+fVzTV+Opnf3IuWTzk1jgQptrXe5yQNRb5FPPj7d2JLj
MEKTLG1UZ0cSlia5l+0sfesORQB93407y3+p0I+WwWXA3n19B8px7WKri3LmmLtUt8URYtRQw+xi
iAOA1L+bam2dNOoHVdBouzpZsFF9gJIcO9kjN2GioXkFlqVOdzIHTxdgXg8Q4Wn858/wBJyFn8Gf
IyVfSs8mbzMKTb+4bUFVYay65Jtu/DmiJku/O7BfesrAODdB19DxFvJt/ACUtHWf2MKCgEKc3dWK
5y9xziHxbUoPin+fm8HFGe+rbK5gs9pFlt9Aii2L/IT9vd70x/QhLOxFhHdMIF3QqzqSVTP8iUtm
HRKIX5wMEe1vMPvdezNJt9xNWZU+Qm/PDAHyTfEjwO3jcWx70NWuf8nK5rkkndgDa3OgR7D62wpw
IKd4Ux3/4tnOVsJ67QcWu7MkvcdK7bkR6Ce7pDa7spx3nfV8/fNXDq8lo6NzWx/A2wkyp6Xl3LVF
zSDGA8mlx2pwh1fJtERdu4ck6Od+7nJsvwsLS00ytwFvjGLZ9QfkR2/aEmKFhptHgC/v2dhs3I4/
rogwcenvux+CL7U/+tD5iYregc5eAlWge1cWNNRl3ULRvnUB2GQg9YtqgKIIcYd06whY2V2WqLhY
57ya3ZhEDF5GO13TE63gnmdP1W/TbuEo135kMZAyrxprLLQdFfHXHijXXD4x1NJb+vv6RK2suqUf
1lwIqG9A2CTCuf2WWXTC+eXPpIYkmSs+FzpLIguEOUrZ5kUdTen0liVQVp+HNN85aWJv/MLK8bSk
swCv5zSFYTSyHPdeuvUfeD5uaXWvzIBY3DRj129Ikakxatrqt4LuZFDBjxGiFPTbSOqn69Ow1oFF
8BepRq1NpANEvpKHbKoOM6ik15tei5DF7mz3szXGDuyq4CZ16DPw77m4TSez6zNkUcZsh8p54PCt
4VpbUIsNe66GuEqdHHK5ZXXrlNNjV7JfSSy3bjor07EkuwDlQ8ouqZ0oTiYfmBICeppRlb/3Lues
nDXrwusDt/LEWHo8lLJMIZw886hUMCcfaHzXQb7W94d95iZQvDLpDz7Wv67/2Eq3lqVW4bGMEg33
NcFvnPYFUr57Av9naT4liEnZstw6mrYGMB0v/RqQadqqYzm8+sONEs3GS3+lB0uSkOJctq6C8uA8
35fVHZuq57TnJzt2NuZjJUaWRCECDS7IrwJAzeOvXDxW41Y+eGWil7ygiVSQGGMVjaZqPMjJ+gVR
AygIjd5tB0FMZ65/cKvYmOe1TlzC5t15JeeRtbxPWdRn8x2Du0tgm/Z0fQ39V3j84DK6dEiDjgok
0qGxHSUzbb401HiPjlN4j3nnmVeYULqh38/6X1LXbphxvwy6i7JvV0grQ/GEQzKEWMwORSeS/QiX
7UPlqPpAC+rDx1Ah5yf68mSNDvioNfOeqDtOZ0hWjaHpGu8IaV8IcyVtf6cqAUmygW9ptK9cXtzL
YL4btBJIf1JId4y8DOlghF/RPMLXt//u8XK8N3WM6lJXquP1YVzZwZbkAttiWtkQpI5qPznJsQsp
0DN4tn2u9cVOPynIsTgZFICsUT25DXy0Ev+uUPr755pf7PZ10XiS2x3KPkjo1bUKk+Gb6rYMKNeG
ZrG5w/dTjfAwnKKkaYsAcnYPjmG/4dakNg6rDzcR3J0vf38305aIC8FHyzlnzS/eF0EpBORMZJjQ
LSD1h13ALywCcB4GVChxSsBpdwZFjNUa/mgZOZRSbOXKP1yu+InFch1aMhDAN51z2RVRJu49fkMB
2YadR6DjjVhf+43lrSThWD/Edc7Qza5A4CmKMRSlLJ4nDsW/agBtaRisLaTt2qAtFm0368rtPLuK
dF2d+77f+//H2ZksR6pzW/iJiECinwLZOHFbtsvH/4SoKleBRI8kuqe/K+tOfHSSJMJThwMSNVvS
1l7fGtw7Y9wKXGu9rg3akgL/U5igUPg97aK0DLLbBY47O/TVfJibptyY2Wvv0YZv4aIeDg7m9KQ6
JA1hz/Yy+8ajyA12a6Jq4PoMvNwz/+8F8WkIuxVSoIC+W6cxc2bg2fMb2IZ8mNI7qLF783i/v/6e
y31C9USxW6p5UAs0b1mrflOTRlXBf4yD+PG1x58/79NnzEZrQ4qG824L2Lmfz8is3jHycf3hF1dB
nAO1aV7nXQG9xFQn5jSciiY/GlkaX3/0WrNo87sbg6JxTDS/mct3IzPnyCuW91SMW5dJay/QZjdM
SLtUFMJMrAEZnvabFDLk3kaebe3h2rQGx6ZxuWNNCcnuKTCrwOPty82k5drQ1KYxfClyPi9NkwBn
q47IBpjfQKFsbkkh7NhiQbn3G2ZvFUJenm1UTwdz1JkUE3X80xKMH4LSW8oLhoow691Llza83t1r
L9GmtEUVE5039Uh81vt2NoMwd8sE7ha/HKSFr79jZbTqqV6ISDopBpTLAZpwT4rhpWZkg2O+0t96
3rb0heM0wAWeWO6G4LOGRWWGi/N8/YdfzsgTqqdtAa7DaYkMZmLAnadzaXGybXXIfPMDWNuoL8nJ
W9QuDeafc7lVP7DSIzrDJmAFz2AdsCTc+TlSGoNCGva8PFLndeOrzpPhP9tcfNW5MT+FJoo7vtKe
EcaNBQT7wBiyI1xkuhcA59U9RF39c70Y5AT0rHXoAtd8meqFQsZOze+mUZePajK3CqEvHh3wU7Rg
AF5pLxYkHxKZT5EDdwrmjuHYjyHgxHck/a2CjbC21qpaYPBKxmndjORkDUsNDbG7cy35ms7jW+q1
W96uay/R4gPqlZ18sqE8korNDg4DbvDAx945QLVRxRIXGt3G56yNe23FB3yZ+gxFFglJ6QgpwBDP
VvZOHfmVXTb6RQsLQniCdiYhJ+hSwPvE1flHXQMlmtV99ev6MFyJCv/JqMJNZ1aqtk590330cFRq
zeDb9UcHlwe4TscxeqjS87aCfXM7laE9nq/PzAg3MA+eTJ9I48OXZfhtDcXj9fetrAt6EtWtrLkR
6bycnak9FwRgNUW+/yCsFmzst6+94zzmPk1apy4NaOCL4DR6c5wqBx5SLKTuHzYGIbiZ++tvWRlX
eqpx9JzGrOH8fuL2cmNkdRlid/cG/rQfXX8BPc+FC8FHTzVO8DafqtGBodY0mSTOW2TQuKD1a57m
C8yoa8MOpaVUG9fISeJwXecPKifW4wTTxCL0mh4cUqdzTg24cUmQ1s5z4LpODw1+Uf/P81TxkAVp
ySN3Buq3xvVPAqNwCCGu//6VUaunz0ZaG5UzSBOGx/yuzGVsFf3GnF579DlGfuphyLeI45oDtMGz
qx5YQfhe5JxtFHyvPV3bj/pckhGGebCCA4b9RipvvAfJIN2YASuRT0/y2lXb9sKcZNIAMevP1QhU
VHaX5eTFgunPxthZ+QRPC6/pEFSjkBDpQ8Qh7+fcdlGozLdWiLWhr4XUYp6I8CcQJhUNbjI/fcGF
yylb1Ov1gfO3JvXSwNdCag/7QIOCOo5a7sY8dmWVxwxckj2pvT+kz9jeKFqyL3oFFzBeWjd53dpH
e0oNWBJ0H4XN0jgLCg4wztA/OUFrvTSgEW9EzJV1WL+LMYumgByvn05NO6BwMGNg4Xcv1WQ/QbcS
c8Dt43rE7vN6W6w0tZ4wDM7GS8Kbm6QR1q3k7sdYtcfGazcOASuD0T2/9tNE6mY2QL5CzRMOxbcZ
MDDBd5Rnwexv67pk7fefB+inF5Cs6YAKXqyTD7TJD9DU65MAI/NkjeeL8utttPYR2oYFFvQlJBmj
SCrj1uXNk0luQVQ5AAC0MZtWFi1Xm02ZYCWjpQuV8Twflfvs+V7ETB/XSlXsDcPha5+hzSollrqA
XpqeGFRcOO6RE74KKOZyOHn9vLE2rvWHNrUcBsnMmMJDcxHDo7DEwQzqfV0VG4viStzRkULUVyMS
p2o+DYODbXiRiKbfXW+elU7QUUK1v+R5QAScG2C/LArnlyvgVw3s8u9qdstI2f7r9RetrbvO+Rd8
GrMzYMgVlJJNQv8n/5n27mk/3agDCl6wffzpvtjP7kP2aN6mCT0+l3f56xZIdqVv/gMZWpQxzDXe
a1QvXdBFhQ/vui3z1LWeOb/000cx6k2F1wiVZIq/F6PzTowtZtvao7U5rgIvqzMLKZYeKI3FZd98
94sUMmj3/v2zUVpkcpKjmEBwVe1yQv6USwt+uqc2htVK8HC0uc17M/e5UY0nBzqVe55ayzezKOa4
nhfrLZvdeSOGrL1Hm93DMHuNwfoO5q9FEpQgfcNsGqzwfZ0bG8mDtfGjzW2zsipqzhz90IvIrqrv
vdW+cA5GyPWJsbYu6/icYApg9aVq7Crs4Z/U5qAH/HHggMTS5b6DIb1BYSfrqtMIY53IhXxz8p3I
M4ZQmi00lzCYZUUEptXXgo1eJZmhAn2CeVebZMV46l3rkC7TxqhYaUq9OJKUQlpNgB0OLJoeaqd6
NDNjR5n143pLrj3+/PdPkzGzM9zNqUUltax55BHrda6WBtL+raGwEix1GXlRB3CfSCvM9hkFYLdI
qh4DK4WFUQ6/kSz+2ldocxPlZLC4bVAwNdfqAwLJpLOWh1mWW9LXlbiio3QGmNESahvYh/Nub5V9
6PCvFZDiKdp0bJA1X7qlVwlKa34hLiZVYLxmltVHUhW7Ts5PViZf+prsm2rTpWyt27UJCpz8YLcV
dBP+0uyAcr2dRXV07a3N3Ep76VpzzjN4xeJAl7QwuJSBpyIjUF+DOFMdqDNMlrWMs1TJzN9qlO64
3i86bEzklSSErjXPigJ2BC4WvqIdcQM3ly37iaXejNxgIb+ELfMHc3THV6sbQASDaerGey+X/BGq
l0IMBACZfOnbpCsEDBQemLyHqQSyx+BRmGRv2cs9a8tTg6SBbB5I+sVcnl4hMRtEwqOlha/hJHiY
p2HbRUs57GAYErYLnF3HjeTUShzQpenM860yX+omEZNnvmZwAY8Hx7B+1ZUArZhnRkTqbgvNsjK8
dan6kiIPZimvTZYxsWsWuZkMfbFsdNba07WFuqPIqs3np8vpjdtNlCHbFmxu8V1E3gtHTl2nrnB/
DS8NLG1Ynp0fBhC6ZztL9w8cjnhMlyrf6JC1r9BCQAkbdTpViDsjDUAMrQGdYID7pBvnuZUQoEvV
2dDCC6VjdbIY4saU076w6Mb9wdqjtZyLlQGj2pRWlQRIMw118z547CuVlYRSbcNdMDK5eYm4qFAa
sh8XPzapG+KoQm6zBe5fg2ccpiVwdr7nf0n8gneeB8KnJdhJcTk/AhKQkNKwYB+v/gjGQdgcrK1S
kpUhpSvS02qWNUXVS9JI1Ed0zb707uTkn1LX2tiQrQwmXZBu8dy1/JmMEAZ864IsTIOj62xxnFby
HFRb3Z0FRIvCElVi1P+bBKCnjops24h4/+pR5+DTjRmxNq60ea1KEPP6MsB7HBLNfXnju9ZGIu/v
sL8wq6m2ysPLZjIl/PuSwFYyVsTkUZBbFnwaCdThDVhhYcrFdOd1nnUEUCndT2Vmv8FeS4LZN7oh
vM9hGSayKqxJRf+UPBWAsELFPjJ7fk5ZZr0HlFhPc13KW9h6KfDmqnoHkhLcIFgB7wZ4qe3HYeJn
/73yFUlY8Xh997XWP1okEY3jcSSjVJIW5YyioXzfOSJK7fHdE5B0FQSO9dPXqOJUV78Pi8WqaV7A
BoFEqE9BmpbHijfx9U9ZWaV06bvfIZ5Xaa4S84xN7BOICkIYqsRZedc2dOMAtjLOdAH8DHsQZdR4
iRTvMt+3bKvMZ+3Xa5HEk73ioIwpmBRHlvnbCRRKMcqQIk+3tbKu/fZzAPgUrKBUBd14ZGPCA3iB
dL75XYpl97XGP7/z07PZUpF2IjN2wgqWl+PEeUhgIAWLx2UI4cx3V9Ts5fqryDl2/Gc+UltHfo+N
OeZjmzmJGnlxYH2N4scA1pdvkFDMty22wy9LXbE4k8yILa9O49mw8mgaqLFv2zKPxlYV36//mL8W
5xd+jH5GqtSkwFNup0QZ/vA4zBU75kZmpci75NmBB0H+2nreMH+ziMv6fZ/Z0omRTqc9sk5NEFPm
lfus9LkZ5Vxm1m7JrOHGAIvmQwZiXsIWvrTvgZ0HEgItuKtsdNjFwYDyWq3DAjopK4WoJ3FqBes0
N6Hc3FjjLy4oeLQW89MgEI4LrVAy1jOKtxmw7ABOfsnpHL2vRfphAK967FF5DnvXIOTLWEcqzzZ+
+ppATweyMyblYOUDgjvKTCBuWUKZL5E/lz+KtGhvGiV+LqJ8qVUBy+a03wl3OaoGTsHTUmG7H3TP
18fVxXCAr9TiclcyH+fh3EqqtvnlMAkbriqmcnSjrul+do77paIXauu51gCF9ET0sk8M35nCqmaJ
V+cvxgyVPDAvT9e/ZmWw6VlXClIWqpvg9ZXCkDOiqfFAePm/rz1b2/ZlEy+y0ipIIiurwClofJSw
gtnYG639cC0qU8oGeT6QJKk/7Hs3AQf2cP1nr3SwowVj3AXYRelLC/Zni3wSTTY9GWXX3YDSasV9
Ww33rVu4G1FqZUbqyD4/G3GxUVQgFQBBYZ+xQMP9NG58ycVzN7X1BEszmGIg5wpxl6WhUt88+GjX
hR36oMm1/Ryiejs062CjR9Y+RduMmawJckx6O0GYB2LPQnk3ORG6Me3O/XopmmvTruRwfAiM8txQ
DUyK2iPAaaGC8LBW3u5LHa/nV2Q9GCM3UuhNoIn0lTwGyj8ZBgxU4QhF1FaJ6sr40jMt8GjyetDS
umQC4r+dx2i26hulEmvuUWb94/q3rDSXnnKpvVT5o5EDMiBRLgzlNA4qe2fBQaUxNvqb/K1CvtAn
OjX3rNv2PAPLPRzSq2haav9JNrw6Fh38oKNSpeljwYHgCW1lNj/q1ifPWZC5d9wU6L/BaaKJLjSS
I/41DDojOCz2OOTRIml1tCUhYCMoWsYoj4BOfh6DEyC94y0cufMd8t/esU0dddt6tRfXLhVHViw+
yF0O91+ICVis0Sgv5JWE3RWX/2BrQu9GqUAXmm3vULPFjVsb4uk6SHFW91ELoHLpPsEmtolQr1o/
NNPo3UsOmMUIpwP0FUT7odvb5MiNIAP1ILUPvSvPiuAxWOBV2oKP1C7zC8x/soNHcRC0nHG8wc7L
ukmhXkJJIbKe98Bh+5FrBUGkFkbhgW1a9q8UAKekn+FV7y7T/L22yJMt2c90kAnMeP2DOZUitvpM
PRYuPFAztc8MXIQPA2On2eQMXsEd5nTgp8GNNTktnMYzLmIFhhbgX4sF921kgmzPSuNlavm3GRd5
JxNzlaO8xMAn56Ynf+YGJPUkq/2XiqLWJa6GjBzNrnR36FJqo9l9uKbmHo8HaZuhDdPxR5lBjLkz
RDMUcADFdnJjgK0EFD1nUzQwlTa5r7CBc+YjHYw0caa037vU4V9a/izdoY2Qau7MtEbRJB+jogH1
gdSbE2Tt92shyxAcjvKt1ySTBZXfCKN01PUxEYHq+aWba2rr+SBrqIHZa1NU09vFwZl6FUnT+AED
6BS40OEWRq5bs33lY3RCYev5HZhAlkps1U03OZyDnsScW4An+cvbl2KWnibCGd4bgwYp6I4aM4qI
3Qr1Hky8LxWf76jpFRuxcQX4aOu5ITkoUbYCwj/Xs9pbXnb9oenb/COopsbeWT7ICwRWZuMOMgj7
CYbWxR8ubP7GSeDRjcVmZf+iZ494XQcOYL243BphH990877CKh19rSW1I4TvGsGMrBsytbyHZKv6
EAobfRwIYm/Kt7Qpl0eE5WvrPfxsGNjUrn+a/I+BgsJcfQc7c2PurzWPdlJxUVvuGgsu6JyJnZTL
j37ON1p+ZWn8Wxbw6UBcT5MnxFK2Sa3Uk8vTKXSHcQ67s98nzCC/2AVa63gTXBbVDOL+1NYRL8Q/
VDT7xkvvrcbZX+/lyx1g/z34fvoQNhJJLAd1bC5VIDmULIS1rnlXi3LaSDf/nXoXVng9L9RTiJ+D
aqHJZPIeiKICDkTlREocqHKvvZFjVj/iSr3YTSodjkM/eke8PnuGi9wY5Y3V3vvEdw9BESzPDp3h
ABH05CETVMTBoPwD7PyyFx9eal1oCQP2ChBXhMYy1zeZ9Hka+kBe1CFE66CWepbcOjysbMH+klg+
tRxMEGEVDrlhktOPwXfDYcxDAM9CZvwQaus4vDLOdLAhxfqbgfI/JsSRfDfVE4yrAsI/THNy/pDa
Cb6SYMVNp5a4h8lQj25RInH48Dp3w1NWL8frI+xv4uZS/58b8FND1SoYjMpcBC6yuntiyZycMXo5
vN2pARemYpmPvVlYQ5xXTL7Bul79r8UW+ra0jOqAMnNy2wrVv1pUODeTzKs7GLQZO7+BsMKpus6M
4HnbH1s/J1HRS/uHs3T53m8z8qtTUiZwMOsPKa87EDldqXbQ+QA3lAbkKAZj2UOf6B9YM81Huys4
BAl5++ibOf9ulpK+GZ3N9mku/eMSZO2uLtzhu7kszU2WT16oKuLEXp+Px2ku6htbduNdkU3LMfM7
OxJWyU78TM4Facpqo8kY/ezo+/mwc7weOWNU2sxlBL/j9r4qfXuJi6ZS/CZw8/oj9wMgCCUkHsi0
md/JhNPv9f64mBPGHa22o+jbeoaTV+6f+tlKcgEnNze2+zEmWXBouywU9caYuhxarP9UpLNpSu2i
9WBTsfQnFFyS2HfVEjc+3arCXXuFNmzpvJyzM+OccAgv2pt6uWPmhpvHyuLxN4X0adTKNLX7Bf64
SZZx8CwdRV4Hb642timXO8H+m/z89HR3HmerLTwz6VHpM4/mEy1KmIeO30aPHWTp/5nNeaMb1kII
/ff066qO5xLxFpuECqa80P8hcVv6b2U+H66PqLU3aMtUny/+NHGAtoxR3UNCByOxathlo9OEDurT
Nsbt5b62/4qKPjUZHLZK5mV0gHM3hyTgvWC7LM++ttLqDFCzaVGgVrXpaelfWvg3w+sa4Kw7I/hz
vYlWRpNOw5SGQcc674NT3vEqboYlIiJvd9cf/jebdyHC6jTMyWo4rXp2zlIvSM03JvDJA80c5DaY
F8PXIHucRsmiui2C2zFvllC1Td7C28xydi1hxR7lycDdp98dZPOxx4OXOPXrkBadFaWFG0RdbsAN
Ze5qXEb7LN9RoIEix0/ZqRx6Z0cNr33KBz7e2Y7f7qZ0N6TTcF/mo7NvG5fVOEFPFYD98xC7gNU9
E9rg8nbu4MA4jyx9DZrBexeGRR4p6dVtMZbTTQC7lLeJp9ktNxo4FTa8+INSTiOmfiPCaVKCISCL
7q4dnQnYQztfsPkyppvaMmcnlm1b7NxipgfJfeNhadLW3GjwyzUh1NZ14VB80bymrnFCXmBftUWM
69tdyuZDyQ6m4bx66ZvhsltbvQikEHBC2JgDK3sOXS2OvTJqyZs+PY1m98dbuphD2OHa9TcO4wLb
22Iyrkzov7maT1NtFgV3J4qpBjvsXV9acUFAmHFfvaaOrw/ZtTdoW3NRL3BkL4EbsE0VLv4Smv4P
EbAo9zbC91pLaVHPyAgOmr1pnPzUBDwIVg6kPjL/ROoXg21pq9e+Qgt8KDuT1tjgK7rgeUQKMc1n
UP5vpTQ3wtJa2NDWapU7lRNkM5KvfgNypXQe0zzYqta62EQEN9D/XhgWVrolNIkqgdwWyo86HHAd
XFQBKjFxi9+PX/kGvEbribF226Aq2hpJ1/7d8Kq9Y8qN+5yLzYNHa+2fqrKoja5GvVmPjaNI95w0
++sD9OJqg0drLQ/dVNk7AW6CnXqBMzDNzINrkbEOG9WkG6UHK+/QF53BdU0vNc6IZNuJcmQu/bp/
zKotHOVK6+hrTku9OWdWKhMxW4cloLFyt9Q3a48+D6lPAQJOU10QVBkIKD3c2nM51K9+0PGNE+PF
aUVQ7fTvp7dOh8s/UYyJ02eR3TQ7FcwhK7EoDVsWTWsfcO6STx8gYNPlOFWOgpKx3nkSWfOh2GTm
rj38/PdPD8+Qf1VGXlSJnJ+toAmD5ksZDbSMNmUVqwLZ5Qz1HJ76Dfog7vTgxzVtmVesDUhtqs6j
R4QwfZlYYEjejTjUvIAtkCYDLqs2ToNrr9CmrFDSGyx1JvHJ7M1EsnfEVAuVLLbERGuNr03cwEkL
PhMUuKIQ9TZP5YvfDB/XY8LlRxMduoybgDE1YH+WjC4sNYsq6reizdqTtXNMkcnJ4B2enFU0NLIp
bNwvxRjkFv89FvvJ8GDeCKPcAvc4ILklZh+8eihEuN4kl7uT6OQM1qMAA44nGDESpSxm+lqeJfZz
sSUBv7xGER2FT+xauM3AsRMZql3p/i4m87A0GSxoeFjCiehrX3Hulk8T1m0ACAC6CdU5g7qXhn2U
jfVe9FtU87VG0mataVYVnTt7SDhg3ZLRYyFP4D9+aUaRQJu0ik3FkpcoLUrbZohLArtJVZBbA/dh
Gyv42u/X5mwzCFFb/ZIB1sl+5BwEOpP/nNvm+XrrXw73RKcm93JOPdngA0TKHowePueAm99Ztn/y
uHy5/o6VCaYzM7IirWDk2sokt25toz7Qyd3YKKyMUB2ZwRQRjFI8GXrXZ7i77jt/+Cay5ZBiMR/q
adnohIv38ITo7AzPstt0hDsffPmsP/nMbrqplyG12EMvPBhMVajGCtwp7P1NouhKv+vojKl1hBWk
UCG3WHiikeF9qZQkHPN+q8L2b6Xof46u+Kzzuz9NvQI2m8W49AKnl7F54lAcnjKJs2IcyD79ZjGB
xUE9TSbDIctHMWMdtsZ5l9RJ+CuZOLWTKMU17RSmrgPPGvDYsNXvFHPBJyjrh9npu5+Zaao54taC
iyxfkrOTdw4jYb9yvhi/dQVuA44dfIOnMy9zfCFV8FDO2bfrI3elE3T1LbgUgd/545DkBn20U/+m
k94TyBjx9cdfTEQRojP6Fo8HolxM6BhN+T23oM9J0/uq9xRunc+1ijb/oANkNdfftvIxOp9EzG7g
zsihJsQa5tBvyCsw4Tw0p61CxbV5roXaxSQzDXq8gNlPXg2o2vvXfrgWZIFAYkYFG4pkobeMfyh+
K+aP649eCX/6FRjxzN6vZd8ncAloALoVhdGGwgQXASAKp75LK2ludPZa62h7o8wyLWf25gGKLz/s
pvvF2FL7rzxZz/X6UMlkHcGT2/p/Tv/L2lo6156rbYzczsjNscXoX2i7ywd2Zw3ul04ZKDL5d+Qx
gnNNtM+GpFymHGXxxXcwmg8OA4SCdXIjaq8MeJ1nnDuD1w4cjlo9yF84ZT4EWban2ZZSZK15tOhJ
aij9bZZx7EgVO3rj3Nx2kAxu/PjL1a+E6HARZgW1O/QK07VS3tGAeQW8dkw76vsCO425EiFbUmWE
hm/k+34qCAw/hyoq3cILYXlYAOm9jO8j5J9x54Ov4qcWhH+GicJRD6Tq2FZW8xDYZbWxFVprDm32
56zt7GDph8QUTfOdFwG/g+F6/8+XJqrOy6hz1hcdy+QpANIZSPQsuzHGRca5B48Dp2jF7mvv0bZb
ZOas6nMsJuOMWjvbg3ycBd/norViA1LWL75FjwUdWL7Ykw4JMrfS+10hHcy6G2pvnDtWuuI/YJfa
ULIzMHRE+5vxn0G1de269mAtIuBeYAwyWGonQNNjExDB+3djuK/MVR3oOy34xUu7ICD41Ss3iYi4
m33jqfP9er+u/XJtdC4oZP97XEps84EMWejWW2fetV+urU45vMZ5JyQ0PmLX4WTEUT7VV1+q2sEW
QRuP2PZNqjWbEUY6/q6fWGiZNEZa6Wutoo1Dn3gZCg7w24sSvsfG3TRsSYNXFtb/1D43xDDmZQQq
ARYWpjFHy9jtFP82VVvr6Uq764XPsiHYIgsxJq6wwiG/JWei0ryx5VgZLjphogMrMu0B+oPgRYX5
/GDKt+stvnJi0RESvTV3rVviJNEZw0nkTUR6Gg71My3zeEHR1/W3rP38c5t92tgHPVIPlovEg8e9
Z8FFRPvq6fqj/xbvXTg06ABm35Jjy2cUNcIentswBCQmTLmZHU+9cONZEShYa+nFo1sjV+DXgAya
qOCKi6zjMa7byTHIIOemcIGKjSFIdy3OUonRt+IZStg+VFCbRaCsOxHMe/17x5mbIoRhPAkH1lb7
tMx9REoy3nu8DQ7U6tjOqzI7LqsAOwlGfl7/zrUBrE0Nk0N/nrtYzhzHq6I6z/dS+i8Obp4iC8f7
r3WUziryGrsrz0H11KTPEJqiNbeYO39vEi70k86C8ArLCBZwSU9jH+YfRQa/2qj4Ld4ZDcv74t1q
orQKt8goKwNOJz0gk97A5Akv62FIUZHndNm4SlrpBp3zwFF0JVRTYrTxE+4+w96pwtQow2oa4usd
vXK219H+fsMNrqhVJp7IPsQAbIzKvoHzwyMmzF2WFTeiM+6aMt2YQGtNdf77p7nZl6M9NAxz057f
7e7m7FJz/UNWAqKuRGhmq1ejg5jV+m2wQ8XOELaWmG4qeNRuvGKtN+i/f3s3ln1n536RVOVyGpxq
SWQ3iT8OIGZ3yOi3G12y1kTaopcO+WL67tRAd4K6qyG44bb4dr2RVr5Ax9XUwdmkmwuZOH5thWUg
nkUrXuQCwPTU3lx/x8rP14k1femjKttPUXPl8EdHpD/AStuYDn81LBdmtaM1zSywrA5uNySTH8wR
iobtHSS5RuR442CHwMiVKBzmaROhslDt5NJ4+5lxHwK3tJh2VT7mBy6EenVtUd96nBEYSHZ+2OTM
hAHIkD1VgBq+mg51QIuH4gCt0u3VPPsxLiuBYWhotmcB61+zUomThaJ9lPv1Ps+jfCL1H1vV9Hnp
+mEPQpk3hAPush/qdG52g5roLsDiETk45NHqzfSMtDoMpevFQKuY94Mi/U0L36G9XVvFExGZ+afK
Mvk2FnJ4oHjGQbRgBauA+kfsWyA44JbzkIsO1xfwM9isLTxvZi80sa1F/hZKM05RuZ4wx5UH1JrJ
V5gkzrFt42QKxEQZ9qN0m5AGAl7214fMyrDUlSvKyFyaBjhqT/1YnF3xcC/c39Jl+pGpLfvNlWGp
y1YGMRT90GBLNhP+k5H8F+SQW6vNyrZGV6tgdZ7dpl3KpJsnFVVG81IvRZLX3suo5J0lhi8umDoQ
xMwDo/IExLD2lMUjckKNb35tz6czP2SbA+XHUHhRjl0sybuZ/rzeuSsrjK4HPbN6F3geyqRyZ/93
aQm2H5gDMvVSeo+tsljU89mAKZ2bxwrebfvrr11ZD3St6GAz6hYljlRGS3eQiewzj4bZKDaG7NoG
QxcPDUBvuczE9VMqhyaLWsDRdqJy/bvJDvhRpnUTtyZh+8xX9T28o72H2iUpTLxZ9TTnbXYPOHv6
ev1bL4tLCUgx/16ZeNkDfeV4uG+3VLcbKlLcAQjQRjbUsse5tt3YQDTeteCT7NrSKncjM8jRGVG7
ZBHV/y9rUMBTjWmxsc6sBBH9/r/sJVmgC5RJXygR2hJZCtelRwvmwBHJRREpv3sbGvGx8f1/e/VC
1NK1NlVHMwKw5vkmqs8TiOCc28W3VBn6Xbf8Y0JIeNOhfOXNbAf2OlHP/eGXHuRH1gw+djxCCwDP
7QpYTKu0vJ3FZJuYqepuoORKH1RQmLFpWt6+HMvuB8294c5vc2/HFtsZQ9e084eUADRm0KD6KQcJ
v10ELnZbOKj+yeTCH7icjVu7y8neMLzp0VSN9zjX8OmcwCw6ALU6C9ziGH7sgKX8jtLb/lG2zNmJ
rhm/py5jr7k3sg8yVfld3Q9+lInOPLB5ybqwJCW/BUZ0ebbbGnVnqmtfXYl74gyj4rffUKgM854U
33DNMUVjtUyA+MC5hJSe9SAXZoUcubIQp29+76jMjXKVwbG2VUil1TWE8Mg+s0g17X03uNN3Vo9k
N5qu9z7YNe497EbuGxCxYyUH9zBUeRd7HZH/LMxxwrL0SeR0phPNg9ecuAmVLk6BMhIMQHACwUJo
gON9N+ae8dtLHXrIXTeNjcaVt6PppGE1ou2runOOee6bEehU3sGQmfHTFE4eBY6TxZTbpcT+Pqff
fSWM/Vjx9tUDNjScHTOPMheFPxj49JiZJItkAVAIgBf5qyqWcueO1fz4f5xdSXOkOLf9RURIgBBs
gZw9u8p2eUOUa2ASQiAEiF//jt+qP8rpjPCuw90NKSFdXd17BlQEfWCDqLyrPZi7V9HY7rzWa9N+
ItmmVzmq4lCWK2LPyVgi7LicpBf97dU47bKs7tIgUP2VbKNpx0cOpdW+FS9LbvLfonG7uKkmKHsU
pr4k3XLmLFsDhCfP8/pORSjTFaS8clnnXbPsSz54lK6xWRSsDLc3uPpFbnuLW20UK1luPfk1NC1e
4P5vsILFnu7GZgYbUsLK/rZo/4T2QoJ4JpFYo7KIDLx2sHI4VUubsogD5/6u8ifT6ZI03rmpX6VH
nQ18SDsjssFWE8igsooO2FHsQtw8c2j9A8sqsbYUsq+TYSQNfQajYFBVZnahzPjhUey6/2iMCAsN
FtilnNAMDWJvjkY0Bapls4DBmZbK3xXK9BtovEbp0M9PnwfnD2cML33/Vv+58XUe3BamEEwiuNi/
6ib/TVEt+fzRH04XHv3+9/88Go9tG38hLhQb2jfigukOcYXmLjDIlj9/w7kf//73/7wBNGSuRFm4
pyKSU2wcfmu95dvnz/4wa8SvXx3aki4UrZmQniZnTAK/Sqda52Cew+huCvpb/Ju7z190bppWGy6n
nZc3eBlOGFoiVkV1LIJmAk9Wf+nOirGsLmYDAMEhhRHTaWDld26zbZ/NX5ym1Y6LbDlkjC4zNNt+
L3MX1/OP0GkTo69zMLC/NEPrfacGyG7AB4SeuMcGwMSVTkbd4PgvYdj++Ss+DE2uu06JuANFpggZ
IZrpAd+HaM21qZeJdk9baY9Rq8XXrMlALP3fNatJ1xInhCZDM2f8aeIm32W+zo4g2+bPnw/mYzsV
jGa1qZnbqEFYXNTKieQHQgGmbwp/fK7z2sJpREUJmXv3UPd+fpjrokkg+NZcuKmcm8nVrofncWkA
7IWtCjgSNS5Bi2YCWVDxULb0Qof2zN5cw9DhyOBaty/pKeIs2PVtZjfQMilSMC1RKwGG45mi8fjn
wmy+b8R/slfM5ioS5AQ1YSgqQxwinNgj7t3quFDAONC41EdoQNrvtA9+2KiHofRoAUQRhsMdR9QR
vxdFC4b85z/kTKAgq0ARijp3qiXsTswZUxI5KQq+CZjlnz/93JyuYkQ9DE3f0REe5N5fx0EShhaj
O3SxCX562SV27JkjjqyihagGAv/jDLZRsrqLuto5wAEycaEIx0D/b3qx88vxx9xk8oI44Mdz9g8y
swq07eC1TE8hotKmkmEWj1nXIKc25ouvWPUdm6kJm4gh6QztvpL3Izy988evfJN/MJqLNIwvyplP
owk2vJ62SPigBtT+1IHcAHRyCfT88Z79B6xJ2Rz6wpTkpOWxbJvY6nlHrEx7+/L5QM59hve//+eg
DohrsXZzAvsh55FkRdo44ocWwYW1+/F1HwJzq0QgrwffCZcFnhIoXqTwioI/fcODpB8yGzdEqITk
TQ0nNNe7QiEFjQwRMNyn4LSnY9hytztw4fwvLohVvJjs5KM7Q+sTr4c+1kG38aoWnuKt+tKZ+y+w
07pN4CDNPVViTCDotWl9vdVu8GQaeTM5+lIV5X32/g18dG2MNnhS5JJlCDijBJ/dE+lQzUX6+ZI4
t+ZWoWAaTRsyJ1vg85snGlBvX+k99ESgmvglSWOXrrGdUZ0DBdiS5aRFnZoQ50N1KSX5OFrSNbiz
g7I0D8uanCaYTLKKxsP4HafuZtZhXFYXlvWZXbNGdvqdgzYlaiAQbumSydtm0BvzLq3SM1Q1EOX/
d0+WHmSL/Q4G8HTJ+6MJIbCUFF3v5EkwltHJMbbcoibONw7qgTuJYkoahbDwnAbuQFqGfe2a8A/Q
EyUxlo+yIKdWPUWeSHq6c4IvASCwBFaBgfhOVVQtshGN631FRUz9b+wSy+jcIlhtdMiNLRASkPjl
U71smAogOWSaMBaS9YmB3v2xCOZLdo5n9su6Qj7ZsYX8d2FPIfdFPGkUhuS7h81QQOm6svJCknFm
z6+L5VFZ1l07ZAHMEEcSZ8Yv0NTwL+Rt5xb0KoPpq0oM5cRwVNIaedqPIUANqv9aZk3XeEkdgpPv
h0gu0DLdwDV6Z4x7aOZLNuv8PTJ9EA7X/Pghr5VlQwBdB86cP1NvMgE2HHLRBLqPdtP5k31lM5Qm
t3pBabkIm9BPXT8vUPed4RHsmT4IYzYUbDvRzBzVEFQb6nill/AM+uF+s9h4rhxpknBSPjBdo8mT
CkCSa+gCFulQiPaA4qjZ27IOtg336VXRGfvTuEv2AufQ5ZFLBSRzBDfUUSDLyZ0p2hdVGMY0dOd0
4Bo6v9Rv7bOE9kxsMWH7BcpYydKorkzqkptv4xJ1qLsZ962VYYUOpFJH67TqAZIJS9LNS3FAt20O
49Eb+0OOuvZmlEt4PfJqSd0gcvaUO4zHQSOAHFCcJ4aUUyyAS9hOM6v0hhW1B4EsgO11WyCg9Fmh
jqqevZ9LbXieCjHVBhKa46XG5Jmt8w8GdZa5au2wnBYDAVSQ64EBryGbsNRVlYydvv/8RDuzddZu
eL2lPWWKzScdlEXSjfCiFc14Qe7w3BjeY9B/MqimMF1bDXh4PSIsN6+2+M1ziMgB2/61X786DnBB
qyBpjEwZvdDvYT6rO9TQL0m9nJuaVRguPMbptIBoNNQjitKdqxLlQFTjaz99FYerFtBoH8WHE8t6
FgNw/wLm2+HzZ3/MQ0BRbhWzAuLlSmhYr2QlR2mm7M1yB2Wv5Yn6GUIXU4uTyK4J79GaYJuA6HlP
wkruewBOgZnpOQQ1xwHpX1l519qdvbidenk7OLD6G6kI91Cqc69DUOQP0CB00zJiPuCzmXQuBN0z
pxRfXewsRL2DXgTmJDTaEWMbPOd0uFoEALecq6PO0Sr5fK7OhPf/D5z/WaOcMUZmON2eSIQBV9Fw
U0ehTVAzS7/0gjV2tDDR5HSztSeRjxBFoZAB6vss+FGhKn6pEnRmEOsmboiGZI4rPgQfTIdc50mQ
aBd19sJSPff097//Z4paFZbVjOh57HGwos+97wgsxIMvzs/qKupETE/OBI1cR33zPZ32809hwguZ
wZkItEbB5q3btv04ZcfCHZKZ5XHObkaUp13nUu5xZnLWZJnIzaS3hPCiN/4YQ5E3nbKHiVzCgJ97
+mrqOazLxGin8OjjZGQ9eHA3ZPr1tYW5im/t5NGmDVEFZWrcCuZZaC+0Q+L6fP/5C85N/irE1TTw
JOSl6QnSpzGUVo+5yBLSVOgS7z5/w7npWcW5vOkzvZQW8X96perF8Y/YBReWzrlnr0IQHcqCI5Ci
tsTbvYISYszFsOkmcummem56VpfJwQIDEwrqnzgPza4cqN7ibiwhu60AxYHYyQVdgTMDWSOHJztX
yHgmehrlD05+MXK0oD58/gHOxOk1ZrhDVoVqJrKUpixeGXdPre8eug41RBRmivaShMe5IawSiQBX
4q5Uy3KiLiR/uojmzwYc113TyOESYug93nyQKa+BxMtE20BpXIxwtuwBnz+hiOXGi3mXX4OSatg5
r46ZL3yTM9VuupZU1i6tyiCk3Yk4lL9aHMMRJNNNVWxopLvbArqBCR2LIYHw0MYXUb1hZr50up5Z
ef/gZwhsEmqk2Efik+whCPPl2PEMbptAAOzDasouhPb3SPLBlK7dOkbBVUfeW9sOysBx59G32vIL
Oc6ZJbHGp2BBQ6KeQCTHb+lukGUZ26J+z3cueb+dmaQ1LLuzssnRnJ9P7XJdD7+dUcfE3tRZf2Fy
zj1/FR09SKtmXuXTUzeOr8HYNDeqEc6GQb3uV6miSyfgmXlaYycpod1UzqiHiV7UGyGtPo6qYycf
gNzN50Hg3CtWkbLVHbwMHIykbX8DGpkCORMXZXnh6efmaRUmZTnInLQNso+uPGYjf26nfJtLr9zA
boZciGNnhrCGjePuJqXfh/zY8yye6K0B1rfll9KzM/tgjRxfBCsC3L+jYwUcJ/WL+8jKt8/n/uPm
BF3jxE2p/QKW2eGxLfwO3IfC3bcNHEtyHt0DmsZfRVE0Bwr8yrZuIdn++VvPTdf7t/pPRug4Mx3a
aYiOYqpu3Kp7gR/iLdHd988ff+aTrxHkJte5xKm+nEyQhqK4dxr1Y6qqOr7EEz73+98/1H9+v+y1
kG1A3RMq6jadB4gFuvAVSNiwOF/b3muwoIQnVSTyLoTN/HgInPav6cLE8mhHJKQ1P5+nM8NYAwZd
4oBrDP3qk2wY3TUZ/ONKMes0b/JLe/vMp1ij4CI+LxVxi+zYwm89sw1klWDfhsrhYNsLoziTQ3ir
Dd52ChwXoBaOkvobZwEuLrjKlkcxtmhKfvvSTK1Voa3QqjQu3hEtw6aR5CBzcSen8MJxfmYIayno
EIoMbRt29kQqRR6IgKcXrOjLB92YOon8pdsDZFs/fz6WM4nKWhS6JuHYdxIUlwKa5W7oJWUA2HGm
lpdgNFFSGfZ3aC+5YZwb2WqnL3MlQNN0xCkqZXaC5PUSa+PYDSnmqo9z2NR8F9BT++Jlea0B3QyV
qFlbIZ+UXpOU1L2BE8533/MePp+7j/MuytaTp0LHI6OC0p8qamico8ION/M555tCoTHulPgnt4Lu
dFrB+Op3wDgSC75UwYXA+eF2wutX06mKhimn6PMjTmBQhdE/ApaBxoaJ5PMBfhgS8IL3v/8nsoUA
wk0mCvIj2B67qddVqkr+3bfjpc7HhwsCL1iFzmiqAVB1neqI1i7bdjMzT8PCygMbC6XjynoQd/dF
tVwIDu+P/SeFxOtWWRJEQsos7Mb8iMLyLfSS91WYf6XGhEe7/ztVWUBHVlWw9BN+Od3mEOrOMk62
76gdKJ7PCQB/X0OOs7UrGyzWPHeEGfJxADFZ6R+uYIclu3QMfNwVw0hWEdQM0eQWCxb1Ak7rsCzf
B+mER8GDa0WqvwR9i7JC6K6L6RXcxR49GASMJrtEJf//xfXBR1prYmdFkflFD/il9qGrqR49VFd6
3+wd/7cDgklNZey3P8MJ7kRsKI8jkTuBa9Ui6Q1pAA7wvDvDRtyt7RUsjrceb6+rXt0US/NIzX6M
lhdeul+icrO1NrSoHQkrdVoeg7r/Cyo6bO27t8/33pnNvcZC0gLeBiFEx49ZCJuXMrpqiE6bIXgG
Q3Xz+SvO7L418hHcOgChO3xp7ohtXT+p0BwAZCbZHeFf3HJrCKR2wDvMga8/0gWG7zDrKNUlI6+P
MQ+UrWHGagS0kvYhpqh3kzAAijZEmGrcVNEfmVe/NsM38DpiOatksGbj+OYUiPpCbDz3fVaxxBIR
hoOt6mNd4ETu5QJHP4C1tyqf22NWyu7CRzoTs9Zo5M5mINu5Oj9CYu0OajrHsYCkz+cL4OP47q8V
0CKnGPw+8uojXwodA9kOKSC8MNZ8+JrJtb9WQcvRXi8kq8RRN66CdvD8lo8QQQn17vMhUPf/u0sf
BYzVjZHTvq01W7yjtLTYEqPt7RDmag9Lbb3Ena5AsyCsbn6pUHf9HnF/PJhsIU+Qwxn7Y+R4HY8H
OJY/Me7IPZrMDhTV++JRDA6PZzd0b5lDSziwV9kTxN8Fpsqr2JXO3frQyyA7GUmKJ8YEGiGmb8Mr
uIrClBiq+vXzXHSLlziF4Lse1UvwWIlUGz9SBdxKapcnyjcqSrUsI1B+C5ckoiY0hZo68JYwuxX3
UnG97XrXSwaHoavCMhEDppbvM4JOe4TMaQuQcQmJYshWg21hWb4dpTfsZeCQg0ON2ONw9NOcSR1P
sNBGOLW9l7TaiqNUPnt04aGw047VW2mz8Ggn2OXMgctPqjHOs2tJ3e8GOqhfg/WdPaQQu18R+uIp
/K00aLid3uSAGczJwHDfdf0K8sgjq50UxacMrs8Bn5JOtrxPRFUWv+UELl0cwE2ljJuS+I9t53Qw
Op7z2ORDn9oc/seRDzaxdhlsjjBfcL33Q/N78kv60+RmaBKGrvM32IYpmAvbP1DJivCNoYL/YCY9
AQqplB+rwCu24IxVm1rAUYFFkX3TfYnCuprA4XAVGX5lcz4+R9VsX0GSpI8SzKQHn7Vym9Gcv8yg
x4mUkwoqxnYJdwray7+C0rrwq5ID7IdaO3W3UdfZOskFmTYA3s8pzCBrKI6ZKbpd6i5KBDq9CTEu
yC3LTJwb+KpRLxmxaCDg9U6wFC3IlGUugu/M0yB1eFYcqJ2nn4Kq8CoSrn2CFWK3oTYa/zhlEW3a
IBhTH0jCVHCktF7WcxDf2RTGEMGdngYeBSd8F/8BrJBIxdkcWcgy9mxJ4JgtObCwlXekfZ0fMPds
R6UbPXR6Dv6C7gOqjS+Kd4BgIH8ts+fc6Yg4b4KY6M6JhgZD7Zz8FXZozU5nPvhTodNQCnlc3afS
TOVPpQt0IXMV+m+gzw/TNho0vbZoktdxI6qIpxAEk+AIhaCI7koIASVO7VkT9245HiYmw4chmxj+
ZxYmRg5o5XBHvTNZMzXEUBNQO9+3ZUIbaHEVvO7inAQANg0hhfpaJzI8NOPZBs1icJwat39sopBf
5bWAWwtktjQ2XVDTTYQbr4hH7ejnph7MX9ajUQ8zJ1WlkLMPoYbnQr+bdkLEEs4G26Ly7ZFz7Loy
n0ZAHemPSkt0Msdm3LtMTi+5m2tg0nxzB8eqbltXqrnTPk4lInFIzLSDdHq4ZNsuYvMRqjXBtTtG
3pF3PlhIoxdsodxtbqAoMh+gQwEe1Lu78kEMI91QV6i3FhlXLNx2fBi5RInVaZqY1tV4jV8a/kDS
1m5L6+ubIu+gHS3DNvFNAb24MQ09RDrjt0faDs4Ix7Bo2NWqrHf+4JkhKfQMb3hvnKJr1YssxU9m
zyOhj53KgV3OKuigR160dXowr4y3VNdRXeQy0ZNnbvpBORtSTWYztsRiI859tqcVCMuQdByhIisr
U29IVwaHsK7dvVFF+xfKj/6zztWyh62lmGI9goEMS4sBessVhyhCpdh3HQbNPoBaBovBhjM7t+6W
g7GmuXKj0d1x1lUb5KtdygQvDrgMTWnABv95Bkk0oVPBk7LIHD/mEaAZE8xGt93gyGPIJ3Pl+ZZ8
s6xy9qBwBT+EmmQXc6QRMUJvvQsr4GfAT6z5VtWagEUXlvGkHFi89WreesZxnxZH8bsxKvyffs+b
aguabY3CRjTqH3NFg3vJaHXndFruYASaPYPDap8zx/KknyoIBgYa4dMj4mqZIkjI+KLeh8bm2yEn
apNRDfopb0G4JrZ8CbDvr2HJyFMdcHW1RJKgAwbhKBn47m3BG4HT45263cGjfmgCctV3Dr9x1QgB
3yiq6f1A/Hw/QPL0Jiz5DIX5pT84cNBKl4m/DKDO/QS6W0/x2IcAJVHlDY9wJ5sqeCLPfRqMjgxS
DM1Paz21h2r07T346z6+pme2PffBZ5dZmcJNc3zKR7956PKmvHf0DNu5yIM0lqIUbqFDje8xNtK9
6XSZPai66X/Ba64b4bpZ6r3gtnuT0NS/Hqc+P7gNrsyBN01A6ENYfy9QoQrgDUxyyNjx9oa3LXv1
3YqdKKbvrcnr8uiME1aSNzsIVIwewpk1G5KTZhuAhor1z6GDOFQZLFEAmQf5r2q3SIKz3/My9v4e
2ZW511kYXWXItH+i6dvsRW1cXOJ1Sf+4fd98GwXLb8DR724B6vVeLSRGnx2AIb/prGWAQBqwsBIa
GLphw7vMCjRTyRMveRcHPkosnbNEzwIO6ktakmKa0rLjFWAIHlxGRF1fZ6wA0HnK2QFQF3dDwI09
GBj5AiLeDa+zcPwtguS8cSFLE7Mcvr5VK5uk63qVSoJqHc7u7s3gjEz1YAd4j8NCLu6BNdrNbg1i
VdZl152/QA6yot3vMFqc7TB75W4ZIqiwcuynsWuLH5ySItWgWX4vJHTK5jFT8PYj5Y1FJQccSJ+c
bDU958Fs3gYPbjMjF+NvOi7dsC00q2Fd1JCXqe/0tW8QhygZFycWHjz6ElmXVZ5kYLK8tq709nPh
NsAjtXS5mm0OOZQITMwGRsFXw+JGt4CYE2yEvmtjOC24SWYiipsnSnFxA4HJez+E2y6qPMOmLurq
rxcYdmpGMd70vOxuYH3gwfXw3fDQIdASPtSqZnUazWFob5pSL7uGlT583YL+LmRevSWlzzao4fID
FObFNx/4zH3tZ1buuS/nexRyvK0LbYMN8qwaqRMKPZCac1NCIVYc0xwU61gj84pi7XHMGoNG7JFk
Eai0ZVbdl8EC1ujYVqJNpo5H1x3AX49TAF6b58G1kveDs8dVBbewemmaVPsAViXQ7XeXdGCTehn9
WpK41rxFABi76FYOLoIgFD1NwlRRRHHdluTVNJH5ntGZJmPUt7cos/lgfWvm5HFUFrXahBmFj9Cg
IQtjmorgHu8u5p2NWgcHFjbOXvlF4pgywaHqpgsFcXiCIlXSqqnbQdYzEgkMEplMBynaeYvUiL05
/dy9tgtUJhVc7eoYdMc6jDUUHO/KEI2ckQTsPu+C6OfcReLPnBUyLXAAFjAbpssWQmD2xejIwkN1
KNVzxImPmAuPKgPx3saDg4pv2K0M3YgkDMC6F1lN4aMhxD+GlHkPudYwks0D7W7GfCxS7LbgVoQ8
vO5tPsnUVnq8xYlFkUZNnNz4wPoOm6mrRkxHH21ByhjvQrGoP74hEoUOqugf2FoGNzYbW9BrUbK8
8tzAf/8uXl0BqjjlT6PvkZ1aqDp6y1A/R6SQJ0B0qrQuQuAOm7o4hp0amjgC9ug9SUa7APkz22sf
LPeYw76yTduc0lvHQ8MijgSadq0T5tHGd3ClhTmhLiB0hHoNDhPP2bU9BHUniNsOcY2+w6bsQ//7
gGUC0f8jsABkj6MuegkHLA+cyLW/NVVjXkUXzAnEP7xdPwoJg9Cu/wWvGCI3Q1hD4EBlSwJPzOWt
XLTKIek/tTj/lRN9i8aa29ivJ/mjdJwgi60d3eu+ZuJ6YLb6LmRgNwWj7gOUK8SxRlvEpEs1BnAq
9ShQaVUx/wGWvrrx4GS9Uf2891ixA0V6Ag1hEbc4pTQsQlpbJTYK6k01AArZWofeC9fMUCYAwyE2
cDHZoL9sju7I9SmyfNgYFBZ3fEH+UXYRAXxPZ6k/W3DLRmPvRFiTu9L3x4OIpjztDfgRsunD2/cY
em2sRo3RUWU6wz/kqhUMPi6C5s2JDjU+l+ResLPIoGpsN8NPBPJAwG8C87n4s/kLzSv3ZBvZ7Hiu
7C+oP+ZHjvWwB2bO3ZYikiBAqWkPxok4DTqMtlxXoCw41KbVsgQ/y5zwe417Hjx9a1hK5lGmEljs
mM08D9iQsP3sXIBX2WCSyhJ4yns1eBpz3rZ33G+bP3074noh69yCmjl2WxF4XZL1pc1TRxb6zZ/A
Dl+4msrUF55MobKpv8tKQAZbhaRL8rrHJvXzZX7ybbNs66aMfkkTvt8YfVU/VIzIG9Y2WXdVLmO4
d6NF3c8A9+z7YRh23eIjORLh3HS7bCIC8BwHsjUQhDcb1ell75MxtymZ8wEgQbjd9FC+eUNEGHYh
8BdPudM7GFhd/HEUs0lgyLs0RIk83mSycDYzI/ZPq3L/3m+kqHaTDSiS6BnJRdLVfXOV2TzM46Vs
misMksJ6J2DYmkJUHFsfJmf9CCu1EA5DhwHbP6E+0fuxEixxzQCFmElU9mgRDQ8eRIeGGFTB/KbM
3D5t8OlbmBdWHbKhqqvTKhLdN1IReMF2tnyoOeU/OdzN4DVLYG6HH/wQsNL93UfMPgyC5PvWeMVp
7Au+nUOX3kTQYMPp6wxbuHOUJtVuiaKIwp+foLGDFJkLc+csufMDLgz577yl1TfuOGMGnKKf4T9s
pzHpLUxtNwjOnpdqXrZdWnpNoBIgh523wSU90l0rMxi5ccgftLCOwYKNvIUmjte8+xtF8/JaAz4P
ZbtKlRsaMO8EsZ4Rt5yBeDhQyiEY4rELhi11lTmgrkliVUKzI4taGNXSrDmMuHGVMWhE1o1Jj5Rs
mUgAdkSTX3dceG/eDDueWE2NPDXWA9KpxFU+B0gsRVmcnjxs9W0BpZgX3fr+Tk58gk2kKfhpMOGS
5ih8eihyeE2X1BBEuoWNs77Dv67vvJZrBTHrqi7i2g/Uz3LxYNEiAmyV3m+OzK3zTTBo3P/ZLKAW
Y63dS+iebQrXsF8oFHhH1cJ/blt5fZ/2wGNdNe6QbTLIvaTZjDpN1kQB6g5zMG6RqoQ8majr/6Hg
gCRidOXWm628k9y422Vq6pdmovnVFCJ5I0EungKJy78yJn9rofW/gdoG4OHTZI8Kl8059mFRm+qQ
Oi/LVLAkQ30ozXLYjpnSF13cEX/647uO2sItamSxE7XP0DolxxH83DlmbpWfOgPBf7+HTvHYcPsc
apTrkgLc+R9V2w8vEHyYeYwbDrtWwSBT4hGJEx2VG8hGsCMB9vLKmUSA6pKfJfC9J1sTRe2bbJyp
RYmmmZeYu0P1FHiD3bhT08d+EQwJ8PRzint1mwLygaQy1xOaqkHumN0CONGNnGtE9RyJ1zwtErPY
tkdDefsI0aH6hwFboY3HxeSI3mjLwtcZxCdPsZPktZtU7lz9IDOft3Or+2d/Ce0pn9G7xR1f3QV4
zKuTT/R5YTzYD1HtXlGnQM0H7DUvip2Je1udh+UGlA2AVhfCq7v3QscJPrrvKwmO80hOR1UmM7xr
dhbWuo8MMNdHPyQkzad+OcjONvsct8BdNzRNgp1Sp97slrfZpLJkgrLILVjYOHHURLZ91Ikb8Hbg
zjQHUbuflkq/enYSt+9JXkqDDJZhCwjbvzVT4TX8UEnMrI9rI7A4G9ebVVoMSLQo9BFxqxMuJg5H
P9VVv3OqlqRLjRWiQIrYcg+1tFh2pN24ZVs88gJHjFJo/QQYYYLrjNxA/Z2m1pHRkkiZsdMSZeN2
DLJgE+IE2vaTgZCYATFr6NV07QmXFZs6aMj3bAiQcc055Ov7d71GqHx5G5vNwcFZ8FW4Mc4DQb7T
pnoaihssjZYknWrkI7iMEAOIJuY8uPOkb2FBahPIdJvvpqydXV0P8qonjdkqt1RQaMF9KyaRz465
NTmJ27qYXyXS4AQijrJCNwmp8DJm+Y3FOf9CNR1/txBRe5Rzo9IGnzaB+7I8FAF2flxlkP/E9tcw
jCtwltZQvveH+xr+XzfYwcuJR53e0qDsroHj8g5+nU9bObJsr6vJObzfDW9AlEaJaJxDhhDTIuOC
NMuiAVe3beIGwbLzVZFviNYOamoiuhu8nvOYld2UDgH1f/lBAOnGhQTRt6msgg0gIMjz9CDvYEca
XAviQGYp6jk0rfXgoCyNjAlbr7/Oi6wVKWG0T4uwUodReNk9G+sSGg6Ym60XKowqdCXZW2fxXaj/
IOKZEXrnQTXyDURdip1qK4WeBxttWpP3jCFU6tWLhLfx/UgbKMYpfRVkIz3YTnSbCrnbSxU46hqC
oLgNZF720AtdfqOTMdeKu2Q/LmOB6WXLgruXRqk4s4HYQYMjPAQsV4dIWbIFwYjFDYLglY6GCcbx
df+G0vWQhJoXsZrJ/3F2Jr2V6loU/kVIxvRT4HSc9EmlqQmqltYYm8741791apTLC0HK6KqiKzi4
995rf4snIIy5OlKs4YiZNMpuwdjx5vYwtyaMSmUrDn1Ay2RI3VFc+E/8Deu8uGV6tE/AIA1nZEuB
3C9q+4YIzW4RMEpfKtK3165vZ3EmKxqbYJvGQI2N2Ppg/AVD0OFQpY3z4k45LuaNWQ5w6rL1wbct
4y+dPbKbDAv/Zt5Y/cGmVkDYTuoa+d8LzVQLdd87df9MJ6cP7QnDfa4nfj1XWXYoEKbbC/zPcdra
1n62EbZ2HNSFpIH8EeAy8Fh4nRdjnfKAvEuLve9nxrUP9sCVhcKiWNhZ8WLkbvuEqI591UoYWmFa
MSBRFS/VfgpQUOpVVWPFDtb0a7sMECp0iSYHxB9qH6asBv0FOdmAVTJo7VtnhNb/DsKMYYgIRA0P
wrfSp1Rk462C8cUT7GDq7FQDZevuLRTMvJY9tu3IghEDbptTKn4NVd/dwd9QksiC2VwVKoTPn0g2
0acBcWoSBhI8T4qrrQGz2Nx6DoJiVLhek+dUw8KyamFQCNfVR5ekAJ23HSJztjZcBGsLszsYiqa7
luCYEzNbTomhqchRHKYIGEPMn0JQe+HSLqDDgnlD96jqWrUhE1Xzo1RZBx2D61r3Pswvjn0GR+dJ
GipJsRj+UTmvvjt1q3BMbrpvqtGdt8OCPLwVSJcegzIbIbJ19Vbyai1BukiF9y0dYeHYQJ4wt48M
lTFIt1RvyMeQMG9anNgd8/XzNNaHyjvTWQI+4JRCetUYxonlQXcNokKO47mq7wKjGB5oOtX33ICN
LhB11ZXrsGBDVO+tfOGS+jGPjkTqLGNJCZZDPOjKiiyrUrFu1YUJPNRg1/Ma9n1qlGC/UF7s5ewY
YP5QehgaICih8K8PFIz3E2KNeRnO4IgcMlwNn4bGFDez2XRv3IUcThXSONCu+jvQgOJwBrsZ7vre
WTT9CXTxLo2w5SC20IB2/SCCErG5bCjr37XXIxhRFakKRVloDIqOq12a5YjDV5ZAgBIHP/Ma8SuU
gBa4XRcIcRTGX6Ni2d8KZ567rOz8vSFSacM2J5sQsBmFxsaDENI4kXznMmSUeIeLHQ4p/tVYWPZ1
PdA/lFvjgzNOPuYZALNj21WhlJQ/QzwKWmaeuq+0NNk3zhWyTTYuN0YwsoM1IGwx1q2+ISYUv7Qz
pkPOJQoGQRSAaxtKGyPVICBqV+Mb7n9pKHzqwIubbrkSrfXq5e/vdDtDnsHXtMiR3rO5cRp9M48L
jr1SETLuaNCYMRIvzf7zofuPofNB/nXJWpmNDnC5Ailey+qoHeH20P2WCsaJfZoD9zaJ31OPWG+o
4bZ6TgOBw8iIIMzjAHuPx43fcJmRH/2GhVKp1FWKtZLWyVChq20Xrplcnnglj0h14VLnobJ6mHY1
aHFW527oAFdS80sIS+fXLEsdVSbQXssXopGqqbhlb7TrisBgCV2ZHBMZEZvkSQ3i6VmPvbP3STDd
2sggI4EGiuyGCuCf3uP/G89eOolp187SFkGgBL4UuLxk8iJoCHxQwUHFGB94hfFjYDeINDZ1YD2V
cw3LtF/oSklCnZn+kYND91JW5XCX56ONWJT31TZe6KryDtXA0G3xhHbpKyLQ7AUlANMXO3ChHAAY
xZmdwsU9RcMu2ZyE+0AoGzYkYWvDY7F7QN7IgWPnWVKCiE2pH4lsy49htcsu+8i7GS5NDyXOY88T
3+jdV1+N/gPBJPgJ94cJRDnDfbYsJXCQLczjBCPw0BuRZwpwSYyLks44DNf9HadGcXBV6Z88I283
TAs+Xnvs4CI0fffLBpwlAaAceNIiERDlsngp+jKACQgQ6somUTaO5eHzWf9xA9tL5kkP5EyGwlM0
cJCGhcAR/muMQTtYiHtGsF9rOSGK2fkVYDAwk/mhffjj6rrZqghZ+/GLge0jBTa7anRP2IHuGhSb
ZZXeEBCvPXoxrGlZBy74VzxRvQMRJSoIXz5v8LW+XYzoAXfPPKuByOn0OP2ibm6jPKu24U1mIgyd
WyAKVdCjvH3+thV10hJeAiaPl9ICyieNS4cx3tj4jw42SIwrMkd7yS/psYXjzCzbZGoMcJ7ArT5P
VT76+7kh7gG5l8I6IdSXwZsIJ/ryiONFei6QjaEnC5mhISytctpYgT8UYZtIAf53ziAPwLoGAv+E
ILIfeQhQ9wp1t2w4jJ574n6+V1j0N1620on+5e/vJqjnFmPruGWTZEQcB8N8SP0W/IVa/3Z8KGOR
H48+77+PNzBk4P77om5uqQnqfJbM6ZwQnh1I2cB94CfNN8b52gsWm77RwpeylmmWMFZCCNH0Kn1p
qfIPhQa+xQRSZdp9/ilrQ/Ey0961mea5J5D2zxLa3GUgf49dVDNvo50+fDglSzcT2k8BmSA3SCZq
x6hJgo4t26VpuTHSP2wlPH7RDZ4UczC1QFEo0r32hrv3iuZq6LJHy98CgH14e8ErFh3hlg7PfIi/
khF+OIfRqg6CFie3ZcAa2U1sGp6EeEYhH7zlv7XWZosOyWVbl9ZkpQmo2ddmqZAOy3elJF/ZuvFB
ywlpVEXhSthsSqSXOm284bLwlVUNj16s+3Yl9dgNZpD4/ssscQ3xRyCvD18Yp3j4YuWHugwuXB7x
E1bUe6RK3iyR7f2x2OK7fyy5xQsWO4APQwEH1bh+gusWhbjIK287OIvFdmqOMBDi5DZFFmVnp3yA
DqOFIKxjxsHlBAfxi6WMdhWJv/Styyo7QO1LDxEVVOGIPG6aFoqzfL5pGJu/+ILFSYZ1UEFDBuMl
o5hLhPTnNLId9tSRdmOUrUybZbndBGki8HwFyu3sHIZwEIxE/URvOE/3qHy+nwE9j+Zmfmya4Pfn
bfZxxQolS8OWASxmE0Xul/4z033Rd7uWW/tcuL9KG9FPbZXPA/yreFE8Kf41C0S8dbE+pCaBb5uZ
uwkkEQZ0xpM6jYWsd59/1IcbGp6+XAtAAfIzhjRunyKiZ+TPUES9miU5QP0AyZaatyxcVlbSpYVL
Z5kcJn01ljkn/ZuS9Hsws1ugls6oA9oCBax9zGJ5qPrJ83kTtGfLrcCiL735F/VNFhn2bH4HE2W8
rjiTL5+3nPkPgfJ/Vz+03WLBKAXxYGA4ZeccSv2f3pTJ4tgi/OZEU1blw6mE9C+abKs1EjiY2N8s
l3UvRgtBEgA5xZVTmOwBwtayBEZ+qh/tgMHua1JjcURqcfoZlH75ghyH3yIyA7qrP8LXxMyZDVGD
KWjcI9173/hBFxlwx762L/VM4YDs2bQDqLyqQ1U9F/Uvh/KrjmgUolamfkXwF/3qePK7L6D/sQrV
/jI1aHRhCgyURJSllM8Zr4Jjia1qh1zPeDWIruPYjUj3q5iRex4RI4mkS8y9JwiMqRQkKq6FMBGZ
M/OF2h10IwHKdl1a5JdzoXlQhpoUkq/CeHGmYtrTAXQwz1P9KTech5Q508VYoz4iSN1MJyc3YGFH
2NhD0FL/bkoNYllmGNcFFBKRznyYViH5G8PxZtiVSr11U2pB3jHBCWGEuKBEvnifDmP7pJnLxh2w
29YDmlT/yZrSfrNyT95P83H0OyRsoUaDANlqPfu35OWf3KVIZ2hE9WOnZUi2aNcxsTqihhB+sq7z
3Iwd3zuNlok9N9MesjeC3wpo7DcCIFYbUmag1+FImUHh3KGwLK1GLyzsXkX15AzQsNSOvXOgSLuF
pBfC84p03hVo83CUmfss9PJLgZBEqsQDZhd+Gq0/NRTfnynU7WhX7ovKT48VYPmJS0Z6tKeUlFh8
UvAPg5J9szXzXpxhFEdRuykYQjTzT6gMtI/W7MPRIK9QTo9yNzQC6PwBgFm6m39lcDVOWj/ID7UD
9RoytJDX5PMcpBGdMgUgVWpMoTM4BqQJFdKn3CQM0uK8JSF8e/i19KoSNUR+tquqoo5IV49xHwjn
5xzYcDryoecJIXT0TyUipscK5/I64lOh7/yAzQfJaXdjTw6/5bSkD7geGJBIIAcFc1akWiGqzvIx
ZjXvTehdsrqH7TKhj5/P5Mta99E8XuzLAbPa2WZBd/Zm6zyLB9TyfeWQDfTvZfN6d/QVEOzoPIcH
XECNF9KyP9S3T36uj4yZGwfgf+VSH/z6JdkvBaJu5ogjn7MSjSZAtv7ZcBgmDZTmCR2G5q4ucx5P
0uzTyANhJtgjZzv9pA6fc+T9A8i2LUPQv7mdZU/AnpQwIio7yiGPR+449BnPxMb1aaWll3hAHciZ
To3fnV06zhGv+BgFMKL4vBs/vAiisRdn9dyfAswaBf89An5UI9LzVLDbXA9PtQMZbTpO0Qiq0ecv
W9nOlo46zTQPqGPW3VkDZQSdLrxIjkV+02dbiNCVQ/qSDEIYPCoIvBoSn4xHkWbIQ8puV2aIu3/t
CxbHdBSaFO6M2PJ5lp6fgFveCsjfSvcbcC78Lxbn6mvn6mVtvDK8zPAKxMgUhdAEIt4fqVfe8GCL
bbLWFYttmJvInAdM9Ocx6PZK19Hs/pYZnGm2LgZro3axPvQUJjBs5JC60coJU92/Qte7ccFc6eZl
Obwntdfkgy3O+dw/2mmaBJkdkXG8/1InL8vh5RwExkwCM+mqeYgqbEqRMzc4arTXI9JJXxtKy1Lu
wu9YDSNXDkCLe/IIvc+K7I6N3Z+Kzhsr6UofLMu1odaYLdduwQTyJnk1+1lxq1UmNmbzymViWaut
chfONog5o8TxEjUKR+91COqdPdghb6BkqvN9Rr7aWpdPfLcpVBrWoBfcFwzCweU1bz0ngWNA1NQb
QeSPi4ARMV7MbKaha1Uo0Drbh/RQHNUjT/rb6do8QnceedEY6Yju5yt3Xx9lIm7JEazTo7vbqoxd
6yr63++zdOMFqcaQHp0iRC7RDr4EsSTL2u0RR5Qe6XKQmorhCVXiRWyq9EEACel6sIP5fMas/frF
ZAegdGg6UUMJ609Qsaf3wt4CJa1sUMvibDUUUO74dpAwi0QphN8D0rI5qgt6+00By1RJufERK6vK
srSaDFA4tv7oA8MbJIPlQ+vVdE+pzn583kgrS+6yvlpMRltNPrRCPI/a2YU54+3ctaGESfvnL1j7
gMVeXlldCzMoB9xw2K8FadoBiCq+cS/9Su05/Bov7303Bw1hVlPOLIid2uGaZtXOwiH885++cgld
FlbbJeszq5gaGLI8U3HVFu45JSIK9JN2tgp3/w35Dw59/0JM737/DH0lMtOVn6TQxiDnnmLw5M41
Cn/TP2bQ5E8AW9b3ZpoG0TyAyDuUBtl1ZePt5tKtboVdSgjdhLjiDVA1yMH7c2jlTXbQA6RF8Muu
EEY3mhcwOpyNMflxqpuS/zOgoBCephngwnVjNqjYK0YcPxv4EYXSmAqA9izUMsLzq9pJ4s+Pdm5V
Baz3CqrCrs3lxsj6sHugHL/8/V3LXYJ8btNoVBCyFyauGBSQ8OJpdaKMfOMVH84OvGIxeG3DLYa5
d9qzJ1573M1I0e1GK4EYc//5EFubHYsV1oCUhBuQziamjTCBVjvjkpUkXwx6/+vAd000l1aRCoID
FdfZyR3dv0DbxEGXfaOG2FhA1r5gscpWpe0SqKv1WaRTEbltfWq0tWOZZBs7+spau9QEISZRzERB
wa47+miIoY9BzH1F7zvxaGQPc63jHFUvG3N+7W2Xv79rMd+pbTMVrpfw0vnRZVOiSXD2phZyR4sh
ZpP+bU2y0fkrGxRZDOA0KHE1511/ruvm2fX7a6HG318aV0sxSmWiCjwtyuHcSAgQhWp+U1T6tQpU
g89f8OHkwxKwWHaJbyPQ5UmaVOmLYHewuTihYghVWNUeCvKNl6w10OXv7zoDde+yL+wKjr5FcWNq
msyl2Gigtd+/OFldSpKFBXTGubyAfQw7CI7IzaUvCETzvVLeEA09yX993lhrizxZXGx6OBfmztDR
RI3svmdkusppBeGXjWorFCkC+2X5tDxKy9AJVEvjvhDyjz3ZYufbBJaNcK4JUKhRDse2IRT1kwNI
TnActo4lPICuHQTpvgcdldfUxCX28x/94dqHHl5M7BHYlSxrMO/E2MYwSoXnvR3x7Jmqh89f8OHK
AUeeRUjFKOcWMUsXRw8F+nxGIfTuf6Isfd5YvD+cynj+Yio7Kq0NT3QkKZCWiWsHJbQKxe+70mxR
y5qnENalfhWxCTL0r33RYkKbfZNnjE0oSXad6x6CwN5In/xs657/7+Dxf2cFfNFiO2p8Intog82k
YeNDz5sn2qudBqwBJX+Tm/Quont+6ZQwUXX7Y0bb+oW7UAbi2QMMPCe5g79KsTE+1rpvsQIYVc8d
e8jMBGHL37Qubgfo1iOg7TYa88MZio9dTP4OGjIDcSwvadkcNfLJFUZoBWM01FcpDvNf67HFMsDL
kkGpnZOzl6Mma7ob2zmk8vC1h9P/Ll9VBiciWL9ic/cl3YEXlgJ7QBHuD8CJ+PwVH05SNNJyYaml
smSFvq9YENn175GedFPFst2Yo5fG/mjELRYBCyiWccw7nbDeHJMecIuw7vtgo4FWungpbfH7HlWP
OnATy0d+OQgAC6Mh8iShj6q1qfxaHy8lLjVgEaZVGVaSlobx7DsS9Z7QSJyG3LGOn3fDylxYikky
6sClInMUdGhXPsshHj5IupXkX1G5BUsFSUqnuhmEOZ9zXRRFBM1581AaAKtWbq6bfdf44ieHgB6l
j3ZtA0zijy4NuUxhlMzlxJ955dE/aYfSNE1y+ddrKpxl29qeN+IUH+dTcU5erAWtOww1QbFegkQ7
6lz9PETJ8xBiH91LogGdgQ8XE7WKUZV7NXrO6UvN7i6WiKnsPFuWAGky1BPFhLZBggEFu5NSVRuD
Z/XTFivEmFa5qIbehrqOjo/Kkera5p5/cGenhUQ/U1HlDimMWKUnIIdHCB7x7B+ff9/K7PMXzYrc
lUABCYMorvHKkAo8XA/9xulzbcwuGq8p6qaaxMXUcmwerE42uN0015ZnPn/+41eWpqWaS+liMCC0
Ls9Ne9uU9DDD1VnAt9ZPs93X3rBYXxtpd75XuHBbrKtX7flpVPBgr1BEEM6plhvt9C8U8sEauLQT
0v2Qpi3MVJOyl8lYG3EDVhCOpshGHsFauE2HEx2+Wy6JUI24m+HR21ffZzd/KSdUMlrfccnbuJys
ddliNS5RDEkhxVAJtMjVG/QD1m4cUxlVvp1/xZcCRoOLQ5mmBNIBAAiSoK0BxOOIRvB94G98wMqC
v3TGEaycaW/ZFvyA+tBw/6SVFRb+bee60H3MG3viSiv9K/J4d2uocbJv6ymoz6DLqCbqKyQTbNhA
iXjiYosPufKSpTSKzkoatrLhYGVcIGJ+yndj26ZxSiT74sBbaqQcFwIp1rji3NC6y8MxZ/NPXrr2
N55x+35QCiu+AaSVjkzLDH6DtgF2SK3h4B6XPUcY0tcZMgNGirwNqp4HFxzby22CoCC4Ep7Y+J0r
E927/P1deyuHo1LEmVWimvneAo6C5WNYevB2nH9+PtFXGtu7/P3dGyjJQCUa7SlJNWqAAQzoDr42
zJ3glbMx7lcuC95iNURtMXUtnU1o6/mvyYFFmXKhEoIjCgv56KDKj9aotjQ6Pe++9lWLnaXPUMnb
Ut6d7dQzdmOu3wpTTrjWNRuzba1jFuujqObKz118hQui+Z12mHfbjoUXl7l1Eduh5vbzD1nZppbG
QmkBVy3QWFGdlntHlMLuSEC+2C2LFa+p6yE3VVuckYrynUejFaD2YbdCLYt/l/XjRlesfMHST2g0
LU+A/1ycgco+d63zBF3OxtFw7dGLW6h2y6koHKrAE+yvoABM8oJvnE0+zHXh1LXo376vcTLxPSvp
HEXBKynacWeANwLzKVCSgrazdkYPWjqqI5u/5mjwjQm/9l7zv9MRaAwTJpEtTTJYHk9904YNbXcB
+HjwOZvOhurfSBlANIMDy0YHrWwc7mIclKJAn88dOTsNDJ/4NEHZA71NWNIJL4Wxy15eKHhfGs9L
cxdL5dDuomWTvs5vp4ztmizYOimvfMjS3GVQDaiCFB9S1BAI7ephN3zLdnlsx2wMs9+Aq7U3/E7d
1LvsVt99/j0r68BSWa1VyjRQg/JMZutUzJ55Dfi3QuXe1MYZRTni569ZGelLhTUK3O1OIqB5xjmF
nFCk2nwDz3CrmG/tIxZ7AEjpQKrAOiipS/h8zQiFoWbwNLblvB/NeSvieHnaB2e9/zMoUYauB0he
z6Z34NmtyO+E8fS15lnMGgvqqQ6m3ch7B9VLbRWPbr7li7D2qxezw8umGnovz0xmNytg2B0cbdrX
uHXVGzn7lVG7FBmPrE17Z4ZXkOGASDP/GIs29NPvEMuF1qZF68r4WTp6VMRLU8OEN3Smq3sQJSGO
xQH6S42/1Bhbk/aGUiFLQeUcSvaHqC8eBJdS4ooqUCZHWBz1BVNXkGLwCHd17xRk1NzYX1fW26Vu
uDT7oOs5oH2yr624HQeahwgsAUHYiHrXQa7XRKL8kclyr4VVv3zeZGt9fummd4euoclkXpHaTEbq
ghI0V09lQGjYt/ymGtkTbyzna4v7UlCcu8FQjibcYKX/DfBVAFJjgXHmiB9F9yUTBPiCL/ZK7fhp
oT0ovutyGMH6uAgaMoT6pZ1tlbI5/7IrH6weSxkxyowrD5hFRBONrNoHYOMmvcnFHy9wAEvTkJPf
UCnhaccQJ64ObkGqY2fODaDKMAiGKQID6iG0kM7F3tCJBMpXFYHmZuNZntxxlc1vpKZ1WIA+HNcD
MJCRJeCRAUqtk56Q6nOTAj0V8YD08ahT64/NSHCCIZqD4JBZ+DeWg4JZE4CimPSgbNDepVdFDk/p
uUZ9FfjggGYw5b0EXek/meYMhyZ3KpxHXBfKvQqC1kW9tpivjYllV9TrLUCl3AaE+pKnByjPsiTr
c/4TUSf439VYhDq7YhHgb6BmFH69p7iYgyiN+nAF0d3BrQyxy3w8PKT57B0Bx/S+gVKbIXw+kHtQ
S6brHk6SiTSrOa6DmkXjpY6U9IEMa9GnR0AHm6NfmeAp5L4BZoOj/+Js4h4cqCVCGWTAKRq98zRW
bD4bxCUHHCRGWFHQMQbBiIQT8/Dh9tRcGahS3SmaqccBPnuhBKzngRoQYwKKoj2QKR26V4KwEzD3
OO8UUFVzFyAUbtoVvEmAmKkcEFNULeQLgGDWoVRT+U26qJ2QAtdCu4LMGQDGAtxn1MT+7B13ihGV
bx+FAwupOefDmffOuXNGQPsAmjsp+DLt+KjBXuuJjFuBkqi6oPImKD3zHv6g3k8r6xF674WHWwqf
Tm7DgOgg2XD2ylldB8rM9nPraTwK3AbPt39J0vXIhoCyC+hqCKNIyIBR5xeBKq1DO8jvDGbQk4JK
e+8F7HfWS+eEmCl5NO3uqaqrHlSOkv6CIAHcnYCL8Y0CJR5NYCvVIa6VTIRV5lgRAEzsLzAybdTM
aj5VQnax39ZFDMGld1dC1/zIel8Bm8uCnd8q/QZOLP8mBO9ussnNACCY/wIWJCGsVuUt6CIpGkDl
153XfXNFW6BcmY7oEM7OSnFYG5iu2EOR1YaW4s+eI/ObQKCFzaplpxRPPAFdAvRkzRwWtWNXxa3v
qpe0nKZktgpywC3aAkgbtY6Eu8XenQMn5C3g6bXL5aGl2vpJ2cyuZIH6b9LP7JcBgtYpmNWII2Iu
DxZO+7vCJCmKvyBYFZg/bsRh13AlHVAGfcvCRzKRRhjRbRwIhHDB7P+Htsn35eANdyDUQqhuZ0EM
0vO0N22WH50ckOgGSwpolVAu+ppGKgDMv5pUE1vSBaQ6Rfzz1QUn5b4WoLgM8JaO22rIYke5oKgo
kww74QQTiJU9DMprXAjAwgLHrzOMIpKKoJIgA+zxXvoWuatkCSKWz9tEyX4+MKuzkYEt/6RWA7ik
U6ZxZiG9n1pucXTNgPohaB0p9lWv5SdH6PEmaJqSgeplBq+MFE6YUw9xaZOlqGvgY+AfVVs1301U
XRQwY6/aO6UZoHzdQGFh0aC84Rb0G/+mtoPsu2saz4ox6WHtkLhr5FhCdqBsBXsm5u5KCyj9Ghsv
MdgsrhGDGQDgRMrIbRCCaOB/AeQ35fpO5xiFee3qmIjMPwNMPeyCIJdx0Do6tPrGuzGBKbtRCOHs
K9yWrnPg18696YlnjOryObWI9Q1jZ3pAwHfCemp0nQP20yyDkNTaCWcdzIdKUuMBqcf2FcpogoKO
fIxYOrRXVNWWEacTwpRtb00eDMRm2MO3vuUhYN26WEhB6TqakxEgcD5gbjKa0ydZF8CV5wBgGrVW
37tJ0hjGZ3JnFEEKA8CqCPJdAS4ipgJwsFHPCnqs2wD85ryeor6X0zGwLOtWS9HHwEKxmwIqjSOY
JxpmQAHCbj612VHNkEgSqyS3U1NbdywH/kdqPewxgzFMOeZC6zWw0yRTf5gueEPwsDu47Y7w9z1Z
JG+/gT7XxRap9HXdFn1sFqW5L4PGv6FkCh4Ug9tMrsFKCQbc3FBuYN6ijho6YkmzXx3weHs+iPwm
w4oTtba24tJ1eFSh/CvMApImk0V0GRYknffFRXxUBQHOQDh+1SA9wrvwLoBK5KGpZP1IeqieeFM2
O2CNq2sUObOnplJpyHTWPlVl5VbhhNFzEpzAnWaiZN9agN6CEhgXNtEna7bJd8TC3WMKCjfwm21w
A3lvE/rIeYbwE5yv/Rxw3tAtJjjBaJscEFUR9w1y5omqNX9xwEDZ1VblHaAS9Q/j7Cv88+IvYc72
ic9F98StCltXy9OHEXy+nzlkhQeIprx7q5fzoVaixDwhQQT1BfjShnBP4GGBxDbw7mpAmPNsY/F+
s0xjeqr79reqqQmoF7Aj3TiJOlIIj18PnVI3dmB0P0a7BdRQZrDkGbJxDwet+WqcdZWjiZU1hzhs
YzOvYBGBBRyjaFcx2C2Ew2iL2DZd4xV5xvIR7uP5jxm2h7HGsnBLs7586zuAElOaNxElmqIlSfcN
WDkUKRgutOGe2WJjSUt51dPJ+jFoDSrjPJtIWPLcONXz5TDWD3J47IkD9SxzythCxP2ggIIO24zq
m7Tl7R8ylAD6Or6H+qkLUVaNcGogefGadWVxlTvl8IB1W19h6bVABtHOA6vn5kpgiTvWhhH8tWZo
J2Iuepp4Iw5dTenbsdnB5KNsCGrmxqp8HRvD2ZOG1yfOzPE4wAT9bJptHitL2yaSWBZo1XCbSsoc
teph6k8ZuPsyY1jOuX9y5hpwZRD0fxV0uLBhy+YOdcf2RsRn5aK3rBDp7N6eu6BD5q9ASchUWjym
whgiCzCdjXjVyj17Wdgh4XbtOtILEszDBEWuQ5RiX5Kc73zDMb4mzVgWeDg+yOBihDSDDBL8xp5e
tcy4ysph77D8BIidg8CEtXH3W/uiS2O+u8ggdu5jEcUNjffWVQ98lJdVMFavxCk12IageeXuuqzx
yCQPvGJoSdIbc4siQFRctVv1sWvPXsSJ4crZeMVckkRw8QIfeSwhrb9V3bv28MW9yOcgvfiDgPGd
CwD1DPhsgsJD9rWQkL0ITNgmq23gvYezLY3v1Ux/jdTfCEmsTYVFosqdoPttaxf1EIBbhmCentq2
uiEAUH5+/V1rmEW4xoCq0XMn2AsIh/bRrNQES43p7fOHr/34RbuIceZVzXD8w1G42dul2RxnOsNq
QnrjRlX1yvV9WY7CJMpXEa3BFDPg0OIMEARPNrzO9Rv3mwfd6j+ff8rK7FrWpXjMpHMDCHWCy1Qk
pIoyuC6PA/ymAAj92isun/huAlst8Wy3Hk0gpUWkzF8dU4kMdi3qOj5/wUpfL0tS3IzgR3cW2PQt
jkjdcNVV3teG6bIehU1joTkT5jmrXwzsRp287/RWgmetjy/f865hRJFKkFgyOKc4sPdJNbap0pAV
EI3VAZ50YBL2iNh83kZr71qsQjOrAbvqEYTKprQ5C8c/DOBLuxKc8MEmFgoN/S1h90oubmkiGJAO
0ZpghsxN2UHssgK0eeoC393jlD8BdgQc7wSVJpwF488/bm0QLyY7Tk8NPLucEls9Ut6ussZQK/Ey
Q2gGCHC1EYdfieMtLQWrlBQo/M7SRGcPA0clcEdipl9ZxkJwJHZyeDPHjZDhSm8tC1TA3psEXHOg
nG3/Wuq57+/g/jGhrwrj9fMmW1nCloUpsN+S3tQZ7KyJODW2+AkvrJgP7pf8nXENWUz62UuzksyO
mWgHvGgi6Msw9Xrj/LHWPJdx8G7iOA0XRUARqANp0wqpxw+ehSp/s9j1tvpmBFt2mGuNdPn7u/c0
BqzucRswEzHoP+CMPRa9OrYV3/qOlYVrWaFCFfCh7gRpiistfmKI2d70IwIRn3fxyqxYlqbIqjFR
44mU5cXpCxDz2CxfranYcWPL+HStfRanj7YJ/sfZde1IikPRL0ICYzC8Upnq3DM94QVN6AVjgsng
r99T89TjaRdSax9WW9sy4HBt33uC5YUVdFSWMDiEZfA7ycss8pW/cl429Y+2rkO3yT0vAJ0R104o
NzSHbJCn651jmkLaFt45gjiDcnA+SKG10MC47D9I3W9VhrrOyinBEAd15gMuU0gjEAWVkgLyCDx0
+gdo3IpzNS738FnYu26qdlaSso9FQV0FtZshoTvgohpXHjScp/8Gr9na/EePNMb1PjMMt054kH5l
TbRGYXWBF+GIFIWUr17943rjhtmqUx5cYlFISZAAd4rmCJ/Dz0i3FBtrbO6RUaG76w8xTCid9iBa
ChGHkTrxReXAmtXnAvogKzusqXcuz3wTLJCF6oPOS4NYNjYMIeynyYKRIltBUhjmq66jGXpBBx7h
hQ2ZU3jxtTB+J32Au6p9qlsKb4ccbLHrnWQaCW1VBzmF91+XqHPYHEN4otHyJy/GCOm/lYlq6ilt
WacCmm0czLdzg8JFyL6T+S5n9coQm95eW9iVoBypKSBYQBF4qSuQhR0ko0ugoKMwk2uR+/1PCP4h
P9gN5KHTeTnnEphIQvhjvXgEKcR55TPen6mBzn4owWbpylA68ZTUEFfsflt5sAJieL+HAt0vFam5
oQKbD3HJozcQxfm6cLhHwCUPZbX/rk+h92drEF4e/WYt1BymtvVM2jOt1KbzUdmU0nsuBXvuUoiq
zFW+hhY09dNlgN48CXnmHDDIsj8Pi0TloPW+ElKt3CENyO1A5zC0OSmglVSjcXgmwksDXmN2Tfvd
koVHVo+ndrIPAFm+ZGr5TpzqnmXutykUD72ijz6vHvvceQ4d+/l6p/6hLf5bnwx0PU+7tSE4g7pV
LMYAPHGWXJw38ung+dZ0F1RNer8UMj0ktJZni8IhtSAuOdmpO/xgaR8+ueMMXpRyy2cK1Zeosoru
M0hKqNIP1YD/hnrJM22AbOmHBbhoe5L3lIzkxnXkb5faEwDrNRmi0AvLe8hV+TdTBf0ZCAoiZ5ZW
xaOC3Se8liRGuVXkUMAvfo8enCJrGJLbBLeZM/Igzm0Bj89TjlsONHqks3fU4PKNHULp1XJR8FFB
X8ZI+xXfCoiUbyuinGM2O/kOgRuuKjl2A1k4wTm3ygSUUaDIVIL/ARRtsAk7REYVyvROzGH2JZkc
doTpRb2fUhjeVBRhOZ/68W4Imb8SzUwzUAuXUs6hdKFjCymV8t515YnSZOWQYooyeqAsQmhS+4Cz
hNCjpzc5e6TzymXmz63lvcmkxcmpgTdHQb3mPMT0IG/A8G26yLthx3KT7qojuRen5J7yqL3DVe22
vB9Woo/hm3TSSIibGpAOpDrLAMawu3IqocU/tA7dERFMa7x7w6DopJGsvNhqw5PtbKvlJ62XrwW8
Rlb2x/fPdYHOFkFhyg+Fx0jcKqu7gZ0qvDUmuuz6Opx2SF7Dj6BjwTYtlv7T9ZVv6jMtnLrwiguz
ANAaZxbq+9S0WY2aneoh5D+uXQgNIVsnKyx241dB4BIgLAj7DCkadS84K2OHpNkmqVv/ALH64ulj
H3QZtjdRO2OJC5kPW51n91XIYZN5SCMHH5IEcvDSf7fetgHroNLqxj5iHYT6OnooeHDx112+TmCL
ba9/hGEfDbSFD80y1BYvdD5/ck/hJUvq2XV0MYmVlzLN9YeYJrIWAnDNpVVd9Ujw9nPcc/4QluPK
kdL0/loEYHU+JBzmLOeOV8+ptRxDZ4o9JT9lWVCuvL5h5up8BE/5nGG5y3MPO/Clg4l4MmU/SeK+
XO8eU/uXNfp2ItGizWE5HcbVUMO6ns8L/NOCCqZxw7QSKQ0joPMRoHYD3xOIP8Z56gkoWU6/Ghqs
ZHlNr68t7BH+znCHDknsh8D9Qmat+Fw3KB1P0P1feX3TIy6/v+mhJoVrOHQDUdqY6yweh8ZFilfs
k35ZIzEaIoeOvZ8SyxJhadtx6KbfkotPHci5v6sMwNtafeEz/dD1E8Dov7+kwzLrKrftzk1IH9oZ
DnGFK2OAkdYQYO8LYzgB01a0LURNWLr4sS8AMZoBb4IsjG/B0jPcVSC5tNC0apMxVlNxS+w1/L2B
oxboAHzlC+4tjSAxBuW+cSfn8zxzKwbMoPycuh6LessOX5mYpy8dKiaN7eQrXWqa21oIQJ3Q4YK4
DYAkwzZj32aYeF5fmIaWdUg+AXAisVB7Pg9Ic0Sc55/gYLzStmED9rVFb0OBnwS8b8+tauGzm+8m
cfblEHd2sbOXZ7f+fP0bDBNbVyhZPGHBe5kDKN+VHACf8VNWchWlrP1P5uV9CebO9QcZIrGuU6Lq
RM2dzyHJCmcVyKEMRR/JMAffbu3MYogCOsMTwvEhDMcdqHAIYBIBWSxOA0yUtjCE7z5UKgl0Nica
BpVKJT6MIvL+zikd+KHNC91Wkv+63k2mj9ACQJYuHFCQASAm2Ctx+Baj7rNx4KP8sea11e9mCFsy
bORZ5rClE3ksoRcKVcbjx5rXdnIGaaxyLjwf8vjDzg2QmAAe9MXNa77y/qZloS3mZpwUnTgoVTAN
fZRJdXKYNW+gWborMthpAGR1MxN7ZbQNU1YnWRSdCCpWzbjRTR0FdzfJcNuEHxFUWQEIdffX+8wQ
RXS6hbI8UpaBX19A959HmdyIMF1hVxkmk86qkBZIfwHS7mcf7h6bmsLi6OKTnAlvLSFoenltcy9T
JNrlBIGMxRpOnjsd4DC00i+ml7/8/mZTT1TWdHRB3IbvVRRaWw+EGqp+X+90Q9jTSRSjDc6oLe3m
DOO9YVsVyVcIQD25AmaQ9QjsugjKlfutqYe0BW3DO45jIwdloChPFG6PgvXP1z/C1EPaYgZcGIhV
gaszlHk3QPD2HOJo9uF646Ye0pZy3dUpILe48k9wLnfS78GlNBE8B1DVhHf1yvHc9BBtOTMG0vLU
e24cZPQBZlx3Uwcp6YH5QGtjo0sLQE2vf45hLev0kBb0E0cVTRLnbNxNkLTalF5gb5T084jm80o2
zfQUbdceVGO3jsKCo8sRObto8uC0B7mbMs93H/uOS0++WRUUt8jKI4MbW97I7lIL7sdeFySHLM+7
Q7hk+cciuc4ZGUI4qEKHIoz7MPjulZDDgyQ2485KaDWsCp0vAj+xVkoUb84ZtJ+khOuRt3LdMLV8
+f1NB1Wty3zZW+0ZxsYwdqejA3PptF1p3aBvA1fKv5u3xq4dYX4L9VEpH6TH+J4GRbDJxnI+FU0J
DjS28OZBuEA7gMWcwPkzDSHfD/+xqK+6HGY03XLI5VoO3TTjtBgA8FLoBhSS+qVYUKRvB/iWTkHZ
xw4f3HNJ8jU1LdODtHgAZzECNhsQD4CioMy6eOOvmjn9Dpf3DHantFqJO4YdXsdjOXWpSg/2ZWck
mbal00c5CPJkEBGzzmFV3NW4o1xfSoaZoutlUwWxmjFHhX2YvluCHKdiDaxj6CsdAxn2BehuDVpe
4Fk8AeQSgvg5Js+cr2HiDKFfh0DiCFQgW501mOUib6PWTuHoHDruEdIV80oIMIyEXtsNqiod6ZiW
Z+n97qoC7rDAcgNK2rvJXtg3beBtrw/En2r9O3lavapLc2iyuFAxPFeJ4gcr5cUhneblFXScXcql
ex4hwhVVvpSPrkuzhwRWLIeSBPMxgRDhUSgyrLyKaU5cRvRN9FCDw6esSNqzZPkZ0JozHr8SuQ3d
qYt4O0RN1jBfjhy29zWdybfBZnM0181X1Km27lAWUbnYHzv56WBPVB/8PMAciQVd4smq6o3VJ7ep
JR+vD5npY7QwOGedm4DC4MQ9ig5Rlzdyw2T/q/Oy/lCMwUMFlgH/dP1ZptWkhTgK1wqgxQsSd3Aq
ouWOJ79ZDovR1t9cf4BpMWmhjcMH24binR1LANvDsX3Jxuns1IP3wfa1U06ANDYLhnqJWV0d2gpc
s/HFmpKPDbWOonRmr2snkUBiRpKT5VzoYmMN54e0GPfX+8ewKHT8JE+TPG95q2I/UHc0F8cKhifX
mzaMrS7m3fTOMHgicOJSeGcxCSiIyJPMvibuSu+YHnD5/c2CzoIeaUav784zbY91IvyIpO0pnbJv
Qwk9oetfYTjG6gjKLCQpatnQ508YcIDOF8caI2KBcJD9VMGaSZtpFC6/v/kSTwBHWTSYpXluvyxk
eMbVfeVUE6KJd+KvruHN3L7McIe2IQ0uv/DaeqI26q7YU+6wCjaZdM5tD+acrYq12pXB1A+Scn9/
TQK5v9B2UxJbS3NaBHRTOKwNhmbr02cOUEwtbFR6yd5uRuQQ+Falv6+PlakbtcU+ldBntQsX3diT
B9VDqSNxt9eb/tNf7/WjttATSNnIANRYyKVIfgjI2Md1V8z5rm/m8qaAA3IZqTKE5wV4L0W7Kdy8
fXZmtZycGbDqiKk6xMWEOs7e9ahKN0tQo8TdzM2vqRl7+HkHGViyORzpH6Ag1EM7WYxpfpCwg95U
fbF8rH6pQzN5D0tbkM3s2KkrEMV6Hi3FEA1FvoacNERcHZlZ2YDUzRO2D7uu5nOv4JMEwkV9k1lW
9nB9MAwLXwdnwvLSKjuGcc7QN0F7Ry7AbPqo8pU186cz3hnsP4CKN+txnBFN5onN8VRDVMmS3N3z
POgfkL3nx7Zy6q1dJcMLaD0QRlNC5hsQpdq9BxbScc69cDuwpXxy4Ii9te0elX+3ULgwhhPuRHl1
9OWqZbmpKy6j8OZNSejJZhTwKhl5eIcp9QTxm3O6hLEia3orhlWlozxtIBtK388BhU27Y+WxbFMh
7K5sEqbG3b/fP7CQgwtmSeMGFoLIad1ZLl8545qa1sJQGM5VCdtvdS6zuflORl/eMdb4a8gdU89r
wSbnqGqIZS7PBSDVoqgPruOcIYp2VOG4chIz7D1/Ci5vB3fOy8Ah3QRJituS7V1SHqoeTl9hRLNp
ZX8zLFcdFNkpRwmUOPvznNIWhpe0e4AIG9mVo7fm2GYYCB0a2dGmgS9F1p8JSYYj6BMkGrsmXEnC
mT5AWwFuZsO/3vLHc9gfaiiNuUO6c8Ebux5qTK1fvunNEMxZkSmXeOI8BksKgvmSdFs+CHLHoUqy
klkyDLOOjWyFSwsQ4XucS5nYwwNrefGAWRrgSB+CVwHSexY1bBjlyje9/zym4wtqmRa1LYA5q3tY
GjHyvc7DZiNU+D1xugc/HX9d7zv3sjf+G0aZjjBQPXGzxbdIXE3BE9hSTZTnsth4bjJFvpfMW8A0
062bN3cpMl+Rz7yDcJYDNqgmKgZvS6zZPiw8U3vsoN0GhuZ7CUbJ0MLeTtIRzGZSDfuiFdYxRHkY
0jPpsAWKAWZfA0FW2WvmTSdy94sFou3OG1Ytj97vwUB3IPBYHVjTkicx9fINgJPOFnyEW3thr6jx
kE1ZBZ+vd6HpLKVLd9dIvoSu6sZzO6sZGFZYVFq1euF185QOPtn5VH2TU/hYli70sMhtgiNHBKe8
H9efb5r++qkHJKfKzwJov8h820PgoqDdbprXCofvRwamw1ArUs0t4W5/TtLiyeXtd96vSiSa2r5c
b9+sXM8PqUscRJ02oAd3kbdwll8747wf++EJ83fbk9/azKoKSOfj1ld1z0OIgucCErPfb693/PvH
dqYjUDsyh7a3ICx34MzvVK5eStu9bzO5z6Duw8P0nNblQ2lVK0lb0xdpUdTLmoBDD74/LwGQLqOj
2KcA2gqwr7W+OZDs2F3/rPfnE9MRqSOUepVjWd15KLYTyTc5dKNJvWZhZxpy7TBRt6PFBz+FZnzw
lYPlrdYqt6aGtaNEQyYIUDOOHaxxv8lseWmkPFzvkfdDCQALf08luVQJFPfby/aV72EYeDfI8N7J
JhJBOiffJsO0chwyjbC2lCGSyNlCJGZUe9kgq62f/ubek2qKjz1AR0ZanRXIQWbDmSwKaSNcgZKH
FFLjQ/t8vauIYRh0VCQRRTq7F2dc6zjul01ysHfZpty50CnYTrfqDIHpzc10I+/6u+JYPZIv4j7d
Fyu7pgHmwnTc5Jhmfe2Gl6dDpKiIoOwjpp017+q9H0SejNjv659pWCO63ra1BL4X+HgODe+aAcME
7M72etOmDtRWeZ8yX9HOuhz2im1NrV3eiw82fXnkm3BrecxtxhxvrSz7JcnHqGbtSmwyFGaYLoEM
+aqhJH6RnBYH7qNTDnJ7VMCnvY6gSlmeS/CGbms++yeorbQbcFDVniAYfJ2SMRl3wCuMX7g9qM+A
qZCVzzUs20BbTVMlncBK5RjXo1iinoRbuMveNa546WpU4PPSS1YChOEyynQMomiGBAC1NjnltANW
CGofT+4sCSTwPIh6JHBhfUzdhn6tvOI/pHr2nfI3w6IeXDLnRyeBWCk6YPwyzqT6BP1uO0IgsLMN
0OdJlPhO8vn63DLsWDpiymn4CPUe3sdBr6a7vsqzh3bK6AYGwtlNycb05FLRwRKvmfOHhNI1NJVh
JHQ01TRAg6Zb7CHuywAyT3WwC5sFQiQFSgkuLOqC4UMFbaarR6M3FWMJHlRAHU4o6F7TO8ZJ5Ddw
Al4jHxu+5h+0ZpExF7o/bTyxGgCGGpbOC1zX6FztZtez4fCWrSSCTE+67BNvFmyThGWm5rqLR4fa
Ox6U37Kye+rD/qkFkn3LldevRE5D7ozpAsrOGGY1vBzSc5J4sGtNVdNlu8nLl//qhoDTtPh5+1tR
8J13birFQzlQ58cyZ+weDJQGu5U/ZeBl2vkImMgENRqQpZd7mZbjSY35mEYqhUt6EDT01+Az9SuA
EVu1zQV2VHBG3BVSsyF46nA6KW1/oNJp44CL+q4rFm/f5taaBrBpe9FBdAPcqGEmx5q4X3IOpZ9A
DSCB9MBMWEEC0a6OutZDLkZoZUkVsn3n9hyOR03V/nd9ARsOCDoOtrO8agH3fYhVkdjPdcndrWCt
dReAJnQsB2gqXH+OYX9j2imN59LJRlxnY+JZ1id/lM0GNzMaoTZnrcQiw1DpQFg3S/0BktptDPxj
9sMrBVwpOIBA1z/A1Lp2ZJthv46pAEovVLf8fU+q8M5NG7oSZkzDoO0sZbsUoUiSBpIoMjs0yD48
Q+8KWh1kFlHpzuO3D32FDqksW2D5cGRrYje1WtCXIM/WpeThY41fuu5NcGEeIHvF2KfnAO7jZSK2
zHq93rJDDd3va/MnlRmZcg9tn79b0Vcv8qIy+s22wWbaeNHt7fY7j/ZNdPv1fN7e7vHP/em0P+1v
t9vb20/3T6AHRaen6Nfh8Hp4ej29jtFrv7t5OJxO0eH06RSdXm+CaLM7FNHuLo53u93n4xH/+hY/
b47x4S7eoJ3t9nzc4G92m3hzPN9u9/uv28fLn20226/b7XH79ZhFawwKY2DQLh8M+rruPCHuoPDb
f+deSB8TOQHZFoB2NiyVf+9wGewsVkC8Li+bTWu7zafrvW3qa22qu0uaZLyxGaiC7OCn3UYsfGWK
mE51uqj2Mikv63KfnZY0hBynFfWFdbTHn8IHy0I1R2o9TXx8aHBNxMMJ459tz985/prDkyEO6RBQ
t1J0nBaYatiLTU+ztThfpWNBVTFLxK8PdZ+O/7Rx34KrOmMnu4MXDnnxxFoQ/QOufye3puM/LZun
DWlpG8MAUULGTXwXIbKVkHJ1FzhF5o7zOsw0S48WFfVWjNL+NNCl+FQn3P9vZmw8sKqGfSbPgTJE
4TTJNxAwdLazp3YcIi44LU7Haabuo6xzcdPYVvujHRU8fRZVK35RGctIRBl8ETZ0IPjEMOfRFHbT
QcETbFMzyBoWvIPoRzZP/N7vwT71FKSG1JiBl4AJlRzq0gpfw1olmyKnE7b4yhEUmms9NFZhdy+g
L4mKWxBW4WFxabjABG5Iqo0i1IcT1ASf0Q2jEwr6wEruAK3GX+Q+Ge5J0qFss7hq55epf4dq5/gJ
5TV3C0e/BDeqst24tVd8bcepuvc7f9zQOch2Xae6KRotO/1cJjkyFG7vbucZDht517c3vsXWIIuG
daXrAcOuqXA6x26h6opiXBTaBd3BOUsEK3usoX1dDJ3zOSOZzC86cS1/SPJUbHjVrNXHDFuUd1lR
b6K7D+m0bMIAAhX8NAdPSqlNYMU0X7POM2Q9mQ7h9WCZlQej9E5z2NwNk3VgaXHq6hAYiBD+UtXG
qtttWbsPaQuVXSLAzSqTlTSGqev07QVACMg9IcmGzEyUtPdd+nI9GBgO3J4WxxfbmWhJZBsLaXWH
3A2XI+xUmnvGenI3NnYR94kX7q4/zDREWuAuXZRGYcJSxhK+IeelzvtbMdHwTG0YfETN2H4Mrcb0
BHXWuq7XZSO8tKX9WqNg3TueiMBsWJnJ73+Ir9/92QyFzRzJXDD7/F1duu7WL+DG2bI7v2/WfHDf
fwjztDMX5EPZjIsDO0kgSsefqmNRN9zVP6+PhYGXxXSA8szFWPd+I2IvHGwaJYD1TEenyUoaqRw7
0Kbtewiazr7bOxEE1j03ynkKo03SD/RQcbEKVzLMQV3kPu2n0a06v4jzMaj3YL3zn/Mwus7G9ed2
l6oRgkpOPx2uf7hhh9Vl7z0VyD5kiBN2FcR+L2/szH20mLdyITPoG0CF7e84NC7CVpXs2UVdesGG
QOQEXEU2t19wZppvvJSTk+uT/skp5xa2fjPUNNOSLifoV/cC1JJk2pbVbG1pbbkvMwW1KK3KdOX1
DJPqHxz0ZafNKirjMGnYUSWJE2fZqG4lpEtJpLowWYErmAb1EsnehON0LtLC9b0iniE0WwOMikuk
NQsIhftMbJ0Mx0Q5QQr6+qAa4qOOkp7tsfR44bdxtQiANJ26OwysZivR9/0pQ/WS4WIrfMNECxx2
0ywqu/xzMk+/lqJ4/cjbUz2c8MUpKBTiC4QTciABe/BpspKmfL9jqJ4SdIK0sIZsTuNyDsQtzjDq
ECbtmvSPoWP0LGAbwC+AenUa21m6p+oTTjP7C0ftQ92i57banokxnyqIB4vvNpSYE7v7YMuXSftm
clILsvj+jJZbAeMBDl+F1UTC+wuM6s5fMvfTqgubNGYowIas38AVfs8W+VCtSeaZOv3y+5uXT8ea
q3wu0ziAoIhHPo+DiiwhVrrm/XVL9YQLcVgn02HMIXmKNNWmmWwxRamXk5uJ9+KpXxS6K8jscSXj
Z5igeuKlSsCLcpIxixc2j7cqHQG0Fc7aHmrqK/J3X8lO1n6fBymkTxwUQ3z+AD/pcsPqcCU0mF5f
O9IQUQUFb1weVym/oU11QPpiBUlqGglt/58dDpRB3/B4AujFq+ge6QUQ0rxtx5wdGVbitOED9Aw5
Y7jDIpnLIbyhyHOzFF4fUa7sFSCMYTnoifCA+1bhEcWBA3D+85VzKBLRRhwmoZhU7cfAPFTPgirR
zSRjC4fdM2Sz2y8B++96CHq/fkD1/Gfq5HUJ9WselxMYb8L+FnTwBM3rs9cWcK1QryXOZ1w8Xn+a
YcT17FfrMLuBNj2Cde6+QMaggxtHCozidNsGyH6rUK0pl5qG5TIb3sQQywXncBzRYWz+knUiZu4n
MiVQnV676wVo6N9MAP0nH2aTcXBzwiEfO/xmcrgBoi7yRs+L3KwiUTH3Rytka2VQwzL3tWWes1w4
uQ/7iyofbr2+mkDi8W+nBqj96yNjeoC2zDMHuVRnsjMcm/Z8WYDneVrGtVKEqXFtoQ8qvJgYt9Zp
rr4t7QB69EPI17rGsL7/SSj1Qgoy4M0Ft+8GMZyKoVtJChvGWE8kyQWWJtPUWCcnByjADd0spgJ2
65QBEbJkvXfLspo/Qvthje5tmLZ6fqnyhD/WAbdO4LbwbdNDfzNggLiQfJ63bQdj3Q8Nt56pAId8
6f08TJGpyJbImQm/q2Zf7etSVCuPMI3LZTK8WYFAoEEfzA8zuJ1MMHMo+nSDuvHHoq6eqhipEMxi
NUf6o/m0FNW4Tbvg2F9UlXq3WolWpi/QchJgS7M+z5cMuo9V1I3exluFBJhmlraeVRUmc0Z9HsPc
cqsqhN9y2sCKZh/I5VYE9mfY8Xzo5kA9bWW3YZjQxMUG7mbeRgzVbz9bVjYPUwdp6zpvJ6dOBsrj
TFgPbSi3Poo/1yeoYSHol3cAzYcRfrs8hg7gyc9e58rfp8ES+cuaMIxhL9Iv5YML63JJcPpwXTim
iHvHIaDmPnPyE9oB2+tfYegg/SoOU96ykjb6vvGgmC1/5B+dQPolPJiTjudJgoBE/JuiVVVEhvmb
3bEfNOAPyrfOwiufrn+FIXz/c6UOgBcPBSIsTXaL8lBZuofJ8sr0/MNPeWcj/VNwehMn6oDmo1Kz
G0/FYhcbO6FBVHt2d64yx/qd1/4AJxw+3yQLxCl6u/SQFXenC9Z0+d4FcgLt3BHnIoBD2tQF9l1f
Kmc7cOcLsuvDPquhWCTart4Tu7Hu4Mcqdtd7xTRDtejA4bPsecxPThhl+zwrWT2Gfpa+TgNUy4tm
dFdCneGEpietlxA4+oEWuMo5xTdeBsVmJO6jvbQPNsl/iFI91EjcXgLshzIoVDe0mwqcaOuLtZzn
I3/CMG+/59YdL7KVRWGaTlrUoFxkge2x5MTc/HtZuL+7Zj5PY/d8fVwMzesk5KIblwU4lwRmjPPR
58O0UVkVs6B6ud6+IXTrVGQxOdx3AH04sbw6eAtsxTK7/8kcGvNawg9KjgeVrPWVIYDorORS1inU
KCfrxC0bxc3QeoZv11r6wdRTl5n9ZuVRAVW73lmSkyIv85xGhYMctb0SNExvfnnom8bDXImwAer0
pKrWRhawH/N7d3H4/voomN798tg3zbfEKSA7pbKY+Fu3nPeOdDa576/cGQ1r29XWdk/TDlUn7Pyy
OY1AvHdlDSF9XFKxDK+/vyE7DVD03x/gDLT1UwcfUIi83tO5IU9pnjV3zYKUiitSKJyWgOsWNuOA
k0n+DE2YBXU3ueaQY+pB7VzgK5mGS1dbp64iEI+7QAmBoAsLtnUaZzle/0zTQ7S1XhfU7kYCadPQ
w/iIYlcW+abqlpVeNEwynanLBlH0TU2Sk4RfoV9ASJFYH71z/0PSHQlc1gYL+MflBGcK+C2taWWb
XvtyJHkzeVXvSulcto7eh0NREiZIONX+miXzH0LeOzvqP84mFsN1Tgo3bujQPSSVcI9V19r7dnSt
e3gh5Xf1TK1ND1OsbRggz9tk/iuKJF62RbQJNjOBcIBd1uQUsJydBXz7CsyMzF/ZYAyTQqe2WUE1
lYpUyalKn7ziE3FunLWFa2paW7gFHVVJbZmcCNzN8o1vgbWVegWYwznj4Y/rk9owfH/qp2+Grwmn
qmQpksITnYC3DlX2K1CZ8/l664bY8ydgvGm972B9WkHS/rSUcKtsrPJeFiPwNsnwGsJx7vpDDJ+g
86tBDsuKlGAG+oTfiHTaSS5X1qRhCP7AyN++v6R9g9iWgIF7V3lyZzcLptoaM8zQOzqxOrCklbAJ
u+88BxtWqC2dQ8g5q105vFzvGtP7a4G5t20cfrrL+9f1Pql5vkUJ/JMl2jS6/gDDAYJogTe3kSCC
FhSPCyZFt7V9J3+0gjaHzKbVfE2XATgO2OwML4q7a3UMQ7f9QTm9HZQggJmKTy3ITFtn2fLHamoP
0Jv9SWzn9fpnGfpNFzchOSG+DajxqWws+GPYvy1iPy49JHSut2+YsrqkSSDLdGYZk7HVtcFWVs7J
zqo1SUvDIVvnY4ZDOdRZ5VVxmTBQPpFQ+u6XQ7jr4HW45YQC0tLAvqKobOhyZHm1Np1Nc0HbH0ue
zIWguEGXw81Y7n0CMJRA/vsXdNQ3XbG24RjGRqef1w0SI3OKJDVrpkhl7tZrIKPurKXgDKAyqrPP
Z+jdy2F2L3eUFqYx83AKoH9Q41LCii38yNLtQqCvm8Dg58ltUwenNm/Yhk4bbukkmpu69IP7oMdZ
+vpcMU13bYMVAuihASIHsT+M3YG6YfC5pypnUeUtqI7MAsY/159kyCLonPUMbnFDaSO1yeBSK8Qr
B0fbdzkywTd50GyvP8Q0fJff36xeQBOsQAw1jjl1vm2DKkKJP6qrr9dbNy2sSye+ab2BBxrps6SM
XaAxbvsk87at1xX7662bVpb27rwGrIhbpIppJqs6YsKpnywf9BpXWRfV/vbXpKpmSxIiv5BuSVfK
woZxsS8f++aj+haQj7zo/JhRKAXCcrg/gCnTPsF32j/4ckJiCSi3j003nUrsjHAma3zHj3Fmihuo
EYihiexG3GT+yjnaNEbappTLxIK7bb6cW0tVt8PEp4j3KlspxBmWi44mggQnEQxG8mdRHmy2HKbk
FXS1jZesiT2bXl8Lc5DtELUP7+Fz2cr9kLD9lPjP1+fX+027Opm1Q+69rQoog3WT/Qiq+0MOotLK
lvN+vyBK/D2JkLyeAxo6eO3pM0fMt9lhGpDGXlNOeX9duzqh1YGj8VwXrDrPYH0AGJkwazNavz/W
MdqyDlwBm9XWYnHL3UdY1t77wbCypk19rq1pdPAkSElIPFtlHoVN2EBliK0sJgPy2tXZqlKKENIa
4K/PxTDdioLLTZqR76nEeQmow6A7A4M73AyZJaIC1skHKHau6bSYRvx/zr6sS1IczfKv9MnnoQYh
EFKfznoAbHEz391jfeHECgKBAAECfv1c86qZjiDC3KbjZD6kp7sBhrZvuQv9ecRLPbuwHoZc9jSz
KQqo+CCKfMOWacvd/pLk7rmbrBYzILxpP/SwWKNB9RkOyu8MHIoF1JRo37/7s8FfxZiMeJ1cTiaR
0JkYooyUu6Cwf7jiVotZlJ0dLWvaI7bXbjctuU24Cv/M5omu+ayM91OA7rB7GMrw1s05UMbOwR3D
3esv5sySW5NZQWTtgkr08lhlfgzmHBDO5XVRjH+0T9M1W9UGMP5xFZkOQjsfdItzrcm/v/7kvz9I
6ZqgWgYMTkh5YNE7z1kcsuz7AoZXpOb2kWfBBDYPpHYr6yRO7lxo4Z32uV8LCXTt7pHWy8Sxa8NC
grCYgTvYm/vsahnCeFl2XF2ip7/0zH93n9M+88NhPZ+8XmewCZE2hB3bpBre4WMqyrhJF3uHqjp4
JhpNdTPSHnJyokXqgvwlm5pqv5CJXys7TM+LqocoHGl1HNkSYmC52o9pPX1qFncBztshV2YYGfSI
3ancEHjoHYQsZRXRqsveZmGQx8Cou/vpZKaIWQcXUp85m54SlsARPLzy67zfy1QGuyaEaWRQf4Gl
07QNFM/uaa/cL2RUj+BZNk5M/EVsqWOb90M+yD2A7E3stmLW0dI5wZyQrgDZj9Rmz3yfbrVVy67h
LnQZBzJfU/hkJ1njmaSonG7b5NXwkE39cl8Pnc/AGiLOhva2v3Hcht6kaJlsXp9jZ1YHW20bXt7x
JgylPbTmW6feh+4d6AUX9vVz115tG2k68Iz5tj7CmwRgLiMlAj4oeMHHeWzlhRl7bpGs9m9dhfnc
cqw/d6BbkCpklIrpnTe5QVTL9JMKoKVRLfOGjcsl/4czu/kaOylR+aHwdRuO2knHyHpWxpxA4Vmr
OoBm/iVXpxd83e8WyWps4D+vhCf7/FiBkHlsiS8CsHwX75rZLNsGi2VJ0cNxYBh8XoK6WmYbuMF5
25l6Y9zzZnozq5zhQIDydysWe29Hh70jAOHq2LY8/0hTPtwvZoKvr/RT7xMicvk0A0vrJlngNMks
S4qsg/dJk+ck6VRd39e6J5tSw/MPSRa6ULLts3dtDrcL0VOzNbA/iKCvzK5cJkhSLq1GNj04W1k2
/tuSsfLrSHW94cxiW/GBdXAS0OGqW9X3/D6vF5PQtLAbRQq7H3W7bIvSbxIF8USQ0InYVovyEhU6
400x5j7K6Krd1tP0wQATEvvKEzdgFE8HPvB8B28f/wrC4XVSoYAHJVw93Q3QvIxC0CriWS0FjNHo
+ARVIwllPqsSDOwXm6V6Owj5Z0AbuoaraK2WkvF6OkBNMimya2GGWBSXGs5nJuMasdLX3SQIL9qj
F1blbZtTDmOFcjuRRh55Xo8XEoYzAeAapiJpOanGz/SRiC8i3yLT/bOIe41LUboYvaKC8880QJdD
Yz1NPKITtE/tn4GR6JpGY9qU942FlZibT5Ey/SHvqsjaSxIyZ7a5NR5Zccxf0M+wA4ngvZDzwxjQ
d2PWXVIOOzPCa0RyC0hSCZfE/MjqLgFJA7ZhEw4VqDlbcuEUOLOJrmHJXA80U1k4HBuEdhKSSzeC
+t/9kr9t5/pGd50XFSRvE6Kkd+GWZyZUeErjf4gAzMkuKfWUPHqBuV14+TArnbx+pp279OlF/nDp
aSrTOit7e2TMwoXwYUA08WdXPk2BH648B2mJulUlj1bYBzYJdIKZ/TMEN13DlHOnIFNjoEIXzEeE
B6BaXZJNPjND14Dk3s09KCh6+RE0qIdSyn3QZdeO0Q+vv5Vzl19lN67rl3nbYoKC2P7RUpUMLWSu
Q+3/Wf2cro2Peif34CksxiPkWuBOWcFJjQ/R7IhrCTbhJOGXMfXi0jic+zqrsMWde8+YAvoPXtC8
W7IMx7y3b3PvzxKGNTrZc1zjZmOXHx1Lhm01dABRNa35oz42XYOTHYK2eFYFGIvqgy+dmM4gsy8i
ycu3fzTYa1yybAAo6+BvdNTdF5L7G8e9CSa7ef3i9IwIC12jk/NS9wE8S9KD6zsVIgCwd/ZlMMBd
cspZdztx2n5XEAF3r+yCem8EQf3gkE5t10Eu0HUeqJ2n94F2q/Cqz/zmCYro8v08cPvRat89csjK
v6n9gr0v2qxK6h4k2RhiUzUgkQDl7RjtvOts6af7Gjik+6kVzSF3KXvb4ADcmpIi7gdWemtQM43H
0bDPGTH8A88gUD/UUqgYiUL4OLku9KuqIYXPH0QNZeRXWt9OeV8kHimKvewqnYg8d7Z+4JVHSWTx
AZhysK6zvNswCifwqJjNeA1isdqnWqco1KXz3hIclkj52vy6mKx4hGAYWA0ibHazsd5GGN/5Xo4Q
gYksZDS+FLPX3uVcOVnUgcm/m8LA7GZW1Vfd4pqNsm34eVpEeqcaHmybYOAyyuGEcRwhXQtlCgsH
CG1BPw5lBYUUqEtWDyF32m1aptkbuJVX4FEA8363pJJumNsG3yuh0Wewtf8wTQJfn9W5iEKkrAnr
yn4LzqI+zKOGfCR0bL4A6mWeyDikQHfBKeOjP3t00xrL5ms1EF5fu2nb3fNG3gZ+2qFzAAkzPjF9
7SmfRagXdGhx+0VS9S3dhsypbvD/6gTeun7MYAK14T1x4iLLVNy2Xh9zNHyugRQDc3tpwjpmYRfG
U2eWTTkQ85YyN3jTF0OwX7p8TuoRxiayG6CSSFNXohIIX0KAXG3cBQQjmWc8AtCSXc0ODeC+AbR5
DgtAyDAXy7Vum/TZt3O6b5p2OXAsxn1nphlsOCZ3oELThBcNWLZjQz53tOzeZTMmUScc8bS0s9hC
rHq60zn1PgOHwr+IRdq3ocb0cGBR+8UJMzeeUUWcYyQCPG4Wb/4KcYk4dUwfCy+ol00rfXE9wpE4
mPorL18gq2nFUzXXkV34x7DJZAzp43rTlYBqdCw4Bqp99DK/3jaa6o1hzQg5aXhv00GaTVgV5FOP
9G2TV2p8Y8OW34xuhpcKm/H9NPDwULRw322rMdyEsgUyI9B2n4dDB3eYoTJAPIzlTpWLuoHDAt2m
YAFsszRrnguBZ5aqqIHcosaNOwcIgRk9plvpgMUkWr+8q0mDNJk19I5yiE0hObZRxYQzbkHpdRO/
csKvAyryEIY3rI2qHPrhrT/bg9fMy9tsxDC5gKbcB7D62JNRpscCzeTY8dPwdiFh+OgvYNgZqt19
x8oU9U0JnLS0RiQpEcM+kGLYzgtcW+sOb7BxG5UszagSFhqDaeCybdlUwD0JBjhC3BjA3TnX3Wap
oLx4AHjQp7uGZl4iSq+E4Qw+mhuIDzkck1qWdRqDgKq2rqTeLpx66MYB+QpDUjp+kmGhy6Smi/po
sqI6srLWjzDfNLvW1fk7NovmM5a1jkWXtbHwDVRe5ixsUUgAB5ptoaQMV6MZrtCx6/j6TrVKgslF
pjSLtEW1u2jwbmIzSHeJGanDKq7asn4YgXtTGxaU8FETHiMJ8FbTWxWM1c0I5fEg6qg7P3Jj2K4o
aucJegEe8HCe6waAZhFY0gSBbz6ovEs/OpOaDmkDTaK4pO1yZ7ucgxdFZnGPpQF/Hx+qiNhpfFVc
oZ/I98EyoOcxNXMHYXO4viDJBtni1lrsT6CLLeFehZUc7hp3GaI6NSXZGKeWn/IT7rxdOEWsvzgj
AXlmbHQCc9GqRlpEvCYe2nB+mOsRALt6CtXJTEDW318/ws5ED2vCCx3Q2zWtniD3RO/STCJOqeWH
ianmQgz6+z4XXfvnVbxJpRGqPS5Ddy06SIWI4aOTVk8EkRfW7SXW3Jkoek13gczJYHofhZVplA9+
H26zsrvUZjlTZlyTW1B7cNuCo8xYMMm3bUGvRwfKHR1jOco35spZgjs/tX+ET4Hq+89RO+lRq9ET
DPva8gkA6o3n3KngUqPrTHYWrOpPQBvTk06ePrrQRPvOEd4det9rYZ3eg4c5OJckXM/Mq7WqQVYM
EDaoFBLwDJhNqIgN5cehGp//aNauKQOQA6iyLFtquB0Fm9YauyVdF0aLBz2w1+9wBjEADbWfR6EP
x7HpS7g+yWlMD7nXVSgw581bKxY3kth/rq2pj3OPmgwkV65rRbN9s4z9piptdldCEeW2HuSlHPHM
sK3ZBhgm0A0yWx3z1rlrQ5x2ZIGxFO/fOIFz//pX9l4qDL+p4K0ZB05nWkgSEDiQ4gB8mgcb3ti+
Tbu4tyjWLdVoR3SNUVDL1dDNMUBg4kM7pd4TLUMRRG4wDp96plkdlWyub7saOVzGTfXo58i6ElLO
9FMlOK+w8FE4j7qm82FgNYc65k2xAChvYOiYekhYqc/fKDYPaeyLOrjKXN+8a2AO2CfA0Tc+kMZV
k0aT7V0EE4EwG9RkBkg+0bS+HxwyPQREyDgHL9SJPEWypDDT9B4+mNzdOF3F30E7ad40I0s3Lp2c
iKAT+QnCXfwjWQB93Tmt6t5yyvUck7Cfnxod9MkMrT+UFSEkXY9FuDeN9G/GUdXHss6au0EBWuFM
VRvEnjcUU1IMPYQ70H5qo7rzBB5duydD2qFz3uXu4hRRUzv9zgRaxdLPoMejmcpLCN3U6YPrBCle
OevfkGomz07LbeR6DVIIXtz3YePvPXcQsdLc+0qhl5Nt21rabQiW7dPku9DBK9xuDyVsRE5yOVho
ONxUiucRQWvvgAKpuIIyJGoZ4L1FHIlY5PbNuJUtn1D7XkIvWYaiuu8gZZ1oDmRK6khnV8HKIOJl
4Nz0QdcmnWv1h3Jc8u0yy+5uplW+HUJSb0vjfCrbXG9zRtMgykd4VsFnuIXqT+iZWAAxCJVOkRUR
SOD03lmwlgdJm/cl6TgAuESG9wTOgKCYdRO/GzoPZiRN7mS3c269MNakwYtDEAcHmb699RDVA4k4
1dcmb2voHPnYoOPRaJVDFwbOw4tTeVdBmmF/K2cRZl+1NMHBeECYg9XUohpehIMft6JO38+2cCL4
qfmxz/02dkD6gNeDIMhSRObeupMvcH8776Ew3j97Rth9mXvhxoMQ56ETmhy9Zfa3fVWaYy61enIh
ZLiFWp68wqzyY0dos89pq+I89Yu70E5ZzKYRQl71PEQQ6WogUd6EN77vebtGO308S8e/mxhP6+2M
vz72XrbEHlxEb2xDEcfUk79n1u3iUZTFe+DBSYzgqdn0U51HEL6nDzXGFwRa7661mKZRPxswNJXb
MNjlSXOdT2m56Vjnf6ma0b+p3MGF6gdqaaXp2AeUKIv93OniJFlB5oh3U3/rmdy5FTOUkrZhWsnP
RQ7wQYnY860T2u++tuWugaN1zLoxjD3fkm2dTs2N7Ifp7cyFutMEKUic2UU/OXCmQMML9oPQcUTZ
fh+kfAShA+C8qKGaBxvDebPXnPRbNdM+cecWO7FS6ZuhSEeI5ijPovnmEGwkgjRfiYD6Z9wIv9xD
ErKlyYBM7VnXGm2WAso3beSLQj8j8lw6+JOPYCxY0o/Xyl3m95lw8bMA7yQmXMhbpwrws4KeFgxV
vQJh4pjaGaJWRtTYGjOF9gV8vcjn17fhM1v9mlHBgzIYIfVoD87pMdGxoSkswS38cfSFAOPcHU7/
/4eyoFwwH1MYFh3apQ+QZLZu7FXjYRTTG55Nl/oIZwKyNbUMXZzOdC0CP1XZx6BfYGPQP77+il6g
ur87qFbfIFejCPoB5X320F3LvYlYvDXRFXSxP4Db1Cb0YTmEB2dXb57yw/6ky/puuoDbOve1TgHP
Dy+vbgHn0SOrj6yHazp4kP6lCPZMyLTmmc1FZ8AXQeNl7t2nvE8fxpzeqIp9f/2lnQli1wItWNfe
qSjTHGFivmODilNCHoum33SKRlVnPwj3kjbhuXe0qrDiCBIIYfGOQKU3ydwtWeIon29f/yJnMoo1
/WtOPTcUqduAf6cOhNDEFfSh9+bdoj+31aWe/7nXtYr/FMTpCEzPLKB5/lXjV3WEOtu7zoOVfWEf
S1rfZ8pc8kQ7M/RrSliJZA9H+5IfOQ7NDzD19d5lnVZJa3C0vv7WznyfNSustiwXQLrXR+xdj1y4
N70j3tVev6u6EgzT9olll7TrT6vwN6tzbXsI1a+qkZmaDwIZ2BwiQGuyzTR8kd0lMbZzdzhNvB8W
ITHB4vo2nQ5AWh+mrNrnk9obp3gkqk5ef19nZtmaYUVcJehog+LYlNAG9VTi2UOOjvZCG8hpvn39
JuTcwK9WSkEqh7aVdI/de/q+vV2ey4Mt0K+OhvfTJ3N3EB8QILsfX7/bmbYZXTXoOwE5iA6uDUez
nFQVRadrJ4JbLt/OZVYfSJm1G1sAKRqpYnSgX+/I7gLs4cyO8GIF88OANUXh4axtQ0QQ9UEyug/K
4svr3+rMK1xTrEhGYUcrLDvI/D0Vp2X6DvFX9GcXP62mH54bBWlq22FhB6+en+Vcf5sHUkZZ+2fi
UHRthtiNY9p5YxkejB/2O8Ip29uW6gtd8DNzeM2zshR2rk4OLFkZsmYHBkd5nwcOilJ6aY4DKPff
KhleKvScmV1rxk6NwGhAR5AdWJXCUf3LrA3SpBluG3lMpYkmp41HeMq9PjBnJtSaxJOxKefaonEk
AaWPUKnOP3hQ6vv0+tXP7C9rEo8WVV/khT8dcv/rTBYoa/enymMk9CVW+bnnXy38UnIrmnpC1sPL
75VPP/nTJXuwcwOxWubQpEKt0m3RPm2L2F+8I+rhD4NY0Lwpn4FoScIxjSy/JJ127l2tDso+5C0y
L3c6DEAshQqq3WiXCDhhgIi8fX04zrysNTvEztDVRvA+H5jLEOFLmaDZdMkd5lwPb80NmXlFhyCD
c/jo+8MmXeYgNmNnkjaf/FuY25kEAGK9bYjH3kKI1i0TjiyFRoFx8tsaEqT7qh4Dhfwp6971U+pf
pamuj6YwxfshsPVXR/E/4xjRFzvlH/Yj5ljuhoao4yJcCcDRtHGU6C+85jPbxZo26KLOmY+eUx9P
xPQMnQzo8EZdnseTJle6uUS4OBOJrPmDY56mBSTlBxjwkS0L6h1Kq/E0ZLc8Lw6+O751AxiD/tnM
WU3OoC57F1Wd4miC9y09ziB4vH7hM6fOmkzWjFCYncNTkXYsrmrdvpk8sR95/vX1y5+Z8Wsu2eIS
NhWTRK9Y+oDA8WfPNd9fv/Q5+PqaSsaD0PBqZvzgnfpWGfCgMYQi1KZ2pNmjtiP3IHMM0VShvunX
c7ppyinYv37zM5vFCyP4h/nr0oqP3YQLV5ByiuocPhnAf98XZHajqlguBDrnZtjp7j/cpSN67GRQ
NUeN2kM9acgTjVdQEdso4GNrXh3kdAG/cGYavMR1P9wJnY2UyAWJ6DIGcKx7bP1lq/Kn11/WuYuf
JscPF+cDXSpacKzHshzitIWyGkj5j/Pyb1rc//4y/Wf2Td//KyY3//wv/PxFowMl4Um0+vGfz7rC
v/91+sz/+5ufP/HP3Td9+6n6ZtZ/9NNncN1/3zf51H/66YdN3ct+fhi+dfPjNzOo/uX6eMLTX/7/
/vI/vr1c5Xluvv391xc91P3papnU9V///tXV17//Qgf0h3d8uv6/f3n6An//das7+2n+5QPfPpn+
778o+QcJXOJyClCT69FTIm6/nX7j/4P5lHsC3sUBfsNPmggwNe3zv/8K8aGQUqxLwcIwfPmQ0cPp
V0H4DxFSEYQgyoYwKwRc7f9+8Z+G5r+H6j9AybvXsu7N33/9vHKYCNxAEI8KD46twiNrPh/3ay2W
pgGvOCftA0Oufc90EHaR4zUngElB7OMPr+bfT/DjHX/eg053ZLDKDHwAUUEm8tc2LQsNZ3hmLCzx
lVO/gUct2+Veba5ev8sLquu/s8V/3UbgLVG8QeH56xaHqEEurvMsSOa0Gt4RYEOewIXs7rRUILYK
GXjPgJTDybN1e97HOQq0T6pvDFrfralgLAWtELlD9Z3ThBomlohYjRi0G7zsCyrneDmsQ0kxgS5H
78VGdgpYI4Cuq6h2K3IjAbDtE6AaNLjaBhD8bWjH/LnsWsAvfNXnTUy8kWQxTDL1EgXT4JdxKJRU
0Ugzkt5OhRm+ulJWErmiHkwSSE0+FflSPIsh9/xYm6LMjmgb2ae8Q5a8aXPpvu3hsNdHPXyXQT5k
2gg0McBegmJ9gKJcasPyiaoCwSdJbVFEcK0XmDwzVdUOOMQcEsI+cVks8pIcOhMCStLOk4GQxVjS
JSZSZVeolkq9IY3tbp05y82mUKeeQ5UBcxT/r1o1YJykHUtc1fpQSUX5Iapaq4+AdICGW/Q53pR0
CzDNIRUlp+T1kf91RjPOPYqV4QYu2FSrHGt0Z02JdGiCxIdu4GpF4AKK5kILGH4sXRlemGkvBaLV
TMPa4UEAG2Ss1PUSQuKQlmE5AJcNTaQeDl2guF2HHWgVm4A2BaTdPa/d9AucJsTYO22UjaXMd/2Q
sjweqC/huyrhi5vU5Vy8D4Ih/0yXDJbPCFOt3Yc0IN/Lmfdy60DNc9vBAA99s2b0HkfDu9NQZSD6
lgZ2pctkYU0/Vl0aW5KqLHbSQtPIKKcV27Ro8isFWQgS8XCZVERF29QRJdp5a0bTnIw/hRiSFpKV
h7JqizoOQrTMgOzP5Melhqf0hWjn58jwZY0KIuDwCOg6Z+4amSlmonkVhAQA9RGM83wx8eB2bA+t
L0QoFcgn6JNcEOF4kRtYD5cvXA9kthAdl18S/DIcAuVmBNofNPxcaadIoHKs40BkaMIbOxSPKivK
DR9k9qx9CoHoUVXthkvRvM0oLJ/CMujeNE6RgmkG8lEbBa5r1U4R1b5HIxLW1aLS7tbCamkj/OBS
CWlVpj69ttDlIQlI4Aeh561rSVkd8qxeYDpf1WilgUBgQO+qlaqiYULLJjL9nN4rWY1sEwDTUkcp
+mF8I8sKa7XyTTUldT5VTYKyfRkALdIDGa71kPkRbG/aFHZPZjAwGxyHI8t8dArHJj0hkQAPvKvk
hFCr52ao47lwFNu8vnx/jk5evhxQKAEOvcCjoftLL974NfHhGpQUapo3aqrf62Vpj7TDhvL6nVYR
6+lWPMTJ64G2RgAOW3OmSzxFN0yLAwfgl0ZqOS0p4sdQF3FgTJvHEtv3PQx9628t+prA3/pWRKjV
lpeSxV8XAgf3TrjcYzgVhbuKMGdnVrPOs3wzA2W3oQV5t7TOadfkHqQkp8KPDAHv4PXv/9Iy+Xkl
CI5XgMf2CA/gv/ZzQNgDJt5WYZ9v/HGG+m0PzXq9LfqmuaWpg1qrW9gSWK2Kc/isgIeKegtmTDSP
nfWRZcHUG9oKKpwB2ztFxiXapncUlnw8qonrw5LTqcv02g+o18Wtk+smARWGP45tjc0th5rbkaKu
SyMOXDluMZDxDuWLsd2CaBlUh05T+S6Aijq6dhretBsoVDE3gbwx2OaZcBw3AiDWfxsCKqmvKBwO
MhBnU6ZvihkcNFKl/rSxKmuusgzUYyQERXVXNQGaVNhIlx36bf4QsUFMcAVrhuUS3vyXg4i4BPKT
DIPq+ijrrwa1z5csFV2uNuiGiW/VEPYH34bBfirydOuWvr6wcn5/v4BgLDGmbI2RmXAaQJKkUhsJ
we9t2HEYpLJWgGId9P4mhxB0G78+g35Zq8SFXgpnhEPDPmTrrHWevIyRTKsN9ScwE2EIDSRuPh9h
BmSfX7/VSjcMi/V0L0Y9DuepkAXrsLEiaI+UCD82xE72euol3Q3wgtFRCc+4d40Y3SEBkm66Luq0
eVpyxk3U5zZ3IjkO3vcLT/NLEIunIdgxEJ/DNdlbGyf3ALo2XteoDRYo6a/AVJtvbaMA4grG8rrJ
wDGDn9HydeIDsJ1BZ954AeObBXLWCVThsmvdyXZXp+jaX3iyn5PUf70naLrj2cIQh9y6neWQILVt
GZQbCmZAuTOlJg8ckF9geecercu0nNFybi2OBNDgZLrEDVHVx8XpZBoBlwBbTyhPkm4D37ywiNtx
lPduDuuvfQhfgCpqlXNypJ5Dp9u9/ui/mU0YXuYDSwk3F2RMP29HgLEvBbVSJKUzsz2Q5O0Ra9h9
dOGr/j/e+glg63g5kG6hPqLE1b0Ci13c9JmT6Lkmn/t27veFn1Wf5kySW+732cecLewKIPZlOxqP
f4Z19XIhcPzNej1lhJhEGC6EjuLn77uEqNFmjKXAlQI1sZ1cXz8PrCp2iw8AdhSgYHKpeb4qSr7M
DnxpD5Extgkw45Bx/lgDgBZTWzpNlSZK5k2w603lFtDcg859VHNZvalp1d9lqVJDAu4omHqmaVGC
ZRi1WNfV5AG0MoYsyYZW0wQKpu12HjxVxw2V4ZtiQdE2bhu3eDPWFbuk+f9SjvzpwMKxgdQX0XbA
GPulXKlRDjjtOGESuKgrxaqFfXnE0m6wEQQ2igFeqV4wRRTx3Zj4vQQCH1QEgGArPM0X42dOtQ1d
S6HZI6w3bl+fvyuTtJeXi3gM2xMuSl3c6ueX6zcZUEvNGCaDUy7pwXbd7CRlk9o7m9qThStm433g
QyQsGV0LxVoMkok9Ckn97VTwwoty68CMASxrcz0VowGCGM3PDnBpDp8whwAyHsu+a27VbKSJbVl3
35yJnGAtDtVT0nsLJIUIEgb4EQujVGTQFRje0KyDnPYw5Pkzc/Mmj0vcYfxgMxh43ciFITeQQVHe
pkzZ58H03hcfuqvfRePmbtQifB/ivvF81Iuainpb5QoF7+3GAbVDZQG/m4lYnlJvnL7VFA92A1MV
pDNj6ADSbEfIIUVVJlsWNR3s8E5Tpbv3yz79AIWi8dEUkOOL6yUY96ZgyFqXNKs+SCC3v5Z0Mt9I
UKfuxnUBF4/CZVCfcqMaHQFyhKMtzOBPCv+sSmEy93xmEXUK6uwGrps+mYz9n9nsvIwxw5EHyvmp
nhOsAc5gyAva0MZJVAf4ke7AWa91ZqMyN/VVNiE+eX1S/RqkItt2RUiI8CgOW5f+PKkAoitqOVdO
MqZB99TZ2U+qsIFo/aDyA0810ttsDkGpV6H5EvQhJIAJIIOvP8VvtiqGvRJhxWnTQEDz80ME5Vx7
KC85SVX4MyQIquUqAJAyAWrm8wRTiwslot/d7nSo4tDHQUbXZVBeL5UoPZ4mUFKXcUG4TtKaLF+q
vn4A7xuGtK9/PawAfIHVzgKUL2chxT/4j9W+GHQOII8O3nKeiX4EwGwMSx0PNZo2SbcACx4haxp4
xKyy454UFauiyvW757GoqhCeT2nIdnPtYlHzIldRrxGKJWBLTv4GZkP+s5MPZZH0y+R+1qUq3Kh2
ZmMA80+xeS1+h7VO8wKG2V0Fh8UIhjZsb3IUtGO4tcnHsi0yULUKUTtxW3HjR0K5IJUEFUCQCeSM
liBqc2KeCdhf8OtVQDlCNdC80S33v/VlXz30qivuAYFM3SjjhfCivpgU2TWdTh+UHuECGwI3+TXA
LqniACfkrT84+edBQVhyQ2ADANgbKRAx215NoNCnhddE0wA+C3wUcH7Br7gdYsRv3Et8UA+KKBTL
Ig6jze3HLoQLL4QnfPcjFDcLF6z4skdNJtf2s9umcBue5o4/znM9oVVgCrB1etYMj4shZRtPVLeP
upS9iLzWyI8N88EamYvGQmWcMnkTTmhkRawAtyICPjW402ZAt5K57tIl2eQRGlmoZaAWNg9TGHna
cWTc9gzN93ZMoQ3KBqquwVfpcIYEofMeqhf5/+HsvHbjRrY1/EQEmMMtQ3dLluRsy3NTcGRmkcXM
pz8fvW+muwU15swO2BszMJtksWqtf/3hV+cgKoemrbtPfADts4Pv1UzjIoff+rQQqza6S3tSQnf+
GCVqc7Qndv2OnAT3czvKALLr2H3EWHf+sgZW3Yb2IEgOK7KScx2aJ77fs6nNJGK2Wvp1NYieCSFK
YAPSOwOitQokaxfiSPU105TbH/LBcJ1oCDbIqFbe+J+wV4ddu2HA8Wg7yE5R8VFdxbmU+rGti6C8
R0Wj6ycyT4q3JfxIGdoZRoK2LyUxmeUORabznI7/ac79d5PcOxAcUoCnA6Cx8+2inqrSkXnJ91sq
/0vuV+WTP2tGlKqpO4JRBTe+3xe+3r199n13h9Opes+vZ0wW2WAOWiXZBm7k16ohvSetOPY5WW9s
FXtleLFTsPNTQJmg9gH/dX4tFJdaicdbEA9CAQAtVeA8Nouv3c3FaqD8GuzPG3bK5bHBtOwNJV7/
fsYe7dYE8oUy37f2h6szI6ABuzgWLGk7G0by5JGbyxqcemXMWzKXWf1uzAB9wqnWuvLALUg3tNdi
u+WifIVYMNCwKcaA0SzX4necPwZfVUZtBUrEeVWZ7wPS/ZJx8ry4nYQ4wGteHzPC4W50CC/dNGFq
rg8CRvLZZYcAA3R25FKxrhbTmo8ZYHoeDYXlMPaDDE/Boty39QSP3cDy6Abr5YVDiTXNrXJ9fsMl
Dc2UrqFkKbU49Twb8tkw0zkNY+QTrzlHI8lU324stb/eTxdrjeGMTmttMj7yL4sNU1/rHA8REcvU
LXNEKZv+PS1H0mNHtan1NAXr4sdk8qVNHCw+QnAjMxz3PdPkDKtjWNO/OLqlF63wJ79v9CA9kn1d
C3D32nc6RrQcFuW6pXVUzRSiESqY7J0nVPGjGeF9hwqY8LGy2M/j3B/S55zyF2twO8UdVs4LClS8
UNxn3TO3BSnBwpEw60VPlC1V42NN2brAoJLlVxkMhElbnPkW8QZDsYZzazt+uBZ1+mbygCgS1/aB
GoNcDPdGRyY04ZhpxRY2F/pphYuN7UM9g1bl4B8/8dQWRTLlJtLmxvWZI4lqiGZuf+CGMg6GIDDl
dxKIl/4gpiW3IvR5KANza+QcWNKyFGHX+r2MR0tzn+AA6vhMDpMjkyD3ySm2rb9WYpqpfSIqHaUE
XNqiQxo4CBB13Ni+s9cOEhnBWmdhv/DHoz0pofa0YNgaaH42/Jbz5HxQllH8ob7LZTh3CI0+5oWO
FnrORPvHX3PhRVVfjWtcSWv+6A55qSULyr8umpEy7mLOclzCesgyAjvbGll70c9YGLSzrr+vRdCO
sSbG/jSDmtG8A555sVRlVh23yet/B7nR4e8iF/1rw+wAFA/ZC2QMzuF70VlmEFom7tnhtAmT4VVn
td1XbGXmn2w/AI9eWeHYUmdLe2e1nO60GjBwidCxpArNRdq/2HrGvfVqlvmIl3Bd4XufTcgF2t5N
YzG0/CkYvyr7gUHIZtwZadG70SBSYR5qUyLcsZFNd4k+pICOzOF8B2J8zj07aTf9M9dV3Rx7Dwsd
Mp5H73nJNRdr2lzbbfhSwRNybKtyIkNHdz1ZaiMGYdaWH3mqxBKjRVl+Yn3i/MT+vc7D1taCP5Qx
jnfvl5aUx9wfsZwni8Pp7vFSUFroSl/+scjowI+KfvzBMcnWihwEDVqsGjFVIaHe67fJ7Jc3Lcsm
f8yQrY6RzOzi6+A39k9jE4ibi05jK8pdLG9R8Uo1nsy8c4bD6q/2FnvaSFSH1TobbNZ10pLOUasV
o/TWuS86lyFi7ie3CKdNjSwerMp71EIZzICgbJpP/BI8Q8w8q6rI0AgUuTP0wc4RW+0uSLhSp9mN
XmTf0y+3I4s5NWgfCJN9ybrE3NZZ/BXQpML8iPFR5qH7nuzlKAc4WppjdInXuct7vZ6cLLQluPHr
O+IL53xgMS76C75x3F+gNt6gF4PWl3xbOdbFDtqyx1RAE8O3/gbV4/p4o+3yLAiSVBRMp/a//y+u
xNAOfeotth8HdbaXylPTJUY+p780Z1NHpyUWcyIt6z/XMQZ7UGAZjCMMz/Au7m/tfdy4V05RlI7b
iT16PY7OZn1mbvDx9Sd5fZJypb2MsQMfIsHlCGldLGRnE0iKuenysXTTJTabUtFDW+VbhMUY7dmZ
Oz73RXXjVLs+Rrmy67HV7rMXNvzzJ0t+4DgbQePF64TTJOiIG66jXJ+czGaqGcy3zDSu14xh+hwr
Blg882Dr4np1JlEkaTWgTN26EQW8+NQprf7SG4a6sTxfWDQm780xAYF8HT+y81tbi0BVFTmkca4a
ALV6EnvvAuE3D1GKF3d9KrNjKftbNekLt2hRAtquEzBEdS8ZcEWOw3ShdBarOxtPuuzpCTLb/7Kx
RG9sAS9AcAYNsgVhhNnczhk5v0enmVJ9tIcg1vASmb61a67H4zSka1Qx54+ZNtvbfd547hZVwN7U
Ja4+ZJG/tZqKrJas02jNbLu/K7NG3Wg7XngOQJum4zMatXQ2ivPf5knJ5ujjzDmXxfwYlI6V2Kuj
jnbQNTde9UuXsgglsKHPUARf7g8ZfiKkONki9hQy/bI2sj5sBnNK+P/DrVr7et81bFBq5h/kVdoM
ys/va7Xcals1O4gtplnpsfbN5lRUa23QRWs2adK+Ju+Y3xpDVE129rY0PWKMXt8wXrph+jkmSLz/
4Kr6ZRRQw8bWRawXXf2nWLTsHzkstSI8eTPev36tF74jJtuw152AL5fN8Px+FaCe7ZbSj5GXd/0h
W4JuDTM+rOJg4HjHXWf6F2cQ3Y0K/4XrAh6z3+8oHv/DPr9umzp2t2DcHivUfMlMTgGQZal3X/o6
lWGXzsMxH/Ltv3ev7Bk6u9M+74ZpdrFDLa7Q3E7YOQWAY/hHb2W1Ujc2MvEoMG/QH17Y+LlDKFjU
3xau8xcXa3RP63EzLpIC2DzxG92HUGJ7fjKla/WLlET7znJmzw7dQGl58vqLfWERIdz2DZ3jjYd8
OeYm/TkzYFRkSbr66cdm6sc7sHv9Uav64MalXniX4A7UCrZt0zpdDl9L38fb2IKCY2yrNHAYbbVE
VP4kkhqYuElqvfQSu+jFf94YTG7PASCGU6BzwJ6vIXLvKt+xGMIaveX9If5VftV9v7gjEfkW6XVf
jufl2PmlLl4lSpKhmE0monkKWBFVdaEB6sCouvFZ7H/O5XVs095xHIBv5p7ntwQ4OZp6sZZJ0WTN
g+/7/duGedaD1mww1mCOHV5fJRc5Pjt8ZBrYwAJt+Da9+yUFZKRtRFlEeFIwdRPMlKIOcmSYqrDb
xNvs9knkav7YBbsZLeZ9w/sSrPArozN1FIx10tDRDK04NFQDGSywokHIPwsZtyvuKo4hGM6+/ov/
4t+Xj8jnRASWcGAbXnpsYE5UdYEK4G+YK8gHdOEGzmhafc7mNhtQSacj81cxTjkySTsYkplS4M/o
1YMXYx+AxHwKqqY8poQeP+uQLIZ4kMW8m3NJ7x9VIcs+WmUvPk61lf2DPL96V2yGo+4h/Uyf6823
qRlrkhBD03Zqk/RzeFU3jv7rjxewC+omLwdBJHS382VgeLVFQ5flSb/k39LFqN8tfvldCNv89PrT
vPDI+Pv+ATs4AYKA8zy4LE7x+vBqT8MiwgIePsx1bxxKa/LfDX5hPYFckwCod/OHkfLyyZaBChkG
ip4etSUwrDSahMCSOg0H4TGnef23XW+fFK+wC9mnDfh+l9GQG5ZHQZvnWZIZqjnmm/8tc4lW72rA
x5Qq4GAMYrvLnS27scT+sggvlhjW+zv5IaDYg914/vj9HBX30uJlK+vBreO+0o1Tjhihi73e1r2D
SUVwZ9mlYR2qcjW9T06a9r8wdeiCRzH1C+riYAYKEuuM9wHUNO/ZN6y8PtajmwbH1x/TC2wNimAT
JQH9kw4V5QIlhXCVpqMErOk9YBp7WOsqVN1SYZwxFYGWtKK349LN6jeOVUyh0YxWn9hNUDzR7Qa/
X/81L2yU/BjgUhjW/PvvevtXM8dBT9g23nIJr6XGDkqbfuODtX19/SovbJMeVWdgB3sHYF3KITu6
N3sgCTEpM2f4zQIeDuZmaaHnjYNG9QB88foFr7+Tnbnm2yCEPvQb/TI4oF5bU3YoExJ9XGUKFNBW
n5zN6x7hPouDJjPjXQYBiNDGVpEO6ZY4c6SOzlQY67iPc5bqD8OWl8fcYIT1+m+7KllNvlyDDkFn
aGm7l4q3rhj1CathJ7GX3kdfNVWyDrdmVWmi91ZnHHEk8rOoxxL504DcqYYk5cJRef1XXBUB/ApY
wCbxmnyswAbn38yaDlpdy8lP5IK52lAztoQpDSFn0ATt2VrepyzH5PWL/lVXn32pdNZMEPlGSdDw
GZueXxU3jVkjRkskY2/3IIO2vXUHqtdmC01rKsEXG7ewDmklrA9mKbLfkCj7n3wL84+5Fy34Icl7
f9Zl6/A4sbRAhLnvA+FtayW+m1JvdfhrGy5vy1DNf7wZ9jvbfqX8Q4p7xft5stV7StkcFnixzlnc
1JCWI9es/aOfL0VNVru1/HDcQuoJHBjjXTXpFRb3+pxud/gJejhJp6sTGiVqqghrXJG9o16eHAK8
8Ps7vf64XnhHuOnC++Er3AvTy3dka1PXWkol2Ly1cbPW6u3gWunBxq+SHLvsADgR3FoYVzsC5Qxw
umHxH2M/a85f0dov2HjItk86GreTBAifw3bxvPnGAvy7wi7WAjizG9Ao8i9OtPMLjeRGtK2BK0ju
W8bjyAmLpY+THu1C2UmHV0aM+996CjKFVsAZlwik0vjy35/wbi/iWnwBbIIXNwsNzOp8YoESZeg5
0Fm+JmwIc7SsvZWUrt2dYApntySFVyclX54O9AJWwCHASOT8zg24QBAzlz5Zmt66aza5xbWu5WRb
iyrJUCYcMXz8rppev2FDcr2gdu4YzAxQpgD1zMVBCR/bbMbS6BNY3cE3kyEZKeCYtoRrUNRbLHqz
iJRRaLdyta/2f254X1DsyPwVXEICaitqzxEdDGtDlU9LEATHCevqu2mojTdzXYw/Xn+t12fsfkGq
ER6vC+5zyZJQtibIfsabMiesesXij5JP1IXodrKE/8dLEVi4haq9aMCTqI8qjKeeunlhMp+bSr8l
nb5W3Oy/B8ksELELw+LSG1cSw7lwqPSJtq6yyWMllIXdYVePKVo2rajCbFONGw4IRIJkzoqdZ93U
thnJuhNd5AELvdndUKp7v7MsHIR6r5/xRITblWSTW2khO6fRHlVF/hTJp1v2e6vgDN1D4i7eztSN
/2h2r/Ya29SSwK2UHqoUQUzcLTpVcSlze3vox634po2wMMI5x5Yt9kXffy7NefXCwtb5UdWYu2+z
sRKfWDbWs2Ut5RA62M5+0TXCQTFR33ZLJNuQTrSkeneHMZTZH9u0y54RUzhP21yvZF4wkTth72aV
0HDhZCaoLSxBFF0ll19CAbeCMdTV0WTa0uQh4cELHmxlF+SfVNDnR6/KOwNbzDmTJxxm1+6OWjk9
GHm/1HcW/cHnZjaYaKDv2awTYgFYQJM1dOaxnEbvxJwaMzPh1OufNVCqS+wuhyL3+iLcP6bz/Q05
F/0AGziYIFyd86+8TVPNnPNWJkpbpxPsJC8ih2w7Ocwfbpyr/4O/Ly4GvAe0ShPKjO8ytqtrpV04
pCUkJZ3j8DxpdvOt8ncvqqnf+XDarHk/aFQFs+glX75RHlnmx6bXqvVAbYQjsNMvE5xGMmsiuU3q
j2EOQot9XdvWN6NIh88lQKp3p3b+4X2l6Yv5MDdNDWFcFbhoVps3fQoGJUmDcFfXjgt9wwLKIGP2
Y1GRcxm1nbbbduKcnMWY4C+fg564ClRW9uq/Uy209mRxXKuOBWQfPMZ0CwXO6CHMmca+HaNJR1uF
3D2r+lDrK4hP9jw6zgMZSqrDOHkO3i5N2f2qcrJqYNyPpR5WUBrfG+uqe3FQmWkazYMNxZCAW+2j
ZCfQEy/N5AOj2xQGXxf03b3XbTWpyxUgU7Sw7hwku7X8p9SGCVYLnntIhOpsdCNndr0TBmPpdMAY
wX3LnuNg3QfTe4oamIR2pBghz/Fa0TfFbk2TeBBjzeGGaMNbo6CZm1Neu6kZoecxfuVe1tXPdjpZ
TrwMOpgwMLJ+507uCKFncYo2hI4IEaZEWPOLcqY1E2dN08epGvyv8wBexZ9p5PYTdmbSimwYOGOo
2c4q3q9p1xqwk0rPiKBuDN/g2NsTqDvGFFizdf5HrPGH5ZitzB+h8cxiCDEetJFNMdmjuqmnRYRM
EPJ/VBbsYboB5K1p1RLPGLzqpLJelOGYDnP1ieXel2/VNMzvSQ7AJnYVyBrioQg2RqFLax+wbJ2n
mDStIn8nCYv8QFxkbh+HsWmd2NXcNfZm1WDf5jb9HBFpM6nIpBxGmFe5dn4MHK3YwlVf++LYixqj
btGugnKSv5yjChgoHIMWY8iQ8n0s4zq31R8mq4V/QHXZqUhWjvMdO4tgeUT3ySBXZNb2lApv+9B3
uv6s4Kv0kT2lBd5jZpA/O5os0thZ+v5TaSzoiIxy5Ef1gklehMRtfYLJk/5wUU2kYTCKGmimn9Jf
qUdLxyAQOlYoUU0Foe0ag3zfp5Wq3lujuwFIFJP/A+pqaaHrmdfnMR+dT69vRS+c+4AbAbRBb8f9
Lh2JVnNYdB5mTfJRk4ELZRuBfhUC7c6EeTQs5nNVWNuNAu+FQ5+GEtAWPhDn/mVmttNRsE/dIhPN
ryGnydZJSmiGB99ezC9ZNzvH/3yTXI+CFd0B+25gnu+3ZN0sI+aQMmmalAQl3BDDHFtLJEP9cOeJ
yQULq2/Rbl6qNCyHseQO/lDbXDLVNUNXujUArGiDNnhJ1WQEEOgiXSHgljOxdJ0k41SmA/sGfOuh
+ux7WdOdIH65z32JvcX/47FTU/u0HbBS6X/PH0Ov126zurlKPC3IvnRbD90jW+Fk5ZiZK7ncWlsv
HHM77IJOmokpk6WLJqXsp0YrPOw8TBJJP5D20N7BvAkeoNvkN97wCytqF2UhyYLIRvt48YatTlHk
mP2YAKHPH+ZAZHeraH7hoJ69Byy7NR59oUzfsep9YknbSh15/iRTp2uISbLGBJ/UMg0Z3IFT4K1T
ArSVY8Ky7w6olKs7rEq6G55310Avs7p9Wsocglocqfb5xfM282ZrJO+IntY6Qb6o7lr+2VhQ2yeA
AkNSdbl2GIbCYFSRVrFVGTAqe4weaVP/pjO566FzzdkKO88nSmJV9UE3B8ePX//uXmjknJ33DHvK
9BjRXHrGjK4OIjraU5L1ffUF1VxKTDkmTjZuqF6ozen8rUMynmSY4X+EDjeQiSqGG2vjWr7BA+M5
/eVEMx67XPdin+o0Xj7BwKrK8mgPBLh9IvZQRykJ6ROTmXLtPmZGP7rxlBeGjkq7rD/j/GB8TTlL
d1F03T7NcLZ/Fm2u328FkjQo/hXRy3KW01co0uKjLYztv+/OENhpDyCyAwtdomMyT/PG7bchkcHi
vRmhtibDlE9v9LZpE8IemvttK+sbJePeY14UjKDHtEg03w7zpottQkuhgvpE4yaeX/QxqQDqi2xT
6yYQt38kV9cB/6fLtwL8wS66fGgphcsRAYWNKKH1UCx+800Rpf3k97MN8dZbsc7tWtxGM7trD3vV
/iAM0fw/njGDYuhanA8+k7bzzymo6Xsdvx0TZhHr0Z51443aMhUDWxYPTb/9Mji6bzQA19sVHR8D
d/AuIBUwv/NrwoHBdpcw7CRviuquGrP1R4402Y9oATMMUoR1w/LthcOIZpc+G4kw2KJ+mQtZVK5L
AvU24qpg2HU8VYu5s7oqJUKeafbOyHyofVtpwkUkTiUHJ8Pb4qkDif5HK8db8e8v7AzoM2jEdzos
I9zLnQFsoRYdxrWJn2YZAjL2CGse6hPeShDRenwBmkYnr213esIYIQ9z+MHfXt+erkXtaEzZxXVK
H0ZvwSVzKAgm1a+aMyejYfVGgsFYCX2sboI3a+CWBEsojR/io2oGkLaVet9t61qHcvXt917qmFja
DCk+XrpS6ptwl65KCqPVlngBzfi2kh2Zhe5UqrsS3QnBNKrMSzrgzLzl23E952CTZeQXgMAzOEBL
db6gJuCJPJ3I2UBqVMMA2PpT7TO442giZjxfjYU9VhV3JVhmIrXcsBDhw84PUUqBgOr4Z7RDLu+8
vsWYJ9NbSnirPb3+vK/hbRcexD6d3PcVjJPPf2Q7EFFDSOWSOFTvRzS+KOIbCYUPfvAHtAPLu6kh
pKeG55mYU6FufOgvXh7AUDc9UD3jMrYS9KxYoNwR65hNwxJOhaWWcPVGTzzUntT8qFeMvSHzVs4c
NvbiqJ1nK7Qb5/ffQez5vudScjMM1CmNLOPyMWBvzhTKhPXCMdT6j32zFdlDboyj8RbaLSqklAna
O/QVEIU08n6eHHOeJFVaHdwHzdBgp5xZFv4Lch7XsLR9XCAqg/CKuFu7JQ8nLFO7MNCaQEUL41fz
Dvfv2UN3iN/1nY2D+PfGKgC6G72j/F4au4ZXLORutTxrxamrSx+z4ynjLSwjdOZVYfGXzhXW7mWO
vpxAwi49mZvXi0Mz47GBA0ta3OEZXQDZZroIQlliS3E/DW7/naje9osSk/0hdbOy/DwLu7zrqKy6
0CWvJcFK3iaLyA/sBw9L3yAC7b5ltnldicK9QaGkU7VBoLgsmaZ1ANeabD50d80fyHJCgid7Frkp
m8Pri/xvqXnxein7GZ/shB9Olf14/dfcjGiCQJ900omAuDs7C3WDZjRuYXGNoShsUyWEQ2X1k6Gl
HW15irEOcsdl834aWDXrd7YxDOZXvdH0z6//shcOHUaKKLUoG8GzL7Fl2J9j1/fmkIxbrn1zMtHE
KDC6H/PUf8UYZotfv9wLdarHqM3e+W4g2RiunD+IqRP6ODQ78JRaiJFD2F8Y+GZuhke6THGhPHiV
Lq17MQxtHeNqvqp4qmVFMNvcT3UCFU1OUT1NEH4lzrkaDpAW2rFS9dO7SSzi3QSz3b7xs6+Xiod0
jrOSASEg/KVDsxfks4tQs2T2IBgiFcM4HUY1z2/aHpeE/34xLsWeZELYgDZ7sVZ6jpZ0NTdsgQxs
WQm6cGNPZ+6VMmu7canr3Y8jjhp43/6AAi9D3ppKOICOJDxtejMnpt/K7xrI9MGu8BwOB6+Wp5kq
88CRmUZY8vS3RhvXSAPgPRSqfRhPP+jvf/9f34UnApOhebAlDoX1T6gl3qeF/GsTc8PWSzR4zwTQ
Ckd6N06dvx/32Qdp7SRA04Abh4QbUcj5hTOMjSbR4YShFlRm92Oq60/Ed5Xlo1MvenvIVN8WRxNB
2kx2EyVQ2ExN8ckxSvRIejX7v5n5Zu/IiuVxYQy/eZzv0DPDYmw7AoNU3o/h5K0rlHyxb+Lc5wB4
vVAfDOU6YL+81Y7AktOGge+K0flpa4P/LNWajnELIw/uZ60vH9SS60vku2MLb4ff9tsFy5/CRUzj
FAJXpuVd33vZjW3h6r3weHgyDMRRX3vB5YKHEJnZZppvyY7FlTja1O2dGnpDJuU8Gl44zFp68EkB
viXSvWqiuTBUZpNwHVghnIjn72VtHLKDCdhLFnPOmnsiTBQnCaocLQbPTr9JgR4wRF0ENjzavvb8
+v509aFzeRhnECUZpDq01OeXL1M04FnZ0+xVFWec7ywoAwvjsPn07a9f6urbY7gDJdO0WYUQqq90
snYKRalRPOK+qQ9rMc5fMsVgOkxdYhAzNbsPq003sAaIZIJMpMfXr//XneniE4AJi1MdvkfgUZcD
hzzXaaTS1khwJ0LhifZEgpQTCPUghdH48cIst4k1XzinKkcEF5HADWqK40yRndjgHRDcWteXu0mk
yPP0dVtj0HazSLBnJR0BTzf7o8bP9+MVq7UBu5lCHGrPkHo86NJcE1/OhGhtg2zfbgsHH3JVJFcF
82q85FI/hYih6v7G0v47zLu8bxu6h74zYk3wzfN37MxGa43CMZLAH+f2Xidh5ddieZl6GrOUCcOi
RmOMOhO1STQ1wWY+DqkFThIQJdEmqlu9Y90rO93lattpoSQUkWoqgLPXX9AL3+DOZNWhdQeeD5Xv
/HeObd6I1dpR+x6n6BCp/7Yb0vj+8giU5M7HFHkemS8moYk3zoXreoXP3nWwo+EBebarX1TlyNEa
tsfBxCKmIZllXXP/8zQN6x8eDdtRmQM8+zaIOVwd70k5ldGizsnSbzYCqwjNbX7ja7nuDflF8CaB
13AhZLVebAy+lcrC11mtFlO9DxL/6ruNLdqMvaYITvRq8n7glI5VPWgfJIz2D12huze2h5fWDkJ6
PhvaZvaoS86vWeHRr8oJEwXPUBAOCaBcYi8YKmbCGEO0MXNt8bP18P2IMHXeTlOjnPKUDbBCQx1l
oww1kQ3v2NfwYMBgnrQ8FOTq3etL56qqs2ipMLa0MFbwvSso0hxJQ6ulZycGdphPEqVRxGdrfBi7
rflcVW314z9fDytDj1KC6ojC7uKTQgk/wrFEuOp3tmii1O5JRdS08puXToQfeg2o0o2v4/qgwHwF
oGh/GQT5Xm6fs3TyLF1KO+FrFVHfB1gZ6HWpVGitKCaKYmUyWIjt4KMuuJWd9sJq5HTCQgXYHN2N
ezmgR3xNmJ307WTKwK5VGpi7D2OrDMyls1wkFuGYJ91HF2PMdntfECmbvbGhsN5YkC+8aJpmHsE+
k6Z13J/Sv+qnrhxbx88dO2lHNKEDsvjvPT10RXWBcUu05PDmbnyJ10ck0nhABcZDOHFdV/BbMFs2
WeLJwtjrHs3X2MSyUtob5eZ2eaNxeuH+wDid3QpyJ0P8lfX+6/5KaTKuX2ouhudu2PVSw0GwSh/X
vP4FTaS9Qem/vJzHw9wBOE5kf3eRunicxE8txph36aFwLCwmMX68Ry2y9rExC+c+g+t2axlfbvJ/
r4hRHXqFvd64DEzH8ISt3NExQO4b9wErgAFvgk6+1/F6QYNvyqj3x5uc0r/71L/PwP2yLmN/hiL4
NkJGP183k9kIbylSn2jXxXyikg3aQ7V0y7MxQo0L22Cwftm60HCtaiXgDH5+xn3AcHgIeyGCXShj
6O9wAMEMbnJ7S2fULcu7xiyy95jvLrTxjeW00dqv6Ycus5qPLqwBfDj1cvw1Y3g4H4RMd6lsk/Xf
h1wfv9bLgBGs7myuR8XtjjjQab1eReQuIxaRlOCku8vu91ZXHlkSZLEfZpgn+n1fLCMpEJ2HbQVZ
q/9kOTQDxqctEQd6L702CtYZkF5qihrGJ/iUVDUCAaGJOKgzfK2fvqeQ/dU+Rk+neC97+KOgxP9m
lZBzV28U2FEuGcivElVflNmD/F1mhIyFBbt5FypBAB1s1YIbV0oTdgx7SXsXMPrNErF6xcPqTCSD
zTgL3wU67zopSpvUd1ezip80CbhnNCw0cvMCV30WlKAyEZ2JO6nhrMYYMuAGt5tHq3zUCHbNEvTN
GWLliqC/MO9rOIa9oVITLx+t357w/SG0bzS7iU7BtjQVpkCVD4q/917UKdaxgTlpabQ0Db0EIdzd
SpvVWVjCQFk4TLKdfru9T1WIYWL/LBll/R4midcgXa8Py21I5bNZ7/m11rx2b1CtiiqGwTLj61IY
2R92TqOJi8VtzWgcl2CFdi6wkVtre2vxKhH4IBXQC756o26kp6LRi5MwvRkjTANuGw7+GSGCtdJ3
0zkbM9fIkXJoCE0olzVkGJ3dMxpJLa7GeDTE6EVzvnAyW1BAJoYzaJqXBm/iNNj25OxxSO+s0XBT
PLc05UF+mhYvwlx3/bXpAgH+jHDfDps6rx5HuNyYh43bn0II55cPdaSKkFcAueEcsMTsjFP2AIpb
/lM4JV+uURMzHY1llruhiTLyp1yxjUC/MHkPnQyKHzw49NWOhr/DjUPwhf3K+99QZp9jMb49/4w3
G0hkdVwcz7RNxjn5aPHYyz72scF86Mt1ujEx2KGHi22D4Qt9IU6zVIeXu5WzSmlplZ4dBBRcQhJt
Z3poZSNuyGRe2BQZgmDgiepnxwcuygkfZHpzSd89WIyHDXKqS/GWUbLXRa43DcepKItPynBvDedf
eJrosamcKLdhHF8W3DiDaADFeXYY9jBrPd2MEyY31hMtaP9kEtR+6/Vd8fzYhjHu9nwHlh9Dj0ux
i2d1a5PaloBhZ3r9j3Fbhm+0+63COEErgjd+l2an2mqw/VIo6Z+HiXhiwENsECLiP0X1xetdOFU1
SPFT2aBxOzm4SBDnItDUxmbaa23UD4bx2QhqYst7hhc/c8a78tC0C+PplYEn3jk5KuxQ5JiMEjJc
Wm9IAdanEGfc9S1glK3CQJhWc/BXR3/IynbazSYqewg1xCMa1CsCkSk0WBF1LYiPrDwIM3zrOina
VlFZn0fNpFcgUHn86pYr1CDZaZ4WM7homU7o0zAwc0hLE5PalGDHYm3bj6OzbuNxwaloOyCiNnAi
WVvjRys9HP2WymRLLtbCg+UkrLyPMd4zZsq+htj2IsUJQ5VQZ8Kyzwg9baXZPAkjXaZYb5hk7QZ8
W5GAs87rka8z+KUCYNhwc4Bcoy0Nyp9kSzaPVUv02un1Wtm8Xt2Ujmj+2QJpQynQzz9ar3MWYehT
ediszHSitZmxIfddDddvB6+HyqnMSGG2fRgz0j36bdSiYCzFvCeK4jrpkle58QDz4XfTWCsix3bG
6pqOqx7y9SOZhN6bwFcrDbgu83hZN59AqdSK8PFpIuXayxNOc80aY239Z9HkeHj9/q7GTliKMsnx
2Y7Qb1GhX+CX4z5VLebg/zg7r962kXDvfyIC7OWWlCjbsZ3i9BsiZcM67P3Tn9/4vMAbUYKIHCwW
uVhsRjOc8pR/EaE0SwbSt9iIQa/JSDknHfXaozMWUeGgKlf/Ued4TojTF/ELglrsHMxuEu/SBp+E
w1JXLp73EkSfuO4KuX0sdWXnBr3yMWxQL2BfJK3hAgWEI7lIjaiuQ1AJWlDhIB2mgNd/DEX6ZUzM
r0xS/Xh7gV5ZqOe3KKElEnTI0VAIpwJ0vgEqF62YoW7rULUpYflGFVV3c44D+7HOOoqHbaLZZaBT
CxNHUylHELOKmJcDnnAdDjiL3rQ+QuXFRxBwJVqIU29Hb+1mtE8YrxGycbwzkMtO4X5KYTOIgz1r
WJcu6NXwNACafZdCZumfjMVb6a3OVXvoUJ9aPwxVYqRv9cRYYCSaDrj2JIUSKJR5gNMQ5ehPmfF/
8RBbXyxAhCn0YW9eHnJ8f3+s9Mhx0I17uoaO29NsUsek0A5uFpfPqTL3P8U6xmxqWKtoqGRa/xGG
rFmcSpb4g13wjUJPy0V3Tz3M+UICMo0PFlBMBIHAhHwbppGyvpNN6ZNngr8mRBDlHzxwVJpbPJJI
cMdLeegazjet2whHXCCOCkjWNcEnFxPyCpVLIIcBkcX4tZ61eTokRj6091prDwnUnQI9nbjxik/9
ijzRaQLu2vi9xl14uL0DXiEaFzuAIj9IF1pQ5G3nO6AVq+H2o5eF+L4lySGPdYOIXzU7P7Ib4Izj
3OCZjfjXnbVwnJCIsa1P2FKs5UlP7NlAA7rRv/cFLguPo9Hq4nmWywFijLCbDGmsrCf4mzli0aog
9jAWBIZ9XCbFFHKljYS3alRWb70x7p/wJ1imQ0FDxkOX3FaotMaK81/fFso74bX2b8MWqETeXoLL
txZ9T1R9iCMoprjbAtMM+9IpzSUPrbkqH5YV8bUsprxcqrZ3ouoX72St8kxtVpzKEWAOeAVQGbZF
v3Eq2nGspY6XSBINOSWt7J68olhPt+e1zY65/IgcqF8zGPWhrXK0pWGbW3JNhyOyTU+Z01ZofLbd
26XVl51ddGUousWGhHDQu4Hgeb6JAJtSu7PmIuzAo52QPwSX3tnuOwo0yg4R5JUnulk+yBGywkND
gAb1JiKL9BgiKfZeeCe3lggVUuPRV0CH3sX05L3naZzd/yKti+4Ha1h+zwOP5zD0gOTdbLBJsgpU
SINMtRbVz1c7u/NquymeIwym4oNq9cY7Ly8G4pYBqNqBjdMmD33ftAgIKFp8b9qj9WfUvQHanTYg
RUS9Z/jcWKbkpoqV5stCv7gPVKtrP2FvZ9gwsyiSPkadvetScbl1bc7Ra9MU5CgNuvN1b5QKJGHd
swoqvtbBOHmD9xI5ivJGwWecoMgdpz3G8GtCfv4BJJYDJCOtOsAcW0BSKgrsIScsnTMl9zy/6y39
hI+Z9UYMivoAodm6Ezjx+MibDf+Z2DYvQeumbeAZpXXn4afgW8hwPrXlqg9I4UpJb08UQJc1dSh9
vTPinTDn8mG1wU+pFthS8AwE1OerxL1FYANETkK01BCdUyBEHVhEq9fzoEXl8lTMZrtzyq8NiuQo
NB6EzWlqb+7VBAcQex3dImTDOKepN5DL6stD3Vj0iZ1WvOmdZM+T7fIYeohJSPcITf6zxRFHtZtj
Dpy1IYyNFjfq3LI+lU4BTKymBnj7dpGh4fkugHoJPQl4mMvDsVVnNGEXItXUVeG61t6xg5mFnV8I
yd86jovwnivUAgNIG+q32+NezJHuMDNDHMnSSIG2EhCLzc1ZI78Ttov7iZpDRtvBzM1wGY3mw+2h
Lk4XQ9EHthwb7XIu+81No7gzhLJZq8M1WfL/DNGZJwpM4ieAACo2TrzupLQXpVygXmjq0QTTUbfw
CMzON6rJs+C2XVWHPRqhL0kkOgtbEqiDdddMJ2FpUC+SpOe/82g90BMtQ4Tj3J0b9trPsIg/8dAA
fEYAven2iGKsETFI2hCWg/Ir00Y3AIhhHxcLKhh1s8l8Y1aZYsA1dAt/UIFILW5Z77wpl6tPK5Jz
Ax7QJUfZQsYWulHqaq1DqBba8jS03npg8dx7rYgnlV+BldVOIHCxpdnO5O5S6YFXmc19vvzaCH8m
SlOUBfFuuit0ip3QarKTiOf1yfIEBisDStf0D4udKsPlpkbciE4v8B9icCDJ5yOPg2G2K+pkYWoP
uQaXTh8eKovgliAsi3ameXEzMU2pFs/ZYcNR6j0fjDOrLDCNu9DtDOMHwAPtruvU6tCY+nTw4G7e
z5Codwa9OkPQncj8gboh2jwftB0NevgYZIUuCdRB1eHtN7Wn3xV13u/cvNeG4kn0aORQcgS8ez5U
mSN8GeteFxpqYvvDMP5AdnD8YnZO/I+9LYdmDyo/UtLaIYDcaqiA6i9EPekEsoniPCzT3L+HIv8z
yRK3B7lH4nH7QrrcoACW5MvLjUs/zd5cSDCJFdiePT0dZSp+OVGeBM4aubbvWjSnfX0WRguHrUVV
frHcl9uDX55HKL9Q5FQCL6kVuInxkqzzelCIhMla4Z4Sjj3Xku49OqqIHiFP/h+G49RrkG4lGmyL
iqFegdeWJopwxYj6yVy7xZ8bGmtW7OTfJmQIjrend3kqqNrxGQHGvYbNm10jo8oxqW2m10E0sgd7
flDLITo0w1D7Wqcpb8rZ2MNXXRsU2VuJbgGlAFPjfKsKQp4ZKCLv5rDY4VJ67gmpm/no0ZEIO7Mq
Hu16jHdmenk+DNyIkMxwgLYDxt0cxdpZPLc2uwKskJ6/VWoX+RC21cGjnbJzh1+bH/ImpJc2BTRQ
dufzi1tHn8iWi3CatfGxzMn8okIgIZsI9yeaShOQyl3d6AvEAFg+MAoEXbSAadNvkVxgg5xVWa0i
tOOpeh9LPe3TKuiHAI3S75FexFMBmVZaGeiOPaVFNvi18KyfLlZHwYqO+Y/bW+vy2IJro8QileWg
E0hDyL87o8C74nJA8DT0hFq9wyxVOQwG2QdAdySr3C45Op2hHLyqdf/5U7PwqBdq0BfY2N5mUyek
Re6CHUio1nn+eeyoo1h6NdynqbvnGnSB4Hc8SDzwMsjKKCCzr85nafXY85HKOnhNOd4dqZfzTBdp
fSeFGu+K0TJaP6sGN5wyA76IFUHuyrXic1Gqe7Cai5uKX8Ie8KSGClC+7TuOWJBTC2t0wI0DD6r0
+SON9/T90sV4WAnT2nm8Lz6vB29PkrtAxhAlbuEgRVYaU2zYM9Zwc/MB4Mhj5YE3UDpp/Et3851Z
De3PwdGVu9v76nKeII2RzdZJ/ejXWpuDzGLjlZStatgMlUW3n5zLRMH6rZPHP/JS3wPMXhtOA1RB
oOJSLNo2wFMEbvUqq7WwR2vOr2Aln7DooEE1UVodh1r5dXt6V3YUqS1rCx6fJo+9zdtSr1QXW1m1
UKX08870puztENvpqUqIgv2lGBs/8mxS8iwXXzOrVAlTU+e4msXy5fZPeVW2Oct26HqYIBuAlcjU
Y3tRV4KfSQtV+vYKdXkbZ23X+ePMK0HzY4zjuwr8av9OrTPtK7QRsHIevvPTgeyrN1GkLt0Qz6al
fqRR2BMzF8b6WXekb3ITGdrqK406WQF+Mg2A7AVGjt+Vjd0HJSLFAgHsCBOqMobL9a8RhezmAIyA
BykLwVtxTTRj+sLq8GCvQJ4vgKsc5xOelNW71HRkmFFkxxRZrkNhz3vAFXkf/L2kWI7AUifSpncH
fGbLvuzBEgw4WK1BPhl6EFeu/ZDVY7UDo9i+QHIUKTnH1wMtdfHhZpQMzDZR16DU9PVX5qTfy9ku
nvvUU57oDNHGTdo9raCLB+h/B6XnAE0KyvJWxn9yTcgJo7kGMdF8Q9NwNECLus1hNmP9o9Yit1bU
kCMDsGvpS9V7rr96S/mMbW97atOx2bkori4CIRTxN28wslLnV7M526hXeakKgqLk3nVerXFZrwUE
hYsMhRiNUwO8ZWdzXRAbWQdq5SjdE7OS0dqb8MYSUUtHtl8DBXtJPzKEd1La3PtYmlX8O2sAc2Q1
YgjdqM4nCM8lZfgmvi90skxEipZnQGlN6EXgik2nFHeoLQIeE33xdY4x24gLN9l5Ly+EcOUvfjV/
45rmud46iGVVNyN0D6ywNXvn0TZok8fI+SGzpsTQT+zWgZlReCoyDskUtmZuH3B2dY6OnikfAXkS
4PTZXsnzgqkgf5WEPoL04wriQjz/fpqCOlwZ6xLN2E/f9aIb8WtZRu/ztFbuQ5VGinpAsFWLD4ky
UMU0UYJRfFGrw/1MBZb+J+k6Fkyqor5VUCT8XNup8Y6qZDr6pQUQJLx9XW4jTPl7OdrkeiTRRPCb
7z7Cty37MV9A+qXdOzTP04cBJ5XDYNt7wexFseJ1LLha0KslT+H1i/4Fy5oKm6itADSS5qnzmZdf
ea8owLLiYhx+NrFq+oC2MrZ3nR4XxenCdbDr4N/nS7opAUwy5NhSauy44+Lq0eytjPV3UibAWyLN
+6j1nbnr9SaLEJtrUwZY1L7kUwRd4HwvtKTOEKG5No11oL/WLUmgUFe4A5+AcRduRlhHVLlzz2nT
TwJIsJ/P89L4tRFN729PexsQsPRSEk0y5UDgXQQEo4c4ZRU3ayDo/gRt1q+HODPLB1XtFgQwV2Mn
m3hlnm3nrtEyIdOGJgFe4XzuCnpjEeOtuINEzb0+gfh+tqq5o+EGO3Tw3S4CelgoHbH+UA6ZHcSA
638MFtxC35T2gMfcyFo0SSJl+TlmCtIp5ZCgRuoYq3KauWkwGWvN9js22Ob7uJgF+yWu+3vL7q1p
51a+tnyACdm3VDK5ljfZfLx0noVoEDW9ThQ0nnPlbRwLhQunk0zXyHy+/bmuvAKUwUGyQHAkmNqG
ixgWZHFWVUtgR80caEWSH5XZwSOkaQQ68cq3Ic6ynTle3AQUYIhMbdAFBOJISZ1/sWaNAYuh6IO1
oOm+GVcBLdDNY8Rn9D1j1ovpyaFkVdiiNUTqt4mGm3id1khxGUrvlEdcS6ZTWpYLbDbLRo+tso9r
1fU7a3p1fuRVgMF56CAPnc8vwj7aNHI80+gkNz+AkCSHrlXR05WS6Lc/30W8xPzQ1JMQVFD4fMbz
odqM7T8jpHVwKrv6mkE4CewUpNzeo311HJONIss8UurzfJwabyPUdiF0iihaH6iGUHjxWNhDvqbR
RyPKywBVifq7PYrxbaItwNlwUQtKW6A3EfWO9YuI2AxzlC52VuDiwGDFDlUKnDWlBF7pTRjT6s2k
R5j1UD40vBfyv/kIGWeB/7l4pxFRpJ16/JWPC7rYtXFDMmlubplHI/ZTdoqV6KGpHCcECgEQBAei
IF69vY97bWps2tfpcUS3t3qeZguoBc4JjtxA5TOAnF2c1EFfdcWpXjRlZymvTY1UXaqfwG8Hen/+
kSGT5YUFs+Iw0Ax9SQTmdqVTN28Gx92r/Mpr7OzS5qshM8OcYADQiN5U1V1QAqq5gglE32dJD1PW
CGTKZ+Mnh8V47LCgeUbwalTCRrGyo5r3/eH2wZEHf/sDmCZXHg1L0DWbi6Hq1ciJSozRbaeZn8Bf
KW/LVjR30sPzeV3m9GFCAS6hCTmL8PbQl5Ebk6cCo8mKFMdpK8RCWlv1mg2Tdcr6qjra5pCNJxgl
eGcTdEd3jUra9UBRgnZygvyTc4pMMeG6DCbX/JOvZRM6GjL9T81amJ+ahdqs363I9MeoMyJ5Cilo
58a+co2e/eLN54pFqcQtaf4BR53uxbGX8R72WwYX1gSxgyj1y2gSld9ep2uD0mnioJEtsCnl8fgr
iLOdbM5IgKvD6EXpn6VtkeTScgSHRDe9BXc3hDGwiePtQS/TND4O25JmNpcqRJ7NfYLEA1VBRVSH
pNG85Fvqod1KaBBH5WldNciVUQbo8lC3o3lfJF3+vVutPj3CfJ/nd2sboYblQld7uf2zrm1X1oDw
RiZP0A3O16IqMhCnCTHNOAknxNRvProjcoR6bujvc0zRga43pgjdutiz4r12CwHJIDzAyYXXenP1
a1mqUjspaszQjB59QxXBGVbf+uxS/8YPtvnxz1OVJup8dBeRlQuESoN3WZEAiz50eaMfOtfM0BSu
ogBrTvUo5uR3pRrZV9Qa93wErkyUPgaCP5QdpOTI5vpDbifNLIqxBxFjLaiZvbgfinw46IpinmJt
N2q/8qbaPN8yRoAixD/n33RyzCaqopiFnexcDwfXKpN7pFd2ZVTkF9rcdUhHEHHJnilQh81ANUox
kTvRi40MiS9bl8w+jUPUPU5tNyFhMyunRqnzIEpoo/pTOfRP9jygAlDGwvapTCT+pOnZ+9vf+crx
BgYhU0L+YE9vcpZs8ZDXGzRkD6EBPA96nwcKYI27so26D6DrjMc2qz7dHvPakhMCQCqTzRXeuM2S
r3mhl2pKajDhV1PEhf3kKEmz0yu/2EiAkHCjoMtIfZJBNqOkGTU5hWYLK12mAfhI3GCjCsLqPKgP
A1ilnbfs2njcClKuHzMFClvns3JqvdPV0XGDCv90WXr0TjQo7SfVLZugSaddhLD8NGcbiglK/h57
ClAqaKfzAVd6Bo4+6wyoK3BtlCJxfoH4mONjh/dreqgRa3gLAgqbUmutUV3WYxS8EngSOtLcaQd9
GBDIKav01jgqmMkGdsEdE1rpkJTh7Lnp4jcGEtT+UqsJCMJJHU/4mHaer8ROvad+cbETmQ65CGId
cBQ0c1urN1DPL8tauIFrKZDSdGCryOhARTyWS62fNEQoQ8P6Z4E/5KMM4g/qAzSAuK42941Kp2tB
9tINeMFRNGpmG8uovjTWA5A07zB3i0fFq97zLr84A3JYFP4sggFA9ttrRywqwt8Ww5rSu+3OzRzM
J/Cfj/cUsa8NhGIHhT5M1XhUNy9prZBJN4rwICkDDjd7e/pQVZb4fPtIX9v8dFikoTP3Gwt6vhcn
uzLUYllA3+tO/0GbcKKrhqJCDSJV7/sGearb410EyXTNJAefjU8viS7m+XhtMozwwwSsqzKn7jeU
XfXYI1ms+ZVetT9vD3ZlZ3KJsHavu9PbSm1McHTSLOfxs8AuPmnG8mc1psw363y498pCPBZs3p1Y
78qCSgVzTarPUWDcVv8XNMzINCwvqNwRStvc2CAiZy5nTEN/rqO+i8e/cpvwzsu+LG0Hyds8X9HZ
yuu1Ak4RrGg8AREXAucKMuVmEKQ+OdL1caEkx76lMD+3TgOJd/VO9tSOdwgz7il+XJ0+UZb8Odze
W0wKEkNRNehJJEEUw0mMRFaTLLCKxPlKYJ2Gt7/wRWDHdpKxlQvdQofQKbfbX0Gug2lHsSZcpUoZ
WfoDQa/znHvT+JjB6v25mqt613SGi8+INhg7Y1/bXVAgTXxuZRiyDSpNbpl+dCCuZBGOzRa6yY9N
Ck+uFG33Mohs+oCv8Wz6t2f82hbbvB7ceBALiLNAtambe6+jko+vWREFZRtbyxtUY/LhG0B6hLGH
Spm7KoDduiAr4HrFexejxDGYRq3/pawdHsCdqTgztD9IlCfXkW6U+hy5H6JIn9ogJRXBqyWh7ex7
fdw3ATYqnjiwtrDwmmhO9J+rUJOP2YgVBWU+G5Foc7SRxDUR7jnWdoVaL4K3XvkmV+a2gKAZJ8p9
3Cqt8QZZsvGuTNVq8ttOiE92ZKHavRhuVOw0qC6zENmblw0SIBn4J74C9P/aFosapV2VzehKtYuN
vAaCin/sqBIPDWjeQ6ev4js6NKhuDV59r61Z52e1N70UCi0Sv4iXes/l48qxoJcPo5oYAwGSC+TN
4KIA0s16kEbl8GVtJls+jtn4JkN8WMogx/FOoeWiRECp6f/hmAkR4R6fn4ymrJtq8jIihrkzg2Gl
qwqEXDstAuCjPyo9Jd+sbmBREom0FNtSmK+3t+qVSZMKEJ0SNWNCvTWwBE2gUMhr9WBaJgfyTV92
GPIWqndESnp4VtAAEf9aO8Spk+mi9ia7hEAWzmdd4ZtCe7c2giqr1sfJbISPb0UBq3NY7/91dkDl
qfsyCE5tFy4GeqIPZBw0HItsIt9RyyV0huxn5mbpUdeyf9Wo4kKFIM9dh+2pSaC6ueZtZVKNlH8D
QJwIMcxjcqrdovq8aFSfb8/s8o0mnSJA/V+oKs6C54u4jHobV7WtYzrjeLk/V+nwcxhK2wlpF0Hp
uT3a5UZlNHRQaMTxXNBZ3ozmLKk2icQgfMzdN26Ol7IPT2lJ/RxZ1tOaJl536HMFGq+W19VPvZiU
vVfrMtaSUHakzum+4Ne5TWy81nSG2JxA39at+mYtVuOFXTPszPTyPIB4RooOFDCcDuvVG+2vW2my
sB+tC6h62VwhH2UvkXHIDSjGJTWgT6vHrXt7aS/QHnLTSM0DQzYMocXIX/TXiGrbIGuVCghFtedW
oTbrw7EfOvfBQqH9HTgCGFSFnYugEWPzJaLtgBRCGX2Li0Z/d/u3XNtUEAZRVaFzRlK32b/d0o/N
PMHB6u0EJ8VKJHdpb6sn6ZWws85XhtLQeCJTt+EJEG6ez3peDENxoKUEUaYVb83MfSFFjh67eP54
e06XrW24D1zpVFvQQ6BTurlkMWXDFSlrzcCZ2/IDha/6Y0QAVGMx6Natb5VVOt/lTdzN/py2zuDH
HSQmX19dN6d901S2b9nwYAOtgT7/78dYuqESHFKU1mnwnS+DqytqV4xAyguX2kww1EN0hyiEmJB0
0KvDzlLIrPw8LJGbjCwBOAQuPhf1CAuxkr4bjEBgIGIg0FBrw4ofk7YmH9wcukiQZ3H7bS486vAo
/Uz/CZem4Gry/wWqOVXx3uaXn3n7i/j8UggajiFf53z+8ulRRZup2N0lxRFlA+P3gCdGiJOR8quH
p9zBchC4OABGSLGmKNVwWftuZ2GuXG+g6rmxyXtAHGwVEZNyleKQMTpAdTQfO2/RDwuKDb9n0sj7
tayzxo89JU0IO8biGy3SvSfxQtSIS0BGQqDpAG7C995s0hTtTSVyhBpEZTE9qGafvSkytf1k4UX8
QHUSDywxV0HSrISAhRLr30dVre6KOR1PZdsVLyBuqu9TpRYPVmVl/93eOFeuXmT62abUPEgLt8BC
10SiVFS5Gtg15k8GSuGohLR2sqPAeolpkLqcoEXIdaFkQgk43w2LG1XNEuMIVje6jdbeBGKh7eFY
+PFcN7BJzfljTeamSwUI9W22QvJDpDXeCU2vvAF0h+B4SbVQWac9/xmTbY6Ok7YqwZhIPup52nwx
9TT9DHXZfjODI905BTLg2RwCqBdSI4pXh2d287pq6Nt4tYtliIXCwNvSdeLjMBXiQfem+r43WvBT
NB3vb3/Tq1sOEhunDwwl2j7yV/317kzMpl7JmAKbF++HbEo91FOxfGzNVNzNaVYWEHej6I9tL+1X
IVWsgNhL0xXyc/XZjGcbGcVYFcGau/37SVQYI93+iVfXheIbtQhbAgbktvzrF1YrvR+eDi1Yyza5
1zv0OI06Sh5gyqHRB+e6ee+Ya7uz2a99fXYgvSjg29yU29Jm7g1TXgotGPUqxhK2WdL3BDx4fczC
TptAH0ekYm7P9NoBAw4o2Rs2ycdrO+2vmSqdo9Zms2iBupjrCz5xn/G+nL7dHuTKk0sc/P8H2dwx
OT4X9UwnKlhaaesOx2xFgM+LS4GIZT//X5YR9Co+bfQ+KT6ef7xobXn5S5ylUIg1xJFMcJiOHIIl
MKeGhleX7Onjy9+/PUZSisyxiIEIEOX8/17E1dSUsk4JiVNd3NcDhohz3lnhgJHOPc5Ev6l71A8l
4Ou7f19YKBQwiqhygFLYDOz12Zo7HdoFwHUhghqmhb5oOz7Daet2NsrVOXIYeKSkE+RWmzMDtqDY
XP9B58Vz+00TWjQ9zhme0LR6SwO5KtSewtjATSrQtTn+V0No+U5xKLgwOJXgPjZ7KKvSYkpcMlYd
UaowXpBEaNW1fNcgiHK8varXAjdmCPABeAkvwlbRrqaRVeGvpAerbc/zG5xpp/ktwmpTHCCMwCJj
Mw6muFTzVnka08ns34hi0ZV3RY+0h9/XWuuETp8MnxOVS23ncrp2TaDaS/+U7jap++aaiGxskmNU
OgM9ht1Vayl+HmvSPeIq9Bv22bqTNF+7CyXTClEe3HoRsD7f3P0AAMSaqWGhSw3tUBifR+zX7qKh
KE7u1DiHyEz6nX19LTWhSEjzg49Aoult5lg6VmqMGtdSubZD+cXN5+TBbL1mPuLtVNAQFlVD53JV
Bn9IS8V4mLp8Kn0lAS/okyon1d6euHJRkomCdiSlJ/3dkrGAAWgVO08NEmWulJMaW1ofgjNu8q9k
Gmt1ihNym0NfG+t0SuIUPhqhfcbyjIX5NdOEPpKcA1T21RnPIZDnWry3ca/9RrljpYcKPJwtjbTX
FUG63KnU8RqNmk2kh0XhLuHt4yEvlc1tx9+OJClCB5izvyL3/7rt6HcOIy7sOHCSVtzP1Wp9FsPw
Xs0a5fSvI3GpsgNkXx5Lqu0z7HlR2/ZxbaMdMIlTGrsoclAp/5E1Y/lye6jLXc5QtKf4jHLE7TuY
lGlsdEZnB8JRETdOFTVkM+GWoMAAWBRtCmdrmXdW8uqg4PRktw8421ZYoVlNB84i9nA8ST0FDJtK
PDUAN/QQmn5MhTnfe42q79zkl/eHbHvoXAXU2MA3y1/11/crsJAx9MbBlC6FDsr7izbKrFonhHfE
yamwsru9tFeCa3ihtOAlXE+TrZ3zAVGSmoacAk/QLsv6KRE13W+gV8UL9N/uCJQ3etIQ3ztmrW48
RbOzfOyqZe+pvLD2kEg+CuLSNkdWAbeJToLp44RcnE10VWtOju6VVJGKs3lEIwCideNrem88xIMz
f++rRH9brFJpy4og+Ph6Zjd/1Mp2v1tlVvfohE/NF9QT0LxMrHmp/G5U5t9N4zZe6BWm+5CaVms8
wPVQPt1eTblY56ePaVAyZTmBsF70o7VkMXsDHazA0ZpJPdlCS12M+/SKonyCKR6Q63kOB66w/JgP
RloFFTUKcyeGv7xpKBzQfKS0gZIyOi7nn7TV7U6NDMh7etbCaLSy9H2H5MfOTr28aWRmDMVcQtko
VGxGWfGGrJXVNQN1nrTqQzPWhXIwpetyvZJQ7zw6V0ejCkbaJYVirM02xXZ0yGPbMwOjHmrjQdia
WT6tOrJEgWN3SAbe/pDXhqMIhfYAiqpSBO58CVd1lmwrzD3WPnW/225WHocoSb9WOn7Vt4e68rUA
TUj7ZJjT3KObklePs530nHDIotvkl4as3uc6TnfihCvXCoOwcui2k7wYm2sFKLALxpFBVrVWDBwS
qjykqJfAtJnb1b4XiDt8vz2vazfL2ZiboNDTgYO4Y+lgmgGZaVaxSkKvaA57uO8fqGzGL+uiuRm2
kNN8yuZEfTN28/Tl9q+48iHPfsRm31hRu5rjwolc0I08OhLvPaVJ+94FwPHvW5SOJkQZEPlsmS02
BCRfJ6gpugFEEjonI4v+oKwNF5Qyr3vFgStBGEge6kIy5JEJ4mZ1a9qGtVfUbqApY2Gc6qQw3plW
txonTxNNfvBSHZVXu8/X6c5pp/ZzvOTeiiNMPN2Dd43ETtPq2kJTG2YXM1E6R5sdhlGi2dKjZhvn
nf0bMqb4QQI/j35m6NNeYnxtMM4KWThgWmokm8FGWvglHAcGK5CraePG/Uj80N7p7jLs0FmvDYUX
HsOQmPI4bdbZjNM0G7XMCbTFUbQDUgPu5DdJGy+HpNS9r7e362sta/OC8DF5QpDzgMK6XUZRUe9w
PQ6qG+smzqXTNPRB06dD6utFob+ka7pQhba51H0YLuVpbA0qMCUAyaIfk/deYuqn27/p2gpgQ0k0
CZkA2pW8W/4KSVYUDOMEQV6INebwScTtGNT01GFNW9rOUNfuQjSCWGq2tOlt2Usukv5pQSk0SLOp
/Z5RZX+okVZLdm53uT02i0zxX3ZZySPBum62T+QsmGmWAGQSy8IyG8dj9TfSu6gf9Yph+K0i1O8Z
dt07N/2V6ABpQdALJGqytLZ5VMzKWATBgBtMtemWKDkkTZgQXZohvnVr7C+LLdajrtbxx76dCzy4
p97Rdn7EtVCLO8ODQAdVWvKkzz+n57qijozGCyLX692HZVS09dA6QHl90GvKh0QRIg1m24lxXQag
EvuVq6W03idtfFandf1vKYrqGxBYFnCwNayczcFxYh/zXKMLXLVDjdVZsvpeaZIJ9IpR45zr9lOf
/fvRtAhbpS6ONK3cdknKPm51bQDPVXsLlk3ehEVEoa6/O8Ldz/96BnAcYSSQG3Q6iarOF62bjLka
oz450CnoH50UaRj0DIsj7nDlzua8fKoZyuVSg8uOoso2A9B6J6+XuE0O1jg0p9yWqsquUZ7yBaNh
ABt7WJjL4w0tV4bcFE3Bfm9xOAqZlQcwVgnqCB57Xxb9obZq69Edsj3A0+VQ0hpTeuuSMSKJII//
XzdJs6Zl0fWwNxRDLykb5zz+VKqejbr3/nlvMBQFAbjyMpvagtW8eXQxLZvpkVagW9p6GPxsxfqh
c40q/Ne9wVByINYQ3MYWNx+NRoOGCDbBdmRHYUHxI0A7Tz3qNaJjt4e63BsI3L2mwNCR6IkY5wuY
DfAdsyRXAl0vENjLPGs5pkq0gF5y3grV/HN7uMt7kuHkpqBX6kKy1M+Hiym0LQClI1L8KkLKAeFA
7OaK5edcibdL3ImdRvOFQC0Zr4rhGXEqtX04Rpu7SUX5GB0zIIZrzh3m09JBszRD+le8yUu1l13J
BPIv/LXWG/y+t9RvLmKsqS/UTP8vc6rsyetaq4EDhWvPM82MST+hh4Zlj79WDb44txfoSozLe0zG
ByJAtiu3XYGICHagFaMEc1TZLzZGIy85jWO/GTAr5OeNh9hzqjs7Mx50tJOf4hTh0tu/4fJVkaQB
tIh4Msmft1i2ZLEmk7IWIsWTjWllJTHrSaOHWSsq6m+1fu/UUXZElTtDlwhO1e3hrzSMZEjCKyrd
nEmWNo+pk3jlBAAVAf+cd8L3IOkEGZL5v3VDwQ4C7dbOFzAtvyWL1n5IzDUNqSWPv/EbaMG9G8PJ
SjQvrIpxjI6Zh8ne7R94bROD9qX2z/UtqRXnm/i1FpipDvdb47lHM49yEhItwcYoGU4ITSwHrRPt
zqDyLz2PMOjaaSiI81k4sNteYZF2La7pSCWT3llforqqeBLb8aDXTn9YKEneD2m6BJkyJjsQ/Gt3
rFSvQGWRFtmFU2sDJxikaIF0raahbZDpzsETkftgWOVe1ebKysreOLEx+lty952vrJLoabmYrCxc
Z8JDZ8pXoGKKYQaaNkcHfHLzA/2/vbb8tUPHsISH0DId/tzsOIycU/7lxYp1Z3G/pXXVH2iVDgd1
WNTsWOhF/AdFHS8KJxO1Kijilucnc7kn53RlqfkdiI9x6KgUbCmoKwI30EYhni74JcaB5Y7g9tF5
HE65Nu5hra5c/SABUOSiwUM7cPugVZ2jRcMg4oNXDA66D3qVfIhjtVr8tZijB7OzrJ1c5Nr05L3G
wZYw2W1TZ6x0talabv/GmwDkKEX1Vaggg9Gs6L/cPqNXh5LGJ7xtMsbanFEKyUPsAb8JFJPMuTAd
cZd1KV4dMzKl/4ehaEBKKSwJdN68aVE31QhgGVEQz5mHKquJuoYQcZn4SmbvvdfX5kUbyIbci+QV
0l/nJwSmey+wj40C04zH4VB6k9qeEHzGRlG4oh937uJrw/F6or1ED0Bnr5wPlxsNX2xSokDH6+0p
sac8qAqUyAnNjXhnHa+91Zg08q3I9YHFbt+dVEeeZ+hSggNzrNs3kZV2L2aaZ1+M/+HsPHbkRrI1
/EQE6M2WZJryKnlpQ7Sm1fTe8+nvF7W4UDKJJErAAD1AoysygmGO+U2lFP8tQVq3aPfU+nMsx5Z8
JKNJPkx6YeBRNi7T/3rMDgLuw3BCVp1ABjsZU0tfeuTo/739xRUx7dVlTFsI4XuEuHgD9FWFDYrJ
HKFIIo5OXiFukNkQtKWg6g5JbekfiR57xQ2XqHqpajma/RltxoPUo6McB23/bMToXYIpASoq9bU2
7ny0jfdbZPwiIQMbSsB/+dHCFu2zYjYIH0NLAmWUWo+wLxy3kUftQO1V97Vywv+5HlrDzVooK7eX
Z+NigYqLHBvnnPVZkxDCOB8dPQFNiIdof2x6aQB3z9MYTNMzpJW9KtnmcEKrAwYgjMN1etMYM0Vj
h0sTC+N71cgKD9NwwqQ2G0/KJB9uT26jTEYxTgyElQcY3PVDnC+y2o4yFolJ18XHhuLdAcZFdOdM
mBfUWloV2CAY/edlyKpvoeUUd1E7mHfNsFg7GcnGLgTRiUAwtXnghleo7lYdegSwJU8b1OVeGOKi
Vqu359sT3thN1Ba4rgmeOZ5ruQLiH8kJAzXye/wdz+kShR+kZHTuSeorLweveOw4Ou7coSMWK/17
TRsI4JHkJOoRrxS9+dVmLjSpt7UZyI9Wqcoxx68Dy2kFnbkm0n2jNmTXRn1k5wRtXHtwyGi2v4Hk
mPblCeqUSWj7kDHXSmAdgKamPkZ61iEY92+9a2QiLwf8fUHe57SsK1QNV7fDSYx8ZWmW2AN0Yn7V
63G6b3Q5OqhOOj3qU7y4SBZTjRhTSBVdGO9JP2zMmEKDScZuE1xSdL2ccdw6NTp+ZujHy6icupKg
knpN9qsnWNu750VOubo9dSGwAXYGoIG8VraOsYiygBNEyExk5V1FE/tzY0rdqYjT7Dzkbf09SztH
vKcF1uXQeu/0poKnkhnBP30NUXrqILvsJD0btwhMGgGyED+JGt7lAjQgLHQtAb0hOfF/WgusRQsj
+2DmQ3IqnXbauSO31psch9yUSjCclFX5Z6l18JeVimfLVNB3HrEl4X4WQV9EX/Yv5kalFcgX5WY6
Q6vBKOW2qNf3DFa2Mtnr5Dw6WWLflYWh4D+jdcvOgFsPJPUY4O0GDTbuptV2skY1ixfEPfylktXT
0GnWyYJY6wdGcMKX6AUoLsx3R2ncVtHnU4Ur6UvbDIrfIs52n2goWA5hFRxuX2Vbi04eA12KZipR
6OrZTnBYne1Ui/1SLtHJzKWPvQ5nvO2DcOfzivmttzi6xcRnOM6AnBdH4I+6FIVMebEMLhDK4C9m
1OW/OhyAXc0qu0enUMxXw4L/71hStlPw2Jgi7RKKbhCM+OLrcxxIph4EQRH6UoEw3jQtBKRtDA9f
G/4iNgTiAjqGUo7gZq9WE7yT03dVHfrlUCwnA+f2BzOCMpW2xZ6cwMZLRzVM41i+9RvXDYM5QJU/
F7OyQyV40qJQeyrLJTq9e3ug2y1EEym/AMldTQi2VpTVxhz6RTyEeFU1vVMfkhFv+jaW9xoTG/cN
R5LPzwrSmFgHu9rQAQ+KiVoolhuPTj7wms3FFLtx7QyNH0h69+P29LZGJF4Ab8+p5uZZTS8tplwt
NK74uS6Dk90h724v9uJGphY+gFjaI5xsjUeih9KGsL3B1/jyDDShvAy1ZYR+W9eI71rG4GmIpnrR
Etlf0taO/+LzicQBIQRhK66v8rAFUZ+gLfXQN0dC3DSgBGPOGNpjBbZHJ9g6ZWwUoTdhIde63ilF
jcHhoAsbr7pa/DgoG8/KY+M14GV6fyjCJnkz3OXOgk18uYrW0sH2KrQMRWN1ccOgl85yiBFEhI/Q
+ws91JcYTFjagPJYDVXHsWMViLv681i3L5qam/dY3o6PySLt8dk3FpBWhEkeCxOBh2n1PuS1nQPr
j1NfjSokC9IOKSa9boraTYdh2llC8btXl7FgfQjvXAoeV/hObejtxaIZ56eGXH8FT1M/tOGu5MlW
EQmhMviGEMyJb9b7HTxVL/r0qd9CLj0RQX6OjEA+j4uNMxaEdtdqFKHUOfdQr5PqHDXWe10NCZYh
HwoKnTgAytpMseabVk4ysqymVWFLZP/bB3H+GSHQ7q6ckmBnw2w987RUKRYzHCnfGns90f/INKWm
VaYg/YFmRlE/ZGAT7nszGP0pcPKnjsriWeoK69Drcf0CjLH41IIBfAwLXY+9Mq+1f3RjjP93+7Lb
+OZU83CbAqtBQW/9Dio00hstLxN/iQcZWKQExSVK9+g0G888+4nWOih+JC/W/cJgJpTqMTHhk882
/D1Jxi9TJTXBVndJzdM0WuaD1I+ogsdxZe5EWRuHiCIatwIJEnXhdZABK2UGpJFmfpbNye/CksLH
cKzN+9gudqppW/OkXw/wi3ICXZvV06H21lDwscGAFI15T3aS3hEVyAeq99phRMH/EXHm5EQ4oJ9v
f8eNR4SXmP6NQqlFNMUur7++jeTKSJgjTdT4v84w2sM4awNOxEbdnvt83AOhbU2V2jOlHWYAoV/8
+z8ity5aTLhPgKzTXh6ONJ0Ht01i3YU2Fh3TpLZfg2GpXFUPy9e/mCqEOYX4FETVGnJPyhOj0sMi
6whVuIhZj19ae/45y9N0sgvHurs93NbuoXhAC5oMW1AZVhOdQR3pyYREwWAU36fGCD1lQuFWjjr1
v9tDbX1E4elN0CFinbWsaFWgH1gscuarY2HCcyuUf4ouyz8MCp1bzcycHaDY9eGnwkaRBnIXBX1e
ssupxc3StEMqYYYYL6mH10753A7Lntzn9QJejrKKN/DXS4syQxGhUTPly1AUVNiUovswjbQM3ruA
XDEA7XhZ+FAkzZcTUqRmbqNsEcjVyPqEdOtPPIDNswNw/iErhj3IsMgHLx9MARWgBUMOB055XUDU
R0OpUzksfFtYZ5Skqq2bQpR7lqelQX0Gd2PXGMngrAmDSN61NG527rbrLcNPcKgQACIA2/n22P5x
DKsAEyAZeSIfkJ3dop6qV5+Nqe3vA4QEThkqOe9WbMQ0Rwh3iN4LjJP18z0UehTgllv4Mn21Q1rF
ymmxI4dWlL4nx7C1cxgMV2Ua7uA/xOT/mFyrVw1VnrrwEcDp6DrTrHiC/df0LiL3zg7ZceswoLgg
0hok9EmhLgcDhtbZoTOikKjDvqUfVLgYscZ7oYB4AtZ7RnhZATeFNnIlNZeirYh+EEpgcd3qVKjM
wc3MwaRRvah+ok3OcZ7V7FCp3XyyowCUQaAGv28fk+u7m1eAPh7ACcqV1ypQVhrZpa3m/lAOjquN
5FQFOJQ7rOsTL9Cn+Y5NP/vynA87pdit7SrUsQmwyD7AD10uMu7yixVU3AVdas/PRjL/lxnqkAOO
RCMZU5TxcHumIndarzZaDLSbiDZJjVcPcpIBkw5lxpOt5d9RWfTeLYuxeJyizvJQZq7cPuqiHbrq
1vIK7Mub/R0c6tWgJQIpddbFhe/odITagHAKVQZEX3IjBcihpKc0duKvitSH768CW+gWCOFhlKlE
UfZyfYu46mgPoRQrVX3kaVLRPs8RbkEdalV+VhilZ5rJvJMwb5T6eYzpudMTYUtRFb0cVSrsyhwc
VDMp0aLaVDhSpntxZmo/uSLC7hB2eKPfSUiJdm5jBVMOamRogEQPQn21HdX3I6v4QYAiwCERn9B9
uPxBBUFgn8jo/C1Go7h1ai33SOyjn6V2wX+3d9jm5B18yhE4o4p3hSI3qrA1dDxPcIs1R79K8rRy
I7QTKteqGx5UIx4eyzFavgF6JwojcxxeZyPsT7WeON7Oj9m4XUSHh5fPoQeBE+rlxPNmgvKmCXHr
trJOkNUzL3Sqb4P4JZMSxGcbm2kibzu/M1BC8YMubI/v/w24HvEz3jxfkbi7/A3cY7kUpGTiIWGZ
/FRHxvik27NjcNas/ncXB/IHgwCxeZTMOPpa6dwJJ6LXMtp5GzeeZ9q/wnODBYEmsVqMKZFmnNfD
1F+UtrrvR9U+p0o+3hclkDFJC7T7shsyDzmI/ssEhXnnGhB32eXdI6wAhEI0gnu0C1bDz7Gu1NWA
1NUy562nYt7nTZoUuUMvNf7tNb++5t74JvRFcHVClU78+z8fyqyvphg/XA9knwPBV6m+DlU6++ir
53cSzirf9MmUs/fvNgouyGTAjyad5v9eDtuVjTJhrODgadKp5xbaj5/qbfEEr2v0sV7lyllM9RPU
i/M82uWDMrX5zm+4+sYsrCmaXrxogDTehL/+mLmUtW3Wabjcz0oM8CuNQYqiFVBmUKkGyXIVezE+
RuUcd/hkN1NxoECa3b1z9fkNNJFpLJIekGiuPvQogXlQpxL9xsAI79O5K0+WXieHKJGs17HPsJCe
d21Pr17St0HpmiKMICQIV2lJq7RdOFQVIodSWSGIEvXnoNL7Qzvn36QwGE6353hN/hXjCREeGIcg
HdahNcTtQUODeUR5M3e+lplZ3TdO1N5XyzL7GkpR584xx3secutD0yfBK46lxrnvnP6xnGTtZx12
s7Hz8a8eWlHwA/pGA13EE2vQYjp2KUqMzQjUVLKPRVmpeMAXnac32eQaTjp6qYVgmTpgmHp7Oa7O
thgZaYi3uglB9GrnG/hzOj39e6/LnPBQN3Xjw6pPvNlq9lCGm5MUFVThmyPGvDxkOf1bHUO8wbPM
RnpGmlF2yzhRzkkUt6cS8bxDo9aNK9OL3YlVN0dmSJFnE32v1Wkccykkp2KStjHA6GumWnkqQHP9
mlWIvaViN6/YTSIjirydthONby2w+LYgCOi28pJczjoocK4XcoDesCBgdSpjTftfSN01Pbajk+08
WVfXJ7ki7wPmXrB5QA+uDjCCC1PRTrArAOjnp2WIQErGOOB+Gsd2PJVajq7F3ONmeXsTbQ5LyECK
Qw/9SmkTrXfNaaZ0gFybL6dAG82zWky4riZLfHDeDFXyuNnZuRsfFc1HdIKBCoCMWl+YwLHJ70z0
Ddu0SfBFbnofy3nNrSFs+cQqwb+aNYZ33ZLsicBufFKoJYjevom4wBi//KT0r5UBVgFit4Vc3M1K
l77Y2pj9VipF3dm5G5cjZVaeQxgtooWzOjPpXGsdQejgEZkhWzMQeGCHUbWPWa/pT0UZNl/e/ynR
1KUeS9gpkKeXc1PVEKmcth4wsIz0Q5jM2V2mOahsyEVziJsAMcEpLt5L/GLbvkERqExxQayvZK5j
WwHVP3hJGU3HAAW6+7Fqwwe44NHOCdn6drRKYe4gP0tzZVVYkVlO0xg4IQ0Kqac4aeQne2xyL7b7
4MftpXxbq4u4SUwLdplJAZVe5rpY3LUGJgxWOHhSovQvvZQmkz/ypBgedFcnctFcjJvjrCu96daS
E/xwwiH9mOlOMLoYy/TPylinOEUHmjr76G9mHzRJlQyvGOXIuu+y1nJ8KQv0785i5U/I6oQ/a7T5
J6/taAC4M9XZdyO9KJMSg3LiYILyTq1uMyVt0ZQeHG7SPtEfe61rT10dha8FrgsCt73XVn+zklit
oVBbFptCnPQ1/NFU5nDRaiLOBqiDjYUHJu+/qWVlhptkwRjeL92Y/rBYyeU8FHmevyb1nI0+NU30
NnsriD/YQ5A7rqEWCH5QGe3mb1M2TShcGKgcu0u/DJ+yQRl3guaNkwvIQ5ArOb/cxKuVok2amVEg
TR55FGx0zOLCf5veqLsXyI995EZDkhs7ecJV5Yevw76mdE4KR8guftMfMaSCJVgztgquZtVcvYaO
86tTS3VnW28NgvsqhXKhLUAJ5HKQvF1ipWtVIoYo692o0E24MUV6uH14Np4UipGAz4AagDhao8CW
qrJjuZMIRZVhOfNJhzt96YSuQDifl7x0vDRynJ0nZeNy0OirUKUTBrtkA5dTS/S5c/KFMCxtmuK/
YV6i5RhIlkYbAJW4nZhva4Yg3FC8YZ8Q/K6KK/KwtFoSEvBXVZzVAOv06rVDnO5bgygkdJmkOdpN
aL7eXteNV5MyL1BzGr6Iia6hWAkUvLGE7+FNpdx1XliY8WsyIww54KeL+llmpI+ynsZPWTdKO990
a3mB2IEtZItTeFttT6B0sVI4XB6iWXfom1kOT7Qi2kWQBKVx51HZ2qdsUMG/B15/xZ8oZGcCUBRN
nlUU5g++uaq6cmLuFQK3JiXMYqGugL2Ft325ZxbHqRuDfrmHYd2MP3LVPgwT8gLIcKD4ePvjbY0l
FOEt2q+UHNdN9InXGWoAyOOe0pNvRBPhTqvIzWOSNu1fnAUhPM/DRaxjrUU9CmQlAR1iUNAoCIsH
bA9vpgF7P8tKsnMSNr4U2RiXNk1VAYxcHbt+XEYUSjkJmow2eVvpAVStptrZDxsXMnU9TDyg1wlM
nPgVf1yOml50Wj7TmVXqiAbDWCkWTT2jy11jiMr6fs5Mcyf2vy6p4agHWJcIFXFDStSrR4DKSc2T
ZA+or1WxdOB0y7/hNOlPKDzN/+G5B/5BSdoKFIQz5bIPtT4/ybXUqm7dlkhQvXv/iOQX/oe4WQks
L5cgykOQUAW5CHKHpptMs0XLvi9PI0opO1Pf2KpAq3j5yLmoV6+Jysk4qQlljkGwTMyT0Xbml75O
NLhsabYz1MaVZlCi02k4cthBQ1zOykyasW96HbARciJndVBQEVKM8Vmy1OnFWFL5bNd4GiC/q314
93rSORZaInj/CaWPy5HjjnUMNCZpGHP0HGaVRjwRjxXK57k27+hvbK0oCY1Qm+fVQLXwcrDeimOt
n60RC9A2/ZImMKJlSTMeAdEmd7fntXFUhNwdUStlGRBkq6H02jAreVB7OJTS+Dy3ino0BLazZYv7
WjPuAcc2nkLGs0QjCfVY8JqXU0sdtXUqxUAIt+iHY0iFzJWG+oupRNrZypzprpB3DbLE0VsFltxr
fDviJcipa2ioKcmIm8ZD782GnuZuSO+udfXZMZ9D5D4qt9SG/FvGf2u6YVWXn1U7LfcMFjc+KdU2
IB0cFWiXltjZf1xJvRMokOtY59BI8/9FupR+nGVnfjIxjN6L3LfWmKIXvUd6ntdKtGZj2HGoRyR2
mI7f9dpkHBYtHJ4SPLN9CEgkJaBKdm72rUX+c9DVRuqURFlCkwyoMovBSxdrvsuWENZxlFo4jSfx
g2QW/+Zkv0II7i+eMBqU9EHpKKNZc5XLprLRRmJ0dH90vxyV6ggHX8LStdjrFWx9STgZYKJImwWj
7/JLNnoYUktidadomM9KQeKVwRHxu8RUjrcP5xu9Zb1zhdAWvWQQ/FcRB35ARdNNeu9Zg9kelqZK
HhZJTR4aJUp/lpbWDq6T1PXHulc9I+nPfZWbtZvrTQzDIDNOInonhF7Mf3FJWBKS7t74J+rRW739
Q7duEfhxgg8keJbm6vGzp0U1AVojizcX0r/WFE2qW6Ry/bGtoGcjSKJ8uj3gxkeAy8CVxYdgadZx
BKjuoksTjhNsMTwl7ax9yqkpH60mXL79xVAwjwRkiJbM2txAG6n3NYPcI2vdSB+1IgWflM4591Y9
aDuZ5Mb7xuMCrp5VJEJa59y0C+q8MAAR1jYi1ZJGI7DlnH/ui0RCKLOozhVoR7eZcNK7PcuNwIyR
CcuEKg/1y1Vgps4tBW9j6r1MM6UzPqWm52iRsrNPrnGUgBUoKggYhiPYuOLq+uMarCtSjUVnQ0u5
mt+bTfrBsurxMNqhdNBDKfg4Dk7iTjJspLDSUYG0CmfnxdvcOsLJSghvihLq5U9wZk1vWQheA5lT
q4e27ks2OS54vtm/vaibQ4kaPzobUKzXhlltKBu1kdjsUme2zxgNpMh7psqRW+XdoAGxsLTP4fgI
ce01wsWWwyxaaAp6TmUFh3igXtRFaoiUZdd7HQk0suPlHtHlmtX5NirIZXQPhRXkatcskSnnUaH1
3oDg+nHJrfSAIuHybCNUd4YlYc3HqtTrY2onGpaIZVaClg2Gx0DOxqOmJuNpkEZE+6ywjw4Z+Aq/
oOu/pze78R6KyFx0nPgHB+vyi9eNHSZhpnCq2nB46eM54ZkonXtYe8knNBod36TTeL797TfeQ7p8
ZFREcJynNYpDR8kAiBPbrOmn4Q5GSPMjTZb5SV6W5DT0eWq4atAHj0kD0V+KenXP8Htr1pwyASvX
KHSu36kp6ajrREQ9mjTZp6y1p4cmJMkLdeR5agkfjkWVsh2szNY1IvaB0IgEKb2Wh4k7tVVL6vPe
YJT2U4iXiduH4x67fetcgRmlXCRuEgqUlx900tUKUXEuK72u24NSFcX/6rz9HSR1t5NJXitsCXQV
6QYtD6HYssbN9wF7Btpc71VtYLvoTkovVdF9N82ueFalsKB3qau+HEozMrAFoHq5bLFvr/XHIs2j
H7f31Oa8BXZPVMpowKxCj3IYoyFVxfNgBN1R66RfCNIOn+mAlDvNiI3NwxNkoNVBqRVw8OrIhFSf
m7SUMKbHy+RrW/TSXaEmre7GyMK9xE2pveqB1r2bOkCIDMKdIiD+N4jjrCa4JE4/lEsNiJ763E8l
qG13MjrzZcqnXUb61hTRmwdJSsEZJYFVzBIh+R9wD5P59LJ+rKpo+oLcCJUJdTR7QUG1fKsucJMf
u7bDFAtRxGMaW/UduPDi5OjlPLl2kSQ6eMIeSePAJAgLpVI6jEY9/cWWB/YGsU1g3kndxWz+eDir
TGmqeHRwLY6owmZOFPtZEiSP5tC8m70k8hTuC8pcb0361QM5SXPZS3XV41TenTMH/+RuAoAT9VX8
YFqltbPVNq4MkeeKqICNfaXL1cSxlIcMSeuEVXNaMz8oQad+vn10NiJU4A5CgBigOdC6VXpSzyPO
mT2uz52szmgBj7nzmAFp/1FNnf2cSGnz3+0BN84qRHIqeJQLqFhc4WzxqhznUuu8FMG4s653nxVJ
wgonbvc02janRpkQ0g1ezFRaLreGHmVVXY+MFBgLASIUMy8OA1SFMnm665Mi2nnZtkpdIkIUsTBV
A5wfLgecIz1UrZq1pM0SAJCSo28TApf3mj7g7NAArzk0pb78zOIpeUj7QHqWeIHPQ1r38vvLXMT/
BKyCA0RKtvqsbT02A56PiB6OTf2SBbnm19jOR67ZJ9PfjAVumvgcvgRa/ZfTBtCukdayzlUeRrmH
OoBx35YoKrqalE4fb2+frduJOgGFe4ArYNG1y8EmqcmkhQ6WVyLX9CNO+/R7DTDltYRY1fmjucyF
q7aKs/PCbB1GR0EgXpQO4EmuPq1utfxlQ++8fArwme3S4Cj1pXy8PbmN2EiYtgF/YXq0CFbvtxb3
lhk3jJI43egHYyK7cO4Mt5pzAylLJX0Muix+HEtcpQNj2KvFbA9Pd4IMnl7jOgOQwkkKEODiLsjh
LheTUcFMm7WDtnTd3WJ1y31naN3JmRyJZq0e7Jyf608L4JJTQ7AO0O5KYKQZpzrpdDAFqbIsP6Yh
sw8BMn6JX04O5eE8sEbJHUpL3rkCr28kMh7+R02YyAys7eWWKmyzLIsoGj1MeCjTzLn8oTWbl8bI
5O+3v+81d4zkCl15KDYIRFKDX4UPs5RNWtJSI8HStjEOIzoTH5QYO1YXibj0h9yY6ilQLenntCTF
C71M9d6Jk+hBFMK/V8ogPcJvsz8VcrAnv7e1+PQf0CUlJRM1sstFAEhSaKkV9JRLApg4rYwhU4Mn
dIlVVRthIGkbboxV/U7ie73lOMyUVwXcjhtkbVDb4YBt6fiCeY6T5rVbLvYMgLw12x/gDhXTQwgh
OWlDNfyMFkQ0j6m24Fp1+6tcvxP8BqSgKJJxW151yZYceO1kgfeIyqE+tXI2PMdhV31V6V5/plnz
bqENUejkv4M6B/YOovzlUi9WVKp2TKl3zCk9YYCU+lGDBRrwFnPnSG1sbWYEyAPkF7ttDdPpEVO2
moy/nfEce3U0hIBabBMJpWKPvLI5FBJmsOPJ76jSX85KSrrCrHXKQbITPZe2cFzKHaV4MNV+161w
cyyuKUBBaBQTulyOpQ5WFhYV6TXVEqV5mIyxcs5lihm97BTz13dvD+izgvEJDJqm7epkRJETy4PD
YFWNRUIQ6c+JtgSxH41W7ivzmO4F+9dvDZp3lLQINPHx5DG4nB2vQKxhVkxxExTHMwzExFcqboLb
09o48GLDg60nynRAaFyOojepZHQTKcWMWvDkR7aVjG4V1el5niznc2w26iGpgnKv5785OxNgA/EJ
cftVwT9UzRmjay6aQLJHz4nL+ASQQ96DWm7tEa5YynZcamAexe/4IzGQe6gyVI8p8mgNSNoWIG8+
apEXU37zby/l5lDir6G7KeK/1VBplQXJSGfK0yoZATvEs+7zYfif3hf2Th10o06IiBydEpJuThoB
++WsJFQcRCGRy8Jua6/R2/LfslhsP6v19K5cJPNR7/SP4TAqv5I4Xr5hmrRHlNv6gAQpnAm0Kbif
V7NFLtvoHFT0vAiGkxeay3Js7SHZWdONh4E2H10EC000mlOrI45jWl42WQ6Mc47QQwzG4G4w5vyg
lXb/1NVOi5lfRy0WOe9TrTl7BkRbnxT4KP1hcOiUuFfxnlY1WmQMNGz6JU6Ok5TWPuT9wavNqTu8
f/eA3gQ4L2IPnqDLT9pGk2TnRYlJdZEYXlsjwjwY2AFOev1uuh9/neiDXhAUce6z1acLO9rPtQzy
Dzn29pc8tNUXJ0ryuwh82M5O3VhAdgeENB3XF6hEq+slnzu9kJaKXhtZiK/nUX2QJguRwLF13v9+
o4NmEpyjEcqdttoqoxwMiJhQUZQXXoBY7QaEt4VKrU3NLfSqFI+Z259so/olKDloiiCJBrpxDWpo
ciMbZPGuFgmOZ26eLaXxoZfGUTmU7VT/z+z0uANA3hcGlLzEeq1zS4H62AbWy5TiKnIIzULp/9n5
WVuLrgh2nCM46zQsLrdSMhmhZNrcDlkx1UdpNNP62Hcjhm1cGtVv0wBT4kEOjNSvbTSaT3IXxaB2
sMp+lBR4T66e4ILwOBmRRZswy+VPnTal1U5QsnG0RQUFzXi6HUQlq7OFqM1kyHFCgQlctG9SKvKQ
jdcPTp2+xDVejDxWynmY655SODKotxdpa41UVcfXiRqwBtr2co1KyyAvNyn/VlEcuzDdpIc4VH7J
vans1Hy3RtIE6AXkFeQCZ3XaEicLUTTF3LVKMZUvSwqgAHAiz1imPfXDjcdcpIwsq2DXAo24nJRG
zBUhykRIGdXzQ4WtAsFsYwPCiLXwVKsz/tw19fTbSyn+6mUXlqIk1VABZqNDtjYAsCivttDPQJ2E
bKNRnbIfplEWO9iWje3CKJaAB3I9QtW4nBseRkoy6GBbFPx0/Xzp1IeoTbV/nCSxjlKnR0cEpkw/
dkLVLeVW/3h7km9wwPUsFYf7BVyGqMatNkw8OHoG7X3wugGb7LMaQM0BZxMEsxu0ShR4QQ1F5mD1
laQfgqjsJhdTivZ3AvcWRmwv/6yLqD6VGBUdhyCI7kaEWb+0UhqbhzAd9faojZEquXEWtVSJRi7T
Q1y2ZnWcqYnB8jOyMbu3DKk4ZFrolDvzu85JCSQE3F0UHSiqrIsOKZZgnUl8hNeZ8zWuhpMTmKKV
K5JSR3LoUeU4Sc0zxKQcUJYiLjzk9L/nsfmKecAd+LHX20suLoCLFRc7CvWzNyY+IdXq7ZgQPVWs
njrEnHXJ15TU5TM9/emubR31aHV27ktxG3yx8mxPpk98y+uR6YcR1lBpX6t4VhZ+ZRkviBfOjkOS
7rRHvQX2ugSzBTw0bXcekqsr4u3sgCxhLDAT63ObU7+qkB7vPNkO2tM0qfV5oH/gdbY67cT7W0PB
XRMqHzbB9xoJQpabtA7mCwhepI0XZGNx0nU8SnPO3s6DvPX9wAXQ5CMTFJDQyxPbF6rRxvkAd8tu
ghLeVqf/k6dK8A2GZuvjp4kAYpJMz/286Dthx+bQ1JcF3gVcwrqPrhljmcj6yAdczAhhWlV37SoZ
TvY0ho+TEoeoVzWZ205VeLq9abfWFxY8HT7Kv8x7dU2lUosNSgueOIFF53YZol8WUvKHIGv2xJe3
dqkKThSyJjI/EMQv1zfVGiMxnLnDHbPNXCqKsz85qGXmhpH5y2CqO82+zfGo7ZqMRjS+bq9RkuQj
0w/wZFmSD3kC0r3WdaxybCw56fjtce43xyM1ZC1hjHAlXc6P0CuZxiUWpvDp+LHra8eHIlneNWYI
2qSZ97xCrtv1HEPNEvrcEGAB4K0WVJXKmrp43iNviwTGUZawrTlGEgwnT+st4yVPzNz2NcfqeXoc
KXwpZb0bP8hRv7D+STSObtFqhe3aaW/jWFDA2+Rfqp8gyRvvTk3Ej0Wb/s34l8R4tTokoZOCmAQN
FF78gzPZyXMQkz6T4Wbfb+/p63STsUARkakLl2gwrJdfIhzjIl8q2p2BJEvfObPV91Rf9LPVz8qv
rimgwyp5Q/uLS+CjLtnLb0Vuevu9IZv4FQR9mALyiew1pS+YYSUkCJt7chYsfq/ayT9z0SEtWdly
9vX2lLf2Hu4t4JSFwxAyV5czRmUxg9bWUAPvtf6Fp6jr3WAZWjxxgiT1u7jawyNcRVHMjssK2qBG
2ZV65+WIdZhWitXU3JZtKX120kV5jaJgJ4jaHESUy+giE6qtS/sYuSzLaFWdl2Hi+MVIJfMpnQb1
fHvxtu5AbIv/f5TVdlEU8KSyXXbegAKbH8Wq40WIrvptm5iH20NtfSduCCpY9C3pXK5iBLvPByun
Ae1JdjM/Uo+UX0uC8O8VUVzpSjO37s6rtjU5KgFCGYI7ELjM5XfCUnMqpIpOs1JhKRZgSn2Ke5u6
Y4Mm+u3JXdPm2BMIHxLqARchsV3NDi6bYUwaL2g0TFp0MLpWe1Up5ZhHGtzNJ2msugQrtXqK8Qnu
5vhAPBNartEU3Rec7GbLNfVSybwI+qdxx2UBWb5Q1SFyy6wyNTeWM+VDErVgoIxMTe+SsZd0d0Bs
4t9Rx1nYHZCVVHc+2eYCMhuBcYY6sa7ItXwTszTsznOsRUW+Y7COnZbKJ4cu884Cbu0OSrVUcGQU
EClCXH4ryy4qqzCIIIspnQ/NkBu/qIul3mgakj9q6l5KuzU1Qeqhoc3NQcp3OV4kL1qsBAvjqdQ0
C6knhLPyhAgr+JttiBYKuDlE6eA3r4ZSwkyn1khn18qCGOHksX5M5hkSTFvEOwnsRjBFLYHkEUIz
eNJ1A30wJHPQ56j3eizPfwfIzJdupc+DZ8pSfQ/sMj+MlVz6o9HX4ftPG0k6WHiNJgnHbnUrNq2d
xmVVUCRQ88o1a6M7pyAkXUsZ0+Pt07bx8Si7ARAEEk4Pam3AYilzo9UFoUUch/8NXakd1aof6EKN
yc5I4tus0gsYzFjK0PBCrXJdVazSCCq2zHMaFlJ5SPKkOupGtafWvzUfg3uD6inv11VSwdXrwMpm
Pp2Brqgb1c34ve7UcSC5rLJf7188Hi7atQDOwEWtvtPstLIhxcRqyM7FODuM7X2GF/QzqtvKl9tD
iT91tXqCmcgdAhVhTZGesFA0k4x6iuLEeF6opXPSlqE/puloYBvjKFSkx3cXF4VuMJVFog9KECRO
lycbed1mqXoGBdISPPaBIyNKO6rHOYBjOoA520nTtiZJgkbmwt4XWczleGoEv8VC+ckj/60Po96P
H/EI189sJ6uAQ9WUdzHauDtp08Z9KaSzuVN420RP8nLUZdJbg8oblwqR2DHD5eLooDmD8TMid2BQ
h8PtT7m1RWmY0Hvi5aYOuNo1aRL/H2fXsSQpzm6fSBF4xBZIV7ar2vdG0W4QwsgghHn6e+i76crK
qIz+Z3bTM6MEZD6d75hKwvN5KOS49rsmHb2jJNNPcLiv9REuvE+otdFnRbAQQL9zsfvWXLBDSgac
cyA0c6aCz03UwpVdeh5UAqlnCCJAbRB9e/sJL+ydmyXtJh3C6OiwvXyj2EyZNltVN5twLqkgce7P
rbyXXbRurv5hLmTM0bfp9JXb2qXbDMp12L/+IZK8ihowyKrJzIjA08RY+Txixdx744o8ksavjizx
xxNQ1unROsDQCCsJi1R43V6MVpbBauzTkE3wpIfT80+1eGZXESGvGY5emG/YoPAj4Q6wHS5nb0eF
czjGEpdlcGCmHYl1cKrCkOV9ZpdTUsXe4e2v8ZqaBVNWOMZh48U63pS/Lz9HaCgH5AxcwCfA6ouB
SJRLTdDV9EjcuD77Sz9E+1Fk1Q3gWemXE2mcKCK1mP8cdagk3v5BFxYAfg/WOOxlt4Jh+/O/upO+
rpFM6+H38Hkc8lb1MXpcflSAsnvNCfrSu8bSRqN8y54F8+DlUCF43QBaBNAC+Ffww6pxtcyXNLQg
d8YdfxBZ2F4jwF9adThLcdMA0wX5GuevG6mnHUSPSN4doLNG4uCwC5tmLqWS6/OwxRGOYRyUb7/T
i4PiXN16MjjKz0WQtGs1HOoQntpUg/jcMoekIUX1DVUdBwG1qvcxma/5RV36kJshIYBpOIa8YuZS
y/XY2niA70vE8mgavCIE5HMILPlnq37MYezyGZJTNjXD+flH1rTlsfYHqJVCtESFru/nJfsVZVP1
/PabvDRlUDfD5R2nHxDv7c//mp0BW9vJIE0dzgMJP8YDTBaRWP2FJAPSnywuCW8Pd+kdYofchOog
aoLX8XK4xSKgjOPCUSxuaAov7iWiD0NTBj7+2f8wFFox22jwNzz3s+vSZGwXn6NQ9zE9ZniE7nA1
/iXHRJ3+h5E2xRD6TJggwTZb/36HlLl06dAFHHFLA3Uqq78ODYIIMrj0vn97qEswDYg3CejhoP1v
ctWXY2V1PIiWYrlB39JjNwE0WEub7YjxkUbSTON+sZSUMDJDolHQDYfKpNGVy8KlObMJtGDghvYy
GHwvf4OlBtqJAEe6T/um0CuSywOVmnxGZ6rUGh7Wbz/0pUmDuAosOrxe5JKdbWuT17DE6/ElOYME
MBJVtksQ+JL7U/bP3jxYeBs7DeF9IfCnc+i8xp3Dp7YB6X8N+x1AsV+KVvpZgfRx5SVeqhq2rijy
P7d0wnOaKcBFM4Uh6rAEVtFFnQ3dVzYZeQcEpAMMVa+3WQODGdQU1ZU5dOFqgssrCly0gDCXzpuy
ydzAB9gCuuGu8z/3slagdkAa8/ZH2z7KWQmPUTbVD+4lsN84qzOtA+kpUUBtIDAgR1AB6q912KuD
otO8C6cBLgFJDIVU5zz0Kcb6SlF2cc5s1Lv/H/7c0t2oqU66DA/ZhSpBI3yO38HQwRRhNNTHt5/0
4nJI0HBBCQ/zqj+mPn8t/270ja8rLP+6m9OSL8LneU9cVFQV+gH+PJMrr/bigHg0lNVb8O/5LZaI
elzx2IgOJ5UATW3xyoh7ccFR4hWLhiD/7Qe8OFW30cAq3HbtsyNexHpTaGE82fH2IeMdOyxuE4Hi
HJ6bHRsi8izW0T6vPpVXDow/RIbzeYRKDrRNoPUgQ20f+q+3m1jbdAGtADSiz7KcJh06H851a/MJ
/AcvOOFCmsJ7LSD83SRGnuB0bptd6ziDqwTye5LCCu1lkDuAEpmzJhtkPs+zN+WDTgOyW6LB+0yF
m0xOkEwdXXl3l+ZhAjRyYy/C5vtczjO1MV0RmoGf78toF1TrDCdREiEPJKu0d00DfulL/T3a2U65
SOH3IsBOaeDEtU/00uROiO6Lqbv6BiaHFV5U6hce6cUVv4ZLcxLQABwpcGNEJtTZGTiBCjdMGZCI
wOq1wA2tO3qwTS1ou8h9Nij+7u05eWl7weeFWAbnOw7Es2lRrZ3oFoL2LTjT5DaEdaSXR8myeBB5
Lk4VGu54Uzn6I/8k8A1+zksEqevbv+HSRgrl3QZKg0UP8f3LqdnUnJOkMeDgLGv4kQU2+1ghpHT3
9iivWQk4k3DF2zi90GhBCv9ymACfUrABYKqUfG0ONaJKf1Vmgmk9wTIIc4Sof+h65BvBKrntytpv
+e+UUV2jbYR0SqCHFRoq0zx396QPmS1hq+uWfCLhOubUdOs3NSrbFTTsVJqLgTC4jSUxJmpA/E49
1EPgQ2De6r4tJ2r1P9N0MDfQTQUOAlgJtubbpP5rhadaNabbBJPz2CWPjjKsDeU1e2u9K2fuhcWI
o32Tj6F9CxXU9kH/GkmvGjk5CohLo+Moh89FfESZxfJAgCj99le7tG9t+AoqNODSuPmdTQ6YjKKi
oUAFMiZEX6RKQdS7wjXlWy0C8oQ2q0jzSsCV9ZTGswhP1kTjB0lD+WCVTDCb42rq8jpOcIVacajc
U0BlJheeGus7M5jpaVjwUveqQpTzldr5wv1qqw/AgN5acRAxvHxRKyjDyyAAB7dNVO8UWZZja5Pv
cKLOPgrGqxrrurvK7rt0dYdzAiC/ra2/kUJeDqvSNtE1xw3chG30QIYpLtEE4V0ugZ1ARgzTaCj/
J9cUtIFk3i0kyxND5Q5rPfjv7Q94Ya7gdhkAzwE6t2U6v/wt4L7bNV0zXcA2IvxRcxfsfE3BhR3c
0lw7YS+8b6jHQebDiQ5h4znxiBIgET51OGGZ7u9oY8PCDa7a4/oHH8w26L4hjXy88pEvPCEGBRCO
jQXl4HmvFfFM8H4xKxpck25LOY7BKRo9r8jgCr3755e5pR4DH8AhDoR/Oz3+XniwfwsGaoZiiFy3
owqdVdfOwQ7mqdfglkuvclveoCuDk/KK+LpSOsddi7adC2AYASpMWwwQNB0SBfqwqjN+m0b8mkb6
0qvcXiGuDrhLQ+748vnWiSZVgFQxGEVqv4iEsPvIpqAH1IO9Um1eHAplH/7CsfBKK9pOXh27uh8K
3gX8UGV9eLCZmsp+7K+R/i5dNtF1hXYFUhmIFM4p6HXtSZABAEP0NVZaAxlxgSYR383BgvCZFsaT
8SgRCl2rucwyNM69qRmuFLt/PC/PCkAgICDl/XEzA4v05buNUuUpB5fWP37sei/xWT8AtKg+rkal
MOZvKLZJ1ZC2OtLBQfc4e0qpvLO2pUWyptVt6s9oCAIBTE5Tb+KsNDAD+/j2DL9Q/yBFHOXpnxZ/
fE6CdlxL2IYEpqBwWkbTh6+7cAw/DsZvb1gWV1dQ/AuzAAo6BJEAWEdxcE44ld4CHksCLAqEnRYp
3ExCgcmqO6VW79pJtr3gsw+wSeZgFLLJxJHm+/IDoOpzLJwBOSg9s2QXLulYBiYKYQTmdH+ce0So
5z5jiKMOF3IQSDPu8oTEZP/PrxiSuq1YgCICYRlnE0EhZzStZ9yzPLcgThix9CUP6mUXZ6O5lb2u
Pr093sV3DArdJs/x0Ls427SUh2vDvOKGHmZjApYZanYAH/bGAR/458IEN5wsxL4FRwfsH2fVs5wX
P7BJiPChqs2OCANBPpfPvX2n7TXe4+un2obCIJsBIdCbs2pyQKA7gpcTU4xeP+9jKIdzz7Fx37Kr
OrHXawIIPEgiaE3iJAV77eXE4Rk6u7DwNYXXQbDvRY6fUDM3+0iFbREsrL9y1/oDi76cqXiBm8so
qqetE7Q9+1/HDNxZU4k2Gp4NGH9Y9I7Gcu+IieLcYY08LmrRHjxYoPHNVWyjW9lEGbIFIloNsKCf
cIcIp6p1OUv7rtnBSSq8ER1zvwTtgj1jtW1KM8/+Hd4dUggVDJvfVXD44Lu3Z96FjReIJQ4vsK3R
/8et++WDMEmWxGvw5poomn4D1u9OEj54p76DHi1PibW7ZibZQSOI95RR5n2OVWyucVMuTRXIxf7o
oDFVzpXlXEo7dG2NEIyA1+8wS+oHEYdtnk7qWgLYhdIPDhQA+UBxhA4I9dbLJ84MD0OybWgIAI/v
+3kCvBBaQY6q5TltxZ4n0XQXJ4OEvU7m9hZT1o+vOiO9rh7wM+DJF4B/ji7iuawiWpB8OlqcrmEV
TciDScfD3HJXTmZA9Y50oGMTiWto/4V1gkIT3GwAgWiknDvGKFyO5naITZEZCjFQKpc7FtbDw5Q1
zQhFuIPz8NsT7DVOAB9HsC2hrMVqeVWvTKnXS7aFnemWgCugvaVopwCW5xqdsJqQGNFyk1emLtAf
3h55K5vPluhmW4O8E7RQNqr/y+8MWHBWkwIQt/B564FJcU/X6/4MF4eB1Ap/40YBv5iXw+hxaFY2
Z9h6Ig23CZYs8kSHZdkwY5QI/tIuwY7A9XBXLYBfRU3Eh6mr/dLLGv5kqWvl3jDO9ysP6entV3Bh
WeEMA3UYdunbZzg7T8kAC8ugblDQCBl8gBPXsEsrEGBKnwHvK98e7NKE3nyfIBSBDxOSEM9eBJBz
IGYYjHi233U8igpuafposwaudASHdgyk7Mqglyb034Oe3ehjLdcu8Tg68WOToD8hdJkR1AtRwoJH
hxbQlWro9XTGkt2UkiBK4dZ6fq/3vElMVeP+BCIvJ/DOTK6ZITtpmjUf03naAcCMDkhsvpbc/epJ
0Y+AFAcgEHBRVORnT6rqdEnQ+4cuhtTpcIwiU3WQ2RoqipStizr261xdC3V5NYFwG0UZhKsbdJNg
hp1B62zlol0qqIZH6K27QzCGw11smH/bJz77Z6+4bTDIYTa/D+Cw55b0y9BYFUi5OaiR4bZpg7h0
pEnLTPfph7fn6qvPiKGgkYe3z4akv+rz1B4kTajlQMCZHH+qFRoFUFIqQNrpmvsrxIzTDP+4QS7X
lMp/7rovtiUMjX0QKB5upzF86l4uk81jUkoCmGwx1P8+BpL/RkELl/9oAVkAVVi4hUWH9S/Ebq+f
YIdUZXk1q+yBCRMvO9Ui3xLEcGae334lr5bv9rtwIgBgBK0JH+Dl70pp58/Ewu4KqTxBCFx1Dffp
5OqycijXzKBioCA+EhTeHvbV9onW3mZRiyUFRjjaU2fDblzobCOeJx1rPvc95T7wQtRtVzaKVyju
Ng4COKGuRDc/OCfaoqTQBpMB48yeOLQRp03u07kOCx4E9mMNUvaaz92SwbKt70sDr9rj2096Yc5t
LeIAuhxEnkFt+PJJG7gSQr6CX7BWfKP2G7untYzyLh2yUgtd7YxJgKSa7hr9/PU7hrMv7m6AKrYy
/LxrrGeQpeoUGFsl0vHeZ2R5r2t7rQv+eoNCBYlyH9wblBavSuKRiwUPjiv8gLZpIQYXHRFt931d
rTvyGajv26/z9XwFrwzTBnQvuGGDxf/ydSLeMxvDCL18BKtL2IgwO940ga2OIozZM4un4MYQoa7s
/683RIwKSORPjh9m7NmJ2imH62kM5tc6NMG+kh3oJ11YF3Uzqysr4+JQ2Js2PhMuw+ckyFXrJpgy
UGyivmPfuZzZr1m0/qMjSfjjf3iXmx7iDw6JqunluyQ+n/Cq0cIkCZISjkmvKr/sgqrisFYH7Hma
qmEZEfWB9OQrn/HiU6IW3VorMKk/7/hNsVkUUrBtQYekPrgAvHHQf7zDKupraXSvFyCuh6AGYvmD
jIja/+VT1rOKCQkA70D3Tw8qck19yMzqDmGo6W+wiyTNlyVO76OeJ1eaxK/vWaBBQr22zVQPHYFz
wlQQTitndAClZw0ClYPGoT71TTwlpanU+rmOkqnbV6szH2Lar/9lY7YEBdGpi/9VtLH9EBiAAPre
zGdffWvGm2lmaLE23dAhPAea08Jvexpe+bAXNp3NcASywO2+Ac7Wy7dd+eCcgsFtizjqzG0VEL1f
gvqaP/SlTefvUbZf8dc9HDC+cArGOkU6jw3EvIinpQMDcVxaZfcwAne/314qr1X6G0ceXIY/6DJ6
PGfPJYECEuiEwELTTTjkgPp0krM2SB96S9evDpvwDWAbH8a6dApPQbLYuzYL6+eO9d1NykOo697+
SRffAfwQEPCAWw62xJfvQMLqoW42fods2uFTQmR7szSp/1XTLi0pAp+vAd+X1izKoQ2wAuMJ3iQv
B4xH2xm7Ah5jDamPEzrdJVNLs9uMl05vP9vFoTboEbwVbE+v2kM2XaeEgjSmIRjbr2nfnkBCsKXw
p/ifz2d0BaGxhLQDGwSKoJdPlXRkFLaiA+CqtE3LmApEkXI2WnhPR5upLLKOPVN7e+gyxOGfH/OP
xBNLE/c10Htfjr1uYoseLiCFg6fl/Qjs6KmaUkhKobHZvz0UHHgvLE2gV6gFUIfiunYOb0YDojO0
Ab0+RbKTuSVzQxFzrNHCRWBMKJ8NJ3jMKuHBejD+OH5YEfoELJsaYvOIp02998GzfU+ahHxflpm9
l4axJIdvQeeXi8f0VA5U+1mOzM1lOSx+XLmybtPaO6gxVr+0CSO1N2a0PxNwU+fcrCbh+eDq4Wnx
oFwr6kRFv6iem1++nYU8IjIoanM9qPkd0mdGmQNP2+p1EbY/Ud77n3qK6gmdAkW/TEPqhsOySvFl
S8GVoCJHQwJJK2ue6yhECWsCxFchJH7gIk/hDnc/CJepI4BXl2zVJxgawlvNL+dM0j60SUr2S8Jw
UUcBiwAwxIIxVs5tbZID0jvhrxIizXbPs5XWR5axDNd82qeuhPtlz4tFLkO7QzelX0si/Xrew0Kk
PWaqnQCuKULDvOsWXT0ZV8kvoNJW33vTj1+Q2BnLXSA7NUAPCn++MnJrfI/AWoRsQgbsHgAT+aQk
bBzngmTB7N8y0akoxyYhfvax5eSeptx/BsVMI6OrTtl73yg/K0eYMMGzkrfgqQ9en4pnh6wYsaMO
DL+8jfvlMxQDvM5RG48L/hUtPq3z6kJcjuDfGsOZBKCZ48N9vxJkgKx+j980xj6bNyFW/Tvr0woJ
a9D1V0U0N/PwqCy0gvAIg8fWvoK1FhBHUgcPBBEx9Q084PqHOk0ZnpRnzU0Vky7edxTTv8AJFX2R
TvDvExSyX8BJzJBBDv9/D10BsRw6Y4JwV/sxOgTtLOAzx6IqzmBXItAt6JFaeB950TLtKplq2EfW
Pgh9FTdIYgXNdukOVoUI9eor9tl1qx+DeQD7nNJMvoj26SizFhqeXjX3sCzwwYHoHL/RvgcuG57C
31c25tENiWYA3SAPRU2OeGWucupg1HKMXeqR0o5DgPRVwEI3BFXAb5goIQxLcQBHeKE2m07g0wtk
51Re+j2aMh3vEwalUN4iXInmgQ8D7edx7pvlUGftTE/9EvuihJ+ljA8hY/ifETIvN1NUxwRmEkI+
0UDLR9YKZfPWM8Mdeunh8zTVHlzYx276liTo9xfBBG7wAaFdbQOOnk3iG58yFoK2hNsmguXB+N+v
A119ZPnEA4htNcVjtqkD5ZnzOdY7G1Xwx4lJRWAm6VVW7tvFaHigjJr9HJN0aY6RZvanZEH/GTfL
lYMFP0VLbhFILPdLtfj/cZGIu8Wba+xCCdcuj+bUQGOfVlGa99pk74eKYKbKRTfD9nqb44xpCEUm
iLdPrFLwvJ5xHbiZYSmcHhApjPtkL4P+v0GgwZEvibNL0SGRtsnJqIdTmrZhnBsU3f2+BTIF6Ia3
3Xic2pSVGWj7sBnmlAUncBNks60H9xNgcTjmE1C75wzZG7R0pptOVUynj8YR6eVL1LCvyYxZUvaI
ejUnV838Ny7dy9c40okuXRdOOCSXeIbnPz6yVyqaka5o6Zg928RNPVhbvKlOhK/TDL9MApOjoFe4
GYZ08vwyjEdvzcHHiLwjag9qdtY0TOdSQipdTAu8uXfG7wmyOldvRbwwUxUtB0/2Xm56LvQehtmj
eOB8hBn8UI+LK5em79yxZmJmt1kvJ3NTe3AAyHmK5MSisrNzJ0lJi/woOwDcW2a4WBzJMiudp9wj
8zdeV3P7Abfb6JdPJ44UEsWNvAeFIQCg3qzSrE8Dfs60o+ECbAzG9HN35+swnQ92RXTSLV4+HOyT
BTR0UmS6FfZxoXNY37KVOLbTcJGTv5LQJd2Xirc9tsNl0aQCvS2h8IE4JLHJ0h9JXQ30R+UvNqhz
y5xZYPUJ79z0c9DE8N3Mp3gdyXsdxSL7vaBUVCVtlt6Qg8fZ7JM8Xhg6oPnsBwO0WGD5N2rJe/Cf
Fq+QXpM0B3jsD/w7/JO9NrfhStdfxHdOx0g+SZQ+sioOqvSW0QzbVeHXmfU+2Hn0509gKzL4ivnS
nx5gqljbX80Y8OAzicTQ3hIcKGEBo8aK/WdCRMGPe0U3Ls/BRGYRT+DRBtP9PPMl0pAcZaBd50Pn
EylKA/BR/q6zNeh7GKZbOb6HFXotb5t50il6e3RFwLfpbPUFlm6xpzB9vLF6EJNWEeL/qlneVcDt
E2Svd/EQfqDoorWA46PRQTkzhUo8kzYZmmongyYUOKq0ZVTBqyHg5D3emxeWICYFwyNFA7Mi+TrA
+hIuNmtURUuBq2Us3ec2hDxqJ7yeLqqYAUuDvb5UdGJHmzSWP9guc+p3V6+bheQUYuo/RHpa4r2P
tQEmjgdzXBjheMBtxG80TobKlC5EZveJ4/ZclQFLugcXzNYeDQL4JHr1kVO3VMJ+tsqzDjY+YZFo
JdGZC6AXSQs/XZeI5r2aMjj8CB6NNWSosrX3EcDU7J63aVrlSzcODMyfcIGPVI480yz50A01PgpY
amRqmtzO2agOc5OJ+dh0YxQcJY2H6NTIOYaE3JOZ2KsERLk8arc6VpKw7Yu1G0evQhJBVvFfNF1d
9aDAdgzyNe5gT1dpt0S5N44wkxoIR4MxCJflcdisOcqVtahJVRtKpEcFk0LMBexru/04yzAq9AQj
LI2YU1tnJQIHOzTIm9r3oMPuEQDSI/ppOyBXxkuEk3lVHvtj+wg+OByc19EXn7gFD7yQzsbkEILb
+Jj1SRXmgSTZWDoX2M/e6luXt1AMIszDq6YTCwJ4TfcmndG5qhFNU9ZNEj4u7Tx8QTt/WosxIr7J
cQ1i802vsmQpoW8ZQfSodVDv4IMBx6MktS34ZyzAv+9NbfWji2G7UqjMVf1xidf2DmGknSjDWclb
S3yP3zPIApbd6hh/dNj38OLAtP0YbyQ7nq9Bk1CcVegCFrbXLRoTKf7bohMj6oJUpEFfOA5ktRAG
bn2FqpBTkffeMHjfVDN0aMrZzKgcVSLVecZSFe6RteeyA4UpRpxPQ69omVqJndkoDZNq7Y8Dkgm8
cbEfVGcnfajrbp1+oGoMohx9vlb85mQSoIwgS2E6sAEysfmhmnjY7NdqnVaSQ2gw6S+0b62X7lfk
awcwgmOx2ekhmdqd9quM/PCd8b4qA5V/AFd8vZy8yUw0T0DLxrqqRZ3uPETZk3yBtqdD94cG9rYf
YnH0WFz3Nw7JbjT3YZo2Pvne5HkoveNFlZXH+nWX4DJnbhc7LzPcg3RgUdOmY4epLmxUIkkPEbt+
lwGiTbp5tXniuwlOyqAfnxAAxdcyk33s71xtUJLluEmb6gGbsd88BFPCm6fa9n7/uEhEf+5EKI0s
LKHze7j5sfYIql4KKWHLVaFYrdZDVANgu8vwHQ9Ru8aYGxEK3h2cRufmSSZLGO640vRmEGT9nSoQ
Hme9laR9W/cPTdyZzy2yu4Y81R5KFD2j9wDK7tQlOQ1r0FKBc7c/sGrsjxiKDC8P9KqSO7VaNe6k
1yX/JXSsoDRLJt3dhI1M/3MuGnhZYfO8kwbOb2WVNGBzd6htu8KPZVuXs8669xO2iedo0BbCR4Bo
OKe7umcPCDQITT6MDdxfYBAc8BKOJ8HzrGohc1TG8t3a4XQ7DTzASat6sbIbnMMGNoe8RwFrTbWZ
kqULfgSNuZ7vMySQ3TdqM5Yyhrgmx5aqZcGJ7pGOUXfDN6jVmifs5XRFq7vvPs1N09YHrAT+nqkY
/9MxgVSzmMHtRWXmyGJ2k6jhHOYqBBHuErtg+AF2ykcS+FOao8E8IWimyTaofCC4icGyLSsGHbcQ
TM/Me+K1iAXKKh+hdpYO8raandd9BjI3fGdMS9AOna/MDdZkeiAjuEdfE95WHF3vTogc4SLsk3PC
6Rwsu3Uos6o1Xo4Cr/5mE233RGe9ygMHIvyHNaHdejdEitQFEGBrb9p5VD9cmK34wdASgv4aAiY+
2gi7QCdkNu51alx7k9TpemoMvtazZJTf+Q47424xwerfYGmy/gSgQ3Z5pBE6cjeNqx4ONEIjYd/o
HlkQJAP8g8LBunBn00x1X4Zgavov/uQlfQ6Htl58mjqSZAVZZSTyRvQaHiZ9mDFwnLT9XpEWBA9c
ekQdFd00qrSYM9R3wK4DFLiwnAjWvRPtRG+4gdqx6BT3zBc4bi40r9KafQmwt8KZo63cx0hY/tVr
1ukzXSP9SS9p/7B0av2OJpdoTxRbx5zXDjO5DLrYdQcmef8xhUoO6GeNl9fDA8h+J2MaTnloQPae
Ek0/aZ5k7ljZIftBmV2HQ1wxFz1nRkTxTi9B9JMRf07KTPQxPWEbx5Ya16hUzdq0/l2cSnnHExRV
OQ4KCpqrVt6z63BXP8IWxw8f+GTscJwQkI5NJmWyv2+HdWyOU6SE/7FbR2XeNT7q3Tvl6vkgulko
0AYcucGXnH9Gq3bqEBE59e86FKbhXTRG438c3ExTmhZS4TyiIHShGJKDLEYpEJJnYzBf7nndmnTn
w0XRf2QBJQ2M52L6y/Pm7AP69qs9Aceog3wSbe/dj0iWOk11Q1kZk4i6gxtChlLMxu2hC/upOtbS
q98R103zbdIHdjoO1Gd7DjTG3vWTiE8JxBlxUU3B6t12eDsIJN9M+OCL7/cn9GETcar6MPwQVrpF
cRHaZusI0fCz761IXLMSoG1OLEBE+PTCOmMXDGHQYHQwUXNot3GpkIg8/TJOTAsk12COCuWxYKcD
Xz2DOBr2Bc5McquNNqKc0hCJCpHGwDlMP8zvoCMMVRuzdQRCdFuPKG1t9DWe56Y7BUbBw4glJryB
8kOkBeQlc/huHka6N0FK2SFeu6DNjVmF3TmkME656zCZSuyg2NxQ/80//YjXfSm1I15OK1r/lsIs
1W5MkvmmnuDtNuetX4XAjRHqOt+1kkmTRyNSUXB1r2McKFL0cu8tCKM74JJnYUhJyconmfs9IomQ
z0PlQxAjJeKIYBWAaB684LGZQKRltvTl9jZYRXy7iC71cg84tf8k5KDXPfCuIN47dNk/h3MWLIUW
cPPcewAJqptA9HYtQb6FXQkLavG7Z/DLz62WxD9gWQf+waFG6Y5zBJvYU1StS30rlnmLtKGCRXlr
4aSMOyDhtKD4RvqoQ54exiWEnBK7jg+RBRyV4n3FRq4L8Pn99R6em87u+kwG4ydLUCfuVvycHWpW
6Nor0Clk4VTYcEBvuOhgjWZVDIMzD7DJgKF1XpM0fV/5rE/zmlcdzys5AmShvNJQITU9I0UAj/zH
miDlPm+gWDSPEV/SY+O1wpSArPx32MTbL8mS8SgP5qj/wUnU3dAxAAuXdLXXnNSEOhEejls3QzRr
9CwgpfqGX7tFTTR+NhwE4ImvMAoJP3RYfe7QBlq3O7jnxJ/7bKl1HoaTubcRDqf/JutFH+F+DbIK
qPjiYawcXXEjSQD7AD1bvkHyEyFS1M0BLyYRePUdMXhZSH6X00nJEMQtxgP/aRSNR47cIKPtLkYn
YCxh/5zc9tChNKXs60ztQWgLn2lHTAbicSBMniSEGVz6/nzbdcrILwB0Sr1fqa+GxzRC9OVOj1E1
7aJooG05Gn94H2OT+L06VKoFjMa6+BS2g/voGVig7xSo79mO4rjxsftTdzdDqYiZj3VyaOasJR9l
34w/1iCdZGlbHuq9H00tJJNttD5arYb25KB7tDnOz/BT58drVdJu5OwYLhF7WgM5YzlBZ3VcJuLp
UjoOqyWYh0KvwwcOWUFo52rOx9XqEJ+1wmcb2Zo+gtIM2BDTxwZ5q8FpKRfwK4+Tg6VNHijw5Xdz
73mmjBrIV1CNjT1cHRq5fHdg3KpCwO6xyetU1kAMO8uf4VrPGrh0oYA+wp4YOE4TD82TVdC67QHU
mg8mbkAwAxvRmgKKJvQ2a27oL9xt5lNKcH/MgSWoQ1cHwB6y/+PoPJbjxrUw/ESsYg5bkp2Usyxv
WCPbYgJJMAN4+vv13c54PFI3CZzzx0UM6/eSuON8HGbbk7d9UE7Wf4ZSwZ9kqpcim0Xl3xWTkH9j
MOH20Ojdf1/Xor4YtyjFgZEhqNNgryiihSW2f7wW3OxQrRPJ2NM472PGRAYTn/Ltt+vLNLjKHBes
TFtuOCkuPsO0OGA49N+SYlCUdlfW/JF4vXpRIVeP0OBE2VhOztugq82/6ZQUz0rvhf0SMhSsR8ve
R0yMmAWmk7a8+VFgTxApR2v/aBmWx4M/Tv0lhgB0M2WYIe8D1ZnTTjAge4JxRHdwq2b5dBE/zxdS
W8WDFDOK1qgMlu3kWLM4x2pw65vuKiNhyQm6AbBLDIxO3BGYpYu9+6vB0TVo89S52bZ4jPN7sWO8
6kKzFLl2Y/UZ0+Yq0jaOvCcrrCv2QRXb9yM9lcuBnEP1H7OpaDJ7YXXLI2Z8kRF8pH7JpAieSDts
ulPZRv77FPuAdVsYNoZiCJ2AAA+k661bff2qXRMcrp7qryvjUWXS9I2PiXA1z73fscKRbUEir7GL
aktnU45PjoUNlNkoWnkRZBcd490v9octHJMSGYVZDqZZw/lhjS0mpjIe23vGGk2rcl27W66icHfS
BNT8bShpO/tox7bjYzLCnl9tFrCvUrO6ZNKjnvlB6nq984mNCXgb8Js3HHnS99KWMo0fMcCwnbSe
5APesdBABNC58ejVIQ8cOLNMG7e5DtPlPg6nsp/nA6McIdSu19GM6xLr/bogLutvg7IuzjM3yutg
evducK/9Zm68DkiEu6Qwz1ZSuXhy6HxKFXgm8US2Jd37crWCb8DBQF7Y44N7Mw5hed7NaJMGQBPB
b3Ty7XfBiQWAjdvtTjuiHlIGrvlDeLWwoG+s/T7cB4tXn9YOAoj16HuZ38X1nMdFaTdYKzreT15V
cgwii98F4FVFdzouI//gkET+2PQUKz86QQA+oZNVjBlfQGynIE6+lbpVbN7kFDBZjFqjei4sDypm
tvaC5HviYbPSkbJMQT14edi0wECZOckCjjy6Whgf4DAuQaOlDYZq3OYMPr29ckdbTt5qRKuHsDJb
fRc6M/eOYm4bH0AodXO3DQnrD3HErrx0Tll5edC4+rFoTPe7GSO8MltAz6oX05X4QDY5HxsJdrWV
tXIR5l51Xve5BUxgH6ILl//EVgfBi/C8mdbBJVidu5jK2But/Ho77NTI8EYVXu2DpfbhX9EmpZPC
lw3VfSXt/X6ZZyiUeUrWX25ZRw0IJJF79MSbKJ26ebyVIXBt3nWVehiKZltfp22p40NAqF2f+l4p
IW3oqrkpVVuJ90Qn7nr9WkPC/Pd9+PKisasuG5uwdfCI938bldp4Yun+Sb69CTCO8iW7/Nh3EX9i
S+WHrruS4u0kLFSRr4NahzxUXiHPI4ZydSvitn/WPKD6xpOyeI8pwvPf+qGLxqyCfVZfoWymG9qO
Eb8Y2+usrJtcBT63TQnlk5z5C/MSvwoniiCnH+uIlZwLYGLr3M+WZ90LZPn7/RVK/C9svFCRGhEy
lmxydk2ue3va830LNn2wrMb77a3LbKWOlfRzWqhtrI/jDpGWG9+bPoB0Euu8tHr6dnqYjAfpddPf
cLGbx0VsHtY9VK5utrgai2frqF1mUZ2Mz3DwWLWiskoumnwx960NangkxyN4KyfsIko+FQRaewZR
VttdXIfzq+ggzL5nf12bTDrLwEEfdjoXbAGa/Y8FPN2MCoNbN+F9OpcbneB3tZGBBHbEWXjRBHeL
t7mqpjpliBkruB0DnDqz4CVZW21ezacYacDssH3Yg93vn5N9GX6oF/epzELcxWnaldZ0XqAI5Zk6
U34h7v2Zj6ZyTHBGeRLpbKBE8qytwh/yhAysK3tUFLewPQH7QN0n9yTrUDnf1UlDMEIyjj+ez8aR
e/1MLWxo1tBcbSjDM04c9Tg2YlKZJBax4AaVVGKEsFOg3xyqa17Gg3u+qr6wb8porZ9gW0k1gy8v
/ths7OR2dJEFsbuEk8ni0Jkearo8p7RyavMfzC/sIM2iQZGSUsqkgrSUmfUaU3k7hNvgnWfZNp9h
nHBydI0p/8zdUHQHdm7+8I7Gl3BczHkmlSvo+bHp4uKvCbvpn1+PDNt769TM6X3w7JMJOT6MdQG0
PkvPOjBOWtVxrMd+eQ62XZ4d5jsD+iiCIa0qNqYj2HsgT/wukQv01elXb0M0/TKyf4+nTe3WRyIW
7aR6GxPnRL73KC8t0fFz2tqVeophXZrD4pqhPbKn6534EsPKApq02LSfOZyDZp4d/cvTaoRHTHrF
choLLAGK7nGVmUjZL2ulov/WsXKazPz/+ehxgYhcobGG/ja70+Ybsrxf9mQqByZjFn96pyAierAG
vJ1VZ4enLZ6bOuevbF7L0Rqd16SnhSTd3VnMx2QavZlkoUiD8KweNEJLSVt4hC7zG2B+G3vEjkvX
pMFQyP4G+onsRIrG1HSMZe3beVsOpb4vCOd8NJ5GhsPhZP/0cyTuBLrv9STshmq5NlThoeFIuUKR
3SiQq/CaVwluq0xOu9uQYOYBYcl1ie/aIJbWxZPO0BzoC+rlPatnuabs+yzyXhe2OWyekjdJG8M8
u6ym0NSxuw2HjUsAALm0AOZIn/tv8rwWwjfuF3moendkU1ld2aX9JtUXYQwz957yxMmy1tJwvHZ+
fU7qsplpGe09Pgfn+sAKqco8LBm9LgEa3Drzoh18bB4K4ovAUcgjIGus90lgc8OBqIwqUWk7VAll
a1xQiEg8w0tv9Vh/DmJc5cPY1vCRyEqqOGUxkV/Mz41OWdRFmDoRI1ne62F46Ymlj2+bPWILsuaA
mgdiub0jLpxuyk0f7c1dEIyyOyRlEQOgBKq8TRKr1XcWDZF3w7wb9LuLC4Xnqwov/1yO63DmmrLf
B7ez/wWuprmiuqpTQXKGjqpw4bQ8b1ahWsL7ukAe5tKbj8XW9v2X6gVD/NYG9sO8lB1SeNXjt/Xd
yQFftfQ8pfFQ8XWQDGRdCBCBWfD3QPjEc/nVa1v7wjkuawGXxXiz3sJi79VpdnxoO+OU/OlyRoJz
UUh5rSzU/iJTQyr0BMOpt5cSMmrORFeu/INig4b3DIGJuoua+sjMvIdg+BThpexZ+yXRbRBl0Gzt
eI3yMC9bi74/L/EFxWdR4cO41KoMPkb4yZvdLHrIBmj6kpFp3cVRy96yUsEyce26cOR7B67y0Rtt
gszar+qELQ7Fkhf1TCoRNvJmvLEgqF9Hxib/nW1wlk++p8boH7h7hUIgqiFvOgAhlYu9csB4kCEy
9Zb78N2u0ywx2s4uo7tnF5eia0iUmzXW+IvnKIpN0HByVsOaF/ontAx/cGMJekWkIZjXvdl4Kbof
m9VoTJJjHVdBxHnaafcshGxfm3Ksf5crPDIRLkOJVsFJNoO1s2/+wWk4EAwGLq7mOFfxfNRGLm4O
VoAGgnl8of0mMiHpn8mS3PZ6ojUvohsEcVQXICfaBim/2RQYBUwciT8DvNmWqhoU6uB0zmZuddt6
B00B/IbdxR3zAOm7vLBrrPNBlJgMcooKwxvXvwoPtoqzPEN5obnhgkrBlMugtzNB3en0OGhiIsDG
KKFLB8nRNgo0B+dtHTiv4ynsnxDyjP6z7fI9/Q6lEea8cpbH6WxvVfjaxNKNDsTaQGErQlyqB3gP
zjqYZUA4d/bdBK8vqWtpCczF2xqKHpilc3aQN+F9wBxx9XdLU04f4c6x/yn8WrCCXu987ndPZ2uy
zG8I/ov2oHZCz3I+Zvk57mu03te97TYXUBZY/+7/v4qxY+HzBTPrPJe1h9hASdN84iSsxrTtFKa7
RJYNybx13Xi4sI28KMXIc5VZt3HmjgVxQDN5LL98oAyeLHQhXaZoA+mPTudzVUX8y//GPQh2UPXY
fgsHVf+1ddWUKXoT+3uYo7C6LaaREjrIu3A5OlrKt33S3b9YiskcyHhq9ju5dmtC6Vk8kibqVYT3
mpX84BvHmcufzprjKiN8jYBH3Iz2CzsQ2nMCcpBloiQKIGpjRFhN4Czc3zNHOuXHhdwP5MOVf1ZU
UW8LKvqdX6Bxwjz2R2DIyfctN5+Svtx/y2geXumyT9AnmbkURwqsXXQFVR3m3UBkPXki40hWke1M
6AfMmCw06/mmqu9mEbkqbVqSt3KvnAHvR6DJO4MQAFGRVsEPklvCgIlkH98peZuIKZli/dqF0nFS
7h4P5rolZvHOSI7EPDJLSIMp8HBxP04zEP88Kis6SJIu99/r1tt+tjXTat9Dvzvjwe+lqQ+uVYjH
eO5dBVIluMWKmSzN53C3QvTAk97Hm0ZZjAxTO/n3YeGt+kDw1VLlRjWJfeB4k3ZaxQEVNSN0zWGI
5WTypULddsVn9V0fz0543PRG/GM9jFIfeqsJQ3g+LT6sDWUgEMHKZ97uiP+eizpKOLBXGd4WzAmv
heej9fISFKsbOA22k2IM92OSTNEjY8jwBeHlTQ/x3DbnxXbVfh5G/mrSMUT74PjDRqLZKOWj1bfR
T2gEUwKEa9wf4eH9x4nR9wuyANk+LhkENsSFu2M2ShXFaVAhgLgUPgiTVRJ8/a/1KqPTBnUI7Ogu
VZszZSJ9mQ0UiOxmYkPGsd9scmXJ9grssokhPGxWphTdDTOoLVF9H2jB5b6mYGdhEhWQNYc+6ErE
X9D5LyO+oyBbdm/+W2iOsduGJgA3LxzhbLm8bpKsss3KYF2U9eM6q256q1ukfncW9XxvVz2pSWNf
m3MIqjx/sc7O31C1nfewiEJ1OaqZIjhYTK53ZoBHzZzdMnf1rJSfoodIgrQC31/vyIuaXqsgoGiM
J5kjSC8Bxx99vfJhMCE9pugvtEi3XXe/w24N2hvus+B7L9b6QROl85bMY0gmuQ4QuiOXaN/J/d+K
zLdBXFEy2fETGL+/3FchF08qpyoJ03UNt7+m9oHkyeopzVm4VXuv7aZGJQWXD7Axzcgh4lHENwzp
XpVXDgxIrsOye9s32rKPhERM9mNTbZw87JLT316r5rGbCotHsue0z5ZCtEdnoaUFAhEk9lP3hO2T
UUXRM4lKhX4YdrNPf4LBqMfV9bb4xHBfOIelWLYE+aKV/DayDVgIKQQAVUJV5PyJPGSCh3bzhtO1
PwOrWudVjH57klQZR9E+3zZeqRbYA0Lvsi2svUdpBet/XLu7pkfGG9TBXZzhs2xMi/5oToBU+sRW
5Y1s1xnGc+ySB0euoZ/pIoZaJh9MuOcyWfp3du8OSlrV5SOHwEgoG/Leb6mj5svbSsD4Kzj26Xdj
9dYUgxdlJZgRvzMpPjyMbRsfi7it6kNk7PJd2NXgnMMFyRHqIVGQoSUHDtRSzeML1EeSFjutwohI
Zw/waUbQyvgQV7/EWov50MaJfCswwoQ5ioHgCV0sQi6H3++5m6mf5qgomy5dp9Gf79fOKr8AWGnk
tet6IGU0kRyzYdnON55vlM7UUJPxSHye+geqh4dzJnJVZGsDwX0gKW0PiakJk+m6i0T2S7uKwUWu
ppyKeHWrezBJ6/1asVa4N1vs7DcsbS53GrfKdnJ945nnFvDrvybWysrkGrFVsGaW4bFet+jDkCvd
PKjauCUbrOi/Am1F60GFfCScsbVhK6nnwT5EOloAfirRrOdmxXKLksIrL2DRTX/snbC5DT1Ex3Di
gitVaA3Kb4xw/7OUn1inUoiSXycZ3fsGkNniKd0nmZuKeCQmL9f9pWdPhCck/fvZZQm4rvvT+BTv
llsd5iDgyYwRYX0RHgcsupdej2pcVC/1FJVlNq5r8KcLIxRHHb19707XO691a20WKrmQdJ89oXc2
GyNGj6PVLcFXtC3iT1072wchGWGYhQMfL3OaZUCwmmRL1yAyPxtSk/XkhqPF1tav3p1AM/irRsU3
HndonAh1x5V2hpRbcTRSrC3RdjO11b0vdYY4q2Qs7qW4XYpo77Npdpt3SqIcne3EyVgn010pf/qA
tucObRTcSRGJDxQ8/oAaweGDcuswgDJmj3iqg6Wk57VO9v82u+G0sZAD3BU2Csvjrvd4T8Fqy6+i
XW0EtFbgkDbliU6nVgPzzvBIrJQsa7z+YKTdrw4hI9KsxRF0EPkDkTPzNVjnDEA6c8o7swtq2JTP
BY81uvLaAqiYpz5G0uKHPUnYq+eeq9Wx+/PoBOoxhNJosgWxT5QSnqKalKSZabrmiURbWgYa0oV2
ky55itrCekEuhSijnJfmfdvg6Pp0Y2u9ISqh7dFX7TV658Vm3q0YFSGOLOmfiLj2db5MUTLyF5bI
6dA/DCYd0A8vaTUV8gj4P0EYJrry2SW2cvudEEL1p/GL6B96oOjWmwKAZGdnrkenU4dJHidrtRxK
T7nuKeIzeIuS2vUPiODWy0pczvJA+1b7Zx+tyn5AjBFsN/OgxPpYOTJ+hu8c+kxuk/vU7KSR3WyD
0/3u0XsjufJtKuU6a18f6DUM97RdvfoOkcky0g7fWR8whBWSYzTqmStDbgp378TzIK3oex/qJfmD
2NBbjg2Ccx8+c2/u0coDPsrVT/4OWwys5KEsO0wYSykIcduBJK9t8a1zq7fGoF/Vpr8JSOlVp252
ui6fUBf6d5AhxdMaw/8f1dRLYHivLOyjmhvIfQtPHOUGXg0cxNb6aqN/FUcWi/A46cpWx2tjCeYQ
I+MNxdoKsdhCuvUHFSMFednGVX2V87A9rmFcyuNarCMEQTiNRVbT+jMc2sD3QQI2y5uIEnSD23JH
+pfaczJQCSA4fT723m+nb8Lfued0NzZWbpC1tfderPvxJejqXaW2ZFhAs7+1Trq2as3DkSU3pSGn
dtJwgdEmFRzdxVEWTgQTIwPxUMbX6k9EcfaRThUXC8S66Nuy3zjqyYVAGjYNXfm3xiMdMnQDz9zy
XHiHfu85CyFgpYvueOQKJyJeaMK4g/F7d2PsRsWwT34W4l0H9Im3teLWGNvx3VlcYB0WVdjF/Woz
QEU+Lt2JGruhPRfUYb+UFPO2d5Nfrz0zdbPfonGRH5pw9VstSs8BsKo51uwROySUlN6Vk/veHjsH
Wm0i/z5ed7s/Lc6692c51LbO+4VJGKQJIDh1aEviwsY4dx4DZNzYjL0WYdbgtN8sRT6+osnZ54NT
o31BhV9RworSsroNhAUnVEVVw5MQe+q+6wlyOyBE6w92HQ4D624s+VGEmr58vIvHUW7dcElcCavM
EwEfvvNtzM+zLBFiTsKX94nktkhLS1dhinB0Kh7jzSGTpCu0nzxVCWU4h3alveA+2tiFMio+EsL0
RNn1jBuh2PJKhWyjLeKlO+jmYTixwa7PweqjTyt9bNeEF8XudOHYmhdWtWH4F0cAW+jtl4WD3CRx
nwWomYpjQOMRuhNhD85lBZ2gGyLmJNloB3ubatH+jSJ4sgMFary80Tivvyxgdo/TkIUvRYVZ6uOA
1IyWOtnMaLWcTby7dbVXx671bIfERS7Xg1XJAGJ63HZumr6kOj5sZPxhUE4wkCdhBfrRKKT9O7oB
9okBYW6NPBfIrFjh/6vYbnO9FV2Q7YHeHgl8kOqAR72eMmNWDUGwLb247yGPZFonbjPkraEzNjV8
7or3utUqh3xFi7FYoXXaONW240ydTnWsjH/VGKi9ePDVJkGnLVkV6Wjv22cT9NPzPkwLayP9p3Um
kd4HUJZ4ZNKga2uVee3amcvO0wyY2+niV8D/8snzouW1m4mYOfR8EDCG0YbQeBLRJG88kJJ7kKyV
dFH/GrbgcnU8Trtpm2NcyYh4f10r3DeoH6esVLbd5Fc3P7Qpp+Z3hGnAO4Ry2Vtind2GdXxVtOrE
A120ae0PiGcTn0MBkeFYsGJviKJGNDgroTNd82ptdTRd1iKw73p3jYHWHFyMM7pHsINg8MJbO8J/
hbdhb14odJ9h2KJ+vlXtFvFSg1J9t4U9hEcAaP5d0XKpZoATy+vC3FGk3pLU12iiID7UKvDaxyiQ
6+vee7b6bLyqdC8LdZTJd7+F6iJmb7Ig64vK/qthyqaHfiITK0f97stscVqxnApXtScXsX7zz4nH
Pfyxpa2GFGEAUamNOzvUicej/URVAkCdNHPwaiav6z5C1uQJOLaero+6uT4yUndA79YUn/gpPX3G
CbHeCK8rw3PoCReRbWS6gwMipg4YdDsB90RA46XE4aT4fSbY9gLQ7ldZ9pwtFsr6n7707b+EDiI+
IrY3fCywLwG162uGcgPUlJzWHVg7W0miWaBpxYqM3G78T9AzZzrISA4KGnYL/iaLxE6CbBL1tIMg
+muR0v5dTFMS3k9iM+vnzkX3i2vEJLkfkluXoeYoJaROF37jjAGmnXA71w8bG2t5aJxR6Iw+cCvm
a2n3sy+hi1BEVW2Y9+MI7tHP0n6dKjjOEz8MSkgWFvkpkATPOWiuOx9cOpuaA4uA+DfjVGx+rLDo
/7Y9Co5TM0fekg/0CL8ENWxbMxn2fw/YJFigmiv9YfNY0yNc0++cJYkxjw0yX33D2z3Kj1pFiLjS
fRu238Ak43LyIcgVC6q/UE+IsWd5F2vpNi+LDIKVqTREW++bpPuv6Hznzpt2ICL6zDCodTE58UW5
gyY72nb0LRJEYbLGiPVliXqMHtyd+03vb/2aaqtDIgljyLs6JT4nsrcKzp5pXcKnKhQKKbtVxvez
Nyzx9YFZYHrs0DRtVnpTUv3qGl02KSMkxc+wNw4pQzXfBolQ5W2NpHC6LFs0omWfQxaCIu6ZQ6nU
mhiTZaf33PJxqKTx6kyaicVjtuCHcJ8U7NJy2mpbvfFyTdu5aZbGPpVcfGeYMoRUy7i498ScOvp7
gz4oDnzICEV9QqvROq2rvEtaMk5yJ2Ifuihchj6KH9puUzUoF7VY4xjz3+JTTPjoUoRVnDZYOv9O
qi4+imZznaNLVOrfHaP6PVATYmwFAnQImivTw8drQxpH+/+P4marwJqH9WexY/PeTkhZU2da61ef
1Ks9t8U8PVra18OpDwXwX2/tHbm8QQlG5xle9OO6oBfIKaofVNY6ftB/99E8gkE6Y/EDyNJiLnHH
rT2OM46RrK15yJhw2vJXJWxINGbWPcm63oC3NBG4c1YOCFZudg1OtHYzKK1yGhuaQYLLsxc2nTg3
cFne02Tt5hGTRe+l+xLqW8GOzpVMsTi39mxXS2owWDOt+R0+yho0MXxQGyYPjHYcCPHo2i8II5TI
HW7n6H6TUz9eNK2WWMtIZHMO7FfqkZm0aVNyBjYegx0jItgvicdouBJvzdHf2n4eLEDGebuU21vc
MDLfOG3FouTtVnEruS8JKwjXTzkXcHJeiNDmyIqNAG2JOSmOheXan/vEiJZ2zbi+BhjynnDBg5/0
WyG+rGUr3mwgZHA4vbRDNo5T+Rdsj22qXawVERkzwR/bA10FumOSh3IV+mk0euOhbzHHnGK7t8O8
5W56BnYJgLdXnLunOC6Cd+01vfWeNF7BONxF8ecwSPNrYG5EZWFqpq4tUAR22D1Ry9ZmIy2cnG5+
EDyogqgo3I/sZXtY35UEQMAZ8TMBSlBiegNKEthHf43t9V0EXVRebLGU1++nq7CMVMpjgGWygxS5
BrmFY1S/AkYW9bm32+oLe4ytwOH6Cf4wwLJ05Izo+8e+s4MHOnVq9KNkFb51bW/94qvpdYZMrnsf
rpxuNnhl9G+jOvlnmGzG+9WTXpAvJp7E37VfmuB6grr7AGks7ffJparvBm2z6V/h34OSk2eJwW4a
kqr+koWMpZfeh5Hxt6kcBrXWdjNCyTYEWdqiSH6L2/a2iDZPvSC99W7WibhG4uNQFpz7Xlrj2Z0B
4ple49U/giLUKMZ3FENQqU0CIz3534vtCe4ZgrMIdqv25YksJAyeDY70t7m27T/eXOqbuXRaQE0B
d45E0KgnXL/yGblaOQBrkC3z7Ff++F4PrvWxdmLyspW549GZbas4y9my7tF4Fsu72+O7y0kq3c7J
rAGxrW5rXpgSvZGvr9zcFG+3fRuPQ4QsN+EJSl3QJ9ICAmWfo26NhpNXl3o8+Xrc1KFsVuShsVyC
5ikhKqf+8oZkSh4BBtR2P00Ml7lU4Smxri0Tq/vbN437Cq1jz8zcsw5OVWG79XnG2DBcyS73Z6nr
AgxVNssz8FhbnRE11o+tNlv1BPgQV2ltwv0fsf8cTxVGdWWlhPXV69GvnWgAp+trk81FxA3d97jD
MunXfnTSCqDpHHRBJA9Ce/6pW+hQP1Yl7RpfLtmRVTYuzQTn3KAdA98CCshXHWPwRuHAipjrfaja
i5Dr+I+ju3wz3mJtB0c0UFXSm/HJNDQ2/1hM4bfI5vV+O0RsvZlf71F1WB3jHXZXBm0+dnETH43T
1rgpFIi9aPlc6U/hBg4C3W3QvJ2D0dUpHO+CSb3+REMSt5gsY7hCBqBifLO01X/j2YD+oedIkQmg
V+lhFJnwedbDMNyKcnScY7RQe3jaZ2zaH6R17wtUGBg23P1Qhwzxgc+gLDTyoM5PeNTRg/4pQc8V
K3vfoi/Hrww87lqIE/EYIMkdHZcfZVJxfaSvQAYor7ekBCuz8Wkxjq6/IBbFb49LwOEBY6FGhNyU
x2AkF/eqEIjeoCGqB4Uph54KMfrDKQ4k4tstNB7Udyz9O4fJ/MftI+0cTQy/kI5kxPyZWe+rC+Rc
+8+tA1SJ5bZt3xwiUqGxZww9YpMb/qudOorxuXDopHjc3CnVBkNsLtgLcfIEfQGx7CfRb2yyHZkg
dRc7MEnd8B1F2KUn8NYoaxj4botyiSlOm/zpD6MAGrJh94OEgIt+6C8eSomXnu56XkqhVABO2Q4/
22rHX/6K5YFQJEhdt1S894nlczPKeZbxadI2ktYy7NU3tHYznhHPhQ9Yz2v9aBakJ2eWeQhG4ufN
iotysf/iOwMcw6dQ3nQ2XhKEkI4Qmao85RwwsGLKjJYwvnVA38RRmASrIeEDaPx8J3b/SeNEn+sk
1wd4WiDyPu6394X3uOMtD7tbzDCI3foVl1TTeXAWtm7rx30mceeo59LnKCknlPYV4u4bK+DGyWkR
mx6JCJffce34P6T1tLdG4weALvMHGD1Mjz8UvnlvHnspbGnsz9axjhb7xbQbKKPr9abLt5UAcPSK
JeIbfkB2WyQT5om3evqD4pEigLmHiTq3jgzPDABkKPSDhRvJmnt0iGRGNnk1em7wlbBGrXlTBr1L
NFJS6bO3GHe77KLtb/rArq+9XH3kn+G+hy4rSR0kOWKwzfwrsLTrXJCTw7sTbNAhXkIwNyMF4cFP
96hXd2x5dXLjsCLN9xsS5OdB+R2dX7qruc9jZttDbJPOlzbNpu+9/QrBOM2eRPk++z5/iRX17e/a
4GM5AYzzmMetY00vxBH5Q+YXTXJbWdYVcCvC5jGgdfGfjYjE5j+vo1u7isvfbAKJIfq0EOGFwLZe
3EoBmv3i1KNVX3oz1SYvUPQjcO17B4gIm0vUNLJ9mtq9cVJgmuF3lyTQTkSZwSLuDj2Fh6V0tipv
cZs/YALFrsha6WPWDnd1h8cS7j1i8HBT6XYrktQ1Ip5ybjtf5a6j2v9xdma9cSPZnv8qF/e5iAlu
weDFzDzknqm0FsuSbL8QtmVx34I7P/38WPNSSgsSqoEGGuhqVIhMRsQ557+5XJpEmq6rpuvPVtDE
z5ZqnfKbF43mjxFcqEg2Iq+DYov2KLpWjLey/VBOPqw+ohD8dctBfQMZw7Z+sZ/y4CqPSuuaczLi
cC7doT2XHAgIGjOezzxnjNbsUyrDODm6YII3Q9T2PzzYSM+CXvJzi82isx3npPmqmjjst5HTFsPn
AsL3JkJ2i2q/JpuxUJ3nn4jUDA+izAdQz1BH29gKynDjwagOd3bgqPzIzLWoSeP2OX35+/VIuTWk
D53fiPYmS+PkyuPbmcCtamYNQU8Axr5jCIxXVJZmaxNGPZo8HOEfzWEhPsJE9x8KhY53JQev/h72
kbNg0EncrkpJOt7aB0WOV46bhj/KAkgG9gSzT5I1gCs2XCrjfZlI9lecIMdcGZxr+hgkQf/VpV69
Dc2spHpwrOHZNfXwZUyI4aDI7Oydj0Tre6LjJt9AHjMOomjSH0q3NOSpXbQr0CwLE3Woy/YmAsTu
d4ETR+WGiGfxFcZT+cNwk+aKL6LmRowS73NexSK4skg+uMLRZLSPocKOewdzFkkkDkHdZ+yQq3mD
cA9BSoWVSHBF9wTlxssB/FcTwEOz0pbsbPqg0v0GKOdHB5PPnisw9fJHxkhNfw6h52U7SRxpv8Me
oXihcHdtkgp8S3BLWdjOo3ZQzkHTASGja+oSSYg1htY6SRa2WhknZn7Gea4fdqnf2iC4RVbe5aCQ
jIbMREHrHwN3/lQklNDUM520j0Vt+SVVi5UGu8llULEdPNPaRUyu6YvBICDHBXm9TpH7ku2ZthMq
z8kyjsNAgbIdWuCplWA+AqNgKiOMJvqhpNvCJElftf1CCLcsbhuspBsPOlWADAx+ZnJD9CxYlp2M
GheaoSc8LSfHc4cx98xdm2H5ssJuTn8fhib7EjTFlJ+yqZhumjTorqmDASttx5qgTTZOfQ7gjSKx
NoKGItw2uhsLpb+Frsrtr5qi9OdH1P/ztSfaKqL1t2BOU8xqBm6zQkjOlvg8engg7Qw54wjMW1Ee
7i6cQqdEcdvv3TbPhp0B1MhlC5Eu2eJjkN+QDMym5epzPtMrO8UhqDA0wX+rLr7qLPCuZpPjfkVh
mz/WdpJ/6g3plpswC9odXZhCyMaQ50ihC4MpLUus9MkyUzuXMlzS4JYS2Nrz6vm5Kh1YE9Xs1ps2
DoJrvEza8Myo0I2Stc6Fz2PV/aORhu6pQuTNWwVC24/Z5PTbBhJhtyoZlzKYjz0rf7YGEgauugTB
W78yYmcsnzLcVX7ltQ17zGjN0ULTjuf90DvuuCpKu/R2lHQUPwkmAukKX8IauCyd4CUC0JvhNu8D
cVWacpEKIfRLINQbNjSEhfW4Tkdo52jgLIcpbYvL4EpX4+RuvGUMw2DGCdDPoVOfVzVMpPbamOCK
3FSpJ39WbWXD0adA0NvZGX3xxA1XqdNIDN8MdM7hu4rGUiMPG6UBH8JN5pNMwWOKlTH0rbGrairC
TStqTvACTudaoO0P1z70ReTD3I3rMVb9NfNyn41VU9ftdIpOde0X5mhfQacigpzhQA3lME70cyC7
NnyAORo1mL+00E7assZYSIFuIe5PO43yFgFhdNsFVvUZGlGPHpZeUK3x6vB/OUOn0qNXRv1zPk7R
p071Ej+fKndvDNt1rR8pFkiwoyOYKqsKdKPbLEU7TUGUIjzU/SQHHAOGRUU2hfJOCrIAuNSNikGo
1TXNXZ6inmexAtmYkmPcbFVcO5+DRQpLxS2cfEsP66BObqBmoGCKSnEHuQJqXC/C8nrRHR3HHKoH
o5WcCUeuI+RNtR/XDa134cV7yiZ0Dbac7mWFS+r3KUQB1ve+ym+n0omKYxREuvg9GEz9V0goAPdL
cOrmAD/X+wSfvQUZqy20DT5jNcZAgc/Oz6EO3oH+U9hoq8PyR+LF86Q91CMre3KnL8zCnTvd6fFn
DAr6bTQMs3i0/bo/9qT/IsaiDWZCUxU5pYCXvZhhOP0WADnBqp275j7lr1pGI0DAmzRCokhDFouv
TekFlr0iqEWxPxMeuQc3q3IftLQtXZj7FEtguNgfk6RZDcASjDO2ZkiCUARzt90hHxKncJZmXO45
OHR04jxZ0uJgMsutBZmQq1PY80+IRf28IatZqVOaModcO44er+qcS2ybWmlYY05llfa9zOpIn1QR
dD9K4A8EUbiqPC6y1hg/hXi85lik6PJibuidjnJmz7qhZcdyA7LFFspVlH+PjIqDtxOJ9o9JM5h3
0UR85sFk84SrcEr7a6Pzp27t479Ap+GSpQnDQHf9muYe/SjAwIB+08SHGMJ/Wfw2IzwHV7mfuu3W
LoiuwtU7RBzGkwTMwCwZnluYX988UA2QgTjChNxpvcjfhBimxOskTcbbktyAJyOf5uZLa/OZ8Kmy
7aGGVnn3QBefdE+ehJ+ODnZuHwy8ep6Y9ywC/joqb4Mw5WnASrsz9hw1UTokl1Urv2jde2LzMCIY
4mTmaqDDhxSJ+kCt/USoG99sNSrwEcpvD3gQl83Z8WwFXcMM21s78KTemRhVPJFPKX/wum334ASz
oGtvEK/uhE5HeYBnm5zMIArKtd24JpMzJgQYQ7VQftczifSg4PS+6pOfjfTEfan4105STuqqLqfh
XIZh3ZyGOPCA0RReMWsmSYr5COMHdLD8L8yJAOrLHWIApEI9AVTxGh1Ih5QrFfOwoYzFvyOaLLbc
1IeBs0mbCJZup0N4AMxTqVsrHJQhDOCXZm5HREF7KBe13Bro+agMGPWJDSpLK1/NhYOi3C4tcVc3
AXJszslyiwA2MtZdB1FhHTfzbCEmUok+DIPkkEmyMkx+5TRYLcY7hNCu+mmovkXT7JcHCH6OXIm2
Dr/Esg8fepTwAJiu37qEChT6B/Mq3peK0uZbkwkBRISyxFshJtJnsHmggVZPGHFZ9hipPQLD+lfa
4ViNo4eaglUXF4g/AuSi064r++FudniZIL8hnV7E4PJJSpt0cBRkZsheLtRjIPktTgQYW0PGCScg
SRpY0GUwlAz3pNAJV6c48zAjKKjrmz39e3I/NRz06xA2W4uzPUPlrYeof9hlBfYrKxXjCLexIz+4
73KRmDdmmcsjvIAuJnPQCnc4MqfZYSJQNb6CfsfV1sBpFSe/Z2a9AkNrUWr4mAhCT5J7cEmtzyYu
a+Za6b780gyO/8VETu3sNLtnkb+Xxr6r4jrc840u531naM7rrkp34LsdPKLR8p4amUM4bEYDKlPv
sDH9znL2Q93B3MhiK1f7vmw6uRkQl+4W4BbFC0LUZVbpMBRF6iiq3dgO6rOhS+gfsVO02caHtf9t
wsPL22Swhj/DSQd3CtAeQ0on21Gvuspyc6xRItjMo9aoewwwEx+6KQItCrGYlm104RIiNBoxZ1to
hVFt1smqxZPtued2fRjLGdcBqEhWfTOw1rU5o6TYYqNhhKybNYcJ8ZRxxbDWJmsYPfoASTd1jwFS
1W6TFRGjU46PwV+hY/v7IK5VfJsnFiPQGpxqZYI6BlfD1BVi12Gy7i9OObbzu/Ecda3qVg8A8/jo
wJ5LmspcoWP2xDoO/O6OH6/PgDWK8qdPPvDXCmqPd/LsIBEH0xeTTwFtWcXZHrtZsuVc6ztCL++R
uz41tx3cT/re2PR/mtow77EJoA9uyoGJRw7HVyNhfPbrZrbWOcYy3WkOQjPcM872f1eyqqKjaYsQ
I3TG8cZ6sLtq3tZkEY1n7CfseENpRUWcl71+mnXgRCttqBIpsxGZUFmUS/Wewsboj6bMW/aQn+Xj
zi6RE2yqkDn/Vrr4e2C6RyAvPIDA8O7xbECGIUN4uLuZISPjPXd0jibD4ApIxsGCzcVQ8dSpkA4Z
5zEcD8axGQn6E47iHIG6eJfUY+KATHdMvCMIw1e2QuKOKayFVVwCdoR7n2WMP/BaCR5saRTxAV2Z
9RPYCHdOCrUBL87OsrYTUzhzLVXTlCBeLjLitE9xnotQzHChi57sKbdfnKihEFP6eTC/ixVGwMWL
g9CrPHkuVdo6ybn/twR/eYuVX4Rik33l0/7jRNI9UHbxK5WEOM4bZ/LM5JuoZTNCX6uwRgmjOb+1
fWIi9yP1MF84E4L8M0adJVPL2WGqkHIsfDUy2OcHiLINppK5x2iRNJICRnZhyQDVsSf40QeTV32T
aUCKI9VJZh3pq8b0BH2HvNKQMRz+o24WKRS+CgsF5NkAgXNec51zWMzzlZd1BaqRfM7UNSLatrhm
FC2/eTXg3BcDPxi1nZjgsaABwQuLi7lCJGVnybyXaFWZmnVxWP/0IUCecmRc0xnCm5j39oCCeN8r
rfsbkNXgpitl+lMUbRN/hg4Og5FvcGJYieaYfqK2iTURXe96322G/8kJ7VycbJo8pKxI+QFLpJ4W
pLC6KVvjFFmBeEwnIj0PaTcmX0TZYnbQl+WAoCANUQwpFWdXvJj+1m/KMt5yB5X5z6Sh8Nk2RjzX
+86Np08wyzEgn0wtv0YpRENSxzu2baibCDKsF443xcKzZBalPguMqhD+Wnayq5n7D4AvQAmfi1BC
w0BRkHbn1LdHbyeMvNjPgl4Ita6oMafg17gyzaqv1zij+XLbJ06vdj2GqjD3Xdz7EWAkXXEcbKW/
YQFaAVbY3EWHYsSLfTs0tDiHBHuI7ZT4bXnju23x1Y3n9ElhHkg3ZAbTl2lOkvJsjRDrttQ2ytqG
FkzmTTjOYbBp1QQfM8Kaib0RwtpixmyCGdESgvSPyoJQmBNiHWEkNF+NWAl1+9IPU2fN+0t7VL7h
yMda6uJzZiSD8QDRmHhePyG27eyRkxls4SFTPCM9ol0yh6HIDnRzqf7UGHVzK0a76rd9O/QxfIUk
crcmHphfUzha8c5r/LbbA7NEJxzsaL3GyoLvAVyScxHORtJvO7+uzrZdVg6OMt6c7ZtgtNjFLnxe
OhAj7360/ggPq3JxA0SM7qv9DLExWtFZWHSWs5nb2ECmbfk0cidB/DCNNl8hFSrA0ZjOj+itnCTH
AMPrqhXkVnu8pSi0qjXukIx0VVq6JyuB6n3sdTnEx4rfgoEBJNjqDCd0GLYzfKZPqepD92ZoUz/9
NIzxCCydNuMeImn8PBiGJ8jvSvjRTGu2jszRsH2yZLFs8MZwX4qor8drUGBP75oluPM0GmgCgREG
5OCAbG24NTH+xBKrccSjUbodM5FZtlz/3sTYBwedBAGpjBW6BTdf1GoGUUWqLQTOgTO4JDM4KzRv
msoPBxzLpOduK9y+ORJaSq+dWTE9wrsIi77ZNoZneBvuS1pqlNgqTxAg22U5fUIBFz1ThVT5IoBv
N/4wwgRczvIN/c8IPhuN4edSJ0x6oXEwGxRa2AlwW6F/41wW/0zmAigpoOjbe0wDojO6MYIcSnho
HSkdbdbdx0NJh9dGdnCX1mb5jE4H/5oajfy4Tc2GONgonxlvmMokjcFj7unj6mBhuKU4NLiIEDo8
RnldqlMQlt3jXMzzPXYaODFQkv9GNlVy+Hh+U2HH0PgHu4HHhW3PPH0Rae0utIYJbqDk67pr7Cg5
xIYMb+mdgKJki4T+lLkNzdLiP1auMQrDUMHRppGsVNub3rFqU/3c1QNiSUsjsMeUtkbFpJhDTAeB
LqF6rDKcaHdLVtgPNx3b7lSwd/foloP2amyL9IXZYiOgmRGB5kLYaDEiRY3y4vfoppjpwfll/4ZU
373K7XqLPV3pr7Qd5Hs/8UNio3JGIqcxSTIT+G+2mOC6aBbgz1TpNa5lYXaNXQ1HcdmnGDBIm+Hv
ps7oG5dOtg9OSgAxboU1e+VWaB/jWrdAUbdyMJaFqYnOvb0u2WnfHe23z7VXBmcsgAT85qGFGdJU
tbm4ydPeUODLdN7OKjLvMIOGBKX9rLqDJwHY3fAzHxpMwYDyaRS/C5jw6QZCL+7OeMjiwT4HlZlu
jdSWL/xY2lwXGHFHRyceLeY2FYaI68DNUveKq64L9zgTOdEePSU/Af/P/qCSIuNmcm2vOQeQo5cs
pyngE2wK9RRRo+hDKPCyNovC+O0K8kwOc9HF1m5MurlcdDX5HdxXprK8o/x3oR0mk27azi95juHe
J4xctL2LetH+ws0++k1TM17HkBzvnKFEAFhkZvWYKtN+4NDzr+Mub7/6KCa7bWj4CrF87qDbGqyn
kELy0Z3nYViFOCK09GpzQvw5ZtjHFH4T3LhYOFznYmqbTUqfgb5dKfj/bdXhzRw4gXuTQbg3OEKT
7hdNMzhmNsTmjxi25ve+s71vouoJjTATbI/ouEP3PrM6KFIlcb5cU6kcrnDKkvY6YzpRim+AY3lw
LMtQDducAZizTpAx6x3zLuN+DuL5uyW01htCq91vDMz5zEkqolPCglbfTjgaYGaAdQsgOMSkGydk
JL6iiLEolQozvjZqmJkrvw3LYesbMmOGBiq0aXSsOqB1sAiIq9bw25mS7Jac3wC+M1cYnlWB00Ch
C8heXrveMCZnXDnFQ9tTFxh9FpAp248MMYUCcRtcrzDWgW/78lrNvon/ZuOKbxLFwx08nihapxBT
ySItiJnHFSvoDmAjCPqL2lBPhKp65sagBtwx1sSVqMt6bEdIfhqjXcGNB4MAVt4anZROtqjDmGi6
OaZsnyHeC1Rz+IqgQ6s6MOxxASUK4F5EFxlKo2G2zHYfQTBYvAGajJ4rBg1eNS4oIY4Ubd6eIEIN
D4RPOO331p6wdoSoY1j7zBzJWwoYRdrwxCuZP3YSEy3Yzax9p2WzmOjm/EVTrdvnMMZKBwhvMKsT
tVR5TobWxGpjHKrfkzTE2WJQw1AfqPyTnVpVt1OTD8c6ZcPaZwaGc7Jx7crn1LW5sa/NCfLEds5j
I99VWaee6A2IaRMa48UVEBN3aTzNmPnViW6xjaECHHa5mim7A1uVekGZw3jjDmgbNk5iLYCv4QYP
k5yyl7agSn9xTeq9HZ6kZneV11jdrLD7wyi/r8ETV04yl3JbkCA5gDYwP1lFseM+DFFVgjwoiyl/
UseIyUGGqudJzvmIT2PaDJsY2Wu/wpesdsmmt+TvHLbflZ4a8bJQjMKV2dMTcPowglh1+Awu6iPI
+5jDTv69mYd9ejsYqouu4qaSSPqQ87MdNfLXuiwTBFI6bPc5CbBYizp+Rv9pzPPPmLkONnilNndl
KFuHuY5yYAq2WCp/CmocdVYkujfZYfBcxloo04ReBa3h3scYBz+3EndkzFz84Sb1dRCuXbvhhA1i
9u/OjSAt7DLtTu5qsqvyGt9dkHwDpxacZEfxJBu7+dniRQ63xqIM3SvZi98JmUbZNbdteY2siRTv
JhBmtzV0IKBMZ0gVeYAwYQiKX/dJDW3yBSMUkCnM8/RD5dQtLv1T0v/Cq6suVz2Bjb+1U4pggwEF
kAbeZ+q2zWREdcBpi6td7SQvPlsQH2CrT8CfnEGeBwpg1EpR5/3KMbPtcZ7CRWeV0Qp6K/yYOASK
TAwD2nuNss4HgD3NNeUGrdco0hUuPfJZNpC9m0TrYG1lAbdHaWvvEzx0pC5wkvwn2OXRwdIxvjw6
HxAlJy7W3CTQmZBDsC5voe6MitxRbUXwLky7TosbkVfWrxJ2QHX0sY7McStvxDPxHoa9nsLCRjxa
yDbZC3jr144a83bvW8HcrzMNyrmdiNMRe/h307VUY4eAZQzNcZOnbvUjC8P4WwCl8cGR/ojl26jZ
TM+kG4p8jwtU16xkLkIB7abr7mJCI4JDotM0PsJ6oKaGbtcelVOa2ElBJH8ai1g9Kfz1qV/6foQA
k/f4TZtz/yPObar1uW3g8WUOLSfUSPfLrByPiSYGXQgSXfJWQGPaNLphLu4+GH6GKthInWxJ92TQ
3eFlIGFN5FrCLGbktJQBRD2X9247cyhWFZo7cM+mb3ayL9xvXVhJhObWbH+RM9RCYhNCsU1ArOFs
4LJhgUI7dKfsocjFeRTJxQZisof8skIpyGjDrw2QVgGHzekxv12FOUfrJmIGth1wauo4bcDs170H
/fsaRkiLcxlwEB7XAjmEFa9Zy6+3ohvS7EuI50iA4fUIDAmL0u+3OO+iQAhkOgLMBWrKD1zIcbhh
HOJkB9uGV7etrN7+6QKvF2f8/Cmuc20stlZtieV64pAHwXdm2F9NHcovAW2t2tq5OWfwlNC4bWwP
QscG6g4VKjLG8jwSl/KYQ4r42ZXaKMD/lPOQN1OPVQYCbCYTYWV+xYA++6x6PTHgh+r1ycePAhfA
gnC/6VQLSYqOzxD+peBYnaC9lZHCUbGvmLnjg02uhqfGh7zvxq/1DOPdUEkKD7mZ+ysdj8yYbUfE
GOJC8n7IIONZVyNBBIjDKK8WbwG0VnsymfSt2Vt8GwO8ui9TZZfEF5a8IIhDaJhxahwgVWEwjg5D
Quc0drCMMJdqCUW8x4MutL67smFmPpD9dR1xgP9yzNCadjLBofqTgcSEWfHkq4STFZt35oC5rW6d
LEKD0KHiqLczqbbdKokme9qE8DCPXCZdhitpCX26MRz3c5e7HZdYxr1UISTtVrFVGymlpNQn2ce+
v0mKyKM+wSbG3npj23+fvcl+NKOpsDYN0Ky3Fn2t+KJDsu2wy40npscFyhob7lF+NbnCFsxX/KD9
Fg1ouM+UKtMJEbPV7rTNTD/kNEBnD4aPKTia3vIWAijdKfht9NAPHieZ34V2sgEOUgzmA8YdG7qp
9KuB6Ue9xrdy8nYkh6Vfi6iRIw40xnj6q6YnoRECZfIylwtGlLh19LrGyfyvOvKHoS4ykmiUnYuz
Jkfkp21GCQPgXICd9AECBfy5a/tX2KI8RYsGhw2zgiH8XLkgOqS6JEz6SEjDH0TQu8N26TAH/M5o
vFO3tY6K7hN4tkX5Xuow+GJ2o5g3Vjw7RwRHcY7cpo6K1V/+YNtTQVm3gWCTXIEr+JiH86mnu7/M
imFFxWxwE3mBfAawax8KO4mX2gkulkCe/PTXPKNoFL2NBFg2VkBFK2AsGlBcGYNUudz9hYKy9YUX
ZNtSWpG9FtybJ5ESwnNIIDJPH8RCvRF3Zi25avxbPIFbxRKt9I9orAauYyqqegngspynzIXoshuH
drQPYxdm5xme3fcpSKdj67TJ1X//1//6v//71/g/4e/y9v/HWf5X0eW3ZczM6//89xuRVJYD/k0Z
7zjCNy+yDgeqGY9TjrULLOanQHrbGOt/5twLyzpt1fb99d6IiWI934HiCN/EVxdhgGEyabKD6KAM
C6gVT8YXo2v1Nb3GeHp/pT9yJDkw4KA7wqb/cXmzr9/qkERhicMWWbPaiK+GubP2XKjD2jFIiXBz
+4eWA3bnxG1cNW736/3F/8g8BIljSdNzyICVYNSvF6+jPkxR5ZMkUejkWImYDEuMO3ZN2KIXdPoI
R540+7fv9u9FeWohoNdZ/sVvOU/V0EYuHLi56apHYWOTXVS1cYM5fvxv0xV5MN91bGXj9kOQ2cXP
CGo2tqQdIDerqmZXeH6xQbjabsaAeKX3X+UfX4znmMxVTJf/dl0pLtK+nMDqKxzxsZ705L32k+zT
aNcvTt7n1/9+IfpJh1B6EyRVXKSzZaZ0oTnhHYBrbrMamQrcWByvO8BwtJrvr/XHtuNhHCV91ydx
TyHcff19oLclfiX3nbWH9yjO0pO1Su0S0ALO8Ip4jH7z/np/BIkt6/nLz8UBY6Gce71eUrUhtmes
p+Hm73GANLZON+d376/yxlOR8Gn5ABWC8YZz8VPldThzrSuKTnLJ1kGZ+Dvko/jktgIrFHuQ9++v
98anYXkeSl/f8kCFLre4aaCKzQWMvEx0JNK7ElS3xqzIGdT8+P5SbzwaWkvL5Xv3eIfOxQ/WL+OB
PCZ8Yi4y+ZBUHaCDVzkvLXaFe9ir0Qfn8huPRho6zD5GBGwwa/nn/7gTDNIBuCnh1BlY8x7msKQq
h1C15hr/KJnxraWIqmY5T3LBXG4wHA/aRcaA/QyuoAfiXdgBHRACSrZu/f5bfHspfGmX//h8+a+f
ygrQqaAoWvayU68MKxbHADqhNhLngwPqrd+LM4OzEOItp//F71VZUA7HiEfREBrQ69JkD+GY7CN3
wH9trpPdf/BkIKeOlK7Pq7w4e0n+GLLe51MsSEbej4MdbhzCw/Ztk7z8BytZvo3xiBIeV/frd4jk
nyQdD5l4qoHm5y4MtroktD4ZQ/2fPJSNuFLwCqVrXywVUts7ZjxySg0Wrnn4BhzdABEGNhDeB/GR
f97WZD5j8gm2Bl2RdNvXTwWxHPZNgMEwzjgF1OYBD51dSGEOKE9w6MugNeS91jJAQmZYyqfJt2l6
/4NXq4TyHVMpW10mt5c08IUecX2wAqMmEQntOQNLfRBqSD44kP/+d71KF/dQMwsiLaQAAbbMi/JE
hHlbAorZ62Iuoq+GBsVZtSNBRxWcsxsRZeltrLVzBUDWnEnFEzdcufMWuF0d4eR4v6e06n9D0i4U
PT4kLRD+9JDEJgNeAzHMBxfWHzXqxZ978fsYBqTVVCp7nYJZhEUEChuMBCEQe7HFvF2s86mNcR7G
NuT93+TvCvS9F2W9/jLwSUHwMrByg5UjpAd85nJ1IxmerWtT9lf+QgtgUPASaFufRZxHh7oLPvgr
3jq4OPz5veRycKmL4xgpkZPY0HzQ/eE0GcQ4jjeQ/49YhtcfLLVsqj+eFzsFdjikYCkvNh1jl6RD
yOesg/a7C2NzDzBTAO3iKlthKfT+231rMXtJGIXtgRjCuqh5/CptncUNF+ixCM11aTrV2fASvXeH
MWMe76BB++D5zLfWVIwMqEgs6VmXucY+imuqCMI4sXNpcPolmQA+dlAdPcr140T2F4QUS+4wDxxu
YRe1N5M90AvNKbF7TCPlynBDfztBBK83SGrErmZqvn//xSz3w8WvgM7YxFFFMfTjHnn91RXLb1Di
qgVHDq2lqqHgO2Bw2/dXeeOz4m7yqWq5pSwhLr7tYB6BYXFCWDeTwGXXwTPFc60Vcvxp9/5Kb5yv
nOEmt7vFa7flxQecDXYP944CEJhIH+eoCI4VMM+aocqCRchi3zdmhD2kb5wJE9H//mSlqubAI1ab
U+KPNPYRMWg8RO7aN0rjrpUCuYWYqvKMCjv7+v6jvvF9uQQeO7QLfF3mZTsNXxJZcM1aFkThQwdL
eaUZ2DF+TfD8oCz4KKj3jV9Rcj3yE5LX7QLrvf5WyNXB39Nltg97rTmRkY4dYNWqs7aU/8HPuPyr
Lj5LlvJNi9qG9vky0JngnoasoIAbOfPAgrIm7nAtjSN8wclZ2w6OsD4RlmV8cEy8sRskRCYlXcg3
rmsu//wf1WhWjDVhtxjvuR5hRNhxxZsgquT5X/9woBO4k1sMYzzMR1+vIg2c5RGbUuTOgbh36ioB
O4CAfEBjmfpw8fra+uAwevOn8yVdJXe+6amLB3Pt1uQM5FsRYdjWWwOLsU/4nLjJJkZo/u/bFV4g
v55U0rKpgF8/X0vjBK2gwL6QHgK2EXWOR3D3VldQPN9/lW89F4eW8i2HXFjPvniuFFPtEiKyu0Z+
5hI3hBexkRFW20FA3Ly/1FsX9PLx0zww0kH5efFYKPeF7Doei8gnL1xXquxdqAJeecCKRuCznCGI
yga/GOjTpuG31hDgSfbRp7kzKc7f/3PeenLJXQaAznnquhc3WpOREeUNuGaSvusdOvRQu9FvHroB
iex/sJLv444Fx4eLYjmH/rEp6N6IK+UvoFq0iBdALIbxkQX3lXy8D97xW9veW/ozMtbAftXFPdGM
GppWA6WigvJ7xJ0RpI0sq40GxzlhI20cESqqw/vP98Y5ShVCZcptzLVh2a+fL/RwfZyw0YZVnIXo
bqFi5JE0v01OfqhmP/ig433zGYGQPIcSC3fLix+uROygrAkXpyAuuzsvdpI1iTzzAX+N9IxmkAAK
nAs/aBOXfXB5nirXXuhVRMorefGMM4Z0cOwwcs/gq+J97GNthsQqir+9/y7fejjlKb5IvkvJGff6
XeKG5gQjXh5rObnNwzj71kmXEFkTUkkfh0hl524wpuf3F31rKzBWxlXUp4lz3OXh//mB6sKrnQG3
BOQw46acjGktMwN9ADjx/l8vxbSTSQyzwGX0c/EeCdle1GZAB0iAzU3EjPLMWDndZXXQf3AFvvFU
TMmROgmPTpGi5vVTdUiYEGY1uMX6QuxSOJVAIZnEAlu9vP9Qb3wcSP34FCmYmMGIix9tFEHQpJXZ
rG0IJdea4OoRvWdBTuf767xRmy21kSWRywke6eIAVV5dpAn2tjBdtH/IDGXs7LwVawpzAE/06bd2
D1uh4hIkCMFLf76//Bv73POEhFICTiaZEL5+oUoXnRt6NvtcuMO9F4j5M3xubEtVX+zqqTA+mLO+
sRc88k6ZizPZstXluZl2AZLjFEQxJcZqH1u+99IYCDtjgH1MTIiozJOhufnXD8lJjQWMbdtC0D68
fkjsjzHuh6W97n0M6kqcIm4kuPQOT0h8TegjP/hN/35rFycLVyHfp7Jd9qB3cWT72TCBkjaYq3Vp
+tONcu/XcrD/FB6yTqRTGo92MxojFEwzcg94XOGXnLmj3Lz/4H++bdeTPnWETW1FuvjFdkHGgYVT
zHhUSMO6IzgxewGIIAUV6cEVdgmut5rQ1zgfXMN/flQuHxXdCjcwC3vLLv7H2SPxGI4VwUpkGJI6
Bjdv2hBGmZ5QsvzmI4w/eMo3lzPVgiz5ps9V+Xo5bAtNlEvQmxYfwC8weJyjzqwzvlcwikjorLx/
/3zLGyXrCyG8yTO+XlDJxZm4HBrUPwaoZMKGvZ87Rx4TNxgI0SzbD57wjd+RUDfW9LhHKFYvrke7
7uOcpCXkn37eHGK7wsGeeIeNEQTpIYqM4DgbhvXBrllOntcfMZN8znN6Gto2+qnXT8lYtgQ8YquS
6wGvSY8EDabUOZ5ZVc8yquvnpG3IEEBe9MH++fOUX1aW1AM04BLi1euVHdyFJl27XJh4mG5Bnr2j
tpV1xuun/AAofOPbYW5r2sziGOByCL5eygispIocB4ZD9f+YO68luY0tXb+KQvfQwJuI2RNxqlCm
HdVNT94gSKoF7z2e/nzZ0p4hUIjCtOJcHN1RLTE7kZkrV671G3Qbq2GcDvCrgTlPxbvcw837+oFc
nRkrSDUJXJ1uLG6VOLUCaQoBnUBzzo45eSMAf086Ip+TbHzEteVTKOs4pkOzSbYWmzRSB9gdqdCQ
meD/dZXkH3S0d1D51j7S+FVPiBoJq4RB2sjlRFCZ7xsewwxpOySPfNHFZo37EXeitGogf1BVknAq
OoZUOjaOxOXC8eqgaMy+JNRcnMFOQZcE8nezr+sIWR3oAC5CNMURtU5Uh3CH2ficitgJy2lZ4klG
v0klJ14ch0ouEEputAassyFEQKXoNKaBfqBQ3kESh0hzkosamoApp+eyTJErDZ3m0HS+hrRHXz7I
CKt9uL6dLtfYRMNPpYBHv5kbZLGdwFz7kO/EGutyhp5kWkvv/bgZTmgFmZ+aBiLmORo0lLJBcBMM
r4++sgQOr0uyPv6BsbEI845lDtBygS5I9fTVRwKZdgtG0yNkJkLg8fpgl3kSUUihOcu5MTTygvlB
xW+nQBQRhwoZUPcZUy6EdqypP3sptrlU0qyb3E8RlGybJjoYABBeXwW2OESMz29hIsq+OE+yUeHt
lWXtPkfL4gjjXXkrl4nmoj1UbyRJlyeIocjIoJByeTPh+VxbwT2IDfA26pDBOC6D5hTS5dzY0Suj
kILxrhS5Aa2IxfJhKgSdHeHxvWrD1B1xALpFU7A7XF838bfMj40lio5iNjBb2C/zueQI1yInPaDR
KjS9xkDrbkwl+qz103T6ByOZpHgaDzrqZItUtkO5DOJK3+173xzRp4kctGq8G8vuuo2RVvYiFXMe
IQpK1fTTl+sT2FjTmEI/BuZuDT+iNY76oPYPikqVfpdqdfw+HWHs1VZXfqp78/WlYxToQAypwBJM
+puLc49IL1WdFBSVwCve0wSfDnmPNmUsD/o/WL8XqILzsnrLNiA6MF1rtSqyEn6k3JdWTH8ubaNH
FA+3+hHisy23isWMBHxFRlR6sSFtD6MqZYRnWWqT9g7Nu+JTIZnqJ1UC2bvrGttx0zzLX31d4csL
cI0HpULFbLmYSPYMQ+Lr3X4ASXmHuVLhKr1jbBy2tWOAyR3VP4EioH07Pwb9iDm0rCPTDtcQbdBJ
Q69Vm6o9fn6vL00xFd6ThA/aqdQB50MpKlxl4NWAnSxsSyyEWg+44Rk7X0OS5fVHTlRQBHSAvrex
OHJqVWMM1GndvvTq8TQ5qGMHtIePSTd8vz7SWrCi/cY1I0BVtKTnkzIbLXWmBMeNsiram6aqzX1m
g/G/PsraKnGhagasWpQxjUWwKjSPgl8E67K0sQ5BmR856Mooz1OTdxuX58VQTIKsmpcwRl/gShZZ
0oTWUm22+LvKRmedsEgZz2XfUmOAf3S4PquLcyWG4suZlEbJdPXFzSVh5g2jCMmjOEv9M8BnHxmi
JnjEl63+AkkeSQJHEayyVw9rkuViMUTbgFtmGSVpYLMPCvwwuQHIqpvPWCcqpySN1WdkV+0cISij
3DhnF/uEB8PPgy42v4EcTuoHg0Ay6yrJ59gcx7DvztentrJ4dO0cJqeBmZGX2KO2cowpRyhBdNC0
GxyORiySsHOrSmQHrg91keKJCYGVpD/LZwQhMd/4HmiSUBti4cuZDDizoeyqa+jvgFeQTkWnml9J
weJ3g1VvnLiLS24x8GLXoOYCll4Ppn3TKP2RJyDiRaEBP1OZouIWsfXARcgL2j3ew/d0ktONs7iy
a01Rd+PM0zKhFD2fOBp7U1M5OJ3IAR5Uu1BG1dL1gyS799AFiOBllGiCjOha3PyDL04DHtkpOmYk
m/OBSblKBZN2ZL899AfU0LE/q7gQneC/WG4pW9Mprxz7gI9csVGQXpsynXGqgVx/wL8Wn7wvJEfJ
vFxMGQz/Hg36sL9HTlyWfkxdJj12QR1JVHDz6sf1Ka+cGh5RPID52I4GqG4+ZTOf9HJEAGffooEx
HaIWWa991GRhshET1gYi6dRINx0wpMuWG/eFWtoV1GmTOpSw1Rkr7y4IoKxsLOLqQJTfRONExoVx
MaOwmSw98WJZCCPj4JpjwjDV3VZHdiUOWETw/x5lcTiDGKF2ND/kPUogzckyPaTcA0eoEFmvromA
9yJZpzUCL5O+zOK+QEyqTLtABWtj5uqXQBqVJ7W1aHIBI3Kv74aVbWiR1WJdb4pu8xI+h1uO7WSJ
J++RfUNyD+FKpMH78Say6uGmagaQ/ahMbbx5VuIcCQt6NyI/AhuySCVkK7AknLYUdObS6gell2/I
Ik5veiLDHez7zDUmYTDnWCjLX5/u2iKaosRFOYGC/3Kr4HjnN2nMLmlTczzBSMeNMYLgpyKz8/rb
ySJtB+1GacS8wMg6NHsqH34PPKU6P+VFZh0xm9wCv69NiGohyD0L4qK9bBgGfWW3Y4WVG0pS5dGZ
rPKmKXP9jD+w9tp6FrtSVEMEnNPiZbwI0s6AZRw2X+q+MrL0kAfteMT5azzBZtyqga7OyiJ2yKTq
Bi/JeYyiU1P4o8SsAqktbvKg988IoCPkk5TTxtWzOhTXHzVFyoK0KeZDxSH4/NRK1H2NJ+YNtAX9
psA95dZkm2Qbu2/tsLFSBESVDI221nwsXBOipjH5gppWPccQFM9hA08uxh3XbTCLwLh6yk/Xd7y4
R2YPLVaNp85LuZxayhIgUABv97OBcD86otOklHHkjmWfZrDm8WBEgDrbQHdcdkRehgT8YyjEFBiy
82ka+NdnfQBUMEYpGXk6Kg5EM/sYBgaacxAKleMQ4igPK6vDOaUIFYQVBkfZWNm1KMO0ebkD76I3
s4iisaVgERWEgN0iW32U8GKRAWSY/YkqWv8jyxsDwhKK9F1daVv58OXYnHrCKh5+VPEpIc0/QSH5
5tCNHk5deVS6ra4PMep4O9U5wkiq3VIP+kNDBe9wfbEvb0KGNRS2sS6wV8v3LQx9ylktJDds1fWD
NUbeQ4zi3fn6KJdHRgwAtJsHNPeDvJxcbE8jHnIDwFnPuNE0Hx8t9F2OQ1F+evVIlk4AEE9p8rNl
CoElOrW5wVLhJGrqwYmn4NTbTnlSpt7cmNTl2aR/LlC6tgny4gJM5puhIWV1CA7fQVFdy3KEw2UJ
HarM9o6gX6Wdhfr3RkC4PJy0m8Fe8MzlDUr3Y75NWgv2dmsA1oOxGZ71ElvbCoe589BAta1DQMOv
/Z6iisQrnuchLabl98y6OK6xnkIXK5hayL1DRWDIeXTcp4BpNjbj5RmYDya20U+dwaL1gr4XcCGr
atCgtmvEIfxWc+XJ6HHphahv5RreXxh6b5R51kamd8YuNXGr5QqZj5zLRmP4dDz3PmJMH+3Qgl5a
oHOKEil+sQOapWWFxbGRqt1G7LtcUJMbEs6UIJBw7MUu+2nO8Gz9zK/xVCPC49wBAvZmUBIY4ygr
v43TctrYQJdHkfFoOsNUYUDKLfPxEuQaUfpxRqxzVOeB6vKA+1mgub7eblUWLj+qJRNaVEU1eQjD
tZgPhWjMMCGJ0btGUXWYCXR18yF0EGlX2iZuoQcPxlecVqo7H/v1ja10+VkZm7UEvKxTRlmyqJJR
QTt1yFHvKKLiradF3nnCrvW219T6FMhKu5EVX35WkSPS9SXfsYEpLp6FWOQMkhlavVtpJSHbiYYd
qhk4m8rV5+sn8qW/Ob+fLQFfdVTRRxMNrvlnTYIKLrrjjy5esagx9ingoV2l440Kmk9rP3ZIYz2a
COr8DuZ2RNw/ohOyE4rQmBLgqLvrk9TcaJReXiOWStiVSZDFBbYE+qER1cqAhPncnozLIKo9wV7r
s/HP63MXF/Bi6lC1DJGd8Oi/iH5wwrHZUvQOUL+HgnUKqtYF4VOGJwWjUeBnGmgGyFC2izRno+3S
EXm867/CykJTZhGjU5lD80Fs+p/Oq+546MTGNpvakON7EoPmLFeGfAsmXtt4pa4ORfMMlg2RHlzv
fKg60sg9aqV31UlqMD/LAkXfB3WNxLOl9e1GYFhJwqgM87jSALuJt91iZkHHSsgokyB41EvZvlUV
uNFI59xqsFL3XaPAUdfG8AQl2H5TT5X/6E/KFqVzbYWhx9INsgFpQ/pZzhmpQFXJBwyFFOV+VDWM
YUK8sLN0QpYQ+1cELVXJTRK4/OQu7fvrq7s6POeK4AGjGl7pfHg9qb0gJnC4WZrRyyAvpYXXwYG2
I2NAFhH0ewItjYo2Jy+XrC009dqS8yYDCU9xnpfgYg0aExxHO1SD63dp8b3AovCUUBQ5lpH6DyIk
Fw97GdonFZAlb8VXWrtRp35ADSVGMQPL5HM/mNoRRZsQcRu1OV3/tGtTA2VEm5aupULKNP+0ES6Y
sW6xvcrOGd6bDOBCYmzuoiLcgm2sRSNRCBFJEsCu5U5uWhmnyBBgY6wVan4TZDaqSjif4TRwfU4i
1C7iEfUI7m1orZBol6xWKxm7ws+54fJSs+9wQzUOXo7aUN4207vGQOAaVS3ncH3QlQ/JxS1qLwJG
ob5AEX6KQMiZWr0fo5tn+kWPaxjmQG6hCVegqkbjayMsvMDflnOkoQ62CI6IYBfM120EW5xm8ohH
MwDjXkHgPHNw+Jsy2TpOZadMh94LmxyN5XT8jgCDgZg8qqro+pZCdaanJtrvGjlC9TPGxuINEOxm
PNEAVfxj36IdP6Gr8bWVLRxlUWhjjfCJMacnSfElb2dUfmcfkGYfmttIDfMHJu4nqDCrr6aFslc0
8h3SIwceg7ooMWVBXiWW0aK9h/jlOznvb/0eVUVMs6zbRMc74dWrCOONNyaIWIMKiVjln1YxbjmU
AdRat0rV6YeBGt9tjgbBF0S+t5DMKxsGkrwNKRTgAOSQxVCUlJJSylrdVduseEISJr1rZCM709H0
v12f1cqBEF0ryjAmyclFNtvWAcjUlqHoeg935NS2qzRTcBsldOOgVqr3Km5HG8n7Sq5HcklTky9J
v0xfrJw2qZXloTzmppmZPYVWSEErIwmresDvTbMFKFyb48/DLQ5EloiHNPV5d8Lgyjk3to+umjzh
jrhzaq6qjnYo1jN6IR+uf9y1dUQJE1kA3pyUQxc5ZohCKqqCFHT7cZC/xJRoPpeyX35I4nR6vD6U
uGcWh56eCi8EHQwVEJ7FHGsFhROffpxbjpN8qMMS9+5W+xNXHVy7Bknd5zi+/FnWdCOuD7zycRnY
AqfJYirwbubHwoARYnderbhxY6G506vSeyBSf8IW6d4MDSBKc1Syje+6sn8cyj1Ud2myE+MWk+3t
AoVkizE7r7K5KNAgeUhB/EW7WsWWKQOLfLw+y5WVhAkuC3QI7UGKsfNZ1qh/Oe2ETmmP7tEXRW7q
N6Me4dlL827jfbn2QQVPm9UkiFPcmg8lJZC/UlQdUBdtZERAm6q3myerySx6Ho2q7tXKth/7AkLQ
6+cIcVHT0FsikzLEV/8pwIUlBR+NJBKjPVSeDxh2jZ/KREKhPXHSauP9sfZB2awULkW2TCSYD1ZZ
ahOHtqyg4TcNH2k51zWcPls/mnY4buSIa1/UENchcHyQIUt4TYxfH10OQ3Etx6tqjN+U7q51pgqQ
DcohB1pb6gHKf7vRAllJTR1wPWQZFIMZd5EaElWnqKx0DAyMQupuRivxz5aHmPy+HH3QYE2i6m9T
TzPfp53R/pnV1KOur+haUKAyKcDyNCD5ReYfGQtQy+jrUqPyXKGRbk6K0570PDG+JXEl3xj4ix8C
AH5uPfr1FnlrbfoUaAA1CaboBUxBU4d2yM1eQxIsyJLDaGl+iZqlWr6LHRCzeu7FdzgCmC4P1e4A
zz25uT77tS3GwxZ5BSEZxDU6n31Mhx25NVkDuKllbof8+y4sHP0sob3xD8IDzF8BkiczuEjNAyWO
AgtBcjftAwQbA7s9pXQzbtICP5Prs1rbzAwBtomnOznl4uCoPt4SqRVpLkKJeUtlO65ceA/696wH
frzDxqW/67Bn3hr3MuYipsDxobAIBhn1mfnX9I28QBasmghLfffYwoo84NOJTw3/dvhWULBxXztR
Gw0r9COEEpIQ8ZkPiIw4KqRdPbmJokafy1LFkM+TlF0sY9+U4o+4Q2x52Ai+L1fH/B61qSnSuRFy
DlRGFkdmUGU8n+NuROfTl3N36AblrtcN71sPZfxd4o3BfePX6F6PRWaeG9gtDzEOx6exc+Q/rn+A
y/1LEkjWQP8eQttFC7VDyxQZCInCH5L/72U4wt8zsIEPRVZmn64PdXlWSQIFcIkblUfRMntQNb/T
oiqa3BZN7cOQqs4hwJ/2UKS18T60Qw9rXwQ0kjCS7ooC6/brw6/sLVHykwUGklRpCTH3oUGbVMPQ
vWiqMEOXIUYNLwLBEO+1wfBOjpPkG53Oy2OEZjJXOakdcEEytPnusiPd7DAoHF1FUDC6xKwOWis5
B8xYpu/YHZWnWLWerk/zMhwzJqV5m0uWRHNZOcaUTBnaEjXCqg7DD0mqPtaenb8lHEpnpQ9QFuXt
79rkwhvfd20nEQGBBYO45gm6mKyfYtLpBLGM1SoKR82g+ndSAo4/bmJ/416/xNXbNokLKAqsfdhJ
y7pq3bRV0hvYWGgAQAHP9hE68jHGgXbl5W/qdOh3CZaybqT2w42l+OPbkLTrPaKqeJ82SfyglpZ/
vv7h1/YXjUqK9eCuSAAWhxo3sQjLAkJJOEEs2AWoTGJCkZFOw5cyspvMMRB1uz7m2mKTRFGngRYH
TnpRF4tyLLuioZ+oZxf9vTMp6keMWZMbu9bSPzJ8Gu9A7liuEuv9RgxbnS23EShOXsYUt+dbW8kR
v/JKhJGp9DdvhlrJ9/RjpU+IXjW3VeB7G8FjbXcRPjhOBpBbOl3z8VLwuL0V4kQJS7Q9DgNXHkkf
ThCDnW/cCWKhFtGZMMXXpMFOqFrWcvMUz11hhokG7tA80ZrQWcam//DqpaNSI15TVKTIhBfHpUTh
b7TraEQ+Nh3KPdaE1k2ZoYajG0V0lhXsZNw6bDAShcwhbeyblcBEpgbJl+yYR9US7ksht+xq6lTu
5E8FHllleWMUvfqmxYDsjkJ5uxuUIT9cn/HKliGd4FoXkCRuvcUSGnT4jTDMhE5qjX2rruOpgQX0
Ue6MD3Ycqqfrw60FCXrY1ByEpoHBhTvfMj01x2Lq4BE6o2ztQQdYByqN4BV6w3wqtDb/qiDt7I6Y
ohwGGQPEQ1XJJvxSL34ftgXC9Bh2BxtR8qWsstxdhAmaInROsWASR/qnBxBZHC3LuhldM7fUx9iR
phura8t3YNuy7z62bwd5RC817qvgc8FT8UeEnY+MGKSeH/G1DA8T3gD3DRHoLMdRv7ExVsr9VExo
Vomnr07JfxHFoHwXk6V1g9sbeY1aTtH3iRuinPOlljXJOloSbqi3JuoXP/oU18g9jUr5Ht1lFAY2
1m9tv1ATlunW0YAFKjT/UmlERTjIKfobHV6Uu5Ss89ii3nwnmuo8HcNMux3xUzubOCEjZu5kPyqg
//lBG9DWLy0pewD+qp9Cq0jv46rHZa+NJWNjV69kNQRA0ie0JkWHQPz8p/UMu9KKslEe3MjLh+Kk
TXp4p455escN6XxFth393Bwldz5lhkyq3Izex+sfauUwC3qAioINOCeC8fw3MBDhwxKSXrEfEjpu
fUyxb/Es6D6YiU3HpmsQ1T5gx2e//gqAU8WQgpgIRmVxBURNqXY05zHjA1yFqWiFGfRzUGkSJGkV
pAN27laq3rx6sjTFFR1CFTA1bfneNTwF46uwl13chKriqy+NwTmi1VmebHwAwp0fBql8q6RqszFb
sdsW55aBSTZ4KsBMWh4MUIY6lkcZ5aAqLkp3jPAMxVUaX8gdlvRavhUnRDRcjsfe5yFET548Z3G1
w+1U4UPHyNLnJkJ2itfH2Ae2xZ3Tjd81kEbHSG4fVZw+b3QPVW4avu2769/6csoUJWDPcbuDLUHh
br6xdC2a+oDKrAucTP1EcciAKmcgx1Rn6HRfH2sl8IBekclbBdiCZu7itAcODxx54pxMal/ndymx
KXO1JLC+6G1VVw/pNI42toPVqGP8DoNxX3voa2NFk+ZbaIjLDADMh/XC1iKhRepyPvE+1FArgWmB
93o7AqApleA04YSzcXAvA9x8GPHzn0JH0xcQR2ytdQG12T59a7u9qwsMC7DqqL85Uacfr3/ktQE5
q9SLwAnQAFvsqSYyW2NI4w6LOfiQdo4REDalMKQwNtx5gGo2UuK17wgmXiwnZQQE6uYTxEBTAYBQ
d67WVf5DPtXZe9UYNi96EWjmR4UKBVoYGnJMJIcv+nE/fUeqMi0drhbnML1K/4wKmHQOzjKPXeog
LISv83g3BS2S+FbkPZWxpD3khZ+6Tdvbj9c/8GU+Ti1KA4JBjCCfWfIP0I9u1QkGi4ubEjDTuIik
T1GqWre+ooBMoD2OAUemes/k6/FWLWwltWB0CjZI/tA/uijPlxIy/77adG4Q4imxx4jDu7P6Or7L
5MYs0RpCJPbFyfBzgFnx3tOL9mNTtj/SoNHe1+GUHOIiGND066x7ejbN2+sf5/KmFL+ewPALbidU
7/luyINBx8kn7WgttwUVZnR93kpmHpxGqdA0jJttC25M16MaFGnyOwTVjY2UcG0/ckUjTEqQ4fGy
+A08O9O9yuE36A2MT3eBl4KajewtKu7aMYNgCewesidk9kX4iHG061TM3VxJkrsPZS7HGDzifTqe
nGkqjx1t3I1bcXViVLIgv8CPuOyih7WOin/Wufhw5z+0Ns3f2M74+to9GTq9Se5doc23PM5wqbM8
D4hXWdLIh0byLDdMOzy5cun1eBqqCMDEKWEg78Z7er5XPG5xxw4s1Co6Ozrlfe+4ZiAHB893ildf
7KJgwTqJEjKDLjZFC6QuCTWndcF1Iq7ats1BDVScxYNgq0SytjEs4q6QNFSpCC3iYdE0lV0YxF+d
0/V7aCb6uVFxJVdlDLGhEG5Qg1bubwXCMQpy0GPp8Sz2Id2GrGhxAXI9CDyoa6fVqRpK30Wn2du4
WVYCnyqT/gJ54OlAejZfL/BIWkR9q3Mby0bk1ZucvZ9JEViOrj6rvkP6LunDgfKxt3GmX1Dgi+iv
0sCmokgrm7kutkqgAjeiK9O6uhTUH7J4tEIXK0xrp4Tg5M5l4ShfEHbGfFrGuWzcBz3lzXokQxXe
5lhBsZlbPMK4X85+ARHQvR72VlaB1iWnkisK3MmyP5KPdlHT2+pdgIbmaSqTLwWmPCh0mxvxdSUI
zAZaLHft8a7uA8CNE238wUXBA7cQrTHqjerb5XuDxyHkQm51oGG0CeZr3eJ93bcSu1idJvnkdF3F
m1SRDpUuVTtbzuQ3UoVdzvWvuHa5QWY0qdTz0oHutthhKmX6VquxB20jM8j3kzRiv6tN+KPbfaZ+
l4pURkNCbjQ3Gouwx2VF058yrSjeIiWEBjSBo41Jcjz/LuJBeOLEDJ+u/45rHwYou2iFEVD0pfhN
jAmgqReolkSKZL5PsEI9aGErHfzYod4RDZaLhbW5uz7o2vYSsDyanBRVLjQw0bHH9dTyOtdmM5+j
IP/aeSEFgsGvN54ka2ec2iYoGFHDpz4wX3cvqic4LhLpheNnX8y8+xwjRHkKiya7l5rOu6HCAjuh
1Ld4Aiv9EtJVDiAAROE6suSzFnbvNYopLlSQ/LWb1lX+Jhwt39mN+WicwrxJ9ilPMeggStGfqwS8
Tl9noE3pYm9xilaCuHgU0TEBcypAkfPPgJ9k4neJwiqndXLTRTUFiUD+1FjVeGsOZX26vr7i+lmG
N4QwMFoRKR0YpPlwGCPpXQSTyFWVoHuLrQ6U4SYtjIPRl/if4xQa3vkIsr3Brzj/XbKb/h/EL5sq
KO1l+jbkJvNfQOXY4WnkNK5kKW8STC4/jn5f0Jfrh42prm1llHa5PcRdAt9mPlKcFgG9Y0YiFR0O
SYq1sGRW+TE2rPb1iTowRzr+YNfISJdlhCibxjjFs9QNLbUPD7VtYPdGSRKrrLo+A2lrntFUxioU
mLT66fqKig2yWFGaxYgECgEE5dIKRfXzOPUZu80k89hKjTD6wqX3webflns9i5rbwSy3jHRWNhLg
GbqORAvxol+sY2CUCae6gm3qh2Z2jmW530W6xJs+9KTh7WBpfXnqVEl7N4IlR8Sg1rdeKCsRBDQG
pVhTdMUQyZ4vsIlnnj1JXu2yTeOjMybvrKLDRXpS26NcOMUN+vaBW3Nbv35ngU4QEFPCOoI8i9Kz
F1qV0zcJezgK7a9YwOqnZFQLukRZu3ELq6uThJLKnY9oL2Sj+SQzebK9Scbaph8s43uFT/AtrSH1
VHVJdzM1beAGvhnsLSXMPrY4D5quHQGWmGQdm6HY9jofhlDV33TDoLmQQBIszMbMAnYUafXnstAC
bIky8/fem0INOfOp+5rCnO75nlN/2yZhuSdKGPaOIhHmdpFZnoMx3LKvWJ0lNE5Rh4MxusRF2naA
c2zdN25lSPl7aehvEyTQRjidarWjuT1K2EMO0wPlz3LjsbMSgEEP8dQhKAEdXm5kFRPBoLLqxm1w
hPpC4HxXarlfAz4FHmAE6ofrx3UlraIiJbgVItxf6Hu0ZWQHJI6Na9YFr2ZYgi3Of9mWWMlK8CNB
5GXwYijES26+bayy9roskBpXLls8LLI4DTFrK+rxtrAx0bw+p7VYAKRVXGLIadImng+GuWpkJN3E
S07Sxw+VrVfZ09R40LfbvtYeaJ3gWdZRSsBCktf0oY+xw7v+K6wQVgA+oFpA/xANb4qM899BQk2h
6zQFVqNilAOy+ci0otBQ1N69OWWav698rfqoarmePljBqArn7c7fl2qj/Ogaw7rPo3RLy2UlNJPU
0pkhUwdruAxQQe0kyHNhFgzUsb9PI1yiGao5pn42HsKqVoMd0jVbKmEro0LiFRgih7SK1tD8SwRq
7GDxKJVuV9TmJ/jJpbbD32x8r4QVosb0L5y7OGjzH9dXYG1YHUVcaFi0q9ni82Eru+rAjSI93UW2
jLgqbJ37OKeXsncwGzkg3wxWgptq4/iuDov2HrBjqnVcSfNhNTlUAtObsAXPDOeTUaoDLwfdi4Dl
V35xlJusPZqDP2wMe+kiQbAgDgrBT9qP3P3zceVMqWJblUDFx5ytB02psX7vNCf5PlLTfhs5lRbv
ErjV53bUM3OnxHGZuF4flSpI8wA/VxsdWldBWBsJRGgDFR6buH/tplzyn68vzUoweHksihY0S7PM
hBQjDvrC6VGVqjIVo189ccLx0dRQwUixSGyrrYCwNiBhnI6fQHBQSJp/HHBkBUVuZKxkqwBrTxad
3FVJEd6mDeIDGw+JlR3A4aIwIbYAW36xA9rBru2A6971vMj4VFfmh7yY0gcb4153KLviGJb+Vgaw
cmmgKUem91KNZsPPJzjSM9TjwqJxk0s4sERJbWHbLSf+DgG4/lPp9Ftl6ZUYCxEY8rZ4J4i3/3xE
TIj1qWnSisJV0MfwF6KpOQf2QD81Dh3EySZFCh4sX+/T234qdSnaZZWqfnv1ToJbjRo1LWeRUy++
dUg3wEursnSVFIDvaFXaTvIt4liAZ9zx+lhr3xgBHPrRaI2Q4i02kZNQAeA4l24QVd1bX0nGD7Hc
obZAM+eUTUWwUblb2UdQF7FiQOOINGAp+Wrp1DZAgvAgTJTyCW09XDkHOQoGtCSb6Pey8MjwUPLb
Ir+sZARCHQaiH4k0ol+L21NLlMhQa1pVIRiYQ4AQg6vYvIuvf82VI4mMI+Vqegka2qGL8BzKTmg5
cVG7SdzmELv18TaqrWgfOHH5+g9JJ4qmATmVGHMxoSkfm7TT2sZ1MqMsd34MsirOffstX+AZTo91
hGHgH67Pb2W3OLgnQpOi34fE2HJ+Ud7lKaxBVzPD7KEbcZSddOyY03FUj723iU9b2S0IcwiBqr/u
98V4dhwjoF8yntk2wZ+ZnILUbUALFLI2vikjOX7KcnWLlrs2SfoMPPREPkHNfB4E2iSrKpSmG7cc
dKs5cMVG05mv7dzJYe9/bFIV4vH17/oSPmfvS9oO0MCgAMNbonm5mKgSG2HSjR0VAzVBbqC3EFk4
9lTA02gXdkoeuWUtax+U0JriG6Wjnnv0x7I5+Z1MyqmXsqchlJUb6vcUgZbkMS45BjdOUCvKwe+r
KH2aOJRCq0HzHv068/8ImqLBdg1N9vuum+xPSW6n6X6stcE60kBO/I3c8WIpOQ5c44B6gHxTcxY/
/6nhx/ttaI2wYobgUJ4i7il30Cp5lxT6dI6M7gef4MP1r3o5JKx4ahNCVA1CyFKLJJjAIaLaarhl
VNvd3VT3dbQzOt6rOwoF1XSUYnKd2xZozVZ6eBFu6GjScOH9yjVC92wRwmsUefpx9A23jpB3OPjC
VT70WPuNAyn+nvm+EUoD1CWI4UJ6YBG+axsYgVpi94KoSD/uRsS795g75zeor2/6zVwcDCYF7wR0
oKDUOkthEzQyMqtFEh2IZqY9xWhJ3FeV9thKgXfI05bL8Pr6rYwn8k1hZoqrBhXa+ZZRLVzR1VB8
RNlTMeGeAmN8M9VTPwGiZw+/c7QM9YHrg65sGvpkJJtkAIDsls+JqixkZ/Qrw52Gqfjkj1CnC7oP
9GBLdIIQ9L8rFB7q1wddWUZyHPrAlB8ozi9TuRwX37YOI9Otg1L60PmAxs5RJuE64xebho8rwYa2
GNGG1wspHW3n+Xet1TaRMV/XXGDBSbGrm0C/L3ED73ekHdGTbJc+0ALVV3mflyqi0kYQSb8ruWG/
xbAl/VMtU7QH2Kap5kJVmfSdKdfdcFJDVUXXS/Ols96FDToRXjDcthGspZ3ayKAWLa/Jo50sIXu3
Z+mir2Yej1+uf8vLyjMtDhknK579vJKpH82npwcGGRsWZG7hh/I9YH213zmDkQpkbxVVu36wW+PA
2664a40KZUprNKpoJw2h1eAColnp+fpvdFleEr+R4KJTzuKtuuyiy7UeVNQnc9cBadYfWNS4Poaa
P0kHhA9VWhzTxKMkq4Ei7DBjT551HjwoMvq40+2nSDbrfYUxerWTQaFnOxMJ7JwNKuvyMYQIEO/D
Oooes1JOwl2lmeMX6t0G/t5ow8eHHEuR96NqoT2VxDpeFJggNzfh1Dshov6GAscGpvyP63O+3NEo
ZyBYDoEUTRSK0PNFGJMS4tOYFS70O3M/5mpyrtIGgMPUb/W2LsMERCAaOLyF6N1fkEbLCmaGnxW5
q9pV+yXodBMelalgg4OQ3k7mNbhxWld3GH0tHgkiQ0ARZT45LN9wUweM6qpN1B+42OO9nlTxwc4b
SJVdBvGmtGUwZpNxmEBsnLPR8/aBlYd/IbD+Y+bsXr84vf/Ii7EKUVdf/PG/fi+es3dN9fzcPHwr
/lP8r//9n/7X/I/8n3//ze635tvsD4esCZvxqX2uxrfP2DU3/3aXF//l//aHvzy//C3vx+L5X7/+
yNusEX+bH+bZr3//6OaPf/0KhPanrST+/r9/+OZbyv/37hvs81/u2x/ht4v/6/lb3fzrV8mUfwNZ
CgyXnSVybYES7p//+pHyG001QWjg5JOmigw1y6sm+Neviv6bEMfCMAy5dXCcIh2ooe+LH2m/vQgu
8oomsYVUZP/67/k//nXb/vXR/ef87z//krXpY85vWv/r15dGxP9cyvxiCG9ATBJeemDxLt441Wg0
XoHspRuO2tEco9A51INEmSQPbp1yMH6kplG+6wOnuU+UqodroNXJKR7zu9CwsuckNPR8ZzXW+JRN
pa3vMOidvkFOhmHU99n9ZMpR4k55WTY71Qva39Whukc2WX+MJdX5lnlh+OiP3vRWChFA820jKOmd
B+mutBGg29UaMqB7JR3lYyp1Y3ZojLL7ONnwrWO5jfdy4qWIUPl/PY3+323V2cb9vXuuIIQ8/8Ke
rn85ttkf3xr20Xw//3+5vdlV//HvzXOxuf9P4j9X843Nf//XtlaU37isCJdCDILKtXAD+HtX279B
gOLKJgmioA1ujh/9vas16zeyP5FYU4/FwE2chX/vavs3KnZAQclixBsK+Ou/f7H/xa7+S7P1f7Y1
ZA20a+glUvyhRiLISvOoR2zyqjQOb/NeKv34fcW1pj908gA4Bi2JEdpO6NqFp1TpTta8rIxOvoPo
OjuQ6UrOjuKY1GhvVKD9X9Kx97Wm3aVmQS3A6mrNTz/nPkZp1sHRw1Eud3LEv6u+RUGryE+W5UOv
2KUtIs/qV2Nwyi77ElQJ5KUdJPahH0R2GOgfLFSqLJiBYTu80+rMSN0+bY3OHabe6A725Pxf6s5s
N26jW9u3sm+AHzgPp2RPag3dLcm27BPCsS2SxeI88+r/h/qDvdMtbTVyuIEAThAkZJPFqrXe9Q6w
x0o3r27bWA8ZpmmyjzdToc5PU9qkzGa8OHpAc1YmATzITGe4aNpz0OOr/TsyXFltCyEwizRFjKWE
ZieqvdgEFIR0N8JSVto44+YGoQbn4srT+vaebC2k24Fp0qeL72Y7lmMcRHE92ztH72zx1Sz0Sm3W
kgBk7Ukpp9HdNqlpRPdVlw3PoHxeszOVNvWOVTJ46jpu8xGDOvRc6mZoO+aCmVsyhkp6BnQ6VlmF
L2P4ldgMlXPkV20mM/R7aAd8M57K3Vh6OXCLzKgkyqKutK02mW60Kh0j77em0dh2oIytYmcb18UD
ot+0ddrUGpxaDo5ujVeCGs37Skn6sPTJNDPVvbSS8ca1FUv6ta7Vf0G9xpi+ypwmW1ekNXeqRzWS
zHG1MaQdTRIJh6bVzT7STSFrOIRmPj5NpepEx6zm323CCPKRD5qyJIVbs5azuHpi2R7AWIrIb8ta
H9jAvAn1DeFb6OENrVOVXRb2Tunnfda7QaYrdu4PiuuWWGQYZLohpqzSTYqv4Lz2CmZeVE6V16/m
qamwCZnt5qGy3EbZqt1opluoC9m4GzDzcU84p8/TWsqFRhBGfVUFTc/oMhjIidECj5zdL7Y92ScE
seJ7mXpkGcZQyr7Yszpi0Zo65XFWpFv5WVS0d0pY1/ekZLiu7ySh4WA4YeL70lklFOZ5EY9jeJrm
X1siKMwbNS6jVye2Rb6dNGd0/TqMTPUuFHpKqqEYx2Klxo20d7Y78WwhSXreqils5WArRWX5gxg4
ChSiMvI9HiLxyyiQDq3bJKsxNkPI0QW1WSSab+VDE5IvMza/0tmKcFTulSJluWbKUSthxwSRHmFW
KnPVazajUDQ9aLXS/oFasmv8yo48NfDsIc/9SDEoTF03rHrfEhbvzImSTvVd8iVj5BURIrsBM2Ci
3mGR/EQA2Lz0Y6a8pq5obd8QWpQAbeuSrIEMRUsQte1ADGDjKtGminLx6NF0dninJYVxV4xj/F3W
laP5XjWTmKGOSYKXY9l5P5XRAURO89ioNkrNjukXYUH6tYoH9xohj/xqYYKBWW/e5EnA1zrf5nZT
/RRupUfSz7HVYEnVPN9oWGPZbfb7NIHFtE5zrG8qhpimXW1sfRTddu68MfRVr2zdn8SHZN6e0JwM
OLNQ4ehK3+RbG9ZDLRv7uesLQeJ7OTTy5E6W1fbQncM8W3leD0N+XbuyQ1/cD/0YBlHYKpCh6Bri
+PdYsUvwYc3VjI1YmVvRyrMVb7YOboxbkrmyZK1CjesiPf3WIDvPd56iV6avQO2un0Zlqq11HMI6
unVmpL0/4hRS++SXY9kiw48Nh9jRXshlyzV7Mo5u+D7ZvdkvMH9w16OnF9kKBeE0DfuMi8hi5SBe
7ZiRN+zf6zA3FWdfenZYfg0FE5et22qx95BoeZutmFJa6eSTaFxML9lgGfnJDaXX+1rrpUPnK6Fr
ljejrrXON9qWVt8tW28WrjtXSQQK4N5xo98ZRngq7dw8gTxMWa+QGQ5Cbmxotsp8nbhm6gSiFHW6
MgbG7b46VEV50+a5+7MVif69x5NEeep7ayb2TOvMkxna3XCcxkz7Gc9K6q7moUyTddePvbY2Uk2P
X7RMU5vNNISdHgz6gHcYZrcLP6CzBvnglgqypg4fVvMZZUDtrlGCkO84mEP0ZOud9ixVkk/gL0+N
G+CDEEufK4AQOy4CAj9FcD35ceuEd5JEgMSXQmHAYmolOGBV6kPvq7lVVnyQRamsarNKT6Wpx9nW
qOfhS19Ycb3xRrNKbhCjxJ4/Dz0fWOdWSbjWMdpuVqae9k4a1LXjZCvNCiuDqNnCM1lItVr2PqWr
9j2sZe7uRK9Yyjaq+HoCmciq3mIHoUp/bNNQ+rLLw9kntmbGubDMwmLThYqn+3g6uDyVuJCPMbpw
a2WZSb1RoR5F20FydARVXkfRLo9NaAZOWmjPFlYu5oo0E8O+1xoGnL7Wl66xNQw5v2ZuV9lYMNba
D9Zx0vhuk+gRtm5RHB26XhtmP3GyUOy9oSrvh2WCocixIJaU55g+TD3mYkipXC9ufRXv+2Ydx5if
+qqaSG8/Z7W7iaqqyIEvRD2xA8q4DMYIvbb5hHOclbLeYrU+5HZrqoGdYZzjS7Xvn4Qt2pbt39Re
O+ggmZ8oJLCvVNNupnXelYSyiDpyjvgGuIIwHc9KN9UY9c9T1kQkzedJ/tSL2v4RV1od+pVlQ+Rv
xYRdcAx+nwbOWDKriGCp6kt1Y5MoSQ34WOZ12vpSzzL2N7ce/5r1MHc3uhIaJ20sOxBNjGuLtUZV
Za97vXGaW+qqsT542cxBDgcUjce+ohVJfkqvapp03bpaCAgqhJ0NX0YBYrxNsS39xZzUKgI1aaLn
VvMm7TZy5iR/aPsSDUIxOsOrGWq8UjyebRlImSrxSnb24u9sViBAKoWMFwirsnZJ3VrltiEwzl6V
GCLWQRxlmjyF5pQqO9DfxNm4fUHlN+e2XRy0yMj6TSOh5Pg2c9+N1SpVswqTTF/xDddYAAz5qPpd
MiWOnxWylH6aDR3SPdeOfmqw3ItVntZ1vYtqDP5uWnIWvpf6PLUHYC+nfNQzSKZPSqw09VYzivrV
QwperU3EHqGfDN2k7tPBTeSmzPTcCeKkHuw17S6UmclrpNgnrpg8+lnSGv3WmLTiOAsD4UCiKLX1
khtpI4/0iKJ7sgTVc5Kg+KoXns1ayUpKgXiLT3xZjN3WLvgZDd+ugoWzxleoxiKxcKCaI6O5C+tY
vEaKpU5+JHDQ3+qTRo7g3Nf67CtV0T6UtTobfiUjWSyp3E7oa+441X5LHBGfJ9bp7T42at2gQhcJ
WExjm/ecsMR+UPnI0FdmO/42yzQ9UV2FLWe10Wl+GIWuemOwsmy/aqapDHoYKt+R7bt1MFqFHuLz
bZfU4B7Vc4BGxMXxIzZaHyjELPD8LSCUzxONps8BN9w7MI8PXd6YEeCg1v+kaplGzMFjaQXzZFY/
HFCQZ6eaSXQIuyo6pVjIEWtsh3jK2Vo2N7iEFvN3dkS6396L1WwtnDrchL3CSZwZPNeNkcTOSzKQ
pMbGZJoQVJpBsfzOUMWrMZp9SZ5K1mR+Icz6K4yttA3GpBiZry6ZNRs3qpPX2KNS2HSVwakEk9d1
d7CNymg1g/T9BeFyKH23C6cKxks+PRVZkeZs1p3xGzt5AvjUaFDLwLHLOglkEVUQ2Z2E8z2qZZEF
cWwTeZ31Ub2kLvT0/qqiJZwhaf0CVJbngaoXduMrdZ7LoIsrk+54VP+IMJS9XyROV5MLKihTTaXv
Ol8Wdm/7Ho3G3xHz/6prv09+1UVTvLaX3fd5x17+34Khlvb1f2/UN/Wf/Ff8X0ufnP9pzjv25b/8
G4liBPofNAzokpbwo2Va+N89O9ZCgEpMEsg/JlvgjYP7d8+uOP9ZKPj08whTmYEzZPrvpl3Rnf8s
tvWcR0w8+JOg6H/Rtb9FCP5P047vwpuMhJENxjV4+V3isK0YtTYRw3Q/JNg2VgDPt+0guoPbEwqa
IrC+78YWDFNraUQcY953eZGvdTWVq6GmWRFWOSLpbKhpzVjdKLaZ+N0ss31FJ+WPGD4+J5mtrGDn
fq3H7gvxMj8HMXbPYdqZW9Wq2I+U/Koif6FXnf0s3POWSSJMKJ4edvTnWMRQRV5ROvl4L3E+uKGD
U3+UfeUP9UzrttwoVpVB1CTx0bQT6HhVMQb/WA8foXwL3HF2C9wBijFgSGdxeLr08LMT2xNGqan3
c9xvXlwytAHgR1Hs+lRZ55zLG20M1Rg7bj160UJBVdG7YfuNCLDiJIa8wFzUphnw28Kbd1mK+ZqP
V1n+QhSf+IX9UXbgMOn2g9HQ1OSqJW5GY9CpcWdxY1uNyfCtWnp9OJ2633ZipP/iVPI1XXoWpTTn
ANzUazrbC+0OK2rhHy6iGHgAi3DiYlRNSmU3aVU93mck0j/KqMXYHIKS0vmF2VSvWkIp4PdSDnRE
OqPWcQjN/Whph1ivaGqHuWl8TgTx3QHhuZa2dmEgsdwd3xOf48LKI6/ukoUl0kSQyq3p9wJq/k9q
Oai4ToOCyaom87uRDta0ThlRHURUjnvZewrsbR0LYpiiYxEAFXCCVkieroy/gfUuVstCLGKV4AS2
ZHBe8AWbpPHstG6G+zoRP8ByPBbDeC0R8M0f83xNOkDYJGwuJvRLouj5Z9GHFpNLpYLCm6sjNT5c
38jEe1W14qcUvHiPKdz8R4t1ZR3Pqt37GTZ+Gwgd2XPGMZUQxAy7mWfRC39WJxQqDIIZT2WGsjWw
DntujbyKfBKFxIPdiGRlaFO7drDlPWEkU+cB8OFPqHlexNYwqfCftcR8wgg1+8Ew90diUc+s4ySj
fg2beGW2jEoILrfoa8NW4ErtMKyZU7v6zcJLKaV1eU3P98H6Zdtg67Ux8kCDfKntok8ilyMe1XsG
OC2JX2BfvjUttmEI4pRAKZJmE9r9xmwEkyvaY+eJEOyM6sbJEm81POeBgVP578+3k4uZ0rJwPRTI
NAeujmQGEvr5q2sadDrwB6f7vOzJ+Q1n/T6d7GwVYgR/kw3qDDAxDDdz0Q9fZ8D/zSQsZzfhGPpy
5U44fC6WKlIDDLtBZWFf8rmf34k2m5Eg80K9V8aiwiFQgi6Ys8FLEvRmK4+uYiPeJpNaoU4/iKas
gUkbHmBKSViuU5tvye+m8VrK/fmgb3HHWmIAENbA4cLQ9FKK2RqyjWQb9idksz9LncfEbIOBBWO6
IB2vuVZcqNfeLsdUkevxMfH/uORWKB0ZTsgX+1OmVy+cAuoWyA6a3BRohGmsROVRsqXdb7Uzy52h
vlTeX25O6WsZMwVx3XjoJ93oyrFzuY/wDBgma0huoNETHXDxcpTRGmtzsNVTMxoVFsMy3mSizq9M
rC+cHZbfjqgWRiDkUmQfbF3na4CQeSul/NZOk9oYfo9ebd1UWXw7h6qLtYSgns2MH6UTpn7jeckP
aN359so6PB8hv93DUiLpjOOY5L9zUJ89iflk3jG1HL1x6zR5uRmwZlk7Ot9G7LgPvefcu40tMM/U
wYi9Prx33PQhY2oIwuc5FXOInlhKE5j6yr0th9w/N1rG+biSL66hvI5FXX3+fGbRWJ0uQ3nycm0I
0jZ0g8Qdwe/MhiYvJkqmDZ10Xcat9ZhqXRTgcmfdNdRR6yt3clkJvd0JawFNAOce/5fzOzGjfBwz
1ZAnkCm5tRZ8xgCYW7mrh96C7ZDhL3PLBJHIEyNUr72jD5/DP66+fLL/YHWZet4ZOl4up5HO1jfK
RsWWyQCryvLqS4hxrJ/kpeYnBTHeoTJgaGDkG1d414zcLpjiLBZmrixUZ5GgQaW5lBuOi9VLPirx
ySlryCsU6yvir9pd2BnFKRd5QaQkHWquhDl68e9EtH9nOrQZa7v9MjSzcxRdYtzbkH42Qyzr1b99
S9zeYsrCyWxzLr/t/v94ThgIGiwIkZyMCLBwDJ36NCAotkY7utWAW/ymVrsHIVrv1u5JmSbz5O8B
7BlV4J9j6WVJni1ZboEoOoaHOMDD/rl4VW6Si9gohuSkmuFDNVnqoxlNxRr2dXjTtJqG1X0YP7gV
c4rPf/y7bfvtwjC4oFWjG7kUci1s6yibQy5c4ShvdCyPmDli4ClOvLGBLK5sXm9Ogu9+KSJByhCE
grB9zxflJEXWmrUQJwtAJ+hDMdxUdkgwcpXZN0lbgXM3tb7OOpjkgz22QT27yXZQgRg6pVL2ozr8
qIToNlNd5WurH/JgwflXqijM1VCG048mzuyVNbZf7brUNpFtRFcsgj98ZlSxKLbhTFHMnv+Ensn9
XCddctK7Llkj4MSiUIoXoeUK1GzTvHKqLE/k3RNjxMzxisEZti/nl3NHNeyUWYpTFTvPYZP22zJz
4406x38VS7y6Z4zXdtB3u/sSqIsHFfaAvCdTuyAIWUxQZMws7ySsesSUSX9R6ya8GRICmromhZnk
tJs6LR4998Gz0A4PSXtXtN0Wvj1Jcn6j8OT/7UKFQEmropKlwd9dsvDyyOljpWAP0ZrRxYfY+arr
/WluY20R5l8TVn6wZTGwh6oCLYwuihrj/KHPfZm25BYnp1yZLRnUg8DLQiG8SvXrca5/40N5dFx3
w0CZ0kvqdc7ERHGbQMWbf9snigr/w9r10WR9cUNL/uRxW9dc3N/u4nxp8CXh5kGPCxkSasv5XdIP
ZIydZ3HS6QIO/ajNX9p+iG9i3HsqAvwM1C2mLMi56lxJxc/UAsqZw7e20mxhPDF27x40T8pfblQR
KDRofeKnGDURYtDkxn0O/eQushXILtLSXz5/o+bynVzcPXlnkB8gHRNzesnmdODH0oLk0Unm0+yH
lVutpS7nXe7NepB0mrGiw9CDrEMPEKUpqaCDcTuBdL7YGHDspkE3feZju7oaK1/vRLxSNcyeSrzj
7NhxfN1Nh72+HGyj0gZNo81Iv8IbZoDhyqxtWJK9ZQZ05H8i5md7q37EIit9Ci2UNKZJrgk+6k9R
nkMTqFNS4tOx3DFQdjeoRSWcU0+/0QmO3LrdVRbbu0pSB3p3gE4Ah7BRuTQ0hjWoRg5sheNURnAF
sqZc5dacXPGAuAgdWQ5mLsPyRqcAYvDO4MiLsBnVxiw6NQ62jqZVOjd6XqCn4Sxa1R0yyTKtYNkr
2vwkgLACYka7Q1EOzzGY7z2un8VeLulYmln+BFr90mGLu+Kcfban8Xs4ZPF6RvmGZnXYojMMt6EO
5mT2vJKqzqorB/kHD41ta2nhkZXidHMBfrgqgausKOVoNKniz7Uuj94ci1+fL9v35Tc9IMTuxSyX
DgNpwPlHFyol4JdqZ8ck4cOC0UBVG4007UZ+MJv2IMLYQW8BvdLN1HtIrNmV80d7fyJwB/xAWEN4
lb7Ty6itS/TFZGXHqneek3LrWA9KOPnOX8KM11XrrBsnvSUxxkOnUOO2bVTedhi7+zJ+jfSEYF3v
CoDy9pvPP2XuCDL4G7cO2ctF/YIJS6hE6pgd56g1dkYIKKZNib6ZhSmDgcj7W7dI1GeIGRmbTpNv
8xbijhr2cCPcdloTro6JVDGL30rThHtmEpkfRVa3LrVIUHAx7v38Lb5fK8thQveCHRK8w8ud03EG
s8LFNzv2+HKsp6EZgsS76iD2/hzl/Sz6Yy6g4bZ70YlINVbbyTKyoxv3zTbthiiQmsGcbOqusdTf
FyVIMZfyGnolqoZLDVXcJzZhOp44kj8XrfQJlkYUZsw9HayXUkO99sY/+Gn/cz2HauH8K4AZJOre
TtKjkO5N4vbsAaRMkXG1i01tjaj+PnfLvTTKQMlspq87SGHbARqD21f7aLxSHSzf3Pn6A99fThFQ
fhhrl+aOUda2NSM1eSzTMPZLC7ALEth2gBm20+2UGjFxW58y3wqEMl7t8z66vLngEIulFbv1xTls
1X0uK2sUx8Q0563t1PUT4yfnHguIfawIlYAqHRW4qXQ6JJPO2xnT8JDlSnSH/UrKmBAX3/2U1tou
UoEm8lAfCTyYonsPLgTetOHz56v/fbsBM5dMasgxpgESfPHyitIODQNs79jMULR4g1lg97ABcqSz
QSTzedM4yqFwYRd9fuEPNk+wC5AbGOELeHApGnYkAcSmFsZHcEVEVFny2Lvm/KXv9d+qG83fGGSX
GC2oRiC8JPTBt7Irt/B+4XIHbybNS2lHzuHFwq1Gck36OT56TfOYw1Q7IkMvfVhR+ZWn/A7vhibK
wUpXx6+lxby0x5uEgPXQFVxqLHaYJA1A2Klx3ylFc+tkzUOZe/ZD3HcYvjK4KcNVVHuSyTm+0VPh
XPndH7xzTYXzTCeBb4euX3Qt+uDYc0ew4BEvTsUP27R5cO3UOunu/IISf1fbefakZlL8+PyVv99p
KWLAP5ZCD8LJpbuEjSNB5eiNOJJJbG0VlFnw8Xpv9flV3m9/vM0FXgAWQ9X1hhf+o4cvGizSUiOP
j6Ie+xtPREMA/FiukW48wYS6ou/8YA1RBKAyQO3LVnuZKmZiRjm0eSGOSuU9I0lMN9MMrAqQMNx8
/rveH/W0ybhwUt8zpqRQO1+ttV4NY5NKcewH7XfRTsZaC/X6a+TKX3Jq1d/IIP6dbG0pCqkpdDxd
UFgtY7SLMqqAEqoPQkmOmjCUO9tovkbw13bSVv98/ts+eGdLvKdHNcVnyPdx/tviYuznhrP5QHZ9
v8GNAopkMv7p9KG8nVTl2t7zQbe0YOasDcAenqhzUbhpJJGANenaYY5zh0xerd7AyJtRrTUAHlay
qlzR72L8xO8Y3rmQcGz1xetKomgq5wZ7Yn2Hdh/WrlE70a+ubcctRKJXIx7TR1GVTQCDJ/lXiRdv
L4NDbVlklBAQzC9ehh5XbohTuXGAE0bcW1+Kk1KYdy104ENeE4M9esU1X7IPH9QSIM4oDFAIS67z
F0OoY5m3XaUfrBROqxrt2+Y57V4NRf9DQbVr496XU+ibaFLV3mt9gam+U+zNcNvkmLRa/Rd3hlMe
tnYAA2knhu7KnvL+q2AzAREhTIzPEPu68xvMQoyskeBFR71Qj13nPTaDajxUuntnqnX2OOTV31yL
/xWge7+LLX0qn8PSXICpXqydsmxmparC6AiQJnys0V3Yxlq3/fyLeDdoomP652UuYQe4VeZQ2PCs
4awu1lKpJ/e95YmAGdWLLeeX2W23WaTc1eb41+ImdGUbvXoDF0/WmpLISHovOrI6NsoAtchKPNWn
KdzgMbvpvfRekd5LFu5DO1rDuu6uHFPvNwXKElb74rPJ/nr5atGpp2ZvFOw+lTHAjeZaU/eqRQj0
subb54/7DWw8LxuXFpjOBRY1ng6XdZBsDZEksB6POLI9qhpFmCytyJ9yAsgDnHI20L7rVzqX6HYB
o79rauXetojqd2bDVgyPHv8a5P93C/fyFba9DSNZKjaMQrf6g/MOGHs3V1/BFwYYQ1O0VZw0dHzT
HLNbxYvjdBVKp1w5wM/rJNLtIBvldI9BkrfRrSl90F1ZQp/K7L8MpZJBW07hSztp4Z3LS7qy1Xz0
7vmiULkugcAm6Oz5VxUaVYc/AgKlDv3W3s7mPy7z6n2oKxuj17u95fQA8HMCsuVExZp5tvalNMrd
5y/lfZ3CkJW2mhYbQyrCWM7vosXlw01qLT5aLMNgEOmrN5M83df4tdPlYLzRdr8zPEZf//V1KSCg
BGGrjXnCJWtFJ/0mypueuOXSnnxBoX8qOjd6DCf9qFLE3YyZjZOdaJ1rTu3vqwnmeMCN9G2UFIx2
z39xoXRdhUELe4vO7A7PrNc2zMQqM7AbCKooSTgbh3DvlcpXdWy906RP+lZjMzqINo7XVpNADyrN
g3CvZR99UMGCK7K/AoViDIBm9PzWEgU2MBiRdxCe/rMECwnKbzrsgBcbpJ65bvpkt+ldZ9NtDnq2
75z0T5Nq1f2URtd8OT/YgRfEBahzCa4ky+z8Voq6iWpym70DeRnjT69gjqtiuHBlFXzwLmDQMC9m
ARoGHg4XV5EJoO8cuoes6A69jMe7BiOj7dDXqPM+X3AfHGKL3hjNGDpEFMjG+aX0fDYSWx/CQwbc
tk69XsB1jnK/crD9xYGtD2Spa1cu+gF2xAfO08NRlUrZvHyjeaUndi1i76BmKSwnszatADFKCkEo
+Z5ONWzd3o63spvYfgVs29UwhydjduOdByc89dvaISqgLZU9pgdd4Jau+tp05tfPH85HmxHMPbAZ
vkREupcu0jM6tn5WM/cQDXa2Q4VlB+k0i6Ct9e4bG8jPXDPKu7GFB8xduTdupdaB6OJfV+5j2fTO
jwjEqHydMJKIgn3nhe+liqK1VVgeuzkvv9mWlGgfbEEpVg+riQEv9idTsdPt8AvWb8O6p45f9dMY
lMqYr7ChXCM9se4GBQFRO8tkM5Zx4efTqNxKGSv/9vQEfaBaxAIOB7IlLft8TWkWqDnaU7aSauyQ
2dQg/634gk26F4wzmvLPn867JczlSB5djAOXjuGyl05pFcIhNCJa6E7AYpyzzai4FalhudzYcd6s
OHTllf3y3UawXBRLLTYBTEsItDn/jTVLGMEwFx1AYgKwaWRtbTZdOYbeZvNnLx6/Jb5Kqm8a9yU3
5Pwy9K12oWKieUgbsQUmAdbO/SJFBtbd4CS0cpEJZKgmuj+yvy2UmzFVD33/BbUhc5byVhnTFfq+
X2MybItKbKzyS4gJqJn0/Gleudl3vClKF75pqt7FfhCK0mWbmDvqXGWFcmgZHKydrH90iEbYLn3Q
MzS6dCfxTV5NtffoTI2177N0KVQIb/fVUc2B+lVnl3iuffP5+ni/2xi8iYWfQ+uC1/BlPUtHng4j
XitHcjLsTVSHyS6iSbqpezQesZ3uzJJpMC1D9AAVX2w9JNcrc4i7bQuNCiWhS3SWV/PQ2in5EzGN
PMEGm6+U3curPHvVJucbW/7Cm1wAm2XF/QM8MKOyRgCl6Y8To/lNRmxUe2oMFJjEaWfXKuxlWz+7
GD0VhQYfKMMvFPIXVZaZIvOYIvq4UnHtAxZKBychXq9CiCX8qHT2sd3ot0u9axauuLVjbZHlqX+h
PchQAijJ5vN39L7bI2Wbg06nL8YQnK32/Ne7qOIoQXTv2JmNt8X+a45XNH2AlJCHHrt5SO7r3vuO
nFLfDmgL1k5R6coKdwneYTVm28pKwiC0qubZhRL0q6wU0GA1bOuKdMYo9CfPfYW0rLVXdp93r40b
B0JkBkMVT5rOxReK/dw8a2poHud4WM84hASKXpwY0HFcMAD6/DF9dDGYm2BZFCHLBc+fEnysCBsJ
yzxmGEne2RY6gDBn2tjiRLlrvFi/cr13uxw/DvDFtCwYdbhdXfy4NmcBIpjhx+Voo0pMn1Biq9d2
uQ+vwirEp4iVCG3v/FdlSLwrt7ZNlDDuGCAcgoDjGdWVU+kNpTpf8zD0NJtjVMXGF2Tp/DLQpYWU
KD2Pmab3d6rSdl9IWhxWXTNYj66Rq6CeGR2GcGaCHoHZ15roZouQ4cJF5Qhv9qcZwgQKGuLeHgsq
lAjR1RS+Ou3kvKDXC5+Gru5Iq8pVu/WXqjWQMRgOrZw65H4/ovbTnSJ6cNIs/QLpG6JPMjYN1rph
2WzyMDdwop2KdBGUWNmNwBMKkSz/jD7KKX96cb/DewgSMmHUeh3MkR6XfmX3mhKQ06CvGJCEHIBQ
MNPS5gvRlHZdpiNSadJrKh+3mzHye0eGK4VjK9r8y8XJSaWzgy3cWU7Ey9qYroU8ntJTj2aSJ+sG
HjAabDIBVVWir2TQcGVxvtmsnb1QePVYBC70S4plwkPPX2ib4SvQynE+aL26d53vWm/8aDv3LsHQ
14aNEYl95f4o4ulxkCliacn+JnfGmPihFwCYrnWj3elDFygOjiev0vzDUJhZsc5cOPHLSm4Ill18
tPEwOhnMKIhqvi0ZJGE6irD8i9tPbcA6OXW1tymIqlelsmqHK/Pxd83A8iuZ/7lQ1QEOL/UZHcX7
oA7lfOimnk5fr5u7Mark72Tunz9/gR9eCanE/x+MMNo9f574LcS9G5vzoRfO9I0h9y2LOsfdupXr
z6/0njnLjwJQpsnVkUi8M0CBEaiFNjLsQ2GNj0lj/sIQ++TaEAELokWSvkCzP7WvSR1uY6tBNyWP
A4cyBqqr0gXAV6sri+k912a5Iw5F6kjcEt95QqW6nqgT0u1D3GDylHa6eVPouAM5rRlGPnS5cl3r
o42vmObeCfwvh9zeNwj7D8ao5CsH7fKmt0v3wTFKfVUMsr4ycH+3S7rgEQ48VxVUdJn7n7+dQqX5
cwpHOyizJ24st6ICTJvjlRfzDvjgKotdHG+GOQkGNedX6QevRYShq4eUvm+j6QPBTZMnrZuBWtRv
Y7y5u8I7GoWn72yZjAGu6HDkEKhs7SQWMZ9859z3cfh7iBdGVJLEvMpUS/1eMbMry+iNgXK+A5Bc
ASAKsZM+j7s+v9tUmKVmxkp3cGxOwd4TydYxCR/NtFmv6DwaufcsZbpPItn4pdmoWzr4+DgSIvE1
jIz6KDGz3GZGbbNLwaXTxhwxb117ta/VHakyZePdzFqXBT0D9kVXF237zlEc34hyflJhApupEomp
WWRbz5g3Xp5hjKAv8kWoIOFNZYUokdup3eaezJm7DsiBCLPZACPoN6zzAbcOUa9wR0n2DB//ZFPS
bfvSaJ+SaXA3ShKj/NcwlnVKLfkxjKp3aMui2DDQH9dhbz1wat81hvC2nZJdCw5986m6eMCIUjCy
ems+qdDOHzBxZomaGu14sAudk82z2ugUtak/ROEM8b8isbGZvjaaCB+YvjuHxDSnW+iDybHGmOhg
lHSdXeYk2wpl+XY2vOIWr3wkHU00PpTwS26nMHX+mBpGcQD+ql8pZbPzQF+vLOx3HTQ5mkvxz18w
f4A7/h9n57HjNpaF4SciwBy2ylIFqsrZG8J22yQvcw5PPx9rZZEFER5genrh7r7ijSf84fZDWrOP
jAHJXrc0OmUfYHWzY/u2xxLtht/srl9FHXpwdIe2PkR9qawhFaZzM59IUPloPmG2BcZ2tlOTgh5H
JSetqwphfVakCtwzMh2XviMiJQAZjooIi0+N4VffKwwk/Kaf9MoRoPEbO9zdP+VvJeXZr4GYBeTK
4sLDYG9Wxhp8TW2bvLZcWHziLJvQgjf2iPq62Q+vGAXLLb+uDneRaDVK7aL6kTRZ80tp4uGVhkP1
UWs9Ey7tmDyJUnaw3yuyB9SYrWepShI30J3oAEMs2SA7k+zoTYtDPQpk5Hqf1MYZEp7XKqCrnuil
cVbD2vw+WEXwIc3z3Fm52Rcx84TWBANPdE4tbdH6zTSfkmdpN66m5OUBexfhgrkRRxDASBEWXblS
GVimwc7UY6YMCZoa3M1clLIDYJ8ramq7iidVBytPx+8kEP5TiAq+C4FX3olSaQ7sfrR0+hGCcKy3
/zWIv/0AhVfuuVHx0Rsgzd1f9cUDQgGBBjh9aXBAy0xlaDWhpz61S4jRJhzEzDyjF/FvmuP0Cuma
TMk2vWLSFJSybw+apqRCRsbHcR21fmozVfpcq90FLqPy8/7nTO/dzR5+G4hMkQIiSIp5I1UkAWYH
gem4SdvgCWwV2dbyguqYV6pYSc2X2SljAeabuu1vRfJpav/KzRG90gZbjW0XOTQs2FOhvZCDyt/M
MqlcR4zBYzyEXzUpLpA6z6YAMXE++PJgbJB2r75LEvojaJmYpyEZUM4uJfHVzKT21JGEtxuNkiJM
IMP5fX+GFm/5G0GY1jZKrAjZzi29hia2kWOubVdG7WTTy0q1MUMNlfAexZjHyB6cJ8lIh09jEQUr
L/OiJsfQE2SbjUA9g6NwO2GTzAiJXuS4djOKvdy9Wr0l7zoEJBB3CDbR4K1Vn977WMyyqGlQd0Xb
c3allYYfalEk2S6nM9ohSmTu2jz1n1nWhhJYEgWPNr2leoOGxlqFaZla8rnU0GFQg7KR+RW3n9sj
mxREWWW7dTgoH+S07DZagPL2WNrZU9Q2yiGsPOcw2CWKF75tj8jvKNk21Sr/EPYFYYNftI+dUdKq
Kwb5O+whaDKhOU7SQU1CBlkETN0II7KJavlxNNBsMQSmZApafFheDlKJBqth7nGJC051HVhvjAR/
zyaooRsN8aGtysGVatTWKOZUWCDh7rXJ8jLdt7j4bXLU69GBiNLwVMpheAnGMd8aI+xh3fbOiLXl
Z+EjViacyNtmRadrGwoc4TZBRWJrNrL28f7mnTQfZ+cbTvyEFCLrh48y913DiVkJ4ybS3EzS0IEK
W7iMRVI9hQlW5hujVqNtzdQ+ENN/KupY2aIJFe5yA+QNseIHVMDFPoCHB4+1ASfgJV31ZHkoD8mK
ugZWWN5F/FYwCmAfKazhM3K7/kprNlIVxnS/4kr5gSPpXhvhdPtj+Hp/VpaPGU0I7CyRp6Qjwaa7
HagfwxzcT625ynglWAWk2lkWdpP5x8FUVkKm5XvBABNwlDcTsNr8grWyHlvQ2NBc0HLts1KhzZog
xr/75y/icWaRKKUDwZkDfcwesUNNlzS3GFTir7aR8QgLfgaIcCAGDPLg/nDvfBRYdlr7XOUgcBz1
dgILJWkQzKRPOUodfU6r8Wiped2aX9QSYkiRlu9CchHtRdAhs3hzyMquMckPXLTMvxtNAIB+8BS0
NeUaeWMzfwiHXhzGPkano0r0FzWIPtz/0rc44/aBpKc3wUSI4ME1ybNNGff12CnFqLn1GEV7LYm7
04jL0rU2vBfgFEgAdwlPglFm8WcE2oqtSdUe3S5p34hBeyrV4EtoYGAGg6F5KIauP0i1bB81O8oO
DuqlV19Bsm0SO0MfqqNw11YPQ6xvar+Ep12p+RZ1sweBydBzjHoTQmrgaDYlDOZdiaH7RaRKthZ7
TRft7JtRW6QPwTtNtjxPkstgKErHaXQ3TBpzM1pW/xhnhFhaFKuuj4TWl1JyrlSkuPHoFABrUKz2
2/2JX6QaRAPw9wi1SKJhp87m3Qh8itKJprk25KRzYxgNdelEf8jQqdolaf0D76H0AFrZNYtBO94f
/J2bCE3rqe9GHg9wZXZBZIoqws7KNTcOjEe1rVV05VLlqdFLIMn3h3rnKJF5T5KfFN/AfM+OkmKF
A7pqme1m3RD+9J30e9EG8soufu8gsYzEkTywFCasWQlaMnNZkjRG0QYTgk3cSSAcef3oiE4tpEo8
WhLam5sqtY5G4v0uIng79z/0nZeIohB8Cg1vP9LHWe4WCUmzG+Rz3c63HlV9eFaHJHkxqVpvhyJL
Hh3Bk5jk7UoM9c78QmKY6j3E05NAzO1VNdZVqFNtdNwMl+lD7vgYNeTSWrz+7iiTvQuIaBtF5Nlu
TVDBCsrGc1xcxptrjB66pvTxy/0ZfCcngh7G+Z7o+VO/ZDaFRoNZcNObtpvH2pUuob9RIPBctCDP
H3NTL14xBBuedKv9LPxefjGCxDh4yJIdYlQFz5Hl15fGqFceuOVBnQx0YAIjhYGvxhyuWygDPSNw
WW6rD9+ltqofRAF90HOyVmyFXKMfZnbQwwVX0EXydHvlLVruK15Xh+E16PPM/2xrl7bsK5FCVqF7
9XDp0i7bVXURbrToBRmzEjOFHUXLNWjTtKC3VyQcAQKrqd+CSML8ZYqDULaHQrFca8y+xlEL3Aw9
i6wTr7Ruf2hS265cSTNPuCklJPUmJlf5xKkvMFv8qI0Uvyql0SU2a44IS4bH3BnRyBu88kkx/YNl
l8qDLkIkItFh3CO+r+w6cAxbGvfNWiXmne+HnkKewL0F5WyeFclS3pGgcj2jgWfsZcEjtbFDkXyP
6Kw8VOmQu3VqK//Jji+hX9BshzHaOX0P1AgCufZZl5HYUb0R2VpdDq65plFK0njX//l6VSGr8/sI
VLj45gRfMSmvFioxpaKH5tV00qe4aYKVI7BEuOANxBaf+N54APNk3V4ygI4bMbmou36WjDGijFWw
FWHdH1C+ewiiJN0ZNaK2aSOrB0drPlRj3lBJ9Zw/KzfEO8vCcykDt6N3RDg4yxg9aWgIYyXF7QYl
OvtizM65bpAAUUIS7caRcv27F+CYa6ZNdMToa7iGWnFuoA9+q/zcfnJyhGzI+UrSmgEZ4LOP/uEF
59nf93/p8tYgtMBblsIOUHhtHuubNHwrSSimO6rS+Nuv0E/KWmWXejoq7dYp6MWnWKnG78jFrSFd
3oont2eXsakfcqSmhvMcWSM1mGF2Tm+6joNmnWU91oWWbyIHRS3pMo6/yuS/ou1/ZcLeAFA7p2Zz
sSlIbNKROA86C44/vXiy6mrT2g/CRFSgDjaV0f6WHON8f5qWgQh7F7EFILRocFE3ud1YqHuCDfQD
/Tmw9T9pG+bPSeznO0dvg5WRljnRlD3AgJ/CHXiXszhE9kWFWGKnPefKoB8KLdEOXWxl+wrAxX5K
3FfCgWXzirFQtgJ7Q5SJIvvsYTbkmoZIHWvPZefZlPkT/SjFIZzeMDZ/qaljXMwiDTbdFO/jjcv/
ecGekoj+MTYD6btvC+tQtkWIxLG5FjRo09fOtwgFdkr2E4hbniNXJW73bNBq0/W9Z0ABeZnvsyH4
FehfpUTZhegutZH50KbpY2bE/STRiKbsz9oYX0y/eqikk2kjefQR2VtfylG9lZ9L9Sm0X8wWxC1i
tB32tNjubicVqB4Ubl+d6uzYStbaZn8n8oN2QRSNaefkuDD30CC5R+aT/1FgCz4HpRHtpLFEsFI0
+Quqk9GuQqvja2Mq1RZhKoRDc2mFYbO8k8gkkMmiYfCWK852FiJgquMLU3VNxLEf81h6STRn33T6
k9IWoP3C7tP9Q/OWG8xXj10F8BmwH/oCs5DAV2qzDJCWdQsjuehGuW9pVARGtouqah81rzZof10C
ki6Hh3FIUX4EGmlm56TIPvsIzRfja2/nW9m4BN5jpqPXKuXu0O/rKNjaqCTH2rZHzBKN5df7v/yd
h4S5gjfFNYI/GQn27Xkv5MxKg0hTXdLq/jlA7vLVb3vhWnmlbHnLeOCt1t8buiQfq0pHcDdUw101
AkS//0vefO1mc0iBhzocB3Ty2Jg9ab0apkiiJzpyciO4A/1B2NIWgdZrhLOOE70q4iVpxM6WglMx
1GcOEUiBYS8ZxZ6a0dUJDmogXdv8cy9dQE4a5WchHUsDyTr7Vyg/G8jq5Vctyj6afnEqnPTUWern
MD2bssQ/4ruWqPad9+y1SKvVeK/5AUCIOvrlqcaxUMcXOPUf4rSggFfTBxkl63PaOE+TcgCpy5oT
zaQvOb8PyIPfNF2osEA2vl0XM5uS1byV3RJxJl3i2h+9jRl9wdx52xD6hNZ1EB8p+FU0G1N5o4Vu
qzwG/Z9R+9JruIO0LtW0vgsOuQ9rHiZ1lsrnxta+I9Fnbqw0fkHPwR3TQ11/ytAWko3T/QV9J3mY
DNXZVlRUVILl2dZCNwZRubIZXYybxsdAUpE8IFu8JrmXHMJRjY+iyrqnJvPEUZZKDzB6hMcvfOpm
hyRu/GC1cXMO/NZeIysskycADESS3LRIgJlvant/9QW6NtKGHESw29fhRVR1iO9oZ5wUO7Y3o2ZJ
FHeT+juB6HAgiGt/1ekYHgzsmjaOk33MvKT/2pbVyiXy3sVJ0xdu7WQkNXl/3C5516selglQ2oiF
lEulq98Ib4OzoEv/0iZBeDRNHOe0UgWjRqX5YgXamsri8vWn9KGgIwQTmakxZ69/Kzno+WvgO3wt
OinIBIARgLH1MAbBWqCxpP1PZRaKeuQ0NuSAOWPE8IwMNXxvcCt7aC/IbT2OehFfDGhrT36EQF7R
QZMpUzn45gOmrUEBJWzYNhgfeIWTXSpiXsVcC5snp1WVHw5Wqie19M0XeRitJy305JV3ZdlWp5TA
lp7M8gjs0fK7XaFGiUK7KJzebeTkAq2id8OaxvcmkFXqgaGxibmhN3hQ6C+VPATYStI495ywv9Rt
5F/QRww3qh0Mz1WZ9C4WkPZzZ1j7JrfqxzIKij0Z1NH3UTD20yK6NrX00zcRZlm5at+LvHTgiGiK
EeQBGLn9jKTBrKyvGu1ZlMkOkQRvB4zHbUet2Tq5vjLY8qwRdZEn08cC8oQN5u1gQPdwbC8K7bmX
GmWLEryF42X5+/5ds9y3sH5oF3OnkPXwoN0OEolB5EBRY9fTg9Qt7Op1CB3jaYzyf879p4FokVLX
Mng0Z3U6mO9eq6tV7Fq+hPVC0f6HVc0FEw6x7ZToMSX235RR8s8yTsDVDZqBkFeAyrL7br+vzbzI
EXKSuaHl+J+10fimDsHHyUtu02JHcIqCzDvcn9Lluk1DwgPQYM2QD8weIA9WtpWMdeZKvm0+Ivuj
PtbGGjhqGalNCEDyV7IN+KKWevtdcqe1CSofxDpAP/aiHmxqrpnYWyYGPb2q9hspbqOVYzzdo7eB
hkmVFYUc6Gokg3PAIxY+vheOVu6mg9EdeYKl1yrXm+dS2D+cUn+kPa5Qg9aGxwx3gTV1qCU3gLX8
e/jZNY8nhDSKqMrdyeOiTV68+Al3hVPXOnuta3YUFT96SXvSgbtnzc/MbimmoR1Uph8KUdMo+1QQ
u0f1cSweW0vaUFb/bufl1UG/ftsor4Gzptf43k4g30LNjaY9BKrpz/96LR05TXN7CAsKxihI156j
7m0ni1buife2Ah0X8h+eQC7X2cmSZSjSRiDnyOBE/jkO8URssckZ7CTdDKIpr9aor8UB74yJdNFk
pSUDY6eod/tlajGY1WgaiTu1903Qr7pRvRpSsgu1YS8Kb1ui7dy0PxGXeBb5h8SxX7NW2vJ4X9Qu
uepacEy7tTOxvJ3BJUxoI7YmQL55ZbfHALrJIyV1RdZ9qU0royIim+dRT1DVKPLVtHg5CSDwuJ0J
h+jBcLHdTkKulkXINzdu3OrplyiO/UNZ2OPncFCBXKkh3PRYF91zVKneudad15QD/SkNC6IhC53B
0gNjtnFMX3tN6jQ8i9waf+CJEXy8fyG9k6pMAHouXuIjxJPM2WWRhQZAsDJH4pzg5VRZqodtnoaD
pm5GX3unvnppdSgzSnwbBXuoT8VoYBlBvrHyBiwXiMSWl5OIFkwatcjbCRO24ndxBXpRLlEn1aRO
OjSVg39YjjUXXhFrSm3LejPjEXRMVyU96nljCsRhITIoWW7Y+hF6XkW+N2pbPCWlfqjtXnnMOnQF
mrAXu5UZn+KZ25sSDAoNUTB4UwdFn51J1Ro1yW6txo2wrt+HaaUe28GQLl4FwyOpO+kl8HsoQzl2
KRWU3m8hfwpGIjTcEWg8Dm3OmlzOO7uV/BAgFKAoNsFb3vTXZRRpZS8nNG3cpFbxWcMQ42IYRbqj
S5d9A2zr7Nu4/3Z/HpYXIG8FmJip8GwgmTV7fevBx18o7FsK4aSktoL70KigeXZ/lGUMA1LpjSSC
3Cn9x1mgJApDEiVGVy5iGRX4waQ62kouv4yBE670W9/7oIk/BDsXgABrfLuD8zouBvy7chd3DBw2
wLRQEyrHlXf2rSVxu30m6i/wCi5X5m2uYAUflHQmlb1nUdGFNoc4PRNAPaaJYW7VKiz2eWb8zAe9
f8AezP/t1FDaNYsMG8vVdN/QRdhLcVJtTWP80RMZHTrVCzdQ6DW0BGJ8/HIz2Q9Sq//615VgX5GW
QBgG+0nN8HZ6ShOHTgAU3nMbNNRpInh7mZlWx66kfHt/qHeSPoKQKaCUWXuu/NlSVJijKcBhCheq
x4+aLO8VK3Vv30W+f0hC29nE3NwnTZZo3ts4wTR2Xa1svGmIv5dJm2y/oWBStUMVW5l/bt03Vpka
df1MvVM64Ivj70NnsD+3dhyeuigLT61RVW4bYMbWxv6a+NiC56eh5DTdMIgcc7b0OQprcvkJc7uz
nhs0nx86Wy3OYeEfem+SepPFPhWc6kDTR3Lz6FvYmN5ZaqH/1eQbr7nUqtsoLvB6DNSvvZd2J+zu
mv39ZZrfOoiZgoaj7TZVM3iUpwP1163j+D6ckUEPr61T/Bd0nUHNxS7PshFlrlYCmNXCtPl6f8xF
/20alEIqMSoBJ3+bDYoRnp9lGG1dE033P3T+ZFiD3dAG0476we7hXiOnGpwkTcXmppLSRyTUk21k
jrkBDypfSwjmz97bz1EnqNwUnZBt3c5BA5QASJ4dXjvJ+SnU+muiGcfY5kSmRdau7Mnp22725PTt
fw02O4LkzCHleiu86k1oP3jocIMUQCv3/hQvPwni4tTKJbglKF+8rAqG7EPfhle1dpKPduyRg7DK
27LvzZNCRrly2udXPGUOzIRgz+NkQfQwz4XxIUtCL+WrOt/4ORp6dDaiOt8Gg7T2TL470tS/IUXl
5Zrf8Jkukb81fXjFPMQ2NinaXZu4b7VxQ/IotvencXHRv30XUS+o3ulJkWdPVxfB5OSKhz2g1Ntc
EwfNnrpXIRKCXd+P29FrXvMI1BHlcJg41t7wh5OcjPhvRU/DOMCvoCgek8AQ2GyQVTn4mv+Imswl
9KOVoH8eTU2/dSKc6xMgj/d89luR0bM8YTrhNcgHFQJIar+OtZru8xYdikwOu102GN5ez/u1vPO9
NaHRZSDlSDZLH/D2AKWRXZYp3uzXMMGxVWmE9hDGGJL5sp7+I+lo+kg6w9N3gkThib8dCs+vwShD
ZLiC0Eq2HY4NW8npupV1Xx7S6ZQCyWObESXO25peEEm1aH1xzeE10iyICMNgEh7u7673DilPA+kZ
WwsBk+nP/7p7TUQOoSh24dVzvOfY91q3pCaLS23XP4foqJ3/n+Emni5KFxi7zB5kgDuYnuScUWge
CJGafwgxi70j2T/VWO339wdbvivMIPVx+mRYDhCJ3X4bcqtqLnqZa65vjU0vgt+FXCDV1YjuGCf2
VajVr/sjLjehhtQCE/lWYQb1ejtiO6p50OgdbXDdBFcc9zg4Zl2zabWiW7ldF5UOAjRce3SKHVyw
E8z6dqyoNSBUpaoBZEM7qNjP9lRBd72NgbrV1Repq6WdHdg/jeyD6qunPnyK9WvWfwqSa1UCOdQv
ChhmTDA3fjweQgm33dJKP+G6gAteVx/sWENJKlv52Ys8k59NfY9a5STTB8Bn2vZ/bbguD83eIb10
I4xyNiLRuh065cSugbB3UWHkXwSKgRuzrs1nBb/IS6ug8iIsp17Z+e+sFUkOtFxSD7zn3wKEv36I
UdalKSLEueuwVh6m1vypl0I4rYC3Vz56+qbb99aaHASAKXA5kYbMqn3I+BuFk0i9mwY+ik2oBh56
uUy/3N98y6N8O8ps82V+npsYHA+UMW2w6ZqKgYOtHCONppbn58f7o711DOcfNdmwQU23EEt4i73/
mj9FQnjHLqvB9VPlIFXex9yefA0rSIUBngCXovsmCf+xUR5TcTW7iyheQ/F5EK7hPar9L992DXFV
8f9Lhm1TtNvcvAKTc+P8RxX9rMpL0v3n1/52xC8YyS31P3v8OTZI2eMx4OwpuWwa71uHvPjgXBwb
PZca8e+vdX71+8fQ+dk5GiYFJYzrk5DE1lE+aMaLNH6U5T2ZrdS91A56YeJoFH+c9twpn5HNbylH
Yr6xsYI/krPNjGTTipM56Qz9TP0vnRRtUvGLfnoUQGGpfljh7zT9k8CQtz2dMOMyVBdF/ZI7z3YD
AkrdpUgJS+C3rfiM78lKtLPIbQiWQY1NKsbU5SkfzM4/Yghhj1XrAHqwoUXZOMpnZPiNX7XT+w+F
GvjIwyfKGbqE/pgB69ugu4sf8/1d8BYmz3YBacWEFiRyR+F7OmV/7YIk6m3IXF7n1mWO+YB8Eflp
MOofWEhQKAri3zQB490YG78UW2xl5YcYqPSlmwYgToGVnnZpw/Exrr7a/X+j8ttRTrENn0N6bvQf
EsiKbMyfouyhrw8is77g+f5iJD+snu4xyhhbynYrt8IygAEiTG5Ks4Mnd0H1NeQgsDoz1lw1hH+t
BR8lKqfbEJLOASf69AHN/o3mFMbKsIt2rvbWpgMPOpnDAXKYheRKkSJxZvSD2+gskrCq4tiPiF/G
hlcfdQEiD+3hVvkaat6xTtL4Q9RoxlOIfes1ylr9qW4ab2sCjf3nB5uyDHaB6I2CaV4AI7MoMoJY
+LJbIUibIV590NvU3lIz2xQTEO3+dlpelJi8cJdQ9tOcCQF6u5tkO/HlIcwYDcnbw5A3KQRYjGzv
j7JojjLZvNJc/ZOEJoLHs6NjQc9VFSxt3SCRzh43cn0GyryJ4w9tkrAH24BWmrH1FcnfCh905qj8
FF76y8xybZOW1Qe0Ro9lFG/bHs69NlrlSuSyvMonZh2vOnULEqd5NhgK/rgekDfIc6N7iZU2+lQK
fpWHodEHWizan/szsnwL+Q8y9UiZgkQG1n0772huFCalcdnFDdnf1U5QHVo/6/eauRY7v3O+YOnz
UBk0Eid6y+1IY6KPgeQDW7CQO9v5IbBGaL/NxgvGRz84UlTzfnVG8+n+9y2rIKw4MQcoIsDWAMCm
Cf/rmtKSDGxREI9uBzv8cwJI8YHWV4bgvjK4KQVtN0iLDtMbcnxdkn5ltYR2VYhzb635QCnI844t
jNSzCQN+I8dli2dUF32//zOXAavNe8pNQC1kwvXP4oQQdw8xVCbaHZqXQeyqlJe0qMznXB/DbRca
Yq+1zVr38521pwgCAhncNdnMHCmQIuVWep3CipAxj71iU+3GDwIoQLuyyxYYQc4dTHMQkFBvSJ/m
Qo6DNADTsh0wK6owd0orm9e4HD/FeTSCuHRq/fdQodHl5PELHYCNiV3mt9wx+qOOruK3so8+an5b
Htpa0/45QoOXYpLL8fOoVswpZGqclEHV56VLawN78MaQNnmfJ2sXzzsLPHX63t6WaZ1n2zAucoAz
RlG6YTWCKoqD4cFGwG+jQB18qjVJP4i+2MtqHR4IRMxdaHVIgaeli1aEtgeUlR6yRv4G7WzENRwH
liHq+7UfOT01t086Cljk7nQLmQnqcrdnxa4bMNhmk7l1gx100FxUrywvemx0X9MUyEzqO5AgvcF4
HDHjuda4r+zlJA++NnJ36ZJ/dp7UJsk8sA1UFeigkd3f/h6rVpEKN8rcDaClfdKNLn8ebfE16UPn
q1QJ60M7gNuXQvtRKoPYtc3A/KGiF4oBYfdFhCU9k0KO//2pmgR9gCTSLyE/nz9VTY35TVPRUY39
IP8YVllwaNNo3N+/EZYPIm0Rnl/w6Og+gPe8/fYGDHddALN3LTsJHpsxRPXXHOyV3T9tu/mK4/8K
UIAKANIhs3snjkE5yEVWQMQnH4JMWewL2xh3phQAsu/FPzZIpgVlLGrRBI4aQNbbj+oMOx/7XM1c
3MXqB7mRCQA7a6WPuLzWuGdo8hK3TFYs86Om1rJP5m3miHT4PsTy6iXrlfiXgwLj/SVaKLHyOZSd
phYWT/Yke3b7OaoyBlYsOZXLQ4aIR6N4J9USR1NUwzFDE+K/vFRPYV0P39t+CLfAXJtto2oRStHa
R2Gla/pkC7zs9IOm4tQU3iAEZc/Cm7wGgyHwlXWroDs1urGxRa44sAUaDzJzgkd8lnTah4CDvMsc
eS/XnbMb5ab5gvHixPzUnYxmfdZtnADdGgf13Uf+XXsTJXW7Fx2CuLyNRvvdTkSzQVpy+NjWjnyu
srDcynFdjptAC4HPxYn28/5kT+HBzU6lm0N4QshGvkGPeHYX5E0/ovY5yK5cAV/RgzFECjBzLo2C
TkiS2OG5BY35MVPy8BzK0ri9P/xyrWmPIpdGo1yfiG/zopwdB6Uzilhx4z6JPnq2c8rF2J+8WDuA
tATt3lbeEbmv72kuoq2RtebOws5BHbHLG8YuXWkCLjY5P2diLNFmx4pg4WLjK2ZNcylRXJr38SVW
/eBxgP73o0i8tXxzcRNNQ9FvhHTH/kL+5naXe01QD4aTKVQXsvEqGVa17VV65PcneBEeMoqNTSs1
GZgSMEluR4FaEAfI28vuRA7exmqdnLRM6dAbG3qXo1V+KAyj3RcIrq88ewuOAI0girpksNTVoAnM
S9eAxYvWdurKxdEZW7kkqr5KuITs+qRTH4paGU5WYHxJZYCIIvPBTmL15w5NYH8YLDxlaSa3WIf4
3ocYsfFT3mL3m5XFdzDrV7J0eaNETn0ZnD5xpaDiHacs80ePJ74JAonqKUc266D12LJ2uXTIQUjs
4tSQvtE2UQ8Dnq0rW3kRivC5VGEhq/IXzZJZIB5nodNiek3nsSiRRaV+tbNG/D7FoGAUoDkNulZW
tFY0mq722/PLqFOLBighrkALN01rtKOk1SsXgb8jqA6r+mxQAZTyFoj0viG2LvRoq2bHpPyILs6m
6y41ZAwp/eoLsOHJi19Vu+mazXWdWueL1yEYoeaT/tlJEnhZOT/yTj1EtdjF2XMdSDggHJBvDhq6
H0pyyj0NK0uEdsJ6a+vR3leZ/gDdwyc4535kbKU62wVtdxCWOMDEO1lxt4eHu0MNLwGeEJRIfqbB
qdfTfSXi3RQoxlG3jfnXPGMf9ada9wF8AlcBX2zvNaM8pDZ+2Pzd72RcoO2DHoc7TzqD3j7GlrKN
/J8yv6bXj42qHitvOCbUSBCQKttA8DBCjb9/xpbpLwUO+mMWeeVUN563pFOzkulVlbLrNeMml0b8
dzEZRLvNeZS0wXcHZuvYE4vtVDMu4b4g74jrYnEZTOuPpBXZOTZSa+fRotjiV+3vJRgHu6q0tSfS
tzVR4YXmBWhyZL8odbFnuPrnRhtOZHuKFKuUmIw6O6V5WDyi0qpQNOykB330ledAjsNNAKRb6Wx9
L5e1t69iTXnA+vobEAc3tWiRT2IyxXaMRHfwNCe9asm49vIu70gwBrT4KfPSdaAPeXt7maNea9UA
ViqnWrAbkt4/DKpVvNxfv/dGmUgLNGsIPGld347i5LLRQgxsoPrZWIllCOGaMgpt90d556kjmgGx
hjTSVBKbB4VlkwaerFXNFRsk60In7JuKF8KmTNTfvQyfT9MTfB/bI3W5bVRWCNhYYsS824/CB+ZX
WYlRl40DklMQArSUSZ/gZs+imiwpjdKXovxaOqm21bKoc+0U1e409I1DWAQ/8Chu9x0Av22aEXpJ
ZWptw6j+cH9elrM/wTiYD0SuoZ/Pp8UI/V7g+5JeR8f64egYNOe+nK08g4tBdKDwuF8g40SPedEk
SZ3Kx+xDSO6I6OYjfESqf1WfrdzGi2BqGgVZQzY/BCUSgNuNJEK2qaYMkivp2biv4zbfN2bWnpwc
HIRtB+LQhJ15lgbbOoIPlFYi9DcthJvHAM8ygKGTPDnlGeqet+Nr6phqwuiMZ6MLEWPHnnWj9LjV
FFng78g8dRha1Ak3TkgF3x5QTwuT/wan1TZhFGMliVRZpUbDFkGcL6JtARL5Uou9Ymmp194R1smm
7fwQVW23GXB839/fCIsHlOwPThfCXnjOTDrAt78+65OkrmsjcqOkUHZUn1L4VIKCUVcfSyU8m2Ej
r53JxfOJ4Axv9aQly5KxcrdjlnpfMo20eBJclLY1dibXTiAdYvWZ/ssKtfDcZ9SmlXE0nvDDwOfS
M/NzNYb2cUDecXt/BhbRJ7VJDgE/hqiQ/vGsmuGgse/l4ZjDtUALGJsm7UuBoPAfaZD0ldO/PBA0
zqDMw4TmLVlkqEFv6F4kAVcopDQ6WO0EV0JGcWWURfTJrIHShYUyrSptldvpbeA3DNQKhOtZTXoQ
AT6oEfJlB2TO/c9F0oVfoswLDiVtr5WRl7cbgmAYh+K6Bc9xyiJvh476ztMbs87dpquNXR/IzRMO
DAL/QXHI9D46+PA6N2UcZGcLj4MWscatSPX25/0lXV4Jk7gRDy4AGorwc7SYZ3U6vZoqcQ0DnAiS
IvWxNqytIobuJRfDgAw6DZ5M75BY9ip1ZRaWR4qkCol8wJNvIh+zmLRTcYkY5S5xodYEmxTC1FFv
jHbHCXwVbWTvU0WseaotS8OAH7h/bJmshhrLvCKNHOqIyJetPvNw6XsC1HxPpJcnuzrS/W++JCen
QB4h+GdInm4o+wSbrG+QY/fN6CnNI3Wb1WNO81GTvxt5w6GP8kh70GLZ+dfzNjGrkcSAXU3DFVj5
7R4RY9raed/Lz/+j7jyWI0eydP0qbbVHDbQYm+4FgBAMiqBMtYExKzMhHA7l0E9/P2T3zBTJvslb
y7uoBS2LRADhcD/nP7+wNfOJKfkI4mTj3ZOM7xw/b74H+Bk0QdBbgGnRdG9v45/Qck3Cl2hqLrRq
Z0/Kzx6xk1WN9UTXiQ+JTN6bJW9/78VBsF2PycMGQG3u+68W/9rZVceoX79BetqHmTfnkZuW5Tt3
9Wa72q6CZTS9DvAz6OvLu6pEmWAWN+k3mibxwSYb7sJkxw6B2dd3EK63xRPXspGy/NSysZG82hqb
OTekXJV+k7nmg7URawl3EZENI+q7PczjYVT6ddKYD7mrQhOefRuKLg0OqWRaWs3+t1+/1j9dql8/
YRIENiYswwVKx5f3bg1+l89Bq9/4abPElZslO6xAipNRW0NY6klwKPRMHNdEL340LsmYIZrk7Etg
rham7b0MdgRqqUOXen1I9Hi1TxhVHFy/bI84TX6b3TI7Qp/UDrpwvidCNHHbmQvblGZdOpOQN/la
Z8+tmyyfOrzbj2VtOpdDbrvntuqNiP2c+FV7bK84yIJHoxreTdfZ9u6XT4AhJuQc6g0UbOTHv3wC
nlcXxWA2qAuNwY3dCen4NBp3ojCjoJ6cmGu6sZo6fPssP43aTmvfKRjezsqBFchqouqCGbTBrS8/
QuJ6hZlWaEHMSjtZjnY1WKnatZ03X0q8+k4qK5+ndSwuKx0PQQImG3QHhUXWhpD5VVnyQK10NQ4k
044/3L6040R1BDSXyO+LJj12FDmHgiN711L97CZj1q+UL5tTm1t9pGu47kfrgqJyXSz3ukpyO/Rr
qV0ZltGSt1ix13t4NuXV7a9X37/ZYjEGASff/HwwbX+9n7Sz1hRDK1DYLJa2t3GiT1xLYbSRGy3b
Zd4PV1ILurgT67Gc1oe+LePSIvpWH5VzIQtmsBSBffLA/DOIATXOgz9Z7+yubzc9PiQaENoqagwO
gpffjp/Co+p8pcEVt9uTWjIsE0uUS4UPRyXvijlUo6W/c+K93flAahk6AXkFHHyvnfeKRpubTY9x
btN0fcAzrLvWs+K9Ed+2tl+s/U18ZMHJ3PxAMEB7da7i39xyExgo6Kx/c7GnXT1PYtdPRQuh9N0M
gre7H6ACBl2UUeD7UBq2u/7T+eG77LROuRjnQjT4ezfKBRMZZvWpnmxt1yYdyQRWfrMow7worMyJ
RI1vvKnNKjaLcn6A9vZeaffm290+EmZe1BZsbAxUXn6kSuEB4i046WA/94n/ZFTKRv4ha2gqqa3n
T0vynhH7m+/25yVhtGPeQ5/z0z/3T0+BgOjZXerEOC+5k0Y9tqdxMdfTX4WAcUFiZrmZvDIkAhR/
eWO6jm21YCB6tjsj3ftr6X8asG4/Sq22Hn79Hr8pDqnMuAyTKB4gSrFXb0jRTAW2w9jo6Z0YbnJx
OQQdQYBBoJUR5kKWHjFi35m4vZ8QCb9z8bcMGUK+fppHggYxbnnNiVgFeWa528vzhP3dAevF5Cgc
rwOQMAyEm8Rb6bup1R91P2t2oyoNUgrqcScBxcNmcpIoTd3lnS39bdm+fShoxzyXTVL4WrPui1Hj
YM/kObdsdQGorcd1XQcHQTBKKBgaXYy6eZ85cyT0AtemXBwTs3wPVn3LBeNjgI5s9ja0ETQSLxeB
BaWSgJ+pPFetcb3oeXqN16a1o8qGyGS0dVyi6YiDQRfxXBHuXYrqneLq7ftFVUHrQPMAmvAmJkOu
qeBoGdGID/aDbWvpRV/gmqVlTR/j5bUrrfa9V/rf3DU8LQjSaHR0QnLsreD70wtWYtfZK1mX56Wp
OmxYm+BLl2mk0fUC6HLydegdIAcFiBmLVLU7NQeABL9+Kd6+5S8/xKu6QoIRia4byrMmcm3fulqx
K+siffrLV0Hcz4yHAS0i/Nf0MNkHhiZkkZ3NKYNjpxtaPFWImH59lZ9q1JcHBTAMI0Nk25gAgrm+
fKL5otttv1TZOQ2mmMM8lOJDaeUxWqX97HwKzNvCOfXWB3uqIq+wQ0i0YVAO8aIRNTzceMmCH3NO
TqEe9vmzuYobqzo59vchtQmMfzCzp2QmVUJAvRymyFdQTdrySGW+96vpCSHUlZ+OH5ruS01G2q5r
vuJ2/Ne/LwSAnIFwGzgIXquSEf0M6ZCb6ZlMlUtfaiZZEerdimfrWF4/SB8SIVaCm0jgdb2Nx+xM
hdJmZ4Fx/bFxFi9KUOgdl6DeZ5qX7ojo6KLJL4LIg0t3rErTCOFdqHe+0X+zOjfVF/xmuLM0c69O
B4WpRzDgL3KexsJiuEHYoL4hpL9eN29ffrRlrJttB8Cu9vUu2AzBmOZelZ6rtXuc9DV4aJXXP2ps
VKSg5B4tDgv4/i9flHIalgp1PeSt1wV9piBRZT7WQquuyouVoIhLiOXkryTzvhTaGFOJvpd0+vZG
aYl5kLSqxGkjbn/5fih7zpgK9xWuKvADHbdwPuj+2sd+NRsxyyi9zFtZHn59oz9jOF4uJq4KOQmi
CYw5XCpeXjWQzNHapavOfXBe6yQyMvINnRLHMRnWKAzWaT+g0a4eZzi4+vRYanRz9i6ZLprk2IBV
ueKmHy4wbgk9/27Mv9htELnLchTL0bBIp0H+hTZL1ntrysLCejDktZXdeAEwcOqoO3c19osOZ12V
eDyqMOdYDXK5T3p5UFhljkYf99hleko8S4jPu6WEM+t3Wh5lPWlBUzcdf/1Itk7pz08ESAKEjrRZ
b2PeQJB8+US8lXdbn/LpvuJwOLY6uWgtYZBHrdYtZnN4KPTe6O3kYL+3Rf6s2l5cGq9byEgU7Vue
A1DCy0v7gcxWDqXyHqNMM+wxoH0YSue2M/v0gvwWRmgpzzrxZbKzCl5vd5jsY9HDJJfugl3WKE1S
ed38VEMaiCohg33LlukR3vqwSmK35uTDrx/Wm3kf1hJ0/v5mO8gqehP1OM+pyOzO1e5ovY+YqDSn
GrrUuclKtdMapztqg4pLR29ibaKAWWbd3yW2ZtwWfh4c556E4wFI3V1M4sZHw3pY/LGL+zoVt9Is
zHeW+5tCb2PsIMgnnIQdlOHHq5es1oJ28MbOukuMlEbBtNUeIUH9CYb5l3JtrfusbwOK9nK8Tlff
CVs3GCLch5N9S0xVRKTSGJEeXvzFIxjaHpO9rY3dFBwgxS+/eFGvWh3Us3mX1Gm2K1xNxUOaJe8g
R6837J9XQSJDvBkafKa0L68yN2VWTesWpbHkzZ74PV67tu0vfr0kfrqw/HkVA7JBvILabf3sHF6f
C6M0SqMvNeeuMIJ273b2EjU4vaKH1p9xBjhNwhI74ZeP7ubRsahhV41Fs1tmTH8Dv+92tZzFMagC
44TZyseOFJ9wyB6yLM+wSvafCkef49Gq6hM4u8vuQAeEs0obmamR7Srba6+CRDrHLGuqyFg1sQec
dSJblx7OnT2ub+RUR1Vr24++cMvIFl67K3S/fOfkevM68yB4CkwU2FypQ38uxj/VkHkzrUFPTOAd
tc7O2eP3Hi3ReJHvgPkv56i+zmIkfufmS/89f0jeOcK2JfPqW9jY9RB3NjiSLvHll43Rcm9mXW/e
Qfg8ouK0Oy927YNBu/Dr7/uNWOznbcK6wJAKITpM75dXInXRl7z95l1z5R/cg7iZ982FsUdpHaY7
I9T3MrIOzYdx5905B++kx9UhjbNQ2//6c7w+P19/DPPlx5jdYchHvTXvcAkOHazgSueL1Rw604VV
+s4af/0mUSvDa9lqLyoTrERe3bJtbWhKhtvabFTOteenH1QVBO903//+InCngfU4mF/73lJQtV1S
SsjTOWmKdV7kO1is+Tu3sh3wL9YJviRQIJj1b9Z1HD8vH5szZVi5rk11doeU9Ga01thB1+mmzE9i
zDK+MBqQty2cuUgT63uL5+09blzCf6I5wNqvFXuAwws6VK7e6sJFPbnUW4f1XnDlq6tA9tpYBuTv
buN1IDzr5T3KEuRHYjxxBsGVQ7hC8z2WNNR3v16BP20x/vQs/3kdMHA8QMDCeOdfXsfrsMaA2ycx
Z4R/VPb+cJjq5s6snG/66hi4Urr5EmYLZlFo6ZJ4mdzx2mnyZkeYknvEq1DFrZFNoT4aOVtkH2Mh
CKFzsrK9rZcHmr+9LPJYJ185ClLv0fDEdaGLIA7afr9YQO11oDnvdDWvCqJ/3hWzIeZYGzn7tYXC
gnI86Svuqg3Su8UG8u34rhzEoCFOPnlop/hUNobu/7UX+ud1baZE7OJUVYxoXz7NBTKkh485oIwy
nKdSlvmpGWjrelumYdl6H1XzXiT0v1kosFJgKQOqcbuvWQvC5jCZ2rw8956dHZNl9aPSQh71c538
xx/zf6bf69t/rgj1j//i5z/qZmGAm/WvfvzHuflePfTd9+/99XPzX9uv/s//+o+XP/Kb//rL8XP/
/OKHXYV+dLkbvnfL/XdFsNDPa/IZtv/z//Uf//b95195XJrvf//tj3qo+u2v4TlW/favf7r49vff
tnfmP/785//1bzfPkl/b9VleN/nz69/4/qz6v/9me78jh7LgFfFlIlT1WGHT9+1fLPN36MQbxWED
BDbr39/+VtVdn/39N8P+HdmEv/l8gj6i5uW7UvWw/ZP1O60Kk3qib4muZkBr/fbfn+zFw//fL+Nv
1SBv67zq1d9/Y0jHQvrf15Z6H1EMZfemQIP3y2d8udCKkqq0d+csTIVRe2RcdM6t2TgtkSWZmXan
rugZEvhlVbvQF3Ur0714FKv2WXVdp8KusM3uU5t1dN0VblpmFnnjYHaXuVcWn60pGLNTNltZDpUC
AXyMwscXzLwa17/oCcjNTx38XoJdZGHYh2L1ks8eJiC3ql6FjEwhDIpnZ2nHcDUN+a1vKvGFPGPD
i5RQXXqAMrw+5C2eaHHeYcMfiUo02Lajhe+jcp7yO6u18NhKSyiLjpuiedGhO7HTSgR44dpOjYgh
dHSXZtCnzqnAhLMMy1TvsM+tnMZ4UnkxNRdtobF7lYSTttw+CNFFV/dBEo92B1o0Sz0VJ0tvA/1c
2cRjHaTjYQYjkiqbQzJ+feyAsKvBiAf6uBxNDCYoIPFK61f0cSBquYsVFdhrE7qFW2C53Ped2jXu
qmdNXHleVuycumtcRLSVYc9xOxcOU6xlEIw3PHiz6nEUtNjrRU4amkL2r+fzPFxWMzE6w93oMQNL
onbUsiK4GSbdVdO9qcmKtBqpsnqQF/M4O2olgXiwJcbOq1uYYoiYzLRNiQNG1Y3ROFr5FESKI9II
yR0LvD2APzWsa9TCC6WLP/xl4xSyv8yHUnwxmIxBZJ+9rPVvpyUzSii5GaI0Peiq8SEteV92iGe3
qehsGtV93baWuLZUr8TBK0esH6yyQGfiVj4J7UY7mH3odwFpkEa61k5s5aZnEhns170bJWJqvKie
2iBHKWsOFySzM/hAc0XUWFHV+Rh3hWNCO0272du7S2qzqtIRpzVsKfX6mkF87hKEllePW7CqEc6G
6G/TceQ3DYs1F67Cg4+plZ469LRIt5lS4BNqAssOXf4UXs1ucc4dUTXHAM8jA8JvPn/yvGLSqWL8
aVu3bjLmexem33wxqnoTwbqDAYbtq3baTcW4mIfZ6Z2UJ5MDIsyl71Tx5HSz+cXU+lbEPpZmfogC
Ymgvg9kcixC7QZN8cAM1eneHrN+7D4xmyo/zqCv6uDVJABDHTu+MJ60rdHkwsxw3IOwky2YvSq0e
LtIyycwLIrBwLw4Lhd3KNeCamogSzBPb/aQbaV2lkeVmhYnlpe1nn0Yxev15KZmYHvqCsemXfk31
Bgf60tFwI+4DfNqjfobbc17ncbKuHV7+8SZrYXNj7AwB+Q+jqKir2jRzb/V2rILIytZkN4zCziLT
ld2NIdr2RmuNyY6M0fDv2rUdymM5NyMmkrXSLrPAW8doqi2tgb42NDb9UE7cneMI/c5Mib7b6Rr0
o9hPxayFni4k3m9r4j8M/uIcgznohhCZw7QCrzjZXTpb4sBVJXPJYDUyzFaykSxd0uAwyR1IFNhT
R+UXnt3WdigE/DQqFQJLMTp2m68O7t7BLk+mGSaVTlhPpBVacPIHQjnjijVy5y6Jd58Veebu2E0R
Ho2GyrrIJnndCVPPEfZOOnWPvL320ycyFZdnxfBR7HwpU3QmuTLmfWsnvAudyEtOswDahYBN+HWm
ZrXjWm/1L26v6QYFVeJfYGQdzNFkGeKUJLqfR62h+VaIJ55Vhf0yt0RGqYzatw4SE3GJGKc1NF3w
8DXtGhaObskfnlaVl1g72E9jhW/Vhb7KJKs/iqCdHlxn20cWIxi/U217zim3sAfD5zxBwJUtNlkJ
ejvvXHSJEEwnY1jjGebTjTv7HAYmtsQ1y99FCpqx0YGDjW53t3ZSJqGPcIZRlEV1ueckQ8wq2PNu
K+EJh9i7ihcqNcexiu0yMD67JA6yT9jDctc5TartliXFnTpKG3Pwz3iu5WOLGjmBlI2LE55gq4s6
sqZF12dnRlFi8RWQsuk2O72UNicdcejBR2ibcxMmPZsXVZ82V6HR+1kdFkuXzmPUToEs0cx0WR8u
OBjd5QVDdWtvu6UgfVJ3ECKWqtBhFJVaf3IXsmdC1+xNP5oCX3pRUNnGN1Mng2fneGgYTk2JqUqo
I6hoECt0bbmzey8oo4yR9rdK6Wt3MLtgoKWfm37owkXQ8SJyKDs3klqVXCL8rCCekwGWx5UQ1nVr
4pe/hKqxwRg1+CJW2OadNTxNgT08JKTxuiF2yu0trwD3Cgq4MIHotPEC7ydum8zP+iPm52IM0znD
E8lQchA7eBfBcOkOqzCr0MlbR/yoMO/BJiOrmzWUDERE2MzluH3IpRP4O2BUAzLhueUHBDwL2SBD
NqS4AThacwNf326/FkoveLpmXUuiCBJnw1yZ8go/KgYcmvJYlpia79FUpeZOwdyS5Es2mh6rgm06
kqtRuCHCt0ILdTx++l2doTLB8KJcbgUPT4RkD2GVryW9kUTOSJrmTmiifOb/Wz54SK7uF9xut/yv
eQF2H72bSQHghMHUtp8cYzLXsJpnzzqtk+nX4dpNwQ8Ek2saCzFUNwEI6kOw2P2tGSQNDOM0WD8G
fWJ/4aOOnwutW69zkRIj5nV5c0dMR/dojQ1umKk1i2EvbY5HGCoBQyCWGJ61lZmPfOqsDojBIAjC
CrNABeT7kZJAKUNHPkdOkNZk18/SznaTnNerRE2Io4xKpkdO1H6KVnfcqL5tKg+Za/eniltRkSdE
d685M7zH3NLrq0CYXb3LfKf+oHxsYsc0MVU4wAq9R+6mvkHwce6FSKTNIAsb7t3iF0kbugnWGBHC
kORQMjbpo7GaqsMqp8m7cAhygA01NYYb5rMjq71ulfWTo+fNSevSrotNNTXf+jVzrC0xtftEhTaY
FJSZ9Qcb7MxRzExChC1xEqjE/aQ7Z7hjZFGwji1gErNKTDGCRANTy4bp2MPBAV0ylLharMak4CTX
5w+3xfopHHMMEcPOwXg99JeF6bFs3eqRYHmrusTQsfAwz/Gpeaqq7nEudDtXHYLMX7Qw60b3M2NJ
VYeLhbfiVcYL2mCU0hVs9trQZaHsDbshFxUn3Bi+YerHDGzkSq6pGj8Ppl18KiAF8WdltrDpra4Q
DI56X4W8SHKIR81I+2jwVu1bRxS3Hha2zAWkMV6YTTef9LGsFFM/F9fpp+36E9PXJEOnwSS416PS
q5LeC5sEsjMnRjtg15JqWcAeZ7XGsU6nWe5JFXLPc2JlZtybs9WEWTGLLswgLV0PXt0ZB41qEOv+
YKU2RxLkqjjNBv1ICOiqYrgd/q4uu8TfS6lN91BsVXpYHIpFjR0bSFyFiIutMqqKwflec0v6w4R3
e9yU7Vx9qG1jLQPkkHYeHLDSpo8Atl31e7gehvfYKTvIY7cW6iqpS5yL4YM3d1pvBJBLvKn7GLRl
VVqHPPBTtV9WrWNHRj2nOUHo4oM0X7eT2eAnMlUJBeAieOX7kDN7dfbCb4O7bg38c9rh9Bbl2TDf
J65qagqqxpgJUwYnCTGXgnuumbW02Nl18gzZ/oFVg9aWY2xLFQz7dGyWD35a5s1lJTTQV5lNVRm6
0iVuvaib9Lmx/JUo5M5fzojyxq8m5CA3FhUmanEju/RfIV5/qbe+zv/oalX/6F820i8b8v/vOvBt
9PJ/78DDulfTc/WiA99+458duBn8DtUWVxIocpgAgFz+dwduBHTgmySSBhjDVM7T/+nANcP7nXG2
CYBNoAQklG0s8a8WXDPd31EL0E3yS1vCIBq/v9CDb/q8F004uCNMIzyzzK2fZ6T8mtc1+T0NZy8b
5v4UyvFW7oivWkaRE9qlMembV3SqYi+BX3DWFr12EW84CjukqcF3MKZdX4yY9wzlXMpD0Mkt1gYR
BumUJvsRCNLZZdIsh6t0SEVw0nvOs9CfR9U/eTOH/QWytfRjPhiYtLvr0ifXwZSWz/q0tjKqxgyV
s9RG/9myJMTeLBhuk9m3nz1IZjuRKPGJ18/ZuxNiJeK9xWe8bGhanER+DYIpjxBi+qQLlsWNlgb5
p2ROIBEZvY7pcmB91Cqn/JKrstrZ1Pa3XZlDgjCMfmfriIFDe+nK0OqK7JbEjSSPFr7SPFxcTYv4
1gSTWfhn4TBo9qM5Ny3RM1oi47Kt07thTv1LGeTOYXXX+car6jFSK60KpArlAUOM1o0x9WqM/HZ2
v+mt+hwwSIk8nUCMZOqMW5VOXh16U1KjFlir3ZIUNcE0QzsfVtijY9S3iXHSnYEcuMat/bPykvyr
UelGmHjlo8MhdQEGkD4GuIiVodb6nMbu5FOZ5v4TmD2/R8FJd+8nPzq/+Sw7ToRlWIEA4HaelOHa
mxMiue1knF9orlEeZNqIJ9ea9hoZjhmaAYVVTmrsa8rLOHMrZ18ntIZ9k8sDX5gWr5ZST6JvDZwe
DLyNxFNuOYLSn146Nmc0GOvSJZcy7W0zrJNRfkMimcdaV67MsfGDCDVVZtfupM0DjUFXw1EBJcn4
bFBJDbwAlBrnk/L4tuZyXW2SvoPsYkg6LUTxrD0ELh47gTIoGexC7JrKrTlSs5XB4tBGw0KCVIIm
GUrouOwtYe7KMQ+4nrpxU/qoAfwonEVxSL3GuFDW4sX+aF1X3Qo0IILlKmjdG+y0rUvs+McQTAtB
qerMQ49y+zoxp+axKjx5k9R98W21V5c6XQF5lH0+HmZMRpnKZu0Htyr1e+rmJmoDP/tDKWQqigy8
A5WAE/eY+t60rsEC1MzLjse26QTVhZKmF2WUi6eKMnxP13IFdNUcqxTM2/aHgsCnqWH8bzJ4a4W5
2W1Ij6RBk1OycBbQk26peKcy9QhLybjHItI8QM1tD2a+PJlbiNoGBAIM1dkSl351GqRjXK5QwOLK
NL5Mll1c9NJK75MiINKdAa4T1Q259FMJLRUKRUajaRWxro1OBLnrsK66PPcabPOxLaxrVKDBWaXV
elNpbRqllqMucRzDOqaRgf2tTm0rWjD3vlB01pdtnnl7w1OfDHiRu7oV5MV7S3VdbIULXuEfQLvc
+TJNgzKlvyl6fw99xDilumblYdAuzQXIy2OVgKTjg9B5UN7T+VMPAQOfs2Unl5avPMuT8os/mzCa
C34NNX7H2qGerYEYfiIzcaI7Zz+bCZUS2RRXnZnixrchI1rXFRdJ57axC+73cXIHC9M8w76k/xcR
RaF1qo1kp3vdN3MUX3Oj8W5bBOd7hKx5pJotP0ghdfwwy2JdDl3A5hggcJVHbeOG0TMLbRq+0uJm
4/aCoZ6Nu5punQ6oygCIUsc4BqNePQt7SZEw2wG+XrZ7nYxjqce4iwPrZHlr3Hsq8Jqw4al1tCCj
R5iQk7LfmJayqQglX93dDPkBI5u0xEJ5Muq4Gsu9VQ/X85gdVa03hAc1F2Upzto6lGHCgjua6WIc
DGnFIl8+NCmuo4YZuVzjSs9hmCTeV5tJRmGTsuXhjNPrZtTayxGLgJvUlEk01uVDb/VzOCdrVIN4
6i1JW3DglcFAc0r4uT6W7hz63vKHnT/oCTub73xuVyOaU31v4OJUj+a1byLSLtbIL+XOIkSIpMjL
hv5e2uXlKK3LBOVlTeuc0M+uWXtBHM6B9vfG70xaoyJqCBeRqbWn6DwvZFtU9Cj0j2wYuGdrdkkb
TimOnxAZdEqdNCz1Q8MCgBJacm8VM9uBeST8KB6q5Goq61izl9ueOOe51+1HtjRibzRjTDA0zOyw
mMwc9LoSsxN5g7vcWZh5hAns9Z0ps7t2qqrd6DOtwwy+TosHEOQ9zveHDgP8uJW6eXT00r4p6aC/
aaa9rqdcTMad0XG8ZppQcYVo8KkFVA922A49QYXJjmU3se1B+a7AIha6JrbPfTdBAnKCUkOn2YgI
cYhDdkLwwyRolHo50COAj6vKTv9oXDYRlySFcMzwShyXdbgI5ulrMhf9dZLpeEkMnXUh2iw5u3Nd
xa1nAdRb9Wn2gyrC53DYmdBf90Fhn9gIMwro1gxJz5hivWtio86OaUMotId+Y+gH+AOaX8etlRL0
mEAdmPzt3e3Hb8laXxv5fOGR3/4V/SlvRHCW1moekylAo2/XD46ePBDZoSLKlee+ALCURGKBFiLg
CUCG2DX3GarAqdBukFis16XnLVFRTncjJ2HgoE6GZMtin9NNloon6+id4FCc0kTd0b5dUfazLY7l
kQBtoKNOlx8nCV5A3UBP2Irquq0W73mCiXQqg7Y6JD1CDyCJOd9bLbjn1A/G58wuOMrZtpWVp8PO
kwHFz9j4P5TRmFeulPAZ2lx8oh/SPk/ees3ZQfs1+BUtTR3Y33M+klvpJgOOodqx600RrXYawr7/
koymv0v1wdg5k15O4eCV1WHK/M/GnGKS4CUPUxmYYVGw37mWbotwGccmrjtmf5Ndy1vXBC3XB2wb
LY6ivFk/JoFkINqVZwF634yOBgyr2PWsLuS7vwLMK06l6i7GSftsID70dQC/zFf7bG7LqFDWnbNK
80YW1hU9EnJ+09AOWrGyU5jaD9XgoJWu0z097f3gBA11icH6bS7J5NxrQx3PWSB+gNFAg1w1N06s
HugvXw/FGNRHMY5enFGYhsG4uJRxfRD2rb4wVsFrW5SUXs1CxGRvWJ99Q/5wksLct0SMHZemuXS9
Jogm2X50iSkjHLBuGDh5Iw6lstu7qAFzBjB6yz1lXXPdJHN5WksQeW+dHk2TosmV9nPi09blrVov
xAh5xhvbSBtJHFL+uSgcK2oTTDyvusxTt8rzOjwuMmNHDVzGbaJB6fBF/S01166MDD1bngwc3qdo
M4R9dpiKEMJYWkxNCL7AwlBbrup57u9qnhjKGrvV4Z3pH8xkDkIH4mpcrOZ6ARDJz8PUrtoR9xLQ
Ty21IbArYkj6ofYakgzkpDPnHRf9VMJRjFopszRcsBMEdqxq665SVvkFOjgXNFf/nBSiu+4REYTt
NCc3Ka6Dt31TrtZRVu06RU3pVte4M7ZfdNIVs5Aql6BzfeA0mseLNmM8sZiJE1ILYPelecCg5sra
9jRhHYBD0DG5wjvNHgAGZkXI7gwEU2q0jUtlpPYntbSUOCUxrXnvtPs5l2rnZ/ntmpHS4czzV/Al
4yiKea5u076HEudknT9+gM6rFYemJ5hTaBputitTRWZ0Y1HfdMuwXA6GoUE3JdVPH9NI1RWzF9Qe
q/FtdlZ11II8m6+NHrZbLGv/PrFzOR3Jxl1kjB6we8p8fRsv9ZXxTApCBus6YVyAg7Rz1XiZNnmh
PfbTQXpp2n2zNOG64YRBeBkvBgG0u2qxC+ukDzJ3rxEgVNUle3WnHdjGcy3W8gpkoctrOorFt/sy
WsdexwZFX3TsRTsXg9E95OPWgcLitsHHat5S3jA74isB55q1+1kVXXNEOW0LFc4AfQMvu+u2uzlV
mndah7wxPwHzGvaRmWmuRZ3zf9g7j+XIkWxNv8vsvQzCobZASAaDmkySGxiZyYRW7tBPP1909djN
ynun2mo7Nr1ps65qIgIBuPv5Zew5myGt9fs8twBHGEkztSnGPEkhJdbVusP117O4rgsMGOMTExkc
kJsP2xX1bcsLm6QGdJnjfEojrp46SygCGF1WmsdurGLrhtGSbdrr3GK6rpehSy6dSQVZwoZW40c9
NLVI2Rlldp9WAT44OxVOc1yV7avDmOEQWZeR+kC62NvhNMUcsG06+3BOmBK0dOlonkj6ZKNqweiS
N9nXUo/J0e7N4hOZXrBBCTrex6J3jv5Su3dpheWgIaRtx+8jIkJcKVwbAQpDlIPBxp9FegcPVj5l
4G2ll0Y8lkffEeumSFc3zIU2NoUnnutS3NrVuLMK06XTRXuHrvA2Nn2et2wboN74N0FZ1WteYlZ2
B+LamoqnB6k3GlyzexiyDLZANsFNMY3Va9P4H7HW/kG640s9I5athKc2g2zMOyvu0sfYcB/Lis+p
2up5HdJmW8V9VMTdVVAlAXD2dNdncjO1rbmzS3HC8XAp0bWftGVGOaGzwOzly+S27W7J5mK7Bp0Z
GY28Xxr7TVXBFXNBHKHIMULRNnv8Sl99A4XZLC/TFNxMS/4tHhYpw26YgfOd/IWf+q3v0ru0cRjw
RPdRounoaXSo+++50Vy0tKQPgnSNuX5Dhn305wD8bd3IFAWoO5kY1btj3oGX5al4sWrjodPGLh3N
W0xLJjbu+ioOpi8jaN2wTYLmxhL6UZbgYKVR3SVyeijW7mx21hzpUahobccznSmnGCFsP4PJNkb/
M7CAQrriqojn5dqGEoyI4j0VBKdmAjA66cb7tSlfl8B/Zx6fDnYRHyGfl8hzmYl4DV2j3V82wTo7
VN3PPKYnzY3vKKU5J7a9Lfthx+ILa2i472W/ntKhnMMuGDegm3InaHZdzWKTlP5nv3A/nOWIxONt
CS7e+Sl7W1I9R/GUHZc1fiv9/LtsautkGvU7iMdxUR3UVwVQuyTrFgjxZaYKbQtzuB8MjzSVtKRb
Gh++crNpNxrTpcq9OSh2wTbpb7xWjnM0WutHL3kcM0K+S38Eza4HeRxmi3eZ6uXBXW1wWD6yxV+y
dP1mGjawNKMqVFr5gxqFXdOnZGGyoEeWmZ/m0rj2PbHJW8hmsbY+AeE0iYSG/QBV8lwTQ6zzcU8M
mLrPRosZ3+cu++7RC7IjVbkHfyUXmv+9aKW39/vysRX6gDyd+QVRY249GhzdjTm5yYv5Ze6m+Lkc
qi1V5RvPWm/soHi2jXFDiN5VOhrHphX7bCUHanUPCoZro/RFKVBuk4kCHcOaTrSsHlS8QJ32TPPF
c2kZEcborSmTYx3Uj5aP4zaeyitTZWSeyuw6MMyrvjX3RiaPthbPMYKfqB2yr1lquS261d4b8B7x
UpNPFTzYS6wPyBGakH2+I51cbjsTiooXPyoXdeevwr8d3e4W5OQISPOa6+xHzMFwZYve+H0R3+BO
G66NaTRDdvE3lS72KWit+oAOb6NSVox8JLAnR/W2QccQ3E1T3RJ+XgOqG9rdMke9zLNpRwgIZJhN
M01S4Mz3ZZpYAATtKVNsv6ovF2jE8rasjEcXu5UPs5W7+uxn8ZNTOLt1CoIHNNMgFQKCbsGWNZvk
XNvBvhrtyAPXuVpbegm8BLqr2MqiFwcgHSNsSmuLzOixX3luZRuxtyWbTnSntfPlrlhAkAA67mN7
uALOYu4GkzysAjQmFtssHw9OXdX7zvB2NAvGYU8z1irTVw3j7RXtFoSJFyXzTHTG9Y2NU0YZwbFL
WK4K2PTE9a68coWmCDjUtMccyiLxy4OcDXEW6kY13XU1dUU40QODNBIgxKTLIAiiWsY/6PKD3/ND
u519ThPoBUlNelFJiyAw+aYbmydW7zVbdsPMSO36Hes1rT9ESTr5Blam2laeLc6WUzzEcbAra3e7
9A9l6x1V5z8b9HmPa/VgccMh5I6DxbRWc0Y3OZJaEGnegJBlNUAHG7J0xtiRzOZYRhjBoR6K7sNP
122yJE9qYhTPSKTbmQnpuw5ZS5E2usPYWF91JQ6ruf4kRuASt5OFuXJL3un4coGGrLh5fMo8BPkm
H113nKBL9yFFd0f2pL/VtQMKaPQd9Ef3Y+xq9OXTe5GnZ2p+d705b8jz+6ba8s0MSE2MWw4rrQsU
U1O6KaY7n7g9OrROmEzPE2cOjyCOtpEv8xr3uCyzb5fu4tFEnDDoE6LxG6KTvLNTsXY4sEfoD9w6
9OJk6y7O26LkbUHXar2QIGlagceKX/aR6s0jB4mXtvHp7OAoPjRvIGjH2SXmasCGVsSJfYzj6doI
tBF1LuCuJRgJ58F6TuJm01dJxTDXmxSJz+d8hfb26+zRN6o3v5DBJpuNnZ7gXMzMoEjKxkjn0Jxg
Wom9z7vqozSRTDojHOY8DP7RTHPAVFO+yZkDZdcmE02lgNp1xii4jK26aivJbUmhFwH0Pgd+gk0W
TN5+cvWB8+BboYWBV0ht3YtMmCNpG406uK/y8rmOh2B6DS4BDNNVJpFx9ru1LKey46/SWuduZo0w
zPQPJLKL0nhEfFWhUBGw2MsgIg9O3qa7MyWMZ0XU026stlDrbhJm/KAhIe1d5jdZc5L5WqT7Ms7l
81oRMM/vQerwVk6u+VThdaiisUu7lBGOwDzFWb3cZaywmpFrin80XjyNu6LonZ/oBr2HZh2nh87w
KeZNA3GhWzk9eSHcOmtEUsoBTJM8O711EYS8TXZiFlGrFtEwSfk1O101FTdrPomHbnLaVwc5AZkm
JXKuCGnV8hrEemTO1umS7RCsuWuUp6wTUSb97NmaY7cIdazhIXt78twomesVE3LX8TMGc040JByk
o7p9na6ePuZB45oQyYY9b4dCD0D4tS/289JU71Yu+/vJV0R9z0WSRrXJmTf65xLW/0dpNgd56P+d
Zzt/lNmvKldawf4PySb/sFyswuiWwaJxGV3Ktv6UuQrT+uPCrWF8xSiJB/bi2fy3ztVy/jD4j+u7
BA84aGP5f+k/da6m8QdBbdiuUc9eYndp5/oHHBvS2b9QbIjgCQ2AZUNhxH8je71YRn7xo/imQMda
6J3Us+EcyCzR9aakw6h/tSc+mQozofx6m1VEFkVZMJuEZxZJh8KOeN9g77hdOz7YpCt75yrvvfxo
JHE//kw7q9En+CHQksprER2WVqGPBC7Z9S4hTnU+SqJh0tDkxBcTP1rWA8IXgWNntnGzHrpVNebG
nIc0eO08lggGqyWrp0e/M53ihz/NLuOXjYYS8WxdVfpHnhYZyJoGnkubcsp+zNrq80i5SgVHiuAm
eZtmKtuuKSKEaDBy6d1n6UW7xGtV5hvtpGb8ZHjAcntka/MmW8QTScXfm2A6jx7cma2Ke3xq14qw
4TiyRZm3IUllvb+vhp6xODIg5Dl+NIH/YhjqfQjQgRxnGZNUYLlMm6vhPcss/YbpObhau0BTVObM
K7c0Z1XbDzHSO07+9mhu6wQXK3HYtv+CnC+mKMYWs9yVbdsnpykgHNPzs1S/SGR0697VqY7WDDHh
y8q6CCbON1D1sZgb+7YBPrseiAXRu6YQ87FsBOL82qS7QxO4qaO0U+aTRl0wRymaviLyCV+OjyvO
uCaKO2k+2BXDXQSO2VCqAvg5f+b+nM0QavFssMJIO7lbRRfbUZkE+tPSZnxjx8iW79W0pkkVJaos
MXcv1pvVDctHoX11j6oUdBkCbYodonAKW/hh5nfuQyDG57XureOSmfZXqc0U1CxdJw0AObtpuqtn
uOLvch5weUnOwNTqyGUezrRv5RXxQcH4muFagQJddLUv0lKV73k2d8seTAupSI61T3Kombr4AYW1
fzsDlOQ2p+Wk8L6yAXHkV7F67vxYLH03MbroQN2gITIIzx7b0oZTQe/SV/2eMg6U1GFDplNhHzSp
P+i7PCsvjGNrkLP73fXAg5MIdnrKtwCUVfqt7Z3Ve/MAQ7I7dOXx8JUJkVNY59sgIAhSx6Ye99oP
4qZxgQV92Wys0k7Ow0okJgZcphi1XWoryLdFo3XzGcTTkBydce68x3buVfZM0o82yDHOM1SJCGoa
DZhodT1gngEMdNP7pQeDkRpGaR5iU/nm1sO5ZsPVDAgWzcj28oQA2jG1K7TEYOnNqchdf184Iyo7
hpEbJCNV1Gn7nDojc2wxECOL0tV7J7o1OcU5OcIg9ON7QQAs/IRXfFYwtkCOpL+GqK9bjHjgPXyy
YMeuXR9EUVT7PIjrMjKo1NDo94BUoly0FmPlvJ4sQMU5hFUrnogmaVAkLQOPbzEML+STqhNrHAVK
/epe1XlTbBi4f+a5TG7mNn4qlUnfd7EmV0bpcd+bpGPXHwjIC8eJ90Fh8b2t2tmmOdLyYM9qJfcG
K+HV5CNcBlvNpx0I5bJLzNl9Ri2/3gctkDbaxf5aLejAF63cTRKw5/alnc4AEPb4TVayHbdjZ1P4
mRFwR+8tUbgAZRP0nbb9k+EPRLyN3VLv88IfD2u7NG8WQW8MuwTE+aNsd17qI8qWmUVNhB37G7Mn
HK1vMUEalhZHq8wQKI36zuxT7hc1AcT3kVS8dqtDx8gFvJuVy7xryfkJH8GwgX8cTgBtwbbkaByu
ZsUQOS7nZRbzJ3Gv0wHSSD30es4Owsj8CDMGmO1ozTtLFjEskzBPMvNJmE6n9DVZCi8SzURIr+Gq
nTcP8TGrusfCU/HOpfYMLb+b7FdnJgitHPIbShObaxR/6iETRKePmbtA8QMOhq4txFOXtp+WAz+S
gY++Jr433He94oycNHZIWXPJHZnAdWR6MmqE136FxSEWFXBdXn4k64iSlGK55vLIm8D0Ff+KjzzR
cXW2Qf9v7apWL5FERLgVhN0cUsudQBE86zynQr5aueWepD+2xxEp4lVPyPBoYWyHIu8vW5azbcir
PUgdYM5yxuk8UJh+RYpdfE6aNN7bwqEBr23UxxKPamtquzu6pJ9utFUNB06/n8g8lq2TWRZHwxG5
WJleF0leH0yXWVkiw34rDZD80KhwE8hCoMmSMSBbQAjSXVuX+dPkWvLNyrIZX4bfJXtsSvWx8Xr7
zkyxzIkk9o0jkwzRZlRe1y/Q3/eNyNkRBRExAgPMRugUM65BQhu1YSVuCONxVI53sKvcfVfkghDO
NXG0NjTai8L2ryZZ29+CBaA1txSUujN/F+XA0pLZ6hJa3cc5rVCBgJYvF2zRLSz1Iy4+I7T8meGM
09Dw0PPmbtNJkcelSQhT6L7IaEqgHwA/zn3iD2GnDNqRE7wkN6l52cUxxzN3iDwuoU5X27vvEre7
too5/0lduq2vB2KsMBjwENhDZiIhbQb4JrXDOmLC5sEl5aXdog/02XaS18FPoOnvMjUNAJyd1rEr
tpTl5V3pXZJFCzXlkI54LZGf+imtkURX236e2sblB1ep8Yjv1dLGfJyoMMYQUhjpQHeK0NWXRMYb
f1jugMQu9BOnf++12RyR6JPK3tXBbi4b4M6qfy87yui8YMoPuXayO1+LFEI6LZ8Kpy79vchW29iR
fOUWW9LTk11dT3kVDX7VPPSQEWiYEa7kgdtvFcJukMVqXnZOr9dDAeu9mWxGuclrl2jxCgR7ox7Q
ovq2OprZMB6FWLJrxKXVC44QNCqM+M13Wrk5WDlNmkb0iZMyXtfehQV8rmkRCzMJ+G5nxFkpp8jP
JIvkH21X2c9iaCd42d4ZdqqgDpJYtQJxZYvGmwae5ZvWsF5VU1S7eVqdL6I9ZeRamdgnK8xj3HKK
Szzz3h9LTAGV2z/gfmHZ4A/y2OSDB3+LNQBvgw+qNtCuFOrCfWy1D8aRQ6mFziL874AyOgz6yXsm
Bv8Vd0f/WHOuScIszb17bY32rrssWoawOmDFIS53ZT8x6beNRvMzJ8p6nGRcdWw6ZQ3cadf2eejW
FE4hIKYi9e9aTr87Nx2C0FzS/A4D1ETXJzUM7YagSmpf7BoZI+rY6n0eZXXOctc6YMppz0SdD+At
XbYvKfA4NOloXfh8f3jyM1r/MrIOL4IZy8EM5YxHP4dErJzOZcNYP0WQOmE/mlbo1JLeQY9mDy8e
4R1t8F8HGxgRawzrprMcep35wKFoyIjS8I3Xwe7GNYSmHaAIk9H9Nvmd/L5Whn5mZxxrvChryQ0c
ihume9bw2TaP2K3Mp3TxrbMjpuSlauL8s1BLMm+SgVbP0QKp8ebqspVXExZ7sIvzkpT6nLqzca7M
Kr4q+BMB9Vatcb1Wq/tUm313kosNuBHoggh3jPiKE/CSPnuBmZylzuZ1t9qifxxRk+97RyE5wWA8
UwAXVLF+T9wxIyPXQtz1NVeU/fJJL4GkoO5NTIZApNrMtD59Egycs+q0Wm6XGOz1G2GApnWbD+ZI
kePs+usc0gc3DU8mRHh7FgLDUSgJJ9UbiiCItuKYwlUobG+KfISW6NjPB4gp50yNFBN/UmE9iSqU
ROaVRAxXExJMcnwIj10kB98Zy60b6xUdRVnS552B2ZrV0SeVKhqZC+CXu298rxZcd9R8bN6oVLAB
hpzX2mNlT921mMRymgbns4gBeJbVCe51J/MTTRHQMRUijX66GOMGB4+ZJ+eoNOHbe0rkNk6bn1Jn
uVRLlu0Bo2Z1dL3EPTpO9TYW5f1gjd0GeMeIvGV8iy1O6C1v9WbG9LQXzuSSbFLkP3lB7Ud0S3Mk
+8l666c5fTa7oLgKJjPeg625ZxZTDJDCMdedsI3sQ7tdeZrj0f4wwMP7m8lo5u+zdr31IJVYUkal
eTKPuLlQfpilq/IbTvHuu0MC23oFYlyJSOZl392a/ZCX36psmb8SU7L1gWwAglamO3ZHXHt8srr1
rEM3Tt77kGRVvbUlrcI7lOGDcURKj+dlIbTnOLUJ90NkDSPsWpmt2hrTMuZRWeSCIktKZ7uDYfsI
WnyvyYieIKvVOHsVJ7PjgD5NXlmzM+nbxUeD9SETPEbblP7D75mr7D6cO5z/qCLYekL8lZV/PSCn
SD+AUqVAbeJ71b3wRm6dn6AFC4qBrAtCX9L5iiTgRoQoq+cUaVoWexs5tzbaD7rZvXvqpE2UCJNu
k3vTKb34LEfVOhs90l6HnwOv2lbwpb5GnEbNjc/o50Z+IdBzD+OqgYog7ORmFYJfW4DjX6Nkx2tg
UpXLPrB2ZXNYyd3DQjEsA30Ww4uD3vQKAXqwtZch3uHYMchtaTIyY2J5sOJcfUeWn74PIzCnt5bu
N0qj1227mqhGBEG9eQ2Iz+HcL8PO8ijeTKu5/ESgitShtm1AbKO0Tv5cB1v4mtdSOXA4mGerq1Rp
cZVMtDI7Bc4AnCfeBkaAkHUa6T9Hq6rwKHEs+F7hg8KEYhFDWi0VevYCzf1BkA32YynX5sogfO+z
BUFhDXRaO9ggdJe7xWzhGEBWUA3UWCrAoCVDYG6QByGMddm54CA4Y5LG3NNf3N9XsRmfFjMZ954I
rLuFjtntBMG+gzd48Zpl2Xmli4kuLtRpbDRv3lpb18TGW+ekoM4j1K3yX8kt0lsCfPpPmwLRU2mo
dDdbHktH4Vs/RNurUwpG85DQEClDo/MByhcvx0rFbhMOzlDmyJHqmRonm/mdF37nVC43ZTV87nB8
b19kwNVsx6dJLnLDeF0cvRRnyzYGBb6mBiqnKSR2HpslKZ77JKEIFbOP3FScaY4O5toQT4l5XJaO
DpNhjk/p1EwbyzKLQ29it3KSvt22Y9afjdL340Mcd+1bnvVFkTMQ1ENAN1JZ91e9QGjGQdJJZiRn
duvdth3a3H1hKonT1KM2qf+z/f3/C/v/F6X2f4c43n2p4S+I4+Vf/1PWL1z/D3o6qHEzL/F9yPr/
C3L0zT9sgl+CgOBGi3/wi7VeGH9csoKx3RN0QCo6bZD47v8NOgrT/4OGPsBK7PpU9Fm4CP4B6vhX
Wb9LHDHTOwMjmXj8Uf/3bNTUiRORqDxhBbiIaRvKTV2ziM+/3JF/e/p/9fD/NaLi31chdCMgcUdS
WXX5FL8gm6qdLFS4CUYs1T6I3N+3QfaRzt5ZNinsSDHeCbv5+ffX5K7/khrw5zVJVHKIiLs0oVkX
tPWXa1I1X1N7oAlLpK4Qf20sHhhn4msc5B8zNvEzShbrT9j9L8ERv37PS4DIfyUV/HlNcm74tcnt
Nc1/ZSz+cs0J/m9p0AxsWpF9M4OUs7fGDxs49n8KNP+f7ig9BSDGJGXxEP2GFZtoI7zEp+Z9mfX0
0tSGIB/aKG+mBKJ3qWPzYBsUuS/UBR///r7+t+/I9eBbLYJhLjaN3yNhSP1AmC+tbjsihSfyVPbm
Y9UAneODtNLhP9zR//Z88u6AyQPM2y4RsL8Hgjm6UwmifLVFiupEbaYZ0E1EqX//nf7Hq3Alj6xe
myzm38KYetTh5aWOa4vIIj5TLZNuRGq12392FcfxLNL7edMcdgjvX5mmvzwddt2imc5ihbijXu6C
0RI7y6Q65O+v8vvvc7nKJeCGulVi9clS++tzz4gtdV0SLj4Q3BByyJgeGzt2r1rg1v3fX+r328al
PC5jXuLwGHx/z8ODx+wRy9Yap0jgEniDumOqxv9U2fw/XMUHYCLb5l8+Jue3L6SWucRm2BI1QTbB
RoDbQravyT//cWg0ISCeegD6Dy4r7q/LRal0g/GhIxle0KykkZpyEvObf3gVFgbWepbAgIUdeOi3
RWlxckz65IlvO2LaD5jPZxOFr+j+U5fe5fX/dSGCrsJOdlkcSKokBIt959dvw4+gGG06Y+sZet5W
Bp4pSxjFWyJ9EoHgpP9h6imNxQTBkJLnszPxzMGI/fWKadXUwzj6xjbT9IOXHeDMQG7tzrWM/Eq6
7UciqwBDEsLVJXX0yaIK7dqbkmX3988kmqHLpX798mQe8rxcYgSJrJLkZv31o2jpraM3VhRCJZjj
ALUbmF0xrl59bPOqJU2F0JTA3siMZJjdVJCl+QJckPj3PT6PZS/KKfkiDpfjt4UZVJ+7eZrWV4ch
tL/DGOpXVwHoEPoyG4ck3p9pIkQCbb56EFiAso2l3CmJKtxY6lASzXKHDwNksZ5adW00lDSGM5i0
H6IhK55s3i9qRlztWfuM/MgsoinUTzdj5Vo9MRaD622MlgaGbYfj6BLlMS0/YKE46iM/WuVrYnZ6
xh/rVtnJSOjQe5gc6khPukjm00DJUoD9rMcHltQgfZuUbvGFzIoVAupk2UXvX3tyKZxNgvLjGuJ+
pdYuqP0u0o7RPGNazHQE7Nhugxp+ZJuT+XHK60XlmyIpiqcJL30eTgRmXce9bbQ/akIg0D+gCoWM
LzKP4W4k9j1aB7PRO6eEJELU01ckaM6usLaM/t437SmJksDqlb8VoBb4s4g6xa4itXNXyBIPuaeE
PEl2OvQ061BgFnJ6iaNMp6QFkoROWh+qmjokcQUrt5YCR1RtWutMvdTsPRAviGNOz5e/YhSzr7aC
7/1TYJxJN4bMai8EOdLfc1imNcoqLP9bkgyT99TUwYNvt/a7SAEXQmIhxhG3d3FJIZGTMe2NwjJJ
9sjNab7XbTu96aSdf66yZmcmhvR16KT6yAyjiTeAuDBzxEhClmgCkV9lvoDbdHGA1qCV2rt2VRAU
yEt8cWtgvflejK2dHnLMnuuux4dVXoxT2Bos+OGrRKUERfRoClGIAWzhWSwocLcXOrvgLJyLbNsz
blTnKiLwMLnv7dFNRorss4sCKyeRbGxT14a7aONuE7NTOBB7Y1Zsxj6t9oLp6b1PsvZVVIv7bULI
VFZ3/ujmfnMfGKAq5yEwm2EgdNWq91mcTSaGZZRr/GSW3NjOJEhK41gEIEaOyYtL/Mm0rYQGBUNM
ZuUnX5DBuFeeu9a7QhXDRZ7tdzXBSg7+5hgAiAyKxPFu4TqkHZZKZkCPy2JdSuPpuj2PCvovfiv8
Vd0mCSQFv03i/iAJon1q+5kIJb32M+hvMBGuUstufMcb5Yht3ZoeMtV8zcNYedgK4nGqHxm5sBKl
cdzeNo3VcyiGkExCK01q+Fb8mE/ekNOUq/w8eMLWVTrH2b7AdaoCZSdzwO529HN3hARNvnyjYrGL
cQHNpnEKRDozqCmKoLZIh3M0kuSv2BuQPufMUG1+ebgl8AJJL76CU8BaFqQe061jql5EU9CULil/
ytXJuctRnUd+RicuoTqmN+2sxo+Re+PGC90aCxYlnrSNRpSW2ifofJLxte8F3TZIRY0QXhAtE8Ki
Lrgba9H/nCSxDRExVhncaO0E41XqeOP1OKpuuUL+QMaDNeFjDxtLJVSx+d0Em6IMSUJem342bGUL
/TDY3cLFmZ0vxKTVi60utns1QI8gPk/fCwIVXlazt9/KFYJ0TxqQY0ZLwhi9adNkfizhO6cQJLck
vkUz//sLmDpfosF76ywJ6XmL58m3crKXz2npmgc/LfJ8Y8NXdSEhE1gvknTFJNfpsZRbu7EQEthB
Zl1DoS/QIGkRxCF32PjeSI18ekgqXp6St2IK4wRULnQz7f5kQMOjSKRUVx5iSSNIWOF76yB2B/sw
lh7HnLFKu2+l9hjMPY88i2ghuuRLZYM4rUXpm6G9EPgCv7y+YplFpJxzwmhBU8goiUDJJqBS3HcQ
JDbs2dFvR7nnWfYwSQWAW6sxaTPCc1rrCyA86tNgG8uDXxf+zwALKICJ5BQQlWmGyTQZS5J9WAN+
iBztRmhL4d5DMkPLT7IAIUpQieTwq0BuRJKSiEWUc3qHTIYgj3j2VhU2RZMH4QSchKKM0owI6RMJ
HrEahmkr8sAk+jU2i0cErWDBuGDEuM9UmRDyZRPPdcIAQCMeTKmz722MxtGSlkO5jVPV/TTTzB43
jkyandd7WUwsDKjunUFO7b3ttNNNWRvVd3Rs7R1UJDAYTIm/INJX6mOqYdnDacjFE8zz8jqnQ9/j
ibF49NGf2T8S9qDlWELi1yFCagpl26VanB1yUYSBlHPhMTAHSgmuUHZJReAybMFY1rRh02Jt3lPx
lQLeQpZ1O/I+ySHhTrQPzZzCS1tG6sgorufyZ9CtAQlrupE17iSMNHqwR3SlDH33Vg+YS0R2QBxT
OiE2PLgybb/56DQmGF+TrKZO9NlLiQ4bL5nXeFhyF3v5KbWyMUvgWFDXssbacBBuCU3SriSCQ17g
h8Q+5xXdSTO5PFBDzau9KHSp5kwbBrDyUgPQFj1iaSC4+8AeHCJ2oL3dc1fansC7aEAFoqsYT9UQ
CNqo0zS+x/9CGBD9O8aZYkEArw6X/DNrTmGHbOzBDYFgl1oPb3S/OsTO+7JV+su110BBKJb5sk/w
cD+OQ7l6YVr2aXH2gnTWxJJjMcO9PIl3Jav1FUX52kYL+syH2M7krSQixdmus2Jn8dMShfrIPlW7
Jow6rmH1vrgLrh93loSTE20pv7lWY31fjbg5DAj90EsXlvXSYLvAto/+4rZtFhQKdCCmX5Ij/C3H
AONTYtLucMVBn4W2xeOwaWNpfJpamndt1ndfnO0kAl84wWcRE9cB+mzos5W0FCv1oGvrphsRHeNL
kfa92cfiSUClmMcAs/b1oEBcSf5Mx8+18qmKHmjyYqexl+IYd72fb2av5+BX+Fj1+j7AcFZ25kDU
7WjF7LZx8cCAiRvOzVv5iNfHVVGMQRFcUxkE1cFeEtmO5pqMgrYdcaAG9oUnc7ErHzWcJ+pCDb4R
+tgoJ+gn378rAUexQJoN2VCrDIqnnLC9MipMWX7imKuAx2Nt3qX4CkRUrIgXiIuZsML7OZHZOHqX
2tgg7dHPfVf5ZyXLpdujtI7JdiJrrnsaVnJ2orwyYhBqzg3Zlp8KVausYipG4kJbmFFHgQs3IzN2
3soxwFJLgyki/6TQWbVx8AOsWynF4GzV4CI6Ay3HNRb0SnYcPIRPGzLWhZfE9toekS6ZPVUaFRY5
BiHiLwyZ8IDOW+/3xi1+7ECH/pRzEFsGxQvA3RefhtF2MhTzVD0PGFDuyx78FmbArPXGcK3xjqZu
vNUQyxzjkFg1O1xcq9qqGAH0jiSE/83eeSxZjpxZ+lVos0cZ4HCHWMzm4oq4oXVExgYWElrDoZ5+
PiSLw8wkWWW1aLNusyZ3TGZeBcB/cc534mpvIk7RG7vJahxUkHLMDZjI6sKTziS2tme1700bIwZ1
BEZACuUZs1GK0RLPb+sndFi1X3w0YCbX9GSJQT1BUho06OWg4mGy4yx2RtfdOK4xwGqYsPvsZW9r
COxL19NYRGk975GXurfUcxorVFMmDwPdAX4fr7OP+CzDCYvchC+/XLLyvUW+em4o0yfGm2gcdohO
FX8641ReDVgzn027nR741orPJqkbEUA+W+qNdFF3LLDdbiM/DAEUxjF1cJKX/ktVMbTbkLcNnq+c
bf+S7sdkZeJUZbwdk1RApJgnd94gZCm61VMJzC3FYPEwDHOxivcA+vlm45IaiNtjCkXhIIWLmqM/
eDyEM7tX+TFSM9QgkY98DiQ5/YXQrakglWWop5o4tja10dgDivQkXwI7CcsXZtjjso7HoSDIluAU
1qm5/5abpo33Oh/YR4N0nB64v7AMpkY5fcX5QOmb+Uv36tj56IHwqwGE1dlAuEnTjOm53boFT8ps
mmMAaen8WuvRGzYYU/U3jAbtsxtDvdhgXZs/osmsWQ+XnnVRWpl5ZthivldEJLE0UCxEz/reIIMN
v5j34UHpO7WxvEEBkkK/aDWXiqdaFJ4bXZZfRbOy76Vfj1ex42gH6ljaXMfYD/vAFugndtjAcYBI
VXz5ESFZjPkBMgJhqaYnWFshebjlIsdNa5exxlrb2e+aK4FuJEHgAUpQRK9JRPyaAaboo40pAja9
Liloh4IoGUAAqdoVfVJQu43teD+X2r0f0vXOLFIj/vJoV+8mS+fxacfOPKYUHyWtCyD4ZDv3VSFw
IRZ4TPGVljcpEPdw53rVFOGyH9FtFGPlH8smLN8yLM5oNB2nsWBKVHOGX2RGuGLVFRqRrAzLmbWr
W76rTGcWIs3Wo2JyenMKCg2SZaNYIb+Ga5YfTv7If7YN5OIcnMssd60q0IlxLkh+xKT2T+cRl/cG
8Mxy5nglZlA7DL33MQ/Nlm08dpwgtXLzVNUtiBeya6pnlY/xfJbWZClsOCW1gHbgQ1VsB4sLwan7
EskjTOKHmlXbTVqlM4gW3lO2mgaNb7U7dp9+Y6Mfc6tMX3GiTPWeB3VxhaZz/rZ0fvHg2tVcbAS4
kq+wbVqyqiZMbXbfR596mHBXZiViSzCQBkAtH5/718xXiiJtwGnB+eVwZLZC3o0WbQ1qnSo6EYVt
xQGUg+HFdfz4SZsyZyXVRkzZgZ7HmPG8HmFdhYQRpidMmWgLhMM+7yHxk7VJuW2hiGyWdW1q++Pq
TqrRy8WRy/GQYFpZPYeMLNq+AhuGqbiad5lTxLRiVQVCEWQPhkLsXZO7beduuGPOmSIbsgyO5xGT
D+koTQ0EYcA8zI3MxZCdtHgLRrRpBLA+ku0LOGhxCjMPojFzezoMz/0kG4fKzE2mT4MIwS7I4b9B
EMusBfpiCcSTV5ZgOAbEbXnQDBhZA4SA6UuI1+dVstS3N9LRFtIm4aVoWij8bTCLBXKAysZ4EGg6
GN6W2+foidMmmuvzxEdD6RR1+CDTcCzt+95qQkc8sGc0ly0CJUic+OgnL/bul14l7Q0zCCJZ/LTs
053Lnz65zQJMIYujiJOjbd6WTGL3xv/YRedD0nEgekWO9CDJk/4EiFc94Xa1WDoPMzayTd0S+Xsq
09oBJ+/0hCuxAsdRV7hT+u4I/MscwA7a5GRJcfMnoAoBLQ0ufDGfrfyFUc3No2GSZLwRqBcfzWmR
dyk0NBX0znqjmlOYPE1ZDOKhMKv5fEjb6Uv4hvjo05KDToAYLdD2THhN0PQMDuS1NCc8zFUah6Q1
pkMg0kbjucR7e93b8XVvWEgia2yp1znxknjrtfaRF3iWfJ60obKdiW0OKHjFtDiIOG4UffyMmY3H
gM85C4q3PEbscJtnC4Ciee4vpUp2lSxgzyDYwnQ1uxa/1Ea0eKBwFtU+Jt2NFGZiopd3Rx4tOflb
Nj1h6KXnRVoi9tui5B6842DGAwBVRS6LPHg6nqaZI3vMBTL2yPsqwcqy8q/sqqfxjFHW1ejO7ye4
a9VlCogCWVM+5Uw1TSPq8OYRPKLv23icashpNjLn7ZIxAdzUfi/1TTlBpDurUcP35/FcIFqEKO1q
demDhOzoUevBCcONX8vaeGx7d+lubJjR44vXOU5+GdVjP4R7pF+2e5Cx45tbS/P17TSwJ0aa3LRw
V6cyQxHMfRD7aLKcHDT9Td31nnmw8t719xoLOO1lD4iKbVQfxuhsNoaszaY4t+plAJVhOn6IbUgg
fa/mjTP0PvMN0THWQsTozAliCB+okf0BnsOHmMLCqeUrM+Oxs/eeXOqcNtqe8FCpzGCT3kCwK0Gw
5M5nDCj0wh5GxWOtKdnVW3o01HuM82U5YGakcJyqsGLxPuJ1DlQiXZpvPkXJsCZpkhlI4FDRJTzw
OExxBBqLnPvs0GcaHBYKHZ6lGIDsTBW4D4bEZe45lwwLwfUWn8WwrA8UxmilOrNKoKRnpmhSvrUu
qlgdpR1fxHvidpgaS3NApMS1jSL9fPKiZrxXQ6UczTSNFcC1LqXpMjMTOSGClWVFtkVuarqCy0ZD
YvHi3OqyRzDwjgiy2AEBLUvVpA8zOoXqENqN15xlrVLJLTDl2dpYDpZHmnNU/Wd4oJeJflLrrkDU
GbIG2JalWQmS1ISsHHurKefKcIOEykIJWjkGnBS2LCJQeNrFcxG24S3bnorcpamz/Tw5RKrF23qc
LajPy64fHPBiB2TkvYGPtksim7FxZrc6ZJxMw+TmgW12vdls5tHhYbsBVJO356Pb2hzKg6Gwxe0i
7oRu2TkugpXfc63/K2QDw2cLKPbzbwD5u7/tdfnx2gPB/5UhuL7y/0f1/zdh87Od+c+OpX37Wb7H
fzvo5Bc8oMtf+11HoKzfHKxGJikjcACxBrEj+926pORvjikcz/VsRJ/kULLt+N26pMADqjVXnqy7
1Z60JpT8riIQv1mCXSclMc9O1v6+9VdEBEL9vG9SjsWEQAlog7yIp9T3lcwPq02uT5E1JerLJgqH
7KiRTjJmkF6dwlTLBuzjooX0w2005cGYNOM3u40lUuA+q7ZeOKwQpwm2+RYlVGUGdWUyL4nsKDoo
b7bk3rbdDAVU3xc7DBvjSdWLRu4oCD2OQIAL0EN05LzGswWCtWcofoWCCakUcgTm41HdGwCkRU0f
amN0sLYaJOexGtvui/DM4nFYnY+MjnCDnMD3R783tEXV7IqCmcBBzp1BUE0KQpiZfRxOd3qynNOx
G/DY8+WDK0j6GI5t6jk3TTUh9YyyoTgpmC1/AL1ubjPTz74hq+QpFw1x84ymyWVFMQ1ghNxynE4Y
tTRoa+Nm/ixEZQpATJX7jrY2fu714t0iIChm6CF0mOcSAIrN8Y8Bkd2Wkg+oSwfyxTOEFfB/jeLD
EqFTPJpR73iPVFgWg30Do/7Oswb7figL6FGR61JamMt6poeURBbVwZRAGYcOzfFKPnxybRYolCBL
ZMW4mQtb8yvGw4SwLtVGc4HysSj4rjPIWJp9AlUIu4hTVpLNhzCZ8wbmTFW1b10YfpseyTe+lLAV
846zu7os9Fp8WWnX6VN2prAfNCyY4jSxwjGCVE9xhprVMdQh9FV2VdLa8HMKarNtU5RpHCyEVn/E
/iTacxIGjPBIJdw+z6yHXksxyg8H/AizXNeZH2VqRE85ph8+jVcW7E5qKkMQW2hS2OFBqY6CmrlH
HdSsNy+k28hPlG5lcZU1jIv2cYKj2qRjmtIHfCKd3PYTQMjAAB5FE65XCALDqOzCih3kYgnATnvf
5bV2bl23phkzDQBb6AIii4B3CrmtEzs1AEjcSPF9C3MMv29izSMzwpr7LBiUrp9bJqJyreSnN1HF
XojzF0n1Nkzm9rloqCmnpgWA1lIN3nCkVsbeHpa8YFRVR3CVSDY3juRZj18t8QIJSpQ0jl8JF+nZ
n1lUF2dFZ7YwWGZmW1vbVVi6FoqrcI+Fz2g2DBTwvRTLVDocrDklvZXHoJGGld7LdL3J6yBLowhl
dlQlzyZgks+mdJHTlTCRLCCMJmM9vMJjwW8FPWJSUXkDJFtOgEQYX2Mp4nrfJgBh+i2Wbunt6qnE
CpGk44AAY/DlF/5GJuZW2kNt8lNPdOcOxuNX1+pwUo3Sbu8y2IJgj/E8MA0wcm8JkMHJ5gKSSc/m
j1IeSG5kxsUGL7s+HdsJQlNRONHeYj6QnExGWRwmkirYjOYmOImqCZ9ZRbRgbEgIukSZHbZbnnw9
tqUiLqjk7ewedCDTACw47lOE3+W2BuN4bZKqcZHay+q8cxCM83ZivXWlXzXbFv8xAyBKSs1N2zgv
PCETiNvd9Bqq2fOOnk++U8CTeiXPTAkFWkg0x9XoGUO8c+C+acSX6Xg957WFNMHSsNSKOcMNZVIs
iGABLRxyiY6etfVEpqcgSUv3hLETTPV4NrrpNA81BZ83aoDJ9gAeY9cmAwOc76fX/57oP6TtrMlS
//lE33yWyU/hPOv//e8nuf0bOkALwRbROb4jvX8e5CaHNekLqzAEAjAUzVVN84+sHUGijuPDI5Ao
rlC0oXj4/SB3fhNkZiEMRucAeJqox79ykHP6/6SdcNeXoM5AOES9YCJPXMU4PxzkYs7CAdwVBLVY
TclhUK0nWXnD5S73yyycfTcBBcOKuFAZbqxRet5uCMfqczQW4BvZ2E3vEs0R1xy8A8hF9LM6UBPD
Ybz6kFaC3EhL7DBlA/ECG45gEEzEgrUpC/YZW8FU7Z6lrXPJLW1A7h0jRtg1riqAphjnuOu1hpKX
jZLBNS9Mnoo58k+eLDFTnIC2rkk3LsOc6qxSVTIBwm0jfXS7RMTXaUNSMwvdlOAe9uDsf1wj9kBd
uGb8xIaXNBlaC8c7RWQB/oyFx8rJ6Ffrg1EP+wm9er7Fd01wQTjJ+QwA1kAOq8BVx+mfJF/U1Okt
movZ2fFPMCjTjdCcthZhCfvGls29LC2MIggCwocw7hJocWrCPtDkipmo6NruTvh0huxEewZMsu4M
pn11Nb4mTQtzEpQv4d6TaZYli4kl52kpO+vLFrLVu8HTkb1VS5o3h9jAJ7wjBJsIdKmZWFwVxDiS
UKJCzLjYfFO972q3eQOm706bkuE9bUc2pxxrta4f+8YuqsOkLbMOcjlEcqeWobospUi9IPJVjL5Y
DsbCyMYrReDmczjvRNt14iAQXnNWG3ivYCOE7gvTghHzjdCfEEdFfkaP0vRX0PUY63B+51hxDJXP
R7+hxT/RAxbuvb2MdM5laDLIUJ6cAQ5qduE0w8giDyVKzi86pkkcJr7RZ8BwvYIJFBcvSBEpMBmJ
pHSENLzu9ADXnd1cl7p2cuixsEX4s90+22dJFzKiHJgjbnrW1ddqcsNyx1w1/cbF3rGZzRTGaLpO
Slu36+2Xaq7d11QgWjxMi91cS8si8Fr0Dp1r6nsg9aBxAgNpQPIVqD0G59wbVJ1vzW6I+g3O+xz/
OO0zrIkmq8jaMb5jU2nYw6uoAA+D23dfzhOnNMsF790My+JBpaO+04Nd+fsZT4uLrC+Dg5LjWvlI
h04+kUOHaEW0kJ03YT3Hb6aljcsmGkLiz2HXZjzwh0kEbNfL52ER9nPGqCNmJ2V4zIzqyUZgnoRf
ELXjMznk0UfZzOK2R7v82g92SLtbluFbb5T2V8Ii8JvQQ3PaJa18YG1QfjPtuWtObLICGdhTfs/7
SjWCGG+/nE5JcjKAzMLwxDYgadW9bT+4Odcl9+PIoLhKvrmVMyOHDCdYfEkr4AZ70Zq5Ug2DhqE2
FmhiXJO5NDkw+NQ3nuExscR4qIfAshIiYBDU1Qc3ypsAmYuNX0FZOabCkrXzCAE33taWg0wh9oZn
20v6B7y20R3eMbZSZIOxKgy9WX86339qpn7dZVSM4ppfF2B+Z/XHIq7btzZVfQGPWrZv+BP5UC3F
CqKbzsb21o6G4Qde56rPaLb7chu3GJo2cQ1ceJMxaHjpmTGd9aIjISnOJCiZ2ItClzccMbPJgCkw
MXW1vk/MHsYtBkY7PC+nNmbFAQvM31opItWARxakBInXeb7y+skulj208jbfaUumiKGGzk2S61JJ
G0ZmlV11pkP14OYAEPdj3LVv3yWDGIVqKlkDa1+7Z2JSXPjwyZ3zjvCUDWKsFqi3U1rpbdL4FXGh
szXUB3ZKhj7azcLTsaioRHbp3DBcCTTmLBZ+XYm9pVfS27cDxvtdGFnOAzafyudtpZbTPHgLHNqt
43rx0UhWMCI6DWaFdeJ5TAzDubWeakNY8zsKE/GNrsisdwx6W6y6UlbXflUzw8y8grTfqjfoG0EK
6KuYGDJybJBeE4IzGg7bDGyFOOj9oX+NIlOUu0U1dCDhiMMKb14Zm9i9svohgcj/EuGVfRQ5/DUu
dW6WkG3p1+jO8SVHbgIyEYyrdS7iQV3+lxVL9f+sQMI1dvgPSiSNJ/sj+dE3sf6F34skkyqJisZf
8wvEOu74x7SDnARzdSmsZgVie9VaCP1eIxnUSPxv/LEliE9msPHPIsmQv0lmIxgxhCn5rxLuX6mS
PM/+qUpipQhGBg+QQGfNq1lr9uGPVVLKEsDArPQ4K2nedA0bNB80Hs5w83SCtRjPuTyNnZ4yisfZ
OuzwDgU2YxvLvu6znaPuBvsOqjs0+WzLOe8HcNSDhey9EWy0Z9z2y109T3uzLU6r4qzpw/NKD3rD
NM96sqNTW9xaxmveOyeiJ2u8dfqt1oPxWFkf9WAxRDlrxEnp2oHq3oymPdNLgdWIhf7WtdomqFKz
xxpcbGISDFBvBqFDB+h4nyFaoBL9lae7JMg8u0q3sBbohFb/VnRFD+9zj+tjjqjBL1TgpJcIKW/V
cpvYqPJqhycqCkzmHKfk+J2SwLZZH4lqaMTGypgoF32/bTQYWtOifGtTkxXTcGAXdmJgDG9FsXW7
/BAr86xBJRoOLwh52y28vSUw/DU5IPqoCg9+YnoxygsGJSi0jjZAmpZ7HNkqPPfFJpKAYUGAxCmN
FelCpBmPOIzTlYFv7McVtt2BtWASMfZfRhVvveJLx/ZOLrC+2wfP/4gxzS/OSnVb/NtBWpccCMCW
Sb88dDS/aaYvKAwelslxTmwLMhd2yGgPvJJdmUKzyrpRx58xZnxpAX1VI48sN31MxwbPc0dsT3ri
zZRh1gxWwBBuc2EmnBRJGp0axbmQr9mknh2Hmhm+8beleEv9CdfgBQpAGMmZvbNpOFvMg2944ctD
biYkXNmyu9QL2oFSPWKu3UDbYlvPj6xYeSqcfZEy75vR2bpR+GhRg1uJwjypnhxIyJA/GMlQEyMJ
6E5ntVz7GPMOiXdWVkCcDf+YRwZ7kEidTeyzEgpWmxE/5JZh3MPzoSqedjQFZ5VFo5rqT1QjXNFV
ezo55c6s6qPNRcpB+2UxhfEh7EiIJcDV9hZxWZtaItQygPBipmMfFHoXTp5CiuNYr4EzYp9DxwLT
1nB1UEgkxb4ZHaxhXjeXxB54J6424RiMK6BkZ+XjdkKoGGvMPyhxluxGU9XDDZs301IEnofGu/Z2
QiZXocvaLsNUMlg3Aj606d3JhIDfdkQigQ3d6BB92EdzLIPWU2Drm2bjGqfJIAMgNbmR7Mvuvavu
ieqIzUf2LBvkEMcZyUyFAfbagit0pH+D+bYE82yc1cgCdQodUL9MUOCd8kar+ijW6WFp7hjC1+Bf
22JTxvPJZI63elIHa6muZG0Fit21LRO07KWGHW7ejtVTmBinFsvVNFfwT4ft6nHcm9Nl2jPFM1l6
cSt1+A3cEaXzU2I+C8qVHK3vzVhkTF1Y75oa7ahBnXHsSc3qIJIVhdT7Xt+wi9uYZrEX/ekkxzvd
pEe2VRU3fzK0/ZZZ13k6FSdJPJMkciWGaJfAetUQeRoCzpjvvPVuuKrh0MVOSGgJUm7JIwhT50hf
yLreuK6yb04svsIItqDEZDncs558DhV3A8FEXFVvJZw2l81vbRNhwLxrnt76msSXMCPNiDtNWTjS
YzCb4qEY1w2eyxQPD1RDZbl8hsYXCp/NgJazVreDg5M9vUnTkEfE5aAS/2yxrWeOeC7tMhis6M0C
dIPE76FyFBB519zBQjwnP2EDopx8mmBqGCWxuzz15HjdtlAuuFyKnmWbsUpnCAc8GSRwqHlk1GKb
0z4OeQAu7MqoK/oV55cxBHvyvVc0BpsRtbIZl/vKImWU4FK46/BNGwz0wYQvIDAQ5QVuMXy57XK6
eMb5Mt2Z8THuD6aW3o206/sOIQbjqm81yNM4Mk4yi3yRqigd4FINz3hGVcs5iiX8qDK+bFXSXzJC
bzYxOcpvgLausYlCSPQbdFH+y8BdC2/vxgRhurEd81vHWdMSOPDSovkJjNK3zpFy7ZohOvg2Ghpc
SAjQq/iqKNQNxodNqZSc+WDJGZuoyzYs5hc/RUcIoDQsuotxIUdctc6+JtnksmIburGqMT3NhGaF
2JsnMK70jqxgxDZRd4v6C31wi3yuN9382DAoRxXSDercruPpyWmT7kCMR/tgl3CSoFyz1zS6z2H0
xZNldigNJqSBg9PJQFUiY6iK0EjCgw4VoPWoDFmOIhMeoI4curHQqNRRYlXDiaT3KmCGnRldGx0Z
vsAJGH2Eq6nWp/ng6gfiy5BqtAtSDY8nEYp7IIw9msV48J5ias0EuwCy2+SxI8MOz8q0993xRuU+
d2SMqcR6wKaN+9zEWF1FOAs869Gf+e5aedth5j+AD7seFm885otAWiWfqFpD+n4yhPZTT35J/SVN
fCRuZZZvVlO7p1EXmgsiG22xqfDJteDCwr9dmYh0vdh6EAoUxKDPZuKz2VM/9QTbhcv0joXY2/IJ
5F4k6JiVw7S6PhIhmWy7kh/Y1XRJZbKTHEqBrdCQkqia7Alc2/ZN/GSW43OlxFONZy7KEOsCzTrG
RXNd1O3eqLqn1h0PcdvGW0dMiEUswsgZsBP1Bu6LOThnf+cu6/FCxw7lxVHNGDPONU4KABVxymI5
SYz+hAS8zbDoM4wj3lfh+e1ZXq+qvqovH+vQ8PbzHBI8rDqblbPRrXIwf+Zc7RO7P5AQ19/0hg0c
RHbyiuSGcGEEEEOZNjH+3JeYUddA2+jFkU2seMq2rYVeXJKC1zkwdyuqhhpkZ468mId2nbgjTqLZ
DRxdi+sylBRESdpdlIhYDi0O8BuP9FNkSQiWMRihBz46vaxviMhi497ZKYf/TF7xCdJIGDRkEcKd
JuNO5EgheIQijqVTCdkohEDET10c6oy29OjnG91lxWnWcB8BAzfcM+7q7irzPfcb0c4MP7qiP2cM
N2keYZ16Kc24csnlWZI3FoXkEjSGfq64GHYDUmpzGzNWivawMJhlYGNwT72hz8+lXt1TadYfeSYq
1Jy09RmjfLY+5AkxtJsPhZEtZz17uhsxcnD01lxeGP0CCle+t9gj3PFMUV486jKbj73EMT9nxExU
WE7O7Skc73DvTN8k7/7SiTmQxjRcxTS+u/O6zrmpltm78LupuuGtgLFKp1s3D4dtkaKfKdP2MZst
gII+SWGq0OTR8AaWd820/JBb7pGEwXzrF16IayuEwIoVf5tiz6ceNM+y2jYuEcuWb2Vilo+xW1Xn
auwdbr1UsAeDuoe0bo5AWNe6QDEI0iKNH+itx3MUlAffIvjUt3eZkRckXaCztpXXnDKYa4kDzx6i
vH2aLbIm/TACJ+cYUZC2u06l1otbg0aIcpHs2lLN98aSVa+F8NUjs7xwV1XZeNLBL9zmVsy+R8/h
Xsye8+Ai59oTqCVOfCe0UJOORsbPRW01e0a897Poxkfyu1kYjl3IttFnBDCntzhx3oE2nrZl/4RY
AjrrzdJ03+LovqmWEWjCkF1kcX0cyXylhENpEKrxiEIxvmJxBIp5HO4Tj51BwziUe9SPz+Uk7xk/
kNdpNhdGCPuiCDGPMFvcoLVLPlFUGkGZzKxbM/dcNNMdekXsBBQk1IYnbsaXW1ttB2iHgj1P3qME
AU+dOs+Wdh/TwVRBO/X7IVXXIdlhp84gz9PsK+e33M55QopU11+TwFrgQkjKLRpwcl6j5UkZ4qlk
xcygJErP+rgJ2LQm9CP+be5FAY/BM3i3qJjs8cZR5lM59AiYyOXpO013gO8nskpx8JvuYR7kt2rt
WwRNSuRmp5ZgQwuHko3vmF0grKAN8UsaJl9O0zZGVkfk3SnTn/yOhylFMUhb3GkIKwvgiPvWEI9R
MrUXRSLFse9jP712/a7eLly3n6mKm62N6ejYGoa7GyGig5yfS+IEVAWvDKsvjiMgemiCVXeB9Uxf
ZkmSHhiWIkwqmirjzihW0nBTbqPW1URg5tjwcqJUeZ7GAxnADP9WqSdmkRhu7/m89ChJKrNrPwac
UWOQs3YHRZGMW1az8VvXN3zbdnxK+knXnePSSjYLiT4am017UhttqPc10cHJmdMxZl9OAE0sz/A7
sl2DM8SZrc8Uxn2rG5eQA8RVDOC+0RSvaPfpNUKPGoxk7R3/d6LSz8eP//t/LJcxw38eqTwSavHa
6x9HKt//xt9nKljb2RS5TCyYWriWuS52/q4gsRznN8UoHt2GI6X6Pjf5x0zFsn8zXbGSIXwL0/r3
SczviydD8A9StEjmKqhOwNCIvzJTWbMvfzDtep70LBZiNpMVeA0mUpZfRiojIJa68Nq7QU3Ok4fl
KmgMUx7gFJUnyP2ZoyakWnVdJo5Jq9MzilLx6mKS/c5G2xnwai9U6i5XEXJqYAj2cmXi+IfdyR5k
SZf+7Ydv9/rvfuIfWQ8/S17+/oZ9vi62ZPzHkb/Y0oG+JDWBv91dOGMVyacFP25VA0QQnb9nVZ5u
//j1xM9Dp99fkK/GxwnDDOvX1VzaKe0tudndYQM2H2XjXznkp2wm4m137HeeslxWpz04whPfJaIl
08gJSmb5eIiR8tbGcJH1EfYN6NqB4/qa2CUoAZD7G5QaHr4dPwVvONNGpFL5R5J355M//gg/LxfX
TyC4klySYgTgEWH94rFfLO3IbC76u1QB1PGRgGzmlM7Pt7t8N+funZm23ZG67e6PX9da7e7/dIR/
f2GQFQTsWFzegFV++a2MKR2KpZz6uyqc9Sl4tASuUJ1gh+pJ7erZvI0uc+0qCscTnnbGtli8but5
ZOr99XfC6wuXGaTpEpX4y+Qwt4Rdh3mj71SpupM0r+xzGPzDeaKb/oRxYndNfri175FmHF2V9ohb
s3BDZfpnYI1fNr3fvxOWxmyT/VWv5X3/zn7Y9NZywtZS1gtcXTa0TCzmwB/1+NBwBR3gYUz37dTh
BWG0FVDW1ZfcTbTc9AjM5ZrwqM3Bu2GJkj8JKcVF3unh0TPy/NKMfPtPQBPWv95sAG+xxUqgI+y7
f/0B4d7CbuszAXJ6TC7cuKnf47pgpwQS/yK22X3ZLIehNs/lHdLploqh5BKbCaGD6J+hOKmcZc8f
J6wOPXVlML/9k592vXh/vsbWLTy/qwSKwiqf8fOPM2FDR41EoWEzP+qg+tc0ckg87CBlwbr5k6vo
33wdCAVWCMsKeYAW/vNr5X4a++Ykxd3QSLheXkGlSn8SrwK6Ik8EYzCjQOnVKyiXkWneCoUzdp9o
1rs7v25b2n8rER2pEZaeoGg1ygHK5ltPg93YH3/8bv/1yb6+Q8XpItiWMIb8+c12kANX7INNzNCS
HFq0fvtYsksye6zHzZCKsyZf5mNieCWdGYXtH788Cohffhifl4dKYTks/hTHy8+vryVCrBwsyx2S
VvUtn50pPB2KqMMTgbr3rodcYBOmOSHo4djJ0GAx5pZb97tiDUOTein8fC63fU2vYYXw0TeQecMH
W+buu2/SpOFjUGcZXJouQG0zYAB1oKoFnhm770nrSGR1ceRFO1T4+oKXt/GrARrtjm3khGQ66aZq
GDWvnVEBN3whYU0sS0BsQ1EE7ETl/eA3ql69ig3xGIRwfDSV5X+4gn4fEXsRwQn3sg6ecMyt4PvW
8pnZhCkS6+qIZlvL2aMKln1mHuZ0ZEaMZTsf9n5f+2LXj0V9iAbP6gNvWOoSyzFxXZTltjvtLNIe
yZxoWogAs6Yf2UdLm56Z7simzQxbmuHCtKzsAkNM1gaaTWi2BQNQwF7o6nvWlTgL2UBnWya8trWf
WyHCw9DDQNk22ZIax1qN6XE0+7baN6KIr2oM/z3xJaMyg7Ibc+tPzlFrfdj/dKP6wKBWkapChMND
5Rc2SlTKbkzBmN45Bcxlg7BWSC9Osmd3KFEPiOLabPnMcELVnRB2/DHFufyTi/JfbmAfphGmWluB
b5Ler/eEVVVxQUns3hlFkx3EguOmNFx7M0QlaFZXjH/yof/l4cTrUfSxy1xZUTD/fr4H3JqU2F7E
3p1hJONJHuPnUIyc9p7PtOWP77d/89FQL6HEtF0QUa765aV4xqZQKxefli92iYRW0R7gJ3VKJ6I9
Xe6fkbD+zUfjGKNwpC6ibLTX9/PDOVbWk45I+vbvsgWv+9JI0tTM7LOEbfjXfzSqXdsF8MVDlzPz
51dqZGzBoyUhFI5xxUrAj7ZRbYQnAwcCLVM4nf3xN/nvrlRlAoITJgWfQ43+8wsWdFfu/2PvTHrj
VrJt/VcKb84C+2aafaq1pJQsaUJYss2ejCCDTfDX34+u8/COZJeEusAdXODVoIDT+GQmGQzu2Hut
b2VRbRBOZpNTiVF8S3RdcWfBNkNlyRsN+3awkoQmbCVu5kNU5OKTlbOMTd8/LszriZdHd4TZIXhX
O2FoH7q2Mbw7nSHSwcTO7PWIM9VsN8i5QE54E/20Yxu7GLNipyR5UrEIkUYwgLxfTFJ41DGLeJ99
sd+KusgK6faG3lJLejAL3l4dNB1hkQNOuQOT76+niJZCHNVHS/oWHrQiOG9whuBhoV9kGkFDda7H
KyL5/N3Ht+n3wpx6DjY9+FIo8hbpIW+/CLsfkZdZWJyA2hivcdJljx4hq9cyddT3nouBakmrzGQ2
UU7fIOHZRJL3GWLgIIwM6zHqouIhVSUpu46XPORGBghSBwY86aIT5r2D+NPfZJCvcbiZZhyQpVBx
mUXpOgn5qoKW9sc/6fdnmDXumLRAEIkgCnz3TPWtUJPo+vjOSDG1ExrvrHpCauig1f1uctrPnuE/
fR7XjXWO6wgE27t6picxyoRKHN9FNsQkMjZgAha3c1ZdtyrsP1k4f7hfGBkxKywUO99iCPP2ftnW
2NlEqxp3deiWwNFUdo0hF2trjLyo7nVyTGVnMD6z0QS3atwsncqD09uvHTvzZaIwe2fA5Pel7ZWH
iCSGnNkiXPYKfkiH2LYLj0GLY6YUcj7XfiYfnZkH5T+/Ryw31j2KTXQP7zcHSgezN7KEMo+RO4O3
5yGfv3eD/VK65vbjz/p9j+WKEUjjh9Rw1FDO2yuWO8wAxs4z7pwRam5dOc8pAlEA2s7Txx/0+0mN
DTbyeEGZNt4M8GVvP2nsOwWqIUpOTSrVs9TN/M0BnkzL2J1GVJHSWzqLeUx2QGMPQIQSS/nPo0Um
DqJoQ4l/CXT+LdHxD3swX4giYSkUbC71u4fbrdHFVaJOTvCRg0NAsMIXBf95PbZBfjBz2K5kBZcX
vVuLLRbb8Jpjibj4+Kq4/Oi3FQsQUOJVKfmpXTitvbsoGDBDosDTU5SU41GUwQi9QOefvN7+8ClI
8CIOFXSIIEu+e+hrtKd+IafshJEv3aQUYJusL/4byxZMnMdBjpMcm+a7pVS1TQC8MMtPkPElKq3u
ztPOUTVyQNqpf3x84ezfaz3OnrxC6XpZUWB7y2/+W3EAIgSQVivyE2/sDabhOrkYpx7moo+Lwtq3
qfKuXJABgNbLuMpvZts2SGUQlv4y4g42iTNVmlhHEX1BFt28kAXiHplxy0DuncrvkPrbNaQcTwXt
4ePvvjy/b286HYulHQdbKVyAom+/um8NRjTjtj11ZncGcIpXb8BYuoRe5pWvtoW55eMP/P0hXz4Q
abqLy4yq491K9whtmlOmUqeRPCGKCiPZxSWyCrD00Sd7158+ip6j8wtRuBzr3/42MgphtvdWcRqF
jlag8PzNaGEK1hamkv/8V/n4EhfrnA9r99022dq573kdL2fqX6Qgskn2flsYx9RGIvPxRwW/VySu
x2fQEbTYj53o3Wdh484LBzz6qXBlfxP6rf2YzGHwQtK69dRb2vnuDL1xmddpg5qjKoLHFBodyO+C
IMOVh6jsfiAQalfkbYDQvU2a16KY3WJNGAZ4KRHkrY11DSHjlhRHdREvwXsblqQDNqbLui8kpDag
/Hvs46u6VO2Tbwj/pW1jBJGjMxEvgG6D2J3cCtEqGaY1XhtKBkfSP6vyIvGH6QKbermM3v2Rkx2Y
IWdD/KWTrBCwj7iBZttfosdsjeU2DIM1L8/wph0nE9CJHdfIynIzB1zjC/mEAl0EsC7S9NlEYdyt
8FCjUpXEBQ0rNeXjT2tMHF5bst8B/EqhUzUR03ryK9BxVVqTr22IrthYMPEo7RNYZCtM54bEIhR1
F45UxrzSapquCkveowaN820JL+28JI/n+eOb6ywb07vnMWDN0nsNsWD579GdtlO6En62OJH1mGZI
t5AZMR0d8mk1eV4Qb5i0MyqKmdQNq3YKi5fYbzVjurJtbyBQjuwYjgy+ztTsyPVqRex2iAgbLsLU
HQFLOMdaJ+KhTAZvbeItviratBEMlx11NcgRkpYKneEm8/PotRuxHqztahwXEmFQ/JAY7hi7V6UN
LS9ViLGCUeWP2aSMz45BiCV/uxIcJ7kWPsc7TKTL0/23TTWPSCxynbo9uYUdvXq14jXMaDAnCnqA
VcS3yFKWUIqhaaVNIcw9Bk3CehwQmWRQEPOwqxjeqzXzPPKYTbzgr0ZQOCgQWmnD/3PMJzWVTr4m
G6O+5CeJYY0nIkDmNGdLDIVR0MNWZWKBeKi8GkELuQsSzYR//Piu//5TkQ9Znovlxg/Rf717JwqC
T0CzR+JkTtB6raiOz1JreF1UBNs01AFgPcZrH3/m75sjrXFn6ViFtDoZiLy9vKBNW1LT0JRZdK03
UhDbZDOT36JJ03cff9Tvr3xOdUsXESVPyOe9G7qANiGR2crlibRMXGYWkslomuZPtuDlxfH2yeFT
lnYlYQYhJd27NxkNZE8x35QnmJnppjPDa5R5cotTOF+nSt/WkkMGob/T9uNf94ejK3MpQMvcuKXP
/X4/xjgssoqsvVNH2fHNDGaSJBozvdQBuAo4p4DAClxwPpvfpvCL8IpeafQDX0RwyNoq/uSF/sev
wyPjcF79dc3fXQc1KKrH0lenSVjT3s2qk90i9Yu9fnzRImWNm6G+CRusViQ/ORhM9ED0QWGe2SKr
Pyls/3DrsW3bNkM9j5PM+7BJP3fb2p3M7jRKJMcVehuyGzExfHwL/rBXeFSSyKRZyCE9oXeLWSah
1Y/ZMJ4YVluXZjLoVyzfFM1R6UK3xfUBd9BIJBJRtzur+K56i90thd9oLlls5PPyIvLNgvC50Ojb
8CgJ7kDUGmcIPUrcwxsPLMK49hNJ/OTi2jknmllXuMr5i42d4mI9tET7vcaZAiukjCpagxXMm09q
mt8GKjQhWGpcTAdfH8z55QXyt22xBxPkJkSknCImbHsbFBM7VUfamEwht9LH2ddIDS64IyQqDvl9
Vdti32CVXqVMxXZVkmtaFrI5m+J62DVpZ52NS7hwMZrTJweKX2Omvz+Sy3elkQXl2Dct8AHvCrBI
W36mhDedEjPQD0COScyD1VhipifKo+1yY1OE5gEnGcY21sotI3vj2IWiOZNBEl3baaSecg+f1sfr
5f3et3yv5dngkbURnJvvalAx9Gnn+bU+yRoqnJDZcN7b8A7DXqf/jY9iPYaRBSSTKcq725UYo+MT
bKlPMNVIxzI9uR6dmORPgh8/2QDfv0WWX8Xcw7EBcfMMeO9+lalIHyApRJ+WN+N6CNLupMcYG10u
h8u6LMJLy6eo+fhSLq+m97c4dBg0As0nK+J9t9KKZJ/5wcCHShddi41xv3UnYzsk9KNMmX7WYv5t
e+NXsuoDTu0YMEzn/SnVtewSGY0yT1UXaaz61TitPdghF2JYxKdFLPfmMkyYJ49+yGDdD1hD7wX+
+8uxTtpPlvgfrjm3lg4/bSUu+6KdePM0isjg2XLNE+1K4huzfrrFLuAgTK2snWyXaJtp1J9c8z/t
ASgsuNUIAvjf++cqbBfqpAjnkxcbUGAjlLWFS0wWQDS17+BqYNYwmpNo63KHUMY8dYzeNvSSxHk/
qkuDcQfuSEwlvTDU0TDFfEGljxAZEMInW/MfHjUGY0wh0FsQGfC+noUZyGg5aGZIRln1kBM8s1RX
EcatTnzyqL0vAFgZVBnUzg5LAyWJ/fZeNNbEBuyW1skN+hl+pgOsVSc2LPCWZEFNigSJNNMWk7D6
pH5b7vLbh4DHzTYtz2TMbf5WtCMlMek9R/PJH7R5BjtNf8HP8u3jJ+33nwf+nn2LDBWXgdKvFtLf
Nn7yCSqOuKV5Iii02gz85dfadCuEYU2xczoxnbWyGq6qRA2fVDju+xMnB5FfZ/WlWnQ8MtHeXlk9
JDKuMsc+CQhJGxUa7m1FzDpRT1FvwzlwSU/czPNsfqu7hMpZNUR+bVQUWPBQIKJvmWGa8FbCASoR
+cvi3u5S74B7omvXDfAAxNJ5dOUETQsatNbzz8n2QDYJ7Jd3oZ/1d2NjPHlgRr+ELcqFHcsgsVD6
Bc5Pd/aa8wgtyXym/dnzlgQlfESNOdrXQJMygsKM7NhmyBzWLtPGB6U9/BMZZ8XrEkAugkrUK/KT
Zf+rb/JmSUCsJ7WEQtR0mRj9uqR/u1vhgoK0Q7+4zzsTNlNtw5qFRzhdEONXJts0KqV9bTDAwIQR
uNUN2Hjk601cwUhxsk732ArIO1m50kmADWKJVevBld+Mqs+X+a0dQokkBBZGV12TmjVglWQyXzXn
KCZRUOgpQV9KgtZwO5MVgm3IVt6ZRiVKnCnKaph8TFwODFXC4cqtZf5Ji/XXxv/2AjApAyFEAUAn
jnCzt2sGSSJmYUfJ+8BJ03MhSEG1vLyBiJj4eKU0SccZquJeXnHCyQ/JSCzjSvZ+o9euNFAXN5YL
chAPhIOteC6HA/5iwmsHHP2QY3j+NwAQ9GUoQ6bOQVQ0mHmNMX1xF+DuFk10vhtm2ihAlYP2uhhJ
yt1U/uyqnYXt4JNz+3KEefdr6WdScPOZSxrGu6KbUYYYYKU1UElli+g8YcvhzqVncRZBg7OJ+Ki8
sDuYSQoNGJ+c/GQL+q2l7S1AB5QPjKs4ziFxe3u93b7oOwJMhns4NuMBWzgIV9znB2UqbzMnXn80
xqLbN6HNe7l0mvXY+PlNGlR6//E+ZS27wZtrgWfyX7Mq1BiLEuvtNxkIwXbqmsRIjVPmKbDGEPGc
SolqLYoQ4z8wdkZJky3sx5lYMkjqQZFc14FtDxhaSnLYwF2vzUKX/7pJ/xPMkP9lNthle/n3ms11
+u373wWby7/9L72m7fyTTmzEqxkUB2fzZeTyl17T+efSjmAlM8ynguGP/CXX5M8scV5LB5d/Sgef
9+xfas3gn2R8cQ7j7zH/p+r1/xOxJn/0zUr69UDRFGEgbFFj0SF5d6xrZr93JQys3igkQpDQiqsR
6XIaiWMY49gJC7siz7EMVVWcnKhJb7IYV8AcRkAH+lgW63Qq5ugEE8tzD77fCX+XVeCbz+e+nszz
ps7lrR0smeR+QsNpR24O4vJyng2lV2ZRZWLXtbXd3qdWTyeJN4kFLToZ8sxhKJ94yMkVFMNC0z/L
mnMvb+E7Hb2xMCuMe3NrbCgNcPlkSQw8p5QEyGNCxGaWhk39Jc1Eu68rE/rH5Jr7DuVpuh8Nu4a4
jDWUYY/eMCuh4VWhKb+aWqM2rwiAg1214luZF7VvFI/wMqLqUMCf9h+XTKlviRLzxpiWfpkpa/uL
b7vdFoBj1LRXIvDmTVvG9z3WPxGuKtLlIS8TIGkZXx3+E5siMLRzO/bV3F5h7GqMx7b1Yx+maZTc
5sQwhe2aLyomCEyqlyVRM0EFJjam134NKjxMbzkY97BE89iqxfcp8/IfEpEtZopwgFK6gXXgJncJ
Zzvv1jNat36CJNXoncb0sRbONH5HDWs586Zom5dUBvqnIlpazquy512zbUXpX7u6NA8k8NLY9DlO
ZbsO3eplWNVzfo1EDD680dn2Nc262DjMPhEVmzypLX0fUhj8yIk6FIRt+tCWVwnhwbg0sTmdZBZh
YDAAyiBV9Q+mO2Q39TwWh1HTxveUJsy+y4k6ysggc+70CNsK2QHv72mXkZRWQ44VIHbgn+CujC4j
4hBjUjDhSnQmb2q7i5HElRPYfOIjAtPFOoEaclijX0qaNbMDCbwxdJglDatoFhGFimk4CnIVOCzB
9U0qxBG9Rz21nVwAtucqGVPQt64z6SONyoD8qmb0jXNOZVW5n2I//AK0xO/P5inP0zOEYOSEyFj1
w6Yj4KDdxWHQl4egBax37JrRe/BHybifk/imaaYOEVVkYv/B9jVsTeGLC11V6ZVRYQCFwOA3qz5q
q6veAY0J+H1e4k+NoN0NpaPvAC9jRmk83R4gbgw3SSr0dU67l3MaufNXYccAY2xqK1ij26mLTQWl
5MEyjPpgp6A9VikBoum205Wxd4cemJcbt+Wd3UTgcVOMF0chbfdmsgOCn+rEf4pZWi2YYmMGl16O
JG5oc2aMWtaJgVASHaw4ek6NBSjMipTSz4kIL826ojAu8r5QX/3YS0+Tlu5VWHClwUvIuMOZxCS/
ovff416Zvqc2kTYzxnGgvAvPmwEBT9O45rmUanhlV3CdfhtrKYOIiYaTOl2yIai7Z32uRrOISswf
bT2F1t4xpYK6mjKimJ8ZDXejfZ52rqnuoi4fwOXhg/GpnBnN2PM2ntq5qY4Fdt+++SnaEeONWBlF
jB9001U9niFzqnMMSWQshkNbb2uisQkqnUokLtV5HPbSUriE5AQjZbQmko3aujUlgxdndHciGuuI
8OKAi7/CJVmc4gTnn3XpMJYfx4eKaFvtUHe3tKhQ94Ey22d1R5Q88EMQiHCeAcquuqAe0vsmKRUQ
tNr2x/Qbidxd/RDBBPefZhTkxSm0yxFOgUUgxWVUqKy9XNKTs20EM9gqMX+QVfGlTeFArXLaaLD9
irHa1K01BmSFeP63Hrd5wiYtg0MVZS5hIAlaS5COzyk3FybHZKxGrv4m9Upx5gylcRdqYlXrtISO
7Fc5qWET+4LGmApfmv/QJfCO9iws/PA2rSU1KvUj8DKEKKspDHtjH/VmTQT22D3Bm6Od2doRNmli
ojbDiD0rA9wcrmDTW/sJMedDqskTSpQmW9pszGhrN525cVQSUPcG7rFWpXFNOsHIlN8uDpyn/L0W
SXg0xZjhg9KT9zxoHENIJyldexSbJpa7Q5sOzUXEdk7xD1D7BPg1nfAgemqLY83ZxOQ4jCvbhlpk
113QrlxtRzvXafM9dCrrnrDd29lUM27Qqj8TvfnTdw3rFAhaeaAi8EdjSXSOUSrqh1LnfnWuudZQ
ZoMXThayfU4TduKzPqfW/R6XTtdciqyZrC0pTtxw0KLdw2QPaU6+CS/bpwzUVQNkqW5gTOOgc+PL
qS3d5DtgpPwbo07bePQn6IoXmC3qcBfnuRFveEDIQBhZMgB17WAg+C8DqY/sub4hD0CQCWOWetUw
Zr/yi3kyQeK6FinBxMXrXebGBJqQqBReltnc1RsmD0huK632ud1h+mgVaN8kQuZBzrj+glfZnbdO
DQp3A8Ypj46+hDFcbLEGOjujaki8tsA8zNEg96UjwmePUKWNHAFVkSBs5DdVJ4OLOC/8W9XOhEh2
RQQf0XHr6aWkc3yROYX4hgFqNtc9PthdbIyaAA1PFyA6QpOQpjhV3wbf5N4f6pTXzNIoKeZXTspp
ehUXyRjscDXIcB9nmT5HzGRfVGIZSWFuQIQewNHXs0uyXDfXLQ99qvq++vKrcPz/JfT/WRh5/76E
3vyomtf2m8pe/3H7Q/QvmAX/0fz8h0p//GPNsm3elNf8l/5CzJC+i8mIEEa2bvoBi1r/r/IaNC6T
oghrD4AZUDP/r772/ukgyMN/w62jo2iFnOT+rxsKpxSmGPZqumkWUzN6XP9BKi+lPB/z97PaMipD
cBUtMbIMFTj3vjurEVpgGBMnaiYKIw9dovHyd32mRfMTzx6jkU4LQmsaB5r8Iie34o3Z2vaTwP8O
mc8fE7oROAXUCj0XMp4YeN6RmoE0KeDRJb5vpvnZniND8IW5hfzm9z34lsIwzK1TZIsLMZ5IWMpb
AqbwHnIeWQ2OMAmuZztZZ7yreBCstPHBfCCJ2CAZyC7cJFdyNUQ9uOleT/ZXKNmcuNumLO+JHmgS
2PumcNd+nFAPOMM0GzttzG167MeBGXEPYwGmnD/7r4QUYQ32IhWeN0znloZKU34nqa3AGYqA+rI3
MWvz9vHhgUVz0J410K0B6tFtKqF1jAQV1LozSfFoZXwPoYZsCbpR/WHwQlTpIM4B70G/Lk+UV7EB
Hz3rmZ53Rv3cu7P22W8sG5uCzY48acFUbkLms4o8hW+5mGCOEewTIGIKRvlVOhF5DoBpAMVYHV35
laWcOtmqGBjiGvm+1vummsk4sNFWko8wRuPjWON6W7lFPg3gLrLyGa9aZW0GQG6kVJWD+1OTRHNd
gWWswWW4ye1UwkI/ME0SPwMiApGuF9kwHaWYKc2M2MzmXaRJQcSZ24dqRY+6mVbAQDx7l3VGyRWx
8/6OWoTyGFKCeRJ54T1nAelhK5ze4YM3pN2wt5vceWjirnst3NCHERJwKJvbMv/htMnwMFDUhqyM
GMlvaPn2TQq+9XsAE45YoizB5jtFmKVhGw4WWgfh6HzLaaglk6DviVe1BtwaN6mKZcdLsHah9wIu
9eDNFtlIunnRlabFaB8sGtBjaS6MydDcEREhnP1QecYzxZm+ggcXzPGeNHk8gn4rEmDqscrPWieJ
kBEMBIKpyyVMAwN/P6OSdMse9WxuJ0MLx3YkvGxFsFcX3sRdIBemWkHNdSGrSdUFpA9aqVctpT82
edPl/8NI6uyhbqPW2ZUD3Zyjb2eFa64QHmvvWdsuvzPC+Et0QcFiPJ85ug4XZsrh9xhTF5g7YWO9
5xsTDb+NyhoAoJRExpwJOK948wZmVWtVGEG38eOyAM1Xa89+dGqXgxnJR6Q6xhy9eYm1sAaBM1Ho
3Q+8D5Hf1HYaP5c2BJiHXvr2eGWm2meuABfae6ybDA4+qOlitleilyJ6mckYym/LpSTcTRE70K1Z
2ZNcI+1cRjUToadXQvTBcC7oksrNVPSw9FdxZBjsBH04OoiO9Gje0QkdWNZ5jvAHaWZ7nXMT+RiL
oERwhMrBdWOMJPb2lbQ6fCGZ/1LB4GDi7MyUnUlJYuQqz8fygTO2P0IbalGgJYbXrue20uEF8V4U
mwF2JiIDSmB8ZDmpH+5QVOHlGBQccDjjui6IoGYyriODU+oqZptBjhSnTv+NqIn5Dqt4oMiVCUlo
ncpIZJeWpOTZ+oOsulv4xQUW6CZ0b4KxCYsdB8Thxp9su+S+p2xKSNBHkiKVR8kQ++P4M7FnBbJw
4GkmOYpaMgPBjx8cGAz5AXjR73g/5dWdBxn0lka8Pa3Jd0k4s5ph3a7bIRkIi6PAiXe0972botPd
65yF/SM6iSWhIDf73ciY6oUGpgkHU41tRV8jB5v3JG2nI71sIqn44BS+3W1gzrbjCicL3yRRhIFt
QbaU3U1UZyCoaasUNGTQHaGc0RkXy+hNeFRJbNH6oM+sr1kDnUtYgEsxWEi3uiTHU2cbw0/ngIRV
O6g3EZy/a0WTtyAlTshI/wSqXhV7QjtCiMOLEWM9hGVV7joU8WI/DGZ5VohcLhOJ2I2viloV975d
1u128m023Sg2/S9lQb4NirXJYe4fGcTOJWmWPSo5EBQZaHKoiIcTT66f+96WqCiBHtgvO3krzVRc
eDMwEiiQlT9xA+3aZb4/kytf8jg/WDLqkRQMKO1WvZ2NT3WSY7tRPtlBqZNb+tISSXGViSr+2XQZ
RVsdJvOpSVQ37mlxdePBd4ZqgXamOIU8q684ewV1j9W+n1oA1/lM2l1gTQHSpkGQc+oMzd6RtKVW
Qb581aLsymwNxSTTu4A4lBGepUDgR9PaJkiQ6OFhW+CcKLdDhQAEIaT51JSZzLeYWXEGeYOOkfnH
w2vmGmZyJidNE6qdoqhbJ87kdes07YN7MoV7sbZ1sKQd0ZtI16xe50BALgGa88Sehj2jH6ttmms4
+qnRmJSppgqWEU8Nksom93Kt7Ln1DwXhJqjshDngyZtHg5HO0PkCrFYZ7CcUkMFG5SI82U3BPexH
DWCBszEdOpLkXggGSus12VlsaRWhdl8624rjtc4t534QM7G+2EbhlYjchA3rdVhtRUbcXccVQQlT
elDaAjU9lfRnXhCWBGjzO5scY+3IaFnKjnHiLJ4+zoWMvsNUHeulDCiIPXQSvoSHblytg6gyeXWm
4REXGt8Hf7T0LsxWchs53RbQXU1yjFZROM6s/YnEgc6OIEVWmYXdJeS5GdHEWOlMiC5Q0003ya66
CGhZVOsWsfmPIun8ZifUmLs7XAHiOCfhyFHXtRJ/HY5W9DhEeXMN+Qn8Gv48gpRzen3XNhLLcJ3z
ys62dCz6L3FAZuB+AnFF+jNiNpKr4qTmXJqVlbkuEvYn4pdiuXXSpiee0bAqEgeH2oTIIxz+ddQw
4bCumx64WiYFtUoxTWm8S6BjXoy0mcWhKyDnbkaEzzPE9jmur+bM0E9D61TD3kNK/5MMNIfF0GUh
w3E5xtVFhzJ32kSqmYkldsR3kNDG1wKC5ilBqgjVRI3Ri6ibwuVUW5JdYKKW28wd4s94MqJqN86G
cwEoApSu0m5LLB+JgIdh6pD1My8kCa00XLVuY8dgjYYmrJtOm+Kht4CyrRDzBFcl7aV+nU1sKOux
HIl2BiSUnzuTVPZWZjI+M+ELOlvZDoqe4Jx9H0l0tVYzWUt3XVvK52iY8u+JmqJiYw7AtFYT0J1n
SZIZElcIsfd9WusfjdBkj44ZfL+QVN5Ty+TqTALo+kYJG3P/rLF95c2MmFP4U0tAjUXWbI64/CHz
Muun3er5DtT7fCCCAUd1Jg37eTCN6rY3LJilFtJtbD0pBxiXiD9qsy6JXmQ5JF81UbPfgiXkbD2R
d/wi5rYlXLLQ0YVy/MVWlcYp3KWoDZ8qVsrlFIB6XTdpTtRX7owKHJpapBWTaZOFSH8yJMJFV4hj
k3ySGxoSQPgZ94oXH2pMu9aFoKOg2l6cCJUbDxWZSAVBU1P4pUVQD5fMBtsB0wMbn65L0nSDDouu
xbaf0Igoxq/sa6bB64cYJ/bmoFkyesjoWCPzHRqCaUuv3YpltdjFAAVSol8vtkHVEpxMn9obd60W
6ocAeP3sGnmHIH9sUO+OKVDolYtK62s8VeOr3/jmKWfHECgFlZGRrTAH9xqrKVHeZPM1eFj9+TDP
JIuuknLBzDoJyOx1DCJKbz1PDcGqIKkSLCzRb81B0E6IVvaoAc9kVlvQiDMKFR1UToIe7kF6gqs5
oKZeQy/z2e8JPYOPSZQJAQKlME4xAEgaikQInfFH4geZIV2mSQVifxPWNawoqwgTZ5soqd3LqQTf
fGgjxp0450iYQxk9+F8Je+kseEEDCMAQRnO2HlQl7F/pFGK1IF1+TNPgR9t4pObd2OhKKFs1MYEr
w3dyMCBdzbzCmXgBCTWYz+BbOAUOqeh8doeKwUEYBypE1sSHbrNxch65z+KLVWTeUxsa+Mb6vh2v
oHOWj7Gye3sVYHUItwpm50NaJTLcBbORzvTBabFsOIW5JCsU8fhjCZNFzsNMKF+LTqpkx+PSH8h8
hREV0zuknVtDLGdUYtrExnHcI+JlcjlE0v7U9ZpBegiCR5Z+usPUQ67JEEsOl51ddSwjhdviEJpV
SyaXx4x05Rc1cCW3Z6/ZdV6Z00nKkolbA+0u3ZSehX250xNKYstS4S7PXYYBnq8mTh6JhhsduoYE
DmrPfXtleKqjT0S37pIcjsHe5SgUmzVuhxiMDmGk8Fh7DRC9HKBckkLExG0dDFbZEXoX05JmxpH5
d4iTS5pgBsmKq2CcaQwRH8ZrirY+pBIGuEO+r+YCGvdESJ7YDJhF6qMKy5D8M1hY+TYftEP3cfbI
1BJzHKFj5M0CsdhBN7CnoOlOhl80xVmMdLdcOSVSVc4nlvA3pRDssgNZ1VfRXCGbrpPRuJ0qytt9
BxqF3rrfF9Flrxs9ra0k5KcVYxR9z5HTwwEKljMxqkAR7wQnjnKden6nz4rYktkBWeZAokxBU5WZ
QrSkrjKvObNTM0ruzUgqDCFZMcqVr8uSIjZltLbSpUUyCc9Lioqk06HcBFOLbyFKeA3Brs6iZi9L
ltau9QekEeUQkgwDSY3166JCIIeytEpjw7FQxpvBi+kQtP1Am32A7gw81+pKlNcOHbd1V5WFOJSS
2O2jHRBTeEh4MTdXpFK3+WEOSfgjS51O3IH3f5bwfCuibxAHaHUUJvHLkPF04K+UXP4p5oE63YVW
xm22PQOsFKX2SLYgQRz2dzqrQuyEb9bVVZK4c70mAq6UV1OKTZg8lGrO97lHE/hAqFtqbfmCxMkW
LSIDGohLoKHqPdVuC/CCYoPwzvuZm+Ns7YPl9b5RRJI7ZylfbV4RZuuF1z3n9fLKIONt3kyzFKDW
tG6zY+SRn7xJ6DxnONa1ne2gctXYOQBVi5tuIAdvU5RF7O1EmAcknkSkJe9dM46DfhPVFIOrzJZt
uBucvhuP49QE47UW2hyumAWQ3W2xR5Ad3Yg2O8WBxIajsngYnwYvYT0STjPPwS3ovTi9iByyCsgL
K7ppN2AK/qoR+P2CtSIhGG0anzvy1uP41Ishs0Lq6T7nddxLur+SY27LUZ3uyZYFJZcpDL8fs0c6
9xeFYgiCFtmZm205uckSNOCLnMAfX6UHO3eFBQtcCYgC5Qwwq0szq9v6fh3lL4VgIBoG6GrORNPN
4Ya+XzNtNJe42oUgLdVF63Ra8UYF4rVXOnH0dpb9CNTcqThpwuTP6UiJAZAkIAsSuGU+1hZEQCvU
G3u2c+ZdqhPoc+Tki2NWVH135AXfs9I8RrG30nFT0h+Cmma3482i2mNqAOZCHgFxLIOV0Te3ZqIU
1nDZ5n7vRJNzYYRTj3KLALlmDT8506vBdtrbHP4tweeJB1W5EyQkEHBM6Yur1CBwoqfvsPFF2V2F
fh18MaekqkAJlv1zqKx2P0/dEO5tnih/y2CqxfrGN262Te1REjJCMtdj7eq7zDLJgI7nfHIZtpSS
OzOH4uSbTTTRBrCUSYxyVOstOBFKzbYI6nCdNRaaGTdD8kWLQCUrwhH9I+23ZlwTeIXxW3d59RRO
2Do46ETqKmM0pncGh93HrA2jB1JVtYCvzKqFANwEz1bmFi/6v9g7j+XIkWyJ/svboy0ABNQ2gcyk
SmqyyNrAqsgiREAFNPD17yB7RE/bCJv9bGrTXYKZEHH9Hncnuo+NXe6zUYqNBXKyGLPxCtaIxFtl
8TnztERH5HVeMs+SqUhapGyLpYmsMgi+FwY7kN1KCghBdBy2eJXkbkePkVd3n9z8RhsFXquXq3Hs
zOUb3FlQXi5BMr8ixo8ZH35L5D0neFrVQzVOAxuTnEaQ/MTNtOW8LePc01PfDLRVHjM6lTlI1YLp
2Q7Z2Sdu5BqkVVJW0LiIbMd4AHu86LlKJlozjDx5prGZo8V9a+Knvu2olBqNJBpKqZqDCsqmPwh3
IPKHYP6ka57YRq60OCMquXuH9cX0QfyTtS0JJdENmzNZkLLmxJSpscgeZlE9m3Xp6L1vzy65jy7g
aZT4aEbNoV5aQRtzJwe90GaQWo00DtKNkTvTMSUTcCRCb+ANEBTuRUEVRREBorvNFbPgSF+3YoCj
RX1AGT9St+H47ZFQqdX8QVxsMD4WVDX4FzKNHcmX7SbeY6XEMv/qRhlzQiWwhKnyeoL0q4+IA4IR
ptSJw5uHITnlcaGayR8+0oDyhZOgeSB9ayGbR5NkU6IYsEhR2X1mdy1L5buBbZH+GeftEn/vLVcN
zypmcU/Op4iZEiiZdrcijqru+nzZkZroSFCJAurawY6Xh5g8/fTTymDSnB0P79l98pqAw3dQ0tdA
6UofZBY6phxzKjnGrH7khRSz9C7bvGkiXpM9WeGFvsrZrb+0KeUux5GwdNI5/cG7Fay/UMM8CwXT
IBaP8V+7kbboPAepbMvLGHxGg84QJx716QwNMhEx8ksssf7V1Jn52puY6HbZpEW1t7XkeJhpN214
uM50XCS9ytMoMCsq7KTKgAxbo/duvKZvzSsoB2JfpsaPu3AyZeawP678+ejbmUmZWNJwTjaZw3mK
Gc3y1Bk+AaVTp6f+im0pmeJQkylnWK18TkW6MjFSBFuCUbeYnRU2AYoSEpHQb+Rfpp8GudMBepIy
nhpqUzBomU1p7RdUJnJocDWyTJ3r9H60+JNCmhn6E1JRMu1w15KYP9V9tkfUnJ37yqopZmAF4CeE
uduUm6t0Kj5rv5pfu5VauygrfLiY0WDzzHOlazCdUXfyZaKE8iN4KWGY2DxmRAALZiFig5EQCMq2
/UPbPWnGKGYErvpxb5q0VkztW13ZpFADhFqP+dRTjWX2i/nBmJYcMq9Qj6qaU1bAPjjC2m/VFVRP
l+GwOt4Y9bR4MDtY237FHKfcj0RDBPzU0bW642pmGp9tU8/h2qze93qeiO/xEqv9NXrDFoQuRvWw
eKJP9v7qcZmNYm0uFNf/I1Ck3+0XZPZHyYBCnXuRp796joiPyCF8OoTnTE99sAwIgoQwUkNmdM49
SQCEggzrTLeskXMnh5we8uzQtHgnyBnfLHkF/qNvJZw0M0Yj1xM5cTBM7bxywDSIJbN265gzNU4p
8h9ZTJlQewwhyB04Uv0fBESB9NeiKb82hODXaCcZdXRk3lEf3bo3mBx4fW/OKWZ0xGheZdlSEfpP
UMe75DS8RNhvUfwnY5meY9Yv6WVQGMnEKiojTtMyeeOG0vCm0xwYACx9LvNfzFGZw6db+zelyidj
TyeQE+WjT/JfWzXGfGll0teYCYvsy6noOgnJC2Zl4zSkg+2lnXNOzifcmVHeCI9nSqFkTm2SS4Ok
gUpi7luefulVOyQ1R+QtwbmGBGHAFApYSvNsFLtVs4hPkmIUlMtn1CcQRUr2UsBjSZKtl3DSZx9W
qU2hYSXk+i0jZ9MaCB8Mve5TPNni1SdPdT2Uq50+2LAdXEX5ShxmgdL0qXi4I4dMJB2i41AGvkPG
kOIKflV/UGw8vQYMOSz24j67GWOzuyWV1tKh59bGQ7EmuD9Z8i8ErHY966+hsOLnVprxgHJrm0uI
74CJXlMin91yLvQfmrkeiO1HaNw0+i6gJhMB2LtY3dIV0VDo9C3Qc2LQj2S7Fys5rM0BH43Z0Zyg
NXoOtjkV9mM+lJcMgNYT45t3FSeck/edzJ05EnFDAmk7s6DbWbS/rNS5V6sb2hri4b1b6/4LA0yp
dqKkm54awFI9un3XB5ElNiUYLYaNkO/XwyPgXGBcu15l3/YBLU07SOL8DZBKPJAhqgh3bmSb3XT8
+260T37wjpa79VWyf6LdKyUXCdGnIi67qdeBwjCLo0ZHPfe8wz6YPo5lV//ASUAvzyJ090rjTQLg
1RT1x/+29H9NJ8Vg8q/X9LdZ8qvNfvxxGw8S/dd1vEmJ7dYgG4C0kuRkbWEmv6/jLf4DCS1EllFM
x1J+cx39tRWPMj3sFjYEqsBVCar9t3W8/M3yBHt9HBnQqZ7gd/0X23jg2n9Yxnv0jxL94VCxB8FN
BNKfQwS8orNkTudCAV/azMdFzDkjuQU6dEki5+JDb26I4TzCrp2G3iO72aago7vMkdRU2HIiJKHI
cttnbyCxMGronprughoJg9Nepi3Eq4E151XTm1UeIIAhp9b8DiXsyORVx2OoFJRN0NXGkOst3F9o
O9gnT5KMNEFbXG1QtpmJwaGMwIBVrF2OFyHKp0c7iUHMNTimKRnGKWpizd4p+ySd1Pi+GtmmTQ2T
4LDpeMtJdkHyXcHR5qHN4hlVmc5V/jxWZdNOToogCgQur7mggIoAZgn8xY0dW3kWsh8L2oiAPRCA
NMeAvuuzVNsHe0TH27sEptZbo4G7XLDzLd4CT1m3MpW1ue/BC+/atQ9+pFD0b2xf/M8mBuIKu4Vc
BCTfbiQsfRhAaWP0/vJbwinM2eVymssTs0tQXk2jKkZOfVbsRQO5Wj7tp+hxT/aa88blPTxZe4XK
1YVe4/nrXoyoqjtMjP5rXXe2+eSQsrmSIdsONwRs+zPfoUG+PBTisF4VmmX1HXO8KC5ZobNbb1xL
XVvuVl1bd9P8ViVQfAcd+DQf7sa5il8RaEd5mAIjLUFi083s5KIwolp3+me70KzCe8X3PlK3itOt
kEa+TlRNvIusNxxqTHiu4alpWMk2lf/RYcxoIxTqqTu2q3KmUIAfS+ZrlIad7yftNa86TlWmS0YE
QQyut4QMAV2xE4uLDloNpQ3PafLPOjqdC3PQ0sVzgQphfKYjwXC7ecqyazPu0kd8KN2XKeVLz7lC
7TCj0rVDH2rTsOLxs6cBODTjA1L6UBTmbCP/tmzY3NWyv1lUt1MFKQXZ197iOI8DJ2lrx5tCILqm
BYzGWLgB5hmLtQ5JEOX8RsssW79ZD9WHhc7LOA7zXDIkOusDSiE7s5maN6pIbE6Eu6Ia6WK2A9HS
NV/GH/FUVneeLc2fGSEMLB8TTly7wdPVGLlj7Ch+zabvHBksTd+JsNpjLCjqA66hxIJqjmr9IelD
u8MbNHBS1JyJaGyrKXgQbewEdCeQlc6hJsvrK6tHSGDWsFhIkPe0qXgxK11UydVc3wqVxB8lR2/v
2JQsI68df6B8YRnKpmMfTAcHdTYB79yxt9S9mTvWY0wL0I1prNTwgj2LT96u1npIMneG+Blz/y13
Evehd/vgrfYQCTm8mV52WRd2X19ySC7vdFELTr+88yW3nJc3IVpu8stil8J83mofTqSYVivstL+U
aIz1lFDJMhcvUwruzaMM+eUlZ2h+H/Lt+wnY46Hx9CSwRe7Cu3Q3ZwUDTUGoJIUMto9yw5ZLnwI/
L1+Exd+2p0pneV2XyU7veJ+2UB4uMuRjO8uWdimBmhnFPutvaaV6OhK4ABaZtO5c7Kk3pO+WFEyZ
oKkWJTeUdltB+YEkczyICevcbfCBxfpooL+BEbQso2bMU3HIQBc59NRwDXR3ZkZNLSUuan7eMTsB
wHI8q4mH4eCEtBHT12HH7gEkb3w3hFe/l1Jv6w7SLMcdKjFn0R6TzEa0433iV9ZGcJOde1d01fSz
8/v2upmpJOWwRPDFTi3N3ESdK+1HLlhIywWfWEDUpkyR3RftFlHm4OKIGm64Cqp5ZXkQy4FdwwKI
MO09BMb0Lk4pdWnVoFYyY72Eyr1y7DdoezhAXvBM1pKvwF8KxB+0ecTrGGtefU3Ya07XJCHKA4tA
j2h2QhBz9C7m4WDvxmX1PfM1FwVpcwSS9jrwHjtKR7bDMUF4UdHzvuOynrP3LKNEKmy7SvjMlmb2
LCVnsR2LlfoqLi10NiAEnHqJbGJ8Us0qBMR0MWzhoBiDGUVKtKAZzUlHBY2O5EnnVvmadWlcRV5P
ePBO88sSipn9nsXhn1qxQXHxjdQvpIDgpfMOOa4SdvhxFrVuvqZ7zZBJTRYg/+ccZEKzsjXzdx+L
o6gu5e/sM13n3NBk3LfmJ6uwihKsrZPFMlfv0qEng8KhzFJf+WwVt4yHzotlZOt7MVjtBztwYNil
rt1Psi9oWl1qIV7nOg+WnU3q4ZdMnJQcBq++LlBAv2MyGU4BAkBNAAEOARCIHHVN6yJTzOi1+bj0
q/nNdXIQitJjjGC0X723WNsUBBGhvj5C1q1fyuhRtjweAxRIyv44FTnH0nT0gjtplWiAucDTuhtb
i5prvNpbXk46mpfO4HHNDJOi1mvlpuHkDjZnc6OM7jMl6AKAqo1ZSxax7PVB5kkzRHJuJ5ZXDjRR
yqn+o5sN5QMoNzadOEWx+A9kpZtFCJZjo0v11IeHBovsRSHOViWMnKS80v6hAtHTRDmvvTlcT1ZS
zvfrWjrzJpZPg3+TkBSpbtzEGGkz5wEaV89uAVAb0cEluQaUN8cX0EitmJibSI29XAiUFA/ton0z
9JDyygi3clCxSLCbk19rH2KpT11QuDU3Pzx0Axwoy5Lom7qIWRfwBC55MhWYDiL0aKpD+J3LGhZY
E38mFA1PoU1UInOa6cp4a55Dlo7WuRfxZTcsQ/rNXXuDccXoKgLJlrGqoyJGe7mg1ClhVenylDfD
koQy+zboLZZ76dqNMXigpGKGUrBAXtRD7QOvjAG4ns+Dqwj0lt/hjOKXJhgSDJ2wVHJ33RwGKhoR
o7BTOj72zpsg62M8NMEs1G3HA6I99IRatqdMJbD3sdho5xQVZT33a2zO3VWQa3qA0Bq860ShP+Gc
Baq8sUZZJD/r1qCyLO1nwddExjrDuIz5h1rpQIDhHA+YUXCoJrb8HOZ+KK4SNS7q3gNsXQEmA984
Vmz0xFXcLOOWCs+1y6bF0O5B41YvQi7T2g7t1UWk6gTx1seEPUyx40J25hf/XLlL/9PWv5szJHrv
YKnm23zu6SX7OP4CSrRp71W5u/CUUAtG2HPDr3Vu++3Pzb/+uQW4KtqtMgbyEe1bjKATbpvr/i7n
wVNcp1uZsMEx+uRvBcOA5cI7oNPTO0ytCB3Etj8G9PtR9Ek1Or4smpAcN8FvuXoZrPpWZdz4nWHv
CTWm2om2ryS5MfjBitAzmJd3ONjYAraNp3/yTMiGgzMSf8FTRWQS6mYa/buelX26M308m+iBW+ny
wLuewKzY0gNrCV98aVsoTvABKh17zBVMwR0slpF1lYLkAhnPRG4sY18cOSAQQ6/PZdAx9cqoB7w3
X2QA6smml+boWnKaPrCc7GlHmSbKpcvYnN19s3VON9hxv3B0UERdjC7dwMFMP3XfxNhJOo7UfVTj
ZgabardKawRJaJqWUjz/yjzXXrdbA7ZhNl4TDudi7J4ZHazAGSjMHrUS6b09bEXa1blUe5yXob6W
LJ3haM/F20BClHAH50JuVeWrBBHcirr1DHe8q88F3iqoF1ymSBHpfgQsRKmpTZQ9Q/At7LzUVbQM
1fQehTCLFBSKQafQarKlCJFA9WqgbHorFZ/IIsMF2AXTBw3U1I6vXVr/ItCf7BIdY5n+2RSNXNpI
JwbDxULN9hqtxBvVa6hrj5psKIGeLRT1wv0w6x2SXmOSuZIgLtCR6SRUI+2q2aaea1nsfsvH6cbg
xeUlGh9A3zLxmKI+Ow9kNdgFUKFnzMILWw7/8pmjZ04sdtI2Zf+XKKX/Uf7/Z26xUP9aP7hsf+h/
EA+2//13ll/6vxEh6NDuSv4CEQ+bwfp38cD2f4Pwp5rDtF1w/U1v+It2YHu/bdYN1//rf8Q2/heU
f+uYddAVIP054njUz/5X2sE5NvPvpmuPs49LAgXxLxScIEUEm7bwh7wBjw0wlVWiinTKuSNsSdm8
SLiL7HCt+ktyjArYibgLosTbsqsb3tbphQOcm754wTQiQ834TB48YFX1TJgPMwkjUNsc4a5tSiq7
unG4FzqiT8teBPmBh2GSHMXUzWQL6Cx1r9LKKb0rQCI7BQ/pWlt/Z4cil8e4BvANHYMGrau8UoZ8
xb7ZMTDCQPaMEm5p+se0SM138LhYhbUaBFlGrYHxEAS2iE9DMshp3wbWpKkdAuAELi44Gg6qy4mE
AHxEldAVG1s8VcUejm5YXtKS/2nHNmx1d2JbusDsF0jhgT3FXzn+Zb13bXeojxDcvSvDcVQN5S6D
J9WD7ptZvjDoDOUeH1/fuxQfZLVBhoglp+nKobeKyqXG9WjotCpiDoeBLqdoGrzEO1KvZz5ndsFR
b0w9JlhLqeHWWKtK72OM+iy55oVDTkun5V1XEP1JoiKsJU+0H34zj3c0cI9LVA2Kfj/FIDhtnsb6
E23EuC6QPTesj7zk0LRHx4licjsyivNqgtyIzhmbkP5FMz3w/HUcPoyMfRKDCYzRkfiB1djTSK1f
pDaLFcW0Dk4j0SLdpcqV6vcg4kPyRanTYD2Tb+h3B5t53GczXMTzXvslunNM8e0QjtqDVGHMHE8T
L3t1cHiGLriqFJdTkoBh77aFYwP2m+DiLLpWaGrYuya/dPoqeWkT3FDseky73Cc2VQSQO6PvhXTs
xI8ph/kBiISYQ8Dowv+MFVrcnja7CqsjacrpDdXx1SO8Kzq0p+341+wvy2u5xG2/1wP1cBdg8XQ/
tOXMekkqCgL30oHU5L/674kQxoVdtKI8xpVPlUdgeLN3dLGX6MjCyOdum1gyJCok8wLis50OjMop
QZge9ciX7G81Zr64wSc7mGvBJabHoD1MVeE/LpPrney5AW4NaqtEFsceiSN9If8GN3DXpTs6CIq7
IsVex/Cj9fvQcnKJTJQkjJVSEdjGyWqjNeGrcKrIze3Q0SruIUMJc4nq2GfH15Rj8wOdk4nJNpP+
y89IB4kgO+eGFM0u/ub2C92o/mw3L2vqDF0YO41p8PJmx5znbRDvGgSgzeWDK49R23ceMpY9Ke3v
vQMy5OcL4wr5auxSrSWXrMtGOkXNZEijGKu2x7utzrbb3e2eoMBa4Lq4lVDRPRfZYcTUsuCE5+lx
ovWFNYVi6sLn2xgEYeVuLV+oA6IhxPbjNgm7NtAtqqFd2oeWpaGKYH7njxjujXZleL6OwFjZ31fZ
0P9UpDF/NhJ/eCgEG13NpdDz6SpO1KxKqMR2xtX6xiEwtnaJspY07LxmeSco23PA/jOXizp1wcIF
hkqQ1diDOlwDdoKCznq0gCKfhjBviJC95JyI3MHZkOW/U1JqesBrICQYGP8CIniaEsYk7dfbjOLE
PMzwudpY0BVgmc3yv4ocKzWS3SLdtrwokf3RC3iWfxBWAlapzYGtGiRMQeWwTiZK3pqOmWNJgmrY
jTw9bvHMenxvtkVOY2YgUSWpa/3EAotghAvRfvMINcU7vg7W9TI5iIBrpbtHGXuGQfYnlOfOyZey
jgjCKmFABNovOy7ffKQgkNh3MhQeiQAeZw5O2cTifVa0oRKiFuPFleZ6QUM3buZFFBorpsCeRt3s
UEDGyTJ+c6wEDKPiU7N3lrLJbZF2DWZX9JJrzp5IwrX81Q51to57EJe7ijdVhm3YNWOIPTtLX5ol
sy891uspDMytjVfohq8r2S+9eFAOOnbq5VGiWJwT26oeZ1deA+npe+VXQOFddreUXlT5xnXdpk84
3rc3gnXdQ9viyl5RVw3sYP54by/OvhL6ilNgm7D9aohq4PlPH0ZqN00oXDOaGq2pz6yvZCsu02TN
IkA+PGB298o7TvEPiB9hVPIXtUyvTQIshdPiESyNsXgYPrFMH83SehWOcxmTpw8Jsa3ZYvcOPP2o
AufntE7PXg8A0o4L30gMiji6K7csDSfAoRz+OuOYrfnPmgChzisHXBT9lbY6+YtMx8PCw+TUe75x
BQcLwjWIMn/DXIeGlFIR248dVbJT+qz5E0xorWSHizVFissFJ8aFmk5qu4dBX6AV36oJwa212WcT
R8Brj6dcbUU011h3yPL+wca+y2S7qGQvwbSi2Jp9zB6uBQ6rWPGaqRGC6v/wPLTSBTEi33U11F1W
XMcTTWEj5TL2mMEhL3dFVj7Qr3RjjIAy+OUc9Tm0zgmUFBMTk/6DV/FGAXxSEX/Q/WTQMA0H81yO
tRuZ5WJcYH16QZCoTnztmNm82r2JwUbClGfR0a8wIxrar+6UkA9pFWTH0XEX5xioFiu04V0Qg/yi
y6KIcMwvdxmWw0jlw7Ul2WKC99AKrE4xDpKnbhy1v0tL88Ectqxbx36YOXfvSn+qvjtWy99dav8+
NnidrK5YIKN5VZdWe9vTF0uLeJDRAupUVf80Tk31xcqjvpGEbh7VmBJ1MQj31BtzfSdasKE8sS+1
UUX1UvHcWQxVsiWxuoD4Ev2rq827zsqtfI89q7wQLGGeMI2zH5lZppQdM9+CNHHPEmhMuKkK+o51
6kWbY4a3KzrLzs+me9UApgNB0reVfhNNbzwwqFBd61rtnlb4bzEg5K6Ykg8asL4LmwT8nes68slI
RP1MLpx9IE/F/mTIfclpUXgpKGWltltyflnBXhcigieZjXuznI42RUK0ZRfqAhLke8FRYjcPqAGG
ohKOggoOsvuMHfETUz1vPWT6yFn8AWQkvmlw4l/O/cK/3+PMmtU3Sk/ObbFWlBTZ86kzW+7m1Amo
D1M2me4yuDQUec5UeDzUVbWi94ACFx0bqckqgC694p5h0/p07OIxntY3why+ssEYHwws2M8WPtPv
YNTssC+hTE0rzBxNiAy8X2MdEYu76jKvhTPUex6owAPczlX8MxZLI+6x/VJrapnDSO+n36vZ+dJJ
vaKoWyqT+CDA6PmOBtlt1grinq+sskVKC2WKkvMVA+8XkONxO/V7j6PCivelxp5Q3UJRpiCFxeSN
UKTkU3T1x+i3fYPpD35kLiPOBPSP3DqrMdgxTqqsLK9wFwxzAoRcmoBEvj+V6iGnH0Q/2RltUu9O
idlx2k8l5yj7yl3WkXLPrSPIlM9taZhWc++jc87qBm2Vjtl71qGF392PKgCJ+hHrNtFl1MUjGkuQ
ekA9NZb/bN817vQdU+6802nXrqE1u6aOSCp1Z5IuG/cxDxilS9Gq4uA2/sSL3MUeK0jezg37Ja/8
5s22rUbAuqSm+NZkqTSq32Ps/jfV/p9krvzXQ234o/zV1nX1x8F2+x1/qex0f8Nivs2tgeN5DDx/
W4r7v8nAd0lzsqRNVJ25ZZX/fSmO19rGp0QCPfOr9ffB1vwNP3vgoxxTJSGEsOR/M9gyO//Bn/77
StyBcmZpL8iR/HOXY606M7YbOEEx4L0lIOQajXuEFF2X/5Ae+Y9Bpn/9m/iL+DRIj5R/Si3r6UDw
Y9SgovKtlJJeFhw7mDh1KD3x0w2EpXZ/+BLuf5/N/9jsuQWy/WFiP2/72dgQ1Uz5qeP9OYQWyHlK
ZZBHaaqyY8tWp4compevxScfqug217A7bou8uQ2M13//d/+zj9V1qA4AdqBWdJMs/qgWxJOZUY5N
JofIRBF1aIDLUZpdX1FyrpL/1Lvzz/42nwRg2yZuFwXlT9oEDrG+AomJGhwZWPXjlok4mTbMDoVZ
j79HVPzLLpV/9rlCCPGjWdsLSmzxdH9QQjJzSae6qCOaU8qjBMGJeuXhdc05jRFVFfpNbt8ri1/+
/We6XSB/+j7pfiB/3HFdE1LkT2Flo+uoBpwxGl1zKwjToaN6lxnH/iCzqAuJH/hPEe7/5Cclo42T
uku5JovMP32uVuXjz27LyIS95J3IpudC6bg5gR90OFaUeQOOtkasG4fTv/9Z0a/+/NMSPwunZcM0
maAz1p+uIOK+qcpR1mHs2Wrs8MWs+Y6vn2PJwOPkc/Ks+JTWRhxcoFM7+kD6oosMNYhnNMwE3tHr
GPU0x7NHilILEVWmb/8y+3V8cXK7J/Ioa8d1Yz4Fpwvijm7srqOAUJlD9XNqWeDseF/KeyI02/k4
W51ZvshCsWb3GbAZaNGl6r3jawfT1xyPHr2C1XInp3x8TPHFzfSu5tXDwGWBjNQWlNQXSdNcGWx7
WPDkRWzuROaxdi9IGF0A3LvYilbFWSbE6d90yB/06137CRkt+WFuMbserN5xOFJ6ZUBjfFgvqDgk
+ki3wgNcClhNvECYLhkOcYWOU/kJvTO/4ZfJ3GNmZuoR21jnPoxB4xwm2dKx3aBWS4rkWTsXugpo
77Y1uCH5Apie0iXD5tDgVeBOJvrt1Qd7yQ9G4a3fx9ohBBolE8vTxMv+vR67vD6ksVHg2mpr9T1x
SdLYtWidVsQyyXyZGlNWx6DrXJyzhkt2cO4X7BI6i3M/SQ9Jf+uQtSHDgrLjS4Ed+hchDv1CYUSQ
f9q1uUD+xV2+7i1KHa5YT47xRV7LUb7aKZ2lABCJqi7JQmtwv8HWLu/kgbLtmpbRMd8CO+V4BUrL
wHPrYHpddi2W4AWf39xV6auCnoMzsBDN42jmWNs8gPIJ43qh8MzBSTBgCOAgNEql34xzXA7UN9E5
Y20ZMTFZ1aAVkPzcS32nLKzaBNfWMj+kPXWztMxhMAvNenYnnoXnIKBF9L56pHo8S69KMWG0S1EK
MBDbfkAgUObg05Tsm/MyucEg4xhvKQt1YgLETN8JXnQWHwQf+YvpLO8WE9Fy43uthVVW29i++3OA
kq5B6/Ft45tPYI3dfmSQ8DEJuLf0AGbJB/Vbtfkk2UDZBx+MEntnQz2eE6FDzNPbCiGCngukgm7F
oiB+5/5q8TIMwiLCyuvZP5R97X0NhQRLyXulgnAx14nbMWCRFGLNViNZKNP4jLYH0SoSG0ODnSXY
eZQrlzfOqtPzMs+oTB0G9in0QMX8XRbTGcgGd3oD99bgN7ypQ5MlCfNkMDZkdmAVOhVe677jloxx
qplkgJJ2iC1jMXLWRKRkyVvRdAORAfVMM4tcgcwpX6nd9AaLRM3dly/mU+qa60tpF8uHYc7mj4Bj
5LvNU+RDWwGYtubf1O/rXBT3SZWKn23nB59qiclbsmJnDEXREiE/bxs/WIslBvkoXePBZe1jc4B1
7I/EIy+eDplKPlVD2ugdFjM+zxLI9jkz8UFiJFxta0egsPoCY3GaEJ8Zblr8sAl4Dtoi1nWWwN91
ZrPHDb3f2YFRVvm7SXIXf+JGFywzSiA21Q062JSwKEglKILaqIQ10HUa6jOsUDp5bOCmh2EgMh6c
wT2jDekZc5hIEXhldwv8MJ1BiFFbDHlp5VY+uuvaswyW8YqrhhJojByW4osLznDFsnEWU1CBXJAv
lD0bToWHKZZwOSACo/PW+NQ17zjaYzRpzwhHt9Ec4FmAHekZ8tBMod8BhrpgL0DvS/b/NUiICxrf
7x2bOr1tKCWIOM4XXZ7o/owB5w2Ww7vWTJZT3JFRvxMbgIJZHBal5Me69M+ECnE/2bQvuyDFIcnv
A3LJrGpZ7hH08afZ6GTt1VzSW7tb5exNV1uQjUvk+RS4h5m7LY7qkUF3156RHAti4gQ9hkssgI9b
D1JI1v8qJzzhqTxjP9UZASLzERK7nDo7iWS+YUJso0GGmDPJEp4KwycFo8OzkPwKGqLtXxIwmOQm
FYuaDmu6BsXR82pnuO7PXJPVzEX6ift2bG/AomChWAdLnM1aN+SL2cuEbtX0jbzmmQtjleKIA0xP
hi3Ik1Gv+Qg2WGuzPRj7mPPgRB6QIUR1vaA0yhM/17q+dYOPP7VPaBbmdSKdrH9UeTxYdyOrxW7v
Z4zKrG+8drx2O0ssV+mZWtNGkCHKJZOtEzqjrNEkjdqXXbMDVnCmy5H5tI6GEckraohYeap9sdoX
DY8+BMHRekkGoL20SdPHaQP5CCuC6Rs2vK/bQD/TL2H+ljP/l8+p9ELzzAUWZ0ZwbBMEW+vMDqoz
RxhsSGF9pgsJ16gljuuNOsStS/pkf6YRMXh4TL8bo0hmW3c0z+TivEGMVPfK1+xMNhpTC7545h3b
DX2cUl7le8ISNf09iZmUFwlrLUjJDZp0C+LwoYfONOWUx/ObfWYsqUhQ1/aZvOzwUBaYOdOmu1vW
Yr3i7Z8BasZnatM9A5wDJsDTlFem+WTPqf/aJVuYln8mP7sUi0VIfuhobYt76NDJyab6aTxTo6u0
Ai9CtCOBgMYnr7waPTmWJ9Iw8VUTuNeX37KWbPQ3Ht6D4o1cQ6iaDbp/OM2B95lsCKveYFand43b
ZDKxEaa9a97aG/aKWgMB65xp2BXXubtPHRxhhz6pIWbnMz27kmzTRlVsQAjVvJjoNz/TtkqYDuQt
T3kWzNw+E9GZCxhpi41wDDtXWxBa9Zh8J4x2OWFNh1QbRw4/O3uDfa3GtU5YbTGtaCeFBu7JKQJL
i931E/y+u6lVWlonXQ3ZBDqaesbBdeAzQ6NM/PbbhNhpHIixsN2f7HRoNCGSNkYL0nw5xx7uKsCf
DkFyReHarK5mw+fByQFDx4dULV1yMAjmJAGABE7nWrMJrZ8zJ/WHGwyhY3otcIEgD2NMa+x9OWCU
3uUpR4lty8KNAajKaLSzJuz/EV5l+SZ5VsUQLX0ehLaSXQG+71XdfsIunHJQ65IrSca6HfZkJv70
zHXxwsSzFg6kBJRTr+O3+zbmVcRJp1TBgaiuhUDHXvEYzucsM4lUGGyc/U0fD+4n4Rkb+qVq2Voh
i+OEbaVNtdfRAtXMIpGlWf6tDLAZkSrCx+d/BLR1FfuCS+zV/X/2zmQ3cizN0q+SyD0DvCQvB6B7
0UbSZplplksbQnK5OM8z36ifo1+sP3pEVnlkVyUQvSuglg5Bg5vR7nD+c74jrfJDcSQOjRD9toEZ
gJSKiVVT38tQnZcjTCMr9qgf0r4oEYgvHRzQ17YugEKiqunjfQytovQ0Eq2O2xYx96du7OSWBPO8
WxjIKXsraaNLESOcMUUtXsCSN6DagJ6aXh8P7Nr2EMZvzM80RGcji4iEqXp1AaJpf5lLSQIYD0i6
BVLSQBhirMTIdwT0YBqdkZ/R/+drREHEvOp80O9nxOfUS6uJj3tLzzr2mKGe/bifsS5T7wFrjqOx
QeC7bLX3JU6Wl4yKqMKF5Bt/0n42GL4oao33UJXjDR1RrcVvrO33PnLqB8eoqb3grVf3nSiT0u+y
YLmNc0I+bPgN/TQqfCWYEOHYuW0glI9olPVhqAryq9PIUN5VuN+TSJ3T7L1ve+fWGEl5GzjbMTgp
O/by6KC3qd0SPuKKwpELf/aGxGlORw8BPN/hxGj5JpcLothmzeQE+HZ+G6jkYoG0tPq3ssvHl2qu
ixcjC9ILJzL6mziIhjdBkzSvs9Uzkyd9l54lmYBHcuUL3GhjlIzfwOmARKscjd2UHMsbyxXFYo4+
RN/GQOCDxQFvHZkqkUNqtcB8EUnf3rXjsjx2YcpsnWJYCgOYYw0jFuNZO8m8kBGhL8GMKEJgfARN
xpCDWZgsTklEV5xn1gH0mTZ2egfBl3py5qzzfJdVSLquYbAz5poBFLvXtc4BCpI1sWtwdHrsxp5r
gMOB+qI6c15sBbYpiqhxwJzBahX4ioJkmr2fN9r/Fgf/jh/kl8u99969/+1HQdJ7vqAL/s+/3/+f
/00Y5M/q4M9v+V0elPI3m1eV86+jQ3wXBoaY320vfIWAOu5qei7wnVgmitof8qCiqb8hKYKxdIi0
SCoAEEv+ML4oGlBMG7qlCirNBuuHrPgXUjP6n2UX2vIEN1SusRQHc2bUkRv/JPcwVuzMpA3YxiyI
zhdrTMfStSeoxN4wkejZsrAKItx5ngSc0R0cz4E2K+NJNNDuoD2aC8CjwEmWnTKU2EyDpXDag5g0
hUNIzYHuaAkFJIpGZE9lIR2Xe4j6meW1+hpxlE2k3RaNxfiG1aQg14sA1YJst5rPEOSVjqur1++R
LhPmL8YEA6AFDMLIdeSwZHAMw0mhV5zmzPI7U2nrA5Rl+fnXn+7rf7FOA4mk9C9EbZ7h5j372//6
auLv78Xf/kFl/VXkXn/C70+xZv2GNieNtavpp9mKp+T3p5hMGE+QjVhoC/0nUvXfnmIhflv167XV
l13TQKb9t4dY+43xOOsl5i2pITb+taIDahb4FP0qHrL+8UnhjO4Qi11tYevXfxEtkS64ejdr4J8J
DTbskcSHsu8qThmKYhp7JtFvZqtXO7Vy+jdjUVvYw2Z3rVAiXoQ1TNcmrNikUCSKFbbnPBPJ+dDr
klDEUg1wHgc0Jgv/msdlOcZs0Kjyh6Un81Fyg/J+/sSpjidP6bOPOdWEN7cdEklj2eVLBLE+PsxG
UR3UvpqeQ1l151rq6b3BEPdsMh0mlF5WfHdCsfFSN8m1rBbziVLW+XkaEhjWfftpzIKf2GKFOLQy
sfYVWsfNaEL9jwXfixG48J0go4uzaBkyZd2Vzqj0Gsv+MwEEcLGyfPJMPBAHIrYq7p32Mw8D5SUu
8u7KBmm5ibDKF2UiHs/Bodj1kTIc8jm2Ln1XtV/scB9Dvu7FfKcy8hOxzcpHpR8/6yaYT9wcqae1
+ZNH2miu06QwzuMTuY/j1NrbTNMxdwlvsfT0ShwcP8PP/0ZUWCbXI16nn3+ljUf8qmq1dQHw/DnG
fFeKHsskVHhkvFpauqS5L1RHeKHSyS8jUcsXpzcYm0Xa2F17kat7iWfgKp0gOoBEmDwoCK03WfKL
dxUjqcDaelDxSXEprYXYUY+QPukqL3OSE1ZBQ8KsBKjngjhp7TuNvxdbVODDZUivI3ok1mCeuMtC
tuzaKPz5OFPVU88RiBm+iRtt04D83IPFmfyCBbggqm/RUB9E2mfe8zPHVEc7MfH0SYRn3rx67lT4
u1a6W1/cJKI+gTEoCM8KA+tXYmUfdZHxG/XxE74BEg2FsVoty8P6skKOsfaOwX+5AHHo6XUONlSF
O0NI28MEYn7Z9tx8STwOB+B1uMVnyjOxFX3qoJAuhkzny0yTxBvpfl5FGo1S+Jm32LVZwrkhQi9r
n9VAvRVZUA6s6qV2sOwYQ04/1tlDU3eWj9nXuipxnZ5EF8Q75Nn1ItcL+xmVo/GY0apX2c22X3Hq
Oudsin5oOkQmODKXW2GZGIz52F5IUPa+Wk3Bad0Cb9LCyfEM9s1rnE7UjBgTmB0dg5WU+uDhciNs
rYAs/lygCuwLq5gCvEJlsLfwsH/qaolvrJtLqF1oWJQIgb739HJpbzrUatcmO/YjGSUOuMEJE0hp
zuIaDagwy7bb68gDb5cMwmdnEvR0Lbrc4W4072p11F8q4Kr3iWGVfhMSltrQ2EB5yMAHAcdkc7Jh
XnFjnsf7ObSSC099/9JEivCLycADlDK58YDmhpcWaObRWkZ1K3KUALMl5rgJhUkBkTZqF2Wug3sH
bBWPVufc9szUvBocsGuqtXYDfW65hNhRN5jbdGx6A5y+mLKwmWWD+qdmKF380sM+UuGIwtEN7R3J
qcS3xsS8UGyhX9UiGB/UkqtYbfeqi8s6BFBBZolMxGTiO0v1j5xfu6VCTR56QN+9Zbb3gqWS4+ww
yWOW45METnkxY12Bc8U+L+r2URS8t5gloYjqaqBzSsDQt8J716gp91kKmTwt1owDLpAAOks+HgfM
rSW57tuoF+KCwS1+StWgOeI+MT5aBm1wOjVMYQpuIQGepEuPeauZnMax2B1EJZ5a0AIvTmbJl74y
oWUAQSLNFT1acVH6ptLZPHCEnxbsMPt4GYmPjUXUHQnoBs9SUyI3Trt5HzDiwPUQ9Xt8hQxFglwC
XNDTzmUYkJ5Afyg3JmCLe8DPjkuEniBGo/YGRLNxtThwpd9W/YIuUNlx9gkK7AdoSIIpyrTXI8E0
xVzih57j/b6H8KG6jBQsgmoK5iV14l6rRY350iaFdhAdzo2RfP4e54nlI/Y2F17/foMrInPcLE+u
DDKKLUVe9VO4erXMSchjhNh/G2IRBV3a2V4jjel10q34FC2B5FPdO36bhvDZpprUfQo/N9JqdKiG
CYtaao1FrVT4vjCNWo9oXN+0mpjlonxLl2DRN1NTYj41JtBnC2QPqh+y0NMaTTuAsEX7jMHVNkUB
43wUA37/fHJ82Ud7gml8vANqPgajv2kSe9qU3SqnKvKUTRCOnDYbDqo5O3tQFxOUx5J+uizPdR9P
cnOT1iVvh0BPhec86OIUTU5zwpJCuFY0Gg8Uzo37SK2iPYcSutDVaXapbaP3SB3Ml2ZQc18Z7fG7
Moc2Z4DqsR2K+NCUVf7UVs7yrOqOfZqnUF0/EvoFdBlIG2IK2pHQdy03OFw73C2jgtOTnjk84Io8
AKErzsFcLnsd7IivaaB5cLVzpFUCy9fIbV0gDGIkisDaMckyfQWeqTuoJR8IpoOHZrCOLcGTIzlY
elsB+fkTsYgNbIrowH6XHLTISO6UMLzPcEpfQjk6J/BjGMBGnJolyD5u78Ujki/rs9BGt9K1/Eco
5uLGzB0C5RDpN0FilNumB/WaZ+1DHs4xpXf4Nrf5igyEGY4L057mBAAq08I9kU7tZFOSdKfmZhJs
eFLxp/MLoVcM9dWpSMEmGKZPLcy4Z9SVV2VujZPKOArWqdEXW0eujjUEpPMcsqiZZb2OuEBiY7Au
73XMD6HbCCBSVCcH166s7yampjtoxTeqadR3sYXuVQcKTzv2n73k52+lkt/2CpbQeCiGB4aVqyCt
jLsgyq9VJJ9TuIC3ihoMXtPRSRvU4eBGoCYYrzAf0fMbPquzGzKP2DCHO45WQ0SnqvKr1dS3rc4G
EOfaY5QUnpkvH5xgZy+YiPSUjnwjVMhjSsG7X8F14kMLuUcAV3IrK8MiZIlt0zjA8+WkHrHbSTyj
uE5Vp2ufcStYJ1aawhejLrZQPWIMn+nwsQxTSZJ/xF8f2HFzpUpqOih5gDOsUJiEGJNzHwM+2rV0
umwcJ1q+QJsfm1EdHoRsgytcAuUiC3vwScmG2wFkmpfX7HPmaOu7pIYDBryg2Wul0viDkul+NOrz
NplNfVuNvfFdj+3CzyJrrv1Zn+Qm69onk83tJgdLyoVuFiCMtJ6xU1Eq2sinRqOLKjdrb8YM+WRP
ufkdS1W2LTj4utJqQbBBhKOjsG93/UzEMbataauXU7e1V4c6MywaONMJqJ7E39XzkT7qsruJllF3
hz4z/dZU5TEh17gry/wmMxhJ1Mz2ds7QFuAwWSeQ580nHZE3abTRX4RW+51lKAcz76qdlBNoqGjO
fTsjmZBkegMghbSQqYx3YAiRetZwN5vDSl60Uk+pWeLCUi77slDm7WLkQA3nznDJcPBBi4b4BL0W
voMx9ntbdPaumpN4pxi1+jlHqbljnLNmnaDV8X8K0KX75SRRhG8JKrwXaV1/D02cnGrcvLUOdCcD
J+bdwnllB1/OOJezwWl4AFEhoysdJ4UroBptQK6qD7MqrsARqZXRqAgq+9nesTEwpZotbfAHR2m/
O9NivGbsbt+JVTiHohp4ukp1wXhdjLbYghWj/Il5q36DHA2gVUhpQ8Yc+vHk2GVzsIxMv+UTWx3E
YsgbuyIzsalFF39TrRZNTI1ANw4BVPJ5ltMjroX6nbgWkqtWRntnYUnpWyGY/w7JzRpiP9l2vjCx
qjBHVzEUmU0/iPpe0md+l8OmfxUUOKsu7R/BbtRXGi27CmRag3HVLX2pyn3PR5QG8VIPPiT86j1n
wvZZErfE4bpibpW4NZ4QZuQ1dsyO1htZ7+gSIeeI5kAePKls+3Z0KnVvKdSTsxt19d2AxGBtdDOY
sNkWQ39YVtyububWJxvFcpDxMGheZ4bRLeahZdeVPHmRsPtdVo/WM31Io89MnJiwOpTiJnSy/FAg
ftxS2QgGUhtaFcC6rSc3USpvhAKPmlz6cozyOsI/L+H5WomGJ4mr0r1C64LoOFiZPZnUqMrf06QK
vbxthxMKTOxbUde4k+lAih/i1c4uv01tPLuM9Z/ytYOgsIZPSmBjn6AuZ8aSsEHPPn3ug9TwJ4Xb
Sb5UrU8M5B0e4+LXzdDvwyYaaABRs/MQdu9pn5P5Fr2ynQZO46HCYT3gof0cOtCggNXuraXa2dSb
bfhbn+fZalxtTI9hb47EA9G4oS4ogJbWFr5B3kxJG99gGxo/UqJ7FyIaxpdwKnFH00l8dgCQeD0Z
RyzVcD0nXc33HH8wLs9vs4BRqsdDCI9Xpw836UefAm4T/UiGx6LuFD/FIuPFfX2eVniuyqXUa0Kj
3FUwcC/MONM9XHXxDNWfpLk1Yx9SsPdKrTsP6fzJ2gl6sIjsfW4ZW3zuqU+uiSSC8xw0+WM6zQ95
J/NtZ7apm8TzI41LkCVa5t3D+DTl1qrHJsZrNa7E3TyxMMMHxZMyUQmHtPa89MMrdS3FbS+BzM54
811Au8tNVSXs5v1nXMnST3PxMeXgGabeGbzeZnqiNmbvjjlEjLXz8ElVyvyc8H87lJx3t7jQH5AY
DlbEFAuOS/otixN3SKblioKge1PcfMyx+lGsZ6lY0TEos0s6AYo/J9tjkqdM/WT6ppCOcjshgVwp
XwwjIJeW11KdXsuxHKjyGm9ziTmjsNr5HASmcjQ7O9gupu5lOmzche4yxhngwnqqDoGpscAoy3ns
7QTPSEqQRQWF77SpdoM5dvDrxSiPachpslMreSTMjmBhVNnODpMLx1JBet5AnE+mwFcZBPtgNUGz
ayuDv+vPUJfL71NpzUzuekC4iRQLiFQbGpczTY9KaNknexmcN3o2W2+wZegPGdB9VeO27+jfVXau
45jZG+RVbB/lTSpzecWnM+wSzsIYu/uvubP6wwitHiwCCEKAf9o2CMDjTT0qvOm84b15WBoKZ01H
u4lj5wTq8gu2+Xc9NLdFnR41S8Lo5UwRd9I5l0Vwikv2TZScC0UKO1gcnkLBSIIj3wW0kvu0mJRb
tOXnIlNOipM8EXodb4xqVu6rgFia0MovEw9S3+C3VpZDCKfGSwU3uU6ml76vRo/6ANDgbTT4nRAv
teq8gEchf6vV+6GQtICwzdk9YNTSbo9ZQOwpo5OIwYX5MLBJpjwQG46Wr6mNWNswANuF2GBGAiUY
mCH3cS3EzIIHAqzmRiHeFxjWtYR2udFsSIx6kvekk7AB2BqcudqOyby1NE7XtBDxMmJhKdVdkE8k
O2R+pztGv1Oc4mgzwUIAyJ5UEe5yUv8+BgLwr/Wz0jlnkobTUVP7H+hzFMAQM8oKo1Ug2uiPuI9e
cl1Z7igieC3bhuVqbL8Jpb4rpfhBRclL7TgfsMK/EtL6Q87NRe+5jTtfYUbQrOLcrWUaGSboky6E
6/ul796jsh5PTGh42iq931JTcVizxt8qBQONJUR67VRd56yoBmcrLxNfKrpFGD5KOWgywUwzE84J
kYY9Ox4klpYeYCZ1HrlXkmxUUmI92A1VfpxafdeUxjEvwKNoirmvw+WzoOjB5c8hJFUvpySoX3kx
H7oi2pd5eSnsaPKjbNj2Otb7tj/EAFjcPFJQBNIm269U3S2tNOa16Mk0cU/bJKN4wM8ZojMNW2bW
xWZRVYiiscMktbpPOZuHzNnQPLk2ZdYtI7odtadHezDp9i43JreKjQNlc+OQ5Zui+HnlyyirEs+E
991ccUiWqnPqI53QWcGT1Y0Z8ya5DUZmbsMAaYpz/J2yKDd8Huirau5NukS1uGl9GiQvRpAcOkKz
7mxnL0nY3g9UZsQBna8ECQlt9V6ZLE/VEq7wfWamBM50j/KIu5x9axOn87M2RUc1C65Gv5al6uqO
3B1RqhT4QpgGLtG9vWlW4aNOZ6Ormv0rducT92GA60VOdqkU8J9ZyjA7Mo2uWounNyKztCsrNVjL
wK33ptG4g8NzcDtqm1pXSbXqvq0gbQtUwjZTxJHuPtXtwG/uDDzHCS4RAkDXXDQNF/IS4uAQ92Dt
itryNHRiVmSMHhOl7IKXsANul4H1N7KXhXa7g22TlLhvprx4sJoo+o61R7yijBl7HJvaraPRVn5l
M5H90QZYvBFtCJVgCuNw8R2Lr6I7GkHtzrEMUp4Ylm+hEb7ckqgQxMKqpH1Nmohesinh347BtUTt
u3HXQAsDYk5aicEvl+8OqGefx/Z4slpdLw6ztIPskNA3bm0k3OppV0QCHmg3w0hY/XsUcsLb1TM/
NwyjuYxaHWoXzRLtKc15YHySf3G3Qb4AM1SpFcJqJUEURIwfyXF2OUQGsNzBtgVD2lE9llOxPcFa
aGZ8yRz6ymjep1Nj3SEJLurNDL8XzbXBUkeUmgCzl83DY5VlIcqdQ2poiGwKSlNKTKddVVZITHTr
SGCeNp+Yd6PnxHIiBduoHijQpQeSrNbmjgSResF5IOfdPIzFLjLU5igxWT8IGwoMsSUrkMBQ+rk+
2KPBkEDlmpDr/AcedGMMnZMeloZHFUcV/eAKZ/a7QqXoATMZmWySSJ1KmZYEN9c8VXYTmqdKST8C
jS++FctaOhW1I3AH/GMp2c5sREZffbWtep5qc3iFbVFH57mUzSdPb+P4yBdWHfmECiPO7JMajXeG
g9MDYSYz4JVUBkps2owBKHKCeBTsJMMtXG68Zk1kCE/T0KonQoT4qfN0mfcTCVoeTmo/v9Mfi462
TFK0e4KJuOOSQNeHx6lCCFfVdnZ2Ycw7tdc602p2s6z07rM3abZV7nIutifck9SDhrFqPwvgxl6J
6t5vgCkBvM+W4bNIivA2aBEYPMpcGeANOldTuokX5v02oqL+US+8VGxcjtPvcC630sVpb+y5rJCf
1Wu6qBbqVH2cHYvL0/ehqUylFq8mvfYZcDd1GSDCL8d5IYpX5gSNvI9VEoY3TVbAzIgDqtryoYe6
OtN+C8m8ozyGF5NfGghgsxdnqpIfJP4pJJYJRO8rDRkKaJzSEqdkjhfDX9gKo3tiR9q1ClS9tTcK
UQ6PSUs5+C0tHO0WCFnGhq9gSFq2y9JPzwHHwOChwTzde4od3iexDRQfDI1qll4+Kog22tx8akJU
SMotAwHOIGuDdJ9EQNq0tm2+qUQK6/Xqnj0vLNte4kAZf8nDZbReCtOAJ5UyWBm9uRzSEwVLuM1m
Ava86Q4T3k1lJc63UaZaQ0RSf+q19fkYMfa+w+0qlosxCGnvptJmrYlLfAmYaVTxHE8ltUIU26n1
gdhHOHtQkBpX8rY8wcJnzxegdn2r6pNvqmzl+yCH7qKMg6LvyXxqFXoymFq8oSFJLcwtEQepuriz
w5BhsCQOh4YcKr22h0FXnULmjJ5ggw35HKDbeuulZAvmdd/WymlRiVKOGYDxbdSzsKOhAmaNsHLu
5iy3b7mdk12Wc5vTUDh2COZ4Zfl4GfgJX8Y2mNIdaEQCq04bJSSt0W+yfsfZrUDRLbv6rNV1w20L
rHsduymu+AbpURiZF/2sLLcZu4wwFiMKcJuiH/Az9zUJ5ZDqmTOHPbtzZWSaPwgit+gPY8lOlHF5
xSRMJ9tHJsG5uyV0u89IEiW6amlJB6CpRdUXKAlxJRJvBBBWhuTemU02ef1ntzqR/fqeAA/lfsnP
9nXkX5rYg6CKrxVDeMPvR8UZjgV/tbOhro9qcSBQUBPXNndj7XU3Bs3yItA044YGDJD9eQjCDWt6
lCjqhty46g7WYjGfDGnvOeSUulIYX6RLz8+qFKrd2wmt5msqSWcXDQuFBT8IAqztOgHEYAUfzEFf
Zoi7UCeuHOnanVJ2xVlQdrTFRx66nG52S1R1j6z7Oi9al/xoZY33aGqDnu1sBu0A7szrsuxZ1NnN
wsGnoeIy2MTmfDDE1HgKySkXLPfglvVU3PFqQuRs529KOdvwfOY7qxxUl5Y3ZL9K60j96t8RVEOi
Dt0LW21xNlD0ozkieG4qb325rDXN4q7jBPbZ9CwWFdPBzjHynRhbJi9J6eHfGE8TpzhvIOJ+rkz9
IW+aHLsW5MqQTEMqiTaRVOVgBXsgxZ0ZAd3vo5IoooWhWJ28qO7cmbtAk+qbPiRdEQJkXKrewXdU
YIUWquMuFHNtef/0x0WC/cP6/riERs2wDUmgDLGLKyxjCGy+NQ2dr4aF/ULEjHaJWgDaTyZVuAlU
xKqcNb+FykQ/cc6KWMQcY5tyKS5x3MQvOJp5PbSqzc5VXdSPcpA0yM3hU14b8daaq2eHK+YYuI4c
FbrSfuYIqmSW+YWuGpsOT03i2lDrQCSr4F6BLqDOZ0nLFQokptsKN/xxKdFSO5SAXddJP6Jwjkq2
7GT14x0RSq9K5K0BSZsr7wFbbunXBh62VlVuOd1jzyxLksJ5cxcE+IltwBWAkrqpBAtAS3jWgNjO
kKNbe4TEBXQVxfes2pDhlUhce5ULKflqaP1At7CPYoYilvyxJK21LegReQDqXW+qatLcMZi1HXql
6nKVPQHnT3cF8HBya+oybEygJhu8ZJSERYuRYGCDEBjOkcZ7GCa3tcOdLWq6XahWyV2emaewJriP
a/AQisynZcA4lDgNsXt7Y1eHe+4xHMnpkcuOTmJzRaG7+xmxd3yHs8ctoANzrtnxi1JF6anQ0zdg
uhFVotrrVFJE2LWYmSE3ofuNarszm9DXnWFb1Yt2mLFEbLSS3UkN7hsxTr5KVmPfGsOyI67V/3Cs
4JMKZ47UBU0+dY6ySQvzc7omUeDz2RdsFSu9gR6yDMLMqphWHrXrB7qXp9X2rRGO4OzjCG35ZGWK
uckyHjKB6Z2p5VC35IU9uBXtJqxjILLR9I2qvOd+iohtKxktF+H7vLpqgf27vWCOJo3xSUoBNbWj
IQKTJ6hn1bKvRoxi3hnzuz0t6RnfLWiOxPihazlnVL0srrZYUN7tqNzytpp+0DIZG6YJvJSdvFs5
SH70ZEQ7rWfEKGfcebZD5MI2HtC9PjOl4VAxTTa3pKTzrHmhP7GwD9VsPSmGNbHh44NgiMjJXdXt
1zLVrJ2hI8PMco9mrLjlZLxRmRft4kZ5GNIvWjcp3na+2z2zNnPFsJCj4bgSFs1j0qOKERTYO0Lx
RRNue7Xj2q4c59y81Rze9ZaA8GEude0CoOsu14aPJHkozeSa4sr1awckTlycqJW8GHo3eHOi3Gph
pezzDoh4r+cfVoOdtgpv2rYMvlVD+ZLSGjjHMLPrkXlBrWK0aoLgO1zXbUwRxGMjNQTV+b6x7Wu6
2NaRu8uF5kzy2X3mKlb6RkjD40T7pXYJRkJLYazsOP7YJD28NWUbB+NxznTJYUt3drohrxYsnWtC
vmXLeG0+ijzEQkbNpN+CRZ2MiojWipzH+2ts1MTIN6oxnadG5W8cnK05MuZrLVCFm06TNzJ2bnMo
elfNjK+mzJ5sKt2jhJoMpYJhvgbIINXug2n4cBKSUE4eOX6pJBdKp7hhW81T2UVHYjteQGO4zuEv
rRUqBtrieyvFboCJv8mwYiJYFTA9wYZlWvIM1mlHtgQbRHfnqOWpFaBq43G/2I4XJ9lej7tLUlbm
CcgHPXrMyDj5DPRLJiLzoEofjRynAV0FdCERLrcaoTEtKZ8iu9vhJw/umoxOx3JWtktrHLs+/ZEM
2iUt65MzGGB4bbA8iUKuTS146rMIAcNWGewl04eYUk4N3Md90ifyTYdbABYpirEGA0VlhJq5CRc1
t841cxUctW1Di9iGucZ470C6I5EguNyLDr8GeCqmnoMlAV1pxhn6tLi0BvuWxhMQkMSBVDm7Ais6
OTxyHITyrN8Tev3PuJ6W80FzIriK0Iodg+tvcRBRcOVCqVzHLIXZwITLSfnDshFhrmKLWQZ5T5ry
2ea470aYjfYwBomT4VrGvbuhOujOWGqCHiCkDHYwdpVMcQW1ea5VBLvJjuDZkaq4Gg0sTN2ylNse
MJUO6hVpMq1cq5f1ucht+wzRhJrNdLyDqLhb0PK5S+BCV9Pe2PXAkY498P8dzK1TpzeXWMhntraT
WtAnqjWcleJMNXDhCHOflh0PwWjkd50+6rf1kNPpi4vctdPgnITCh1K553KCtjrUuzSodlFNr+tU
fWjdKpYknXDVcmUY2nRiyObQWeNZ6ZozDowb8iCHssue2YkYuEOwzsunKhuxKAFsRqngnL2Zg8D+
pDEB6y5VFFrvM+uTP0ZDj2/oAU3OyKvOTYiee4ziWk82A2dCLxik8WnqnOPiOv9KHbZLRme5lxcx
J3erte+I0lE5MnPVxljkeGw69mVE8zvndpm7f901eRN/b8q2/Or+x2ol/g5AoYnDqPvpWP33f/1X
81YKSSr6PzdX3rzPmBZ+/Oql/Pkdv5spDYy/OB/1P4rrDRXj7+9mSr6iCptIsMHWjhVXI5H8D0uw
gLGvm5Lv1DSicfqaVv6HJZivYZk1OZZg5eWrqvwrluA/J/nXX0z6mrPMSuwX/N2rY/gXL6VSiwHH
22RDWHIiitOEfsYJA54sJYrd2fn+l5fmP8jxrwbjf899r78O9J5u6TqJObgH5j8loTF0jaw6FRcX
EsJuOnO6DCRo8X/9W8SfA9d//BrspqS47ZU2+E+/JqKRnWpHrPJUDZu+NdQhRUoM6+D1x0cI0uM+
aFtuI2LWxUXMMYv5xKnnX/8Vxv/72kKEkMR3BffrFfDw59e2wWzTTxVUz7xqyo8kU8O7Jd0tSZB8
lWUpP9t+oH21zNpjbmqIuCIatsywmsYvmrS6Na1Ue5ME01BcU70lKJxUD1Qfka8FifVtXaXuuyHF
QsoN/gyzqQ4x82TiJBApTOpBadZhMGFve4r/DuEwgIRvlDIBNqOiIAKmofixy9RPG4iZ4ZmxxR8x
mi3MTa1/ixgmvy3NfGs4VXCh2Ey4XAgo97RzeEwKgREGnomXD4x+XWGNdEP+fPn+O2Twd8mH7D9f
T9z36sffnn80n39aUtbv+X1FUTQWhzVk4PA5EjAx16f79yVF0eRvuqk6LBmmBjh/NWH/A0Ji/Yab
G+VB44HES+lgmv5jRcHVzTxGExRzSDRBIrJ/ZUFZMw6/fMTJ7kjaQligWFgQUy3jn0ALIc/yKIl5
0XyLWSo1aBAlGeSYrxSQGschXfS3CmA0J7FG1/xqvS7HDnCiLW7F/L0UyRHyAX5IRYFjRakH4gqd
MtnVrDrjHSqUduptlc51OE02zqNFwwSHj8D+FnDuviZ9ilSRzmX+gg+sPytYROHj004zaELfN8JR
XqDaczhJynkX9Yb8YDSpvBv5DBioEqNv4PJzpYljKMuG+QCLZPQoc4+ffnlT/4OVcF3e//w6EeAy
WKoMB66JMPR1qfxl5QV4kNVpoX+h+Gv4kYuUqEMNmEv2DdmLMMubDUx9THSyqBHTzf67nB30qsyw
MIFhDpselDghgAwTcHhWzZRqh2aYGsbg0Q1MjyqD/KJSjtQ1DTMQ0ff0enFNPv9//D9YZg2gMxrc
mTXZ8uv/QweghjxUfiHYRvd5EPyI9HTeZRUXCEwq/5e982iO20jD8H/ZO1wNoIEGroMJzKRISpR0
QVE0hZwzfv0+oL02Z0hzSj5vlbdqk9TTjQ5feAOJAxZONQKhxHeBuQv60L51M3B67UTLb1KLlW8b
6D98FFnPfKuVxPjioo8H49QJwvo8yXt5Y+ZhTKJdRGcf//j9G3rRkYHkANHBQOJa8FwsoiGvvkFt
itSkovEzz3DWRmZfXlCqpHzT9sbFQj478iIcvEvLeC6vAcQFDgZygDpKQK/Hm4eU9q2hnun1obpg
fcZ4Q99YZdyetEW+aMAN6GsUMA4GFGDGeMy2H8/XfLvpXNDVApISHCTJY7z/A7K4GelkFc9YRQqd
Dq6VgQJt4ur3ws+Nn3PqV/g/Nv0p6CIr2lSw9H9kmENQ2I2s6XHQKzrRGSjZi3Q0rq1cwUPsZvy8
e6qgm5naTLimtAUAe840UFSwpfINptzaF6sot0OYKswXUFGlFQrh9xs8IkUPuqdNruKkeMzCtrrX
fIdedIez3PnHk1/Mh/ZPnMvd5FhozhDtWJBH9icvwZ4HYdg+mX2NG0Vh2NPZBGj+Kw/1gMiGiIpt
gY70z1CMRg+EcKQ+W2K9cpUCLENXIaTKOgL7J4MbigmaBCgMZHLL7sHWRHsV2phzb0fL+WQ7jfVl
RHDiiv+qpvFITZzLqACrFdaXOnLd99A7PyFyoE4/nuObDU1NZgl7OIoGAvqLNdPrDcYRKYK+tn6U
Fagby0/nTZpoCKIHer4qMYlefTycuQRSf8dzbGjG4x+da0xfNvUBFaeKhTLMqfrRAdT4avmBtUHv
PVnnaZvFoMdd49FMXHWCJPh52Pol5jd+c2vQGa2BT3ErQRbuLwqAr2TR1PFOyMSTgNqS1HZp5ioK
hk5lEl44bYf5OlU/jHabTxho9PeGMgzMSdtguNcx/CisxLkVqOOgcp6T59ea2dP1BDwJAq/7yfHX
ry0bNTktrtGr/Xgd3u4sJMEkMbntYnwlD82oMhnJcczmp8EFiZoEdB4nFgvB/zo8R79j1fC8HBny
nZV3OMm85Y5jC+AJ+186jCLVWuX4hF6Hc+omKFvSpkLOFpvBY7fWmxed47LQvri4jOXcHOQIvNXU
luvmCV/Rr3ZdEGaWbZN+03MfZWUXwrQdDHhqwtUaVoA/0+8RRu2XyLcO45Gf8kJQ3N9vL3tNWIZ4
4UMe/BQkkpUTGu4P9JTEN8re8HE7V9Y3RlzDTxh7MLaow1Dei/0BkJwmA3RmsOP6asQ2zQ2artej
2RXpWhfdzAYd82e633ilpIABwYIg/npCEb5uVqqu83PDj0zclcwwhuMOToohoSoe+ZIHecJyiEw6
9QtDDtqoYtvuf0oRzU6FL/BjmhgFeEe8e38XizBgzSm/BpjaFisUiwhzIGrrm5KD8zxiDbFqIilp
hQQIDFS1jrHJ4gJ+NYO83ejw3h0kNfX8caAa8HMRlaAvp80jocRs3MEmaK6SYJJf59Hsv1SFb1xr
WtcbuIWeJH4VfUpCuP0rNTk9eKLCYQFwxlTIGvhFfmJAbP6W4DSDF/MEyqdsLRg8AOVQLusu9FTh
fayDWkN3yoLXAcEFPLuepQjmdFCJwLgUWnVkGRe1+YO7yNQpCAk84XSp2CD7y2j2bTM0gfFYG6H4
JrvaJkUJJeqJ9PGRE2vyqVb4PozZOZI5IxA7SrjIUSGzntVBvAYjKyoajj4si/RBIU91WwFoQXeF
7ppXlqjHgsawu3N3DChcaW1TfHq5Rf6f8fyH1uCrC/UNrfrueXoKn9P0uXldRXn5Q3/kPJZNFcWE
OypJK7hnHb7tn1UU/heSFwf8CQWF/SqK+ZvSuZGhpSJUuER5vJZ/VVEEf45IGUg/RWvQTL+U9Oxf
xg7NXovqiaNDlzWkgOe9v/VynMAN30UzAd0obTsVTr0KsBddt9PoHqltLLv47xvwz6GoJpHJ8Q+J
w8FQcsiIyBxgfz66GEpbrEgU+c2r9b/54+97rbf4dhRlCgpDBKwG5oovgeyrwLgqqqmPuJRW9K6y
tV03cpNjQLT75VEIyGh4LpJ8fIWDcJjunY9WCVrmrNN8kvmm7jVtE20/HuUlit9fMrQ6bUWlzJWK
CtZBHQYqvIU4DYZWjpp+r7qLKkdDJMeBK0axHMpTMKuzBTiIE8qF1fn4f4u1FRTrQtT0PvsVeHej
FJdqDu8+/mXLa7X/w1y5PK3EHoTiyj64+NuwsTIH5TGYqMCHETe/KwKrRZw3HHB7XbgoDcSFj8d8
2SCHg6KWw5tukgpQDtjfQH2YD60f+6hmEL6egvgoTlthgBEaVbPDBKlcD3Y1bBwgTqcoAAg4O/ZV
HiJOa5OGnYZ2jC2tFTibj3/XchgPFwNEPNIJhkmIzqLs/656MCaoM3mE7Zg2odnvTltJY0Vby2zG
oibBGmBt0pqHilRGN01sntqjUazmCFK3E2sI2xPgXzixX+9miFzwa1TwXKhmYX4JwB/4I/CAg1/R
zh0g67e9gSEkWIaefroWSXqLmpF5tbkorX88tbeHaVGLRSl1aZ2aujiY2WCDn2zAb6H4PY+eaUbp
rgrksP54lHfXz0HfUlDdM603uWViTrYVmbgRWIKwnycOmF0GIaMwKw9BYnXkInp757kWm9NRUPAd
vtrB5pUyqko1Wpwq0jpvqOjp0g+0oQkN5b9YQBxnEZXi6ufCMA+2Rgo8rFz67cqeAQwLvefsGn9K
Hv+jFuqiw3u4A+1Fe8imCManWmR/XydP6KW1YSxYwVm6ICgGMV6TeNSbBD2yXVsqsRV6ZG67DupK
mjrq2kcBG9A8yeNw2fsbzOKG0zK5QwoAZX7aaTchbDyPyqx1ggrUdwceEugOrdtiAo3wo2M05xZA
H8SIzH4FD6ako+fYpw68/iN34H6CsrwaFGaWp4k6BxtEHhx6ek/F2IUjyHKaaF60aG0ZuIeRdKWL
qoxjY9HYXSZJEx3ZJe/sfUAzDE7NkSaHuezaVw+JUZs2OFYYEuFkwh2qBnDjHUibj/f+OxcpT68F
GkUCdUSjd3+UYVRpnRsYtlJxMHmzpnFHXOuvc6xJPGzzQpDLMNg+HvS9NUW1RZB8WYhh6AeDllYr
ep7IELC2zNAfjBGhc53kDvP66qRGovShMyc01fG0OZLlv7OovM2EGQopageo3v50E87IPEzwjQnD
sTvINSifCn+zj+f3zgGnpGfhkcRDQSB1cMCdFkUuUwkuZFJC7l9jPFGVAM8Za8GR7fkSIL1+lIjh
dLYIul+SPUJiuz8j/EYIQtoSy5Ra/45pGMQH1Cs0Ld4NNV0Ju2juAtU2W83h7p/q/D6Ed7ZSCFft
8shJd2Vldqe4SYIYo7n+i8v9x48DNIIItG5yO+z/OCwOKgdWDDSmDtcneAR4fTbQuD9e7oPclpv7
ZQ3+HubgqxYU/e25FbgHh/jk6fivYT9ZWtj4TvMPiPGLEIjfXIiin+4ryAmrorMyCFJh9ykaJ2vd
1v7TSIq5ilAXO61dvdtqUwbZwHA2yhkCpHLjgYpLnG0wGYm2WQxHRe/c5yPzWL7V/reUxMLGcldz
9G33YLm4mKe0hhG0ah1nA1Kr+n20U/cLBzcS60h1P1qfDjWRV7JgHhS22UOjY9YL8LoHqh+m3zBc
CPRFfwiTlkBXwSZJMjWtYIPrd8idAGIEJg2aqHNbOJ1JBPbF02WP6wjUuVSuDYm/JK7BfeABMo6P
vEYvz83BBBcxd8RxbArHNDn290OF1iaKzNNi0Q3wA6er4RvTSjcQh90zoo5iIYbAVkBmdkOSg0ic
BdqA8tbGzzQPMps8chO9s+IKapPhotsDC8k9eB8bAPlQeyZFzFOMX1LL/KlVFsX1ag42tkz/lP/6
x4dS38+0l50qFUx1OpoOhXNe5f0FQIxPwlWFZj1Aqxh7/SKxIbV1I1iyrsvqXbI4n+OohGeLUyXw
WDK5gvl65FgaS9y0/x04Elz6xLDcvogP7f+MCbTHklU4K/Bi5WaALHrfAp/wCLm7iy7M5/WIT+el
kTbFOVbOqTfgmOS1WYEuyQhsGBEg/bE0Mq6PMkvOohp4b6pJ975P+mrdWgsQzT3SLjm8VElFKffQ
t9fxglvkBfZ/M7Vfs5x9DF3serK3bq49pYE+rJIcDdePz+G7I6HiRHIrLFKfg2imrShj9dWgrTQt
/5llWbUrrXzw3FBoR0Za1nnvO+hQbUkXaf8YbIxDeXPYxog2Q4XHble3Tr6fjgiabYtsANAdUXf+
eFpv9jrOwi7tC+CuRNKohhws4AwKG2AkkUwzGzusQULPTSW8HtjfaDV8PNjbmVFchXEqye2XNv7B
wXLLanToJyLMaINjRqmxqDd64VcrAVXgU+Kk87ke0oH/eNSDNhHniwPGESMnpsNL3HuwSUYEptpW
oyOIMtvaEd19n42XBWABStfncTScJUru0OC5IK47cqje7BqOk2HyyDFjto59kKukk9VNqLaFnhn2
LyIu1HhRDiXyHo59yTeLy1A2gSE4DSYMqWr/S8Z+2VbKIIpJgxwTJdiJq3As1QZnLA2VB2vE8aBq
t0fWdola9jbrohy22GMIg+BGugd3V2/UGQgU6AIRSdmu6lKgeHoOmXQYgh0AUCwgXU/F8BdL/BYv
IOm01zi4uad1kHw+8lve3KPLb3lp1FMzQo7vYC87UV8hW93zndsR62TVjDjzVAh8o7sBUtxX5Q6X
P3EN/j/LCTQFFLNWHPMnePueOaZFX5I7Ce8QnS+y/yHEIKVo0qz0NKLrG66S8tI2SsRDSLfWphv8
jvuXvwvrhQMQj/o1WrCIDQ8Y61E9sJ7GzNy9LMz/C6H/WYLof4Z+rOPoR9G10esq6PIn/oSSmajv
8YHI3hDfs2i5/VUE1X8jEzCXbjb1Ol48Ntr/cB/GUgQ1Teqcy3tDcvRXDVQXv7k07XTQZBaRFHWo
X8J97J0rEF06XVVF9MHfBKTh5bF+lei5hRZ06M4Zq0ofghNC2XYdq8z9Y2f8Y+jBFF+d3j9HoRRA
a5P2pnPYiqriaMYciVEc4p2LAHrFlxQI6ZFrn57pwTiS+dCSWZqaxpI8HxyJtA8j0xiQXk+6Vho4
vdeTvkbYyblxus5p4Kspua4SB78AgGMoGJcYFKxd2bc3pWsD2Wr7Lr/PpwF8PDq6ekF9IDDMM1yb
ZQ+HqB7hJ0DhGjYoVUXw3FvfxdAg70ZwoZbRncpY9yNc48Zup6tZhuCOW1IC4HIQTfgpfVMiV9D5
0FgQn6vgUpWmjyJ1DLB1oQl9ok1j5Sei6xXA9yi39Q06GOaTdOfGOZFjq++Ub9YL8jjHh1TD2+Pa
h2qHxj9tu/NBmdathRB7dC2KESUIVI6Ak+Fl/bnv0XPbIHFfXGFh0qbbNqhQ/9HiDAnyqvVJKgYs
aWmgjwO0tJoqEvENYFVnjVE40OWlrFRu6jrUZbWKRmr+J6Mf+l+oS/aOZyH9jOAK5jDlBvNoP951
mV2naB1GeX+uwa9ckOM0i70cU91T9GDm9mKwoKY+ysJCP85uwFJ8yWtZntd4XpOKIyxw40cCQI1e
D1RaEJomUlAGTNpVHeTVY4wi72NTuuPn3KnLn31m2ghaQSr9HvQG7UzRWU+oAZg/qRlZ+TdN+XPl
lSmRL1LJlMhO3BCmAfo/GjhhfdaHAZuPoYxPSgOM3C2KJfCfEYjpEZ2rnKY6F8gMO6uMvnWyBj/Y
Gd/bWpN42hkjssKt0cpgI3UwFjvhViXKGOQS8WrmGUJyRwAMOa1tv4+2QAFIzc0gbgXSCQSSX53O
afVVaCV5eVKVUAvgmvV/xLD/v57/o39sDnb5+Ptj8Ng8Pdavb+iXP/Rnn0r8Rk8J5BsxN60l7pC/
rmgT5zCqG4pSPw0P6tx/XdGarv/G/xdaBeqpoHpNSbz3vz4ViD7Uj3QTvJ/Dpcmt/+8vaQqnCkTx
8hMojFAoPsw+nNLvHB0PLXgL6Xg6O4jUyQAjq1eP1s0fwdTr5tFBYKfz9zMZoglAgEtFZ/nfXz0F
DhrE+ohqkddb1Xkoqs991z901rgpXPTIa9lMRwLm/duabi9VGZrnPIukV6BfDmK6EelwH0fHymuB
QCKQV/o7V5H5fDytN6MAPVDMibCRrwvZeH9acRJkKAhOtVeJsEHVviH9aEx58/EoS2z/Kj7VJTrR
LjE/7EZb0VU8SDlitFN40fLGSzIwczPmNBDoobdFF5HT3I9x/NSN6TEIwkFSxaC8deDR2BvExNTg
9qc2zaDehkbDl8WugrVOEr1VyJSgg2FMF4VQ5ZEdsjyf+5MkIpGMZBKFw34+eF7VNAnfsUF+orPx
VeE0hnDphNJ5kLRHRnr70ZC6tiwT9MqC8VMHM/OnujCQnWk9NNjHs2lG5shAf+RfjGJYCwoKcRiC
s4OErU/Q14ycrsUKL0QpBi8XHGla1BaOAWDeHC2aYwsrQJCVkj4d7vRYun0whwvTGBS71w1Jgkpa
gUAbQJVtqRXGz6Ztj4H23/laFr11snYwc8J6AYG9Os+CvtlcdGmH7IzMKSjl43ZBaCGKA5D/491/
+LkWM2SbfxHe6g4B5cHuJ90n9alM04uHIEYODp1Pf8AS5+NRDrY7+S03FHud8gHei4TU+9sdw3gs
zAQWvJamoyXIA1kO0SYOok2q5ccam+8MRtjuguWjULaUC/cHQ9EiL8cRKRDRTedm6OKw27sK0VWj
OK2SMD355bktEtygJPhkYDwPNnwFjcmhLpl65N5Ws8FsGdpVH1bpeZ/2sPs7mSIu8vGYB1+N9QSI
wNagi02LByDc/hQX3iY1gogqwWBrp6V075LKan55YgYLqBBQXtLVNx8NSZKqsRrQZmoc0O8RmTzt
0jbehFidbMYBEbFfn9RyNVHaMtkoh99NOsuFn6HQzYGPtp0CT51iw/svZkULFV9LFw03EHb7S4dR
QzRh9Rh7Y4JMGCZh6RpzGSiAbdZ4ok30zS/PijeMrcj3ovpxOCtEE7uZ45x4FLEh2zoy2aQoUPza
g8yG4BMRYPDPEgkc4iHdqUh7awJxVy2SgHhsowndNcX247kc3EvLKEoSbADrhV6j1MHJam3UUJwF
G+DU9PsxN5g2TYC1YmuSCv36UAtkm9LtguA+zDtbKM2INiskpebUxj1PjneNDhjfxZDl8deHYuVI
4jlNsMMODnA3o4lZYpJFzTG4Lzt/RIgMhmU5DccafG+PLbS0pWzAe8LeO4zTUPxooy4IM95GZDEh
FSIwNUaF+hcT4l4HP7fw4JjW/hYP0aAYwItmnh1rzeWsoVR5ZXSVH1yJ3C2PIPrfmxOML4EBAWJE
HKz9wXCXqpxaJYhvpkj5cbr6S4GgwpEq6Tuj4PFrm67JRasTSO+PkmlisGAFLlLNZb2BHvwNGKQ6
sr3fHYSDRATNTieV2x8k6lGC89FCQtkix12NjPY6aKvhiDvpO4dosRX5a5SDr4MZXgJLd9G4QLT2
xEE0C5UMesmpMai7X93ZVF6hJQHjA0tJXLY/ITQmRlp84A+sAfDBiqcQ2ULDih/wNdeOfKG308Lm
hAuOwjK1bBot+2O5SZIYA1Qez7FieZ4olV+0QxA9kkfII3fD2+8EInF5m2gJEraIgxVEih1JkoKh
Cu7VjVVPGrLlenNklGXjvgqZueykbYGA0SkTk8W9mGK8CsLyWCFwiG2LFwZl0F8aXVF8TYPEaWFZ
BHhJJoaWOkd24NsxSUAW9qJF6Ef2ePDBBhIrA85E6pVgLlZ+IlBlwYcOv3iDYN2s9SNxxAtGaX+S
wESWVguEIp1c5GDAgq+jI9aXelQ6/MZTZukGO9stoZC17uR80QbbTXY29yHCGOB9p82Eu8U3oymb
r62OUJLnI4tieCVgEFzT3bBDQQ51m5VuJyOGIWEEHbIyZ3E+I/Pw/Ve3N202AuUl7YUXcQjzquMm
CHQQH94wZ2jyoYLVlCQEs/9DS/3UOrIf3m5wzhL5NdwHrjuWbH+Do4uGD0BJnDfEqp0Q9YZFVssK
DVmg4aCyPp7bOzuBurOA5LBU54hm90cDBx9HXcb7J80EER8JCnCT9yliRxrmxv4qNMdjN/lBqsOG
p3jFYLQwoXJwP+0PKQJ7DrXETr3GFduos5+nGTGnRIRrgGeIo8rh7tfnyOml4EvAIsjj9gfshGzg
0PIcRsMIrSkwH9wxusQV0/cS6AFH9vo734/FpEoE4MMFf7zcKq/Os5n2psKFI0OyEef0BU5e3uP+
kJwifmFefzyz98ZankOawFRK3lANndKqh2lIc89yGsQm7UI7z/ogxsqhmTcfD/XOV1Owulg9g/bh
S2ns9bTyMA9sx29ybwamua6qRH02nEag4gZ1gfQx3qSQP4+8YW93JyxvepXmcgCXs7e/loVjLO4L
grNgN81lM2f+xhKDfurCj0QLQ8rtr04S1u0StC9JMZ3og2tKM7SgCh1CtG6AsElXOEKHJqq7izQc
xFnsJ2jS49ey/njUt1/RYaOAaADmxr9ZGMGvl7aRk8TcklFr0My7GbkYr0qqzEOf9djmXOoV+/cw
9xfob0mIQ//jcEHN2FUpJK0MkA7KZwj2yOymcmuByE4+58iFJuld0lTIMUUTqjdHLpu3e4hSA/sV
4P5LhehgoikiVjIqk9yDg9NCZUWNo5JULVfuPMRXGtIv9z4Cv8di/Dfv+NISXgAl4CRJMZ2Drwrm
A4X7AiGSEknB09EJ0gtstp0j5/69UbhDpUm+B0H78Fqb+9mYRBWRn2dWuVZJXcOQdbojO/TNXqHo
xUFYVtCF1nqITWxRX0Xij9hRr6dwswRkaB1gUR3hjv5vhqKeQq4I1wLW4f62TOeubjOry5jQYJ8Y
Nm7xEnPnjYi1cffxCXhn7Qiw4Jdzl3G9HELXMx12WWTgfTqWmsKfkttm7ddp8Yv1ZMp4rB5U+GX7
U+86DEMGo+niLJ9JjJoBs2igd+l329G6Y0CqNxv9ZRz7D7Aceh8HSxdoY91YgYVEIbYOWAo7fo/a
VenWXjJiw0B33Wi2rYHM8r9YR+49GHm2og50EBwnJmKvdj6Bdrfc6gzr6vgRvQ/jV7G/L8tIPLQk
fbSED5uoQT3HNbiRzCMB6SxKvChCehrlsCPb4g0ebRnIBAIGfcChUfJmPiopCpxuM0/Cu3EmFMmC
e0RTi1VmpaeFME9AlG7SfKBtXKHuT/PQOHII3tuZr36BOrg73BSFtM7WSQg7dJ08p7Pzh07O1u2v
f7jXwxw8dHYD0LPhcHm9OY6Xmet8Rk2oP1KSen8uy/UBvnGJ/vcPtNH3szb4S6w1BUm9dUQAMiRD
AfjIZ3tv91N8sIHoEZRQV9kfJ6+jHl8sOBdWXNkrFHf124aOMlUpIj4JMrTyL/QwP5ZkvDs9nbbD
AmqGdnPwqabOKtD8YliJRmSHfuPigBt05qePP9V7NzA4KhKjhegvX5j4r+I7u1+cNCviOx9AzSLU
KLeTaimzyMFEV//jwd7OicMMcsddquechoPQ1YgQSRss5oT3ZgtfKSwjz8SY+NdPNOMQRJLEL4pF
bzJ4s9Q7uuyZZ87wg1ZNL4OdNdbRkXju7dotwCwUiRYNJMCLB59IIcZT4hbUsxMQvovnZlr3ocKu
SP+fbNU/AkqWzbwX6WBVyYO/VCnJN/hO+5swxTlNs0klvXDI/G0MLXVX1lN2Hdp6cZLkWXOkPvUG
2wdDlbFsG8AqKTXExf0BY6u0JkPrRmTcIOVcIxBpFY8p2VBNbuXW7afQKsVDrloX+wiYfcYXFU+d
OiVm0Mq7j7fNm3WGE0ecTjOTUgmNkIN1hjIRh2XRA6FWuHpESG/uBMWMTyHWYcd26Msl/Hql8bgF
00g/WAFFoqR1MJhf5TlypJHysK7SuCmnXOvdazVJ2XzNzVLE6Ow7Q9XZq1lq0h8W1v88X9eofbc7
ydMRo92nB/cVNubRYzw1Na5QiA82KwxnrKuUTOvWoqtonaGZB5CuLvHq3sD5Nb/KOGnt87HKsHuo
YKSMnoHmQ/AZKQDIGXRHIvSDV/1MuGduAF/0iHrLsTCQ989sRL4J0UajG66ignLfrY+HD8KWbTf6
/pdMpO5JAwMEa8IgRsD2h3RThLI3vFJAQFZiBkSDjmoxmagXR7oqTTTBYZFjVGYTZHzCUEhTOP3g
xYJDgO7UGRU4t1ZNdo6WMJuga3Ubr5QhDUzzEksSf8FW203YbSrcetVF1ifILW9ct84gd8eWlaOE
6sRzF/8+Wpo/nkHggtQc5+Y0PuGBnUVU+MJqsFBsH/to8fcaxmidizmLH8zRDEHljNHk27eqL1xw
j36dWzdFN7hqW2Ej1ZyCjLYNOJtI121swL9gTxBFNsM1GshxtZNTZ7tXybxYZQ1NP5YXflJV0/Uw
16n2WQsyaE9+39b9vYMWprXWI12c9UGYWyttnOf8GfPx6TkuOs24MLsBlSonjGx1VikznS9tmcT1
qQHdvzsNgsKvN80AtP5rbIe6BWcAiXUPB/rgd0lQ5WD7FCQSjZxK5sG5OSxy+muKgSHKqzL08Yng
Ui5WvZT19JRPJv38lan7Yfyd04Zuno8kn3/n+9CyznSrdNS2ScDofEMZMYo3CPLW9uNYhyLNV30Z
ZSHukXhzQFjIGweD2bAexS0KeUggSq1u8HBIDLiV2YxSJ4jT3P1ZwzR4rtEAG1ZC2VlwYnYiTAkI
SxVuhkT5chsUQrtuSEiR6W6GaLw3UQjSvbSR0D+wrbfq5yryxTfTDBuFRsCi2jgbZctDUEV5ta2T
HKTwZGMFQjlPzA+11oN0V3XUxcS2gwIxnxG8gI5Koq8GgoyQ95vCkiv4Jl217igydt6I8nawSWWO
p56aga6tkUkxn/Q+yzDdcWcth/AQoDWC0TuyKLFVxNfov+pPcEsTaG/9NJu7IdHGe9cHZXVqiW5o
sCFUyLIhMVlIL2lyy15naVlZ27wUxnMQm228dgJD9buZRNxaNfo8DnC5kvYbNBZTXgaTw8DTbNvQ
sNizDubo2oRJZ1Lo9+UAPHxdyMIdzlRpkXPhAlQmZ7COBeTSIQ+ehoI0ZYPcrAmeTLfb72qOrfYz
4L+o8+pAA/RsJjZREAXg6q7JCzFdqiRAbhrJmDGk9jq3LiiyvlLJVVkIv9nmVrL482VOKNa91mf+
ZQhu0PQC5PSas7jqAolufoz0c6LN4cMc2TkfI44xpcminN46apLyMxd/+AAiDdNJeuXJJm9sO/6s
5WXOdeNUYj4ZuDN/1kK236w+q8dzigbxNyzToux8Evh4IrpVLRzQmPgepGCSPQvD1z+HPY3qFR2s
FguBwOi1HUX0KvCG0S/s7wiwR+LTWGBo8JCVk7gVtQb+edYpHg2aK+dz7qH8up+tDjXnrHSLE8uv
F8EspVd3JXJ0qYcStfOzR3CyOJ3asat2btwZ0UUZ6uKbFgor2GGnlmKY0iFkYQ66XiIK0bgIkbuV
1a1R1SnxgiFidLZIbsbxRZAPrn4mB2E92KFobNCK0vgaw76bkNx2sErhsI9OdDYFwjnXpymb8ZhB
wG7doMeubeA+mSht+uEAKQfWvD2sBmxXbzIfDel1UjUZSqzJLJ1N5kAl+uHTzq8um2wx6TS7BQfP
XaKGla+yafQaMJaf0pmS2vdaNOK7Y/sgw4E7Jfp52mj4T08y5MqvAstsPLfTEaPRu0RLdtwlvbHN
nKZE3XjyZ0T5Ay2aLK8xxyz4mqL9+qPsK+PBTgvcmKSuZQAhzBR+iIh4A+oNkqE9JKnZDKpbX0ub
7D5NzNp9CJIyCnYKAyDu7oJUZJWhMnxrGrOQnoHuT3yu+y7eR2RFWe0JMfjxWlV4fa5rJ4Hyjot6
nF8HeV+mD3aOa/QuwUFjvlABkLHPYVtS4x3KklcSHxbsgBLahA4bMa5bGCU1DNi2R21sV0/s8m9a
2oXYcbV9dya1YBxOJYa3mMY6kWg2QHISf+W6xZSc5Bm+VD9ruv0TOVOfPeKbqJ7RbHTqpzEZdMBP
6Hdbm0grcEbAgq4iSCgz2/rCtYFv2KrzU+F+4rbCwbLI0P89KzmjeGRPyLxTlBtbdIeNIK39B6Oy
q+hOczq004fRsad1JEan3i19/v420WUZ3mUopstTvdBLtnTmdBJPwV7l2b0j5gKL4yYEX8n1HUfF
ZR0OOKM1Ze2mJ0GA8qrXz47ElC0in6kfcq2NYRm47Zy5/QrVO73/3rp09R+tNmiC2wi/oObJHJ2R
IxT54WKGHDjPsvB7HntcJK2zCNgGvpGxjlcdAi5atPGRjZQ7327xrcErzmGFvbwYo+oLkVHFNi61
vFcn8O10eS+TxUywRkZJPNhd0gR3IyuN1wasoPS6lnOlb2kvhphkBZBzPcfsME6AJjDdTr2Za2um
H1c/6La2iAUkk+xwzDMqgZk29FOvyDs1UlVS5pmFT13ztQxnanKGjpzKyqIbfx6LeXCwaY4pno+6
m1dQSXodA6EkFf1JPaE8utadSC+vm6lGBn8oEaNHAkK2HMxViAmC9j3LEuw+9bAKhq0mGOFCGtGg
tuSVqX6ZYMUKA63FlHJV9SI2tsBQ4hw97tkYb4IGT58vvW1qV1XdFeqip53bPpWu6IcrGeCdoXkq
kXpzFxrgR1ZZMxjtttVUqd8otOGdnWil+6i1QjRfFOJsOfi40jUWOzetszY8T1REIakWEiUZ357g
M+I+7IjHMpgG7WtVBBFP6ZRNn1/i9v8DcP+zIAH/mR/hzc9PYfT4Gny7/IE/sLe689siQ0AdgWIT
hci/6REo5lIKtUkp/0hAbJK8P+kRlv4bLQMqilCFqSfaDpXwP6G30vkNLCnNLtJpuvyQf38FeUsb
acns/k6ASDMBqcIh5i9iHOrbBwkQxRRHI4XPPRJz567IiY/G2T2xXfNznGvNaTW5FVrjAL1rvLK8
ulOPFRqEGHPVDzWWLNDrzASNfjfm0v4hZPIpQpo/oByalLK56BF6oI0kL8mG8isS7HOVgcFNxiFe
2bm6Ul2IAXRTnM7NSJxslgT+43laNye8zFhjuBuqginuGZd1UFxqebyKw+LStbLvdiaeisE/kW39
s9HcS2yjzkSpbkMD1zKJFdWX0H0uwKm4X9pZEBCcBcNZHkcXuvM5qcyrJhaQdyUIuBzjvWnn0h2t
TOvJLX/w6zw8IFGvzDHlmTdZlN0gJbcWhDyL5hQ3G42I0ykZN9TITT84BwOGTe6E8tjdnF5iObbC
5JRQRnuKE/F5tufTAZN0B1kc8r0Tzb1ffM6QQbmO629zbgHbx7tjqhAoxP8yPAvGAqUyr7Zxsbd/
yHA9dV+CDJ8wczV06M1Hl6N5ZbRnRFxei6EVMfGzFmj3bSXAAGv+Wtea+zp4dAiX0XAJ0jsfbiIi
8yd6NW4n3Vjntn+Dh+TGCo01nlSXoSxPZhHIVQZC9rJo4t2cjE9xPe6yvuZyHK31NA4XSgwgmRGq
mcKTPop+EIOOyWNR4iqymNpMabrKNQhZxi4Kyk9Trp+4XGemdk1uWnrBkLWn1G/iTwHDhoHpJeaZ
2d/UxpfYjVadNXnlcJO22O7i/NL326njKktDF4GXrsBAU0edWQs8grvbAJdGpd/4OeYehP1pXd8E
dn+3BA6rCjetxiRzK2P+00I3H4ugWCl7+hQUzrnZi3RFAox+2bwVLe7p0D225SBuG/zBV3OSfDXH
qfUMCzzBrP/UxbPUW9zUiv5yir+IJkMwlA6wolTdP5SU207bErtOgCMiTjCtnYzPOP1ALqaAmBmk
AGrFY+m2/Qpp+vNIVphnNsW1PV2advczVuNV46ZEO9baaTE77CJ8cr/9l7Iz2Y2kSbbzqwja+0XM
AyDdRUw5M0kmx9oEWFVkeMzz+PT6svsuugUI0F0Wupr1ZzLC3ezYsfMRzxwAxw1o2U7p2HtGdVrl
rWuBH2tDMJpf61i8dom7TwCRFGMZmMpEAE3TEDh/7umNSAcI0Wb9Sv6V6kbhVrwP2nhjY+XA0gfC
ghMIIugHNu+N1HzqoVOpTXEgK4oqfr5gHvnjFuanXFWegw932/eCeHfC0tyyOxj121B3p4ntkLo6
JjVvs6OdJg0wwEJJUirGI8XBnqj6p3gqf2Ri8msZ1tQ3KK15vsdg08wHbGXDl611f9yuPsp//DaG
qJIkHKGseIuA0wDp4+is2acEwUjK8+QJFsmRYr8RUyeC/SC7FyoHRJyGiKYn/Cbh2CVBlpSP7iZD
iqkn7sU2Ks2NvNBcqSJ1Xm52lnxi9NmChFnwVaw6JMXNOcja2Pw1IeiHDi6JFllcF9utA3XqXlde
pG7hVFCKvQJ9t6o+4SGkpvmR54+s4+7bGHdHq9/S4Y8aw74Zyi2wqs1bGvlbddoHSViANlMbSebC
Xl7Y0GSE4PyJje1asInwzCE6B6q9ntWKd7qTjuU5UBdYCjoRo9jeainOKTu6B850Y9euryPbuJuh
TY9tYn/APwI0WBu3nE00m9FzaAwg3RxiD2io+9sqC4SjVXsq+wpUhpUcnGKGO5k02z7ubNAQqrCi
TfJOQsmBTZWnv3JUEVho4VjHVybKrG3nZ6c21hezVN67Yn3Ms+yU2eaDym5AbJxGkWysgaXfgxTP
20y0J2Tk7y4mDHDJMyfo10zu3VUzQnxD2RGnwRKU5vI4jab41AcXWrolWexd2TbzkFkHb+qyNrJa
C04Kr5Eh4nOMZPOQtu3iYRfo2SsrzrYZt/t4WGeHU7QaHgZIQpe0REnJ3RFChG55ii6mg3bfLVEa
/dVukvKQxYp1cNjOuLEnNQZ2t0hObOVC/Ff8MYxVH1nWkr51QzNH5iqbJx6MLOwHIMJ2mS4nymsz
SGBX7GF31n7lNG1YJEQIlpysAapUzD2YYTdVt4vduWB0O35pgtdulDvgVz7n2R8sAWB4MrbdxlTJ
b4kTt2E3dk6YIIKCwm4KZLq/zZDcVCH2eivqaNWe+7TWz7ExJIHWNbAEOaoeO5u6ziKeonrodGOI
dDlMv6VwUVxI7VIP1MQIiMRtc9Bq1YM9O1swb1N77XVwhKv1IsylOSwZ0QX36Dh/SX70+4WXaL/Q
V5RAgut2Z7085s2w7AoCrJiHe6UBenhd8hy8RGWE1riVgVzzz2GRSiQzp/eEKxllFN6q6Odkadgi
XO1bmq/VxSBf9w/VqqBDmLNjDAsGYpTp+G1GduqqEk9qtK7DN1Oou7mtrYjvnULA0n6XGYFfRqLy
wFptEYm6fzQNMYVmhapoNGIIzaYcorK9/zTUK48GprxWFdGvbLDtzHuz20u5L1vnZdZJDSYRw4dt
0p5HhdLAfmOZz93BAiWdHs6xj5nut5Y1I6fDkp4cEzyV0jsQIq3N2I/q2PqivRDwo7AvmW4/yZCq
gSvAixdW975V1d/JSp5ys1VC6ZQcAVpxUdfsVU/7Q5+sF1mqT5uwI2ha+8EcX9gHD1Rwim28/Vng
4dQtBZpodh1fe0pSF6slO8sZWVSMYuO8gDJUMWq7Ne1Zj5U/J943zUnNnIO6jNE75XErkR3rDop4
7HBDtReiaY/ETl4Td/SL+dr25r6qxEPdNLtYt0IxAcuMKdV6Qw1FzqthqM0D3z2lw00YmXtsABp+
1uQyn7APJDRjkudfKpN6LQjt9PtyBpta2sp9aaiD7kbXHx9s6BM7pCqWNaoJTrKshU57YoAaH1qs
VME2u0VobH3TgleZzH2CLuqLFDOLb5KTfmwb3T5RH1u/c0HJCDSgPk0dpm6ZDAqBC5t8YsrBlSi1
uoj6qRSB2GJlZyWFG2mlsXjTBBBM7zV6uo0LCfzodpqkIZ5V6bLXOW/wNkEenifUh18AF9vnGrxI
KAUwNNJNoSga1VxDt7Fi23OUDCJM1S7TlYlbfmgbU9lnxdK+d8ay3cdqFnRt1jT9FQ74vlGa9SXb
VvXCBup4pKk0f0rMhTjr5wHqj/gyZ9weXgG95cEZbISThJVZr2wV8ZCVIDDAdacvqJTKQeejMyVQ
7Ce2t+0gmxLzUKhQcBe3BdMrpg47vTZw8gHdYn32TrKcy2OXgtn0bWT6iPND1/d6o++XwkqOk4vQ
2veLQQOOqqUWzN63SZUB0k326FoL3Hu37PWRM9oG7dc48as1EUJgiGrjlwpoKuli6pOVRA+17MWp
yufV2zJXf4fZHH+Uel8cdf3espYlORlps9pf20QpDPEjuR9O/bib7XK8LJXIPtAwiAJUzQUb/Vy6
lJZFM/3disbYMx8zYK0Nv2idFQ5EXRA6ORoXrXaeU5ZZzKUePGjvQWdhrey0YFTEsU0mzGbpUu74
JgX7zuISsy/sdMubkS8BZrQHbanZxZLAvE4U7H3QTtXmZ6sgITaPfwFcjQqM16iv1TlV1LMruQHB
CR+UsX5x5vKVWQBKKeGXBhQ/o37hXj0C6AyVahqCpVuK0EyyTzGqqmcJNVpSuwlbpd7COesftbEg
GmjEYWSiTbicl7DJ40uh1ZdGlQe3/+IZrP0in5vQtZK3Ol+8poyvcCk1Kj+lPwCtBbfuELqbayTk
whQH45cY7whdWjhOGl++jY1Dc367C6AngqNIsSKyi90wo3mBCql46rIZL1uB0IzTzPWsmaaPtW8t
qjO1I2Wre92KzX3GyTygam8O2W3WsbTdYEztBCBkUV+RNVavQaD2yEyPPTa1mhBvzBFPYaQ17vOq
/qpT09cbEGxTt4uVyudGCW12S+A6+bMhQlIuzgywPQuoIOsMaLHYdpYV47Rq/lQrIfBw5wbhHPNM
BhBuL6363qht+9dVp79jb2aeQ6kdsITeRUXKo6+aikAdGtKOT8wXQDMAj1fZxunO90wCxc7HYKQe
5d4Q5akakiNz0odE9OOxUsbHRs6qlzK02hE/Nngp8LVGdIHZG3HQM+XZ2JLBxVj8Y/BQMMCLuC3s
Sz6ZsFW0JEVN0/V3hSWAQw+fs/DUvLcigy38h2Igg6kEs3CVejqFqlqkQRknzqkfNV4KNdbKCLEw
i2qlMPZweeRRpEX1ugjhhhgY5WOhFUz+mI++68W47iyl63bkmqfCW7bFfW+dZHu0Jmt6zay1uNnm
qO0VcxpAvMdDCkDFNd81uOgXObXZhaBL9wYbXvptXZAy0BMwS18ztwdVScv3GbzSS1JU5RfxdsPv
iXrjOGyjOCqMuvpobNXh1Z3s8TrmVXYU0sGklGBz9okvmnZG1U0rg5nSfXBna/gYWKy/5V2WPKsj
Lmhv6kmHJ9Q6LV+IqdN/bZYhIcGxgFV5i9bGge42y37MoG1rWmW/mF2Lulbly0POgPq0MbWjDuFB
texSvcVaK4I67cSlQlg7lJ3dPsR5amp3xYyjH8TgoATD1lpnLoEN+7VB++YAEX4fcu5N1VxXf1I6
40ZWrPxYXKx/gS7X/n2ERKpFxrZob0gILL4nGSSyMq9DYWaHbRDpgaFeR2rq0GnP2KbYLKgocgNi
yHK+momLmumCzyyQrIjMMMLWAk3sapP8wTXhql6fGDnTknqDbxvbEpaY2YLojTU12kabFtEWzXrK
Xahxnps7x36ZYlT2KqzaXgd+XZ0lT21KvpW63M0rm4eFpw/yBVnCGKyXUnSP3Lu9N09UC7EZe9lo
3BTQHm3MiLGI6WjURWCqaJE9MViqf91ysjwdPjQCUOpPS1Z+rzC2H6YiO6RxOYVExMlwNBnexsIJ
czf/IMEb8qItoxlSW6Zzhtt5+pSZPYRtB6pIk3+iFDNiXbWPriwfGnCsvOtK8uIYXeEpZiwJzicQ
orS1GQP9Np0KZP1S/myoJbhhvWlU3kcJbZqos9mAMqf1MNc6bTs6ShyDctWPS9XmoHDxhRLPd661
Ippy8tJdujC9KQO60nsf+eTYuXU3c057Kx7dYJ2erO01MzdvJY0yR1FiLS2oR/mipHgWN72uwftt
B8VGKu/YOhhnNaHrU5uL1nwP2nWrqbxMMHhFVtJlQyBXSaMnCF7BbzYjadht41lO4LqnFM6u1ha8
QyDLeyX5Jvwnykr7u1nS4rUqxaVf5i60QYH6bhkbe1UjS27V6K/yrLnSWR34Kv8KmF7MhmIRJv0Q
5cnyhZXqkUOOMx/Fn0/7d52qUGk+YuL7fAvdJIunGbGezmAgDNRfMsIunCI3dxYcTwoGCJYEHr4x
HAj7sqUxdZvT2G3jScktNWql3BGoBtrbSRjq5SWcAeZld8aDp8CaNBxAglGSZZ+tpV6ZB/0R0p1J
B+QOTQRMwQKuBmi42thxC4GtgPwZdnU5RpKwCAqJRg/Lumz3La+QX2p1/5RsUF/b3uFoKb1G7V/I
ED0TIECVmddvXdIGbuN8Gawkg/ut0p2q5Jcp37ujfRuBrXtavl3UTvFkWfoycy8JBG1/JDxu32YM
HJu4N8Neb9Bd3BX8i3Jm58N64Myew6TqT1g+oC52tRtWrgZ+1nAJopRnBUEotBIj+2LVj4cQKuk7
kfc/6jyYEc5vja+jyMLEAbg4GEc3cQNEja8Cf/jZSKzz2IsKBU0FHltZ7mWZ9eWa9529m+sm0OR6
qps4HNNR41YyfxSrQhaz3Qs+OZgA9s3tmvpNnzc7JB3zPhMFW+2C84M9gElDkY3jDcVingXS040l
+MlPmBQTVjY8MCZldSWBn06Jr0/a20rvHbab+6BrWEG9qtwUpJkeEJBRRdg6eFqS17zWi51bjdbJ
0oggA6x8wO8SOTFPaSeXRxV79EuJzpg6uoiSctt8o5A2u9OtHWE7yXZZZRcedb3zJGT+p52TR20z
jvyXYF4xL4LdGqAKX27BZDlZNY7CjLsxTlKmPQwPVSPFblspoSnqxxbG0t413YT8nXSnxeyEM71u
w9VwTi4VUFst6y8uK5VaPw0nJKHzmKvIqJqSBbOydo8YTporpcFFHfoTod130rKhB86cPeWusI99
nHyrk8zDydr+kGeseZaaOLcFUA6FYf2EjsYh2S1jxFCvfrLyNqf2YDvdq9XJwZ2xaccGj9V5ZVn3
ioE2hSniplE6MxpV8HdjJdd9Lq7HghgrP22sN32EErk6Q6DZTfPIxbOrWsUlx8Uxr1BwpFdxBttm
dlWt8uaYLeeV/ndqtn/cSvxG4rUNeETJBKa0CcB3v5o2mNrE4ESFkQ13yCszLRjG9k23fqUkMFyT
RdGvkC6TuA5s7Yk0jrBQvgR63M2pzXvD47SgWjcGaZ1q3FZtzXfOsE0vVdzj/nGW8YqfB8psnePP
2ZSLKcc1TDPnc8Th6lN7vbXoYgjtHLwjJDdPZ25P8E3jNy2x8ZqNKydTljzAjAEBSJP5CZcCJqDr
pJnLMRN163U5TZc9hXgEUEzbEHy9EeaM1UGm6xD8xFpQqKDOju0hd+ODoooLK3bexMyicfBYpa8U
wZo/ddq+7UQWmuYQQh0+buiv7wzw+ovspekZpc0InJ11oEDTruPMzTM8ATF77L5G96+X+461pqWx
mFh85O2A36StzVNV92MQY33cVwbswg1RGhosCyBclyZZfSv3YNb8YA8gpyxvw9QhgjtvtiyyNJhH
qN3CPCo5s4mYDMWoH8o/WmKf8rY6I9nph3zMPzosBadptLpjnmNQKJNmDzfPZu68gfMsmyJgarF5
89ir345SDLtZYwvk/rWLkrdE79sjiaTwONY1ZNzJd9n9dtU4Y6oTLzGLt/N5dnjI09g+MqjpcAcY
U6B3WnLEgvFnLOz+JYutb8xRwZQYxxEpeZaViKZRciMlwI5JseeSrAZFDZa87H+3jvmVN63r5+6k
vzTO/MJj8EiIUho0evJN9aOdG3c46rNlnnCInZIpY102QQoGIQojTG8SSo44VIpcCdTMwCwi5kPS
YJHRNhpK5uyXPFse6RquVpK844tHggCjTtRQtmszDT5hWnkdyz/YYORZy+ajUVqzLzS3oo1HO0P5
HKHj6BxVZliW2THvZ9fTs4scj3a5t/OXKr8MTXelbQ0czY7i1ba4+60iskkNqbCBVrYA6ka6R1DS
DaMhRk7TXQxFXidDfRoF+qbs8nDoNnLJTffK/tDibcCgI7f4Fo5nljz4tVLfGc8lu5tpv9eV4XEZ
sht7E8nBHOer2uGOB/XkGxq4p5zBUav8ja2Ukz5NzV2bMhjP+AtXG6Skl1sDMdCmwXumr0Fh/1I6
5YdSe28Lp2JWdI/jdW5um51pq65DPP6tWPU6O73hQlghwVRLzPm6iuRENCheL3t7HxJT8RxYYGX1
UIriyU0GD+nQJwXtKPR1Xw1GFmwugPDFPYLgdQO+/tRXsS317fo0OWQHcufNymuLo3MCgZCV866E
BB6YRQLJq7/xayV2kYlSDPfG62P3cb0PHRuXk1nljSu7/GrArh5XLbD5bSYJAlm1cWvYsfyryeQC
ssn1CFtEEC7qQ2K67zbXpjcwhbQhITnJo3UX6VXxPprEoSlrdsXMuQWOzstPFvh2TVVeqVmvY1IC
bPOAxvLhtvVTPfFZlsU9VCNTqWTXboJc9UXsStP91PmRI8/0DP5bDOPfSXI/t0rQmVFhPbhuGSWW
jFxbu7Rx61uthFq+hA2Wt0L9xEi6+KX1e5bxr4S7zSJja6tCVqFe1u5iVeJiLOOR0bDvKGJPhto1
TeNTHTuYmTAGUAKmfklIUNihvd2smhcfrrITyLZFjrOgzRTKdnOZ8b6QAWPeGnvN2JRM1Be9njN8
JGYSY9YwYU/TLB+NCpKh6cYsA470d6thzgHArSdMnDaKtdEHWktkrLqJA+CcZN+qzrdbcTSqjG+9
StuKoKjZj8qmdcbq2PnAAFUfIwemxMzxq3sT1LBEfmjLLHCn8ZpDaPJUZXWpA3GdxrV4ysfuKIrk
qcsk+rpxlaLIj50sdyJXBs9whxOL3fLoGmKO2I16zxt5xclzUBOY5GSh2SFynu0lCEvYPIqJ72c5
lWiKr1nd/igKEutq03dmG/+AmN2bzQkYpPWA6FUR4Cp0AtuENuwzgwiMaXsuNdY16FSeph54kBwk
kzRX8JmalGJKcwWOsp691+G6tRpx+xk1zrYb1j9D3F4V87mq4/1YTr5ZFvRxHTPhoo60e2jTWj0T
8+ZpA3ii/G8/yIiyfj84OScLR9chzbKItbcd6TGYou9OrpY5N2m9Gel4eJIwJwazec7Uybfr01A1
gTRerLy/6hzniWwfUqgVy0AHpuMA5rdmfLp61YdjnxvYhnPtTQxW4utWQi8zz3Fs+9vIp2MnNUqt
F5mASeveyG2OYjN/kEYSJd2BeMFiOZu23BnJH5c2fMQ41lINiLVndKN5ZvGjNffbduFTuaGZpx/s
YkX68EcakaI3H0XWfcWreFTmu81AD0Ax+ptEEcrLsBvO0Kd8Jf2qcJ82tJsZxzDpq5nVh0PGVYco
U1ifZYnTVU5pQEEPHTvFXMxv31aKoMXE9NK09cgcHyUPW43tW2OhkDJGq+3FjaU8ZxDKbl3St49V
iUDYbO106Dvh7nB1aOSsdOlvhbT1XQVTkNEN55Df9bMaMqsnSbBFWmAOmeLxy53YuLsJ+KirXC9N
M/bHWK/m3TCZTViXlfFWpRrN29Jz1Gca+qLbEXWyyOZqZJX6abKM5JvNOiDkFslPb9jJQck5ojND
qd9HdZhW6lW5hF3mNM9LQZT1VmRXspodD4cRVtrMcNbjgguVH98/5pQDLwtFvZ9URaCrPYM986N1
471d1resE6/2EFNou8VnvDYhTlGmYAWHaK2NT/19PU92b0zO6x2LIjWwwCr2StqEKhU+sXCJh1Yd
H8GutkEeF3+gmT0yvHvTJuOgSfkzmzktRoMLryuQCenkR+uZ+PUjW/TjrlnMq2uj7SqxflVS3pYe
q27InoPXxB+c8gBT6xGNWA9K+heSGlGt43nxWoW3hVQIQtmPhlbPntCHp3Ve7sPS8rGbhz2W+Yek
MK6taf+CTvusz+KILeq8FR0w6blDI5hzfpWb2Cd59giVxKYuxImmZMdSHz4Mbldv7TZucEOa+6YQ
EXopuSqGvLULFk3WvVm8uyw1mVDzwvxxZGyj5pc4rhVUwvG3mf90KsElCsU9OQU9XhIkXz1nA4BO
9GeQ6FnxzNWW6CDm1SZglbgAdkNxSkaNJ4V8MPTxyRmIhIy3eKcv+a/RZbmlSZrvMZa/daWmvLbS
Y7do1Q5f3B7M4eBh/92zx7DTjTayt+ToWoyBYrNmsp2csth9ozB80FXyg7IufVwUl3pzfWDzFOcn
0cZpWZ4zneu01h3ePhhIln0/k1UCLGMZxPO6emwfTvu65YPmcf7RbPbOkdNRNZb7gBE0ZeUGCpjX
HevdO3Yrfq1Nec3YvUZIlDdFWsJvW4c5Zfw86huBKNqvylgPxjBe8dhGCVpFLJsfzRBKlGjuS1pj
oujbuwEuBD2nBAbeXady9L29Vms0lIsebpnmYtc2uK4L42GhUhxK/XEq+4OF7c+nmfxSZel4iiV+
qeMKi7FXfzAwuj6woSNT8MRjA+9RkiLMGsWDpiRXds3umZ0fmuiv1dRFwl6fbfe3O0ZpoTwwPmx8
eyBXw9JTGhg3KGbTH+h9cjyERZZ+kyvaAsRtVd5JhcR/0J2qUC8FA2ujR2IptUOGuLaoxfM63hz7
sKba3qnKp6W8abkgetW6+wHMhLGZiTd27Wjb4vyQuMupXe08lLNmeos0mcNU6cne+iJs1fiKB5RO
SEW12raasRKdLYoyxa0y9EvUtPYus9nkbHM6d7cgvDkr8OWU1l+xlWdsIDcTIK/Y8EPW46RjQE6f
hl5nQJOtkVzQzSfuNF9Nho+iWY+FbfxNuuFIZtozo7bAzpwLGseRdnX19JU5J/0l2a1d7SdTae/0
dg3sqt6tjbkb3d5hNtSpQTaMADNIUfRSMTU8ckwkKcMK0ArTeXSUv0Y2euwuv7ZN+Ru78wnk4/dY
tH+FiHekzSaBha3A18buz+BkT8I00KLG7tkxqbYn65A2M16r5OxmPWMp0pLGjAnfjyKGKTTs7z53
Xrslf+jV9a54ldpDV7TnYRiurCUrftlNOBpc1mFrztFxq0+1RIKsFxYSmqz4oMhlDar7wl38Mfex
vqNzPC2z+oaj9adisAsHuhTI3+JF4dVWEaB22/q9mf3o5TWnZKI5/uhYX8jHLbYkYwxT2T5yFx81
Z310HKLkhbG7uzTsQo0Y8s+BUcqVj5hvrI7aO1a3zllVXpHsbF/msvbcuTmLEgsTazy1L9X1Jx2Z
Y3VUqsPsjAHZvBjk+gand3Lu+sYOKhQzr9eGldFGWvo2FmavXsUBpinB3zhleJSXY5qUtT8ZKLcY
VNSosdwr4WEKqzTACPmOyteeaIxaE7+3YcAZJV9GYe/UdOInTpkM9dyRp1SufH0NUzKyh2ueR/VU
MXjwuzap/aFr0Lt5V7kexK7B47PrrMnwYy39MTP3thr4wotMQ7crd26Ce9kaAwjJMGwRaju+aKiY
gT11v6puORv0CTJiGYhNlwaLBhZtd0hZ21NMVI5+Clf8y95ayS8ScV9NEkRO1eJq5P8U5m9dKD8W
ULZZql+YqhUa6+ZTS7Nzui6YbbXkPpX6PfTaZ40N0mSSmg1wUXgXcBW1nHAfG6vwwQyw29O18hwT
BUpU9IFkkUd+XScBg/o+UnrMgIM0Ck8T2b9+gQeiiMGzyuvYX1z5sAxvqZ0ZwWBZh0xrjsnW7dt2
enaKojkoDa+WqcYv5mBhlhgxxawqtkZ2Sywd9m3WWg9wg+2Aie5ta1YvccuTukwPQ2q/sOW6c3Ut
siWbJChi3lxaYjcQ9iYS/TOunzqB6a1xt0joscJkknlWKZ9btGkkOc+QeNxxNg7J8p5YxS+CF/Td
MGc3DM5/JpyHsf2tUzb0DH1nU2f+YR61YYdxuskPq9ngXmAKmxeX+2uR1VEhNz/JXkdtjNzxOUUP
mMPcCFbCRlOFIUdD1jCKiL7iOVzRjIYy1Y6VOSpHZ87P0sYa5ijhq3R99WreJ+4luwP5Uwsi+SVt
ZfzcKXxQTKnKUVuH9NvOK/B+oy6+c7sgcE5O1W3DB/lDvAI3DKZrNecmKudUPqSlOa8BYZsGo9d1
eM9xaj1gqC13lQN8SLDXdlrF4BzWrdUjB7jreaUEOpdmLn/Hley40ulb9bizaJ0WJSpjpdsL2zG9
mRnpx2wlX7GLt8XMvuyWWZI2sEKodwODHmFrIb7A5jzJrbsUmcwfbL1UDmo/vfUVX6MSo4KGuqje
7CY3GZZro35UCydhoJn/7ZIOyDn+hUREm2oEy2gF7C9f616+w1HFzGa9wWyVbLyxlkUThctc0wJR
cb7pDNtf2swST6OL8Kl/1RQWfpPaJJArl6zJH9vc9JIx3gsEiD06ktgxYS7D1tj0fUrueJvazxjZ
0ufZagKMyfintGo5suKvBUvRS88uxofaUj/SdDjV2p9sVPx0ogNhMjMwfR6Yz2f5jqVvb2FGFSvp
h6Nc5tj1pvmsWklkM3NJrMfanvYMyb2Wws5Wv8XMbFGKfTaKYNXbX3r2e3NdNOQ33lsfPdjFPLT9
Eum0RqNA7UvAvkutx1LjrNuXbscn/PVIekBZ/ZiBO9WiDeAiCVFKHpKsOUBQwNKUYBzU0vfOjYd7
99JyqiQsN/WhsVA2ZRX2LPFYO3QMHHxaGhjaoS5JLbGNKXLSMdQLJf7I8TlGek1hzRLlMhcyYP/k
XVY7lvdOdbo+ZXcxacmqOJyF0x/W3qXDBd3HhtetGN1zPMHdTQa3CjYnXQ7alrETZ3efXWl/DTES
sNblv2MWJN7QBmWkby6Vf0Pgsjsr0VTdJwE42VhCwxVKkmZAOlCo5veqpUstv3W4XMH/2l5RzIQz
yEuSb9G0qO/b0J36AZtuZe7SlQ2yLnP/uhqHJAKL+LTVRfVXaSaXjABfzwG3Lep5NxXrLhcWyLU0
d7w0WyYqLW32qm2JPduN/0rYWuOA5VW406Ud5dkevtMe5BfKlLY3zHXzSRv+4tLl5Znxw9XLR7XV
YV3hdmX7JGRYnnuzWzfe1FKaleofO/vTNT1OdM29zDYdwMgfTMyjnkmZXTQsDDVKj+ZaFBlHyeyE
qd7IB7x1HqezyyzCRhsd6zBxk5d1SOoQBpH9XXb3vHsUtyBRmyMGgEuXKqS808OSaDpjvjbLNcxZ
ieK/gkHtf3/h4tp8V7eh+/4eLl/N/7rvavypmcCnrG/+57//sf/nn6FL3km3//aHsBrSYX0av7v1
+bsnn/Q//9c/V9Xvf/P/93/8H9//+Ckva/P9v//nn3qshvtPS6g3/3UzwiJv4f+9ShEmazP833/9
n4sUuvUfJEI6JFxrKnepdk8T+CdsVzP+w3JNg8Qqkg9JEDVZvvivRQpd/Q8LUI5J+hkxsPwt/k//
tUihEW/+jzRwm2RukwAq+7+zSPHv0US2xnYi2xgOLQaBzsSC3VMl/iVXwWG7U+0M5JPZMTxn0fdl
XRybluKcHs8o+qhNX/7li3n854bGv8aZ/3u4wn/9iwTuqfyrxO/9H+bObDduIMu2X8QGyeD4mpMy
U6nUPNgvhCRbnMngHOTX96Iafa+V8pXg7pcLFAwUyuVIksFgxDl7r+2ccCpkjpuvntwQlzyKdr08
y4PvuAon4Lv/HmMGLHvkaLjv3pE/rsoxp7YPfI+u6ApRAzJBc+W8Bft4Gy8u1eI3V0qx87Ve7OXS
3319eSdEgvexIergR+fpAVI5ZS6P8F9JTyQQNqhfo+Yyo8sYOfJcOmwbQ+JX9SPtYKT1b/86LjBk
ZhkYOwZ3rVMSQtx1eN91xi1aQVWjPNNq4wir89wRa1uEa5XIa3aHZ57zDajvI3iEC4ZUBJgDrib9
RRq3JwiG1tNK9MU07LAGo+ToESoJ1GFZ399RZhj4qgXf0fo+zdoZjkQCLLcYsLVpncyhmJpKHnYM
2cjxpVGq33OAa+fOylWvu/c19JybJmct/foe/2VY8mDAvs3mJoNz3ceXRVf4ktFzRsuS1gy7TsN8
SYMOD6ZKd3jt0Phgq3W1169H/fTCeJTryFqGWYp299ODpTqtVWwj4DVoVkPL32izxzHzcvUNdOcj
u+P9OTKBTJQV4j2B7GQpQGdKMHVVJMugmU+wiPzMlJZOcT6wh/n6kljY/vRuMWVs3cAGprNPdFgT
T6aME0Lrs2fZBmCORTwdFUI5a/pmkM/3bR4Eto0AKTcvAx+flpyyDGMAFaO4pmHdusGyGVS//h9c
ie0AcAHkIgDyfhwkV3lSU2/gEBiVwUYDz4B0TT6LhErbv49kccSaycJAHE8ZZGHiJybvONMg0pes
28u2pDjpad9c0N/ummXbfKrmcGVQ/x8vyC0T4pwldJDQjO5cu76tMvnNECeZ2fNMs2eQNe8uZDid
rvXHMTTUOVJXPBnKWSh8AmFeZUFVbhEu385S6tmhniKjR+MoND/d1j4xEaDz9BsTDpuJQ5XWtwoA
E/zzLTYdbCgCXLQQYEA//q5cMwReYujhEzJWM6SxpGULi2Pc18N8/jyhdTTgmvIuE0sBmufjOK0u
kWvE2JmFGl4wEatN2CZ3up/ZKz21ASjo5W/fLZ0fdh5Wi6h0sOWZFUX52NbTA/2TeGslyt5Vllwi
qRNvbYffdshghkx6p//6+ufOT+MPo+X8tISJAAt0oZix6iczwnFDtDk4HpbTeJupX25whLZ3PYr7
r4d5/zB+Ggcus0MvA4TZKXbM8KeeRszMM+6dfSf7YTNUuTp6ZZBoy6Ju+or2BdQy5GNq4Eiq6i3N
HzwkWhiejVpa0gzNqm8Wxc9LPns20t3n3Rid8dMlP5eNqY90mpY0CgGjj+GV8vvntN129q7NB21b
VAi8vr4T9l9uuIAlz7vB5s//tDpqOVFMiYH/xnLX5eBRDIyLfVC238CT/vKq801hNZlh4s6nFUXF
spl0vUqX6VS46OjyYNiQ5hncfH05p8PMgTv8++b85TSgiZ7Mn8TQTAPYbbKUY6hd+hFB0h1MwG8u
5vTrdTrK/Cv+2PJNaRmIvOBomJYVFk0RzmSkyTk3e4G5Ka//DQnpmqfjzQ/xj/Ei3Y/DvueqbGQS
xvlUPRjf3bjTefA+BGkJvosrhuyJ068kXa269RnCzw6zH+/dCIOz8OvHY8yrzZ/vHcNYFvBji6Q5
QlC8k9UIiRppZQXAbdsOh0MjNAerjVQ/ejfqj7peN89N08AMnvB05OqqMVgcJwCBzTc/5HSdef8d
Btys+XUDYXdyuSob8eJ5SOWJoTvrC7teeDOAg5LnuqWcuk788ps58/7N/HTpbERYjLG4gzz8+BBx
Q8HALZAGWm6nziw8Cdd5p+hwOSJbTHGf3AYNBYYxDYinExz3hWbiG46uUgOKn54cp6LaCvfaMJwK
D3Nw/PrR/GUCWNTi+ExwPKMcfTLH7MnibGQN/LxgaF41T6Sb0m/4FAYBTcP/3Vjz+/XHfCaSu7TN
hNV3rAhC18UvZ/SxeZTfXNL8ED/d8T8u6eSO6w4Ww2Fi5z6EvgeKRu6BfAEati5HP76h9Eg6YNk9
uzCcVl9f4F+WIVoB88mZvRp795ORpzhtbeSOTHNHQy2F8+q8Nr3v1tTPbxNfLyI0APvBQIB8fXIf
+Qbr+CxNtjV59N6X3I4c+xZ2qdMgdzY4Bu5LEh0RCu4RnWHKiL75Yn06gHIKY3Ui84IANGLOvJOV
MNTAF4FOmX2Q4S+3tY6ZyG71Eip2l0eIsFpcWOaqgVtm1sHu65v8acaejH0yY9uy93Vkh1DTxeuA
ZsykS6G876C/7xkXH2bRyTAnN9mQQ1kNlBGW1TCuXbdDExY/t5RYaJfJPdyvddqPuyrrdsLV6JoW
BVVi1JBfX+w8Yz79CmCsMI6hVhOi8/GVgfJHba/hUbf04it6ybii15qBUDkLYMvk/7xActXzOuCx
C9Op2pzcXM8N0JIpmqoRejaWjDOlipXDnCIfGi/QNwvCX2+yiwrJZjoTneKfADYire+bJuRZVoO/
BYG5j+z+uvHjfWFV1wYKdOkg+zEm9yBjdOJy9EwaWd+t0acbsHk2A/fQ+dN1LSRjJzc5doduaEmn
R1tjdXd0rVijJq3B/J5WVv1QwLSTt5klSnoAWS+/Y8SezmiXsBBoWzxdF+gux/6P47dRPyIy4y7Q
p9TGc7+xlg5Cu69n0jxf/5xJ8yA8Uh+MiQcF/VPgmQUe2Y7nQ068y8G72foatenCxQDz7wP5PFCe
KOAUQuM+Xo3MTCs3508INr91SBcazlZ9TLuiuomD5JvF4C9XRcSGwdMzDA6Npxv6BAyCSYo4g/U4
qh2EB2LTlPUyF+Kb+/dp1eUG2jNVBvIItTe2zh+vSwfqGVIcq5f9k39ZBBunvg/ytYy6RVGfZyre
ePYOBOk3d/PTJwX6JoRkPiaU+njhTna2lM012sWcS9JpOMxuvEXvRP9YXWP+u2xObOKS4OqQu/fx
ysokzokx5cqkyn7Ydkc2bnSF9//G0csnxPL/k0v6Yzjz43BDGokpCpN6mWhxB1Gk2qu+u/23SXh6
SSe3TXk0YD1jYl6g6qJVVq+Gwl33ASs134tvLugvk9CjpUGBkiLQjNv9eEFx7YehHlBmoGeHr7Kp
9EcVYMkq0gwbVJl8l5RzOieYiZzqKaWTB0Zh8jRsPhKDCV6CV9lPQ8yck94sOozoX9/Bvw8C3YjG
LVP+NDDJRjMPunKgP2qUMQao1Mbdh5bz61H+cut8/Oj6XA1x5n35x1tHtunUDIJbV3iXeX9TDL+s
6KbOHr4e5X1xO1n8GMaHYsuHjU7EyWdNd4I8lQkaAzMTGxySNHWH5wyM5uBguk6SK7aMG6FnJbAY
+my1h6HBwWTb0QX07s2C26w1IIz80r9yh++CgqCvzK/Ynz8QAAyfd5O9HDVuDksnP5AmtRehvNcW
tVPpS9WMprGyO0Or37oJX+rCyDRPWzWOlgZrvw3K25Kylr1A4IF4QE6BRFudNYntLD0P05sXBl30
GIWofI4kahTuXo59goehHe3p1pyg6mSDoT2Nhe6ei4lgxZ9NU6Fic1qrvBxoygLFk3CRaNwSvQhc
1Ou2aV3VV5475rTdcEBcBnpfp/e+MYVAEIxuOgzKvwGL6a0blP73kIzz68GMBu8Qoyn0tk6P8ABv
WeZG22ZokFDopVgaRuMEC2fq1YM+mD3nnckbLy09z3fKEfZahy37FrNrfwqzEPtgabhHoCoS2kor
t/hA32y7maxdkyrS3WRvACYMowmvmypBjLY1kVLrMQtD52w0KXMBDSXp4ywoBFWe2k+fMzLBN7Fv
oJeglTWse1uP6Kw0Uf+kSx9GQBMUh8B0QhwInpzqfd/G4iptk01mttH5YAfBHilbv8lSHKNmVTuP
upYiRLFHQz/oRmFdg5IQqxH+lZOW7RHEa7vDcdmgpakxQHXRJqhoYCNa8F3EPCUY2aGI2q1WBuXw
0tgZ+Pi2KwcsJFa7ykXswlhuzSva1/BNcjtnTvNIVwZe/O42DArz3m4VfFp46dJeKQ9P8a73iunc
SCXSRLQt3Lh83ZakXy+0GmGMaPToasjH/WAl7XIqABJ5enWWy9R9QizfgC1tBYqg+sJoQnPpygmY
7Fhd5UrmSEuoYapMvXlODkcjShHb6lhegkWVI3Uc96ZOtC+gFeeXzMcowYEW4s2cFcPx4MCmdWWD
9j0UABXN9MpwNf2a59VeKqTDxgX24xdbx7Oj89DCRYx6dSY+OSUAm3Iv/OJN9GrkqOyhJqBoXWot
WhkckENpmeAndOsxbaYXV8TOD1zNxcFogAQEAD2Y5Knc9aUjd9AxJ2PphNoOSfabFFZtL9MhgleT
xjju1aLD8I/A/j5R4Foc8DNer420g6ybIPrtj41XLPRw1J6UXV6OJc+YL5sBTARqrECHNEyjBGmL
up2/pG1zdxz29XyaAMDhnUv+qh3IzryMfTrtqBNHBOZRuS6UbmyQrV+SCmHiUxiN7TD327OBLUe1
njL9LhNV3wBDoBUJP4GaOhbfSqj4Z9FwMmpsiCoqqF4FJIA1KSbyAhzftOdcll4iXBC/BtVBShNO
ZO2D+iea6XOq/sYAB7MI/SdXjQviXC+zdrrP7SeclkNnDPcl06O4xl6g6PYPWHkKqAjbqPGRJ2hp
kd4OGt3ghW5U5m2nv1mTma10xHVOhLkzi35MpvkcakwzxY4Ku3ajr3j07V1KIfG8wY0AJMyKVwb6
mjUNuCjdt6xtVY+3bwZWEdlgvjYxSKa4avwdTHHDnbl6aDKhh0gLlQOak2jI0HTZv90+Pm8ye19E
4WZAyz21DS/Qu2vZUfm6z+B7LnRzgl4/4+rREz1gWZUrYurMBSEsCwOf1zrOG3SOmcf/f5jOSLfZ
Wl6zLiZ/F+XWwtL9n7ADNnByVzjckarFm94iUDvpHoHUAAmAweUlK3hc7a8uDxHcjTpGR2fdIpty
VLeV3TYR4DntcjHow6LpgxVfAqBVJartXjrisQKPviqK5ol1bOU7IDn3+hjuqaQhodKnN+iiS7BD
EDYy96GVKNkSh2UhdEA+VCDr5MagUfBi6MPALtK81JgXewus6IWeCqfaxAk7C/YTVGX6sGtem6R6
9UL7etKzbOslTgg1I8irSwnuc91riVGvncK7xSTjMc+s6DJBNV4uvGGaZnxCdaNwVvO8BZymcjT1
K9PIyCMbrfRlmtxgB3H4l9dgWc7D3nnQizDbTiK6sIrggD7pobCtp6Tsl9IDtBx63pUjCkgYjcD0
OlVXNvE/N5Xmwl73FctroQ0x1l2F8sUNO9/Y2ZVRg3QZlXWNs6+C3hEgFI78ysLXwvdhyoLHtkC4
Gnhdkq3zohrUPqBqQtxveBYoXu9g0ro3K5edvk7GeIzuirYYr4SeqjONgI0D0r7AOZsaVK1tkUbo
qTyoHzHeugvwEHteufDgeaW2qpGLy4ZmWpSoxdB6+WIyjNemU496rxyEi72wgJAMwavvjuBRAqWj
hLXtq0zkknJgnq6GVB5jUY5nnJlXmoIPJIyVl457jmGLrJZrLN0c7nJr2Y9IbGSjtrFr4gTy68Cm
hdGhtHLYfDwmGZ7yPQD02rppQiF+10bFHlmSVsoBea3XzoXQI6CUHf71Zj25wxJ7VIBJpj9i5Nl2
0gcVnEUlRgyrbvDxQ6XGYVrd1GPd7QEWQ6rXxQxSHbzkyQujMds3kRqNhWWjdYpy9F/16MO9qHpe
UfhkZr2r7V0SivrBV6m9x90pFvANzWpJGnLmn6vQnpYV5U/0tvA2sU6AsC9GysT0eoBjR9M2GsLp
zuu7kguUVXs/1QN29LxmtGXjOcUaHAQwt7BzEaQbr6EuitemnPpmCTz4iZXqmUYaGuC8xb3lKx8e
oqkN28nJq2Om9Ym7agJdxcsmGMVRE1leLoxQwXsM/XTIVvWYmujQPIRV0PDgQymtvFDuqK9KW8AB
T2vcGHmfqG2Gy4HkyXxIFwr9OtLAyu0a2OV+eEymyvtZ1XI4U749+XxSIPys0N4NwCiMwuhWfQxz
G199+egD0k0S56lxpbMSmeYOC7NXh9bUcLtVt4rsjZ9IaNuzDHAwemTNcLl7w7Bu42E45k4+XkWF
myMg9UEQtdWFdLWtKsoBjV1k52cIJs0lfyu8NFRJMInLSq0JDe1eH+SASMpJbvQCWTPaY3gEAx6r
sfKTC7Sn5SIJw/ApNEs2KEHssYYCKpBY4ZOFaU9kr47HQgGj3mLb3UYecTUijDPUQX0JecNrUU2r
5DUfBRKygj049Wh1HVjBGQkH54bdwp2KIBiNVALhZFkpWlUUpYU37NpIFwZ9jHBNvNCPOul2Q5HV
0bpKr/PAuwPH3lz6gfuYa3G4CAuxmWzZ0HaAgxPUdD40K+3zp3DirgAH79MzyfdhyZoWHDGDuVtr
6i/9PLr1UhuT50zh4y+hA5eFk98Igz0utlJE9SV7YG3hZ9ZNUsEf1hxN31sjWEjPjJonUkygdBrX
IlCPEBYBO2VtuM2yWWUHnk0UnLkkwXzP6TAJvP21EIQT6EZyJWI+Nm2wqyerv4pRwgInITQCqpFX
1Ngji+qxDbz6RrLxBVxWcMZpJnnXTRIRLtj5VTnImzj2+5XZtmcihY5Vwih9myL9rAtq9SSlm78j
QONFlVkPkZ0oikXmM1yV35Cp1CEyVYjSN4YaW7vdRZyY4J4VF1EWJkWYNH4QM/+jTuFuksuIx6bH
yd4N2XlolzjpUaif2TbwUatnO96M8THU9UNbm2t/Aqfjc+68RS9drZJYkdGhocBPSnJg62jp9NJ9
I6GKSmQrw8u886AipGvpORuqG7jXEJd2JTrthP1AVonyMBhQ4/oSIpLjRc3WMbyC77BXA6CDc4lG
UhcrTU7z+7gsI+dqVKhnU7O6cDPU+tOYVgn+3bw988lSXQ5yhhma6Er6c2H3cGNVHWDldcxlZrRv
KinfmQV11eCBIJslFe0YIu9nre9CFyA7ObpLq4qGn3XATsiOwxfHVMCmAmBGZdTcAFn/WeD3h8QQ
Yjqp6npYsIbMwNUgghwATe+ikmyyIgLjLv26CFeeLVW5SXzM0k6n9+kqTnWYTYS7s/QHUb+WgAAr
i1Y2CtFq6aq6rgjFDoo3U0TarlbSX/cJumo+m26E31+wquZ+TdW7isu1meZgSydi2424eSlGzupk
wiDyxg6bDOyoxhg4+QyZl5usxtpvuiFMBaZBvwDC9YDTnwSlUjuGKn3DO1dfJ05bZBsByw6PLp/J
LSJ5vlgx3LZpabTUeCGyQeJe8eIUzzDvSDzj2AxJmCQ+idW/MEdQX0Ulinyb2rF/4wez/oszJqCV
jlDZjGjkNgdsMnS1Wgq3KioXJ6pSLSL91qXVHii/hQIChofV2k+dm5rSsNjQzu2NVTzq/o7XfozO
lVvU+RWB0kUAUg1717a3coTpddJqq4is7nWXjWJ8jGsqNcvQHvgBieYjTw9pd8vWQw3eFn6ODFsX
EO3LvI/PdCsaKgjpkC0XonPlc+UEdbhI0rRge2Tr2f3Y9C7IHjWO9zQPU3FWydH/HZoppDTSIJC7
40S7cpusvQV21v3oTDso1uE0Ruogk37Y8zcN7ecQEh5zlkS19xDlU0+ATZkp8RLH0r/i2FGyKstE
iEs2JO7wEHVmMVNEfHMRxBjfH3otLILLSPaYkUKp3PiQdI0THksx6vaK5UnOYGOExLHfHmQZGVtV
Dzf4HqedVlQ211L/rtsUEKFdtMBIcw5aC4Q1tdjnaVH5jyXYp+6cXhdZFZoU/lma2v4ZBvyu3aoJ
5TAVwmJhSjtM13y8A4fZ6B9HgjAuEPg8D0ZyjqGvXQVFBevF0JDdwlTt09cBYf99bAzRAcsk2cS0
fVkGOwuGadla6j6GKz/0ZzK4g+cVx/U+dkoO4gTRsxRIB8yDN2z48Mk+OoKNwzr6Ow6r2zoBaL2n
lmMeOJqHe76m/Sq0OMXqsHSubVAVKxXqmcKnL6AiQDq1baJDBg5sWmOsgsis+QR3+qoxY++Ax96r
NkVrrHtPTAVOquZIdu25iO211MdzUT9a7s8RBvNUG/EmEGN5BJwlsuu6Np1gCwRi6JbgY0L72EZ2
eS1hTrjTFQOWT4NpyM3QJz/ThO0+ZCCOWhdT8FiDWKVObqnzscEuFCU2Jd6kruCRWi8UPLTlAIeD
EIO6OMgmPkSV3l4A8NBIapEAVhtnaIGyBnW81FQLQyHWz3o16b8bWpLYVuwJczQFzPou4yxgQyTx
R7rdfX1OgU7cCNOoHgazupfnVARr3KFlxtdS8q/XGC85bwNEP5iihfpNYEGzCnN9TTj30amSsGA5
d3xtIwk+NzaZngaXsYO3h+iXaMWJfY6PSJaR9mI6EMQLhUmixUbJIltMiNULuRyhlreGsR76An/w
iL8v7uOlPrA75A4RV0RmRWnlO9ufKhLcaycnbQVSGAtcGFeUKZ3oetRzuD1WXUbtRW5r+8g0f/oT
UU1umAHBMokhWoSDwJvGhORw4xbOc5FqFF3gnwyLmmZfccCJ3eKcVFm0NnnnVr1vlighs7E5hmkV
UNARAWrCSOcHs3ED3Iwv4q4d1XnahUScuoX8oVJ95wKVZAtndWpYlyEz/qi9m5xAcVUoWOV6cK3f
jSXOKOc+ttC39W2etxFZRkYENxgtBHjiAgMS3+Z1yntyx540vGl9ubEzxwrXQRTYO5NIhCWgRHHp
jU0DNpA4XW8hyK9QdxaQmQWlL2j3BowjgJjNWg/bO+UU0nnpDD04JKnnUgGZuYZ8mWGS2GQBEN7A
eldsIrcItB2M44s0bYxNGdX7oeyPPS5JKm/+vtOkPHa6tSYmxAD2Dm5pZbdTL7HwaLYRIiAdBF2Y
XLPTA6XzqV21xABRFS3sCwlvkV5mL5+NYEjUcmSnvScexKSeQEjSXExQ2OL6TF32QDGu8IhMnMPc
8i3Loiy5hoKu32Jg4RhqNFMTL/RMeywBKx6U5urFZVrohMf7rQp2cHxqM4Cu1lUapI26m/a93egH
kmIoieJ+JmKZ4ClmWQYHOu3Z4G5Sqhc4Eqe0uItS8nQm/FiPZSSS4tDAaCVaNM0qcw3UN4UzEpAA
DTBxdMe9IcM7tk+jtva1YYL2oJT1pqdjPqyblPNhr5nJCmSm3JGc2b4GljPckV0Q/AL6mBLk42n5
9UQBnI1pH5CoI9OK00NjqXmpyVHkT+jhohCOlT2Gr+nQ6ue+kYRbIDpUzYO0LcFGZ6j5dnRGjPXo
GfSvNknjqqrYULyWuX0jW9B8ik3T5PO9wzOLY7H9McTC4uSlWaqRnKAalzV+oXchSkZjEwUT/wSi
kBRK7tkEa06dRVJSGLCLOLpiD2XdUxS/AtlXbFOafAQnNfalyjkYGR2gU76hwJLDNsvuEgIIMVbb
RtlAtug9i/NZnthrkwwi0DQq0+UQkI4DDq/SMDGiANSg8OLs6tVgZ+mCFWDcft2I+Eu7412V6SBO
Rft5Gt9nmNYURSVNlaatVzHlL6ANS8e/C9TN1wOdtrSZ5wLFgEPrRvfmxsfHvoqpqta3evpftBXa
pYs3cpkbyWMaOY8cWocVne4ZMGr9a7vyfVwbMwptKV2Ql/hx3Ai3SahltKZgfWZnYO7SYz6W/xY0
75rzKDZqQhq/rs0fJ7KBsNXaKMq4jZHlLEVhYNI2q83kepsid/pd2+NO+/p+/uXB0c9GmEqP1EVr
eNIijUgBqjBfVpwRjXwrC8pq/SiLHexmYykQGn0zUU41THMXyEQR6tJPRMRsn1yhMbiiNCUnDo+0
CR+8SOZ5x6SGuNSN2wFG2RjVL22aPf3rZc5B2h47GMuY85pPO5m8oTD/CbjOJcGStgcTJVrajXND
RtQ3/cXPd5ShLBuXA41TH+/Bx5kycyfNfj5N5JRuUiq3CE6Mmq3wNwK8z28CugqkoUxGcrV5eh/H
KShJ+41EjiCqBITSCNVN0gOCKkyU1thipqy+lTvO3eU/u3kuLze0n1m0Q2IovdqPY3qDA/PO5e3r
DEsAgDfOgFqk8zaFdpZ+3xjpD/KvtiG1x0pnT5lyshbtTZLQb/j6gX66ehKjXcTmKOAJvv8kxug1
oxkJ16xBO3O14roc9CXl/IWo2UplW9JVvh7v07ydxyP+1cVH4rLUncxbm1q0DuGLyt46u2rPccav
kPs9tmdfDzM/tJMbzEpiollFwyl89+R1BAPZU2RhP0bJqljg83DBn4w30tbu+FBgdDT71f9uRPPj
I/ULAZaCQvvSyX5Bq1z2GZAyQaFQg7iTfys2me/THxeIfhAvKZoCbF7e3II/mUFolao29BCyyLLb
A1M/CmySkn0kR5gy3JqTvwmltomk9V8T5p+Cqu7KnP98dEi+ux7/r33y7Hd5fM5/N6d/6YPJ8v8P
V6Vp8qz+37bKWwyhz3/aKt///n/5Ki3zP4SL4gd1tKt7zGoew3/5KoX9H3yETAQLOl4mlPu8CP/t
q3T/A+ehQUCVxSKqo534P75Kwb9nsAYhEfVcwRbA/xdfpYFA7eM0YV6gAYXNZmDe0hnuZL1uOrtW
VCLMZSy0HByKgEXRRlBbfxfZOPRwMHMcUOC3zPzZyItGX1pNQiqTF85MATbPcmHLFvVvQGeaDT2N
Cc6upepatKXUdgm55QecD6mm0/QFlfrqqRTtk6qpS4J46DAH7f1Oi0nXRboX2zN4P7inj576sMNr
ncpQO4H541z+zsUvO52W28pvK4MkrNFoq+LVyQtCvxcSGzgMOIPIvaI4wpezutvYbZWFxIVUyhbb
P2xweGVtGeZvIqe8L0hd9dN11YlWbdEVdM0NLS02tXkS2WJF9cykJ+hTgrDfBFYfWqQmIcDpReer
Wr/yNCN4SVy8BVB54eSTf4AyO2kfqizvih0HyMo8G1viYrCrB5iCMr+vPdIsOo/qCQeOMfkZUru6
y2BuXVYdhdmOmFeTzNqtWxjRa6M5D3gGji0UrD6EMWuCnRt1wm2V+N3F0XWVDS4l0IL6aNFV5OZU
dITHFqCKl5QXHBmHe3QCNc34pj6Q8o3NcqbG5aDU+FmPAQXpCKFGdUFpet8n4XnYts9qOI4y3CBI
PU9zh7RMZCw6Caq7WAKyq63IvXFa++CHxdIxvQPUMjqi1tYt003VOIIgIPlAg+1CcofNCy0vq/1Q
N5cUlwBdjqNOcXiIrodwJhJl00xYa7u9Us2RRAV707gWx32767D5j+nTZJXqiJrROna9cdDbDiM+
NG535KNv3w78yIXRhQ9OFIltHWkU6XFTLPqxJ+gXFlc4AHfN1Yi3lHMGIgHrvtVqSVvV5WRtgv7u
JRXmqg32WUI5rR8b8wKiuuNv40DopGEWt2y0QA3kDzIlEoZiIjDhGq4h1WIl6S9NMrqHxlbuHYf9
lTFW3syPi851/7fjwoko+OLlCyueMgQBfDa1ahlOlDh0zVwPwb70xmNYOBwscKJad2Xoa4C69DCt
Vwbll4XPRFhwEN/Gdn0TWxPdSTcoNn2tjvE7VJunD2KvPPZCpz7R+u+gthKv39Z2xpsezxrks5Y0
mrY4I9ro3siw0IQatbsgH67q2iPUKjesJed55kJM+5gUKNJ6U9kDO6FDcUEUMjoDdBhR1k3nQeGg
kez4w23IBlqUjnPVaRigdnplHEURFFRsQs7KRixfjALIblHFL0CAcIL5UfLLlV0KYMSa8GzY4tAO
UuFKdcU+9lNgS460LhwKYgsrVVsZiIrola5qOMlOZrQcA0suJjnUm6bogNkBJk3Qn5FloAUXFOig
vuejTbvU86+gjln92k8ManNWo55TI/uFVqzYyDY3jtgYs2JLYXk8lL00zuhq0pyDLWevqoKWwTDo
GkgILYS4FJptyGkyomSV0ywd0N8kZjusi44Qzo0pkkagD6zOxpxoZqh1XcdK4JmVB6lzFD1c7LDv
DgNCsfwyr7Q3Q+suG/AnTuCYzVKgQxBXY9lywu4hSkbqLoVLvEQSNZfp73WyAshmCOUBZPs+rK2n
0SVD4CUXlUmZisKXV+4SuvKQ1nWK7QYyl9fGJ+SaupR3VFrtX2CpIcucpTClFtXP+Mcry4nIK6En
XDTWOev5opNg3TJkXrSCsB/YI1UrvW+thabzNEOn40sgjLciKf2Vk3kpROvqdz3kwVsduT8zX1uL
nuBTX7Abn3TpbUYVPAb9eGGkurZTRHahhMOvqwd+BdxQHEscngSC4MkWuKRzsu4CbY6kHcIVbAfy
RSwO6QUtK60/jmlYmzQEvHbTu6R7EPPBzOpK0MeIoCBEzmwWnwqetEnSSIdzI5kuGoskX94n/idH
6Y9kWJCR5jeRdk12qn2OLDhjqaG3JJPyFlzfimoN/6WhKwBez9dIrfCigcqvfiYsaR8pubQ7AmMb
JO0g9reyYslwBu1N2RVd895eTQ0fjLBE6RETxBSI6IcdDE+uTRTp6D+0WHFKSraYtAGvZs1hokaH
rmvX+U73lJOZtYDPtSvqgz3tFJWdnuCKtKJ7k4JpWwpUa1NZPYSIqc7DQHlLqNE+idryXCFfW3bx
KysdhUoS4S5ALVk3QlnhL9H/zmS2FrzVJLE1TXoVsziMKXBZ6q+2ocizoPLlmqR9yOoynpBHZbmj
/7Sb6mb0i0MWiRvHe5at3R9CsN6qqbf1FFxWFey9smu2pAAGS6ckK8oib+fFD7tL6dp7iqwXeWvs
0bRcpyYhsgr5O13BYA/jbKlEwT6gRAdGNT7uDhTZibY1tHsg6UdHapdVG4FHLepdboa/WXyHcOcG
DhoFO6LxY2Wb2k8OnvYmjWuKwAu6GRs2B4+9P2moCUg5FIG/nns0gL9SyGEx2R9Dlb5K1smSRBbx
4hGU2UNVrpP/ZO+8diNHsnX9Kgfnng26CJK36eVNSmV0Q6hUVfTe8+n3R3Xv2ZVUTiY0++oAB5hp
9JjqSJIRK5b5zc+GZhLOkHfkBhsVi0q1vHEDY9kDDmBQ8YSGD8dMIxTVixCaZVVpzHOCnUTkXdnj
9/C1aC4CPCAbrmqnclfe+MtGjq/MYzTXMNbti00cdrskbW7lSPB5oRm4bIgoDCMB01B/2LeQDG44
svfkk0vogIsAHGkBpQ12AdcAwTgIV1GVb72gvaz0fgflYCutt7gUd9iw3fsJHVi0wJNJtx43zET5
LpTrxMB2TytoM9ghxoCtc5M0U1T8ikneSibaKnbWuvmzVFHR0/XgvkG60wq8yz7LYYyPcl26xlIo
1RqK/7UT5/3C9TogYlntZA8j00wT4BdApw39xgUCX3c4Fy2rKNk18r6oGA9wHKhdfWTF0gwsNUwN
9oqq5w9M/clFyJFtICBlt5QhY1UbCvtOdZMLvOMFjf++Nbaoqa20nN0SD2955rWXXUOj3HL7LSX0
Xdf79OnR56v52DnXsDdWD7Tk9AuB4ftlpogAwA95KXaiXYFYeBbWnP20/lYNpnER5hlCydIa02gh
3aB80LvgMSnvLD/Mdm2iFaumGO90u7rSyvZKr9elYaNWZWU4JEaJRYjMokcByuZLj/Y/eAS+QGS1
ucMwIsGK/rc1RPcgjC48/siiM51VlyR7j0wEIz7R7FqkoZf4QKJrW17RDkKRMR+uES7fFwgYrQT3
HecPqMw2q9HZXJpgD/n3UkTpN7yy/Muuq9jdJkMAwL+kPYi8I2Ks+6++Li8sK/yaeT7pYWfsMUJf
+4GzNfCYHqzqwhTxk87KaRmAzJDqNtTtL2bQrFDhwoRDvzXrh0KfdryB5GtjbILUWnIXr8A+LJHx
vNYCdeD78mJQ2wsx3QDcoaINltu7IMiGzejVa5fkeKBz7zCylAHoFYnbXQysqCfF6xLw7m6yyRX1
G/DKVdQz5BryfWJmt2GPtDHwrOdKLb9Of0qW8RcE7PdBqLzgL3ljtfWjoqm/a6V97pCOWpSkBIys
MacoInNRk0ndjV26zwd3U2Dxk/TFjRpryGgnl1YwqSepwPZ6fa+Z1XOvpisj+1HFHC/L5HWEyZUa
S3aAfNGq/rvTdN/t0rrxgHLJkYFHQJtZ0b1tGuTPfebemg3WZpknN2HDuDYv8U71atV47iyQR1Iq
7hpo4sCfpVEu1J6+OaJLwo/iCz0w1xb6bCrWhQWDUnzKE0/wIVGrQ2Ad+TjUZ4oe8qfjvNRtUF6B
oMCSEXXHnIx+4pfFuDY1uDLUzPY895Juw3fbZdTDXql7VL9dnxQJgAYSuWsZY5cYZvall4JWSXIQ
VU6/m6QpEXr8PtrMw0Q6VDs0j1/pC616fcLkDitsy9EabRemi8ZZ9dvHaiOzspVSOK9WpTyBicG6
qN3KTMPXAshLK/sfIrpykYVamDnIOR23M1xs7mSIOV3iJCvXwDHcwa0EoNql0kXhlaT9D8gr3yGd
RxQyyJR3fg2cYmGIbypTUicf0OxONlaXW5d0wjcW2qGBFYB9Nm9pSl+7SLu4ZCpEmTVayS9xJNc5
N3unhqDTKtQL2yWo9uvcFZf+eJep+cIyv6mmujbq30htr5sxfQiGFp+IZpFlJckf5mK8IzO9UxOm
RGmdrQSZsduRVXnqw6gjUy/ancntFoHxBla+UpPwJYvLG0A7X6r6zkr7fYG0V4Vcg+a9duSTK1TS
kCuXN+Ae0OjsvmStUSz9mNtjjJToCaYa94NRgimuQHVVE6I8UH5Lo1/rSGSj+Txu3MobrqTWo8eM
0OygUrwU8RsOAWZz7aLSjLw0Gpju1i2hAyCGa4dfrSayCIRmP6ky4KHzFvsB2GvPbvrx0c+cuF+m
aY7/KXAJqp4xGdRfVhXqb1pXe2jNoSaL2HMgX/28TF4cFaDi0ojr5HfppoT1IoRylySGM+zNIQZZ
CaJ5KG78zgkvmMgOJeKHAwZ5rSNAuOiqEiqUNpF211LDKYtBgOVfhjQ/M7xi6vJVpUYky8PnyqA/
x6AcWVwXMbksbhGZ02CtMnTSE/8lRp2YosQs1UtDDK1cqk0jua1jHRs3O6wUpEaLpkbRDrzEWs3c
fmPJEm+0SKSCCarPfFj22VdjHIwbvDHUF6NwvGjZJCo1f6yPuOCC5xzKddGD/ylJkic2CwLCdiIQ
0Q2aGLlqTMMgZudJ6a5ThenlFVrO+GHWLTMW7ICFfPYqsOqQ2BvvVgQg6leNoZECdmIov5lJw1w9
KWNoFLoBUGITtYF3PdpdD0IBcctbflj35ClNft3pCiL4YTFae9DcbJqA6eMTxp7RU1Q44nl03O43
w0209Ua1dGKKuzRiTq2pSQfPY6osuh75ZCTERZiC7olJ4HQMesncTc/FYLWwCh9dWdDfqFaj/wFB
jnKTQrmkmR/n4skOx5bIAi0EekcuOuU6rBwEYOuekQtT/nTiTKljEq2BJvS4D8hAgEViRHJnmnnM
6W8a684uYuBLKV3KKzJLW1+OGhN9LMy5LJfobcdTHO8EfoMBpFWtZg5ASgC0kYw/A9Jf2a33GkSJ
8kWD0uRtYyyw1H3XgYwi6pnq964fNaA9elgi762Mb5jjxWzAKAkQJtSwR10O3TRFeG8BfqoLehO8
lXhX/q7nPc4DHbn/1zTmplb5v2+GrktQB78O2qHTH/inG2r8hXSTsFCaM/H5QVXmX91Q+ZfJSE5O
gyNmjoZOn/Sfbqhm/6WCKqd5qhuaY0Bh/lc3VKMbiiIEYxkbQZyJ9vrf0nr3f7fC6R//LbX3z38+
IfnGkvRc0XQxdfhwE5/3sD8fCGWiTyEwR0dS33SY366jXjk3d5gNraYZyvSvSTuGoSpyDoer+FWU
0TcQiLsxl/9WE29p9GXtpQ/8tF1YdZecGTtMvK+DOcD70AYBFQQa4OKJ+ZRstIrEGtER7Ysq5563
8gvQu/VlRMfpzFLTP+rDUmCtEOfiBX7g9A9DTQtFyTD4KKL0pUoHtK+V3H/6Yz8d+U5zyvf0CmmL
ox+HnJujA/c5fIWaHDxf6ykkjMjJ71PLBemqd0q51xU6axhDZb/A7lHEmI1ubHrCCbaiVfqtogtP
eTrGZ8ivR94we5dZNY7z7B5ztnEqA7CU0/B7QrTRKKEsF3+Zqq5eEX87R40+uhYDT7CoTK+gYh8+
u5dGSZKGoOMrSsS7vOiap9yCWBlYsaL9Pcj5twdCO7JXSSglEnZwe20xV4nognIYwPoCjq9CJG9L
x32SwkO6PgOYLlqA1hG2iZdoSfTLrtSwvqLIrJcBoPsF5A45gSZccig9bK/CGmsLkzv96vRuOLLn
mF2w2RjPMuWaM1kHPvSo0aSmT6mAPTRgaeR61nx+Z0s62Y7FxAVUxJzKqqZBY+G9IBdWIfFUsDBx
jSzJvXf6YWaz1mlns4OIZtKYpj72LDgEDiOJJPLI1NGG3Mix8S5CxPDecHQrL4wEc/OFz7R/DXle
359e+tipslXThkdLgLYRVTvcWbqZd2Ht0QpRaRzni7CW1s7x4PDSbXORfA49DSngVhfLBhz0JHVd
UiEw14I6LLvsF0il7PNvnV1nAWLg3TMmm4bkf6i9eHZayCyikCPFch9AGPWrvLKTM/HkyC5HWgpC
PkgCGvnmtMP+WEWBDA3CGPByrSkJ3LgRypYKGtdaJFKMG5Pz/Hb6XU//xFmcZL9O0owTOoNr4HBF
t0AgPgs86uYSxCLvEe8tcA6rz6/ioMVHBxB5LtOZhclODzQ8KsiWACera4QGy8WQKfbmP1gFAITO
yWD7zgU9cWnRtT6B/RNUeXuPTXqwtulY3Z1e5UjYo+0DWVeC9bBQGDh8Y8qUfgP+FQsSCxPcM3YQ
uNpk5HOK9fkHQmXJ0jkJKqJL86DH1A2eS42ZHARL2sE9bq2pi1fJ6QeaxqqzLeBMAA/BhnOYxc8e
SO0xOarVmlUq2RAnOwvsI4kylXVW6nsfv85lbNj3re+cCZhHXuUkcAakQwAR0uehzBbYLyg0yxfm
ZEqViyoBKUq9pJdkwqcfcoaxmMIZIZnZMkqKKgIUs4e0kmgavmpI20yz4ka2KyyRlvRcmoWS6pdF
hZH16RWPnCyHu0AFsYKwAVT9w30inAxPl5iBBe7GeMxUSbWqDPCip1c59goRIZv0EQnXYJAOV9Hh
c416Z5l0SVpjl7mmv2nqpLztmsY4c4iP7RMEQk0EB7iC4R0dLuWZSdcyXqDkUaV34eD+cZGoTbeF
bK7hJYMhg65E8VM5eu1GzU31zPLHnlRw703SimxUOXvSDKh7KmudGJLgR4RKUXwjnbK+iSdlsdMv
9dhmQXsPqVX0L0jmpzD9RxhOqRQBebV8urK76930cQjcEno7pFSXJr/XRGcWnH774REE9gDwB8Yi
00t1rlnSpERIuwV5DJrJ2OB5rV8FQSHWpx/r2Co2qLEpP7Enb9PDx2LmCUbeTc0FHqg4uFT4Wmex
a12fXuXjdwJdgpI0KDUaVQDwDlcRqIaMngeUp8wKuUfW1XmD7V//jN1x3J5Zavpnzd8bsYu8GwU8
nYnE4Vp65Jc8KhUMuaGlQvSw82ZlBMZorAKtxXWqaxsIG3YHxSoRrVGtBX8bw8Tu1Hql0EV4Ycwf
Mbd0MqDpXdWaylI4ff07UNt43PRdYVXLEDVG3JaNJPkOiZ7OtipjtPAzpwxuBmgAEeSztqMJGyrY
0vsp/aHAV1t6eRzZHnk2XTy5Q20Cz03xkMVUy8QTrma6/cOVEK0MLsU7IVKa44Dtpgln2+SLspNN
c1GVAn4p9pvk9DWOv9XG4xd/99FGSNZ6GoB8sBSPZ0R3/9K1bDzU2dcMAnBjVEZw/ibGQo0h+mCl
xolpn8EjHtlSYDrBsCLGZJMmTpvhj5MS96EV+LDO8FkSOrOc/MWGL3px5jN//MroARJ2sIpA/3h+
TeD0l1UIThn4C0bDVWjo6c7OHVzrk7g6t6OOLGVQOyHo40xncbahwiIA8Ifv8GLsQfxGMpKwlwfh
rZJ2iM+JWB3Jcy0gkwCMKcGpGOb4wjTWaRrjJ7VIrdx66xqhQbeMoTNBY4MHQXIGn9fCBnyplSrD
bFpSw0/Dr4It9LPwoRBOfeZVv6fWsxPFm0RnWHBHouEyhcY/PmiTG2adkePC9tLjy76MA46SKGBE
mWP0pqaxfUPzmLdiiHAalVVef1vAapYL06ZmgB4krH7BNJU6DGkU96HobfWc5tLH+MznRuMbDSnA
bLRqDn9kZmMPDh9G8IYS/UdVICQQ5Yr4TdGv/6KBJm89P2x+fX4XkvxTjSC1bSLxdrio5ceB6mdM
mHIo0NdJ2JirRA203VhHyhnNx2PPZ9NQUOlLgZee69lGWhhSX6ViIXwKWdUecau3+ocyyH4NIry1
umw8cwEdCdpg/IBcocDIQZ4HUsNFdyX0pnZJ0xW7Khf6l5j/cjk2fR+cSYyOrUW7yWHPc4+LdznG
P7ZYmjYZSVhFmq7lzYXWKXIpOgMbqwJa0+e/GSvooGppznHUDr+ZzW03thkpy1hrHVaIKrsjpnKr
z0o/HX0o9qIp+IuO9vzhSh3DiXBoqaPMQTU2GfcqQhuaHW6AUJXnZPWPRV2H0fM7knOKjIeL+Zbh
iNQlHnWw2m+QhBg3FMzyx+mXd2QV1AOpp9DcJj+fFzqal2gt4jJ4FBZacheVUbZDnAs1nP9gGRCp
zqRuD3R+FnEctWMi0rEdetoaF6mvG9dMZtXd51chKyEpQZdQU+eCgbms6ICpBkeqrtoH4CgD1l2O
fubgToFnFj11ymkTtgElKD3Bww8jOjUTdYzLEJU8d6KZ/Ha15l4LrGvUsD8pQMsum3RTJ1oKpa5u
zHkjmPMObm+wGPeL8U3LIIw4qt9tS1//fGeLpSje1QmjCwlgKg3+OLK9qdgy7KRYWKpnX1djb2/g
n7dnyt0jb88A5USBRi43naTDVUSlefgyU8vYONnvbKVsLtBPNvcFQN6lh5rLmWbpXPh1eoN00CSG
Lur0fOrsHumdysJtkZJCzVOm2lYa6V+FZtaXCg3phzHXxp9BNGp7bUArHcxr0+46ft/29NY89tjG
dL7YlyCp56XpaMjedcnwQNTg/IeBdr6GRqZ/qZFXAWJYd2eOwrH1iBxIlHIcPrIaEs6IG488Ncgt
OD8okW+czvef69EdFwRs5eH08x0JjUxEVEOCo3GgAc2CcNn2NMPf+8RK1WzsBtc8rfXkmlbbt/9g
JbpnaFpKRNrfAeZ/bNMA81zXinsyZdXXmWMya3PCNr2K0aL5dOsCbVULUDzX83scPtyrnpMpmmdy
phHkuq+M1PoCiXS8kXZ/bkozdSZmMYWLCzg0syWy7HmwF77uhJBq5aLU2wm7Y+xtS8Hf3SwZ0viW
TFatWsodHGDr85GZFhc9LoMuPwj/2akv676D6krMbP3efoZV4C50rPvObI8j2xHDEa4suiXUpPbs
1NPScGzFILbYFmaLWId9swqSX0/zf1Vu9/kATf+CYEkDwUbhctbDKNDqVFudmClxduMucBCZ9iMP
2KParXO6KWe2yZE7lLqFGRTXAi2L+XwoHkdlKukEIO2if4w9K952jX/uRB9bxeLyUon0dNPmlxvJ
VoyKBvs+Hv3nyJVAmcKzpcHRRXSVEQw5IsFyluEkE+e3cClDM/AdNzJvxG2JgOj680eYrj/dVZ4G
qejZnkszA3uIwhZY4Fr21gykedkXZrjKNNAZp5c6+kAEQYPxJxNdqR8eYQATktyMhH7MXVDGXu+g
CKGIM+3i6QfPjy9ZPL0dpnH0WGdlA9jviLyWHYA0PNC/Unhru7KyTWuM4wXCIGgcKPk13BI2YSbP
dkiOrE72RnrAvUX8mD0jOAUguCqum20SqV/iHH/koHH0u9Qx3E+XEEgWTw4cU6hHv2/25dSw8YKh
EqSLrT0sUetr937WxNveQH/s9Jf7GBJZivG7Rhduir+zG6UDaQ79fqRjrbQAQ/AkSEECFuI1UHqr
BnlEsxwFw2lkuPn0ytQtJMQEEDbpu6zyHzdMWYyjxJjRWNi2cBHEEeE+yoT9TA0K0cLPjABhGStY
jYPOFOf02h/vUQpCEjDGNFAfmREd7lcnjcMBCJSxqAMdtC6F2Q4dde9iQOzxzFIfjwYCsyQjBhUh
xmza7Ky7SC6JzKSlZWGGeR+lXX3h1u3n7xeKC0ZOTErfnfmmz/zHy6TJioptzAOZg+csxSDwmncw
ID/92o48C770jEpJCiZ17dkRsEELEphJx/VYqXeyQOzLqJHhOL3KkY/D1ieKMDalbJ8PUYQE8qXl
toGj8Tih9/CbdAZk8qrKHC9OLzVdiIcRxTFUKM2Ma6ypITGLKIOvd0lHn3yhJ1Xw5DWN/Tjgvv3q
wQx4IEYjt+Tr2qcvMhZlKMllxqCG4Hz4rVzPcmKv7Gly4nv60g+wyFIUdX6cfrQj32pyTKKdSHNH
Iyk/XAXJVxOVv5EdQRm9qcbBXDEUGj6/I1iFkEz5RM03XyXPZKSENauUaeiu+WxAGJJ4PLPKsR1B
25LSbJqsMps5fJaK1+NHtW4sGJuM6FDpyJI6Nuh32+jOhN4jXTuiIYWgRUpDhu3MYm/H1AyeAnsc
uz0wqwEmdGvFipoKNUm0I3tugO9BZ6I+it4EZCI9+Umpik1u0ZvlNlb8eC1L0T2GVaqvwP+Zn24T
T9EaOU7AAETOueBAKbPB7MmXF0bXoNabWSq/JDgXtT5mkqzCeaDhw7iUl3n4xr3SdWFtcQZRq5Jf
DctKL5HKBb4Zq3A3uCCDM5/4yHbFIYVG6bQo18LsEw+oynt5wSfOEcS6wU5s3CAwN5wZqBxbhWRo
aihQteHNd/hYulLXzRhIYxFZifHMz/jWuM25k3ekFz0FYhCLzLbpYc3dXnq2zCDqaYqRwXlD5EVe
gCzP91WJFujEwUi/JhFUuTJJsxs02eKfY+Q3CHm2YXUjLD85E+WOHB86DRNSjN4TLd5Zpj6Utohw
juFjUlw+mokVbDNZ1HuzHvUzl/qRpRDBoHc3hQM8CWef0YwtTy11sB0hWkJ3CXq916iUVxtUEssz
B+HYUrShgKKAEqSkmi1lZFb69wiugHn1Ax3PajuEbrFq2zgIz1ziR46DmPJ0moEkZbQ5DvdN0ymD
CxCG7gb6VlB3+vDWVyxnFbRS2SBUeG5Ae2SfMjOl0UrMm8rC2RdzTCoQW0twgy9csUbkEEKSinjK
6Sti/gZ5Z4KCW+VCnxQgjNlTdTXDCHzHGfkh8LaDlSVXoKKDpzBWPoshxP9AndAJtPv5VPp8C8qB
sV8VAfrtmdotlQjQfl/V+ZnPpM3f27QMreDJ6E2b9F9mwRsxuRHNTZaxI28hErGNkG4zgng19piX
ltZ6dHBwRPF/IUJt45ju8whVZPRKRKbPKd58fLv8Fq54uvKCczXvoOjx0I6qxfBWpHG2NDxT55qv
7W3mGPXq9If8+Ng0g9iY+sT4l4TPw+3ZybQG9wwiAzpxeOlIv7qqdCTMPr8KswYGre8TdnOWURhx
XACuRp+rqGT/oomh+lqY6bdPL8KWRJoXmQQO9/ytDTiX502lIgLmWFCIImi0Ju40n31h0/5geyDB
QpeUxQ5fmMy7Ou07Xlhk2MVaktdeiRSt2jPPYs7jBi1BDRACBpagLShxpg/3R1quV23SMdQ2FhKw
8xt0ueSlhVr2MsoM6vioW/nvOnf65yh3nVejQ2rYCDKYdYD2EOD3ga9B6UWfAe5xZg33BDxR7NBO
sC7jtletpygZ8gjV/NwqUUdMlAtvzHI0BoK8vm+01uqRnGYedEEOnF6naZgwnod49zbEkTKuAxTn
d2mbIRetwI+ApMlRqWiOqXq17hM0XFel3hXXvuigtRbSr78bpUuel8R94+3yrkX2hDvE3sVlpbxW
jYM4VtsmobnsdVgBm1SNI6gxsT0M3s52FVUuM5JS7653mug2Rq/sS2tqWbOsJ/1XxNbMCrOENNQ3
sCRH/J3UYSwvVDNG3rnPkuQrggII7A5BjuOGHIObpCyMJ9Wutde802G3WnHRo5Aea0my7Uld3LUt
0PYkIYheEA8uMDv1e1ODYNprzk0RusQ9P9ChuIWRH+vLkswOhW87NHO0MHoHXoqpw0ZQYCkmqxrl
OnuVh8JvtzpwK+/ZL+BwLEuZJ8hPOG18leB2EK7wfEcE2i2aDNqyMskSSFl0r7maa1+MoSvaZeTD
lV6Maeo8maKX1YWP4vSbj9g6CbTTN/qS8FY+CD+O7s0WsimSd33yjbQliBaIzmfQi0sBh7WOcqtA
xKfsoFvZcXEDgcT8oiOQmC16IaMvKn/PPq9buauUCJlJp7eLZoNua1uuWscl/IegmhGnT8aIxGAE
hr1A67mr0H/OUawLCl3+cMNU/9LCosx2XpPy/0AJDwOAwhLFz9QrffcGZNUYYa+kGE+eGqnQmaA9
f7WKoXV3lpb7j1bb2Pe5G8HMHBrnIvDNEpV6zK0MYHPwJw3jZVBc+YUWfiUXQFBhmytGjZiXOxqI
SbTIyUKVDlvUI4GlJf22orPxU0VEP1jlSdez2W07mIhHpfKDuy36hiW5ky/DBjO2pQ3io186KM49
lqId81WRk3EuKqsoYA3Cwh8WUpvaY1S/EVobXmt9aass1BYjf/6tbfs42aLu0V+njl1WEGaccIdU
XIx4r27CskcrU3MWqV30P+s+tn50NcieddirbrkxENj42tNsSFduJ7N7CdDGXsVqVqICpfU20gpx
mkODGsK88deMK8br0g6S/g4YBaSsEnLLqnNSUWzqSNb1OqslAAezSG15Dbkz7O5EVRrGk4i1ETVk
e/A4DAXS0cvURIVohe5FN1FBIyt9ACZRffenEdUW6kSgg8cRrfs9xOojuQlGv2uXrVJG30rTRkLC
6wt4jig9DF/jakCxYJFCCbVfilEZsQ0I+uwagesIzjzIQyQpmWV9L/3Rz9gcQ0x8qNNWg46V+9UC
GYTyW4OV+aOHm0G/cHgXF6kR2tBWq8oOLnOcEsZVrXmWRIE2NruFapI+A9eJe5IvyB7dyi69wF7o
aVlbC3Vs3fZa+Gqi7cKgSa+zooRf3dYhHw9fkZcEuvue+F+9oA3BtMQ2CoFkYJtP8KU8/44URuVs
sB0tnLXhQ+eirCqjcuk5XX0XDiEqrb1a4UoCdJT/UUDs+OIHkXffDjLASaLWxwYedOzG9L0nNXOl
K8Xv2Mk2nmnFr1pgeveRW0D6DBIViX63j3knMKJSB/JsBok8d32zXxWjnXnLxOkLd42Fo3FXJ4Wu
r+p47LKlMyCvgCXo4HSrGrCvh0tIBSlq3dc4g1zQF43x9xidtHsaSrd98LQmgnTil7b5pTDbwUYI
vNZeXM3UXsqGUHDZaKI3XqVMKYUvWtQMum1uO+7NwPlFFiEt9e8KiuUp8T/QrSWIz0isq0FE9/TT
2JuFUVbBBrtoycvW7ARDFyeuHgK41RUgi6ixt3pFdYNQuIMOD3q8w22JxzKyty3p6DLT1KKfKHfm
rRK4+VMwWsj2A4RDXED6TfsLCNdYLNXA6PbR0IPW+NqkceFfQFMznxMUr/ISn2bVSH4PXpnDXfTF
eBlFbTcu4CtC15gGTfqao1E1y4Z6HvqehokpLGLVDpatoUWXhg88bVmgMXQhagUJ0RQNtpduJAqg
LzzYPxRkh6bn6+NfuenqcNVEr/ebimb3SJQxQfYGWTu8Kk7mPyO8X+MsY9gxJiMcKHrhcRyUy3HM
QzZwEgcY2tCJfxwDpuZWg933Cki+e2koaoTdsoqS/ML0wsFZCynzH0HX4LNgg8XBZ9EsqD3GpAku
gtqeHKmKpKI5a/otrVkEan0oik6CgUTvRtuii4KHWgu6cc0VVjaL2h7ErkURaW+rEf6U1SB7RMqY
P4mV5hEy1iYh7yHvA1zq/KjJcYrIDIWz71h4n2Cxp1xhEtIqSKcWDZKboe88jG4LHV2NiuK2ifvy
tqkt00czYHTXKjh4Z1lklbxno48T9ZQL/k0zfN9dmnTxUf3oQfndVD3OyXejq0HmW9SNa/02Y6Eo
G/R3bPVOAxYbrisoJuYLwj11vGVbW/Wd2pgBsUNjl96g5xvqoOClL9HQqYh9gZTNsPEDlE2/VbBE
B4TflabY4oxWcwqrUYQ3Sgw7Hkn1TuhbjLN8/YKSJ2su/NGK8ULxg05s3LDyuqXixN1riRJWczeE
jfGIo5brDngR+6a9QzO71dau5bJVqYhF+r1BP/r36STyQxmhTSUaWAGG+JRr87GXgfYt4XyAxzB0
GZIgCfZDphfdWbLz7k8vNVVHf3ZDyVan4cpUtAD8Z/JwmK0qhgZuxBjRewdlyr0kJdR8g71u1k6P
06fbXAZepV9U+TCuq6pJ16fXP/qogBZo8E04yDmGoItUP/KTijImQMauqIXxXLhGjy9QWZwZe3yo
mHhUpvGU9Fjl2SS0h4/qR9i7DDawZJRphpWimQNK6nX/yRYFL9Sm26RC/mG8AtjtcBWUF1LX6ri5
9CqL1qFF9tU0OHXltXpOz/HItwPOOfULLKBgzI4OlxpVOx7rEfguZmMq7WwDcKwIgmFh+9K4JZAF
mxBBq5smtPJLrMnst9Pf7tgLfR/mAHlAH3S+fhEqVkoKB6TcdtFLGlwEpgVj1NOrHNsh0F7oWkAd
AoI0q+/zJhmppDpwvWWGWkaPeglCZ9Vi6Fzn0zuE5jzDDCYQQKk+lIhlbTZRmdpAOwInXI9MBW5k
Jexfpx/o42ubVoHXwM1Gd+mdq/dHgahZGhkMHSckQMFV663d44wR1mde28e+CKKtKkKAoGIg4dJE
P9wdQWCDPvBYRqni7o7621ob8SSIEyX4fZRVjppU1WNqOLSIsiWass6GKMI5GrDJhV21qCBkaJFb
ipOeGYZMR+Aw5jDJR52MuTGoDBrJh78sGYrKzEigsaST6iu8dGWjcgFvGpcU3YajhgRM458Dghx7
7RrwoAkqRKfWnNX/rjM0GVfqFOkwAKgSXA1RmzHOxLOjq8C5YyTHrF/OB1l91HQ1kdNcNGmCnV/S
fVUnBaLTO+hjiwFu6iSrTLeVrrY9HZk/dhAXWmB7kvsB/L6DrJjWfENNHrGwKrIe0H/r/36o/8+A
/7/vctH/ngJ/+6v7P8vX+NfPLD3UBX3/c38z4dlTf4EcMcHewZYmTnHQ/tYFReX8L7zfp1aQ+i4Y
yv/yDxNegQpPKxaeMcA55rfYG/yLCq/o+l+MvMATT21TAHYgh2bk91Nk+Gkz/M9pA23CqA5GH4w7
e3L01acd+8dmyWyrBmmVu49J/qMLV1L96mdnRiyHB/qfJXhOfjHDIwZVh0uANMQexezdRyPAGy2H
Cx+sTedV855qrtvTe/8dIzB/Hp3+PwhHBriInR4uxoyqww9XUx47HBeXw61TrPtii5wX4pmJuUu3
+rlB+7HH0wG6THc6w3Y5u2fVsNZyMzOVx+Z39pI9m3sfDbpzixye6b/fIdLsKCaotLPRij18LJGH
nW2kwn3MQ5tOi4cPHobFIkR36RyC/MjzMHLjDpropOLD3M0lJsM5ke5jjWiKYj7n8TeJUSDS2AsZ
nKOeHwbE9+cCd0GaYIPfYZ4yC7tWifZYVtTB3rdbpqR3kx7M6R0x3+CMZ9jd0EmRSOYv8/u0qyM/
7f3B2+euem3rt9ikrZSm+zsG/lsK/fQ7/9x281Vml5ZZ6HY7eKO3d3HgUhY4MLp3ctPaSHimZx5o
/sqmpaYxLzq+4Lr5QodbAVPVxrUdz9/Dwy2XEUqsQj9HmXt/K/PngXbEoJcRO1nkLBvuO8NIwxzv
svKnHa0G3DDyTZle9D+yC/0H0lU+ZWG/0L92MCh86FCb0x9tvt3fn9FWeUxGXdT4s6ik5wYFop75
+xaDI7PY+122o1f+Rtf5zIebwZRBEk2v84+lZgGjqoPQ0rrC30MBGtHDe1Q3yV2x0a/7m8/hFT8u
NftyVdkiDxuwlIbzAB2xpUf9efrFzQ8vT0NNKCaQxyRQMcfjqLLR6LmXPA1TLIr8K8Tc1yEIb5xs
dlj4nVnu4+Gavg+iEQRaQKzmLPueVF3zwdC9fe/r68ghuGKVdY4ae2wRzi0oXW5DYuwsVW2owR21
JEagZ/xb0XfU68/YEn76WNGomugYvDjQMXMWfWinaAb4Olp8tQifELdErhSBD//MG/t4eid8GVht
biggG/PLUMUF0shtwcwC/2OkkxH2pG9+5lmOvTEqlCm1AELBPPwwRFROHLat9IiqXYnr2C3sKgjm
4fb0XjvyKCbaBgz1qSHIQ2Z3EtxoiZpbF+w1RKfaSFuWJpbKp9fQP0YCILd/LDJ7lLpI8t6xWWR1
c/dk7CgLnK/tnbHCQW334/F+XA4rbDNX+aV5VfaLbK9fDYuH07/h6HOSaTGungguc1hiBMDG95Uq
wL1Woe0b4ayV1uv/3RqzeOtXcUAfsuCLmfjnDv267M50Hs49hXG4JyBQ4YRS58G+q+1y7YtmVSNK
sfpPHgNygASpQFCdRTgovlln05Tcp1FJ+32JTN/uf7fC7KKt8U1E47tlBQJcpXpLPz3zot5TxMO7
jy0HFPS/H2Kek1iNE3ZBH+zLjb7tN5j2roLFEzrrq+CXC+/4MXi+f7O23eoW5YEfTNncR3tpnsHS
H/1cFObqhAhHrWUWWQUzl7pUx2DfRA0z3GjlMeT6D17l/ywxpwpiUpahazsEe+eOKdm2SpXN6QXe
yTUf3qQJBIO9MJEspjj1R3FhFrkVup3B4f0Rr5otbjibagvA6Ubcuk/W+u375c5a8R3l43+xdx7L
kRtr2r6VibOHAt4sZgNTVSx6sopug2iKTXjvcfX/A0rznybYwwqd9SwkRRsxkYlE5mdek14mG3lX
bOpt6E322/fP8du1/OUxVrsyBHQURIkU3Zv6fQ5sj0b0iX3/UXP9bqarbZnikz7kiRHdTw4qjPvp
Z4PXALZxdAg8zEbtyc291Cu3aedChc9Mu7gONqc0o347T+BPEK4+IrfVPGngChF+VNF9oFcwIars
hyBX/s/vF3P5IV9mimELWIyF87nWtKG/FC5kr+g+Kq58JXZS4Xzq6N+MwX+yPX8ZaLV5pFywMHdj
SenuOwp9x+zkEL/doLJMrrPU3CCurA7FETmBWeFmvL98zfbpRjqXHgN81HeGh+e3oziZmzsIsntI
Frqp09mdfTvswr14vvsP7hgCejDhVPx4mtVkuzwiJpiz+F4tmislzq5GqfC+f3EfcgGf3xykraXK
zaKCx1xT4fSii+bYSJr7IO+Nn80s9PdSPLa1jRtBMziaOozPPa3d93Ic0qdp1tofTaKkx1Lt40vk
SOW7KEiifa0gxgn8X6CDVsS9/6c50jDHHKEAOJDFmEN3fiy+j4E0/dnrsLhtvUzDywFFe0zMZkmZ
ndrkXKA81QsZznCNesC5DlHNNBXyWz3XRJo4Pr/W6lmxqMWNRbUw95Ghr0SgrrTsmxHwbSTlV7gQ
48LW0qK4m6ssvDTx0aA/P5qjQi9Uo+RNqwDWgjxgRI3KNorPrpqEH04DI44GreojhCnj/PY0meJI
wZXvC9ONxbADi+nGfP/+JXypTywoUDoZ0IioGYA6Xb7hX47EydCjyu8H69A1VmC5rQ5Z+7Kx/DIC
pNL1h25KpsitwgZE2tyRuy4qzKa6nWlCd2gh+d3D90/0JWNYQIxUCSlIQrwHXv/5gbJcLbFBivt7
fGExA7krVO3dwlwae0hup396q1HRJT2RtEV2yQDR9XmwOYqSEMsTkcHQv5dojtcnjqcPzNmnXb4U
j80FqU2uoNI3+jyEWKpykBVqdEBJlh0ztWn5rJuD8lbA9sRbQs3FOwHPrd6m4V1Ltp5qxr6Ow/gd
IE1w01mgeGwZIeLazgXgCkdk3pvYiUbVePBbn9xXlM3izTfl7AabYOBanS6+yc3cvUyZPFi27/dK
ZLca5XMH1+my8sS5y0s7j7XkDlSBVtkSACssK6URFxZNzm7NBMSXGZpKiP9ehY+tFip56gl+jn1z
nZT5ZVDneNWkmZRo2zEiMbc7QkbxxJG7wimToXIWLkojMMSoMlFj/Lx4hoCMe1v10UEwy+lSNMEq
ilKHOVmA2KIdDWn7oqMAvTd9NFtbP1Dugjz4MxiqwQstvdh+vzU/mjef3yXZhboU88Apw1hYP06J
3GJVFSjdikm5qTIpcGHzmjthEksAL1Jwjv9f4iycnvu6LA27m5TiqIhxhYWtisN3U5n9Va35495v
StGZi1S4t8og3FhmklMYHDBu8NONMEzFJTLI3UYcK9xiJwxQOCMLtwH8f9mn4HrDAeCdGrenOgIf
+OfPc0QIl7MAbO+i1rUWRRlaMaitVhIPFlA1DFAKtX3vkbpNkMKQUCpCYOE5K/v5TJFqrEoLRK9u
B2WK+x3WEFhokH4fcnOqf3T6PN1gDxo+cNNJh2Yq8YGfAklfvJyH8qbNMu7piSBF6Z2yL6TDFA/V
rRYlRJZG1iWXuoh3MF6Wvi86HRJUP+EvjU9h3dSGTUEm+omLOXJQqAJ2Ita5VZVegx/qcXPF7yGl
pTlj3uAX1qOQxNZNiHEMDiBxD0wCiGPyJIPX+nMaBX+wpbIUHypqqvcDZJFLOaEJavf49bp+mhhY
Cn+/kb4WeTh1yboJpKlD436xul77Bh3jcYytQ6JjiNjgZuFVnZgqNpLmwmVXG+o1kZJwnoUxViIK
90DZZNbj90/xJTxDJg3wJz0ZKk6gTdeHH644fqf2yQH3aGvHdaW5bW4YN9+PsursLd+whZQAAQ2F
Lf69zsHEQIrwQcjyg++XEh4MnX6BY0/vloG4S5g0mCK0nAN968tRy7WNOTzGLjm40MkHYTpoN7it
niro/WbudKQMGt+wLJZ8/vPBUiA4qWXoLx7ywTQ3dVto3jxDFvt+7l/jObomgHc5vSitcNWsqgVZ
0mBtJJXFAbRocx7qon9log2xM5ekvZyS+7aosgvAZKo3AGm3ZyFSPBT4M6dTx8Sbuna0oTHnzpgi
bTr4YraTREFBHT25M1GWtrthzHa67mMA0OThrhf68hxgId5QcdI4syEvftGoHTS+kp4ohSx79NNB
scyNW1qijE2xZS3lgT873oVNVRyGKgjcBqsRp1FFCsyJFp44eJdzdT0Ui0dJj11ET2N17rZQanu1
mouDqbfxueXHAJVK0bLHWKGonWINkfVpcrAk33JKtN7Pvn+NXzYLM11U8JAaAIdBU+XzZsG6rfAn
vS0PBKaCMwL/vBJDbGO+H2Xx9vsyS9obSzQCwoXu3OdhyjISmxJ7uUM54y81tKGFQBSQCZxV9HAr
Z1G7Qc9HvAsyX+dWly7rRWGwl1RhJ6fptM+6CfeHMZH2aTuCxksi4z0SrNhJ5mpE6HykOJ5mGRaT
YiBvxjIf3e9nsBwYq9cE9w0nYKg67Cx5daAIQpYLedRXB+DBUN+0GpyMaAWO1mj3balhwyC0Jxbt
S5+DZJ5s/q9hoZCvXk2ogE1Ekr06JDiHAVGQ/J0J2Q8838gawWe1iWRJd5P0lBbj7yYLYQnkBWR8
ynCrt9XKVi8jAlEfrCSTbBOXWd9u5jn11Dov3URUu3ukq/4Zw4HDlPmC9qA3hXkhUeXq4hDhwoiN
pNSHuClaZxoj4GpT+M9ALMsopNOkn4jHwcb6woXBEUFtSzbXIRhxGzDG8BW8L5H/gCbpP90yaEAw
J1Rp+b6MtUh4FzR9icUeiOycT8uygO5zv8/bSch0IOmG7GqCEpzYNB+M5s8blS26iLFBKgdwst6o
MqYTItLBwiEGHOypgnYGDQK/Ox93rXbYt5Z5LoXdocaZufXNCtl/7a5d7N/8JPS+X4CvZwvZNUVx
+WMff+Hg1EqjRmjCCIewpbElxcb7GHWn9IyXvbiaL91G9gzMN5Qp1u2rVBEBY4ZxcKwNUMS6XCza
2KBlFMTfvD72T1H2v8btxDcfkACiGzQZlWXWv2SV5qSagqi1xqGJ9JeiUraBjy5WrIa3o3+vDYnd
UHXKh86O8kSyQ03eJEl14n76OmkYK3ygMLpwg1bXgSxlKdJMIIQHJbc0J5eneT8RntAVAOUcw0o9
cUv8NpWGEb5keYvA35rjlOVcX9yW5iGMxElyw1mWn3OwFDeNPMc9Tl9mfqdOs9XZqTKCWBfkAqCs
H6XqW8u9/4/LqdzKELvQr1NYArSsP7+DbLG3MLTSOuhjZGGHIgjOnErv329f7eulRTMbKCblNzrA
3M2fR5lqEdVAX82OgKSxphn6jH1lxu2uxEBmdrCCac/EKZTULXA1dXCw9JxwAW3ygl5qBO64zsz+
VSxRxAGaG46Ba6oDriFlJNPrIl29FtNC25AhY8iJ4QiYwa6kxh1KGrYtge6bNyRk+WMZ1sOI8Ipe
43Ilj407aWNyA+C9vpbnvBYBqk8dSS9KFWdyF4PISxNfeCBtlnMnjhrrOVIFBbMzyShzp9AgzLhC
Ugl3aj3Lx8KaM2pMVi4KdhP6OH92ftlhsCnGWrNp4gjRX9zerOtJrjAs5BtE5y4sizsEt8W375f8
N/sM9R0UA5Ei0kGGrg2WQ6XXm75qy2Ngad2msvCUs2YFL51Fn9VRY4QZNT/FezOO9xrWgBvUbxJw
qog0fv8kX88uk5ILnzh9SvCcxjqIriAVlcg6HEUjDc4nHbIKKI56+/0ov0mWGIYcBcSttAgkrm5a
UWtEqU78+DgERrxDtNM8h32RUa+JE6qEfrLzzajxok4I76RuMLBfUBv3+4f4epggV4QWMbQ/KhHW
Wnm58FNdnQs9OopWbV3SzB6PAz68V1lhHRTg//WJzOE341EzBzBnclGRo63imhIWelLMY3TEokhw
hTDod7DYuInw79poQXiqG/cVYME9LCLpT6BLN5jU6PN3TFovjA0uuxiKZe1uatre6Ro18BDZ0HH5
rXBSg+gBvQRttFG30k3hm4or+L2MFmgROqMR5fdQzeCJBUHoxiQNJ/pgX0O95Qk5x8mkyNvWS5ID
o+2ohsVHU+IVaDWasBPDO4R6KtoogPjHvquOeXSyLP+bfU6XFbX0JVkGObfegJVWxcpsxkfKVOFu
IMjcUE081fD/zaVpLkxxsMkSBykJ+edXgEnaqPZI7x0jg9KVLrbShi7ptNEoym6DLlI2ZQ9FPkn0
+mLSumSvBbGBrRlGaQPIjRM7/mt8S75jAN6g/L/IWqwO9koaq1rI8+QYZdb1mEzvulkcdD949o34
qin61+8/sK/ZJHEgMGMD+SLYI+vmPRYXkxEVRXIcZq0814VAuxPM+YmypXRiYl+TSeCPpK5INwJf
47L+vMxt4GtZ1sj5UZutlyQQ2xtrMNKreFAnp5aawZN8ZTjDPLRxIxNKzD+eJxkDtQB4vegZrXn6
ZmcWUUKn82hAKNpnNWW/UtQrz8hAxn8/FD4wTOVz3IfIAeBhYCQLXmCtfaJjSBLjx1UfSz7Rcif2
6PuKZoUyRxE3mQedD42HIleGl1mbFHHrC5Qh7aqLix95kcbdueGncAqHqJchNM345Noygrj3klkF
N5MkzIGnKyg0KHqR0qqIhvqAPVjh9WIHVFlQ8/RKj3gTrlwDnZb6QX2PU2oVvVTW6l4PuvAHNgeQ
7CMRe1WKflTDkEfucp9vmYjADaAYPltFN3VbYwD7N5AVv5pytxird5F6M3aT+poHiYV9Mh+ol+lK
DaEvNYYLpcytYQk0pjs/5O/ZPSn+nZXHyiElzehwaPOrYxOIk53zOeIrCI5tjzYk9tQaU4M/qWp9
B/OwbHWnh9F83xRadWkgzm1uYJEhyAcL1lcu9SrPAKJTgthNJa8BHhyv2A6p4J0ZXSfvA6qbh6IS
/HcS4GSgdt+Jhk1w0T/NUkfPadaS1INMJc7g54wRB9+84HdQ3o8GuxQXaIHYIWa3TaRywNuoaEN8
0aeBgGZup5AAE0X0rSXQbOIt0BKIpWSar+sgEZ4rsxVbOJZS3wEgqkBgd6M2me5QoD15h7pxpbn0
20LZJmJEx58SVOLpuV8+zhoe0d7Uk2A6I+9NvxGqgh5JiSsfSgGW2PWokZZJjtVBqPtuEuopFq19
nT9yUuNV2MmwTG2zlwTooNSiTLsdqgkX78B6jSjivvqIpl7CvA5FflBd6J4mBHlli3ihQAjOZT9y
EVODUmZ1OND0mRodF7uWDHNiE+KyZeDkbBFc5tCqC3JTNkb+nM5dvGkLKtQizu4eR4CGc7UQHWYL
j6BAi0ZXnheh9DH0Z+xUh/GKj08sr/UmgeyKf4Wau1FhwLGcszq6s2jp3ctiiB1grs8B1o15dgnU
afoRz4mKfwXq4eYu1joMnBtMQ2M76HA2baQ8+2lqGWpzIzX1AyZGFq/RDMLblg/vuUt847nszOpG
aKf0Z9el6UWt6vBhwkAtzkexki1XQMn2tWqb4JGWpaC7ZpmLN/jESIXdNNFRHdRkK6VQXt1aAcrn
kHdlD0ahdueVPoVbsyrDzlblITSpTYhR5mDFNT0UeKzmLFEy604dqk1iB3Ku7ydroo8zEtc8xk1Z
3RWJLL5UTW3h3zJH9V1V1wbc+4Yg3YZbp11abVS3TmzO4aZUdVyQ4lb16qlNjpOs9lclBD8Bw42g
La8jaZaQtABaxgj6EL3kiMxeB3MevOaR3vHtC7qS7tMkWl60dd1DG37y6YbXhDyCRBFCmMcXuqjk
7LM5lvagB0rs1im0YUpZUlG5vpD0+mKkPL1VptWe92Ms78xmYBkmdOOSJgncoY/Ei2QQ9Teop3kO
bLRTHkVlHq55Hey8gKKb5o1C34R2ERTKA+4CQ+NayCeZTpTq3WEeCfMPCRzMwWlaa34bJUwkO9NK
3wLZKgQ71cvy3gpS4yD6zfxqaKNKl01GnRSacbqd4Px7garklGircn7vNd1uMuGqj60zS8ymXaL6
zZtOr8JVcWSCcBPGj4Ga6JXDxsbnWGlN5VIIyGzAj/vVPkvUViS9i2qafKY0QaoPesx6ZXMS3+W+
8m+I1ob7ABbZA5bCEw6tROuwgH103ZFrtygjhdX0MzatmeWrOhUlA41TvyzkUXAQocLpffTTCJ5R
UVUwt0wsmVx1Zu9xxkUy/qRaH9/mZhJdIO9cwFJF6sbEEb5VH2tJ809JJH0NBNG4IVSwKLt9MBJW
F3jcClKVTNXR15tsH+BF4BSmmbq8Ot+GJmm53dBPuy7QTkXlH9oeqwt14SiR7HBzQ0ZeZTz1qCtJ
MKXdMSG5jh2fa3cXqnngJZ2sDa6ILDNK/n6LysQIwwwD7yGe4Gji0eykedNcN76YXELGl/FsQIBp
LybG/IO7rjmbjMboN/mwCGdRW62LbZpp7bXFMW24LEgHrGCoo2MatPnkoLzF/pOMCAdM30rDbWiO
usD+brCYlEeqyHbrS8Ftp6d6fyLt+wpIY9UXqz14Z4sc1rpxpKpJLFudVB9lufTtLp7026FVf2SW
Ul9pViV6RV3kjlLl0TZWhtbFcgifNlRFPOIRvgPdaEERtMqFOvRcn+mU7srGsGx4BPIVXJZ+WwKc
3/YdxNlBnc0zjITLO+o2wV6lvnwiHvwaeS61GkCwFjKIuE6smgsxtxyOuFp97GdWM5kgBkehACcb
F64TK7eElqvt88tQX4JcSy5EMJtGfZy6MPCw79Nca56tE3Hfbyak0KOmVfGh7LOWdBlFNZxyUcuP
vlD+GHqruw5ME/6vgGnC9xHmb+YDQAgWAz2+RSlzlTSWwOLRAdWLY92OBpLuhLDoeKUnCgC/GYUI
dkmICGYXheLP33vkx2al90F5DEeuuBYTGzvRIcX9s7mgV60jDY4DEMRNwJarT3sSBdy/lb56gM6c
OAUMbqdsAV18P8pKvM+k30sOyZJRMKOjRN/g82TmotXaSfb7h8J+cSu7sWe7cAyntN9DL3dOAijW
e2E93GrtoOlH/qgzHNLHtuwQqjmRJ3ic5YwVe3vRjjbfz3BduVhGpKAPUAI6Ief0quVJIACWRg2G
B720rluFyBxpkdc06X4KTXGi5LreGeux5M+L6cdIOsiq0D/02YWq/RnFh+/n8oF++vWDXQ+wJFi/
1LFlCYZwMrJ856gn2pbdup3Xu2evqoN4tS05d6Gz5Whz5U1oJ65on6CerksCi0QdrR54cMt6wtBc
7RaoIIWeywryS1UuSo6fFBNlvsk0JadEeGov4U0INgCratFLikguAZNNRgiUSETkgZxBu07FZj5F
g//QmP5lXT6ei/OFWJhGpUFZ7PO6iHUU+kJRTUc/i8anTmo7O9FIZQ0hnM+6SvUdtJ39O6PARx22
VXuGLZJvB0IzXE95qW86q66vq6q/HST099qpbt2pEgM3UpPk7vt3uNojH4+qIABBh0mCMSGtlnAm
vySq08ejNRuC200ViJKR1PL7UVa7nk9ZojC5oCXROeMkXO3ERu0VIes74zgRa99GGa7fSYmwB+pd
xs7Xh7915P6P4/qvpbn/v1Nct+GP/AeuzuhTtdPZ239//PW/ma1/SItTI27NYGfRMlsUE/5itgrK
H1TJkReHubrQTz4Opf8xeZb+QF+NY3mBpwA9XBocTdG14X//S/3jQ/GfxhxNXuTxLO2fEFv/wsz+
+6OhqQ+gin8IYDSelK7U549GS8o+DS386wsTk69SxJZGL3QZxzElEo51JQsXWUOMYo/hWPIFNWI/
25NVaYGNtnV5loUKMWZbGTGFqlJUnmWUbeNdHWZqtZfmOhacONSRtGGTJ63b+lGh3PhYZPZ73MEs
EJ34GI0SGUQU5+dNPI7JxRQsH0ReIUxzTjE1RadK71o3CgvCoM4q+WkQ72LxLNUNq98rgdY4I7/T
HgSCw9sw1JEKbFrxp0zaE1wIU9txTFUj5B6M1arHJFY60UZ8wmjPZexdk90cl432I53mSbyasTMs
d6bVC4DggzIr3VFS8GCPZal/N2vRqDwrjnrxrKBDo+w6CjmlaxQ0ru24601hp/vgDwsrTHvXsGp1
Wxp933nmbLSLsE+OUSx1GsJzLUUzH32dLqpsOej1izEalMZGVEr7mYPsPkfNR5dtIVUm3VGsuMIu
Xpy1o9lkKkiKRir36JHGlm2WvVXstKQaRa/vwgqdvCj7IcZyDyybMIVGp0CDTwum7M6aB9LXKLVC
VLNCNTnSUY9/qkEWFK5QlNFlKZrZrWGUlHHEGQ05ymBaWF+McyBUmyCf/J9d5VeCkza6cBT8Ngz4
aabYONYg1uwbOTW0bVhUkeaIVPm2QI0TaZP7lo9iYKu2r2qsAp0ri9i4F4FWU36IZB9MWzDmumMV
cp95s5EZ/q6fAAnbSma2rqY2qLGpgVq/tpkCVo6yX0k6aQnJ8wSm+qXkkO9BJbX0wtDcUpDiGpG0
y8UwbBcaMLpaiMaRygjScOaP8TC5MIXVzo2SXLiWAVGDoYnwzLMldtb5kAQR2RCAmvAsKWmG23rf
8aix0LB6UigIMhXJok9tvW0SephJThRIBz+8IXSOX5U+ipqzAEjKz57CLwQsTW5fdX/Kn2pFB3Mp
WEKYuYMY+ok3Iod3XjZz8ZoZRax4bR4Vt2JkxoYjTFr0s9NL/UpBvyv1EvTbSkfO1HF2J4izvavW
QfYmtEY4Of1kyKjPpdmYOIoyGEfDV5MRwDiFA25psy3OEVuSHsHypleFqmDj2krqmDt1gCkgki5d
cl/WjdbbUagX5Vbp/HO915pXZSiS0AkoAjyJcTBQ8Wn1aQboVEYBkKBaeRfFBhEzUwwN7txZJS0f
cWXG0kCPu3A7YCD8Fll9wtNZdT/azZT6tdMnbWs4vd8ESBbqXfBei4mQOkEvx63dzRkvFPBRdeH7
2ixuA8Waw7MhSvzEAeDl80qQDpxcKwEctS3qvr6fC85QlFsa2dxQxQNUX7V6m3hqMiM+RD32LY0R
XbNrNRlg0bSlmTpJrQ5eXRVg5cGkCXtJHfJ3P4j8HrnVXH7zqZ0l91FoDO+GEQ3vYSU2hh0CBx1c
ulag2LrclJ7MRDWeNFL8wqkTyXyoo7rXvIEe5AsEdJTripoi04yi13uE9FK08WfZ+gF+i66tkeUU
xBa9/0sdafOfoC/K8c4vZdZFZ0umpOpats8qcZ69LkCDyhd4LWcAQpMzdNtK6tODZgkvs4BzTkl8
Pz0EGC0+1VMq9u7c13iP5ypWPs3s645BsWdQEJizwmibWiNYvTwr9fquBXQzPae9n1T7pbN6xqkB
2FErDAxxtaJQIOTMhfFo+LKZXikG9eKNkPrme9K0TC7vWo2GM0CnS4mKWb+l9mK9SvJg5ptAD6fQ
tuqhvpbQD4zoWsf5xg9LxAp5PsVmO1LsnXMGs6O5UENuF6G9MWfg046hzUs5kByldZJunHJX1BJz
3DV1Xw5uMxr6AVk8v3D6tgquo94fTEcZ/fouFxDLtOcavoYXV0KBm1yaqrdlnI8k9hFAbydsoZci
9NbkBp0VhGcpiWCK6PgolGdOjFzeITaNxHJMKrFI/uIQdZVq/vDx3osL3L9RdKuRnXvjMkB6NQIC
QKu7iJOJA7cG7yhz0MwbuCZT55U6h5rdlkbQ2gXGT7prCYXPF61EEs1/qYmNJ9kUKk5JQxVahOWw
+zwL2J8D8lHFzOdWZLGyABb01KUDqj6AyMWuqYsHOTmnW9Q/GvKIJmnYi6m5SSQpBBEvlvGf1DeD
QrJ9mc/tovfHRnoYkyxG1zcrosXZEwmr2xKdUpiiXDCVm0Z9+zjH0zhsM6uYBxhoODONFEUHCH6K
GPQXARkAfRslCF/QSO0KZlDKt0E7TO+jmWSIL4RZpft2D473JYhTeSdJddRd5ZIgJU8jj0Xfg7ZG
wq4ANOLmGj0RrwhM5WdVooJkDJq+jfQxvtVnXOZtc9C6xuVbu8ge81YB+2TkUndoDPR3bIUtEVGt
BivhWoje5fYCf7PsQprHdz9VeHQ1HpA6kxXkBO1u6TAi0hOjQSjlfvhYoCj+2oTxovAmvBjmlN/U
bW2U+GGl9T2chlK4ECgfB05a9fkTzSJpLhwc96gJupLfdMN7LM/Ts0Xz4i2DXpFvh0rVLwJ8PkU7
yy0oC51a+39j/v4v6v6XvvgmLtgwPDfojII7IE/638Pwq6J+L9Lkv86a9Ef+9ms8/tsf9HeArht/
EKFTy4GoB0BswQr9LT2z/MnCqNdQgQdcsfzJ/0jPyCb/E8E0vFMCdA2ruP8foAuy9Yf0IY+G7MSi
C2f+kwD9SwqHNRz7EIkHjZapuC4zpWYA8sivwsduP9U2crZP8wkEwxrJsiiLfBpiVWpsJaWtpZkh
XPMY/Oif0mtsVqgEu/kp5Pmq7rMeyVxVs1KAUollMlLh1bubU9Dv308E1A+vEWUCbW0ZQxCTJ2o4
hI8DgsR2dzU/+hvxUF6dKiatGTd/zeOXgZbs/pcCjIrybFzKY/iYq44SeiD0jQ0kKes13JwhobnX
9u2+PPdvOhcs/Nnk1leKx/VH3LRJzrC032TWRjK8X/b6zV8p23/lXXZTROix//e/1kW8L0+1rP4v
T5USSuszIkKPtYkjrJPsNsVPy+s2rTe49Y/xoX8ZVVs/hTj+WnVZts8vi7GquoS1L6vA58JHcS+5
9WE8my/i2BYem2N/Lu2BH980vYM2d77fG4f/YMoG2fNigAE+44tQYCXEOnSj8FH6M6ftC0nzpXC6
Z3yQ1ENNC+g62UQyirV28vr9yEt95t9ZM1IeTPrXgVdZsyXXci1Ky1abPHSGpNqeH/4sdt8P8rXQ
thpl9WU2kG4pdvXhow6BIbLLZ+QPpcymjc+AKil1aEcCoqz29+OuG0p/zw7QD9wC1Bw+nuuXndSj
pW7mkhU+qplX5027CQKUKzH8KW1seS1bHRTRoZZ8m2kxAr7jmSL2jZ3VentuSETwXWTQteyhxInh
WFymknpltUniJqNxHwv1i5CbD0m2ICN8JHAjadzmsvBeUCPcGQVptNQL0WZUZFjgzeM8zY0nzWXg
fj/LNQXoyyxXZdRcCo1pFOXwETHT6/YmuBzvIke6Cuz+YXqVnolJTxVOl5/4ddf8e11X50YeB1Pf
y3P4qNyrSJoUtmCrXuahQXMthI75ZJ4SuvmANH834upM8KFm9nUlhY+Vl/2odr43mU7njZv0QnSw
lRctr7+Z7dTNvNGWJkchpgw8usp9sotQLApsiNzb9KzZpVt+nVwLrnzunzi4lm/lyzMCzIbgx8mN
pdTnc2s2ezHMW56xvpjPravMjV++f9Mf8KX1CKYE+Bta7dJLoZr268k4wWdS1DqKHqH6Ofq27u3L
5K64q98A+cx25Qjen0NsV0fzeT4P3em6fZToRXvRSwtr/7I1N/rZdCPfixznpTM9Bq7vjbHtB7Zx
Jmyk+/EGcwE4HT9jx3oebO2tVt1E8m5Ft7rp3pIb+r/2cE5qZGeyHdz8GOxTmgYfDIvvZrjayyn+
yGIbCuEj9tleeNa7+bVgz5vKQXd8dkVvuBPBruwR1DnDh2LazA5Gmm62UV/BOjvhC/Ic/BcJKY9E
1O2c71/Ah2Xid4+3esXTNM1gfYixwbhfTHsxdJqHZNdt+x2AHCOxzXY77qW9eBHulRvrojzV4vxg
bHz3AKvvAOHyQYRxFj1CGL1Q9+Ez1iY7UvXz4SZxDsYudsdz002cx3oPsMJZNkW1r5x231yGm/p8
vM1fb378Od6mXrRJndh56pzeVZ7pq0N6He34sniU75pzIODl5XB+ykN8TcL6OKpI20GzL2wJusKf
N3Aok0+Pchg9UkB1McyVXX1r/altQDVs4o3hcSaXnn5PdeA6emud9hi47yde4e/OLsRe6KLxDNSr
VysohwHS3nocPUYP8oP8Ewj6mx7a7T7PvGQGFWLDdMIz9cSoS1/uy3v7ZdRVcDE3QYIGeRY9xpvy
WtsJ9k1z0W7D/XB+6hNaA9j/WuNfhlq1ZOrSKC1fYKjkKqdkeMmJ4G+is9zzrzg4T+lMrJt4X4Zb
RRBA3orEQDLzUUUJZXQT17/yndYdLxC1d4Sr8VXwpmfxDMqAi8vDWXOfuBQoHk+s7xJBfLe+qwjD
mDCdM2DfPfJRbhGz383b9DW8Dl+tq2CveYpXXvYx2xtuIWfn9vvR5d/uKTjrsMbI7ayPP/8lzsjT
fJQg1UaPnTe7qRtfp250DmTGFRz63O/Dc+V2rm+XexllEbpxl6YD6PD7h/iLO/5lDbA1XmgD9GE+
uOe/PAWmGkFZqKzB09kr6hf20/3l68Mmuqrs3GXHNU5/XtivZ5evhn2OoIYtuZnjyba335Z2aN+c
qU7mXMuO6FCis5/07Utjx5tse+AMCTd3XuLsLkJ3A72En3d246nMr7dfH4LNfWZf+2fcws7m3KEK
6za2Yl8GDNHYL7eXxua8+H/MnVlv5ci1pf+K0e80OA9A3wYuhzPqaE6lpBdCI+eZwenX98esMpxS
Zqfa/dQuA3ZllRTnBIMRO/be61vbx6vMvVj4WcPdWK7h61vZvZr8/GzanC4Gfww6L/Sp+3rb2b98
21w+XL8E8wWlHDVYNol7uvirxF65x8E3DxcnPXi8jT3Nfc/4pqe7tdp/e9fw/19af/YuTkDL94W7
q9zb3GV8V9lo7v0m3EtB8WMClA0SEp/f2lG4X9y3i0eLD3dV+YV7A+np9fS48BX8o+QH1xdu657l
Hh9772+uDjQXjO6J7/NK/WHzbfcabWzq/6hq3N03qB3e630Y3D2G+4Tmg0t8ANhpb0hLe5V3wVyu
q2M6PvM8Ihc4EN8ZQyx3b7hXpxt/8E/73r3dTu7jvH08eq+Tr/FHjxNfCqIBuyZnucMn77YXj9zU
iLkcb1N424VvmJ1699rkqc6XJr+l8HSf927D7+9dmhJ6N1v/z0tgBMHWdr3poHneTXA4N91su7/c
TO7D7hsfVfO2g7fv3EsMRli3Z9/Pb465d+5eni0s57PdwfEkr/GDw9khuD6z3YPj3zfucSfcmzbY
G8EZg3hEWq4Xsrzen2zaIohIF+Zn+0DxgxV3GQX9wXbZ3k/CPS/dYGcQS9Dk7Anv/EZ1d0HsvpJr
ZEK1w0vsb8eNdNAOrrp5cs+/zX52G7mPsVdsTSYuuOZ/avcQrc8ude8cl759t/Ri/vDszfKCQ70N
j8FB8dZP9lZ5G19msQ2eeXF+xkB8Tq/2TheJH7wH/mH7tgY6wfnrSXgHETjuNzY02R0vgzLYvi0e
IpngJA5Xs3ca/GEz+Mqm93eZuzshkfXUwx1vN6a9LNnbwd+AYwha/9vd6cJw73cWb8Tg21t5G+x6
33LvTscrPnnmE5EFtVe6s3sUwcVd5ruV/665N/evrOT1NbLc98IPdt/uvODygBLMPd8+MH2F+363
ux9dZnf20/Ons5bOifOHyHuYN1NwCPqr2bfdJRgCaVv5sZseQ5eznb+2pUsQt9kx2fUhdiOf37r+
PiDgPszU9QN9C77x6frgEHo3V/fPo3uc/I4JoWzgaRuaVfe3dL4IIlGbKbyy/Pyb7NJtdt4eSu/Q
fXGL1H+7y/60v33qfVHpaU10LMi+w6dw76Xj/eI/nzpWzR1Pihd2H3sn3VOZ+sp7vt32QbF/IW3Q
7L/b7tkauw5Bs9G8m/+3qBCNFhdp2hOQRH6MauoUii4uTwmZg3IvB1ECFazew/TIb+iVJgE1XgAl
oHAXaF7Jgvvzxv+jx+KXff+n4T+dwE7sxKZedmtMqF49VufTntKDu00C7TzcmYBp60N20XzxNNZf
+nlQ1PR0GwHOM7BQ/vidcWpIBtxXk+9dm9QABsNLR025bGBhViI0csulrrxoaq2vsny/WwWIWOgQ
5T5vQC3+OHBR2NWoSAw8BvSgv9vv+sN4r95zI6lP1qV0a3s/pvc/ykr/t+j69ilPnsp/uKJ9exL/
qN7/cdM/9QnA2Jfuf66/7KWq5zaJ4v5/ffxb8Nx/j+U/9U8f/ib40WdxJd7a+fqtEzk/+heCeP03
/2//4d/dGrdz/fZf/+OlEmW//rYoqcqfE8eApH9aVevv//vnzp8Kfm4rkvLtQ+fHjx/4K7MsWf+k
2Wx1/sP3HCYmCex/pZYlxfgnPVSIxiw0N7airST9f/V+qP8kCEG9CslH1lkqLJG/ez+stZmEP+U/
3GX5J9p/klr+lF7CPGH9TSbyyzXLrrFDfFwSKQ2sQgMHJrUj+cF8KCOvXRs5KKzit+3Tma9fGgoy
Dj+s+lIE6qiKZW8iv38zbFHM+6zvxtL/aQIv/3oVfk5jfnxB/vpQpM91eoX5r/njLv9TNFYUZSOj
0Dgt81zfFLlkPNTjnDu+iaTy0XGi8Zsz5s69YQi0uX8e+mOu/e+hQcmvslEd3sWn+chRCYWDlZ7K
OpU2Ea5hZyBfEldSE/myn5X4+T8fDoE9sBLARkTAn/ZlrZhow8pTXPbylKMhbouXFWv1GNroBgY6
IF7/PN768f+99fz19X4e79MOoKW4TgnGU8hABXYm13uz6eStnfK3fx5pvY7+MhId2IZNrgWcwac8
f5y0dTUvGX5BZX9KpazYp/E8XPx5kN8tFJXKEM4tJH+R4n5cvVKXOsLsklNli2o7D6ny3jYJGkS8
c/dq2DfPojFJfOeohf488Mc709/zaFu8L4zK2/tpHrtskUus/E4RylzNq7Fv2WjZGF3bi2Ffl5MY
jlPuDJh/mdJ1mFaN5f55/N/OLvRIlij4/l+Ux47VzpkhM35WyUHdJuMWtNhXHre/eRcUrJMMvD7W
8tdnp8/MsPu0r+ITYkPjRciztFXkJb2asiw+qXXbX/75O326ff+YVLzkadGlmMCgP6oMP732KuVi
Ds3olE5tdWynWrqncTS5pDU9vLJVaXpABoRRsYmQSRaZ3G0IKnLLk8dy3vz5o/zmNeF1XP/itYSH
/+nxDuXAthlGp15AZ+kx0/NDKEaucKqvJAu/GYkmVYtqgibD75HXB/3TdxYtDSZFaJ0Nah/da1OS
7vEkMzdjQ//cn7/Tj5fh0xtJGyjdhxw1CtWa9WX6aaiiYSezUu0skRPltmcqH606s59rJ1vEYcSr
/M4K47T2RFxkTxBqMHjDUnH8IhH7mzcHjTTfFlodnYufTWonIzHos1XO1FrQMWxQtveQgumnesnq
oKC75TQrUXG3zHmxLzA1/SL//ps1TQWVei3nCrJKfX0eP0/CEqdo87SzKsrsnTo7/SbLY8unU6Pd
hEoZ7f/zSV/twSle0+Mpc85+HE84eszJq57pikmLCaralaBlwa5DZWmJe2Qm01kb2+I78jJlB8dQ
+96m/VfJw99N+s+f4tMqY6MPLVGrZ+2E4k1F13iO0FTzpFQ1r1aKwVWZzsMWgUm9pTE+/mLl/Waz
QpmEXht1DruI+mmXNssMV7hFOeunAqPBXjV2yhCpX6HrfvMm6SurBgaRxYH6ub0fCVIo17VyJoVy
H4TGoG77uCBHoZT9V3H074aiSgFehBBtbZn9+FCtaBkkY1DO0pyNmH6eubux6DHc6H2CipXjJjrN
cjfuE3VW/RIZ45mRSo3sloXR3FpjVZ0beqOdT/mYgp4yWnv+4nj43VYK6wV6IRcrODfyp2Vnl10s
6cZ0hpx5PhvbTg+U0skvEUKbCP3i6TpOqT93yRLua+GIDZ1pzT6srPqr9f8xebvu6SsfQ6P7mXMS
VsGnD+LEvTQ0knmU5iS7QKuX+lGii8Cwm+7K5LA+yglsTDlHS2s13by1zLYk24ej4xehwm+2P0BO
wBIcAA8gSj5vf9okRsR4xnFoq3wTzpk4RUXi3CRFTSbdiqPr1rLEzlFmuuWUUdkkwhjuvtgNfjMb
SPRgWBDUUukidv+4+/AkIDVYRwBkjj8tA8JUepZPdCdZZ2oUhudG10p+a1jlNe6wyQ5QtnNIzDK6
+uKD/LqCf8yEY9LSwoifXXLottYGRejHsOjS19A0aj8ypj0W6L5WDHSUNhbCv6hvm53WyMm7o7TD
PYDW0lfoENvHlMYxZNfbc3uc9a/ernUSPp5TaEooAa6HL6Hj57cLV11oOqZ2NNQkgrwlYgNxxKwD
x5nECVR3KMMyI9AqfX0aMNQWoeoTzYsjNxQU5pWGregX07We9798JKBMID6Qd9Kn//G5AR2bpGyW
j5pIROgiaK4vsSJt/RpBvxfVdX49Ox3wV9E9xeoEStmunH04VPNV3Eax9kV08utuzgSx/6wGRw4h
6Kf8QT2C9Ykt7RjNWbRt4RMobjspWKVNbR+g46pv4VM6qQuv+FzSOGr+PBu/HR4vE4qp6wb42QCO
Dk/d6kbS8UOkb+YYEbatCDnzR2eFG8HOumpFRCVB6R4glOpfHCY/doxfnsUq8oRVAfPw84malDpo
Tks5pmXX7OiPTLZDVFkby8jlq7x1lEc6c9o3p4it1s3kJNxPTr63UhvxKvPjF4XTf7G1rIHTx0+E
CIPJWG0qCV0/7yx5KdFnuqQQaKvlCTIsSxUn8Mo1s0jvPI0+afp7CfMQBbTC//PD+PVsNRQCZjYT
pgIgz6e1IEHbzZAFHG1oR9f9GM9bOle/6nT51Fa07uKMsnpCsYUy75+jJiPpa7VZ4mNTTtLb0sw3
WT2/toWUeWwW6Oh6S9/kLIstMIbEDzOajAqjhqGLJyqFCqEtD1Wv6+lq8R0Ff56B38w+Rwz+TsTP
nP3Opz01D+vcbPlsTJC6myqlOC90h97qSY08u7Qmd65WZqsIv9jM15n9+NQRUxHGqgxucqp8mvms
1+wYvMbBNjMk3lNlQxyox6EkSynQUPj5GK6C6TFCgPrnb/wJ3ro+Dq68a6BDKM/B+vkr262i0dQd
HxGlFWdaI9FZOkKoNVLlDrPUwcPgnF6PZbqKhsY8jmNrbAxp7jYStwq3xp/8siUX7ClhG91gCA6G
oM6uF7CYp6IZBq8ZopdWFrdiTLXDnIZpUNaN47VtJwWT5lwplXwmQ8r9Yin/GppTe9NWh71VK8VO
+3GTtdokZ3u1DirUkp2Zt63tL3GobVujcapAU5evTsFf3511QEACbKJcwj5z6Fg2BbwN8zBZDuQD
gBcr6+8r9e5vvhUvqAyBTibVi0nwx28lJ2m9SKlxKCQlvBwsffX7LrEcnxVlZccvsXTz59Xx69EO
DgxAF5oxAOVoWj8OWGZjS/zRHnr0Uz78/yHIY8Xc4IWten8eiRvTp3eAWIUImPQhz40vqH1695oy
F/BXzECFN9JvGhDtlQe4pvwul+ZcenYyGMgXwmL5rtZsYih2pFYNrFEbyr3ZheZJRQyBKFRCQyWP
2aLuulltY2+ZmlgEwpzTC2XsEtqBIDdsoYtP4b7o5upVVEvxJk0oQ25mXc0WTxc1LfRdk2t3Y5tn
Z4PWOy8dEWXsW0pcP4Hisnq3V6FoBrodG2Mwhnb+0tbCAk0bxmJ0dVNJz2seFwr7uMfaXhVqkXnt
VBgB8h0p8qouz1/6SF3OCqWBvlHaWru4CZahwAYm9JfuWOfZJQItePpmrYkXNoH2vcmX6ZihoEDL
Uo0ZRsa5yN87MLe9H6PreqsA4l1zYZXfu3JSr5Dfw8GI6xaSQoRw9JnOqDwC+ocfumtxvXhKUecN
7iDJ4aNeKDN2TmWea344yumR/tfsCmZLZ7sW+oFbcgJqvAWXhDVhmpTddFxSbGOhTaowzDt1KkY3
CpGGwRtPmbwqB9dRi2qfCqf0VCQTby13oW89ggysKCbTYQXXszIEVpn3ypbcfmpu8rj9rgpRDj4s
m7HZpHHUNAF623hxVS3FMm7uU5wlVROFrkvMZrxrsdwe5CE379sy60cft4wKEA9CGJTn3eLgkJ7M
s+EqfVS3Lgb04xHE+wJ5h+Rv5/VyPiweSpUGBItZCy5SZTy6cTk7sduVnIrQf+xx13UFePe+wZnK
r7SkqDyjMcKLoh002nGpizV+JiXqpR4WUrxt0wHMatoicFTmuYk8U01M283qls+D7CePgtCMjMpz
cNUIj4OT5VUgkPJtYymzXwxkPfrq2c6q6rRkGoA5lajAjRp0/CQbeGU4Rtv1gdbq817rtOKBAEut
Yac14bMw4vWRlJEk3CKZs71QrfaOTXGavGietNuChsX7uGumNsi6SXs1S85bPBAa/brNMTDyw75K
hF8s8zQzh/KyJq5KI2N1zsbNKEP3sWON4fHLaFKvNvPxmNtNbmyHhOuz2/ZDk+2ioXWSQxI7Fayo
LKUYIHViWZBSWJLlylY2v9Rm0jVuU+Sl6ipISrbJmOV43FsrjTJv8X32o2rBSECR4tJwOxaPOOpp
UiVb0HBE6RAnGrQR1QRddG6NMffCFvkhB5mTFl5t2WbugYQWwm/mPix5AJWTuwC1hmczHSy4MlD3
Hq3F0HoeFMfhBlFZBLdDXraDnJS5K+lpesdCBuGD9UJ+URMXYnGPrS9/YMf6mZY7Y+OPpRE1ewXc
1G5qZ7NyQwPZXbDA+S1ceSrbI9pQTOorHvIQoA4Kn3UTbmWgZTJc3KiFveWPTSH1O7Wq+4fQhjF6
gVfseG1Mqpp7TYiGxtWYyAhYqB3elXWWjF6TVQ19BaNc236uJ2w04SiazG8bjRAqByUEqKa25cLv
k+GHxkuuNHeAZl4EHJXOSz1jZh7kS2hbgVNbhX2WzbWkuTM6oRnaDJ4vEnRXvBjC2n6OGp0etZkc
+ctiZeqhkBv7Vkv1jF4WVqTsVnhWF1sFSVqLFM4cOoBfkWp5iqi7G9NMrNbPWxIEbq/YqUbWDL1a
kDdi1a7Va6ydJKr4lgjU9p4yVmVK8jslMsEkej5fCmn5ptkd204EsW0XpdVic7UbpXcr0Y3ZG+FL
4TBiTNJVGk7csUzAJ4aXzmy8LjyB4SRmCYuPpq6qK1OjcOpak4MpNOi2B4NO7BMzZaiuGQND5AEM
11FoyTdqkkuaZxflAJMoKuUqqHA8SQOa2JzGDbWpA9XuKDCngA5bNw4XW6RieGlAltRS9Qwz4OXB
QeOGXgsqG8y1wVmbrw0FpJbd1oABqmRsTHcY7KXwZ50zxRvHUHs1cOI7aSlWJt7MN6x3hrTENzAc
6+9kXdTnQa6mlwkzCTMwY6n4ZnGLvdTT1rmTTH08jzQglm4EttwMkFubAkRxtAAIyBGo+rIShtmm
T0b5So6NOke45fBkHGsy4GbVOleyJOqUBUG1JV0C++45+vp83CWOln6HgKW8kZkNL3Oqaki95cm8
rkIjTL1mWXDwINqVz4DsKdyw2yWxtoT3NfCrceGUNG0jjPxFlpt3tL6y2LHrDnT1qIpIA8SUJnJa
5LCQ0FiU2A2KNqsOHe6H987YmUYwJIOV72UyQffIlrPB570S/X6GE9weZzuWbmfJMgKpERpdx2OB
SC5HTeu4alnm3zIFlbMbN6F5IUtNTpt5UUeFm04wKT2zsGzhFXYB01iHdHZG0EL+PpWmuvXGWWLX
NpAxo3OTVuizPo3V20QFp0Sqx4kLqE9vhWe1hjPsodWXhyUlkMBtJbtIAByNbwYC4J3CWSMQFcul
OEzIJXG/BJHceLpS2ReggED1wNJhS9eyWnvUpSJrfIIhZGJNqc00wKfm8AAOONmPaodiocFAtoQq
iBNzmRcNknpVzV5tymYzILiJ5Jyd65aNYFVp0d5rhbjm9r3QrdprueTVwiheOnOYxo1utUN3GvFk
0fZR7pi7ssk7VPVwNDU2tNx4iZFSnveLWb+MSZs17oDm90ovLOm50pxoIKtS6oXfSTXY2B571NpT
9Fz/weFq2HCc9EYz++m8YJenuEW8zqEg+jZ22zDqaDZucvkgt0g1D2EIFvF7UUEp2cph7Ih9ONZw
zMqyDVHZGqGknxT2H2LCmYvFJVj0AT2BBC0PMbgTxiOKe5EOHpriXAuyupdVV61Ymu6Ug/JyAflZ
Dl46i7gzq5CYYmiSmiQa1akgN432vmuUNPQjy4rSTWuZ8fdEbs1XE9Vm6ZUDYY87TYn6qgtrvDKo
Gtoww3J6vnWjNa+G0FLYAYsoq912LmjK0Epm0Att4mjXWEaOc3uZa3lFQykERLZm3MdSEsMtMO2b
ZYnmm5kM7K2mxLqxl8qafAzXL4dOORnwf2D3oNu9KF5dMeS0TXxLI/Wv42n1ZrRjX/v9oBm3E0i7
W8eOsEkiocn+t6ihNUAAqMOLmDLOuHEK0YfXjdFGCFwMo18jLCNsvFFbusSNOrAAXmmlDsRWAuuT
RKxQw0xENOr26KWvrHGOHwvEpj7IOP0EU6sLaiXv4y2xPHvKOHY0EmIZqJ7jMjcsm7BxMhAi/Mmj
WpE2pvVZtqcgZfs9GWIYbhdDLpp9KusdqslxLq5yo7K2bDJJuU3nWl+CKESwgwgVPhkKFj18C2O5
uK5zKw5qvWyE20d2Ru/BuHBOamyfAMWSFbuvp3OzoL+nS3ezFL0Ub/R8VJRAlbNsIcQVzrvSNbXt
TWFXZH5RDTy+2YGYenIy3K42taNHplfCfzN9GDQlrldLaNyUOe7JdcxPbTKOfB1wQNc/wLeTkNh0
VlMc7RD1i4e17qx4YpiN13SuUnpc4D6RPOaZ+KZiI5JP2To9pxsjKIZzT/ZnqIFaePlsV8J3evTh
lZSQFpDMpbiVMbYhTBuI1QOAD3MGVzMEqJiMyok68vI42VN2p/eldrBzEbderY7ztVO09uBVQye2
5pRZq0XQ0hD+zMO8Ncmdhjtt6G6HKnW2mtQWipdkBFtbrVWloCT00k4Tk3MlrDRJd3Vi2Gect/oP
nb1FcB13vSAWSocCOTdVjuq6XtrhttQj2XS5SC9ob8esfy70aniYcyCmBYsq90unR/0vTaIqfacp
e3PH9hoS+s2KnHlLmjdH6jGh5DqknHn6c41aLp306bXFqAnsiN5NpyXiywR11w0PGulFCVxopL5O
Mxpjb5y0elM3M9wIR+vDG7AIFaCAbs7OKU3n79aSyqPvIBG+r1RjiAMpUVA2R0pVGocEpsjoSzVC
5l1rZVCKIhUHL7dqgEh6ZLazAcYG9nw7HTqI6Wv11OqeJAxIAXEsz2e6rAtWFFiObBOW4QJoMg8L
32jS6I2kljV4nL1m7+e9NN2bbSp0uLBy+J4rg7o3tBnYZsl+9LAWJs7jfp6TPU9hDNjfoYDEqjrd
OS2vdpd3xYUd5YI+nAUh45lmS/lNCLXR2VmNPcW+5gzmaclkFDrEftgRDs2se3EmomcMKvB51eEj
oimP6exwAWXDRXGUXHj2WKbCNdVCuhSqvvRuE3Gf8bnejO9L1kpi0wLOzaGGxvDqm9KxHkr+5DSP
TXfdDblymYdMjVuqGfaFKLqd+06wSWzqrrcUdwDPnbtYZhSQMCIh3dO5NGN/DgVe26AVK94zq5Ru
m9Sm1W0R8AEJl9DXuo2Boy9BqGJnngM4eoJbkS+0DKfEakExjmLYSIVRHoyWUu2mhbJv82onM2oz
otI15tMJszEZMoZTWxvpGJjVtDheL2LnUVcRrwVkXWocttDZX0Rt5CD6aGwAtqnc1ucLe7wEMDfh
NllN0vwAy6LRPJxq7GoDi9a+bfu4bTdYXkfffiRQ/qP+uFPy0lZd9d5/bH370c727764i/qtvOnb
t7f+9FR//jc/tND9/9EzR6Lo/6zR/u/lrX1+StKnD212/MhfPXOG/E8U1dDuaBDg7kt3y79a5nTA
R4TcJEDhZlFHXtul/u6Y05V/oklZI1OU4hZ1LdLEf3fMafY/iWbx06Bwg+nHisj/V7Pg5V8JXebs
r+bBv//+5960j0lDNArUmPHKQGzKkqRO9akUBOs4ToEkyoG1VMlOgrzwIAm9+ML+8Ufe/t/Z5R/D
0AqzeqxjTU577KfMGpgajHIxzwigv1ogOHW0PWUPfkGdx++zpr+O6ljvhlYFlg1J+tJMo3qHw1L2
ZE55fzKXIUoxTUvM3WBk3GnyfnDDFirrTw/uN7PxMfn+42NSGeBzoN3QVNq9PiYbE3oXOxVESoDV
R7edqrjkrVyc6Ig/2FsU5yHNQ8Pg9xihfJEE/1QH+ntolUdOFE/y8XP+vUyVMZntDI1DnOXXY971
3/tilINEE+2GDabBxLAPn4owSt08lvvvFd4a33WRdqfCbAMlH+Yvit2/WRrQQiio0pHGcvuhgPup
tySNFVpARKkEc6sKg3yanG1ylDUvf57z3w3jYNy2Kp4xfTTX+txPwzSd0hc6tJWgiot2n5Jt41oz
tl8UGX87Cu+LZfNOKbDaP45SmUTrut1MQcL1y8vjWsJaIHz+81f5WEP58QxXNRkdqCwhHCzWevlP
XyVsstF2smQOcGrRTpjXzBCNyupa7czI15aw93JHz4M/D/qxfsmg7CAk/TV1ZSjyGq/f/KdBVa0L
y34IIbjm4yOUwuRysSEJp04ZEdLSfYAPTLEha4h7yVAZX5SNfpnXdXR2EKwHafyhSePj6MsixVPX
OGpgDvklphXWJRBMcf3nr6j9cLf5sH9g3kShTqfgQNmaM/bjMFGtjLyNXRpgXT77Iy7pp5S01SFb
OFwxu4zSh9Ah4tTVsj21oxZtF4hS7DFLTr2ue3PUqX+s5TnLyHpGJdiUARh/JBRjByd/PMbZmB+E
naSbLMkG1QU4HFgheXs3s+f0qgQmEbnhIsyHsBlGGmjp19vaRWf0bpIOSTAYJpmjjFwEyZNIFt9E
OydBy3362LVGfjVpzQg0rjUfMuxGtik3Jy+kSfbdashpp0Y1bwYxDv7MY569jE0ZuI85HGgILE95
mwJLm2dtY9Rt6mpN/jZHXf0mjPSk5VN4EKmtzZCZkPSphhKeY5wMXEibUusok1w+aI2ZKy5XsOV1
0XNxKPjpQxyO6Teonhq6donww6sjkysWM1VAX6uVB2ESe5R9+X2w+tarEm7fXk3d4SwtksqLTdq6
hBURzYRzt7h1pIabqOtqn1t3v8FJePgO3WD2E1pzfGnJ9XM5smkyyLtheYqUGaF4263xXqFjmQiQ
bAnaUVTXmOkO952W26TjktpVU1jCPsCcnQ1Pyy2gpbj5XDd7tUu1ndWX6Z6yQLZtK0NqDhqP0DNB
ZcbcBgNMCvStUU/RrmYTh+UlK/tWqsx9mpqKv4z2sBe6qLec0tY1CcjHmIdziX/GZsGA2q9McE0p
dQM3Gnsz6OVq2FV6JoOyH8HvhzezkK4jAT+xkeVN1lrzClDb0EpRnglDecI+G+iSXMjUjGp9h/Ww
6oVRJugcA3obG80QZLmx6+dsOqSpFJIlquhiFP1OM0Hq1IIVBPe5KMVZrGm6J5A65Aqaukw+ikR9
FgUmAZFuXCZZd52a6RIsUVLvnSpyLs3WLvbUF9Q9BhPHuMrOgcAZgWVpw06X1Uc73VVp9ULO5ayT
xB3s+NaN5v4QyuU9pe5hb0fMGJkHKVAKY/DVyBmxhg5nb+1zwS9RARQXEb0GSQtIYcD0OFCwzjSo
6VQ9UvJKV28qKBs7qU3lnYMi0c/0RWxID3Jb6q/sGYi4TjcZdgbahWyn58kyqn4rA2hIrZLCbkab
n6u2aXeuh4qKa7Kz72yMNUSpLtcd4uF93AzhJbmv5wmS1TaZxXBSY9LaZRZNh0UXkiukNveH0gqS
ophPQ02PZhqRmTHqbth1lXacm3HX6NNDJ8vVzk7K+3JAj1lNxkW6lFdSqdnfnKoaLtVcdh6wvVlI
BeQXXAidS9rfZo90KV1EUrsEaju8Gg0EQs3iYxv1JaqCbZklr6FYQIZIbevHYd359NrhnLFE3ypV
PyOhlB/DjEmj02NIapIh6vyUZ+XsQ5R4Xux6p3QKWW+iFcfGc0Ltb/pphPRYLW0w2COvlq4XL5Ex
b3PNOkYNRYrMqe4VyhXfpWR6lWw7CvA/Q42aSzt9tJbzbpJeJBwdwYJBdHS1VJsvZoI+IOpQBllV
qUsyfs2xhtJmMrvnkB5Wt8Abc3TiR0mLL8iUfLfxvziZVt5zncHBxVw3wdnY0/HMxSeb0u2cGLlL
5xVmGiug3YSGPM1XypLvlWYxNpXENWeYf7xO+eUkVzbVOc1gP6g9O3bYwDtr27X9gebh5zSdD8IS
cGgiATSrmJ9owyN/BIjOrXnEVS2+t3FEi0w3PwjHOheiKINmdMguYwMd4AMAF6CQOz6Ho+wTOf5W
dun9POLm9eezCg8hzqKPZxWMbprieCWxsOJk/nhW5V0uZ01i1YEjScu8yQWZwo2KHQYvhYE3hUei
PheuFBttcx7hh2DuRko1Yu+YQ5sE8OOaxR8qXE02E3aQ1wk9fUS7k4YLdl5U1fPYCecpROWMWr6T
y2Ac+pHuhqp7j/Sm0ilSSZK86/JmdrymE/PjnDjxs5Qs3Ka7bO4JsMooLDaRMOqTk/bFEx3WEgyN
0jReypnwO6lzCl8jRf7JX0Dtv1u5lD0JvTa57FZ2z8DpUje+LONiz/FrddJmIHv0zPJTL3pJbi9l
g0ay1VUhMuiqkuh7r6hyU7ZoUN+FskjBvqjYCiTdMFJUWOK6o8+MXI4viTA7j/TJvpYh76Vb/HeH
ej/RefIUSyO1JwvH66dR5MArhWUkyxXOTKEI5IYKhl8hX7J9Rx8RKczWSBdLRFhG6qDAcnkzYmD+
EhZWU2/+N3tnshy3le75V3HcTa+gwDxsgRw4zxRJbRCkRGGeDg5wADzXfYN+sf4BVtmS7LLbHdGL
iriLqnJViUpmJoDzff+RMFSTIH+xttfYsQSmsPMpj8qmch6dvirhaGmDv/Ht2OJ0ccaeD1Nbaayk
NIMLrUh7j/VlmkTYgvZWNP/qpMZ2Uvl0wwT6eEdZj1ftslLYNAqbiNMRloEWgZimQC1FIarLzMwh
GzCxwN1K05rkGfoYFeyFpVxK5FFbEBLQ1lYdgnYUT5OnmekuG6Bpd5ps/HnnmVhdiO2ozPzgD3U1
n8OaBBWwgoxPPJhdIwJNhF/0BntyoyLvgvmkpAMFs/CaakrhgdMSIOLFyRdkmmO6K+OkcyI1op6m
EpSoTrsHTgwp3al3ZjuVbeiXZc2gQBqudzS7Sp/2QlctLCfdwXMo86RyT/jX+GmYC9M9zypwqP1g
cmxcuQv8wYWHRDiewgqnIhW6PhqjLKr1ScSnXBZNsRv7CdWqhqb6lBLxcfkY+KMGFsZ2+kS2OVHX
IKzUh2SQbWe529liN5WGNUXUaxtrrCxDzV5W0/Aoap3Hc+PF072CCi52KSdDC0ajyFv1uA5uO5Mw
yl1SJJUVTkUqET05RWFFC6mIe6oVUV2ZeqJPJOy5god7l8xGOFd+AhJLc82922TyOTUM7dY1lumZ
vzIhjDrNi88Di9trN5fTqzl3zg2XvOhAYjNnOJlNb2p2epKP1zPtDeaaDKoquEkBjdfSz/eSdPge
Q7pKIHZG5Y0JB26c6VEulyXnyyCWKBsU8FlZ9Opznzk86DS4C45Ji7iwfeUYwuB6pU81SzzhhqXW
MEwR8esHqIWZsXdOm+RPmuaXceRkYsCV3SzjhZ+o/FXrKU7fTa7JcUYyWDZzD/XaRyP2+SBmmGdE
OEY3kp1ZpdIItaQxz7D2yOLaMwbSFxONEPJ1zL5A8dtanG2KJMtOSaQQlR/0MqRrNr4UgT47h1ZJ
m6ZOsP1PirYWLnWTtutQesV4ja1BrTlRAenDvayCIrLjAUZKIId4XnQvL88NdzGHsxzPBaf94qZE
clJZZIbFoE+nDCn+q2OL6XEWoIgHREqk+maqtlC3677zsZpzHeN2U7UFVbj5wgNskFVoSncBGuxn
70s5u8TZamLuzqel0a7UrMdPS1Ca7lnA1ZHtDb4wxYGvp+XZRCnkQux5MrA4ZDAJu5nrUJ3Uhgic
nbNAhexxV83XE2RZH6VzEd92niSuUeqjnTOpcM8gRUZ3EM2iFPpBKzSkCjVf3heerzbWVkD/cieN
DhKnDzL73nLGJN3PntXfkMW6ZNcGOXLdsXDc+Gp0JlKZLNp+qEwycx2dQc0sCpdHH+y+BeV4CJzM
fiiVpWXR2AAj7lJQ+jZ0vA6rcjeLt0AlGVR74nZrIr5cbtk48uc4SSFqm9Gxrm07NsWO3qHkzeUS
Oa2WnEWi8/MOTlwpIBQbNXEd9evDKpxj3+giwxSC/iTYLG7GNa93Yu8S552O5GcNq1RvZFhrgNUC
1mnntSYRNujG69DVpuCubhYLmxptPxxHqHovVNl2tz75w59pfGrvx5klBnKr7l9jW9NPq8K3Cx6n
dQ+XUjujBDCdxYs2UR0beTLvup3Rly1tSplM96NRohmqFb/G6dwqyHIrHxznaPQy/mx2k/1Ow0Wj
yAjVxhvpN9o7GaIDjSYmUYy7iTTho98knJx1azmfdGQgct9ZQ/JU8eSnykfvRsICha9RiObHS4P6
SrifloHqlUHR9BTCMCXsDLMPq+XaSd2G5HEuJGXPBkeTV2cESSiDKbKcY55jBGwv49GekuKRhqpe
7dJsapNTD6DsmnD3/Fboacc54DSuQMuj07rRFoMBxWgMRJ0mjDLLaWGP5auV9NMhIdqYOyDBpa7R
xq3CysvSR+nIhDHLLUq55xlCBpMpLaM6TXttdHcFIHZL/bkvy2hpgZJWknvZd3OqHsxMS7xVAdXc
KZ5jXFjrXoO15sGMlbqT7oCmNver6kbJQDFvcLB6oe1pEmLVZYXaZVlJgssYZFnUVHo+7EQvCFvq
Xf/ayuFcI+Ghkw19mPuMNGaVJtEypuWtKQp6tIppkjYypaZhn6EemUfplM5v7Wj26HO8pXiSo2Sv
mTzJia5po413fRzL7lgHfZc+uNi2mPzz9EVDazOFSa6N55U3lA7ZSH53VQBc3ImpNvO9acY+jc88
z9KoHOwyPlSj57SRnEoY9SSI/XuOC1tEhZ/0+JU8ALEDhIWceN2hhwj14jg0zDZ/hd/pEQgN6N6I
ZOyzfhf707I89rFl1qdO1idnnjLil5GmH6KxOZCmKOWAnPcgl/K+zZ1pFfDn0n3y/cH2KQRe6kXt
/ZzyYCrKFHDE5In+IA0zfnakzUldWaW6LQdyiJHkOKz3cSUJszI7OXJJM8Qd0Yt0hIg1c/dieWMW
bL2ZwSUS/kULfY2W5LDSaCBn4fXMS/iUxdklSzqRiO/3enlAf+Iclwqc51CbU3cv8iRmR8hU+u5l
JgehqnCehU2aLk7oMs+RoaIhv98HvV2+p0XHA8QsugTqzizzszSpMIDZsuiJ6K6RfO3+epb/KQgS
bA3KxvJwHqETJ6xqg7W/x9bcYPLMJJH73nbqB9NOAtJ0nKyYQ69pqWbtbOOhdSqsU/aMuKCVYo+C
Y+gisx65XdD1+addME6notVgZRwTOWvIJ2FYe2Qcxpc886dff+f/IWH+y3DN776+PwQXXL4OIpOv
dYYb5v232orth76FF9gfMI+hm4c6AbP0fA989ltxheF9oPVFX9FhOrx1PHe/UTGm98EybArQbHzZ
fDOrrvobFWNA4HCLEvNkeoCf/Mf/OxXj4JZfY9DwbFGugaHz5/pltLz4cYfsU+arLiy9aRXhTnr0
3WfyJwzHj8vptxdBak9VvA5e/LPbxa4YUPUp+aT8Ij2pZ0kwU6Zp1HEq928W4R+R4W+vhLIfMwfy
fswWP67BicOQFMzBizGXzBOGCsY7OVO3+Tf36B9fBm8VdA1Ce6QghEj8+DJLUE+sAM6z1Y2Vv6/1
anho5nSM/+Zz+5EZWt8NL8NxFzDHwtj9XE1sYhqndsJ6XtKK8DAntp4SP4+RC5kG3LQmD7HntSfg
NtXlX39hf/bCDh1jjoUqnT7dn4iLggtwELb+bFXIfzhxJeCzPls729GQFRaVuRvcZjkvy6T+G9T9
R2Lh17e8JjQTFM0dw+3y4yfbZCA0pCg/M2VJ6qorQpsj5fYrdDOYAAwSTAWv4RR7PAnpgvD2jd+q
bwU8/5ag/OMFa2KgxwJAhZdPmuZPv4U7g0UsrfnMAQye3yUPZJYniDkr42+u1z++EAmAa7KDu3aP
g938+HaVpqWrv+eZ5tjuEA9Otx+LOYmCKfk7FzWkE3/X7xARH63L44f/mfRvrJNUqf74WrWraUrv
0qtlthLSZu0slbs4Xuduv2mr+0yoAhNcWiDSNucxPsPRQSGC7lY+eurZXawQ1R0kT49FijmzifO3
2EOHFQ7CtV4rtWpXEkMydC9sVPHOpU2TtmDukSUcZwrOwVUz34k08uHdc1ZQnfrYGIljKOioYKSM
e+MzRK6NEmpcUuJx49yit8Qo0C9qdjIS/NZZnkYTCpW257FlLJe+swwX2YJW+1AxQmSY/of21Qfd
ty97WhfqbUB/stxi8aLSAvA7ISaIhRdh8xiw31rjddu5Q3ewhfKncHGh0tDJG/a9O9YUG8JVynbf
ztQ+RpVa6C/QgcO+4NMF2C71vBxPY/QRD/Oo9AC/ggDbK4tK85AFJf0phoqU3DQNNUXUCad1waqh
vJMksb1QDfE8AWACPDx4OqzS+YLlg02bbKNPqVanX4Res5HHIjMLnd5iz41fDeHrydvguvHdMjqa
vBoHNx4iICHfTSNmRY0P9qhreUrwJvBOqpORm6eWvnM5Z7TbhrAPFxwsnuqetTH2RLcQrcp8IRR6
Y60sA2p9rVhKg+TEtqUaAhMkC5WGFNoBUH5p2ybLrVtzsVu/wnLiVBABWPaYJUsKOmP3XjUBcPwx
EJ2YI2kNhczO2TcKJFaGDbqC8qdw0tbxgZjZ4+0RbNVbpP9QlUlHxFGkLXps6IfEy/jyI1KA0kns
qDpoSsveuWbidU/xOFqDHWa2N7TM2F2T2PHp2Lo+zoUBJ5F8KCeyU6gz0CvxdREW23GODwcT1jhJ
KA7sLSSdzzeOmeUu+LXVWiI/uvnsKFICK5169Mc+FQSP7ABQIe8ROrUWHWwWL8VsmSXwQUHXUxIz
yE6vrtJAhyMZx9jVj/gWxFc1N2oJHUv4lyiJkvaUhcF/stDYM53bbvmel42ZfEUmNdhXVLkAqoku
br1rSoxIUvYhdI+UUGvpRzS9JvurX+vm0RNEANzEjTPeciw4yTV7l4bToqvzl6nBIHIcBSiDCqW9
kD2Ne25qnlLTaIdjuri+dSHdOHVPMoXYHxHphDg8rxMjPzfqtHt2C1PvkB/0NSDD4hpaJI2gJtlZ
TV77lqTFJA+U81KbA/1h8EftiSLmMBiTIXlWcT6KgwzqWKMqDervwVjGOGYhHIzy4M+W7jznhK5Y
DzOwePoFVWHnAiR1FrBOWWHnorVpqMzmiSrqQKNbmds9uMz1zi1crBN5IC/HQFYltUS6xHwUdr0Y
88eCAmPUWZlIPfUwW4jViDtsEkxIGgSyc6H1CUtMSvVyhIDMvZn9tqwRsGsDQWFqLG97x2VGNkDo
qTNxzG4ODVYydBB574K5rbEPbPtUXrSGKG8NN51uBpHnMpxEnwQ7Wbb0TttO7ECBO5nxdej4QIkG
yFOfpq/RLiOr9dwZ0bnhgsWqMb2seLL0ONiGIju2a85XCGZZFUeTQsfbBIb1Yz91s75CB9wuGe0m
ZNtVLsdQj93QC2sbnWiceM5joy3gjTRP2cmOfhGhDiNYiHsghYn6YbMmeyuKHYSrWHyzl34GduEx
n083hp06Fk1RWpFRoBxrdJfX8FTstE51rSybR7sBn/KxVmbyyZeDAKEptPhFNyHxBtyTD5ODuCv0
UjN/T23ggShlafzkarp+2aJJK3aGzNAiD4PUU6hif35p+PrErnNyCmJw0Wh0kxhN8MkJ6qzY1bao
z7H9Usme1Kp/6lWfvszUbL+lKHXAu0Tdvcmq0SboVtUgMAejOqauqa5IQF2q00KzdbTeVHaPu9xa
sjeH8u9bxH3lI1yD9ZpXGoD0SCUJrlvZZfdGUfafUozfj4Ouqc88ofJ83wxZQGikVEYW5ajjgC5G
nzyZWV9gUJbU+zolkw/kxstg+eqUFe9aHR6ZEumgBq+Vg363mHY98SICmwWgkaNHmbNAI/sqNrQD
bzrGwrUEhTyW3BzQYJ6cUdPV1cLtN5izvaPMvkN5Dhp5hWJUnS/MovPN7Njm1yErJBTqqO5LvgG1
wxDmEzlZDGZ5ya0TXzX5YiKZt4F6ojpYYIEsrYMY8H2RDgA5Hfwysrzps1W3HgDniCUinJYi+TzD
g5o4NVJrxX40noWma8s8EkhFr8p+lU7ri2rfhHJQq6fGyPdCJFz16voEpAPWMGYcrBnAKzQ7D90g
BFBBNMLSqvjInxZllPr9WOyLqoFiLhw6kSrI6/zQaXHxzC1TG0cV11QHmSiQHaJApCoiz2ydO6vP
puVXjc7/rK7/RbDBd1P/H1bX6H//t3z/5cv/Oh2bTLz/sL6uP/htfTU/2KyHHvZeg/EAmzT/17f1
1f/AxLDKBQOLSHjyrBle/5W9p9OuiK4PBSJLKpojfurb+mp/IPLF8lA9kNqHZgnVzU/Kwb9SElIE
89NU63KWMxNinEXPRc/CT8RnzlAXQzrCIMeJfJjihN76aFgad3hAU6tXWTjDAosXV8/r7NOASYyA
8YQbTJxizxlructbhhD/y9RpRRwf0rZ1mi/LEPd2f0kvt/a4xCBGUYDoX7vI6kncd1ubEU189Q1M
kf+WoOx909fqIz/1gNVHJJnB6ZDhDAqR0nJsxNj5yK2HrPkabF1K/Mr0KvVbx5K99S0VdoVkmLqI
4WEclpyHQGcMDnqRiiCAgOK4W91KxWmb0Om0JPo471PBjrrjQzGK63mrgGq2Oihzq4ZKmsA4IZOs
+uSkW3cUPWUUSaVrpxS3GA5ZGuebcKFq75MNrU0w7tpE5W+lVG4g+X3josB6Hxap64wXaskdEGuX
HKTdBPez3M6/9l0RLb7i2f5gfDSHDP9I1lqruYRORjpdDOhIcv+3Ki27TNTTkGGYO5+LFDWmTvXU
x7JbK7gaI4EAI+9ureZKnFadLltll7PVdyHgpsqr2mq9rK3iq+1SrY2IxKT6y2nwGqOmHmcmcGOt
B8MORFWYu9WGGa0FdJYba53Y6kKpd6NldPTRJUN2GKyyvai2GrJlbSQLtnIyq8TXyNhpyQdtqy+z
FrfjFECMs1zhiZwfPHuCTo2BSuzPnjkxWFg4uHycqkaSnJOISlWcgzO+2DEnZF3omV3aH3MC0Ar0
AyRFhZ4ccj5zWJMionJguOZLV9W+KfQqjoppgYLq9EECx9q14e5zYPMX4ZdmHXlLC9vr9SZ+sl4v
go91HTM+GBjaTlUSAIrSQo4/YlCDH0cdmy7GJ/wBzBYctUbkAJ8jgvU0/ws6LS46Jn7hcfanAxnp
eHkytJ4y9s6pgq8THFFLcBMnanltgYcZWXSm4VAhjKN6LctWs19rT598zZzuDKF7r307abQHuglH
yliYcXJQA4XlaFSsAqVFMsavuREsInQRl3/MqIrvIt9kzonshL+ja8f+Odeq+haTWwJljKzsPe/M
sts1RDS8JRP806x85FBqFNMJrYyaHYo+yLl9HNs69hnhUid8OiSf56LmnTlW8KilefWRP+ndtLQo
pntvHOQ9oVrWRUWFHievQXEeYpAacgMLfAU7ZNvJsGvxXb/kFr174WKIduJjLQc8PWlrfjU6s7mr
LW7uSPS2qUKWOIyMc6HkUzKjjYqcXjr5oWTM4PuYu/JKI5ePwplc9p9ZSfXrsk9cj3pkDPjRWC7u
lVq5nIPoCp3Q+oq2zgg5kcTZ66HD5SDX9hgjBKIvDuVz06jwl2lTD6BNOqziuyDyNI7MBOmK69Uk
36tevlmTh5HJMlgzFluOAgpoIelQL1LWhBH46nEx8tYOe6cu/dMkEfKiQM3xxjQzwlAPnreqLprq
lhe1USuIGuuW0xhsKliSniAgHC46Q3bnPWPuG0g9UMDQ8XOhLNL5I9KR9KpntbnH+LTGC81e/cik
Ke9o1rTOp6YrqWc1qTdlQoUC8OjAe84qxYxVJ3PdnbV11vWHqu+dlzKXXn4aMyzg59bi6nZg22ZP
T6qZNtvO70i+6vTuEn172+xqvdSuAA2KZgeMPtxX+Mkp9OZEvB/qdvWrObI65303YpdRb+2TQ5kF
cL2BoeURbKKoLpkhi5dB+PXHTqsguCvEI/ouUK6u9gDundo7Rp5dIBvBgOwWPIuixG0sNE6NjvJC
t8zkTbPw+uKDSj1v58EufEaIkc8X3uBpijrHvHyfqtSZQnchwApfMc/SJZtHIlcGdWMlWMXDoeG3
ZhhjtKNDOE0/w+dj0lQFM2aYtnNNEPbQGTSxJINr7kyso97eqmP/aPaxkOGs8g7uiXH2q0kN8As5
pkmJU7tfiihJ9AB7NjrjB5ATzw1pox3gpdoRQqUCwYlKv5lN9L2W8yiL2LrjSsE1jyvR+hLEjRL4
x+r0OUlK66GadDUhNG36j+VqwIcPw/VrFpOehflq0a9UZ6LSWY37qnRm72jYDbAHwqDV4J+5w0ex
2f7zxcM6JAHIbL5qkgHkmhEwbHEB/hYdUEHUNlFm9FWyz7d4Af4ZxAQIrGVR2iII6r5SZ82sBekx
XzMKCOkkrgCKFvmLvaYY1FugAawb4QZiCzooNF2dyC3+ILB4mIdDpScK/UBNRILTcg5OjhiWSPL8
7CPl+zOBPWu2QutiCMTU6E/0dG3xCyiA0B/AxQF24eAnSXVZ0xq8Xoizck1wwLKL8bI2yhgn2Rb1
YNlx0+19A1H6odJVNe4KVy7T0d+iIiQB4P3lsAVJ1EFrPRprukRfL/mDcqHY4abLTdizZlLwUCIM
gb+wVpEBdGqdE4Lh4Rjc8ixqQJ2HiqwyP5zmyuFm2xIwVJuShjGswRiaiS42rC3TeUUviGAQGyAp
Gg0am7ekFWRrkIaHrIfP3LyN7c74ik8yv2Pr897Fls1R9XHxNd0SO/LGQ1MIsDqdt8YgviLSGD77
W86Hat38ZtzSPxhnUC4iOCEVZKjk2OOm65eLBIvEZ39LEBmt3tkj+Vjt/nklggNhxvMQAX/mV5Li
WtqKKUnCPL2Gk0DpWmoVApFZYm75Jf4aZYIGGB2Lsgg4oQqzuJBr6Amnnpefc+XHpHlUi7xMk1a2
x7Jxguo8GHx7OIqinm7R2y9fiHPDIdgGmBdJSnCvLbNlVmpopa6jRPQkQ3hOb7+3FFdTDWSl07Vh
t/20c3jukdAxr5Zrl3UvZYea1RwifNbv5eA7zdmQGm1wbDSJ3kbXEzQccymuCfOZEdNwDVk8ZRLj
KseBe9lmi8uztlrVKxVqIBO5jW9wGqSqozdj8eSLSc3suWjy8TFrPRpdNYSuR/ZM9tWaK4YxdPTa
G1EwOux44FEezX9X5/1gDi+4mP2O52Wizk1mCo8pq8YZ7yr0LhEpc3l9TIh4eqrUzK1BCqJ2kU+m
RpYMpeavIuBNnYnaQElX6NarxzZ8h0KHsLlR2hnXjd77950zU2SbNmZP75ytpS73FfLeENGUfVCe
5jjnfNfq0RB28DWYa1GHQUYc396aSCA82vYwJlHNYvrJyQf0IYvUMg6BWJpnnuGrl2SeEVF1els/
dDxn7h0p8Wj6NSIVBc6CcUK1+UmpYUfSanqXZ1dzT3Vplu8WaqUHtJLwDoUltacJyuAp7szg3O3Z
ZCNJ5yqBMLKn9VlPXBSyslzUWTLYNW9lSKpzAzk8k2Tia+85KACKVIrLg13how8FNynT9ACYKMAw
ipnibCInk0OAzKLgePWGuypJaXUiwGC58JVIpt24xL2+S8FQizAYFn1ELR2jquyrThystJPuwemb
1gnb3CxusNAgVjEU2h5o4IxxP+iyiR6OMXG1qOp8zoxthfxH2/R/ms/ONGFl/r3T7kFkdfbl9csv
dKH+8tC8vSbN98vy9tPflmVXZ1t2oWyxcwXsyw4b8bdl2TU+0E5LaJRhwydtBrrflmXjg4VYE9LS
wPREwtHvy7KhfyAVj/R61mv313rUf7As/8RaOoEJ77Pm9q4KgzW490cCSEf4NJEvRX2LUnSGjb21
V+hU/oYb9deN+zueydUtUh59l7gugtUsXYdA/94bJFRmaLiq44gspPgBK1k67fFfOByMSqQvbH4a
GFmmdfjH53wy9suYQW8YcpquZ6fOaFWDjkDO0epjv3dZ5fvDnEHFkcLAbt+nujldtJY9XFcrsrdf
UPC+4U5FtK1ZmDKSqZIfl95OvYNZAznvxs5EKNHTCv2yYGa5EbPNktYza1E2R9DDbZkNuAhIlGLQ
9t1gFnAtRNdEOIFz5zQuWW5Pc68bb3KL9KoQSmS6Gv0ucPdBVwTacXJnxukutuuLingdiIYaEQ0l
3wDtYWDz9gjYDpavylOkIUFANdeFlmYfM0CSPMKoNXxkv8GiL2wEJaGt1fPFUJIzfTr3giTEvFjO
ZpV5S+hyHmPuXpwOiVRXjuCJGWB/RK/8OEVO0WBjHnk3yKzs+qFa/IXAJsd2r1JK6Puww8R0i1pN
FbTLoxQiNWO1GE1krkS2LJm3s66oxghvC1kFLG9vBXgDKjZ38r98dxP9iSbgp4vR5V5w8AURfrZa
8KB8f7xKimqSpseDOSJkITjpJ04uZq3hV3Tv3xK5PyfW/voyOFmBQXzY9LUE4vuLcWb+lcHQa9Hc
1+q0yLy7fjTMHXKp/ty3WnSZcRyfG3nDAGFZ+QUyw7+rueWm//F+4J0i/3Ucw8dDy7//+CuQcxSj
jm41BoK0vywnYZ1kfUZJu53SN54xq//1J/sTp7y9ZR4yvCq3Ig+Vn15P2tZU2HpOrEk1tZG9OKuj
Hv1dXXvG8a9fyvyTbxGgj9dBaspnvDX8fqdV6to0zgi3iKMZn6x27Mysf9bm0TUZQJhfkCsCxOy0
JudEc53+Bo2h/k71elYcrJIcdSBnKBJg/PG6I8a7OMZLgDzEtkjElAr9H76FhAy+ltuHWiM39/eT
WppztJnFbYq/HkdeI341Dv+jQ+z/0lI+vgt4j/dfcJT3vxyG+gt5FU39H2Au5xj67qv+Azh8kb29
i59ETetPfDvoUCeteqbA43T6V6X3v0RNBmcgjQ08ukwTCHq1hn5Dhf0P68FDz4SO6xzgd83k/B0V
JvsQPFnXUbqADAf/BBXmWv/xnvNcDmD+vrUZaBVP/VwP5M+lPRiStJHe8poD2XbsaUUJ4xfF2wQk
EbhQ97VNRpoXMyV168DEqcnsZG9zFPucOFTbdIWZiklL1olVkDa5TmCYp9BAoOPUL6iwYEbDdjHc
pWblEofy6xQ3JIsWafDAxzFusvTQt5kbI4kv8DiM/og8Pl7HwomUnwDbHcNikwq2x2EdIXU1TDpw
hifJndumTG+bOCtTC87VOoaW60AKf5oaJ/Y6pvpxWb27deOd+tsUWzHPVutgO20zbrCOu+42+c5t
nN+LdRxWWQuH469DsixK84yoFyZnd5uim3WgTsgZJwxjm7PjbeaOt/m77Zvga0yv8iPuEObzplP2
Ydim9maBeyQibp3mxTbZy3XI97BQkMe4zf5aZYk7PFjWKxKE9rTftgRnXRiKbXeoiMG7qLeNIl2X
i4lM0/qY9WAQBIEZvsCNs+4iQ26NmM/WDUWuy0pusqYU2wajGalPW9262EBWlTWmgXXfWbwhP+bb
FtT2xs7KHXUXIzw4T9ZFqTOsln68bX/C9McjmsPDJ6Jv27Gs1jEvnXXx6oLMsyJnDtjH7HU1c62F
gG2SXuW5VRjFs4chuNw5pfSas3Hb6+yKMEGQTta9YVv9jLQ0EMRsK+Go+uka9h+21l93RncKXuvZ
yo0wKXIJ4Os6rJZkOLnXals443X3nNYtdNTn6TbeVlNyolhTUSWwsppkfu1dP+ngnUVmhLQyltYd
U1X9jr+g+cKzWaGWwNx9bOMxJR9vjQlFpZIMe7GGHIGd2JN5UhaldRLXJbMXII57aS3tUKNPXxNI
sfOQRjorZ34KtoxSv83IK9WNqn6a/YQUU5wcpjyYa+ZHv8V/JJzPD5VcQ0FapMKo6desEGNpwFJW
llAjbJo0EQt8TvGNNXzfem00184WPZLUXUXIDyDdJ5oBdNaq2iP9hcQmd7ycjRFDb72FmQyFQbDJ
2A2dDzO6Bp54i6rPaqbe8eBvkSheFxCPkgI7AB1usSkZrrEgnPMltkN9i1bpin7N0aq8+GFas1cM
PTepqNkiWfQ1nWVlVDQyddbQlm4LcCH2hzAXWNOA/Jw14iUFlnNDnSx8rkMyYJo1DQb3l/eCiH6c
wjoIIIz0LTomjtvpq0jWQJlqKQmXcUxyZnqy4xFFr+kzcguiaZnZqJjTGsPdycWALzGkpr0i8UHd
0JlS8ddtwTZO6V76W9xNHMPgneBt1epoTnFggR4PJ2TUkLcHPNG0B41D9SGgFsbZz3bf9meWMPKv
bi/i69wnYINlMUauHgQAWXeBmaSvfmzy9EHOxL4ZpsA43g5jokd8zVhk/d0oC+gViThvuJGpaV91
M8/pW4KeMxEFYvbnCA5l9vej3ccHudjoCAq0SFhG0jKvow7X9nNVJeLM7dXMvdPUCr9op19lohZi
7+NkxIoZ+NlbPLQETU1Bz/06kGXDtwYlXrgTaoyBpfyzPxKHx6ozB91dZpqF2OWpvnwsy1F/rlAs
tUBFQ9DcdwYWSsmNVrT5tVIShyqRlCVuStWV2S4xiRrcIbAxlkNfQv5HE5mB1yLW0IJFqILafl8n
fp3dWlpDDGcw91m6W3oMQxH7D3Dv4hBQFU69aC8JHHH9KOEm+9Q3fFZY6zDkn3ma3n5s57RGud85
7XiwNKvnk8Ekg7zfGiWe2HkROP9MR6u0XdV7MWKVfvL0Uy9Rg00LRdnvem+WxSmtNM2LIJDxNi7n
TD+vs6k2gNOolUJ455sPcz661UnOc+tyntHI3NQLK9oRRfC6RSW1H+b4AME2qkIkB9EU0507TVNP
ct8I6cXjHA3OOZoWc7r2MO7qp7o3ZXQ2wXNRM7ysWpS0rG19N/hFf6PxRZaRO/JIm9scZWma9cNw
1Aws7tuw8v9jgvsPCwWyiL1Abfzv4Yr7VrxyTf5y2pcAFv33UMW3n/11huNb+YBdmPgBOnwM2JDf
iH3DAKsAbGCqR31Mhjiv9y9en+Fu9SVA7LPM4Kxg9/g2wbkfyMZdU4MsmvpYP4AF/gFU8dPehl3D
xgHh2+t7/X5fEym51jMc5KlFg7hTf46J4arM+LE2jKMmmjWY6yxQ1wOqq+8+pT/ZR3/c0n5/wZ9U
sVVTj6VJgvPpolu7bgyO5oCqzV/Yzuf27a9f46e8nd9eZJVDfP+u9MRQaaknNP0Nd4pAYRvZgXLc
HTpQUgzeYh9fVGaeCwtREc9HKYHoY/dv3qGxAi+/AzO/v/pPC2HpEm9NzL12qufq2BDqV8Za1ICv
w5tgc7vR0afxhleuDi6xuiA6/m/e9/qt/dkr/7R9W4GWBXWn9aeab+NPO0qRnVL6EybJfP5/qDuT
Jbetbdv+yo3XhwN10Xi3QYAgwTrrooPITEmo6xpf/wZkn2spj1IZPq13IxxhyZKTJAjsvfZac47Z
if0Fv/TeSHSnFirbR6T0ycsu392vXnb5rn84lSYqWDbScQoPea117k7puX0IQzu/Ly7FZ/Gny8X7
1Wu8619QYMot9jLfY0TqgIt1JGvYTPU5sEano8QPE/Wz7+/nxtrf3x8nqh8/TjQNTOfo1HmDbm5m
RA7woFDoyistiC4pefGovDaHrN93+a2mUD1k9fqTK/nRF7i8pR+uJNZp7IrS0HpqKm168dIOxgZO
Jg0M9MgJxlCO9KG6r0zdCfXPxPHLU/GrS7vcxz+8qGmNQiGiB/bQooKHsBxFHDfoMTcogByEFzQJ
GHMM6ifNjO9ry69e792a02sirsfWNL3ysbyJviKOYH6Zcj57qI9+tsL7/B9ezXdrTYKQiG6agmwY
BnjBpFTKV8pkfb99Zla0QME93YE5UO7ETxc4zr2/vJ6w6n++ntrgCxMM/cJDuosa4l56JC4pPIY3
UWW64SX35N3AtJcEAAKl33x9F67SU37sm+245zz45qMNDtc+58NDctI6u7mPL5rw0h+EFXOVFWjV
Y/VSnIrrFOWNk6yrjaYdhbVlN9QMp+Iqjr32aJbSQ1ql9vggrPvVG9Jd2YlHx2ywdOwa1bYgs0ZP
7XV/3ZhHaS3ZxcFsbWAcXryetuBf9/7kjS4yW1vx3WlT74p1K7qqM3n5ts5dv3kLj/Wp2UbZrt3W
J+ta5yemZb4ab7Nrwe3O1QU6A9WZ6r/GD8oh2Jj9ptoG+2Ibw1hfz8CPvqRXDGPF2ulfVZUF4yTs
hsgZN/Um3zAa7LafhUp/cM8xD/j5O5HwHAapMMke4bJogSxnUCPAQn61wn16MQrTkXzFyaBCmfw6
Ej9NN/u5S/ivxeTfsjSYhlYVo3jZ65bHFyAwxlmn1qid5WeaebirfbupnyNJWvksK31bXrJI3kxg
SNtPn/DF/PaLR5wu5c8fn+KcxVPufc9U9yL4ejGz7G4yHcj1u2b2Z3gPgHfTh3QQydeqlHWhBTtO
yLbQNI6GMWTVlJK4bpCqjv2wGvGohwuHE7P5CF9l0wW95VVRdR1HDrBKmiiB3O8GU4rcTI3WoIod
9kTA+HJ6RulCW0cQFwe+dMgGfAzfLQCU7KvatOM0eDDgarXidBcHkjdGZuhi6UGD3k1PqKbOzRjC
SGAMngbqZZS0I+pXx4TW6ioZFhfAKlO+ig0Di0CfO0KcOVkU3iCg2gaoFaC746Iw8P9MMUwCMdJO
eSGfLUb2LYp781lqP8la+qAMQTD581WPVcVK1ar0PT/axtUjKcCvpoCcL+ouuN1X4bxu9fJ6Mo9g
mcFRayvW4U82sV+v6XjKfn7pLkSyqCW570l+9Roq0pL74UQKJYBvONAi9gW3Ylsrn63pv94z6bv/
/HpqbSIkQUrnkZDAR9MWGBA3+bJrYg24DhdDcnQdovSf42CLE+2Tz/lBAUvf/+cXnpVRzmBR+J6u
FhcU2ascmd4SLBKCXLXicq/O+167AtD3yaby0Sd9t3upSsYgT6tjst9Ly9qlTX0ntOF2+VLjIlgn
wrGvoeRJ7NS6vJ+DneX9/pV/XQEp1rvdbBIAnzd0UHa9ae0rXHli1O8bS6ASmPYlv1/KoN+/1EdX
1Xy3hRUQ5bD5R7JXTOIl9MWdqd2qsc5j3dyZek5lhMq+xacdfkY6/KBqVhYY6o9VyDiDj2CQK3m9
3+7hGK384dq0JicLk3UrSfuI1dCfjLNPaavxVpLJ+GyRBj/Oi/x7SUJ+9c8vruK3U9KIkm/s98lg
bf20dE02h7gAFCKNxMcgLrtXU5aoBCtAHib7jF5EVuMDqk85Eps5Hby08p9KpTgoMlPTZKNYEDKU
2F5iNnTXBNSt7JDVFcV+mlmKNkntCnx7kiu0vh12xM3I24kjyZINhC6Y7JWRVXYb8s36CEvHRT8S
Lhs3OhNoQ9fKvMcYoKaXkiIxZMC8qS0vN7eBuB2N7VxvjdEF3FNsWRWFaKNT0AkhbA7UwI+KfBqy
va8+aup1J99a40OpfmvV+yy/kfpNomx641vfbo3G6xtP1FxR2mTJViRtY1zedAPUeMResBX6bRh4
geZp4VYo3Vgm2GAJJ0ISI+DiwfrBQaSn6wdIeRsryjmpu9tYrg9KEfOx5hM65L2Fs6uzlC1j3TWS
VFuJejfpLK8PnLCvTrTDvTlWbvS63XSTJ4rzScXXpd/1BW3qCdZRwB7K496W6j5ONTe0cKmY4xcJ
jKphTjdWigiSYJ1vQi5dT415p7Ynqag9JdVvLbIsCSh4w4GxNyIktSqy0gYoSKOvw7R2sPlA0yYf
xAKSNzVvg2C6FlVOtkQpxvnLLFqIb6PwKjKnzTRPrDnqXZbGG0xCNminjCAakl1ik/yxMLmNK8i4
8UoDdIBMWaWX11TPjf8tCrZ155IXn/ZThn5pOIaduY61eiMW2rxOUcwWg76tAg51o2WPc+7gv9wN
iuwFAiHE8nyZKtHG6bHCIdKB+dto+q6K0r1ZmldSWG9z6KsEVAA6Bz9GXFXAdhPK274pbtIxP5O6
4sSSSnkier5VYEbZ+GO1XJozZ8rbNnlA1g2JBRGGY3TQrPv4OsmGtzIvMA/Bcp9LGI2dl5bNUU/F
9RTHEYCP8TRF5ldVHm+68lgxckejiVYH86NtZPqxn7ayGO2GQL0mgI/AFMyMgfFqzlhDk9ZJRHkb
pqk7adoBGQ12nCoRqBvxGInDQSaxKp91bxC7jUa/QsmWNOLCw7Fj+4a51cNLNolrBmB7E61s3CVA
y5FY+Ty/4xXuNHxeuLtjyFdqEr0AsHEDxIMzoAlFfGRlpUNq0OO+SHr02T750ULzrhCTJvRphdx1
XjV5cwPvsuqdVKjXUWhiLeC4+Q0LuA2TbwP/bBd8dnpWP6gHzHelCDaJWTUYIHmmAjQHLlPQ8oBn
vVvE4kmB/Js1qa0iMe/KU6MVTANu/IEoCgo+Ub9ZjHGmYdpGUDlEF9oiAEKx7Rwjb9d9hpLV38YI
MAIJ4JcChNCM7YQhHZKIJn8SRaqdL9Egry1fcwcCgBIh4bkUNn6R2T0l2tg1SAZJlrNI/7uU+XWC
LMwyK5vpxTDbv9/TviMWfrXGvyuJ5rCfk74PEk/BCiLnez/dpfJtLj6xw9BXj1fm2K0XZXUPZmWc
Lo2l2RY1q6gLMJGuutETEakPQPHxKJYtQXWycqByO2H3WF8BHftk8/1elP/qjb6vpfAJwjxMai8j
FCVkEwaTA0hs2OT1Y6tei9apRkNsRMB45Ktalg5mjhUvbw+y37rZYNgorPgeL5F8JHBx4CaT96mI
PZmG+RLJkOKgxcpbp49Ky+322hGvUaX+BvnNKqkM6EZECaFPDpLc0f3cDXnEG6hxpGTgyUX7J6wb
LUJfACSBFaMqbpl+RRbcP2WRX7+l2bflCIBcwl5QS4tjNwkMvI0JHlkQPrVo+6xTZfsiDM9SMNiD
fCg1zZaF6YohgLOYr+X6Kmk94ExyfAaVj1A7oX3GXYj2XMqjQ/Ewlq1byKZrAh2N4squBovs98bN
+fG1DMraT9cQ6myrfcpb0iaNW1Ct2GdfGY0CEas/ua20pUT41bf1rgBF3cmYupE4Nx/MmGi5fBY3
gMMuU1tsggQmYeJp7U0X3wdDsarGpyq80pD8BANHab1bz51pIxe5ZfBLaM4+DpwGe2gdfz9k7QZj
utGq0SFbEJVrfVT8hBw0YWUonT1Z/iZO6rOV5AdSykDDITfXZQ97zUrGkBmCDlQQ6jZ0O4cWPUoS
rGEDbFUcMLEOXirNdollbBOci3HGvqrl67kq1nEUkLwd4GY0iMGbV79//IwP6ub3qBDVr6XSRBnv
aemT38h2UulHNu+9CK5ADdptao6nKrKu5E79UgrRbSduQkM8ynxxSZCelLpigFpdSbUHyNGNJ+E8
6xCq6gSnsfogZ42nw/CBjgcstbDhCthavhyi+4AzyROjtQNwyb0pFFtFZuSYvixRgRZ7KWEKzjgJ
GzMW1yF345QLZyGtztBSvKCEtLVozbpuK03PaOyZFdZLcMSaUKFjaXTeFJXbqPU3WSZgsPI3laiv
URtsxLBz4vtqiNf6cmIubvyYwVeNI4dAKiPCp5nAbzMdQAKc/D9bPL6zSn51O747JRSBzNBAicNd
hN7PtBY3bHPV0cAE/bCf2vMo8J9Tc1Oic64a6y7zyeySMSVJ7QWWKMrYz9qK36Vlv3grxrtDxAzU
QqUFIHhmbDUsXspenM6MwyXamVj1krl7VdL0kC4mcl3xlPmm9YLE3ON0Yf0ldaVqrwADirKNuVe0
p+kBX/Hckrui01YYstesmz3a+jvZWmH5owY12+u5KGJY2DF4zu2geW3yWcrBB/fvd9zHD11SoyRl
GwOC7qE7pDcWPsIfN0tmwpKtqg4W8D1ZB/eyqOyLca8rgjO3IBB+//B81ElYyEU/Ho6wOUmRWfeM
aWgITwjqqtwk5M96ycgoDCt5lU/9njBKkI3txYKYWPO1Ytb47PV/3eFXjHdlS4olDk5MYHhxZpyB
OeyVSiOmEZBFTI+/oFu59K4G7TIX8f3vP/MHFYvxrmKpEwFQExGQ5Bxa+IoUvNSX5Vy/dE6IKHWG
EIO+9p9+u++KAzESWyS2luLBGbrTWZs1P0U08UUOrb1m3mZRia7TcNSwvgjatDfCea9xDvr9R/3g
ZP99yfzh1uqrnGzcVNY8faAll+mbuTtNuubEfMwm8QGwftp7Xz7Pr57Jd7sVatYpnFvOidVETK2y
MPnuoDCAFlJg8gqb+lsD0XGUiDtSG8UhjGNxtTtarHx2K33Qivzeovzhw5IzCjFfmU0vYbfMZNWJ
4VFLCb1yrmfFNW4JaJVTzAKUHuhhPrnGH3WA3+N4UB9I9aBOJvonokuNx+XZrfz7RjYocOa9xKXX
c8EZy+QCX/mzev+Dr/Z98AWuKZUoENHyxq4rbPqATX5vTjQGYvpvggZdWNqmwJIZP8RdsMtN9Wpc
wB7tc6fEl4B+NHh7J/A/G2598FTp77osaaVEndZxti5T+cXvgzXQO1wv2iZB1wB4cV8L017ytc8+
/wcLx/u86krJmCJj2/EGOX41GT1mer1DTL2sVyZ+ZTnSnKJ4iDgM//5Z+uh71t8tVY0WBJpgcodr
PDmEvTiyVjrKAMzUdEK5uZA16JjlY2VsRCH4z9aq75nTP9zT2Ce1cRAsgYodhdys7WOmZR1P8LIs
Eui+FxlWSuy6n3zGj67qu9UK1VOa1okqeAGtv2XBKHhOx1lh9572Msmo2Dx5fiVH0/w/X/MfST1u
i4x/3qtuEYn/Hf70oZ53eaH/+Wv/fwQ/AVX44br/uzb3K4qg8CcTyvf/409dh2z9oaJ4E03kVGAr
FzzgXx4UmIKiJKnwYDVRA/i35J38pesQZLS5hiQzbBLN75BCVse/hB2CIv6BeH7hK2iwCuHl/CNh
h7yYYH5Y6lGTaqjFWWWwh+hw+t4vfGiTzEocyStoO3o8VYwpvMupCwNWvETpxFOZ1bS96rU69VRj
otyusfXtRKV6rjJwW3q/rZoGqCsV7UZLepcbjBQ6OejsymAUQxSa01nWVYT+PLHwa70UxJrjCiGt
Ld5NOMTSTn/ANZuvShpvJB3fTtiOz0JTuUZLf9QyvpiV8tZnjJ/rIXUhkl7qKPX6Nn4OVFxyiS/D
ulK78Z6kEmtFbmWNe6C+9wfG4AZRnpFvoe3rh7OSh3tkn6oTqsUhT2l6Cs1FJ3HQ1kGnoNebPfIE
Gbqx75RqEjp+QRBCSHiMpszPUz+uk5jjUhMNbiX036pRH1xSyCHaz69xkp71hI8llGm6U4mfBEr2
jMWoc8ggcY0w/0Z4cWHDwH+s6+zSTZjaLdIIfM1606KDqgVeFN4DDOufY1Gju7GIXcGnkm4wBLKd
QrIHYDMhXwuCUrjNY2AEaBbHlvVykIxrls/ILhvOuuWcl7ZWzY96SghmOqob0cidVFEyRxnDvcJx
dKV0zTmPhiu1l88KYuRZbu1GKo4c+UCeFfkTsrZ0ZZXjzuJ0Dps6P2qFn9sSBB1Y2EW5JqgKNjWQ
qc1sZFch+dHoUze9WcPHnRnrpkelzojYZJ68UG4MoMx1F18HQCKw4AmFq3PqHFTBeBNG/yIY+m40
zAbzPX/ZTBVkxe1UbYSU+NYeEArywqwR9gaT0E4yRdhwxRZE/ymle4xSuLtwgrgRzEi4SWorWOV+
gIlpsHIURPM9vLq9mqAprOcqWVXVa5SC1dRGRfom+FSMdBaHbQ8zk5Dkyb+PTHIWcgX3H0gFxSOg
jHwdslXSMfTtjEwayNwNWc7aSNJ6oG50vbnUtf8NyfJR78qHPMlrpy7oFY8aSbtRJRPcG7pyT/wA
OsSJvBxttAHxH6N62hLNQOxia+wIv+JEOlHdGSLRG2UvukCkhat87q/VqJ3dKjWElVQQu11U4WOC
PF2RTdAgSaSCDw61Q9LVj3Vq3YlCejTScHLDSqSjE8njSaULlM5a50xd/DR0UuL4NekzolLeJ5j2
EQAUpwHUtS0QG78O0ojoz+4IMASts6HHhJAR4RIfU7UnZjpSBw/KP67FrgK+pg6STO+k2AtxhU+r
0aeNGhYEHxB2sDLGtEeSmr4BcIIZGNXFikhJDelmt4eNcqcT0+u0Q7bFQcUDHoaOEeAXNuLxzcqT
Q98yAQ59TXRRx9tyne2MsYKVPEJgIwAH1y2OeixdVUc6QRYpAMNNbWtFIOqSjiyCIKVRf44AVqzx
7UNcuYKH5lrWcyxVhEJW8VswHPqOrB/MAZdQbTs7jbFZq2pNhA/tdlARsRHcKHJfbtGTVwcMqY2N
NSFb1/PQuGQDhB4Ccq8Ggvec6uXgTpIvPUJ0u9G6ifjcyUe0z2lPzQPtVLY0DqcRMR2WVDgCKJIp
6pXYU4VxpruAIpVU2rWZWbmTG8VZmcdjwpywksxxqzZVsuulfM2NUF4GS9hPJVO+1PoyG/1tHA/3
aabZdRYWTjYKXyO9t9YR8bxrMfDPgb74j8D099Me/f9iAaL/o+uxXUymwgsVwrZp6a7B3Bs2TaFk
R5niGzIJKK0gsrNi2BbwzkOzO5HRwFoAOnJLIlGIgmzYd5q5axJBdkor17czgdvgeh4rvZVBT/Xi
V8Q2JvEerF+lbMavROxlOxGrEQM0hCdzPR7ENAcosORjN0Y+OHEzai6mC5cAtRvNSJ+S+rqYlG0+
CDIIbhwjKUlqdHAGpgHpdOun3lzUrN+d1Lf3ky43RwIkEJoTitTlu3AakEkZZLZTWY8zsD11cMlQ
0tgfMsOGm1++iaRj2FOiJ8dED88CsVFgQICQi11Iki8Bmq5oBOcheyEhUFxIN/jKk+mUTqr+0ne0
sYO22dRSqODf07ZgK7ZhIbhDSyaJXxCQ1UDnCnUGGrNtSNFJiKL7WYsYJfU024TEi2iaZlpdkhBE
ehdkwJU5tV8nA0R0FaR73Td9T9YJnR6DOSbzmR5vn0O8ZY+pumPUmne1zm7Q+XsIel9EKPsImewE
41aNqvFYBuLXuoG+Rq7ZulBrZmE1N1OhpRmhTKO0isKcsPOeKPap9V0rhznXNIpEY7LqtiGDM1ep
u95uu+Fa7cWnMZrdwsiZOhb1SyIKLUA/FoBBSXS3EdLkaFnsQP08PEWgSUtcC8xhqiZCg98ynRlN
v3anGppsLHQTqfC6uJVzYX6Ecv5A1BfMjoGASK2E26EAtCGJjNj5USt6G+tKvEuLMH6NCHNyIRHk
C1ce3wfQZOxDfrLEk0XdqxgqmTdPQ7IVQrV7iFR5ul/MLU+TlWdXYqKtiRk2kNyctWAZJKGht0YI
c+KNIqgPWZ40t7HYD3hVHvJSa73Cr1Q3bIFkBkOas5uzyAqJ0a7xl6SrZvCfrYZoc6ME4BKAi3DU
CrORVexGkC0QU78SGa8cfEw+ziyArugn7YUouE2fG5qXSYJ4UwXtg8ykSzCNa9/oNu3QE6MdFJGt
1cKRHHa4rnKV7wYJ5bZSSb1TNuyWEJZbD4Exfod6iTGx/SI4tzmEdEv0ulHm+IaKS5bovOfVNvI1
pzYa2iUzsxjyB+go09ldqal2b0TVwUehkRPOlFUWk/YGyrsvNW7aE7xCAPd2SqTbzFLplGdDuKpA
IuKqHM5k3W3CdnkeCTssmSsnU2WDi1zHscGeWRzETliPAVIunYfB8s9m2N0EsvJM1w+BPnE3ae0N
kehGqnrXpIx6JaiRcyw4FlNRnYRq0JY4jax0nYbSSVr0HP5ga6ngxAQbZKr8VW7STSEfcnI3ImsC
FtmjjAy2JKQFefSWyuV+bnQH4gqzpZF6KeBBgMRnCMEm87utH5W7opI3qUnQ3RC4kF13OCfNjbTw
OYNcSNyIrCOAJfN1kusnpSC8h0FnhUJ/vsMEIvJOCDPCO9ttq264JzhRdlQAm2zs+rnL+dya+BoY
+l4S2c+aaf7W98MxqorY1eCT+nmzhVrlKZF85qam5CNoj4hFUPgW2b36Os1UprKkkHb1a91cw0a5
KVXiF0hrKZWbokif+jJ4yAtpU7am21u1NwvpIQsEz8CuUWmZMwpx7RRxKjvjMFqoziJ3bCoFGM30
rUjMRy1lq2JtSPTqqTDqr6ro7zWGxp1fHJoo3QwyLoFI3YRI1rSopE09fOmBZUX6sOvV/mmutpYY
bJgFUc3DQcisg5KcSK94JpTj0AQHUb0O9PmqGK09EQr0RxvXDFF3hfVBR+1d+RipQ4mFrBjrfa1S
20xBdwTN+aJT6yZjktm1ZVIzlfmrXMlbvRGcMjm2c+ljXKL1aJkJnyvnx0yi/o0AtgBRn6keJuBO
7Wwdq6o4F0p9RQ6by/px1HX+QmJetDFbzzVgQ2FEAzf2Nno0oDnwjiv5KEaT09ay4gwCm0klon5n
wfGs6WmkUPP1lDZFelQpVLVG2huycR+p4R1RL0BgAoYmk0T2p8SmhRSokMSnKNDIpSsUwuFD8oA6
5WxMb70SolWLyY9pJkRZoEFH2HW5dd/qFC9V2+0mEmFGWak3Hfhg2Gl3VflojPph1K037qTIydrk
Wg6KfNXrIeANqODrIRxeAd9Ya7NMXKzt6jGfSmWTl9l2HuVTHIuXQZ/XWTPBvG3wRfodnvTM+KqT
dLCqu+k+EqzlRBHaJtsYNFAGs9bTSK0Us5WJuXBIIXvN4x294U1JMBaraNTYutpf5xGRlmJzrsYl
obzbJ+yBoUCGltqzBXQjjn4IM7AYnvr+bKXlaQoYZAnmjdX5TlIrj8xzVhLLHntGTZ6FXN5182ui
v8Sa8BVIcyRoF2YqYMGhFSXh1TRp22bujgVqhis4K1/GIjoWIjk/UN1tTZ3WidraA+8u9IWTNkTr
xGx3pHauGdV8s6SCDlu/LspHUie/wkTdZnG+DyJxPAWStgoH/1xWDK+bXtmxaXNaQ5HT4ixKSClJ
Rt+NpM6TImOFS/FLXhUJENbCEwpEP0NqyLYwYDovhU0kz+ugCrd1XT8npvBQl0RzTfHoamKbrM1a
jmzi4F/SbPCEIThpNSXpLLDYKBzTV1ED3TUOE9OGJbQmaw0c+gC1F4zzNyFuV6Xsk+WYi9cJ2X9r
Ywnfi4y+dRhRKB69zJrfFoQCmbcQsZ9KTAhx03cHHIGnsqrue4Z/9qjkw67Ecmv7k3avZjNUx6Sf
HXz5r0hpbgpBKTZ5m7yEMrWkYhbVhsr0ru8nBoN+5QkZtj9oaY+9Xz1lCSoXCngwUOGY2cYQv2Uc
WkmEH8WdXxQG+cZmh5Ref2UQei02aDalzryA9a34aVDRp6KBb9Yd50A/YahHwhlL+mquoWilAOkZ
MSj6Km4s0l6q4EmA8eoIjZptDTMcNrGKLqUAa7ARMSO7UU9kHXllhLlb42DjeM1R6olosabIf5Ck
4DYElspZBRwfP62DD5EPARuYsMWN6fLl9KtaYJAqyiQpmR3GRAAYe9LkZ1uogyuoaEgB5OvcLJlG
WWtc+SXTiGFtFdVXxSB3vp5dP2WQNSG9oAOC29Kt6WgfiUDhMFHFDDLMinZzP7VuqBeWrReRcRP1
arjmkiJ/Gb0JZSOPH9XKWIyX1gc2Fei9f4iKrMlWSinIe7XLc7fMSpRq1oDeyCglT05iKqWqSp9J
k8k8XYgInRnfAoFnW4zdSeXeoP9dCOYBHr6Lj2+na9k3k71WmTJEyaK5LaYCrEYVD8ZqlPvnLBru
/Tj3BFXn6B4ou7lha5stdZWKykHuuc3JxtlTmjKpZ61y6gzEccmMX1APusYKB4D3tpNK0VpPJB9R
9gmhx9YCuJ2Th4QJukItak6F6Rq5FL1IKZySMenTjcXZehNAfLbHsBvssAeB4EUxGdVrEbSXXZs4
N0WePlYPn/G5f5waRQHsPQM1RllDXSffd374CsfMkUZp3xs58jE+RhO+BNxquSHcRmZjOFKZrJnR
Lrg9JgJECA2zhP21RZk7+XRh2JbjrFBXiZ/UtkYWYY58WO6CrS4N+6Amt7a2JreUhMWQgquo0PK9
JCmnmFItk/MdoJavqpWsI7XfWZGy7bNwr1avAIXuxsa89AMcEFlzOxOOUt2t+i61m06NV1HfPPsW
IJY0e62BE1dpuE+np8Do7CKfrhQVJPmUPAp5eSiTaqtRtOmFZmdWtCNT+oqgNAR1yG9rIXRyYThg
/bwowLzKpmPA8FCN8XVcEgSlzvNaozNOV0H1DEpiCsYCcjBzRFoEuhK4adBKbhpP0UEIKU/96tSh
78U8Ox39sT8TmXjFY4keFTnDkvkzC19V6r5Z6R6GsCL/rSn2wH+QesnWqUdmcl91tbgmMtLB2oMa
i2mPAjs27XNQd0DW5UI6CDEoN599iqAoax838V3fBLSzcOjsmjC68pUyXGsiXJUkr05tT26t1M03
c4rNf+iQnozCQ5tL54AMC1suZKpLiKB2XlePQTIhaZOla8FqwMDU6b1cEEo3V7Qg0pLyvbPchBEM
JnSc10H4rUnqwvPFwTqCgpto5cRK58aJua2j5KLLNBRx949j5zaFea8CQZctVs4+IbLRnxneBuGR
xhBO6gwifF0rZHUasAw3skiRQyJU0q0ZX3ghQZlOrxo3sLtu4ih97KH0/6lX+Ud9/A+b9D/26P/7
fx1fasm7+Y1h8yXK2/+6j/I3AoS+Q6ba8Ot/beqv+csX/PjNjw5OeflRfzE4IEpJFBDANID2081f
BtJ/w6ZgLpMPZNFgh8uyqO3/5eBU/ljAG2CqLEKJTIU/+avPL8l/aDREIFDh4DTRBUj/pM//ngwD
bIr0LiJrIK6aNPvfR6j4llCbwtywxvU5zPshy5Fo6xbyTru0AKyycybynZooyn3MyXjJKVgWnTZt
7sS2WomDTBgs0kTfVbW6ijeyr8WPTPvFVT6OxQHWQEvchSAHt7D+GOMNSneDxCmb1p0hm9u4kQ8/
fCuXP2fR/5V32aXg+2j+7/+Rfx5uacsnYnBhASuC7cU/74ZcEaYtQ8Uc7lDKNU4wmdlFLdFQ4Z8O
oUE0NNabxrhtrFYFbFUs3ehGRepCyuOcljWC37a3x1i6xKCedmlcyDakv7uEwNS1PzcTxMn6M3+R
8dOs5ft7VlVyXywdBpEKjIs//2EQaNZ4eAUC6J1JyTK3HeZxHQzZ/TDnsEUzKpnWJw399xdK+sWF
orrBHyxZKtTF9xNPviRLKUw5dqw+lu+SeLovh0W23smWXRjqWdZr3Y0hntkqwiMXpIS1/+Qt/Dxj
+vNzG6aJjXiRFxGM/PPnNqpymIyet1DmtbHWlRAMuCrlj6OEUC3VQuMoNibZ2KM+byC9CuuE9Ebb
mlphretTuA8jVlilTN7KbBBWsSJ8Fom1sG5+mIJ9f4dkf8FMAk6F/+m9gmZGf5510DIdS7mP+mPX
F3bNIRCHP0TeblXhdU7js94QkSqOOznTD6nyhZnfKhYyO6GZMhHKEWSblN9SyToKAxfFIi0hZn98
KEdQjeQjRxYjEPWTUfYvLq6+BNOZsN1RO71/61UI3iyT9dhpgFBQGNaZUzDFIoB7BicsILz+5Ntc
vq2/xSHLtQI8wUzIBBmGMf29+8PUetXqLCl2VCSZxCmnCLfKeFMsPYA0S/yj3CmvHWQGZHQFcYNL
tLkxkB/SSB18m0bXN63fp5+8rX+/DLwrMEML2EtS+ffP91hnmXUqdrwrq+bgDs1LtouyrbessYUz
Ea3ofL8M/2iH/O3e9/Mu+b8YTfXb/RI01fTy46Yo/b0pytofjMJJtEPFAmeKX/5rT7T+4D+K5BgQ
k8ofyRqv8deWqCh/sEaZovXnrsd8+3+2RGbpxBtAj+Me/P6n/2RL/Pl+MWQmY5Kiq0ARl9w4fvXz
/dKwBJMnhG54RKK+stpmkXfnhJQbUlDfGLU+Xn7/3Cw34N+PjQHAYSHrEaTGR1DYh9/doBpH2kTv
Q9rCYxo7taTik5GF1z6vfff/cXcm23EjW5b9lfoBvGVoDM3Ue5Lu7CmKnNhiI6EHDICh/frcHu9l
lkIRJa2oYU5iEiJBuANmdu89Z59fX+nnoT5JdZ7gFSAonN2eo8XPa4LwwiILDRj6Rc9ObG8LzSxB
POgIgMlc0jUmcHudBA7IsC0VpCBBfBOWgG8Ke1e2PpUTATiJyVN7rWwcebNvXPT99th9up03kcFq
LVQ2FcbwY+G7+jqwFK4KOhXppqtl/tAbpPI7RLuuQTjmF+4xmtKiuUhA3EP6sXUfbWvCVOuPyW4r
uh71GMR7P1jOSm4w5nVzqFLEOrsqI5Z3U+a5gpvnhWfBckmg2DWd8fLsofNTZ2ssPeenTMfTR094
z1WbLjp4K7Op9vBOxsFtLFN10sgKPgqGkSSNSxscs3Q6PU8bgF+Ld85FjzuD7PnMs74pMqFO9TLl
Lvb+IO8gkwPr0jOC91YyYhxtatGjLAOoSVZHZurGTiw/ofE90Yg6nB/vjzgmRfilshJDksJolRnp
0XMPN38S6DDqdaTm0r4Kk2bS80pONZmgGE1IecIp4fidJJ8oo83sbhcbOu4E+LjM0QibNMzTbEOw
Wj1+ZfEfm5OMScd6DMd6Huna11KSpZY1YhBfgnHKu5mBmzth4AhShR19G440ms0uErJmVEBEWXXm
kSsI3C6VCUJ5d5uLrl0IVi+thAAsQy5U2d2lVtkExQYtvgBDJkZVMoYnyHXWZl0nMlhuA9PYnMhS
Cp+gvFn6oBf3qgMU9RxnUbZ0JJiBn9rohS7YWwG2nulCZMJ5vuMG2OKwTHW9rNawmjqS0qVOakBL
jUhkFFGIybm5R9relXigLe9GGWl1u85OB3ra3tI+E8zOQ9QM3VzudOvU1obv0WcjTvtIMt5ok2Hj
U0XmiG/9rDwMOeQj1Iwk3+/GoGw/lkx3uG51nw37RWg3/tK3Zc1Qnt8maLvNDKPjGwt0OnNBR5UV
k8QhIh63yjgyNwGdoLPNMsA2Xo2GmhnUcLRXkUwPLvm45YY6dECbUDJuJducphACFz4wDuO9+zna
ctSXY1cS7WP7BdlgxTA1xRXk+cSlWSLgJq2FR5buQ+aarjuopjn/02Jy0TPzVjjXvpUL2jtTMvpy
64UStDPDzFwcMubE9Qpnr6+/ibrw8gPDyzkGuwqnaN0RUvIO/Eciu5bpdJHS3xOXyOwH2luFZMK9
XLYM2E2/7dq8a23k4tECvktNxvJLoh8nCSc6xzG0J8QyiDdGJdred53Aa2162OMrN5n1wcE354F0
1jlxHSk8ulXiJJLRgrYqbOey6XLyknuxHttMVgfUSz65c6ZCVqOJSAMyTTRjdJtHFC0HzfDpMbdj
Jz4pXuRwLxuntx/iyePx3RKd52Vf6lpN/sE1k0aK5HqVbIhlqyyrgMcZMSY++WGFfV1Mi5Ue5o6e
8qb3HDIhhJ9yIkYpb+ljRYM8uUC1RSA0Xbrks3I9f8FmSabIyi/AVEEtS+Jz55oWxVSL5SG1iwFf
uq8xagJ2bq7yZSLQcFxGOeCJ6uWwcdgQyk1up/30wFM5kjuRyMR7YrrNXAYAbxHTHfCmiMX6xQlC
urT7VkdetjC7dDz7XiX2EtKzCae5fk0qhivOi80cNOK5hH5H7zrelDqtgHB5tnCYHdWGgJnxM25g
zaPjHTyl6u59ALufuvHanQfLGz8nJ4Ff/fTPT0v/S/sJZxX+L/oJ6be2ffs/x2919e3HY5Jz/rH/
9A7gSp/P7uQOc4on4PRcH/03v5MGAclNBBaLiF2DTMn/OShF/+IwROPAo55ybA7j/3NQ8v8FtvpM
ApW2S3EXef9II3g+l/zfcwuJPtEZMCUhSXHs4u87H6R+KFpbWLKlQpDdF5H9hhymRm9kevOOD63+
zRn+p8rifCmbYwu16jmm6i8U4s4mPaFpiMqWhPHB9XdZEkz4m3rp7y/CeSwgk1jSr/nz/TjaaSDO
Txfa9pcNHHbmJxnggR++5Nu/tif+5kND7Qnz1OXVCkiT/fNFpt4l04XZDXdsPn1ZiEPtuOPd5DXq
N56En28H9Si5UVR/guGyZ/+MLvErMSaK9L0MkWm9IkSEiE6d40T69Q39/WU4vDo2wDHkrH++IUPG
gA4IzUyVcR+xCTJpFZU5/Poi51/y46PG50VTR/BUI3onbevcP/nhUcvYU+CFeAdZjvO+B/kHWKnz
TbHJ+asuZnigl7++4F/vygeP63C0OJOZ/wJMdrqobfsAa7mvyrWp8LGeIxa2v77I390Vr3aAfBDG
NqejP99VYOqRFZWOPtSvtSOJxBEj0kDPEuQesJ3+5pv69eUor/58uaJsl2Gx8DqXEcb8zJGAS0pz
kyzgCFlHmrtf393PrcWALw2QsHOuoViF/HOR9+OXthBg29dTdSjmsXqt4WO+636JszVnWcZgbZir
S8nkjHROf0AWwmQy8lfW1LdQlcIYGosnyUCKqyJgEGnP/saNJ/R805yo27QBf7lGubW8sCchA9Id
yIOeWK7hLS9Sad21k+Nw7a5r7N98bT+/wsir/1BFc2cUqbZgvf7xvqCJKi89y57mTu6DaGwJCQ09
EAwq/U0v86/fGLWxZI0/p2zTezr//x8ee+XjeS3m7lDFRmwtF7lt387Dt7lmTjNQdkz/cHE63xmX
EeesMXrBP2PCyeezOx3j+U9RAC3jMO9h9o+HQkz5468fjr++X1yJyHTa4U6ADv6nZ3FiHuPHfXPw
l2VZd9X5RI4e4Dcdzr+5yHkZZwdk22BT+OmL6tHhzJnCuAn9eO8FpBalY2nvfn0nf/M0AAmg0Uaa
tcTb+tPS5LipZfcBNYOpEd1NUGQyRI+UWbL5Tbf0b6/EBaQAv82idL7dH54GGdM+sCYwWGGbHjNo
siBBKsTVY+L+hjz0dx8cGcswLM+p56y6f74Stn1nIlnhMDsWXYkypwkdJP1v9vS/ux1aLTS86feE
tvzpdlKZN6IL8sNYkYmKHbNDIUYCTVr13m8aLH97O5xPHEkXlK7ST7cDZHlu1FwcrCid9/Xowpry
EHb++jn4qYXPt3K+E8f16VrxuoufngNfLLXnmuxQB9Gb1Iw2Mfnq00gD9r5yhvnT1pN+/f+4JKEj
nCLwijAv+vPXlJA55IxzdsDmCdkqTqqdGIFU+e1cHebZoKu0rLL+zX1y3uLX/nkz5kCKJ4RD6Tka
wvnptQqC3sQMPfedb8eAgX3QvaiGfewPvGzjRp1Hn5mZkfdGZ+SvK9rsHYLMH9GCddduOc5iHvkD
FDzmEKwU0QCX/uS3XwUq4GodsgQJ+ipaZ6vxjB0eCuqZbZJ30bxGw8+MvNFEh911Z2CxBEcMQmmo
h3RnF8gy7/20AktmGiGCTbG0lNvRfyDI+ZC8ycxG/uKknjWv0z+YyX7jqBvnDFJOJUHhlwpXsdzC
C64frcnSejc4nUCzno8HsRgHucOUiJNwehFsu4YPg/4X2WWus1Df2yE65W1XqmFrR/mUXgxFF17j
FlEvPg4CVLz24FxU5K58bzwo4vspN/PXovcCEk6LPBzWfpPF3ywaBxvV9aAVSkmjaRfH9kADJRHz
MawN/XwnoFXOJH9CJh6XU4O2Tjc53YCmjdo1sPuOLwTtGuKqZmYRb7JhBre80ERdF14wZ2Qm0yNb
16Ec8eEGi/d1EInNP+mG8nvSzfl1y3JWkOxg1EPTzEqs41TpHbPvvAHqPdmfHk0Li/G8P7zATtXL
ljnPdOoIsYR2EVXzpzVregKq7FCu9UmpIGLAW7sysy3y9TzWGO1VUxn/EM99XW1InSaRsLJkUmyW
oprve4QjL9GYm3fS2pduU3ux8JGVtmja5wA+mFbITM04ldI9NFDK041xRjsZgMHL8DgEWZpRvZf5
HeTq2j3B0mZylNh2vYc8VtjrBUsVxXPz6Ft1oQ7hzJ6nG6PFrpEjQkM9dOSxqykYSOgc5/sQDRAm
IlO5lwiV8y+zDJfXIi7tUzhN8TNH/ynfelaWE6jclBI8W1+Vj7FvLBdWSBN8LeewPgNQ4nP87Wwo
Z3TQWuXOyeiJ80Ca7n0mLnzYTIkNzNrN/PStTzL5SfT4bNMbjGdSu3Sty6uszHnFUYV3yOTGqfgO
2ZpljegbJ9hkpkzelimuAWNpyvgnbXV82ov053A1Gjq4G69oSdnCYmDWFgUlLixDCsO6Z0npzhLl
CmxGEltAvaVYTnHggM5rypkCCcQ7YhV11udHXguQhZAw+iNDYn2hvxfbWLwDP1/XNKkQ5LdmXnYh
dprXZIhSXiTRz/uENa3bJmCDCkw9JOzcLQqRM/QJv3327aauD/5Ut2oDizokfJaMlFWVzIu3i7yl
T4Aj5NGXuRcTJs0mdQiSj4WHuQk+vdkkblE+6YCfIiHbBsydBb0HxihJyo98mtOHIoWHvqUr6uK7
CIKy2AR+6X0v5voc/AoVm/+WmvhOV8mm3kR8F0hZylAl68HNmXunQCI+mPrFPqT2DNWXMDXAIe13
jrsqnAJ+U+AnCOsYjU8fOBxwCGiUdkRdzM4MqEPF0L2bRBbjl2mAEQBdtBxqct4L7GvqqGYXlg3a
EYdUOtu2kxOuBfPvHfgfTar+d/Ze/oj0+n/3Xk5vxduY/th1+eMH/t11cSVYbQa+xDUEXiCC8/n+
300X18Fh6ZzPk8RRcXA5sxz+M5yyGFydh600XRBbOZFzDsD+b2emHfzLdsgkCZnwc57CifZP5lMc
xn86OvnUVXbgCZQCHkbQP/6OH0+CpcownTnArqIpDLI13K1mOXaOQG2cq/pLQuk/wqJCV5iEXrub
ilBeJBVjkTRit6hChyxVpy0eyekKd1NuYa22xbKpYm0fu8jG6uDT/I2XDoY8ti5zyWSqvtDaMOeI
sJeMzVmzdyX9El09OmeyKdfNou7NUm354zTuhwFb/AiAhxf0iweTk78EdxZEAuBJ5ZXubXKD8F22
ExNyXSEKjdCBxjSSV1auEbRjiBYt7jPftr5bTvRMabeLF9rMVmJfUKYUK1KOaQ97+AYsX1/qESE6
b2K9XSI0eEMXbua8VY9N8zbPLtrwVB56Bxlt7Plcv6EdXOY7BBDXxrO83SLKx8kv9rGuUBssB62a
g8kMM+P5gHgf8pHIo+0woh5hFblBD4e8r1twhhP8m/onkrieFHwjBJbemfDH2v2csMc17oS8NyUv
Gje+r1+Vj2i8NByWMtf5JrouYedkEiGMxO8nbaICiB9f9+RcXtCUJ/FTQW2LkOqOMefxMndXoEzz
+6pFBFinH61wy6s8Cq0tg2zsE42n2XLEh2u8ZGPkZ6LBBAvrTpePEh2yLHdD3p8igw2sGMe3VpIw
x0g/ZmNrr0nSuNQGkyJHIFSPKH+Y5rg4jxzaSKOxv/JEkQkQDldOZDjVVkc9Yv93BwdfRO/fLtX8
rQ2ibON21UU0TAOzhAnZ7nzITd4QqJsDME5YApfyM037j9iTwHh4lugFrEpBtzxLLXyU8/idkrFc
Z151phJhFCB4sxOLu6u9nqScothYgcxIWCatJR8ESAT0I9lNJmIAVvEAoIsoUqcKvD1hIuludNV9
6xe7riLuPHOxKaoUKKHurruR0A6vaD5Ub39Utbfp5/nCzftLzkbVSkVMO1l925WiU4IlJLvt8/xb
l0pwQst3ZyQvN4jh49U2Es3W3UUAcQTkbwZUWEyqLn0KPYOypruOtXggynYXMY3BcjDbG8dpig1j
0G2gkot6aS4Tv2LUki7bACXz2+C1794wfB0iN6fnkdk36EA3hHo+RjVqxxC1olXIFXjzdabMZ2zM
2sEDilrnIW2n6raJ02xFrBd5HYgfDlnsfOSJ61wm6L021RRhHq4hWWRWcdnk8s0Z3W1bLjw7KEXm
iwhQ5JDeLvEV7PJ1gI6qSsPVbB8U/gnca5/+LC+JDN/r/pJpzwLAbZhkvOmZhfDyo+YlH88vy4uq
3bsBbtAFYwnj7HlqX22XZwa+T8MXbVZjwVHHJZ6peHa7h3rCcVXaqwzel5Pyt/PKQ3x6A4vAsWYd
6Och9D9B+7FB1wMiMwfL2KIbIsmFS7lRB/p1NCOM91VLU8FGdLs4euXnbRY3KxJi+wTrBxOn+5Ch
2Xw5tEi++JjmVH7IDPlKuvNYdbJzmGcaeheRmkTyKrLKH8t1OAd5dSf8zqtuAhuR+Eut0xInX+qp
9DJqG7sEyxiUOjgoNnlU8QbuFoRPfIMYwJwY9KrwSDD0hiThjzKx+97qMrwRUXIGHVvWcIfjw8PM
Kj2iWLMa07q7lAONumxK4lVoMJnvk8YjViovcG6Ns9DtHouO/xGLWHCsqDLmwl2G3+NKZktj3JVP
VA3K0TbzsAhVRYP5InazYdORtlJuTW8V2W5hv5GIDvpppRsdq2hVGcq2lecW9e3iyGCrujbcJ4UX
v5RElFNM88KTZyjsJOZg5A3VSbXdBROvjSTS5Ct+4uKtW+xrzOg3XphZp7qr3MealLi1rlXG4Mmf
H1wbL5yk8nmpie3eELH1xY3KbJ2O/Wfkefpg9FTe2Gbg1SFgq5V6DXT+UDntJUrY6LJZdlg312bK
r4wcTx7HsIgBbImd1SeqqIeMPmTZNs4HPvj6dnRJG4oiKKV875ZNRxc/MyvtfGCKaY8VIXbICgKr
PA3RlG1ybR7TNEU9P6iXzk3BEOrgOBKbs8L3v3gFDoJSoC5ODmUaHEa01w16FjB4qWlxf+56SJaN
C1SssEazHXWvLi0KG9WOe7wa8jVAEb9yJjddMSQ1u4W3CBZZ/8VP0JgNHBW9FMi23oyEcSNG4ZV0
moTqVgFpj3dIMR6UAK2ng9B9jOekPE7z5K4dgSUsnu4KVBTEARRXZZubFT5wtfalAvM5AubvcAnV
PTjCufuGzwARf2ZDjLHTA8RlvaFyLQ5uTApMRzh5W5B4jhZhqyfevWUstpyDy9uxnHc2pWJLmDAg
tr3yO2w54jpMXlxvholZp1dlp29NhesN6SXMCOJEM5jfN0RkMewMoy/4fY5aL/d+UeNI0mbYQEBg
0/GxkqLHLPRyCET7XczmNnDL4qbiwueR/r6z6cbbk3UcZH8dtCZbt3k0A+nGDvEYedObGm9UfrYb
ZVa0P3f9krRcR8ux9ctNXwHQ57jEVhoOn7U0XzyooxRiLP5mgqFvlQRiJZN7hjNUWz03TyaY4JoP
y7WiLeZjqzlSze9k6twaGZMLHpUDrWv0BzLP94OXPS7JWzWYbZn2O2yuF4EabdxOJERpfUmExku5
QCZDOmMRRU0NDFnHNtlVWGNDooLib0nvyVVhPUb7wro8ifLQhXW8TjVqdnxU3wMX7IBnvRdtfQhr
HiRtk52ECqOe1ybCbNs2PAD93IOLS5F2OoDL63gTC/sQB+VLrNqTrpNDo3hBUMqDif6WEdA8lmj1
Bs5i+HpWaQ2+VZqDj7vWqOomLzAft3Tnd6GcqgtXTnu3qSmwp92YRO8mh3SV3nbqmKQ8Ww1u/Blk
e8hiHD12kz7i6eF888R4eavINDPjc4OPSsx+8aXXgl3wJoKLuy9NDS0NS41jrSb8ZQiy1jLwn0Xz
NpTWR5QnbP3HWuEdT8v6yskdEKQKqQxKIBXt+9R6Ku1SbeMscPZVHpYIW6NnexQFPEX2sThgl6vj
4VRLsY8L/7ufuVthONI00cjqi2+drXJaV0l7nyZdM286mdTYjZ+tJjx7OOxtyExjL2tPcYauNjF4
PvxDK058atVZ1yXYqzZ69eOtk1916V2Zym02SIK0U5xydbrEt6Oun2WYXveZyGE8eHsetWBFvUcT
QPVXg2HLEPXb5Okr7JrXUW5bgPKRJ09Ze8jJ9V3WsZBEZxG2hem17XZl1i1fxxQuat2+6gL1SdzY
8fbMDOiDfdyxkQ/i2jOEiyGCCw/KadQTqDCQCAd0GF+X0r8je3ciBtR7iZr3AUVS7ySHoZ7NdlbB
XYDSYiOgPbgxGE7hYUInEavbZT5seLKK1+g21l7G8zOjfqj9a+R/+ziibZPis+BMVLZPNdn1yD99
b/nAO4IlkpduOLrTANW5mWgT0L7Z2I6Vn8iBLTaN9h7bli3G1vIW0fj0sjjd8j1N+Z09wGXbTU4Z
z9CWFmBkxqcFSAiWpstgaS4KeQZxO+26tek1EU6azfHRLYLdoP1dC0ZANpizvYLuRxlYdwtStlVU
JgP58ssjE52Up/eqMSNpYarFM5PQCkvtZ0v5V22gDvDcL1rTAq21ChyR0TGcEniaEc6x7Nqqwue+
nD6grlwn1V3Uy3eVpufN5St2x01ShlvV99sMR+eWyA//UdpwrhcfU2XnFRcWMxjf1OTdLidiiG1W
/5H7QEmX9tWWIJQHzMM3mIt3k6o2Cz6B1UThij6uaQ86xEvaUd+t46ymsR7capi5iefhlTbQcmr/
QPVAdKAB3+rHh67L1tqrcW5qPrxO+vUqHvL5AFbiyRU9xVwZAr40+WPEJpucxSaOAijYP3EQvOzJ
/yPUg4YfLcLLFA2fsJ9JQYvWiLOcm6rzYNgQz8H6paryPUKATCShIh+HqAZ5x7byKPmh1uuJCHQd
XFP4es/qqdVI2tulnvrn3LXW6KCuF21nWN3t72Obfosnsevj7AtZ9sc+wfWH/eur100naES829Fh
5mvx1YEMLk4cryrYpS01gcfxts589lexNYWDV5LiblsU1XNT9xEWh95AZAkPzAcm4Lb9jvnfzZKy
I6cBWgDi0AzxL+Ozr93XqvDsTRCl11BL3pol3bZV+ZQ007zOiMmwU/uzN9G6AFRx2Q03jTNDl24P
TQtvW1jNZtTebRgk7UPjVbusLdAIOpxOdaDvCgJfxnM32U3H7/HScovKqVki0EAah3VVRKxYUT9s
m8l5EyrvVzB/P4mxhpEtid9op/Jg5VO1a2W+ceGeoshkZB5SfLjBcM677zglem9eULGOIEW4jOX8
EC7ue9zWj5T3tkdkYkBWtYp2pu93sG1ymILBzqvj+7HXOxRk92NGLJYTbCWw0hqdWtW1h3BEtKT0
V83BvQAU1HfUSFWxbsIrQi12rSmecItXXXmHZLsh65JYiWE4tB5jYByzGsPdUuzT8bnvVXBqEbJh
rPKz1zwPIU3ZakLKkDTYxIeeSuG2D6LkI05SgSU7LZJvsdsvp8zLQD2IurIveKIsAmiyni+YA8kq
YfxzkQwKP2EaOo+d7ehbYS/imOc8ew0Mh3VBkCN8B/SF0gvFRRH486adKZ7VspyakiOupwNIx7Ku
d5znEypqHuAUNe3GD8ZuvyxwaSQdZGRp78pLsE4LuuMXeWlHa6aC06EJMMu3g3q1nKR6sq3WoqCL
nXc0qM1zF9jBPmlBbEdxkO4rxUQRFXV34eV9fUsJa2Nds8YDIAaJ0G9I+OxJXtklSeg+gaiW49pK
BDAjK56de7moTHL9mjLHotH0qNjKLnUVRLjsKi9fRSAjNn0xECmjcsbxdCny+sjWkjdE6SzFZjy3
OTqEPadEJ/ZN5avxsqzCtGTYlM+fyJAw685oc1iB6ou4S+aLoY6ty4VwNL813pqRT0zDIHV2s4j6
rUiC6TmPlhLQnjN97XRAQuEynLH+/Jn3BBeO3xXnKSgNMthX7qAOArvtzaTK+TOXEUWvwD1EpxZv
Z0eQY7QOMqqgmjurj4h1k61d62Vvkpj0gDYO9xbPw1vcdz7BVHP+zkJOgm6RbJtlEAckLYYutu1N
37yzi9EMA0Y7J/fdx9E383rqK+/oupPQq1p56jCEdXoQ5xiNklK9y9qSJZOe8Bq0FvVvUz6G7Iew
htJM7Xo+/FNZdcStQttf93aPkXUIBjyr5/6iZinx3QeaMAq/4SKvfccE75NTZo+izPm8kANn+0ho
a6cdoR6HMamv6ky7xzJlGFTa4iq3Ugy3iy8qFJAev2YUtbkLPC1eY5n0L0i5IUa1aJTvoHdQkIRj
WbzHKSHjBFwydnc43R6CxhCIDFDz0HgTRSwjJ/lZCTIFCJp3R5AhipzKRqbtFbKU/FKSFH5E2QpX
PB/ni6x3JdEbaQx1V0WEN9eOoy5drrpaIOh7uwKpLMf1unGfqZ9q7L1sMkoEF2labY1aLmTk39mS
Z6Bqo/upr98Qg+ybVl2OJFruExuPu88oGfYVkuvywiiDUWnuejoANSFMoLCZtVzpFAf/Sg3s/qvJ
TTKUmFW0D9Nx2FDID8x4RmfThq5IMTaLBEq5CSS1RwXRxmAd8iin92ePHHxTP1D39Vgle8GnMssZ
mArvALhLuFGbPu8pduLRUnvE0dmuJTWLjM+k6FZhML6Fpn4ehsi+tcTkcQ6orgp3PGmQ32R0wL3J
oyi7s5clOGGRva+9cleG1d08dcPeuOB/D3XTDPG+HfvgNCGdJv216OChVPo1r+zzmzom5qJMM/K4
XGfWxHToNr1qhCPBHuUsqQXYpL2evHepzDzSJQqnUywraHdzgUWJE7K9rWaLbmvpOow80sE0l7bG
xdrXsKj9ljHW2tWV/iychZ7nEvgx3yjJImcG4N0oOGo7DrUUh5F+eEl0iZx3IRKb1Y+Y4xVK1UZB
+RIehtuKpJuuQcse8HsvGXzADLOC4rgE3nAgDPrCIJEC+oeHf3R0uHWZkD66THk4eizhcDF6Nr4I
lwTVS0Ojgu01191pUtBBetuTR0crp2UJsaOdO1Ih8m4tNk0VYy5oyoC5ogyserEdYtjgbTD073bT
Y0cYqYYzHyi/gV4e+cPOStx934zHunfGe8eUVPe9K6aPoKiJ0Ss4h1Aw53Khvg4ZuLOJX1BeNd9k
Sq7JEnaA95aB8SD6o+Q0lQnpLn5Hu8RxkgH4Xl/Hl/5c36LH0xx+CM29K3B/vsbUYNGq6RHfUkOS
Z6ay+Mq1WbHBtA83ThB/8frmCekejUUT39kDwJDKInGzWWA11BT0tDuI4PAzyCiQ02BZPRhnv7Rq
fIkYY2NJo9NWBMXlH2mwrpO+uraVHMaiffHL7NaezOOg7O8sI+uRj5JjKXW4dT20AfPFuaZb440b
1BpfaYHxT2b11ZDUskWKPq4dcAvbivAzUfsg4oCccGSTRXwO4lHlsQlenNp7oJNk7+HKeauocG/H
iQweMdb7UjKvzKEnpKP8gts02cSLZ+7oM92mmD9SequZeHQXOzhiHnmfWP/soqXfa0mvOfaV1dxZ
2CtYgi3I6DNf5FlUvht4k0ILIl5Avw6R2C5xiE1TM6mSbAb+elyG4Clt/W0IjiDvxSPYAm81heHN
1HFyIKD7o/Cca+Eh6eGE3ZOLe4a6ZNj0pag/JM+KZlXeuH1xI5Drb5NGAWaDABOMD4XvGUwClb5H
rx5uHW86NrnzXC3uR2f8N5M9dTjKhaq36TK4+yJ4rgsmEP2k6DmZEopjjp/Elm9LBAxJpcHTKKLT
PGFMIa+YvXZY00VcVo2waaYwqtVm3NT0xmRc3w50+YYOFpbWqFe9nWRFUExfSjL4qJu/THPAvl56
w1o12SXsh3KVZojoM8+7D5pK0TZtH8e+v1FRD70to+EFHjYV1Atp4YhtOpNA0yHLC01wP4gG8Qnn
tCP9hkMdxukptznk4aQkELlSt9iRshWApG+uz4EUxHp1S4P4fjobW/yBWlmN8gEJErRPmttNGkRb
I+wzRvPATMf72mMd3Ob6S+GDyqJNvzFh+W1MiUctEm027EyZuEmzynrC1EW6VKT8cu/61gudA1I2
6VWD0/oSOudE+Wk6iKG7a4hV132PXVONHNHq8nsXZ7S3xHdCl5/Dps82Nfp4nvgMmgr+IIQCSb6j
o/I0pnTNwQjdxULnl7Sfl5OVqgakfNztvKLUazR8ZNV17rGep1e/KC6i2OaToxuGsbp+pBtvrboS
romfmn07eR6Yp47hEcOMC4n9qgbjd2akyPpU9z6ZO4CPly7cC1eJjbAbPjm1BkKarPicJb2c6esM
xGpTDdEx7xfnZMEqWYF2QVDc2xZwTqrYBLrEjDgJmlsyr6be5Nwhsm1JN0w3xZ3SaQh7y3kMnCZc
QfB2XnuZoHUZBRirKoZFGEHZuvEznJqD6wt4G5AsJvMZtp0EIpV3D/My5C9s5NMV3LP3xVLpi7fE
4bXq1KHqzypOy6c8gasoyHFbx+h1qYpUk6ttqsJ0bZNSvyJyk3ci7OYjKQzWznXhYxX1UfWw/xa9
tcPobWpo2NH2sGhJMRiL3PlkpL0ap/Gbw7rcFPnXhDlMzXgIild+WOjisKKpdeHUpDTAWz45Pu+p
BhPSefmnkyW7CkGEzTFvFYxqhwfoqWmNf1HYMBFtGtV27m7hnfAlITKwqOOU+5RCmUTPYjr60eZ7
1jVflzxKjhBSN3Mc2ACz/ou982iOHEmz7X+ZPcoAdyg3e/YWocigCJJJMtUGlhJaa//1c8CqnmYE
OaTlrLtXVdaViQDgcPF9957LosIOYyWh8Z2J2FqhiLkoanPfWg5VbaboiBNubOnhq1MT4zNg74bw
5T/qEaCtF8PLTC6sxDtHEnSmUvZVJIK4JaFeY74CUF1fxUZYH0bTCtapIq6qEkzVygz0hpbGTOJ3
WK7NGNDKlHCT1K7K6qom9kC0fsautXfOLXVV2E5+bldZepEGBnGqyBDWOHAe5iD/ZMjpN10sblff
kNBZMrUvO4Tos6LA1PfZtJFgwfbDaN7HSfw4NYZcV0W0t0HlzlNwGRTWtdO4AHawR9H1u4wXM33s
tNSArYT4x+Vg6chqk9gcRTy6G0lKaEhswpS3BHQN7XxqIc5D0xuhQ06OdUE75MFQ4Nn6ql3XRv0l
oLu9GbzAvk65k12JqWYNl4hEHmLNTPmxTL604++6pdlhMPRxxaAu0rHzqwvdr003rRrPPi9zadHA
Kij4krv4iAQjv3AqPlgRHuSgHwC9fivN5os50VbIg2rb45sDvFSjSmPn4M4EokT2Lgl9cgM5YSrL
IP4EP3PA9oxtAybLksuC/robamQhOc8hgRMchIBNHPLZTPMSPV1+XnXMDtqn1JASdgUKy4YLSgyV
tRvdet0m+lzh81u1VWmuIxPXI8f+Qz7l1iZzYN+m8XQxSQl9Lbf9Ry+lvgyIJtrAIGxvENv86Ol2
DC0BUVS5B4NoMlcE0aaOrGLTVvqrkywJsFdjOm3zpDLRX9kcYLLyoeYpXOkUYaG23AcLfiI4KpY8
Tf5qamEQ5EEz7pzB/O2aP5KhGb939A93jpdy8VtikLxVWwbq4Hn+XeMApPLkTVJRBwK09DEVJE4s
sObEHe4N9hrnGhyiUv23hvGVrLCFfpQUZJPap0jduXemCM915634z86oqdLUiGw65CztE/O4aX3A
oIXrio9VN8kjBMJF9St/u3oHRlIEKxv01qaIws+iSXbEFdJZFOGdzmk2TpN1UYf6Q8AWxDYj+s60
SEJSiVycqTHISzRo45nTs21lqblBVvfVq4oz6ROJ0sNRVFBBiyS4DInIkyiW1rhW0Xql+XlSyL3C
w7jCgJb9YEHBJqjsalcYLQx2quttWTYbJRAscTphc5AXN3xai2lQf+AsBIyVphykUHvTNXa5QWs0
oAAcH6gAU+7qq/Mgohls/WTjf55HxnVRcbZPvOxn2I7kqjWfbBXw6Um1HqJbOkJrDHxbmLXTqiSu
AX3sVcGmMCfIFUgZWC9qRdTU3D6GjpbtpJ4JS+qsAJZ09WOU2YeWPCvfdM297eLDmWKy+BAMWOHn
FMPvurKq33mJHGGGntixhECEjZdW2UzR34FLLIb4Oo+s733qllABGgRsLQmzYd9Do0bLMERbglXn
ry6pb59i3Q1no0Hxz6MotGHPeN7NxhfcfNsCPBDgkXGDDmQk/UgvkscLO/+ZJcGhA56hZuBFw/QQ
2eHGN8f70iq3jeh+U+ukn2kGfFjB/Dj6Sfy1Hwqy8Ozd2FCgroZtOhgch/z6Er/0pajgSOsvoanX
lU8ObGWtrMy7o2x3JiOY/UG8XZQxgrEYyOZssijelR58X86rO2zA+6xjTpIzOUBDDG3IX+XDwL/4
3aGtWJoxFiJXuKE9sK8SazeV8odRM+8jnrsuBvOqYY5XtUE57Q41KvtMJB1F2AMuhxQqP+ZQpEIa
f8q+Bw180c3mRRQtWwF7DFCsuZwAzY2P6vTcNz4bdU5f2QIP7I2of+YzS0J7tNqrpAx2rLIbf+jb
vSVg0g3npp+ziWTsxf5ZN0c/gFSvULpTXStptgDxZI7LQg+cSrFKyyA7621nZ1cs6QraYFt/iiB9
dkRIRYm/Gpyo3rBARr9lyCwbynI9uemeM/6qyd0tXgAQ4V24b9z5GvsuX5bAJZmGn0xjuIAs6if5
HdvNcZfQJZ6SzFjlyTcHQHxoGw9d3m5NkikIkVwbpESbkrNFY9E2EJd9Y+8rV3ewmSRV3ByQMD8z
FwsSozXBwgzxeQGNQk42HApYI0F7kScoqzTx4ln+zcnsT4M331BzyzYTtX23uBwarOjYj7VDNBdh
jYhbUedOW8+cqdMn1fxLBBydgtn+PUXFOtM8KKcihi29186FKrrNnIn7uBgOI00TJvaGExVRa5OK
u20CC2YCo0erEUw99su19hnZM+vjtqjTg8xq/diyPWWCjCi4Uk6xQxs/TbH1e8Bx2tI/WjZOcZMS
Y6nv/XY8j3ufPnmurhPt11e12ScHJEn6phymy0lotjrBz7cF6tYJYmYRquFnXOqkJOyaGA+PFeqV
GnSQogRm6vKcmzkN3PrMJo/2Z+E12ad6GimkxsXsXaGBxP+MMKMT2zGj1bt955csZqNnonVcLYuT
AVcL4nJMXeYiqXtmnohjNtp5R5A78r32m4LIZ0O6afHUZ7B8P9S5YfykbO8/ZH3Z3vudHAGYjC2Q
Au2mv55+zH90l/9luYyAt3SXfRN3cd8eSS+XP/O39NKVfzkIGj2P1QWZpLkAsf6WXjou1CtHgLuS
LsVY08Xr8C/pJS5ZCckCm6zijx5LL4X5l4O1DoSWSynIxET6J9JLhJrPR5GPH3BxVRKuYQsuZDnq
eBTppMZhkNIaKlLPgvHpTY9unTSsMT3wSt2NINxaAtSSeilQdqVOvo3m6P2ua8riz57c7d9D9znn
avl0/j2gn36K5eDQsfHyujaj9vinFMQFAIKOZ9h0YXvuCDyrnhH3516VeWhg7Ki7S/0w+FEjl3jH
JnZsAMFVTFXa8z3MkbYJOsw+MYAAsgDTABV+g6vjo99ZC5x4+pVM/g6t0XuBT8fmnaeLOcrhxWEl
tKV9mhBezY3rGKlfEXdqzzjh+28QLNOztx/m6xfBYo24lzHmn9wRee9NmDlGtRF5bAFlRR+lPSnv
377KMjqevzKOiPjqYJMttwKu5mT0VC0escLqKQAP5Z1jaIQ/Yf2gPP0rtPQXaEh7f8hBgKp3Jj97
MQKdXBiwCDUQZeMWwp90PFZKVzVG2LEXhaGJnqJCN3LlDDV4a3+Mw8fAp26+CxAUIz4ozW9y6XQR
5aHYNgUoTuuhDFDNsEghUmv0hCaf9A6OWsQ/kw1fEcQoDE67YFuAL+a1GOg1s9qu/XaSD13r8xc1
oL3GfqBg2QCeWPLeZ30g7cATe3I4sAkI0QryYxtDeDAsaevsgSt6GlWS3ROoCtjjY5HIjw2PLDwH
Nk/Dwup6D9Rm4oAZl1WLWm52HY51b7+1F2ODF20J4DyW6QlOUic2ViprpZFSO97QyEmvDROCZxMr
752rvPimPOCADh5/yfe8+KuOX1EXT21udVa3GcHqbVQHm0GbwUQ+BAzpQRPe/fZdHdvV+Kw8XLlY
6i3HY8J1Tm2LrpFXiCGbbkPMEG+uLyTb8xqRcsXhvE5LKLsz5aC3L/rKTeJ7R4OKDo4NwanhWakI
xb3L0dVL+9u2qdLzLiI7eJTqtpjj7J1bfOXF+QjgPLSLzNj4GY8fqVlR9QpLv4fJLomOncxhG9ok
R7x9TyfB8zzJBcHAu2MOtlm03NM3Z1WgApi4NrEHQs9NdB5v4ftSfKzL2H/wh+qqKQYarrEKlLUp
DZNzyYJ9eHDnwbmJW9ryf9/5fzYY/4Ud/9nreZG5hbar+PXNAHPdfuuPNhnLn/sXVUP+5bKCYT82
IdQ87Qn+2WXQAf+L9jpELsqY/AMbkf/ZZsDddH0GEvsTxSTAZPo/Bg82IMyprIfM60+8jf///2C8
hb+IsMxmgOrElR39+/Nl/fi7dPgqfVP4kD5wLEM7ezLVP9un0jabBytIbjjNufPabTuaTo0ozLOA
P4QC02gezayhxvTsMf3zM55f9nSn/nRd3+WjdH3XsUzrZDuRF0NZD1V8E4WoLMrrgUJdlNPCb8Yr
N85/2ZnYtkFM8JNMP//5pdGbCVd4gC9BoZ5cGmlZnY11c0OGRHM5Ri7CqAmQzk4lMY0uu6Y4eD1D
GNvDM6JSYLruojWTjQj/7FN+evi2uSSuCULPJL/neMYYrTZ07Tm6iQuEeHClXJFt2oxSEHye0OpR
lsWhwobiRAiHctQinHKJ11iH0o8uRUIexMp1W6jabz+hV8YExyiboSo5asNtOf5ZBdVwd9LqECW9
BR4i8wmRsocmf5ynbpoRkKGAv0THUVabty98vGH5+3nYFp4nyQTK3HZyfHNm3yYxKLwxef3fEc+X
36dSuZtATPFFZuXWp4FizK2h6vKj6VLXf/vqy3v/967ln6szoS53zP7+dLXITbt1nVYdkrCJPsbu
1H2HkBNBfRLhH23//rmSD7eS4f+Pd+v54dD1I8QHoXGoCbz5FERRdCdG9Y4J/bW7AZPDGm8vKX2n
dne8fWEZBvJAJid7WTucHqfQRITGSeHx7ed2vO79fTcQgTj1sKFl+RPHwyXtIy9BeHsz8bl8qFu3
vvHz2n4HTfHa7bCdZKJCqOJyvD6+SJ+i3mmz+IYI2hniuxPle9Ou7Q9J2c3vcA9eux8FJgKKJ0xG
dfpVluMYIHpIb+wG/9eArodAFyqF0zvD7dXL0KFjN2Qz2k4jVzsFihZb7I0HH/UhyauQTBM68m+/
m5MT5NPL4dTGNo+PmcPMKTQJ2W9YzX50U8amILfWg+G1KwI6+5btNZ8LmXf3I70Pc1NMnWDOTfzc
XzeVQBTmYrj9s9PV3z8H1KXHqYeFxz69aZ25pZNn/qHtimafhto8H9ANbt++aZba0w+ZSRUCESRa
22Y/djxWqpzQvqC2DoKktFXS45rC7P0pymjoq+YPwT2sn65g2UQPzkkd5evxtbylwKWc6YCkKtx7
fQAsUYbv7vlemRgJaGSYQG12OYafjH6kT2BKM3EgIkpc5C1eMVp+Efo/dAK1bdKeCoS9Naoo+tE6
ubOb/Dr84Lja2DZ2Iq90bxDXFWeLPbFL7pH4DuSrmA25RjT+PjhEzL8zwy0/6GQuZRpnUHPCMBdW
0/FjsXtR1ULAARSNcaNJ1v0Ozhqr4Ez3LZ9Dc+n2Oh/efu2vPaTn1zyZh7rInPqksw+J4Detq86g
LDpEakvbnlKphDy6KrIOZ73lZPR8W9e4e/sHvPJFu57EngQeDTCVWMbls70UbUKFiFAcvAAdyWA0
iIaiKH5nwC14thePFpXgAksxhQcW4/gqbWnBtuzMA7sKKbf9VIp+IyKLOAWh1fDZQRf2pUoz50sy
ghddgx+jH96AF9zaSIgg8cnMpbBv5Eb63mTzyocH5HUxM7skzeJqPv5p2hJJpWr7wFj28R2V0Qer
izMUkInY6rSJPyLuKzYWSW7liqV8+jzxC7dRPMT8k1KoSYzirClDH/2Uo6+yvHsXQv7KOuLCZAbb
y9cEnOVkkAzaUWOrzEMfJ9aFF5UiWWfpMKCYbunNOlN83zdt+cUtCJFssEDiEuyIlYjrdsbMyV5+
64aN2E8VrtUiN6qHPx9CYHUgfy+lG5a74yfoVn1rclw4GI1TnFFhQByV+v312xd55TVB1DXZF9CH
5QBxMpuEswXQMRwOWH+RddZYdx9zMyGZRwedDeiWNJa3L/jaKgR4CUwNuzuAyf7yVp59GZUeRsu2
2sNk9t2l1WGgadPE/oqpW9yOYHfVChsUrsUZoAy+OouASccc7gMtrf/DCsTHSXPAol8IlnBpITz7
KWmZlDLym0OGRGSr4/63KabsnR3Ea9+oBwCK2vBSX4Eid3yRrhA4MaP2kDdQz+j20c9t8MAFwEg3
dFK8vV0EKcGscGPEOFcoYMOAXn4/owtdoyuLtkXTmO+8heXrO5mT+VGcvMAJKMz8J3My5hGviY3m
MEYcIXJhfUEz/2v0EY2XxPpoTG6e3L3z4l+ZEtHVC7gBvkIldlrMSisfgHBZHSQ9p0U1iheaCKQ1
+MBuVdoWz6EauW1xNWX6k7HMnbK/w9K57azya7jsRd7+Qa/+nmVyYvBThHrC7z97+1r69aC6ghC4
sNkz0AtMKo73zl2/vAiVasBmbO7ZGaCmOn77kE+bsSlrxBIieozNuH2wIsSKf3onSzVNMLh8CPio
hI8vUlooa2HGHPLebn7I0U0vtEN409sXeTlbLhRMEOF0IhRsx5OZojBUaTjueOjMUdxXne7ISNNF
uEYIked/vnpwWIETSsWDtpnnnYzP2TWJo4+ag5fRolsBvgjvosmJP8p2mjReQ39akz0jH1Er9PuJ
E8232RLRBXXo67Cl1YlJf1BIrzpCBEHOEG+xbWVbjZu3n8mL0gWPG1qHqZaKCXP1ixmEsHrYe+JQ
JhNaEnowlt6YaogvgQjE4KRaB+snNdccM/TYAuJB14/nFxz5n1Uc2W7ySzg/8IWBRhUvmoyphLQR
1fOB5HDC7xYBjF50D2/f7+kY4CJQhgCQ2Mxm1LCWbdezT2b2/dDowv4wFsg4mjFB32FOK3sukncA
oieVzafbAbsKyoRdjcv54ORKfZPLsWMA5FPX3GnDTZz1Aj7D5aXkLm5j1JCz66FTj+6ocEa3eE+M
Xygl1UXl1frh7dt+MYc/3fe/f406WShij9QtUXaH2G7ba5YTGAdi7G9Nc7yuCRjbAvmOHjPEP1k/
64sqLIfd7E/WOdJ18kpLPIXzO5/8cv/PJ/DTX3TygUyzjpMmaA56NEzM2chvgqzN7saRIJ0g9ZJV
R/duiwsZBX5FXPHbD+R0VluuTj9CLrw5a2lHHo+DHiJDHzvtwcutce3XHbtrzhrvXOT03PB0EaYa
xR6BjIXTGnqABqbJUoZA1YkPZecGu7Ger0UznTG8mw0u2OmdwsKLvclySUnSAxXwpbjgn7znDPSZ
Vl19aFsf6wr6+/ASJc302VclWV+Cpk+BmywviIoBTv3LoXfnrUHsa5JgrNJS73xur447h1bvEink
euxQjp8zHHYkplnLMSZUl3rIKfLFyKwrZPoGeI7AQhZmeXtV2OZ6Uou9PCZs1w+SD2Uq+quSlL1v
b7/5p+Pl6cBjGyPpi9Lh4H/HP6kbcr90ZYeOaDaw8JRR+8WKSRcmg8aGB0RQz3hd1nNbbyfqRCQ2
lF2BVdEKe+gPeTQSYB0r0mNtf3BWBk7UsySe5bQyMtMakE/V/yge/teq9qsvlTma2ZF5kR3PyVTC
AmKWU5kfSNEjWFemtrukCmrf2sQjeFxCijuDOgf2sXqtWrO77Z3Q+yX1yMGYd0py1NuP8LWPh4IH
8zUdfZ85+/gJNlk/YSGsDpaBcRNrhjmeuVbWD+8NnmUKOH1T6glv6QI8ZR49vg6s/iIR8XLfiL9X
fp0339NyUR+H0Or2xICieR1wb5DHHSGx3GRNjg0s8widMiVmtndmrFfWDlrAHAmFze7vxc/xuyYU
2lfXrT+rq7Cws7sBgfpXYjHG+z9+wMrmXO9QUOXwdDpbe1Fgp0EG92P2pr2do+6a0tp4Z65Ynt7J
06UEiSTEZgqknnay5/LYmQe98K+rprcxRE79pqCUfJemFaophMrZ+ds39XLCVz4qE8tiEwZY/3SP
V+hgyJtxuG5j0X42mwp3Y5PPOHftoJ+/EsvX2JeUJskiltY4/yyGAMrf2z+BOef0ptmQ0X5akMCw
TGmZHA8pDlHR1PfVNbpDYALpSMjfVtJ7+Dw1Wn12JDZ4Ttytt4rwmk0/bBsh6dqg0NTeTtSz5CoM
7ci5TvIARWiuPELjdRCpfp+rUKdnwiq1geCu9fTFXGfmhdETewxbp+OZ9o3T61Wm85AWpttNB0tX
6X2dOPUPegTE5yLBwQfRar9Bs64Lm5jzyYiGLYkoxvce5dfdgCSNeFUWxB9da4aHcpxmHDVtiAqy
zlrE/HHmnU9Y7uQeRNfUXnfuMI27unfyH3MnCWjoqJAuNo28/9DaFup+nMUeIv5eBP3O9MJ+Xmsh
0p9eIYh3HAfL+IDXsyzWSCcLyAXsXPZpUo5fqkLOQDWFgSyhTFMMJt4gJYSiEGgQGdD0u0Kt/Zs4
lmW95uICqCF48/5iSlTfg1+TPXFwNK8s2GMRPd65hiNI3rDFJHZGGIVVbUfiSUu4lE3sxz+61Cym
NSwGJBIRpuduOW/OxU4S9TuvS9X4+RkcQJrHMHyi1Fnxpzy8EQWHZwzZhuwJjbTpr18Hvhvp1Ux6
zrQLekNNt6oY/DMZtPznUBmxEbYSU1eRxOa46eSIzXbQKTnjXRCO9eIJxkvtV9BxV4Hf6EMu67RY
i87FO9yVlvA3MLMmXiC5N2A6cQdmj10yZj2SfTt9EIPT9ETHtRCYygA37iYYOXWuCFB16q3sQsTb
A5iWYKMVTjcjlyyZws3EHWmvwjrg1UfdMQQDoK8cdXy21W3fN+cWL/cLyCyyOjsCJzilRnkRrBPR
0Y00sj4ilVbF1q/WoMAbaGP6il0v0xeFWc7GWWgHzY/STVt9qOO5yNeW9rpsnYZdeU9uBvT7GRyR
vSJexbKgCljOLZLD9EMIm9NnOwsfadXXFUTiQE0kgZaNAppCZ5RRDf+nNdeyJU8HrIKEJVfOhQWg
tZEQbyGtgVwYphlmWE8MkCI/KcibbZQbNlm3WZ/0sFmS8JvdRZixQll496U7Tw9yxpKys+MkGnY0
waYnIXv6YE4tuoDGTOMIJ0c73A7BONxZJc26Vc+ST6z6pMRPF0artWsGJba5jodL2IXVGdgmvtIR
/lEZEvexDxz+mnWNPWo1jlXy6HqzlZPl3UQPcV1YV560jUtYEBEmmNbS0Sr3q97dl0bRPXS9im8m
8geLVRzFTG0IR7uPnekXsIamSGXbXo82c0hYEytS2cPU/72I/kfNgFySmtAbcslSf8u/g5L/dSRl
WP7Q31IG2/yL8y6rLEIBXMls7v6ll5Qkh1CMcJWLkIAO7oKjfKaXtBH9kKbARoxSkOTv+xeqUrh/
+TipBaoIMBdUTf5IL3m83XjqGbPno4jABmApWpysz6ZHbE7opCP2OhQLoVE6V3nvJ3e12/KFPXs0
t3+v+s8VDMfL4t/XotzL1pKtDe3Pkx1disJmaDOqV75iUlkHjT9YJKpJOjCQgi6ln4bVO5c83kQ+
XZLANuIzqchQRV2e4/OTuANZCLccn4Thjh0y/NmgTBjF+z++MdJIUEtJNCaSPIvjq2R8nHXg4OKO
QvJX98Du3TUFNafH1Vr4xBs7BZltb1/zlRdHfRBZE5om22M4HF9zAex5TufhSaMEirp+zqnjRBpL
ZOf173XfX3lzXMxDAUKxgerWyZtLAllbIoUSNQDexXGonJ/gaOrz2hiqiz5u0Ni/fXfLe/n3tpF0
P2dJ3EWvw27E4/s5OYwwIE2W2BJm4Rhdmu2MrzioLvseC3LiqCsicC+jut2+fdHTwbJc1PfYuiFx
I/XAPPkWog50ibtYlGA5Yn7OXbYBWfle2OXLq6Bvp+dPEgHHZ8waxy9uqIlG12Y2rWqrGg4xyKbr
uvW+v30rp6NDOuw9USehgUISKU6DRKa58HXV4OGtHKt5BM8936bCLTE39vn5H1+KFiIftCIm4uX9
tHaYkGQHRzsJU7w3WV6OziqW8/iZLmKv33lHy0g7HhgA35mvACWwE2aGPH56Y1zWOaBCjUvcD84T
NQefomroP9kIcEit44C2chNEsm/f4+n453FSuET+SSOG9uFpJBDC3JodB5u5zHK7u3hx0Sa+Kq5k
VTVrNoem8874f2WQcIwBU8w0aTLFL///swrilPi1b+ZsEXAv+1sy5QGfU2E5e/u2Xr8K5I7FdkGr
6eSzjh3bmOIccbAUlSDy3Ao3k5LBnz88xXHIYhVzJGudOL6XIMM7qs1Wr8ZG1Gdl6hiHACP5hYi9
+nfUF/Xt23f1cu6gj7ocaVlaiSr1T57d3GAjKatarxypz3nKw8rXql6VXf+ZkJqbxEdS2zXWO03m
V764Rf2Oagj9IQvByUrj2qbIactpbPczQMbeKXclKVbnhN33j2/f4IvXtsxRKAVcajWLfGj5Kc8G
R42JtocXAU7Cl+01urfkrCjq5E+HINHmS7tvaSvwF6mTx6iN2kxsi4p8OsdzjnLcmDZV11n3f3gz
yyxlymWUs0Ij/Di+GUyjMXArJOyzS1PPHQEpk3rX/unNKDYeix9kWaCpci0f+LNHRu2081KbQa7q
hHLcACW+JWl58/a9vBgDi2AarTFKKHZSL0qxM0kcg0/C6YqygHHRpFqDDyNyNXHbZPf2pV6MgadL
wTLHDeEupZXjG6LkGs9jUtggVyMKVHPem/Z+hl8vtm9faJlQjyZcGE5sWBaDGI3QFwWcZvDhzZCb
AcgbdRNz+tx557Gdg+UQHuFOHAFnyvYu8aIdedkToDN/TPzpj++X9j5fFkoeJBzyNGeJ71UmYQyE
JpmGKbyYg0qZZ0LmVfnO/b58h6hcCYFwuR4codPYIyNIoL44S71zKotdpKA96F7356GsxMPbj/bl
O8Sk49KWFwS8s288mX5dbTl1k0/+qh10deNBZjkvU7A1f3wVW9kcMogWpkZ+2lifi9DFDgxBIfGL
EMq5bJGKkCfy9lUIljkZKMhr6HShr19axZTeTkakEwO8H2CgLzE3iHky1i/cnmNU//T8Lmi+GNR0
cDwDsoLA0cVV4EIUavBEAr5Mo+LebQAz76AS1UyfhkEUVCMmAwp3kKfmVZzm+qcHxqsqoGClza8g
yEqCykAMgZmKW7O5D2U7eLuA1bjZYgObAKdYoZU2F+YU6MBetZGsM3i9avC6AFL2QBt7NZZRaqsD
k3Q4+/uajI/4Lokme9iNrR8C+GA9q4c7Z0L0DaoyUfZWF0Vv3XleDPDYqhIq0h5WAsBxiTN7Z7PE
bHYJ9KX6CJHUPJPlkObrmrurbgJbGd6XqBnn7NokCARXDu1DOBiDG0AcnMtOnaexom+mlVPO+6md
dXpnLFlmO6s1pumK/fZMG7nw+slZFSPaobOhGPMJ06QlAtbU1Cm9bTeJ2PlQtlMQ7XBv+DCotGPY
dylJJDGBfEF9lwBgUiubsjKgs6od9SqFtF6uenxczq53WlF8FmEQmhdl56TyEYVNpIHeTk2cfYOm
4EZbSjBSUlSQUbSiGdrnm66gyUXxa/Bydrdl6SGiGsOvaTL6YHGbSUBEm6z40YxiQ+99VRnwQ+YE
nlIjmpL47jlyH/1IwHsGK4Ule2g8+Vu3A1DaTFZUqUAklQ1vbZibZtPGebTQf/roLuxTclFyL4K1
4JZphpk352+/i4whhhKau5jhZe5k8MYydxqxzedZd0gjhHgXRSWy277upftA5amd9y34cCdgMstH
lW+bIUywps9mFnb9ZpzayPjuJ5Sz5VrT+moPcLtzVPGx4chtZSRD8zPOZ71v5OwHELroN64KGE7D
ymauLkFIxohPdxPG8gaBAJyr73PjVFKui8L0cZZRHupg7qauMghcboPSFLAz85rIGXoS0Ba8DUVT
c/hJNILZXdk+NdlfPR7HqlirFLBDuLNnaR1MkGXRBWlxEdK6xrXqc35E+yOlLuQQbOzFt8Cx699G
61LShYvRGWARlEdxiA12Xt7WlmF1Nkc+KQfilYOEt9o3hjL2atLu8N0kOas4C3sFL00oAErkQjj5
kmKdgDtSCTHAKCZhzMA8dw2SQQfKxjRR4jq8mzLpwcfv1KCupy6qSBYL8/InbklAAlHHN/wjbymf
r32jLi47HRKqlE2Bke1Gvxr8vaQVY25nPp5xkwFqOXSjDMPLqfe77IOflS4cyxxV4zairC62QGjD
aaOjBs5KoAI4wBYZWOAVEiK0trVMc1ADSbBUEG2XFWzqoZoCl1WaLUkZuDdTOlofZyBjA4hPo7a3
NrySJb0pitKtjwOsPO/EEsTbwWMFRIXDIFj70JrTVQDv4JfuvJgNcJQBBqpyZDznTj8W4xcntet2
H3HiUecIjXJ5WbV5aN/2KhzdT2UJBunDaKqi2rs+4IgzUY5wBLTACrnDn64+1U4XX5uVMsItkTbl
LxPHdAgHsiZRQ3d2EW/TgBiB7RiSK39fN37G0cksCZFSST9+s5H2eKs8LaOHckwytaZTCyQh5fM/
ACcFadtbfjyfe2EpkzUECEEYt8uB/3xMUeRvijYa8pXia/xcegYgUQONzV3bNyQTpVNmHNI5re+Z
+D0BZtWHNSEF9fsVIcaAY6IclE2V1hWay9CfmrNwCpwWTpufVDdzIMyI99e5BIXHjZNjKDF8f1s5
CeyCrpgaH/QrWVqEGNHj/xyyq+HoXoJLuZKIwpqDNap4D7VjQchYDqyA2RNx8QVlBkTOotfqi5ux
cK4R6Y8uBuA5ApxkoRS99NqoGeACRNAI697PjSuXcMwGPkOWuRcaF4oD9cYEocsiPpugd4u639qi
7+adOQyoW6Jgkc1WrSThAP098IgQ7KO+oBrbUQw2EhTIfo+C/AKOILAh0DVODrO6lcm+NtHrkLSS
JeKx6xq8y3SFQnVhspSDhxpzjr8TRSH2KO6s6p0kLsbdpqLyvjOt1ea1W3oh6F0AbGs+FjinVRw4
6TryStv7OiTZQGCJkZvACvoQNDpvsqTeEYEMgp6nuZMx7IFHVDYw+LWDL0JvVWOHn+fAopRGVFmK
Wc8axnilK09ma2McS0AYk8APpa2KTWGl3OYXEfUBRFiAZEtMeeGyx1dyPJ+GFiTnMEfkLJRj6oS7
jjXgazw3431ixbSocoLJq3WWIYSujABaEyKmYVxl2Kbx/yaDSi6yVBiIG5QRE7FT2oBivGioxWao
J3JcKDUmv8UCjwC0bo1QJvp8/u5XgIaILJGjv02bumduBxNorGA0kUWjKqvttwLNeHZu5lVvr2Ix
cF4dsK2uwQ1mApw3YgJm5MH95HdFVOzjvDAIvImsHKpvMQbu2ivj+Y6q31yssRmRnNUIo/IBHyXZ
ZYd/2YcT09ofPT0UYpW3FgfTNsxM4IlDT4RtngYjLvEKQmikderxeyLoWU6aoBGoScACGQM0bV57
dPggUcMC0gQtu+VnwdLHJw/DrlgNdeMRPeHU8mfkNcgwjJFeCNtM7LErbPi1WKX5UBvEvLAYbBoi
/cDj0nn6NoOugTIlS+sB+D/8ozIT9QW69yRaWwatpa1bJN7WC4fWO0gaEaBTlD/5bJCyek2RZEmm
6PH0YYSrvTTZwb4M6tswMOvwZo6ySq07NIqEXjRPCRj1UxqGwfxOholZlNE1PT5iM7J6TKZ78ZSs
UaJ9Sw52YuvhDBd0MsEfshk7eTS71iXYU5VeVuwluociUQI2aviU9uH+N3tnsiSpcm7rdznjwzan
h2lA9Nn3lROsMrOSvnFwwOHp7xclXensfa7pmuaayEwmVVVmBHiz/rXWZ4/ppXczGy6Tx9YlXbru
6t/MEFhMrUqvrN9QkX7mqMD+akk/BSbERuptpouJvIw6w3a6d44tVhv3lGxSVi7nJIkdox4PORvi
sAeLS8kvbDVmaV1VJypKuRx2Gwap1Ep6Lc02EbyS9U0aSzqeetxnin+sN1GF8czcYxCS5FLHkCJm
svp5uesTb1zilao+0vtk6LqYQxc05UwWFh+/5CPY8s24J4VVb6DMRVX3wmhpZvZ6d31tM1JMnMEp
q6T0vnce+nqeTu5Q2nQusUJdkXByiigltK8iO/WwtAOS7/vtrBK88GNq2W8Ld1seNysczR01VhTR
hrTdqt2ULyqlDTZcrcinx9WWqfeF1u8xX9QLzpVF2PIuw4BG1T8/eccCyNZ4yS4bN6IXvscj3yT8
eO2CRD6hKaRbWmSKt0RkrCCGQYMwhZ4cEjf2kBNFqc2Cmik29RngkmExr7RqhaeuSuZXWQT0JqSz
NdNRb3beEwVcVbWlfnmk0BO7igdOps6p4sK5Om0XK+gn+Ew0lTIel82Ta1gkNxeGyGrHsc+/8+A8
iY1dVZREUWhVvFlW3hdR4E6EeoKgag5e0yUL/zrDmY0cdfBgzoXB/LUGmYiRMKUjJsvk9KtSlkfd
D72vcDZlMfRE80c88antq5dhpKSnLXskU9w1oSCI787fTbB0r15eeAcnSThLidK8dD+bTTtEKQV+
V4t/IbC4vaEv+43SPc06iKAk8f0O0ZPr0M/ZUP6Zkb6ut1ZaVBg6Kje706x03TNMTulFOvMBA2Tj
AgdCYl/dkQ4Uxq7PvNLbiXKtIQ/gESRH2TaWYhov2fUoE1vvx6ZIad9nM73yjSlNT9ml1JGJpC+e
u8BKIEj05XS7Sse+08MobMiEjvGQF2EGz1FM3i7MxpFOm8kZN8q9JNcx37YfDj14dxNNfXQWiLLi
Mmx5ErDKmMEgqs2msi/bQZLsLcBS+lh4XDTu0TzmXyltrN9VN7luXBsDuye8WouKLlM3P7UDnJct
1+n1EDXJtFxa+FJXcQ32l2aF89D1Dcs0j09bDGef1Sb8YSxr3d+XJD5WfsSsHJedj1GsfLabuqEs
pLOWlJR/SK4VJndjVLyVRicGifGgJwHMCpb4L3Wv1+fZ5/W6lNa7027s7Io+KOW6b+lQTE8OV8E+
CriF2rG50svKo1QsKmqVDoLdYlD7pFcO7XSTrVxDeFtzHjoxehnVRRaz6V9wQwZn07XBSt3iMH7R
ZZJNWBPYdXhO6TvedIYcB2486aWUENMAIDhCkzvacwIYOk3tJRcgBSfgtbYoh8tt8TIVrN6wRitR
70O/GmlEa+xyKystbhrKYfEAGB1FrmR96690xAG/p5egfOvcygZkpppqV3ZObkceoZo3KmaN7s4q
vRmgKlFvt/sYGZHrp6pmSPbOZ7uY29LAqrjNNEdv8G+j95x1PVSzdqI5d0N1i8rjBIjDBBFuXfHt
+KP7hLNi1HvNURACyoSaEN4byBnFGXJD4JPvKg1na014OxBk5ae5uA5rG727dO6qEb6mY5Z62iI2
cSBvlZN2US87bgrToN2DO5O320jOmwNl7Hp9WldjfE+9cLA3kMtN6nVd77pZ+EsimatLAmT2ppc5
78XAyyEkVFqefmeDfOqy144djRmhj4a2QR6mEFWCuar2cuj8cuNBcfmsKWBi5fN9HMKeW8xmNCp/
OOFFG/V2yUKfUvKgrjHdgAP6acwZZOnZbWn1K5bA7/eMPxOIJp0YH/qhzlu26UDfNOZQh1urlXSJ
9KvUD6vKzXK/NhPOnnkyjHyP7EfrGKdbH5rQOnsH35/dCS0C4XnjGnSZ3lCsSJljHlSefzXVVMc1
fdBSGu11ndr4bm09Ga1XN6yhHHY3g/YuZ7eq6M95PQIe9VejeOHIt3AAzdhDoz5xefnl7FOu1ztN
XW1cZVLhXAbh6EfTxZbvtynQQPo3JnQe3yyrvWav7mKeS5bDVlPXujVSfFBxlcJloRo4r94lhbPh
ZlgAyFLJsVbPQGDWWzqa9a++litvuc57dZq7afriuUztLRlFP/9el7KRe8HZ2DglJu15m1HBn90E
U29Wh6AfVbMnkczOKc1gtHfceoV4r2sHyENjF6Xc9kKtHxq6KSs8bXl3VZID4iuNtf9hO17PoQkz
VdDDCCsXI7k2sDtb9WO2jA7vlxyXYj93HEnGG9EFixWXcrXon1i5qX4iHBQ1YDNvgg/cm4PaDynx
k3QjC+7qTyXHOMnGN1ue8UYAPs8eGSr6ZEaSbi15TzNXVMNDZVeU5bueZuAiyznvroPEm79nXWJm
WqibY522Em7Lfsl9JYc3fAWAOPnlSrhRHG7HH90UZtYrZYRj9V1oTt87XG82fmmvtczjMnRF+5hl
9MXurSpQGbQdhtWoALJ4Val6aMrlAuSZlHkhPfVnu+k47BZGw7XIhdjQudaBz/mdbpUreshvQfx9
c98t46zzv5rK0j+KMBi2dZCGe8+fwW1x5DQ6cx/geY9KvEjOZxpQCXD+7392mWW9QWcmxifjzvAa
4DOuVYxskp2DZlgYg/qBLOFylfGRYPfWMLu3/x20Oul7rn9c0JuUlru2EBODomK8DUfbfORmZlLO
P2YcT5c5GO66sKWhjINW+fyvtdT/paT6eHARa2kCMoXt/pVT3oSTy5NJ4jDn044SJMpId0kYD8L4
9xLVBLospplEu0g5IXUxN/vzGMHVtlY4Syl3hFJwnbINxo6CH/yvf6G/Ct38K4xEBCNvxiI4av4y
fRnooFMkGolQkqA+cQlqrjC22P+ff+UvKZPfvwz9YkjpTMZsklN/mQ0PKcWblro4IWejSnZ9ya4D
a8Bp5NYfyuUmV05wM/uCStIylcZzwIb3LTybo8+//n3/X1+giRPdxoVKmNr/yw8yuYljGgZfIAfl
MZoVLjVDDIJ3AtLJ73/qP86r/2Ii8j8+9f/VI3OTp7/6P5muLv//v5muTPjADHCojyFHHVxa6v6v
6Ur8weMX0ldxSWZgcyd3/A/XlUW1ncmsk6FaeDGgXFoZ/m66Ms0/GP9TIoSHiynHpSXxL4Ux/7JA
5rf7/59DNZ4LrMECHwOhQmJoFNb9+bXjKL7kKUiDJK2s6VwXa2tHSKVlFWFUdb+w4KBWDSP8jYPR
LZAJ2kEqcbLrNjH2BDzhz2bltJR3iRHCUk04XzlfWbDk8m4ObO5aBRyiPZjfZo2dWSavVYfGhcik
m08YbNnHgMMAxmxjBtzWqy5DrJD2aRQkiT9my6RZwbDM9RRYqt2zmtO6zSHaPy8C5MguYc/WCIg1
5V/uNhRlER4RDrr+elE9jkZgC+qZlnpv2lQoQHBCi0au23XImIS4aZOt38vaUSnpcS6Ht1EW3QEk
i18wUgj9dKvpMUcFKRgziP2CzaWnvcIFJdegfstmh+I8OZfAcxv4bPhzEzqHeuE4vYXLrZN3CGVL
S5PnYts3HtQjM0qmEdVyU3uXxOw69SiQvuEmXyNnqldZLsBr5ZJgs16CBmjVNE1DNHvB9LD46VxG
Qi5MAATHzLtyhPkHVcDortrW4XKkLSn7TTfm6AJKiJHQSTuYcV901kPXL/VOYeY+J55IEC2X6m0x
Ddvf0PFW3FCRG+BWXbz6s52cco6UbrLHcOjsTa3LkDbe3priGvXjvbZp/YLEGkLFMNu8pmOn6/tj
ImmKpV7c4raQLYKSAxMEzg3onKGDzkNrWuwU4w9znilCnzgTDVZGXf+i9D5vGUL0meU95J3TfZJk
u4ADOUnRU202bwv79QGmSNgwsvHXlxV8y1fjlqEJc2/2Li3wAjUeLrE5RmaRoIKbmfVY2+MkLhSE
dk0O9HPzWXEDoM8e40TaPkFOp0+cRjmfQ7XsdXlVp+0cUHOuAo1o4nrEBPfAdQf7J9PtOjQ32CBx
CndkL5YduBquKH3u8cUa1mqSGRsoQtuJwWmf1sUtzo7sw9gtvaup1ddklL7HloFhCNhjsySy2mRV
foQ+vADnANLS5+4YCxmqrQ7Gq2qYxabPquajcPsnbnT9NkhTEY+dYPCk/eBz7jsZ25ruc2wE7cbk
rHwoZw4kPZhFDOko2lkFMCXVKKCZ8aIq8VI6ib1vHYWsPZflplq6ai/keKW7MDZn9B7F73xYqo5j
iP+SCHvbNvlhCCAFWxatvuViYrAWvd7SF/416OYNDN6H9Kpz3pLG1h7TntkJflEG/mUg7mOLuuMi
az026C2RM6/DhRHJu0+3eMI9J7YXBH5gWVVczf4Xwhs3RITdTWbNaewxaStdznLBaHKX10WUJcaA
wg5vYVVz/jHxfZ9pht97dXoVDpKHZnZBZ7TpqwKeEobpO3VQj/NlqEdM4D10VRJLpw7iyRhvOr9I
f3RZfU/w/YhX0T4UZgGNZexPqw8sSnXGbZrh60qq1ywFZlCnK+0HobgIyCJ5xt7lPQxd9+x28w+j
VrfzyhVgUGfBrQqU9Qhzpq2fWdUl6rpqwUaaxq6dgXIwEWWx0L5euAd4D8XMHb+apnbLZMjb0Ip5
0ZfHCXHHsbYIj7qAPUrF1iQogew8WK/wiayo76p8F3jQZhpr7A5Fpd7tvJ92het9MRUsryXevhta
CO7SZoKTOCExmYkXXg39xCfiw1tf3CG4EY3XE2pyubSZVHqLHRl7sQkzp7xXoTpgWkVea93jQJsw
odkfmed8NKGsoq5AMaoc/ap0Aqdcg2ymE8bdevaQXTc519JSJVuXZPAhnVDQmErGYy85dnWwiJhR
Xdt52J9TRt2n0Uf98zOr23rldA7K4dEfOddCJbkpuzyLR3/9JGfzUHNKPnlT1e9nf36rqrR+7Fuw
6dWsgeQJtK+cJpyDmaiDZU76JugrGsv9HJVFiDi35ZXSzlahzW6H0ih+UMa3Z57wUc+j8zTNzm1V
DzH+LK5vTPu3hTRDKtLzIM7U1HEn758HPX7VFJGXZX5uOrRWuYwvdWv/GAIkdRYb40bju7okU6pI
GfD5cldzftbPSmi9E455EvN63V4W+rna0zpjMc1iWlHiQsh4oxgsJ/vccfblaLYHLxt2qp2myKHg
uXXDuFoMnk5poFSBoxX1aYHtYJvyOKzCOE6Nc8/6Vt/4K7+zClS+KXIkDNftvrhjPbui+baG5eQ5
2Xbh0Bnrtr1CTA33PZn03doY95WgXNkPe951UmeUQZ26aVAfGXQVGMg6wlVJRbvlYnlgDIKkKT/b
drmjGKiF1aE+/ZTq1SDLm7NDYwEWnAtnZ7B2pUgf1jHExzB4FJuHX4Zeb5WqnPu2cE/e7F+vZlCg
QAQJgc0DW3uZ0zhgVSx32BqV/BZKlE+q5WEEAMUE1NkUk+AbCGlU3Nn051abFg2x/dRAirhIZr49
RGGmVvPFyQAQJ6lPaSZxIotnaje0SoJrspHTKcZWltk325VAEh7ElCKDLg7XIL/sYzPzTv8pgOY+
X6laFke6bmvDjRo1url3bwV1y+hLEFoZ22/LHP22PtJ6W1jrdqRwG05SgthmRnnGrSYu+GEHTk5c
9axzbs7p+u4IqTTYbEx7gbnXogwra283xuwW+8RuLU2bCDIrXM50aA7MvybrmS/PaqebJTXESSDO
3GmwevcApMSHFLxHccdeYaGhUKOuH3vfpaXz4BuZx6ynnuwdZMk1dV/LGbwy4ntJhcemcXiG7iuL
99DYtoY9C3V0ChqDmXBo30U8Xal1JaovnC6t3+CW2xTFt+0zOa65Mm5z0eeDeRyDUvzQDZESFWeF
ImjKxudazaraGLnBkfqqwIdBzD7JZeY8EElAycndWm/KElJJsYcycgEl2wgweyss1jIjkk/ikhJ5
u1+ua0uMEmMeWJtaxsxMfOz7GEsa195Q0kHNa9AilKLq1rYbATHxWRfKlY3mJuNiPQAdFj2LbM/p
+n6pl8UnqCPrvVZI1RfC5ZD/aMz+XbER5M8m4X//UZsFXfM0RiAU55QtFFuOUHe9MRbsJyuGl36X
9Ip5N50BbVyH/cSsb87XGQbqpoCG2Ex7Kn3xguYW9g1Uid5Nxl/E7Zb8bi4Drd5UC6DjCKhYJ3GG
XEZrveZDdxy44rHRVmiAAZNUbweYYy5u1+DipdrmfR/4OzVjLm1y3IT7cq5BiBT+VOhXZknDQ1IT
j92kg2f2DG066nPz6VL0k00gsjZ5teTzvtEV0EIVFgrBrzK8QxJWErRkIgrB6w27FHsBtGejDtlA
MeygtQHGBCGYcaKJedPrOu7s8IJeNwh4pMNGMliXjCFQCLPltl/SBksUw5vqaHaN5bxkMyIozqEe
xEZXr0O41VT6tHxoU1Ayn4DLN7eE6uSyKhX1hte/mYHNPAWRdjMEZXWqlQXVjcIR8Ejd+gocpPsx
VgUTLDYsmpHzrR5caz+XRUJEy0gH5lf1GNuZBvZWDC4ZeGVc6dBvj55XOlflNM6H1dHzkUCjfGgr
Vjt3MUZ3MwyXVFzFugmIDzJ1YB18BhonEbBs8Vsa2zBjcIvUDn0EuGR58CQ5kmBNy3NQjXXkE/bf
2bnXPg2VoaJBBFUUtJ1zjY2qAvPlj6ciQ6MstC+ujDHtv5tFckr0OeP/quBff/fdqssNFns8PyPD
9Y3FW36jvarYmvXFCxGUY0z7kjR3Jj22nHuAaGZ+XewkzR2fQV524cbTEMuKpL/3SPthIa8/2FY+
OlI+mwHQLoBxGeC28coPrqz4qnoDzmlbFgetWywwA1vlsc+F3kGH+iChMx/7sl4Obk/9ZoSTKo2M
UUPsS1kXjbT0juhhYrfIKWBu3byx61QArnT3BngX2jSqe1R3SfbSiVrHQaXO4UiLvs0UGnhjx+3E
Hz1zF44sN5tmsqfXcEh6AKs5DGluUFGweM5BS/VroDNtdwFv38+zvKOgtL5Kc556EEl+VAZs5eVa
YRupfYiSVR1asTVL51nn4zNJxOxYCMcAyubtnNSHiZ1O3jbthHky05A4gczzz7q/3GP9uoXRaWK3
G00IbMWAkwVJdGPNjt7MztS98ptwQl3g7e7belq4SBYeRHdzvZkB3B/HpPf5xSdg6NbCoCmnRvBv
ms9/hJj/QiL8V0LMe15//PyYf/1PLeb3H/mbFmPbf5B9QwYLLxVK2NVRaf4GDLDcP5BTyLq7IdZR
/MWoIP8IwLl/oLag01j0Wng+Rvd/aDGGZf1B5skkPyVc/mfcs/+OGEMa70/GVXppsPviXMXkjnXb
Qkb8sxgjA0avIVsCd2eGi4elHRl5P6ZdMw3JtV7XgiNAT/fZdZEM3k6adnsGgNA/6aZl6JBgvEc0
MnewW3Eg/tb/Qy2YgXC6jxuFkSzKhYmSELzSdIC1yNL7AU77XgYuo6EEXToIZMF0rV/PUI8gF3Ea
wlbnfjoNICG/G558Lsm7cdQvVKn4jFFEZtwHBVnZzehLPYEFW5pPnGfVcUFUPvQeMoSTrc2x4Mc/
dPxfHjsnSDH22G1wtlrD2yP6mxtm8VbUpC4ut5RrO90SWdw6LBSm+hjd7Gx79T1fqWDIzBCjCuAB
QjKqD4HDOss/ejdCwgmX5p7Z9I20Ea2Ym49nfwFLSAX9ZbqyZlaSf9taMJus0wxDHGE/c++0Whxb
sQ4Kdwn39XwEpygnZj+F5kirBZgcDIjHeSnnC5AI880cAFaB+rzLKnGgyZuoz+iO/o4zNBTt2WfG
ak9MZC0w7nqdPjFYzvfMbDswUDhZRF2EN54ze3FQ0lKK8QXn05A8jw0MYSZaBTtx6zJ3bLNLkm7A
g6u6o4KydjRFNtyakpsyANj2bFDwFI2UJUQmIeojwX6Qgk16scwkVEh0U6M++9lcdzMHszc8LM55
8TL7nc3R2NfwiA+U9k/HQI01X2CuxNbLrcvQVjVdrBwiwGECvZjgx9Wo5o6WgBrqDhD6XWnintyI
eV4O+N+7jMxO5/QIQIJcfwcKbc5rRsuqHU5L4bv3dZAZBx+YHaSa0d12WcfOuKBEC+U6+7Qa+Qw9
ixG5O1T+Zxvo9g2AT30oA1CHa6eto6Pt4qmYfL2rV9izpTcV8LbK9pSlVn8mrgzAO8RzI/mtb4I8
CIBVOmmymTuFd1abUALHzHSu5lYYZ68ITYhK6TBz3yItAW4U18Iyz9N+YeK4B3/XXzoZGUbaMgAY
bhe4E2fO3lEVJumV3Sv4eJmcea6D8twOCwJJxhw3cSghsY3J/swm44Nk995vFsaixTAbL2HFLAhr
td4nYxv+pAxcPhtO5jzy4Kw8KXRADW6p7ynVpgZ04Gqf+Wr4BHNqnNAVpgfsO0aEc5qDnePv3cbF
FiWCIRKZrqidnrKrWZpkBZPa3nXGam6J9fY7NxXGVv+e1AoxZPWmtDMwI7OU+5AmmjNV9PdpndKX
0zT5fYOCNGnjth8zboV1exgMt77RvXfqVN1fhY44qFk2j/5qdXsegxvqcR+LsPnZWoyqc9kfZk/B
hG2wPHEqfV+s0LimXP/BmZwP/A7uZiycfk/1VdXiYCgfTYMTGPR6k9u6+eZrx3uhVqPATCjGg9U7
B0zcP0s8mDvQguaNrjBiFMb6affG9DFP1W2ZhE9AsfYdQfU48Jw4SNJbTGvPdTjsOYzd1+PyEwnw
bZn8Z2L28dAY9Q7fnLvBw73FdbxFat+7Xv9NAI4GIeG+mdX06Vuclhp8VrhX0o/Ekre00FCA4uIe
ateK0wVn0V+J1z3AKrgZIKufK228tjmMwEG0UQOidvDyc63zo5fB0uJOcGc5xrLNc/k6YUf2cswT
yCVR22V3mS9PducbO9zXFGk03c6xzCt65vcgaocNeuXOyNNiezHUloPvR8zunUePQ/C+KhaWRt9c
8yeNQP3dObLaGX76aDvQnkCpcQrl88tmDsJdE96kysFv1GiMIisozIV5+9YxUZ+oRNHbdQw4C305
NpV0NrabiDXjOlhQLhH5q9PCuPVUg7wN08zH3xEkm6kL10NfuRhycAGqtfosQv0rX4091ibwrU52
HRbyRDCjwS9qdIzss89UFadVpkAPsDOJ3t5kjkbMTa7pz+jjbGZPofWQeIUHj7jx7rN5fqqr8Kx5
Mzb+ZFlv42W2ShnobT35w0FzsY+4u97Plr0V4XxHRDL8LtPs4lpU3i5TIXN7UMVFzu5ZeIz+ff6C
3Xqh73nIK36O0p2uytwqZ+02jptPGyqXRUzo6EzaB0kuW59F7dOFW3Qjuy33K2SA4TGT/Rgt9vo+
Dua0TYqg+hXgtn8IDb40u+fPQt5p8D0WSu3NixsEez2qUM/YNqEy64tkwRpj71b70DKwev52kKRE
jovz/NtZMvoeD/i6KkxkDvXTOzJmyU27rFRAJFNOVyy9+NXHqKb8sZP8Z9yLphqxPo3TfBiXlnuA
793jZWq3xhiCKlSZG42hdBGdRHOyqoFqlEFO23oqotyxEMRV7m8cBC0Y5E4e0dTR7Piy3RsioXsL
YX1vMExBCpLlzls41ppK65+StHIeF8oWW9FfoIzIB9z/vaWz9GmA3m3E02/7TU0SITzlbYp5wao9
hTvH+23V0dxcNlO5binD6qJ5NusdSMQR+GuOkAh/HOQ7OJKt7FPc/i1aE2UnXflDYJbZZJNIo6V0
XnUxqiMfzJ3goudL2kdaMUYZdSNI3dtkTG8oHYpDPCKs2+wABEomqO65eRbV8tFNlAy7IdxMLe67
YmkjKjvuTDOfoxZz6O9alGidJL+jzLnxlfV3IBbzYrrFTWM2OuYrFCjSa6jjcZl1LKvqZ+ERlRwT
L4icttpwGEJQxXE9NtZTj2eXT8mGf7m21c6djY8FN/ktHNd+X4f2W9vWrJxDiH7sUuKIOkPaqPWe
cyrWsgq9M5QU82K3TqPK6GHw4RzeJjSJbJwyDTfkrteYZoDpWAa5fcCMOMGVpgwxLp10vkZ3yc7w
j8tDFfblfrpoImJoflAol6yRP3uGwJyZ59sOc+ZV6wTJjdNXVRy4XFpnWa/nCf/+4+S7734m5U42
gXGFGedb1uVOSn4UwSNpYAA9cgzz3ovB5BpUMIzYrD0qT5uFO7NvaTFdeYyC2PH0a8mcZFfN4ADR
xEFKL1wPDe/NJfG3FTTGPOFFQgZvRcIjgHeNmDuboCvzj1Em+Wmp5QK31B86hOh++kksJVY+Wmin
VLllY+uaZevhvMPpN+UWt2OXEVtkqLXmA2jb0TuUKd/HtiACho0Ro0rJdpAuhrw3Jadp8JtVzW7j
ON3an/HM2R4jDVP3wHopQ1qiUjEGRU6kPSDYzfoiQVrp+JaSYh23RmbYfVxngVFfB0ZTTuj7tkkN
eb6Ie8GwAAu24w39rkb2r+6MlCDN+2ALfZT0pw9V3JOFbV+yYiiY3Cm49TcmGjcFO9pZ/F8AH2eN
KJbZSXcKK39We0mu6gu3sT8ZMbAKAmQb8hz6VeA9/9Ymiguzpbw30BYyLHiQGi1CavZI4Xxs86mo
J4M467kRIpMfnQrGOdZo+uZhhURZRLIFUvXccaw9dd6oo9JgJdtoW2b5ISlQYkleO6dKcUsZuGyY
Z+YQibttlmFO3r0h8c65wL+dXrpoJopunboczn2ZZU9D3g2x06h8OzhzM56XZYJfi93K3Cy9HfQH
KzPclgKosOZ3HZ2cDb9tjGyz8k/8JK1eyimql5F+J096qLgUURWg0KeaIlAGfRN3Ejz809Em7fAU
lq77EZK9FOx7JiyxbvWKcWsvssyw6y5DQyW9syr+MryA1l0xETM8TlPB8zXrLmDXyprhHZyp58at
F+RGVFC74xyWMe+sN/jfhn9iJO2xEjVWjh5lhg7myHkgN3VIda+NhzLrV6QRLYPhock9Gb6a/sBS
bftAHXeiQmfb83YJ5H1vnMcKB2Crqk3BpqYwh6a5AcgUb+a+AaPesPkDMb72zTq3T5ra1Wqb4jGr
YmoucdiRZUj7L3tSM/tOZsw+W5J2r0rIXux4SZi+OIznf6qAhZdsQdI/B4iGdcymUM+HpE8ehMKD
Eq+Ln+vr2V2HQ67b1fwK7CkY9kIvTBQiZZpcVi7TkoVixKK9MRTb356Xy5tJ9iVwVHVgFHtKZIPp
BWOUAPdcaN3cCTl3bLP1wsXYLnIOA6obGCgaYLCXwXS345S8tXXA/FiU9TFnPsz4jt2mJ5bHPXbK
o37SZUxegAlWsWi6ri4XO8sajwHBuTtfivLOEv3EGCnke+2Zc/gbJSz5IwQncRcScYEfTdF20fN8
miMFnkbWkNy2eO3IJYX12zx5xa2ZYx+OhDIYrTW9mmKSqozGcMsKKJIecxGadmwskr4KD5JT+Ct3
PWXEvdQYLTvGDCJmBDSeiYx6m9Qa5C5MQDuQaTbxqpcozOFpCvGbxswByydPpz/p4/auc8rAdjIx
Qxyazs1qTeO24gsA+nptFTSz0ItxT2lalBFnKk64VzU692xWt6Bivxds4TGxqjLcLV2WRrPtmVsp
EbSm6YIDD+wAu6fjjH+LA/9Hp/ov6tn/lU71MP9svn7+SaW6/IG/q1TUNNGd6hAYxPxDUeE/VaqA
uiUMN8RiBC0IgcOf+YdK9Qe1Jw6lqyGeGyw2Dj6jvzuGDIveJ/42GkMuzbymCw7z37AM/c0z9k/L
kIsflaQ44hSFOKQL0MX+rFK1E354znGPqsyYSuch+6cgbHOU3dy/WJZytkPoMWrxgva+WZfgejZd
/SFoRo0m+ntiorFlnFIUeMMron9YOpkfF3I6T27LaXmcyb26JM5e1sV8Msx0fWZIhu8wG9J7zjPr
2VEMmbPFQG2yp3TZeZL/3hSlOtq4+iJ/UtUV4k/AfIBhykZVpCF3hdGPIu4sN9lKZrlvZYCThveC
cVGcNxxb3NqkEhJ7t+VFFSPsW3LAwbmQbg/VNxnqEwttSIhKeggBuuvwWtSE6quI1Rj2sjMPRsw0
Lj8AOe6IS7g2STZXOd19bTdedlRiHF+YweQEkp3Fua/n0t/zowzXdUKpukSKunOwIkXKIRLZLi5B
S02Sd1M2ysR2JHS+IfgQq848DWxvTAbzG8LP4kw3RlyLTt/N/ltoj3cqLzZLYWDilvJb2u8ua/p9
Os+naQg++nK5spthm9Tntc1P/4e981iOHMu27K8863GjDBe4UGavB+0Ol3QKd5JBMYFRQmtxAXx9
L2RldWVG1Yt61eOeZVgywukKOPfsvddWQ/fo5PraSnu86SMXYeLrehR8akRwjnWjnivqHA99NRi3
jWRudbgJNmZL8Dex3w0u2SdUniMv1S0hi/vRq6uNHKBN1WraTEEUvicJLchR5X5gfG2Yv53xTc+7
T7JnpJqw1byMVvtC8uigDO2YN2zlojDILkDxkp1Vj+Vnodv3dsHRfBaPeDXv4dPtpwHLftNsW9oo
MdDwX+iBkqOgKQk3x/zTc1A226RyK3I2gbFpNHmxq/yhyUV9Sgz1ZpnTRDNEsK+HideULnHFcmU3
5HhUr8w+SclvxuR4FCwt07BCWrEVUbJANfo3WKF1bWgriVEsXWukBgwc9KTdcABx4M19bgOH2uyY
jGUwHUd6i7mh4/F4Hght9p80r943oeOHxQuhWQorO/orVm0+oR1Nbmts6ipyyUVK8pZBhLUN+b4J
GHA1E08wEYz+WJDIJhxMcfxwEly/3zTdKe7aIbQ3LmmzgxUZiBRNJSb4jCO5uzgp/Dhq8x8IrOCn
sWPQwoS4Axt8ii3+5Hh3TlJzUJjavZLtk0EnTWPmFzAb7MmM+2SG5pdNdMob1bkP8Z5YI+s7y2NK
683RXGcyfkGN38KbBLwBc3CFz/fYZjyfvupP5HOjPea0k9mn7Jm7eWK+dU+pbaA9DareSvxuUWvR
u5A2+nEGcrlOjbDEr4W6RRBDxzJDLTYNtZxK08rZoW3e1oKA8IoivFOhjwhUeXZigMeNUhC4bLV8
2Dha4fkRGyCCROH94uU4FNNIXgBV9KxbMOcryMsEQ9xp6zkqgwXb9Z9ZHD7lcXPQsm9Y9OKBxHO9
yWubXlFb0ndee/uoqp+qQhpbDgFcnpiD09zxe9vtd4o2rTVAfItKpmpcD3aj/KB1KZyHT0nzL0Ed
FMzeJrYv93IM3K0olNiZrXTeBS4FFpWK0auajZdp9C5hih1C0xHRq2QfFeM7a89zGSkJTNpGYveT
qOzu22Hy1lPOQWLSmVKsPEiI5IUg7ZOPgJfOB/OAAhpYbCbTA9MscfXoR1i1H3Lq0/e0aPdJA5ux
UcaaoNY6yGUMkDVd8/rfxrInyWFdNI3jFAXr4Bxlvx9d/Zkw3X7SvXIfk1YvDd6DmNNuOrB3Kpps
XxTLwgAh/Y6n06yZC+Ob3OI0j90q2GuyV5vSNY9hN4UbO1DEu4Wzl1H8Q6ejGNyL8eLFBiOpBBL8
0BVzeMSeT3woNqgdscFEDBBKHzNcWkktd50emb5pv0ArylcKIFOxp3DTDDZcbOVTxP3zzjQr87FS
PVd1N3wXscF3F4cYNgAm4ZpjTzk7w07GoUWAZJAfaqh9Lj1utDI6SztUHsRUc4y0K1Mf9P6NcF9+
JenpfS9HW5H6NizrozC0QvpOIBW5qtgyrRWWiNrPZyT1mCGROEuTutdGWYpHcBH1epTMwbtct24y
wvA3OZjyiBBlQICtodawIw3gc+WmTlCbmoNq8Bc6IujJa5n4JEqvzW5YIERbBd5hraUq44vZ6n6i
heS5B89aAfaO93NqTbvRlc5TFdLcmOc3kr1BA6MPIaUch2wv8MfuzTkb+tXAJRDQ7nAYSrWndeib
Oon6CvVE98Mxw1Db4lREapLaHnUj2ZZ6GmwdngtUk/mKsIu4gxOyDm2sZ0s14zDaP7pREX4a4+oy
txYLhfZtmJN4GwyV86j1U7AdHexXHGs6JFhK6BPZBpvAre0foZ6Wb5qZzQ8hcZnNCFv52qzT5IcW
q+iAvKPtpBmHR5WU0TFl43yjZc10JtBSvcSTHdIhxSjC3RMSxiGVucENu7MvXaMVJ3YhxQ8qS4r3
SNjzfTyaga/bY+sXMoDNnmNjpMEh4/ygB4eWTf3Hb8Pf/5+DmYMZQ/9rZOl92XfRf/zv7yb++Gka
5q/9Pg27f9F1oN1Yq3WhY4THCf9XzZb2VUmL1iLMUm3yB8EWUZaGA4PRFEMg0qzHfPq3UVjaf4Gr
6JEkhXtoEjL+t0ZhAR/pJ8V2aeam5pVuhcWRr/8MAWTUsFyLVfQqtnFh+EiXNVanrGVFLJ2uZ7iV
gBIGrWidU2Tiq6/XJoc9drah1cKvFLMtT3be17nfVM1Yrk0pJw3xEoDmjcQx7Z5VbXos8Cw2DsEl
lbIZTkWC03Fj6pXX7OfcTnapJcnBGqoSbAFEgXJDNE6q4d6edXyMnEaJHrHtNmZG3A7Y/1tGeEWR
bs+NULg+PJPwTE6cum7Layb7VW/TjoS8x7MOdylCqGWtZupmx1vTM0fwaGR7g2GjGsLYREwrGzUC
hXxcj+40Z7d5mWPRRHR1k3vd0Kz0YsD3yd9bjDVnfPe2frZ6W7pHu6zbESNzievCEGM+bPOhqst9
NoD7eugnp7RaxikXjxDCeJG952HHTbBzPTVL3+jw2BLExc90PZRdg6V4mB1nujb5xCSz3+VwcK0V
9UQqvBEuCcN4zdMrpxer87T5iGm0q77oY8XOuuqGso0BCpUpldpzvtgWue7DcV5ZU9Ea+zRi2DhX
IkqaV8bYuL2JbQ1mA6hqhU+yMhP328W+0u9FX87tF8FmAcFgNNNY6suIY8IYyugiyUgM2l1h1vRK
jXE0+p09lzNebd6S71HPWBvFxYxbOChFydtW51LSt9CJygtvCyXpiURrSGxukN0QaAgAi8cy5oWg
JJDoO70BWXuLg7g0bwav8OZnFv4dcdgRu8sYHIbMFu2rHEUbPM/49esfdafKkjVIscHXj1Dexg/U
ScirVJkpEwInK3A8CkuOg3HHrj5FmQbjWhuGZyaNyg9CbqDLB/ccpSnIGdYSfkQT51LvHmqkw8MQ
nvg4jtkdTgHHfDIhb/cvtZFm6soymm4FATVWOhglHac1UVXZY6bqB6RIuKde/rAQ0JJVghlxmwzz
fA60rsLFHmqI7JFODJ0MBR9j04uyFQoqvw5wJ/QdjxT7Sx2YIjl4FqyYYp17KtYByjBj3ikNKTdY
h64NwEO343ipicdL0J/iKY71XawZ4/xuS9zE+JjHlIYrAiblfJsZzIxPTuD2L2k2Ma9LRvo1ZaY5
BnsiIVu+YQFpwdLYoROZyPlQIvBD00ZfX3tZhJaqC3Y2a05bQ3fRfo9JdvCmqMnBIz9wuC6l9hwP
Uzu8T7RUqk9Xtp570O1cs4jiZApYK+Vjxnejc2/cCo3cBy7aOkk2kT71/WpGaM+626YF4bGftTa/
SALcKdEPFkV89Ng/0VbWYuPt2waxZnDgA0pnyNN1P2nlizZEdeQnqUncI+q5dNxUECSPgmAmoWKP
F3WlsDyPvpem7t4hyu5sacHEsIgQaq89pyvBmrultYbeAJKj6bXklE76EldIgUBcBXOXz3tuvDJa
0aCGCUKvQhfLuyrz5yFnEcB6F6IGe/LhrpxyLSOtmdg9Y7DM2lVmWsVzb+TzV1BK+0rY8UxwN2bF
bbjgqUplX9iuP8+IHpegtQj5xTxpMiXkCLbKaNNdDql1E+gzZvqx5vrJL6K5q9nRy4NTx2JH9aXa
xNRCwTjX2vZl9EYboCzkjo8wUNpTIYfwtuPf9FO7jTfZZE4Xq3CzXUWUb1eDQz4VRpY/hEmuzm2R
msYxcNpvhnaIQ0FcyG2tzRVNbl75yJbOJVpPYvV7MESGwmhBqSGlC7lsjh1F7LQTD+zoZ86BxUBa
sDOdZycDkr8ee9LO8TTam6aD/3DsbUpugti1fkhG0nk3B4IShTwjSGCUCHtUwjiRPwBfu43AwG3I
xbjpRuhNAB+sNcevvhkeO0JTROzVUDxzMqsfuAIYzUpIDZBOTv0kNl9XfroQfG5iyLsoQUXom4Ux
XRPnD15VFM3ilJWd2gx9hiTiGnhWnTpxzrzM48HOvfS1rXpsx4tdcTu4PCnUFTgJnItDdrajbrL1
rYWomOHt5klxs4cZPxp2vXMGKS+Z5tpcFZ3oudCd4TocXI0EtZAPeOabl0ZX/VaA/Nyy1ogvlSR7
uxAEcBNoR0p1kQrN6kFPxxqpgTXv7URJwL5JEPHMCp1qzZQ9XXVESPlzt4+NzlArPWhqxFT0eczR
1mMj4neJunkUY3hKIw8+Tqas7oeoKgIOLPmuHdnfEjvOHpBuZx/SHxirZgajVJaMxHFw6kr2TRZ9
Gec+68srb15GAQCP+UsMrutokKm+sBFL/Y5V/q1OMaFvINZxKhqaXZ0DYmP7pX1nM7uYNVmgHl1R
K+V51Ms6PVRoiKsJAoW9Bn8SbjU9iU/Z3H+HiOZw1yiVqYOXQBh3jiJzIeta2yRxI59qjTI0M67o
c+uuG1H3BzzMuPm1Mte/AZblK2BQGPzpOBC1jH5omg62F4ctrEN58MKBcaFtj7XHsT3XF/KMKXFE
1GMDdsybVfAwenhcuPMRMQziAZ2OdVmV9zuPso2rSlF0XDRJ7YNpZxNWGU2KE7jSh8WldFu0crxi
yHH3XFBhcC/GuDwPrR+MQZr9WpeQ8j5He4IrqGdFfUkzfTE1Ud4Ix0ajpzlIgu4JJgbSIZZdr/Yt
t2xzgkFBX1XswhsaDl2LaW2fh0wlFzHjdnvJPDG8R7hEK7+domkfJ33hc4zQfVLg31XYxwTD6Gb9
Srnn33C+f8pKMiZ5E3F9hvRDqF3P1+hpIQepakAW6zzhDzq8o9Vo0ctEBa4BUVGvr/GRpGTl42rr
ePR+jNMSUKML+pmvBv6RRDOtXWmavbEqoyyE79v1P8ZsiLUDEUou270I2Tr1Iu67rdNM0wcnVux9
FN2V3a2UQb0LSZCRwCyMDYfRBZalstcB5CihFd0e/MAePN5kzfC2Seu0m2SSyMlVdWskicvh0XUC
fH3UXWgshaZVI2R+osCG3ydMAIio+WQFCk9uXhXFaQqIwCxMkF1pDGW1tjVHbDWhsEqkmmasGJ2z
eiVbLqhwd0OFFcoAZjWY6mRSN7Ku4rGCLxum6tNL0uK+SOPixaVV/HnSBvkMXLK7jHAqYfg7c70l
FOI+uU3b7YchLbZjX37OuaPvUYAzH1aDe12JIr8ubdVuHXfOPnMcI7s+xdkUpRjCaq9vuFKa+W0z
6JFvIf/5bdjGFwJCxRrqotgGKs8fDcudjxa1a0+RUz1mMYytGbPYrgQ/+mVYmBfGzPmCc4qe7GVE
USxPW1UR9J0hHS7MCS1301jC5MSiveRe3TsDVQlLmRNeNzBwmezGkJutHlynZfsVZ1airfkCECwk
RnEBY1iaxxbItN9iCX+SZq75JblY5OsseicOZe+jyeUb17INfMRKnu2AlBbU6PTyVVHDwoIzR+fh
KIJ/jLiPs+vGivkUz1p0K1VDME0kOKYDqrJZtHYpeXUOfQXD2TiotZUY3wXJxUMGnKRlI6A7G+Xk
VJukMQVii+2Guz/rCGhmlbIPVUonLGsh7BHsLyVgyryBf5e7grhA2ATa0XXnhNwqqwUiL4GB4hal
Hh9OeCUlrtGA8KAhnzWjsb4RbrN3o+7VdezhGHBm2eA1Kwx/ziFVrptEt3GR0xLwZhLROYpioWDN
Acr0NEt9EyKM+7XW1MM5z4An+sqeQ2a69i7DzH0zkGfbCaI4m5wm44tD4IkiTUIg67aYQO5lJVgQ
icd21Rs9In9Gxd4R3ozOnpfsMgmExoHqPHZJTxIvIXzfV3m7FiPIkTXGNYJRyCCWLw1cFAFY8hMt
5Y5+XfLZzvxiMhqe0iQMc6XXJkdBPrHqBjZJ+jDOisuWNi01BKOVOPuods1LrenTHqu+TI5DEzsk
gC3ZPqoKNWIFS0Gsp1ZOGH4csrHwZ1MxPvXtdA0rqFyQC+R0mbT1aD9FhblhhrHuzGDQdnUobTb3
CtUyS8v+zuU6fJBTmpzGfA7fnTZ320Ooh4azSeEbbpS02GKnk81FKyXYu469hNhCmWRYiq3SwjO6
4LTYtPbpC8wopsDMbh7CseWriMWFOYU6hG/pdjnrwCA5aFzlnmCMkfcEerEpu2R4bqCC3vaS65Ow
G5bZeIO5VHWRdttDJblFcS/kOjBK7wm5bBlhFTw7LD7urYbQzMLUsTYJWQGX6cHUb2IzdW4g96k3
wUxJLM6WH/g/ANgUiaUHq4zAxG3GRfFAMb08udIuHgqY+2wZQ+bpSna4Tseqqy4VVlisL1lGPL3T
X3GYtQhTgX3QWTRVrBfn4FNWXe2LHM3LNRt1hhEDTYbF5NQR4LaWiisr3vSdLnfl3HPTimrvMR2A
hWAqVXvZOT0NA26z5RNRvVp6r2O0DtKPqXCSU43rFRhbqXaVhrql9MI61rY7Tz6tCU+REMEByW26
nwIt+cKkma0nBKOrmu36qte74AOdA/uC1UY3NrnvC7Euwp+cGtXK48h0jgwv40M2tm+lV3m0D+jB
1hg97JPCPRD0JLlMGBdxwkrFyuUlACSb1feuzIPXjpjMtVE1nLoVKkC0OJA4vAHDsPgka4a1z4KC
krE2BhC4jtkRv4ITyq9sNs6nxAS2g7/pvp2ZXFajEOXWwwtgb7mGQ9KqkyneKZA3BDZwQ4Bds8g6
qSb7IedWmetw5ibtFBke9pyDIdfwXJw9BPanoiaOuLbLSTHF92Eq1yzgZ/6Gsr0zJaIASxPOZw5e
v4gTNisUJmuAeCt23/a+Y3QqVp1hSY/wz4jJqCnlcz+26rESMz4EOVqWAStXuD9EMcuBj9ToHdB8
Ku8KvmWcvM+l43kQeBj0Yfym5oG+rJqcKAe9dse8/JnBkvYDvVV3hDstik9q91sH6PrSxpneAuhy
++QWqihLJZdpfxE8J6wgTfreWs04YpkGaQ/JMC5Waa3CJy+Y7H07yvae7Uewq+ORsjDcsbp1MK06
xffVhNNejY2FPyi3sK/kOsZq3wgnxKVkaoqjZsmyWKnaU6eiL/RkM7OGS3fNbJoYFghC0Y1hfWLk
r3cBnd1qg9LQNmuHiYrg8WIopDzyy14WssQ4jQ0RrJxcNYXmKTl+lCbsWQzyh8pGn/RJW00ntjsd
EeKwzh9KbpnZGp6ZRs5GF3CB9ap+HBsZQ2LoUHtiL8Qgmsf5R98J6wgYtiOdYN/HQT/4Ta+0D73N
Iw6/JvuA2RzvoySWJ6ZU02dJ5axHAoY3WhInZ5HNxc5QQBrcpnCue6jy905XpDc8U05jWp6+2Fzu
kVWgGK6hXhH2k8JMbyZXizZEhqoN99YkJFfhhZvZmqbruquhUQM114N1mRAQsMomuYD2xeHWFpmH
si0Nfc25K7uzQeG0YKVLS78WDp0wUIbyBaerj6Zz7Gecm5cmgyLOBEEc8YqVR+j6aWxgx4pHIgmk
OkzNvG+qtgzvNMBJHN74ZCmAnUYaSftL5nNfvPdhnljb1GpqTEGd21QACUDflT9idu/unuRrlKDp
BekYPHdW7zbEMGobAIiRD1HvUVVGWgQTspNady0ncnkIUEY7mqYVpxncql5wFRnDNG9cPeZRo85y
TtZYud8q6RLvdXTbwMqIAnBx2pStaTenAQvOHccHmTymHoZyOoux7R5k6SbuNurLwL2GHjUGZysw
g3KbcXRQBxpA8bnOXcqjxuGCiVhihBAsk2RVCu7OqxjLLiQj4XC8HVcVAQHPnywjEJvAcfj/g8kq
6hyRcs32iQAUsOGxOzhTs0cNZz90V1JFXbxVObeaC/ywYd7GqZEH2JzqzrpGYu9QP9J0knsrDcxo
z5Iod64yIpT9zhxn1pIrKP4iuGiuxYO3mq65vssTDXesC/Fnhl6bd3eT1gGgpIgqmnYJviBtCyK8
yPckqTXtLokrL4dOYdJhbU+tUe49OdrBKdPHpYiBs5T+aOuYj167IumBHEMGV6vU4ah4580jjzt3
OFPX/7N1JhdrAZTMmJ7rE7CTgglZvnmRqI6tDl9zTbg4nLHUt+UJzQmeRB4Nk4vMywFrrSmcX6sQ
2PZdO+bqFPQ2e+YAWnhU8/XkhJKRqAx2tiJThHHLzrCuz/nOJGy1hpfK7EHd5ztBzBAyOFwFdhlQ
WvTGOfSsEA95aogre5oBjPRB6gcGR/l0IBUbGc0H1vd4TRgS4LLXg9Aw6muWsM6DlbvN7ZAxYpBR
dRZcL8e327ErPutgfByBvvJY7jNIlHGVzHiQq/ZIYyA2djtlfe+BYmDygukXFR7GCxCYc2rAn+hY
a0VZ9NTMTB1DQr4hAX8IVUlrtjjGc5wlYbSLxpaky9BwHpaMYaCxiTWrXUs0a9O5QFIqa1bbINdB
fyM1b9iOizurhdI9GKEJO3KoouBgtVR1khXWUzYrSycJlp+NW4j4DRi5u2jvfNFT1CgPy/tg6tdz
Q74qypwrbWjDfWKW+UZq0YQxIru0rvUWUxRL7olL/Dl0iT3hk04PNkr/IcKa/dCldvU9URN503Iw
a8Ap59ldNrvcu2oYlW4F0UL0ff0idcQ8vTWyA3M+Oc2Kh3tVUufsZBWmn/Odugrjevx2Cw8J2Gr5
YttxOuyCStjvUTKchnnMfsBfCZ+GSrN9ThzOhwnC9l3PY/aWvLDPRNO61dBG8T0uDejsoxhuhMim
TYNOtGZpVmxyvD+s+wFIw/Jutjps3i05pCe79HCOdAJKNmYdBWCENPJF6+1qTxbjS6aFfcAzfWuy
VVxBZ34URQR2MNW4VNcgWiXMHbo6g285qOQgotx9Ly2XUBwb8trIP6dqsfl6svJhYj71tpmshLPk
oxUTu9bVwdXgNNWdk49vjPUaIZCBvQdfPMC/aXgXu5Pr2/Rjdr7j9GdmsHcQRqQyAsgI85jcZWg4
K4YUtaVbEcQKeNZik0nRbaq4qu/TLgYyGydjdpnL6Sz6mXqAsdc3s6aqQ96Hmi8zkgZloAufekkg
OURskijXVkHtUVUQ8JXdpVFbvQ2pfpk78zJ10+OUElkuBJJHVz5rTlNeJbm9j4Ue4lPkc5WYikj8
OF/H/XQEPzJvbKIlKxlVchcsnPJhbJZkrDseBfmplWK2pcNC4+xTReMKEVzsvLkIb2LVbcPaFV+w
bhjnKHpb9sBE+uza7g+O2XzAR2TVw6br6NTIySTB9mWGWGJ0XrbVa+atRHq7AWXNDwcx+nCP1dpo
7WeuocNLX6mjzIbgEOP5XmPksYdNX0sHiSBp951XHqfM0Hwrgp7Cjd4s2MQKC+CRMZi3ruOA7I7M
zso5RcniyOmtiHzB90XtsoAoj0ka5ca0+dhWczzuPTMHkDxkT5WecE9tAvGok6pG8MMfi8ZUHDG7
MaXkDcgKq3hsQvs5bPhkpjGUWSxDXL4d8ZQbs1zzZi2ntmTEU0cmHwRi68YbTrFPIhPUlEYwDBan
SSvtfMcskG8GsDAnWfTaJy5R4C5GSTu1on1ijsrHKuUtHXs0LziczH5UMxiQU8D0yrYOnyB8MfuN
fbuNHXIDc5rUACrs/GVARMQuRTY5HHJ3XWGE7jg8JtbZJAW/6+gGWAgZ1XIjmMJPDqPMGgZW7DHl
2sh1sOJzXIbVUbEAxmNRnPo0qH8IvEhrJ2R7DRiLL6VbF3tHxITOTDJD+Pkte9+H/Q5IJWjDqOuk
j0o4qU2h4lOf2/2RDSHX8Khfg5ZozxO+sivew+JLUgjBkoEmmRXoyUfZ9+2JAoH0gc6TRamwOAes
jUJ9LAvib61jmi4x0D0akx77PWcp9ibIR36eRQqPutnzdIWm5HVDqKk4UJ/3OrJHPmheVUpueFnb
bAi66NcDhoitjXboYx18h5nhzX4PaD7ZBADpYd2kGkwFo5Akd8DtYL1Omu4pYJF6VU7cJmM3qs6I
2wVWeZI26bJIo71VeSszirU31heMz1q647Ajrg2zyx7nIJm2cC74uNbxJwDY0GcldRaFd+60lFJj
ZkR7DRMUZBl4Dx+uI3vsVFKvkmB6xNqTFkwfwOmBfH7ESaetctSIYEMvbx0yJzVphTsxS7D3VIBV
gTawD7ataE2njs08mxu3A9Ir6x/ZwuDu2QmNoIe70rYRmZtKbeE9cfVJgMltq2matpFORLaQLkIe
BI+vfi6OiTNmLN716YpQqkaaVbd308RNmTEVL7Qb6A+2NMG6TrRn/8Ff8E96Pxea3R+tq7AfJV2l
ZLylLgXdin+2rtZ5qDSzwOmTGgPGK2beqScdRtpl9esHWjywf38gzLGmjikA+64ubarNnZ84k4Gy
cBwFebJuzELWRyJRxng1WbPQ/V8/0E8VczwNW5iOkOQsdMuxfy6JokCE6p2ccg0TMdXZlIPTkaPK
veBlWFg4YOQr+u5Cy4seBHz44V/09onlFfvDE10en4I70zANh/w65ep/fkVVTUCotEFtxIVG/CZg
CStXVoxvQUbU2G9dzfGqZ+wTyXBNKlzc6XPFjkHWFjAu7rrRKfQq3bsWXU9O67fX5t8y1jyUHAjz
/1z+zkdZTU0cRt1v7ue//+k6/mBjVH53v/yp3Vd585Z/tT//0J/+ZdiLv/92CyXyT3/YkE/ppnP/
1UyXrxbl9W8e7OUn/7v/8z++fvtXHqbq63/9j4+yL7rlX2PdUPzJTb7wSH9hu/kqvsK37B/+xl8d
NxqESb4hOs4OlsiWBWP5b5YbTTh/seiSX970hUFpWthhfnegY8exEbTY+0NLcG1Wqv/XdSOMv5iC
eR4QpiGs37gLf3vuv39lf4ms/NMHzlo+YtAqHXvpmqXkSyyOnD/055VBEY9Yes92rIlnuzGzxx4Q
DtUrkozLWkLvw4kHQesPr9Dvv8UfC4P//H3+66PaWOuFxwuAevtTQRqbvonya++M7miviKTH9yT5
46v/hwfBwE/YGH+96f701GoEWTfs3HMaSvkMZL99AA47Tv/i0rRcev7+jf3rU1n8TzQn8DC689NT
6d2AsKp0yUjRAYQsG8qzdGMUc0/pe71wXn/9pH665P72fjlC5yNFKyutxFi7/vh+pYlQztw7Z5GK
+oq9xT25E+vU9kBAf/1A/+wt+sMDmT/VENuFZ/SodGeVYZaMMJSt9AYR7dcPsrw4//DimZL0BbcQ
5vqf3iI7bIc8iuxzHrjehR9Csx7VPB+zudK24Axhvkmq0f/FRV780/fMMQiCScvG1fbTw+ZV7BF7
d1lZZoOv8IUzTnZS4g63YIGXXnrfN16wKZzMebJc0s0WwP33OLQ52JtIHiv6xuQVKoTLWJYJApMQ
RON/8Qb809eGRZ/pmpbAWPXzB6tp+tpb9P2+hnWUpsy0bkIgI9fd+NswZ++uQgTe//oN+Sfvuqvr
Bh8tWLh0NP/0ykx9FEm6kc5j0omj0Sg2G0ho//4Xk1wWX37C9lx2fmZTN2QDAaXrZy8f0rUR4AWO
GzLyv34m6A3/8OFypMNDcOl1XMf8+dJG9ipp2L2dQIagUDSWpZ49ouTlscGEWvqx6+GcR5CjtRCP
SA/4qZjpNJG1KYDF6DSoYUYMmOPgH6lV68jKXYGkTRw2szQa+kkTBdRHza7nq3LEZRjPnn1BHcmm
FYTi4G5OCkZCQikj/RpeXD06Nn0djcxt1s5j3XxHA/62lRVCxFjSCC2CK1Qq8EdaZT6NePaI9xtd
8tChO62pHxUH0Dpmtwn1npoCPY5bw7cNe94QGimoeqNA4RRSCXSuRjcw/IL09JslkngxIs2JWNNb
C169Ns2F0lS4q0nzzEtj1ua4RdgzSTiIJj8vjN4Zt2FlLjx0jAm0EVnqlVM28fOsJrC6QowFR1K3
Fdi5cor5EXbf3ZeMAGGzVO20j7A3xu8mSeTBLTon8S1lWcPabbTontfRO0Dhy70DS31PrvmKhVd2
jV51KKeoe9BN9kPbsOiCA1YUpVE2g66GEy2qQyTuUkUEMcVQ+sgr6bfLlmei4F4Y4Sauu7k8GRwX
OPVxCZsIj1psPMK20b4QFDB+NFwT9p6dJs4x6CX0HcyYxmvBaXRc5fTfQV+rNfoTGiow2F6xAL83
Y6u+g+hR39A6U7OHTZ2MSiK6I1Yllq1HbiohzDTEbRY7tnpxNdWfqJVxTZ8GuuZuHlrrqta98C1i
M4/xLokKsbOh5D4XLKkTVp7WgKVEjljl3HZIqbmomgwWJAD3nc5mqfJzh65vP/IUMc5IR9ivbFvT
0NsXv5Rlh8VbLIZKrUwtbjm7zqp6R7d18JVPVnkjKHBA8kpHUta9FwH5nxOHnipaKMMPaxipUpQA
RtJ1WDTTB67b3qPQB2e4OS7OvKpHEyeUjOPJIas+r8tambWPLgszIe2N7LpWalmHWapUUHhcdd/F
aXdCYjK/dT6hlJRbQl0ZWA5uysTENlb0BuGXtMDEDzEmIg2T9yIDSzbTdLgrMivA2EJaVAPAOmcE
wCRLMXaDDefZIceHQ+6j1y+1oKiL9UajgBUPygh8jpHY7adwJB8S6oBZFORnuikG195qrc73huQv
pVTSRt3zKVXD4ReY/fgRj0I+4qFsXxXHwXsH5T0lYWdP9trQerDFEFYepZP/H/bOZDluJduyv3Lt
zXHNAXd0g5pEy2AnUiTVcAITRcrR9/3vvFEN6ivyx2pBUt5UUEyy7qAGzyxzmLoSIhCAu59z9l7b
vk7kHD34Y+b1m0j5ZAAhTUwOxcjTfPCzcLzEb1pEexRpxaHLCmT7fNfyAeMFPxCzneyBHDj9mU/A
wIwKg4FZPrunvZXhIvHMwr/3U0mgyUS4I0lLPpwYPBPd9DnISbHYWtxbYKQaoeAGKoK4SBNR30dq
JmIkH7P4aeJnIC3CzPtbHAjFVycxgs/AsKqSWDZL35eNqT6MUjGXSPw4fxejgoEc9J0fZxdFsuRJ
sRMy1ovHK8+w8WYZuRt9DkhGvLAgTaNlMgLcx+4whw662rkeaOFjnkAuQY7rxtCufVeovr8V6fIM
jgI5TYN9gs6HAApiRiXm+HasGCRD4xk+wEoJrtFfpgkDtAYb9mx2SbRHqIlgNx/68AJFK3UOHA97
ot/QqxT7bg7yhbYubJvEjsxv6Cts0jFYlgHB1Q1deTYw/M2hZQ1XbanT66GYJuZCtgEHhqM6UuR+
AWt0tlURv2csuvAmzZOB29Sn1wnPvcdgskxzlICKWcyQGYwy28VDqUF4nfbxkBx6lJrexchKXt5n
XV3M4VpZEaJIPzcICAT4l/u+y0zUzqJzr65hOVosxznO8sFm7sEsrR7kjZ0RJwINo7Eu25rDN4uz
DLONQYPAOjV89EwXTZqQcc1MjjfXLi0E5QzPctw4vBXjyvU9wjVcf16iamxds2xamM28Ad7Btjdc
68yUkfuN+BmibhEvImSUA9RtMmhBw6RqgYP0Aa4VOC3izMhja1wJcsQ+13Y6natSeP1KzE5PZh4d
u8c+MRrazoFv75oRpuSWVI3ovmNkdwUppX8yiLd74vxNkheGOX76sg7DAWCfxmFlFE06bglzUXC8
wjDfSqxOwvzgRY24rXBQ48ieGh2dVCh2WiZ9EcGEhNfhljTCehpXYZlNzNaIwdI7lwbLoz3G5rSh
1ZqMJ44NWX09MjOz1mjjxIjhpkzgrXq1e5k2o3ZRvKexuZ0ks/q18JHnbfsyAYSEYbH6GAOnGjc0
SLOPgfAmWucu9JOzwOfx2Ri+x0aZq+XJUg7wCATi6PVXSoaBs8H2YzHbzp0v49Id2gYWav41PAJQ
/yR/kl9GfFSQwsHEargbVQY8bWwbxD3SSUpjSzJ7iBys6xweRQHWn+ZdGnyVWOZXLT6kfAVylXfH
rNmIyNP004D8swCEJ6eZWq5dP8rbtUKOETCylbgt7QhQ4jrpZ6xMflf0JkM7XMUAlfVQQQflqd+6
SdDRxJJ2ohZhq67WMTpwsVimmupCWCNd5gZwL1OHpmCnclJvisnJI/31XCDdCU9HtgJ/S0ueJK+s
KeRHl5MZlKYmI2llYY3SIcuQvIsJhbidkC+16XUEIwdce+3fZsjd8/LdbJLjDFC3tq/nzHTvrWrA
WRn41cT5ZG6NtWcmQcImJPGSregJVbh/KwRbOP8oGVbMb4x3SHjNCZuexHympMPBQQ59tgD9euCZ
mhk2YH2b8966QmSEQc9VxG42ckBUD8Uct3ANzfPb2MkOXlbQYFAD8uDtLWQe41WEVWDcUbKHxK0W
Y2mcDGac3TiG7LyTehpcA3iE5/KXGvTq/Wltw/e4C6YgoWtoz4wZax8T9rpjE8l3aVt3SCN5MdSm
FC27WlNHXvS19wgWjRiCBCC8B9Mn9Io00UoROVVJ14ekBjAl2XV4fJJ3U5ycF2OSn/a6MPrDiHKr
W/s+Cs71oC2G8irW5VPDjWaabof0zumE2AWA0ZG4MkvZKRrdbjLPCYKPUQxyUunWnIE7c91mCyqU
yKsFvt3OzjuGuIyhsoAopmT2yWYKx0WqRq2lwj2CNxvgfmjcjjZSorPM6fv2ANc86TdzShhgF/Vu
evh+zv9bXan/t5bTu/Ipv2nrp6f24kv5P6LvRN36St+pyL6k0bHTa6l0f/SdbPNPlBE20AObRpGg
ivxn20kJTFtAMZG/SW8JQ6HG+2fXyeSPmMj7FP4kqeCk/KvrZBCU4lhYjBekJxpM23P/FvbgqDZz
Kf5osgp6rb6J44um53Ebg6ni0ND2tYDUT/UD2HjwkJ3Iwjdq6ONC/+dlpOSE6WNTU8/LWSuKmyCY
1eInj5tzgzrjUA/tIhLW5TZ0J/fml1/ghb4Wm9LRF/PwFLGZKyp2y6Kfh3no+IsFScuOQ5WD6pUN
EeAVSe8YatAawFoGWWRQEbqi6jQ4Zoa7rNsNmrTTiNYC3nvFRA02EzF+7TUDs8w7Veao/J1S/VR4
+wRrlcWg388TzL99awQGc60oJoJwKWc1sXrwD8HubEaX1BNJGlJKDb8aSqND395GZkxTeZo7ZeKH
lp3rkp1X2vghzuqesJSvuAP6HlUoj8hA4pugeCc4Tkh2tU3K9ufOa2CdgBo+1wBkomHDiBfEL+YC
YaAmBTbpOxU1guvWJD/7kZf5J8yXNIVDmOQy+GRPQzt/cCszZbMaG/SCJ20d8d+t67YRei9UtYyA
W3xn6BHxeBSkeeBUA/lCuojBYWwtgtiBQ0kI/RKRa9ucARDHoQNFNuvAjxI1iz754IiFGe1aSN9G
m3o8QiHhGYrJOGNWOnaM+yvLo+7x4Htde2CYw9Os6w0fZSZfPFgRuVdnZ5ltph8RSFXOQbOQMUEs
Z7OgHrNR5N43WmTNAVbIRIKpyzyn+DbFbX1rZm1uHQysdNGqQn1NoHElQ6oeqiCiuKvMs26ViUx4
hTkjx72NCyh+ROtNdoQj4ELtuecETFOSoE0sg9IPvw6J5cmnvJhVwbm9nQFTYi+W2VlLw8LYzJKe
g+LsoXrvIaHRmxAOPbUh1MNsgqiR5BRtBls3UXvnkRpcMtzZ94OzkZDz7H05G0bBUBD6Q7JYDEr6
CbgBDNgfY951NyVzVuciLTv0/xOuju+is0RcknAxyLPCNIGXN6jbxmhNgvMyF5tpYmCzQX4EEdEa
ekX4DYVXsYsa6KJnTqsr4td1WLLPoKIuwa/GhY9OJLLttj2AWhA1iJOUUPXtiMG8rLdKRxiZUJBa
JSeetErdYqfrsZk/+72kabKqE0VRCOnKwZhVe4p5ecbPdgUC0fIva92Wi+fCS7IbI5JRd2nTejdv
Vc0Rgk6UlxsHI5izk8kR2IIcDtih2QJMy3sM7KB0hyDNL7FPZtEFIQ8aRpNcwCI4UGkOXPRaDYzw
0poDJeo8jHHpHgF2OR0q5JfOaexAabhELR2SzYTH09wMTdd3VCGaXMB0M1foK8w9CZWRe4Ic1ak/
+xVD4muqs4Dcjdmv8/6GA66CqiCMqkBERrR3cl/YcdYiVME4dhdjv0O6WCGJQpvbSQGhfjU5sZVA
60MMVM3vhx5GyMyRpxt10d+oTBl1eTP5Lfkhl6xZRR2soRYAkcUYCNGsO6tKd6q9h7lFkzUfcosz
6G3H+NaYbpCvqhLgm5Tjxilq2h+kSLgLVhOvLEoQSEpVs3VjJ15aaCjYytUAa5yMYLMcZLYqWEr9
d/TvIw7OEw+fT1BG5rvNuiHhgpYMyEe9QyEU1Hu3aV2Bz4Z03NPZyA1jK5vWw3NCm844GVtNLkEd
GxGR54boAL6wcJh3RmJUNh2FyE1XZGIG6jRpy/oMbxQu2ETxc1BWQk+AuKEs1CQTAgoDOSOqGJ98
eRnrnhFyvZQNsAS1quPPGCWx0p310KWpKv3cq4cAw1QWhIi0BuTvP9lOTNH0U/HCvnLclmVXAW5t
sYkzouHkxDT0eFdx4Jq19LFB4XZUdhjGOuw9qTNHH1/fv168jmfalsNeycBqmT78Mg1i3xct4hgY
CEmJXqokhPcmLsAfvn6Z42355yZJx19yNvE5hzzbJN0YISTIOoq5yvCdA5k8tMeIXKnt+hx+b2/t
Xr/ecSd4uX0CuJK5jNmIoCKG4vhrBWAcx9nBuCHnESdnlOPdmel0bHIXbDGdPbEq1CSg4pbDGxOO
43nN90tzJlhmXXA98Nc/++UKMfVOgIMWGXiQbukXpDsUq0DnaFm9Mdb4/cfjS0rlWsqjvY5//vhb
slnbWW9zKbOt8d+FWBNhWug3vtDv93L5IhaSLJeTIEb146sQ74sdX84hxIe5qdjdSr5MkNmflGpz
QhhqdjlCqE56aI4/fsb/HPX/i1HUL0/0b5GIN93jl2cj6V+RDqyODgd5ev+OC1r/nwd9y/yTV5kh
DgwBx3Vcm5/y50EfqIMFPwAKGK+DxVGcP/oJdfD/5PFBP73oLBiactj/O+f850gHRpSM91zYrpw4
FMMJ/9kLoDxiq+bW+dTUc+fchlVfud5a46sW9bmXZ9p90mKoY4Km87kp63vVDjCOt5os6+lkAmMt
yDkugp0jRp8+eJVhbwpZq/1w9veNoq5cB6WUrXUp6Sfm1g6nLkaPOLQ5664z27EaSEIAyNdFRPLc
xghap4kvukKxfzfBKK3LeMSqXiI2ivIhgQIrOFruKgcwzl4jDHUeNA2WKdl5BeSCdkcQIx2ME5d+
S7+p4Kt7LMUydLbI6Zlm5ONMVyHC0SGKvVc4xQC7yBojvevsKdX1etbjEhhnLCOIxDFwWGxbwn8I
4kAc2kSbdPktT42qtO3HOGfmfFHYtd3t0P9EJu2QUOXRzrUaALYmGiOxqggJKddFXpv4BeO87Fez
ou8MPRfazabkCWlx5ZftRVVo2u3k404EDGdNnJTfJFMXoFCznRFeQ7vPrR5ilPDVpaN1UcNIsu08
R9tfJ8xIsURi5QNcRAcsqzzSDFw1et6hbYhL+TYVKkdOGFna786wBHTJ1hjwNHL6S8EoedIsPgZm
uwAWcGwdwoCWzmrUgnxA2LfVVbf06Fejr7obfi67u2MA0cqzylDov1dx3skLeu7kJFbJTKKjVY3B
Wdxp/CY0cox2l+h5WJyGKfO+VdGIud6ntEof7db1iVej9ZpuEx7gcpN2IZ1E1PFtfpqJRpMVZ/If
6kDmaP+DQnprF308ettE6u4UyZv4yIyOQ6HiIMW40jbLVu6iOWM8G2KXXFFlwXnNC4cI8rVoAeiu
8mGkuee3C1LarEhpWbk90w3kh5lyNxA53XLrJRJrbzrj1xk3BA2gxMetV3FAzNKAErEqEF9i4ioZ
Nb9zyiSir2mRAw8RKiuixwFF/LB3CUKW4tCb9ii/aJpikm5bARkCV4FR6njt45SxDnnRzDLe98kQ
QJpt68JadZA8IHdqJn2bTkfyXe7D/trWs0eunhlrPtQcFSVpjMpGu01XG2XIlPnlRCnKXGBFdlB4
1Zl286i6mp7XHC/tUiKfaHFOsmTuMkwOjVJT9/qKN3b8wFPLbRxEkyPHnmLbXhveAFYhTPinrdDi
D+OeliDSq6nxyaqR5WdfDpwhi84K9oNBhxZJfd3eUySLG5fq/n5xE38oqzqrGavK/DytdWGeLE24
4ZyBdueuGrBVcNEYFQ+bsHPAhM8q5mFLyxQhv12jOFv5WSvnTcVcPDp1W4bs+H+c4kB7DNM3YXP9
e6rZ+hP+6RDY7RQybeFYzKfOA6x5NDKc/nOlWGKo76d0OGFmOxXn9WzMO3jwqXc/hpytAWpQg47v
WgJLWmSBOqRHaw1ZBQwX3wYaWSdyAEEN8SQ3cWHZ7U1BnyS9yHXLmY9QyiLzCYbLbWAdlgPDo1sl
RRYPRD3QdJk/4gIwwvcGWYOUYga0fWrvyaIJgaR/VJW60JLX1MTDiv1uIwOritb9XNp6T1Bo6Jo8
pYkgH1sNwqwPI7cj2+ADkUjSgP05Z4Y2VHsg/qxqLpALeMYZ723ong54mDxCA31M6WvDLYSzNjAe
ePO6hUiP9xbIVaG/Qv0J+/vRD8iDsAf84QgZCxP4g9fH1hRuUjIteocJ+DgBrAiVW5oPvoXpLjnk
DJAgm5NlhVD+xB9oA9wBQYampjOiEiAxq7sB7kZ6roGzyr3l9HVN+Fk3Yv76ZFU9C5kPO0gSgRGa
8xSKG0ezT3jqzIL2MRM5n7Qf44bUtPO+s8puYQWb5QGzVQB0nxcmBHjXS5xJc5pnm1FGI/5LzBJ0
UcK283epltYyn/OFfK+zhphO5HztNX5cG2huF0ATsDIjHvf+VJIqW8VDdhn0tCFgYwnrC1SsEEA1
AhP6FiLMLsFsOOQrOciJeamWR1JENi5QyqMKMtjg5OmFTdFooOF2MPUYjJtpbodpctnDQmIzbew2
6lYOMqx3bZMG056KPsM9gd31CgA5UwJml8N0KFQNTwCSRvXUOE75iYHkDMAPscNFz1zuQrM3LY+G
EKcZTiDA4JHwYxBowQzwfWhmcWA+x+5ZsO9amwCCA157oyDElBLVSfU6Lvsp3M1T23+BelA+an/0
kgujtirCA0hnIJsw9pHxWihNzVXvDAOPjG5w5BBoI04HkPs1Rjg2gGKVMNoG+SfhfNP/L3ycpzSl
GPMPnh1tPKB3Z2RTThF+LYQLHudySHI1NJtdkJdUM2zfLatqnwKlDr0SByMzlORUkbUI32EmwQCF
j9OfJK3fDDsdl2iWkZMA00kZClZbzzVb3OgF2u0T0aTt/N6pGmpacnnlHmiKU4DTDuCfViBO5nVd
D86NRyVO92gU4aMTpJW3Nrp2IicgyL1NWVtesZNl2deXHUToU5xI77G3FvyTRAFe+j4DgZVnTPmX
rGvK28FoHG87UllUUOWwIsoLXCU8Y5HOTdwHpGOEm7JhCHkSNJb1TjkKGXxTAQl8l4bJXBzidmLl
5/ARElBiyM+yYN56gjQierL5lbmhWSytT30Ll/AOd67f7Q0nLnK81n5onXq96sU+d/uqOkHeMbMG
MfhmDoAQlbgHJ6tK43q0S9k+RjlOsWHttC6en0H480WAteghrEZ9U0lVMEYJTfE1GMMgW0dph9+0
KKqs207c6/fYCKC/BkPtLhtfWN86gykeawZkyK9D7fK7Cjl/TeFFsszaGRJhr0kZb4XYxb8kI6pA
3B8hpSZjO3km8N3zCzdTjlmWU8ywtVxhHeyMG7Fycgjc5Huq/iLUJikiqIcEcdetORBsgi1wBYuB
cyJ+GTPCrqlhLBIlFbEctykfPjbn6gHkqtuSFhC2X3yzaE+RVIYfjT4v3puhA9sIerqKWeWKHso0
YDXCA13y+Rwbkcg2wtXb4lZHGQOGPvvW23Z43rht8A3ciPjUcfQrAZUDq8AmSaupJhCxQoOia4s8
I3K0h6536BraVfAB5XvzLbT9IvhY1bFM2NnKbNz6fRJan8cUq+EtMvPEzdc67HJ3b0U1amojpVaQ
b5SMx+X+UgK4khIFuZeykDcvA4dfuwp+X9EY5EutwsoqoGYwUU+3hSma68hN2owHs6dd/EuB9ELH
5LdrUu1SdVh0PUkSo9VwfE2LiglaOj4A10wgSsrS288JzogJy902gRWxff16VFm/KBn5jlwP74K5
SDKpc55fzzYYqKc86iBn9bXDfgusAuiGiSFuq42WvENMVxury32k5WP/7vWrH5f+36/uLjpaOs3I
BZHJH39byCp0ek0i0MfCEVsfjyU89vzx9YsctzKWi2BvhQWI+QxVHUXn8UXitszDkcV8BSTEWZeT
U0HZlfiNNYZ65lR/jbJe+PlevpZD50Qoeg2/Cf7NuNF1VDh07DJ/02IN/lgNvjjv6rhr3uhGPZOD
/vhiSLTh9vi0pJR41tIwzGqY07F0qGlYfZzJJZJgICfipMYHvM7adNiWnLo3pGZXp0zVvQcD3fY2
lOTD9yVtQfYd9XHEsfoFrchEb7Ks35IZ//4LM1ZiaO443oJjfK6Y7rVG/TBw8+PCK7ZdH6UnyoiD
/3RYcAkcHv/Xf7EQ/PIE/tZhuaUeOlLwL//5j0mq+SdNFRoXPmx2z0Tk/VeDxRB/msqE2b78z0Nm
6ti8E/+apTLdpGFq2ktLjvbjXy0W50+TBpoj+J+DlJvjx99psVjOspb9S0XtWjwZdOSQT3sMevn3
lrXpl65tKebJduNvbpQoZ58THXzuxrmaLrqu4EBVEz49fykxMV/i1vbN87AZQVUMkR9eGpaZfSPj
CaYITNoAkeMYfIg5o9+HQ1LeFbDaxJZgB6lXwq5AcodaWPnW8fv2S2FYFUi1wYDIKayQatXHewSt
xO67d8QwcKBu/LAl0tpzF1ugUsWVTNEmnFhVLcotwS/ysznAUfmaB1NtfkSSQd5u3fQ+fZcYkuOF
4yXRAUFTJjZMRpzqLsfpSWSPoU3nDv5jkmxL0/B2EFQG2FZpkYzbRU9H6GJelKbcukM5+WzeodEd
4Ff15R4md2HuRsyZ8ftGlQTQtZoCPYBF4JwLrbMLXcYJrHO3wDOXYM1mUYW28MCxHRaSB+ajW+mk
SN4VMPD2Az2K6Ko3MYQhbgtMWgwUXjJbIgLrnpxeqDDhyqZDVmMym3v01B3M7BW8aDs4n6Iyh/tU
ud1tatro7nyLsxYJWhP1McikrG8e4cUjnjINp7yzm9G+jHIAImiuwohJK0M/3V0vc/BHX0cBrQcS
Xb7RiNVnQOk484GgHrZVW5KPW6lkKHYlbQJ44Zl+VEGAOo1WU5NwKlC4KEWWmt4O5QmalCGP6xsv
sXx7j68eqHsNUl8y6EGAQ2Hnz+HBD+xZ7HEOkgI/UxitNBoqGOgCHMXangL9bWFzlSuqKp6CekoD
hpuUrZD0Y5/AGBBe1WPDLh3uBwqUeNW0HL6onkOXJr1oqKSbqvHvgN1gAUVmDOQnziYM/7Em7FGX
VfCpYUKBXDHFY0//8wxdf17ueSMRyOZBl9xUPa7FVZMoSLEDGiFqB9vlQI2p9iNn7qY4W84C4bpn
dD2uLDm4d47sBrgaEx22VdCiT1jLWmePGGobNvCZrX3DAHMsOY/WmtadUzqXdPyipznyYheeUVRc
M3WOJOiFuXhIPT2c6TD0ScmiModGl9ltAxYnzT+NttU+xJoh1BrAu/tk9Ui6DxPCmgft01kBxJxx
qHep8NbwJZfyMVwAX31JQBjVGAO8VVyqiAC70NGHPtFYR9EaxMScRVGI0NKm/7Bm9I4sKrcVqV1j
jCYwlu2StIipkH4krapMhPSwOmMchxVDY4nUrhXGCg8Zv2oFZeCeKGoAQ20LZm8E0NBiWVX1A4jG
TK1U5rWbmKYpAzw3c4MTD+FTtvX1mDtrD7I4w2kz5qO2huXcyBgM9NqZy/aBPpNfbV0FimgHAbPe
+2NPihrfwbX33iBqaz35wmzWQdCGqLDa1rjDEY7EfID195QKl6B49Fi6Pp9ngbIhJ7azhIw2Ztdz
Z4QXKi2NfMPBLH4aQ5XcheTHgwzjua9XbZll7zU9po7u0OTs59jq0zXQhPRL14XVPU/MCMaTmWpx
krOiMAPUZD+BaEJOIkft3Flk8KHnJVwTo5SdL1HwZm6cKWKYnobvkhbaXs55AT4HJVqalmCNmzDX
Ww4JdXPiziA9SRjrSZdxSMLc5xSo/cYOEnsfRplvnDjFovX6vq39Z4bCDs+++NcZ87cd/uYf/138
gXfxH//7D+Ji/riq//F/8q9R+XS86/NP/Nj1XXDYbKns/DxFLvIFtu8fpOzvoGyJEMpHncKZeBEV
/XPPx7Sn8LUw58DqZ2Gk+WvP56wgTARZ348KnA4V4iD772z7y4To111fMtbBHYcBcNFJKWx0x7t+
qiz6yxUhAZFao9YpD4IByrgelDwRaVRfEPFpRCjmY4SRbtoFBzfDjsMINJSnfWj06SZL3OxOjLq6
sgN6JuyE03xPurixoYNb3OK8aq0fj9+/H2RzB44/Nd0bTlH4DalSHNNe6rZfziqJKmiZup97G+Qv
SYumeRVGhM8BL2niay1pdIW0C6/pkTLlyWqSR1PPqb55liUvZCrVqSRm+YMhajoZo+O2664yjPPB
IU+ZIXD+KeKPQBjBSbzlgRFqyzl+2rYEuZ0j4jTZQqLU+FoH9vAkQIO8H/KR+PVO9g+x6qMLQwfu
lokaG0ULIuWDNaVbhh4Jm+MM3J58T3grK0/PzTd4NPj5KeLPZWqAgsNtXax/eUJfqIKOLWCYCS13
0eIxh6dD51F0Hd+sFvNo6i43yyXFXfiXYUezNoGJRduihXdiQkX5z/LwswBYrJL/fnm47eqk+b4y
rL9EX4vmj0OTsk40R8vD8k/8tPW6Jlh85GSC1315/ZbX88f6gJKeESqNDkHhaqH9N3kH/jl3RWDJ
o7+waikphLcc1RuOUyEFivmntdQQLBr80o7N+P5v2HqPp/QM5ehsYqhkoQFG62GCPX5yJmMyGEvN
emcNSfthyhSScaDkG2fB42Gw+NYTufqBidyXX27aC0/scd3+87rMjqnaHeUjuDi+Lpl1OWJDoXeL
wATarKzfx80IC0PkdOxev9ZxSfzjWtRXjqK3xM1extu/LiXcStgy/aR3HLES7HFMWBugVJvXr7J8
4n8VVz+ugkaFHGZn+UG9Z8ts02D5cUyu4nhutm2bbNghXUlOQHjkuD/H7Nwogq2lKFyG7PD6tY/f
/+/Xpkq0FcI+PIyu++xXtIcOwkfKtUfbppgJ1XltzBeF6KKdVUdwRUr11pLzwg8IooKFh94ZsAz7
2deVdhC3hYCBOwSsNUEuJLc3ntd2ZYdvNK1euLOO6bs0BflyIA2fGVx9PyzrwUDFBZIwurKIhiUo
II8Oge1CKW+mezsRZx44mBNAV/4bS6v5wtPDG8gLhy6Ihsrzhh0cRFi5Buirsi884mjdeS8Qaa5A
sHkn2WDWG0lO8crLJ6Zx8cwYomVjJNOVHTT5RL3CX2Ia88Y9een207+jwua5tuznrdLZxOdTFBLq
u0p9othmKimfob+OuupHr+ffbsUv3QG0Vw46ZaVYxJ6zLsi5GiJSpsJdr/3irODY+gDEM73P6dfe
VT0zQN8Z1qB48kOXnBtU4dgEwLFE1Vjt5r6drxMzMOc33mrruHP7/aFfzlYozAXdOOe5O9jOwNa3
INB31igXv0zqZjT5p8WxW9JSX1UYK29TPZmXpFPQmCgHPF1ZEExAR+VwOlig5Bnx8rcmc0kMV0xg
dM6A6dzqrN2Uy4XmmulNgz70PNLGQ8aYYB2GTAxAP9FXi53BvglGYNJvfDXz9/cZqDpNPN5mRkE8
98crVkIjgiMRv24dojCx+7k7c4lGZTRTiFGsgyIU38ATLkgEarGNVC25EP6EMpKRIHy0egyni2w0
7HZd9qX/McsaZ9rA2g/DrSmnYvv68iN/f0PZvIiJWQzUiL2e6/TQAtg4Lcn4Q4BTbFp6rxUyE4Zu
mY00mpgs832ThmbB4pt3F3OsvCtM8UO/ivHKEP5QkZWCWL6VfH4LSxtQdMxJQ8r/wdnGIKjJYmqx
8pS+KYt5uIroH11z5kPzjbfGPYtCCIjR6KfvYTWvdZrvdCQoNoOuVYT9QWDCoW2/j5wAII6JDW1V
QHAjJTqf7xLJODjmEP21VS3oejrHbywhv68gvrAFGzXOOprGz+EFKDd6m2E6kUoy6u/ScmIi5lX2
G/vPy1dBh0Uz0cXN8WyXK7HdosIVAfW012wGa3oqShKvX/+lfz8u8FXAZLAW0gTnHTx+MI2iirAN
DsHWHJx2A1TR/VRbqHO1JhuVCZVedSXYJ2Cl1htb3AtXpiziMECJxR7gPasH4qb1p8hq/G1vSyKy
QjKmaT2iGK/pgGn3bqBB8cHw0OW8/o2t31faZY3h8eYEQf/NfLa31iHEEzhsjGMKAbFL4pj/IPu6
+WKhi1Irv7YNQFQLKBIDHWb7iXlAMWYlJ33k5w2+ULc8DxMxPeIxOa8w2W2sgFUDoX1a3wZWbJwh
i5C3s6HLjNlijiiDds5XJzXUO1n68dUIyWv/+rf6/YX9sXCCb6A45eE8/h3Hkql3Cf9nG5Z+v8Pd
7t+UdvWe9CEWeHfsdp6vLj1ECnvfIIru9Yu/fEt54RyB/hRp6LPfEkKFMpRYtDtJ2e1xsYbrwMgR
yBjEC8ZJ1b9LDdjO5TQA3EZWvJE0PXdzKuRVZgXTlpTzD2CegAGHwbxR1oypVbhkzhFIsmUSX1EQ
DtamFOWTlrh3u6zGIVUGl60ljbfW6uX3Pz73kYQFP4J12l0qMXl8K/XIvC7sXXdbact9P7Oc0ML2
ozNiHiEKwkWw1ggr/UPUBmqT2iRujlldXAUYjz+8fl+/P4rPPwoDVGsRd/IDuc8+CgYaKaOE+Je+
TqD3i67+0neYQOlUNkQuA/0CeI4MUOHVq5qFwzi556as2/dvfBDrhXuyJOUiKkWE/tvj5fNrpkMT
8kGqGlSxdYDZKA6mdKJzTmgkSTNlW6dSn0+NoU5k2fh7My7w8kbWTxjVvz29vPCkU76zUjER47zk
PVsWQ0kOl8HBblvhNr3TIfl/Dm/qWWPm1SbFk7Sno/HFZzp0ZqCW+XsEE8or9m/E3Yr9HA3O8/Kq
qGgMxxVXR8gUXJDo7u3ohNY/nsH/H726/qluu/rpD5yNzR+7jjzkForV/wSTo2TDe60sh4DxzOS4
/I2foznzz6Whhr55+Q14UTlw/SjCF7IWtQXlGlp4F/3BXyW45I+WaZxgXsZKxXDurxJcClTRbIS8
+CimGaT9Lenz8ROK45UnhHVYCBQkvLrP+3MxyaocWzN2MRDyH5NKGaezighPBZt9MxjkFEz1PF65
uRjOTKNu3tgKjve35fLLMJAjwyJ14FV99oJ0TjnlNnqRleJUeVXkcwcWOBhv/FqWbxxRfrsUuqBF
ew71HocFW8/xUpkZAfKihf8h8zi9JaPBWRc0HAHSpf4b3+q3m6roZgiUjFg6MLw8P6hIsi7qmgMh
40jyJ1pQnAbSox4pdIihg8mZmd46GLTM3aRD/6kZmkkefnkAX2hxPKubFisz/Q2eOXYHjwdvmfn+
2ndook4zm4AdNAd9XJwQ5RYivszTzt54cwQd0qzKeldP5XzaIBD9bGsI5KteJjRcUjgsO6Ny50cH
TasFjrPmdPD6Bzw+MS6fj5McyhfO7TZScbHcw19arBH5SOQgIpvK3bm5KI24PzWyKjt9/SrPdvvv
l1mOjCAZBfZa9CDHl6m6uPQrM0xWiZFHwcrxRoI8KMkKbkZtic/uqKN3WUedvcbJOsx70vXsp7pv
nW9DFtThdYXG8SpyuyZaV8zpDLQ5c5du3Nn0bzSInWGtA2DE675sw33iY73DF0bpUGtJpGzr9/a0
m0LZx+QVlOrr61/vuAp1LazO7HA25dhim0SDcvztaPllE+8Y8Gxw7TsnEd4O6jChAlM2gFsKh6vX
r/dchLJc0OccajNP4B2yxLMLMu/rBq+YCeEIxR7RccI00tn0QcexMrn3gvqm8GzG183KL9TnQZB5
h/Ut94DlODnmM/LwGlT1r38q1sJfDkHf7wJbPXQgjueCDs2z39hlTMrAdspWUAOim9IU2TYLpqe5
STx8owS9pfgf1q9f8/nja+FVWQxo3AJWb+Z7x3d+BhNOSg82QJ/R2wFFeLKDUNu/gS596SoUtFzI
x+jC0Ob4KiRaEORsYQau0hKczdDKdeA0zhv376WrsAmAE0UBRwH3rJs2jcoJ+ny5ClrTg2m3EEJ8
5s9/+46xxXEQMWHBKLa74+9S+XlmwIvmTYz+L3vnsWs3km7pV2ncOQtk0A96Qm57vJV0NCFkUvQm
Iuifvj8qq++VjrJ1IDR60MBFoWpQmRL35qaJWP9a35KfaFyfPlpSOV/fOIj45csgFnEYC88Kj3rz
+3Pxh+fKbHka6pb7RdGb00RmNrlArmGedX95FtvzsTPT95oyY/OUshEgMF6u8CBSawSiLScqFm8I
Mbbihu5kp4gGEznk5vsw/KS9Yknjee1beWa3DtanmFXPXH/WeCVy7VfufQ0xrboE7hHYV6lI+bPO
wGbnIkvcjjcPzRX0FeqkGE6QP5pyR+Uzs2A/a5zbVRI/iNaqM2ukg6w4paUKw6NscrzEIz+IBCnt
jrDB0mL+3LtWWexUP1FstlKolHJjdVN6242pfZoXNVfvsY4ufty3vqGvKsrQ14fBlqv5jICTCgzA
ql/3U2ipL+FsGOlBqXoNSIV4RX3y8wovZgkybcToaU5OJH1Ryx3FdR203lEv9YHkT5AeF2dV782O
wMNuABfVYwzv3NtGqtLck8YNhotk7cYVhhaQ2F1fYVK/djpNW9kk5paOmtyhoNxhjvYUeOtAkYmb
hfSELfg0I8tZkimmSCmQR9Hj/9wlLa7ayLSlwdsbw7oFd6Qa0liPFgNFS5vqkK5Va58Dy+H8lJok
cFD6Bn+GFPxHCiVb3DgUmydRV7qGPFjQpWtcGtsZdKu66veLR0c8rGfeeOS43ZsFzykJeE7pZmPo
A725PNCNVgq/XualK/9Sk41TkzgxxVEtn/5ZjYqLgKTug9UTQr/lL1MZKCjLq/eKHr35KLq5W/bY
VNb3pcgX83pugTXvrbkxiZMsc3NYnLpJzkLzEL4Q5FUm8kjgfu+MUUt1sEiv50ggG/2ttwbjg6XC
dtkbnaRNqcOK8hLYY/05ybGPRyxJ8/x6wcvcRoXVk2bhyS3mCGb9slWGms1fRmcVck8Ygz6RVIEb
UthExE6btfwqtvBXRPrNgQ1P9ekulXTXxpOu9BmOVFPwS7jNHHNxLVRqOAYz0ZExhB+PEFkoTbBr
1bOMdG07huNqfybTGlDm0JNAiObayIZD5s9WddlZJQhDv5iKi8mgnV4CiJ7idk3ZynYeTXHR7Mse
/FtLQRSqv+alnZOa/bT4RNpOnsS3tQdeIT4HczmTzTZbQjEKKZIwjln3NzXIM//c2fDjLopELuOd
W4Uut445NWyUS5EIQn8Kmc4sKsve+WPoJwcSAV6+TxtAVbHrloTHBODP/sa1A2c+oryv/t0wavHi
kYbr7mBppMmz1ZOmuJBDm1+spiQ+NWABQhrQYwPNvZwpgKTE3EMzpzD9hWAMnRLlOIMLTGbfGg86
1M3HJcynexvCukjJF/hBv6f01+1xCiVucXB073kMBqhYiGW7lOsxKztHxXm59tVRoEoiRmMRBx5E
3sQ+Bc2wRdmoon005JJ0se8DiIoBg80sjHiU0qoQZNoBvJOCFpzX0B/2sPIDkvUadZdWU7p0Vxp6
wVNRmbxTLNorUKi1s96JYMAgHgjpfDULxuJHZ14Q7c1VpO/nQI5A35ZCfs3t3r8W5HTaPcErXs/D
HG5Iy1BTmlAE3aVHeueJj8R+tdAB+bS2EQnEhErbu7nCyJ/TK8rdXKiGrg78LI+5rZyzEShCU55Z
Oddlx3QvkgntQghaXZnu8or+YECUXXghsqpV1xSMs0gqMlvZZ2F2ySOkM77xWNspDrXBujGc1Zdn
+JvLFIPe0OYOi8UAbrIK126HqjPJuzEBNUQBVuek9BJNIcApyukgcnhaflJusFyatYUxymnphI7H
MasAyNVhu+94iB2Jd8PMrhrsuYc8DPQQg0eoYyIV1JuyuLxdwR1iwjFcPYFY5HUXpcKtyYU51gUA
stq+8kLDuGzktDXYuGF3X9WUKx+6RmG5S+tpquLVFxW5rcJK810RFD28SLTsb9wR+sPiWN6ntiMd
ghItbRcQF8SDeMS/hCMrI5oX+VCDxwji1CZ3lgabxM4j4AOKjHwH5We++zF0SkswlsAfRx/lCIac
HjES1kZaG3fLaLRokkzPzJj0vP7iNJNODgCicisy1iwYYp3X1BBDM5/Evrft9EPBO6u5cFKRWbGL
4gv/o/WM2zSBsrerh6V9hIFJRp5euIwLpxryp7Kfg+dw7pJv9YBjjzgZa/Yr9lhzENnlkjfHNevS
bzoYM+dMrUr9btnGwpFItTvsspkLk7KSBOmM9pogiJJEKVypCSgebm1CsqRp7vDPTSwkk1E8V8ys
CQebdfACa6K7d42qeW5L7Vj0JGZoSIyBOxm7lDJuRilvWfbAte3g3u+Kaj5Zw+yUx2ValHHcTgh+
V7+dLjItw3GXBYrEhEtc6ks9UsEbWZ4pS16qRkccrJQQLztQkwwAyYYkXu9Ra9paK+0FJcwsuiga
szlRcGQ0IDS5fO0oMXygGj0Bpqc1zLdfdYTscuOsVpPvvLCkDJR6VUWkqFILJZck5f30DuNcMz8a
OEaJDjJ06f2Llv+PSddipQvpx8ZfuMs6no1Zv7PQjQWFpLS68pRdtP1tyByL7JlMCU/vdZlTFbD7
vtL7fyE7/f9G1NomXL8Rmz4166fmtdrEH/lbbQKchdCB7AkyPfQxe7Nn/FttEuG/bEGMDCeIBeMh
DBFO/+34wPfFaJXwCzIVoz/s4gF/4b89Hxscnsk3TzimR2zn+Ev+xPTx8wIdOZJ4AI4hRqYoP6Hz
ereBN1ekvUHnOcjDEgNmKIHtSHZTb4gwP++Nt+P4eF8Ai/kmURdAR6/2GzIgrlqx715Ga/hCl83w
xVnX9n1G4wjhbPpjfvgV/kFx+fV7+ZQybPtCnh7skF/tb0rBCky2EztCRcUsScQM6WWorn5/lH/6
Vkh17Pd9FzPV5tr5UTbJNK182AWKKGedc+9qSQokFHl2WwY85eB0sXv4/RF/1s04j5vQuE3euWAc
GupeHbEUjg6kQqgpHB7tUZXnM205hZNTSJTOp/+7g706idJc1mmxNYFJK1jmY8VS4blMbUpbWL2+
5S345RfDVoGSiipEe8G2x351LnuseAM7qsjupHFfsG7YpZOrDn/8lYh1bLIEmCYUzlfTLrr7vF5k
1JIFkKkvS1ZAR1WCKNN4L//0EuQLocpQTINfhWaO14di1zYsYBsiNpXW2eXLxNzU0xs31j+dNjbx
Jg8Mm6eM/0ouqOoB1OqywOHuHFqlBlz7FuvRN5S7zRf7g6rz/boTGCtITaOQb8yQn38dYbCDMM2t
ATzvG723ekjSVDJ2XdYf2Qfj/vfXfkQ6HF35CZBssVyVcL+s40z7VBHV7IrVk5i55eNGh7I5EHVN
2KfTsXi9NBacWAvzJCFekolpDP3cI7AIGQEqpWwVQV/fbI1ITVb6baKfFDsGfkuMLmMRfqJWDRbv
2tj5ytqv1g9hYUp5zvN1JSU9tP5LShhmeEMy3b7xf03Y/j4jG/mQHxjdPPQ2HewHaYOnQUoPNda4
cClZp7gAwMgOt9V9q/rywRt9g7K9wTro2XQBtht5+Ibv5x9+eeBOSMomYtF2gf38AXo9kvtCUMHp
YgTwANgXmza4tj++YZh0bywkNEZmIK8eOGDGjJGJahnRY7XEYhTuJUb/ccdCyPvy+0P98jTdlCiX
IQtfS/yah6TlqM9Jr1aRQ+HaV38eSYY0ro0X2VN2/ti4CQ3Qvz/kP5xDx+TuZGIL+hLS08/n0Ojm
vKUEqoosSrajAazdAbLg8sZr4vVRNj8MejBhK5dMGGrbz0eh8VLltpVs96hhlTuqlDU7YX8ag92f
fR1QF/xETG54IaGFvmZxqRK5LTMKEsmWl11Yq2vhpdHz458f5e9FA2N/Lr3td/zhym/nRmYZ3q4o
CGdsOkNX7OyASM0fH2Uzt/LDcBSbK/Dno2CnI5MkoG4tk1dftmABInx9xhsa+nbqf7yLGeoxnXbB
U7kBq7HXw6EixCSX5miToV67+5wqzJ0BZv6rVX8V27aKpfT+99/L9X65HHgvBHhIMPxxRG/r6fnx
/DWzl7oT+1ICowrlTJsNWbcMKP2wD4iJN+dgCL33oNDhPVBIUyODfN/GIYHL41p3gxNZZiWqU8br
a9iPKG3BTnppANNByYH+SvTcYK9pdkU6GurlM8Vfkx9b1EWCemhV+W2VU+XQ29crsQsAORQHz16L
OQrtHja9ZzZpdQHZGRif3QHgiyx7DQiJF4JQEIW8XQx83mGfY9vToxvOzsdUb9yGAYIYbP40IX01
g2A5UW7u2RHNwUhHYCLpvq2YYf21APJbKXIT9Jcm09SqaOl8u4pDi9q2iEgR6O45IWNL8KbKPlQB
GtfeCmGfIgDIroXBb6lhrylwn1EOLCgn4CLJ4zOptMoLKshBZlYN77GPFRp0GbdjAHMMPdiV5Iiy
7ABrQZnXwer4n52OWOFzaAL6i4p+clK2aS27QArsrQYg1C5tvGG9MENSblQIElp6D3+c3fmczDxz
wbLnXZwvltsd6bKYWprp5wnVpNZ1vPV25LE3Yl+B4jI12LHEEJALTjqAJAj74+yfUvpEwYx0jf3F
5iKodkYwep9RQrPpHdyL5JPfjmhFEAahSdhoGQ9hBU2d1g9YBtDT5dM4FI7xufPM9clhSZLHvWbB
fWo9a3pMA3dMISpPxOiJHNYr1YKhNJ5l0MxQUI3c+gDdKvtoLB04jy4U3YtMmc5RA9H7Ot0V1DSU
EEHLLotl42sqoEU9ObG05pQO2gJBLIuFHKR9QfRxRAkbjJHS29HsPvpl3Tt7st9JdigqtgfHYe3s
5WDgKQc4qUfboGAhRcSr9QowxUBtFEcH4peIQpimHw1k5SFqPNRdHD4p13lY2vZDZRJlRKLyZP/V
yWF/Xeo6sY1z4Mqc9Ble5D7GANdXhxLw0x3n3SreY6MHGqGqpOqfF+rI9GlAloARQeCLos5k8T8Q
PwPITiaxeKyNJbfPzdJxYpuwkuO5BsjtREU9pubBNafSjuVSgh8udN7537zarCFWacqzvzB8mI0b
YoSFDwAJfe2C0FpPOfwwEJlxoP50n5EYa1qpGzWsMoRdkq0nlzu++yrNjq5IlovK26Fmzptph/KD
+4WZMXB45jaAJMBCuOhMGZJJadH4TjeGo6wok4Ojd3Kp5TPVJo7cubQyN5dk5AIk9nD1071r504Q
qTFlDdxS51BfM8AR+jrL87Ju9liJptQ5aruePHen2dRSRdHmJCI7QDjVjExOiLXZcabL8iJ0wrrY
pWz3NECLtf24jKk419QLDnc8cjJ9EGAasiWi4NUFnxIUiateYAEOff+Xygc2MjTXuIXbYovxcCuW
p0w1+Vq+Aw5mMd6Z5vx2HKuijSxabdeWDlEYU2m4X+EXTFTiCAVu9RJQPdzPuVqrTwmnNYBQrIZ5
33UifKJj3gw2M/S8TWJ7+W4OKIDg2TunLkk8G4doO1WjFU2Op+BjbGjT2GGbAHzdsK0mclzFSjXM
lA//1DLMKQ6YZIiT0Yeu2g1V5Q1fp5WsamyPctCX/db+HTWsUkm6zmOaXDsp69Q9KK7FjTv8qlRj
rxu9CX6R6ZwofzfzvTnq4saYW17Zrj25077oUzixdLuA25BtgOIkJju8w6eE6Cl7i09fsGqhQlsD
k+9nN5geTC9lG0PqVs5Hz00Y/A7CAezAXETOsYfN757a9zW56JopoWcS2/Rd4VX1bV5wE7CaTvJH
/g7QNxMEJOZEKtflZcv8jF3FotsEIps3BfFUBJl1XjW1uQfi1cEjZ0rUkW1M9QdgFn4SW61X/dVL
CS26mQQqebUmIUP7oGnyC7sNko2HsAxgbDRrCBuYMd0To9F9NsTgA3NmlvJkWwUu3DkfpXnuLUu2
dBsa47UxJY049jpPca1RpLzdLDXFtD5PlXe935vdDkFaPM2MF5pdt1nyIiVTthK69hxrvy6r96nj
1dkRYhX0DWeGaD/WbY9RfLUteQ5l3sKK0+yEwLwOPK2xgq7vDJzx9kH0kPfj3OunS24OV0aF2XTX
TsFQJ1KDudUAUwDgYvSXKWSPjuaHeFa15kv2bvo8FJqJT42HQ8bm3DrZXznJV/XMx3Tbs6pBUXEB
GYX7Yc0Wr7vsa9MfaOmEqh9TbyCr/aAGoFTDRtT96PDHhh1DBb87W9qaUvgzwTphwh8cpqtZTzS2
kKZIH5E53WxPJRldp74SgHxgi5bmNYkGJn7gs+DXMQcaNRdoKdqLoGpaPzY7CZGvFdIYjiGKinlY
M6hX56UAL3TVlJBuLwMePPl+FrTD71tisu5HV0AVMGl2dsvpXCveyQdSt0v+bgDVnRAtF/zvBOA4
uQEv0zclLUONMq9C7Uty9WRxdXDvpjhiPidZ6ykq6nFvH2lRdmvmxGCAopYHc35atYX6CXVAiMjg
2WKd0K+yZ1WmieRX9aYlXnWQtHuKBAw6MQlTV/COlpxH6pQtfQRaakgj6XiA+IxcufqiIHILjQ2r
OUL/kAMNZ6rR8EJl7WQ/5XTTUszKXJAbvGLvT68qBk9ezcQK4lq4+BuLyQw4u0Y5QXrMpgmeo80z
NJfsBveNV/IOY5NMrqpC/x0voO3wuM9nFmVLZrhrTOP5BDcRDfBG5URr9iPLFsUAiPfWcSjbImfS
7QMN5zEbkJXO0mcfLxjXJE+K5DKwfUX5HJQnoMgm6AOqb3SI2cMTjNYQigi1WzX+UwvC83NmWhOU
aFu7wNCAmOf7bhm281tJ411dr9wjQVWBQirc6juULgUiX+WGe3RUL6/s1EgQDTP4Qvt2InsRY8le
3g16NG7BjQXeToTKo27LIVjukkxp90zJEnM/JiLBAJQgGszfiGq5L4lheuPTnM2zcTSp6aliIwuW
JRpTV6n9xNLvvc2g7Uvuml1zVXYDT/nVpO06xo47Lxf2hLkU1xBtva03tQN5g7zRMbQNGPlulVEw
TdwSMoCqsiYi1I0LTM+5+aEYfGNrcHfhuISzEvXBaAYGDQlMR0DXta3OKbhSIt/Kqv0dSVQ29X6N
ZTXS9Pi4Ua/xFEYtfU8cCJbZUwX16rPjJ1NxlClk6COd00Q1WiaBDiRNw/P3pDRnRhANus7BS0ft
37hNwTvQKudqT4SlBOhfCXlBw3VGXNdurSevb7sUy1rZfBp7v+H89HP4/UVMbU8JH0PwfRzEOqVU
OUfsCRow+BA4vg5SkbNvCO40zJJqywbj3XYf1LTB8L1qpTY7b8pwifNAEdSwPLpz2GFkvIrY/pf+
vvEDfT/YXOQ7MQ4UMAVNZkGk0lbIQJlrkm4hTzvvusFMQdV7RXU5srcJDq7uzCrqnXFuKDPKl/vf
b6Xs14oBGylyT2wOcfRiMHkdtDNdFqfMW+qI1velvnC4OTJMEwR7rtpUJd4hz3ojPELOc9adn08y
hyyxLncrSFHW8sRiy8OCKXbZZU21AhCYt9Sj43V9e1fhY2senFGPpLbYsa2HAJqbOKdAB1/61mjG
PZjOPLlnq53mNHE3OYgD+FgveN0z/8laffvs9o3n74KhS985opjfEQpLwtutFN48VqRe6mMVQELm
YeV4RGQUMK6X35+jX08RsTKoVryskFWIIf+82cxk1iVp4zak0izA5t6anJIQImnk1oX5XDnL8PT7
A75WqGGAY62GG4kFfguKvVIHxqXwzXJhFIarp/qyGooxKfIffPC1f4vY9Q/HwoiF6QvOEQd8Hacp
PXuEPQ5J01XEtiVhgEO1rul59ehR+v3X+nXTDiiLyDiEsM1IKl5pOGGT5NqtQZMkQfchzMvlegly
9ca5+/UgBEad77OibfLjb//8B2UF0EwtvRHsa50Nxbe6ENmdqrvp/KdfhZuFtCbpVIBn/mv9pg4U
Wxs2OVEWVuPJyoHIWJSNHH9/FOvXH2f7+5FUfCxmW1/wz18GI3UZulp1GDx7HvwaAXlmiWh5QATB
ttPMNJha3g0zLNRnPDVW8FCwlVspGrOgXIhlccQVbyZqNKgIX/xzZmHxjLESzOHu95/1n847JrUA
DZCxGq7wnz+qHXYGyejtvPv9gw0f6Eww339jmvKPByHfQf05sz00wZ8PYo3hKPpuQc3UbENY13aK
5oCuA9P4+2/zy4mnvYb3GgfyGLpBoPr5QOXGWFRUZUSG1/cHeMp9GeUyMGJq8+SfhX+RGxHoQNjB
BGcEYTJM//lg2TogXLkQPRGQ1H6tcM5UQ/BOidZ840f6Rarj+eVsPUIm1loTwfvnIwlH+YT98Ehx
8Q4RoNzpzNusuM3hRV/jQwijfgjNP73tt4cmPltU9m2E89qxnOIAEDpgeJDXXbID9tgehMPV/P0X
++/x+X/wdP7h4v2FsPKcAkz49BMwYfsDfw/PbfdfRCGgaQbOFhz6Tj74z+E5Ldq4NDx0dSYtXOH/
np07/+KCBL/CMnfLT3zPYP3n5HxjLGyoFS4hwIu2Y/3J5JyblgvuR+2YsTxiPqgNm/cdk5FXM+2p
WgrNHPOBXe7anFXeI8ByfWYTyLPZuF5S9Si9CbHUaOFYRV3nimu3BYsULVWbvRiTj3yIQGgWlOhS
+3PsxYApNlssH16ZH0J5pnFwYp1ZpysIRRf21C4r1ukDBXrucp6CYiFt/l3f6MM8eRr7fpz3Qgas
jVm/1Z+W77pImjqrvJKOKbPkaGdmj3BSWuuY3IfryiOkonim0daBjF/TdXHpCchCWYJ6Qv1vxcrq
cSIZUV2mrkbzGr0ae4pLZbEbT+hHXuwPRf6oYOOrI/wl7EnjNDLpn7Ros/1crpgJ0ryXrMxGRDLu
JKv+MA2Gb0P/omc1TgVAtjjDWf3NRK/4IL1c3pRzTRlVSsYvgyCWNgua5iCgPK/AXWK8hEoeeFDM
IbFPz3MjnoVpEQkTmPa+Ztl5CsnRUD7oFeUX9CiFUZYCUaSzpK+swziZ9ke7EPK5G3QKbg5w/SFY
E+nv25T4P2JQVxwr0+F8SOq2wssit3xxVBWtMy9QxcsvbM2IilerXPX7fJqm8EWYRvdSzBUdq0Vq
C7Fb8HsiG1rw1Oa+dt+zQlw/+XPOdWJkzYKDqc7pHQTANs+xQXNKuZvcYpdMFDjv/LpZE7DFdnml
fIsN6ibcU7DkyzWNAwHCeC/XUN9ODJXpAeCqz3bQSjVoLmdZr/AnCgcPdT2XJzZIzrwbJSNWlDhs
rbyCtI25E/XEiIgRz2CPrYb2W64uaziUNazumLYcL9kRCrUxJLrOCs0KyBzNQLOLBa9uCB5G5dxO
IY5BrEYEuHX219aty5w2ZUYQkciRQAOT0YOwOxkImWGKJIAOPgU3SogcH2tohGo3I/Rk1w1h3s8W
JVJ37HkqVsazkX8NdD8BLwubLN+Pmh1iXvviYerZXdk7yNWKskP0NjPQLCcSGwMuJGuZvCxlGlbf
0lpWrsFsFDPzOc1Trg5YQXPZYpwkrojiEYYApasy+JLSx+7jMGcLdcy43Po4sIDxVTZexH1KmYF7
jeBHn3DWDuMHhQ52Hba11R1NGpfTQ4OBy937tTH2ceM7yjxM+ZJfiDqYv7LRJg0th94V71I/p68p
9LusOuE5tNzzClr4yJSl/wyxzH/K1pwatVXX1b0d+oxeULV6nMwBoZjLHjkq3y9Q106iE6mJ4hTm
Bb00802wFVIc6rIrTk5VqulYQxx6mmAl+gxXRPgNra+8CRNswddU4kq9UzZotV7k04s5ZopHlwyH
Za+YbbybMNonu0z4tRP7jtwPWrY4z7KipxSBiqartimkfGgnGwub7TG53RdB0724bioo3Zaj/ZKx
DXwva5BUcQ1qGQZR6fltFCSmdzd5guvOZVu6g6HqwlUI3fI5DRMnuSm6gqIJRKPqQjGa7Y4rQ6YZ
oIgPd7EyWHjHVpfV5dHq++Vb19qoRVfu4A+jd/DtEkk7SpqpfoAICEJt6MrpE76f9pY8gIejhNQr
Lny0NZjf/VBfF4PD2GiG1ugc7UYut2lfsp9MBnOSBzdsbKrGyecmceIGhclfnbOgbZys0PeOmXlg
GXK2UDQ0YzRGjwXbvjMmJOgTqxj+nrovFeh66nBpGh2DmUe9k+TT5zAonP7g9dn8RfKc/2BjnPrM
Gtx68JqMYKhm77RHjVj1Xet2DoFoDVHwhNU6YSdd5eEXJhCNu2uBS00XQb8JHktKETGXf4EV0E7G
jtIz6a4nK6Rwd+8mHadjnguVRnwkrMpFOawfe3y5tNDB56ZeNK3aZkc1vJ6onhfYjefFJoogNP2y
u6QaJBNLN4TR2VgGmvtQWrSwteb0jrrpOdjidcGFvZ0CGkDoNI4wnVFP/98rpb9hUxsb+f/sMzx8
Uu1f/wSY2v7Yv/lS3r/YnbLqB+AUbAm0zc3wv/lSNHGSd2W9sgVcqSf4zwWTJ/5FLhFfD+srgT6w
5bX+vWDyLP4RDKNtG4FZalt//QFe6hV8DoeKhb2QC1mQbsL0+D0c+OPmtuXV4wyNA5wy1/e6CK2z
o9KnJOh5tI9Lcg6ZNuzFgOQU4bQ+iqDIb4qkEhd5UTJnoPwq6LzsMTVL57Tm2U0w+f2VafTl/Wz5
b/gCXnNMvn9azguyAp40TISvDE9T0CUFIg+Nk4ml3yVNZflx16rgiUppj7Zvp8OQUIRnITpGvpMz
yIdsxMuNX7ywzj1QTr2HBlgfMLYHJ9ut7KjKKva1cPEL8K75inu4WIy/yrnob0yJVbeg4CzqFoe2
GOEU633mCWM3tKv72AUJJUBOaNhrVFCcJWNDJF81vX1BFMzhXyhe80Mm3YEVkGeUd5aAl5lXfifi
RiXVx3Crfnljl7ktsn9Y/m6/J/8ViFkBBkvH8V4tf/upWh0Xl3ssDcTdoqf7AafGSwWlRZ+yycwg
JOUs8tpgss85NRwEWmfLfRoyYGKxs821Vv6FfWUumYUy3ol7nKdUeBou1vrFseUbn/j7DvG/Fuzf
PzFuFT4sZk12xq9NqLRE6ECj78QK4fqxb5LqbLau+NJXAQ4M1PbsArN48pxTjNATvGDR7a2pOlDl
neIbSCWersk2l3emtPt3Sd11eTwkJaUjfaKzh7HT8/08DsNM28eCXWIZly52faC3/LG5+Jg4Wcg+
IB2CPWNcudewq5w9F0j2lWOVY1yMQEEjnuxBPCw9beWasNL9OvX9Hs/5IGPfWMp5N/nZE7GK5MPA
iCxmdlw/9LnffRpMPjaGdLJCROyGEzbebI4pQDJeMjGo02IF+iv4WzCtc5Xx2dtaLTtqvsNrrFHG
3cS65LalJZ3lYG/l9z88sO7+Ps//gxq8OwYWvf6f/7E9mV5fMHQLkzHnP9uN9UqXwDGkVGIaFlRd
mR+VnzD4oOVRwZEOkpxOIeWV+4lm8sho6KporDQ8+MPgPBRgeFmPGvwc2oxHR41kgAvf2dN6aD3R
co2OzYxS3qY8FzUDAeZeNPGkxTWlKYL4yUp2mGxaB986aU9d1qgJLxaejYjW1jGeNaG1yRqvlkSj
vLvV4PCHDK5SuWTVPqNo6FODM4PuekTMQ1m26P06ZcmqKlrtUq8sHplr2EE0Q6WObbPA66Wp1mb0
ly6Lhl9kLFc+xRtWx76CRRDcJTuzzb1tkpoqtajpyKn1tT+0rncQlehuVgO2WT9O2UU7TfTx5DPz
GSqxHXlF3bro4sHL7btceLeGDiiCGpohO8nyXgySPRas5YPZQYFrusR/7xFV1AevdbNH4lSKvHRu
XJptOtQxrpVbxknFC3mt+cqp7epBrAwn3jBz/cOzggc/zlE0enSi1xSrSqylZ1q9iBmXM21YmPaV
dujdSGLzx3UitRy4lf5MgM18I7T7PWL6+qYHgYJJ0xYsW17Lbmydg4RFjoi16Nq9i+XvpUA9uFSu
uCSFUp1BPcmj6441Nx4tcaHR7UQ+ZNe4ZJx92HGpTFi03qCBfKeyvfpYkOxY1m19BRY8NW6WH96G
VDS3M5w+Cw4r2GdKi8Zj0WmY57nPcrKY1oPd2R6996qK3NEoufXT6jltkx7uM9NkpG/zOKiEXBzv
gVPeZ6CUO0ZQOsvUeTKruSbQhKOIkWgstTu/8TCl0++Xu5mxwobLwItuAq74+QssFMOqknwlvB6n
uPKaYpn3iSWW5pSU1mNDLEfHRaFCxIra6GMA6bdl131DsUsERO0M/dmftll/9d1BX9W1eUt+SWJF
m7t0v+U8D9W0Fhufa+uQntIcuHYzyX2e8M+N1dJP89CLHYmaYrdMs/dQuT67g3Aih9paJKhzsD+X
rVqWr8Ic6fCheB7aizJui2S6XT1lULPn+fmT6D0wOMjV6pZ/r/pkLwlgFpKT/nWRzDmJ+bo6Y7JP
Htyqmm/qJufyNZfI4YkVtSq1LgHar2zqpzC4DJGsMBWJLj9oKIgn+DvjnWPr5YOg4+2xSgrrA9t+
MUfYRMYxZiRjPzilpntPuTOF1AtQ+T5/pkyw/wQLImRSq71dUpQ8KbeEz/rGvflKqP/+WvS5zzwc
owyJ0Nt+/iWLtRfWYrGY93W+PkFoT3DhOAWKPTnMerVIozV8u14CcPNmY9ljDnH3NhDR88SnjLAf
J3sYR+rKMzznjTGCvR391Y3CJIS3MpZWVMDv1+EPN4pOx8UemFMD8K7L91LawaVh4DVJHeuAA8w7
cP3YR9Nrrf3AnC5WUr5IGusuwoABrFjRhdFx7Lg3CoaqJGvO/TDKy9UK8OikxcEKMudZLqtLsW82
XBtLmt4xoqafa4ncF2pKipu+9rJj7Q/1SdE++8enHymb96EgNcjSeIO4/vQkMPI8IRwz8QXJEd+l
yikvzMEZ0LgSHVnKVzRt9fmV1TKXN52dTdIynPO9B7ME25drRungfTV5pb11i7+GSDlcGtzb20sU
ajUzr23Q8MOp74KaBBudlrHVOMWd4zPyNBY1xJY/nsvAqk65ouKvDz78L/bOZEdyJMuyv9LoPQuk
cN4qSR1NVW1wGzeE2+CcRxGOX19Ho7ITiAS6ErUvJHKTEZEepkYVPrnv3nOJelKHaB3nYfK3//3U
8PdlBv8GXGOIDEHLI6LEYuNfjhma6tXcQdQO2nb6Ip/u7NmjGNtKJOu/OZL/4jf87UnjjyILxcRP
b/LtkvL3H3eWS447quRSC5HgnjIE/4UfjFnbdXmQhlj7yFam60DVdnsvRS0/GtdMXkh3JT1BYdj/
lC9pJwRqNsH0RxqfRTPs/VUhO5KGpqJuXXRMJ1W57vKGxvlNA+El31UclWfhMA31pkS/6Be8oDe5
73ddugpvup7RIXMrP4ssM/83KYK/XjT/8lMjVrGhA+N3+87+y+PHhW3Us7rTg4mJJ6xnmu4A9dZ3
U+qtz8NiWZGZ4GK7NSjkhJ0n69qMlluF7TCZFR7e9Enmrt3fjJH4GWmxar/oYlyesrU/6UPf/Kp6
suHUJo6NDTPB63931uq9MCrY21FLGpoey4LxmhDJZjJiz6Dx2AGm12VDaBn0qedpNl2px2i/p17T
vsm7Zu9J43hv5QRSxNSE+zkpy2CwJlt0V3SC/jutGZyTO9j4uGRaHPAIEH1HDCxw1nhYKYb5rZ2N
uoyc8UWMDo6ZHiLTPZmGB+4o+dGeSAX875IHFNpfRTm3oMH/X7vYwMnO6t//Z/tbNn9f9fCP/Zd2
Af6abQqKsesTX6Dxl13LP6QL+z9uDVl8IW9sLrZxtwTK/2PnsyACkXJj5wMZub3B/qldUEmMwkYk
iesp4BFozP8j7YLQ5d9eQy4LRxxXJv/1GXWQMf5lXisLjDMDl113InZkqLFbAZH45o/SXBYUwGY2
1lrfCuF8Z1eNhXivebfQcrmnrVwPBDtrsekgMqSxiqijj8MJ1MLG94Bh8JC7pzXGJpuUBQLsYm0d
YAP7FmvOrRvM4nrZcxmQOeEp67nv1XGZujYoBaI4wmi3H6TvnBqZP6XauptmObYhRNRr1tCrqXxn
q9N12dOucm4p4Ik8o52u3sgrpiG0vgGIhW449OqxB98Qtkv8QKDsNa7HMNcQSzt3W6XxtHWMOHll
zVRz/td3C910tAGs1OxQk/5GoDzdtYQTsIJbWbhKcwaOQ2A91uUzJ4N9nZQwD6XJ5cR1qj9V6fpR
3E3yXsfc/Yd41AdcjZKyFINbb1PkB5GZMgKjHV9zf7BOtTcVD+DLjEMFKSCAUTA+Z27VTJshno2j
HSc6EQHgf48gDak+SeyHNpvYrzsf+JaNb/qLXI6vfK6mkEog/QGsx5iEnbTiO0/MrcGfaq3nTq3m
mRBr3UTcH51tUsXeny41bG6BJl5IioG9fuO3VfLeeBIShMm5f58Uwn0tu5gb4JDhL2q6srqYfCvS
Df4N5ogEL5DEodvdy3Wuz1nv/vFVSXNNzEc4RkLRp7kwbe/oZ3AooZQKg9rOSdxkMoO8ZuOFpy7L
A7OenMAccnrhJkyvbwJ+7vwpZQIdU3b6ta14gwRqLAX3Yj3RL2PvPtSORqfBamD9c8qSUJWWc0TS
YaTx2XXFXcNRHTW5WdNJzLXhOIvSuY4+v420yNooUdl6jfv2YgkdGw+VTvOF2zY9Tl21HNfEfWF9
KIpjJqx61xjWfmxainDx82+TWnxUbMkagBaBouT6NYtFEq4NY0N+4zDr9q5bbTOMhXug93S9ssxL
j8tKQRx/i5k83BpxN9VQX+LJurMK/S4v6CjG5I/e9OZ2+TlZqyjxshPuPy90PXY1aRINWPExemI3
qbU9+1S2pu2m9dxgBUrFFG13Z9ctrubo7spqxM8dh3Mlf7k37Iwuyt2six7/6nyBRxYo56DMx7F5
6myqYceFpeRXYa6o4wufp/6GC00+DsVwjcd4M1vdjuNo2NLhuNFjcSqpltCXmArdOpwbCoNaimTa
XESqrsbIX7m6ZXm8L/UsWHu6cBPNP3l0PB34VW0x3J/Kdg6ImMIIKlCuhpkr4+SYB5xu8ohctN5z
lYpZ3OH506hGjzq3bJ/42twZ+f2SiI2nf2SFh9MTZBUWN1xLQTf4B16oqAT1YVH5lVajoMVaA1zw
xO0lTLM/FqcKGJj0IGmsfZ56gBxGpTZV3u2sxmUrRJQnTt1nt0S5KWRlc87Jj5i05B2950gqRfan
Kcv7kkstowNO1UHv3tpu+tZiHw8w38aDsIbTPIMqmstL3Um4rNnO0OZ1r0zjc6mLOTnjGjfDKZMD
nVHIdQ9NocdsORvyzvqNeuN3O1fHzQTrpL2QGg2avMmSg6xXTMd5G2thTnkl6ZB00ejHZvvBmmk0
sXX726RjlEuLUNOXaJEl/DjM2Jr+CWKJIy71iodqBcgygiiKxxWB0iJf5Q7aIxwk+Y3b5VHX9Pix
r+JMgAPRLnlK53EUl/6IK1L3x7MdL0UoWq3fT23jOht3KA9J0hovJMnpsqpk86Y19RhgbYkjjaLv
R2qYYBSynP9d9Lh2LTPbJrFQAYZkcjst6xSvcXI6mqwz17mnNO5x7WeMQpo3YLjL58PkM0eVo37X
Z3l2TE0wKx67TWa6vL2LxeKxIfKjvPUC2Va/jHK6J9sSElEm+sCUdNfFdX6Na9qZtPSZ5tE4bHTF
Iq/ZWsVvsiyBnSZPbrYIKtL0Hy9z9okTH2vZ7GEJsJTLeKuYznxKxq6NtKL7gsR69orhq5ozWpkk
7QM0oT30hvHVaT2V38nAy8fI9tVsUNLkiqhFBfR7AHIxCafNulpt1BUYe6oScyd7c2bDpfY2pelU
HIVggGiFB8GxMncagN9KCtpnioa/x6n0dnA/vv2+OU4FK1mXzofKtoK2GocAD3eEln5ZquzaEcog
OwegCyBQVKAixF0btuR5auvFmF/W9V3aeB/odKGJ7a1nw3Z76KTbvPrjRHk4bzXFjZm5cm9r75lW
78yCnS/VEq9Ute5y7d2hvmnoprNrzb8SbepJ/nR1yFOyWQf81ra7G/T6oS9BMDfzYU0cvg5gidCF
7hPVXrE8nTLQXcT860/XJbFKMuQs6FAeJHJPbYULSWoUq+e4S9/APh3piDoWPMQNZV2Jyk/s60kN
GGNggt5CD704VXvAKRBU7nl1h1cQBkehmb803yI12msX169/1vGpk266NUYUTdweCQqE9ceJuf7n
9i4Wv62hCL1cMzb04AXxbD9h5Xlb5J/KLfdjlZwdxTEDgXODKHppSmPfxmgmwsvu2bxuxJDe+8Ky
AiK4twj1rRqObb8r1Rb40Tk1T5OJA74qvzo9OyStHQnZhjmmjGGhRUBZ09afPzLPC0x+7eg7VF6A
YDz78bjrKo1AmC4PJSgkDTUoNygdzMtNKl/TOTmZy+sypTtq7bbzvLBQMUqyHFPLCgBvMOGSx7Hz
9+M6PxAgYVXh19EQ+998aUP0t11cSgoO3Xg5YLFm2TJp305L8bfvb/nAAh6NYCnTA2o6r0JvV/dL
lFMGoTu/bK3/3QNsNHNKzjg2Eq53fAH7S6yDUqrVoyCleUtD1lp3IFAXuLS3x4S5jI41eoMSIvLi
fMsFwaer3gv545XOZa7lGzLOduiWvVXYW7tdwzUFO0SQI9TLHaVOh8QlcVyuOje8tPcxs5j8enWH
TN0QErzmqLLuMNneLbrPFsJIHlirP7Pkh2o+va/VEFZO2exBmbmnWWo5P6i/HFX1za/yUAg+kwbK
DEv1Wzxilnk4FtbRkWw/aBC+9J0OQGpyH5yx6vEMTTlGd/vc3mTxlTWQTMVj0lJeoAn52DFojGq8
19hSrLMR2ul06BGHSQWSoJzkzpjt0Jm4MZryaTYFm3Dge3wnqjaUNFyFFlFu8iHWG0GV+tdYW3Vk
2tI/+RqPnzPq+qahE+HXYmZvRvPLX+eLas0nCGWhPYrtoKmH1OtOjhB3rroJwCzS2K2GVi+PQOQ2
7IIerF48etm4n0X2QebjHjvBVvPvxKSFKSWHgnzDwGdfWvKumjyCmda4XXX1fTvQt5VFKz25zl1p
+1XQq+cOTL7O5vM2m26hZvnokYCU0jiic4LAXxUCdNq6yysZThDnVrnFcDLsWLmztd94XbYfByod
dJeOl8W2edRbDyRdFWm++Er6zxrLw45RHb46zcdRJYaX2qzeCdB8iHKOj1QcRvh4OQKIQSWCtEVd
R5nvHNCv+b0B08s5F8a19tkZCN4cGXdpejF+K3sMhrG8mORLmU4Cl7SMWUkaDqatLCCXVefKjC9W
comzj5qogGddy0Luxlo72LJ7v8HMqpLUGjsNrdU/zITUJj4JxR5oSihe1lHtWbi0a62RWOu39LmH
KsbBzhnzu3PMXU4q0cv4hdjaL3daD7c8butkO7LrezIpYSJ8Hp6JAFUrduxx4l3W8NbIcYxjComK
xo13Ct2lQ+B1u4+88pagpj5gu1qPpleZkd0BWEBs2MasM7tkCcbMNg657o1Q2+644G1jO4FMBSzK
K4uXblRhtrh7Wigu9nKrbS8/sUIElvFbutb9QubYSL5K3SGkl3ZYuvLjYLyajfht02Iw1OSMUNa3
FU4VoALxJqfEncGSwHhTd+ZHGhvxu5fg5C1qL+9YSYplR9MYHlVxSyj3/VM/u/FL2kC25H9LlrPE
ZbNVWcsMQYwEATThhSnJegiL+cok3HBLS59Mq/iEU/k2cT7T4xCT/9Buj6QzRjLJ7sViflazm4Vz
1j0Zs7ttmmk9+pN8FV36ONlW/5rrxXd+e5fGtL+g0gpj2vVr9mAvilLYNrtgrPmWnXbss8oMnNrZ
2IUb5nH/3QG/W3iEULnQwsQFXmMky0ILfNm4G11vCFdbEVzQO3yG8j73ue7hGyzOVM/kl5Z02n4h
lcl0WvY+hoIyH3xjk+dVf+Gmq23H2jcPtHTaT6UScusTYSH37BYfMewzNiW05mSWkHcONJVAtdr6
oSWqQ3QetQjOhnceV83f460gF26IdqSAJZ6crSpX7Q5GUzmFpjbokNRcPMKhUa3Wn7FN25ENZz1d
itwcrondox7aq+fdSHpE2sENsljeJEafZqExxBMu+Uy0xl3DnDt1u7rQhsbf5808eGGsisR+wUBJ
Lewt0t3vNILrGJ+TbMeTRvFGfQtJZzev2coIft9OI8BpwGAuSbY4u/iZOXH51tRB9aDDCLZAKy3o
Yjl6osdTqMokhU64FqiX1CcYIR+WQef96CZNNCJ/IHEwWLwOnKMZvzdcdYFVas5+hf4gGeTiaQ7K
VQLSiMnwpRsjsRaSNRD+t1PBsDEZHN4MqWrv5FlrXdyuLQVQAScjSkraayOTJdkvKN4nfyh9ihl5
E0jT0WpGMjDHAZFKnuiisqh5refGvcQKUmEGeo/fIH9xj/w8bsY+rc+0YPHDQ0FsH5CQysWLJqlN
+ZU6Pzas9Lqt6y/bIvMcYmfUuEFSLbVZfCM7VHjMcXpr8fLS1U1qUkvGd6kvltvYmdB+m+utPCUr
XsLIdWO3SwLCN5rx5fFaJqjqNnm70tFp94W5z9cCr8DGNjqjPWujWSdGmHl8UIe49uvyLp9mfWba
xY0L5XIlq4rBc3b7S0lEYGIZ5DrzUw7ix/jhApe6P1lNTmucZG0dU2h2M6ukdbpTylr3uuFUAzPY
PBE49bK9WMn/P3YWS8KAk8A4xaQfOJmyuVt2tcrLeGcrr8cSazFZk4aqb+dZW3vnHIMRMQXsyHY4
4hnD7sL/xEjgJxWmF9qRKigKuTw7EkYx0GWNVOBYFPZnY5s3AKPyFajZmdgRzEmcPdBG0zgwu3m0
d1USM+stys4NLBa6e21nz26B3xnaoyNL86du/eGT5Jd4WIxZ/jSKCaX0CztUfZvuAATKY6uPzXtr
4LnczIUtVvadi85y2Y/JG1flAiQdwi+RUbFiyyHcfBzzOHnI4zhOQ69bnWzjYDfYOtksyPiX4Me7
NHsDTSlP41wuD4PUeziBEzuglGNgxAcSc38oEuNHObF/gFNFTYqyvccu85qzUIP9gL2E3FxRT8ax
l+3QR05l+69qyu2Hjgz07dqdF1NQ2rJXG6eThBurJV+OTlW1t9/+hHzeZrZ/z/3JDmYtzw/SuNVz
pG5zC68WrrWdMcu/znaq/ui9x7M+xTqxPfART7Vrmlfcidq2KxZxIsfGfcG4y3QoYdItmCEwq1YH
h/RzyfOhm8Ahy0Q8FRyXb0Dq2mNuNMlTrHrmEWuinmIzjKhtNsP4paKR903Ce+RVncW5Dy1hxtlf
l+mOdOoa5VIaX+DX6dNVo1G95MViIzMmIKLyNm0uxKr7HyOprzxHEHBVm//Rcs/gQZ3WsdkJhbMX
nalzaMzLLnqpI5LWnC8M7Uk7POZdZeBplIn1bjYSK31JhaF3p1rPeTUosInQPeRt+z2yAyQlTezX
EkRXmwHyHcgO1r5hDX/9Gc11WrAD68Se/JsTsrEYkq2r6eC5MqgK3bW6GbsbcxjK7TCDiECGI8UH
KuC+NzyYGKvZHMz1I+0fJ8jPQczy7A7lc3Hd+ckdIT10fAuPJjvdbUZXL6RZ+LhhpRnZj1GsjDiz
ES9HUfbJfZJ41tNk1lwQrFVuBK0Wv2Y95eKLBC23yWDPZ2jKFtfWljIZa7kYdhfz5WIDapMT3/N5
qwea5XTGjr6OpvmXWaAQCCSGfel3YmMRUwyS1JYAlJAk+V3o86mARBR1Xk+Rs5nHQWdWPN1Tja/G
xvnkqsswpWe95HVq5zu+VmVIccFbt9hPvc4k3Oy02T/NlIHXVrmTpcWeXLI5xujuL/sBBClwXMaO
NY502Px3kydj+mZzI6B4UPBwYgz3XARno+nHs9VM8dHqF5vLT2F+s/LWXvHOp9VWbybnpcAsMplG
NIr7uFPZmyPz0wL/7nMmUHiultn8MzE4QBW09BEwrijeymZZfkrLLN/hB1nHeNFCb077qK8xavEt
Wtx+T11f6x8UWaWcmbCo5x3PZ5UeRtZkb6Vb599k9YH4FasJpZAiZw5lLYvcwiqf4Z0b707jtxdT
6ia2oVxqAM86dwhBZRzwCg1EPwHHgFbxx+vCnvJhclWM7K4r5zO/rXeBDgCNXo3dYE/6Hsu5890a
pXuXMiHhXRDF+LtXFvLEpLqrWZfV3utsfZetmsudi9bBGsedZtYP84w+NMQnonI4oLCAkPmf07el
r4zdlAIO8vWhDqrmmvAKhDkDNAXKBlu6JPMPemxuJYdpp+PM50WOg9+/fSXnTG3TtTuP9FOhPXfA
M8bkhKyFi99MnMgqsQqMCRovFkbnZVrnaK7NfSu09Fu5Ng7nBggGld9RPAxq38SOFRarbYWz5t65
Pop9YvvwVehwaJQc93LhHWTgwi4QRDHviU3ZxM8OFsgdntacMmycg3OrnMhplvXelc37nPU/+TiH
OT14ieiIIlt1fRyQ4iGUzQ1MlOQ4qupFK7XIjDsTH8WAsJTm2taBKAXKbAcIIT60Xo4QMznPBlDV
Sz/G7nWoc5QWreq3aFpY7RUjnUftHAJvf3Va+2mcEvCLuP4xurvxp/DqE8sIghuKNshGe+9aFMxm
njdWxWPst2MfaGyH1GC6kTd+5wTRay5a+7aGD7So8SFOHLq+az6XsazcaPDG1xnaPN9j+4Jok78w
fhJqt8cx4njfkUMF+ZbgG6shAXlmHrIX2iYgoLfjCNDYgoa0b8zRPmDEMoBZDHyV6358X0BGM1r3
iBXYH+9L+832mp0c+mOCtEuTBpcb01kejMJX9Dvmp2Exk71aZ0ynXrGuG71XLm5CGM5FCXhdWuJq
9g4ycWZsDLqYiVMAB7DrEE8NgY8vb51sBA99y/UaPoWwxs2CbghOyHgs4asrnXZUkRBZ0owuYhvz
QWPjgsrWMjEN6tUqkM47+toJxLBLs+zpXvOIuZfMYdg5wDrpdFBjm5gPclZ7gsDDbVncP0wTT0yB
U4eVguKsc/JtWQH/xLDUPvmxfvZ9aRwGrfoFQOJOJPP3PLvHru2oDnXvSCC8+H9JfZN6YoLXN1VD
GqMlIPoNlQeCc9pfMPNrHzkw4isxV9jOcz/sOXeHCIdQeaLbMGf44IeZ8O8+OKL4VH8xBfimpWwX
w1uwDDxokbDXSS5Vnz5biPh63lTo94LJfjgAGyEGUjywItxXnrtP05yueQ+KDWM8HsdqX8g+ktpw
rW0VtXP+psbVfVi6ITD7pX7IZWf/biD/POLMK1c2TTy2c6GXJ18ljBUQO+jdwc1RlvDyp9Xa9E5T
byHlIbixZdmR2lV3k2seBSJeMOrTRcZyeCExk15jTW5tobJHo16R3BSGwaGd4ZKNCyEi3/vddawV
IdEs4kxEH1VHjjFmWwtB7FY8oH8sawc9w0g2XuYLhMBpN5mJsW0G89fAURLOydwfh7pSn/Mt5eao
ouWhqB/NLAloLb8jzvuoSeNTmMmu5Ej0EAH5jR5NNW6E/1TUbG2SbNoQHzrQLHlKCusgauZzv/mg
TS7I6vE0aZViEIeHb7U0EcgVObFtS6R1Dna/pO2OINmXOUKRIXmCm637xmX42PYwcczsWqZ9uOTZ
vEHid3bclpa9k+p0o4ryZUF8HFNhPg+VfxwQ8upiKoF1/SUL8kWYUyFfZgKErzD3o6Jj6+Klsg36
aRFbg2Kik9t373mSnoAasCxgw70GnaKOz4XjHPFezgJdn95c6b7KqnniOls+8+NUG2lPXdBizWqJ
jFkoxnPShkOe3Jk23cPtKUdAup8GPYPWZl/z7BsqeZ5BsUKXAcK/daHLzFwI37NRzJ99P9vXkUjS
d5ZMgxPJ3JzDeR5uSnrW+XGg8RUEUq/dKDuELv0HihIUYzC29JeEK4h2YkOuXc3Fq9+bxLZ/6zfN
reTf0uFvun2fILNBsGBu63H/+6IL20orq1CQwWKEocdlYJti7GwxoTrHcrwSZvCIAqT6GetNsYa9
y0LKgmv05aaMGOgx1Q/DaMIeMR8D5ZYDB1hpJMkpMVleIgb/6AupSuagTDXTTjCYBSlVG+/mMC3T
ObbMBXFT5oSi+PuNoGzU8l+ur/9N/P5fjET/nRnk8rvKPv+Fl337J/7hA7H/QzgGbguDA9A3XP+f
EZYb9tpkzYmhgyDJDdH+TxsIyAAq0kni6nAVHcv9K4rwjwyLJjz+mk9E1wZLAYsRq8r/IMTydzea
Z4Dy5j9AcKnN8XXcKn+3iLX4VIxFUEvrwDV74K3zIQ27iZzCE//G98a67m+OE/4sx3WJKsM3ccgt
Q4X4+59FsYix9AmpLb3svY02EEibdP7ovKxmDRMa2xaucJMMuOI7F30sU1Zn8/Tk4tr73SqzvpDN
uuUO0+rgVXaxHy0wrrlgI0GHxY+PV3PftvNr1vjmUQ5Su88GwVHIEHxflDF3rSXxnhqvuaSG5m/s
2fYjaY8/Sz8SeKkT8ysDVh4QTXmL/RWEuNOy0ncsBoSNyuKFoUZjPxiQ/xyvslL3o+jUT2zGzDaG
7X569FbvMt+SmwwY3saa82OJ15NKY5q9aEtg69EPvQXyju7CxUMvJ6REmnDsWzNcFjRIpu4lD1sQ
TGk0ML9wz6lU8rMmZI5Dk939llOWadC0lS7IHTP29IrJ09cKI3KrBLffk586Zmp4+6bKmFRDVhJW
2QF71AROf2bJxZ2O7uxp0xvzU098lGv6uPF5L9rXnprB+7EAaF7OCbZtbaisLCj12vxNgb0xRwlG
TsYwTlyKJ9SCWVgq7d2PF+dhreLmewCK82gMi+8FbZyNEDkNSYA0n6BoqRVz/AF+n+0DnxN85sbU
+MnRTk33bcFBoW2ozUPyqyd95hXTw980eifeUzEnn2WDm3Qz9U7mHLlddgXbIz3Hspz2a4vQpTyC
vBgLXwW2IXUkXLpgJC1pRdkkHc7HY4Pzgg2F5xcQhcphoJWpKli7+/zBDU1JNmlAVZkU6LVdkh7d
Ack00Bac1Zti7esXm2FdUa7nqF+5bk/A9PxF6ptMH+BBzcx5ZBlGTHmJAkMUYMI1KU+wKrI0gHOc
eGPpUli3jqY0gZzkmq8yH9MGQijJD96jtfYzxhLMaJ+V4ttrkaBI1Ur0FhOj/KYQPpQnM099LRiZ
oMZNw8bruE4ZW4XKtbihmoj4sCq025PbmKL5yiujvFp63PUhL0P6yt3Jpb+nx0t++7tV902IARTW
6MZFw7re7Rwk0nLoQ/Ly3bjFYb6o5EHi5eFc4FBaWvlT9J6VhjriwztXLNBit96tYysousJBnfow
EaUjagBA5W0G1oY6PXY2eMq9q1T128nNgutcSmajNGlH2i7GyIeD8UznQlnIxCdMglZMSjib47Dn
Zfxg2rn3xTORWYdWxjofbjkWnCJu7iUcGPPy2adaakWKip1ymxMuzSK44ZwmPD7sE1ddexI5klE4
WcwEq2FhSMqkWXqBlc+r2PkNzwwsxWSiYStz3E2WOTCkFGvw203cVC95MwzPsq5x9aimUDZtFh4q
hCS+xOgz2dm+htEFEmjW5Q+ebO6SS5aBR6uJIO9VNXIjwuRhdwRkRpHf6+M8fbum7Gfi1zcsdNpw
nd+kmqbdJ0aXvelzPCRvZu6b37NhD19GqcrHPk4rM2wma2WHqo3Zit/IZalRsJi2th2aJHF56r7K
VVR51C2OvI/h0job1Lu0w0yGtrqnfqd/hMrv5ZvWoIiP6kjqS+gtSbIop062PWLbaeeQlnucIr0q
TZZw1dwMV5xLK98XCHc4luCKwpw3yZVsEfv7JhJTlxImj0dXHH0yfu2hA127IrSDit77ym5Y+Oa5
eBtKT5jBJPxxl8wW8C2tq29fJMgbyd0CVo9tvT8tTrTWupo3q9A77ZcgLfylCi5OG4YlpHVn9kdw
95WKARyY0xv7MlHuDbIJhJbwatHdRLPUDYtZSe9VMssit6OyEa2mSXkDRkrv+fKW40vdJyVEYt1Y
1Jm+pir5aJDH1I8HLbf60431On82dFlXYSG6zua6ZhhTD5N9trwH2djaSicL1ZfIn+nomXa0ULI2
PfkaAY8LEC3jho5wY25KdSUFlmM7TuuxxQNluqwT6e7VTIIvSz5d+ZxB9RBva9CvwcdRd2/y/098
IdOK4ZSki8WPNFvccGhiFkls/sm1oq0wGDE4QnRTo8YuBq1+YZnVga+siWRCqAwqbTDWLkyUFnMi
6W4nnydfX5AskNsq78VdGN05nJO8e2xRoMzQW4RY9/ViN9YulibbVFJuI0cJq0oOvw623jHJjNbZ
0/ZlufcaAnxHLlA0vEN50Q5vFcWYzU6vhcUmHanYoMvy1nq3dPR1gk/LB+RuyJGd9ViAJ7L2ddEP
7oFZ2WdlWy2FgW41GZ3/Sl6EdVvd+zAeQ0KrXf61jkqoX+3gjOK8VC5LWdtujQ7bm7X00AWnxk3v
WskvdEd0vIqf9UKsY+jr1pjuBIDWin972bOO1arpOlEL4USpx97gzPk7TT8KV8Ft4Z9U9gP0ZvNu
TjlfT5QZgUEkVGfCmV6cuX4sfF9TxzSNna/WsJIl1BpqLKOM7LobqlWmwz26g/i0AZ8Mf/qli9Pf
sNur4WwNZZfcYX9yxaEgK08cv9F9lQYTx6gO5aBeOmfHozLnY9T2N1UxSKGlWkd2EN+zXVnk37kD
+3lWXRwN7uWGKaUSYb9Qrc6Zutr7oWxTRIQKXTNsFgyXgig+RqSciYMd797GvZPjjn+fig6ILFHc
NsrWkkKyOC0vzAzzH7shDIGuQysIT6fc0hu08k2G8lT1c32lBDbdEtJDCgYDyZmrtaw1x6k7WI5z
cx6a0HLjzg5dtbSHkcDhS12AuMYjhcvBu2FUhATotADLpyeYnfe5NmZv10Ol3ABBAv7p2RfP0zd1
67p7QmTTnWHIaTtK97tdinGfKgWzhRtkACez3XYA0LeELL5XXA87h/AhrtACgxFMgdcun+t7f2Zt
kbupse8dK3+rpzR+pyymhyHXwEAIR6+mLEkS/CW+topbJdvCkKmVNlKf63ZAou29xbIhwmOtllBW
g+CBRmq/ASwSsk0W+FbdXbUvP3Y+eUzk/WzhBjMVHEYU0+HcczPjVoo1hNOq7KPUHNb7pSERycnX
Hjuns3dUZWpf1Ejeeemswk4rqrBaTe0aOyIN2q4rjrm79E+jMzQJGfSBHqxE7/OdJ9M/xNKH8D/Z
O5PlxpEt2/7KszdHGuCAo5mSYE+K6rsJTKEIoQccnaP5+lrMutVdsxrUmz2zspxlpiIkkXT42Wfv
tbnNkRcwybqEcZBK/ITMpdCeXsngRatxupkAutF8xFaoQ4j/3qFpbyV+SVU+YVyZL5HlN5e+z9pD
VUguPyWbK1oqzW1ighOlvYOHZB2pI27DlCeb0xLjw/h5tnrxNPVBvLHqG3EdxZ5Qnao2TUfzBZ1Q
8Tsf3jb04qH/MBEx1qkxiQtUCfVT1di1o7nzVspGOcVKf58E1YtQtFUhdxr7oo9+nBlw6hikesXN
OORPTpm623rYeSlh5iKalmabBM6n5IoLz9GdDlVls5h2zKIndL/woQ57w3e/bgu2e3vise4Fnby4
PDh3yhpf4euUH7PGBDHmg30sJg+nXNnUv5tAYDjr+voIt6c4IFI8UQA8r5ORbxwXR9IShxmrTYaX
3lt3qUMkTwj3JUiR+1cOu6M/Vg1JBLsZHFjRiZQwlACLT7QjCJEPzIr+veB2yNtpCMatH0Kf+leA
5VXW/1lKfwirqjM2jeZ6ih76nuXSY8YpZGiwsATQGBCu7e0Re0I/Dz9Zk+j4f2f9fwt+uAyt/33w
Y9ONX5xC6X8Jfdy+5B98L/GXZTsBVR/EzJhwbxnZfw190KpOEIRpnuYcLzAJhPzHsC/kX55FjpsO
JOJagq/999AHUZ+/iG/BsYCcQ6pWEgj5Hwz7xDsYsetijuvqFmsB9XhLjrg23wMuVTgQtxH9PwXg
gCTaQk2RsYrNeEed5LMzGRjAK7xL866VaOK+9L1NEGNKHYasuqquSk9j1rCHIk76OZFp+DaS9lah
RE0U/vS8EQfs8Vc9kGafayyxedXje82SN99NIQOnv4hP21uZOceqJ4VoR/6GkZd7hHzm75I70DsH
MbfbwaXneaggU4nhfWgBKcbkhWc/SUJnEmDAdPlsD3Ag7Kl1XkvDbTYJEyB1BgwWJjyBWQ87LvV9
8pyV0CTalG07HhhYjU8TOFQkMYvbAmUsBSoALn6kbdK4piExQJWj2dzFlVeuWcX094Yk8sKpP5Vi
h7sBcwyb/iZ+FeB5WIcZHT7EtAE7uenHxNK/naYZuhVrEZxSbRrTfmAzlBsrDWyDQhs2+0kX0rJq
XerEas6s3A1+1gJEwtuAOBdsuAS4O7rL6FNVKjarjaBLEc+SGuKHhEXBJeHOUXD3xTuEXDByYqBA
ljQ4RvHzArZ2uLOnatjR48kZX5t+fFtFTq8i0rCWEBAvY2Ht+LsfOGgWjHq4+ePZtFejCdwCfHZ8
5q2zGXMKImeIRUwrbXAwTBBUgMOjfYPLfhyhbWVpGBPMd1JCPYl3A3w1nnOC1bVRtzIlMzv1bf4M
1OtGFm25Bfdqm+plefCsnP2Gkb4tMkguQJmyXZtyd+JywrwY9mw8QZPNSWu9+RQ6lBj8S0E0pS/B
IfKoCHjQGhUQjfz/4TS7/v9W4ueiFv7359TnV/nPkuTtC/5xStl/Yargc+wg+THg3eCg/3pKCXHj
EwLG4V87dGnfAIH/SKYZ/l/U/TCF//0/SM4kwqT/Jkla/l+m5wrLJA1BqPl2gv1PTikYGv90TDEl
EZO9qaOE3jgA/+mY6vGBDQZObJpZoz4At0tC/RgIxItCdCnVrKQZJAMV8z3Nm601vTU9FZ7YSlMr
xq6ajt74e7Kzud+B8YqbI612Jrp3r1P/j6RaIqWrtIzL5I7m6pwJFJJX/ZoGkd8VIaA1/OpZ5lqf
gpticV9Ko2e9nVGVAJ58Nh+YLu34EBgVfvoooqP4EqeG3YYMRcuwKYfx3VFVNW8XY5h9KMtUpy4k
RfNyXrcis1okrn6y6eVQgdnS5FyyUObW0UE4KGO6Wx6im5cRAyZyQLkxb004m6EmAbr3Eq/Kd+5i
cs+2GybVhUOiBvZzSXudPC+GpU+JNLEQt36/pg1jeqecngtaUHHqDt3w1FILtE2j+sNRt/gLSmTh
cesUszWeRn65Kz6IfQjMsPnybnt0qLvLIQpKstHN2O4kTdIX0xyuRgp8uxDDvPKw+wApSLpNnkwM
cXocTnQnV2Fq2h9zn+p1pOjiZfj17mHmRPhuyaS4xRBGZnNjulCQPif2GwshfQK/rI+JY1Y/eN/7
I6kFe8dMT1o6YCZtOpbUNU9g5nevf5flrQWknymOqKOxadb4R/DMrORIwPzac7wiRGW9am5AbR/l
6WVyyTttc6/jheIcNev2wcA5F3wQDs67U5B3twLmqsoEVz+G0QAcIz9863hrgQCd3VaRsb5mOqU1
JotPDhFOSoFykrg4Y+t7YsdRvPHdQUU3ND4msnpg6SvBwYkVKwK5YIsh0Mt9Ft0Ouf05d138I5mp
VybHHi4pZ8YOzVyalVh4ohYNjfgNFJyYzhm2Rw72TbwufvCYpsTatq4RDJcu4wI/RWJ8WPANkHvS
fmM/wc0QmJ7koD80jR8OsxMy9nGBz5NdOvy26ZEXPPfOWDV+seczKTq2oyE/yhsSD59K+0kJ9/BU
u5X0tjHVf2wmIdKofUQ4ZQ9j6EGgFa3aRHEzlb085OwrXnMH80+mZuuerjMs4wA0YOgQcQgqqzwh
bvhU2LaUNIAOrZqwgCu4HWJ6ZPEiYfr/7rAgcU3IExbwGLl31uhlKLHaW8C1FXN7czjmKMlAZ5S4
dxPl96vUEiiioN7Ojo4fuePcNcNS7ByuzHYHNErjmVwJFJE3gz+ufu/8palPqsszLzQI2RyNeY6q
X3HDKnw1FI4aQ292CjecaJZvToUH4DlMvcKYVlEvx+xbA8UM1ubg3Rl1jQm2HbWEFDgMYwWzXyck
E6XzOWcSIyyS+zelGIdcd+rMAWV5hHs6XlMc+WRYVNyk3YEUsXxzCCtSFk2bIGOH+UvPle0SCdBt
Cq1itqffnAVoQu3iFSwM+5alX1YQgyfVOaUYZrUY8ccv9MUfUyaOjPdEt4TMJkn7SxeUoawiAoQN
43kEUinACy3Zb5g0efPEiIK9Qb4327RAIVbg9pxVzE333MNZf+DDO23Q0OqL53rDTsUpfoC4WD5m
ZAlAry49fZ4Go4mF6De1vkRz8Jytu8YxDwlrBHI24/KC+erKxQKdwlYda0pr2c5DgUHSm081h/4W
jKJ38rPepickcY5Okxrf/pBKDs4Y4FcnXapTLGeYmy0WU4ceDkgwlHEMf/I4ByxCI81n01dvnaHl
FrLmfCyaut42VJ+cLJBY81Lzc+cSpqUtfzMBpxdcARQvjFWDaWN03kZMIatqTpejm+KyGv/uqtAo
gqjvjs7PVHAt1C4P3b6ozD9UHiePnLfROfAXri8kdwkbzAS5Wp8oqOeW7kHSxLLqlbt80oBTbw10
gU8HR0mBTTzKzllRgeyRbv7gt051JM97JY/wMzUlsrDnR/7RpfHjXPbNchzhw2zrSIrHfEFga1yW
vZy0/iHNdXz0NagveypiQr0K2FiTOBCl5268pjxi2o0aLbZRlZBfuZYB27Aq2ATgMu91k2UPM0FP
B7LQ1iOWs5+KtNpj9TXOirFyBWGK9Oro8kvE2dnxnXjuedL9KQXKdueN3XMVlYYM7SbonI2zyB80
i0cpK+eAR0/v2iw6U6qBqKz5XdT1vlbiS1mQN9CojXLANs/zsmwq80ng/COy91BOzSn27bXnddN2
gSl5IkC9kIFU9Tqx+33WDgAtWVBQXEJO0kwJBAjonQMv27Z15kfI6zAkc5cieSwkiekdHGvpNvz+
ndfAgUeEG02t59EJdknqxZcp8s0tT/2b56yIju5U9uvYMeJfjjUMx2VhUSBnULiJ9uqLRfLLq0ua
b8AdrQo5f+MpGx980hptmjy33eysKkNcpcIArurxecB9QMbt7w6XOFl2kT381Lp+ACG0ijqCUr39
2bVtGGfJsavVKk9I0WWTH05L8hY3Y6gH85q21tETmBt6F6YmDe6XjC0KCYnsMfGac5BR9O0v2cYE
4YPns37FYrBP4NPLjs75lSSY4Xr5KQPReZjyW8tM2lXzTtTLS4a5lizmXG6lZ967o8/PMm2D2jZD
mkB58rbth2t3eOom7Yayp2Ec+gfX/tRNcs4lx3xM8ih4zoNGkjFNZyKcDEx+U6XoXk43L1tLxSjH
labpN1R4wm3MKWCeDkuqDcycRUJErO3c4kvYy1VheN4AgmPv6bao0boj+T8sfAyrrE2+KccrDpRG
keW8WLk9sBXGZbPSdlGsE6TjbcoEzGGdm6dkico3f/RnxF8AxHNL8Gu1NF6Zujs+QWprzaV9gNeP
8zMbymu3APS78RCHo2CR8dFWgn40GCYFo13nEWcMjAej4nTBcTEuFq5URpgdOPnpS88MZbcAi8FF
csks0azR3xFWCSHYRKaF9t409jgQw70G7JzqLr43Rd9fl064eww+9nVoJYkoUjl4icYZgscqUToj
B3sLSjmFVxNhtpb7IJudO0V3ECK1nVPdkTeYGFkCwKyRe1FaAQEKF3EyKliNjSlZ+rg3GbwcwI1l
1rIM08Mr6LviYZzJr+JRuuYwB+hA5L27cNvfaaFmnLmyvcxyeESj+2ikzxuDKzjr3/zKFRDE2tBQ
0WvH+NknMotbFrxPcZfxhu4tlhxZ+2q6UxtCvTgLc8Hv7iR0tteOGRLkiK/cWkxiV9Xd2JkjiRI4
xXWNhzTFpkV+/k/sGl+FZyXHxNPxBgYueQraDNxs/AJgSyEcatlmNJf+MNUNllDBgxNpc6yeeVn1
B70T3dmIg+/JQRMkwpvv606+KaNr7xiB7MPIPMyysXpid8wjbPZm8rJwyzZOzelKgAuqwWpxUkL5
yZKcqYkjL6MlVOJi0vZ92xTL0yiX/Aj+Dk1d+JfCmuVOYsc/aJtniUzn+blEgHizIhXtRheNwcks
FWqVBlu8YHITaIOHa9D/Hgf7AcaFei9vHjyvJDxGi8TaHc3yIUJB3ViUvH0HmQjOtb+Y7/jmYTvX
3P3cpn6nHhgFuIr9R5AMTzBwynfSy7+NySQyysY+aLP5w+z0NtNjui/i0vlVg+k6gpAbHvvBatmw
RPEv1Xver9qWw7VNHOclILgNfT3yMm4qkXyqRj5isVv3T4O5FCcDey0OWR0MP3I25q00Sr3LLbPb
Gb3HM010Bhp8433OMOiuRcNGKnZNCKN12uBldYrnWfJt+0U9PZmahAiejZ2pHIs8GfEN4QuDRfNU
fXZ5k2zqGZwOJcrZVSt2SGzUy2vhz+ZHWpZia7oFu2u/etP2ZO0mWxP2wRFajwkLS2qyNlQ2tofB
CYa18gQKTrREa4jDy7EwvXq3dFa6a3QKPNwchMeJFLTRCQVH7xRZyIdg6EO/JXqOb6KkH6I2l/sc
VwAr4iE9GqzoXpY8uXEa6Hrmg/qYqLw7ziaLYgp7HhLklrBOeiucMmJtMC/laeIiH9YEDnSKpc70
8k02ZOo9bU3roQc1BF2kOU12fInB6q9yd6Bjj1lzb/d+fmVvKNkLgVMw7Dj4kl3C580fPnxnSu5L
K3ZParHEk0Ub59nh0bHOHbZWbhoDx4jml6gOjnj4RuJYif2YcUXaxoYJx8KaitCtwEJPRQsBBnNz
Shg7mp+B4LNmzwc8HaT6EIAsh4EPmln9O6vwG3K1Te9rigAfGdOZLiNE9TuXyDwsB8IsmQ3CWfpJ
fGpqcqUVDVnHtAGlxAhzIzw6zByzoThBnOU+pXrzZIAtOg9W86ht0jDIZ8w+MYhWwBDyLm+K+OJn
qFkxQxbPR+sWBW3qFX68YN/MmA99Mg1hKvpum+VKPla3+086koZ2hPpmdc4ntCG/lAekICOgYSsS
cN5hHHmmCtWYW7vtXjPSRSsakZhD+1Exe6t6P2PN5UFESm0tJ+cP9aLvhATFy5K0lHtiX4J4ME+/
eL3k0ej/HpTT946h/5238yGqgXB4S0GFaOm4O0Nr1fDju+UBlmaxKREKkEeDOQZ1Ss6bhq4AcyRk
TWqBEuq0gmiyj06eSa7RMZhqLOWx9v1dJGlmFOajEGA/MqS2uyHxX+pUh5ZZBwcV+BcbjXQ9NeRB
R6CfbBiDB2CuJGAHHW2WJv1CJ8HjTUnCzp1z50R+a4+BHEhvsxzMuPjU5S2d0PRdd9VmgB89FesF
riAVUFVxgoShABYupAeL70RU8T6R/XCLdrt79nDDJ/1oOFULDDdTueyMOTiRK1JPBvm5X/r2dO7t
aTMYKn8iOncuXA/EA5nIbex4JaJi/oxw1L12QzBeB54D4Txo6sBS+eUr4662qu+qS6ovgEHtuZjz
mmgO7XX7OlbumkYguTKMvAttsfhHT0FzIGj3hg8g3Xm+cL8yy5Xv0+iYO6BC54LkwZpDhgiQWLDP
AsMBe0EaaM8Q/kmB2UC9dv/uOtNv3iIRHwu7Ri4Xxm6KRvOcVjXRczve0HWWbWVfOD+EDcdnF1GH
jS0dXEPAEh8aEhujATBenObTvjfsb10WgPH8sktD0ZgSuI8uX27d4ZzbSXufdao/MLK5IQ9eA2oZ
jn+aLSRp3JjsNCoKCekZY5EsALKXIFbM2jRC6bCcX+g0XKnAal4opK3WoEkckqLj8iAcpziqXDAB
mz/LBCABeF28xW9H25fKjO5JzctvQJfs2WaiV11ltpfKKHlW+vRmT7WoNq0Bk5PQVrerTSxH/qyn
E+hVcxeDlrKIN42z98b1iEu5U3Z3qia9hcXGOcPeqdc1BgoKHPrI+6ygJnM1TH6mmWf5jQcVdhqA
W59NauNFgXeu+eHWvpo3dLq9FkkEF58w/UqV6PnBEHg8dO1yl3fV9FX01nQH7b/YS3IXYVMu7xTU
AiOdB++cLlnJXy2cP0YcGWsT+8sDWPiJT48dhVbcl+j1HSY6xl+2F6l4Siuz3nbC7JEUbnOdvZAR
HXxmwkYZ7Y7wnMNczRnvMWdsHN97aNQILwga28oTVBjP0dIcGuxeB6uHNdqm4gcFCvqHzJ46jLur
gtwxKQERYeSpYDXkrUU7avQjdBacKm27+1J4/V5Y2AUaakA3ZdDeu/ibUFoE0Ds3lTwDu/KIwya6
C/xewPbooFCULnIHLmprDFmyMzERxiHobst1x+bggfhBTaogqJDr2gB5tOgoM/C5HUVjEFGpOHuh
7iYSlZLQENkn+MV0W2GO9ojRKpoJXRa5OLE+eeIZGyji5sknaXuIxWhvS4BZc1UeVOJnJyue1K6t
4YNFkcfdkfPhRojyoZ467E79nLBnNqEswVizdnbTTVhvlLUhdNRtIP++1PH0Oscoi8iL4jMu2l9F
7V5FGbVsyOX42vdBd3tvdQdhpTR9muI6LRDHctf5Y/KUXfd1ApkZPPNWGVC0hmIGce2OzdGW/BBJ
Z+ShTVysJHSRIb3GegdCcYRiAg9A9zMSopN8TfSZ20eG9j46iZmKnJVuuqTe5S60pjMM1umpSSqo
gOToh+U+ipHiAQ5FZhV6WsTgVoQl52tHUfk5tU1+tW5kE3/Ms6aLEM4Cnbw2HrnGnJRnjMcxy6r3
CQQBI7Q52ZCX3NJ/H5euxh+PivtWWKN6TjVvuFVTKcJb9Lrw4WljRZtCFkwMhX5imXjEOrvTPC0L
I2aw9MebS75UnHmdWTCmjHP2pMyObKjRo9c9eO44GsesrYXBU8++kZb463vx0GugyzwbMC+EVhAN
6mKPrRDHBtMOcyPM7eSkZmnrjbTavA45Na3lCK1L3HBfc9EeCWZy/18St5zOpWsO9moxInHtcTb8
UOpAO8uoTbgyU3fDJ6Roy/dI/8EesivhhCp+Lpch2+rZ5Z5WXqLBeyksCh26AgUuHov2sYrlsXGs
XxH2e15Nq99AXcUBNXm/dW8tr7wTxhcEXLJZ5kSYx2Wd+mZ1M1mDDK0Db+207TAJOhuRl3JFmlhd
gqwz44oW6aW63cv9pg+NQmevE1bL/kF0Q8X7AWTBPiA2Iwj16OoxRUHKNrEm/PZUtaM6mShCgKbQ
Lbs2Lt8wLMbjqhzVcBnVwl4Cdwroigb8MegveNPGhmdn/Tpp/VbU5XMJW/+r9XPncaC99FFZc7UW
yXyeQNAQxsXRA7+Hy0Uvn8hLMBdwSiacShgcmkFV92WfqEMeGB56J5r569JF3sFWvtw2Wdq+CxpF
fuyoAkclUmy2tnIBM9XRO2n3mWQraXhbxxaMt0SSg6fpKGgHAx8ERwZt1TQ7WRd/AvCEzXoEVidc
TA7LouT8VULvFvsyhem24S7eyL09UMix400fZK/0DBD9J8YwdYc0IUNBqZJqWvs0YdoCEistqnAp
fW2ZIASbH2ZknGReWDmCb3elg2wTpJwI5Ol1V29hYZTYYYd6qJ5ziq8nRLU85bEKIisvwXuE1EEt
S7OPk7LquBfF3jie/YaSFXKe8B54bbb9EiRrAqDLZhmWtymp79Gmj6xPid5iXgasW7d7a0GqLc3M
xxRSYuVU5EKXcTaPLClSZwVmiWunrMYdkAi5tWN0bMlxR3g3v1WV+BewpdkdC4/VyLzyEbfttSA8
SD/VVO7E6MTbvOjcvVlPxrXFxMhqvZ7WOvOhU3C8W3LtWro50HLldyvVleKET0t9kiv13mOCgOfG
ctKNtdjjZ9L4yXFCIwWukSDLShYT575cSN0NgU82c4qPQ2KXw3ZUZNR5fdIOjofgca+SODfCgrfM
Om8du9x4iSlwlVUmNd9R/oi/+nMBtPHEZuBcWtZhnBM1bOWUjD8L2ZsdoRjFJ6LI19zBq40WbrQu
ur7ziN9QIMUDVF3x3ZAtWnzDWSmkqi2gGBtBHtsuIj6az9tCv46C5YGOO3G/hfXe/elqROai7d2z
smF/8W4iSFhxicmUqC+w+vpfWvnXfmTiyoYU6r01BzBPpulI5zDZorgUD0lt37kBocS2n3e+Tu+a
vNu3yg1OFu6ElgdS1lwDX7NdZz2wJlU+rlsw29aqiBXlYrpj79NjL8bZ0T8bXnTHuoOnItP0Axy7
dmWiAj6SSLu4TbqlbfdIUe2utWze81ZSfTQGhq1q9r6kQqh2HNZMSZDFj9acuHtkgOSh8LJ6E2hH
7NxJIN8mfNMBKclZBPkvtRCxD/RXpbCJAn/Yk0ChFgs5IMLIXSpz+ua8Ld+AKI58Gpto65rz1TE6
SZFQ70O/RSKgRylHRiLSMu4H1conYLuOBfuvxKcxWvbeziY4lEsunpFl/4xu/FJKk/0Xn7uzJMO8
B/K4hLO/9JiFgzsXD/d9rHgNsSdyWSjk0BIlK/1DM7Fsasm/hwWYylWkMdnVvW3cDRYNYJalytNk
NCMwec5nPtC+8VT4dfOkdf5I6VrDCAuCyGe5uUqs3MIIBjkhLgAiWoA0D7Qev1UZnjxz9kHxEKK8
lIZgCozaHZbV7lfc9gytQ3wHD7netFbrbZjgstAs7TlMuc4R3Hpvca/sdTRwf8vq1yQnQwwq+kbf
Gr/GzMKEZXB1pxqNjjqXI+RU2VV5AXHmhjTIfVeeZEtDQOgZto2gGFxfXAkEaYGocrDjaMsPiB7t
Zn9rZXeVmSMeV/OG4Ivx6VH/vFIcWkfsJyVElaWswiZPkmdNKqU7Ucmt27u5456EE76L3FOJ3B99
tiR/5aYNMIef8p64t9bArI3MBlgHd34i8m6fQIMxewSK6y6GX/foRqVIX9h8JNk6D5iE9/k81n3I
SJg0vyLPdE+iX8r++W9nwv8Gx/6vuDXE/vcmjad66JP/8zT8/qr+i5/s9lX/cGrIv4KbSQPjhSdv
dZH/4dSw/wIk7tG3AGULQf6G/v43hrCgMZJmJNOybDaloNj/3ajBF/l+QMOB5TqYK/jnf+TT8H3+
qP9kJ8OsxvdAfIoe4Zvvzfpn0ntl+ejn0/CqbbLgYnH89mzw3DyZqKLXQY/gJZIBK7ITjBt4BDzR
I1/s5qSWu87juKUisD8Gdn3rAcD4CA5yWTW62DeJhAEEn7EcSsiLjXOAyAoiaWmJK8F+zahb31Nz
7e4HT5ZUmRl/Yo+xj9WzCXRnuvZl+eA1/SFPDSDAOcn9fClD4qQ/PNDfilRd2cLecRY7zFAY4Cwj
ArnSSBQwmd/b+Mee+woJZRUpe6IM4dZx5zv5XGyR+eovx88N9Fk1go2y6oyNGDzP0k8eCNUQHe/z
56KC301hNkW1bVv9TJZDYmjszeWDla5zzaiFkGRPb6bq+pbe5z4rNzKmQJcVLoNQNrvikcZzMhYu
uFdq11l+j63e+3nbHljsVw9568ovm/zPfpFtvy8Dnb2IoaNUYhojH8SJEl3I65ZsBAvKfVnIn6yc
3WO5mOKjdnguEM+IyeCN1VUuXh4OvfeO/24ielql57RJ76gvOS5OdB9N2Z3Pz5jE8uC1wyO14U9W
DcZM6nvqH85ZrR58Tz9VQfI0VXiMm3QG7evRiFGOz6ZmY5WOOb2FrLPldkSf+F3VwYXiOBoAirTH
i0GWZzstNjQ1FokQgoY/KkkxdozBkebdmIBzbSglaXfU0ih++pSf6QPiMaVLlQYeZywBVzPDylIi
wMKkPrFceKgoEraeOdQkcWjpOlA/BLFzb2hKh5bRk9NHzY6GOHY1FaVV7yt2q/56jNK8eWfjZb5R
kCNTtKSyHB+d0R/j19HKJnA7kx8sxpa6dJlvu8wqonVbVk65HmcMNlz/tK22QeK0bsdqSnu8leAZ
592Gajq7XFWL5/PkJO22juySyYbKxuU5sVrx3HW2/6zxD8Gm86f9XDp+gj7HtsljJbXWrRie/GkI
6HDs45Mvq/oKrShXLN0Kb4eBULOvwEl+h/fIODKuqFfIss57kVdcATwwjyH2Ot41zmLJkb0mt1ca
Omdi316pidOU3t8zvbxtUtasZW9rOShdmK5UrS+GahKD4I/K21DSlkqIvbJ5zzlxlu1AANV7n3g0
y6UMYgR2QE05LAglHBopzSp8ChC1opLtpJcsx9rxh0taNu49RZ9cCbFtFU+URwygipaI9mr8iFh3
6OXbjsglB2kH1ktl5dm0d8lsffI/RWEXxOJzcArU9Hk0jxNWpE2UFkDyE8P+crj0vNZ22T6wd7L+
NGLKnwlMFNsJuAq/rgEzkTnyKaEOZABNKmuop6aJFiWSEuEBil21096s7mjgzA6BmxjHyTXrd3Yo
QCzSOPhh2iGU16v6O2mA7BEuUJt55BUh8JGFfGPzafTjG5HSqbeYfZNdteBJwbdk7xJvmfZZXMc5
IkQyhMwyzn1J7gPDC5ZRWej+rMahCYlj6Ds87RCZE7U8dQ2hzbhLvYc4JVtPWSq3N1EVegNPmS0M
evB6LgNgEuXs7M0hN1Fw0FfZXS5hVZJ5Tz0Q4QEO2rCguZWEK3aodQneD7cS4qJJeUTYjewuBK7Y
Xw238aviPArzmbcrdoOE/kzehuvO8bnULWMJFSiJPffYZKPNdpJjajSjagfNPFgjy7N+6G+ETAbe
JaqXKwmA1ygwibRY0SGT2FwMK94svvUNy5cVm4DWgytjxwlHpD/P/8yNkewrA/y0Ip7FslGfY1Wc
sIEgyGFQGo3a3PRzxZ4qZa7qpIksSNHqhTTybuwrscXeBaC8loiydS6O2B5c9mVVR8RkAhTjpNHA
Pp+vIla5no0JbS0rsCMv+3TwfiC3MrjEGXZBRYVIYTlq31BJO7JRfRwGy9o4Mvth4bWjyPSe/SnO
H+7FpwRTWmhG/PeyJWLS1QEWfoDZuwVeOUSRHOS9fA6qIVpWZL2YjnT30Ae0axiZZVGtnFYvfJwY
C+i0tJruUufGDRJfPpg9JyxeiAa67/Jl+HBNIqj4oRfYQCbGN4jTYCncZzdKDl4Ou2QmGcTLe1MI
CF8eAbc5J3TueUOWbNhkcfObx/I9bBuBHQe+pGjFfbpQvCbF33hKH2tKVGx9DxOS9NW4cTt7pWti
XDG9Guuygs2eG5dWON91K0OZdkge1WRs40zDHxf1IXGYceOyWmOPeYlgSKzYTH2PY/8nnrv6BHAl
581lhEFhbqnieKAx4GKCi+O5z0lftqpfUUKcbqI5+4x9eUl4Ylpammu2Lt9dwJOM3Rdr7M9hmI4m
41w4ad5xqhgeFwMrDXNe2mNoiVymXUoGb4Dadj+BWrY7XNzRmgztp5rgvs4B8WOYa9BBYVmUpnGv
4/7J7jE6MRWNZA+Rf1kODisvqt69CbArhWb0G2DparCGrAKveu54dShMTgAjJ8W6pxSWMLCzypYY
8zRqU5MCFu2X2CA9FIMdonM2dDOjBlPESgyIla14QLp0y3ZZdaTXQ569guOlEUMBPJP5PwYTjGzz
PKmAx0IBazwYNnnJgyWW3tXz8t8LZHLM6DtbuzOaJ96DYEix+bTiFY76PS/GL4VnZWVQRRMYDdQW
W2y0m17GFpvsmFa/89T9KBjG89R/EoODJEzZZbAOJlYKXIre6VG5ur3iZx/bD8m68Y0NKbuNSTb7
hlU3H6q+21VFMb4t/txdRpBddzZ4V3K1aImuNo6ll04/KUJrmPwLe+fRKzmSdue/ImjPBhk0QS60
+JLp8+b1rmtD3HI0Qc+gi1+vJ6dnJM1A+oBZSlCtGuiqazKZYd5zznNaSikUmc54WNtb2aRgz6Re
ojFzCJ0kVa8Ofp4dH2xQZ2P/CkD9rh7Yz5EH232Q65B/3U+b3O/HE78/hgi80HhHyjNkm/1IPoYE
v3FjuqOaax9x8URpxpfpNGrvjKwsQJTobRDJTV9O6m8OwL8dHiV4cuKLJoL8AJ+kPg3gU/t5CFBk
V+VulNuj5yXOrzIjoR82/n51kzVeI/mbOpoPHLuYae2h4xdJ4JsRRHBea7J9nBQkwGdOiwCpwruQ
8e62p8Jog1kQCk4XJls/Ha17hOD6OtoR6PF8xKjTPU6OWK4JRL0LPBn3vEjn0YFhuFvyqfjTxny7
d+aOK3upyge6cet77dgzNNvlA1ELZ0OIaDqwHhPI7Ofo9wqVCvFS2jA1qz4dPq0192M7yrpnSIYv
EVkkjF0CcDiv2QvTAFaqdVzkdsxUsXWIYb8Sjbu1ZEuhH8dsZGSN4GzdspgUZ+xq9stYa9K9YUXd
76Ax7STGgfc9AmBKRP6DPJn9gnH0G9Hs7h7dTz6armMZTCA6VQlJdVVacRmUabysHuIwxSUoCQ/9
BLG3LRgFgsEu4qIEDtQY98o8nyKR6YrX8mTZ5s5dpn1es0gSikRsGVqo/yULq2ySnE2wmC4+ZxdU
75yhjvYeRb8ea3jyTNDUsZfI5VkJJhcPQ3nKifnFRDa5L+OMrqfvHGMdXMkrrJ21fQNrmDI77Lq9
R5EH0QooeHG+Tupbx1QU2KghpqxdzogjYjXhkuScRDf2rB7bE2NwwnWJlx8YCuPS3RLuUmFcJn5h
g/i1Rd7+9nLhmEOljVw+p1AJGavcZi4Cq4z5/gtx+DrfG6ASDnOyaglGBLVU2te0b33/Z8Xd0D9j
Ae4QGf0Wpy8UbUPib2cjc7A8ip6/3seLsFMfyWUavD2ye3FBAFy+EiMllzHM682hogOj2xgMyV6s
AE8Eu2UJ5mtdQRzbsNrmnKYL31ESt9xag0G3WqhyirV9CIPvwQir9hAQtpdqD81NzVj+OWVw+wMW
hp9Qrm5X+Vc77bvq1JA2yuVW9j3TLQ9Zni3dal1Xi3vFjYzCzZUlLmJqU4V4AQJwH47Ytagu1OtC
CS+JsIhhGO8xBUlKsRSDLckCNTZkzcMqyqI4wwlp9yCygZBe1yHCTgbEahiC17RyPNyI+BOCX87s
L98rWalrUed1umsJX7M7raWopteZnWfZo1MTGJdhGb7rMU+oO0lUd2BfWT6JhIdfDuVzyUfvjdNu
lVjGBzpjchOmlJdyDtaD8zZ6ODxc87l4PNgDpu7RHsdjhpjDvbLvzt1M7M93buRN9khOQ9R4h/Ls
zgq2SkW3eFfrz1E4ECUUu8jfAgHtMG3J6jubSssPTPZqG/X+fL9MpjmUNUEIwAzhzhZ2clgVlVjj
RHRcA/2UyN6ZctwdA6lfJtDDCWyrSONy1NWxcborE2bcKoYKC58LPM1/bFceiGBVmuZoOSY9FJF8
5y1+ZObF9pUdXW1DMSiCt6zJvH2VzF/9slww7BEzlg5iofeJUtAesmzutiFZjq2gtZZZcfihHHtn
0w5P3oxPfslFwr+JJPTTBDsLdr0/eU/wFM6l230aq7o41fDpyuI5LM1d5waP3mhubAhGfmKYodnn
72WDDRP3a3JuJu3FdVuusS+r33A+nwqLAwTQX/xAN+u2T/tRYbU+ss30tuTleJ5yKj1wqxZrAzMG
zF+ciXU7rtz4ucr3MQCg4oizpjoCUB63E+jojVr1g1By2rgVWz7axh3cmOWLe6a9w9jwm47JPXAU
i3gFDuDRDjmjjrq/uR9HeODcCEmPx1G61qww8oRK8W3q6jujaZOp8+QFX0wek8nrLrOrTnnR9Rcz
ZY9+25tDGQhY/jMtP/ycm7HAwdRm5AnKfh/JNNvmY/Ot1/5XZnfLMXVJLkjjG25FmFPcYOD6o67Z
iptXZUBgJ7l8syX712orYm8KrG4JHvOpTcjwNqoFCgkgYge54ntUd88eJFDXJtrAz1XvPF6zXef7
1VNo+dkJXxWS9OLSFVgv3+12/ZIubJxa6oLhDVUanRE712CXKarkvjD9MZiCi3Hx66SV7A8SRuTd
2sibzrn6HEAGKiCq6SOzBIQHGifZIUYdR2tOXVAY5LGVpb89QbuNuzQfrljv55Ev3hvYZNBAs0vh
En3OigFX8XKofAiNpcQYxbSK8wIENaglv6epew2nptnyAwJGcIafOg1wTYEEdVeeEwq4fM4g01dh
5Z9jC422KuQFRoAhfW1dOZZi5MmKK+/Rp32ze+IpDLdjH9B3MI3wUbsqPcz9XGNDAMzHj7zz4d/F
ZWdxHSpw4ywUAWXZzc1ruXq3QB5mVmSrI6AFJPI8g6ayFLSMUN10ZDQ0nFzhPDQ9d96WqD9pdSIT
U/cx6JTLhw0vZNSoq04Lrpb45NUjRo76g/2oUJHPEGf6U2CvEBIf2eyauIVMHRPxH58Cl1RlWVPt
QAHKuRwXWhzQJafJfHmsSdsmXTVIkdHskqTkkixLZuDrwtmHNt2z0O0t7UcB9BxYB9mgktThLdaw
gC7FjgqTaJf55sNyBdDUUmzt0GrjWgaAGglsgsqgkIFXEZqRt16n1t2HEU0fzILoDlk2kcBVtVBy
Ya3JQwJPL57DjLr1+c+iGz8shkBJiLy/+g5kcR9vggGXR08m80EsENYV9Hr2YDfZDymGs56SY3O7
Cgp9TFY2e57ffS+Ui4QyrhuO9AgDg+BSOnwvOEZ7ZWNulRsP1G2c+DjtFJOEbZSrYzTUD1iHiPmk
Wxu2ZisqshNwP5lH/fQX8HFriV5Y/Fac3MdxIlnAYb2wLCRPfZAVh/uwxftPbnxpP8OGpGdrHdXc
XKjoeAthPCRSv/iRwkeQzn8qP3mBmMUjIZjjrKQFcIGZEvtqwWFy2TMuQYFq891oB852KoPkWroV
xiaI2KkxWKqhh6fUORkPmh2ejy520PNjdMUnQf6Nu1SSPWD7okJoGB86xi0OggjR9ugy6fqF6PCO
b/hie2Q8oJwykViu0TJfW3s9mjp4ajSmJg4vGQO9Dd4GrN0ewyqQKnFihgfNCZmGA32rrGC5KTPE
LJ9s4ETTI8vAMIRXXObMIgZmr4Vn0pPInZ8VvBtIK/XOYIavU82LiI1TVtcITTNKQZjC1HlnFYWt
a+89Mf/MJlyPCf67A12RD17S/5j6AAT0iA2p/AmY5nXVgdjW5CmfckHxmsMN2fLmu57+s3Mu7Q++
bMoSdCNhtduM0gduWvDwSSH9cNP2AMrznFXk2cKwP7gNQ+jCm3cI8NsCgiRTYUY0cGa+RmryWJGq
y1T231xl5guY1Aeqr7k6c3w9QKwpDgual3RXDlT+vurrr6juX0MlL63IdlXHzZLSK/qHmPau0/SG
RFbt8SAxWiOSTWt6B8O9fsDYtYvwpHA5xnUm9a92gFtpRpyyMki5ok1b7eV3xmniIZl2lZ4ZZEzh
vdCTehSyGJ/hqE/9HI/ZGvSHpkhFdTQMkiLyQYO8d2monF6xR2Cvr7PRHo582HH5W2Yt7R9zxsAJ
GKtZj7h0ocChpXM6y+D2t1iXIvgSdjY9joA4D7Vf6b3XehrBjgZxXomuK4ZtsNjZ/AQELe9P3QTk
JuM1T9potzR+/5M+tSa7mz2EuYzj6vyoZs5gWzczCj9r6dK6w2ycepW7SNAR+41Y13fmEdhovVxl
/duigWtgXq6cAZ3fnUmehDAzRmLMsBt/9fCptsKbec6TseurF3dJODy6GjVCEVg6Tb5M/CPhW8Y4
XliLF+DsPcLeXB84h/rrwdehjeBsA30hAkWSlNMjpiWuaLO6kPxW/Re4C1yyTdPW/b7A6r0csHhy
SABx19NGVKZlrNbptWk1F2LARsBkiGdDQGGSZ+wrFLjgKW1wXuGPRXXa1P5cMkGte7diQkHRCvP6
vdYV8OJydTH/1vj8SZjarWSeDyzsYcK3TBqxqsaURpRhuADBS//WbuH1931ti3KnZk+nW952PLIF
18B5U46VsxymdKwlxNwuBds+QK486SoP54vUjB9lPUJKI9dlASPAjmvcAq6AU5/CpXBI2KgmgoPa
wR3HFzcEFWLBek1XzI+d8C0FicXDGBJKYUEGSXN6VvzaARkuR1lvtC/9kVYIbvEPimI9hlohQOsC
etVwa9sKk7fFH8JvNEi0NHjVTkGDeZtlULAsPnr8cFpuA9yTcTQZGrmcHp+v5Loi4B44qA96wX+H
xz4j0yXWg01qbFNNVrV1ExIHKjX1Nql09Zg7YXsUbnjNSOSs/L7TdKZifELWH9RhLEzEBzRtzp3n
XvM0UeC+UbQCU35RjF4QFDL6SOuDf3HKxt4Ctf3o5tvH0cLDTkU0rbRVO+0Ru3p87TOrbLYcItW4
h2BU9d6C47AZmyXBRD6SgiXrD4h3PU4ulL8khe47Vt0TQAA0FWrSd447eFuPbOWulmGxq7t6ZAFN
NZoKNGmu1vEtvvCzt8z47gwmpZDcL6wzUV2epl6WT6VWIk56uz+68/DGoHg4LTbdM/FN8qRnaiL6
0WEmSArLfxGBM1wqPNW7Wfa3QU09nRPP5MdI4HGw5qPoidKqhOuz7YzPTRreiVGfp36kstMqySD7
wGtoKeJY6S7v2eT9ckU23+ssBc3l5vO1tJx3EnvrzptgpDBIIFwa3FpDC8oBGreDWkc5Dy8fAk7b
dwcwwRu8w2MczTXx0oWq9pHgSsyYjtkNXF4YluFRcBuI56mM9rmq6mdJN+8T0YhLMI4MEzQHGLo7
aKwwa7cLWqs81O6cHlGdMDLj3d6nIs1e4TpfsS7+COcE0os3n0smjnsiJt5hcKT3I0E72FGRyKTd
T0Oilj7vesHsGMeJi01tWk8u9vZTNWGPDWovf8S+jet3TfUJp9XHSAXBMeeBRxcceP07GCD22LJ9
4MqPA0GvSysjuLqt1jEtgC4Gf4s9PMPCv3UJxEDDY5SW86bfo6fZTxV0t12vwNEwfLL2RD7ng+dI
a9cQDq9YY4gFJ3iBFPyQVmH1HDXKirKQXS3aZbkFlRIwLQasyBDtWkt8acOwS8uB24hZgthXMysH
ReL9uRtYYaaEnhhyGQ/jYEpadTIOBW57Czvs+gCeaJWix7kz58Ah7HOOfjZNPaLM4OUaMpkEmp7X
NQC6TJcg1+HFDg8+us7W4X4LxV+5wDZx2SCjRRVovvo9c5eC06mVoZrJZ6LqtFXAVMDQln7rAgt3
q2rpL8PG9KegOHRHTtHeN1n2nqh0xRLteGAX12aTJRJHFle/6qZuIH8idT5CYIDmgR/sleO5+8qY
KdhxWUzfpsB9WlT+A38LPrqpfqsc9RasfX1syvqbAuT85OL1vMOFO9/u0Ia4hBgvXFngAOrEXDOb
LhzFjBHKN1VEkcrnDZBXlidTts9TEBVbOPg9aMUIYIc/r8mHSbmzkjqQZ/Sw/qlecHvBS1dfNXoy
Njv46SRRzbQLokps9OKrQ1LJmPBbtwnsdtmHHXA3j2YQDvKcNmioSL+A1T2XpWaIZFs+KVA/2dNl
+bMq7fGuxQ2vZgSJxEqaR0jaKk7zbL8wFqg8p39P+6HaGuw5GyXbHnzoMLCC1Ni16owDE9hChmnz
xQ0C+IkkvRnhOcEu0Rxb5wrr7+A5O19OD2W6DE9OH92RsFDb28iMC6r6YJCUXvx+VnE5a/eFICD6
QtPlsVimZ5I255qNdOtz9ICPtmbbTvTVLhgNXhzb/l2maPz0GL31q7m2YX4CcfnLhTNGyBfyGNx4
olgEOzZrADu06cbqEBRhcN/p9XGgs6eNU0WZcDkFryQC9MkjgP2ICaDccoKztlNk5VTQ+CPlZPXs
nuDL7khrF/TJrVcQr/JU+nz4aVYIPpEV+TZ2IS6ZVd31lI/T8zfru2RSFGw1ZJGSAGrMUjdfeBco
OZLB4h51Z5k75p3Ro0X2PZ5a+r4Cx3KuQ4fLMNCiOJGwwn6twiB8ClMmyYRX53c+ePrmWJ1vH+PP
tp0f7aZ+52l4ywYYh+EqvxcM1bfpzKg26V2OtaBq8DZWX+AlrGem9dU9J6ZtyMrDi8DqDw6P3Mrc
JkfNtrxzEoDmlkepD4071Xe9Zu+57fyCn+pyWl8/bFeRH6PWWpBZDZZjFg4470LCLVIlb5Ty3E5F
0zHn9T7AmgxOrRfic+4iYjJmGEnaZtPPFeoYbT+MaBZ+0qvIM8M0ccGHWHO1Yf2kxyfP2/FJ0hB/
4Fi30FJDB2ZgUvKafg6EFJXbz+oatRCj9oGjhDzx8XFjJxf+0Yigu6td9UWQIz3Zddi9WZpOlCRb
aeA05lgE3OrNULeHBRf/1niVt59RKnCUBi7LGzHPAp7/Rvnuumtg7FDLlDf46KyLXIptFtJWODav
Qzi+VcJTu5Dp8NWeZHH1M3nhw5KfnXx2OYfRehYW4w9vJDNdFBBFhgVZzGggxN2A+Bn1Kr0I4OOu
h5mYsgzSfdHdnKPi0E9a3nJnLiXK2CVoLIxyqlbX2b8kNOQuwuIayyfGoSGURkT/CsST2LtGAOjy
Qv3/qvm/E8d89z81iWEP+i+vX3Ne/q8Wsb/9m79bxDzQO5DD7ICj7d88Yv+A+bjuH07AH8ReeKp/
wcj+bhH7i/Njs0xKFzqEK/4ny0c4f/B1bG6toYOzS4p/r2b+X0rmhcvBWjCAjGwo46FDaf0/8cY8
Hk0RmpXEcTQNmPD5OxxSDY7Z3zirsg5QSBb1dF44hbrFhf2UaTdp6akIkFFxKCv8u1Xv+8//vunw
/zbmE3Y7bHZoc1DaAwf/wA2b9H+2F/7H9/XXP4Hq/rf//q+nSPCV/o6Akn+ErsAjKGwhpO3bPBr/
MBbafz1QUejxoDm2D0ue8YvO/tt/jf5wAdJLCtlg34Gsl/8epu5fbIU0cniOYwufW2+It1j+C/5p
SX3mba3+ttZLSz0PQ6iuj0lJ2Gh3i5JoN4Sza7ppbzGZ3l37MzFOOt9iVbV9+AzsN4Vv6fZT2fbf
mqHpG2iXuerlti8lTQlb2pE9+eP//UfKt//Txec/av3V/9D5j69/Wn1u/+iv58YJeWv+enCsv/33
P2hhgf2Hz5MKmZVHNXLAIP2PZ4Vx9h+2D36QZUFIHFv8v3+HFmbzdP6TDTWArQ86KbChCNEqgMP1
X56XFuVBtEV4s4GPdN/1ojor5bBfOUB+3T4R8GRx/rSwoHG4/W7lkGv7MUE9s54Cq+Ma3VFe3leM
rhK4xp7YNSp1mc27WdoyEi7DaCy6M2x+zJD3do4kR64fQi5TN84C2qV5eDLe8jJg2i2snbG6cZnO
OD1rEGNpyCPHiIpxbLhB8QN428+W9h4avTjLtcVACW8hYvxyhD609j/tQU/Vbq0AzP/Q3oQ3IU31
WuF6NX27g6XTi0OL1aNqzlS9pDjHdTJY4MOTFkwuNWce0xZClhzw8UJBSuhoacu4K3Dp4jaxHyOf
8186deqeXDunhSEvEV1vyPWu+TEsbqU/DFOCZ9480ulzOUrmGs4sMibETTR/qIH4jBOm6dbL5gjC
arpGwBglBs2naPLbN74DM8ioa+8XajB73J1uRsWPSAIOTglUHoy+VCvUESTbQ9Lr6WcZuZ2+rFUW
PA4mgc5MZpG61zvPWMjgFFhMnzoquxMtG87ODIH3pXSPuy1fg0zcEt8Y5ipSzoeFDDvRWsd5n/DG
r7tcejY16D23SUDsOFVitWiuvLVdzlmsJipR4Dt6TPSzvvmYKw5pelzJ/yWm4pwVjYsfW+hBw34e
qoQDHJVCCZ19TEdYptZj4Q/0ZC2WKz3xwpW3U+8Axazi90CgiwQxCDeXE3iaywerxJ/A2gNbjUQI
y/UJX/FY8E4T37/0IePz7/boVYdQO4gbIA0ImvspEzaPMBuyzgsMmJKAfkat1CbD0LrtAmU9wPvI
twPhUhwzknveSrlFFs3q0azIRtQuZ9W3sJu4XzWi8GKayUjceQw2Ym5mt2Zr7ANc8pceJwwXMgZD
q3ta6AH4EARnaQrn+kmYn0XzrQqH+ZEtAEMvfdz5q+kXAuVW2+vlN0XPOFZ8t5mnJ4BhKjaimQcq
eOhUgEol1q5Jdm49J9muzob1OKypoPjYXSq8dHAu7pye5qDMVD1QpqrkMBlwCrAvteJLXPJeMn/H
fZneGFzZEEFtwoQd6nZXIVjWJGmn5j1oqnr6ovfA3cMzM0d8rX5Gl0TGzY/+xUT84hMMyqOmIJpI
6mDdZWRIhiNk+wnZF08x9HhR9O+o+0H2uGSMURkSu7sBWP9+KG+G4q71pl8z8LKPyOTVUfja+pww
sSSxSAw7DYjr8qrBA79EgAxo/xhrZ5tguts3DMN5OEc86Hj0EDMQUD3eeYqAoQSPCWpIygBm2Vgd
tXPbefZoKInGGfsnHjMUJZMWDfBAugtQgkx4NDNesGm5SeHJiPR69VontZ/g8wEl0n4p0x+B6/Yf
FCOW7QXTEIbi1JoGtV8tydB0hM2fUe6dmeMsaiyaoGFFcrd4eXnFQZo/O8ASPjomkm96FfPHqtZo
S6udz1SaYhIUd6GwwaRATYt4xc1b7WpG7TsHU9bZTIt3MIFKHzEmC+eQjkMAlyBMieVb7c1GV1jh
HfmB4io4pZKoLqL+OkzR9BHODX82pM+U3spsUlyNK5TGAKfTvfRSeiv7JFj2Dc7q65ANYbf1qrBu
INa4Hbl8LBWI34YrbDj2Idpkmd6HtqqAOzae2NOGXItvvceoB6ZZd+OqNKwd8TRYhM8mgwMAwwU5
etwtlDqlM6FBn70UvW4q5HXuJv89CVm+8caaacCsv6KaLJ0YyMQ7zKlxmS/+n6JvikfTpvg90TeB
RPvN4tAxXiIekpNYKsh663BX9Mny0siIufJALmdrYzJ6zhA+HmpS6e+AtTrrN7mbUG25yBP+XRGE
g5r1lvg1Cj4DfJJ3icDwvsIZYCfLqbNCmWlM8j5Ubk5eco3s7rELWGIo5+7JRc6z0POT9NHujqKe
yTfnuf/NAM1vY77HbMc29SgRAIGiO9bZ0m6dOuXtY8iYbWlrtrwanIjlRvQ2TP0C4t2X+XOgFws5
vq3Vn3QcwERJqh4SQdLIG0ohaZ4Cv8UIFbkgJicbkmYTMmLAReJ7T5G0WMkJ9ad/SmKSb/AWBLHw
mijJr2Fw/M+MdakjM73cwERlebBvHyaob2G1H/h4gk4JM1Q+X9/q1QpUs4fWp4lhR3ghu6YjVht2
uGmOyBxKHLkIIpQ8Rh2D9OPQSM2sMe8zNEMN3ft7R3Mv34L4M85AVTCvVX3rHIeJGhJGxWhiZNtA
vjEJqn3qKDpu8mzvg+8NJS3d6ZJX0StUXhrkMshgm75HhmE6rRliEhIDvsCP1ifVYXbtxpyl9OeH
MG9CdILSqtv9Evg3a8rIGs9JV2dAE2q7mln5XEQGJ9MuLgqGf6NmiRAo/gS4vY66ZEnnnrP3lDOd
w2FYBK+VFaSndMQMu8FzXdnf6X+xVYcLnA2aDHiWrHv2eOdxYeRMic6QyvmBM9PK8leUh9loXq20
zDnzFJRJMdZgqnLImhEvMSk22nMYMBXO0aV3Ba0/ooQFelnCND3H+lu+RUAFll1n2eMQ6zkpoB+J
NgIz5qp7a65Kohothnd+qbrq457sRY11v0ixWEhehANb7nyyOrepiOncStQ7wvubqKTP/QZjxCuu
RIaS1tFjrE+tbxx8tWBZftSO6dMjwaD+Nv5Y9fQ8qmouwZdG6pGoCsQIV9TtcsRmS7Ftg6XgSWSE
TGJ/jFi5HcD5H4iGGq+Yx077lqjVfrVbw482Fl70ZveGp1eWZf2cke/9hghg/Vlg6GuvyQQ264G2
BtKtDEZn2BQFAUFtAIHthBDTYzebis1Yza5EtlIy/1Bpln6njtijYkqPNUNxlaTe3WgJAuWhsfB6
TX1PJBjKKFlj3EHuT75ShCSw5PUzntNuOSwy5VQiUCY/cePacEWVTQJwi35elxhHbJqkQu2uJ23Z
PgCywawqznw6uzZ0LVD0bUWmoDeTXe5bO0oiiz2BKms/29ZSweHRKXPrKlzmFyP6+afJIb2tTs0K
WU+LRlVyuhs1FmoH0z0mi08TAUfiXpnTLm8r5SHtbvBNxONLWDXaJxSw0tkzM6PlLSYINFsqOPZ8
qJ4Mcc4vgK2gVBk/MqhUY9MDtQU5zs9njYoR7VyH1qYf4UTy4OPQBPftTcj0GSMRzrmFbM89ID/6
1qswai693bkWkQJgfgG592hO8L21Yh62GNHm1xXPHQ54hrSxXEprOwzDhOG0hqkXh8z5OYLPOnyZ
hLacc714Kt8q267pKa0LIseOELZ7v5pbHXg5ZB1dOUgR16ZM8XlBcU2Gq3a85mvEp8YZhF8/i1dH
pN9hfKT60a8pETlr4KuHlZKD556nBzq6X8n2C4JtbtJtNYb1jVpjd89YOk2HPT4wLJLA3ywqbEXY
RQEjeNd/68w8pLHw++wy+KkM4ykgxHRwI4QPZrMVps1MhvP3pLZ857xEwq3jtoN7iT44RW+aTLG1
n5xa3PkcuaAyoDYzeTUWIo4z36IpiIlBF896ZrYasCUB6Ul9ppHrYsNoQw5bzrC8ZkCHfovlXSYV
9jAK082zXgbkt9oyJIBrx8aZ4+HNvBnrcptWVFZ83o7Jv0vKwvF5LJC/92C52t+EevDnzmvgvza3
HXWDKTm9Jyvm5n8GloHfJLwaUnzot5l4VC1W+30a0kt0lrUIv1eQ4LvN4uPykxDwbtE/3WKmashz
xZ5VZN/cup6tC9suhkmV9nJ4DPFR/6Jvhnk6h+fx2i3cE05EC+V4sY2Vfi1Nm2Gt64OnCk9Ovq8b
L5vwdMz5lWsnYA6+ukaxHwQfixWOaH4qDSVxd2IOa+eyFhUGt5EOoJ94NaiaCMfUVt89yFvTTztN
oOUULaP0Gy9t5sQ5B9V3moLWQ4bN8jL1FHQHsCI4qKXpd6n8jhKzofI/3CXU5CRtK3u3pAkmvkpT
PQVTLt/5nak+ClrWg03eRtCt2mqYgK1UCg2pSxr9Ntla4PvxdSR3rErU0FI0V7lXJ7J84vj5Unbv
M1bA/FWN7pRtAyZX6nmx16o/0xGSAydoUu58cW1CVZ6Ys9v2dcZYPe5aHFhwEhIwelC13OzTLZoh
PdAWuL56tbHtXetYM67WPiyme8FY/tsoeJFh1mZC02ozmjU9GAbtC007slh+zbZufcjOiuRNZRbn
1iwwHXJsBs+jkfa7E4bijQau8VTZhFnePeSPLalu/afL/hQ+FX1taOQM/ZlnOghtukWV4UBN90kR
h7rJsbLMsJVOqXQ7C5MtvvHoBp5bglQdZV+Hh9y3pl3iZRJugEquzsKE3E6U827ZVcVTyYCcKGTd
DSw6I2UCxcQRbovBNBo3Ade3x8AEDgSl3LiaBgbPNZCEcsqzFJYWqPoK3sitIiCiBgDAG8dQzPVj
UDZHu1vXO605BUGtplkvZe8SdD81DXG7LuwDGSeM8DpG/S2f6DrCNP+R8SzU19Z3uFIsA1deQCW0
lhA19YvXCvj4iqjoCS7Cc4Ct1qO4OqmH5VRZoSLYI7gck+F5Wew6se+LJSDVmEfBA6CP7uo5uuYC
saAPWtVKwUAg7Sr5CjEs4N+o0+GhCWYnzsYwr89+4y33GBiW8c8Gt/aZoreOLvlVZpcwHKbLWA7m
p0HvlDtNPuG+TL3psERpCxm6mIohJi9ThFvCq+a5FnAZMOrm0RoH0aJf1FK00UbQfgwXtAb8G+ss
G34aHy9P4sopOA8wiLy4xXGD4T+X0VtADurlRr5AJuT2sjGGTrJNgqUvPYxevX751uq8WLPnvOer
lcZpbyyzK4H6HZpQELxc5mzmaNsJDmWiMPeQlXhHTahXsiSK4vhCB5BkiDBwCgY4NGJpod3pYNXZ
jP/KCQ8RsOdoK3ONpl6vQ3jS2eLuqKPMlrtRjD4JJYhDJEDIZ0LwWUii5UU/IbM5eRnb7TCQgM4S
S31ixeCNs0NGolsSPKF4cjpOsY9cqsPkFxjW9DOdfe6cC0/pmT7S5rmg6X7mSt619ZZzoK4fGie9
QaaXMhI7oW37bCrX7uEHVO0PvBOe/NTWFNAKNIaBB2izbG9XVXFV3FqXZ3Y0/1vnFjZ41cml/wY3
xGcdNeF67p0e9Sj3oyeKVPqaOvJevYRGdMFOrfi1jilSqYxNPo8Xn8ghL/bcBN4pkXXzaTzpd1g0
8uQxNWRQNnk5cOOJ2Eg4IbPjH000hW9LxIdrN8zeWl5UJvV0Aq1hyW0hrOnLX3z36gYY/By44Pde
Pk8/jOe15aFhpgTiJkqpE5rSj7RNbDwcYgZP4oKuArbn+EfojDg6Sb34L9WMszSXaM3Ax/J2uOdI
LPfs95FzaILUbFhYocjkRGZoL6Vxq3+y2xxXO4KolWMDq3lyHG3N1EutAFnYm7vAHxlv1/ohG5km
jIFys5fciTC58Ii5iOu6v+S0GdCQVPhSnp16DV9cm7MPn5biAL5enbxUJk++FYaPtguSY0uHXxVg
RIdhrH0nOkd+gVoH2eK/c3Rmy3Hr2BL9IkSQIDi91lyl0izZkl8YOrJMcCZBcPz6XtUvN+J294lj
S1UAdu7Mlc1hXprinSxGdcLY1erNmjL0HoaJjTT3ctj9qRIKh3/ZIJzkHZ0wJPb5fUPkTvHBnQeO
KuIt5U2OIIgTAy2mPQTnJM+IV52vZIDwjjcALIdyfU6szv8IVob8iZAb7k1SMvzHCujgQViCoxAN
xXgSoLf4cU2R+ORJBTqMjVD9t+UyI6sztADFpWFaF8LQFyBn3FQLKiQvh7hJLoCkQ0kAVrv3Ok9G
H485gcYSd3ZZm/fQli1GsBX+3b+GlpSniFtpwU9OOScMD+S5qaJtdk2EHn8TCIFp2OpJ4XRxgKcb
v8xIPK1VMNHbZTijHsLcs+WOME1531q/qt89nSm8Ed58q7jjkArw8eNswQsKARrNVwbmp63hu7L9
ivShNTT/HbTqb2RNyPIyfgZGmuREn1iPPDU4He2uWhJ7SAuG3I1a4d4tWYCnEvCPtzH+zdMCWpCq
awJ29TWo2ltqfGLR7KFS/s1RWYpdFDL/HqZhJWOB5ym+8shvT4FMYW9nqNSPfJWX9ypJphebpCgB
JiPcykyO8zMjwlQSiGzUcakjMKBgn7E2JQIqb1576mMOg+JKNu12Cgb9QEvnwgdkP8W6iE6YBQY6
rdChZvy4fNV22F7KD5yDoJJGEdknzPf2XZfY1rfxCmrhHGGeJ0mpkuyt0iPMeGiAY7wzK2TNnTFV
MF4zzXKaPnvnT9kXGZRjihuG09Iv4/S+uNHwZ2yj6mNqoPVV2sP5Tac2j1U2RhfhzD56UjcN73qx
nJmD0znL3uuiCPuAor2iSfp4OXKc1s1zUogYQuNCEOxZlTHyG0hhDu857qKvnEwBRt/UZrBGw7Il
19FOxypo6z+Q/NOrCKpllwPB38dg2UlJkeKmPT6YyPg5i3/KNBQrgoIBBmLTEtgcOli2iGn6WOad
OEaeFdd6sPNprAf/HBiXAvMmdv4UZhqv/L3aR+1JcRo1QfC8oaP0WGtXDMdgEf5PHeEbwvNkl9Ow
BO2RVGL6gwVMvRfdWuv7em5mEGQ3G1BelfVzSqTglFjamCm+MP3F7ek33qZSgOx1YLQS8uzx5/F8
zxAUvFLafmNmHX175ar+6wpBugB59txRqdJtMioHD16xwPXq1FpLnHSjzQ8u6ds/EjGerxHWnWeT
0JNwQdJs1CWj+RqrOvCeeR/TnhntKpv3JxuNtDvGZC0dOGfx6h2spHX2WKqx6dEBZO/tSmJvXP5N
s/C2d5XGiUut4+8a54TaAoCekP5w610h0XbhD0IjLJ8EkAM5ECJP46EqBqRnw2mGHWiKj9PMm9cT
c/uQdiVURuTYdDrQq2rRE4SHH4hZHVbnIojeBEOQPo/5cDOzBpSg4ExuA5xYqZXI7ZEsn5plGD4S
YlNvWaeDjGNLs4jAhxQBVKeFe3hSGmBANPLom7drqyrUtVJn2dNIacWzr7kvHlRbgaEz/aKdf5x7
ycfqU7oM1j2P7se8k08o7PwKvEqcqEwgiSFdj4xqkyh58bM2bz/ph42+Bj8s75OyCfd+AesibkEV
k0+IeKGuYoxOrldN+c7w8KwO43STLZ0eUMiJg0Zcl6Kv6g3MC2wtvdXFYwDx9bmc9VJfRBdVapMF
bfRFQY109yUlINwy5Ap2WZsUB1+h+rNowjvWQqUPt2NW46hebRfMm6IoIu4WXMfRtiGiRFye//n8
asO0OFYy8i9LV/Zf67rw5VU37nsqAxHBMRDeyY9FPO6iQGR39IYQ4WaH0f/RNto1QKRAs6d0RsKM
2xUQ28/wO264v8kshzbyxM/gLcgpY81BumYGUYYxeyAKgW23ITuilv+w0kTXzOkFWq9o50d3LNV3
KofmtHYC87uBqjCpskoOySiSqy8FgamQ5Y0+9nlHfmzF2pzvfZCt26KkZeuF2ok83I+YY+WhMw4y
wVrOOf5Sp3w3QGFvKYb4n5Nb5yVt/OZ3ma6EjPMxbn9nltg7Wq+oir0zU1LaR4ICEkRK559RwXKP
dO41F2+UvLuDerEzp2GpmhNmKOI6DDorjSwLytsz0ggRHKDz6VPYarBS5RL3850GEalpOWrso0d7
ePRW0+zePfluaxPufazkTzfc0BG5w4uOSxZ2jPaNP91Z5ZOYSyO4X8cI4iHBBmBacOn92t8Z1i4D
YxWk8aMFTppyCCesu4ICUKYzDpH3qQmWh3vClHi981WO7a5xhYf1t6SDCUoNSGFqLLj+7kzmVCvI
vrgvMazr5FaxSORKEV1X9XeyRjBsSjNODWTlkCYD5uGIrpOaDyJHXqF/x4pqkDsjxuHVa/PRpUtC
wL6wLVMX3Y0k47hMFGntIn/VhZ4g8UAj4c2bR+MuwGGwZyakeQkISkcralQ1Ppq08HIfy/1A53wG
mn3J440v6IkgjFWi7m4D3U3HiW//6+pEDj0w/PvHzTLWxmxDK2hlRUT9L/YyMGNGd+EH/+xAvYLX
nm8O1CO7peFrlVaS5O6XN3znrKmwv0v8kl5qSba03gpzZZxnCkXIh5a/yimexDUKa909+ypl6wmO
XQYs6oLmjQrh4DkwzVhfilyBGFvXPrwuY4c3mjckcB/s4CI8tYmE5p5gMb/5Kdpw+Ez6RDZ/VNqv
1c8KJnPhIMKrtlNulte4aumEe/biKZq2q6bpnFu/sNNfU8ftuF2TQUV7Kk0wouFnoy23I2MstgsU
6W90KuQyHizTV2s9YroNP86Nq8LpHuKO1Q8LGbEtSA5a0aGi4+irvL52CegsfvkZ9F3wJe3CcAbZ
A+Q/EfL/6Law0UblQ9uTM2sKWHkGmTw9M4d7lyGXQ7b1A8mSo5ZA4CBFhvdlUM96Wy0DzeodIb9H
9g0OSNoWVeSNiyY0qDwBDFv+kEBwZlSN4R3nQbJenLGpjj4Q5OABGFzMmpJSKdK43mrb8V7KjAoj
F4WxP9A8ddPW0T3eaQDkU7qm4/APPs0qLyQSGn3hl6ruWDa446arDNWBfWFXQMPkeNy3OQAEeZma
rrvdykvzmbCZRyf9v+B++5OS0Atwyh/maRpw+DUVRsvYXT7aClPoHVDFXl9KTovxPHfZ5J7xJutz
0IklYFuHTuFFcHj+Q1wX+yFu5byLaW9RRAqa4n71SRYxHFGYVMCPuv0WmOUNou2dKGMs1wGR/Yi6
5E9si/4IBbxTRMuc+Zzx6gQkMTMiJG0X9m/EY5ZoP8CegiBCF095dgMxb/15dPdT6Tp3bGTb3wsJ
V76987jEeLeLzr0nJOW+FAr65a5hfOAdvCx+sBN67kkhKFy+zlyX7xYfskOijPqcXcl2CM4IPqGP
uSm6O57iLM5mBf2w5LkblO8yWtYvZyBanAc4Fn5x74G9idlQVNl1JgSwuiceN85EOkOhRX+kZaWz
Q0XkOHhcma6Y7MO+WQ55Y4bslUk1lDjsefqdkhRNh3B8XI3rn75fPR8nKiCl7JoOM+gj3hF5HOz7
RDPFXatBRlO+V6Yd6V5eKTEK4mMOZCT5DEOyQzvCL71V/82GOoANDxY0GFg30fhMWipuV9oa+yql
7YVK8RC10rbrRRlX9Zz+qfKHOz2WNmooUXeVrM+ab+b0UfhZKp+aZgyzj4BO6RITAHF5PBx8MwDB
UjvniAcpmax3fdCN9kgSG9N7hfPTOQJ16BC82dPEn7If4ga7bcYUBVNHOkBjxEDK7NjSpQJmOkGY
PkzqFrtt8tn0rx0LmIL9bsEOiOgglc4JAzSQZHBRmjKiedv4vqIMEs5xk2JfJsIq9E4SZ427Y4wo
rW+5cHc60UfBC+8BBGTY/AeMLOGVv8xrQ2WNyCyP4lCiJfFxUf50pTS4pI5IsCxjREDD7p6qGdz+
01jonFRy15VJSpUWtpxwNytHjSAy+xLq1WZukdlOgtm1IdHjlENxTLPS5ZE8I86726haLMl9JGtQ
4XRIZXeQcDr9yMlheU+z2mUdWNniRkoBL9lM/pYfY+8DOHW7Rm7kNJU9NLHaTg2JoHJu4U1lmR3D
n0aFJnx3I4oArgyyXbWfaroKdvSahYoiChOud10ylFyPThK5YMNL9OVfjcgru4/gbNR7lv0cbrWP
deSMf90tHhDSPKp/rJkgXuvIJsemTOL4h8YtQOg7HEw+DU5xHEDXoYl5iWE4zf7NDtTQ9OxPe5ZX
U3gJ5gL6/C06iybImpgGz0dPz7e42ryUee6daHPR/R0GMgtXPmAo5umMfyT7a3J2Y7fHet2TOl5B
wkmf+C+09wl3X5u66yvNiZ5/xErDLp6XklXOEfbwAhV7wWJiqC7rYHmTXMftsm1C6B5bGyk73EEU
peNMJ9i3wjPbC9ucwhiuNxnFxvGItJQj9FiTFshRjS2X6OjAwTHJkbNhIrNoHL5Eu150rIPLYhHT
DyuY0qQHLxoEDDuCwAD6Vrwkz9OUzc6/PKKa9g3amtP+16WCxco/P6OkjMVgTcgcSlLQrvE29WTW
5GTNWiflJnJ8btBbH6Awgmxhd4PKTB6w2BJ/iTkI2kTAL+VIwSzl0PU2bbqUlMBCG2M5K42eL2O0
BOKBDErRbOfVLeKn2ItrrlF6SYTfbvt2ypvXDqxpDIM+IPKtDZWI1zKreKH6iSXta7HHy688oJAG
DglqlnuXFj0U1aHwTfivp2INDENGe/1eIi738MFWKcnslnMx3I+Nqt8cybC8hToRl//ls2Obw2IX
jMGEQFfEk5r1sS5StzmvM06Et8GzVWLpkhR+DtejE/IwdiwK9gONTVQzEH6M93jDhvSjKXkEnZUW
s/hz2xEE554LO/zkeGztNprKtvhFodxiHvoO7AhcG2g5I10zbbrexdXcEyaQtaQCasg467gthnwe
b8NEJA+0hGdtAxkr0ush7lNH7UpTLoKrctXzVxT0qfy0iKH+FSGKx/MmdrgCXksV3DJeDA8C2rFL
cBoy8wrfo+TEClkksxWMY7aoEF7qkqaQARI4Yn5VgQcWtRPRoRSubloSNuPZG1/Qchp7pqrPXz9a
xVx76URC2TteKtPFu3Zc2vmMT0d29yNwpugf/3dh0HIU9NaHKGQLRdECfaT1hVBSPu0rufCJZPRJ
IvoAcroIDhlaWHLAnFiUL9RFpFuKQZkSOBNFQOCGe3hkqvDKiRxFnfCjeahZX8W/g7rpFrr+gnHp
6YRLverSY11IjtLlrH6aA/6fU+g4EI83OUlgSAqg4CLeWLHGQfBkOy7M7apMahB1FmmSczClTXUo
JxdQOgzt2nvh/MBUcWTPvlYveVHpcreMmeU478uqWq6piEaHt/eYVZA8wRcOv1RpRfMzVtpJf4K2
G4oXTuSGTVSr+mRnOGskcRnbqQNCZWEBmBKlOa0pCtNXSFdm6B8KiTb1yId86t5X6FolDZiTMvPL
oLWltMKdrN3zxGR/tgRr5habwA2X6gO2BFvUpcmXdL2sQ0svHUn5wv2nwrklpe/Y6BlUL+cdO5bH
MB0laSuZ+/whH/OlShRNCrPbzfWZwPUwk8exDpV4yIHd+DW2rsVixhtmSPg8DW5LOtdfgA/fIYPo
scPBFfjx47JG/J7IvER8f7/pU1jHkahqM5ffVAIwFCJDZY0Nbikk03hXNyr8mdcLqhW91t1gthIQ
C4TQIQzEHtofyIZCwlgW+5LSGvuidLm2kjYrXnqvsmiIteqBmxQvzlyWkuBwbOr8MxgB2rX7KJtw
awKA0+M6HwqHPc+85cfbUTbgu4N6YIqi9QSvDMaNJ/h2/LrbAutWccJ+ArOt4g5PPxIp4SruW1st
KSv9sQ94rI5jGIHoVwP/0hhD3XMOWCwgnSsddiwBzrq566p3X7mLS46+9/7qSZvPMevVcyU0tUqe
FvY6dC0tvL4KbuFX4+Txg6DRC8NuhfN9wBUB+viYQBJb9yaqPEZtmv8Guw8c4zRAS4pRvyTSM+6B
KGdR/dgR2e8RL5ecPuUwyZj7p0tVSAYnZM6j7ycJqiOWyYEP7QrhMmOkddRydWk3f5irJjuYpIPT
kFuBqZOsMf0kbkJ/eQ+CFmXYVeapBpl/on+AHbqxnYafsJqHGV8YhFGXICfyYbOzU0Gkosyn9UXR
Ivuoe9ZWrGK6/NMUVARkdIpcfC/IFHqm8WgiFeIzCBT/eHILLgVrkv5qaVXZZYF2vnhukkktfPeO
4DKcqrGlnXPmJjoMDUs/umLVxTh+uRNrvrLX6TPvqR6r8VFrIeSmXIGYgfQEieTxeHhIZ1PvpLd6
9xQeOSyO0aDPTTRWr5DZ5TaY6/BF3lAV40otEWQkR3YM3QsGP06IX1DFhj39sMNHiI2YSoashonR
pjvIaeCekqm/iNj1aTtJTfvK0EQJEMOFZikb18m1cjtBA6sk3o7gWH7QsMFaGUbaPydMg+WR1U7K
C82UCvxRov/2FL9b2hTn8nZaavldqtWQCo9c+guChZpo/veYO1Md8q3ws4do8PI/FYmzYQP53n/H
MIsvQy0Br4Nx8M4mqKMtANjkKgMPiVGkGFPklME7F0a5W87XFrNlM2ChgeFuME2aHkZeXu2hIkqy
ZDdvLrJ6jPA/E/TnUnCogmfs3ABPDZ9A9LBGa4rJvDnWx7fLH1jfe8U8Qe+ATbxJTVndFwW6zJkK
A4wu1Ch4LEXDtaUxV8hpGxmzUmqzLA+BHXFKgFy+IS713q0tVhwuFclHo5s9oq7QNzH6RNRAT2AM
igWiVS7/T0Ps0RPZCiN15yV7+a32ioxJfcYO75PVxneLaHI0gVafSFnFwevz+ehFa3RgS4ZYOCgX
nWDKs/OMJ+NxCev6ssSa13o+BvCc6BZc7VWufE0Z7qrXUrC0RzGIVjBinV/egeVn2u1qUmyakXE7
sdxFqNQVHq+goKy2WemHYaOzzhgJIlGvh0SiGxFKkv2eTaF/KyksvLtJKrYUBdHFnZAtHUwM87Q9
Uoxyzjz6AkanMIQOEWfPCWfPGW5TewrXwp51hypZ1tVwl/EffmCerV+zgeE0WpW3Gy2qMDNDpE9Z
5U2P3VRk1yTS8T2c2wnbVxwXD+5ILPrgBAH1clWMpczzhTrRJCouSTir/xwUnoLjheosdV4kjJqD
h8HhvUlE+eYUtnmX9QJTeTZyX/Yui1F3WdMTr1a2GsmofX21Q/QLyiSPTOqUVEpLyrVFOrkOUw68
BpyKS0RQt/cZdpaPqOvgMpmq8PZ1FUREcwg4RCdlyRZCzfILMEAh30IIxtWjKS2GoohLRis+7ptq
dvXVYGfJDrZ0e1id0TBcFI6XLQ8/8BGRme1DwUbvo/Yw88+gdkkb6vpA9hZqyRpLYJFgZT75PBd3
WUJr2K27Se2NiIv7tkxCAessDx4slxPeTvac3BLspE5BRFYDYdQmb0jR6xVIG7tshxosttqAjTCT
phuvQR1MJW5inZTjU9xG667Mb41JyLQH38vDB8UT9RqXq90pGHP5NoOQap96upUMEYIufyVsPD2F
N1bQrbg3PbicOT/Q1ZYWYjqzFbCn8Iv3VwxskBqNHdgU8VIT7DhFILWJugM/ybdrN2e/c+7Zz6yE
6MR9A3SADzDbNsJcE0N1GczZbpzsyCo/8L9bkySvujU3YDAPF5SWvovlyWPrAeGi7cd5jxSiqCJi
t/XE4DQxD/jVe49X+M5rvfhtiKT1zz1a1nG4Vc88rthcIEvFan5PCeo+pMRcWFC08bOLhnR2ZjOB
7GiJ2KPcR+5hSRxF+Vec/mDA9P2nmRKfVxTIHh5s1g3xbuDtOvEdTZEv1yVXYCD7ctwZ0DQ/vruO
Zx344sL9n5s3k1devBszp2vOcFOob2pDsKchPky5acpb7/KcUZoDP8OHhMU6L3i4lTx4+Lbc/r8R
fP37zREREYxZ9blJiONnaVFXR6eL9XJMZeKsH5VtwxxNcuafP/GDL70d+pka/sKgkqzVyow9IJt9
3D7OTOeayEMnO9sFr/Se3HLZT+w7GsVjUMcQWx9tko8TAmWcF8+Jw+7hNuG7SQBGblgYIxMnjT2o
t+MEniuj8JON6jJQKSYFfpUeczd8Lke1hCjpDM/SQW6hwoEv3cjZopl5C3TyiD8cVgT2hFCd+Jm3
vzGSV7xWiqEb7niBxcmmHQLvyZ+ToXkWcamA64aRic7AGrRigOQsvHALUjjoDzhAkpAYAdD5iHqT
WUwACHHAoGyL1DflLy3cRGOswz5/oK9tXgEPDEAHQuY/vIhx3H+qLGRQjBrPBzqStfbvyFC4LQHA
2Qtnl/hyeGpAtvIH/vai4fHTY/zky9VxiGyKbiyg38DtoG03V6E+JTNwTMT+7DmtboGRNXes+mxt
13W/I53haFihyldbbYREHBURC1nuKZ7AISJtdkepJvyrJFc35+Esk667Iyjfh2+azgJAEHKNu38V
/EyBdYCfP29VGAbyFNue6lK02umAmIHpFRRErLlK2rL41S8U9R3jiS3tzqY15QF4fLtvMjWt5bZe
AvelNYiEV5YvQ43KMPehu6vmhgrfxWpCTXtnABtebv2FiOsZFdK8MZTCbIrBtVzcOCg03nTH7Z/0
TCLe3bTJ1GCp6rj/f9E6HHq7diGp8O27BrkSZCO/ELBl8YKClip4akbShckbRLS8oABnrDtnonkV
WpRMIAmJED2yJl+RkHdraVb1puSR7ag4+NYU38YDKFT3jlN9pevIzLrSb8e+AoiYIUcF7GSEQbxA
xAKmVtR9fNJu1hyGwSnmq0B8JZ6pizKj96rrp+/Y9+dym+RJddfOKg+fE+w3PxiQp/wc2Ioq47nk
gr7F4whfNGn6XfWq5y8Hoemhnp3gpPwg/8lFP11YrgUUJsfOcsX9++P0VKWvxzzMvPpznQ0ZOuQv
H5pRgE8V2oBaQ/7MUCxaDj5I4s4DFqtGbzU/wPS7W5XfHwcRAsTdTbScEngjcgd1YtFJUG67xhf4
zxnpYuc0KEZZutoq4xyqSiUCG4wcZ+ZgIlRYs4ooLrMnahUneazi1VYfwrYLW7jOxNCDxjmkpT5z
HBVuCp7t4JErCUEL7xNF0UXY2J81jIlGSwoFZlJ/E4YctHPosL5eKI8c6WOCdeX3PdMe7RLfrePq
GRwJNzHqQmp98U7WI5YVj5lpjP+2LB9BVRS3cL6ZMjwsCxYwII61ziBT0xqdI1mutm+OjkKF2ZM2
hw0k0r6M2UPjvJ9Pmani2G6X3q+BwVvEvMtEF5lOdlMgq54S4Sq+Fa/lThOC4fPWQlX+a5kuw7Lc
BaEwqCg8u4ZV7uD/j7jrUTXr+UH3pLWaLQtC1d3gUFYpAjzo4NAVfBc3MEqnQx9tti6/g75v+1dv
SCnlC4go8zHm9RJQklSL0ZTnorDqe+UnVfKvckDZ7v0uEuazNtgOYO6yojdY/j1MTSak8Ps8aPiS
5tBPcL73Gl7TxFeiUkv96DZq4l87QKF37+3QzuIZ9F8eqHfEqjzYO5HRMRUliOtMSAoyZ71Z/MaA
oNIEyq506AU22ZUkSKt/ttCu/KaXgD0mFCUMvw4VVzt6c81zV1apd2HwpcBLhgg7z7Jv8aM20nOm
uznjx/MKNt6d91BLF5DJSaHOfoEFauM0N32qm8DOUByBVZwUHvSbpWybM4yd8I4zKd1GI7upCz59
XIRtOn4XbBV3BV4kbwcrqSfTNOWXUNNZejAwtQ9eF7rXBlv7+AVtnTNo33s5vCdfD5NLYbVSPZco
qTQQiUuw6OncttoXW8mfD7pULoK/a97cGsl9k/8JhbXHcVoXiL5eFfpIRQgZfEgXduul0cEtqSpc
d5suEczufBoOdMLQEwbabnL2vhrsvSmJPXIoNPUzFtjkIlu/eV2wxiZMk2amsMvrPiydjfOukY3a
jENKkpdFbTs9esLgkl1M4GJ/wgE7nPFbrHeF5xEqwYsLH2gcuCaRiFEIxs1YxU1+7Bxj+I8KWsVN
qfPHIu4ZwuwssyfU/aC5U00y8sl3puzZ92MNVJ9c+b3s8KQwRLM29ViJAqXu1955rAcWqbfVJ451
upvES+uOEWHX0njbFU8epET6uWu+2H3hnD3dyGhfEYzpDnXAfn4bJrrdUVid/fbcnNKxeIhATeuC
TVqJ2Vw8wAfrj+WAi21PhwFgsHjGAY8FJqbjOkJrAYnUp+2hVq4ewGErpjiibv2KXaFgFUWQaOav
y9st/py1aN9CXUXpdiCdwznYQR07V54/ukcuk+lracgakMHBpdNSHvAu48Vpto4VENUwnFTmbsTB
RRB0jemqGqkfbstZnRF7PX1IenigntCs23LW4L8CiukjwsXD8qN9Ert3XRiPL5We/P4cQsl+c6cg
RGQRQ370IUs2BydmnjxUoVWnPsslfMXKrdRjj5LyVFPtd+nU1PkPXWjNJS9JCkJqcXa2MvOZvvL4
PNk+OPsgtb/DOIRVSL9is1WqaJ+Yjvl10Qo+VGYfkOz4Doc0P1WkMU98VfSeaWXiAdYjul2yhdnu
7BILIahZmDW+bw0mwVMncMQcHG/h/VbBnVVHgbMVu0wysVgHMu0f4RIa+MW8U7k0x+7HpjOjLTM8
QJZ5pTrN7bL2LkeX59vcWvEZa9Y2r26F12mXjD2ChyLSRn5DszbmnpYMDbU9tjbMpt00QtmeQbny
ahoLuEHSx0KAWhAP52ZwfZjPPAdeDbVyv1qvA1HE9xKEUtVWHS936cSPzUSNXcsGCQtB5gXPi0v3
53aelxq4a0rrYTOI4SmBPXtYC1FdljEx+0mN+I4GuzxXhB+3AlwDIY/R2IelLMi18LXrmDhLmufc
Mac8puPhwb44hEnpy+qx4zO39RA4d5F0MnrhShojXXy9Ap+/wLsZIJpTdThb733gYKLD04bqqCOB
vSnLRop25i4dUIC9ElcRQk/jnE1kc7ELRBdjKxiS9riy/roIrDm8vQcCwAfcMBic1zDn65sVTbOt
iCQSXcolpkDtWPbJcgj85ZRhECdvPQ0Rrwyp4p3LBuFknck9FF6BTkaPifhLUFwf4zLQf3yDJ5eq
E8c7Q9HCEFP3YRNugP9hf/G85I8iV/RLUUIptgbX1IWEWXPQ/tDtHVXH+aelkPzVl3624hBgS/Gr
E+587jvleoeabRGTYSYhc/HpAAvgZ7r8K4YheOqSVZSniggwrRiewAzcFtN31ZEbVIQen+ulLXYV
bmZwd/2Mr6EVVbsF2uOcO5a5T3mxmCdrvTJ5ydiKPrYD+xfsDCAbNwWGI4T82tMbOfapv68Z/4BO
UZj60DsNA+BEucx3MNVL8lXXTXJlm8C3rK690GMISQPC2EhcJ5vjWqs2Ftvp41A1Nif0jhVCLDMr
Q06D/E13Tp2fhsQJqOjzqAkj2LBjmTwjl2GOzqlvf1W+ywBsiWZhBKvm7N9keuDaQqP1Q/RMOVQJ
r4hdNBAy1J23OAeJb+B1SRbMtQhqztH0Jko5Nm/tkYagxXckVuJgDgXdndv1j07uZsE+bTg2tl0u
alQQnhz3JIxbAzZpSR5m3i6/pg7WziawvuYHlEwWuzQKl6x5bxhb+tQyF+MLQ6+O7kNr03PVGO8a
STPnl5gsBQS6ht39Jhhb0kmOqmT3mzVJzgOVLZ05z56Z6wPBoQobL+tVGsKwrWJWIBHg3Cd8ProT
zoPhCx9BedeHi3/Lg4wD2e7YD3cyGZvxQOVkiE6Qqwe8HnB/taLq9ZzOTU+veV5/NV5FHwuy+XLm
v/YevKbGM8tvUcjLDXbp3rfE1R6m2NUX4fXVSdA/88HsWtvr0sXzQrn06KNwt9yipElCNZHWCjuA
kQF8hwuFR9m1ajqyXk1PKdi5nyeL8uwU/7K+ZrpoZ9/8gxaUqA1OmY7QK9143E+U68pLQrlF8zaF
1uGhoOIUaH/VJhm5gILNVjV2eCGwTuYnoKnFk1CNSo9VdUtbTu5EjArOX9u9A1FbM2ez2CrAXVYt
rt/+JTTV3UH46KleDvFt73q4jLAQsKyWezzcvEYcSbPbkQQbxTcgBwoeg9XQ0w4xxGRqgIXsuLWn
Rx6vxnyQGSF5jkHNa86A65PotKoxvayLmP8EPXLx0joVLqGYNt2FxM/zTUSeProwWEijseVtaAuQ
xWe+oF9sGF/XdxdHDZ9odry4FxPmsQepK5dCa+IMmOQCLzsZ8OPRQTV2vOOvCH2BCcH8iyLYpnJ1
YQiLDsdfXmYS2n7pwiTAhEn1rCqkDW/kdHz4oAXalJwG1pmUGCL+ojG52dX0tH5yOGbscJjKvZTV
BOlZFu5sPE/pTGIaDHFCz7lHF9v9FK0OtIm+VB780G4gCHFcZWb+k8HQPls8CSutRgrRkY8Cm39a
p6tnOjWDl7rsAWViw93ZenH3oh3bPecLveAywqtrcZLNb/6IHcNfc3vESxd3LxElr/pOh1q3R48L
IEd1LZb1PPkgPPYpNb/TjvWSvPYVWypBNubceNoh8BZCPKVWhu1NjPzr9f8j6byWG8e1KPpFrAIj
yFflYNmW5fzCsrunmQMIEgxff5fqvk71dMsWCZyw99r8YNAlhqcYqd0pYTD+xwIh89mlgAi4tEyM
UTlEZVPhNdoJI+7HZgrLgYbDa9j4ZNYu0D4hvdDW4SPjvNDr0QIeuJnnBTsJCBj8MVpkA7rfgd9d
g10CBCzLQOPzQzesFzZDMoSErcEilxWjChg7Ft55KqY9eg2A+LEeD50yQAUoZ+HbeHcfFNka43+8
iHWKez/pH2krHRCeoVe+ROgi/4725PM8MWhddYSE7RdiDi4oWlju6vGeayzy9mlhBnP0Z8fs1URo
EIUx8EJaW5aXW34v1q3vfTzT6YJaNQ/Z+DPa6Zut6QN+ryWdwFbgTvgUCe/mv1m0WnxbM5JJp18Q
ettzRlWOL7naGGnUE6aj8KhtwRCpMH1EF5UIn0VXEhGwWi4TM5t6XPdouW8dPc1Bq9TQzaR1vs+Y
CCPm92dEoW3XWdahlDZ1hfLx6+8sbHD9ZlHMxLFXB3yzvg59yqdi4SnjP+Nu0aCr2zKqHjtT6wvx
6sUDuiEMZmVs+zx3HYZiIlswp6kEq4kM++pEu+ltsYSEf/VA6J/qtOeuUeF08XbUgi0pwI0IF6CG
7urjNHj1K99t3/M29VgphXIkUdxV5cGXLUbcItUl50KIUZ5lcR2AlpZuluxa2wMgQFtDFIpkAVC+
2l3vhyxU+fZYxbNlOBhX6nBry9ou10PvptGhYpTcbEvwLEhfJFt1vLAmiJSNnJs0acCekFRYNvtl
sm8tJexnfKaDuQz4SZ6qlMS6VTgy5H8WUqPgRyTpoWpgr7a3Sbdl2Mc3T+of9lUF/6OfoAnmy1My
jZq/IsDIg6H6Y2JZ9kqdiZjR80h0PyNrzsYHMcwFAr1xcPJ91fZhuGtC39IPmd1G9kO3iMBjW+kg
uo/7Rh18hjcfiFXz7ykqTIu2MEQcy13UvnUWfZTg7s7Q8aHL0wTEWSnkA9vf45Fl+Eg6uMH72k4I
E538XJC68pWNpfzrhl5wLZPIdy6LXY3ZmX4AISO3+1RtUmYJDF6ZPT/WsGb+hG6ZPWm+zisS9h6T
tyxzsl+QPs5mHQwegXWgXxz3KtEiu1vX6Tv4DMzEeygzmBjWwYjmheVFyVpI0JEpQtIG2yGao48N
CsOE0nTqYmISDfHyMX/hfyWB6A1bcytKtjLJhjuc0cbKmKd9FO5mYmZcXC9ITN7lhFx9H8YIXrZS
RNFxHsBdkmDYPkERJRxqyYGLbPg0PZYixHlHXY9ztx7nZfggbLz9F4RqajblHGBlrgMqtJUshvkp
aRAVrCdSw5t1gwLqQQaMnR6nZCESKnYbFKey6dgoh6lkkB3HSNgvS5iUV0u2pbxYi4uSxeehlXuy
2/TJWSwAlrMdkMQSxn/EhNiBUxgW/NlvkKxdYF5VJEULoeQG+W7ZkLDUiycS78iKKMb42hDh8Vog
KSZHnrDA7txQX4QQkxaPFV2B1C8g+xLIdFRZQw1YsGJuljDTHr+J4WmAeWPkjJG4+0rABXei8SnJ
43jACVSRmZ0U7cEf6vzSkHR0gLo0O58s60N01QWVQ5qjS6ao61X/YtHRewSHxWF4nHN/ObDVmnHB
KePdZm+IIyIq6Cvwe2PzvUT4LxZG/Za7AQOenfUUsQt3bJR1p9ES3i63HERVa9JyneCrtCc3f+1q
XU/sRWsARNixIof6uOHnZVtue2QPuiq1X3HzcDAgcXCcs01Y+2MRE0qiM01cXMdshY8LG++GxD8a
rqjzJU26nXIMhEzx2FTAP1NX4t4XdcYvWhiC6QXmAL6VrvgnKO28N7dqrQg9XuCP0ao3IjyPYwLf
p0kbFBVY8nvNSUtWzhZty1j/tT2jdyQdCf9iqR6VCl4o7eMRGKqFNdaKGREJOCtIUg5yq8gV2UrJ
Yb7woigSZDWMonKKNqUTIX/PxDDsF4uJ4qpSHhSh2o2KeIdawz/lM/W4A5z/ocLYgaliBoaMb7dF
X0AK7yag77yUsRP8jGGuao96AZ/Ks2NhKjkAjMIxAPoAIzBpJsj678TwqinNpZBRTcgcPqhuY5iz
g3yw5zF7GOgg0n3l9oy8c8P4izgbNzN7t7HwA+e9kg9F14jxG5uM774p/Fc/yueDpl1V57t24BDE
BK0hrEFpv184Mtiidh/kjjmuWI4e86LVbPeEINuBwO04wqR7GFzo2dBUbNJkl3qa/e9hGgP7kPSS
hhutExsOCPjcG4KUwPnvDIf61rHgmsFHjRox4bouCwb3c10U8l/Z103+wQJCJAeUDTkRtewN0Yqo
YILubvt5twtbl2638FuSDjWw/pD1ulRHj4qCjbTT6mrZdQi6ePU9nC2hGKvoTBNM0kXahctPQCv7
0AxZ9xGzlcqe5ejLR4ZDS7HpTBeSBZiz/SLhXGXWf9XYdTb6HNmdWGJykrEbtB5KglC3SDxLDKMS
hbOd9weyQgKyQIoG9gcC9hwVaeM5b9ZQof0iAV3+ACi4N25jnif5l47siaXkjLZtmCYK6oBXI4kb
9jjwZThCHAcf8zuaWpRfYLo4mndwn1CJKsa3chuJcRkOk+/AkSoZLH+QUMRYhcFiwYDIH2MkTtXy
QADqBNZLoaLa8MM3+HDjiLnMkLP87jpePiwXLwUhs3ttkooAR+4+HKQ2AaVHo/k5Vz7prYSi5lhS
nwZyPfsrXPQYkWQQZKhGNX8kyOy78KXXV17l6QqLyT7lpiqf/XGUYOlF7P9hwh9e0Ir3m3KCsooL
hcoSdBvy7jvKSwefjhruE5HsvgdNFyxrJ+bC2ZfbRtJfYal3H1tC5VxGJyRv+L8s+BFJxezWVnlD
/phbNfcEIcebvqGQRJekQD+5XbCbCFyaYt5PHlXDfqqs2APS0ip/W865eNfo6Rkoeh7EvgQdcH/g
RZPA4ch0rtAmIZqoTos/6geVl+a1C5EP4yhJxnIPA2csNoSnVaQCTXn9stAvr/0xLR87Ft/TKrJD
n9DkcAEXgTZNIhrc94h1that/n+8/riiLO1Qfdm4QQFWDWF8bOEeh4eBCJ35gPFreWsXM077oPIs
76XocnZ3CeLVck2QBswC1FwB4/gQjMIX9vKFF1YnQXTVOVOsNY15+0FGpJmAXQhOuIqS4hQEaYw3
FhB3d/YmbZu1CfXyhai+/6FJKFZC9TN0uHiCICV9RogJcrXdQgN4s9NiYV7AYkHsegxm+fYeRHIn
GyEnj3euLRDH5TaiUhYrKZpxLk5/R6Sl216J9ctQnt2TBOqwVpfJ5vq7YmEyziWyS+/kVV4l6MbZ
lR2Runfu2bIDeEt3bvB3DqUitPFr1y2WBMuvWoJJVZg+luik80+y2YOj8hF+QrAayHApE0JpXkxv
V29hQ81XRgTHstcp2nNRN0u+kQEcmxm4lCc+xrSZfuOqsQ6Tbpx0vYwzTHjLlz3LZt388++y2/VY
dp3zjLHALXcUpRaawFJCePLSjGTaJLZaYOV9f4GcwM4gcj2tmBMikTyG1RBvJbFeOJPpQSm5+nCs
2n3X00wiyF88prVWJK6lvdzdubNbtuioxsk72Fg9TxUqe6jwps1oPqblSMRA4O5iFInIpCqedTS6
0dAck3qKDm4TZc++j/YILJddvzZIsv9EbhyuHbRPD1mru/9gobs2WlsCF9JEiAsXqWF9qaIPgdVy
WqUKORJPlzdeDML1U8PEcg1yRGPgbJg4P7OrwSFoj+zkTlHKfPJ1JsgRdZMD96T6nhdL7OIJRyQl
eiz4pwVIpW3qtKw36IcQdFK0N+3DlAi4pdmIv0cx43C2YUA8OgkO1d9iHq2TqAULDqU8H4UZnNxV
ZCVQmlGzR7eM5cRD27TFW2YGBMT88qGc+bwQJohFt6lgMcnXXFssQdsxcPEr+kgZ7/4LhAN9L481
22h1Vajl0cnKrvwLGwG7ROpNDENdAWB97c1sx6DVtb9L1DXXJZuXX5JQvTeSai35AKuxJhqNRQUv
C9tAl7EHsRlb8pSX/G3MvJDLidnKHYtmpjOLe0lmR8GleCRL0hwTJoDBbs7VYm1KHBl7LlZy06j3
hyeuYsUmO4mqXVhW9rwqWjvfy6Ec8l2ucvHgm4L7waIOAunIE2WBWIzqX0bEEEcjjBcIIfR9Bpb2
+rAsEaNEYaBH4Lcsj7yYPboxV5HJ58E9KqM5drZxjSAJdFXHVQjfDKtMUvakbGtIGyl7GTf/I8SY
EgU8yTNxWR11tEd0A/v7BD1c1webplKY43gYwB8ncYSpOwSUemrrSIKzAXZUY7jFVEPhxi6NNZGN
U2qHW2SCax8yvRynzNzyWqW42FrcOdcy7SnN43nOd2LA5R4M93gNMAyLs7e7SqfHxcacAUcrSF9b
ptGgcexOpRdqjeRiUkwt4EgpIjjuSanx2iiqn1kZL90TfEWUVxDxdPgwdZL9Xj1Xyj01bNV5dkEv
IuGyEkUUS28adSaptMrQ41g13jY3wjAfs+ua10ng4qTuFeBb/FQoCzdoh3t3DTIDhWQkEqf+RzR5
/RhwfX27uQ5fJsszB88iex0PAUJmWzhTzfK3YU3vIex/zJtStTvEMuFT79v1++LnBcFbRo035oky
fYnwssiMNGsSVb+SxY4a4GJhxO4hsBWTjX7Asm485g7/wiypvG+PVuPfWM7YUrt8kl+yIRcxQUAS
YknvJOulcnCvbu13ZMQhp1leqZPd+43FxKbcJIFe5KGkwWrfAnI0u7+lCZPslw4jw95AsE5xCpcO
0zmLIW5eyb5vQShbht6uDJMaXIiswn/t6EfvfpIC0GDTzbWP2oLngi2rNq8MA3kztz0uiEffMnb8
hOQQISJJVjNL4zkL/Y8gLL3rZNlFczCqnI+uVyOAcObm5mUGYZXwIuyLeoQepaKYJG5ytuYTyR7h
d6sAUP2pcWL81h3HKMvMoCbX26+i9jFGZ+EeYRn6NcqykF5AYwZlykHiaN5+09ap+S8WqqbYYEt2
/lO241fP8k75EOwCXPSQddzX+w61EBbxkIZy5d5jMXNO3os/zjqAAyKdH+OY4OBGLiIT2dbh1o0D
nnJyH+q1kHK0UW643RbAAA1YM0WYZoBgLMccVdT0qQYvUF/wNpycOmdOzLd21DhyK2fBB1qDUb/w
pNjdOxBBBTtiinqipiemgBi4m+KZMwIATDemSD80I3sVdMS6yig6K+pwAlRiGyAWdrfBO1TFVKXH
NHeSf0jaZb3hpHaeKVyHU9Qs8j73jvrfQlXtJ7nGmC7yJFEHHB79iwYUsG/Drv0xQJ8eFboJfQtF
kqFesZzoEvQOAX58CsGyGT0ksCqqnvyXWfxox7shR6iCkdYlgAwL3uxv2Y76MdhWJH98a27lj3/j
JXOBFjfIBIdNlIPX/uLk5p9cKJhiZj+x96hSOqeZysk5dR5LFcRPi2DrMgo7Exsf3vR7AeOjYPiW
g67AbCLlml+j/UWxJyGxpKXKYYlhKeaJnqwh3UiQwiMBHuhUPjEx5IgALeOZq6g6nv6Vg7OmfRgw
AbabWs8wafw+1fsol4aBWYNmaIP9MMugdWmMWF5oavvZz0xJQd4zEWw6n7ZhycrQwmOrOx9wq27J
pAcrX/toX9vpLykk9fyQpyEDYNPlycOED+Ini9i1J9uE1R0aNeGwQ3XBmU7AJ2LAabpc0it9Okoo
3RVsw/Q0XWMXePa4xtckDgxQ2aDUWAF+7oFyyy2rvQruK7qOvatYPbHD4+CB5BYTZeWoWR1SLl2E
yzzRVf9dE1Z5ybGi1CwNm8z/z6i8Iqw7jQvaNkSlPDN3KKSKr5iwmvKN9OUInwJVWr6bnSLZlg58
4l0StzMxXl0eETukirj6IzDv2R9usNhIGDwIhW8DvoXiI0SDwFoUzWycnmBWOjeWfuSSYAZFJSZI
iiJ9Hp6k58XsJew2bfa1y2Hb0tNXD3KcsFhnKF2vhOVJvZaj5T8z/Y6zbWHDsP3TO+nAAwJJNOj3
lDb4TSAu0vQa5xhT2BCsWDco9gjLTq2NGw3YFFAbYbz0M7kSuDyJkycBgKrSWkhcCS3rte7BeO9D
Auey+87eTh4W1wKx51aTp856ZL5/6Xl61L7QOqIO9BjPbpIk6x94fpd3QFu65A5qESOrHsVJEwib
lYidqd906oZipdw6J5wZ/yCvRei5Zi984FXbebBHGGj5jLnCpVOHXFTPx2YSOTE/OYl4hKg3DM8w
dRxt14eYLsOBXUrlYKFclXZMErHbJA8sRfJb5bcoQnLXq96jEogJHU6T/rDNSn6hegooJKNBmo2G
k+8WFskaVaQLZMryk6pCw7b4pf4u2jkwh3yi2y8IbPC2EtzOLmFngQeWDAQKPh+83/sdc5ZTO/M2
bztqnWjlkgXX8Ew1TrdFFmo2eL6gkOGzgLvEgOm+jIcYCeSrqZeVbQKCIxnEY/DPyppxdIjyC12Q
LzKmKASNPtTMCnyMn7A1V8RXKjwO2jBRiYNZ6O3iMLfkuepmO96E+TKGXy0HEtjWllnGDaKglb0E
GcOLG4tEKoLIBs9+oOqY07eFczDZEp+GMYqm6VixT4Q+E5u9nzbs0gtvPiHFB/wGZfQw4/klnMYj
7ZXfuZEYZ+5vshDQ6vdchpkvVgn6AzLyZAeTBeHINP4SP8gPwRB2Adlm2zjaUNvXmi1rz9NwW3hs
i2OPHgEXXI9bFr1sEL6FZMj/wEdx2w8LQwVmhpqPQZgO3NBAyoecCc0/OssYlWKnS/bxfe2+kx0Y
uwem2/lDSqtMf1q4XfKMOMVBKTGPLKeTMbkwL2Jflicsdn18YITuhR4DPuN51762QEX69oTbyGMu
vuXE8j9RzFgvTeGgDPW0B2kX7MhlGiCfpOBc2ZGPbfPTgOg667rTO9ou3EqeqJyDQd/wmqag8S8h
/uYN6AhLQCfzMm+NxqV8SlVHnKXhAGV5ao+s/tl9uVu2vAQ78wOa20xz+4oQPhD7AMsjv6axaBmL
TwXof18WJ+0rae2aNpZPgeklS805QYOIvMDp39Ooav6MNhNoPMZdgzxPBPE5kzM4FdYPzpvLIr0+
TtUydneKj84OEA/iS6K5/HDD3ednqz7CRXR/27T9SZ6S5/xQhXrRU49ktLtNyUBSagivcnkNoy7T
Xx3I0F3dRkBpI7spiPVcqKueFia+m9Du5k/Hwdt5X379g3GIMEkowLR1gMQqHrr226tm6oyWhER/
nbV58QAlORiu7uQyMWkobkBe+QJNpfC7A8baxDl2HaXGEPrszVXDH1yV1tx9t9YyfVoWxnOQVgo3
Um/2QEX8gKdB1UdjOTXjPJ+PyBZuDtWjDA16m0WV+cUOodC8QMJwYpRggXPgzliqBMErGpYtA4fg
S4C0uOLXJAcuayJGSYt26BeRWG8q6gW4OVY27MEV0NeDey7+SyNrYqVMKs/j2NfV9KPyEJHdFASz
hHQz6L1nD6XZmRIk8HpAlE8eMhSlLxU4MFbbBsf4WPqhu2JW5z1xQ8hbSfeK8MRN8XzUYfELoFZd
AHpPGve2dp+hGOebKuOc3lJJLDdPRsVm7qRV74mOXraEdmEqje25wGMCiYWDSewFxfZbOmJXJ7DV
eF/9jP+bRpivaaKv39gW/R69o5W9C5IJbjgb2mfcMD9oUsdfaPbpYYI2w/C+KE8lUpmDC0yQEbzX
5gyPR/8opQT0k90tzKtQ9KJbw1sfz7bOInfbW4RroiVMxNXzwuBHKw5rlD9pdyirWgK/GJwPh2EC
Q6JBORwPfRwcAsdnse3dMT7IFPiUjIrTf0vmFa+4VOdfMJMWdAs/dtnxYV5xBHJqNJNZ9DSNor5p
PvYX7NrumQqVUswDF4QrTWTX0oz+T547LQYBaaJLJEwwnxM3DeQeoy22lcmagj0xVCReOi6cLIkr
59Gza5ovKoWtl6KlXxPdKdEj5ChHDdl3DpJ7Kk2Iz6zSkZiZKK1YW4lk2XjCNcEGTVH20aQqfS/p
+jnkdfSYtqW+tW0GNot6pvgYZP+ZdaXPr6tA0KC1W1/sOPa+GkAub6k74YAk/j07BBM7/cWb/7Zp
OO7zZPGvxPvkxSHkxdu63Hr9qvMd+aTqDtlNgOnuYRA04tuxDwacW4E6zsrltyrb/pP6Y952OGN2
TpNE06/fVSLYWTBXdg3MAHJ+VcZ6FNk3KlkLkZzm2yLIJCL325rqyNlYvbiFkTc+inuThW6E5zcd
wVAiMI7OTpXHL4JJwopLqtx4bL3YbZBgctKERh6Z0m9nrxh3VSqps7CYdzmrvjY8GaMGkCbe1ZBw
SYE5NydryJL32QQ3rFbWzoHPdxGong91bYfPEjP5fimb2Rxtoo42nEUt/QJS6Xpju65zyvh+IBix
PbBXnjt6bGIGmzLDK+t3wmWnE7g7vls2TSSvN2QZfzTsMZeDh0zj6nFZHfI0Fh/IH4iuQPTMUlWC
/Qi6ZSg2o+uFHt1j/4M0U79GeYMUqAzyD4SYzrH2YRCXg2NcVPigIZF4k54ekhGf1X23ysBkrgLN
56onWFb5YKObpqnaNK4LBauQI8nu4cg4mMSy4gljw7AxaRi9pCybaOlNliALswI29rlXpuT0QO9C
UFGJA5qs8a+Z2unHze2Kcrb/Rm84bZ1ynNCqVnH0boUxarXEui73nxQRZEPSIy0Z9WyIdlJXZF6v
RhDcgHrpYAf0AH1nDgURO2twdc4ZOQWNaCin4b7zzMWqnJrsJDHa8FEXaLlVhoxDOJQ6YE/X2jDR
9gBTr2wSNJ5ZUAGLZu6TTxRMnVO4HIdJRyKCbo+gDzQ5L0Ovn6NkOfC7jrYtkcg3X1qs/7DU/jhI
AzadbazTlI0nLNVMK9ugz/+FdqpXVu9w+Wl+qwt05eK2zBEpf0MwknsC8UBjZVJr2s+SCw0g12dC
v3sv2Iauu6+EKA9RST2ToxF+WdonrViZM7iAxDlFic2haoOwfhQDMv4e6tMadzwEU1Q1F4ql8uJP
d/N5gNTiN26JJ8YNjAMpIk6SfFS7s6Fv8ERbtvVfrsCDOdkMaBGfwY65i2HliBSsVK6s1wBEuYhD
Wd2KRhZwLovSOYZMm79CqZrzJAcs6JTDv1Tu9Z+qap7Ku8OSVzeW/M+EHa2EbdnfY1s+NVolnyEc
81XPRvQpDsmQhoxOVOWYgHVd535EIGUbN1zqmfdbW3Z55cKaTj6VVrsawfKsho5sn4NyqZ8pbiHJ
uRJcCLE79yu05MZ6dxMBQJdZLr/BqD8wpRAMIPmYi2J2oeZsPqHsQW2d5rgXEIWoTVpKpgfUtitK
+uhDTQlWgqGRB2RAADjyEottXqpXXWqaTQKBNOIj/45MXcZs2wR+xiHz/zeiMuVfllMRCchzYj8q
syQOhgZmRn3SQ5tXLmyuMat/Ia707orH7y54VX36VsSx80iOS/7isTbflHoKIY9T/09rhTpEbl29
pPmmrIaUljUhD7iC2bBiw9/dK4v0zxQ7/Y1e/6slsHSvc7DHOOqpEFiREkFQqW8W8WNG4deqs9F5
6K1TttiwARjQfc9QdtJ14Le1OQtNy6+G7i/TYbLJQ3cEZjUN7UsWiBDqVJTdhecVCiCZ39GiA8h3
3OHOq++OhOz4XVt+q9xO9wvq+3XeeQy2YZs1+xmS2XPSmfaFLoWzJDCt+UuiB9HHw4KUwNQVo5bW
99M154IkbgfAz1YvQdrv7nKFNV3luDYWsKBmVvHGqiz0HVOCFdEp6H3QstZsMwJxcmJmux1mrQ1i
Yr1tTKYwNFRYVUVuunUwDSRC5E2o+m22tJSyDeoqErnIXwZYeQ/lfQc2h/7RHa1+rccIa+v40aaJ
zx7/DupA7QT7Jvk0I75SKHoRJl+Uyuk0GXjm7NkDjjM8Fbb16sysbVzXFA9Cus4nM5r0y0jRHqM+
CszeLos9hMi7/Kjg+8Ee7qTPcc0wbCcd+IudwrmzJm0MaUzckcMzYsDOM3UE62YdMxaPzd7qGQ96
Rga3Elf2Tbp+uonwv5HLFcFAk9r5KJUWnxa4NmtfZiL/HYyH5IZbq/pT+Hq8ZKixIuDuxHSRwosS
NsKUAw7Fg4jTRkP2WPdBefbGsFsrEzLqh/uAoQP4TtwHtMsNdqEMbbx317FDKs2GlrjrEKNAxqqr
komH0m/6L5kQRuGWPOUCY3lDdYyiKv9k8MI/NkTXqmdzGhXVCZNAtGrDUX/k0OjxqEwzo/WlSPSb
KebXJL7XCMS11/sRLTdCYM/fzDCFtkEflkeMZ8mzYuXwlcfuPXWjkoy177sGZ0o5PvE4UXIBXd+z
ZGCqEYqKfB3RPnYh5M98LtTrCJ9iXRTGJckdAtpdp5i+3rV+71ge5uoUM/SgmkrShkAgEK8PCxj1
LUEo+hcDdmRYZiU1B1yUoQTzpTvTuzmWu237afrTqJzd5cBP8ccfM56srIrXVmsD+ifUef5uyZI/
V0xn3D0lUAiem004XjQecAS3WWUx0UVXApf7D/SJ6YP5idiHZeQrgq60ex3CpkuPhc06e6cXz8PI
gxHOrGxsWv8c2+MqmhCTboZU9H95fO16X7Gxf3PybKy/hTH109It7bOE+fA8Ijuht1ORjbM/HIs7
ph+EzRE1m0eqVCSA9eawOMeNhsaOlSdwuqB6oXH0OqYdLTc4ItfcOUi3vlP04mo8m2mcou+BPk8i
lNK4N1AtWbcF2e38V2W8AguBvGLNtAmZyLCkgA0JJa3P2Rxy8/IF5nl1leNggHAsbXHKHJnCzGuy
39lJbW5VtNX+DiCNXz7jASAzeQQn9kEaHbWWwQC3S4O6PtAdopHOh1o+2SPovbAnSJ3d0BLe0qTw
AcoZxH43weg349iAZ0M1Mbhm2CJ7qEm8tq3oAQWME6z7svK3We6L7ajou9ELwi8sMiL/djSurJZ6
t3hxePkQmS3lUehK3dGZNr3jHHpEJkk82+bcikmnV7uBqHuwiB3YwSnRfzIEmk/MbUjvqSLPQyEc
u6gxYTiwcgyxEpmN6QwzHwGdgEEOxv714DFG3/mhXL5Q2fhmJb0leDO6nOtNIupAPY09dlFi6Tr0
t/2q7H0AgX6X5XcWnENvl24wtyryCfmA/cUFhVe/srqyZvQ4d7/vt6BtbT5TDz0BooKW9QlOCjp9
/njrYDT1J6uiyCKzSa8dzRxKod1N9HykO+BjYofKb/BLmECt2W7YfDo2oPi6Uq8IIEcBV13j8Knj
q5sUaZJvkFOlk6KYZeScHTgMrMRmJuom7kuEigKTMIrI9A1yYh6/x9Vgoq8RW3x/MiMCfhwrjWWQ
Zhv4c83I/UMyobNHD9CPh5S3M6/Y6qTGAsfRxCK7OHHsCnDUkJzgt4WkPhTHIsnkRIbVsoieVCXV
TRUhWX1WUrTxn3J05oGNgZ0CI4kxftF4mOwf+0cR/DeWkE9G0ApZ7rUoOMpgVC9pGasYRQUdceED
wIP20u0YJgP+5qpZXhCCRHfHCtmXL1EuLH1QMbAgYlO4QFa0XTYmu1ZEmypQ5CAlKBtWWGOZhKVT
wsgYWbT+KpLpvokqHXOhp42BqMO6oObCU+Kt+s5XxWGoxqXfmcirvojPENXRKsgmsHEADRsnF0V+
oH8mLTGYxyV/hGyXy/2spBseJ8hqMSLOmioThIxzMu5AVwKXh1WTT796A8YD63FleW3fn6s+ZmaD
Gr+poWqF2fSCkwmtcG0CmmaHu3x4LPpJ+oeqq6NxF1rZorDUNebLcQaIvCtKpMl7oF8ZDxo/JAL8
spPdrbvzORr7Hs6IytWmVb5rf4lajDNs8egY9BpnR9LvbOhd3002IAfxAFpzu1S+8yxTf75TsnoE
TTogK+WIHCycj13rBunOdsayeuCfDBQhogoJLgdAQIip1b931iyvSJ7M+EoqkX4KpPH4oQieAU3i
umpf68oFYxcxg7EdRYvvIyijhC3FyGmeNm+UB/XwZ4Dy84dIOvxPDuvwEAMZlv0LooTuoy3TFpgt
4/VrbQ39v8jDEXLA5YqItURE+sjk0M2fPOVQ6rjhtOWxS3/wU0h9tJinroI2yZ9yjoNyb8YyLXY1
YXe/QUAyzibDdUiwBcPK5FBAcksxfmZ8TojD1RlEWEA4leVk3mYpWmf+xwR+eOkS1Qz7aO7CXxhx
Ahc1mYkMFt2eqjkApyE2aRI0x8bLm78anAiTJGGRRqeXUZwFe7VvHKTTyzy11juvLXlP6IPINAuH
fJBH7cf240if4u1q2xTntIf2Sz3WcrjzzefezlMFO+GOEQEmDYz+rCxUHl1K2GvWJsGIQXPICWSf
x3Jp3vHkBIz5aY3QUdtOhodlkjadmhO4tEVksnWPZB/kktCmFqlIGTjqJyZ248H3g/g0+JjHuaLH
AtKN3WAgDDSbyo2sreB1STBy8Hfg+yAcNGkAKg22fCBBAXdUYMEKvHtyUsPQrgyqDXo2v3ivIKGP
h2oYql+rnJCjDUxjeWazycYwBJLo18txpeKct2P5CrW8uPGN1mwBulKfCPqQn7ZP13Zg7OegOtIG
uXFWh8Ouq1vf2oV0vc1+cRmrb/Ci0G+6wvOmXYfozeBsFVj6NC7vr2wZ4/Zc+vCAT8he0+Rv16VV
vrX6sU+21qhUeYzBMWawYYldw1wx2TfQ5tC2A7Z79wRPSrMB299VdoNiBGLHdrEuS4rA1cgvEzho
C1j8VNBJXHMUW2cBYzPb2z79CaGJdMlsbIMX6hAQpqa8f+J+EEwoaqsmAOd/HJ1Zc6w8tkR/ERGI
QcBrzZOn8uwXwvZ3zAxCgBh+fa/qt44b0X197CppK3fmSj8vycGPQ8S+IrSZFdwyn3ATV4Jz2yzK
CfYkW2A1c1KSJ+44eZ/IDlQfovFpueXTS4QgMVCRNnSDwV7jSqQQouUgOpoky5IXPSM2bweAWcMa
wcB9zECFNZuWf8NLYuBxbSbXS9bAYsWd1Wc2aZRkKS5NXzNsdcis1af2La1fEVDri9UvY0Jia1TZ
iYeet23JZvR7tDQ+eyzA6gnoJ2RIDwP+BQ3OPomEU0OksfkWVVgSnSkX1E5Bao79zwzx8vaZS+pj
y4YQvwyFZgLTJHnefFOPjn4FESbn/5y4ogJkVQlEu+/cNRgTGDZdeWAENHLVaVvgkoa+nF77oua3
UcxipO/Ik1MEfydCO5qmJuq280iGfyXgnI7r0qrMvLdHK873JgtDd99bCGBOy2dnpca2/wkFG+2d
LNV4Edhw1LdCQS6wMCS6P6KHW8lFUSEq967JpWRmKsHGjMgJ13JyQ/xMmiGbMGkOh0+SE6LKhD0b
dBNUWMGvWppktA8sAvrsi53u0N55koT5wXG8xr/myMv2ytaDWg5l09Eq5jZj7R9mW+fhkdtiRALP
bhjTPuEFDH3GYUPq2kDU17ZSwUtNEJKGKTBQyXdvhlqdEm7/P6pZ2Mzwx9bPlsavuenggiz3XlLb
f3iRp4chGcFIqwyWC1EHYT/OLfyCzTTCiTnpxgn+cC6wl5OenQXrAKNjeKJfZAm+WnihmyHE9NTD
LWR6qMrsPtCesbeGm9jiJUT8TWDkXc9lGpyWMKL9mNEKzS3XKRg/KO+bikJJDgNKkcUut9lwPrsg
1o4lEBzGh7H+nQJs0Cuje1wjxofgvBVJjRjQewNIxLps+wcNKYSJsjIMwVmb+S/8m+LnybcBwXFn
RzZguZj6pjwMm+Epwxx4zBf2+jdsmn1P4D29NK34sFuWu5seYuPDMk6QVmi/a1c+2JZt29gLAXzL
PYVgBRMOaom3vQ5j8U4Ctc+f5sH2QVKhfK8dzl0WH5bzEMATssk6VxLpq7EeBa7zS46CWqwrpL2d
snIqCG9ND7rGprUtEcaPGCRS2CJTFe0xirHJd6O8+lgqQ6K1cimJ2o9msoqLnl2sSUbACOvbiN+F
ieNFbOGjtYrNVryUBV7YhQBSkzv/ipYUVFpN3EhNU9+mqfDzRoe552do74GysT112a0qzE1l4ayy
sYFeVlfzl3QrDWp3IZtiE0c5eY77kiBub+MqvHGqjDjhlYLT0FTRB8SY/6AbeYBXzfiIw5Dvfz4s
fAlQav2HiWfTFVDwxIGHhrrD5pi89Vbv7YuQj2ExzinNFlUmoOanPAN85ZZ3cAtwN81R/0/5fXGq
lS1ZtBaYM7dRVlSXyImLQ1fm8q0JS+5AVtckjTRs4NXYkhHHHxim+Yo7IdhmPkZkUENxtGr7yAGT
RmRonw50UOP9JinXL5ri72JsgrtMkGoGooFdzRCPYXcCl8T1lq0fe9yk4AvusyKVDylWt0soKBdC
j4ZXFCCS4q5U7c/AtDFsmNvmF7O4gI+YxCPvu0FQdRl5+YetJ9dBjGq4LJDG1L7kI2Dv8KrHDb+9
lrtj7lqYO7UqJr3tnSGbjixw7XhjyqoHNctkQfKF78YzX2sKFhGTC7UzQTrYm8BrVfFdzIbNgW9N
HLk5qC0QAhWlhC8ZXigcNspAI8MNLVNwHVS8AR3AL3YEy+sjS082KIadEHz9Njw+qvmjs1Var8XS
hfphspJ+vKCuEOWQZPQ8PvsRXoZVEhNC3SfWjWzJSQCnSiGduOvSGfEAIPNEGCdtL9p7ypQ3ai29
PlwviX8Pj+K2OOvTf1FChgxagJpvlT+cIPQeYpMH9OHE9I/sWJhTbYtDogJNFtF8xit74Eh2a9vQ
j4dMRn9dV+GKMbMM+McLXp835RiD0jpLq3bmNqrEgGAF4wxPORbpTe0kwTP8LHZn/L/P39u64Tib
w0h9uTGLvTWko4gbhNSuunYka/nzTpRxbifcuiS8CCATRCUhCywkDLphh8HSe4Y/FrGMw6uR4OzL
VbZPC0aeLWc2S8m8T6MQRm6Mlz7gPuJrTgMzHM/UjNAXU2BBG692vPlAGmg0a11PvbsnlepEexeo
0bGJQLpg5UiNQSxp2/xCHqJt933BVmUrOkX/RCQ7BRgltLoHb7g1YoT0zb9VlsK71xMUubZeAU0W
iCBG4NyE2cxJomx7T3EM2iGfJFpmMzqI3bOmTdEhvFXr9Bc4B+DlOpzjLxtwGQaTvs3aTR6VJfsm
N9YvNjWEv8vcgcymyYn7HotuwwM/8MTtZzNh8LYkPWkfps6SDJ2Ge3tq5y6jN5DKPXfXzAsNQTxF
PF5MDpMbX1ca6HagJftlgweWJyKGZMZA+nzNsoHU7UDkc/NxOihQFn8Of9ivGqE3vKvn3JrOHJoE
oumB84jY8cB64utNgjWYdMiWKqLghYkgyiyqaeSNCIBX4SnC3QxvLmaTw+fJLo5jCwBrbbo5+rRi
x3LWQX5LCeFdrX1oprN2WC506hNDKWg2JgR7N/CkoPrGwX9AmbWO+p2HqwmLpxvODZ6LoQtRmHjP
bPvGg9DklMChVkNYQs0wrZMW5w5xxEfqbvzswI7Nso++I/HsmVhVYAyNCcPtpHo+QhBI5LBmqdW4
bGqq7urnmOJvedHRBo/H4ceZ4mIjrvOa561gxg83LLA4cUohqM1JSDZKiNM04G75PTQFLJpYeUfs
Km7y7IWY6R5YrndUaviNP336wm3aHXhPZ9gXZehEa+wi0mcTiwGLuq2w+065SOiiKcbgJrJSrbdO
cRo/T1lJFSSpvd7fJ9Ia/S1DuHZfM4D89ovgyWXBhA6yiLgCn88N1pOyuAwY/wAgMQifCmnp38nt
b/Dyaqr3DILJ8xAQEdmqRpAkh0UzhRdbiiysoFCbEjKDb+p5K6cGwmyAA5B1fH/zpTKRyj8ow6zv
mBz88DRXTvw3+UNOC1XpZr9zKtSloq4aKQWuC3/3xStjGkMxUGICinD/aPaorFUgi31ivGs6hFsH
yhHhVgxqaWJZsDGC7BvNwBi0WYUzKW7lqUowYxGhUPMz/7fgKcJqq7aLi3dulyI9O2ti9N0Pq9fJ
2jCqtP5msNJueECoLVJ2530NdlWMPq/JDh/SnZOElf9hxcR2jnORI/B42lDpDv9xKNZTnA8XM5Lp
38wYTeotEpNq1wnZvisuCF6/uYbJZ6W+91bO/nzWuPI7wLEqeITNTBkNbRttf5yZTTloNesV4FkY
CeFMDumBfoLuzx6a/MfqMmbhscM4eXSIFIuDz239MgOr/ANMFLePtUM0dqWcarkfGGIedJf793Wi
WEDEHKbga8bGekpm1ViXqmvL75Qu+H9en1D51SrssAgDiiIGGj+9DcR+iQnPdFRIRtqCo2Zs9+dm
F+TramX5vWSF+B8kI/GLK71+DJMZO1pOvG+PvwlOrZ24dIaxooL9pmkXIe2X3VBaUSAHFmduwbzm
CcEwS+7Tfaeqpc/XjM7eU9mCNN8WtcSjpiyPZaZWQL2eoWU6aqOxF/4om3c51RO2ehPUjAVr6jCy
bqfDjvVNrlGBbi6z6Erymn4uX+QJ4XASqnBHMtx0xIONHWyCOU1ZpJI/6FUVfcdtptFQICkt7sxI
1/ITtixndpmS8l5anfcKFfNaNPML6MXHMsunR2uaqWvQk7jgJoPuo9PkgYTsfK/5SGXArKfiWGK9
PUrHYLLAn5weO9PJHbdMccB+3T7T6TNf2d8vW154FFNOgfWFZdE+U8vL+QzvZqs6WrpyUFM7EXbz
eyL7l7H2RpwKeb52Uzc4T4SF7mTd4XQuQutUh5O9sTv/c+GDso39/rkFUbOpQe3hRqDLDu9OzToW
5ZENbEtsJgpS80E04Z0VffhbEm56snrYBMz32SHFO0nTcxl9KQkcKRGGVZlCvF3FTVlyqg7dbo48
+eWDUXq30vrGqxqc6rEWgX3njmm8xsD1FYfU0QCIDBQmVQXzASmkvRBwelm48Vc9eQB4WpbeEM/I
6TGcst/Ghic3z4N1KqIERHgOk8Eu9fyIXZA+DG3RIRSG+ozzujoXxZD/KJWA+8ir/KBpAXywzLC8
S76UG56xAZkgf/niyT4fuT8JM6SARt+njKwiSr7/L1B2f4aidMNb6vg3Z5LfJOGiz1EbtheH/BER
+a4+YNsa3gZMYaxyu/YhagNe1xo+pGUH/YumHA5wBhkTYDoz/676J0+DaN3rynm1sUmuQ186R6jb
7sEzvfsW54n8N5Bq22uHPiBMB+LREV3x6vt5++H6Ie97pyFv7LC2Vtoqn2kGa/dLaxNhIBe9tYCg
SNXme1Gpf9St1FvAEYh4JZLE2RhI4HGDF9o3rofai2lrH0NKIPDidRTyUGi0n0vssIwquMFcjGcb
UxTirmxN9gYFqMQezeCIi2TYDUL2B1/W4x0QVyi+g0QAoH0IITFCXSTPh18N2eQI72DG6pKPIUud
KVwxLkeP3CyygmQ9B/ejFz4PZEnuipT0K6dyNx4d2yq/ceBeSYyoT3cgeROlA8bYZjrSyBS/NUW0
sxDRPn2eQ+e5q5x9gwWCSClqLYm57sAH6JF88EfWcTmL0hr+CP6RUuXNWHpT98gZ9xnUS/Ze+N64
AUeLFOVAfaopVYTL3KGuo3G9TRms+rQm78P07+8dr+VcgClIPtXtAncd05d0LQFHGdAZ1VY0UXkA
Ftw+0jZG9rMag+NCGmhXiv5IvM7GJ6KifEPPN4+2vvNfZ1wgn/wpRjoWrGdFGO/TKngyYJeoL1TB
0Uvj4aIB2zcQH6opdz4oJ/UOPvA1Cr1hE7JWrpFtknH5rUQ6Y/bvzW4RLcGpcXgXlo1PnP5Yyf41
gYUQjwM6JQ8Brrcxm58lZeCU3lrJu9RtvJ4p6XspTEoF6OK3wQ/ck/GhcNk7rmq9EEogBYcijzPU
+Um6zt9ICE5i5as+h++fuOprUdVTqnxAAp28tOBFMddUdGLwv1GQEmvtNZWs/Xue1uaZv4lccV8H
e0HOHYHZN//Znh19BCPWx3SCb9+2fuVtlwT7fgI3DNIvNplNvSTixZ1bYhu+Q6zTqSk6pfr6KvIG
33UONW7Buhnkr7xB1D50qmlTLiU0PKzl6igTEOWlwp/gNSiwEt9CCw7zofRtFqBds3zaE80fU4wF
n/Wgc2Yh22+9kR5C4WCxCOCrH9s4+hh9MP49r6drloTZH6InjgmV8f63iybfBZkMNmQKSHcwE8Zo
rqr/cQJEayZeGm1Q5unsaQPgfo2LuahjUCUOIIiG0iiE7UEtEHvb9hSmOG0KGfH2Q/le6zhqD8lY
/f9BSgqDN9F7Ntjmg2AfszsLq+bEaZx+lYl0zlqbf7bBjwAR7SvzhHtuHcqwR6oAdjGYubXoHQPT
o07uWWER/nTZkm/wZ5HkL+15Z/d9fU86BeBEoVmkdCkJ0SaXdUs4mtUcQL32u89z7y4PTfwg/CnH
FGila3vw34C/Jm8IMCyd8bg9WFaZfY5IC0+T0GQHK6jwLfTJO4oGHugpcB9LE4i9nqfs0bWEeXdK
7Ld9IfobiPQGd7VUeG7DXO+jCEwvg6BLwguIxD1RErK+cjBrNJ7mpfFs/K/F2G6bKHbWkJzMDr1N
PmZ8J5iWU4oPMWmTl1uC7q+IwX5h7BndK9uZmOi4EYcWYXDjlH18XcoQOENCHx7OxPjOBBQK85ym
Dwlrl/tN6osgzTR1jInewGlFHvMMVwXODb6M6Q14WpNsZMSLc+XbrNr6xPUu85ypO/KKbO9F4mwW
RPd7K1HiAleyO09T2J5IT7TvgeYBKUXQblGC5y+dpE9gIfHOJuEjQNwv2/MVzlPEulXlEMqRae1c
Y0AXu96fu7PrKG4frsGdlIN7FHN5vcWBt1RXwaQvHIvdST/u54hfyBiUQ7tWY8LLLPS7aGXwfD1k
BChPBkfDc+D34rXvtYQTbwM13MbkO/tVLXkAn2Xuy0PY1faR0V0cplm3NGPwvD/yZrIZOxrnUy5u
fCzI9p/ahadPxJpho2NptgMWDoExWeunuan6Q51N0zsZ/foQ9jUYN36xAUxBFqLPU6uWu0izRLcn
Kz3rqHFfcifkpw27PEJW4g98Q2gMD5YurHVhpS9TBt2QogBQoBJCkrcebSohjIEqOxHRwugaJqzx
PaRIYKxe+t12cbMRYxx/GLu/BxjmPznZjVxWBXF8djuZPpTNUL2SU8P4WoIvjQYaZ1nZDs1XnSPS
sG20fwuHOpW6b4aNDtoSBnRDs4U1xFdKPNgowjn+oWjb+4bhsh95uJLbgbBxEaKa9zVkEh6KmKJr
tMfB3XQzxW2nvGNPdYPsb7I4c9MN+yPKGjFnYlm0mhnjdex4GVvoatnaZZ/s4wkhlE9Ovq5z4c44
LblV4pa5wF1k85umpt/7Ux+89ZPJfjEE46gA4rXxiY7/zbXABsCZoVc9BcH7LHDf+5E46yqa/XHc
kC8vr8gkBYRw37aeHbInn0NtDJ4I34p3svHj+2yUKc5unglb6ozf0r7tKcmQ3iOOJlhjnOAFE99U
0wvgkb7IKdUgiMOG5iOmOuGFJynuN7dPNvgRw52ufGufVEL8RfkI2OOGWIf9nzKbx/6LR6E7sR+n
fcawrOEJxjMICzq4s2rq6f+llYe1YTkwuY76SjxmeQKfZvG6nwOUvbI0xwzWEBPdHNDeoMINXYIx
ns1k+Pbdyt41rqqvTSajjBvETjeJECx+k5CCgyZuGA90lsJhjuSRYuvovs17/d1zFV3GMgheCV0N
mznpWQrw8PbpdHL5ILR6KaIVYnKzjlGvvwtFXzyrqOkiEJMPGYmSa57SirhxXbv+zFmr/pKjTHdU
XrJmK+z+sVOAF5wizX6V4+J7soZbXVbsnTHo5fdLNFFTOVveW43bddP01bBLIhHcDH8qfMfQoV9Z
TcZH163it7kd7ptm6U99Dra/pubmJ+HhvCXbwbExd84qBZNxQ6MI4Dohvc+isPoTZsjuX9CZYcd/
L36xQpvncOtTNDdA0z9BVfZ3Dm998lzBfJGxmI51wr09VqxtkCCd/j5jLlLUxd74W6b6b5zr4b6G
2Xfn++TFsHfCUbcnQoVllf+y8ed0z1LrRs417fcwURuLoHeawGOtgDwn/1CyigeeAepzngxdNK0R
9etinDfic6gXHW2Da9UzbEcqGB4i+MbFLQteIw55/ruxcNYRww9GyhV8edIL2qaJuWfroUqujjLt
fd72BiT91FYrGtfGJ6CJZsdX1KZqwQpPKOtRvw9QmjAz/D/B1jpLd53CxJx6ICPdiV7E4UCjTHWn
IX+u5MgzawUKt4c7VtYW526WfBb+QAUy0TO5KpOp3GVjwgsTSfjN73RNZDZnTwuX9VoA69xTMhbC
grJpHCUGMmE3hXRkCFiQElk5wOb+3zZBdsM1NN9iZiVBxuTAoxz/UJXG8QFfYTRdaTgZ5AULUbGh
RyJ+hqshmPRhJDWA929NZHpdgpHeaelqiiDCWwVLmNMALZzuP7Cb2QPNWH72ZeaQj9vEO4Hv/2vn
ZPxI2u0/WIcUm5JfVrn2llBuc59rMUFmfg9BmVIJOiXNarQko26PkRtZafQUmoJwD5Os1X6KRPeT
cqn/f3cSfuEK9KhMBxfJETJsF2It1XGxWp2h1kYsrdjPUPjIfKOKrWbf+BSTLfqNNfTToo0lFLzK
+0v8QSPIIIlfOHUia+XzzSGj0rXHgFS93Okp+AJUClu+mV3qhYDIHFwK9fhEpYxt7BqIw6nZthZg
qrAlJfjjf+BSlLjLFXGJNcgffV5ox3kee0AQJMzSc5RN7b9U6+4aR3VBCLfVnxmn0on8rNkkVLM+
U/iRHyNivBdWqP3eksxDWeVjvZw9q96GTp8dSlvraht5Sl+FJZc3q0rkeS4sP8SKh1cQc0OFHw8p
RfIn6ewdZPh0009+dnKdyt1a09Rf8YHaxwgl+qNoc2dLfK5A2a47/77MrR4rJ5OZfFSu1X5kLCo5
tJBQVOzNBEgWlR0mzJafXZLMP9Ipl8c27IuHWS0+ZwJNFmFriwfRSZqhTVW/exSobvrY+w+iVUcT
BRDTruqsb2uk7mZyTXYIoIfdbPr1Zzc56Pe3Voq4SiXSlZ/+FBg/2ATUzllS4bgajZuRvidjBqEj
CYCYAax4jFMcUytAkfKYGOkC8Knzpxtya2VSiqTkyCc7FwqgBsGqjlnTKcNHEtP9CwFlfVfzxqPB
s9ipEePu4B4Awbj7Ba8DopE339E5ab6XLregRSyo/XlkCFngMK3rjlEKkTEhWj6F9dHmMiPhH8Wp
ezcoLFE24j/GzVK+GV5N0QqA2jsxCPLTFvmSzzhW5p6E8vi0pEl/rLnaavKv1IR4khy5Cz0DTy8g
B5YuY7ilkWHZDZUs91kUj69gU/ozNdfVVdwaR4BveJhcWe6ySQQdhabWiehq+bg7IDXD68rJBVz9
inwypTK8vAlYm7zfUXLqfzFIjdOuHnraAXEgi7PE4S12jsW6HaIBo7RmkbcfFFxk7mzvA6k2J/Kc
mREIaDhTM+E54WUepwB0xpT5qO9dNvyCzBAO1jCZ8nvHi7fVTYaLJ5oklRe31MjOwyX1Xt/49k8I
zkJuAcI5J/xm7ICQoSufoj/ft6Ntxoj0wq4R5amvArZ/WU492w8xxfEJBTwRu7QZW7UecZ9MZzft
cPFSUpfkjzhvHDqTeN/8ulLY7roqWaTc4fLvGlDDaf6JEonnifrRdFkR8MHCLIrJr9aV4peB4CbL
R5NpQhZzXrnE1IoRAiLCOKZ7vsc4kSkVwpkc8Tjsl8m6M+UNKIMvFoOZ5majeSkonovIuzVii6xi
N1OYPKWFJ8XHUEU6eRpxI12hJmGQSAuL8DNEli2sQIb+wHXrg8LawYRS1mGHP09o1nsRYKRjZYkb
MTOIln9EFUgKhUs/nrRZxHKCXqleQC+DgNMsq8ElNLdJLA9EHD6CdWXzS26K29JLoQuBJSss/tr+
SGIy4nWF9lWTXjw7RFv5MmR9RWlRmPTlwYABA3g/gQEj86kAvcFkt/ej7Iik5HXxMWJSZSwkJidX
uJBpgTONis5LpvmrZLazgOWD9LuGvecgnbG9xzPLEzioInaexkthe7QWNIvtNIf2v6KzKD8hHWWf
MyAAvDUbBY6SfyTZmi6bBUS8yvdP4zgEwT3ZHMX3Xgmqk20rsM6zMFW8daSoq40GhqLOlYiCAyVs
dnscixLuXTBl4vvGM2X6Nbr5c/0x2FWS8otVzn7hhdVrt1A+Aydh11KaNp4zYXt/thl4upRpqO7A
PngPtLIE7wmHOU9YdNCXLuaRtBWYjSnyBU+296sGfE3E7Qqr0/oEb2ofIdIahFanasIdpksRboOK
heoG2QtHBs1G+7Etx2cHvfXX6otXioEBtiQRWirpdTIMHqwUM38DEz5husWFHRfOjK22nZ5hq4Rn
njQMHglP83fs8lQ2UIiKqgZYPi7MNgK/uSod952XIwKDqaw9k3b0lunpb3bzbEdbCo89OaCte1V0
aDHWM0oQbED97tMnfBeUreJASP+5A74OvgygquXPzHH9Dsbp5BMcXU2Uazfu+EiHw7r2yYSDg3sk
FnkNbwHFiCGSpO277Hy8i9OoaTGHhLut8FltxCAJ6kE5pGAxcXY4qIi1SpUfnK4rsYSEw96hBhEQ
pWzvSbEEj6pHgl/H9HABK5jHHcmSDwyO4x26tX3OExUcbT8UH17fxyfIeHRahVbUfC6qje4Kc/NK
xd5LOWBlH+wo+2/mYb+3SVWTpAUu0mCwKSMW0p5ZOUV4CSdnuhMwBtdlY0tYoWTW8DSkLy0LM3/l
9fhDoR5ekZfFG4JgeIde1/wmsTCPYXMbUuI7QEMgK3FwhOegFOqBCSDUt1FqOfQ3b37BVDo5InxK
4b0ChoKUUIkA64pWFUH6xYNPUYK3Agv9XoX6L2KvvgNlE3/NgJP+xbRv8zI23qMPxnBXxGpauaF1
YBuG7F2FXNg2cZzLIAUhM9lx8WR185pY/tPAiHkU0FR2mmbIezAOBetUjij2XIekIEfSRbG1q51U
rXIEa72ZwMjf1cavzjxm0eDCKzvCDG9FK89wgWPir6mdMheOz2IpZ28VaojF5Uh1ac2Js0VRZueA
U2+PwYTnIrsr9I4BR+Lsf2pyEKt+cN9Cdktb1jrVisD6Q6Ci+N6anLucmNxqIGW9A43Er6or+828
BGY3T5HaoATX28WCHDr4nfoB2tfvsLP2u87z3tOZACQ17GvmeFCSAIuZYFksRHYQXvCWypNvsB9r
QWmWjvHbGU3O2THRS5lAiaM4GAaM/FkIPIJxNLV7DjBSH+s0le+sxM/+glFc6CyjE9lHUx3E5zyb
/5y2uOugHnStcVwkVLs9u3GV791AHnGrehsZ+g2aTpwesCaX20SnqIiNP++aXjuPSP7h2c/mMxg9
tOZ4fAGh4zELLVuTevMZn+VXKoaAoI0Gh41beYfn6RvsIwu2hAZJbJwAIqj1utkLE6Kgi5OMj4ON
llJS8s4pYZ/o38DVM6lgoydPkKpzZ69dBWndfgo8x7uxbeABtyOu4TPFnIFcm4C7gW8GGFYhVlOI
hZcFj7+HguQ8tTdvA+Mr4+xcetvOgJoYb2Q8jidc1LqR9y3eT/zoIt3YNOAiq9FMzrS6EeSeccM7
/YF4GNa0UZhVasp/lcvHpw8X66qZAk+hrbsD+JZxrcOsucRu/xqxe3xOtIvUlGNxNDSNdrG7V4E7
/Qjb5znhhZcABYw3GJAgoBZ6B2UNjBbxvAOco+K+gxOzV731Y8AVryjS6jEJk7UIpezoxuAoOgSZ
Dn4oFMQlUpRjQ/k8QVfbsH8qI2HuMZDdEVGmWdy32eKEc91sXW+Oj2Vg8dplcs5OaT0gb4AE2I+B
LVhhEGKowP7DisxbGmvpJvBI1lKWnQsKDi35SY67p5d0KH0IGoEYeIxjx1xB8+qJjIrsvoUxtAMl
1W7aSGWvqbB+wLMP4ynMLGCZ5KH/sBvbAGQgVe/x/Df4pjNqva168neLpq4W4XScjszV3IONO5zh
11iHPBjUI+0r+ScPevxRQPz5XaK3ZWpuHil/CC6Oa3bR/Os1mYdGpEnE3pBioCcW0oYNwUQpHXk0
EbpFbg/FY1i6/ioKHevKdYNxZfxuMd7k+wmB8NNze/mfGUK8MyKZ57XJk845sv7lWZ99Dp0XP0hu
pTO64g4zQXhHyuHiuwHtqnntJcOGncF7bTDic8MCpOp5JmS0/FRTiQ27GQiN8tlnSfZf1gU4yqO2
2PAfopOdLmo+i6VO3jOLpuowdoI1Al1IE5D8nt35Xzsa89SmFJd74EeQDMofO4zxfaTLJaSz4KFV
eL3spLq0VavZijoF5uXC3lYU9KwXnB/lyvdDtZvHIXxlLUyaoxx4Ug50luxzR3MrtUF0CW9L9iFD
faRPCQxHktjirCbNBaj86oX9Ci2zfK0nz24gdaTFK88rDiQ2boTXOP69Bjkg99kxARqVVfDADv8h
uY2NAOHKu2IZ2pNb984OU37zTBl3TLU1RUwbx6auXSZEKivGtS/8VPSTD/2rtjDFVXUoafNrICSp
gFnKZsvcRje+CNvn6yTMyR6m97BNdlGPxaomXLNM7gRpvVZsoZ3qv8SdlaLNw4KxEjASomLf9Vke
vBULVS3TnD/YvuTKarV/qsd4V+rip7NKoDZw/SPggXLmj0mujGBT8l9nLcOZRA+kpZHzGpKLufei
yEWmz/R+Tvvbz9AlD9JJb5efdP2LFSbdPhFZ98JVOm/tsQH94VV9+RFIKX/tSeS/+MtgqKRZs6WV
rvmLg/gxywjDbIeh/+jc5cHIHHFhYou17qkCSBfZXaWj9kMPqSTQPwle5DWrqpzA1GQfRr82F5Zj
t8roG8KlYF0zpmbrY2Vcc4X8MMGdgJBOx2bhoPEIYh8dPZMZmfokW3Wa2rXBqGqLBFvv/cEOt1Y3
3PYd6pUt0LPURUwiJOnOhV0Xr93CHmYIDJWdqKSGzWFTvDYu52pgJYRbYf0ehjDaA2D/h9a9AK/u
tiWUsXNW4K/MwHkf+Zp4d42V7qeZ9Nfo1nG+6RDBN7p2YFhnw2ixBmav4atXjRdnxd4ckIpg6J3s
CiynT1NP4d3a08vFvydTN9o8m+FAx91npMwB8EbFdqVqgMtEj0VOHCuIcWAQ5qGJK5izI115+Znx
K9lPmCYupv7AyoMNe3ixKCeT8EQUqSMsCqjoCzSTfRI0IYN33Rm62WCKWjD29sOI3bAei4PdtWLX
Bl71ZEgIbpvsphXmFZ1PXckwXMmHxMsPwpD2IUfSfePfb/euZ807+v0Yvp0AOt8wqDuzpNcQHg0j
CQznCoKzusngjvCbH1LJ2W9XdM98gQQ9neX0UnsY3tmy+r880+lkcAlSXwtV6juH9CG9okjHTjh8
ad8n7LIyIrumo4OLWkbJTd1kiCpAbMLTRqiRmbpEvXnAQ/ikBKbnmZ7CFZSSn8jUzRnwTLPt55Rp
0dx6xgsWx2dtqfbYyyzaTAmFxEHN3JYlP3OluRy9yfsfRWe23CiyRdEvIgISkoRXSWi0LM92+YWo
rnIxQyYzfH0vvXTfiL5dVS2LJM8+e6+9x6jxljr1TeuWVynS6Ax2I1HHievQy8A2k5zQjAuZPVQ5
ZcGhG5X1mhLNQbxlTy0w6N6ffefDvQPp8pBrDhbN8mjJ9HllvYMTp2h2Cd7pZyvun8oCri6XCjtC
q7EjHZj8r42PgGOGB7eXYXGYEbAiTpAWRhMWpYhiS0nnvDU8Z8MwUuxDamOD6TdPcBLda/oyP/vS
kswKpV33Gm9zSRZWmQT/9yN/Tq09tSdQwqSXAN5lAAa3vWszrz62eQqzKYYq4wf/4i598PBSwzpl
P1MEvxkH/NMKb+QgJldeFUf7wcrJ/M58L+qYlyPMEifCs8tIi1jaT3sdB9NbIJNml8kgf6Pt4GzY
5lxdZdwfcjWs6oY8/nIJ597helDf9BBE7NQ+ksAeyNUyFAVkb5YZt06zoqiH0zKx/sINvLPvl46d
FXNrJYpPeXYSJmegw4+h5U2o7NBfCpdyhPNKEvpaQsw/qxVYIt9crb7DSnUvreU+avgFrLiQ5k84
/vEnpmGfXdIABr/gwrHB057f1oK9yTDQI5DzdLzHbZVtZ+10XysrOuQPKrfh0GTnbEgS/1RJXKoN
egh3eTQxgNGg+aD1MG6KMnUPJKvKHc9acwBt0JJogeTnUS4HkFlhVubeSUcS2FE+lHm2blDr+GRk
aX1xCwV/T3Rsi03y8c6JZBMrqrPGE0m6ZOHVeBFqrl69OenfRyPNY1Mk9r5L1+nNgf+PfodcdO58
dApZLZdypEKnERV3QxqB/4GtDrlOTvdMlaLKaYctEORVlWRDuadZST8a3bn7oXN+F2F9lkE//RmZ
4S4EAB3OXsIvM9sut/uX8kGXh6LyfHyFxkACyPI17g/0OUxsV+P4Cfv2cEnGxM9fSsQabz9J1KCT
73Qc+5qRmYAnKsQm1V3nsJpp1IchPRF5FEQ/qQxB2lp7nN4YHmuPd0DRPSsV/HGGLEWrat1DCUEr
mv0FT3IhQgmJ2Z8jj9Frv3KRODQBz001KJhJMyGihLYf/Ovmvq+zZ/A3pG4xrHvF+nfsM/N7qdTf
pe78Qzm2RcT+Oy3wEVY8y6htxxVYzHMuK+s70E1MadQ9sY59mIhpIGjghW9sGEzLYQNO9i+0XvKV
grfNnae2LejcPDA49VvTUx/DHx7+RXqf65nlm3PXJJo0PVFyL6GVDQt1L7ZrmJ9knWGWM+2IJXYx
DxyZ0Adwi2PFtoflsxtEA1KIFBWHJcWW5dvgsqo8q2nKsW20NV9TeFaYFfuUnSACA40wGZ/IHsOO
rw6wArpTWWMR2voYyA4411rWmlnVftADQ7QXiownzxWsg2Z6VNiz2Plaw5je72MYJ0Yir02GEc8e
Hlbsy6BWfCWjtYp/cdteXzxy1PaGWLo4IlGNpwGgwhuhZQVOBFPgh1EjZH6siNWLPU7ToUhDLJc9
/7ptd8k/iJNDFFJ+eSYE/01yoz6uGNjvZjo6YKt7E7u1wA/dw0wxdeSqxnvh9t5fihnWGOYrBLxw
dJJb7Ld+lIV8L7G6Y9DQE1qtyL9ohunO6cgCnwG3BVSqWIcRqx/ONoRRlunokCz+WS+wKU+xIVLA
Rz8GK+z/yJCRlXXTQGyAS1GQRVtjQIoFcQ3FZIPmUBxYPLh5VDoYNzDzp867KMaPfKmRIZcFqg1B
fxfTnjT/urQC7AmWFNVdRJNabgXNupshxWbE87Ob6yF4xGvjX1ucumCLwTIaj8XvImlR4n3wN3MH
Zx9XS8oGbPpIhAu8FbIc7BhmuJNZ1wELiC5iVLlRTWfa6NdNto7lne/jOJfBTtW14yJ8JBri0sYD
ixRAPeU5BuQX5rXpPDsZOS2WQVFJFfvqNisqwtE2bAHqME2PfWBIW2cwvb2yC3ctOgw2U07eb25X
mNnj3nuPU/HJp3pXwPHmbhIrf1hjtX7WHsTCppuwtLWCAs01q5+cwh6jYFzwU+fmheZRlvYxIOd7
x4XzL0H/gP53X+eg7zkE42FP8JvcFwyI5rypwHhCYVGcvnx7lnYXtFh4tN1wU8ppKKPjLaSPz9QX
ekcGaijjgMVSV0T5/SYawyekDGMOUFqw2e9Ixm4aN+cWGU70RMEGv+lc/VvW4KcnyE+gBhZJb9Fy
hUOpxG3Ze5hAVwrZo14qwewk8X5CJIS+meXNXgT13Tmz1vyCq3wng0Zxu6/87BcvkmdCnjQqOITY
wZNz4afGa2WPQd90/LJAASGxsPTzI+9f8zyTzFxORM5dolT8bcFjsHBqoAH2lMR4T7lwzj3O1yOi
anXM855SEEEtHxu8cMd+oGHN6WDVFUl+mbFnvAThvEshCR+U7bL+Lu3/1sQ6jKalt7KEq2imEn0r
FeHzMtGkoGZqRspFnwJN+xQmMOsryRsXyGNrxzxN/gor0DjfdTekek+fKKCQCTZo7cv+wCW0PVcr
Vi/KMPUtaBdxbLPpTnGgHi4UIzECN2THk+cXtlPhUx5aL5Mrmp0H9xZ/rIWGW05ipvLHYHNvpw5g
TE+HZnAHrC7fmqY1IPtU1l/6Cr7KPRIRfDfuKJdozpe1uthQzl8VUm1zxiyAXjG23Wmsmgl8aRvE
j2PPY3tjoduU0dwUkB7SpRqmvfRXYrE79n51R+ymEpe5vR/eZjSvczG/5MKWO2HG/wgVzXq7jLgt
0Ye4+emV5kcw54Ri2wTKDh6pBCObBD2wm5kMj1UW8gOcbfl37kN9jtHpsDUi/bVB+W5ZJA+TBR3d
xg6WAkvftATeEyK5MxvteU7QJkvMPYVdYLewS2hEMXFg1JrWKS/BSqOrXMrpofBKOG+OSsy21EHF
2zafbLHFrED99jKJD4715odbwPqpGS7nqF3V/IrWOr56K7zxnBj20UGRPJeW/XFnYkcUSnRRYovw
DftzT9QnnTCHu33HitLWZ982wYnLBMiLYlYRdnMEO0EtyxNEhaUkk2xy8tBJ/CB5KxU3yx2d6cIO
eDnDUvGxbgW6P2KzmEJWHRiYcubUoxqn+Oo4KxzpXhVfS1X6vzX1QS/eWrofdLmyFTDVGGwEMGie
opGyoC3LqoSMSEzzdYUkEAI4AC+pvfY95xf+NGWj98PoRagV9COuBHX3/BEF17JREoLmFI/Xs6/i
7CUDv3adArBlaGKws4BC5vM+W2YCK9Uki+2ixu5v0LCV75RBfuKk2gc+Q3bDd9eqsiWNwE2Aejfk
0Y5A6wzfQUY8mmpxNFMkm2c7cFFYobNg2dnERI5ZFarHZi1+wRNPopU4MdE4Zc6p3z5W3frWAKcS
IysjMEwU0lhr+9MnqIehavBi+xN8b99T7Ber0tr4fmVAQqRyuP9eb3GdlX8qrCBRaAaDDysLV0Ks
VrEf2tg72hCd8WyWzefq5wcvq578NPtX+BwCBPBJY/c54QTWELy/9GTuRRhSUQqeWfk2SaEk5QOg
3QQCaFR3CGgE/LrqY+z9gl0ZwG10WA7YFi/T3mLsP9mjW1zXkbR9h/qMcsOiSMfhscNCdiyYEhQJ
t+V1oN/9iaLkhi/Nggo8mHGfhb28IN8wOqtqODSkmR8SkEI/GUwB8MFgnpCTQ8aPUjQ3tSzhka20
wIFFCH2djdp3KvhRVHxfqP3hygFT/cCRA5NV5nwIPMZ7NXNHwNG6kgLzmy/NJiGgeHSlcKYf5Va2
g3NsAvHuhHPZkGkpza8Zew75XdhR6b7MlHjGWf5MbYN77u64hFgEj4G25CMeQbaZLJZppnUKMPVp
/JyypdxRZSnUDid9T/fH4IYR9Mfl3Qy981/iYwIWAfmoIW+cmx4c7jcGjrN9rMPW38m2qW5VmM87
l2TTCwhDGe4X/nG96Vx3hIyNyenCklN/uFKZdj+O6fRajKV4XPOYr6ub5UeSkeWZuyAbEl8QEAdX
ed+rc7lldUSj82ThSfBN2Y8vk5L6d98m3i/uMf25SBbroEcnv4Rp3/voHZZ3AKvl/EHET3/sxcHw
jkheLl19VXN5nbzx1rBIIkofEhmfyqx8Weuh2NPgcW9XIfS0DSffhb5rUVdNPdWpYuLlL14NaJru
aLYKVHE05ifLwAGJlmMdIZYXHnF5toQ1cs5mrWuwsJPz0pqZX4Rnlr728svJO7OfmFbyrW3Tbi89
Fe+nuaY4jM4O2BwhXYZsPk+pgf6JetWsCywjFtLHenaSmEhH71oni9OcDFhjppdOGGtGg3HiB2Nq
MRzznp/F6wq4CBBn4TMZeyCmqeihJnOEtbGjbRSHSqzYuHvQZA4SXOTB6WJsu6vkXDATxDJJDRmq
+EgylJ5g3/mTsrW8AUig3lvzUfxL1VqehnJSFrsdjrvaphEkmkjC3QJcZBf4VOGeb2D5tFTy70jq
L4od6MepBFxIqqDdTDxt+UR4evFHOtTBT5Q/oSRMRmaENXyPhvQv1wmCeO+U06GT1lHIqiS+Vz+7
zBY44Yk0IOhQ0ZDoFM8LcDBWAg5LEMe3xMHVhg+F5NQrcHUyu7QEoY7qGfgUi809lj1AGnONw9sf
/fm6ktdFCzIyRsBF8sOUiGLqBiFsrNpvjknD+gDftBuub7LvUj9qW9V9j9quStoZqiXbxTMm2C2J
OB46zBHD+AFMCbON1wz2g6I3+xzmhRW+0r/mR8oxAFhr8CkRDdHin0MY+Nn3knjczFiXdiPGgq+0
g7K3KVLPvZp46elaw/S9z8NsjQ843OsWDaga7y2DbOmLuUc/mUXXZ68MgLMbAcJEzq5NUO06a86/
ZCqKvcsU4X8zj0/DyRr1lO89u6N8FJ4WDjWfU/silsw8Ny14KhBcsfqGeK+qpxQB03vtpMdeCchD
kz6PvAyaKIxDXd/Aa0vGPpqjB30eCX/O+1HmlryLaOlDl1HeqKcsd1/ZaxJtce0k6DaQUGgd3DKH
JPssJrCMTEN1NMKYoBJar+UDOVGX+uraCrjjz3IZJ8QMKn3ZVCFgnCpPFSgeuCKx9zYjFK2MFuZA
eyOR7JIZbKP0OreXxRdO+TqDbrEOfaYmO944o2nQQ3Bp0Yy1/m4r+uguHvCi30RUxb6sZbLe8F3m
bdTGXbK8c1UjwI/OntV/Aq+Tz1z6KnUovSAm2jggIHWV7B6t0i4cut2Lyf8i19zom6sduR5YB+Bu
2awO2uB2SWGt6A1i0wDrsAD2GVsxYbBMeLzxGnq/9NaavXLm8euRqhm3bO5eGHZD+swb90RUUf72
vJwic2xscscrgqbXOHeGx4xFYvmQAKjFSYMx7LTmbeU9Og0A3ivtCPULw18hjwxAE8duMZMbjh3A
ops05c++KQK4VZBjBmiPE6+LBTmBt2UYViVPqycoFhhUo50dp072xfXQpUTR1tX70haD+QRpp3J+
gtjjwRKMhzbOWbwb6mbjM61htnOq0j6ZH1i0L5KGX8atLTj99LOp2kbtpnggwjLywT9UmfSmM56z
uoMd5wZHLGCd+CDeS4upR1nowedu/Cenk+ODZYiRf7LZyx4m2XNDlexQI+AtxRmGTX8rJ6c+2vcw
SWPTP7WxNBI7goZ/t/YDyflAUSuonqxVEn833FinZx/3MWcYfdJuZXmUtzRdfR93q4EMk9/F2fRv
JvDc7GqZKrPHgDP3/5XWGCb/5fSaT2dbTKJ4KHs1nEYfxZTuoLa8Z9GnFk+ylcRnjePIfsGaPb8Q
SAT/13Yjjdh+tYKxp/omZfp5xLwksL9lHBezm2H/WqU3ZA81Gbj80a4EjY3JIvKzi2VcQ6dJPbZk
zMpjiYBIa8OxtnOMvo5JClwybvKSjCFdBLJsydsPVUkvZJ8vDxYm7p6Fs8w+rbVGafdq+pBvxo0t
DLAuEC2ffm91zec1+BwGvMMba6YmPkaC/zBay109x/ZL0Oj6JDO//52I0FfwTYR0MFeSC7uEK1zZ
LINoC/VuGeuBDlcUD/TivMkOiGIU8k1jYqcH4RJw4GAnbsCJQ5dL38Z4tvEzN9+unwwuN4V8JPQ3
s6s/6cSe/lAJNXytBYpmSuStHOYIVjh6aJvAvbnbLpxYn+LOCCxdZbfiCLeN3ZxzsBwgVYtkQGyj
2qWaWbtAkQYZRFTeXcX6nzPIfvqgbyLp9vnc5HebR5rR2mHmLMgP7WR715ZRfH1xHWxwBYQjVW/I
3Uhy/zTxUGY0avOULrQv4COjpm/jDBZdP3WNCBSN7GrRYNH2+0tn9YOHoJmo4NGGwx8DlsjEr4Zh
BrYiPDvnkNKldTZo2jMeU2G9A1WDRUA9xxBAeL0TlNNt67CuZozrBNjYc1Bg0jdISDkV2mWeYCuw
4+ZeZ+3UcPBcKMHYFHh1z31r3goDX0HeDb4femjd8N9IOHi4kTdtIMjLkbCLxXITK8yjs3Q2cmZj
q1KeA9pb902Ma3LbDtCrHrJpECMtCm6dnnTADeE4sOePcCz2726bAUbTScPwejfanJQHsQHHLoAf
qqvUH67/XUTbG6aiBJzmUyhYXV60g3XvpffvDsN+aQQk0pbVJt4+un8eB6cMyFxnJMDpx6JcitaA
uRJuQ/puDHEvl7U5jc7dGGjfnTT7XIfpPzoxnOARudKvHrFberhAQycwhIEdlHekyFwqwlz5xKtH
pXbv7F12nurmhknKZoV1xc5doavuuKQWy8Pc84J9spsW1Qujkbmoamo+yHfMXJVqq/ssbWGiIqu0
88W9rTpl3E7YPMvEB/qCWbt710TLUxYvrr+zWzaSB5HEULj8NDjlVRv/VcD50dAHfQGMHZ+paZ4e
VOZUkHL4E3h0GHdui72zJ/aRs9+DDSqxE3QMYiy7+BtQPDct4QWoEXs8o2O6x0zfzTsvlYAB8VB5
2MdcjwUsacU0ShyCwpe6CtN7x0U/rMHF9wQMrmkgu9LzXSD81sihPHTQB1gS1cp+D+o7qhkIFtKi
WLMqKthSVtvQLADySVwyx5WcKtt8NKqkn651tyl3549sUOGN/0z2ejh3h7vNdElviuWW2IjB7dMD
F+8OEzE1G/LW4tM9WQGLWYLmM55DIKd43RIjbVYW7vLhOp7/IdLReS6GgrX5dO8guAat2/ZXm3aT
+tojwcR/KjZ8nBxCcZ7Co6PK6siIieKI1kQvU6Ky0sp2ITHKpOQ1wff3aE2ZyysHU8pbMlfqQal+
svINdTVWeV1sZh7oVCko+JlzX2+6ylJf3Ewd69m2WZN+2RBFD1idyo+BQN30B1Mu5DPe5276pXqu
Jwd87Hp6qfMlpfBlVnh5/EUvu1ZT/0HPrfLI6Kjm2QVNu5CsZnbd+XTm8GNriFdc1iof8X/dKa2f
g9XmEUOxfuE7EY8PJPXEG20jdI7bDA2njO2qYqctky9iU/2ywyEX8mjxI48vMRxJkpzaRGBABqqQ
Jktt3W6uPbZMQqb+oxwZkM5gGCu5bsCpLPihTJLdARIu2f93hI0Eu7aLHr/EIQFYO63++k7ALysw
QUbssyYXzxdX6GO8iPAE7L5nxc9jEtnLYJKLOzNPbwt89tUtNz7sB6Qs7r7lZHxwh71gjSfsAs5H
o/zOwuElpSJTFwgyuKrDkwv9MvQjmhv8+TsET/poOfz0xA7lePoY6t5y6x1dV90XdGxawo3mIuKS
qeguSW/UGYEgzbc4Ie5ige/xhfNyryWR6MCcDDZO4InsJD3fCU91nqliKyzeGBs0WOyIqfKniHjX
+oAEvH4lnWO3h2ExPtJLu1D/M6yUV5FNm7aY97yHGmAenD+Z1vmuoCl0JcAbd9YHbs/4FKhWcRiC
rXJfGlGb+Tkj79nk2xI6ETmxwiSB3Du9o9vnKl0mVheQUAkRSCyofAnMCIbEHU/oseMDhixBSfIC
W8SS8kHBfwl3WJUlhIq86ZxvA0ze3w0tt+ZtDptkwa7iZGEJgkrV09kJ7zuqJhVSm10DXSRkjFaT
XIZdPvGdZPtF03RJ7zaPA/PXnlBgskvmQf6Xk7q/BnxLj1Rxq54qv7WZXzzLRg82Uwz6vCeBAkK4
zD3i9S2CvO+Gc7uTC1y5sjV4anFVT/+xJErTP4GmYfhKSrokeCroA9wLhMwYF2beFf1z6g0s090+
qMsD7B9HvqCRw6uflFsfUhNbaAImrojGUVqnR8LyR98mXRrlTd5cMBCU0WhsdUxmbKe7qkF/GmYJ
c0rVqbozJxM+5rW9Uj3MXTqRU9dFGOvcPVL6hOeKTaCBi5MP1Vs/B0XxUNjB1GBwX+2/YWqcvwg1
EH0byw0d/nXgg9+GB0bu1haQTTL3AMI3mV+xWu5L750kp7cjMjGAE6uti03gmUsd2mBj7XQZODVM
uLKEBBKDXMDHI+r49zp3UzRC6Rg8cGTJCrmzry1xNoln33OK7LcH4mjvfmlp/7fdpe0VQ/gKdEk3
B+wJ9J2wRspdfD/LsIcyNrPsbwZ0G2iBXsrnkYshAjHYMtXort9Lg0Ud1TKYXrjB5c077DZcB7xl
R0V2sOdWo+XCW8CMgR9saw/v5tLM+Mph/Cfbhr5MPMzaWopnqqLX4DAOXNVOXe/F8hg0iaPfynuy
COkdhMzveVxmmIA1pKn87pzW+ryCKCMOrmwxMBOsSfaMK7z1ngFoTeTBvDFgGA9TC1YNFdZ6ms5w
FdOWPr6aa88b7DjmqJ3w7yDMJrRkJP1sYNe68nbsGGt0nj4FPbWDm2HES1hgsS4acnM2KyjKQSih
7CKtpv7HK+978Bx55tyqAM4NIylFV6I3702WhIdMOq7ZJ8JJA4xc0nur5i587Yeif3PaMP2ZgSrY
3xI4wx3uHjh/sR1OuMwLOT5xaU9BkqQzhoRCmokXeQrep+VX6cIG4dTqk/TNGhbrFyLR8hImuRdT
LRHAtwXbB/nrIYYn9xwzrP8YO0Qs4izw38Bh039UFtOw3EpQ6Fcd9vzHA01w6Vj1xiqJPG08Qfup
gdo9+GnTRpVDMHTrOeVysXLWi/SOOuPbnLbp7xAHlrPH455WT4G2CZTEIamsCO2YU82euUckuI/f
wFNa8rx4wTBz7ykBc8O1kk0N6rugEoXNB7s6ewjDK1kXralyNdQEVT5S2aXCgltSpkqxJqmT1HOi
gaaOi9AsoAG40arNLo/3XoQdMJ6fCAWFXyRByndW0tMYtWyvT6ryofoDBHpZBauXMyOpX50TNp//
pXY7fgT2GFxJNFgLEkaw0H4tgISGiTP13/RYmklfVoMm1GCi4l31mI1s/ugHtvT4i1obDCqYeFZW
ZmAGYyKXoY15DMztikDGsQ7hPMAQ4zWWucz05TZbFvOsgtKhm9gLUk1Fga8M/BbaMP68+XF0wvE2
ml49iqypXn1YhvHNmgsaaUU8zvQka9WHzq52dMe9L9ZhEwmolylwfZMds0HLj9Sjne7Ekl51bx23
F0LnpUidXUhrjGKU1tBzN+QgJxAzFnB+hzLBY9x62X8ydcy79FoAN/lo/ynzMjxjgzH/+szuH/Is
8C66TJLyIMKRSqSQcARy3VRlf6ulu2Nb3TUZqdix/EcVs9x67NI4DZkNuRJfFmm34gHPc2eO7sh/
MY4tyEZhWhPSauYgM9CQhe9+e2NvnQjZd9MHmbTQRnZnIAXi3pI6/mkCXv63yqvQetlKrE34V3qd
l1/LachRmAR4L6oDeKVgtIvdmfeLw7t/V1MY7GxCwGPHcVyz8crYgZuafDwjwpznIAypLtUrVcEr
N82T7+d4YqdFhzSbL2Py0hI0G6JhcQpQ4mvqujfMLtaAJZUr/3mmJIPfY8kJy8RuMD2OvB6ehVqX
G4XBvn6iYaj8VdcJkuoUJj7Eh0xnBNDuPzsAtTiVapLMu474i/XiCYAX9dFJqAoB7b60oX62vBAM
spVLwHmbkTNHNPci4Bz8vExDkB4qlg2uVDUxJWxYnE4W9A4tZ9he/HnPMaRTChukHqrx02IjmLpb
2WviYchR2Zwc0ZrBRQt3vW9+PWpNH2zD6YOFEUEOGWlJPxKgcpp0ebO2O/bqZMCRUmb17lGCBhEc
60j+4IWd6jN4gUBn9IZXVtg+SFZOn34M/v+7hxFRopQ0CUN+tVCMmsN0ABsxew0ZZwDwTJZSFvSD
9MQxnc+qanuwLcuYJvaVMbLHuleS1mSJ7jZeQUaC4AhWucBbLdR4krHsrdCGTtx3Zz68rvGPlVOT
1Eja2aICL5An11dFBz6EWwk0WMAn/us9dqx/QOVWh2SS+uAaRu4fJe9fkoFKjpMKBZvJUWfVnzl3
Rc5w76y7kXJztaO5m2/jNBiE1nSgcO2/dSLBeiwbxo/HzFK6uQlhDWbfYg1Lts5Ye+XJ6mbbJ37t
1fJaJAWGSfr3CJ7Q0nOc+f6DxXQn3/7xsOSXB5JsHJs5o/3FnxIoullRmhvYal7lcaHna8PGwA43
bZ8Y/60kcOm9kl6oymSD+cmKsLZhI9SQrDD8hdMnm0BYDFloY5NHMUrwcmhLXEuu3u8Od5Dqec3r
7NVHsWV2Qzf+QzUHV7vAS9pnp2vzZke3QnCpea5/EXdcYSaT340YyBCL2GU6c7GRjB4zJPWm8i9Z
k/APoNzDFqR1IQDU2VmtfmS9lsE+TVfX+B++o5YjaAKPtGxNLSFinrsZVA7hty7MqXN1Yd06ZiAs
HI4r51vDecpGlJVCte7mTiU+rpfQfctAAeKIysK6PGfszrchxuRB76YqF+0VN21W/apT3LPfnu+P
A7WFmN63ftz107bIbCt+Si0CQmzWPW4I5GEb4X81ID2UtUngj4lPQkAsyTB1hcUJ85G+itkDasOu
Qf4O6YSLiSTRdUytD6eRf7BWxIuKKQfx/mo5cRH/hA26FawyDmWwut+an6h/5LFqe5oLKtsxV7ej
+/hjlAjg+3wQ2iGEaSsVsY4iOZf00xqRQqBtWLGHAvfSe6t6CBbIB+ApVnWtaVVRrIEWpI8wKtFz
2N8AtnxD70rxr7EH5RISEMknCeUyRDWEIFQxnPMAy9CJA231XyjwNglwFCvuuDNr9oglRX3urVzd
eqtjB0sjF8a0Dt47VComdV2p+S/yOTZWJs8F1wJyoy6QISnBmscfN+S/cOt4GRpFOA/dW1Gmtbet
UIO+Fs5i1qGWn1bcwJb5reNy/VSuo8WTlZpPODre0WhnWB+MHBlLM3Cvex/sQvLuOfaMmLE6hf+X
GcMjvMZ6S7yWqQk+VyoikmQvxArEY+b0B/uhnAIulhfnb3XTJPFtIKO/pzIDYHpXrK+DA33v3so8
JsO7N5dOGoXjAjuVkjJT98+8dnIMz1VVN5/CJDyepGDSXxwxwVe3TArBpVwpn6V53HtyLBnahBHM
OKKolSuGicrznhfmA/vUU43x3QRDkH1iMIJgNsu2oDM6iN2XsYkFOSFTMBKlk/clqKY/k0MmU8t9
VSZvPbyu4Jk6UqYtnpzw9zLO4yF0HULKs64urXO33COSlp9cYJcj8i8pysD1+4h6ZlCJgP17SGDY
BpZrJZf2k6BENr8WQTkt7aYZBf/Pu0KK6MjV9k/PLvvu3PfpuYJRAzlp0ATr6qpV0crETOAlYRbc
rn3oZj8xwMmHeaGb8ezkYcOuruh9fRDDygUUKp8+pNmQs5RpDXwXwaWVGC1bL5p7Z9/b1lMXPFII
zZWbBAib3aKpgl+snPXz4IkRwoasxm6M+Pgt+6EO1dT+cuD7WO8TIXFru5L42moOae/kKKeF/9Uo
a6SPwR3Tv4r7aXlqR3gRgj4M9YCYPbZHl4DyuAMyV+GNCrtC34IwmEjDMWlZ8h/6kyTYbUFa0C8l
nukmcpQijwgWE0I28eKJ9aq0yuTJtaC72dlM10NkrZ0JXpK8JVLKHSbesuIE/AG6C2xVRmbOivjz
KX3Vk93gPw44melTgE7YxIz1u3iVwZ+VlRLlzDwF7wnYDXwWBdxl8hQWVZncCkW57dZqCnfMRML9
L6wJ8G5hJ7MlhvtjL1yG8eaza4JgAFyIJCByASuyV7e3qKkwbEHhPvqsKSdRRRJM18BOSTEHAOPC
cyLSO6NW2T1RFJTdZD+5hLRHAKbu1mUb94ZH3i72ObeT+4bcXoLfNcBZsFapMPWepXRMgJXy1/M8
NfV71bctC498WBKclXdsJ9Mtjr59ygWVhO8AVAWkXlJ+D5xg8y0oQlFcnHzI+m5vL1pZnxrslvql
hxAuY5/w3jlD3cKdZxz+NyIe8ukbhIOSizGX55uYB7tYN56LjevHtv2cz42DJQRIDJdtpfnS9AEg
Fn7EXxoA9vpJWsBPIOnkVTq8NvQEvrK7nRMqFILkH4DtoXg2JvDAe+NUOJQWnyG3YoXfifpOGX7T
8OTQQeBmy++lp9E4LRO2rMRC3U2wJHiwlZ0wQrCguHOTkiS/6iFpfso4CBEAHMlfiRv4ez8Y0Zru
6+/ljL1btp9tNsc/rPCC5vfEi4KaSHzdXI+suG3fatAMkOPRAF9iaZAGCgBBvD9EsP4urFQTiuNi
R7CPFnI6azSHjhywpV792Z6O5WrrS5tOcf+G2Wd2X+6QgPbQix5kwU4PZqFNZIg5R7yUxPwrdUVV
+sqKSfB72gWZU9eireZAWYX/QzMRg2ge9CmrpXzYmzBQN+ONxUmowkTGye3/FLE+svQ487Gj0Wtj
HvxV0EyFLIZBa+WR3JNTsG1MVNl6cJqaIWjg2Qhm10Le8WIkFQQngBq2XJ9bC5vVzqvk/5ydWZPb
yLmm/8oJXw9iEkgACUzMmQuSxQWl0lLadYOQJTX2fcevnwfyTRFkkFHH7rAjrG4nM5HLt7zL8C0P
stE9JFhVTmg3+S6eCTKmGrFFkj3HfJDLA3kGVPx9Y5y/5TTBAIrq+RxP0CB427f0pOxF/JIIY9Mb
llN+okHnzKcAAmhC0jM5SK5xL1bH0OprWkdT+UQ7Mq+h5Fi5/NWFdvnZ0TrdRLhnGqwZ4I3GP9jm
U//ezuvuDSAedcQxR4O7kxgALvIBKYLJVe5S8s+ReHXzfv4q2zJCxEqMw1cBH9qiwgQ9VPQZWzhi
Xc0jwVKADWHufqTBxBpnmhNrXGSuBb0zx/wcTm4W68XHwC0zLPa44oBKdgXxtY82igcClepigEJ2
+kC4NYPDcM1SbhNQuPmh6OiCBmCQTfTRwRceM3u0Es59X1vfQVcWcUu1Ia6oC8wzwEl5NKEbMEI8
idD5AAI2epqbLC0QNnB67X0/OwMWZpVri3djpbfC4y6DREgWVv+o8b55nwit9L+ostOsRXLCqE+h
bxj7CiKGh6nu9NY0J3qyWmQ/TaRWzbfepge7pRJn/KbKUkSfcWOYP1eaImojF1TbwmFZP+CHGH1u
6OJswcGW1m96D3Pp4ZbpPmYdvjpbNE9d+lAxRkRQiXE2eERyP3nPuwA1iZRAag+Rqly613EGr3Hf
ZGqGwjJEHNHRq5DMQwTYpPKL1x0uqHhH6zbmDkihukO81VOiBwOgSw+D8pi0wlbxLuB8EupmVqc+
xgOZ5a7p5oHsXk7a+9KZNHjG2VLQfjMDJw8OQwxTBxsl1+p/6MguJp+mZkwCJOhEQ1nCGlxoMhCt
qCYHaE2Ne63HXVNsJXYGmbbpzJI+TOXgBYKYfWn4U/8MGSCYq3+UqLse2mJfTtAooUW1I3XLAtxa
Pu36Ksxb8RG93BjHb1+jtd98iiRSeV9ap+jHJ4A6Whn8dgm2Y39P/4wDBuZ7BC5/cDrwxjisZVB6
35LrzdhwmEq4QYqQBUIQR/xEoD5YE9nnW2r6zrzrCqP4EdV60R9iU6toIOmVNLtDzEPWQdcbIQjl
W5UB4ZRH2kVh+D3sTW6s44Rb6FTu9Rx8nNX+86//+t//7//+Gv9P8Kd4X6QTVkb/hfzVe0AgbfPf
/9L1f/0X1/ryP59+//e/SENQqbQUii5Eba5FhYs///XzOcLjjb/7f8kkyFrYV+VP326rakfmMxxS
kepfbYN8ArYfPG2I89hwN8KdyF5qh879mNDXioAn3f416vzHGIoiN14RLpxO2106qOc/hu7dZA+8
+98THbjHTjdL95sOp6V9MPpsyg4YqUAHrpKQkOKVI0PKtyxDKGlLVPuleT6yYdID0kJt+EqsmBzq
bMKWxQYcp5QdvIEc+Uv3Ebi6Pabunk9XIjgnHd2kZo4GnMLO/XxQYFOUkhR4bwxAhubJkZ2NcGRr
WtmGfiytp83AseFqLhtLf28Z8E4RwrfclNdZKspCJd3UHT6vhTjalGljilh1R1CApeaCT9QwuE7G
uOw/DnrnO16Qkdi8uT2J1SeTwpVICjuWaxomSCvXOZ+DwQLNVtCL50npPfCkcvyBel7/0BgCqS5J
UPNtMozgdHvU5f/1xa6VuiF0DFaoYrJRLN1cdvWLXVvMTRJavl18ROoRE4syd7I3fQKzEBrx3G4p
Byv6y3jMnkIHd44729S6Mro0lcluNfgvYZyP3oGVrZtGFB/9Ymifk0xaH4Nmgemij3hnqGXHrycq
HcuQAPNs1zSXLfRioo0hNRoCZvGxacksc4AfW8hE9b5L3HFfK+F8vr2w68+pGyYbEryhY7EvDbH6
nBaCPdUI/eEZ10l4C6G7tFmoYyAsF+VHCv70jWzC49ujXi4oo1oU8E3dIAi3xPksqXEwUZpvz0VC
iL6ZNfvfYUMFm66ZNv969VhsUypjjqWje7q+Y9iblaDE5j/TOpefCRTRLYGOFi3VKNh0twe7spym
NHXlGLpJo1WtdooJCdymdL0YAy10ftTrfk4LGwcpIAP+Gsk6tpJppE8Pt8fVL/eNycCOzVfkHnXl
8sNe7BtLAzxquKn/DPrKKzVZp/taosUbUGvBVLtBoj4a5vpnZutfzcWjZ5s0LT4DPooVNbetDfFh
IJ9z0X95j2TJJ9ftzTuH+MpvtEk4qULbFB2FWP3GKiyDoUG84nkycSbZhJlNWQ6+tPmYN/g+RmlR
fb29LOsLl92tDO4p9hlLwhVyvioh2fLshJr5bHC2AQbCH2gpCoCPtlFwlqhIHU1bo3sP/aTdR1ji
bm//gCsbnftS53dQ3dJtudroSa9DE+kC9Wx3o3FKzYZKUpn6gHH77s5Q65edO9JcIEHcswDakMuQ
55MN4tHvnKy0nxG0c3clvNo98HtyQtr5hzwuH0sivw38V7nTdR+VjaIAHFDP2fH2nC/vasvVXYsf
I5i5sFavXIuZCzj+0XrWBtdA73Z09FOZpt9g0xPpF0ix9qmYdnBkozsjX35uniWHQR2HJ51lOF8B
dx5q1ypN8xnIBx1QzRrVbqT+tHfmxHpDU+pdCtZo73f2Ag5xysfbE7/82BbPE0+jrhNSgLY4H54X
yoEz0OjPRkwkq8dDMSL6FM47GTX9v2+PdXmWbKUERnWmwbGn1XY+FhbT+G40jv8sgDPuReMuCV1o
HYBIt9tcjPHh9nj6cjjPHiYFtlIqLhkYyQIpqfMBMxAXvSMyunyBppePmBvG8tjT8aQ0HPlWvbfb
QZwybG4QkZoCbO7UbMvThKnd/L5BcvLfBWB7uQHYqr630tBKjn7so6hehvFbN7Tcd7d/8WqFbBs8
O2dB2YL/lLq72oZ9M3UIxur5ozHn8xG9sPpYaJm+oxmXPgehuHf+LseTwrD5JMj2ulRsV+MJIEcY
oCcV3UkXh9p8gLiOiKiPzj8NC9TFnf3tCf69vV58EmYIXkk4CjUvh9Pvru7THrxEAYCpeqSP3H52
TS07mKaRb+1QjKdIzvKbNpgJPnAjcJAya5PDTOd6J8hfHizDGO886usL6D+/RxExsCHRNXRXx09P
0VPpDOSUwMvkWYinZy1/D3Hph//4JS24Ux2Oi8aPSONDDmAGkWGUUT+aGBQ5nsTt9POdBVrlOn9/
EBAkR0quQ7oqqwNJq04HLtnySYIs7bcIQgNSMPFpYnNasXiHfSQgYgqziBnh1DjJvdVp4p+0NKJw
12cmncbbv+jKHtGV67qWIwxn2S7nh8gV2kDQP7aAAex078b69BFtqelA3UH+EToFo9vjra7iZQF4
D3TXtkE6G8JY7cmkw/6mo8zxWKEYjWwwKk7Dk5HYNLcrCSb/6FS1Pb6tqWx/wl2zr+9sUWO5FVZb
lDiWV5/114nBVnF706U4xjRh8xiO6XRqsahDGFSMX9yofkuwbyKjFb5bfGt/Z0uvhvRX8i5VlMtt
jFOPWCUhLk5fZ9woMFCIAuvOP0GPwFJgD/HGD+3o4ySVOkYyBQmSUWEEMvvz9iKuP5pDyswHQwzS
5HmhtHr+0RoTLUOy9vRU8tNxu7EtxGtU9I7nT2117Aqeb4+3ekZsx7FN14IaLQya4e7fm/hFKBca
dajQAtdOjuP2ApInxeeRPmMVwHXbpNnE431nX64ud4YkG+XJlsxTF7q9Ork23ARq/U7rma0oj4qK
N5YfE3pFrdlsbasaH9BaLO5sjtVrzaCOssgDdNuwFiXH1ebELW/KgHviR+Aoh85hBjvNementEuO
lSjraY/gl6adxkYvWxr24Bq2cUfn587k5eUPcQWSIwZvqeUQNaw+cC6A9tRwvjycfcTwhj5b2D5n
wMkzXm67a76ZnW5D6+0o+O1kgEhPhs5aO06fVB9ZzZuWhqv4QmXXokCCirCIvg9yccsBzIvi5tsY
kF/yXKHI4e8EfTX3V2MivPmgA9nn4gm7WjyXiLaGZLAVUDkELRCxBxbdhkRo5RRhFB0NpS5ODdJA
GPtk5kjPdIoLbclBIxF5Q5d1Pf6NEej6LTwpLfgkB4SZP8dg69P3hNbIEY7DOHbGBv8IZLlv79mL
M0Ju7lpSIlVDOmfYyxK/2LMGcD3sEIAo2U1OczTxB3tDdxE1HGMuf1NTce58tGVzvLxY2Ps01ISh
85fDl1sunhcDJg3UbazIMk8MY/sBrdzyI56owZ1RLp60/wxDWm1wKHhpV/MqUW+JwZtnHlgNbJwp
Gp5qU2LUYvYSt+fSOGkZGov4f4fQnrArScus2apwSu7EluubnB9CSmkBj9Gpvrjm6q0fE4neJe4A
XuCaw2ezSqN9ji21l2PE1yMwv0hARkXpke1WdxbhyvEwqErZVAoUecV6qXWE+Yoy0rEMgVm4tfM8
epchY/QwLLtwhNNxAu6j8InEfzilGvP+9ta68qXJZyT7iojelH+fmBdfOswaY54ygJRBroN4BQ6a
/daiLHr9DjbAtAmeSSC8wl7FCv1QdAojcr70DDMRZdPRfpKOP1n7IB6CryD5Ef+/PbMrh4YvqpBJ
JGZCN2a1ueImHMswC0OvMXHEMfvmEfIgiPoOYJllYIdxe7hrmxn5ZV0AAOcvtvP5malFMrV0w0Jv
sFOe0TGpud98Lo9xTPaoPOCSkpZIbExx+Sbw6Q5MTqu/E3X16/YPuYgK2MxUxyk5KXupAK/Dkt4c
AQ/UQeahoGpgrT6q0fHg6YzJNxOv0nlTYVklf4wNoL0tyZMR7eyCYvFmdiwt+J2oUZTv/M5AbRWl
lnq2tQ2dDUvuat0NDLkpiCVjL47moXw7g0jq31W6gunvCjSOmm3md648FrlZA8ABUYs25+0JXrzg
PKaSKjuhJ6GwNFdZPyKR+EcbFGIcwOp/FrHYQ9v3qLuCG8L77/Zg69IP7yiryV8WEGKKKuvEA1BD
7kQ8EojmpTLfh8gK/YLiiUp24kz2kUtNkY3ivznvDWAD1WLM1X8qceNJ3/CP5h8NsDD+VjlN9IRh
tl7u8fA1fsXEsPqdLXhlx5OTUXJXnDCbCuBqB06FgNPbRB5SmLMEp41VrRmo5rM1G07x1NLU+Of2
6ly5N21WhWUhBZTGes+PdmxQatcSb5jcfoetkAUiVkVezDW2L6XRvGlkgM1hGcSfb498sQnwA5fI
qHJt80DRdDmfa5PqmDJVEfvQxmUWFo8RZAA/u+gxA+X9dHuwK5ckAb5F8gXDT1JZPR9MWpAB9LLC
RU8646mFX7nVp+R/8AhxT9E5UqZhk1itovkBg4c+gvDsNXNCNROAM9hRoWt4eKKphJBCh+HQBA7O
T7OH2xO89h0JzYQtuC+XYvX5BGdwOW5rFrGHmVBK+c4oDi2Sw7vQYfisgbQKPcrcBsY8HG6PfBkb
03JY7mk2LO+DvjrMYNjl0LlJ4rWOWah3oUb55wFTlPCjERg0dUecGrG2KEb/9Vt3iaWW954sH97O
+ZTr0pRTrfmxV2Lv8pAMpbaZQLO/GcfY/jNiQYcTRlDAaaHWWt558y8271IopzgvaBRSUJPL53jx
6AIdDyKnmw3PhkS3Lfi7PsyGjxRgLLI76dXF+pLh0I3UaQMySY7o+VAWmI6c+pDhYedswMDD00kB
Od8EdjM+TEjv0fIV2WsvIhZ1GZVXCHw/cev5oHUKXH8SUnkp2h2PpFmoWOEJtMnnNjq09D7urOfl
28uTQKJjO9TPhM3TcD6goTK8c5LM4smDOgAzEvPwOP6nsrEhwL1k2uRRxuzLHPH2EKYHTEdjX4xo
1rxyNy9Pk66oPdAkYFutNpVpx4npB77pNW3lHpoWZCeyFPnOrJXcgNQVn3L4aXdmf3F4l0F5p5bz
w5DuarUjH0nMUfjSS5vYDgHvdjNgmYF4feMSunsIHKJGraxMHWugq6+N7BidViWRhkH4w118vvSm
0Gtu99hCcYlG/NdaYR6A+kdRvAWTlaCRETRwDV6/zPR/bO5ImnjU587HnDUsHLOgJ5jDNQxCShU/
+FrhvnMwOzkEi9QbgNgsvrOrr5xad4kk6XSZhs7XXY2q0+AYgtb0JpFJgRpV0yDsFPgUY/UQHO3t
OS5b5SwFW9YVOUiOEI85z8/5aFmquljTctMzS26GNlT5lqa9vo/C6adEzNC7Pdy1yZEHEC4SePCg
r3ZuB5MtQvxJIhgxZdvWiPDJE+BZctQJ7qQc1/brUluVBuEykfIqMK/0aphNGixe2uESIWTnHjXU
uve5yuWpBfL+uY10fUf5shB3No5+dZoOtxM5FwnnuodRI32AfmzoehLh9cwB3TyXxRZlnLHeVNBK
/Ac3Aob2gNWGwFsX714Tl4jAnVzqX6200ej3Yexv+GdjNDKR2ZvEfs7RnPgMusI37sABrm0ChY4C
txs1Vq7x803gt74f1BFk4NkBhNgD/kQpQ2XHPCalmcJEu7M+F4EOm25BTrDhSJtctcphZkD4ZTUF
iItnbfsbP8f6ACE1e/v6vebYQndsYIrshNXWNltnrISoTa8tqvYjBkvZY9ui7hQ1s3nnbrz83lQv
dEmRkhCeAGc1IZwJLA1VCkWA2outH7bGQ1eZaD1HvbxzES7b9vzALoUSAevY0e1LzEsSWE0NG1AB
3XeAWwXIICsjar8AEO/3PhH4A0h6fzfJEn6MQJTl9qJePvQMr+iNAzsClfx357+IKSRiS2hO5K43
hc78Ji3Np6RE6JYSm48TPbBDI0RB4PaYlyeZMUEWKfYokbGzChsRY8QPcFr0KijVPYt5RMZMDRJ/
RpW/tQpslpuhh4BdaL9uD3y5T5fYiZ2zNCMXnNH5uWicoawq0ECeHWe2+VSaDQLpyCVXyZfbA13b
P0s2vyRVlBHWUIpes/pqktwXIfoQHtbd5ZvIDj/XgqW9PdK17cMymkvVlg+4zjOTsBXRZASOV4a1
BoLNbnGjjOr4UR8GJOOSvOo/JKnKvg+diP9YvI0fbv+Aa2u6BBEUaGyDJGD1ApC7lpqWTbaHctT8
zkceECMj8v3X3zHka4SHDieFbs0abNTHytQUmgmeFcZxj7JpWzmHhPLiq28ZxuH9BI5H0Zkmyfke
oXw7O3OpMLYEZvpDmXP+CJWoJocTv2+v3JVjQLDr2AbAv+VfyyZ6cfSUGZrgp13LG8tJe/CFnu2p
cY/bvq8w1wZ7RoyN67JFq/TON7s2MqEfV46tJB9v+fMXI9PnWeDh3DlQxrPvSCbFOzdvYXnwniJZ
G6vsgKxftwNTdq/5dOVkUJuk/UVDEvDF+mQUUQ+fNOyUF7o5NCyN7tbUpsmuG5zocHt9L19Bwi0X
kieXjaCgsnovwljr//IuPbjDtLH8KRqOmUlRhToxWisaToG3B7xylzIthwYR7y7/Xi+rVg6qLGOu
Fz1AS7m3Tp3lom0SSRwUh6LeKWQ/bg95bY6KS0Znq7KLLHn+JckbhgpdNum5PRrbAQDaR9OAuyBU
YaIxk7h3rptrnw+IA2VKmxwU+Mz5eChiz2KSlfSkaYAu4BchQjZjSDI4r7+r6cqS7EoqUpdljaid
xqoUvfTmwnK/6n3Y7xxrLO6c9msnAakPi6IQV4pa99iMRkcEEPUVr6xQT67cTPuCF0C+C/oCcLvV
GM0WJcYfkfJfCdnkYqEOIZXjgPMzQfqtYjTk6xMM+gjUdXC/+QYarP2lKdyvhg7G2hzhRdRLWvbq
7WIQDiKXuSQJ0l4u85cHv2hVWPYJNVAKVoc2SIKd6Rb+pw5Rkl0FNzO6Exle2Z8GaohU7l0+JLij
8wFRJ4DAPZBk9m1j4m8d9ScjN/wTxkS02q3m8+35XaAvllVF6JWEEiFg0H6r8yDierIit5Meoj7t
1gpiJG6AGu6iYYCWMBIbbPpIIrjRm4pUoa+fioXkM9D7RdohbIY7C37leTYoMNAk4vHieK6+8ojR
4lTYg/SwtG3omjt4u2/ApEBRtfGFPNaDW+4beAzHCiTWs2PH6f72klw5seScCxIF3RwAdcsXevHJ
TX92/KirDaxwBv8Q0U33xqpuHsKqCO5M9sr9J3WAq7QcHYAvxurpRD5QIlDaGV6cOeIRkgmKqF1n
fyniOfozqXh6amUv7tzyV1YY0DgAADKC5dZdXbqta6lejZbp5QIhXxTF3W7GFwINl01a4Si76ZEU
fBu0yN5s0WZXj8ocwu7OzJdzswrieU/B8Vj0wzjLq8+M9GSMaB8J0ITb4veoGfwPcx8a8+tPE7gZ
i3Lr0qZHZOb8WxbpgAJfoUtP9xV9lw4906JsDJj5MPJkTqf39XvH5fYFqcLX5Ko6Hw+H4gHzWLpf
taZnv0fNtD3847W3BdSDO2/nlW26NPqNJbsnlFyDQlHvC7TaTE1PULndIvY6YlzZop8cGCHa5bfn
deVWIvgAgrOkIIDnl8/54ky4STz3suTVzACqf3J7sroN/D9cliQeDti8uo5/Z8gr82NzkmNxCHnT
1tsURkzMc+YYHtwt8aYurJJiX4N6n4286e3ZXTkRlDItqtP/aT2sdkkTYermxz42T/qC0bFQ3hg2
Aa7gO5hzULxlP37X5GDvBzQNSDEn6/n2D7hyD8CRc2i2cRpAX64u4SlKVR75JdTKcJg16PFygb4h
eoPshjHq6BOB3Em2ELOc6s4JuVLS5baF4gTomqSIjPb808JhrpqqCFPCIEtN0AR9hOaEjfvSjHc2
5l2agz5fFCZvB0OPt72Dlbczh84fs1X2w+11uHIr0EolxQXlzMb+yzx5sc2SURNk1SJ5nLVE/8PO
yLZlGluvD+ZfjrKupPYoEXWo4yePloj9neGOJrYfqEK3TlZ8UZb7PEdl7XVRfg/Hfe0z87AoThId
Lmgg50tt5gA5XUjrjwOUMPNxqpFx+OQGlv6RpmX6ox0FMoBKT9V4J2i7cpaW5g/lEhJ5tLZW70zc
aoaNMGX8iAREfXTyxjjEsY5nRRDde7//NpJWN7vj/I10HQU9aB3AtAN/JnG6eFR1amKmAqoV154o
y/C36MquLU+493X+PsAmEl/fMQfmfawqCMcz1tEwiu4855dXF7hJuj9Lzd7gmlw95wQ9yexPWfYY
E/dXWITWU7QVxHwfptIa3nVtfo/lc7naC2qbyxKixgJlX10nsKICS2gxlrThmB3yVEQPlZU1O2WY
92KVyx0lLZfyzMLDAkLtrj4sFq0tLkPQ2mK7an6GepSj5MkRRdEnb+Gch0a2E5OLauLtg3pliguQ
kBccPA/MmdWl0dtlF+Mj63sjgnQ1L2mdPXVRmBfbMklo2d8e7TLnoFJDO5i9q0OsXY8m4axiOwK6
FmFb522KFNqDX3Z4xWDyjXru1HXt1igXnDrlbv/X7cEv9w/tvIWMwHwV1YXV3VzA7FAD/pOeFWVU
+NJu2tRW2cOxt91NGkTVnRDi8g5cshs6/ZQYeQ0umI0yQ74OUx6v9SuKqFZqHAZQLA+3Z3X5AXla
bQrDSxwIeWl1KgZlIOGLh7k3EVS/LxpnfqvBIffSNnfvpTTXxuJZE5RtKHUT2Z9feypSaQneafLQ
GFqAHRky1Kh/w1NO7hVnrwxF4rRA5jlMYL1W8VeMk307oCfuTZ2KfuK1lb7PYy3dafMc39mU14dC
TY9OILjT9T2HI0cpELvqoWAU43sURfKjUZj5A7Li9/DPV7YgFIkFckIQuzQ9zxfQaXq8+txs8HrU
vg5OjXp2Fg1gPgoEAueh7e5M7S8L4vwOt2ibL4AcRdMe1cfzAWESi3Cw/d7DTzDDbNOxotMUjv7H
wqys79hPiENdOGj11RmlEzvgHduVmTEcjRSzGa7yEitaTHdv79nLy87iwiFzAYxEDW5dCctqvOGM
GMcrtA5Q1TCm4EF1fuKFaMkgxDEe0AZ9JdmLogPcQdDLFIqX63wd0HeZOeQpwpyeRMD3mwai+ctY
hShnogax1xvM6m7P8cquWkIDAATQvGyundXKuyPSOlnUeQ060V6OHvKJGv98VKrRD/+DoeDCAFwg
16ZLdz5UpHdjH6Z666HTlZJuB/5JaoG5D0nM7rTXrs2Ka8ZcyihLbXG1n3Dg7hC+iltv7KPmvaPp
7oGAV/9EocO5s4BXNomiEE3hhJxIWeumZ4TIRikq1XqiGlGc12r3OCgcVVUYD091NaFVNRevT6kp
uPG1iKFBuZBxni9l4Da1ozJRe8UwAzfZIXfiA0VLsW3MsKcOEVvGAG0MD7Tu0cIqXJn6vxFmKZs7
Ld8rNwWxF++yDiiRysQqHui6FJvjugADjsDv9KHF7iA85XWFGB1JjoYGamf66fbVG8mRXEwLqIlx
18+zaiYKDbPZeEpm42HCdmsfIQJzNDWEk24PdW1+yxKThrpEl+7q2cKVa0zwjSI6XwR3fOH+zufI
fwB3NyFhoPX728NdBh4WXS9eR5pSdNDXaFqj60kbQ6v2XE4+avww3Cf8Mo5lXnzAXyg6NotVF/I+
zZ2zeXWehAEkwBQRLoAXiBXmk4Y5rzc2VvQJZY/022BbwQ71hUVWsawfbk/0ShZIhXo5NUS+QALW
T0xMmFFWbdl7FiwsAGhxglF5ipvYdhpaZGaaGoeSYIocpCWzeSRhyoJ/J7WW/Bj1pDnd/jWX1wVn
CWrRUm8Fqba+LsIJQXPkaGbqbtUQ7DBhm9+6fVJNB9Hoxb09dfmRl5OLgMPCrF321vnh7cM6nsy0
Ep5eFViZxQk68Duc6uTnCQ3xT66N5DauU3Gyq7ukvIN4vLyuaAv87WZzL/Lerg4sUCN9QlpJePRI
qq1q4vKHPtTRnyLXUJVxF6tgq42dn69eYKDoBNSUVuBTrXGWMVqtpjXgyhvoiMqZceu8yzOj2TlB
k93ZyVe+JQVOgEuUqogA1xAip7Gq0LQoTg1FIn/kapxOiKYgPigQ37s9q2WtzqMWqOoLR8ukfi74
mOcfMuCNXDT1Jy8AMb2nrWoh3ZxbxxT03xHPW4ABjQYGJi5HVCbK/M4ZujJTBfydz8lbQLawegQc
5HizhVTqETIVh4ZUZDPgS7JBVe5egHZlKNBDdEMASEHDWzeVGqFJYs+k8krA8A+6O6UfM+yRcECt
oztX4JUNSlGIviDFKVKGdb+spvyDM/TIrFBGBd4/ao0H5j3DvR6V6K9ZyUF+rDkuxaufMvqtqCro
5Jfw2p1lDV7UgsDHRlMYYv4osQcBvhSoSRFcq3netWjl/SrdekhfSbYF6wxexpYmIf1CpFqN2eJJ
KHDEzr3MHcrsMFfCzfZVmKDqmNkdJigFVd87l921BQaftTRdF2mHNYaTumDZw+fOvDnBLtWvrJ8R
ctEbp4MPaNjl71zD4e72Qbl8XZgmQhLAH5aXdN1J08fFfcj1M6+uZPNkz025b0cjg4RVZYdBa+7J
B6zHA268VPUWVhVFPWcdlegdcrr26JinSU+LAHV6iYsl/rZh0L2NW5F2+WZpUYk7O2h9HyzD0lpY
2uaLVtA6xxVFkYfwpeUJn6umP5YTQrXbTNY2YtgdsrF5oEOEyyxnF9LAfxiccXi4vdAXzyqbH51H
ClBgTbgS1qjgusKFd84C44R3UEsxtxrz4VNtgV/au3NUifcjjp323tdc39+XyIZgnZWWSfA0lNTY
H0LE6aM7sfhFgY7fRMFGLvBZuFDQJc8PVhjYASDWcjqlZWVtiiCoH0c6q1sL2gxQihCjGxiuWwdL
KWp4SXAosVh7bUq7/Aie2iWEg6kERuX8R+i88FoEm+Q0ANN5UA4DYiY+ekq1vwRmxndC1PUbvwxH
YZ3UY+HTE6aeDxeaE/5GmdGfQnsY6/dJ5qawk8IJJ/B9wzaJ1Qbx2gTjZlzfoomWJ64Id7bjMqWX
zxO/AdgYpQkOuQD5t3qeUKyPMNEw+xMWecY/9jylX9I6TN/WTdjfme7yCVdDUYBk54FyoMC55qTO
OP2JZrA6RPJyhdlE1TzYJGB3nobLY02phf7hEkdwga1jRjezcjrxQ3/q+3J6qlNovUhV4EqTjmLj
oG63uX2arnzERXaFR3ZJxal7nn9EN4afmetzd5J8veFTnxTE410mpzHD7TCzUw+Km+HjkIhx8SZI
W1Pc6Rys72pa8kRLhDIQmwHDidU2sstEoToeNCc2WYxHQWzmU7qHXgeZJKkUyle5FnVYUGYSD+97
okoXhLNleKbOE0V5hkBnWaAXT2KXu73ClH0+YcQVGO6xr0nsk42D/1O6R067dh4den/ic24ilUc5
3WlLd9jWs+id7x1OK/rbYXYceUhtI9K+awjslXvZI3/+oAnkCw4NBLOg3gYj5YJfoV/H6Xu9ixXe
HMVChPrhuDgxPzdYl6OjGYWocL72C4Mq4ZnQ6c9wTNYhlBm5EXjfgN5XVH3Kww4r6BZTm0ZLYVP0
ff7YKaPdSz3S7kSplwdGgsdd4HjcEEsWf76yicS0erQn/yQESNKY3Gsb2lP25dXTYxQ6wyZJHbtn
9f1qXIMLw+z8E551RrwJmm7RijL7gaphZ5XOwbEBhz+oMTFMsKRZ8PG14wMogb9BmAFuFvuT81mG
qshHKFbuaVY+3FBuqnrT9fSc5jDxf2IPGOySIO1ctLrs9h4//fK2QNGGdIbSHVRCwsnzwVHkK1G2
md3T2Ov4AwkrexNXTva+1xF8rBxGvT3ZK+NRiEGPb+H9wF5Y/vzFYXERue3DeFSnJqnwNC6k7DE7
rSGXNaVGAtAE1Z3o8crLil4OAQdpyIJpWD9qtu0TgFe5OgVzu1BBcDufC9IPMdEjV5UvUa+swoJG
BmCaKCJ4niLYqoMeZk9J46b5neN0bQnAllOg5nQuskrnS1Cn6AHQpGcJsKDwtGD8hFp49eD3InnK
Si26E+1cGY4OiQ1xDGDrQjk4H27IY9Xi/mSdgjHONmELMaQIJvtBD/RxMwm6C7e/8GV8B9CNogXp
u7FUF1fvwWiylrjSBF5XYGWwmUsDO1IURPSfduHnb6resvH4msz+MwrwuBK52JXkx9u/4fJF4DVg
fAiLqFxcXByZTSPZlw34rFEvjl2DW3sShSkmDRRJ8gCFw5Tr7pXtXGqotHMRfuS/l3Rzuc1ebO2M
JhdFgiHwUNNzdxk904NbqHwPsf+eusVl0MJQS3qy5Cf0wFbfVArqznjGBB5m4pqxR4QyKB4sAU/z
oU8b97VgV2ZG3XJJ4FEcWfo45zPTy6TEy8jAm1lpzQmvS22TZ3byHVvje4WJa6cVUBDlJepd7Fhr
dTpKX+IfqndYtlnWvJcJBp65jVVZqSMfXg+DuY1HlFGRk8PPHCYSDrxuuL+9fa4sLy8OaTUJwgKD
Xc3XT7VAlL3rntquK/bDYH1wpjl+44NAef1dQMRA8MLFz+quSz5R6lqzhYzNqWc9Dk6Wi3JTS7wR
tnmf1ts0yKJX6k1y66Dbw6NK9Zcknmzz/GNGs4k2/6AhmzbqxhOIBwtmvl4dYZS1d3QlrnzMpYBH
mYke+HIYV/vUCIZMD/BROM1lQ52gqhrxxy8r/ZvdJ1ijVPCmPXNqRzyep048zaYWf8UJ0LxzJV1e
gX8pZGxioFmkN8uV9eJklsXcSmjL1WksNYdCbYtuVp0kT05R1yedDP9we//8FXg9j/ShrBGykEjR
KibLPh+waDE5xMKkPLk41yBZYqeZVnhokiv704wdBROWfoZA+aJNc2hds9KeRwxRqjfWIJLqH7/S
Jsuzo0mznwfMUfGuqZtM/lRxZwc48wwyjLam30XZaTSmstu7+pAj0BzV+BhtYsPAxxPjQYx9NyPt
XBFtpiBw5dfQVZj3HPS6asK9ZSY9eH24FMZ3gWPcLzS2sFh0kAlXD+kQB8l7Jy+ybhP5da493F6i
yxsaBWN2BU8FhAvCy/MVymVhsBD8/qgp/YM7zs90TMcjjZFs30zgecXoj3dij8tjTai+yPdR81y6
UKsxNc3E6NpOkHHFyHEX1dg3i9yysbeiCPna6QGXIqyCeEGmR/N7Nb14yvJQy9LTWE3GFxP3imDX
Jk4zbn1ldOOh7EcwynPNfXpn5Mt0jJ4+hB06lZxt8KvnI2dukNV0gbuTjQLQCGc9EKBPtAADF4oh
yd4xI3wjqx7v1pk77s7NeflZyQChKlDYoXBGFfR8dFhfVc2zNZ6sPpMoc8MlpJIwPvRUdp7y1Jk/
5AsR+/ZiX/muLi0JOmv/n7Mz23HbiNb1ExHgXOStqFmt9mzHviGcOOY8z3z6/VXn4GyLaojoHSBO
gAApsYZVq9b6B4qvMEYXV0YHVJqeOz7UQh/D6tjn0AaPql6EiGM3b78LkVgTBsKbsutNv+v2C6MA
94dJa/qTWqnWzm7wCyfBcTdzbKzVqe4m8wUUpqMNIHgW0Oy6HUog2jyNRdieSrCWOGmm1Q6fv+F5
DFTtnMdpgptqsoYpvZtMiT2h9kN3C5QYbf3FoLwrzaGImlPrB8jeUw6znkU1uSX6aWXw5fHKye1w
EydRWCIjB60EoJTlW3xhNMVYbmLMcuqawd2N9Lees6F0NwESZbsJ5uJ2SsgenS6XJt2VuXL73t9P
8uElkRSyZI9xwOJ+SiJgUdgdVafCgLCOIr57MPMhRXB6rsN3CBqn3kTfyeQXYCi+xYu40rEVeTO4
neQc/B/VfPoH7OSlZk3iFjgoO1p9ymYDFYq2s3A+wAh8k6Jm+/nxnN9dhnIsqR5i0Bmm5raIgp2l
I6+JCO/JmgyQrDmmmfEmbxEx3RNRrL0ZVr62ckJfGxNMOZkOTTV0p5dhwURho7b96lQ1Vhkey0wL
xy92rWBoXVAW+iigzb+18SPn1KRVSSSSreKlYKov0lFJOquisNcV/9pwqDx7DuwvU4fGx+MpvS8o
MxbJBRuZ3IrMezGnZRz5tpV19UlhheOO7myZp4GX1m1DyVbxJ+1IQuBmO6cs3S8k6qW1C5NIbz4q
GJj68aYxqqJdicWvTDqJJZArUO+yyrr4UaiKtC2u1tkpxtftG5DE/gfv+1DZANvrD9Slgubty0wR
m4em1CWS5/o2dpT5bAmlMLJTl2ZVQ3d61KJtiDnb/MM3E/Or0eIauZJj6vKM3sYQ2C6UHyFNGGzp
5eNETQYjsiiTnWaAHZnYzBycqPQsDAsnRExkmUwP03IKz4aBVdEH287jYV9h0GY9T5WOmE1rTUPx
j4bJjuGVltYGL0aLMeY+nU0VxI0C1e12Q+i6aM5hATZYm7DEseyzKsaxPlazXbaHxzvqlbWTWrjk
EI4N6GjZoQgLoxH5WKWgcovomCuWfkyUetzppfWldMJ4pfsgn6aLOaRczJNVynzzoFzEwTLLCq2M
4uak0t87J2PbXHIxrdURXyRRF8NA7wM8wZXGTb2stdehi8LWXA0nXFd6ceKFmyPFouIusq8cQZPb
V8Dy29tRwSThc4VeqnYOyNVQkjbSPPmezDiNvMckevC/Up5xw3exif3btLXc3NB3eAkGWP0lZMrS
snUs8WTDN9M+WcNITIcP6iAKP1WpsbOixG8PoOwj5QhllIpbXucVTEAgB/oxKs1ewwe6FNYmmdNJ
fEDWVkUhx0/d+UdbYFKLCSauXn/niqaGu8zXzfI5dLUo2qUIdgxe1GAKtE2dah6/pqaJ5Euk6/1v
7Cey6XnOtba7pFOoGMjUGuGskZ+Hea6ca7dCbmij6chqJBtwHZb7jOSh71CPnHAherzJ7q96Gh/k
ilJ2GcL0EtABloXfwCPg1CKmOx6bUh8x6Q7CKPWgzDT/Ph7tLjEFJAzkgFwYdTi2wSKxgEEeTC5N
69Nop6IKt8iJm9V7rOqFOOTTGCX/tlUQd9rWwbNM7KIRb5WPj3/CKx8MLBvCJ0xlKgvL+KQMdQoc
eaqoLYz5NwNKxbcazxlcT3FW+T8MJU8SHR+YHMsbz80zMdlRXp9aZKG1bzOEieG7kpCh/h7R6TI/
PB7uPlVkauEmUlJ80Rdc1LCHropLgAD2CTe45prVmMHBcD2lWt1d8VxNN6AHrZXI+8qYsnDMs564
C5lrETTMGIwqplS4wtZT3m31rtVrz1bM7EsfNIqHOE33KXRxvXn8qXeLKKljYB8kJQfXmOVjnrTG
pnEsbIBsuXkV+F2fI7rV+Fm2a/f6XRR+GQodQYi1kpu32LJ1HPoNAhr2sQmV6qfZuHO9w2Yzea8j
hnLKjLlfOZGvDkjQlxrvFOOXMEmjCBvq9Ip9tM35bx+16+uAW9dWc+Zfma5GXx7P5H36i4QgAR9G
CGsIFEBeC3/URTCmmbGXFOaxUJXkg9ZZ6nezI5nYxUluh8gn5wU+yfHQ+iddEa22UX1Eo7ZYz+q7
xz/l7iFg0N6h1AY8FBIOV/ntL1EdvwmcRujHocdo919lCqdG7DLHGeL2qRytOJB6ZKn6PMeAXDy7
AvS3jxMjG749/iH3u8vl0Yyqhux1CXg/tz/E7RoamBF2q8PcBJvACNWDbjX5oQdLc3rzUDwfpWkP
21kFHXs7FNa32NiXOIFieOsUlG3C1LA/6XVgj99I0xz38+Px7gIwKkpS+geEJv0X9tjteDE942lU
le5gx/awazI7/HtqMZOi9FMfQrOEru20wcU0y2j7eOT7FilHCCsBoBYoiWh3LY80n50aiZv2EIoG
3zZERT5GuP1eFMMvd0xRuYXjisKPJlqAzppAMrGYn5pGjU52V2AkZ6IfCjAh26JPh5hXVhanFGVn
HmZuhdtp31kfrHIITuqAyWHq1/qzqcViJeDdnU75FThbQQCH7U4r9HYCI+AqgYnf4YF5si9hVVWn
tFBjL8YBYo+j2Zpq7B3gnwQITAiiqrzFgSYsQx3JgJ0PZQyoyzTDco+ae0gL3fC7FLnJea704NOI
0mh3roWfBO86kPYpmQJwnicHhw71szuGjnLAV5NS20ZBTMlce9m9ZKI3OR2/kfCBlALPLKDGixip
oBFstWNXHxrsGc5aM+mbug7rTVNFhRcOSvS3nenGTp0H4zoWPo9MdB62bRVjbVvG8UHrVGermQFm
VGEYf8CB29w3llVtm7lITqj5J0/YD+ICilbyF7ct9b1bR5aXEhxPZdjYGwtf1T2QEeWIX/C0snPv
4pL8Oq5vB8wSgmtLGTKE/hAQKpT6kAUi30KvSp9eDMOLsta3ftK11xHNqK3adu0TzbDwrSFCDk+5
CfEd2YBfXkBJrSFLPIbNISsmIKdV5BzCupq93jbW3lH30QFwKV0Bg5SFp8CScKrB8RtL24hPVaa6
db/Vklj4+8Gqx3hvzIVfPDu6HRs//CDM559zTflPXZnsu4QCFhKny6D3QyIDRmtxvqxkUNM65yck
6XgJg6LxMA5trtaQVefG5qAr7TwfH8emVwflgyF1yYC/FBcfEHCtHTtITm6tt33k1S1K4yiL24U4
qtiLzP8kup7FiZcnZt2sKY3fXTcIAbG7ZHsE1C+54u0nT0Nd6oWm+kdlQAusswT47l4kO+pMycrs
3g9FJZEeHkUcm4CylAgJeczYUTa5x6Kx0yMlRP0DChrCm3HiXbnN7wIllwyFbx56sr5PLfr2q4IJ
A2RV+O5xTKJgr2aIxDm9bl/gA3ytEz15a3uH4ag100MjOZL90NvhkrHAZwkL3mMKUX6noqbupYip
HZUQlyylRKD48ZYxFlNJDx1EARnvS/uC98ki26aOqfqmMShPJjCRDHRoUQ1PWVRHyT7seqeifJgJ
BHkppwX1phZqmf+F3e+gHhIMIu2LM5gq6rL4kyA0C2NR3ZNHd/P3kkfpb56UuLTGswVmeeb5Gu9M
O7GngwU0YG62eE4lT+OQqPZeG8sk3Lgo/1ee347jhOHV7I/Kswt7+T2qJGZ3jCf4ih5C3HQ8TB9k
w1HEpTVu57Lyg0PU+iLjCZ5ps7GG9FgEFBi24Duk5YFE7sjn/u2q9Bau81R+gic1NfxDXddf+9ay
Pxv+KDxhdvY27gV4nqlfq3stTjQD88Akf4OWSqZhmouBNV6xL3VlpMoChDRU7SccG2VXJa1+0kJz
OEoxj/3jLfHKmAhyEqMNufERb7n9WLySo9KaneppDBz7GEToFeRd6Vzq2JwQGQ+SLfC7NZrxS1b8
x92LBDhCqwwpAZuIVy4f8EHP9W7V1nyhgGOqu753Zh1bnjYt6KFpU/irqP3hrypRDPyUiyY1PQc9
8o8B7sYIOMTw7L2qsptmM6EX+mxWVV7v/SwU4hqUgfPVmms9+FbEmZK2RGLAfMh7p6GBQ3kWThVO
bkxFuXEDnJWf0clq420/tcL5rFaak28rtWjLD4ZTztrXeij67EngGJZQUvGnpPDyFAx1hiiu27ET
pWB8gDxgjWsFxg4DqNOPVPbQ6/DUyi6B6IjSHautFjR5ve3wG7o0Ddy1PfdI8q0vkanb0DcfTsjQ
z+ou4tp8N0Kl+5Xga/evC0HR2TS4Yb8t0rEC9GZeZNxouRHqFldW4YaDOyNpfclcrUZnTPs5TX70
bMLOOU5RbKxkoHfbjOFICkkGUCLiSboYrgYH549AGhGMtOJL4/cmzVkswX3KVvu5s37lbvBGrqX8
ROAYHCUw74AGlsp8Lv2gZoRreym7evpolXPxV6t39cU26Ne6Uqzv8VG6C65oAEqjBHDi+LfwGrs9
ShbCo1FAavhchdZ0QFgtfprnsDgAep4PbxyK+55Aga8hpjiSDXM71Jz4VQ452H+qeG9/Uutx2mBf
1H5Px3GNsPGiT/TnWQXOwqqhJvIi8APY7nasJHMqjadlcyFWFrzBDLPNzpY+KD8MJTbxK0uc+t+m
rrufwKuGzlPQ4nEPdSaGL06qBwnkPWxQjq1DIRsCFJof1dRp39qp1dZg2YvrW4YVKbJE7JZwSHKT
2586BwV17ao3LlVhTt9zmDn/kFcYHyc9/6nEdblSKpNf/ufMUD6CSUKea8FxozS8iJ150tjZkJvz
BTROfxlwKL4OrV29NUKDsKHLCBCE0gpEIHm0/qh1FF2JQ2VSDhctLqqvcTJg/Vum2VErrfZ90EXR
3hxGsTLo/UwyKLkJfWLqR1xJt4PGUw9AZNb7iznMEyIipeZ6LLR1QDM32Od1Ya9J/N5HCGYT3hxv
MaIEaJfbEccpnwslJ30WYaWqXmkgdh75RpR5Y9ZO79QA36F+cpOVD707tJgcyxyauCQ71cvApGio
1cNS0y6NNfdbJbHtDa+q3+3srglDvzISHRF5WunCw5NbnKMW5mWSp117sXzUjzZTDw/HMnkmbjQ7
rFcCxAtaYrE3ZQCkY8ki0hVfTKcKx8pu06C9+LHibzudK95TagBqf3WGaOuNjsNlu3GGKfzet2Zf
bFq3M110WXXf2MhkQfsc0Avrj1XX9tXW7KwE3w5d+cZV6Ba7rLW68+y2OJfZWhSgqVbXmvkkME6n
a0VPIN6JrO/+NnNbTTxUeIoPaKDqyV41p6lEDLmraZqIZlw7k/ezDJGfZwmujGD6IfncbiNofKOl
IShwsbBvO2RoiW564ffPtC+GlWz6/owQ0CiSI+GDbAOaMLdD1U2vWRMNgEsh+t95xXvfH7jEJL8+
3lilWvzzxqDPex6QCDJGUnqG8HY7ng+yb7DDAVnJVDd/j9gP7fpWr8b9JIJpTe11UT+Qe4c7TJqG
gsEk0C2ijpgMP6oL17xYiD1vy9xEOIBjf7GKQCDD30/xHmfPGrixns4HowzXdEvuZ5eqBU3nF+EN
7jm50H+EvYzGdDFh2XsxA2c8111nlp6b6PMvx66td2ZeR/7Ket5vHe4OeivgRREvhBJxO6KbZHGK
ubt98atu3oX44ZyCbnB2wRjNK1HnPthhWYXCrU7qLVTEe2+HCqzeMQONB5XhJ9pORTb02JkjN2OJ
8oWKH84PR8GQ9vH+WZqVku+h/yLZAuR7KhmEnPI/pjSuCz9wXL+8kDSnMSBGMWRej9TzvKsNZS6f
EH0Tf0ES81UAwH41H0o10E0Pte+s2EaTWSabei4c4zkOB7EvVQj5Gyp6Qt/HVR6ph9TX6373+Fcv
94H80bDLcCwFDiERoLc/Ws8QIbAnSGURKWL8Ie8SR9s2MMj+LsOwLN8PwWC9sX0iDV2pCULx410u
IeiLIDI7o9X39lRdoqRP/ybtcbKtUrfl1Y3jrtm7fj/9eOtXcgdJDAbldAgdSzyRgAabTqPfXOq+
Kq56M6tH6uD1tzhQOzQcjTUFjeUbly8E+UHMQi0XMP9SNJr17PUiw3IzAOoe8AjXonYbOEbmn4oa
M6yNjUjoF3suFW/Qu/nbm78WjCFCBAg1UvVY6sE4Vk6BatCqSzqMtrnrzdJyPLcr3fA6DoW6i1OL
H/LmMSXJCeQb3RrKKYuAJi2vM19YuIlNafE1GvUKWe7WUTeW1mQfIkdpPj4ecBlOuCNlG0ZWYcmJ
717WjWlzLerKdJGs2GNKA35fu6Apu7RZew7cnxHeAiCiiCSUDe6gfaXv6g1yIeNlKDVjV5lm4RWT
qx6CPPhnpjC58ph77ctIYRgNnJ1k/t4eSQnxGAzo6Zcc3cvQq2HFd9shNNsfVhm9VXMTT3SZbkgs
tmyyYcZ5O1rvTpHpgL0+pOM87ISefRsgl217VPWekr4zVzqZL0ftz8yJ8aA1keDQOpXMm0Xm5JAu
DKBOq0OhDSFM4thws+e2c9x2AwArhUmlR+VhLDGV3AR5btD/UlD0OWZwgT7hqOmGKD6WebKpysyB
qNLowwdHS5xvlVI3+sZH/fST2rhK7uWZMtJ4ht7oeFhGp7sgRucTwLTS7YIc4jiVpjoPvSlAXM8L
RZl9ebxFl5f8y6fKkrlEUUADXMQ5EjvMW/uqPgydUj8HTRyCY1arPZ2wnOYQ/jujTYlXy830IFx/
Wrlwb4dHVkYKRCKdTY2NTgzh/XZlcy1tdYdG1H4a7eTo65l+npQh3hkUXdrtoGCGrUxRDsjCKr8H
ibomF75Av/33A0CPwNog4MODXGxkYVVukAD82xsNvqq5Dms51mb1Ywj0d4sf8nwddcd61+pZf6q1
JthVwD23sa2UK1fzbTj+74fgwkNBTHLp+DW3M5FVYae4s6NiF+4DBqByhYZkgIJuVzXd2Ycx/b7q
RLCH3mEeHu8B+b/+3+1OwJBVTpIQSbiVYmqLOZix4QZxEeqHRNjB58Sf/aeGLH5lqW9DxssodAS5
4ijgUwValhnTqJjVzpyNg2PyPMexUvuoTXq9dWN/rWBxGwz/31B04knNaRjz4LqdSx9EVSFC0zhE
otPfRUrLFVZr43c/GJ39PPtradXdp1G657mB7BVdNsS2FhPoKH3r1lSiDlHew4RR4b1gRKrsB4oH
3uO1ehGXvFks5D65MkkSWC2o9osTYwXc5TgF6ofaatv3c9f5W01xnA1UU+2gtvGvJAvLE6/k8QsG
iPMmsELnqjpR8tnOcVwix2sO7EMQEkbhbCeSrvNk43uuizh6jsJM+TjbCRCmATnnGprhoQ+cDBq0
NJlEz2CX21314fE3LXrFrJf8JimRQSCST+PFN2lWM1Fs7vRDhWDqJ+7oGK0AMR+NxKgpQ4OiVs28
P+p9rXhhOotjmts1zVil3jnGhKiBg7rq4990t4X4SRLFSGtLvgSW06yWoWb09JkOjpFY71Bg/tBO
zXSsc6Rdi2L+/Xi05eGXE0CWwNVGaZRJWBz+wp5HWqiGcYCW435OXITM2ANUrNVGPZSzqW0q2GPf
45LQ+OaRaUCRBqJIRzF4+VhOQrI0iCXGoeRonkMN0ExshP5GiHL6pBqRcgmbWT/5SrPWibr/ZkgP
lEPgOhLvaHvcHlLD8muKpVNwTKkXb7W26/dGjJVfYaY8L5262KVphm9vZ6yJM9+vLRk2nyvltC2e
FovZ7ksrr0G4JcfZhd9UFqLYFZYRXhOHLA1xrjW+0GI8WmrSP0FmLzwmiH6L8dLRRHUmKGEIGSX8
+f2QKGRmGc87x0X4eJyRO6XE2h8fL+39sJS1YLBxr7OpYAPeTnAtItSV7Vo7Zr6h4AKJYxfm6b/M
ahj30Rys4b8WVzlfKUveDotqQVylZng7HGSHLjCRlj5iR1ZvG1d0u6TojW9GHoU/LMVtj8no2Ftm
Wt1krPZKcr/YTi/Doxnn/GdYzr/cDm9jEtVNiDUcU+7zcwdacdNGynCoyvhdlLXqLo2S79AYjf3j
Wb59x1PzoVQAyIX8lBuASLYYN8jVyG0CUzumlR99c7CH9MxkCN6jfaYfZoPsjvZvtpKhvjooBVLA
V9LuZxmd9AhFPMfN9ONYW8ZeyWwHSQYCptmEsPB5zm2rVltzGn1lgZGe4bjwSoUNcSeGBebXnjNT
P4bAyw7YE/qbWNOqgxGjS2HzuPJcv2uOflFYWxg6+u/HE32/nSmxawYPZLhhSFUtLokBzVc9moV1
RAR63KWdlXm6GOKDE1rxZlbDt3kGyoXlR8IfJP2nhngHY58i3UiGKrGPsTM6nl04znMImAO6Z4Xw
5Mq1/trHoWLErY5poHyO3+5e9C9yZe47+5iwh4/4OtfP+iDRk4M5fM04OCsp34J58N/XQfGDZEHk
pey9OK1VMY9ookTiOMMu2FSxMT+Vw5B90gtfVoY141CHdn7QUxOHN0CTh4k7cBPzcj30WTs/xb7e
f2xi3NV5IxTvjTLP3rcCrkipaaEHJigDjqKSEg1+MGRvSyXl0vA+42HGPwFpLIGOlFh7o/BjLJy1
IXtvdZnlGRrCvFXdrene3IcVwrZ0MVERPSBL128XZu59LW9Ebx+rwomPrg4zRgOO8n5obCAIUGO9
Io2cfVSh2vh4vy+SypePhMzGFcWDUVrV3o5sN9yQoQOSBwcV66/Z5QdsKqNCfCfXtM+Px3pl+5l/
jrU4WyWqrdiOt+IoAg3LcAFdfRKdfbbhEni12Yvj4/EWHjFsP0lRBxMGRIzzRcHi9uOiuexsnxb8
kaup+6iU/ftc65Kt3oTt56F2w1+VG1/0rrROPeohGyTaxj2JiiSiKtX28Y+5m2iA54DBydu5LZEm
WJw90eMMrUKuPo5CsT0Unq0zfM1r6DbGp7eORJIrJWTBY2NMt5TiBYJmCoXslvQcnQMlnpXdUAr9
FCW6/caAQvuMIeBYMLk0gJYf1TntXFS5q510u8oueRv+VJzyV5SO2UctU6fd2z5MNutIYSUbkZrp
ncgCRj+VCFLDhHxkm17duPGTm+PamPbZmqPY8upjKB4JXHkSDUavcHHf9vVU92JkY0RqM23KqbXl
npi9rPW1XTgZf9eZKVYeKMvj8TImLyHpIggzTF3sEGuK6UuajXUKEeLf602hbTEXzb3IrqNdO1Nr
ezydy6Ajx5OUJmoiIIEIlreno0nR+s95lZzAlVfbTisNTx0BEW4niqX/9Aqy9OqYuTMkvZ6j+nhw
+T//44GJ6IEcnLEBPXMFLJvNqp+Lrh8tCzBlpX43ylLddn6NPdbjYV5bR6oOPDpg+fHXIuQUWWl1
rjNYJxzblL09TV8MBQpPLNCnRlwluFaBqFZuvdfWke4HxR7koO45NDYSuGWbRPYpNpzggop8/yG2
3YQQPhWeng3q34+/cRlZ5FT+Md6yDmHmpW4nVJJOxVh8Ueuhf0KucPq3j4Szhnt4bSieGXycjGBs
m9stQ00Jxl09QGipqFSlbZE9Cy6qrWRlrESx12YRzjqAMWCLUsrldqhYHXLfAQhwcvw+iTe+HThe
FaUJeQMqV5vezvOVdPe1j+Ouh3VHoUqqpN2OmAWNaaRqaJ9whagPBBrl2um+dUoAqL55KISdZPfF
IUhrvIpvh5omo7PiOhQnLcp+pakxPasxHlqlX44r03j/UXQGZF5BO47n0gvB5Y9WXNcPTlOITpzo
IYTv4MsbeJYMUqGxehuwgjcuDFo6PIALZaWTF/ftRyVdXEx+YIiToXdnO5W2yc7QglRzQK0J+PlG
aM9fHu/9+11CdweuJHwYieZYGu9M3Yw7oTP7pzao9Y0Nr/Ws1ppUAWjMAyjOt+mtvXyjVKOhAAfL
Aeezxb2Q+f04NmQIZ+5SezvldfBemImxUhZ6kc+5jY6u7CCROtNDpWSzGMbQgtSazDHAMtDNDiJN
G6+Z0/5jpEzTZoiz/rmsaByI2A8/VmYUe6SoQ+ghYx7tYv7YNE2vH2HkdHQw9V6sRNUX0N7d7yN3
pGspQUNLPLHZj0h0pZpyiu0+2DTABH7hA9U/1d3wNS1QQFJS29jDrja2RlsKz8py92BZebOd/FA/
98PYHvMxMY963BhSX+Z9Nc5AQ6s0QGXfMTw6lPVfFraFHm56BO4UNT1FsYOdbcX2ryQe7CuqWcmu
NM3hqpiDOOVjNh77snG3Vg2aeohFsHJfvnKUaNmDSJYVJY7t4tAWdtaQqHfKCcjoeE5DVBOnOLfO
La/ElQl+fSgJd6cpQANscTUXSd2YVjEpJ4sL+hkiOrrTIHrOQZ/XK0Pd3ZC2xD7QqqQjAELcXWy1
FMW3BDGU6Cz6JtxGsaKf3LBRNyJslJPhwOczTYSkHh/bu+9jUKBJtNwYUHoO3YYKCIKEEWOMz0iQ
NYeos5qD4UT9ITfjtdv4taEoeUrRYFp7lLRvhxIKxJfQ9uOz0hY40oz2eB30sfXGJstXOOJ3wYiv
+nOoxe3Ypb01WaMTI2/mdJs61PLdFBrhlvn/OwhoYz6exAVgkmAkx3Mk7oprhHxxsSHdCd6sqBAG
7LvC8nKlKLZBEpY7fZzx+hF58DRYYD2sXIj9pBgd6H9lBkCMjoIea/k7F9Gdz1PQlwjC8DApyjR4
a0rLLxR44AE+YXexCLeT74u81GIDGRbCf/Yu7qxvo64F31PG3LtmWrxNyPC/GaFbAVCS1iobzLgd
D6eXYEATP8Fppc/3cT7Xz3HeIVaSC2WDkEGlbAY9rLyZ1C3fjGYTX2ws4VYSwAVr9OVnwNIBqgVn
BdTfEuunO5Wa542anF1jRsFRURHKHctxNp9nPYlwX0pr96fd9FFLxSeb/2l0nwaLCwm/emvMkmDD
F0Vwqt9wTRZbElw9gq+lk5w7FdThHKBzBYs/21uc7pWhloU7diO+B6QRcDt4fS6xFnVb9HGBH9+5
TFL9OchSsbHAn+9CTQzX0a9sz8EW4X1oh+rFDzD8enwaXjl8L6wsCzDei9f17dKPKAsWLVpi51zr
x73TqOG5iNVmV07F9Mmiqbky3quLTIGIKwHIuZSzXww4zP5cZn167u3RYIMnAwiWua02g2uHKX+G
ljdDBgi8Oe10rxjRz+FQrvkgvjbtAKJlj4MUyFqm5H5Zuz2ihOlZjGL8NAIF2wfYp53NtPvKfxm+
GYqbevbURJ7d4tCzcn28El5lVgmCgQcz7x25LH/kl+1cBZNfzunZ7FKfolHjPDd2GZ2BUKw59N2v
MFuYlz+VUrC01FFuhyp7GPz96GZnpQqnTTGIgfKwq/xEtPOz3kXJmmzzXflIAtGBW4NOJBmDvLmI
XrDOwM5qbnMeC+F4aozaYoOaMNylsNgoeY6SSgYdUO3cdNcbRndojMr5QPvR+iZ6c60ne7fhSD2o
R7LlOGTcZMuprvLWTidlHI+JSFt3UwEUOaY01T22WolIyJw9R8zDaSp78ztt/uoQRco/bztllEJl
nRJxCKYD4pJ+uwZYZ1nFUMAc6wx3fNZwANhYoggvaHKMl1FUa+XxZXZCaZzLgwoBlwfPsmWigKMx
yVZuaWfXzK2tCQ5+a+h1t8GgSEeUQ0+9JMjtlfgtU54/slsgKlL7ESgo2RcXyVIXyaz8tpisRHly
psI456MI3yut2qP139GWbXvrOBa4dWR5vlagf3VkKYghCcNI/i3C9TgGlIcmaHNaYqnnInCdA1aB
zakv0JCu0UvctKoW8rDBwu/xwi7qMXwzykwU8KjiyQi6LHbHCIuEPd2cawM6apv0mr+Ph/qNPUo5
CocKNCDPUZ6JS313qxFN6+Zzdh1HrTuGamtsgnYMr3Wjzl6izcrp8VctotPLeNQrDJ6HEga7TG4z
8D5DYE3ZNXVEvLWtOjjWY4sf+KyvtXtfGQpZMmoikPqA4y0xRhDRoz5LnezKK5d1KgtfiE02IFzq
VrGz9kCUWevtFnVvRlucQ2DSs9JkmFfSCDGEF9WQYbvBTmnjF59I5I333NDV59Ks3SvKYsYGS2dt
Jf9cxGM5ubKuwOVCYALXtAiPA84tSRqK7FrUZhZsM5SrPAibxqfaMC+mkqGL+Xg1lwH5vxElkIPa
rCxnLN4qU8sni4k5toJ5uiTWdMVwyv2dd0p17jDSA/5GllvG7rfWFb7qBRaVDhRxc35cuUaiXKCc
iUzy+3mi8x5E+IQr4jYWdmHTNHgf59dkthQ6v3Vqe33VmBCxEwBtbcxqZHpw0AeReYqftsFGg2t6
BVjc7KzQRGXaoEoYlI79tStQmxSoBBhbP5u03crEvbZdNOpMnDoOA4t2+1PbQaNtrqj5te9xskxg
1GIBENie8E31KVLIVFrwcT8qpzG/NEVs7AKnd/qV5VvE8pf5kk9M5NllyUtdJEypzJad2M6vqmrN
ICIGq6d5bpcHq+qTjR+3ykboyRv7yf+NCp1bSE0tnkqLXeormeidjFUKEkM8A1/9Kx/1ApDLNO96
8KReYYb/FpXqfJnrfl45p68FBa7K/z/4Ijsa/GpEZqLJryWNvOcWJb8tHD37HOnl98dL/NphJP3S
ORxQxdAuuV1hp1T8sCin/DpVfv4DWHKyE0k3UAPiot5kvIT2jwe8v6pQAwBpR08LrY+7bkVtx2VH
4Se/1lFVvqtD/M78yO4Ow9S+R7A8QtXUGT/3rPRKTH9tG4F1oaen8riiQ3P7paoxTI0au/lVwWPm
EKlVtLUG2LJaJsKLKpDMnwNQIY+/9tVBgSELFBrpZS9ZrEgh0wOZguIaRt38KbZF+WQEGBKKOrP2
vhnUH6LSXhNJXsJGX/Yu7wuplwg4jHvz9lOLVPWDZCzZPmFq/pwQ5D9yc027poqbj41m/cZe1X52
GuVbBZf9ioNHTRHZNtZo1K99PQIf0BRIjGQP7vZ3+KMWo+dS5dcsdbW9OdndLzV06UwPafRjdC3/
aeq6YWWdXxZyccfJkhRQTopESBIvFhpQgpNME2V+vUbHHWN15VPVWRD8nXj8Ykyq2npBpc4/MzO1
9gCPwoOI3IklKYqT7xflnmZv+MTCrdV5XpkORKsp/3LR8xJZJuKlTWO1s7PwSi8HpaXOmbbCqo2d
qJFHnDTHP0xTOhzeuAPlJUM6ynEDKXLX/PSVMsgSrHiuTR8GOF4Bqd6oXYFbA8lA9twPHToyVm2v
rMLdtzIsaTd/gDwi518sQhmYigUzPLymrab9TrGSPgFXSc5pPvwVyaBmjNNaLroYExgCLGCqJ2w2
WitoVtxut3JsEmNIq/xdicdLdKh9Z3DSDajawio82nmifa/6bZfuXb2d7LeVrBhc1naRGgH3BGd3
absez2FGwUp074pqLi68475S4YLDNDbaBpGTceVSXMRtoJA8LmkCgfuQjDBjUZ7syt62CtNqP/L3
oe5gSQ5Wgu47TjdHsIvG+8e7yGXq/jhTDAcUHyCmZOOQ6LuL27AuhJm7xmB+VPFN80adF0wWowZg
I9VGojiNu0GtsV4P/4e6L1uOG8my/JWyfEc29mWsq8zGgVgZwZ0SxRcYJVFwdwAOwFcAfzTf0T/W
JzKzFjFrUp1vMy8yk0kMBAGH+73nnqUTp3Zw3sMfX/7dofHb5bGk0Mlfjql3qwkcAoi6Ixbfq2jl
m8LO9uD10gcdcikqPoePicvTcgbqXP3xhS8f/Pvf+58Xfvd7R6qJNG3G+D7n7VApeGDd8TDMH//4
Ku8X7q93F8oYvChwcXwPPzZIe4inUcX3vGi9Z2khaPTQaW6XPGv2w9QVV72M7A9+td+vIDxSGCAB
oYALEli2378tslBt4zdrfL/qwW2RG5dWqQajGVloCemL+kecj/en0i8P8ReDbxhq4E19P/zpWMZE
uqbx/WRHU4ognUrEoMGPPhqWCqKhZptyybcd3D0eB1jbliH15d0EA5cfQHDvqqvLF/kloiFCRXnJ
T7g89H/BnlqVL0HLeHJP00ZsEjOxY6ig5l6H4UdWLf/mJiNBC/oVaJ9AHX/vcpU23QQ2mEvuZ2tu
p8wGx6hJkpfOtmBKZfP0I8nvv1lJGPwARkXXCsbre96CCFVRr9Ik9wu01XvRm+IbDgCvcnDo2NTx
UiAPMP6RduLfvJ0RvGgggryEvWHv+/5+Ir0u4m1o0nvk6IFQWnB9KGYDA+xBx+e1hp6iHYb72J+X
HwU7vj/rL48SaD3KyAuodGHbfX/p2iEDzIgguR8XCGG7dMIIN4a5eg3G5HapfSRYtg3bJBlyhzAq
N9sBHCBC4VF7U2uebqgY/b1q5I+I698/B/BGcNCj9LpQ1tHhoTH5/nsFvKUUWE369SKUKK4Adnbh
Vc18ORVVHUUg/Fqhuf3Qm6FJ/pxr/y8Xx2WhjQbvCTKT9/Q16iKgq4gx+zqPGdu2iGM44ibSqk2z
H4mgvz8Xfr0U5hSQoCJcMQNn7vvfM+aoWPJozr8uoKntuiyQWxd2y75IDQwYvAz6/qL1/accUWCE
I8D0T526gERxcdDVLmAbuCVQSH1//aQLZgN4m78NMwQj+wI2i/6tmqhNP7YTDVxNPHgHrD/YOt8B
CpfLAlyERR1QW5z6cJP+/rIhm8Si4yl8W1XvQSFX0LTdwJEqnQ5ZJ0erKhCIfPMQQXSY34IG6vPr
RfVUkTisQXmHjUS90TU66B+UXd/vN/hGl4Bj2HUD7saED0ZR338xVFyg7KXMfwNLEvKauG2DLa+F
tlWi+uk5F6P9kRD/+90UODYU8JCQAs2/8K5/R5bMPdj42Syh3wB3KERmz+4JsYQzCfqefv0z5+Rv
l7oUIpfsGxSz7zZuqg1eOETaf4NYj0UnXhhw3SBvyrvHIOTZ7WIpsgjxrmXJD574+/uKlQ4SPUQS
AOhgxfHebQDYNkKnipk3pLWZuWK5iHYL7P0jwrLU28N4QPzI8v139xW0XpgCAfdABiR21neP0taI
heoLivxYL8OY3Wt0Uo4NdnXjD83uj2/s9zs4bixsaS5bN7AOTP3wUn2/bDzsYZmnJ9kQnqT1fhA9
5vrd4MgyBuzGrVl8A++0ltBs7fd/fOnf3VlQbC+wHBbtxQ/j/aXlaoETwiASkeNxvlwPaBpLpHyN
AJpghRROmAT+8QV/d18vHP0Cai5IqEDHeT/9VswzYLaIGr+rqfkLzA/HlIAyZk79qgr1gzr991dL
Lzp9qKOA+eHPdxtkG3Ag52vrKKbG4BqCatT2RPGuKIjDSfWDq/3uOaIFwoAHGVTYn+A3+e5q/ho3
axN2KSV+E/sOV4N3KJEJrWMMQbqkvTB6IU0okmU4R0ucP//xvX03a8JCwp391cQBkCEGu+/eUAf4
totsVFOCUUjow1o44ks1uj7vjsNcIOVLDg1HhLcv8680h+U/aXXhP2ut9J9LAMN3uaT+Xpz+MWe8
5CK/+y4UJfOaFS6jxGQR25mw01d6GC0eeSaQT7T+yJXhd3cfI0ZAWohxg3oLm8S7tyi0ppmBTkKx
IJxW9xinmi28pjwSd119oO1g7po0clWCSuQHb9H7egNux5eYHrzC+LUBkl7O6X8paRFyksm8t7j0
HPH+09KP94hijp4G4WOEnIXLoYX5/A92jV8cgf7ZHWHchMILJR9MRYGRgrz37hi0NcNJNEQ+JTEK
efXgT07NlZz7RZT4e/wYpXQe9nM3h59S3bO7qA+NeE27wJ4U3BkdSYZ2eUp8wQIyZ/0ynhgX8TOY
e8k5gPnOrTQU+nXWJM7bKagu5xdsie6kfeiOS40KTt5msPAyv3YI//Fl/l/N23D76++g/vaf+PsX
oJuSNVS/++vfzuyLHNTwTf/n5cf+8d++/6G/3dg3qY18+8v5dVR/2Rrx9VWzQbz/me8+Alf67ZtU
r/r1u79shGZ6uTNvMHx7U6bTv1wO3/nyP/+n//iXt18+5XEZ3/7605fBCH35tAZf66ff/unw9a8/
/bI7/Me/fv5v/3j92uPnHl6Z0H8hr1LT//o/3Vu//O5n316V/utPXhr+jBCUywkBsxi4cV00Zu7t
7/+EAwUoJChbl3HahdshBnziX38Ksp8hsoYkL4U5OTqWSzeoBvPbP8HlBiTBy1mE3RHF89+/5XdP
7p9P8i/C9LcDvq/660/vLEUv/g+X4BRs+fjIi3HOuz2xBsNzzlsXVuGKStvyRWPG4rHK8ickcO9g
IANhb/YGofcjXFw7qP+Yt5FyBjVDF6UO2WN9ymVeAL8snh0PkaNeIGJ9ucxCjP6g/bEp2344F11C
Mq+dS6ZhnWDB+IPV6JoRGXh2B5LFRASf5UYkw6fFn5Kd9LNjarEZ/7IF/6mlezO+iQct3940VuX7
pfjdYv7/d/lir/m/L97//a2hrwJRIK/fLXn8zK+LNot/hoEmGjRMteARj3HA39ds6v8MigRk3hcp
IVh5lwr6tyUb5T+j/MPo4hfhymUt/7Zgw+JnnDMoSxHMAzLzZZn/iQWLDub7riq9MPMw5cCMEC8P
PA/ec3PM2PhIR/DqTSAcPyH56G2hTVTB6fsUM5qWXeKOk+b0iMobCLeln9qYX5yAk9IPl3ATIKfu
PKQzVrNCfNIWKeLGENNAd1oO9aXsMLksbk0Cf9AN6GQZI043rrtteaLsZqJxMvn4lAnjIEn4jBTn
L4nCUPhrksDEZZ0NRgdjEQ7Nx5Hr/tnqzJ51nH3OTGDuOtH7PgH/pRMkpz0snGCxtmlMWhymtKhs
rOu28r0mv0NMvZcGZJh9MZ4daAu1Im6QILppMMBPRc7ydc/ivjTgGFbwOzXHMcf0T4FDfIS2xJTJ
5OYSb/Ntts5+ldTKEp9N1z3KEOJN0RWtzcsi0wG+pnE4kmBm8ghj4ZNKBOvI2gRZ1c0Dr0Qo010q
VnjdgX1JFSwgqOG7rvUntbWTFgkp/NoMpVcISFdtnQwf1KrgExdWSgWYIjWX7FYbwzvOX6P+FKQg
6U1wMNrIvgCZuunSmx6SMuL3wTfjLWfeK/fQTP01wFvVXI+9g8kwek35QcqYJLB8PSt8pCGAzNrg
gAIV1118ivC0NmQ4cTvav6nFxkkJKufotjJETA6ZqaZhdSEVmJKq5IMnZa5K1zQraN6+W8sZ1rQi
DF2+HQzSmT4sS0AfTBHpK8ziPkzMwUMrNXG/DUafb40fj1cJbtutz8eDmdYKFMzbQRi9WYIprDqM
jiv0vdvAqlcIquErFyh/l6C2AtDZqi3tYGAPOpnmpAsKAreS4AYSHpNs2nBwKRmxZOzR6YTeNnlD
gRkAw3fwn++WJ0TxBiDLs/FaJdkeeA2YLW6l26xpYsxf126sN1QinApJtcB8DFxhCee5O9d1d5C6
1YrQeHDjXdfTlR5hmgCLRoypnNwmnctklUBpI8vY8wnc0dGbw9aJTCB2JmWoMrZTXnMws6sxFrVN
yaiypZXGpnCjnTd4rTkSAfz1AZz2XhJvdpAideYxqNcMlFXbtLApCAeAMCkD/yuH4hs+NTfASYip
BQqkMb1ya2MqPcJXRcTzRCRbXsAG+SZQro7BcGxGDYdWDhZC8Tlto3nbjpkmtSxOWcAQ1ERBEixc
CGQlqZOKteDhkEQgYAgvE0PWBEcutN4Ndvb6txBv1BYLe5khP+fjXK5re0wTIba0FeIhXteFkWw2
5rzOCC4nFPtPexzsNN+Cqcth981tvpCIC7uWrBkMmdFiVPPK1dEL/f4ergXZQ2P9UxqOoSD16C1H
Iy04m45fDZFQExmmohsIxQwM1pk4+6KtG+CTvoD/1m2BvqpdjigKKNcyDBJ2MxIMX/3JQ44rZquq
L1c1I4sqZnNyNKFp73zofaEiUHI8N8PAQqL8RdyGZjIDGeeRejsNoPSzbQKYvGbSzT3psiFLgNcs
ZdzE+ZZ7ffNt5ZfMbrnoCpEtQIFdm955S0MjMnndt8LF/Lkr4GSys4xaYqgJBPEkdxnJ63beeIKy
e5d11zzUwSlcW3qeWtqWXhNFjyC6uGPmWbXzVRjtetbIige5gzB3YqLdeAviAtduKPz9VIwvF3bO
sUB22hUMLpqFYCqtHYnnju/0WCczieUUXSLWugJbn5YzCeGngnsN65HOuVcNelsZKcgAcU+xzFi3
GQYrybLOg73yRmkg7GwDIYhLG7nCBypYj4PJ+muexeMzz5SDorZQu9ZQWbmGyT2k5Y9Rrgyt5uQR
WM9loqYatJD1LJ9gqXDTjVC4ezbfI+0xF4RCDY4+6Rn7qzwqiNhO4CeXsW9btW+W8Zz1QNQm0gHU
u4S9+TNMnKRu6rzqJ5hOyxm2dkQlYaXTxJzomskrz3M3SUEnSXLeIaNmiUPGyh6UkXQ/MpbetR6s
OCLFxCdIvujTaiDVIlMYfoqK6Q7OUR0RiJUjvRyfsMBhuGmzOxBeAOYE8R08KBafrHQ610Xyxpf2
K4T7CSxlgYpUyCnyrxFLCdfVohEzNop+WEeo8YCxl26KBPT38T2OqPzIRJdVsonn8+SP/aPoQ2gu
4rzfRJ4/ncYAtHswepGQuNYSPSmH5ekrwi4qC//4QQWmggE0J1oKHLmsV0c3FIIAaVw2sAHoEb5m
bTVKGcEmFZkeloyIT0Igyxpv+oJLUit3GsIIsdPjPdzyVr11CombKV60uv44CQBNUGnA4ZSItNjW
nth1sNcup9CDxwljLaysWGBe1sCKRw23uQPTobhBEsrglRwigIVATiqRtgbW6lqmUjzWGeN4kHTF
rlnAa3i484J1JtyHMU5ZN5PiR1iu8ddFw0QdCtgIJrKIyF0eQs6wUTEOYQwJQ/PFZnhntzG4CKLM
oS/7sJqcHSORQgeBIfLH0QbRdNSaXWMiioNlVbUjmergsFD4p5k1cORy9DTnmVeQhEJzynkiPJKC
NfipBTQZlBhHBfkWw5H+Nl1MFG/qzu/Ouu1TfeUHap4JnF5PBTRPn7KmleFpVuF1IFt+q7phxy8p
qbwTXwT3K2Zt1JU1bae2DMWkH1fW+jMBQnoCEtrDDQglYrvBfHslac+bHeI+OAZMsM6JzDwnZd70
8PANOwgNcFQCkZ3ZaaLRPatDyD+wTOi0geNvcUt9PJwtgylgQerOdZ+bQLeGgGHGQwKRutQlknPq
scxHkHgqVvT4Pdowlm0F5Vs07vScGgOKlh/rEml6onls9JK9dcLe1dzXsKiI4IpwiEdUVhWeoA7J
Cvfb4UM8Zuhq+KwGuS36PHsNmfPPo0GPTmIUpfU1BRIiITHmzJARtOIZQa6X0D0XYnK455J5K2gG
sDjZzjJV087GnvvGgwy2c570PjAEGFcLltLeU364BdsSiLGnhY22KhnSGxvipYW5ETIueXNahiE/
Kg4qHhvsR0mp3I5BCO81bKbUlEExQQXBBCK5sdKqFmZtiJJF6pIXp9zgUQ3jxxlpt025pP4cVJjD
3qqgPokhXLbjkNRXdR/arVfnHq1Ebtp5t47G86uG9j7kHj3VJQIvFnj6zUnTkUmu6wHBUuzoOA09
BFdOe21CtwWQIUnAureOxSlBiFZ4jZFPdq4X6yAeWRpENHmQ3UK1KexngKFyE62dOvv9BA+PVFU8
G/kdnftE4UUAeQVk9qukhc8TnjKK9qiPz0uU0F1hvAc5+6ypbMbUkUFzveFcPoVNinx7HEFfVrrs
/bYXSPtW6kPmxEyJ5Xn0GdJUtzf5EHzDgx33TcfTXeG8O7Qcc0GYYCJHDV5/hPxu3oCVWbxMU+Db
LZ0Vg47M5e4JO3dujprWsMNLpNsMvcufKI7ojlgfjLWKt437bD3EqkV117+41VkIViK9q22XIPtr
jLxDMUTdK43attT+IikJVTB+WQcRIJUDDKUkQgGzEXw6tp6JB6SsS5garnOydCcYRGOnBPU4XavC
8e55nS3ksFFml6NdObwAhTNrcci9EelGtRfAH3g1TGPAa9rHIF1tAQMJ0H92OdxbRekcHDYJUm3T
5pwDJUjONIkNBDitYNFecgyJbRHNrlzEFIvrWDbTXPIF2xWh6TCQGlpZXeH/2egB9DZsGlnQizcA
jEmA0rtwUUgw/5tWEhU6XHZQEo+l7qfiF+2VBcfT8SrM5/Qzt7297UAYi7fUoeBzmwavmFhIgyne
+lBYhPy+yC5DeR1P8oCNwPWCFNNoXldkbQZ7A8+q9qRWNhDTc6/0jYdQL5m0012HNJqvbUZDRhAJ
djF+rOPkUccJQ11psmTcjFOHc3eZl3M/xbF6xDECLm7nN7LeeEP3ELCwG466oavdpvBS0rgIjFfm
TS21+jpRZLlunRtvCjfusoj2EJUv6jlNgqErPUXzj0losbFzCW9VHBNK3ozZ0F7VNUs+9wjEy4hF
nNYnG3dCbyhSLZNtC0sbve0V6qleylvwUPASR7R4ZR26oxL18B0EoEBillTrjWqwo1TWJAgrjUQ7
wxImqUNUnIVnkw0shRHqMg4j87Y+zi5KAh+Pfue7FgazOFQRd6ZbDsYFPPjSEpqcNNtOjnOHxJEi
LRvPtfFWo2lMX2arpnjTIhcXEVWjjj+AL5payAsW1W7g5t8v5BJ8eNcD9J22FA7N5sQoZKmp1Q0G
0BLmDLDX7Ptvsk7SbjsUPHhCASNlqWJ7qZKadi+sFdd13wyf5yXLJxJ4zP+YIsgVbZalojj5cTvc
tsWYdDuGKR+KuGgAe82P7LaG4IKfEzRqxYGDt4tzX42p/1wUHQXXLxi9c8eadA+FQH0tfY81UG6y
4Uk0dGHbpdH2rqsD/VkCXC/HNaq/KTHZbRssKckK6guslhnFLKad0U3nOwjz5mAaGvyZjZSktOHX
/hxN7j5xcVc2QbJGZFwT31Y1yGf5RrNa8LOBeeqEkjRDDTlRBeuI2uRojiIbLDGc8+q82SS1juut
QSjDRwTPyvtirU2KPB7H9pHFHvA8FLVfH6F4dQoVPQjJFYWMW5Y8Cc+ZB4YLkliPXeO3u2BEUUPS
aQ5vbTFCgrzUi1E7mqAoIBhlt/NZFJgMIbRH+1WgBPvIVz33x8Iyrz0o5H+j5qXLWrXd2jQnmCah
/XFyjjBmcXDvXqpVMvqQw7JhqeYJnIWbKGbLQKbApe7gWT9DtEc4jPpMV7Rnt6rhBa+8gocSWruI
f2kEzEVhXe7XW5S5OMmUG/WnIq5bj2jjpVczz8MNWNioamTHvbuFdgqHFOawOAiX+/TiuWXg8ljV
cYTOkLP4Gu6J6QFAjLqVXXvxRBID6bxUPGeIfjyhAskPBdqVBxgr0ZeugYkgRqp5QCL06DhKL3Gu
WHB2agjSFJHklYezq1rYoZ7sGPiocvphk4ZCHeFOvt6wGM+BzuxaU/AvCg+RZzW2g2oW9UKvs4jH
eh8GmCc+dGMXf6PQ84IhMllERhTca5HxM2UUOJW1AbotUchKpE0qbnPNVthhdEMKgTfR2SyKz16E
2XqLfXVqX6zrx5Oc8N7dZKOX9HvHPBAuiS/MPq7zDRjAdQUQ6wERiA/wnPzIi+SrZ2r/o+syvJPB
9DgPI/AbT96KBB/ld3fOb/Z9juFkXvPlxqDcexhRaWMkm5zrsd8nee4hIqr5oFscexB1T7b/jJoV
aR7TXaHGexkGb33AT6Hxs7Ll/WZQ82tIgT/HmT409XqPoVhBtOpep0vInp8lHz3IL4lNhluZD5Am
9J8SGT8w37txiEA+DU1NgaiBMZrS4aaf1YVEfeUKLDIZrK/JMHyCmtKv8owl234cFYFoRhPaJ1+m
tA2/dgFyu5kuMKKTzesctptBtCevGIHQFIBRumwuE9Mwogs1ATMKLwtGI78FzTQJFNR6EK/t+5E9
+nAUBgyDohOr/c1h8EQCG95TPnyQCg1RolaypKNBX44g9oa1SsJPBW3O3uf+kDCsps4lT4UY12kj
xsXgK2SpjJundo1A5FnlCefzdb1InHERcPtinW+SqYDFW3oPTOc8BOLgRIr8aSAeXYJ9K0BLgdlm
Va/tfpx8dXCehTQi5NvMn688Ja4jlPB1y1OypqBCgFQPf2N6cqnXn8XIfRQGw41vO5Ql6SWuJlq3
rWRm206sOIR8xjeZxxvUWwoh5pbQRLhNb/J042v9VCzZrQyKAQTU5gTp1aOP/QmDLcQrPU06+YbJ
bHTCxpYfnUWX2zg3XXnttF4H6XyNUiskQ5btcxkARtN+ydP6rRFxgpiR9RUUjE8B/Fo2rmsPA/PY
SQ3NrZ0HaNPDa6uX+D7qMFHzk0WSEdpCCNCG8aDgDbRHyIUl6QiAKjN5RND2jFchYiQP4O88F9Tb
jiO+IE5/grr1iOAwV9ar58pgynZz113LIJkPKeX3A5RYFXrIGotvYqfBS1S0iS7PHObIUDXaz4ix
jUkYow9ESJNPhm4dK8QW1CTsZn0Ai/QG3roPa98BQLLjclO0dvms4vwAM/IPECW+sMEceyhnd1G7
3ABMmAicvO8DFO/+ipSexYK83yO9IxqDZM8xDz3RIEbOVp/AhkitBuvMrjfJHI57l407NvSW4BjC
csLuXXZhrx5wmRHOlng9Lv30PpPB69Sh+MV4y5F2HDMivN7fpypA2KYMzyJ05iYHlkbM2D7KtL9P
eP3J5DCwKXCCo9oALuDXbx1QmLbwz2mPwrRmTOO+MhxDprhTuRTHgcYC1UiHQL0OfbTauEsSPERX
yXOz+PMWAMiNpvlLVE9XQ5C8ILYDfuKQZ1/qIlN2ReMIiCefFLivZcPW6zyD4cISqFOTtvqloLaF
6QI7TF189PWUE+Tg6eIGAZsObSRPw3rDpph6e4XA32QPmB84qUhAgvwSiXDqvsoicLuVtsWJjcH6
oIbBJ9NIwztJ8+gxXfl6sqIJYajufyzQZW1o0oFZDf+pCgEfnJZOLW7vYDvyEcHCPhF2yTYZk9nW
gHF9r2q6HqOx7vF6zt7WLMD+/VBmn00PPAMzvo0dURZRPuKksfP0wOug30r4mYAoSq8y59pDI6Zg
m3EuiB7Zfc3ZcWiHx7xf76D+fWxQ5pPJTNmVRQQzIvrgXYCCNIxhdqnTMyzLJfS4aV1RxixJkKUB
zil1OOKyx6DVUwmYSRDBwuBqQpGyz3uE6Pr0Ci9uSloAcwTUuo/SX/mhVazf97pZ0bnwtbJj1m8C
BlfgXp+zCOBE37Ibw/2nZUr3vhrHKgZ6dgWfhenNwyB735h5BUuid1Uu4xMTKkFU/XwQhTm4bD6q
vq8fmtEspwbu6rLK2ujQpGgg66hVzzCJBWK48mvYl+857dtz1Dm9kaFtT8zq9BMs/77E+ZoQWO/D
lCPXTyvc4h8xCfIrOo3t1uXyOGMguWuoepRZL0oqwyNiUcnIkKeTR734GLJsJrMZPjde83lUonI1
Gvo+mXVVdO5bi5dkaDFhI1439FsWY6dd0TSim4wAb6Ajxae2ocWrZFSz7ZpYEucQLYym+CtHPlcG
zU8ng12CfeTA4u4rGhwc8B6SoacegVz0ec7rMgmWp6af0EA35imNx/QTSC7RFmsPXz5XjSgL254v
ZhkrHLu+umTd0Tl7qZn4aHBDYbeF7zxN4W5exkPcpoe5rc+2Xt9C39Kyn0BOqRyLkEIbzqY5YB7W
l8oUmCQBLo9hntgO22lGtG4yiKGpMFyrjwbb1IfIN89cJ3qTT/mHrOaf0J18i1Zz014CWaZQX6Mu
XEobJQB0TFRCtFJXggKwwWc+5KlGw1Pj0Um5vsYxNiDDpwws4XaLeLCzjXLEIMFoOXztOCJ0wWmN
5nrb5BrZdMMEdRhwTCZIbzJVxRLtLZuRqFRC0F5c4LbsxlGNp5mjW4BzYXICPznfYPS9AwCTbRpa
DM9dPqTnAk/5a+LX6jXwkmd/VSALwwZkyfFWd1zdICLc8zBvTGpWYbRXXKPiEtEenjY1rJdj0D02
o8MtKOu2lh9mKILvKOdb5Oq6o23EmJA1z9YnuJQvnLjOBRpNsZcyU87diOgCL+rscGMBKjS4x8na
1zmJh0Hze7tOc7IxgTR8i07K0fveC5OuTDSmNUti86PE1vGtBXh/9o3jb2GqG0MgW2TzU9J21seO
kIl9PkXq2MrVdcQEbk7aM367jN5QeCAlRxh2+dse0FZDaKujHUAzJIp1LVKJG+Qh1yx/Wfr+3MLX
tYfzGA7SDtmgY7iUMIrowK4atqFo862D519EoOQcr708Ofe18L4wrLXbAFaASK9TiCJa7LZwNZBm
hE3Dcf4ISkO9DRrvK7aba7FGmy7TSaXyBh4BdJorO9BS1DWPASAU7YYjT+lrEjpa4dWJqxls5md4
H+EQMO5mqjn8BYYGTpwrBOBj1I+ov7HCYOoM0UGTYFgiEw/w0jea+qvHT3BhCMIUzWY0ONQUUbNt
ed1lLRntCrYYESpqLV7u0C+TrF23Bqhosx1jWz+Pa9t+5vAdtARj5zkgVAzpxqRdmcf1r+TLP0Vp
+B+ycf6I+PD/IAcHNK4/IDHI/k2w13/l3eD//0pgiNOfQR8H7wrODrBpSy6K/19JN3H0cxxn8PWB
ew4owPinfxAY4uDni+4hxIjzYgQBM7J/UBjAbYBKEVIQYMEgRYDF8KcoDDAgBuHsn9SwzIdfawCl
OWJic8DTMPn4npAGzFcv4K3yDQoftm3USCuYj9rNuNKsRGZhg/lVhDaOZfoJPVy+C/v0BXBnxVl7
poi5K+fsQ49zFjOjj9GSHhWFJyKa6haW4RpV2zBOe+eQZbBEc7yd45rIRvQfWgBNV5hv4nzGaBAy
ljKSULYEBeteor7Q136jtlm33tXpWFehiMLj3AaYmjSv0ISEm0QCogWp/FLZc5Tu8+cGkkASew1m
/4iFJ8C1Hqbc7hmHPfpq1AckgCBWdcTQekp4eEtloEi3rvdaJ7vGNvzMYpHfp7w3d46vvPQn3W2A
HwWwx5408VK5UbU33JjhQdUwYgQ7I8JI+i7E7I8gtc0AEpktmevCEdQcB0BUAzjdEeoUmRZPyh9v
kOOTAKdvr0cTaZTIzbiFZX/3WVkEdgAkPICzjIlub1QZiBpQmscOji+fMCJLyiCCS9zazycbBhii
B8BQgrbYdszpHY5fTgzO3SvZFrAZzJ9UDFfYDMl8reJPEHTIfQ+s5i5UJt0UEXA3C2wUToso9j4N
drFEzgzgAebH0EFkiHNfDnrNPo6eeoPdnwUCWoSgoyLOZBpRX6AABzq0SxwGiD3wmYCuL/VlFtF3
2HQv8A8RiXkImcAESKhmIPMgnzIfUGzioY/OM+0/eyk4g//N3nksya0s2fZfeh5t0GIKpKzM0oJV
nMBYhyS0CCAQEF/fK3m7n5F1+Ujrec/OMRqZCSQQ4eG+99rmYDyHwa0RZDcL8nePoqnpwofe865C
kxZ476VnTw1d7NAqilKSdqMCV5taGGs4Uy4jDkDqRVdBeDMMRrPj9PG5NtX07rTWcGhE9ax7/0Fw
jl5jt1jv6oJGaIvUN6q9jNYitVXEbnW2hnnZIETmPnJ+Vmvin+EyM6+zdEuIjrgzk+JbE1b7cpnL
uKu9K7vlEBsUamXQUN4kBnMu2vc01cf3wnhp++KlD0pGg2gM3jOUplHC5D+ae2Z9jpySW+tiMK6N
WuxKMQ0Hf870iwYdeYW6adlKHskdvuQH9mwRywBynt3U2SUzGiWJUbrx6E3Jt7ziiSES9xnXhb3N
i96+sUm8jBEfU4jRPNoEzWod0qnPtp2TLA+BS6MgNep5l7J1mjHgTQ6CQV6cQjnLf0qkRNdIvbfO
mjOZ1kWskyNa/vC6Grycl7R6XlHyxqxfccXEP8M6co/QqMN2H8xx5RjVs6/p32atycNpFkWM84QH
BQFdY6f1xoXUrPtAwnhIG7iRsr53reU9BHd/HThtfaVnCljDLPKt6JTsYrdSFfNmb6UdwvZZbYzG
l9e5K5eoTqzhecwdDjSplV0h8G4+lVCj76BDSTNeMgQvE7rSqBjc8R8hRH2gdO+auC/c6ppR+3rP
illsclNR5ThMK55NkZi3ZYMFbFMvCbF09TpalwfGI405K+Zb1XgTcWN+8+Az3u0iKhTpcOaQzEZy
JvHxmJDCGc3FuO71arnbSfoTvZMLTnCAx/BZzFl+NXay76JSN7xIY7qGG8Ikaos3s7e/5AhsPvV+
V9k7ehDtdoDCvDWXoo4XGuMHS5Q89U4w18fBmyl/m9YIt+Y8ZLiUuBiKODPShiHO4IToAtsJtz4v
cve6COR0N1saIJlN8yiv5vG4url6L2SbR2Wjkmm3jE14ZBDACiNk+e6Mvhkrv6f1MYuRfvFlwEF/
2Euue7vOdqtLZzgSlqdfMAqm6LVowsTpinLMdxBV2vXqoFBqTb7mtK4b2+7NUz8ORLByvUdDZvO9
vc7ewyyN/uRk7vRNhl5vR6E/ZdulR/JvhA0So7wTx2mx5jr2FfMe3juIX1I0X5chkwcDDei5t+nF
1uZkoRRCBiqyQp4aU9AIYSm+sVwRvNKSq7aiURPW9iZNI1TgKSKRogbcW9XJF4kBzIqYOOnPxeQF
t0S6qoMszeE+rZgbZq6u9glLXGzJNI1TmMo7eGfVM+prsR1Xczx6LuzIlRj7Xcm+uu/dC+F5Xkyd
0/pQ7jc0AOZ5RMrzWbHWrFFt5vmmrlz5LMg0jkttBZwCLmwTgOVZxkjJ6BrvrIJ5uE4GAXisDhda
csTqBceFBkYctiR/ZBbtcTdTHKksr6W7QUE8O3lNXwD+xWYUqYXCZB3ObZmtlI2ZdzLAxn4Ksny9
T12jvM+T9ItKMnOXLhoBXoXgisZUs5vHwtkMnTA5krQ+UerZ8L6IvHhKbRhJ9mhZJ8SY/OsOvvEI
V1G3Gz23O2bmmPLuc8o5SMPtdpysqzuRjujZVj3dIAh8dtHe0WR38cv4Cadqz6nvKYn8jSqmaT/7
jtq0Natd1Wl5Lseligi59DcZPpcDtgAiQ+tAHILsgkQrW/vzwtwwRkHHoMJWwc4W6CmCdPmO6L0+
jxY9ArsP78Vc62dXYHuD77Kb7WlrtuotEWzb3RJm/Bi7RDfzUSfGEWvCY5rb28WWGaMaGFFe8N4z
9VqZX5WJv0Gj897O/tWMdZymXLVx1GBFTmJuaE+1cVgXnPmA4UW1tFA69rgdvdTd43t7ZQo5R62n
E8glbRy44+twaYg687iBPjAfgs6qvulhLR9IUCxe1EzjeBzy4TXxfG6YaG7rxUM6VZj2NXkPxq7y
HaJDZh0+LJx26XSF7rb1pjBGi3pR8BfGFTXEg0Nvvpyot3KXpKC52Zq+0Ju58G9rJ9vVfRCvvIyb
ckKo1WbervLEg1f3STRL5yETDqpooV6JE3gjdc48u5XMDzmFVjce7MTaBO6wczjdHSuwwB2A0bhZ
pmqnmLQFK5lSTCe+C1lvsowNWTYcYkDX2Ah/EnRdQxN7TnFwlK6R4k30JR36CZ50821QyycwBt3B
Jxc3cstkW+JeYJSAgmiR3wLeWzXJh7l+HP3pAFH7DaXBNrPtG7rE6C1hy/rrQoPB3Y/h17ldHvoe
GI2E5hfBMzE3mvmE7KcbYqBuRoquMUcTNBn6bmAnLQtd7dJmiNhb90rSyrbteeuNqMxzXMUnMhx2
pcFwCmPvs1hXE83L8t0YWrXVXoUUQTvzhtgHlGFQTTau478hLt4H2ts2VNFXrqZhkdffZXrJcp4e
Aa8xpfetTt7gOdt17vwdwdXzCFlng0RmpTbqItagHy2Zs0fKJXqXrosbPYwHy/N6hmcWSN7cyhBp
jeLVIJhz79DJ5hlKCd/29iDQNmu42JGTlutBGKv7EORk3A/jxGwzuW8tug6Rwvq2V5hlotFBjZKb
7W3qBs2VC/4yajrm18S5nmSvVFxnLOhBFgt/2pCAZ7ZbU1ZPq2iZYCRAGhdLaR74keItS8+Vj9yV
8IJ9aOTf1Vy6m9TS3lE1+HAI1gxitBCIM2ZzYuvw1k9pSH4Kmu7xGr0rKumVcwiIzlMoiuCgwtQ/
uRpiW1QGov0E2UwBlKino9vjaOKrr3SZR5tMUtDffd+ImGc3eTYSJMG6Cv3bETkSSYVle8XhP9uE
1iwiiLUi6iSxR27XOhDDGaTLNrv1jZZWGZmDdyYD62uMc5hPxlE+JI2bvTpsbztLGeupqmmAIQMK
ajrwBntaMy9PCPMkCFeNNK8LkRag3F7jzvMhiNqJQyHNQM6ZaJkMS+nETk8xOphMPFFJFfrbhOzl
InNi/irXO7nK0gCY15g3bcis1u+64goct4mOM0niToI/UpNhfULDVp5pjhZ3DTXWxmyUuumY8GyV
oP3bEU1w77eFH1l2JV5ZAoLPY1m6JxpxCFd9ZzwFitszWfYYL0v5JbEpgb36MrHwpTikcioZhHyt
U1o4XjLGY2e+BF2zLzIwQdZ+WfNPbe5dBev3BH2NTaiPZeQTnWEUAaNF63asz71KDlaRXicWC3GJ
iKNok32AgKIUwRPhkt+otodja2Zm5DvTW++Q99cX6jYr7xZzPZge9ZRulz0RiJfXdCmLTZ8Uet9P
CFWTYA2OSVhd5gTsq3oq9a031pT/q44tJe8qpRVUrHCttl6fTge3m9NXMlnU1VSDeIV8imt9du/6
HEk3RHC2ZSTeqJpa8aSTqkjYGLz0q4E+bzsOirmzp9uWKrzsOMHU/tbO1+o+HzOPIEH95DZtZUe9
IB8z6i1bvo0WAmgsLXMXJ5WU78SVDduwMeq4zQf5OhD1NdOJSpp9N8z5vhrGfovqY/pm1YLzc9Ml
PAfLNJwdwXcrOze5Fl0x71D4tC8dQMmzJdvn0ijUo1XSr5KmYE7dpPNwZk9ks6AbdTVilM2ZrtiX
qVtCHlW0OP4yR6k00oiusPElH0bDZK1GIiTNDiloYLQ7T07B9zlwxC4YHZrYPT1DGJb1AA51Crcu
QhsYL1V/bvJyima3G/e4DZqjr7L2hZjOJTKL1n+cu0RFELj1odRK71VIO6zIk+QgEWy+I8BNT8Rk
9Q8W7iTka+DudCWz/gprTrX3WDeO5lDYRB918ign75Vx1yVEkdtm2EzD3KnqIgKxgy2hMNOrbr32
QXntusVxgE7Q7ocBwKs5Mmsc9PplpWPdA/Py7ZuswBmAt35hZS71p4GVYif6oaNM0ckuSRbGp+CI
9S73FBnLRCJTseTBuaX+4sQ+dX3sZ9UnfBX68oaab4K5fE0D0EOsjVxtiHtErhzKkBc9Y8norkAc
j1dZUBtf/WSsGb4oxoQWW/SpXt0BllqfihttJC2KHmAR255RyVU9V9fe4nffmBB9c8j/jtaLxKDk
D2O78pvrXHr6auiZySHP9hZOh0z8c7e9BJb24il0quJ7XoR+bPjpuiedwX1jXMBmIFR138C4PVnG
kG/H1BifC8vRXjS6HoPorNC85vXgcsItjWEfSj3lzIBH7602IRxEwdQU96RDopwPQzQROVVuhBaN
flM5VVdl4k4nQCIuMhF7+kxUOMtbayxIzrhR6nNmdd+IhbPu5GSne6gz8joMl3I7M3B5K1a7WtmI
nJwHIZuuoT0sm3BZvljp+qbd5C7NmXvTtzmpCjo9Tfh/WXn/r+n5Hxe8zf+/6xl9adLqy9dvQ/Zz
4/Pyd/7V+Qyt/8Rh7IHRIpbSujgH/6fzGQT/CdWDCsyHt4b72MVq/t/WLYt2KS1uKlMATTyEJo3U
/zFvYfgC1QspjOCj0Ais/03j81czu09GKCQiPtnxzUsc1+W7/WzDrVMLUYYI88NatM6Ozk/BeA3O
prc21T61kY/9dGv+2+z4s7mRr/1zl9UB83EBzhIW4wO8Cj5GNjW2yaLSNOlhSWiSOOaQPDk6q4/L
qovrJcgMNmdm73/+0IuN+afW7o8PpesM6wq8HJQRfpqfL9IagmnUrZMelHTFeajKjI3fsyMS4su/
XN+vRjgCCyE+GRacHtzz0FI+5lk0ul/WzrMY+6NmPIerIzaoDB1GYWW5Q5XAKFH57AeX/8oCY3r+
85V++PiAiww4YsMvY0j4701st3QYGblBfygVleFU1fZOtau4s6CgL5RsOCgoYJybIg/kO/qzYf/n
z/8BP/jpVvMFQJkRPsCdAODLc/3rrS4nVprRM+UhGS8/cjlbz1jv8s8lM8pNtuTrxJqdOafOkszq
5LhHQ+SCt5stempaDeaj743zPjDH6XVa7Cr912QGi+jvzbUfnvcf3w9KPDBzy71wxD98v7x1sTNX
hjzIIEMpyhh/M7izdwgqPW/Vpbv5lxvCWOPnZ+/ygSQyXJCCvLBgyz+8YKJXjD8VOY5i5WMjxxwt
M+LKPORdScs5spXFQ4EAvjSyZFsHlkowh/nLeW7LUm3//G0+JLETwgOgA3MzCw4wCbzMH74Ni37b
IyArDxq9Ie2PPg3bCDfDcCWJgqFC6LMCiRyD1nzsvnoYmPfD5K3boVoc+sFJkD3Ya2J8pqXc5xHi
hJTmCJizl1SN3bG/9BQRS/smNbwyOTRNAS9cy/pyrhspjnUWTLSMaCHRWWiTa1THxuc/X+IPd/TP
T+DlEoFom/zKl/fw4xvYKWVivEbq4NIvJmS5kYO9Uaqbn6veI5vK7+aXFlLxZQRphjdGhbRAckAh
0sXBRpS46ognYnjXpivukFJWj5U7GsAfF++i5akei9Ls3iD00Q0exuKrTeY6mjJlfRlXEabRTFPN
wKWi7ReHPjyFdrMi9qo1NtU0rB7/fLmXqdS/XS1IJo9i9Ac04tf3Tegp4ZyXVYd1XBn0wgaOh8X9
W+LBx7eGe0o+JB1ggOEhs67LsvMTrCFwwQTOfK8DZ7T0VVwaZ4kC1t2v7rfg4iX580V9WK8vTyk0
MIJRWMhooX9kgvkzPKS15+Psuk2vS2wLfLGZM+/8N6Tch+3oX5/Exkd2MRp24Cq/XlgNFzC1h6E6
oN1Or1ETzs+FZ1SPq5DD1Wjn1WNtYpb78+V9XKQvl0feEXQhMDYmdM1fP5QE5dCoVINehPbQOy2+
gANrKXkTkUCbNrJmz35ZUO29lerSeehxVsd//gq/u8PMU6lLXIAG7BS/fgUxXc7QxuVI1vqC0tdo
eW7GJl9iiw7KXzLAfvP08EsG/KQ/SB8/0l1+enq0XWRKlWl/6IRfPTr5xEqbT/6+pdqIskqpf/58
cT8yCz+8FJesJoJ1GBFzg3HE//y4tuBKchnW7cGQcl1j8jaRvGR+i73WIbwDV5so1zvTZ+ySiSKB
59sG+ZnRIF0TneVBcWyZnVw3ST68j14/vtdWh4QlmxL8n7knzomj/oY1/u0vQrgEkC4efsbkv35n
hsmlZ9FxOzCcdTnqU5kkftWcwtSRT3++P7976DmEX0pHUAIIQH79qCbI5SC5JMqhPrk28bFcj8M8
YYqVAQaesjllNgmtf/7Q31wffFOwGpCbDA/A0K8fuk6OLK2GRslsN87Ot5vkmlO6d2jcRPwlneg3
7xd8hBAwJbZNSuWPP3+2gGDEFIYBe8qaXe0VxRnqZ7DVjhzuR2UuR2xkioE+aULniYzpvzzwv7tW
Ph3g2gXbSIzar9dKAo0/CV81h9pB3EOSJjEHSxfeosEKb/58Wy/X8vFRvyTcg1aF6PBvpS0FOl61
DMaVw551NTfIhgYPRX8UGKv9kuIKLzYB444rIf/6k/7mPqPIQG8DTYVS94Kk+Pk1kwGWAnfyukMu
Db236UM9ZJIBAUKIKrku1oW1KyeCqoqwS/HuVZhAN3++/N89yiAnXB8OmEvk7Iefeh3ITESH1R2c
zPAOKf3e46QSY0uv6L5OBVzQyqr+VtP95udlxXQJEjMgNmGJ//W6QTjZhhxYPNPCCW8SgQyBBrVk
JI1ztdj9+QovN/HDD2zSCwAbSTC5zynt1w/rOCHBggmYHVGr3eR1/6yHv1apv/kQ0Eg8q0BVyTP8
CEWsmbaiYstYEdIZ/QRemxCHdEqD5c8X85s7ZxnsO2B0wD6FH+9cRVMLh9vUHWZPOi9lztwp6nBU
x7q0m+4vz8ZvXg2LvZSTlA/hCm3Pr3eub+ltzrPCEM4V7+sszK1NaFDRrvShT5mQ4g4+BuaQSXho
mv5fA+DuXz/Pz6fc391PaGZAhi6iJVaAXz9aFJQAam76Q1V6YtNr510U7Hp//pDfPPtEjIQ8/ITK
/vseHmLS9mfDrw9SuDyGK0XDShvzCgM++IZS0nrKw/RvxctvNnPedYzqXBlb1ccD1Opkc7ZUSX3A
++q8NMx27wL6WU+B3RaHwqv/9oZf+iYfXwCbkyxkNnYPgmI+vACp65l1tXrtobDt2jvMi05kVACi
/M7L4D+zMIQiGsNwel67ILkLmwkkHsYwraPULeT3zjGrRyhInAL6ZvH3aClsnLxT9u46ObV/6arJ
jikLGM4EMsQdkEkNw9ganihcuk9//tF+8waQH3Lxm7L3EgvzYcGyPWNQTmO0B6sTAks8/oqNLxPx
ieml/ktI3G8+67IwsjFY/FacPX99CuH/dAwDS4pbT5D0bU7rbu0FbclLL+J/fVluCG+SZx1tCZ2d
Xz9qQSIGWGapDj86HgOesdjAnLxxkqw4/PmjLp2vDw8EvXOLNgMrPsA+48MthEghJmNOeLnmlBO1
AlBHv4B0DbOvjM+Nwg+Lutht11tVLWw+4xJ4UPzL6nEQU4NOlufsbgn0elZ+Vz/j/EDlx0+Sx8ww
2vc/f1vrshn8un7D9L9U2qBmWfS8Dz+CdJYBvh4NERr96amb7O5L5VfizPQigx2U5+n7aGT9k3Jl
yrgH82/c9hZSBD+TtwV4xDgzDXVPlCEqOAyPD2016k2GEOwKZE5wPwXNvGeGhAYg8erThEr5L4v2
B0TipWnAAZMdnoKGo/W/lTNmtwoK1qA5IJjCXDe2YRcX2PiBcRgc7Fl+bkCK0MFQ2RQbqfm+VMV6
/PN9BGb1ayeFpgX1HDkcrsvx3uWn/7CoBk27dHlqtgdfMcokWF6m2S2j0R5bYdGh+BLjrc/qFK1q
evELHJoRGhwYS8iMvltl+zL3bSFj2nHqcZxFzstQKHIkWxQGS096JInIJ0dVt0SPbsSaMyRBoCAm
933K8ijJ9InmzaYf9IPM0i/Nkj17/uXxsudjWof7PMTiITGGRt4FlmOXJ6Op4hWAFS5jUAdkT8ps
62TA/s0e/0uxH7rl2UDHo8PPFiwoUaHSK4v7ZdKnyQ/XI7ygzZox4evkRofrLViKmWynxjsGBZFL
TAJopSzHtZcvGMeR8Hhx5wbnwcrjNOyPKjdiu7C2SsldkVZHPdTfxkRsMcHtyYPER5NtXV+/2Qrv
PopQl+ZFBu0m7bCSFWIrmBlFVSkOK6avGXeiMQ3p1kH/MIQaYVqhbMbj7ufRbOkHrOGTYySbsrmz
wUqVHJfWai7RTQw3uTIhe6/ivLjZg9OHedRUzVtTVDg1Ctbf5N325f2yODH97ldaGpvOMna+ey5V
8jWvBTcxfZKLPmaOddP5686Ut2lqnXTQv814xwYPVBi4iaifyr0owu1S57Epgm2SJmiRllMv5nKz
agILlXvVNXis5MPUnQbDfdXeV2d1dGT57m2A7rdfvjrE+kbImAm86KwrrzO+BeP31bKZCqLcAJ/F
0H5f9ReTgHv0C3frNcMpD2eGhHbw0pmQQkJavOvUX+M+9zlcllemNB+ItT34VS63uk2fLOnteIoj
kTmM5ZgdGaTZRAYZd2mpua+Lvq1G7znlca784nnsgUfW3cZLymO9XtL5zH9UWu1cMDYbc05ufByH
6+A9d+Xw1crA7BS+xJeSOntoIpHtMeqqhzdhWLgBgcIQHPzZrdsbG+ntJknE3gFZ1Z8mZIlMA+IQ
doMoxJG2T4zZ67wONkoJttnGO6XYkmysH00LyAyp7pXsKwttXbHT4TNi1hjt/2MwCxcZfnMdAqzc
lOWMKMLGK5nnW4Rvb7jA/2EWca277NR0w0ZVmDs9qz4BdrsmJQKzWD1tZxOPMsvkM4nhj8ZU30No
+2c15X6l5opV8o2hZNz15tZUvNv/5GZ5ctxy0+nipTBem4u6h9ckL+b9kuuXcGgOIhze0a0g4nYk
Pprs+xAMx6Q1I1u0XzPtna2k39TEQqA92Bi63wqtnbjKgtO4gPYZ9SH1kiOhxT14gKo/6SLbVba6
JmAPYaOPvcF9qlyNpwL8Gko93hTJv2HtC5QvttAPDbsi/hfMwB3+BXA91lRHDWZCg56sMWYPKzew
k+WJYI4Ipgz64EJiidC6e7OXTNX7qs1s3D4zbUeq5g6vfp9011XmvlkNRveq2ALmipame8idEmWo
VwQbiWCsTu3t4HXAmYYW+VhA7cGcgjFkGZXK8x4rHxORXNobmEPv2piql2CQW070O2mEX/xGn5Fz
PEiYOXQzPV+JuNbOdChUCmRE+3ucahfh5LlZ1jpOFUuQGNPbpuTcH5XO11qYTwxCb9yML9ylh9U9
jFICp2pIqVgZsFMvR3mX3RvlV7MtAMTo1yG8GP/m+0XhS6z914JlFeJRlCztPxAP+kOLvHJj+ivB
C3bmfnJX3zwulpN0+6A94ZSsblEqNLsQWibAy0GihqjdZGtUw/CU6l5mLDipdVvAh0BSOvhyjXuo
FNNeTqp9dzPM6ps28fKNgsrLq++kSMsL/yoJS//ZRJsV+SOXtzptuBVyPiSWOWxnaSYKOgP4ibzC
JwPqhpE2GWn6mz+sD2vZfDfMFgjf4q/bDB9KvpThiPAlteiqjusXY+6Jwy4MIhDL1r+pLLFuW6SI
T+7afw1hGF3bXUgGwGDAAAEf6jzziiIJtqvMO1rhoK9lINZxDykLqQfL7G2ayQq17NIR1tok4km2
S/66WNJymS7n3iFzZ/HdtQY8puAssJGV+aLObl6FT7m0k9sGCRali9O0WwuwaBd3Cvm+6gZ33Qrw
JZti7NDMJ75W1whmWeC9MdFfQmmXxk4zjSYTePoMK8F9X1Y+PFJuvbz1yDKPQyHFiMlzKPdjYmcg
dHrP3TbTUDzQQKlwP1T6jTK6/secFdY4Az9yVVfdS5hqAAjuqK69HwCE0ioBZgVTRkpS8jj4vPB1
VQPCcNbQ2VkOvrGowCdxO0y1HxVzFfagg9aRsMtwCO1NlVftLjOIOZqRaoJetZw4aI32TshmOOcc
5j7BNsDu3if5VYCM6yjsBgpe7QTXS1iD8iE8InjzHAEebbisPYS40zLUr34HEwGNUHZV2O7Xotfk
aKnZPtTISxAJBo/O3H7xlaoPDYeCR6XL/sktfPswrPQjR4uggKjta31TwzYsUazb2XYwPbazXlrv
dK+Ge6g0Mlq0U14x1bGOqfQu+m1TbFeammcjyYi9KZ4Itig2Iy6JK0Z3PQJDwBybprCgPpkrUJwQ
U3g+JHAX23KW3CQvzLMdVrZll5gSO2lQBLBwMiabhFnqcdwq2F1IGXwS/+JgMVRClgZGUs4ze1OJ
4H2WeUnXC24d8ghyL+cEhWsDB6JbA7BHa5WexxWJpe9n+jpDogjxJq/0JgWGfkQ7uPjRQmDdiQBs
ETe5M2LXdwO4CQV1OwKwTdONWER4xs1jTREoIhZf8RIs2TW+hfVTj25rP8+5+S1HDPU9Sd30WRhe
+77K+0T4SAIVRfTeDMd0l3ROcTuvSXf2mzwzWDBU7sc0v9rY9ST/70/IFZFZgvybuptLfsp71+fz
oQGWcjVRIz8MTpVSDglrqytkPQtB2FeoQ/wo7F1ORFNnUjsqbX1DcYVZnkHcZjBmtXMb69Ng2AxM
RSOZS/ezWtFmZQbRj0i8MlhCHberbUmh8TrpPyeTGD85JR0/MmFdvSWNvanxbhv6MCtr+ScANYHg
ZuZgW06GrFDbIL4k1YmdB2G3fbuQBgt5sXbm+yYJ109jbpkHl7zAzeyPurvLbfwi0Shn8W4WCzIr
w8qQq+j6pcvYDWf8lLHsedY2CArnTWMnfRnDprGHWDel2mdNXmwTiuyDw7n2yoWT+iTczO0j6RKV
wENsdXduY2cCb4I2x6isE2eXGqpkNx9wQEbuJHW+42gcnuc6rHfGiMw5Tzv7ye1CSiV+5/LIj2dJ
sKCd3qdlXX/16Fs9atxi70PzfZ5Kps2rU31jTEVmGZLOEhA3C+QmLBz3frBZfGc/8eMMaWZcVYb/
KM06PCk1BpEPwAMt36RZzDNbJl88PYS3qisaOHcauFvniCTyXWN89aZ6vjZr5cWuzk5Er1aHei4M
AoPscmf3bNQLIn7YBL3c89qOO19Y43ZdHa7VJZ51rrTYmbXnHOWiLjsIx8nPE4KSEl3/5D2iNQvL
10pgUS19Sx1MZ8LAOo5dHUm1fHNFN16LuXKOS7V0by6nkj3D7eLe6tx+PwR+91hZLtAHX2RfF6dZ
XzoQVFsJSlpZVnU/+s7L0OMiNwRJ1ut0qQ8za15YvdqEKhj4Jlea0Gl9cyrHuR4DNwV4MHrYm8up
i2Zkokd3sQ1k44zzgJitsFk7DL4gBRuzjPpBlOdLtXArF69vr0bluhZKcsPdWOkMM2XOqvR+dYqL
qwZXVi1adjbycwq+kps/WZNv7JLUnp/6VgT7JAv0NnDRE6AKviEtBUorhiuGnk2ugsfVb71lw3wr
EVHlkcyU+XN936qkk3FniSzfT8qkUTH49jfimtKdU9mDsWkWmd+TGJJt4HRIM+ouORbJEnZH16VE
4e5XZ8cQh4XJ8zt0z/CIer6gqe24eu8lE9CXTPfVWS/r8DVLZJbFa0d666ZyZMc4fKJTt0l9DHsz
dVBcp1XzvRKjedN5mfusw8a94FZ1etZVbleUQiQ+B2Grxw1Gtc4DeeKN9/jkrMMaEPtnoajFSZZb
p4WYOBJEvOymW4jcCrHbnPqayxRDS6cMmKvJCQkwBHSdLwMtoTigMI8XMSQXYJ1RbkjT5ewi3frB
oJDdOm4GbNXp5HpiwfqW2WGzXalWTkOTykNb6OaLnlMeeD/ddK3QR6XIhnACqc8pNSdnTru6peRK
t4wElzi40Io7xwYVNvWfjB4mKLFGJpl6WBZU4r+YkBvioJRWxECBlL/M8O1jPgPoW9q6jJsmLA7e
2mbbVE9qg7JYHPKJFDW4x/aZsNkba5paHHt0ESk8rQUQDfu+YIiP6UJmjygq6n2R9tn1qlCB8se6
2WFrsm/LEoihXU7rjSCNifUrVMyEfDx3IHMee6QZChoAVsa2NlDTGEtw5NlvP2V2LzZq6pOXuZDD
vZjaArJg67e7+nKLBr9c6JUU48bPvf7g91O6tctXdj9W8cZKzSfHLFc6QMRLRswCaSKYaZNfp4OH
crNJr6CCfAkyq4/sAfeGNZTGwWxaHaMZxo4kerSfFDjfIcC0n/XacA7J+k8jeNM3vw/faSvoePFZ
A8FvHabSxVbTm58TAz6PzbqwbdJ6ffBLheQ0IfzaEvl9Nq4VQbVFuuxTCesWFOgam6M3bUbkyBQh
9Fj7UNXXhjeEW8dTcpvIuj8F/8Xcee1YqqVd9oko4Y3U6ottCR+ZYdLcoDQn8CwWHp6+B1l/9Yng
xI6tQmqppVKqjgM2LPutOcf0QJ5FIvMOaDa3eZ1UFyabvBvqUUdcPzC8AmPU8BpM4ZfKhU4MK/Kz
aeSP2QiLpKub8pJ95YhDJyiuPQN4G32AUMDA/EnO/by2G3Bp6vzBYnNfwPD5RiQbxBcWjzutIvkl
cSexk1Pk7pWkVg6YCikr2Dmkunio9zqEIhaa1c2YtBgxq+bZUzs2KobVgn5SMcSpWuBuNS3GtQIB
26PuEOAggHzxlIz5BI1AkXDXHI2k6wEj35YMOm9PDrN9k2RNtNUm0R27XFGILzew6HW5g7tsyO+G
xCp/lQX2AqcYHloRWActmdRD1Mb5l7YPu2M/4M8HKf0ovUHnvL+0nmes6U0Vhv2+Tvv0JoQGtVMx
lZjFeJmppXqhZ70KfxtVcCRE62sydDdN7sY7qZT15cQm7xdgCPXQ2ElNZigIf691hydzzlHj/Zdb
pzSxB2J+xW1hfI/ZrO7w3U77rOlp4VpQUR0WfkVUIjCymFlRyyhBwCsvbr2+KfdpZbV7vZfmnQv+
7kKLsl9aHRMqEEjTZ0TvLkHrcYKEI3dvgrX72QNE3diyiJDEGOkztZr2B7po8cmL7fir3qlYQK3i
2OaucdX0Qb1DNFhtdMvrLpVOKzw/LigrC3Mo92Np1Hy7bHasRl3xgpU7RusNLwrzRNRy4hirvqpX
0a1nRxJeMpOuqlDxUqJWXlYErG6iLugOjibUHZ8s20alUrEEb7SN17tHg3dKiUhzUevh5JV1s1Xi
1NpbwGqT1NVZfOKMVcasOhB3noAt9srPQ0rAURkzFhITXu1LhFIYBRh7bPYwIFjJWbDTAcaI6rJn
9uK0OGiNxJiF1gzxdGgERJG0VNr6JO1uRjxE947d2VeU66vDaBsT7dS+rDBXFjvyLMWdFs9AclaA
vsKq7oIYIKwIjREcQLaHn8H14iRuqBmAbsf7AqAv2riD62cKbKxBLal11FKFDjZdZyL+qY6qfTtH
/n3Cun7bFSzwO2X6bQLr3zqQPty4gIHe6/qLiGCPtMSIfZocKzvoVEu/GvGoXGXY6cBFDi1mPNVu
n4JOL65xh4y7yCpum677zvEwhvRa/VKk2A2UVmS7FgzpRi/tZluruAwyDZOPqTfpp7ITzNuch6L1
1n6YWWlQ1wvM9hJQV8zGXAZHFZo8vX2A5mMG3nOvkbiUJfGv1Oqna2LJbQvOxeRs4fjEG7NrxqNF
1unvjrXVoUHgdqHpZXLfJ0LsdJ0x11FZrGwoF2DdkYAkv5tdqm76PFP2ASDjJ4X08yu3tt1DGqAW
D0fQJkQCYHEawhFwk/3TDctx104xdvQqcn6mshRb9k2a70Wm+diiLN8UuV3uNGrnlFvmmPrYzhym
j2T67rR8LTh/0yY04/BJeN61lrYUpZ0eVFY9NLeZOxVPedEUTCgigNxjpJcEQccUdEbMR5luP+Ke
O46iry88M8LR5HXVj6YNm71aDbciw+EOQU9s8KiWn+wQsJqayWfd7AvwSA50lxHM0OQO8aWXB/YB
qjaGPjvG6DnYdXtdBaJ+GNOm37Y5+8dtnw2ULsshTq+MAPJIGEYvk8phe4sHYw+tTd1OY5dfqgFH
bNTCyuEAS1k/4LWedkme+GDQACu4HGnoQMQ2YVtTZUva1Nctc3oZWJFeK4Gj7fsJ90ZsNA8GHLED
agMUkmB8d7XmiN9GAOHAkErN6oCe50WuBROVs/L7BKUY4k5Gxy9OPPRHyywv2zSSt0RGUDbOhu9e
Wv0VxYlzAKUl/N6qRuzyngpXts8vBywR5iYr7e4vDj60AjC66J4Sb4y+ZG5CpIR8SSqHvaaF+0kP
OC2g9IYdV5/ybyGU9J1u2O1l1fXmJQ6T7n7SR6aQ3sYtqWMm8QN46pQ7wWoeyVYwt8O8ly+jUFDK
s4PPYc/gFYRT5sd4OR6YXeETlEWwS8IZ+1mmg9gYjikOmWjoSakykXOGIIEFo0jL70HeD9TWmoBK
FPC1po1xSkMkusSd9bPCMndZ9V5wTDHXPHNI6dyNxeDleBfUa8vwwuteZAneQ1V4hwrqj8oOHVzf
IWKHoW1YRkMCgDUI99Icq7Tb25J8jr1ljjAztbBSQx5Ilv2u1kfqbSCeGNJFP2HusfpHSsbFQXBo
eeGk6X1EDPdehCzBo4kDHXNMOdVJMa2qYkovkI8CapRu+TzlAu8Ni1mwWmzwYHXjHxwPdlMRUmxp
rYbvOom0fRvHn6lZcTiM86cpR5aDjpMCm4b8tTNsrIghRzIHbtPfBm4dHLHWt7cDYG2CW6GSZ7mz
1RDlYrOEt9PGPzqstRv4ZI3P2VN8wOO2l5MN1jRQKU9Ir73qDS8A2GXeg8CsqNJgmWPvVD6pnSlg
EwzgqQOY0nvRB8MXzsmBwFvspIVqyxdwucUPvIfJp0TpRmru4GEJQYiO2MeNGzKS9K+FDcRmE7LS
NjZ5rid/lWGoHWfvvFeWeDK9Qt+0eAguNDXNLhxFuwqF9aWoXTxFOb6cWLZPQqMunplG53v4xnaW
NKd9Tuzkt47ES/c4kkgKD4GsNYSqpnXsMSA/UDZNd5nRyqNRZu3NgD75ssSgc4h0M4L2RkvcwFGg
slyDftWzoN47Xs0pmxvHt0onYfnoWGltVnyXLa30ipWBAIDieH5thsq2amzzMs8nlTVsYzxRUqDE
7AqdRA+7vrG6wbn3vJCz+96jFQqXdXhLSftg13RZtlPYnIHzfZqC2L4fRqChU0RFhzjLdl6LWVf1
0Jks2lKj/QFZAEAKuG/T3Qy8wweVWGZlo46h/TtG4IPNq47BZ+oDE0bFIVPDuuEyaMP6hsmawzs3
cK5kY5ecWmGh91s9zS9mBoi+cST1HWnVwdfJicRF4nTqhStC7VmjxnRIpxRqc6BGLUNrN7FFRvT4
vQoQmycxYHDid4c9MJkcfEvdA8gqnOQL+XDVg1aZ8jZsK9bcWULgxnZgJBP4iJRqhvqnnJWECRye
UIxcu7K7PNyNbjiA8aucHXzu4VcTYR4lKHCGdMwHUoGY+rtJUapPIkj1qywoyseEkAlWE8XIXpCT
BEJ07O4qtXs12YZJ08ItmAhj3kyppv3uyUa4TsI+/6nmNpnDkT0k990YUZGfIYf2dd4A19i4UiTX
UBoQfqUS3ODOGWL9ixl38qVuU+jv2P+LKz1xmZgxcbkKcHE9uC/6uGXqZcd9rYLHkjeVUyj6Vust
25dSdX6PMWaKiXHxJRxF6F6xDrN9zTCZVwdFi4Jt62kdyKe0Kq5KG97KLq4V+aiEkfnsZXnzi7ie
GRgfhInLGIZcpmeo+t7WwH1hQPK4bQKfMmyR/qamYzyDrpIvcIfU73xkZ8ORqlfte10x4bsmkPEQ
q4SYcKGXwbIwFBSh6MzB9bOlo36f6n4QGfpDSUbL7RipRs7MGI/FJtTBpEV1jmyhV5ua9RIeLmMX
tbNDxAuHp2Jy0c6TwoNlw/zzXEbQWdsazmdyYIEpv9XjAFwf4xh/lg0jHqQVfonmeHeA/IIbixwM
yiNeFPjj4AxPItAz9djnowfGeprkRrfbVN6EhYMPF9lnXEOX7dHOBSomaidHMUNeQFQ/dHDBtYOZ
J+YBLncRQfYysgfOKsP0Akd7FG8bDmDJeOI0LAbHUxiwiT2TygYZAHSgxKh2dc1pKxNChH4+HzWM
v+QngkWsswcJL+ZYtjm4tMZpeSE1oULsxFCehiz/S8080EoT7YB2gpVFXqPiIbGB912GVDe2AUjx
B0oa4VfK8OygPaU0D63Wq99F7dSX1M8TAENJ9qwOSZduPPATnIcKiO4E4f6q+7a51QCHEyiTtPGV
h/LnloIslwfDhKd6Fq+4jUc7ZUcfQEihYW6xaqHJ9tryG8FLwY2X4NKFB45SV3aJ7wY2ip4CQuZP
TQmTa7zEdb3psId0+8qm8LRNIjZI+5SiZbctkSEIzhhH8eDknOtv4zod8x34FVpjCGL7t1q7/N/K
CGIwGYbxTEWAEBGg8qQtiQwor/As+Zj0RfML+6XuUKIzwPjqKPSJOJSPVDUVNnejsHexm8Iqx+zS
P1WqUX3B+FltITa4z+wZbAjHIWTHLPVuRGWzPpAQbpjkC4UDxZrxCgUN6/FAnwV0WRm2hyRKEA7X
pNOpg8K6smEgvaUfENAwUJxNIYhmyNkNjQCBnV4GHB60hotnESKB+rXM0tiFmYMYnAoWLavqEvPZ
pUJPCI80+BAysTiUAGfMxwSNddXFODWMsaqDz4jtmHcpBud3MUaHnezciCQ7L7v3miLIDoQZmeAd
Bzo90B9BATQHc4SYbYwu0Qpbz4bMaQQchX7L9Mb+bRtRch2VoU4ZcuwZHkiZCG4axSQ4Auo8+Fxi
hpKRMwaVzpOJWbKYlJNJ+klmeY8RHAh0OR4tUClJHwMKysnRoQYXkxDYZxlYMsGbPYedp+U+Nar+
SQEx5BPvQYflwACqBjoOonDU70wLwU3k2NnDaDnyMfXciKQEALa/2ez0ZK50DX0jbnCjsCCY4KF7
imBl1qCsPrKOBpMkTOjx24k64tdshLlz4YhSry90aNafmYokEKQqDZIL6OGJX7lOiBKF/pFve444
vhN9Rfvm9OoWHUpzHMm6PJBjxqibjuFXTqd4nY6mj8VdTyI9i44onKDUBtMcu4WGqUWL/IJrVQBB
CTqGexvsBaSAZO7fxDO08hY4NBotmPOHWddIeFVdFMS/QeDUt9yEi3pj/yUzPMrCvadXDw1mbo6i
ApJ2knlkLpgADmCVh2vVArHrFaL8TATEwMmR1gx7FvXMQKnNP6biDJaTLIIbW3Ur3gEWkHvAQ8L6
nmZVBlUpiWyKqNTV5woVH4n4OcKnABQxq+a57W5HPbGzu6gZOhIXpbhQlVKQA6Gol80U8S2Y5Eqb
cDKXIrdT1cbBGvhzF02wVhnh4+Aus2D47OLJYJyzAsEgokrFeGZLqR5J/JA7K1SizxXt+07OlM8e
p+K+iazOVyDQb8uBNfWWBB9e0qjHeXPldKIed05RUGktFDdQLsdczcaNEDQ4vbMMc9uNuP11nTNX
IlIki22VKukx4rgGBU47uZvESBlJCofge05MM5wuTSsfh1KjL86ItruuJLqH92D7gfRABBtws3d9
JSpORGrrUnCewIm9i8JU10rr0aR1H1MgvyHrMmH9yJhQWCVjefbLsL9JckRT1xyFMmU1Nn6TwkQI
zuIh8QmoNvw2GSwUShZNpeOEdku6WLpF2MV8oUZj/2Sqjc26sWKSslwDqbsxZg8stJRkw7KHxttA
pGdtWro6/CsnY8JkdahfsY1v70bZYZIvI0QRUV3j6EoG7Z4a1V0LpxQ4MS5+G8XEVlEG3DDloFy2
bV9fUprg11iREZDehGuUSFjJEjB3Osb4juH/U8vmqKNEPdTqVeLx7W6nQMNAo/TU2PbDoMXKDcqD
OUkC9KZF+sdk/Vv8///AcX38S8whqfX/eoOU/JP5+Avs15842f/9KHL+t/xX3vwX/38Ewc62xv8r
x55zZt/kwN6MP4r8R/XGjM1/8G8zNja2f2kOJlVip2FyEz//HzM2Nm0UpfYsc0SZyz9HaPwfM7b7
L4uqEfma+EpMVzcRedb/jn71/mXjubU9fL+2jizRtf8bN/Zb3biCLH52ZPOMb+Wz01QMlcFYAiEj
E9cBC49rEzHyOSXnrIz9W4v69+UXSvgiKUM28inEIL0WF0EyXI+Gmfpj3wN9YbkE4JIoKqY6WRRn
vDhvxbr/uSUR029/UaSDAi9rp5w1o7LfZmwKvg5RykIgs4Wkz0trsu4JriVh5NXHvj+nvf/7jgtZ
MFAIS9hyEj4CtsAE0aKVV0xoxXTGVqC91aH+fYP5p76ysVERxbhMTIZv1m3XXuglJznHvgJRl4U6
KDyWweZPS+h3dQalKx8T975UOoW9WK2oZ2w/b6Xdfz/DQgyvZKZCC22lb5sDKrleNUN1n/RZ+4Sr
KvuvRN1/32QhWY66xqIW6gjfCKF+Fb2rvSSZdM2tHRIjcEZd/H6TxwL/9m0OHKTbEONKn1RBvPC9
0QpWPED6VzaHhSJ9PsMfLE7wKA4WlEAHu/9kMYtefdzYTn0HBoTXbYEyTdM1lSKIPojNJxbuE0eM
hesAd3Um0q8+vsupd7QYFtTQg2HnBsLXOtCbCvFFB5vq6pm2dOrqi1EhYVOnxU5S+mwWOFruKtYL
OVSwav/x02snXtLSBaNR9yUuV5Q+uqmhvwNNPapE+9jodiwbHc+WFKgSvp8qus8p0vL4QuMourx0
gJzKayuvzXjfBw2FtSb2bGUzsKybEyYLTTv3iCf69DwbvP6OYyx6gaOh9IOJyJBtK9Q62qckbeZo
wZJE/RY36fSXVnboUpj5o0v4Hp7YUTNnE1EDbevWfQx3MbhYJssjN50Pj5UeeRWyQlCthDj9/Phb
nPjWzFJvfmdLqEWa9In0QxEWnzn059xwrNAtrutt7twEXo2NYQxdW8MX4GcWETmbQCvyJwe3//O6
x18MFk0PEwIzDiYKNUuelKhKfvWjzM+Md6dezmKoaFlio/1JJfLgsTYRsdRsXZLIcdZ1Y3cxWGRT
5UA9dUvfVRs12HhaKL/oyO6aMy//VD9bDBNMsFNAbLT0x6rhnBck8WRSluvdGqpSqLx8/A3mpvLP
RQTY7befWAd8MmYOVsuwl8MtJ5b1X6jQNPeqpulmt0NNeOuZuWFu9O/cylksHgCpNk7QqDNUDTXS
Fm9f2jw42jA41GTJeNu1/F5oX40uo/7MUHCiETiLkQCxndRI+ih9Dzicd3CaQXoQRsMoOfOjTrw/
Z9HDjWroUX32wg/TEtzYZtQNAZlaofoDaZOdAzsmuxnP4DBO/Zz5KV51yI6zfj0YpPTbunSLfVAC
MtxPhFM9fdwaTl1/0eGHkvIhEBBWrKnuIgAua/HbJHjPPfO2Tl1//vuvnp+CR4kWMsZb7FGiR5nK
/hN85JmPrc2N9r0WtujybNoIxFUT4Xv4SY5GT3rYrygkhGGvKmmkf1PIQyCww4lAVMOaToubzAr6
EQhiozpnhvz5Vb33DIthASFQZ2oan0gpO+9rkBv6716dOOMidV35tO4zLYYGW1EcW1Yjy3DssOSj
TpxJ9oHjnBkT5g753k9YjAlFxkG5Y+TSdxGx11uTc1xvHyI1CDahiNEqEXEsSXsO5kCyNh3Tb05g
G78+/m0nOtTSD4ZFIx2lyfICdqWeIzHDU4X8P2qUOxjJvfLgRI0Qnz++2Yn2+A+qjAKj3CkytlA1
rp84tQko42x9Cs6M4aeuvxgdYJQqsRwaYlmzUdkBlOZ8vcGH+vHTnxhQ7cVokHtl1I7z9BzZZoF0
zWs77CVhV1y2srT7LUdizktHAlK28ucshofRyiUS847uCygPjrx8qlotP3PxUx9+MTYYWZDUUs7r
yr4T7SEKwuGBgmEeHSdlIjMNfufu4/d2on3bxttRiABUS5CbQzCXBSrqCUOF+qBbeQRWoFDjrygb
3KdGyQPngEgnyLe46zmd/vjep1rEYnhA1KUL1LSlj73BROncuiQxdAYgxY+vf2L4sRdDg1c2yDxU
tjDktlPXY4Xr9HtQywhKiK03rfuPb3PqZyyGiDAzSgSYWgnSEJStV9tYI2l0Z37EiasTAvJmmhB4
tUpv7pYgY4MHxPvag4Kj4GLVs1uLNUFgNwRlE5pGFbPqL/GJPyho3Q7rLr7o8WTAuVLRGy4+Y3Aq
UGoHHK3ayqsvenwnhU4aRcVrrw3jyuF4a2sI0Mzrnn3RvSNIMV6u0DZjVDU/8E/Be+40u1753uev
/Wry5xS5zpBvln6Sj+JOWAohEJ5+diV2qtEserU9KVqJVoenH/sXA5wXXp0q2a97NYtuOxYpEGVR
sBOqckGJn9yYCVvDcd3VF502wfdO3cQT/kCOXNEBVdZK+2ndtRc9tTHrJhg4MvMjOMcQgMVEoiS2
31VXNxc9lUCYDHtcK3xlsELkYOjuurLKfq67+qKnNsjQs1jlvRTK7KqHTbGJRS53666+6KpQrePK
KFm6474zPqF0uwpZVZ2BBp1ojeaip5IU2yFn4LWHeOMiKFwVJVFC79pz8JVTN1h0VoKkM7jZ6G80
t0K6S3y4zfJ93QD8DwaQUbpOVOuChCN5b1blHtDGyre+6KZRgRXRs4HFeOSfI+puaP3XyCirfmWT
XHRV15IoH2QlgGWis92VgYII3EIT8WVds1l0VmsYLa1Cdukjcx8ZiEX9uR3V6EyF/dRnXXRXaI0w
TTMaJYrDOrvpbRxUO7vWynMLhBM3MBY9dkSVMhnRjCpJNTlum0yO/cZsNcteN1Qai05rVdCVtXlI
yA3S+QSYgGsrcft1Q6Wx6LSwz+MoCzgPMFzbhLEiEg5gQ7ny2Re9toHlTXQOJQoaZ4IOxbrWCis7
A3A59eYXPbYsB0ftse/4Osefxylpsl8YmYgS+rhdzu/3nV2bMd/21fQqTDUiDHPgzeiBTsetqg27
g68FzgCr8T5NuND8VDbWmW4wP/V7t1v047zuDGT3JfNKXCbOdhxwFG7ISEIJgUr1HIH21DtbdOYJ
CVuXhLyzQSEeQS1DE6+O6awbKubwutevrKnhi+UpjYkO7WC0FO2F1wTnKDqnnn3RlbEUIwwhaNcv
Xbs6El9aXTp4SNYt1pa4SV0RVmtoDBSjGWvXNtiD+4C3L860phMPv4Qt6g7kImP0MgzpIABCTZ32
g1PU5x7+1OUX3ZgzfZtMR9gN2tgTe8pfyq8KBqR230nwjjj/hq69HETgiNskD6tPhVZ/VqxkFqxi
Ly60MMIOYMZTuhvBgMLzn80sW5KC52pO7SV/pVMXfWp0MhJuqJJTaGrdgsDyiYRMDCNtin29xoEQ
Y2Mgp8fn9GFInzCNZU+4yCUezdpwy51rTpxiWLZHuG1pKQd0GrFKIgaCx+MQApg/2kMz4t5KzNT6
5WFnNC5qp7FfunKo3U/DNGLoM+0Kn/AYwxGJIj1t1TPf6A/O+50+uCSqwsJQpr5WMx8+n0D0YaAy
OqCHEFBMJieTx7AwR2urIn4tSX4H8nJMXOD6O+DRyMn1/k9uE+fXRXVm4TDPIu890WIABX9kpHqe
F+ytpuaxKfT4lkLVj6AHUU2sKBGwSZ0a5KqWKPMC4q+yM+/iVINaDK7jGEEHjkPh20muHkFE7kn+
zc5MOvPTv/er5pu+GlrJVicuNo2FP9WNRFAMXn3Hgj23N8jqL9pq6h8/HsNP/YrFoFpXKikboDr9
zMWhommAVCYPZdnKl6S//R1DjQxiMksQtRgydkrhmDs184x1+7slbjDTUgsoipn5kdkN4H2amoMo
p3XPMVVPvBxtsXKBeB53ZohtzKQecyREtCFopzk3fZ66+mLZMgYdkdBw1fwEoPS3IFSRbmmVc7nq
w/6hn71qQYGpxE1fA23DzB8ekm6sjlbh2eeG0/fb5xKm14IpsKUGjTwNnQKLZi313100GsqZ65+Y
6/8cBb96egWPRmboU+2bAxErpH8gz9yYcep6nK3m2fO6dzR/mVd30ay4T03IUn4qcusKY+T44Gbx
dObq9ol3tOhaUWYOFvrpxse+DYyh06opQBxr6HDZE6fYijKp2jOj4Km2tOhnRNlbbZtkylF12/Qa
A+vv2COgaN1rWixaCOFL6kgMwREH5XBEd1NB7I66M0PEqU+9WLSkVs1ZHHkpPgZm7Ppe7obWHnn3
LAHPA1w0H/+IU7IbddmZiY/LPETPfo0BpbtIw3bUj2qmp98w0ETllQVlHd9aR8jPMdM9QrBNI26t
y8GytOKWPHVSpT5+lHc/FjLjxcyBsSBvOZsRPkQ5koMcnLJfmMEV88zkcer6i2aNV84hchZEsjtk
X7qO30No3TlB1rsX9+D1ve0zCqs0UD91REaVNB81KfCmeis7pLpYpAUkcbNTkVy8cAd/dI14r+nN
uOa98+hzR33V3a2az+lURuinE51zazCWf8sQtuZr3jvXX3xXt2ktnR2ud3QrVUWer0qsr4SDrWg1
XH3xVTWsF7lsTO+IWcn82g+aR0ixMn35+OonBivVePtuBoJfHZKuWK4JuOThgOFwIxKMtLteCNkd
DFi+58C6p5rQYrDySE0ia0B1j7KI7d2A/ccPPaM7fPxL5rbyztJpqYHUDA7BoaKF/oBtNP6L6FxZ
XmqiLPqjgn2n2VPf64tLR1W054/veOrdLUawOg/TRHoYZ2OFjNyitkxrY5SxNFHUaUi6AUp04f7j
e7377hg7FqNYN7gRjLZEOfZBggI78vqKyGNDrbUzw/GpGyz6N0CEAOMRHIKqwES2MZ0mTXf5IPNp
5Q0WfRy9il6VkGCOnR3EX3vACp/Uirzdde9n/kav+ri0dJEMY64gqhLszrpR2yWufu68/9TLWfSS
qRviXjdHAIAkU95ZY+8dSFr/nwCsk9kyp66+6BdpLlMbFhN8VI1QkIq1+A0hJOc0aqeuvpjFvTDL
LTXI9SNWPWtgw4Klf28a0lwjZaRlLnqBIRFDM2znfj/1wPUIoO1/suKZxHZAxrVq7HCByL79vm4G
7N+byUjBmMS+AxkZV0IcrPsNSxlfASgDlomTAtzHygymp7kGlKE/EoFbv6xqoEuBXonF0+gYlHyz
j8vLxrEJFqia8Me6qy+af6D3M5fdTnzcfF17KLIBPBdLdJiA626wmOPyqrVkOXADtXbaZ7Ao4nM3
aYTQr7v83Hhfdd8kxuOeK8FwLPBk3gKPgr1SoKn772j4/yNJpvksOrDQg7G1ozohpoyAK1hzxXSF
3R/i5cfPP7+Gf0w+XH/RhbthKm07C+K5eRaYmUw12ymgS8atEPY5Ovypmyx6slOFDqiVgG+giYiz
cLMFE6JnZPpujZCSzO7j33JiwFgK9VCO1qqO69E3Wowoopf6Vq+1VSeQrrfU5qU2jDsxVIlfuCMG
HCvIwYsl0v666uGXMjy9w0nTF1x+qPQfMqKgEUpzzUkbj76YwbKwb0BMg5/o66i8J8cq8YF+neth
J76us+jC/TCZU11RIIS26QBPKsZ22Ba4RR8JOperqlf8hkU/TkJzkmUJ18lWo4ZIWNclfr1QSHJb
13qcRU9Wht6JEsuNILsSvCpbVJ7doK9ZyfP0i25cOpELm9GOfC0cmyNUvQoA37iq0M3VF524TLse
EZAR+21nI0ImD9C6KqKEIvG6trnsv6qlZxUUQ8wXyuOYe6S6VO450PmJXusspuEBQfCg9WHs60JT
wH2x3eH40Hj8+NHfFzy63lIsFyqOFoJ5i3xnkl62D0s3IpQ3ZQfbydJzt3HUmj9hW+XxI4ZI5ceY
a6qc/XXUqP2Pn+HEL1xK6JqU4I/OZoE/pa38YfVNeluEifO07uqLzq0ZcFVTTv9nGodOMpskbn7E
0rTu6ovObWP4g4Duhn6VhN6V0VvWkeDVs4LnU69m0atFphiqk/HJFTPxrizMvbumC8Sa40S+/XzX
V5PzEEgrhEgU+poXvFigxTfUTKL9ujez7NKcaphNxNZftpTS1YCt/wCo4cx7n1/AO/OyvejSeTs2
sauqAa79mV9kgye6jaRiYjEQbW2cucup17/o2JVp6mhRalomZKPwmMygFIAjWb1udWcv+jauQzsx
wkk5OlAqOV7StmbVJ7tVH2ApgcMsQ90IIN1xishtznIT6tgYrOtVSwWc7BhKE5eLYxzEpy/K9EqM
prWu7SwzwSp8wp2WKN4ximV8bQyTeiEVwLXrXsyiz+acuk2idL1j2+Q2cQKjDXcZtvu6q88t9lWn
inPbgvwOstdoxIsrMrF1oSivfPRFj9WTDiuKUvPaCy+6Jnoado0o4uPHj36iU1mLLmvISivaYKLe
VToYqkyIEQ1wATziJWj1fuULWnRdDtmmHusBO3rb0P2uA4IpwG6sW8tZiy7bJphIvUR4RydJIA03
XgjjRC/OHMKcekOLDqu5AJibIGDYqaRXQHVMmmGLiJK07qjQ+lXVf4KJF5vicNL1LsISBBW4cPCs
R0dwaysHtWXSEIGdTOcynqesFLZl00OBDsBsfdyG5pb4zsBsLqbbuEg6kJOcLQAM6b9WYLb8KTKa
+3VXX3RdZ8KPESdGcOyhzm9wEn+px0Zb+eiLnitKC5j7xMUHJdKBLwbPZqL8XPfgi44754mxQJiJ
kBNJHYYRRteKQCGxbqIyFz3XG0UDG1sPjqZa/FJHeZGVnOave/RFf20Ag9hGHHsw8JL0uq7Iatyo
sYY2ed31Fz1WGiG4ZDkqR5kO1nMQm96PLE3PbeBPtcdFjy1Ms/eGyPaOE3L964xKmR+1+so5dimF
y92xH4eBaRDwaXWRp6YC75LQ5I/fzNyq3+lLSx2cXgBi1GC/HI0hN3YjyhAGZeg6hzLN+10WpfbF
xzc68ZKWkjg9jQokF9U8rWC2DWDN9lMcH9ZdfNFn44HXDQxROWalPhyb1Pmct2d3pade0aLP6qWb
KAnCbRqP2nxzmxG8rN6NRgOnGo/GtSUHKGDrfsiiDycgR7u+jYNjJrVwS9Bot3PQv6z8BosubHvd
aGKC4Jc4lT5sWEEUv6TmBuvW+saiF0P0173RQb5TJIZ6Adwq/kVRIly3hVvK4MaC8c2Ej3Q0LZvQ
clVsg25YWSI2Fl3YIbA29XKOsqAIyn3cavGO5O1xXfNcquAMsNFZYkbKER6ssUtqD1Je1hhrjtpd
bymCA+8ojQ5lGfVPQ94F0Fg3lRDhuvL2n1T3V2vNnISb0pUcHk1aGHQge4oMctKkFTi3yC9I1jVN
fdGDQwz3kRPQdrROD7ZGFPYXA1G+Z1rmvDJ4Z5RbRm1D7hXehG33GDfxlLNJzPXmqgFpWoOEjcA1
FnWmEJqQp2ly5r2dGO/0RU9uPMVqirhXjpHeNRAlu95H69V//nicOPWDFj3ZaGJjMrF2HxUSo1/E
NFqPZW1rn1QWc+q20wipUbNsOFMY/SPRee/9LXq2dAMG2Im5X6jShuYVGaCAEQkVwX2pyvxes3OK
UZVXW9p1BLcaanc/6d4BTvf0JSNDg0imfMpIR0sLtfscEsvS7DI7IiEPHYXdr5vml0rDqh4p8YWm
csyb0PxeNSkKSdVpxPPHL/3UJ10MEp4GX1MTA6sUFSbqSHCYTxLLKrus6y2FY2aZsSA3QUznTffi
mclfvUzLdS/mT2j5q05suGDWoEaw2SXzz1f7KrzQCYFYefXFelzmqluHyHCPJJbd2ZnyKYiLlTXn
pWishnvUjw6Ir6zXfoWZ/WQF8mXV51zqxXoCO3LDTVmRBC0ayS4bLwZZrjx01xb9H3toPBDsykZX
q3/FevKY2NWZNduJdviPwNO04iwQiz1cOBFfknPVA4E21HW72z8y3ldtRXSOawdqwTwbC/P/cHYm
S3Lq3BZ+IiJAQkhMgUyyerdllydE2cdHohGNEJ2e/q68o2N+2xXB0ANTpFCztffa6/tCuRe/QwIm
yo8N+i4SL+xml46zOG+lNYkOVpMo4w71NWIN7VboulnDUA2P8z4yP8EI+wbE4LFh2UvBsOE1Y9tD
gBLgkvWlDdroQuR08PjbK6SEArUFHUxXdJUoP5eqGL8MZcGPRQh7iVRVjChmERhvNyKyD8jXdeBQ
N/R06JPuJVIxly2kx4XIfdOyj86a7gkGIP2xCbMXSBE0jS8w5MVl33aTgp+dah5s77cHy0J7iZQG
DqnWM3YBGUVbbtZ+fYyasHtjbP5fVvybk3OvkSpnVEQX2UB3tVr9g0OL0Dy4qaPflLeNPdAw2zvi
9yfoIPRrMcfzOWpc2Z6IKjYPfqawFMjR5fOjhC+QOUUhbOrhRg9+LHT6rU7BbZps5pxhn8AzF+Eb
b/2HDcbfHfcVLLinftUw6KYMed3Oi0H4jMa1PRbK7+VW6+pNui45jjpg1c6oRTOAIcEcOTYfd5tA
QwcJ5+pZ5BKEY9Bo5WMxqWO5J0hWfk291nDhdWwLipxfiYZdD4mTZq4/dFGAFmD39DmA+S/Qd7nd
wJuTQQFgZMkO2ZIJFCl/ffpseQU/bgZYw7r2j1GvxEdF3fbhyLCj1PPr01FobnnRT3j3YCNJKYGe
g+flMRGG2OtfuZC01Cu23ysG/NUvpT2TXhUfj7377rCewm7xIsDcc3hTPRdkALrNbk127OG7WL0H
GhGoBUQCle+DmjZFH5ciPKaMw+3v11EfIw9Ysg2RnYe2gDOH487D6ib2+dir705rOitC/AqRXQzP
xlyjuyjp++It3R3DO/7v3ij26q/VzR7oGBM0kMVsv1B42r0SN3l3g/GGQw0TApP+1/Hxys5F4xKL
fIXt7k3PwNPsGDtkAYGn79erLra2a5nIyyn6FgbNC9eHmjzx5N1iXcKA9YAeIfB1Eb+TjW1ugN/w
D123xd6TTaCxYIhqBHm9XryzW4m8AqB9eqiHB29//eT/CSIXmE9b7oFM3qLjLQPJ5B7tEm/JTf8g
KBBiv1xBhIQxao3Y2jfNCfikFQuWrSAztoGLlryhXjilxlP1BBPqpmlPjDC+wGIUBKpDlx6xV4XB
cgV3YgNy0+LF/glFmxZg6/JYAUXsNWHeFJmg8JzIkX0xr4vd3MV383boAiHEblnrNVhLLjBtQ6+5
ieKeZgOIUemhPWMvAdtmj+iwRi4fsOgRje3kE5ztq2MP3yvAPGAiYMyN/GioQbeeOBqJ16gv3nDF
+n3cI/YCMNdFLjDFiBh/kCuKq5qcVFQeyh7A2PHXJYH+B7TJE8vzedFjnYIT31RQEujRHJuRexGY
XOYNtuOTyAE9gQftqPQHpWv76dBn3Yu/eg9tpI6ArsKEURdIXFQ+bdQcuqHAq/TXwUEmbpU1PMHz
RXXlGbDX5gT61FumTX/6rrsTGLhuUEwjfFdmTJ1HY48mHrRDvpFc/NPT90dwC+9fOPFi3Ll4t8Yg
8bWRf8jSBafAfqlCLANO6sDzoRirL5B30/fL1PeHAnGAFH4ddkNhTdBXUQR9tyvfg4JTvMQUnIpD
U2av+yL+5C+9r3A6gszcwURjnV8iXSJuPvb83enrjxSXq5BGuVjWSZ5K3EFlCmNR+eHY83crlhYq
4CEIHDloz+ylCQPzCVRl+f7Y03fxspV2CC0pcU3BqfSR8Ea8U3Pvji3XaHcAdzyMSwBWQawl3ZBU
yzgmcgb559i775ZrBM4FC1bF8w4+1KdYb9697gvz7tjTd8sV2GVaVyrk+VVRnw3So5nz6uDYnN/L
uuYW2+94PZ96RjMdwdmJMH87OCV3yxV0gLWpwHWGIAQIPGBLiQIcfARW8NjQ7BbsLKfa+f31cK36
560fXmJNv//90X+Ixvdarrq4EihqV+TWlN0XuAy7Ko9rvwny2KiDUe1e0wWqfLN4FXJFC5DmwHJo
mYQVfC7//hP+sBPvNV3IzBkIJSOeS5/WuGrFrT8Cu1kV87Hwg+3WLPcK0KDAqs8HYLGSWel8jI9e
5dhuyYYrbZdp4yK3oajqDN7bEYVNtQBs49jw7FYtIFiisUYg7OMz/PZ7H/TxeNIHB3+3amsKeYiQ
2HF6uJimk6i/ksV7yxb+T1+W/HpQjXQCr2RFtL0tAXAqPRR7sFA9lDASez3XUFu4AgAolVvnaZCK
vCiTzrzZRHw9jn5zzWW7NQvr1qjRgHTnJehp8jKCy2pvRxKtT57o6+JWBOAuwN1/eJbbDDx3tY0V
YESe9r/GPapNwUSt/QxHzuCrXOBafilC0d9U0M/9WAtwmCBoB3Xt71PkD5vAXqWhl8pzwK3h2Fia
+TMDEgWIz3IAFTdwq/f173/kDx9zLz0b9ERn7VaRtx1aBDOUMjaVSlMU9NhE38vPAPDCjXZBrLq2
8/iZbKx9De18TO0t9vIzAVCLlpJgGQ3qcWDriA4a93psaHYbzLhtXtSPrcjJxNyZ8ZJ/GWHQc+ze
F+52GBHgtPahZckVWvhgythuNQeesIfK5Njr73YYZEFI08M0JXfwwXhhYcS+ipbOn489fbfDNBXM
xeElh2v/6srvc6Xrm7EQxwRK4spZ+W/KooBfCgTwCrmuopYWlENIghOAAZg4tkGGu9hgI9yscYfT
ydNo2y+pIbB3Bub62ODsdhk58LguJug5uxrgeNSnezhhHHr0XoEWw/Bg4n7L8mLoNai1wy3YDdGx
KbMXoFHVrnIuPJajRXlBwSEYPo3MDW9MmWua7zd7L92tp2Z0oI+pheeA2LKbBeiZn8Sa0U8p684t
+jTApvyopqCAR44+mKumu2WGvnh4eruB5cJbHKjGoViTZV2WYyUrsfdQ2+owcoZWDLnwGtGH8Df2
MjWB9k/HvvduncG5HcoMgUHzkV9JKQUBlXr9seq12KvEhnAIV3KVWlG/ixK1dD9MsL5lNvWHo2Uv
EmsATdvGDg8PQ7i4J+tUr2GiBx4+Hxua3SpzkwEoY0XXQMVF/wTDQJewnizfDj19rxMTKKOGM5K1
+dgBwquADwrUqM7HHn4NT/6TktUOt8Gl4gB0b1uQw1+xyS28xQ4+fXdXjray6Y0Ioxxe2D1g4vSf
oo7f8uv6w1fdi8NKS4eO2iDMJ90MJ91IaN3o/O7YuOxWa7924WZhhpOzbXosqN8nY6/eUiT9v3XS
bzagvQysHRBxK6C187kPm+6Coqe9tRGAHAlx/fABfk7WJkyFfZ+UpPaKRESlmbJrBQQY8LavhwTU
6a5POF/dA0ANrZe43iueNPBxS1LPolLH8lhkt+wbZAy0NzgkKCPI1qoKhrC4Dx5rkBRkd7wy6P+h
/QIffljMGcfecx2OB198d7CiLzWeHUNmFch2ksdqmHLdsrfSqv//+3/3CXdrPvLbYQsdYrKZAh90
Elut5QtM3EaZChiHDgkg28G70q8HiY5qJtXtXLa43Y5X2FhimZz8UxRM4IB70FOv2cyH5SMh1ren
ehnYAhCgXJeTcdv63aeCZx4BWXpC2JcEradfeat9c0iVyPfla0CkkZ7nfpQvsQLpXQcwK0xaasKf
f19M13P1f8eK7wvYwG+3CgDGKHcwT/SAI1eCp6Fz8T8R78JPG2oah3Zivi9mh1MFT0ZlWD7XbXWO
QLr+FtsAzNy//5Dfbzl8X82GmSJHtEOQW/Si6YbBZh95uoON7HxfzW5FP4KcSXCCL5ioaW2D7lFM
Pm6fR95e7LWEBrDOGMpQBFUdB7V1XVXSEXYw77pXE5YdJlBcgdfemelHgEWdICV1rC9J7D3o6mtO
V7qI5ZEsZKKd/BgH4sexYbnO2v8cgQ231I8NMiyzYONdC2N9LElfHIvA93pC5IpJwI2J4Kem7BOx
Hvt3BUXm5di7Xyfqf96dlcDPO8bxSeeQfF9qvHcmIRR7q0XmT9vcXlWINtRJI/8QoeDMm3taL/NL
3RBTn1pVqDgJIKf9BAm4eNRrs4V3SGK09otmLYxXV/S+f2wcaR+rSPQmQ+5ieaeNVH7mthp4ZyU3
4aWoOY4o1PrT8gjkJHPpXMxdldGrZ31mDWyD3pj+fygQ8z3gD+riMgL1imGbqzjEyJF0/6qOhGEC
rc7Gb6STDXDHMAt7RmXI3UMG06FPrQz0MU0sbta/fi50d8kyLNCqTXwPBHFMY4u98OBM2x14qywc
RGKE5zU1nkuCRk9BGqjyGP8D9eHdkdfROYaiF5WV0YZhDoz7cqqE4cdixb2UMq5nCcaHz3InYOGn
YT98C4hldbAyv9dSbrABRNB1zXL4lfyx9AYpTtQ//GMuFWKvpuRyMnZeVoYQKeQJTnBka7QaDg7O
bo/qoS0vt8hGeaEQ9IJNKdsX1Rf1sRL3Xk658QnF59Fi7LUcbqhiNuWRbQ+FF2IvpuyB3fFXO2Lz
bjYUFVEyu+2Gg82TYq+lBKGsQSgkQtwcLeQd8BNNQHiR2d832Gu8/7+hi9iLHsUIboltMW3C0Tdh
uqoWjskEnc/ytmZT9O/f/8rv4wrxP9LHzbphXFDPncgwf1xnpSgcogP1Vr34DwkPf7dy4RLJXFPj
mDCGv5pubeAc6nf+ljp0DqZbodhP7nfd95ohg4m2cYRnR34Yj+mvG14jKopYcmN5X43fqyJ+NfqY
CSNkeLvNdPKCRoh+YTlUsMUTTJtbNEeP/qEVh46NX988DkONmBXhjJsCdS9CGVwmxepDyRT4cv76
dDXqdW7bgOZiiufHRVXmYyyK6vnvo/77SQuBxK9Pp2FUba0sKUQlfbOlSpXdmqFvxL4MMPJeDyUA
+V7mBjOqScWdxG9AYJkUQ/kxdD07NnH2QrcmlMxVcqZ5UXXFSVbldgn68NhZg9aFXweoaIo1mII2
zIuoCs569js0VPrHNmtIpn59eg+H6s5rmjC386iHZHWeucxBfbCczPdCtwjZYutJPL+PPfOwMR9q
cJDm3giTfr8X8b2EDW5CY6BkFeaemSMIksKf45VB+veZ+aeH79Ys3hzOMgYHzVK66i6oyzKhpove
KNld00r/u1nzvYJt7sC4b2ekpP2x0y41XT1GKXyMNniDEdGH55FM5quaif3+95/zh0QO38vaigIU
NBcICsl+gCxAuY1sTDZ0gPx7TU09TJ3Q9fW+YpvpHKxF1FfwwUSCMKOFT8fEIccUnEbWkjlxbVd3
HyYx6Lu6qPwmQbTIl1t006Ec/vfX/cO+sNfJqUq5K+2Q5ksb2DWJILv57EOS8L0f5CG3cOjZdgnF
seEu1v6CXQF08mwIxjD12nZ94zj+w/zZy+VIFXqdY47mbiHzxdBJv2dozzy25++1cs0CCZpVPsnh
dTJk8Jm3t+1gykNhEN9r5ZaeSjN0IZ4+Ny6hDSkfqHdQaM/3Wjk6QTkU8Zbm8FKhN7SOyXvh4rf6
ba4b429W1t4mba5QLzHw1s7bPtbI3bR1/6V1pqkTtMZMXRb60XiIbYUZtNsjRjinjJOmQT64DlMf
KHD9Xcx0OziFdgd7JG1RrQUnuVDwFTuFioFE19tmfMuG/E9zdHe217rDvn+dRUscVxdABYpMQVpx
7PX38jk9+QOXI/VRLxQiVWHEM3yMY0pavndE80rTIp8JXPyiuD1thc+yRg/HKvA82pUDmnGVY4Qi
fM5wvKcogcGSU4eHyth8TxRtvIaPDsjanHZ1+1IB15fwgnaf/751/uGj7pVzm1B1qDs/yCNTzZ+R
ta8e6lW/RYb6fXzO935ocyuQD+nGIJf9AL36OoztZy7D4hvcMQYvsaNXTIk3Sv+Tr4Z5ziWcTQ9p
bPkeKFpSwrZqXgLIJRdUO+AAmqJobG+ODdtuLS8s1OFS2SAPbVflQ8POaHs7GGfteaGblUI0ax/k
tZmWT2FZsfNMmD0de/XdMjYdJzHXePVG8vIfvws2je5umDQcevxeWOdY2K4ggOA0QMr/2VbjhPZU
Ql6PPX13CqtJzD0iED8HDbk5a+QMUDSsDxnIC75X1FEc7wH2Dj8fS4gxE2B8R3AlHTu4g+4Fdc0m
4GgVTH6+NEGR8VUtcFmJj0k6+F5Rx5mRI9RLQQ4ZQPm9VxFD3eZooomz6w7yn5QsMFasm7sigLXe
OtwuYCblY1D5hzI1fO+UxlmFW2i74MN6Pf9sDG1+uLqc1Ruz8g/nPNutV+41si81trlSw7Qy8b24
WZPZg7IpMdVYvSBDG63HFtheYKfC0ZNwjMJJttHtBn4Y26Mc5rc0U9eZ/puIZa+vc2UVgB/l+Tni
83W5p6TiT5ELN9jqUzbLtJh4O5x8NKGQbPj/WPXQytvL2OpZ13Pftn5eApX36FMn7+2kzLEIda9h
c5zPwpewXoeXmnzqRpAHmm1bjk2uvYZtKrWEW1gJY3c+mdPA1HeA99wbU+s6/3/zQfZUUTYM8Hx2
WBdFOM8/xs3pT8w2b7Ea/vT065XnP6tuaAUdiZYkNzr0EwADuzSO2rdkVMCHXbf9373+9Q//5w94
KKxruLeSXIHHaaAGmLuNJfB9qpopgcpqGU6rBI/lxt9CuNeytZ7Xq8bEa7LNkch9nODHDGktDMf+
EY2jNinDDckHtiCzlW6m1fOpGNqoSECiLaHyYy4q713cTWUCTT1nWWyHwk9Hjk6nFNm6KU6jQfAJ
4LihrFJha7Klcq38JR+rqrNp1Y3dljM60+kSSxKz07SwSSQMgLwJNsRT2503qiFW2Tbnm1u0pM7m
zjRjP6V1hWrOOyMB4r6wEhmBk5oc2Gc1iViUlF5FyN3kFNxslZydQsVyqKd3JcAiX3xEefZbPwFM
jQezWaVkWrw11ZXz6x90Dt2ajnou50TDX7D8EJejXyb+FkRhXuP6uyQLxC4vULPCxymyQ0OTwq/t
dss3hwkKXB3aUz4WbQAnstq6crgw7vnFHe09R1KNIo57YOCpVdnmu614bdv+qprAFr+SZK0BAgA1
qTb1Kzzh65/4cKI4xZSY4HtACls8UtFEONNYtdbJ4FkvSDQQKrifF+PQ3E4WmcB0hZGzf4H9Ph1u
AliGdnhF34g04Fa3CHOi4BUwxnBLPVAOeVpJL/hAmBfG7zTQUzcAQhp22WCKLoEPpGvx7Ejozw+G
kApFWWQDS3ZLvXEq0rKTfpgBN9T+U/ZL1Z6k11cxPMbKwD6ONeS/qb/Fc32yiCWe5FKD/RVYR7eL
c07MSb0UhT3Brcy4s5UD+RrUKhpu5RLCao2Mg35c+0I94w1L6LkkbENf+nDdnktlXxmC0tfag/9R
NvQbVlS/EfOp7abtg7ZN+Lxso61OZAshVplopbukbyoPVs4BXOKSRkckm3jkvYdneHRpLG4TSHLE
g0kHS7YPBFoScilKi4zJyKKFXRrVtiQLDENWCI5k5ZiUaitRR966qL9EgVEPgEE37acQds3xKR6U
/QKtpC6zbYsq+7WifVGe6cLb7TyIQJAPVaFncl77qqjONeqYmLSjv7QfBJEsuKEgW62gJzZmzFaB
ykI6MG8tsxC9016ix3WsTjD+N9ulM3ZtbmjEMCUxd2UJH2obFHEqsL+jlO7VW580iiNLOVQjSFOr
jashLcM+CCEEaRaSebj5Pyo3jeLD0g7V7YCu5PqfzcyEnzuu/eouVACOIBxUIwpfJvq3QiLxOxki
9hT0VK8n7vB1L2LS04MMtwjf063VcDJb2M/vZxeS6YUxDE1aG0h4ExKYabtvN+K9TLx2MISAs3z0
BKJzqZMOllZdope+8/H2cLZ4VBbEzIwtWOfnWEzt8tAYG/sZPmYhTsGo+D9F1zbTy0aQqc6gdBP8
HMSmv+fxhFwklBHeKxoggihVcm2Q1SrLPs5IH8T1yffUfA/aE0q/nob//53uTB0/XXm+2iSmp1d4
phzQPbGFZvzIMIQqC4XfeOkooTK92ya3NekcrStspgKPfp8Mljh6dIbrbtIFkTpd3RyH86Iw8u8L
Vy7hhQKJO95FYf+sau+ky3l79eWA79LCGHTJhAQ5oEoi1l1dN7uFE3EKJy8EfrFdI30LA2ZZ45MJ
dARNsNdY78UUBKj+FGR2DwN42N/FKiZ7V0JWPn+pJtJOD5Uuq/Wm8QK2jNfTgZdBEnatQRpYKAhK
fVc0Ol25nXUa2SL6IhiSlifP1+Yfv6iXbPKQ+cD3v0pj7KltijhbS2tzTnpw2y386SPXfbtKCJJq
okOqTP2v8qEQTIBZgOpfsK8FPPbOdEXPZ4t+rKycZ1whRR+nvp7KdKtnk+A2xt4jTeFl7QJZ8xpH
0/fNshZ+J8sXA3wZSTgW8+MSiCGFA1WbSVRl00YtCAeFx06YMkpiKEKFa7bm8q5S3rykk4m8J1BK
IY8ehcOwLh26vpPRDxWcgyAhSCBhny4mWFIJIC6OACNP3Ew0A7ftM04wdbuajqQ+XBVlImX84NbW
ygTIiyBjqNbOcJnzPi6TeiVhULyCJkTeR00Ewvrs9Unn47hRC8GO7qsyDfW4fRhGO74A2jTd9RXx
vza9Gl8o74vUlKVL/ZB3H4zR+IGNF19osH5tV/5hAnU00dzoNIxUlMEJhiSYlOS2gTYKMvyVw0S4
qj7DvIE/BXP3zdMlUrabBsGhWpYPq0YDQBR7Y6YKeLEMfYHilI0v9YxUKGsgOaC0eN9VzXva1Gsq
ZGhzr7PPQ+m+MeOT04ouwLyFv2Ti1Xa8jSoPM7zX5U/PFiypW/m+isJXY6MngKju4jiyZ7O2T86t
sU3c7Jc/YIZD3IlNdfy5ikOJLBF8ZNw8n5gexKUZAVquetRr6DA0qVuc/omVHQWpq82PrnPwSPOF
vkVwYk6NMvf+JnBYAVPxEgIY+62Y+htK1qdGmzUNGj98jJYmH0L3vqac3uCg8O95pNx5ZsQk/iSW
D9O6zS+mrrek8qxIscamh4JinBSij6Qt6+LcRbjJ+GriKYIN9aXQ2/ahRZn7lnuYviU8orOh6JrE
l3D8nmez5bYn35yMMGiLSljcjElH9Xnr4AREYa6Y055uj4EXU7Q2FaNMIMezqSQB+QZLpem7muh3
eGbRFGKVMfd7/gVax+oyBh6MVgCmvyjQUxPKQ3eJtr6vEx7CNRoLDcNjyYsqYwBHgFzApBvLJ15U
G09g4CJfaokDzUajTVTfmviEOXISsjOZ0oo8Wl9Vr+EwDg8u8kg2a/8ccjk8hgTBpLXNLUOglgZR
3Z/8qPKB5dIIkcgcfhlR5L6YVq1JM+gb3IzZfbEsj6XyPtWKhBcsnlMgGT9tiy0TXQQuWZlP0npQ
t8YWnwpZzykFpj2tg3VMGjAKUaWoytsFlLsUw/E1bKdXCgubtIfssEmWYB1OqBnYV/Ry6qwTXimT
aSnHC6+x03qb8B9hNsafaKBCHBRu+eKgdM9m1Y1g49A4saU0feq2aanSjZDxZwndRZn509iV6dJw
lQE00SYWVoDYW1r2TYarkPmKilkDZY6kYc4mzw6pCbzmQoyY000Va0IDxpIVYUFK3PwNd0kbQmMU
iCjp0IzeQPpChAG1Zb1j1Ri2ma6n1qXxzKuUGGyJwRrI2wk8pvUR7cJlAlFilPmAhGbTVb8JSzKC
ZkF6WxaBypeuMKlqy2/wXKoTeJ5I2BjyIFv5RD8N8C5Lyw2IIfwRwt2lpwWZYKsfhufY1MMd09Pj
vMWfS9c8DlrfTqAdXaK4tNUzek3je8SDYfe+hT8GDjmx2K9AMC9b6q9UT1gtPYSh8/K+l/VWZUEx
4HBgtI9hySuq4KSRUivvZzfG59aa4KGpWqYSsIkikdJlDbsk9NoYN42YIr7Q2GuS0sLm2GAo7gsQ
tb5KswbpgMj/A4tFldDF9+5bJ06q5HcIgIYHj+pRJeE8Lifli6+THG+7xgJq0SBIqxH7PcFzPjwN
3pb3o9ZPsHp4sRS65bjXcTLOjg8JoPcinf0al5e2DFNklUZMDTYiSvL921jyIbi4UHs8GVa/u8Xt
hGhIadn2bwmzmXwtdDtktdnkCZicIfFIu9HzXNMSwevVEl0IWZ/LMOzTqQ4fB5TQEk+qJuFkqM+G
D/yZoCgInBWYowNMtZKmCPG/cNNNmq3F2One+jeqLMeswAk6pT6r3cUQzFOYUlKGDjzd/mxoaUha
BrL7ULgKGRKGO1jSz7GOs2KFkcCNYbx+5+p1OsXTWmRNCx+7YSu7ly7U032/iAmwqFqC5uD6rA3m
8WyaCkEQugjOAZJ2n1vSjxfsGu0pHvv2VOO8PnlqLT/UQRy8DxBTIFTcvDb1OI9vyrXTn8Eah1AN
7FxQT5u+vJlCa97hjjY/hEGAc1E40VpAUFuahvWMIZ5LEX6cjR1+LhaerUPdkQupaeMnRdvzmxKB
+D0MZGlaroP/YdRLndM6QIPMhIkfQIsJm/J+GJJxZUESwIvRJGXbd//4Aa60sZs/sTVmWWWqHjmd
trmFdrNC12orn5sC1p7o7uuUf5p44EVJVNXVj1Eu3UeUIfW9WWZEx3wcbwlvO0wxqWwSi8C7iR1V
2VKt3i0tbHXTBh0/IUMr6ndmGabqVLcoOWDH5it0QLBPK7ZQqgzetMXzwqpOJFiW9iXeFICwoQi6
B0hTys9LYf2vjEqMnTJN+0zpGOAi7RkPwX8UoEpKmi9R25psjq/R9aibyCW8tdGNL8fobphl/41J
FPpxz0HchFulOBUx/LlGDQ96D+569/3WMnspxqlNSFtp+7BSOKQmsJfyUivsXKfKeg6nU6UL3Hei
gKMGUOD+RNcY95dlnG/XrRWPyAYEr1ckTgLw5YDJLOsFWCEjb+c16Fhi2sg849ARfRpFIySW8MmU
PGlhD5zrxXb5is7QG2xx4mOleP0laMgCmIP3UIwQ4ScmdKDRrwF2wKJfeFaPMXbMcFjbM47ipU+r
cnr0oJvMEITHP9F1O3QnzMqxeqwNRd/UtZ8pXQYkDCBS5zhySfyIefIdLZ0LUPLxu36bMG+3aj2x
aIq7pNp67HCKu+oTYIJ3TgPgKW33ZaJIIiTr7Pst/MKqnp6CsCbvA077+WVuWLuewT8O0c5WB8AD
dS5dltJ/tzYaO3FEhnLK6sVn6FNaLPnWx2b7unhyrpOt62IPG1sB1uJSStxMCk9+UqzckAahHnT4
cy+9s6BR7JLRsfFRkVFN2SJC3AaRD2F+wiWMiZMZCaBzuHngwkOC1j8XgxszXhWAwjBIDu420iCM
IZT90yEQSfumaE8KO8tjPZMa32ekoKwVgeQXERbbbYEGw+cZ1aWTouF8x4x6hgJJ3PUKCaMae0KC
9rHawVwOiRx43QxZB6Pum5AvNYaoJPKiu1rmOEeqh9lpm0Vka7MxlOG58nWEXi0/lEmxeNPJatM+
DigypQiS62cTkf5s8O8U6ZcqW4DjvR6GBlkGn+hvSJPO3yA4NHk0aJnRcdGnDRtmSnsrb5Bjw/Vu
Qx4VqRcIgvvt6iHHzPsKThAZV1H9sSz6oU4gnVd9qvz+eQZJIaHz7LoE1q3RGZg+dx5q7MhzMPbZ
FET0pOHVezNPE0ksdpQnJiaVQDmMGT42S5XADZHWWYBNNhtJEdwUoWH/QjvKLgiU4pu6x8URD3wf
1ngl+NibDBEgOwVT+Yx7KzmbeuLvIy6eeNvLL55rv05hhfpLU2dMRyPMo5riE2hj1Q18ohqbNCsg
qUkF+2KEfWGZog0Dl53QD8SdsrRKKw7yWUcW7IILvEuRuWsf4P6iE8KrObUTxI5rXW7oIp/q7zML
unQEG+DOI/b/yDuv5ciNbU2/ygndQycz4U8c7QuYcvS+mzeIbpIN7z2efr6SNLMlzt6jGd1OSKHo
FsliFYDMXOt3S+1yzYh2Vobjox2i5mvcZxTUC9NbUi02g00mY0i4Y39Xlb1523AGPzFmkNivVp8P
rQKo2OboYHdJep11SYlHneCmpZgeN0MKz0Bpxh5uFKeUwfYvTZuGFcXnuRrLvS3trVBWdOwDXAK7
fx7QNpk0W+ld0didz+jkJFwS+W5ZsbUfKh6RVLWHbFGup3RKMLkVU0i86o+N8NlvDk3FyTKYnmbk
eeE1pqhC2ITuRnb2PsvNxe/s8uvaatNZe93uTKl0v6jN1NPGdQ6LTJ+CaOBjiUxf9yDz8pi76+1K
ybXv+oRNV68vbMN4W8t53NepcyPsmU8QN7djal7bBo3ibE7ARpb2NXZNsTfcDFSViMDrqbVKgBEg
bi/v4n2kKUw4zogfBw/r41zp11I/F1BmJn3Sm8sQldIXS0spKZ38VZ+cwZeD/T3N6ilQDBO/NkQ+
s0r63sv6bfxSECUW2isOrDRX/rzWpj/jQNqvVZX7cU2qbbI4JInqW3FFfcI95XBgEP0myhAYgKqr
NukliATk5gwaAf8i3kXr4vhlh++sIbX6jItKry479ZJpoj2J2UkD5gdWHvXDimYl+9q1MUjTkpth
Xxk3zZRTlmbVo1yaF7e2ayqGNvOnWBVoAuNqN3VFF1Z59FqIHFGxZYQTSZPXsWJUozbJu46xM3eR
YY1hMk1UcEmeeVXBmDa9c3ZavLgBA+mdQ9oW0ktk9jWLGnNnW/Oi+6YbaS8WNwGoekoeCQ8+jtxu
z9WQAPPIWztpROwHTV36vUrbHenk9w60d5/Fpbcl01pxhhfOaWRm2q1wc9cvKsGWZE44oJakbo89
8+MvWrc1w8SMaY/qjqC1uYc2jKTqfTNvx8tMy8fGs0j/+UK180rNmp96PVuvG33UfEtb1wvcTsmt
bNue82/Y+HAgxXXnabOpXwOy5ldjrL90s1PcDHpsL2esuFq+tOgB/FlVEW8816/JfJu9CSWMh9Jj
el2yFP+LnbVcqgErzzwDVvdlNuunMnI5lyfEyhqQV2LfmjEzBvYLeRO4qIcxy0DBo+lOT7a+3i1Z
3qv3ON06X6txzZ4qcx6Vn0Vge16kqHU8K5VufV3O6ZxcGlqvPLq/MuDOdixBztz89TyFJDkOus2Q
YYLKK/kwCTf7vkbVZL8Y7rm88ObCdK7rSq7HNbPjiTKFA/B1KItJncDRJ9vHknRewIg+dxrTVDfM
y6NtUMvWogkMOdGOnuG4Z6se7S7g/DJQ4JmaeZlI0WUPkW0X1b1OUOSyW+K4iW4ZIdzsRy2jR9b7
nFZzLKdWv0o3sztFDqJrFoJ5K8QoRs+FKkruFqyIFUjdXF61htGN+1XJoQv6tqvjk0i3oXmoxMg5
W+Tr2O173RCZly9qib72kSG7EAgUfqUY2ieELoqO5lxleUsmmbTWUgnUd6JXJg5HfHk3hDwR0enB
6cw72wZsfe8H5r5fLKnWb0G8MvfYS7RtnH7IfOMQZo1Y885J0+6pd934MEZFfZ/r9VZfOHaf3cSc
SiwMy0za46B16eNYxzT/hrsaj05ZWg+dmuttH0/n6iJObaJ9WY1goq3VzszFJVreoKNbXOO2tAZ5
k52j53edFdXA78NSr+T1obM/2omR5Vec3W1+UA0pxsdSpfLA88XpVU0okbK0nG4K8IK3Wg7ZJbbE
BkarkBgXmNDuOIxoXXMGH9AvJd5oVSpjwkORZUFZm1F10NktAEnRih/4tebDTCejH0dyXfW9Zln1
rTJ7omTqMVoxup+Ti9mhovadJNjhMcMedt8tpVqCuOEOwfF33ftgjkILaLuVdsvYdftQ5tIGI6oN
86Ez4ir7MVc1+SeUjszRiXTX7b2IS1/4kT3rDK5d4CDarIxnKrUm+pKOdZVc5cwANgK3S1uWSaJ1
1UWl5dnJbdv8siAHUoRMUWlGjylgkXVrW/3kF2Jo9OtGM7ohWJPKbfxGS951SI/c12WUNSFT2ZN7
17R03NJtvh5oZJX0RlMB+IydS4Z+weHmwdXkP2KpYEUSt5kDcO1tDqI5X36Ma2c/YIJU6y6DjDuZ
Mim0H6UEPw4Tt+8wSadZurcxYp9yutz2LGRynkUF13i5psM6+42+yOGtXlNLxZ6TZXN3rY1brR2t
zRL6XW5uZhLOFWl5u7Js1Im92p5OTUwGnefKuav8laxK018s3b7lZpg5XItoKUQKBycuIRpOF5SZ
ec/cmS5no0skCIPcDOA1NdSH0Wqnys+pxRAmtXOUZheDEVniXYApW7t6HWPnnLtJyOqbCemRX0Ce
tPqdpoEABcmgiuK2KjYowoWzZ29V1rCeP0eyM7fKJubPEOydWZfrlW8xzfwZSen6Qk58eeVMs7Mb
y216QpAAgN1zeF+sttnXPja+dPa0KqoY9WNM6ntFyXjfwJU9NtNYuscibSbaeylscd+ZXX+lrWZT
BqzZ5IN7sH2ZM8e0D6alaSQ9VkvlKy03bsYlW++KBZ49KekuPa3MaCVUqevpUcsjsCaw/aSkQgWw
CUqZ2c+u7Mcbin/9Flooyr0kzcaMLNDJbV/0Zkkdv3O3KvItINxzsRFP/YeUy6TtdJky5tQdlHuX
ZOO2t+kMGLyd4Fcqizm/tlwTAkFu7U7M5qqzay4O0H4iZeOLzCy04yBtmULbtr3KgViaXHuprElx
72riUJnNOzrRJWxyOd6unbRB7bfREm+pWaevjFdWl0M02ZrvEn5hXDSVWlD3g1tn/gKEBKWYOeqZ
Pq7vwrXIzMdBs/rjSge87m0rc5/1eqatJTupOa7xVpYfGbGcxD5X3ZnshRU4iEVs9FjrllMIO2b8
mLZ650VSE0m4WecY5GaCmfemOeofiNfavrn8N/K22Bx1T8fX/b7miaj2w8BTG06UqfcNKAS9Wp52
3qrl+LxXc2nlKWYPYwtYHSCxhn06C4m6LoRfZGure4gG6/RQTeb6MM+x+73Mcsr3Ss3DA3Vo8iCj
ggsRjUuFIREi9q1ENZJ6OcdBDx8vHDckBZDuzjSgXIo4qo/RjKffM4q1vqWj3y46c7Mv5kInq47x
J7mpgqLVo82vm0J+4IUy452amyRnYsNaMNgPIfl7UlbDm6ob1Z7p9Wo8bqCpH20VZVEoSyDpXS/p
YEGaS87eus8FR62xyPuiagGupd10TQCfXud+5VpsF6WucTRtMPYRSHXqTl6sRe4LwFwcX8Q5+wdw
VK3FB/R0LbrPdJY09m1c/BitrP2e1xtHAGzg8j61UJa+KZr5TqXr7FxyeMJmyKGEDdRTqVPHDvNR
00rzqpvrZDx1ncwMP9FKRuz0wwp3JDMre2pg6BRPNMrHPQ4WuYW1KPp3E+TzTSttvbxwyX+OgrVP
wI21tGIPB2CNk73QCSb23QJS22fNSiOIK+gwysgtfSoLo/w2VFMjTlsZ5c4uKpz6HaZ+sr1tdAtf
zx31fm4/XB8Jfjn5TR3NN2IYotzvTZyhPkQ6e72IhmerRH+xawtnLPfRqHEsG2bUkIm8WYDAGmQ3
1ZaNlzSIxVzmYUcQnB4uFQBYSHVefl2gmT12FwNWuy+bnWPmMztttlTXbMLahZg1GF1nWr6DG7u1
L41xA5gUUfPA2FGemLYXGpd0niyx72SPn3o2NTsGjCt65zElesA8ssnqpictbUCNLdPsyZ5H8dxp
2li82S1KDgwJ29YDW+RRFWxLj/l7LBvnauvjaQ5kGw3XZuJO3zewg81f02qVu7qb6RCrpRggiGeT
/PONYT4+HjKpXS6jWGh/wZF2QzWuF3PHj96AXQHbY1vLnEOVFXV1mfP2V3bFjBWR2E0Dm1E0iD3a
iieDvnxZGDkxa0yvnKgzK/psYoo+MkejCWt7Yyk9bXGluasct3ofIxM4QJBxYwTGVk6PkMezvhNJ
Pk27c7ZOHGibPaKQ0avmmSjjeNtHWFbf4klUo5dbbqfCaaB48wmqrIq7QqY9vESegvxpGaAEj3Ve
gckULeJebsVVn8v0sjFKZO4it6LV6yU2s2O/Nf0APdJSt2/TrLehk1TFM+tDiMfJWVXNdXI6J1ho
v5VvKlUjKKHNeHGqTbqHYRaESKUOFY0XYcvr7pd1Mwaq0XxufsimXN0dv6L7wubGZOwkK+Cs2rI1
kGXY8WyHpNLXpUdKQGqj4DEzYydhoEcf/KJ+6/VZLWHPkzB5YLlMxxAzTFZoxINVB4lmcVkHeyso
2u1tfYtlrJtXRUvTRvvZDNsZmrKW8doGdr9wK1gwf9FVPoRFDOGxF2vU3Mx4s5+cKDlngQyD8TWn
Pe13PaqQKWiLxqyDkS5EvJBUN/R3sl5n+yJpZwNbMiCtYe60IV7pvavWKJ+gxyv+T2M55btmJ7W4
hgVw5t2q4UOtqUjxT3ngAhxMuqVXzkuaU0agOCEY9VSsnC4BQ9oMGn0HvYdvxRw01yVEuAYfkmqD
byIDjK/WTGPj1AutfTCKyvhaq2V8RQg6H9y8Tmw+3lajJVCqnI6zLI3CX9fSPhNzq6PekqycdE74
gYpuo9rjCu31NJfd5g1ic8qw2nLlBJyTZz6iaG+Zi9k+plUC5a3pqr3utJQ3bdVpkoAJT+Nzq8Xk
FbZL97xaSk8Dxpl029GJy+bLEttG7cdiSTafG85WyiB2a6FEL9XsE2WCqExMY0y5NxuGcWdLWzQ3
qVk502FlB3dDbUhr6XMCNFdOlTmOZ2HtfAeLmSPfpiQHAMi6tj/PCjL6QI1LM1yOVZbeZJttat7c
KZrfme02YIuqtgvOfZ5nk2Zx8DILwBg5n3s/o07P/bGxReqnBU4Hr1424Ktap1Y9uVUmAKbXqWxP
qh9pB2k92XadrVkKDwyJuMK64dEupWbgTyz64sqY1mLdx+SlVl+GDC7vCHvIoWKjR1o9kFhZhY4T
TeI8aWMqgs0opLyeuBbEc0cqcz3htMP0NI5kDlRe6pJVxbGRWckto0RitHjxMDySNCXvGkfPb3Mn
mb9xqSiLTWwD49EZ1ySnUmisb4gIdWQKljms+KL7xgrhQl3GiK169FF01ir8eUkS0wc0sF+lG6/Q
o3m1sOxybbvsjam9XM0M+sQapzSsVa5eO1WsD8Ius+pZdtB2h96NeEkwRrs7zIIR4j+cMSswGkfc
trAXY2VdxKKSy42Tiu7HaHbrm5PXU4TC6dyna+wF8W6slVqQ24m8CAZbV0EkyrgKNcJmfjjSgPe2
eqPRPA5a8RXp4MZ7LDOL8eVjNMY+QxSNw5pFzOey7Hzv6OaPapmZJDNZmmgYx6xx6Ok9eSSeTsyD
HuRoPZrbaOid7EqxvK2wcFX8wkyaun10xggEvWIooxnkwtAvqMBacY9UhirXi1Yz+TFHTX0d28o1
gq2LOeeqrXgRk6HXfrIupRZWXbI+2GgHJj5ETHcSx3VWhgajMONA6Ztp+42VbuwIrZ7UjOszq86b
KwvIU3JOJZ6EHzWBpK06Og6Dln8VkJaLN/ZtLoGv5pGImCFrl7BLBKTOzGq8SIVwlzAbHP3KStri
pWsURb3ooemVsKMNwd8KKzRvuhK+ScvyEGX9qh8zrU8i2J02ig4IXTaqNlsqaOgYTvINf0UNjuzy
OPtGt5n6Ka/Pn4I2v7gvF826a90czNHUuT8iyoI6UykMez85xyZDNEbq09ByGUBXQwaq9zNnuG53
oFyLnh9ybcyvKLmGeTeR1O3wJl35pkdm+th0dQR+sWgdwJ7otR3nTlrtCtcoECw0GIhCeGrnJZni
DpretltKMXI+WwhRs3jVGjE+F80ZUkL2XVaHKtmqhGEoDdBk1jtpt3Pl1HW7ZNTsNNDhEmJ0K3rB
wTdY3SP+A7SlSdZ35+tOm/9YOEn7sI4Ms7+LTJ1l7VgMz/IyA9edlyAnqQLLbdMP6raB2Wt6y+Uf
zIRy3bESWm0QQ7WG7BGg+omTZyDCvWa8Urka0FhRahJ75xTyOaLsSoEP5aCDsDaq2G2DvVxXDFzP
/H5S/bcZPeRLNOqyBN/Qh8Bg0KTht1PLhIhaRfkQ5GlFjbIu9Qj5RQvJTjRL/cnWBkDjOG/Gq/OI
7GxPrxT3jPuGb97BzG31Kam6cQngeAzIx6IxxEFSO2aBuWrnFPitaH8kY2LfTxbNKFIEhxT0stp4
WU3vuPibKhLXN6PMOGpMB2gv3Hy1fDfGMxUObQ0KN2O4LoPeidWHlhfLw9YnPXqmTtZbMKI+/SiM
qaz91jKZeqibCQDauC0RA2pdbewRwW49UIos0psEIfH50lvFW67l/WvU2CwkMZmIr4hEuUDkVhVh
71jLj7Tv+onKqyGQpV+j+iqPCl352thqMnAZpjTtdGXXbRhPWk2hRtFi7QC4ln6XTm5R0eRvdrOf
xdIu0Kt652LXryv7OnL6KL1M0oFdSVWluUAbGk0MR52XOUNL5+2+JgYpvR6dqlEQSYZadiLP3IET
+lxql+YYG/5AwEf9XKIeXf7CLvvvNOWfwgui0ZR8IvdshmgWKmw0698Np+o//p5T4JPXYtW2ZVkE
LMUgt/IcxzRdlkut/4Xz6teEnn8lWP/kc8Qxz0DNNRV7K6JgPWoxq3Q/uEgBPEabJW1Q6gZ1KS3w
+p1munmTbWF0QVoylHSX0GKVIed7ZR8XU7P+ntnsV3H9H0T0sIhpbaO6ZRNBFp0mxRrI7K/mdPwb
78rnQFKKf5U7JohJWxnll6yc2+8LkPnmGUPbkIcjW+Cmv3XrPseTxklr55Wrb3s5L/HFqhWsO6NT
D3/v1T/ZJKXQZyL+um2vVkyYpj6JoxB1Gvy9Vz9fvj/cA7dKRayYXL1fs0aEYpDVjgFg8u+Zej6n
nBadWwun4L3X0i2JfLQMWzGFJ0v+wuL/b9bk55RT7TxisbPndQ9h/10Ukze21d3fuzCfljt9hl4z
D3XbsxS/Zq4bMkm6/psPzKe13rTjiDT2TADmVsFcTiVDPkb995I4PuebLqgqzEZk257pf9lFHbfd
rt2Mvzeixv48BTvfmiKlwFj3bd+l71bTFTedXie/D0f4z7flv+KP+va3Lan/x3/z97e6WbsU3c6n
v/7jsS7597/PP/O/vufPP/GP/Ud9/a386D9/059+htf9/fcG34Zvf/oL/DYI+d340a33H/1YDL++
Pu/w/J3/t1/8j49fX+VxbT5++emNEmA4vxqbV/XT7186vv/y0/nh/M8/vvzvXzu//19+8pJx+Pa/
ff/Ht3745SdX/SyVYRmuMIgPkeZ5HMX8cf6K4/xsm45QFmSpMAjiwehUYT9IfvlJOT/rSjG+Qwkh
Xeonfqivx1+/ZP1sYWzhH8sB9xO83v98X3+6Mf+8Uf9RjeVtnVZDz+f4lxOfCfORn3amOKoimBZT
nRHy+VSbQDGp7kJ4p1pbHhgn2p1UK+x3BKqAcwjnnRzIjBGaXqqXcnhKgfueNWG+JAZAJ+1ZM3AC
DUuf72ymkSKkMO3kbsALVWAPt6ezuEmTdw6YXRMkonC/Lgy7eZ2xR9w7msvm4hmGdIUvdYazI7Rv
nIdtBsZDNgJMdll2mXnqpyW+jxtbNhQl2DY8AHALh5MYHC9GimgHqOSbkzmp+Ll1VLSC/KNOojBM
IgNtKqtJGs16b3Xmmt6iO0ypevS2gCPubLcJyXDIKr+30M8HY9HnHYpGp3rM4QHucCBst0ZVzycd
bTLEVdEhOW8LT9+s6ipB5/E6WfF6Mg3DvVSzSg8AC7NfNLOG2rRn3IBMrfp7NPbVjsEek98yoWif
y6S+YpLTckEPkYRgEkTBgAPEtplctXYJmC4H3HCIzLdxb7aLOiCP8kaCAgImkD93hhV7rQMXkKNH
PKymibe5sFLra5Fq9SGPY+NysRdsGi2l+mCbD207M2EgikffGMXG8NG18zvHRSRtmFeVpS9v0Zlg
KNS6Xhs5cjW7GFZoWM14bBwbXbrZ0gsgWJj2uqW5QelM7ctQCPPUIl5AuzgP9vGMQHdeQwl6BM9Z
2CkmeUMMqnoSsDI7exuh8ep8u9t0l5bQAgMNDY16D6dX1t83VPpIiCayS9verXuEEAlbopYzZAiL
C8+PaC/abDiUWhz7GpMu6K+cIain3LhIQPdfbPClYDLEC2Li6WKVuXE14/Z5iaaxCsRGJj7RuqQh
dE2LQhDRjD8ljL0yuAAU1QlxDKX1ktWp5blzYhxsCxiCh9K1DTSt9pR4tM0zeBQiV+Bjk3KI2CQn
mpFy8WGo0WvjfUgq2r85XinZ5joFi3fOs1YMmp0Gbc0VEnPtQkdCUoBnjx3y27Ur+yBtZ6EOjHxA
SR1nMDtwMNE9XHrV7DZTRrzfCIIXrKLVb8Z1gVxGHAtfMRTKxhNoZkBQhEXNGANLeRUTqv8MEmQj
CijKqTmMcSwvi84Uj6lraZyRlTOH1gA75AH0GfK+Q/FoTx4eAjXstDaTg6/Ramn8ZBufrDy3kE0n
Zn2agX13VeyctWTS0O5UjFxAKXILhf7rsptbcQVNMLzEbtZcpap3ND5kPba+KZn1QZrTsNeJ0ikP
qP+qUM5GdqWNc4LSZK4uikkYblBDN8DCcIvI0WUiw46sRQeAYE0GSIhEexJSr66A4boBXZ24N8xa
sSm1TOdJKoNWTK/c+WiZk3nUo0b+sFc3umPyatkFazOoRzyaA0ZF9CQySOTq2GGEdQyoKYq6G7L/
JJYVtH0mtHOjcsZwjssb9Tdz9RwgK68ftOI2yTA1jvjmJy9LZ+wuS9/bI8Iqs77ZFBPkawtvGOjb
WT2XxNgT5rE+NlZpmd6YzcTCNllhC1igbJnZh2P5Ojhn42frztUJV/B2ErqDCmRIF1ZqhoTxlodr
vVSt3SKDqLcmC3ILeMFDoOEGLacLTD1m8kM/pcmFDtV7O0CUXUVWi2SoqGpdetE4qct1yoVEuZpn
YdU4zrx3+9I+RhojTL2eFNJrM5L2pYAsKv2ilNaxR+QQlLFZh+jeaC4VoS53NM6w9i5KmKPUJiCI
rHLSC4dQ08vS0bqXltFgK+sRyYKXRut93asnZl+kD5ZbLl8bx2rJhZljzJempg5TtMy/dWb/P5ck
nNj/h5KkG6uP9E8lDN//W0mCo/Vn3XRxQrAMzxUJhcdvJYmUxs+CosSyLNdV8o8lifmzMDjfsR+5
0rapaGhCfy9J+BlBrq5LTi/U/7nM+X8pST51uTThuuDx1HXdQMusY6z4c1dD+LlIDDmXxy1dLE+P
n7QuX0MKFmKu3PV5Nhyk8dllPh0bwYQQG0QWh2xzvbrZX8T0/7n9/P2dUGopPAGgA58Heox9kqMP
TMtjk89H9t0Iz5uRfjXd5i8nnZ47kn+29r/9Kq6h0g1lG5SD3JI/tnJtn+kiKcfyOIiI3YsB4Yu6
JGVMP+hdIndNhEQTI1Jxrcm487e0Xuk6imy3KQoNOfZ/NbL3z1kLv74fwr1d7is1JjXqp9QR29Xq
FRIMcWo9u2Fsul8gQdOwa4xjYqEnR6GcBIOwnv7wkP5en/6xHj1/zE+X4U+/9pyq84eOVrNyXa7t
Whxn0DF0apD/Mu91XzrOX7SG/+Le/vE32Z8yYUa5JkXeyeKYJPN3+BvSCSda0M1+L9K//FS/pn7+
83PxFHPoOcL69WJyez8n4kad24keWuKoFRHGDDu3g9mIigCvg9d05jPF1r505Y8uOuJhDeP81CSG
ChkU9kVBm+9L4FwTBtxpZDgigkAuBoi5L4Z0RWBd4W2FrvEMPNdN3OIrWusA5099L00lb0fmoHig
q9/p3W9aBAhenckvETefO1izg8tDkkxPOdj+rrf6p0xzUh8iZgnJX58CaTqz56bRVzaI6Q5voGe6
CLoydCvBopxryhgVznpUP3cDZnZvnKqvqteu1zGrT6uePAoUfDszm160CbfGmtoh7vgHiaILM0ic
XCFkvHIXY4/daPQiulFOlxlPV34Cbd0RIOMcgDUQpC+I37uYhYiM/8kqkvPJV85hjTfugbGcF6jL
8huEGWGnD86OBqH3xqT1jA4iB6PBrk+HD4rQ91YuK4Ul8zHw2rK+Nn/Ukq/OZmOqHHf1LDjrkZ91
+hI6afOEIOCLrAhOtAzpxWJf92+WmlFra2l0oOStj2PdNAgH+uaw9O6hPztwjPTLtA43SIg/cpLs
0U9a9d6hWmMk7ApJwfh3ejsKm3E8NFXqcKjrT7Fc9jwo37Uo0by+xQsxFq9Ojd8lbql5hna/9Rsl
94jgsaQK9DoLmw2Y6RcxRGI/9awXYrxRJ/XYoQ3HeOigOTFkttd9jCzTAaMMp3zALNFHaPs2tDUG
31Bbz7bkuXDXsQxFWjrPw4h2Xq3Zq6oF2g5qNOheVEFuw55D5EXARceCMcGJujBWp8UxLSz0zrOm
zsiq5b7k2fxkbnKhR6NpXEuzCDK996uJCQsuZUBjL4dNR2Nh0e1kZBi2Ygmr9pjZ7duShavreGOO
VksKLFPUcjaDHIck0QMtGU7E2EgPCfwFLGKMpo4ccmypSMHvlgSV8NjbN2Xv3Dl0Bgh4NCjWQbFq
ynAb0vsN+mZd0jkQS3FAfPJskcaF4PnE7oyhEpqsHcMlg+LvLnr5oNzqGC/vcaIuC7X4MJ57pPLN
SJ6aRvR49V0YW2BO3dGJuitFWvpavOLvQ18/eJPQDrF8iNnQ69kIcQF76GiRxwlvsb8s8rwD1KFq
oxNpcP5ajCECXmdRqGSbl4Xt1RGQsiy/uL6F78HDJEzrRMLzXoeX0K4cE8sK9LWRX49FddngV7KS
63jcx859TDyF3m2h2AIx0KsurxSe48Cny8fLsb3JmwltyELCyqvprN+M5Fszvmtr7494I7QMzfP7
oImwkLexfNrI3SiXYEFiKdQtYxf54+K7GmEOGLni96yii0x+LJuN3nXXDO9QzgFmm63ULgY17Zzm
tJT3FQOjI1eG8+RNOHChw32kDYY1XFedGeqaHSxdhk1aIWrvdkq3Qs39koyvxRJgGKAjQU6cO376
wuV1++V+Mc4JayDu83VDvntUGCHkrZeg36mJn0iK47Y+aPhrlLgwUNBFOT7G1jilwmUwQHPKdCas
xDzCU7mrkYyOdYKJ+s0st3DVbR6jPUEkATbLnVMmN2qafOra0JrdYOjG8HwtS5Lt09nakSrhK6iv
smSmmIGUj2XqthUKu51eqnuzxe8SPzR2jcTNCazmzJ6oYNGTXdtOu2ad/L6IvSr6UiKfGrdwc8kz
JBgCLeJpRSErU4Vj0vJhzS4c9S3tLsYUt22qeaMrLodEHlqBXyxCv1gZVyopvnYAAWhEQ1NcrmW3
N8XmaVaHEz71NTqJCs8eKWJ9px1IkfBb7RZBHQPd7s9MwixyQl5UqLZxZ8wtUv1vjNGyMJSwp1xV
2Dws4yZTrxJuriwlr3Kl6vw+S5Nrl2nm1U1cMQcgfjNrZ+daXUCsCBk2uNfwGZgiDVAD+nZ0TZTq
XpXCxHdt6udOPwIU4W23ZuHuKXC5YZnpBnpXHIjdOs4EU+5qmb5W/4O9M9txG0m39ROxwSEYQd6K
mpVSKufhhshM25znmU+/P/p0Y7vctdvYwLk5wLkpoMpZVkoigxHrX+tb9RJ8xcGLM9BqtmXaYIQO
nFc9CKSXtcZEvmHaYibizI/dvmPRmCfD2I7ZMlUKflTE9oYgnI/gPB5GEbgnf5kvFmmSgc5Bnugp
MnF+WGZ/rQ1c3XKnicBZR1p9KnSNnmM6MOkmWfda+t2fWYDimnCkPZwYan8r+trYYxG9w7R9A9Tr
xgA2s2n1YPeft0q4vP+yWVo2FXiThWtJRfTTNX7nR0ZGY5O6dbV9W2nrgeogICl7/Hf5w0Ku2iTh
fEq6Nl4zPWUszQ7FFoS+df3kyqHaGSLKTtNYDcWqBTcAJ6UDcnTo02ZrNDiAIlw4bvwxcS7GDEIG
+Zs/V0KuHVYfUj7PWa+sx0qTL8xLw43LfWuU38rUwTEcsy/AARY/ji3eGxqNxosPXQCnpHkW8cGd
tOgHNid1ld2cffDpqOptLm9rrd9EbeEV2BpWGYFF0DG46sl132BlMqLgJbDc2gs404fuRcOB3xv6
zSBUvYqNalPO7sucJ1A9Ah6n6D+YTp+Zj3pF3x2kav3Pglj6hD/twTDG9gTZubo6GS/TToa8hlUd
nyeG057eO6whtDfBL6inz3CKi5doKrbAXs5t015MSyV3rXQ0YDXZ62D7xP4HYj8Me9BF8GQVs7vU
KYyrgPSmPvS4jObi03QIOIGYuvqqfBqsUGzsqQaFEiN2kEiOKFVFKGWFN6db08VTRUyMpPwQ1hub
xBHWDtc/qTqvVrZD+cuqdJPZy4qK526f6ltItO8x43LijIAnUQk129OGgUeJ2RzzTp/uitZ4KUzi
TF2tH2tMJGetnrleneCicHGgIrnfFKAo9KyMdFAFipTAhSTZybYky6Ni5w6Tc2TjJRZ2A4nrWguQ
AliRWUJYm9zKPBRFT3zRqm+btC/XVU5QFQds7JYX1sGbcbafptk45rqAORElmynL3i2FxzFsX+Eh
Ca+ZJ+zjEz5kq+W2Tkyzou236tYGm9YzCIUU1g1SD1OJ+t03beQZdzT4Bka8DHyTs3aXukP31eKs
ecgt90Vk9BQRPmCjLV4Dl7wbgcQrjTw3ow2QKk/7DxLNoF2aMj6NxVh7qvdvZ8xMImMbQlB5ZSZw
qDsCjaSK+yUxzk7EZOyqtdSaNOplTGt2GFb/6sRplb9j3ZATzo6ighc9Je6RabOhiLyZwJ0cDRRC
L3BRbUIIl+yh3Mpt7kCDgEXghPeVNIQzV6bKhu+piX2ly8OHuTQ0LoXKhNbDFaPbH7F+jJOdUYVf
tLBF7kbFwWPXduVHrkN7GstbbIyrFtQGylcS7GPwV6sKVBfvqhMHu3nPB9YHb+qsiaBdW1xqoxtf
1GgcWzBG18SYyPJWxrwuZ/A2Hc4iLT0l1abIiwBT1XQosccdc/+mm5z9mHJU0MTZ0OxXgQcI+1Jk
YxMXaKNmP1RrR7ybbVyfOSCxa+qmjYb+vElF66XVWdR57i0PtNmFhceuoJmdtcltxI19aFCz/eLY
uOV5GREUPC9TQgUuViTufdf+YcRbOE/YmXrxaXU7jQythzG/Nz4LyBTGCNgo61cYzM2x2OSjsbIr
oFMDZlHjhXhlBE2kL8qHAhtSkoYHN7pW84Tfxzo1c3U16+yM/DWUL1V/ktPkJewihPnhDFcd237q
9FsX5Dep3Y8EFTHDS253X92Qk8tP2t1caY8VN2zeNTeBg+3dJOsamJ/RnB8xVEcrQBvB8mQkTC5L
uW8qY1WFlhePbUYCwJ33RaRXmyYRW93NVg5TXjdKSPBwRkpfu+F71pyslm6JqE69oGpXGitXr3en
ADRBkstNJQd0ScBvNa2qy56KbfSasdOq1A4VWVRQHTF9ZFl2aqN0L8RzZqi1H4mtIOC3SIBatfh9
03gjlyDyPO/S6VGxRHTxLVbgE7L/ioBqGkaflvO9G2/iPJ7gmYh0V/ZRSbg8vtTjmVrtB22s1AaO
TuqBCrgSxV7P5eycx4YHKlNsRNbsO0lVa/G4DisU9UudGydRh97P5+b/bSXwHH3VUPV+tL9PJ/8y
0Px/aIS5ODT+Z73Q+8g+i2/Rx6+K4fJ//FMx1NU/UKilDV+GFVIuBRH/VAx18x8WGS1XWtZiOVzG
m/8cYqIlSkfyZwLUiAXoDwHyn4qhof9D6K5OL5rNtkUqpf43iuHPjsX/VleIeZNLgLHmWhZpH1qL
fhPPTK5PvKp9u0/qODj4SubxKmwaT2WzfarKfrjmgx0cFISFfUue6qRASNxBvHMeRj/mIN8N6RXb
oMlm2W6+tCrV9pViIwqvKRhWUQovoHJr+65nT7cORhLZZJe3XS3SP1h8TD6TXwWw5a0wmtIt1zF5
iru/83i7nr72qAqbfeX20TerbgjVG0VxsAaoGACM8G5HU0LAYrJPFu/6lRifxIsv1Z1tzdFunHTj
guhC3Vxm7QWY+n1pNuUbEwpjE9HOR245ivY/11w8mvXb0OjDlzPa0a7ARXpA0x/v9K6I/mAT+l3V
/fnGEJv4mriELNNeNrO/KHtdXVS0NWGNrVWckQ0fsw+d6rBNCe1iP40TcRtTr3ckSSOOc5Sixr1E
BQsMeZRyiHZdHHTlH3wz//5h28LhehGGZYtlJPXX3ynVIcaSiW8Y7/EKtevG68Avm/PgDuZ2lsSK
sQ6Gf9i3/82L2rZ0XFrPuPqN36XA1uy6Vmkls0u+6LeoLbV0Fc3sSD0D7P81mfJuT2IZFM0v9/Pf
SKt/97pEAKWNyGw4pIX/+mYh5dtBPvO6FWPAFbFC5nda8RSPNVeHXjTvwAP/oLHioWMq8Mv1jHhv
G5wuXLzBNDg6zBf++qqyTAUZmnTYq3w8FsyTawhpgX4EBtl+43BifanaN94GWBsEUGi3ptKjfKxr
Ed7g4OW4kbXkTiwmg91u6Br5pDlkjYqIQOpqjiO33pW4vznfUWvvPJGtij0S5OND5BCr53H81chw
ZBDKNJiNNEyIWdZ7Jrg+wSsYdC909pDl6qvDWONWj+Iwf/SFM28sCBHv6aSKXSID9UG0A7YhG5sk
E0GzshoMBq3KG8TFrLdvTEZnj3pbhawYpWMjiSmnWWkzMZlGwyYcZvPy71ZQwLoqnClaU4PToYXZ
465gPWNSZqcf3HUCMpwLZK6u+/ZAjeyk7dOpH941M2nstaOLmtNxpqp7mKn5hwHJkOLY2h8FRDU0
y1WRj9Gt26OmYVxtb12qJB610rKIludAKtwBhTdmejGRFFv52WhuiPqoI4bx9KSDtJy8jFnI6EXA
CL4VqtK3OMnrfRNC8tmU5mIc8OuXRK9fRSXxRQdocPnKj8rsrnImMG9oS48pc95TUVsF2SEL6LTT
cOdaYS3ZB5nhXd+FQ8PBZVJQS/gUGgNID9BZUqh0qHxvaJg/C0zbO6ImljdzclmprCEvL/L2toly
v11lcFbYgxdxm3izXfggOQz7GISx/41Ti3ikn9A+uRkJvWYcJ9gltYZhRCY3sRLBsGkD1NEuNJLH
IliynG4je8/0HZegf269G21kcqxEcFGRuXHtQG3mWrsS3Gr3LdncczQGOwL39jW3mXrmuJiPpgCL
Q2XsEafC55TIG7zB3xivh1s3SG8t2kF2c6ySTa81JIzBzN6DtMm2gd1+NcUseNfKWXfm8IDHtwq2
JWKt4hFQMy5P8keUgOCB/i3oBlZTAUJz+nPelQBmyyg0PXdunTVfc7hVmSBCDlOt85H5BECqxJ/u
RGwKZPpuvGLkbgC0dO0jIWrlbBRfBpH8rCByEJTcg7NwF3nanfxD0MkW6XV2CHCVJopXEgckoCqx
t+lBelCzbn2OMfIDw3A0wkYbbmthIeVTI7JWJYfhLiinnVXHhdy5mhFfczzJW5Ps260calBwYf7N
77UQg3XobxJWiFsAqBpNCWRn+2Tu0bKY7dWlvsiN0/RdNROZvi55j1ym3iK/tn57EE2hewzVXiq9
um0q7dmEzrEe3b5b+xznH+FSVsc4r9oH0EEoWWH+VXEo2+sZD6R9nSq2zOXkht/7NKhuu05Bc7Kt
0DwjViG40fhZ7q1OReC08GE7sbPKm+g45X696spkm5b5NQZmdDAczSIQmM3jg6QbdwOUh7un6WkF
nmZ7a5px+lr1bjR5knuzwQJCOH5FuCt3V3XmkLsxg1Zb99ZgpesaAz3QJJ5NG1a9wsumPNzD5xnv
Qz/nQNo5xNBAdWGU6FIMqxzE4shxI7hP7rHumBveGJaYXwBASa8R0Wc/1vq1t51M7vvGIi3ftfax
HcITk9gp8YzKwdISBTqgpNS99Ebc3jVRilXG8YPbvGOSQqfjccztp9wMxisZ2BuTMMK2Edp0O+jV
eBQq/2z7V6H5jtcZ4pRMsKVXjiiiH0GiPTZErHfsDSjcje15Q3KMTAcP23VQlbflgKYzV4X9SKDa
34gO5qOZzxdHFXwDThpuzd7IdgZPrS+wT9mttOBvOS5x3d73k5w8dZdOlWfodh4/cuGqrc/mb+/U
dsAZ3qjaS+LMAfyAoNZ2JcbIY2QJK/AEu7BsZdDjnKyZUrUr3ZXxPY7p8Ukv/eJGx6S0X5h7Xmo0
K9MJ1Yl1Ta501FcOo7lRo1UwMEhqxmIkK8INX2XxAt1b3vk4KTbWoiXPVHm2K1xu9b2odUxq9A0e
wp6bvvM3Dj32x6GYmhujF+Sg50xc5sKfdo1JuWI7v2RT9+i2PZPgKT9S2M1TaM66khEGLdtrxnAH
K2AqE9sQgeIm0j2ZDy1fh1bjjymGN54l2lpWE9Q1dAfsdPl01mB0bqzavJYcrP0mfo668C5rNUzK
Tp2FF6q8g11mmPYetrjXwae4jxu98nytTbdTxXMLvELzkjcKUE+n8S2N2M8Uw42+gWvtG19pAkcq
sqLm3qH2+J4N6xMaub3WgIPuIHvbd+bsJltDwQzp29ohfV0xkan78lCYpXsTQyHZ4YvrV8rxUbFD
SXSdN6csKzqOifkcZPlhIG8UT29uDMsWHXZbWtWPaHDstZz9IF8ZAsEapiohtB+dH90lpN26ipGV
UKlYOb4D3N3Sus8M+5bXppiRqKtYiH8sR1P3OZQ+sTwXVbJrjsJtgeulzqdZ9Nid+mo4WFokj6Gs
7BPL7XAqO6PbVN2+sn/4mZTXQlb9Y8bTdB3TgwR9M/ARAdCE5pzgeWUOiEGNdUcqT75i+ynWWiw5
n4S2DlC3jS8pWDhwfs6q1/hPydiTl59AJ01ToO1yx8j3UQiePtRgsTnaawELCUor6KY+PlWCZ3jP
KZwSr5wpq3LuorSrtgHwCPKCJkwxtzAQGlQ4vBODMTclmLj1bKmnKKkf26Jdm2X9ocyeHck8fyuH
+gGMZHDnBNg5lWmfq6poNqS6PL8w0PmcojpndQ1fF4Hdq4yUvyCZ0axA2uxnyGjuDJ5F9Ix2SPRg
MC1xCWbQ1D701G+3vg481ncd5mGDfLaM5I0P1ytULJ9T3epQc+1Tjb2O/VdqeqqaYpbWoT0LP/oI
2F15RLJtL4j0+0TaT2Y26hvfSJtbaWuQ8fXxpZVQl6Ds3DbGkHpDLetdJMsffQDjsKQNFFvuUfPL
k67HCMyE8SSbrNThKWoeGvxuDf7G2Ileodjd1YI2d7QLRmRqECtIctnWGty3FgHG0EKHz4BOpJmI
blROn5MstqFU41bp7DmH9sXpp7MwnSPJZ7FD3YPcmQZyb0KCWUdAslTbJjduYoESlIX7HjfuQ+M2
1etI+1RZqLdaK1/iJgePWDfuHdnLHVNgmlJt4xl4dgkezvbqPhJPhT4C6OjbeTu74cAtFOZL0hvx
tsH8VphTf3A7FZ5SX8pN4QQj4DtEvhJJCjTy4wzjemaYwYWt1CpdJiRD6X7rQhruBr3eFAhZpJD0
k4ZvmOgPhQpkNA+6A7U/xlmxTtKSOTvqf3CsUcr2ckpuC47jp34axZ0N98av23gHGP7BZUe/Itkl
7ku+/EOHCXlntvNBZsM18j9VwrSWO2CbFIkPxzxUWEB9IMYOxwDbybnE5mi60+qyR+rFmQJaN0NW
Uh4mTQDSGgK41R5MPd/yYD2nY7Pw/K1j50SETcsvgdL6GPhsiIY4i68JRjWvbIprOBZM4NkUN3n0
UfHBrAPBXVhN7kPHgWOT93W0p18geseszf1b1+uyJpHl5bXh76rpx+iGJ/B/LWeGwA53qUaI2msc
Yr297C8z5T5eWVLB3ZfbfCi/5/nVGOYzkkm0ZU5cH7sYIkkRtjFEqlHeFPJmLBK5GzQ2YKbWu1yY
RgexEYT+OAYrXZSw0DQtBK2A49azQyPYFm46fAi4ufxWreVxZWuXUDKn1CbjIMdp07BfWeVD7j6w
oxhQG+W6MyB85G7NTGgok+ItN5tsV+LBXpkTgPvVDFb6EJsS7DDj7URNWOQtUufVaDyjPngjaWtz
aLON3ejIodZRjVH6atTZKXIHuY8WVnTDHiaHNvitdruDwluQPxkO0Ej/0+6mtahm3ePJK9a6AeMr
GKFIZHgMaqvG0DCJA0gkPdN2MQlMVrTyak1owK4sj/V8kn3zBHx8N0jOg1r/hOXzhN/k2NuSZ6QK
H7UYg0iZLY5qGu9wuOx8XYT0nM/DKrbCBQZRofRCxdG24A8wwODoxgcFpcGL4xo2WF5lt/3PaHnY
X5r43h9Y9jCN9OFIQQC6t7uHwv9V6GCMepBPvvUwuNUzwRRgdUc6zWJGkKT22nszhpQ4flBExr1r
4jAwx2DeOMZDk47s1qZTaUCRWVIaBhMZnz2nHejPrJ3AyIxjAoGDVM6+dbMDh1mC3U/YxgGgyoCt
r3P1o6c+qUvuZHGQXQ22i5Unqw+a2++M+JGbjNKc7AXqX3GIJusjEOFFClqdzXTjlO9y1I29Y72V
MYTmvobvI64wffcmV+e3BlDUS5/l8uIH/kEQ8vbaOQHTGpcPJPQfWP4YFZM1FQflBw50SddOeYo7
E4eNtmtXFAJk5soxExYGF81qZvLShUn5I8qYvseTf1Zuw8Gn1re2UuNT2mTkxItirasY98bgYp91
8HtoZgUg1Qw5f5PMvIFYp+40lja0cJjM3lThBiDyXN4MUxB+c0BGMEcBQxv6bXAD12/tz7QEZLSO
0lIgsXOESNJrBXx1k5rsfWHAt16RLS4dpd/puhhuc6E7t2DFsOsyGrUHzfD8pbnVmvNhFyvLX7fd
UzM3cu9nJoeVWksQs1P1hj2Yzol+cmD5Dkb/mqaWtjd8zX3IxtdKCZdUdzg8QgrDKtQZaFAArO5K
qy/ZF4ftVo9lgh8bSmUSj7rjqURYB2ye+mnItcmLO//WCgc2iYZhqns4kvYhK5obBkoCTqZWryFA
wHzUNRDedtgeBqz654pk0NZS4XsME+Ehc4f4QEXLfJc5i9UotG3zw/Ynp+AyApfH0WuYNnatmV8R
AoQtWzSzNqL9iUG0H5JvJSoywIQ1y3w4ZHThPOh6J4+mNjFllMnEI4OpeaOGYD8RWcYL0JyzcQqw
XBn1Vc1yAjqEWYjkDCuGo8eXIBLuibqGZG/I8TD4lXEjbIWZXc3lXaQtADgc+REEBwnLTUVj/9Hq
ho25XXC6kbHNAbnKk0PF+XubNNU79jIoSoQnT741BTeWHchNZJfd98lp3C+z7MnmMitmz8cMG+iN
kYubCi416UMwPqtamxgBBUb8NAozkp5pTGwFzMJwXmEQ5DxBEzu5xhYMIo4u5YtZzPrjlC0kVdie
6cUytexKiUf24eY5Bh1ytavZ0sQ1ApUO6ojNnp0pPBJJbmkWHOYM3B009oaJkPZQ5slwUo1L93eN
e27vQ1DQt0Vl+8kaSB0bj2LizNRl5qHzfYfix+hT1a1acz32l9gyX5RFfXjGOX8FO0F813Vysbje
0v6C3E43Uaf1+YFdh9EvGujAcy9d4Ic6SJ4UYYlaowGbRNutSgvgtKfzcbybmWa6ECMM4kAzx4Ss
HB7I/L7a0HYMGim80MoB1gAP6LzZSJhyFuX4AjwlOFu0i2+1znwMQ1DgBXPWF99qjym65IaP/zkA
WrvJmEUrX7hY8/vulOnQ/dOS0zv7dfvQTZWfHrK+rbaKnsKdnfbNXprznRwbAI4umIg5bp4703Uv
7Ginu9pwY2awWnLfc/7b9opvZYHc7yo3VOc0mE5JXgvGikN+WI7jhL5ncctFOm1CGWnjAgwMrm6Y
uBfIezTbqMnDtGl/8i0WXq+Sd07g4U8YO8bS0VDJRatNawcsIr6Qz8eIZ7I+kpcJK3MdMPWr+ik5
h23b7K2oy691n2r3GnGXF54D1cOQmz4g0giRemqsINj1g0ngW+pxhj9Di8NvGHYbh2wzCfrSdZNb
zu6JxyFHfB8HfXgQtUUdjTCg07ga005G+J6IKmevaTQ86Jrj3w+Dr26MJIHFY9s2B2WfkB+rLD0L
qH1bElHnbJ4NSAoj+7UcFqK95mmTVjvIztMhFpAVZ0FvI+eGhC1PPGTvkc9Ov88D46jNYfKc9EH7
9FPRByfSPlXzoB2G0K1f2iAsGRk3C1+n6C72qHfhmnqdYo0mYJ80oWtbfZr6Nx/+7kmIad5yXjq3
Tla+dXNrXMjgZ5GX9rbvpXNmv1CAhPNo0LSrP0KB1YO+fKPaxjlzoCYuYdRue2MQma6hjWMXW5VZ
O3/VIkGPB/kPIWgendNADvlaUXexcrso31RGifbT+sa5ioL8FBLRQ2+iRINURHruQ1qd9MYSi2Ev
H76yJPa3BoYkzKpD+ZZMgXPn00i0T4zSvJnHHBI/nU79xaW+MFzNdYY0O5s+UOV2Ltont02yXUqI
Arx+rA94MDAz4KoL3e+axhGCzVfKzjPE+96J4WsCWgb6dcphJ3TqPgwmxiaaLK+EWgRRau1zZE5M
7VZh2dT2TNalmox6G1gF6RZzhlcNalCBwGScHxvlkK+rWC+uGLyScwk+gYe7mXzSd8W4vsmcu7Ix
zMPQSPPTqPSAjJNhbyZhztvRzo2LnfMQntyxfNMy/lWPcfhC4uouU+vA+crK9qntIv+mKezbBbr8
ZKVZe5PpQPHBeelUg3R26tyloRlBSO7ynQ2vLVwh5BUHCFAQRPw820Yl8SwgFyVCMEf9pw5sHtSD
im6eVdSJ4DxYIvNq3AkPWcPjdgcKeiYriHWLfUc67+zIolOtAaPRx4P6asHouatOteVbOfmL67KN
W3ulKaBoep+rO59GVQOZPy/fCHY5G3gazgd+epNaII4MOz/Mca7aWS+38HzsS07i9EmMKOTroIGT
oeG3PXQhFVyaSfNJKIxpLyXqCM91tvMWFpuVDGL9/4Ss///U+w/BXdNgGPw/j70fojz4KIv6+69z
75//z78G34RbXLR3HMvSXObb/z34tv5hg3LRgTTimfvZUP+vwfc/yMDww1TsMM6lbYyh178G3/8w
pLQYiC3/lGirxv9m8G0Zfx2v8WspixQGg3eHlmRbLDnhX6eqWRKh+tVaDsDU+iqa65DgE69iVoCy
1zaFSqDkabF200VxuhETXresCZ5MPQOcVoXfglruZZH+4IyOIbmyYU8OpidGuY1VXHq9TG8KJfaz
kUL/xhYfYPrKnRpgok7bUAfvGRXXAWq0LhRDxWFW4AJBftqNoOrKjRCnUBCz/ErS7zItsQLLWSiF
OrsKO/PYBELFquH8O5a4IwG3NVW3Xl5Vxtk19TUWpPaMKspZ0abRLcNmiHEXsx6PsnIr0+JhGS6u
MBOtBdhrvys5shO062BVN8vSKPYJaTaMCEQp/f4sp8+2QpSNITo6YhdY962G6MLpcTT5MbjiRWjv
R3FfBPiwzdB/hI9LCyBqxorwQnqoR3lwXXBUpZZf84jZEZUtLubaAjZ/iMem6T4L/TPhrQBludGT
fh1a93h3QJ9Kj9fTk8VQpKEpM0bh1whS/VLNAPkFkWZ+um1xlxfePAc7XRlHRmMPc1qsHEhfnus3
r1TS4k2M5odEyzy7as9hXoC8q0ov4wOd9UVPRuPVGDcK7UXny+A3sgfjGSOGhzyWdvc5sye+0NAZ
nivjzgfstbywG9k7YtEn0y7v07ZYq/lbFfbvaZghePgmMQl7nzi8pi63rdu81jClhql+IETtGX26
GRdXFldFa/BNt3jcJFTsLLH3WRgy+Iv7M2v4exIvZDEzO8YFVkGutalq127vbuH5sCNBrBj4DtRI
ejtBdY0/SWs+hq3+/PO6SQV/Gz+jFpxPoR2ryL4j373tjFLneku7fYtTz6bqa3m3ca4/t7X7mBbj
LvGLTcXmi2wP7ANtM9GnAiv5hFZvRuXO9etjP2567oDeQZeMwp1W+acGDYIijmoXT/YO1BOGx3mz
nGsQux56Uu92FmyGujyHksNyF30TecD2RQCWMuJvJTumpLu3JlzwRXjKYwCCde2wS6rAwUfiFNEL
t4a4NXjT4IIdSTjmY8d6z0IxEWNNE8Tn7CZDsX6YYWbe5PwZEwzJIbdQJ9qGQEDqEYa6ApA3mOZw
W4eKaSCVWeveFNa66cAAVzJ8KwN+rDRS0szLH7LJsddRnlxDtLIdqF1cdQoQ4mqGU8dXAbA9K7tX
xOLvzB2qVa/ENefGQWwam008BtM9bj4a3/mFJh0ePPFWroJM5t7Q5z/AbLPO6JZk4My9azlUsilj
yEECLIcAIdOT07b5DpZsdKBlk/4kSgK3UKM0zmvanvGkWniR/pr5X7G34si+sm9VDPXp+cXGsXZG
d1tWYs1Qh6av0kvrCIxQ8S7d5pRZbAUw0pcpdXSFOqYj7sgMe1zd09Iw/8FV8fcrsAnZQUjUC5b0
v67AGgZsEYiBB7/GPe/c9xzKQvmpgOE7LrWxenJPJ9FK1+Znzf1jbPCnf+Iv1iceAJhXcNRAmdBt
Z3lA/GKrsTJJBAcj/85wBQmy8lhCrSUy4mzDkOu0YBsU7qLG2iyr69iobTgDFK5nZEiNhiKoWNWR
PKai5hIYfaAnP5Kki9fKBX/ZbWytelQyod91Vhe2U7vlb4nN2NOzR82n2ywYOF9FryWOwlQCdO/9
dEO946ZHIqO1jnq3Mn8ATEVKfDouy3KbOnAAiWMB8BNCHmyeS1ovP7K0uVE9VUTcvMuNgxZMK1Bw
Kvvg5PcTylG4jqLFIclUuAu/BvVEeVgQsYtL2Q+it8fjPdfYqpfMR+vuM4BHbswLujy7SoagqeQ2
RIdbBKfIwO4r7V3XjM/lUDy4TvLDjgXGbvsSjPJCOcANyNqjW8/RCiyVvq444mugLBG+iWZYe2jF
K7xDTyxbh76i/hPxOvR/AL480PfBJDUjM8laHOYkyz85CT8sb8jmwarEsR4dAJBZdoPB+Q385t52
N8VsX0wg4aX1Bw/ObznHnzsECfSQVkXuDK6Uv14gcCZtt4Nbt4s7DOk9q7ZLIYxXSHerF8bnL5un
v/EY/dxv/H45Kgw/vJBj2Mr+LVWpkxrAru8UO1moSxc1rHpA+sIhvGt0JkdB2e2qSm45zOHFRTAV
29H/0zv++Zb+/ZdwHEsJ3IqEzf76lt2GuJUDawPDEG6ZPGJwuhwJfHYVzM0ilqHi5xe6PM6q8blP
saTG1mYppF21cvgsyfOUNg8Lwge+ou2IOXZEyICQykIr2A1ls5HCXxkT65VERdR0xh/zNWyG/bJB
qFrM5mooPkzrtYfMQRLbkxqe5p5UTGQ9+uZRq22aYc4C/joHdyE+XSqPdHvYqdRcxwhy//l7+Qn2
+f0jcZcMM18KO9Cf7rxfloncQBzt9aLgPGhwvtYZGesQ4zuebBx8qA6ZrWAbpKcmfGk4Eoox88z5
qqyJHiieltFplD6bMdJWMTCMKrtpjFDn0s53RcBCN5AUG+6tKxU3JzHqF0zj91Pb/8GuZ/7dteza
y97ZNjB7/l6ZPrisTxAdeBegMWjkuBknsTNF9qaFckPeYJ9b/acxOKfUfhzs6aJLba/X7GFb8yOn
q5I9AeG9IjT3ZaMezLq9jKR9TKM/mJU6L3vPfKCGKAxO//njN35LU/+8CXHIkpFnpTaUsXjzfvn4
rRLo9WCPxa7orE9guCdwHF7soFkbA6atBY4zsXK2k9iHFPUaQ3tbVfQTUNcB6cLwgnT+ubiVTYej
Aun0P/9+PyFn/3Z5cIDgSSIVZaC/GWgtOOY0j3F6HSPGE2yJoXkwNo7Ld3rBvVIlNxa0Vt1Vl1wI
IJnU2vIAoTKIRmTW89m6uKRXJYaXsrvGhPKM5r77L/bOZDlubMuyv1JW40IYcNFcYOq9k046KVIS
pQmMpCT0fY+vrwVGVDwSQadnaJCWg7I0e2bvZQThAC5uc87ea0cc0UXDNqy4VUZ34dIH0+h4Ut9c
s5jtLQ/ECG1YX7arVG9WWabfGogsoMituip6bnV/Z/o/Pr7TdycoR+qGKg1WbPtFr/jqTZD35kak
UmRbKCm3025MqO1OuIfJQZOoQGVDWi5BdzWtKMMgaF2XZ1BwM+LSn2c2R3L20BFFmyhi3w4GM89B
UGn8hLzHM6Pae2bTZdk/TbtsDViHVsVrjiI/UA6udCgmGBcezNDcNEbya9plW168PvNU/nmMxOSv
SmlJ2KSqqc52EaPo0tbFsMJB5kDA4yeAlTeypIKRZzcyC34UDa86qq9lLNeEKJy5+rRFejv6uDpv
A5opP0IYsy1Uh61FGUqT0cfGUyrfsuqzmbKDlMpaDY1bzqm2KHcjv4WeyKXSWdcf/wD93A+Y4eIK
5D5JobFgRLgF4QMTKUjxk7MLb8UQhPuwm0ktGlUZO/qw2keIXErxjYb9lT8OuwaJR0ocN98zn8y2
LJ+nWd+DMT2Na6Q0iyKf+Mz+cqhgZJYJ8m3+WMhRt0ME5QTOf7PFYaoq/Q1t+58BYJsGxQdlnDL4
X4fHNHp8XcaZ/pU/qzi29octJdUTib+IPcGkff7TviCdP0xBXKkhp+27/grB5vwBG9lGLE1pRbVU
sCZ/F3HMPxwBsI1vmFQIQ2Kb/DdFnGlufTX6GUowNsyJuQLtxKLm93Y6yFPCIeln9GutbM1bx4LV
VVukMS4quJebV0/lnf3ZbAH981oYMagZGRgMnNnOKOhjqPjoLNcUhthP60p6hUY52bkkJd5EodD+
HIgMj/fxcu/dG4pzW8MOAUdkvvmUPSXNVOYw7DP4421nINRLooTmPlElH9/abIl9uTUmMCRp+GEd
42Xv8GpiNwIJ3Rgsw9oAw32jKVX5hEa8uZedYLdfxK57VYZ2hrmRk6s8M4G+d3GmcrZWZKpgbpi9
w14JnIreZ7+OmLh2uiQwHQ62muKRDrIr1dSqG1WEHP1jN3z++L4nAf18+ECmUfFWaELlxt8OHwFS
XTElMQGuEiZXNBSjnZ43wZmt1/yYOz1e2sV4dkyLsYMs8u1lZDzEHCLqHhwAXI6Mzt/B7jKCFpNC
3CGgstdRbWfpwoqH6Maq6O1jsh7wlLeIqf71HWsCA4PBZsqk7jo7Y7i1UYd9AiyiUHDjoD1Ulp2f
ZWe2zC9/ZvZgIRHx8WvcOWvT7DKeQBNNfkW/FnY3jhuaINphLGIis0M0r99xhaNRgFBI2aXGVED4
LTWqe8SqtXbm4c+cGy/P3phOVUJF6E2t9+2zx8SDF6jmlzgNcgIbddkXikrDpei8ELkjOesp/PVP
//4pT1YkAROEUT0HANmoMZV8jDl54xxZe473Uxucsx72fw5eSuQ4bybW0z8v4gB1Iy3ObNddTns7
mszXzEe/MWCo4FvM/hNRhYn+7fMrGyNHEDENGB05VpN4iMhdK7741w8MY5OEFOXwJbLlf3sVYRE8
1mpg6PsIjVpFV25ZisQ5M4O/MxbQADHJTZV/CRv07VVKSX/T0Fw8DJWtrzXNa/GJN0H2eeD4sTL7
Wtla0qjPjMDpr86+BV2w0GkGdSbmmtm96RFNyqCseILdFAkKPm7ptcw58Lf0M/P4ezMNI8HQbD46
3tXEGXt9VoqR2WF8hwWOCBDHL5Bj/dG2MyNc2WOp6gSVGkW67bU2QnASt2m8rBVqGwg1G9V8sjON
kubHb/adu6eyB2FhorRSS5l9f2M46IEn9HpdmrV2gWgi3dChdi46Q/hnXu87sw6vz2Adc6ZqnlRn
77du1bbKCIxf25a6BDK/ZVW5D5T2QlO9A4GR/sIM5TrJ/ctIcYt/O7NaXJozKlwJSdFvfjJpG1cb
sDHgOZCmR+Cxy07VRvT48eP8xybE4pDBMsI1dMO0J5fp6xfcYquQdZDX61EhbzfLC3KFVE0lCdjr
trqtrD++nJgfuCgAsWbRpZNiqhzwfb69IKjFcVTUEM7OIHUs5z1K6KXKTqJdVH7t6kvf9sWPXMmQ
e2BJjLGNxxKTpIodGbxOp/r6wqsYgxtBo9a7EJD0CVIorOYAERFTFOr87NlFh6ytGnsYiA9D3mcv
kqiiKRX6tWGsa9PFXOX2U9+ZXHoIAhKqZIC9ypfF1ggJf17VZg5PX/cS/dYH3BMupZ2oXyQ5dtkC
KbL/gMlBwxgRsASvmsSmFUI5lU0bfeVGW6NxgqpYlgQt4Ss3yX8mdD3QV+TFhf4NwNhsuBzTzLLR
M1iuDmFp4AmA3PSfNQwwVFKHsVfomg8Yt4xWD5Y4YJo7HCrhXWS7lOsE2Awgm4p0kru0DQNcXPwg
2OBNapgeIvCWiSG3iwxjhaehUKsrInyWjdnFR7sMIhoMWZRDD5rE3XZjFY+xC7N0CRE9VSkzcKHM
L1x/6ZoyfCSTBCh46QbDz8pLQjIESRX7SeKfGNcNU626UxAr+nuXnIlDOEVI0YxrMnNNSM+4mkwK
6NwiO0KNEzWgS65FM3rEzIKMyQ5ox3C7LeB4O0TNeoWix9eZVxrqqmnNEhGt04p2icY7B3vZsFys
pJlrKKD58qN9q5CyvufYmn4ncoIqM6wlkER5WjpPmMA0f4/AI5JUdZNgU+quih/D1gQF5l5+rWus
8RQTpRuuSakKp55B0YYXshbKra1ElrbKSI8hSrUnBWhlV2w9JoMJsuJIq1WSwTDUtZu6JBp9gWzb
ecwtp4m3JVEdSCFjuyS/FhWcckGwvCH5+UNTL9Nac6+MtB3cS6hdxO8WY0wHjYecL7MuNMKNY9Ru
dqm3JCytBNNOg+fKNW5ACOvlBQpLM1/oPM37IaZScGFjChrwBkRlfUmPuDkmWKsmXQecllUv0agj
TxzE0o49cv1SrxfHoCUcoo+LCp4vtpJfrPzDVyY7P90Gpl+hp0jpDha5Kwv4Go1ubfzILQhCT+ww
AemTBc+1LUNMAOlQPyKXNbXlOG2pyQ9Nyl/E3kpnVcU5wlOr52/0eQHDyA99hGLSRxiGGLmw7np9
QscUth0OK5HxatelQabIzdiPKPIXBiI+0IZ6Y4B2yHMFgbZZoX2v1apqlqo9lWXU1kiokCIrbRa1
QbbxPrOhIsLYKujm9SIulOt6iPPmWXokn3yuesdRFo7V5J9zK7P6ByKbq9u+RVhAuU2f5gpfDxi/
uTu6G4WkoZiPz0e66sJDZvxaJiXbpjHpR9CVrg+4UdyveqVblEm8EOhO43jiz7rMv5KM/NcoCEeU
6Xd1+fNnffWYz3kJ/wOLCZQXX60hEy3+Dc79Ls7anwj6XxcTXv6VvzQh1h+sWvALpEaHAQs3u6E/
qwma/gclBANg6LSfNVB4/A1DMCxKEJYlObe87KanSsNfmhDD/MMQGv1LAZNIMA38O3wq27G3uzUV
nDy7doPrs4+iSjHbQ4z8gtZqzGA55GryRXcb+0kH1dMu2P8yYByPjJ3l4CFBXgcpFatVrOlkzJij
gWfTo1L9XLUcdMA8ltnOHxoSDhBuimvVGMBT16bhPVdeSmKcIkflOtf8dtjh4kEx3eRVIQidEig+
By3ACWTUZbBIdM+/qEIXHCM9eCN3KrFN/Sj47Nmostc5nlV/0yWFCwTMyN1HkYdYcVvgWdkiHw2Z
L9qRAIfVmPY9yBaLbNKlW2QG6TWxXnJw6JOuWkW6Gx2JhmKFrZjjgVpaLg0XPdX56SlmhZVmFgXc
OHuML/TMLC8janTE+xad872MbGuEPhwG6bLNYmfc91HP2pXZ6vCj1Koeya9baY9hlgVXoVt3hyIm
5UWSmDUsauDT5M0NKZx2csc1+Isa0Po1YQ4ehG+Fc/sWTG1CF4q5BGtomdYPIRhuZWEKq/WAPeRU
wQsgFg+C7e0n8morZsJGVftFaIvmwcwN1C84JsoHvEXGNwmQ+ov0+u57RGz60bWClqJ9b6GeYPXy
lQ1eXtw+RR9eYyjHCtbgXsyI7AIpg9FgUeeOjZ4vs784XnWZgVZEZUy9kh0Jjh7mYOUoYdH1NyAu
LolqYh7yVr5j7Azi8SBOFUawr8IyWBP7NQRiE8T9I83OW1U7ZC2CAXv8itgTU1M21qhqg5XjFQth
KktY9nKt6snTqAhiB+Hvm0mzxOFwBFy/LIbmSjPrLWmdx75p7lXXufAV7Qvrfph3N4X3BbT9T6OA
JuepJEOnB5BGVFrsYwNhDncNBlx3r7GELTtDR4tXPRQRm4g0vObksi2N4pbPjy0d8hjdQdiTIDQX
Gfvdi6zHIOY1/aK3xCYpEZSz49rWUX4gErDcTuCeUNKyVW3gRvJOranmuE6QLDwY4hwf9DsrHrPn
UAVcBaMebX8PAFHG9A5RRN+7tOlXqaGt206Vd5EZ5DiMar8EymebZHrRS3ygSknwQdH8EhGoJDu8
MW07v0zNKly2ZIXdVwNRwzLaEPR2QZhseS0RFhsexEX4BbVzKEWwso2G8ou6CfQRp4Tz1dHAbFwP
pI1HDl2dfNmpXy2QmiBiv8aRsU5K3qlE/uneDLTrx1hlkXfGdSDqO4tKuEIL1cHgihCUof3dMtpb
d6zvCKDfYFdc5lD+CzBKCmzIDsuiZW5sh8219I6VoyyZLMHn9ZuIxTewrUvbVzd9h2VUCS+9yfGV
KpsiNA92Fa6cysdTSjNcj5q1wW8x8nKX1RlOq89+/IxV9lKXmPOGB2FB0HeKZxkSiBlcBrAc+GSX
Tr8DzfWM146f5a/lUNPDCqr2m0/Z0fIgDvpYcLT7ogdK5hvOk6I4j4y6yzYhjzDzW9BQIlkp0W3n
kB0WlGgfCnhfagePE/sy2/H8NkFe5k4SAxZ6JPrpg1XXB8TOE7LMwaQZbpI6F6Ab8lWbjltDqXuS
JIsVwaU7C2c5lmHstGJpud1PbE5oNIxGiNugNLuV0LEwg9e6CSinuV18oCuxm8a0HXfu1jVJBGSU
JhstMKNLDjHwL7lMV7TfpJIRTovGivYV6vboq0DdgIegWUo0NVXU7M3RvkvGYdlW3Yam+WIcj2oQ
TJHumyxWlhkwwEVbxddqHDwhEEDpM6LtR14YLPQiphvDJO9sCmldRC2NodHlK64e9Fb7XiQ9cI8k
vEuBCiIxXBmcX3IZHFXItIF68CJoiW1836MIIJEMS240yJYw9qK8k2H7SSjd3rDrNTVS4KPjMvA+
dVZ7KIvoIq0fAcbDla+a8i6W41Wr/LJ15/Ogl59Ed+EQb96W8nOdR6s8QWtDILaot33HqQtdMJEa
40ESzFpCi6WtGBzHsDiMoXpg37kzDD7MrsLMfOtjfaCKeJis2k58HYtdopeHzrcRyWP6WVb4y43W
kyuJtE4Na/b1Uh0ht3VTdj2QBrFBgGejU0cmnqJiZleqbxrh/qp6cx/a0S7opHuZ4qd7xMIWsX20
dzIvjizTCEeUMVrCqvxsdAlZeAVtCfxcHoyfCD1i1W37sNyOdX6oY5AJWIdYZ0fAwrV5qNznMlYP
WgdUJYWf0ibrKGIFoGBXIs4EDbEdo+YJmdxBHawbLSsXBC5ujK7fmDksc/NpFHuyy4+yP9oKRgrK
1AjMO2Cpdks9s1ppub9zXlC/loJXVx9rGAdKR5hJE1XHCCh5QwyKHFSiN/PqUA7KkxHmv5JAu2yg
YCxgEKwGi2N1HWyKuma27UsgFfuiS9eNZ913OC+/YoPibCkPCrWcIMqPSTNNv5mefG5KEyxzKfja
nguprEK1fhrLZtNVSvYUDW5wYZJYzRF4UeFzWFeDQSosXmvS6B58pexW2OFvhtGzVsN442j7pHEW
lRryceG2hvWas4INOvnwsAKYfB8Dq3wULiZ5taKdJ65E3e8KJnNtiuOrLaMgw/XgOQpMys7ZeRI0
cUu+nxo8lCSyjfh2vQ5NJVHkK2X4oqp1pWCFdMxrxPWTBMUMiXPdmKWzZC3td6lt8nWSf9KO8W7Q
HypMcpfl2O+tjpxYWf4yWeEiDUtdXyDqNIg1HrpdNi2rEd0g+6iVXzmI4JDPP4+9uCQhfTFyor2t
3Rvbg0sYYnhynE2CCqzvn2xSkskw6S8LNada0CwVIrgL7PSh492HeCJoNbfLZAxpNdcB2FTY2UPa
rctQ/Qp86zkpM+axYVeW1XVTawvylzf0BPbRYDOMdXOjO80Pz8IiaZrBVWU3BITQDNB9CwJeUK+6
Qbs3LUSOpdsN4B2NjMOtefB0d69L1gNEsmO5A7bgX4fcm6Wu6ggkoNaqN17Jkq83KLfWY/gDVRtY
CDZ0ZIIujTBhzu0fsdyDouMGh7s49ICcoBiOvnO24iopCkgCZZzhk20VS334rqPfCkYcT2N7G0D3
CikSpNE3M8WpM4pF2AfXhc1O0D/ENUsBwkbV3lmm9qOxvJ1ggo9aMlQydrVknwQhpZpJCC1w41X6
xoTUbCbaWsthZyr9Dfqrda245JXD27OtycH4xaJXEgZQT7/6BI8WizJIjgEeQukLLBzGxptYg8Td
xPFQMUVk113SAF1vjVrwyqwLij9Y3hBz7wIBM1uoq6HlRgfccvKhLMy7ThAkYOasx364Y1eyK00S
PygWodNb07UmUOG5MaphlaTwh70fCEaB5LLLZSNJnWU5La69Pmw6fkg/gk50oShaFsMTkgW6lM+c
iybVEGjk8rZjG34bhAP2f7R9mAlNbMMIletCv8phNbTFTwi62yE7tuolzo+1Q3w5KUoLCg8QVJ7s
vodbjQDwEUgj5O+VW5kML22bWBw9frpmu4+SY5X7F6AqLys19h6Qu26rtl+B/UCS4APaTFxm+omZ
b9zFDput2ttjTNxqcdf8pA7JhFMDKojrNYZtQn7G2ETP7q11j7NG1KSIlNsAIEv8oBca2+H0JqDU
kBai/hJ0RbE38Vo6AprulGTtD9joU63BCFzrd2lisXNapVGx6yQhyLhI/YLfl4Xmo6y2puIQFM+B
flg6nfxRAUQeFPXepMTjjDl4yMKvWbmx/4IJyZcN5e/FKKsn0AnUEvQfddN2tykBmjrxMZRkNhh9
4Hv8NOzhe1Fe6FRZ3EhdJO1laPtXg2bugqFBGd1TrhgvMUf+TCQ7mExZ9bDuUcuzTuKfqVTBR84X
5JKHK8h0hnyzBoK7nvY7wvIXFfxp3P6brgjvg54XZSZ7v3/q4n4Xh/pV6JdbmSN5jwngLX/iAlhj
pllZ7rPrd8da73AWAbbFPBk2SP+y9NKT8caawmF8Kujtp0rCQPvEb52iK8MlkUIArCNWFAnVIFmJ
RgMYnF6FKDYbWwKzizZj+0sPOF+I4R403lXrqQebyZKYcazchCU3XXmjTaXCJCxwNobr2AcOVpHA
AwrokTiBRaF2+sostQhJ+4RDxXEKglUpMVcqd6QRL3JpHmRvfsfzley8UO56KlI4jrx6BfXm6MiG
7Y66oFj5EEsQEe0q9kktQ1EtlSl/x4zLR2LrF4W0b1IPPjYxBmF547qqXLcjdfdFTKDzBVgtwOLp
lZ6XeLvhq2rWsOEf/DVCtldgDwp9lZgDIMMIdaH3ZUgrGM/rQI9xyRXhlTcqS71P1kVhVNvWx5Mf
CODBYdN9923mc5EimWF7mHBK9tTHKAqZBvRYRbhiNfCb2fPo6b3gS084f0yup1Wncbjxg/YiFhwI
Od0cRMk3WFMKD8ym2jkmpojSjO8SeGHF2lL4gG3OqxhGNEDvZUy4GuuG6gw/JKVv3J3I6uEZ1JdI
6/QlofPKT8Wxy3WgKYcoKp6Lyt0i+gYhqvSwhXV/jZltWBWofEId+KhhYJZb5hRSR7voD4pdrGWJ
5pCQBs2CId/0+qU5qnujcVZRZV81Rvk1HYZdguQGszKcnMIHXOspS+FUj4nXbmUhlBVeNgIrwnYJ
TUpHec/mHpiBp7efCj208JHjJehge+AuTVZpaUGFOdQuURHSaqi+e5+MVLX2QY4Bbtv4hIm3+O6c
bG8Nza8x2E/vr9mMNo4ZWsUBuxdRIrOEhmX1X3wHF8ekgq6+BUVB8w6SXf3LFYYrdkPXhaQ2OGrp
EsdsAiYKo7FBN+rmqoUeHs7OEkgu/9LQZThHgfQaxyYDZ0xaW53wDKDCrRwjGF10eqpaMmEgMq0H
i49Z0dUKnCJBw0s6WM6DS+a0t/PMntwISpKA3GskhyAN+lzBQxxrBzctWIxqPl5CzDQtV9a9Nsgb
7C8cDYywwVUrmlp8h37lEQtVw+bmCIHndQvMj8MRPAjtlk0T5+AB+kDOCXT0CXMN+Hu2l43ryMqd
8vB/xiRT3SpSPLZKPQYLAFP8Z/Lyn07XFuOfDaH/X9f835N26LRICgh3+qamOf3jf5U0deMPOTnc
qBsK1JGTQPQvgRQuNxQQCG6peP4lnfrL5mby/8LcgGYPZbFmUBL9u6Sp2X9omOOmjj6Fzn+RT/m2
3a3wZyX/p0/iq9c9QiqvRtwrNZUtLdxmERalePA2CvuTtmihyaEhevUoziqj/nOhqVn5SjbUtIMa
jNIH/CaGR47UGwJbNoZnEgGDhfRcd3fqXf+nj/6fq8wqsmSOkvad24DOJMewOjWOUsfRpmRwzuh/
gjBPJMW6dlxqUi5H6RzNOP71e3fIW3p9hx5RypZJpuQxd3G21kpw1ffYAgEw7xr1TAN56qS+d3/6
22uMpU7qTqgbR0UlSYX212D712qb3xWG901XmeXygT32mau9VV3952lSzH99R3ZYWkFhCK5GS1Wl
PqK2t2HPKae7DNl55sMZKdCpu5opEfwE5LtUe/NIGeRRNaqdHQTraY1k+qzj8s6qi8/2OUzrNBTe
e4SzrngZeZZWmNI4qhG805RKghuau7EVZ/RiMxDv309tnqnd4fgIZasYx4GolK+KqCeqersr1Tr9
7qiUtTIqD+tO9ByxbO9XklZiF9fK9z6nkCwzKzzzVGdSh//8kJmcInGdvHJ7Xl/AEIQaueqfq5hy
u7gZy+57ERYr3WzWmQq+5eMv4MR40eeTiSIGm6gdQYnZeva1eJNUCt209EKG8arunX1OlNbHlzrx
FvXZdJLRYR4C1xfHTKkFsArfWGaaou6EzXHq40ucupvZXKJaTeyhgBNHIMW7rP+W+WCy9E2bRisj
vR7dHx9f5tSdzKaNWiuhdrupOKYmumWawLinuqu8E+LMpPjyTN4Z8fps0lAjRckts9OPVm9SDGIX
SKEY/grEWOl9wt6xwaYK1nRPQq4p1ll4odLEsPYeDNzKfDBxTvDf0vo2pyGRhBexDfgl5nzQr2yM
VANiyH0ZdrvpHxovspgxFv6sKSET9LCpzk19p57TbDKKQCEmbqvZxyjxF0GbUnJtQspirpHvPn4T
0xN/7znNpqF6bBOyoB3vRk27bqOnkdxlXf1XZvdJqe40Mt/767N5R5Omi3BA8W5crKEEgzb6SiLH
wUWatus6P5OoeGLQziU4nvBGYL25fQx4FQ6Ydraw/TYumn3LsaejaVLl648f14lZW0w/4dWKbupF
28q29G8Sf3AWVu4uwlj96psjgtXxYQjVIylJjKBzA+BFAvvOE3xBur+6oNK4qcmxxLtJbeXWpYxt
k6S3SGsyv9CSqPXS9i2IQZGwv/tIVSBlevqaZLRiJ1LlsvRyjypDuxaZ+w0dR7dQyDQG6zL8tG2E
hBpNndHX9/ANOcP75DaQDAvmS8lpZH38xF5sSO/dwWzWMvXYUmudHFslojjIgVTDCrdUfI5Aup1+
jmGSLuxfpMqsonzjwgWkiv4Qtmq0ae0HhRSaWhfVIZ+gU2d+0TT6/vmLhDObfUje1lH/qe61VYP4
uFPJ2dDcG/7LVKxpw6tAM7Zps//4au9/Aog4ZyOmoY0uq0a5RrTDViUrtqnhO6RtEBDy9eNLnJgl
XsbOqzHCYqsJIhLda4wFP4hM2YLZx5tamOWZJ3ZikniJSHh1Abq5Skx9JjqmRActFLe+J0f7zAT0
/vPRxez52FFD2538vmPrhf3ViDZo3SJkuB1V6z7B2n7mMtNy/M93jsr17WuIjMLyRkuLj0btXWiU
FMz2trO++pG3qbToTB7Bqec0m0z9tomisUMogH252iYk0wHxUs8MpFN/fDaX+qPSG1pShUewQC7N
QfQDnTjzt0/MoNo03b16wcGI+EHNwvCodtVwkWc5WGEYFkDg+DQkm1EzoOg2mOd8FSde+oul8dX1
ShfWmmtoxLwQF90CcW8iIJvGRRic0U2fusBsV+bA68oxGoTHulHIKweKANTsoeyYIZX6/uPPbiYq
/nuv+SINfXUXCNiBSthGcARojXERhf29GRcZQFEDOoA/IJHprl3f2laOQVOzP2qBcmYreOqFTVPB
q0tTaKnygZMK+23oYGRQdSD3e0HqdzHFzK6wOn58k6cuNI3GVxeKikIt1L6OjiR8rnIZX/nQrop0
w9CT9SYvxe99OnMPsaLZEaKKJjoOXg4ivebptbXZn/n6T93F7OtXzbFrdBdCrGg6cZ3jx7hEeETO
KNpQenV2vw1T35sY2+6Z+5mIQO9NOC+D5tWDYy228qZ3s2OahjflKLaBtuvSC8117lOOCmu3NC+m
0qLi1fG6ILkKkE6eXWVaD7uXOv/Hr+/Ur5hNGqpsvbJQ3PRYC/rzSQSbmTid/GA5Z2aOE7PSPHAk
nTxLIyrCowgLC+orsoOvpZsXZ8b5id+vTi/01VNUvcEhPyBOjoVpbRtVPPW4dnvlnAnm1K+fTRPg
yxDKgmA8cvgmSnGBuPz3JqAJ7fT6h0c2fc0S0cuRFFEEA52KrBip6qBDbC3sXx+/3Wl6fmdRm+v5
NfjdSP2t+FjWDV3fWF74E/17iigAOkZzEw3wpHvLHX318RVPfEgTfOr1bWmhhuia8tkRbNx1pB6b
KF7oXbEeG5TDYn922jn1Yma7Atcho1ixJddRpHVl27QxPKM6UyQwTlTMXrIvX42qQu8wfyVJfqzV
jZGWq5ikgDyrQqChzb7Lx2XZAIYavqfJN6e5GES6y4ie7fufJMstoS5jP4O568JiuFKT5jpLiVG6
tMLPmtxrxgVKDXRe9x34/gZ2B2L3FRNmkn5mwrRDUhbrTZn87Av/k5ISLtnfW/LT767kc7N1Mwaa
iV4qP6aBxY7Zz9CPl3H5rZ10K4ltkhoLrIFMAUXYZ5aIUzUXdTbJBCmRy6Of2uw/kwOMiVt86deO
6d+GQX0Iqa+2BHbQRXAOPIePx+H78wJYzbfjEMEAUeRDxSULE2JxSUE1mCImzgzz94cftri3f97K
DNAJhWGjLmzIkOE0OULq/L3nJZzZrBNG5HkiZbev2f004iFADmrXyLvuVW2baXcSQqbZnxnrJ14O
9uS3t5K0CMuVSjrXRjF8dtn4Ku5iKLRdCHDHNPtbAhm2FditweQT/r2XM720V5+X5ZZlJEJQqH07
0ONpUGWVA/3ixmjHM+9/+vX/nPnQlL29hOkUQ4J4S7lW/PgHkaGbsetvUlLZYDOcWdlODbHZZh5i
IoFPvgrOnJAlIqOlsogCWNfERf/eY5p9NootZNeUiJyTKoDJAGSK8IdFmzTr3/r79uwbIbYlNkln
4hlRZMt4Nj6geLf/9PFfnxmg/t/uF0/i21dA+mmvdGw9CQQHhAMxHtnMxLF0PvXdZvTvzXoTJnuk
Kgtgy9Oxekh/CBPI3Zn38/5SJOaWSKD6CKoiU7kGF3wlwowDhEpmNZqdzvumeemuim4/vtUTg22O
/KGJ6vUZtqJrCx1ghuE7ItfU7Q6adWazeGKozQkpUaIXRRN0yjUJsQiBlFVhPSrDmV9/Yi6zp//9
1dfYRZ3XlCQhXQ9hZi6mcYB7/9ynPk1Z73yH9myd9jAuDpnDdwhO9Yh4c9l64zEycWdNz8qstDPb
qVMve/a9x/2gxES3KtfUjT+NzXgRu/a+SL2bGg0jVp0Aquq3j9/29Hm8d0uz7x6OjRdZas+4KiRB
zXe1uSVCtuyQtaLrSsYCAcWZV3NqcrZnU4BAp16ZDi+elUDpKIWnP5JJPBYuhXnNUhA5Yss38/GN
nRjGcrrhVwNBeCGsM8oIiM+ytWqY+2nNJHVvkxTpmePGieEgZ3NCqzWO2RL2fa0DW+nTZpVIFxHT
Jmv2OTjij+/jxLkb6/DbG9HUJmraiqv0XnE11ezK+oorMMWEHhp364uF20BXVUKtzzy6Uy9KTs/0
1bNridbyssHAeKVufFffQJcH/rZXCNYqui95mHFkBdB37hZPTAiTn+f15aym0qzU5nIVvgWvudfq
L+jSzrykU398NiG0tlkOo8t0JmrjFr31qhb9s+ucWdVmWKq/1wU5mxLKHgLnYMrq6Ovyhx61127g
jlglu28kbUVO+tSmUMJdJznGrbFyHCSIqhHtsbJduvQ9e5PgOp99A5uF1did63O81BPf+azlbAYR
RorUM2/rIz3rb55DNiXhW2qn7UdXO2gpWSQ6ISYonGj8YPPIDY4FXYnkzssXTkRqZu6vM2USdqFm
cV3A4XZE4Z8B51tKtAqa6mvu+mfoRTN21n8e4mwScgAK2oYs6iPa7LXM242HSHVhsrlJzPTO9IN9
i/wtQ8JP5tJi1PSVnhG8qoYPQPC9hf5poOLV/sDnD1b00ZflfVE3pG8FOxFH675LL1MUsbkWEaSk
7FEpX6FIPThquxob8cWiX0Ko5baxCZ1MOSwB3yWKwTZgAGOgPPMdvzSH33sls9nP6gLTrcusPOIQ
vvY1/MJBH61FZKeLOlaPKjS5Sc/kmeExcdynKtZuwybdkcjznKGo7LLuetAqNs9kcOo9rv2pHdcd
m5YkE5+4DOp+SJOzYkfC2KKEHNcMDoGctXXXitgAk2ofzcpBFBXIdZip+4BUhSWIEXrEWohG3LMI
kFMS6Ly40M58fC+donduep6UirWmUtBCVsdQ9Z7cXGsWRVBqRN6P12UdH4eSDGvSV+iVT6rO1Pjc
F94PZFMjEsbaX6heXi1Kz8CIEF40Q7mLzOpeYgDZ1oOzDnhpaUG4QBh+Snz0xtADbwdAiGVhLNza
OoOeO7FEzpkF6Nis0ceOeuwSY1UH2a+odS8yAiQjfgmC6HxN3tl92z98POGfWPyt2XxfQEDFJhAW
x8jImRLENkvbB63RP2Nhcxd+jLHCz9a/d63ZRI8Nmw2eYRFx73hPmqQuiLBZSQ9eVeNtg/zcZJ8/
vtKJ5XhupKSiro1ogvNjFBk3XhrfOol9nXoltL64O/OiTqzH1myqr8qabPs+KY++tC4dEf+0xwCX
UbW16+DTlF71e7cym/KdGsOmp43lMRqzLwGQ/M3wfzk7s95IdS0K/yIksBnMa81DQmXqTC8o6aQZ
DBiDwcCvv6vycJXmhELqp6PTLTUFmG17e61vecOdF3qI4oEcdWYrO3UzowqOYJ8WCTMG9jNnzj9y
ztKzd02x4+A4z4VR/b58M1/Hxj99oaPa66WOQQcIdoPEf+qKW59DPAmClgepYe6+N+6TtO7RyFD8
FkeGQ9uu3Fy+qlysSJ6sG/ve4UjkaSHT1ec4ROhMdxxH3nBpv7g9MmDL8FVhVufWubbOLVAm5vQx
haYETw61NIpOiIa4ccHexWANzbvBSod/e/rOaPVoIEXD0QpDVBTp1lP58Xy3dWPBQhLrFWQVl5/+
hJKIOKMlpEqGJmnK3A/CNgtUaqyYU24Nam0MrmCfK26MEDRrp4KsHmYtsLUfUsO7b6u5btZEsRnT
aDrZeDiINPxAEmgHqu4OMSNbmSLnh9S3PYeop48fZu516lrjYiNl7FptEp+y8OSDwV6RepNYr/UL
YneTfO9juMBDhSXnAM4t8iAXnfGcIGUNzuMVKfi2nBs+k0/9PK6+rW8TL5WaIUrpVCbRNXcpqORI
Oga78ITD8E3E2yXCnaVKX6GeWsb5QxWFH33MmhlY4lQzAdC7v66P5MEO53WQCLtmeUNM/tCq9sHI
ffPgd1F6TsE6dCUCshs0EnUPD7FbbjMLSv88K6JVGVO8IDOB4bFuYIS4/HomCrQzqmrIZoFFhQ4l
FgnYu1ixFS+txkHodlS82cycE4lOPvtRXcM4H3qz7THlFNV7gTTxPQ7z+kVSJz5Y5Oa6LkENpt5z
CzMW+rdqA+MoIrgRvxMRNfN1n1kFP+16nVHRy+D710MOqSoeagDyBDjWNIHHx0ciZs4R7tRn9L6h
+qFw9U1b9g8IR+KfoOHLmelwBB3//5J3THfOS4i0B4hJT6Ftw+APngFbwZZ3Y7ipdQVEQAlDDYwD
yO8OafsrT/TRsqS7NmEXWEkAejZdYWJDe/ndT8w1/2ELNi5gRUkynNwYZ7miNZ5hqtk5UCYs/I70
IBd1swKZ8xj/Yb4Zg4fzIc9r5fXDyad3SAVCzhM/QWLBG6QYIqA1KtK7WAYUoVAVkwuLpevGKh+b
bKYKTQzzsRoaST1EUgsEFemRa6iXrgpZvUZ+s0SK7eWHOTE52aMyp0XSlpIMYLQ06e9W66uk7YJO
bi7/61N78zHjcrB03GuztU4KCwKIneNwBc5PhowMbw9qEMz4XXLMtQ1FGILPizpKZto3E8vgs0T9
e9G0eclpgiC4U8iHh0aqXaQosk/y6K6PvAPcyg9UKEADBGxPl+916l2NShIc0aVBwDU4+Yh6iwHh
PC+075LUQuCPAM758lWmBv+5RnybDIArTXWWQtLald1RJMhdKrsHMOeWIkNjb/bFTd3MqOTAj9GW
OB3tTrTrwAoy/zAdBaEV/9Gd328v38pUVRnzwErkqCWhEXWn3OofRN8+m175mHjxjpHfBpxxQ3ir
DOvQw7BTlndh9iaj7g174DkK9sSzHAujrSrlcYTkixNWaI/KzeDGhskevlkkoVZ3s3vpqcuMVk25
ESMe1KqHU+KJW9KqmwbwC58PT8rmO9nMDIyJNzbWOvuG09uyNuHuN6uNihDJahHsylRxqPnMRDSx
JBprnB202fOoNJ0T4fQBpX1dtkdiw3xrdI9QAqxTeXd5ZEzdy2jFQzUMEcyvvRPM03o5xCHiF5rC
OSCxsF4CkTXzyKZezKhGUB2HVSlt98RKzKl97UuQ21SygkbopW7jc7qPnrnUVF90rHkuwLSnoVe7
p1wnS7vwXqGoWSYKcU0SbuSi7YBbaCkiI4s/wNSgr0JmtplfKrofprAvBva3itECG+mLSLonI7bT
BXd6MALwNb83rC23YasPTYWenxsiVTZtkF+6aAFkPxI/fLWB9sHhkAEeWKX5FufsvweRmXfSzV6E
AVN2nuco6gl8fH7T+msieT8ndp8YAmNZIw1lG4d9x04wea4dJDGXdX4X5xGwvjOvZAQB//+iZqxu
dA1WhrSq2YmwDpvhpERbXCH9U0YgoJTwy0ow1Co3s+8rZC8qJEGY9B6z16Ed5J8BtsGt7JwBTIoa
NlUQHnSNzOQGhD4VlYB+pW3hHvzIomjlAa4Sxx2/jer63XRMWDxKcdeIZM+SDpCevi/RJ1fpKk3d
0Dk4sn+//CFNLR3HSqcmAoyxqPEYtd0+aytsQbnDWanZkDVTm9xuKtgO6V3jyUB7EEQwuE2XkcZn
dvkHTH1io3nEG5Cx0ecglDktHLRJBlSCj2g289HusWPqirllzOT3NepXxgjU1INlWSdwkB8NJ0Na
kfCTbQyG4abzeLVAKH22RqTqufMobmUFujuga3NdlglJGRnr3KnygZflpXciBkWvNHaOmpkLM7f3
oVFu4L/9oFbLEDD1aaQEXHiFJasLggE8wRz/56ztLvu8/Mwnf8towgntpJCwzXmnAXRvBJsYEHFT
IFwidUy9bBcm/ltG8OIrtnT9GK3V/pp7ctVI/Y744nCdtq2YORuc2kCNNfJMZ5mspOWdHA4HfbGp
+j0GngZEIq23OFnDQcqa5dnKJWKJv2bF8+WHMLGuHVPBkbwMpwzFFMK4PEgiXhHHsBvm1nrkPH5/
KKpjWTfIaoSpyPFOMrHfVXgLCtoJAMbrVIA8A8YXixErEmvgHSrkDANKYTz7IOpEpjUsulb99nDq
u1BaSMCzSkQBtAVDAIjew2A+cyw2MVmPdVQE3CMD0K/2pCK2MIr+1o8A8G31CxPDzvUQEV+lvy4/
66laTf5ek/LEdZGQA3IHoO87P63e0pIBJJO9mV4yU0emTq6+XsS3WQxBPohcj3IGI2V4yiMPTUbj
UBaQfYFHt3AofPxJBfSUtbX6CjEi4tXXww7CLgqoipVZAEuctffixbIQb3X5vqcOScio6PC4bFgx
UHZqkfv3wnuANnpVbpweXxzoF2wVQS2/UYUjbhPqAPegxV2nwNFIY5TDYlAfeQ14qAkCh3JdfdVp
xJXlFPQQQZHAYpUIOevhVYdZfw9m/xtS0xEeow4Q+VlIQTXukNr4x7ZwqGRJe1ib+rV13Oc4jI4O
Gpym1PBlu9AUdQ57LRxj15Vp8fvyvU+887EqPY0am1dO6J5o2N658GwDEgbwXtLgzG5GefH1b/3w
kY2V6EWMbMbWwjUcnO+FUXQ4c1JM65m1Rxk72yquV2HnA5UE6FvSgj+2FWW9a3HSFAEBU9OjBJOE
elCJkSLTMy99orCME32YbbWONFP/JCrk4nXgCpoJP3pt9m+L7K8u3LeBngOFGqed8AFMqUBgQtJ1
Su6Mx5bjhLEHve3j8vub2B9/zR3fLgOwV170Ay4D4S4kQq65DdVLCKmZ4ru6ia/srr0tm5l7mmoD
fO0Av12t1TSLI0PioWGUV8zFqrc4YB5g+alidMu1QvsO4Z/4m8u3N9W0/JqPvl3RKkBXirPKP2k/
4VtpA+PkechyyyEMyO9T+uboV+UiTjL0QoFIwSxbaJb/0WeVQp04C+bctaCtzPycqfnia3327eeY
sWsSbKMZGmjmZyVksfZqax+aVwnUrLKzF5r+toA9htS13GMebOMHzZ5pn/ymobYRdl/fRPX9QO27
vkhWjpntcco626WZGtOjOqZLq7U7z0NxrY1dxop0ZxX+cSi9B072lEdwV57hdYgHM36ZoERoj65L
AHtqJVNEKDvF5+W39lU4f/jix4p1M7brlArDO1Egjtd+7n4UbRvEJUJRkD6OpnrBP7JqOEQ6C0HO
rdUhTBGL3nb9IbYowEoWH65rO/qsmPeLugK8f8VAYxwaf+NFQzU3nieq31j6XmeMZwh5wsmA0dzU
tL7KGZgvOB3O4/a+9OhjpI/dh5eAoBTe69J+VrKCojM5CBOJdCTCTuHyE5ta95rnhfe3gTXU2nLT
sglPdd5lN652aWCZUPslfdZcO41Go7BgBbuzaR2CU5ewLVgQ5QvO/4aZTtvUszj/+bdfEME+mFOS
1iAbkJ1fykeZRjc6brZuI98v3+VEsRpr6ZsGgmLIAr7QbDf5AIJ5Qdp1WGsgk7yzHgGRfITdSOrO
WdImvoixll5VRNsyzeuTGTW/QxMOdTP9Fc85oKaqkznqFeoCqe5FXtWnbojuDdByzRzZ5PFTCTWo
XWx4/lKhlW+qaqnTax88G9/NzomEWx9wWYUt5eXnOlWXx4p0UbeQghusBbIxfY8SP74aLMTEJm60
1Y5xg6x3sU7MViF0F01bR9b65vKVJ/aFY1l6YbkaaIwwPblFq3ZmmB3lWYnst/cKJ2u7AfGely80
8agRwP338BQ4s+RWitMziti5WNCbvO5gx8h3MZo7mSbrpgxPZakXAJOfzMI+isGE2TS5GSDtQSoc
2SrPeLr8Y34eVdZYuk5t5DEPLrCLaG/cJFDHV9oMIJ6c+RInNn7WWLzu+J3jhr2B+wDXUTnIGqCr
FJmH8FKAG5X1p0qH64r32AIPRwQT3IEvBgOMSCHR5HN7o4ktH1DUfz/x4hwQgo22AMi32FcI6YWU
cotMXruHyyGp1yXLcHgCuUzjPhaa/Cms/thCxn35GU+sGv8TlCLb0HCl9KuT6NJ9hWYh4T6CGja4
CnGw0RxCqB/zU2yCFkmMfcnbh6Ip2lXouAfDL8CXpmu7uoljd0c9sZn5Veep9L8zG5w/fz8UgR5Q
X50b6mDvLszYfHMx1OpMwfNaHZACcN1SfsW9t1mt389fGFIz/74gMNREkV72+LTlOsoA5WqzK0/q
bTzw59mW8M/FH0FFf19F5cRvWx3qUwr8sEKWNXKfkHrOXiMz2l1+dFMfzaiFhHPetFbgZp8Gl12Z
rL9yynZXAz52+Z+fuoPR2scG/5ZbiNUOXJtvkiq+hup3lZEwGLzHf7rCWOtfNjWahgRbVp5rcB2j
3kBAQbML4aXs5UyfZeIhjQX/uRCAcAuVwFPrP0iYVKB9uWbmMNNMmNh+W2NBv1cn3KCJgKeV/6lD
66C9IAYLzwirm+K5k+uM1HtGXmwKBqtNAHzsnRdvWAPv/VBlxoOdV78Hc6ajPTGyx5L/xlXI2PRl
dKrs6s7vgC2Mkh0r1YOR+VsO+NjM1PFzB8UaK/9rAPoQzmDGp8Fvrtzc/QNe9yOJ7F8aYF80zZez
b+/n9Y01tgHA5UjSwsEd6TxcgxztAFpsvqReCNmSc61CE4BYfUg7l88M+qnhMioOZm3ZXlsP0UnG
5hU+22LBOmBFXeHPjPmpdzSqC15uCDRBaj+IRbcFYxMcnOaQcX3tRv2yrmZGwgS/Aolif5efDNnb
dctafKxZvUrgnzGkWFVNu1clgk9q4MnlrSw+kR119LtPPx6uzU4DPxS9wzotFwnUkJe/8Yl1uDV2
C7SgmbRlnbCA9/1Do/1T38QHCVJeZkbXsU9AoocGXdWrrDLfjZDMRZ1NDNKxccCI6iETaHUHcbJF
P2btiGFLeXoV5/nab018I6uZOzzPVD/MYGP/AI5qfVt0Rhh0HfCheRE0jC2cGHwsdDtv2wYNBPCM
025pDA8tiItFNxyMPpubBiZG1NhYAKJ/amjV0QAWvV9JYsDibizhZ9jJod/H4cxkM7V4GZsJCIxK
KXZRJEiRfxzV9LcCcj7zySFT8coBFxspgHEESBz4ilCHoIPu0nUl1L/VnLG5AAlo4CHU3A0a4kDT
5dLH0m6SLfxiyZHR83ENpDf+Ku9INTdyp97rf1YmplXqOLUDJf1NGsmX3IyvK/ZLDcA5v/N8b/d8
TT15ALS6OiNud1aW7xvu/7k8sKZe7KgWNcBy43vgOtC1/9sdzAUw0H+qFmTvXD0kkpKZG52oeWOT
wTDw0ERokg5szY6GbdwRpzsI6+3yXUwVAG9UiqSfIjorsnTg9KZ/5oA4zSJO4S92+rhZqTLH8arK
smgBADt5kgifOsL+hTZuzevt5d/wddb/0yc6WsukoGDDlF+mJ29QUAI6WyWuQYo+H3RBJ/8Y+pid
08LH/m6XAeeO/4Ce5zo+Iluevf7dab11VWzDbthWxVUIi3LR3nNg07T9e0Caiwteb9Vfw+Dg4+96
/3wkGiNH7Pf5P4668fCn+D/ebS7fz9ch0Q/3M9bj5zWNU6RcpicnJLetCWx70e0aN9+k3l0BMpiU
+SrmGy8GuLS1Vj4iFoASK4gNJK5aIuJqCT5ap94GK1mhYbPwYKjpnECdA1Lax9QrcNQPdNjcifLU
GBhr70uE/SLd0ExOpVMsVfeJxwevh5dWa/wsr3H3OA09tom5n11bTu12xvp7GOXRD2sZFn49mps+
4Nnurs/1Emb4FpBsJ05XQ9mtXIhGwTx2+Ifq96ZDV1mWr3O576xnvGobRPzLr+xrQfjTK3P/npEJ
t3DY6rVYKNbFIgOgvNvQ8AbbvPP/SA2NwAdNbjAumXhqG7kAqHvhOCkOzuMluNKQ2T61BjJ0Qx95
3L8Rr7cQ6VPu9eDPQ1Wc/cHZfIHMIAL/H00+M44cO2CFpdiq9KXwVjV58gks/vlLUtwzD2fx4hoX
xvge8vOCDSv8lYUD2tga1khNW2pBlz5DIyBbniPqAYNCBJ39SLkEIKbdFaCre7CoOKBZI1ZMbhSg
kwCWILLtBnd2/gQYOYTGn65FDyFZSxKvWltfhXG1x2fQ9Hseh1ulXyLuXbMo31YbvAnrnGKTLAfY
+5JuY0FGevnhT7RPUWL+fvh+nuSGaWP82SB0N9USCWuI+gFkm/YrG3ojk6KR82YA7osfj4EyZMia
g/aAWL/t8AY/OKNA7MNtFc3NZ1Ptl7HLoewFuM0ly29AcoGqxfiDc7F3t/YfmrB7xil0tshtBEc5
3U2YNKcE5l0rN3Ygm29K1SwiLdaZ780sFyfWSu5oppEIM0XflqjAEGTtAhzY8uEuEtnJiXNwvPWy
qpy57+DnxZI7Wv/2CJkToCipwInpZ6gEUIbNMc78266qnofauZtV6k1Ma+PUVKgOzGyQFFfK2A7E
5mtKh0+/N/9tdh6bFyRmsNaklkIMgdql2niyqPfYU6T29OyIPKK7y0N34tWMHQyOIaOyKzoVlIxi
H1JDS+uAaN07m5SRTUbsG6gFHy5f61yKfihRYxdDTJndVX6mgqgoNm7uP2ddveuiDrrmcu6A4Dzr
/3SN82LnW1Mc4UOqCz2/DiyVHQrUNWlngV8mSyHJkbggkbruLQHIry+GE7y4/3Zno+LrIw104JFX
B4ravxpR7c0Mc6Ysf0k11wiYurFRiUmTxgWNjNVBbuSbgWZvxI9WFfcODUl3SPBdJgzRVrUG1YhZ
a3fAufzle5tqbo5tCFxXVZmLEGgbnPJummTIgKTvcKiektc+xil5FsMYSBL2oFxprBJtv2E1HR4J
wcwB4K1EFJn73ivHmdkrTI3ZUTkZoOnUbeLUQeV1q8EC1V9mcokz6mu/B2e5bWoElTsztX1ileyM
CgpA3Ag/w54kqAoJQI2d+B/akfFVzjWBozJFjg2rbWeOTTV1b6PVrMVanuYeF4GfdYcaoRHwbPOP
KgFPHsYPa+FhVyQMMbNwnbq50bq18Zu4aQdSBMTtQ7lCBnYBrF3jXJmRgMfWyFDfFn1pDcNMeZ4o
mmMLwcBqs6eSFoGq4yNeVMC12ME4PDdWJ76SsW3AdurhnDYuAtlDbtUjaRDpNs9+sjsvnDu5o9Y1
o+K8mL78cUw0kMY+gcbPc0fB7Bn4VvZW1s4OsepLB0s9i6hjaHCxzKOuXEUe3Vy+4MQbG9sGEDei
ECuDC+LcAArQ8z6ibN78oVnpOUrX1Gp67B2An7CGnMUpgiJmNhCUwl0wBVEd84pi1cMHvRnqRO7s
zHSeiGzSu0xaH4iVz2fe4sQ3MLYQICGy9mMrygNZ0LXRDxsIPHcCyAeKoETPQ3KEmrGUT8xI9qiS
kC6imeHIPGhLuDSXFciq8aJRPgQmhYNW54Joy3y9/OYmtvv2qJAg3S3EwbUWWC+04tEoQ3fRGvmc
2njqmY3qBosgiiMm3plTyRUiVFE22l/EgLjQMq7jDpGDc6SmqU94VDNcxaKEhQBf11DnIpmsbhd5
jYCaGnCJucluYpSPDQKGTvsK+7kywI6JHZAGbQCCC5dbocMOiVyMLlvQjRcql4BQMQiSnrKz2C6u
b9qBb0n8YlXWwsEtW6jPM6Ny6jedn/y3lUVvGkpnxCoDYFf2jU3fyhxpjMi5Xoh8WM3uvacuc/7z
b5cp6cB4YusqaOqkeaU6e1SdzD5pHHNkA5Fc7xJRO/3z5UE58QGMnQVYEIdGxtMGzqNdo2pAkge8
zXvTmXmTE4OFnv/8293AfYaEGJ00AURViCSzTcSRQrUNyuTl3z8x7On5Y/v27w8y80rQPhvU+1ft
WI+pf4MJFOnUtyxmS0TQzsxbU89pVChS14s0KUIVhI1T/EavcOnZZntHXYL0F/Fw+WYmJpOxYSDM
4aSrq6EKfF+SJZJxhEAkr/tW4sNe+4j22dY63FishsGJZtvLF516Q6PCIbOo9U0TmbEFMnqdATDy
yNVyWSfZy+ULTD26Ub3oKbAnOtJlMLjRCTmMaMQ59Qv4zO4ipDN1fKK2jkXgQxMNsUEjGXBJu1sW
kgFJQ2X0b49ozDePU9XKgiQy6CvzqmrkTTrQfVdLOlNZJp7QWKrdEE/ATEbKIPbKbZNEB/DBdkqq
B3+2QTZ1ifOff/tOPGdQ0E0bZQApXomI5yh5yUCfWVatER8HEeFg1w+zQCRxh4Wm8hqolBEhhsQh
NIDgxS4dmGUcy3LASsvJkpACvtvL42PiEx4ruoe6k2EicxkYnWVjCs7SFTPaP3jW2WNrx81nlPo4
g9NmbM1ccaLEji0uool7hNoPdWAANVsYyc4pzCXpjBOv4sNsaZq6yqhkOJkYoJzidVDAi79En/2B
w+lDKhOCad2uTPPX5ec39WrJ36+W5YhzToe8DjxqXSXYkyAedVul8sCbOePv1BZwLAJnIWtpbJQy
KGQzuIfOFyZ7IXmE+FRLtEe7T29ct/AgenH7+pfdtxnZGB6DyEODD+A4JUd/uoBPEone4O1rUdP1
5bv/8hX8sOEfS8GrtEUwe1hXAULLGg8dZ2niAF6FxTPRNmt+5a5sEZYJfalXbBEWArvtIqrM8hGp
0KRCqB9ST5eIR6vLA/qnKRwitGoQMF5iGqHaokDt+ynA5Yy3xkMoeZQFTWU+dHUF14AOey9H3p+i
zRbxiGczU9QhO9WAgGVmsE418v4j+GZY9FRskEGoTOGuSiPXgRsh7I1lKdSFCXsrw6bcmjEAPwXr
NAjuHeKofdlDWWMseVGQNe28AOuzj0hW1r/19MYacWmQvGGcoOQ2ibOy4iZdchsrCDQKflm8qAPM
Zd4WMXv1zJueGOdj/bcphFXWnMqADfbK8RzsjgskEMdswV05C+qamEm+3sK3Qklcq3BShGcHiLa/
YjzAedGHooW/9g2oAdu4a3ZImIN1JnqvjafYxM8R8X3t1HJLhnZORT3VUP76EL/9DCzYAe8Ic+O6
0jhMqqAGDH2CcMmsuGKD+2lUnruoCo7VL7ReKxHHiA+NJV8iHFdswkShl2xFSJ+3oHFe4vQyXyUk
vG4qxZYSGzjk19bvlz/AqdcyWoG5oJ5wk3o8aGlyCyXjPjUspLxCxLlwvWR1+SITjmVrrCoPAZT3
eQf4iWdTd5le4ViH+EmM8GaoGoS/zLxsKx22Aw/x5MUWQqilWFoCOZYtndt6T93pqNA22B1GBk9i
GPb6p9pJt1lR33dlu4dK9fJtTg2+0Vos8RSMgrUXodNGxJ6YIruyWn+OWj8xIX1pUb+NqbDUUVEm
SRbIxl5xQbdIA8gWJoc0QsMwpe2Zje7EinKsJa9gxQQ3IxJBAsbAAkCxYmnk1T6u8pnF+NRoGKvA
aZwXpW/GIuiGBvJcND3Xrai8pVVusSx/KUUcwdfmrBlrWuRzqjtRs09bqDuv6F+Q4K5mFoYTLk9r
LAIPQS8XKUc3BsCIfY25YFEqf8P5RnnbGmnr2IRkiwQWmUxDC+oi0Ym7u8tjZeopn0fpt7dZR7yj
8EqLgIfVpirSd5+ED3pO4DMx1sfC715yTdNIg3riVteVFQcdN5C+bN11pTuHtzlvAH6YucdS7xqa
WD+nJhK04uqj5PxYlUhEPU8hA/lsQVbIFLqeuvIPs130iR3WWP6dGNr1VYd+p41c2sbL7ni/TJ1H
AXRMYmL1BDuMsIqZGXLqGY7qhe2gLPMMg8OMa71wI28nkjBZ6hyx9nOcnKlRMKoYUWqVpcPR9sEa
5N2Lo2OcsvWsEWzqDkZbt8HMs0bXaEbTsMMEmO5KjDPOjVUB1OO/DGNzrBJH/9lO4jAXAdLPPuxI
p4tBGMPKcc2Z7+Tn7QUUsH9/J7ZgrGYuvhOdI8tCy4Pi4bZSYlsAY9UUA1JwZ1ZqPw8ucywCH2Kk
XMN8KYLccre2Ta0FLGuANWbPLpKEK4h7dJ1f67kn93M5N8dq76gMOw3+qcBi0AUBsVpx2iAqqNoM
5mfbVXNf6Xm0/vcrRfDo388PyHJDEt6IoM6Sndk4d+n5vh66D83UBzAeDznNMNXChpt6znVdVXPn
TlP3N1pYIBV5cA0HI6OpvUdT5NsaZK/cbGrADY0ji2cG4MT62hzrtaVWMmx4KQJSJ6tQmoEDn0Dk
O+tOikPnRq9GZq+MVFYLANbR37dWkc+2Ms8p4uQPskX7s5tTE/+8ADDHqm4EWCNYqCvLwLaMA5qq
26oa5kydP5db0x+Xigi+UeFUZeCH3F86vljSRj72hjgnfPB3lfg7HFy4UCG5z5RkM/roibna9Ec1
hCJV0tBAxAdCOc+y3zskXnTVSuTHFG46NGmxnGsITGLkrvfzcu2mbKvPdIu5z3KiAIxV4H7nAcVQ
eRkW6mCosrR5N1h6Cov605c0iMJhbdP3y8Xs53ppjsXg6N36CHrGgXOBDaNhh3uIa66MlK5nb2bq
CueP5dus34dlQaqepIFtVnRRR+IstsXJFjER6TdTx6aucf7zb9cYBojwTRJj72PGxqIAaW4ozeeM
k9NsW3iiVI4V3kK0SMhJOjwofzilw1PiLEPP2WL4Lw2H3eDs6blJZnqDE8dZ5ljk3dtE+mGDi7Eo
xXJwwMlFX0DNVj8hUnZ1/sqUJIdS5Yc8tu4tMWedn3qOowYQk1XOGTOxZ0mj38wedgLeG1c2O6LZ
+vKAmype7Fy1v70rxBnzuNUDJA5RyP/EeedvTZoM6yiHijZrjbVVp++pHwJ30fn1MlQUefMZCG7p
a8uQd+90HlmYYUSuYtHPLU0nejLmWB3OFOEkKlwss0J/bYsm3SDnGcKuCqhaoiDiKiE21e5e1VtS
hr9C0RwSUcLU3XBvhXwZ2ygeHC92Fo3dmQvtdZ+V+mDEQLnIkyVNKfYuyQ5HLty/yeHmuPwwpwbl
qFJV8VD0oCxipeBWe9tAZx8baKS3LD1DvVC/PORADfdzu6SJ0THWj1cqAiEWKq2gzMNij+hKufT8
0L4WLLmyveHp8j39vD40x9pxAJzx4HUoAtTg4Sp1zXRPNREHu8iaj8uXmLComGOBuECnNkfLHQeb
uoF62wdhPlqYnr9qcABfFceySo8tLyB5dHew7t9T09jl4SZiD7lqlzzdMPuoWPUy83POn9cPC5ax
kLw1Q8fqAZMNwv6Xyq2rhorrtkSqsnrjdbxljNwmQ7cWaBxV5fCsvPYKKLzLF5+Ya8Yqci+1dCMi
ByfXWGAiBuKs8d3ldnj0sfD3hfoFMceM8mDysY/WR65ntGC8CFxLGDXYuhFdDk2KmNL4AMPzKhT2
Do2sZKFqwOQRNP0yiOFUInl9aTucLmultmDjXvVmdD84zSuWeHPdmomV2xh2jyNRF+IYlQeVTxed
1b70/nDjd9jMISnzNNtgnzDRol37d/HL0iIioceLoO+ttVkkL44j1yIvVo1nXoWuWpp2s7SUXkXD
zGJx6s5Ga6gm9vLSLIsioCbZUs9Ui9LxDr1sNhGQiv86y3ujSgSeYdHnHskDv/c3se+vHCyKkMGO
ENZhd3mkTpSfscI78XjTA2aSBy5E2ySlT1GoVlZVRYthjm5Azu/hhy9xrMqucSpBSBwVgUa+25Av
iyykNxG3m0/aCrnuQntj1k2yhL9ELu26Cpe9hThYhJFuKuucgSnXJgSqi4TRm16iuaLdzLjKpRnh
rW7b0FwJPed0n3oeo4UVdONNzbo2CaRVPnTgXKO9cuCC//P20D1f+dtUTZEmnOJswbhWHkdq35nd
jIwgywhhMpd9tOBkAKkAK2E6s3WbKEZjUTLnBSlcuzOuMwiBlyRnNy0phwV6w+s2BU+3EIemaWe+
jImJZiw3zgrEqNjC5UGuGFtVWEzB5uwAsLW/PF6nVjr/0RBbQ5fEScIDMy03np8BIBJFmyiDad6+
NfXJKN9F/qir9KrGE21IjfZRf4SB6ElZ6jdV0e3lHzJ1o6Oiw0AlrvKKpUEdW6/aQGS6C5s+Tcq5
fdrE/PUfXTFSFriIIg7SOttGAKg2NKkX6JFtacWXqmWrtgdv235tu3tXrgvibaxSbS7f3dcZ6E/f
7Kj0ZL6IpcwoNhgIiwC2bVX4QQLwcpO8FpGF/8IblIbmpsgRwgOLUC/jjaMGpAU2v+DMaiBgXFCl
zD1Mq+d4+fh/nF1Jk5w6s/1FRDBq2ELNXV09uAfbG6Ld9hUgBjEjfv07+G368hVFxF26HVECIaVS
mWfgk6OJ4yNZG9uXsGCvtx90YXHPMWKGmZhJT1h6qeo8KBi9CI7bJGmsjUuTY1MYfrZ2H1r44v8D
kY6iEi01rDyOu4VP8uJ7qvixDVcW1NIxNodF2yNIGrWVy0vaQJcPpmpdGlBGfxLLSd50ETXnnnQv
sHE3fUV1sxlaJ93ensWFqDfXdYfcXK/SUstLEo2PcZLSDZKEtzAkXgCXunh/e5SFU9ObRT41WFpn
bo9RnBp1xFKEQcFZerQ1oJgZeENqDZu2NNL0Cb/GWAqtmY62iEIqvLeA3ytpCp/J9M4b0mevSz5u
v9DCTWGOiO4t3I4zKOJfarPcGvR1hJGEdtuNgPAD7K5fE2MyXVupoEz53JUdOVdcT5OstyEoJi/1
QKNtVxdtkCVQdbj9KgtMXnOOb64GVjedXSWXIRuICbjlwEgQ9fazTQYK819iHUCsYcGYaDOQvQHl
8zS+KxsK5TFmx+SREaf24FYEvyw9NnBC97JyP7RtuJLoLpgUmXOQZg5jGGoOfLrjegzCaqzb06zb
RSSF1C5NWx9WdDygZv2rGc3+mOty8A2pIUCt92EONInocP3VKdkYcLohYQRMLvTc+t6FTmTXek/g
IxGkHRb84RXN/xuL3ZyjetB8zIlOsOo9m58UrfKHMCzdi4JrBnRz7pmXZncN0SvfcWknzzJTs2wa
mZEmuYCVogPHwA27MboPaBFqAHXzlcNpIerO5ejzTKechSMWi0s+M6V7lKD2USO3bgaillJ+L4xV
0Mn06FcW/hwrLmH7kplQh7646V7B4AZk/d9gtZ9Lp7xrHPMhfKf5o1kX5yxak1BZSlnn+PGuQ8fG
y8v0YpSlzUGnaM7EMgLDIGxXGPpceO2+JnxTo+xbeOyP07xOqpr1ySp6UM4p2RvUOfIstP2KwiUn
ioUDbCikEbSsqnuee8+39+1CpJsDz+PYCTktkuzSs+4fUpnNfdrHj0NPNgnMByfmyxrRfSH+zBHn
WlXcM0N8BinC71zwMweQZ6WTO8Xla594Fq8zgBp6yDhOv939cc3oEFXmN3AdVg6eheU6h1xzbZdF
MaIeOygY+oGLasHf1QQ1HuKEha9bYzt28vH2B1maptkGhK9frB2JsVyaQUcKGIi8clfOmwX8FZiE
/z7XYIgI4+Khyy6qAfpT991PFPEBTo8zGL5kD3lp7GCQCWO4zjdUvS/MONt0wgWPvHbB3KQ/zUKs
lVMXbnVzbHYeRq0m1MwuYHjm9EMmMISs4AAEcae6v0OxYVdC1Ankw/0gxdl01NPtCV74mH9d4b6c
7f0Y6SHPe9Q7EMVT17gXY3bMi3a6OuYBLcNA0pfbQ/2FP19Zl3NN9zz2YqcZ3ezC7LFxAHwsICmR
H2lBk7eexBDHa61tkboYU0fyaI068bO+fq28FoTsUSLxsHoVNBXsyqgAeSFKz05RwTWZsqcE57gv
LNa4vmt059ry0qCMjGiL5eNA27t1yseRC+OtkEmzqXEDgFT+8HuImvQsnQRSlNHw6egSKg+wM9uY
KXxwbr/3Ap7BnONoPQ9sCy4aeTES+tQ3zmfOqnPVhWh7JZdOiINZcT+n4XdopV6Gqvz2X0sec4xt
5xa2XTOclmkbbVRlngBp2BpeAemoaOXwWqqYzcHujTlC+NlFdS5Kqt8JZf9UJnssavEiOxd2hjLA
xbGxFfTetO/2p+rkeOmdcKrXnGM20uGxC/MPWqcrxcKl1tgcHJ9mcPHMK+zqjJh+7bzA6fGOe3KT
0I/CYVuSA5zzNAkuwVHGDyWw8yo99qt9kSl4XFvkUyT7sqG4LeKsKw1sqHD4kXQIWBZ/6XGCQFEb
6impz6YKPgGrexXgtBTI5mr8UP8mTot8/5KW8b5Embhtd3bOdhw82sYs70buHpzUVAGYYjDScvdN
ne/Trt9ADnCbR+XKQl84PedI+5x4RaebGK/emt+7Un7PPQtQkzEOLAOmWcJtX2/vqIUDzpmdCga3
QdtNUKTVdWV8E5Ebb6Laq9DwUr9uj7CQ+DmzowHgVtuwGiyipLF3XWP8IkkN81dz+ITG2X8aYi7p
rSM3BUPXlZfR+eQFZLUd8QN6NG+rm3+puDPHgJeWLGlJPXlx7XgbVgTy6Pq+kb1vw5R5bD9tgeSq
OtqPNIm2qnfea7fd5YR+s+BSadHt7fdc6hTOgeG4aycsgV4JsMTqW9vVdwMYrEM5/lA2aq/MureH
YWca5YvL5brpxsIamdshhFlNI7uzJRoWbRaMABh0WfKjTulKZrJwcP7Ndb/scwtn5VC3FG8lMr9h
n01snQEG9OtIY67jn6uM+MX5m6124K/tplQcWFATp7KgR0XsA8R0LiyFnUjNnHvB0r1l05Nl/F4P
ZNPPXwlkcwi4sAF8Qh1ZQoC1+6G4R++RD+cbCBFX2yzu6mevxr2Rx9D4ZmiQWq18cV2+FsUX6nVz
fHbXiyqOq1peJGF+Td+nsgPt+cbl7/Bv22cFME2IKnc0wrHvuCAYDpm3q9eEHhZC2RyH3XejsuMM
5QEz8rbCru+SOtsatnjMDLKh+UocW6h4zMHXFDEgLmPUqEbR7SpVnBtsUqaMZw+mPa5t4KhqyJ3r
lWtn9cI3/RspvizaJGVt2U5Vj2wYgh5i73sn+x1V449ORjkQ3/yZkeJQharCks4hsmig9Hc7DCzs
lzn2uoJOKERaUOGtSrohdXTv0XYTVxDcsx5Q9N2shr2lSZ0dwA6w3UYKnOVFSv1a1sNjIYJ8gDQ2
ZwleK7dO0rb2q/tkabhpAX+ZUjAjjQimLsnFthogxsICY6R8W0LBrVJwBZMN9BH7ftgaZbiybJZq
m3P57azkKXyvhymt4xtR2psxLsGXKE4TTlHahc+k2LM+PHZrLdiFaPo3Nn15S+bWg9kWHcrnVTqZ
aNP9SK2fBFSB26tjaRZn5y0BG7N3WxPomCyXu1pB5LNI/hANaRkbdhOpWfhNAnIMKgQrt9ilsDoH
VJeThHTLHYmMWz6Mnqy3PUs2hjeep7ayKnmB75bDf6H9oE5zlmxVomwhRZwDrWnbARouMHJFxSGO
2/wHmvgaRUiz2TCIQ/vCIakPzY3Kt6u68ikf7ZV5Xshr5tDqPo8Lg3TInBrF/6BAuY1dfmK8+70K
Qloq9pizujQRled5JAJAp+1lEKs+PrZ078HStjAhDdK2ZRdkVkH39kAfop76AoIl2z7XW8jqP1G3
KYJSdt65GboAXVOaw7V4h0toZUAaiQnydHvFLX7/aal/WdKFq+PKTVCUstIi9a0B98jcQMUtSkso
fkggcneJd4yEK3YK9wk/sSlEVW4PvnC8zEHaTmN7iYbDHfqi8YFx8oNJ4yHOyaMzDr9WJQcWNu0c
l+3pHg5YDugdXJj0IewIe6zbNN1Vkb1WTlx6Efvfk8hBQy4B1ATHUZ6IU5m+joGAhBFABx5RAFOt
77cnbOH0mCt7V8CsujmsAgF+CLclVVC9qs5dw3/BuuZIkJGsVimWdsgsEqFt5NWyRCGk8FB/DKtA
QO2JSP24ekBdfReHz8HZrGo5sQUx7mO7+wbb5AEkEeM8ZPsYir1h/Q36UitrfGmk6e9fljir+9Kg
aWjct7XXHqsMwmSRcMyN2XvecwyjTPRTAGMRSqzBQq+uB7zb9PcvI9IRet1Kj+Lite6uzdxflUV/
d5VV7MpEQ0rz++3lcPUjYZhZjMmEA42rTsSX1N3WhX5WtdY+RSfX52t9/qUhZuGBWZXCMpAxBBmo
b7XVkybtPwKwQLikrjXWlsaYpSpqSLMmjcEDAdtr3AA7RKE3ZPzhtIIPddrTw+3ZuhoHMFuzFAU4
Htbb1EwuKQC0VjO0+2Ek3kab0Zq04fWMBEPM4oCoukQ5CuWsENpsFECpNMvvLU8+4NK/CfvyRySd
rWkNl9VdtPRSU4r7ZaVlJdizpV0j70qjPVVp55sW8bMiW3Pnvn59xjvNIkGkFbDNBS5ASdEfx6wk
sGSaYIveKRzNDQWenVZ4UaYDAML2mGQ8wmh/TIQ2vyqqnScMIFLWGl8La2UOuI7U0HoCni8XFoX+
GHfQphQCFiGFt23Xbj1LY8ziBbFgd+yCTQM1LEPkgc20DQUzgDM2ZTM1Ce3SqOl/OQIdPpfgZk7W
E9wlk+l90ACKHo06Oys73UNZD0ppKxFw6Y2mv39ZJTlSShMnbXLJRY042/Dncii+O9K6g1Th7d21
EPLmqOsczP+hse3/DxS6Mu4s4j5mCYQYOQlWE/Dr3FXM1yxWdGhYGzzy4svolhc3tvwcDtQdGpIx
K/fCOma583vwkkOooe4ou+I4tk1xiFzSbaPqDlKRxPipBYDgUQmyXkceokI5K3e7hb3IZgGGKvDZ
dB7hWxJ4dKUAQMBSnOMW0u5vz/HSALPwojsdqdoEDgpOaIAsD3eWxL0OwOHbP39dJhmTOwsmtDLH
ipkoscD6Kz5ZQORwCwK3dbW1hdwxWvoyKcMdqMMbhXsV7MEhPlrcVYMZrDzB0kKdBRuDugltEiUv
1KYSRh7ZTifsLket1iP1Fi5v741SPIDMd+R3VvFeFaGvYqhH1bh00k+jQ62b4Wp2+3GuJ/EOn+Oo
OzZC1kID8jFWxY6AhS40PYXRk51CabLcesOzd+aG9TQMvT+weKfsbGcX2cGQ3V3t2qfMyXxTM7/L
nxJc+XsUpaWh1opD02f5n9IUnm4Wp+wqpl5S4emYB7ctF8YDMTnC9Cmg2aW2HdQ5YShtQjI9R+PW
WRt1Ws3XRp3lNm1fAOjtJOnFBi5NwfSguqsj+eTqAoi8NILtBRDakLdq/Ah3y6O0HGw3Wme/KHjh
h7ywyAp24/rVBe8/i2owgqwGCWDRJS3gD8/VI6ORCrKYbBqLHloY73q4f8nUBNfegCkPC4+318XC
PpwjsS07LboyK1CKREPSSbpzW9gfCXwvb//89d4NXmwW5MxO9tLzpLxogVhVG8U/tgulWnP0ddrl
WxGmuKzyPXRPv4+t+0elf+CC2sCe0AYvf7vyEEuraxbNuAMbncnM5yK8QvndsKVZ+A+8TU9FiG9L
xuxgN+55MADbg7Vxm1lru+56HwevPwtzcdT3TUqRcQzuW9fc6/IAGARUGFPoQFqBHddPI3yMJzx2
a6Tv5mBsBsP+hE3rW2anr7df/2olBs8wC4VisCCY7fHkUkIZzOvdnZF6G3vyki7ZkzXmB5RKLqsZ
x8LhOcdk927GxNiiKtjBZKWOChtoL/MQJwOsV6KiRlsAejm3X+wvPuHK/p2Ds80m8xwQvZDPEbC6
EmFGW62bHcDUsFyTUXTWpGo2WRxuBlcN/qhD861oUXkqIC7uyvaSMnVGeebY2v84HkSni5BARVnC
CJXiLLpDUHoVgFx8iwxwMianjcH1HjJqbVsIOgtIXB17T5rHNI2yLeOTHBRwdBN3A2t+N5Toe/Ok
kAeYnKe+SMb7JncPTQeJRdcbzm61tokXJ2IWPqkzjjytSlT2eb6rx659zF2I7UrozhRj9LtKgXAo
izTg6Cb2zlhthMe9TQkszrvuyMkRb9ZYHyOTPYNK/tI2TbbV8Ge9FwYvtor0B8+jjQ+446WdzgPG
Rx+J+pbI9lvB+u/c0YfYIQ9k7OWBSecMEMCdiTvoQaLI7oYW/AHMICLOEw63u6htyS5ym58w7XZW
wth1KpWD3sW/08Ko77SGkXFyafhwMWgHcem8DMm3sMj4e1lklS+6ajgXrf6hxsy57+F5+plSWYdB
CFMTtqFx/xRjq6pAjmZzgLUpDuomNN5EJzPcE1J4nYSOfWK6/GWF1nMJzRsflNvmT2EW36TMhpVX
Wbp5zRXTAYOrxmRI40uTdI/5sJtOZCAOdryxgqSjPwEj1n4khyOUHm9vpIVUZQ65t9suzloVI6f2
EPyFBBwwegBjd7MaFZZGmI6fL1l727uApRe4h+gkOxqa7CiwdjDrOHh0zTJmIfDMkfW46Qwt8wxc
dVx1QkEMNnTjxswhaM4E/MXMp9tzdR374fA5wN5LjcQkLIsvbQGFMCgD7uMBwNyRQYlBcwRv90y8
s87g6srhmVlkGihl1DFuDz/t6Gshb3agONiDYwQbQfSYe9xFdMCF+xZT58FV2TOMAlbhtNcBr3jP
2bFBoas9iJbHF8XHfaaBETWZT0kR9E8OT74DomlDlVMA7iORLggWfSCzvOeVW/vAW+2A3XyHjvRK
qF/6uLNk2vSsnkKCEXfluN2xXlzizrwzWudUO1XgrKkkXke+IIpMR+iXZeq1cZfzFrThKBOBJpP6
fJK8iq71+zw5IRrupkCmTTfyJ7PYQR6GYRt53434H6s/9WN3dD0S2PTz9sdeusXMIe+5oxkwt+h8
5dGzHcbnMXdAERS7vE4OGkg2l3n3033GKuyXPDSPrsUuhlpzEV2Y9DkevbeVXRmtTi6ka188HX9P
kg5qRR17GXLreR3Yv5CeebPgkJZlItMSs554JSCkAEmP24jnD/YYvfEUKGWTIzdFt2Dq+h2VM7yv
TO+0aa5spjk+nWru9kk2gYHFk1bqXdveA8Xiag1xKbLkJTHrp2qI36qx/dON5UPugFx1e2x36aVn
OWkykh54agPY+OrDYiD6kxYewxAjg/D6RcUNBVIR8pkEV2OBhCELXeaDg4jiSnTvZvbWZr+sOjyy
ONsOaWuBWAIFK6NVm5qGJ7szcFOB68keY3SX3mh9sMCyBhDuEJnAKx8kOjaA39VWcQmJ+cu1O6SE
7VGC2OIrQqtDobzUB8gdPrpRF3Th8+33nr7ptSmfxa+eQaGqaa3yUsIM0ndCdrK4/FitIU7Xims/
PwtahILj7XCICToaYtkmRNUwxcVKEFr68XkQguJ3VOZDeSGJV8Mk1ztSo1hZi1OEufLgcxD32AFR
aDcaempW/QGF2bsIomZlNO5J6Np+nZgvLrrrEvColQW4NOAsZcwodGp6CgE3QNtQYuJbC9abkbmJ
hD4aKdtAyma3yvddiCRzFHYbNlkXdmF5oUVPArgMqQD7axNTAom1aZk62RCulK7+YuSuTeX8Lp2m
rmmPUJwzMp59QGLvnybTW2331Q4iiMi9pZInz8UOMQcgtOH7/Vnmsd41sZMEJYBVw2Bq9Auz9tBx
Do+PcgR5JfyjZa6f4AUaBswz6VnCg3ag+IcDhcx8kM7B0+Q5NyugV+LiNe9zHvC0DWsf0FeyC4fa
2sRt8e32PvorKXntLWdBE0XrMPTqorxU0tvjjgLaeHWgObmMGT/QSra+QeGWjtJOVJMdN+Ehi45E
60V+QT5M65syG7ztGL+llR1I5g7bMJef8j+mlHPeWR1VrgU9UgUuk8aN+6f03iZZgFWG8UIeNCe7
yNhLOivv1MX2HIgHuc2JZD3gLbI6SHgwWSVqpmvMoqXa2Rwfjy5blw6DVrDClUdajptQFu8gb6Pt
lm3tqjuY4D5EfbwBQW2TDigrAvXjYL+GzbhXPIIqtRWE0CUUQwIll1+MwRIKV0z5cnsxLDU2/h4y
X/KWvhChNiV0fcUQ/RzgiZ43PzLIDMkeOOmYbS1D7EvIQjid4VfiUbFT+1noGEB/JoP/eo2Yo+8J
rJnhfwEFzjqO75nx5lrqgAT8ffUWsRBG5pB6AS2CriY4PPjwKPtzVLuozk06jmbgrOq2L9Xi5gD6
nCvEYAXFTjMVZ6ixPgDO8JZUyZ8B8r+e1bywrNkWCgTaov8AIXnlG04n4JUNPcfSp5WMB/Bk8XLJ
VIqMfzIo30Oy7M9UiaV8+A1mIBjQ5Z4hHVWoFALH9h+HnkVMOZAC2iK8vMAwBBafb3Zh7iITgH5W
0nYrsJngD5YjW6jdTePEuxINVAPU0dvDLxyrc3i343QZOAtpdXE9vm2JvEuL/Pftn/6LSL02qdOY
XzZG5A1NZQhRXQCgto6wY0gPOhQgrj/jIuOWThi040+mT7zVne9W6SEp+zsUyt/A5TX9AnIs23LI
alDyCxJAjicJqpI9l7J94uZGdOl97kRkV/f/sVY3x31b2rCwxgVIA1xuwvhdkk3Y1q9pVgy+svTW
lupjFYf6d2Nem51pKX6ZHa8bYXdNWQGUeaO/a7C4pB9lYbJtOY3vJu3isImGgHVW5SujgaFNYef3
Tubedw2k+pRyO5BSzW8ZpRPFpNz0Ds/vDACg/KRiwzPJmzZQMYWwrlVYgbTCbC/TRL80lX5oFX/o
WIgzIabPTlKlQSHVGNScyzP65gAvStVuqlqxfQxplH3V92yXMfvDA8ni4ErxauoBHtm3V8rSrp+D
t6EHCxEYIRVk4sTBdiho5d0zr5xXG2d2xB3A4/ST1x6M0txwiLOvDLuw+OeIbua1wjXMHOdkbTww
CGY4BPppWyU+i+deyK0Jw2/tDndlLFFdGOCLpiI/bpKVFsjCMfp333xZATB8AiqXFOrShePBEN1F
6WOZ8H2o5XPtlJ9JVe1X3nRaVFcW2xy+rTUlTZhBgtHtjddutEIYqfEdHadrNCRPWAanPChWJA70
H8EjaVCW1Zb1eHv0hWx3ju2u49Fwhghaqxo0Ax/mv4/ooyITOosMsS2EJUvN8/fqv9bw5kLgxHWq
Js0gOkjNfzzHeXBS55Q74uQ2qJjW8o4k6VulUn9V4HKhwDYnUNQSHBlPpwoQ8vat1ew58+CkTozt
quHGX3LTlQ84Z1A4Cq2cTGUYIiuCooUUWYKmdVjJR5fD6ImxSx1Cs91ItwDRP5DwOe+7Z1K7dNtg
++80Lu9+Zdv7PHWf80KdcJTZTXNmKeSqZI/aey78VPL7XD1VOQ3qKPvdZuQDaVK6stsWLp9z2lbc
dIlrVUhKdRp+Dw1xH5rWZ9SsSZAvfIM5N6sFXaZrSQvlwAq1cTf6juPzwWlN+Fkeby/jhQRozpV2
OuY0RYXtOtpvCUl/53W71231q0y9YDXL+ht7rnzoOU/A7XqrNWHjcTHimh0Mk9kXL0wzv42iX6kI
1TnOgXELUCoIKjern3lu2HuVUjb6EcB2O7gWRigiZOm+D/FU0k5OlWi+G4Xl+S417O+5jp0TLaU+
4JZVbmyMEBSUkg1Mc9aoSwsfY043cB1MlZdAz7Tm5mMk0gcigPepgVlbF1ZaiJ5zToHZqcogRY4S
ikgiQFt5Atvpt2Q8VvX4qx2db1FjK9wyR7gRluaPmOOMa7oH0TtnpzSfVJseWziiQgi69CEeoFeW
+cJjzdHIzDEGdGcGuDXBD7fT5D3v9EXIUvpGZz9DWwRmDqu6p0vzPC3VLyeI6lDEaoq6uEQm/T0Y
zbeo3iJH2kMjbqflqAPT9sPoXIo/ClZ7Mianyto11f04KN/N5IqW9tJTTH//8hQWTyASl0ElLiqc
J+kV2zh3E78EI/O/ifw6/G+L98sQOnd5qmEicbHd4q4v7YdkiN6B9B38Nn+6vb0XPtzfJvqXIUyI
mtuqB2XYdvLWr6wzB9jMqIafdZX9KOQQtLTa3B5qqTM9V4o3hUbjfwB1N2MplFq9+zx6NAexjZt0
UxjpnVTsXPbpT+qpH56ir+iS3xMnQp0UmxU4ut3t51jK0OfMB+7leYQFlF1yxk8cSp3+GDp8h4RU
YGNAjIIKqTdDWB7EUB0F2pJ+pNrHAQ1WILmjQ9OguInE0gB8J6b7JrJ9YwxLH3Qx+MbmSfwCw434
zISxkQ2qnOP4evvJF2Lx30Tyy8fKa8+t3ArcSGzfHzC2Dqy83KCTeBk94fqr6OWlNTErOnpEWzU6
Whl8IoAOc18VvLua/GLGPVrKUO/rPf5++4WWUuA5f6IrYJlQxS0QNzgXN5Lx50Fwv+3hsW7+UyTh
iYXtIYP9kVHn25Hkv1bGXTiW5xSGyAzTsgN395J5Yj+qYtMKi2+44UCkyI0f2Ajn2za3YPvbGWcU
lQ4Da2w/MjPpkz7dNYP+4RlwEV55nIVccU53SNKK0sqDEO6kQ4p7/3Ys9AapoWpO8I7YQEBrIgF7
2biL48/B6Q95He+a6F2h058NfZCUzR6V09VS1xKGZi4y38MYihhWlV76kCnfstUPaMiAzDBEu6KM
/xDIpft2apXbBpsmED3cHJRXvEMkVAJCtkagXXyM+V16JIXOJCgOEO33nF9GeGrR78NVSOs4sEex
n0jvCLed5ffnSWFqNZ3+2++6kpHMeQ/xOIymQYYUiRuyRRKLEBvMZIeubtqjVzXcb8Twx1G8zgI3
NVyIWtHab5OoPmRlG58rapPdAF7VPqwSFlieGT06BPYOujVxlYfJJnywQuugkCPsisZMdiFwUDZk
Iaq82dh67IFUCp1dz1W6zTkk9fy4bNwDCDEo2TcFlGTdUb9GRp7tqmQoXJhmF2oIgEFGKGqHHn7O
IlX2i4yhLxcMADh1G9y0jXs7HKFbkGbAUpu1gkgb/Iz3aEkpGE1EI2U+i7z0CDMqK8c8lyT87rZW
9s0FFhSO4HFkvzG71o+o5ttHyhwwxU2qHoeE5yuySgsnq2n/+2QVUNhqoIwR3kuhHo28vTO8eOuS
ScEJt7XbW24hxs25IBE15QC4qXEP02PrzGBytRsY+svUdHe1XWi/lGUbsISTtdNvip7XFtQsqiZV
aZloZkLzzySx7+FTdUP6iWd45KNxV7juTtbmj8x1n1dbU9cnEqC2f0+kO1ZYACleEsJrHIUc0iBx
wAVKgpS+YTYJVz7Y9XOJzYX8oxH3XB5FoIhY8n0QuJj1Ct28fOs27Hm9OXz9m7E5LwRV5a6Xkeb3
5ujtKpncE48cK8pOnTfEPrFxhENY9vb6WJq66e9fjlq7tbA7U5vfR0T7ud2XGy0oNIcBWNowi6+s
wqWJm46nL6MQ27YZswx2b3jQ41VY3XkZw0vV9aMwekT0WWu9LQ00C6QOuCdWSzt27wpTwKnKE8NZ
C5L+o7rQghF3oXZVmK4hRq6frmzOFWlyIzIykvD7tHJ6BMVIQbICKmWl6yu3hoL87W+0tB5mcUKO
DpFlVMEBpSnvct6cYnv0WZy8ukn3zEaAQtJ0bfdOv/m/u5fNJfqLrBwz08JYbNC7kYldmIrYd6Tx
yVL2QEzi29w6CtYgxpp3wNbuVzUeFpIkNueQDO0IwbeuiCBQhuIHzyCSJv0EFqyDxVG5g6R4ng3Q
3SEyiAxks6vV2oVNMKeLkFykUA1zYXoETc+ie1YQ7YXcwurvX0972FyUX5PcGnRNxEVZb25rbyB7
IH1BhpeJC2Om4WPr9BCjXsXaXA/BbE4XEQXP4DmfGvcDANWs6NQmRxnOLpDmxmqPSLJN8D/wRI/4
Oe5YuVJCWbj4MDYLJm1PIgnDO3FxWv2dwgPEce7dMUcFsun3A94atywWSKdrYBvPKGQ1hk9i2NC4
ENssrO/HdM0pd9rvV5bxnGciJUmF3ebikiW16UeJQVDEge3D7Q25AFQDsOLf8azohshWJjPuvVbj
Kqd2BPrxtN6FxtFrMUyKK1Q29g8lMy4JMParfcClleT8e2DaxG4JqgFOuvgYekMAs/lPxw1fnPap
nQQgd6vSyQuxbS7rjwIr76VlQyu4qgDsBjIKSvF3QzS83Z7DhS47wv+/X4VB4wnOBBzW0FGLzu7R
Aj68L81HYfSXjoBDbDY/Q7LRcHHT1hnO0kHaQ0t8ANOj6AEyTjkYmhB9P01ewadMWihMkMfbD7cA
FIVFwr8fTjpCJQUS43uUCL5D7B+KpxAnyuQpKeNhk5mQ5DdIqjbQjf7h2am3uz3uwvE1Z5LA8NQJ
PSyuS8S7TZ35TO8Vhe15zbqXsey3t0dZuG6wOSXEzUpHdHaPYRBzOqZebVHsRANcNT15bQZUga2K
oGlb6Go0j6CeayDAgdbQBlRM9cfKU0xr9soepdMkfEkKGkfAUVqLCKRElfiJjgKu8ztYCP6y4nLX
iOyxo+MHiQ3bl30VNNI6NRAdWK3rLxyrc2IIdzLmub2KL6L81Xi/dfwrynd9F21a9xjnh9tvuQBw
YHMWCFMiyYsYozjOHzev4RAu0X77NlbmAeb1u7wCVqZ2dpAx3Qy/Sc0frKK5AFBwZwo738Aw56Hp
LdvnbX0w4KMOLarOOo/QQ7j9fAsBZU4iMaw2jioL5GBHDIeugOKRDLzoBzdfSi/zxx7qfnJlcf8t
1l/74LPgpToKWyrLwAdv+tyPQSTztfxgQqK2kzZgUKYfVv7iQj3Uh8bTq5KNCCbd8HrE1b+ucf2H
z4zs9YMhAfYgZfLSqGxjdtw6lB50fCHNoO5QXdj01ej/H2dXsiQpjkS/CDPEIsEVYo8g98yqrIus
VnYBYtfXz4s6VWuSwCxPY9M9E0ohyeVyf4sN9H1QERPo9BjdEYuNa8TPpX2jpWMGwaZpHA8mjKrC
A9d4tw11Em78p6uhAtOQab8a7hdPqhYkzQbYASMn8ZUqfGg5HqIZHN/x4qh7iFtnbHzzbTc0IixS
mVdwNEl+dQa4AWt8zYV7VKec+D2cT0aC8YGYwBkV6t1OVgV2FtIUnWOSjaUxwZA4vosp+ZOPAuY+
2wSnvRnFZkpnEQowXcsESo5rzcOFS023AyCGVctyQoKiZPnGne515HEXtqAw3j5N10Tngx2u8ws8
IuRYmkMMUyEfFKT4iu3Ysd44Aba9cmAXwOOezihwY9HQGLYZdygqRsMAbjOZk93o1Y+OVd83SF1t
bsN0h/1p2+mlSQG+GIqf12uzbOFIDMe53N70a8rkC4dBV/j3UBykAB0i5XOnTWY6R64AZFZ2+swa
cSglkC39tDL1pa+rZ12igQ+yafsRr9mFZO3OGvl+qsjTej1waUtqIcr3xwz8BuJHldgMRh3Fc/a9
7NtNCkZTDoiF47vnsSDPbvbj9o5ZiL9UCyYEmP6kGvHWB2VJQuw335Zlt3Mzvw+lal4r5QGoAJHN
rcfXMEkLS6Yj2qYucYk52l5kuyIPr5a1fuPfUQGVxZb0uzQxrwZO4e35LeDsPZ3roBRseey6whuZ
ZE99lT1DSeNVDOOhm4m/ayX0Y6jhnIfsN/Sx92iDR3YPVZf49fb4C5OlWiIH3kA+Z6r2UQ3sN5b8
6SXxpQACJjH6PYslEKT9WtdiYSid4QAwdMnBhMLeYfFGir3/PW0g5+3OT7FR78eBrpUdllJnnbuQ
+TV6o3zyI9x4UY1GYDX9mCwZzt+KXARTB6OfpNqgXwr4LHQCv5YZO0Ln+LGN599VQSMvyX82wMzC
oSIu06tw2ecKZDpVzEomK5UdRTUJxCCjEZuigf4HyHoP12iQtvZKN28hjuv0CYbFLJzE8KO4n56k
YX6NC3VtDHxqz+ikickoajvuPdTfHOPsAwdAvfxcI5AaJXlQnD2s4gEWrledJeHBxrE0alSA+Vya
2w46aPBwN+yVs7cQL3XZ/nGaQatJFI8SPOPyNH3maQK7F3hvwWBx5cZbWgktfqmsEOnUzzxifbO7
GvV5E1OBwGZfmcTSU8zVUqA5HYF+gEdNBLsNNPQ7H4bOb6NLzh4fHxtPPoKbWobmDBvusVpTYV8K
W7rMfGnl8BSrRxAFSrnnHa/DaWo2KYpuJWvH7ZQkv1tmGkhFSyc0ZinPjiP/dLlVBFn7ybKpzlyY
3VTNA3Du0YBqiR9khNR3jcIzHGayJd2qIq+/+JCRECsZ+lIFTocZ86xUZiFLDyqj6X1jl9uhq4Hh
KvcstWpUNsvoyl9PiwE6xdlu9Rj8xTl9kDfpmvcgkYt8yDKwYgf4h6FjceensNVuLdWGtegfUI4+
99T5Xag8jA3vu1Ul+QZlu26bGTzwqTrFqt62sdwR+r2gHg+THKrcUENHxQAUfxBvCPG3I6uNLXSj
j50Vb/OaByXroHVcIDL7rvE+tV29ciwWEF2eTsvglLCe1jZMFkxj3Mds/Fp7uTj5IyqsgTDEEUxY
ZwuAAAQZOgRI+GsNF9KkB3iEp3tKTTdkvDlOVz/oxEysL3jJ2NBVi8203jSeV59BrU03MUC1h6Ev
hlMDwGEIs8Ns05NsPpWxgikAKEppYCZpvic5NEBvh8eFlEWHireTAuW9zb0oriz4jFwh1aDRwtRy
M4w8tKcYAtEsWn2CLFyruvg/QiT0Phiu1SLf0dH7Qni9JykedwAf7+TkbthMVxLMhfKLcw1y/1Qk
khIfWRUtkrHChTTRtR4RGObJt8TBJtlKQFsaRMtiB2pbEovsR1PpHa63ylSlh9qYNqkSL4NvHW+v
0tJns/87F5pZrd0SDNNa84nFztY26B67DdBC8O0Ld9tmZE0pdWks7RLwZEr6BMikqM1gn+oCYX9W
8qEb2Q64b7EHptsMYT7S5puxmr+PDMyaMXZCJSb6MjgTDd36cSodED5mL3TEmjXpwp+lsw2StGmr
ofC8iNjGBRq4MuB9f+yH5v26dVK/f1ytJS2dCa2W5di8nCo0dCN4IYRQ1/+Kpv3zdSeVxvxoG/zg
+wN4T2uX4tJw1xv/n41aOjB1p9cUPo2dn70579KeHAgfd7gx8sCtsmtuu1+Nz3/zkQ/is84j6BWL
06JHFhGjMhvaV/uDoWzBxJ5gC2bCG8yTnRlQAAmgs1NvKE2+5m57FRtBVQcAYA5Gh5t+7RgoAIw8
8LbeKHNQoWtAvI058r4QJt9cq5HKPUOuOAUHeACcrjIPI/e9kHvpL+kW2znBHlOiDgA12KaVerYc
UQUxh3Ym/NTffZfgyT3XSQj5arjP1O22SNOLcClwL6rb00QNAVgWCLmtOLSt99j1ABFYUITBP4YL
bW6JCyFlFsLG9O32OVw47rZ23GHE0AO5lNGI2ejSGQQaPHX7AoDNYQAdsB3Kp9vjLG127bznfdso
p6cgJgGfGbWFZ4TF1WgoI4mzSRJgu3wUJ44Q6otXjv1C6qcDsSu0bXObNAQjur/RS3pymmSzKim4
8N10pKw1jBmPoQSBJ7jz4Nd+HDr9o7JrKyxAzgtUTOvt7S+31M3RpfiztgMGxFNW1M9K7ONYyS9i
Avk+9u10qxwuN1aMuOT2wUQ9KAe9OPAOC7y6X9ki11P70enSMlxm5WlnccuK5q7+PeJ9YTrkYtj5
y+qLZqkzpwPMY+UimYUERWQNcsfmmO9HF4YGIoCDSmbuy37eUImcXUCYcDPbcKUCzt0c+L1TeDvo
wa9hI5dW9RrQ/glcneKJqJPUioqacGgWWXcFl1+z9n1AAycQvrDXFvW67z/4qDpi3JoEpH9STqK2
Dgc7jNs8GHgNH6U6feFcQEIG3ExOd2qoINTCdvNUgOdYrKlVLlVudTx53UOnZnASKzLdfjsL/hVv
ddizclBWrTDzHXDQY6hZpGkwS/+k2vIbpWg/dE5oQg7s9s5e2Fg68abgUAzOnNqKBMg8KPQ84IPv
SpC40VEb15qhS4NoSZNMK89HOkYi14KBjJOW1nOVjdm265l7hlbOsJKcLbyVdT6NtDwq4xwfNDVN
5P7wIimSZK1MtRTLtOgJ69yKOCAnAnLjPBDZnZ2cfvEgbf25hdASJNH4qT87EqGygNFO173Ec/oH
3b6zO65UXpb2mw7K7z2znWBk5UZNjB2P3C90ynQvkV+y3Ns5yXwwpJkHo2+/KfOqGlSENYQLgBrf
FsVKzrmwFXTQPtBsZB5U50aDkKdyckOa11BUG+4QM29/yIX48bco/k/8yHPVQSV0hjRHXr9SZIpy
UMfRQI/A8cpH1x9XZrJ0J+ji/xW8bvAuLN1oHDxZoITldLsMgm6hR5sfeMr1z55x5RzknQqynv2s
+yrfObyc/YAIcDQ+N13tbBWoRLuTWWBRoXYL3cjIxNMRqUof0R5e206yUvFaYDl7f3fVP991FoOs
SC4wkG2GqWz+yM69GAzvHy9rn21V/JKZ/2jEBQiDcyghMxW0TQbn1yoibDgPMnkiBj3cnvXCYdTx
80ChsRp4JyuiA+CvJDV+E0X3UOC5/fMLybMOi6+6MTV5LOxIKnEUFBD3cjqP9VPS/KSM/EqGOVpF
Ji4Erb+Fln++qy2VV5pj40Q2HvIB3OBOVKiH2/NYOgtaaXsYLIVKSeWgtFc8yq7bTu70Zjr1lrv9
z1XF1qWToEPXXa+rYRIxONHMoPAnoNV6ZRpSDig0YdPGG4G4NPN5645y49nkAQqPNRye3bfbs1xY
LZ1xQ31AiCGryyK/YbupuhqVQbslQb23ATo74DWFtV73riBOv7I/FjJpHTPvjyARmeBiRHlDnyR1
3y3uf0cT7wnS+13gcHq6NtVuz25hq+uAeA/mW1ZiSBaJrKwDl/b3jinfMuhH3P79peqpDnCfDB8F
Q4geRi3zNxKwf244W4bgwS21kRmOMUGDS+0oIfvbQy5cArpcP/U9iAd6BA447vQsmNwWCAzE9B/8
sl257Ja+mnZbwy/eV1OOIbyZDxs4en25liXReuhXlmVpDtZ/01SVAQDDOQag1/c0T8qzsPsQOGMX
5ssrYywVPXVo9mgjO0wyirVPgDghlG4tuu3b6dEuWBkO5FcJCdkGLpFVMZIXGxExHJ0m6l3/4tVw
92mvNtwt+j0E0rH2RQKSsKWd8142JLjiiDYdld/nqTG3Lhkk6BbjiyzkZmztAD8WADR1e8GXqsam
FoicAZ5UUJnHgWkbElIhuqCsEyjdUfhv14gGNsvPokWTekQ9t5CE7s2MrLkf/WU5/3+mz3T0d1mb
8O1zetQjk7Hdj6R9E5BD8SA37E59kCe4jWdSyxPsrMxghI3qAUIaIe72HWXU3Kup/+Z10y4bncA1
y01VJacB3ym2Mjht+YOA2kn1qow13NPHAY3pwLrCgsGowxmNmrS3Xu0UxAK0fk+sI6jQznUqj0mp
vvclLFQUwBFr222ho8F08DplSQdqgeVFqh/J2QD5JlfoNsf9Hu4AlzHviy8pYj3qg+Jc5/sRTzEP
Pr6zI1buq4VYxHRcewE3eXSKehbZsUcPvfhKOvPNAB0DuqFbxQkJk2aSQeLlD4LXZOWcLWxPpvsf
2FchgIQOKElDib6XIMSzSW5RXEAsdy+gzx6k8IAQsh7cFAR21H1vn4uP7xHma8lbViVSUlaj8kPy
fY4UldTiDBn3p6qZfrsQIPgkIon5Wo3JTRNIsrISjd3MfGadGILci3/MQNSNzN4LYI+D1Rx/aVZa
7O2HyopnBQEcqDXZx9YEdDd3oa/m4lqOWBPbr0RZUzCPeby5/R0/zqGYrwXjwkzjhsAEJjLbud+6
sGw/thCqWPn1xXOhVV9AkVOW65luJCcCZcKGBsqX0DMf7jvAkQu/vTdi2O0QCkfI/NnulQNNOzEH
aSzWHhvXoT6KYFoAjaWo5UDwJ8CUI0RhxAys3jkpj/6sUXjCZeSFRcZ/eH15lsAKDqJaGfnje47p
wPfBsGmDBiYebCMUcMwCAPE47u5dA5HSLpn65DDXvfRPFgz/BfizZSDC5obxwisLNT1rnybOCXLV
t/fI0irqkHcXTgXQNZ/AtcWjvRz9A+fJzmtjwOKslwkCFSEZ6Xuemrt+3FMIi3onw7XXItvCodCB
77LpknqolBulRpOF/UD3POc7UeR7OHp0lQgdr30yjeIy0Gbf4XIhbv+NEFg54AJIt+lk/YJS47Yt
/ZVdvXTJaLGn91WBWgmqwdlIT35qP9aq3xnXCNs7LzIpvzls/rpaXlxAdjIdD++avWV1ecWiKS6e
SWz5W+gmjoFhiSYaHQgdFwzih6U7nCuRhmz45jrx2+SADDAx+HilhoBDh6DZ2Z/a9wpSjdtSsE09
W19c32tDPtQ/iXL+5AlczAe7+Wrgdj91YweCOI3rrWsba7fF0ofTwlsaE7PMModGHIYpMC+0IZM/
QR+4vFd1vW1yc0aTtYMsNVu5JRaEUZmOg8+vOkDe2ODbNW4w31F27/0WvofORbWxzealsr5RpH80
sjsOufryK5vsSA3To1dkKuhSdXHaVc2c6zQ/iEQ67h3dAUDwfd+Jktx8RSg4xYJsAR8C68fY28rY
Z4KeYBQdNfO0VSx9bvr5Dm+MlY+x8PV1/LsDAxLilgaey8RtAkjK7/rUwgFKfs9V+qWq+iGA0Wyw
GjYWzq0OhDcsdHth8uFG7WC2G7DjIa5hsGaLh7oZGhBccvLmPIOscztKLQ13fcn/Ewd5EsOJC+Ji
kYW0EllxG175I51bPqsp29u1uthk7WW59CmvIf+fsYDq5gQiHW5kNNOBqWvYu7bpm/ipMCzcZOOf
Xohvt+e1lNnpIHfVXKF0/gjxqtJ/nck7PmE7eqcCmACOsrdjgZ5ip6+rT46Fe0tHrfeui5YNrVyo
zBi/ZZa9FzkUAiu1+2ThhjEtDvQOb7wUIhvnxLRjgKZaCM6nUCV4uf3FPn7BMt28oLZFITPhT2ev
E+we5uoGOuSZhbqC787OmrTzUuqrQxKJQqKNKim0pH0JU5Fp3GVJcoa3533SZvAbRKZoj/HJqt0N
sAKHAhK2t+f3cW2K6cYIlEBfSjLHOud2FfEq3xrjeEjc7pUmznreu/QVtbwJvYWCzqKezuYI2QBE
jtwNctus/8irrsHtmSztbR2lblCeEtspbLjnXnoxRoPt7y2RHAB82yR9s687G0uX3Ln+0ydH1NIl
sxAxTTlWLSfQ762hakPleWiGl7Q3Dk3MQIUZUJwy7wk00W+PueCYxHTkeqOghuHPgwX39w7Cfcd5
cEM0W4JJ1PtGPpVWLDeGRbY5BPkCp47G+U1M31xa/6rNX9MMcWlUwUHiqet9AdGRYESG/qmCEtMB
79WUe3DN4fQsRX+XJMgrij7e8NZFmH68Pf2FYKmj2LPasm1RTdaZiXd1LWoS8e7Avwy931Cm9Rmw
8wc5rzjSLAQvXU0/8zlBOz5noPsPL6x03s0sjuCXeUFZaw1/tnTydSl9s+yAEStd9ywBuQlInN8l
bvnYimHjuvPRdNK3NJ/voMXThamtNlMzr6zW4sjac42hg1YnbkzP7cmVAJmPcwQJ4AiE8m3rIDvs
nB8+AsI4zmcUZFZGXYgEOspcukZWtIzYZyh6vMci3fU2Eghj7Xmx9PNaoOnK1JQN7eczeN4NrtLq
6qRIgU1Zc2laeOPqiG46csPzeTefWY9dyB1wx9En7lcqdAs7Todlm9Xk8Hku1XlQ1pHMkIeairHY
szwVwdjw/nj7FC2kNzoqe7DbgiikTmfEgnMj6OucmggY4tL2MIchzZdyzZNk4XrREdqZ2deJcHP7
7KsdT2A4BoXTybyv2Igseo0mubDoOjgbmS4XdkWtc1rzecPp+EaBIQMJrV/pui0NoOUYEyiYU4k+
1zkW8S6frjogxanw3JV7ZGnVtYPogSRbzbyDyP04hXz2frq9+zO3uiM32tX+wvVv/eDBoKOz/WF2
bOrZ1rlm1qGoqhPq/4EHuUGZEVRU1G4snJMNBz0v7k9xInfCINcmarsSTJd2gnYy/blhHvo09Ax3
75ex4zsT6+/4WQyiMANaPLi9tReWSkdil73NXAUKxTmenIM5IIOnkA7rf33u17ULfyhrlsdiZGeS
2A8wf38e3W6dw7ewD3QoskgVVX3MrHOLwoPdeG/tSELfcl+HbKXasBC9dIhuwir4KVQKJ4XWMiBj
Ba3bwvlcaNdBuXFhK89oe+vcT8OZdOOhh1CQMlZi1tLCXqf0zzMpg91MMc3VdHYtmu4ge92ejaTm
m3Sa+sPnVlc75iX8eRoItiO2QzLJB8Q8bu55LtcK+0sfXzvmPlLdAZBvBXHg4VfZ+lBKX00jFk6X
ThXjVhnPI1K5S9U2W1E5x5yLNwjeA58ZV1XIejatHLClTaqdYxP2WTA+xki+zTad1+KWremvhiWg
M9q7Ty2EDlxXKS3A35uhCJP5z9Ns7BO00lZDxMIMdLRxx2YFr4AWv96XKH11/j2rRgB+8iNsDW5P
YKEXz3Qhc1X0uVQ2xrCFxcOifGlhd+kkAgr5MFaDJzI9pEX6rSrevdIPLPCTqWheVwZfuN7t68T/
OSo8yQEhM9vxEqMgs4lJ1DhXP/pt7f1wkTmb52aO+DQHDrootQujgB7mJs74lSj4PnjdwfKGaUcb
qDDf/oMWNqcOSjZQT7Xq2RwvsOwBbsvgR0bq8oJGavtIeUaA93Pqla2zlNXqMF7D5r3viWTCz3fb
MvUfa/SRgFHFQt91vIdODZ9/pEa9S5V5hh/d2+05LoQnXbTckW1VwO8XC24A7ADmb1jN5Af8D1ZS
kKU11YLH0Ng+r8t+uJg9jcz86Dv9HZ8kDfw8funFFCX2l8/NRGuzlKZPvDr3hgv1xEam8l4o/wIB
mk9uBi1+pLY32Dw35vMAY1XYa3n7Fsy3LS3Ia9Wp19zIkpUlWdoKutQxsCh+lTStdS6hMTtYIQEj
Cwn1rqRTWJvpjlHvj9Vah6wqoixeFfVZaBLpgNZ4lFWmULs7Q1gKB4zHEOFjAbf5ubJLKJkbKMg6
3iOTsHGdh1NrFCsp1sLjWEeyeoIkigx8gnZbUnxlFKK/XudVoP7AKxrWRjAEDNiQGE8d3B0ferNT
3ucWVcevZm6SA5c5iUuaud+9DDAVn/rDsWszd+9Mzh3pqpUCwMI50LXibdAECIxKxYWj3dBaLQug
B803yGr6beeLAlod0y8hV5uO1235Qdqsg1kZ932h5rS6+DMUpyACJZqtU0byaopQfO2qH3waD2W1
8v5biCK6PnwxO+jOgtV6Mc0qwsPbOtqqzvZ1DF2N26d7qUqmq8A7JtjPRRXXl0ykr5nojsQ0XxNp
bwBuh7aj/WgMbTTG7IFm80rV+XrvfPQNtYhSjyrvnXqsL8gW0rD1rI1fQgyjBL3vc3oR7P9ICFAi
zWzKiguTVycjVgYUdZq6XWW3LiRvOmqXxqZqUkj0AmvZ24e+dTcFV/7KpbVwQepwXFrBg7XqM/x4
X/5ucv+LUlIG9pReVTL/QM1Qrq3+wgbTYblicKyMuom4mI2o+sC18+I7UHTfi8lUvzoeb525y7am
U9Bz3MIDgRmwu459U8ALK3useho61swgKjzW/fb2jlw40TqAF556vsW7rrwAag32ldoTQ24a3m5g
zfVtpvzdM/PPwbvZX9bFv5nRrFD4MPzy0hC5i9v4q+U2R6KqMPXJ19vTWdjsOkA3sVg2E6CSL23D
g6qG0S5MvTdmaX5ZjRJ/E6cPDpSOu2W5D5AQ6RBuUfgtoD7r8t1cJCEMTAbfhrnXifBLnbogpEaw
Aw0wMrQkQpIAopbur//ChJ9r0r6N4xcI0hRtEeAkymS8KuraIJXQPg7xvzRcN4gn9/p/gubsOa2+
T8Vbs1Yu/rvpPpqGltOYPfpeTYrNqEB+hR6aU+wzELwg0g7mmgci4g5GeYFlZ/vBIfsU1IhszgIp
wCxCqVTKi7OmQrcUFf+mEP9sjAGOIiVlqIAZ052J7herUVEf/36E0n1zfFzZlvtE6bhy4v96Unw0
dy0Ngs2652dTjnus6/pDXHvunUPK8QLzGAmEk3PHSJJumIQItFUX4A9zvHrdhqgHObI+6rIWrXcY
yhwLnv82DW+GJBjrjp1Mi3LT5pyffBvIMSg1+vvRKXgbJoA0nHnWD2TryhZiEpkFDGBp9/icDuRK
E6ecN9kknC0gm/NawFm4P3XIYcPghZ2ZVXsZErZjrrjgvCMxapHozUcfmAdBr4SxNoBt8e0D+HGI
A+z4v68fC+6jQ6Gm9uL4JN/Eotp6tDJg77bWe/84WqNM9t8B5kmUsRyy9kISMCNH/k7FG+3UXTy3
5Chj1O1uT2SBC0Z1GF7v8qT2AZa9XIUhoe50bAz3aMoalWE8Zax7PPLuoDuDc5Of7anigXSzPd7N
eH/klAVoYq/xkxYySx1aTkXfdk5tykvRGZtxRJepiIPrsDPzQzzejn1thqvxbWk07QOrxhHzhD7W
hUMh2p/qQ+86G7Np93aP95VZRAjhITc/xY5kOop8yivZU/BgLnXuRrNhY8uox9nPnm+v4sJ9oAPH
RZPJfOxKeckMA2iQu2Juj17sHszkx+0Blr7W9Rz8E7r6pkdBw8MApswu3HC3qQwgDa9SKGIbzRaC
pverK7NAXoL29H8HGxqnm6zZwGzyapcRuO8OX5jnbbKB71PrEGfxJm7tqLUH8HeJCaEpA14AbApZ
OqzkyEu1FV0IHVoaeVMkOH9jFlnyfr5ag73azSFjdeT0Zdjk6ph65bmm82+yVn5cHFW7rJISHQbX
jVukDuBNi/Yd+nVQJrNP7sS+1UZ5yZxi1/h2RGFdQeKD67krG3RpB2nps+EPpgOETXvx4yLwPcCO
4uQ+abxd7NYroebjIaiOvFWqbmBg7dYXA2wKL0/PlvAvyjHv8YBeebh9nEBTHWQ7ZchyXegrXeDg
9WIJEiX1mvXj0l+vbUo+gu4VT1ZzGesuSG2BzumF4ZpZlVhdivj2f3d9Bf6W3ft8juqsmZqwlT1c
BYggnh86mVcMG8d2Ie7nVmvxdmlAbbONQ1lZbZFP0WS3/dZv2p3AjQb+PEhlvVFuV209P06+qa4i
bRqy5OZUTFEDghi7GocoUQHHFaXy0ZGesS7dvJBiofjw348IuQF6dZrGnEScBHTK3kaLAbUDa2JO
mrNqx6gpsinwciR66ZS/3w6PC1UgqkNnCwvaSq3yxqgzvQvkaE60mjajiTJ5MSLH86LChyxR6rGH
tpbw6UpqsZb8XE/o/yd5VJeTRqvbqQRphghGsD98iOmPtX/wjH7jtOZOtsm3PgOIvRSQE+HVqYa9
1O05f3wlUB1jC/9RC1oPUxEZDkzWYE82Q9k4nqFlys+ybACV6Cr3SyqLt2rO7m+PubS+OrTWn3oI
gsLtPmIORd1pCoXdbGBoFWYwkED1lbuBkng6mgCYttbKqAsHRZePtjIrSRPPLqLYh+xl7A1h2iVf
hXRJQDl/zkn6cHt6C1mlDpyteOfYiXH9pNCDNWHzKFmMF5O9/9zPaxGmtJo28VK3jHzf2E2t2qih
ey2n4XPxXaeyQNGiQr+f1xGkWne5w06AscOIzit/Tp/UsaE6PNYc+4y0RVdD+fatYqqHWlKKqkFx
yVmzd7ENVxs4C1eJjn1llWs1vnCqqGHmRpLugZfJl0+tg45rtQpYcnOmRIR+4zeot8CNr2hP+Sqw
dOFk6jjWxEOjX1i+iGreHQZbPkjH/AGBgZcZSsrZACOEipy8tl0JBAvHg13/+T+54TyheQZsWh2Z
o/dsSLlNHXiapvPFHNM/6VrVcuES0fWZYTXG/4a6yJmKDmjZtxpATOkOXaAGazugq3rgZrJSLlo4
iDqCNc+moi8MUkVDARCw39ZbUplgkTViZYClb6ZlExI63nNWjPhmlYO6UPwETFsTlJwdoJyFh/fm
9k5b2gnaia/t1vBdOtUR8ruN5wh/M+RdNMJMHaaGkADg42Ys3tPW7Fduo6V5aTkFBD06ITOgPOdB
zkHMyMEwZBX4CTvRRg4Xq1rT11waSUtYc1rygbRzFTme9eKilHjddb01d+FopOvI34W0T5c8hphN
2gBR30dQ1OmPVpYAONsW/WX0BmfjuWzlDC0Mo8NKZ1rFEDAqZZQnA0RfzKiI7aAS5mFyv9zeCgtb
Whc7LgA1mFRny6hLOicoBuiESjx9A5jirIkOLU3iulT/BAJjUJDktboWSpnnGDJmYsjiEGy0n+u6
Ftd99EGyo6M/bWeEjBEcoaJrURJQB9BICmQ4PPnt9raAmQzbjU6f4p/yR4UOHMQtTraXrCQCSxO8
ftt/JjjWZMZ0gFZyE/NQFm9AaZ2gcXG3Kq21EOR0MGhr4/OpymkjFNd+mekfr1W42frTbCWXTLlP
7hr4YWkmWmBwyokNHHZnkYyh0Vlt2ei/N46x60bzz+39tvCKp7qWcTGQNE4S7IZ4KE/wtL6fR+8R
6kJzsyv8HsozJT26jfens/rAg51BOHv9j8EBxQ3/bSWhWmADUx0JOiMYuVZP2sivpdxl9VGx5mD0
w663xqdYqtNc2t6uztHXi7NtAQdIzputkUIL15jEQdkwGq27qxzygRgXx0wGmPJ21S4n8y7Omr1I
6dvK91pae+3pwj17rAcn7SOUuuA+LbYwnGkhuRFP34W9a4w49BJobowhY1GTfSumnar6t8p8c1HR
buRxdRMuVCGozhOwRU7aioFcrkARE/4Bi+bvpOqOrjF9UxYc0nminuZOBsJU63LsC5eVjnoFawv1
ZyttogHNayiabA1WhJCt/VaDZtWT9NGosu+jY61cVQudAarjYGdfOahp+XWE/6yCPGbJLjXZndMc
uyYODOLuOtTN0bTw4Ys20G/pMKigqX0eYAMh8NABzRDKrY3V/5py31u5s5feODpwtud2lXv1NY+2
2d4j7UnW2UuZ3klj60LLVBjVPh2+TIb3fHvnLaD9UWD6b1ib6thJm6xpIttq6YFP7NCMw57AfBp/
ygM+xFb67L2Z7V1cJfVxtufxkhP3pwVZcgdyA46M+Hif5rusvBpE1Nt5Kvnhk3+clikx1EFoi64C
8Cin0Y6yH7b3XbbgNNtW5NjgV04NtHCdhgRAfPyBFPYGmjQ7n6uLlYcDvLGLI+138BSMLHOtv70U
VnQt5TmZmOuNUxN5BAKDQVJaB980XvKq+iJMsbcnuWsbz/rpswrqgly9dbZXheAoRbk7PCQtKopu
OV69Due70nT5luCuMof/cXZdO5LqWvuJkAzYhFugclXH6TBzY000JpoMfvr/q5Z+aQ67KaS5Odpn
LprC2MsrfKFxQiP1HkxQ/1q01WUVJyuNsYXgwmZ5WckAWTKMvr74EC3SXrFNkvhgm/mGVt5T0pEq
WL2jl47xLDGzm9QYRTsglRmG8zBYJ8eBeRZp94YH0nuR/pLd9Dy0K4OYpafNoia4L35vFrgxXbPF
oIAhsxl3IqtQ3JJuh+nGMbEcFV1j60rqvtTrmaN/iyTu6lHhkcpSm5hTeHY5LwPS3cGd3tB2ymB7
r8IuzkjgajDTM0P5u9unYeHanisjc7+1k7xP0Db1YbPp8Pt8SO5KsziuBv+F9ZzDg02jL3zpSuPM
hAv3OsMxDlUjREQ99U13LoqVtAt4aTSo8OyVtGrpmde3/SutAhATsJC+hg0yhxtzWgcd4i8bnr3R
3o1GA2Th8Jas8y6X7rc5hpj3lk/B5PfOsRlvstiEzCj08cv+BB+0ewFpAd/uvk/AK5bF19i2N2Pn
/bj9/ZbedBbMWJyjMaZH4EztbtM3OBAdy+6hOXIcuV8HWWG/Tqn1oso1y9+FrJ/O8jzbV0DSDuiz
T8n0FWY7j7kNII6/doVef/cn6TidhZVB4/Cl0FA5T8TY5XBlasYN9M6VelcjPLlS+gWaoIH3O4PP
NqxikbKkcCShiZbB7QVder9ZsPFKtySm0flnnpbetrUnscubDllLo7uVM7eUJ8xl0KUNCKvJpuxS
2+Kn0cbbMbaLy+TDWcVzo4Qm4dUru0/rja+6I9wlIuC2qIx3RKbQf/c9H9Q0noGnx8q1hf/8vdlc
4yOte9VYg1QXs7B2XrPTPOBV/s7c4YHw5DR29b7IChpWlvFLUCMOmsk4+6Y8lkakU7KSqlwLu08+
/xxCbbg2VHEcneEahM1LnbN9MZUWjENrIAEkDRNNi5VHLey0OZ66hvhrP6kiu2QZ2blt/wwLz5fb
e2gp4ZrjqFvLtRtINWSXdqoM70gtFieh6gt3303WAMX0rNqZcS4fqyLVW8Mh3jbz+pUSZSGkz3HU
cUk0ii4Ynag2eRI+HGtFzA/wjOewZbTXAPULugLOHB7tSRsoK6PML4IAhpEPzk4W1sb3Wo4Ru7lt
3TwLPLbHVkLZ4YzW2etz6BqkkKfPMDiY/I00mj5SauRRnddrQ4QFpQ5njqQuB1DtVYne+hC33Qsw
wbC+BA0xapPymYK3Y0ijP0A4bwhk5uKYuYU7HSQdHsdYfRncNbjFQn40R1bnXZZCcQhzBUcAl6PT
necZpy6dGhC8miNAahQyQdNmZcN9fnoh8f6/Fx6CCfRdJgt9/tGB2+cEM2mcSduhfwbltmHus1en
Ko8EFJ2gdHMoWuADfS/5BabfllpJ+5d+xCx0tv4wSSNvskvviN+xoV5st94qawWOuZQlzTWGe8ze
4EWjsotpVA+WAd3vrpl+Sc12hHvhoLNNDjNwl/mb2uJnn/Ur+OSF8zTHY5Pc6UxhiuJij1c1NO3t
3bw6WljbVRHEhVt8jr1WoteD1ybFJdf9szTAeYDMO2TOoBAGBXaQndMoWwMaLR2QOd66laSv/MHO
L3GGVwEyxm5D0hVRSuK93bGdWyAVo9YPpaZ9UTb70ST7LltlDi8cjDnoeih9AYIbzy9DV/xMQEzb
lFbFN7RjdWgMQwaJoKFwASPNQz+tDzg2WSATwKZlVd0xMPvCkp0m3w4HaJ2LtEiiWK8VNUuf+rqz
/8obgVcwM8il5JfRSAPZt2+ObRqBMLI/vl7roC8943of/fUMGNhONof0PJJQ40uNtLdAMwJ6K6Ht
GytYk6UlnuVoiZdoAUn78mJpuJToBnKPnRdvc5e1kSmLET5gPhDogPXcDj8Lt/YcnD0AGw0dhgEp
zNQ+CYji6Vi+Zkz7AU/j+9aTK4nTgg6QM5eEp9Jgfg5tfRhTVdUJzicgIXVwdJGlX0R4z+r5upCl
22xYlW+MtvohdSP2ghnGKTYGRAcDPpgwmzU3SdaVga2HqCTjbiIwTcaIwRyOfm2CYTRFwBq+8eqK
WKsDJ203brxGLl4CyM1R36wpyaCrvrjgsvQDSFju7IIdTCuYstAxHPTqYH3gvZN82kOPOBRtcei6
Gu1Mm27NTP6+/dGW4sAcG142vOk6js3OxhICPEa/l/0HZm2CWlIytu9u+4bbG0cugIE1bhYwbwde
uyvUoIVzMEePm61w4Jyp8osrzC+Y8ux8o3zsuLcl7HD7DRe25Rw1nvuunQ+NmV8yawDLz9qBpv6j
Gf0IFngXNb3ffspSW3qOBO8qo9GgMcJYrujIgzRjWK3YeXXn2ZMZTn3pIzmSReS3QxibXJ5kLUUA
Ax9AlaviTlYoXZhZbm//ms+zWvYB3P0ruhi5jyZyKuxLXBQvts5RRiTt2+2/vbBx2fwG7nhfKLQR
9cWDtGQwlSpME+dpKrqQF97WE+KXO3h7iKf+uXo6ebYLm/XU3xDSHZOOXiol9rd/ydKXncXp3isw
itFtdhmT5jda63uc2m9eUoUuUNerI42lFHcOih+LDNJyKR6TuZYXdTlidGaGdlp8R9bxNGb9lvfp
xqVt6BL5XFL4xKr0ZNXjXZqn9gZxd2tZBdT5zUOZTP9Wt8xR9J30qwx90gzHNrlDhgXjjbr9fntd
lwqXjwbHX9unSRQcE+Gje+GA+4CRGAporDaQqf1hGd2BMi9UnfMtbfOVWmXxgbOcsRgaf2yJKi4p
t6CC6O7i0nooB7Ez9KNXISthgBYgTrdOkFpWtrKGS7Fn1uPr857XQFgVGFxXu7TGdIBrGJdmZbzz
OY1XauqFXTqHH8tCE7fkKr1UQ77BFC6ME0hMk+EIZ+jTv2bdcwHrbuoSzyVmcimqGDqcFYYpSWJB
cWUloiy9xfXf/9oSBlpbXeoCtFpek9Jel3c0tUM2GS/CbA7FmgTKUlNkjjgG0kqqxh3kJUnJyR/8
7r2jSAYb2GvuLTGe3B7oRe7ACTaVey7kz4GU5oOvNbwTY1MHg6czTNL7wyRU+zA1yUqs+TyZYv9N
/1PlVzTXmF3Vm8Tm0Cga7seuj1JXHmA2akdFiS16+wAuLfYssKG7O7adNuUFspKBKCKMMo+1y8Iu
hRSfs6YQ9PkrOXM4NOPJJCRsPHH1vhDHTa5+iqdOyV3MbR0YOPp1QvLdv73SLBn1IZhb8KmTFwGK
h+bog1DDQveDfxtq8wDQCl9Zu48L95PmEZkVwXEjMoelWl5geo5pmoIop65lvisaI2TNdyBtHZLI
iI/VoW9yHMOJQ6tX9ceWgmxUtUcyOd9ruFut/KDrR/vs98xiW8szD3bNQl7AbErM6tiXY4wZrNOs
rOxSRTxnqXQxBXUWSjsXhz/LSW7rfoDt2vAn1f1OyEQGftJd1b0P3ejdxf1Kc30hcWRzqgoBWQRy
fF6Jrrb4kY869DX7qn61NZrQIxxf66O00g1tzXPvZlnAUitKcVfe3k6fl8qQ55yFo8zPJivHw/sR
qGLE8EPhwqLa/OJbT7lvRFU3XgyuVkDsC8kdm5NZWBs7I+aj6gJ/94Nj2OOpxwhbq+Jb6fEg091R
tva9ro+gnUPcERYvSN2zXSOHK5FgpbGyuOLXe+yvGJyk7aj42KhL5qX3LLY2jdKbYcT2zYbmAs7E
e0pp6HR0k1Tlxk/ZybH8h9WR2OdRic1B8LheIFjG/PLCzD+TF4+B7dQyyJrxADm2ak0U//PjwvxZ
oEjd3il6eEddrrE/jfNtNdG7dA3tt5DMsbnMM+ahLYfMnriwLN/Dzuwx8dOohbV5Y/CNC1XfadL3
rBjCPoVzsZdum5iHBFNUq57OwvO/cttLAkwCVidjn2chbI5in5phVE3u4Bfx/l6xDpLl9YvZlyEm
zLcPy9KSzvIct8s614IjG7wt2Qtv6juZjs+rbvcL22IOURdFI0oQGIyzAV+8UHmNv620geE1JlxT
PjVb0fHH2y+ydA7/g0k3+q6UEIk9FwMmsmTnIPE2rQf8V2JPGNFitm28TNUzZuQBuCYm7UPBVhqA
n1+XbI5LV/ZYKQwojbObNZEDa4PS/HodKNpMhVRlx/LX7Zdc2A9zKDqnSFw8meFroYqqJ3pw7f4Y
OzgMa4dgoTqc484h/cT7RlTiIruGBJTqPLhOmm7//IUpKJuDzSu0Z3snkeLSVVYa5UO+i8c7Lbt6
00BhPM6TKphEf+enMqhk89Jj2h3wolrpJyyUEsybxQ/LGMjYe/hM3LRenAw0ZoM8+f7GmQQgLu9V
Z15QDz8Za0XoUjk8h6enzdR7ZjcY58S2p+9KJMaTxE8IYvjCBWj+v5bCaf+oKX+uZJpHdf07Fu5v
BgHDwOWZuynr8Y+mLF5JBxYO+xzJbo69KcamM4CkUd+bWDyIjG5WT+DS5pyFEqsbRN6qGB+3tPv7
roKHZmd4QCYUvoUwWTiblV20sEfnWPZY4hDkNh5UWUfbVupnPthoidE2jqCQMB6gXf00MI02HfyZ
mwAwo7fCbCBATPIssovJDXw7397+MUu/ZZZsOBDlKdq2QdQZTZiQJs0YpEpHt//4woq617D616Ue
U7+XRlwZZ3NUG5hTP2RpvQMHBCZ9K33ZpRM5h7hPhjuY8EsSl7H00Fx37y20tf1n+NhM6fiqlLkf
JVrCZrUnOj+tNt4WAuYc7B7zkuVK4bGyzQKhuy8pQ9PZN7L3OlaRGqwycK/p0r+t4/Xj/bWOHYVo
JhMDP6dpfkiFs2MxZAHtcj+usSiXvtQ8slhjIxH3DShT8QiKylE28TygVXtqvWLlhls4vXPFZtq2
ko8Abp2lpsZJ2/13U8btvi1iL/y3dZqVI07eN11exfysuxJHSbw4dEJCab3ycVyJwUsvMQsSisaN
Wdk2P2djcTAG46CT5uKN6b9FuDmmPcs9R0uOkSWwnGfJ2UvRknM66JUF+uh8/7dgY3NEu3KLOO2u
Px8UmrfaIt1b4bkBsUzYDA2wF+DXK58FDRA2sIoEOmt4cJoiyhmEYElmwtuibAIJuZiNDYwMDHGt
OkLenq9kcwv51lxDOe4HGBn4hbhMNfTAhgxi9dDpUMP0xq1htzqMXDi9c0Q8GaYRxHIkjZRMR9t1
/vRefKpgj+d1zbeR/J7ald2ydIHOZZGb2LXbXsA8WxfJw+BIDHDLA4W1oxIo35/jFOhP1ulXrXZ9
Umyt0Q8nbfyoBd/GRrNy4SzE+DlCfmKNA5c0n5+hlR+WA/qdnYXTffvMfUTaz7bULHRkFaPQYr4G
+TJDuzGr2n3pdvu+9bq7pm4HL+wVKkvVZuxdoiuzq2CHFxRF2QcqhX9FBnGghqj7ninn3mxTlLt1
/VJU8OTOR9+E6yrMGWhtfeel80VhUpT0EIKsO8ji+a14sEyMFgLY29BQSK8LfMFh1aXA2flVMmlv
B8mNyC3t9GeRNDKFxbaqHrukAAyiyJ1WQETH7v5I8EfeG5RHcV+6Ud5n4EMQXtvbTHhAIXmk+x57
Sm9RmMNPccjze8hoG11Qp2brYarl1Jg4XnW18xQoIpG86tErNnFL8kvpUA1tMcsK88krT1MNbATL
CPw24yvsccC4aWiKb3EmMIySpob6YSdDWDf3kRF7+UGi/XlsaIJWT4sjaU1Zfa+LKX8Xg7+GkVyI
anPeQQPVE1ZRh5/Niuy4lz2PDJfXagP3Q5Trsz0yC8zUbpwWTQZxKZM39IusqB4aAX4tuUu7DgIn
Da6DYgj6Asg3KZO3KkW5I7psCrib6RD2aPhatfyeN/ATsv0usBWoX1BjMaPO8B8F4TvIJx2LMoNA
TLlmm7SUXMyBNtSeAJauKgvcUgkHUw5/c2D2Uminy+pHnH2BatHh6gjod73aaoWGabxGa12MHLOL
hmbImyxeIxtNvG3Di6hvmh3vYGyEia7pwYBY6cDvv3l2d/Qp1NyR+niPnhOHlv1j5Wgjvfjkq805
DTG4LsoqMgLBfg0DjP6FJO3OGO3XeEpfDcCLbj9mIfeYcxig9gTSi6kIoCFoB2fWmaLLEzf1Lvf3
t5+wVFvPaQtDbVXVyLi+qDI+j6JLywA8Lvh99uWzYvRX73Mk1rUXmGkfATASOH33XPkxEFS53d4B
3PZv1phsTlTgnFAi0GC7tFV7qDggPh6zdyj8g94XW7upDPiBtitl/VJXbc5SiJXM4YrXwlmakKNp
skMuhr2TDg8ZKuS4mfYsNh/9kf8STb2hEDf+kMVac1ReuM3n8t996+eOTiwCH0vhBq07hCYgWUDB
2AGhNdnZ3qpF3ceA9rO9OruF8pZyjw6EXGBMl7lcHQcr/soEh+YnWrb3RUERWPywNpkN/nuevfX2
rkt2Le5BUrnPCey0oB8Hn3PXD2I1Ofel6uHkx7Od1b/q/NXoHIRjoAA5mGxahVV/BMUHIyik4Wty
rAtpyRxQN5EachkE4cYFJoLxLkRKcDdqOIt444YM9S9j7cgtHYg5mk5onietgo9Yz3RkQ1CWSnFI
i5Op78jIwJnxHwR0vJpS7T273VMOnSaBAaVsVkrDBToIm7MrstLvs0ILcil7D+oAllmpgBr2Pm1a
f2PYyQWJ/C8zy35nJC+CVJewrfXVk39NDJvhtwv3rcHtgeG1W3Al3d9ZXBA/8M0sDTxO22g0WgKR
azH9ZCr+N44zm2u1q9GGFhnx9aWYinFnx0US+M5Q73NB12rmBQQQY7PAX/S+P7mjqS9N5wxBPaQ7
YkEjtQEGwYXSEjuk7VnH7RSadHICl5TdPh3qJIQG1ZZobUGLrfCw2Q8SwnMW3DlxeQRAeo+7rrMw
Sx9q5JzE7ttTY2feA3EfCzT9RsgJtt3T7Xj7AbT75DTO6R7oklXSS6QGF9w75GgqhNroZegz90ev
8urijszdlh0/OH6dfRtTyGd5KipIGjruEOMLu4+KjJEVm0fDgbhO7UHwLjG/lpTsmfbMkNXuFwPW
3kGaUBn2vVfu8gwc3R5qkyudkYWcaM4b8SfdxtIv8Q50+pb39UmO9E/jsYfba7T052e9kYI63iBg
dH4pSfod7YrOjr9Xo/tvhdRcTz4jGraxVqwv0ub+cWItC7xBqRD6axymUvy1K/wVKN5SljSnhhRQ
TFBNg8t1rONN0b4PSMUlBHZlLO+yYdrx3Idxni8CVTRnwfJg1WJq8dGzxgjBuRPScvUlrpCXa6BG
NqbxxWvkqdDd3dBWfwxc/VtcNEExxIFt2k+kssu1MeH1SH62zWeXTlv6Q+3pRl8SzDWClJ9gGjxF
Stjdk823Pkm3YvRRaJDMuDDPWwOmf3AFPnuu9b/9oMEwXeUiKbvAIjSLZAfz7myoA4sQE0KRxbME
BDUA2BtT9brY5GkcQHleB5JAr9Ch3Yuc/C03p10yeWRbJm1E6unYE/esSfKFU20iSEAGwwBR4VFI
49luhpM/FTnKKjVEU+e8grUO5IzXkEevNjALmTIgoUDz1mDkFYfUaopNooidR7FZBJA4wf80em3Z
r6/5yevPscRpC02kqgJICxpF+9iHNvXIILEJJxZ6YuXwhDnUUU/Ns+WTr1fa4OqwaSmfmgOLjYLw
KYZj1oXW+T3kUdW9tuWbRhG3nWjzTcoYVtFV8+jm5Vab2aFyHhUnoZc2Kw2cDxzoZ+9+TaL/agWW
mEnkQIZPF3ygi/DEUeZkU9A+0C3gRDa7H/KjbDYkLh98Id7G3oVJRfPdyMSmhr/7dZUgJWqAekp+
Nv1va1hLXham1nP9Z5EmNYUt73gB9zfIadWAXFOeFACQ294QOy2NV5NZTzYbXm4H0KUcZm6tIMyx
LTH5IxcHshKuRPSnUNeU1N3IrA8Jbr+YUPS0c2evRu8t1+NZJCoEafPKub39IxZS3DnPSVh13PQZ
ahdNf8HgCL7w1VuK+V3qqMepHze3n7JwV/yHMxQbPkYxiLCGmZ5bnuxbr68C3lgrb7EUR+dMIbh3
eLXvZdZFuqV3RMOhD6QGIcvpvuuYbmluKrQwWHdu0OvejqyJ3PEJnMq32++3VOzO2USMqt5h3mRd
qjGrQr9LIBleRlfcMHI6T24AFG5guY47X06BLZMficGivq2/ybhKMaw0nlZ+yLUh8cnxmjOLlF07
Rt8OFgC1ajcN5I5N7kWaNIJ51akkxtEoBb4uJVggbDQPQ/XbT144PnOuka4yd0rKzrqQSRzHxBPo
BYodc/PnNv8zpBjLi+8+aEgr6fdHJvbJi350av6KI8hXbVjwteMFMJeQsklEvigekyH9mRSxjiAx
96O2xN5V1Y9BjfTQauu+c/uwFp4byqyBjnfFnjV1MFux3lKhdoLRjUUzuFZMMD4nFkSmxJg3gWvz
L2Vp/FAegPrQEhZTOKgSXIwdxwy1spqDnR3yYu/nXb6rfR1Bh9//KmkDFDvkrbEtSkgVJWFzBaT5
0A8joPt4jhex1o5KR0cuf83cNWrZwoH+KFf+WhfeVD0xfA4u1+jeTcBPQIc3AANz30t1tNZw2wuV
3pxOQBxHgo9iW+fEhHbyCIngnQU9QUx8d0PiAxa3crAXWitzNkGrmGoYTIDPmIhvhmYCFcAJSvDr
VwdhS0d3DvVvqMQA0Y/ts1MqOLLGGwDqgSaCeQR7SFxvq5vpsXbGpys32IRTbOCCrW+0yXtZ5GCO
GSvp9ML5mUP9K0sWyP8N64zhHxRHNiTpQ8Ckr7AJNR4gpBim478VBnNYf5kMgA621Dq3eXyKHfLo
Wzqgw9qQe2EHzjH95pQ7/thP5rmZpteUxaeC0g1YHSeFb2dkdG1yunCpzEH9jZfE8HwVzv/vQVDK
I/jPQFIcBn3xeA+LYgcaKvl9arwAhMJVte4avPTs67//dcrGWDoQbY2dM7xToYhiDru6Sn5Bs2Jz
O5ouISU+coa/HoApCyduIh0oNNdhzHrAneK7pkjCZLxH04Y3O7AoH2uxUgMtfbNZIaDM2By1Tpyz
0bzhLOsmPacdWDY0hgd9vXKYF1/Kmq0aN9Exh/PlmbX+N2z4bnPd3syazhCBvxBiQWXFHrYs7g9j
Df7yylou3Ikf2My/19LXlulNCh+r3Y2YFmKHEOMVSwhvSqP/Vtl91II4MKXvKw+8vs8nd9PH+//1
QMxQ4qnGMTi7FfBHYJh6CBpmmMdjSOU36Y7PVpWdx3rIAP08oGHHvH+ED/0H0D7BGspohXseZbEr
ErsPEy9e+4AL0XiOY0/jpGxMIdi56ulz5hXPpAHaypebHtjn22u3MOqba2b7vnBylL/sLHvnd++h
6KZ2vbv9txfAuGyOXy9Kv3JMy2dnjCkxvpRj1IsHCBPsMuZvlYuUX6QY19qwLHAgnAYTC29ljrq0
cvN44ZvQh3UsvFbuh9bQnD3LgOi+/byqt7twf8wB40anIYRiUHYeSRzpGjOVMr6aXpziipIwM5Pv
JgEFt1zJvxYCxlwqe1CFj9b75JxNNfwcIbQDdZS3IhvB0cujia/cVEuI0DleXGepWU19z855K7eZ
hQQtbk5+HPXdVmfvOcFI/bEeqifYMQ6A+0l+VM1bHfc7XTFIWrvEjpCVrrzzQtAnsyGg7Xq2M/gZ
lhg4ghqas4FX/uO2n/VMHdGVEDLFn0ZmBYd2XpKgWGUTf7416BwMDh2Ousx6bHuY1lKgo+wmaKD5
AnQEzDzs1qsC1dVlxCS4i3GjDpbjqifLcE+EW6oOeesDSgxfgiRqi7HdDFU5hcpPrFCYbo7RT0ZX
VmHhgqBzCCnLRh13ytJn+DicvNg9qLGDvCuZvlek+IKOwc6hHNio/m5VLfPzjUznyFHDVha0jGNy
nnj5WKj03DnimaNKa8vpACeblQt94RvMgaNVViZjLrLxXKOC11Y4Puq0uptM46FtNAS+oWq7Clpe
XMZZtEmsrqorcOGgvMnPPLOOI/oZKD/RyGifE9j2QcSjDIYcTVWSQ490JbwuLOUc92/1XEG+XHvA
+7gbnuU7BfEtMfyA6PgGAoByAoWDkIDRNKy4gIg6YJlD+9V1/U1Puz/EHy9NbT/d/jVLP+b673/d
wZCibI0Yuizw0ijQ0ZzuUtPdCsv+lrXpg71myfb5dUXn8vaQ77MqB+yjc194NErlmN2RnrKVTbPQ
J4Uz5f++RAdjUmUL5p0JmqI5zzHELxy5A52ThKmGpkdKh11h5VvUrzqCxzOaC9ZwSJsG9Ea1yWzI
0xgwvgG10zoOxPxaQF+addWTXY7F3eQC01ExwERFjXk8HaA/aaj+jEtw2Dh2y44pNOgfKjFUh0ST
X6puH/LWyh8NagyvHCisqEMF/uTzjIdO4T6BYptEDjHtlXjwQeD6byJF53Bllo8O5r+QTmqR+Tb6
aeyLjQVHTbITFN1SN9348cW0n73iwbZ/GJgpGWMc1FChzu8pUOC19sMrGtyqyBHgqxwFCGqqxN6L
vIqgiBvUthdB8Kkx17SJFua4dA5xdg1Y1NMBP9kXP1jxAn+6wCyNvTK/QrxxQlEHax4Qyp8wCjP5
Vo73w3Aw7OmpIK+j/+bWGMi594X4EosUE0sKU6Ktr2BipN76vAtHP97gRSZvDJOKrLRuFkaZ0M6d
bbN4rNMJWKUzrBpCLG6e3HnITWPvyav25fCGX+7GZtBq+FB0PCCYjcCPNzDrNKSeswUtX1bjnSzg
vAY9a/xffzI2WTmu/L6leDYXPuIWqGC1ZbvnpE3x9zmHwDDbtJR9qWJ9aISRQIkpecryn6uIi6WD
PSuIPICWnEJ59hnjABYYBaRF2sRZSSQ+zwbpnOcipVW29dTRM4N7YtZUL7kqz+lkHtI1AYOF62bO
WyFMKqVMc4IJlA81nzZ+pQxGvaUeIwf9jZSLPx0+dGWgPXk73i60YOnchaGu60IKr9LnPp/ES9K7
h7x2+EEm+nc2VMAyjFJcfbPhrwUTs21HnSrqiAF7JhgN3f4NC+s6Z7tYkKqb3E4DgSYp3wnI3Kjc
yXZmC6Gq3qerBeXC5pjD+K+miaahTSi6Zc+1W4ScVQG4mWFa8h26NFdt1nRbFOaOX6tZ9CDqNpj8
x9svuTBBoXORei81Nbx/YJ1aVm3gWBgimaGZfkc9e2131Pm+7n7huhV0Cif21MKGIk4jNQGHVYSI
HQg2IYM/bzti0Ln28RdWfs4IYLotzZS0/OwJ8l4hizuMfRomLttdu6boLfxBrinDSjR0m8o6csRw
pIQ8TFDhg2oMLS4ZBaq0Ff4aTmmhdKBzQfxGuV08QGrorMsvWI6+vLveGb2Tba7EoEGlG5QpA4Ne
Y2wEpC+/aE62IKAhQRZ3CSIv1sr0n25/tIXSk86ZBCIx5TRxwz8b+XiSrop6/pgBFk3pG4R3t7Zz
MYWOWO4GLiLr7Yd+NP0/uT4/EK9/5UCGWQmbFxRCef23TovILKCW7cmogGlxE7+5Vo8Oz1vCkvCK
xEidn2U3RTmwOwj4NXu/soCwlycoNfXfENXN9P16B2FR0IECYRavgAoMW1333u6K8b7eE4UO7GkE
ovR+/UUWotmcrJCBgDe6ivBzb/UvoJRBJnLAcSOyeDAacwOZ4GBV3vBD5OizRbse+r8WrWe08QrW
8PMIi8C8eqqnd96DkoyjbPQGqBFGeE08dJ9tRhCz8swNsUg49jlwH/V0IfE3fM1e6FNiwYPXu3Rd
HLXOVacFTesk/7nyca830We/c3ZDAZZG6xjoiDNynaQfA0HvWEKCqv51xZ6qRgWme5cMw30Fj8Ep
ATKxvOA3JLbCILXeXHHpyDmuxwKCmPjaV5YZYohw3YODEQc+8TQ9EVzxGWQcsQEoRFDgCHbGsbj9
BgtRdE6nKBLYRXa8QaE3BoMu5K8642Rlda4J8meLMyvV3diPsVX9+pQb5VtuyceaUziyr8HPln76
rFy3oSaTW5jrnDqJuV4j2KFKrbW+9sKHnVMo4vbaoK9YeRLcbMPUqAMrhY4xFH8oQS/Wlvex427o
eIjL+ADilbthxk+WrXF8Px/tAMXzv/tfTF2McWYNl7N0eNEYNFO7g7CjcTAsx9xIb3KvXp63t8BS
WJzzJTIxUmLkJjnimnY42ZiiOrn5XQlivMO3zLT3RZzAOarYr1JiFy4Gm8yKKnfqiIuEcsDeUNOz
MmH0ECSVBwJJHVpV81pq8Z6llgGJbwvIrdIGSZ/Ca9sHak+NMtukpf2nyAHJabvBepky6/84u5Il
OXF2+0RECCQQbCFHqKqswTV5Q3j4LRCzGAQ8/T3pu7Hpoojwrjs6ukgk8ekbzhCHMxEy2FgT68Oz
S5edPJXaNeRi9BgZroJ37UhqiASQG4xUny1AAWHu4rV+Qdt8l7Qd32X0wrvD0EzxRtX58V1Ol609
k7G6j3t3iDplAn3gJN+1Ko8qbR+qLVe4jz9PumzrweCOwECmGaJRO/eJwiAaXlrD3qlVs7GKH59i
uuzV6Z6avB0yHcX0YBv9uIP16DnJDPCEIOuIo/Zu1v358x1be5tFNLAxJUlFl3aRpIAjyaJz9slo
vKW5vVVVfnwBWssOXhVDIarr+iEqSH4nu/RrDEvtgqYvnUHvRjW68MaJI6o2AEofL561bORAAb8v
MznrSDti9iudwc47vvfy5ufYsd3AslOi1VYLZaVwsJb6DcTFMDLn9RiNZjkEtGrJvWnzSwuPr+5g
8eJ94rwKGsdGbYloYAQwLgVXxtqqGj7uFFnLHo5HwEh2VT1EqGBeXRjvpewOpt8CfQTvzfB+fn5I
VkIdpgx/x9V5oJ3KORkj4aRZdpqQwFQNJLq8ESKspPSntvJHF4OIjDTy7IxTPp1t2904o2svuchq
Mlq7YBdREg5MHtSoLiIWpzZJj1WMtGBo/mmKbS0FIooq8dpBWySEDlSSkF3fyufJ68I+974B3PeU
t/ZpiPluY00/DpXWspAGCWnQGRRTo7ZCicdKem0IhG382iWz7xgYPSsNYrA4TIS/6ar5qc1yY6Kz
ImVjLUvsjs1QF4plGTFi2t9i9oANvud9B6xPfYYdwaOEBxJLS9/NMWmktIcYNmhxgaMhl42ORYez
4EP5dQsq8XEUAjTw7/PlunMqqwxSSx6aWpBbmNEpyYt9rceNI/TxvWAtq2tuVYUXj4aMdN2GFFpZ
gPwcr1QCqBJ9vp8rYW7Z/h8NK4tt05PR0MtbTwEW0zaB4gdlxkGv05e2hOj1v4lmWcvG/9xUgyV5
MYcFrXekpk+Vo07wF3vykicj36j71t7oupZ/FBONWwCZ6hhlBD8if0rbe+gahkUHWRzocN7GSX5b
5s4LsHCfL+DKV74Uj9A5SzBkHMxw6ODXwrOvIOJquzshme/aZmOXVkCk1n+6si5suCD8NoczK17a
UZ7HovMCkIpVIJqTgqb9aCR7u6wC6Ps34OQn59LOHutpU2xn5btfNlltK65HozGHqAX2N1GSBZXM
T3nLwR2zAlMWb0M5BYQM2pdzdTbG6SU2660E/ePs31q2S2FGqR1OG42oA4k/O36ZMGZxujzyqB3w
DhJkPZJ1h6tnodsTgBsgIno3qCpTf9j6GFe+9mULyuiMKbadQkdz6vp9AhFJlhV+PMAf79+O0iKc
DEgAi0w3fcSZGV9ZQ2fc/c9FRXJISSTFMUM7/p+etOwdFX2VF2ToNVR2+XAoqrrwW+BdfdoCgGxW
HRSUPG+j4FhZtmVTCL3BRA9CtJFG4gT82q86m06FuYkD/RhqYi3bPIXdZwacF/oIQ5Ym6IyDhCZT
0HF08EkOIlRiTAF3nPfa+MEstOO03IIvr+Rsy15PXaawBunkENnw5J4zVQTKMY8FsLZObP7smfc+
bskjr5z/ZTuGlSkcSAjtojQd+0AQVQZNubFBK71+iy8SlZEL0mVOa4YOfUsK9suj864bqpuGyVvX
6XGzdU5kJPAYHLcqrpUgza+F+B9B2nEKDMOrWcG0prODsgR617DtuwwmDzHCR5jXpXlIwLkLrL6T
2UaFsgI8tJb9D6Myyn52hUadN596Dwa2UEXJgkSAoWCVxq22IJtsJ7Tdw3/8BSraMnCKEWrK5Q+O
UfKxhrLhe4zD/G9fPF/0TJgNa5KiIG0E/LALUqHzGhMojCZ6lwGRE2wen5VLaumuqIbBQocYl5TF
72z6HWTSr9cZXTzb5W8HpH+KKssuSuakoOR6XEddySCk7bXMLwY7823D/sYxJzjZQ7WRCq58esuO
CZ28AXY86Aa1HGSNDnYJ+8Gu7nSMXHCmASTNhh0FE+zzF1u7fpc9k7h0iJ1BxiNyzTOohYd6bGa/
KO4ELgGe2QelRSDa4pi3qedDmz6qBwiUuKa18QNWYuhSfIL3VQnDbTgvWbI7KTqcG1VdJr5l576S
Zi4VJ5rZg5uUU44RxEaBx7UlCMWd6+6JAui6bN3h3477UlTCbNMCwtPNBH/w+ml0j90MJ5NUaL8t
mh99+uXz3VpbrEVsgWGAtKokHaPC0RJgW0udKGDyt2Or2UYgWVsw6+/w1THe5TqpaERIctfrIaxH
a1fFza23tSVrB3wRGaQ3FgpKoH1oURcSAhPQASM5OENuQPHUPVZZcibjhpzj2tss8o7MlV1j07YP
Wwd0H2I4EZCb6D24YFVsFDIr8X4pC2CI1s0GoZqw8KJE65+lWyBFm5wckkfiddSQWOeGGRjix+dn
YO1512X9435Jodhq2Vlfh1e3EX8av2iQ5NOaPEBH9sWAP1zS8/cyi7ONk/0buv7f7re1VAsoWzZg
3oQHml3jV9O3xLyhw7shqpsZWC0eH0T9fbLt26o9VNO8a1IIorWPwJJgAGD7lfPcivrUjCJy6tfP
l2Al5i9VA3rEoqIfVB12sbu3ewsE6f4wxOajyccfKFI+f8pv+sFHL379Cv9YaWUUdVxYcxfG9EG0
j8BOXF82SzDDuLPiez4dGqjbEmbtYpH4iaDBXExXPlnNZQC70qCbmz1+ToOeb9JZO6Kz3ec/bSVn
WkoJuF6bZDF1CsCp+SWZxA3IZt8+/9NrnaWlMSETUIYYHCgQ5qINXMNJgxQyR7h3ML8TMJPlwgrh
koVs0O4euCIw5Npi/ax8rUsSvGtyaOXxqgoryoCknS7ZONyNPUZF0ii2ern/r17/0b4uApALYiid
pF2Fom6KL5YhjxXrX5KOwm+sJiQwTaO66QUDYJDP4VipYGrL+QYqAMV8GDpHvBidzs6YdKqAxzAr
K1JVgbKfpEHntT/tEa0Yq2x7mEdyBatE8yFWsKJImvw5nq4atgr8IqcnJUS1LTtErx1zwOEHWOCX
SUChEaBr9x55f3bJSS520p7HOwa1npCnrvCTxDjnPXtKlXeRbHhAjH4dYSe5H+E5xDvbwYADj4W2
laG/uGWZHTqHCMiRo+zJFPAbuaofsgkSdLm4KiQawMebfXGwHerXRTpFI7JmGMPaffucx+OJ5kpX
YFpUxk9tpdzHfxlC3dIQ9tUWyGaaHuuElTfm7+G7lheJG+riNXF8EUCNEdEO71c9iZp1zm7iMd3b
bReZrnqDix3Un/r8YpRDe9BQePnCVTV+Gz22rxwSFWV2bEhccxjnpr04mNI+525qS4wVzSEOqhHI
fmZAo8+kJc19K7bL0zAhNYPmWSr6G6+vIrPOzz0xS1zKcXy0MeE9OHYz3BEOAn49weNzKB8Us+4H
m94Prq0Ps4AM1XHmIwSLOm8Mytjo9lTqPnCkl79KuITvAAc8mjYZ77OhebAc46724PhQVPJ5hmgZ
PImMcoIEjnHKE/qlNiYdjOUVoJPaO1w+2bSbXeOeQVc5UJNtBa4ap1NnSxixZYl7w3Be9hJ4G4NC
DEULO4CvbRy42P3GoDbfNZkzHmPk9if41Rz5WPIDyTFsKuHPBlZyApeUuezNMwd5xvmS5zLNAotJ
M4hTgqtWY/gWoMMHiS+kEJFLW6B52pg1oQuJFL+jrQ2h86m7gVvkHciQ9xZkN/YuMC/p0VUUcNai
1YBnDdOp75wbLcpn3U1HM3P7cl8NReAA25g/tqLrbyab3EoRQ6fasWHpxj2ERpN1kCZgcWSXcRd0
DcEYHrAdInuAo3LpFYHtFhlMtFz3yG0ROC7wnkwcG3tGxw6KazC7wYLW/S8vc4Ex4NBS4Yr3536m
ZAflJiCqnd/X8OyQoCf/m9n80HVursAC5i3q6FaJO9cEpHW0p6OH2rlInTvX8mDPa07j7VQasS/I
1GDsnqGRAKRHN9BQjBDtYn0vsp1yyZOYW5BPdAVQ8Txlxas2mw6LwHSQ96Y3PVH4H9tIAqznuOrf
OauAyHLITQpIyFvbtAQO0t59Y8j6NGt5o3iyk555dpDRBaA8HVqprQvqCnPf2DC0ZJnEFkzT0U1F
cwaCOfVHjTMdkInBUU6MD1mcGAdYj4RdRiMh9XcuBvfOlNbVo13hy57men6b0xzKNmma2kdp5hYU
0EjsD00SFoQ6v2jRTnDgBbjlUnLPcwKYHqfzoRlSemNbXArMMZGtDXlya4Px7QI7T8HonwfQjI0c
2mLlhERhkl+ThEM2kfZ5YEun+p8Zl79xdc1LmpLsZLal2oMslt5As+QlTx2gHSCpBJylwe2DhaaD
Xdj4NrwBidrsBF7FRr8zzNF3IVgQpDE7ZYp/g3y++eIZdh16HfrVfpkBBmZMHF+Bk0rAW7OBXOxM
pftRAy9MqvoqI8OVYexdWKo+J3ldgaGn+M6FHyJ+glDYi2QU+yklJShn+SWuvPjW5fpydROqS6uB
sQwMqgZLwOM41cVNjXBgzq31bjr1qYTeGQ6YcRGNVIeYJ18SqO8ELoC3QQXTu863GwBFrcbA5xw3
88+6ZLACb2n2NMwdlIyhuvrWgMpMfWdMjQDwT+OWVChiAt13nvc196r+hwFQCUTdaNl8iVX/P7fo
jQgFDSRMJuylsGG/IgxjhiYzGAtNx+fHrGzmAwh6wPUaZaH9zFXDj4Gp7MAGx9y5RhFBWKbbxxPL
v5pTN8Gja0CmQ2o4/M2q2SWeKsEbV/dgAycX+IE4PmUd0h6iRmwNqxwPvH7vq2574PK6Jn3N0dOp
wsFgwxR0vdcBnT14HKZX3btqjfKGZmwOh0ILHmatC39s5XTf0B8o4RfezfdFDECmR8fOVyA/+wDF
FbtqgFxG2Y7irugTQIfAwwraulYnb6jd45xV4maA+P1gmyps+JzsTdBV7jNOCjjjDdbZ8Mi5TWC5
S+2258FUiHtHc6gxzKzXemdJmhwcPv4aKs/hkQF9iOYrRycBZEkF9nHNg6bw1Jchyc1Xgj3FJL/4
xWpWBBUDt/R54mzudy4qWLpzpcXfwJMg3G8Ice+aYj7VhjmdmO1Ux9FJ9RGwu5nuDJZ9Q1LpFGiO
wG6O5vRXYnXuY6VUHXR5+pOSFr5CRWJWb/1UEhTgnngbVFfsm4Q6O3gOUPM0VQlsHZDU5EBX9B1a
aCkj8Lwyh4vRQ26qjwuGQNm59Dxm1hf0Lsyz8Lzh1zTy5Jk39XQxZMGOXWlDXyhno7n3UAoEtOiS
/FAy9yK7Yb5nZE4CNKZDRLTrMDc3XXao25zLsGzaVga8tsYmwGBZ4c6qII4PK0a08AuInUQiGYf4
OBeyf4CSpvOlkgOoS3won7k39/vOpuIlQ2WDDKGHRuIBs8zpZKXFWIWZWWU+oOCJDU+V1g5kn5QI
QjIH8aA2xtCATSia1omxK2L4TMaNARDcRHfgqNxqkdqwIYYbdqbzZ9bG+mBW8QPMyFGWJbmCphWu
UiR20/hEAVcJwDJFXZo2zzEysaDKm/J+EhI7V3Bjo8mz0phky7ZH7olsEgT5CWXGAZWFaZwH1jR7
C8kMGcKm7b53jfb2vYTDwueZ/cdVE1u2QtqsdSRMuMzQq02cuuZGVuaxzKqoKsvAhJTe549ZmcCz
ZSuknOZhqIAGjLI85UdW8aA2i9MIaHczy2NfOVBeku+J/JrRLgPUIDWiJuNbFf9K/cKcRY/EUdSp
qYmGIPy1/dlJ/LGwj6nu/QbNHpp3N82VcXgStbHtZfNxS4M5i6bJlKaO4IAgR3ZmZ4HOExK1OpVR
00Jgr4Zp6v3IepTFepYboIqPSyVkNH/XpjzLi15joSPw8Sf9TYr2JPPuxYmbjTpw7ZUWnZOiTOK8
EmqIPJL+amoVMSTMI08vUDGInKaHU83GBGzlScsGyiy4pGaVZtGUv7BmV4BRM1vsFan4rTv1L1O6
Vfn99kT7b+HHltKKaeXosuwMEnqu+2h4kZd250zCRgW6olxnYLiwPawab7kb78v8e13I45SgMmm7
e13Vv1qdWIEt8n7HOqJ2XvyQgpVQz7hJGLxIxSMAXMD85oGRVgmAbo4Bna8RWUVuHWjX3ldl8vz5
N/ZxHxBg+793PzbpmJfT9VMuOPpMtb4OhV43AdgftxdwIf395ymA9HXMPRIm/fTkMeOZ99nGZq+c
26UEI+1IWc08JiHgpv5AuhDaO1dHHumVG2FuRW2NLZsjmddCpCXG4sxFHNgO4KBgq7HHVNIb+r0j
UKfb4f7fz+TILOFnbxIKqV1NfQ9e6qlZ7hwQxx2oO1n2j3I/cOhyPHPBAlgbx0Wxs7dA3CvheNln
MfpaWTlqzcjgzndpq2NsVl+oTERgEyV3mmzxnta+r0VwynNd9p2LiUEy3TEucKEh38dEX8TjPlXW
afPYrO3tIiaVQ1y1iP5NNDj9oW28Uzs+kCmLetf6t6i3FAOUuEBcGAMMkavNvUO8cEA/o0FSyJp/
ExdiS60+bYN4UnoAE9q28TB5/Bt8cKARsjHtWLv3lzJ6mTWOXTm1wN61aocmXpBaTxAozINyVm/1
zPa4oe8TvN0mDGblnLFFrJCAK9iOdklIbKh+zPDeRnRDrnYixL6bFNQQP49JKwJUbCmyl2p0UmzF
SNjZyNreSoVZiIZQ42FIX134UsED1bdarOWpMl8dxKz53+T62VJyD4xBr3AzG7jfThzipPjCMvOW
WO1btgUxXVvEa6T8oxVcKTYgncC7EUV9o32HZ9iblRqvPPfOmzI4K1GdLTKXUWStZ7dIyKSsvypa
/3DT5McVD/z5Bq3EAbaIAxjuWUNuArQHoL4dH/pk8nV/Y9EfKk8Pw9Y4f/WEL6KAgtWxbGJsBtQA
L1lpALEjgt7Zl+1hgjO7Pujm1QSB4POXWuMvLSXHENn6srRwvCFNyc1d1gCjO+2S5gz3I0wgqAgg
sDPBkbiF6/VYV3eQgfC97KW239XIAya+U5vs4zEPuMthg71xC308pWFLjTKZWk5siMIMlXjk/NIN
/ZHQfNdX+s7Oxq/oetxYmdya0awcz6VgWdoNUBcWEMehRXm+QtxKNPneynK8uOPj5wu9tq9LUbKM
G1Yeu1YS5WYStBkkZZtqF7flZSSc7Qh1z9lEfzUAwPpUjQ+fP3XlSlkKkJWVMjM9zW5oavVSz/Zr
a84wGiKQ0yMbY561RyymPC4qQDXT2AkNXrEDZzQBuddwdnoGTAEWmFs+dmvPWYSQTmhYrsD6OCzK
F92pswd0BhXTKz6Kf1urRfiIIecvmxaHwCl+ehMgEEOBlo/Yo5n2+QPWTtkigHDw3/uybqvIQiR8
EHHxHleQM4Rw8j26fl/1lhzYSvq5tDSOyQh0zMzTqPC677GhnmeTbdTdKyH2N8/6jzheD7CsMtD7
jHCa77lBgGot49fG2SiaVv780jq0kGnFIFuQRjBjrAAWnM71tQKFU9TGFqwszVLrU3SFgRFRZ4R0
Sl8tUUUs70+f7+7K9bAU86zgcIOmijbCenJh+EvBCmnaH30Ou7MEQ4FyJCcCzufnD1s5Sr/pcn/s
A7SYWSYqaYWoM85CcjhWThgJuCeIi3gXq+s2nrPy0S1lOFsDXhSJOyRA6LV3gmjoCTQPUJu7yLbe
Qjqt7cniw4ajus04q0VUWnAC7+sSaiti3ohOK/witlTgc72ur6wOkI8ODfuu1fmrjUZ0lwFz736f
9NkUagwKmGUkAxpJgCFQx653LZ2qe/TnaVALA9VhnAPPjj5tDWjt5zu4AhxiS9E+KL5Z9Qw1nUgO
zpNupnfG46csHQ7s6mg1sgedFIDrZsm+t/RTQfQxSbtgs9hY+9QWaUaV2SYwq0YWNaN6Sl33brbF
jg1btKW1A7pof4CjCdy7qfIoNuyvrK+mYweB6mDMMepzkz2J3z5fxpXXWAr1kdZ1qwpCl2GRanDA
qs4cdraSHA1IOdCNvVr5Cn6frT++ttyIi7wYyzmEO43jE7TOJ6dsfei2BMWWRsDai1wX8o9nuFA3
YC5sS6JZT19zWdymU3cmyffPl2klnVqq82WGBQH0gg6RGMVuyJvISuoD401wde7pY2fvQTJzm9S3
svu/QZZ/vExSKLNkMIGIEkv97GXugrmHj3A3afbi1eRlMqTxDXhSmN4Ktz51cPgL4CWufT3JIuhE
XRxK3t3UfCQBQEeoT6cUyOPP12Ltxy3iDY2l0QD6RUIJf+w6728J9NIsOfrQ+75vtN64y9YODf17
Q60JVG+FIUKYFOW+I8+J917CTSCl+caFs9ap/d1A/mOVZ8Yd3We4BDJLfMkT/lTA8w9UBsyjWEEh
BDodYqv8YcnpfxxdfZ64u89XcO3VFrHDA895ngwg6OAuvmtnzBvs5MEooRFIttS9Vm7T31n0H+82
YUhuM41kzO3hVC5vkZRPcFQHpVqV3/WWh9zv5PuDjuZSoA9wDzmOOi+jPO2LnTMAVdzm6pVWbDqI
HGMjFk+NT0T6XTQVZoM5AzMW9k8nYWHGgUnzjbLKS9rV+Q4TrKsbAhyxtaEhW8+nbz1cPwKDOs3B
Agsr3slBAZ2SuirIhsT5NqoOc1ZTJSUI62UXYMQMnjioYc/6OjI3qFU/t0S3O4vYaJdWVkQnGKTN
rb1V/a2EhSX5trBGXtZ5nUdX4eO9mbonYDHAxJ2OuJCdgBU2wajTgPq7ob2Nw7MS6JayhTTpjc5D
qAvBNoc47/UbNLjyk2Kj0PrdAPxoTxeRVM5s6qDwV0WpATZaYNn5rbj6bsv2B0B3PT9JkFExGjS4
C3z5wMGgVs3L4BnW3k7B0xIJvy3GCWpGRcPfVIx5h4n5lmmWF+LaLyors8CTorlVUxuQIssf69J+
NFxsTT6IZ7sDRtbKXVP6Npzov+jEuKW5SSJIDha7DAPFRAxkl0nqHIUJVUovrZ4AjZJ3InHuiXE1
ClXwDVJUTTvI6uNgmEOu9iVl5gsVPSRv4eYHnU5b3SrLk/siha80z9H3SJIhhPnFj8+/8o8/Qbqk
sLVqSiwYpLohyWEZZc7qEhv0KxwyhiBPy0OiJ+KbCbn//GkfH0W65LOVrjdyDlelMKPDqa4g7VAW
YNEXDUwAbAteSoCzWa7TnMx0KDeqgbWjeI1vfwQZ8INtL068NHIkv3OAXHM6/nOzQb02yPsPdXyg
BoeaCgkBBKj6myT7VtBXoKWofY6Tm9kl/iT5jrHbfItx9vEisiVZvHcbPdIBLSqoS4C4P3RPoCYF
SfyKdkmS/mAZP36+W2ttoyVnHHkcUabgZZTCtujqx1erL148H3mOqX7Dv5n5FEodZvEAizzLTx34
hNT0GfCMYGpgw15N6TcBATX44kZ27B0oRHsytWVpsbaxiwuqlGOcugPIkeiXmvEbiPNj+77x5tcM
9qPwsshsdUvarAGPKJKx+hJDHjWA1Z5z6rL2jYBbCmOQcB6t3u+QBEH4A3KCVQepjti9CMv6JXEx
V8y4SImrejSyHYFZnh8LYycnZ0P6b8Ufjy4J6kZcO6IUGBIpL3San1Pc7g3nAl0UHIvqCmbQX6ry
ZnAhFwmxcBFhSOfXZphBk7mwoSsZ41/HF6uFpeI4hY2Zv0CzPbT65Pz5Gl4zrf8uIV0y2pPE0pSo
1Aq9Pn6Xg/fuZuPr53/64y+ALunrCtpysTn2JaoqiRSa5Geq3H2X5fpomRhMgU3zKnn1WHlbbgdr
L7MIIgYxQA+KHTtkOn5rjOrJRIfn85f5OM+iS5L6BKydyZ3JDXVsXug43EvGv3ptpvwmM/9poEiX
am5zV7vziKZOiHgLDY25zHZ2pd4nOzZPhbK2WF1rr7LIhksKn1ADxzKCTmLuGySWfmXFrp/18/0m
DXPtIYsGW5FMrJGQvAwVGweQUG0kwalzkTOfA5X/m/8pXVLNpwpqfH1iumE3A6BYYDp4IoW3ZaWw
0hegS9o1LWFChAselLv86NUDdBXhu6ObNmDkTDre+qrW/lXqOYs92JIAQI9/3hSVXrn0lzxstzPz
xiUTDy2mzr3pHuOK6n0eF+OuglVHc6i2Ct6VL/U/Gqy1aWRjQpxQQrDKZwWoD2ZjTV94I38BdYtS
XtoBbFhgaZilXz//oH77X3wQeZaUbDrPDSVJzsPKtoX9MgMvf2Am508694iPKcalNGBdl3dVAayt
OMNN+gyTVsBtmzi7ZyUIVkFrTk9uriFLIcyTkso8yRGGjlLBlqe2svbBaaTekVkxH9Ym8eQzGxaf
cZ5D+0S2+pFbMYEepsuByY0B3S287AirIy/ojSo9ewnUJ7IxHV5sj26k3B9XvEhr/s5zgFzqhwoa
zKH2XG/Xpwk9DXCaCkbQM8Kxq7+WSPk3ssYVIiUMDv9+WN9Ppkh7k4XxDBGPVBYvnHQjzFQH5w6e
icK30unBpM4jQxzet+BGHHTtTmGbUO4zK36ceBP7TUm2vqiVqLDEbYkGMKmCZ1Poms1lnj1M7g0W
ecMt1CA+P1Yr67tEbPUexMvlLKbQQwJgQEXPZ+b1q+HxW3m1M5mM758/6OO8hi65/qaB8co1aw17
s1RnJMj72W3GQDib6I+1JyzidGfZ6QgesR2asx4PbotpMy+5sed50m60ZNcesYjS8BMw2dBkdmjT
or6DRSi9zeqrwxeMmh8+X6cVPxp0Gv8+hMScs07q0glnUc3mgTaTZe4q5oJxUqsSDZIclOwKasv+
RO3qSaDQZbtutC1QWMyqnwOrVcrxCyC2IamPAaylbHZ2UPy8pvYovmQZFCRBGYZKTOO5HYwiq0dN
+idSlc5NPifQVIbKt89TEKtU35KdZWjrPpUgNjkq6U+yg4mVzFv9JYcl0Bl+b0jBiCidiI/F8yyZ
2FdJlR2LQUwKijR0MI+wTJuODTXK55xWBryTbOOUJsLxXd6wk80prtQ8bV+FBaLC5+u4MrSEpvrf
61gRqEiWhTeHKS28x3qUL02imwAu7xEMukYRgAY6QNJzBD6QQJE49x1m1VtPXzkpS/4+VQN0rpzM
CR0rdUH3HpKdMgYsq5V/tWYwHhC/070947JIKi+wSys+5V6rTuCQedhgD5OF2zad5GljOa5H9IPr
Y0nrd1rRaAjNmGGcN3uSgsfCcrmvYKa1a6p0hoJAizE45EVNLXyj8ox9RVXzLU43zvUKNosuyf7J
1Mqm9GoMWw1Qrc6iyR7HCqpwiQLSv5sd5ldG/FQW5DVthXNbDKnexeVwr4h1C4kDcC7QzGnT+Qx/
IOcHIu6r6PE/ZVbyPzYVNjTUhtsmd0+YDDhBrFWoehZpIlFKJMNGebIWLRchJmm9UbcA6oeOhmSI
KY6gZtzBxhgC0dI+SJFu7db1Y/9ot64Z+x/lfQnzdyDQ4zl04IZgGQMq06J/aHWFEX/9Er8QCsPV
uij749Wr2Larw+fHZOUFlwoGAM1PydwVqJjqF9GMZaAzF/QOSND6hWf1ez20YuNR1P2NWP3oLRfh
dIa2ZJ5aKQAcUAIBzi7B2DRVQUWoAX6Zl0AD9nHWg9P+TFG1AqwvZznOYHtJbZDCT13LjmGfkCE4
1j7EnUvp3AuoFg15oFoT3xz86h0XhfSMc25mAaYeOXuBHv9UMMjWAoX9S/SNJ0YkpWjW3kkns8UP
KKBnaA6PYmhgwl4DtF7eWanO9+CkWEcxMdvYt6Qidyhr+vRUQMPF3SdItt+6uFFHtM6B75ggPCjK
CVUbOmwE7cjE3mnI1YWAUCDKeB2UL06N4do3uaT9g5mSGEiKOcUgoY+z5JB65i+RGvPPeADMM4dc
BLgEXvca8zG+q0TuvBfe2F8aeP0eEu7MB301Mv41tRPEovLRyeML9HO6t8J1YdSeVHYOHdW+Vanp
t7jBipCzVBp+RpFYeGmmdm1B/o+j8+quU1ej6C9iDKqAV8ou7nZynDgvDMd2QDRRBAh+/Z2+b7cc
n2R7g/SVteaqk+6w4rTcmzXKpiXo8lB74510ZPUpFanEjWh/DM3h38V8BopbmO1pOztFJqymTpt6
6XCFYirA5jiGp4Gv88mWtlgfYtyE+EiDPnhsiaJ+tIpQXtqlc6xkkY6LNq0t5svRGHf4Ac5CKGaq
INPqiS1iWAo38zr3PwJO7Y/Cd/+JHYvqUMuJOjMqFflzrS1T62AkgW8gyLqBtmLy9XICdTg3eSSt
Ql5gv4FVXefhFdOCy5ncVkbeThWP9WWrDtd+jFHsFudq3cbtUk+F8f4b1TCGuaV6fn7ZA2NS6M/M
UNdQdFiAhHPlC1D8LfuaIITrsJURHOrNCS2dSJyA9WtRRpt7G84NsozcIQiy1qnVE3lz50T8KCN1
tabHVNpPsittVkmid09FqUAwQLLxFytj8auo5lHUV4+9WaaT5Hm/a/dpOy3eMJPFEQ4hPAPJYHV2
cV71bYfNM2yi1j4F8xjap55tsIAgY0BhZUN30DUnjHrVgNHLWqL7YCzG6rUfR2E/qsg5tEgK7kg7
7au+IVZwXcbWOjNpxFqYyn5r/Bvh90t7cveZwE/XAg/8jk1OHk9W0SO4kpBQht/uujcbjnFFlMCY
uAzOV5jI69rfua7dendmHwb5IY/SkXeOnPlHO34nwTMRF+C8d76M4FTJoBekwU9xdNn6YopSkkcR
fiWD3aogXec9ju4L/GolLrvSw3h1BF7/GCl+IDs6ZZXg/Y2vi2eczaF3wm0gtlM1Yt36Ag4xQ6Cv
/HUtHwePB/EcLesqbpQaapARWGJZrA8lnoV7TajV+tRES5nXk1VslPnluIbJHG+b+NV6nje8jXvQ
DM8ssAKZS0xCy6O/OIN3OQCHmH+1W1nrc2NvcrxjH2+VVwx3PLJOVcO10qIa9JcXT7V3H9l1o98w
7BpEEV4grf/Kzh/0RnJsaKLcDLWHJjnchuKVn+qXpwF3JGajzbOi/kGG9ryca72LJfe7mbiTNvTN
gkKO5/o2XDorzEdX7MMvwbQpoH9rK57jpbPj89As8Xh/eKUm8qeuu/G3fURud7/7w1w6ULhGe8GI
KrQnriEkyf5zKrAq9ileYPfbUxioS2vAtt8OaL2di6hiilnsF6Y9ribuVmaoDbeVzLRt/O/TdSE/
5ld/CKVPwzIO3p3LabQHuZKqqG8gfLfFrxUPTfNfJ/pYuEnfb4VPJ9YeY/GAM1l0V8Nnqp8neLcq
L2LIA1cok0H71hf7HN5UpP6c5FQxQ2w3/vmsPw5V5ALp7fhcuFAiaYCdxqVbcNZ9Q+bdr3Z7seNa
mv50xNHc3+0tX8yDJXypNdFOSyfOXEQYV5xYYiTAB7r1XyG5TOLiqsG1EwnzqkzmSUxTNsxN63we
02otZwhR2tTJNIXrnogqsLKSyAirYxmjxuVduayNn/q2B9KDwwyKiEVRb4/lzewIBmhzC8D1SA5H
cUHFQSeLv0AgN+slHB2oGv0oKnP2IUlHdw7rmuijVq7j/KeB0PanWni6+O05E6GeXeiPmjaWh/Tf
Sn0RXisW96PNQst1/L++7Wr4Iodv4WbpV9MnAdvt8Stc1xV5mbe63gT1W+KoVhJHwn2jbWHuttGj
GwAZWEbN+6KXIsZp287VGxYYZ8UXEW5z8V+0ywIfbrG5Airnbso76anOgvu2O0GVda7v3bba2qxz
My1jcLsxs5bvSPVclg3Otjr1nBXSjbee8EZGxR9E/dBx8wd1DXx6Xo55h1mASGTDi+9ONlBY4QTN
nXQB3hOOXZZi/TyQODXvdR/U+l2TyRsmAbmj+3+RQrfy01PwIL+WViKmQTVtiSU4Cekx5Mm1HhyS
aSpO2We3tuy5uhBGU0VbilhHj5elGo1XXoaY7J+vDgU+14MMPL/I90PRboNxFENgEnF0MhBZWEk7
oBpxB2u9c6NRFkkfF37IbVsUMwN2MekpgJcc7wQuZJXXB8o/h8uql7dZ2psJztsxSsgbu89g+g9G
6pH4ErGs45J3e2H7SxLtfbkKnA2OhRFKOxIHeRupuSFXQIjSyaSII6u/QS61eM/uCmJmSz0Ti/G9
psYchsRrQBygBtMekU2+dNruSNoIfPlNYFaEblm06j7EH4hMEJJ7bzVDk1idh20fu/veXEKrd9Z/
gT2I8AxLwBrOFe0z0aWHmFCKh11NwWQkWZkSi15YlG2yd6voc1Gvx35uxda4b1ZR9XNulsj/x2C0
d77CbvUavKlOwy/Qd9NWQ3J3LcPuVzRO7Z9Jwiqj27h0bXOZrSDCax8cDgCDoepR6G1b15wKGjP7
v95ryiMXsVV8QwZc01h3+2ytzkfUufbF9x2/PkcB93de9nIOMCcDxizvybl23HtldjO3aYEXmE38
uBVPMJT66IfTrev4Phtvv1rfAeTltoi0HZZv+wKkX+znQzf9QVmJWpiP7M3RdWribYyTqicvPY+8
qI51wr4t7q8blSWnhqzlksQGg0UE4rIfE6qqze/Pe6Nd98U5hClxQIb2aG46oWT9bDlz4Nz6getS
rvHqOrtKQ6+Pq7+l5Y3TJZLhDV5OdcV7anecsLF624bYWvCwAfjI6nB3o2vgzGwy+3juiRWwGOTI
v81e4CM51sqqbqis4azpiZsLCkTTuS/FcNjNddURD6DAeMrEnLGo7s4kMo78TSJMwAsM6sY0zweA
gBt/7uSn6SWXYV0cl1IF278wnKtlTra1X4cnTxT9chcO1V4/euhwYGYYM8U/dm8f9suwmE5iLGqr
wLsNW2/fT8SDzOorBuoRnNh02dGbv4TL9iNg7BX9KMpuKj5q/q7UO02IafhPoUMLbIDpjko8Hl1c
K8VgotU2n8wWfVLhC76V3uwTTCCmeTXfKgsbKIKysddcI+TEp9ooaJ1IcLFxuM0azpwVpqkfC7GU
FhUlCaKjsIZUxh0iinyN2L7/DBAnrg5BBN1k/VjUKIctd2IKoOECwoFpehhxVeuwiOIqneLe8ijO
jiD8LPot8sZUrAMRzWLdAnn9JjaoxN1Wg+HWr3+EdYfjkU/YH4aMe+UDemTgY3f3fjT1Q5UQztSN
YG2aVjnJIgis4X62Jvps0LdlfdzDt6oWldbDvif87xbqtDao6Ee5IDj+2NwW7D/LGQ6Gt5Pf9xkA
O3kWYB5OUwcj/banTNcHJ5o7Hd+Oaav8yVPrgBCqB7FdIVqqieiMbrcfIA1F8NuKOIjLOyEixFhI
TlS05PyL2wsB95HBWT/Em7kfY2cY8ecVe5i1yFXtZwoFaecgGXbsIBYxTeEL/nOK334SS/Q8xUO1
nTGAF3d+pGdUxkF5puQqmwEmfhMTuywpSx4PykCIty7PlconKGnziLVcBcNIRf090Kqc1bqXSz2u
WANrHf7dYC28bsKNvmhOOcxO8d4pASugMEs2oIv83AVzDihqJQRV292LFDMOrIWUw8db97ze8EGO
Z39hPjBewaeo8dvDDuUi8xev235WA9APnY2dp8cSE+8RefLkL5O7PAUQ5d0nwuesNzkChmCsSmcQ
pd7eyyZ6pTOO9O0CewKSKjo2MNhpbU3CQqPAtNGHJun34IONjvV9ZTz7fUb4Uw2Q+qzaLTJ3xb0e
Jl2Nxef36PjWllme6ZcmaY6tYOpitpoIMV1QyULAB2vq5jj1i+FPJIdoyxveiOAl4kMQJjmGW9B+
i+t1VmM9XxKABowbO0usB5AFXTku7e7Qru/KCxznvEdugSY4NNZkvXLIdmKid7WaPT8qp463JJ5c
4wcJPtVyOYumCqr73YBJvmxLHC1Ef/ZlXyW67FhizAfbzuDHHNTNdNf1PhmeV5f6/m0u8NyFU6O4
HpkRsMBqm5QOaHDyaFuCrPdKz82mxjZviDWtc+i6/mO/7JaVWYb/zrTR+xq70B1Ouh7re54VcetD
RXAyR+9WqtfBu3bevv6sjVA/lhAnSOIjeKZdcxuYKA4Lmj2xgc2r+KfwfXMzEhv15dWzt2Wq3Rog
CQSJmjIWz9FKi0VJQiKsQ1t4lpy0BXErxIzMW/M0exMnvCkO70aqbrrl7ZqdlMQmktnG+Lg2cNKR
ixya6htEWWDD9pJmgr+yR12KdWU618NKyEtwzJfZC4pzCMTlppYcUJGzqnToVHDvOAxsnGqoKdgQ
jkWAa24JFLLzcEY8MLbgLSPX2zDNzuq8rv7wNq8zh5Zq3awuQjx8Bceu1fVh4kXbL0gPDW2ZT+Gk
abmPdrbzqubMWFw2oI0mzDJSfszMm4EHAVqvXrVqHjks8hwURc5aFhgX84vipBsbYG6n9JX89A+N
GoyqsaRh60L+PlI1hhyhueD3X7rOnHaNHm/Jh3XpAggPHEfh/De0HB++tNa3VmFkG/1JPIlpqP+r
vbq4duVU3NTRCDwoBknjWaNIO/LLIYd4B4WowHmBjoOyqYpH67JJvWT7WFPSCdHrP8teR8lQQKeu
kXP9hO7EtF545Skq3O7SDBSBSd0ZdKWB1RW3dNXUdvhvzuOqxa0bxmpIAo6Gc8leitQhz9NVbgo/
6m77JTB//XGiAKa59Z/GRkna/9AMX00w2pfZt/YXH3v3GS0FuUqiP/ilAUnISlLgMEGPw0e/btHt
IsT8ozSDy5PvSjYLYguSiofhNAaluaU9Zmxfl10OZJEHfUKC28ppP1IY7dups8YGQSVima+y7eRj
HXvlb+j/InFXq+tyGJbqte0LVJ4N2jZxI23VnCR5B0vm+G3/IyjL4XnwW3DoziD/raWxnqZNUJhh
3/7vUJbl3Xsiqh7XqS+uYEliKzGknWRwq6kB9mZRZ8lG5F1zDo4XcTDmyvDXFuc6KMyW+kNrV+kh
i/1SxE5Z5cq2yHQJ7aZ2skEpbKXRvO4ToyMQzGBLSzrLo9idt7kz3MuJbHf71vHDQ7+6gd7C2zhY
LUlUXWfNOd068ajzEVcP3hGW954jmu/RadgyROr2D9veuzdhRmLFrbA9+O5oEWkrV+YJ3JNWrsNo
+qEPV3nJtJDP8a+QdTOkxFpHD2XtGpGVbJe/A+SP+al0KDH1US83OzEj3xni0Vg+sBoamoeD8rfM
G+2Xj74b93F2lAR68renvkgjrvp3IQwujKBSJ+ST079C29PBzHMj/zbyqjAhIDIOUp4OFkmtrZY6
dV3pP3p45k1KHqc9ZKETtHBDJmsD32MCBJHkHcRRuszh0GWjV3vjtQ25/fKu88Zb9MtAjK2oC54r
UlLEvTXp6BMmV1+lopkoaB0STt/swQ95ivHj27l7tJQpId+qytto13+o8eZfxREXX2qcvCBxIgue
lth8SuNq6Vf3ZjF0mem+xuvCyzLbv6XalgcOBed9Yg/0NbGHetqiZY8T2wb6lVvboe+3LRY3W1VW
H6LVwV9KtvBXb3dge7hEVut2B4/5ryqo3xJ38Pc6K6mTHtZjrgjgMl5865Szy2GuZ/el0VRvwJq/
i1IynspblwqkSse6d+dTYeajPxFitqqrcFSHUul7BBLyh7HkcHWvqTs7hhrtWLWp57Yq/AUBzm+z
MliQ3rqYRf+vrSB2SQd2A62bXKvmeJpNyMkW+Zx/T8exFNZvQ1V3E0zk7TZQZkR22IaJK+aSJmbF
s+kf7lCbILV9MiMwTRZl/Hywfrww8aA341C0CwZDUQs5Wdv2mIb9bl3CYuS8qNQo3F9VOcSPh2vU
T+UQSJEdoS6m1A8rZh8aoNEBf6M18/ijFf7xoXW9XIwdzX5u7V3/4mnf+mOpLjyrKdLydhk9yr9g
9Jv5sm9SvopDkqtu088+k8xcftVH0zYXiGbHkk6G0d5JdFiAk91tu7cWVe5jPK/9wxCio8uLQFVT
zsxCrGlPD1LelEzllws/Ed+4iG76sxc6os58MQFuOEC/4PSIICrlQqCETSs7rOg50F3oTE++9xxv
O18o/+5qJPCtPx7tDk0uUfDWWpwM0CLQOL6K+tsNDNe7DOYZydPess8Qox+dbX9CPUdzQhHug251
XldJyi3D2bLKKncH3SQ9U6obebS8qQ3rZvfK760UeeDp+iqJS77Zeu3YV5df3bu1bIzeWwqT+9gj
T/NU2MO8X8OmUf61j31UwItam6dQSLdPluboeSG42cR4ZXhQNTnssXW9AKtYEU0vXXRbVAZ1rDuG
XEO9WFfnkdpr13QJq67SaDW2pIWrV7Zzo/d9/7pwsuJLqcvmly/taniOtVNZz+HuuHtKga7M2ZqH
Up8a6FxPy9rX740+aKQDuTPOBDDUsFtxfOcDIwAViBcFc4kZfhj71J4mb7n3bT/Q9LSrbTI5yvBx
qK3176QX6V2CRsU5HR6DFUI8BkivfFnvwVp7WXgsNcG00c7ytRdUBhONmTpF8VadJywOYdJIEq8A
mIX3TCQicd7Ztl/ZgXT1hzdM9ss6lR290FTA+rKXbnwKK8++MoJ8qtrNe3RK+7hxaLt7RKGKJd3k
FjDMZN9V3hlYFR7DHnrh2xC3e/3NMFqvndCEDLjSlOfD3Spa5qMLcnucJwp8tYEUq3269M305Oua
oLTPVugMv8ZhduOMqndSqKnVMpxJM2+4koFhqWRo3ChXDCrjpFNOHb6sfjXcu05U62SmsvyO3ur0
S9WDdeF02RBPOu3xWXlLTNZeFSMIGlywUjlUqB5xw8jRz5Q3oroIZD+X1E8WxZrtjvhuEk2+d5UZ
cag1dwkJry+NsCNwcT6b9lPjV92W9baQcbqVdpCJeRPsPHaxK8hsTGygHH0n5np+Hz8EkWVSy4/k
h/GaZqXHkPZ6qu1JEUZGHBEQyL08CbeP68SKPY9J8zCUNkJ31enr0Q/7mPVqr6C5tyuB8d2IDCxv
mT5dw8UTj8ytg6xuPZB/hc9zAsXyVWiXeRV8GZEAuCm619LS0GobE7eUenD4ptQov0ZMyLrx+6PY
bZVs8VKOyeZ4+uz1/WGDQfTI7QsCnLBkF+OSWGj6q7ljz7LG0ws56PsfaGxBkIUdC4R0g3F25IuU
nARuFET2U1UaAI3H0RD8VgzNi9UAsHwYo9ZAkg230ssUq4k9DwrLMB3tgn5A9MoUN+XFC/tkHgpp
JazS9hdVjvuSMdPnHnAX5n+JHuwBE1bZhu9lXDX9v8MbCGukvWRaYA+QBVtkTeVtMXnkr/e9369J
DUTweBpFWTTnSVmEifilJmiSBvepWMqiykWP3S6TSMHwgIdxgzaxGMsXFEQo63fgLj/ZrE1fgxPu
UU4tVV+C1qnP3PPcTOXY3XTMxczJo2v83iys1aPceKaSqdzb4LYat2q+2WUoBhZqzBkuSxl3Jm/r
vX0fGXbnpSrk780X65vXOfvnTmNzwwCep46oyJ+mdYDntSJCXtEUo/+40NpcebVQEuwQGSFtTFjV
6G7a0LsBz2nNPx0Fm/QsOtUOKNtjuacsB7aH3q9Fd8sCq4//7OZw2MZNVN8cGFP3hWB8/5iOyi1P
m706P+uS7VgpR2J3uUtuFxJKP2l4gvlsDqibDDn0/qXFxFNQRsZROUExkOSHby51V6j9LhAM/lZc
3D8jYhZhmcJrI9wcUtXs4yV294qaYtSfsTLzel8W7AjznkSt2wYe1RUs4nSnN1BXlR2RosNYrgqY
+YY0RCPqx6vii2ZAqhxa0HDmgqOak3h8jU/CyMa4FFME9slz2Bn3E1StspLVYjkDV3H9tzbMiznq
QSSqUhJR0o4m5PGaQ5WV1rRy8Gyjvg8sI/91fkwRTHhkGIDQ9NmyhKXc7gfdj5A/dNT8IM+FJSd2
wf8MVxuX8QzhN+iNzyJ4jPqbooudl93y1GdfWXa+Dq7KHZtdWc0Zw0HnURmSgBPmnmuXN8ew9KfN
4493bF2dZqmY+cUNl0zHkodw7Kg6MRYeMDeFqyQlmMnaS9N8JySUh2T1PtnF/SAVJe/aGP2+1s2Y
FVMQcKtYLdmXkXucCkmyJDsrEpfUGsPMCfv1NTQLeEs9cYbgRQ3vty4cLt5ORiq7HXS7dGDsu1ma
pX0bTAwBitJ7m1ssstjyy2eUA1GmRbhlZgi2X4s17yAIp+JlDK32sQvAKjPmVJcqLKxX3nZEmHaE
uZhpmHNeisnOt5kBAndheQa02fAGyYK2JCpDN+065DxTd/SUcDvmELFV744z9rfMvxWtm1wepi5i
D1FQ96YOq62LOzMDsKdS3i9e7yaMRL+DV/V8H5jJB+HXGpn5se9leze+rPYeZK6HuScwYXDpFKRg
32EZ2/f7fkezsSPMby2oupa81KKF3Nuq6KSt7jgj7m/vdBvEOcnDHz2OqpQfxSY0TIVMFtU4W7Ir
uWcqNvFTUwf26yaVm7GYtB8Z6rYPUGqdDx52Lzv8SkHkXIsiM8pmy1HCdFJehRi2P4q8aNb63SuZ
GXqdTUSZdKoshNvKKW5Z72iRCgaa8t3ZRXcWWxGd1sh038+F/xkixF+q/EDWDoNZhO1zFUp9YiLN
WrQwJvMgzgJc3kMrkcX6d1ktRjP1clxH5X9ScH8RdS9ecNzu2SJ6+8HU7Kw25vQ/7dIOz6x93Uxa
Jr5G8WQ9zNv4LgY15M1YsV0p8ZT4M6s9WpCa27IO/Z9MFkhcbaYGlE9RnVDZjVzke/3l+lpdmEOK
53bSP+ewla+tLfw2XagBzmM1F8lRNA0Wch29OFD5smNiHgE1NgaKiPYKjrMC+7qTIobcyvkIUeXw
+1yD7ECHhn6l2gkJBVHUTClKFhJct2DdgCdWpuKyRxgPkniS2WigFxlLvrk17pF3YJ6eaW6c0O6F
n5ehstKlOqrOO2964SJshMU+5mnca7u865bZ9azTLuqtYSqldQl4k+YxWH+tiF77C2UbhEZGqbVi
WbVPPvzWefU/ggb45aNdmXDMFUjQ6Z/cvQO0oNkarPDVXI3u/REfkX6P5GirG37ddfsRuCgJWHNP
Q/XoAlT27o6pazK/XDv31+45x3jjNk7HutHTsKlfYszmcHPrlVxBOrrR2f6Ll6kavyJrE+Oe9IN0
prdo4f+g2gDPuyXQo5cqXXzMdmd/d+I/i26poX2YwA+sPxsnn9ZvAjL+uDp3Q61/VtsCawF52WTl
xTrW8E03N6S09LXe6CR7jU88CQblVu/72PjsvArLF+0DSOTxlYZyoEZqOW66VLbH/mobfE7PsYy2
6gQzzrFTcheHe4YqLnIGQgKGf6tV6P7nUAd7/+JgI57SWHLxm2wKt6mGtdy39Z2aQaWnsUNsL30n
ayw/4VrugQRrjeXQlAfT2qTZGVin7eZMrBoAW6r+Jo49f79DXlqUv7Wl9uiRasuWr/tG1ltyLP6w
vcp+5GFycaRStnn75r6xeI2cp4YhS/mvinT/bwnx0eWeQmwrszWwI7pZxYThqqbF8VImTYf1ROmj
y3yOKutnvPGU4EP0m2q0ESbIsAGMOwa4tEprwf0XaS2ZG+tgNeBboypazA9dsZzJ5IzqyUpChbLV
yQOl4UeehE16zT9nGxqoquzzlB/cmbYql2QWeJQJHXdI6ooLx1p+N8C/t6+YkRLxFrtFPCLI94UM
YZOOXOvMlLmeJMu/2QzlL6+22IjjGfci69oN1Rx1WQ15sL9pXSRH3+7SWBf38R50UF4Jztiv82TN
ncrCuYvah9lMJj6HVR0N43ULnZKyqIzE8cdfl65Mwch1ChHawqYp6zoibP6rGG15z2ax92HMzBwu
okj0GkyUv8I5ggdLUueytHZRaNg+v6E1wUwzbUNiWaW5mx0v9LpbelK63aR34RB+BuQ/BOSOr0Ie
yH8qxcgCDlNYqumEFYAZ2GKXor0f2Ye1Hyyw+uPXzIEV/KsdbbOYFLLdJICRyAr8jlohRCvHbqvh
swOa7GTk5Icj+p7eqdLQ90vkDxbThnPHl1m2V84TGrhL3yv3+G2XK5Ho3qwj2bywLNg39RDZZH/a
GdDz8fgrnFKY95ZIdxA8hqiOv4aJwAJk3PPK6jRE0oxDOrvBMd6XBwtsTNsCz6thPAAZvlxj72U4
PEpT9E56TNmHImO2Dz5CoqMaiXuyISn7x7y/CXPevjZas0jv0z0S7ba/dwJaM3XiLg0hCxRLQH+y
e5wT/Ka7dvjLy1z797Z2JXS7zdt80Pe64u1vRq9KV2eO8APq+F9Z2fJ9pf4xmj1XFeDlazzkBSWw
/fJoXwoxc10fdjc9cZiI+spyqwt+NJFcisfNbld9bw32ut8AHNMnB2JWlyHSDvKax43aZB2jzyqu
G/zTXj3yipaUFZSMo7ZeO85slfP52yWXXe+0GbIkL3eEfSwPhc9A5z0oDzH8QfHlfo6eOSJGCyxQ
GWtvESx8ltT0HKw2vHMhJgRXjorbFwD0sdUlRthCAHqw3emeUWP7u0JkszzGtBd7ymI0HO8rJSN5
2j3e33yIWQIn3mKOwU3Hyg2D103pzctjxzYzsllzPO5KbYdKVmy6R1rXzF+fLFQvwYkVMxHntbcH
OwWJGW9Hd1xMWhRtUV2AVeJNsqvdahJeHuvGV655GYGq+L/sTdjm3e4jtPn7QkPOcHTdX43rrBPF
MSTBt9WJ1VlvKNa8UoTXGAzoiYngAY6/aQOdkEXBq8QgAxTYIEMm2LErAnDnTnRkSqECSIKjCvWl
5wFwfxZNwJRoaK02JXqkfZr9aBSPM9UuRUulF8O2sO5umkaGx5VEnek6q0N8BLGxqxzBhv3bFeH6
o+SbhcW/jfsdU26BGjS0p5cJjUD4KZjN/y0K3paLafqtz9zAZzIY2pSC15Dtu3+DKGF9JtcWclXX
9VGRLIG9PmyNVTfg8itFteF1y7s/gO9+sE08/GGXZz67IgR5FQ9Fhcp78X22eoD0aQZ6O93iYo1S
PI8VgAE/CC+MGfmPC5Uwqya+rDKRh9XeD20ESa7s1nMQhWSIQWBnDGF/v8jKjdmG7MP0p9r0gc2J
dTp3xTpgGI18t/n2g6qvlkXhJ5EK6vhx+MH4Z7fQpD/XbTMWJPY21nRr79Yanwo25FOOcPIYsrif
OwqTzav6h2CHc5j2kiHKCctVbb0I9B3kAxCS95eV3LfO+Htcj2PXqIWJvqkGVnZNaU8Fm5iy9tJN
fruIg90Dax45EakjPIV28cgAFwcVPqyxmf85uiodAihQXTOgiJe4yfpg75yzNUyW+9smaHd85a0i
wsHpdgZc22g37WPMGJvAzKbvwq85Hpq/0lGjwzN0LNX/ODuP3ciRbA0/EQG6oNmmt/J+Q6ikKnoy
aIPBp79f9qqvMCoBDcyi0dOQSzLinN9uSMuX3hENGVd12uFd8cK88ZdEY9s7BEpZR/UjwELf1fJ2
9OwGcLNFqpDexHbtxncAVd4dEGwef3odO4U5ZONLTZ7uLSZMVOKWx/mA4X3oOPuNoTDuYs6uWzea
Yn/p+6MI1t6U5MhO/cZw06PCUF08566sOC7jxBA7xQLm78hhjc2N7wGPbFB4pcMqNhUSlVIHeFhE
3KDx8YvM1PcN/+/UErpSu5xLvlsFulunY0vahBPHjf1ADIJbTdvCLglazzHP3cR9bYZrF1USz9Vc
KmxyOtTAs8oOEa4s6Fvwayp18iR6K0SRiROA0BgFS09GgbsARKLTx2k8X5yDmNH4mlrLdl/WqeNC
QrcN59KQhd2hD7R6wD1NFZ0h7C7BVF7COtRQnNtSD/HeLznpaSsZOrUANvVSCA7OoaPU3WwfL8kV
+X3NrYSovcLagJBcAlS+iHmo3bUKpcuPMaqxJaeOFoKll5bh3hui6h53gv9ghl74bDc8ycveUqZB
zLtM+GcKN37bvdO+Bebo1xsC1onrS+g/jdcF3Rl0czCWeR82Zx9pKENI2MVdoDwxr8cy6Zonlyg2
Y1OQ9hF9VowZ/vMsxXhLkUlxNBh17joZNGhQ8pbPq4iEhmMYBp/mLQpsAI593fHUD0XVJDduUxXm
9WihQz0VUW+cZImihZuz0lfSYKxCnZ3l+VXTJ3AqKD9xGJVJUayFbySXVGU61mDLrdh5qNDN7WuL
ap6bqmyTpWJLWEiWaeynwgt3bYW+c6yM5sXB4x4uCuJPrqVFCMCN4FRMVnPW169sJjECgMZl6qoB
capzXhIPv65qpQt0S3lGIULgThxilR1GtM5MNmdUkMyvnrbqJbLlbrjI5e2bouvM+LYcaW2+D/w6
yfZtUjSX2Z9XhbYQB3hJj464m7w+RXttI/DbJkz/WDX9SM9oX8Aq79lIwnrdtPZ4hftFnGMZNfuQ
eQGhBXkfzh2KlsldsWx13dNc2MgrCdYvi4dURma1TuMJxQ7q2Sl79qpE92i35CjSE3K9DCh4bPro
D+RB1r+y9ni2tYiAWt0N0/5M94Rhly+0RQRduQjrflQknQYZN1LBvczhbDuhh+wRLktuR7RPYw3O
XNYQjsbAUyvzuO/lckgNS+1CFo73qspCfoLURmzYBhI90TKdRWivNcdbcVZsj861wgxnEpejRu9m
Kr282DVt5DgvU06b3hMkVd+AffIXLPNFIigOoH0EGBdS1xXgsnqsrGhXh1Szrqcg79NnbhDyTVOF
gnVbXXAQ4iyymMKJPCbR8sge4BEpiRLY+mgUUsGd72bVH4XWmpvEmqxpb1VJArIgEA6dkqHxnKPj
qY55OMrZOj94+V29Tjp0lWuS7tlh3aK06Z6lztt7csOqJY+AQUB5y8rDusrbpECMskiWW3wybHqh
Ao26ChGShvzt7XTmpY5b5xd2AjCCwO7HnPz8JCR4vYsTMBYrN921kO5kP+Lf7S13q7Ck2C9tm6WK
6ACktseoscvyYTYyNFKE+Xg0gwKXU/1hijb/LPohwLbbceW+2J0E5CfKrXGfvQI9AhCp445rnReM
AQuEr0ypae+LeQNSHvWHJu/1Jx1sJEMtOAN4v33UxQgEMorQ9ohSCuMBdh8xpAZoU7d+II165+Yi
czb0pvATWq4C4kKLprKlRrS15w/WqV+4nXjHKsBXqGjJ1f5IG6DvLnkqO+eapDfNL2CjQZE0xRZe
/m4F/E7LuB7M6YkFnZahvjJVDIfhz8bKValsplUytIzNxhDFNA7LEf++1fpOvALHDtOlU9TSRyVP
xEV/D4gzlGCctSxw38SCCjKrLZ+1YRV3JnqBPXF6Yuuoujy2IyaGRU0ODr3wpr1J05m6HHIrxjue
sulc+aZxE4HDjvsoi6hbRdzauIsqCcOGbowqWGcIkRjnaz+eVvxzcaWzUT53GONwW+QWpU6NMEmP
jHJP7zh9xnkbIpp5TJtRnPK0cT5Y4pz0duZlJuqiGLXZr9qBTebMuYBHhNnsNJGsnv5hoXQzbsAm
IdGxyQ1Ed24fit9l6XrNo2/r0T4VSTFD8zckDv/GAQqyPIpq/gSXmJxd6wU0N1G9wTazcr26/uAM
MM3rCJoMnWFl+yhdQnfAHy08RxUfVV/77gWqcFpvDc0WaCqnPIBz21Qk5DC5llZMjmzRu/uMP11D
9/cY5ugIK6tC6AQ2kdtr16Y3MXaKEmmgbQaRmBetGUbmq+PAQ8VMOkMQgFtx2sULIHhkL0ui7qhW
62IzAv7lQ0U/t9QO8kb6wJpWIFsEPjQe+W9Hl/4wxiP+isGpbOs6OlutU0RrVU3xkzNUyTuGHABG
NxHKX7V0dQGYha4bDE/wX251bEIj+by0tzzOLHU8WFYsMu5HE2lwNYOzDZKJsJjH2UeMHIS7QKXi
d444mV296x5tPBNyU3Y+MTSYUsffcSLDTeLRIrrTaeiikKqS/Dw0w3DV1D01bfOog/aumofcQG2Q
xnR9RYlsk/UYVvmHAXvaXVVJHHRr1w311vMNRc5zXSTGIrvIuxlUynijozRFtW8a1dKbvOATgY97
10QyPSW1D/UUJDYrBT8sLP8893rTDjZaD+wJpnyAMGPcM2LfBP4kVTpbxMXoRLuhlmV05RizebHZ
9ZWDktesDePskglYvdaqS6+rqvL1YtCeeBCS2myWIzPIToRcTd5ZdaDCv+Pcx2AzVwTCtRf9DMwI
5N3BBUosNzZtePAAxjSfDTQMjDC5mnddJ6KbYkbTdl+yKd247qggbzE0rSLRTZS80YDmbwL4xTfu
vt5a2tWU6HSBwHR+NntBRY2TtkheA+2MYKxDejGVYoQfmLNfu7CpeLGi9rd3KQVbhCFwuTGq5DlR
XfUAWQJjJCJ7N0CvfTSpmO+nSXgnu+rmX5oiqg2poNnJN33v3Ysgk4F9UXalbfZBPpSsloUt9GGM
xXQyUER1y6Hl2IJUa19KlOTsBHLwr0oseaeo9vyFxa2MJSwHm/TtXr6GqWfAYxTzE+qx6XqG9tkX
ho9pizacdE2QnjgaU51eWcXISjJHBgc6ORUu1Syz7SPtjYdNY9k4oROjf0PQY1yrJIXaRAJ3xNHX
hGucRNUnmhRziVUBmLRTxkOQqPau1nJ6J44QHwwugZvJn0hNQvbcO1Nzb44NvIrpt8MW1W9MZ2Db
7mvDRtZq5EwHxOSaa0uMHyyE2CC6JDshx8F+Y09UB1WheEWxKQnPmkIWk6lEDRFFfb2fKbna2arS
Z38Q2bsYy/q5jlEzGnwiH8mY1n+qwsNFMPXGw4Rc4y5MInXKx2nYu7DvJ8fJ2k8Cq409KAuTjeI1
W+TUJFALnoeneLxIqbrIKpBwWfjrWiaaYpTtyhddAOJjVTEshKnXkFVc5ihhOTnTCbFDmEEKYbIW
ENSDJ++IVplGtDeBQToROZy3to2yTCijWtt9ql7KsQTrAlVIwpUe22TXJVPPPkLk/LLNmLZHh4Yx
6Zd2TpUdar/FZHcmsw/QIpdgCC/dy3ZAfOU38bkzqGbx2ogeKDO33rvcN/YUrESHKJj818lw6bko
A3EGfO5/6cwYYMvN7ElZPnD3oOwTyLbaG+M8HHEgVKsoJH4oJqbtIAcjXRlZPD3BR1WnLKDlsmeg
uti+rK3D1kD857TBmfLuI2zcUTg57tginPeguVSTzaK+Ba0B9nI6ZJZkPC8N6Y8FOLfp7nonNbaI
EnM04Wa4mXC/kS0YzR+zhcUnw4X77PVVS7+3bd3CSeI0VTBE0ijGbWnUvbdseIyQfbbDiuHU7pa6
8ucnnl/UAk0d0Lzpwebboxn/0aTSr0FgWRYgC68s3jlYsyEy+0UWmtW507mwlsJxLezmopngRM3y
oNGHs8Fkk31mHDEPEqaJO2cyINs4j1ak0JPTBcApnhLd9su8GeJ0QZE33tSA5tfJnsm8sQfUF6yz
+r43Bhls3FwXz4HnAn+BfaxDv0Ok5DOX3SDGYZ1mQzP2WoblrnYgXwKaZX5xI8H8l7GXrzA7DR9e
5aUvCOM70GaSlEXg5mcZE0gYdtqrb0tCSVZJIsuXrlJYSukQRC2X9G5wpQsMqViZCqQcdp9fyZwa
TRNFz7YQWXYYyojBKXL6CfKFJK1UusQAjqrdGoDe5bqEVXqYRodYUI29CBW8UUDt0PcubOk8swu8
VUTeYfjsBy7HwcOHbwurghHyHHtpKVStu0y3qCOTwYb6wy67UlyeK49lDt3GUG7dTIt3GzXUVYeI
f2UHFbw2H6vHLaLaYpUACi8xC5NYIfvpyUTdQ3bZzF8f15Db7ynpRMXbdKxGiVGlGwUNjaEYoNc/
YERzbmvltbfxPOtdY5XkFjptMiAnaaw/eTaX5AaEJkLq0kDwFboM/6hhmvB3A6QVL/TFc7W0nJT6
cnfIzzGduP4RVo3on6IDuN6hDdbIShB1ZAuMbVW0UMzZO2ccgnOTtNEaFA4ev6UfsJRt+QtDEQwe
Ehza3rumf4wwv1nPeMjD28nSMORxkw5FtmDGwnyFC2DY+GVv7csWjQReu2GjxxizTdKUl6pDApcO
TUHxGlxqXU0HC1O4Zl6yKrKkJ6sFWpHzjfBs9gLCmsaV7xXzM2NpROEc6YzbPJiMt7j2ut8MFWKn
PeoKZ1GYa3wL9YNNue3D7IzWb1ljGxBDEHEvzXAtyinit6Qd7QRdhe2eWBX6teVk6DtZpAW9X1im
QD4UyZAhK+IBqlsBAPXGWx/iggLZ8/PHRpXuvuxT4z2n06faaaynR1w99RHaOt0rs2nPIjYq1HVh
3ZxyY+TZoBfpKtH8bqGYuhNvFFgAAZYJ5pFOhQtgh+mP66UdDauu4GcyybgsYrwLcI0QIsgm74k0
iigQce0rPBTVlh1HYgRp9Ka3w9hdGPEokzUpWvX9WDeRWmTFwBuVOfWVTqv6V5Ua1Y0ResZO+M38
0CC7wXgHCkAldDjIDJNBBkTkeeHGHvLidp6Vs7HULG4EMrrfHsYQnOOzeVHB5vmuJy9lPQD435AF
l57ySKunixbhil2qfvR9d3wpEqYPjCzzZ2t1qHT7sR7Q185VcQC70EuHEJeDgfD69uLuwm9g8FAs
L2UN56krcTH09vyRmI5z56Nx3UdOUN5k9jz8clpHOajmKYTmtAfjRWIJvOWoKgd9HYXuFr5jcRC6
/hBt3CmisDksiF0jJarKlm6XgSLCSntIUuKgfgxGzIprbhp9HfdDVq07WVn3nsk1kWMs/DUNLpoO
ioFHdWVigsne08gC4Lc08tywqY0/JhKvtdsOxfybxlFr0/XuEFwHo4WgozeK4dTGCN4PdFiZT10X
zf06EWaD9qqnlnufxJD7NWhc3Oe0V2SIH9IsKTjRUMqV91NFhe6600l9RqJpPNoS9G8TVm6TbNjT
jGGZIzSLN7g4xKdMIqocdYNFYZEE3N8L6pRK8ym3PM/atmMJhKULPgSSDMZxZg8qqgo77DQY0aHT
48QiKLkG6HvVwor0kiBw1ZyQN+kKfKfFx7IgaG4UmC2SQUM/4U7F7WM42czdeHFytX0v9oavG/ut
hAld9kVkjXdcgn7/oFTANj7XtnJv/Waap0XeGLy5lRk4R1//o+sl3usazU1QnMrIKEhhYpDOuivR
NdmleRMWfENEAlrcqU3dYGXIZjTqjSOoWUX9a2cgxL4pJf9pXOvBXOnEN9UrqugLT5PGmcEyL+uA
PAnSOU5F14zOUwWQHz5AiuU1J2OR62eZAH2lZ+l1DmRy1VB/ZJakq+ltN2t2ZviwXJyJqbDVsp1V
gygtRA093k19zhqUU/tDX6jpymmZCbdrz/AXVAdnohRtjIDHR/a0EHHVzkc5hE51N7dInq5Nz0R1
u8TnNbc3TkDyJfJSIcIHszJpap1Gd5hOjSH1uyBu8RLJXufDpk4gmMJFG6EjYqD2hTcuBvQZABye
RYloZ4AMlXNn3YfYlc/eFCCMvyACztIjpuGxD73gWZezt4WlIa6f5eG2nRx08FNGVpXOr4f2Ann4
wv3VwDq+xVgHDkPjumvt+kAOEjkLHKe2XpnzDO4O4kJSPG83VgmiVgtkXiJo0QGo3ivXosyZn+0s
GtBvhMVZJzJ44IoItyBc3FJpzkVsB902RaP9Euuc06MRjD2XKE1r6ZOCcHDtafoDp2wts3ZAn9BF
lQ3v6BU31RgkNzMByMcxrymdKRAWUwNaiEVG54C7Qg9i3+jZ0GegtBxt5MXotUhV1r22EaDRIpEi
eXc6iQ+3SqfNPPV6FZeefJoaE+G1O07PSBPaR882ANELUVlvYeMAKDoKIQSDz/BAfCWx06xvdPFN
8cSzUSt1ZQe6fqkdLF1LFkoCWmmKPqbNQMdgIdVbTk5Mu0x4KxzITb7VjIn8NPtU3XLelE905Q4r
kXiFRNky+LfYA60PI52A5rLJfZipJT3nJn3IVJtOw3OpEdzikqi3gi37FLC37roGlepCY654kY6d
3TVKt8iu2Zsp3R2hIulFTheUjSYPplHHbxW1X0zt3eCSsjwlqyJ0rHtpdqMBkjkWmzY2cD5UTnOd
pzmHjcZW/upOGaYHIMz4vgm65jB587waq8n7tA0TgARBcrDk/kAn29DZrmA0zp1l2y+OW0w3lY80
1MSvQQy4AP7FGhGhFkAYfxu3OAMxomXrwWsz8i7s+CbkR7zq/Ln7g+kNq5tDAEGrcRLi9wsgkPs4
PnoyAJ12EmN6AWpor/qirnYJq+GKoIHsqUep/hiPlrci0k9vvDgucfYicSQYHYS1XReGfYmZrsfu
KiV4hFZu0dGmtDCs2ZB3turtt0yZoobmRa+xwrPcmhsaNuellU/WQ5lDxCiek2lj+o4cX6GuPGtn
owSRG1z9/Usd6BccT4jtHPxezYJOSCBrcUmXz6vaG9cmq2F2ZfZSxOfksqIso6xpVp3Oqnk5RhIk
qEpKuakcpL3bYW7VduYUZ76l9vvCTlPT7AWxkWyMUKGWr0HXLoSbW887yxxB0zWxE1eSYLSdWyXB
pjbRiB1omcdzir7ljvwTvBPakQwAoZ+OM3HIlbMJO5a8MTVaeAmgLhaMfuCIHpirAMGMRdmX+a5V
FwHbJfdg05aFBwAWuvmw5FwbViP+s53s1Pgr1Qj9J9EjUIEKcSwe6tDFm0CmAWnyAPmNUTcI/ZxM
/UJKQF6QDR7EQIHMg2XczUAwmc1Q95JLiIMwSlqyJtrMWkBdIDsrmYmMsSVykoSWedfIERknq9KB
nwsB3qgv6nYT72g1WXId+VGx99BxHsisUUcnwZA4JcjcOnPiPrBZEHjCZJ2YawQYiEsjgtE+UGKp
DvNf3zyOpFZ+FlxHvxInDdel7ZTXLZDic8v6u5600svBaqstTe7Y6PJMGtVKF7Fxn4lQ/talXa7j
PoT6GY22Xtp+6yzpnkfbiEaxdbEgRg08j1F9lgRSPM6RDw0peq9hLJlRnEYCDW+eWDSaByMqm8g2
EJp4Lx2FiLBggXXVWHmODjgT2w7Yf8N9FN10vtaPYe1W68jOskeI2+BhKLH0wNmnZbkZO/5+MPPJ
DPbe1XeSUCvedOwyvxXLy8boXKRTWCQ/ZpHPSIOCWi59lGpshta0QsI4lqgx2zhbjtloHEwYv1Wr
TEZgSHDrGBN7Qv5djEEnsBE7bokTq+29ikpcB/bkGOmy519cCFJ876vRR0O0H0HDd6Q4FrdOCnpE
qFJGj3mMISCUaL4mI2a6HUgPeh9mG9lKCGefVr5DYKBNKMgMBXHN5ayfUy3aO6PBO4/Ri+WtsiR+
ntDJpi0JgaG1YS2aY9pZK5HwZLfWGWD2QsvDcJwE994ToQF9u5FDl/S7sPbKF1MF82XWnN3Lad7a
9S1Kg+AEYt1nT7HsiWnsnQw6jPoD+A3pv7p1N5ecOziYlmlay93sYRdmDcVKroTD4TzXw3SXoSL1
V0lp2vPKmc2224kKPRpyKCvw0F2YvbtisuoeCj1kdG5d0lO2fTMTUkZ8mB9vPbMaZ3YQrygfjcYZ
s2WXxrR7Y+fI4o9CReTuMfa0aGB9Ioii+1FDRJlLrWXKYuBUJTu0DqfSJRIHyPVjTLOm/NOXPhqF
2CMWaq8vX/3QBNo0dsAXRrlCnz6BjAY0vV+CniqjPRFLa9lveK99WgsqvxLyLqzMxE2WLjjEeChc
pfwtjSZhuYQ7SaE0uWa9ZdJbPoL9VPntjvCE6o54ofCuldb40Cs52evW10iHGHKn8mz05aCOAJHZ
bUUF4PM8erpYQiGplE7uUkWbArJtV0tXHtMqx2QClhbDjREkc5h4NZdJ3gRPad/in3HZAj9SO9LR
wakZ2V8z4o08fB62ICkk1vpdI2ptlqJV3TvSdQLhxoG97QhZF/lbM80FZZcIb89xbqXvE9aqe8fQ
7nPPQgHdj3gHSbhIUvcwEBGhCSceCFEiKK4N7gszVs19FtVLpC1guCWHkQzCY0RSwppGS7x6ASaT
aU1iHN4ExDL9XT2Z1sbuZ/NKE7Fw7vpaoGtBs9FvsYLBjhTgl4/IMTKugTyOmEsS9UcKoufBPES6
LAcx7LPIEsNCKRLKsMqnn4MH3rmYx0C9D67I7vHHq+sQ2D9fNQL0jV/WlStt13TUWk5eLeBM5dNA
rNp29BPvWEYEYRSBI/4MEhMgvQ1KcUwbZr0p+XpXYR/49raY++7KQqY8rScPzU8W2l22TiJWtKVr
ZzhyQwTsVVg6mwARrzigreG/5TSqzZWkPlFC8MO6LwJYR+RGANRbh0L51dCgSCddh+GVV9shy0SW
HFFhM+Ey6K06+JXMOH8W+MKnbUtY2Um4s6aoHrEDXEEMesnqviCGeHxvfKnICMj7UO2HUNN1yPq2
EW1WXSPkIkEIfQ6VZdlUnZq2UFdFmTcHL4qSq6rOIpRAvfPol4aVHzJYpe04SNO4Cvom3DpZSBKT
IR4ss9Z7N3LFOSI1OTzkTCZk4Gi187Op826qJgq7Mzl/DDIENGS+Xa8aPRGKBRvkU9gBJz02MrrB
4jSfdceLCdtabzrocTLOUFyQIVMeMNy67HcV0viEeJxzCr0ul9wr1hsZ4MzGUZqUvyNE1mgipvYt
dqmWDi9RPMuqKfxX9gBrDQ1E7jSKk2vQJI30x4rMeGkZ/WCtYycD0nScJD8pNJDb2iYHz2xE9zJh
zTf3GZcps+QgV4O0xM5VQyvRxRd9sKr93CBGpvDW+E6eC4GN1rOa59KW1pVFZBWhK7PaVuEsHobU
7D7KKWhvWo+AGt6N+t6dZ+c+Scg049o0geqoovHTRQNYSmpCnvFzFggz18kQtALlb/lBGIM+Ot2k
1sJi1VnwMlmcqtqxwdfMiKwzTbzIFTLE0V+ifg0O5dhMsBiEOjL6BVP7ENpTuWEcAmqQuep+UVtn
nrR3SdDplb4XVl14y05yo41+P267fJb7bnLD+9movGviOsQ9C71xamXvHi38FgDpfNDVweyBdxuA
oHxL1oNvEq2YF5C+Pgv3VPl+enKLQr43LVHaLoodVs54gkUiSGmLY5CbX7dYbh0HE+yc9mqXxH10
DKpIrQIOvQ9BS8lD4NHWGQNxbzMn6mH9cXcvk3LkRlYa32iWhTs7Q6FjyqjAqpJk9WsnGrwFUKWo
BFE8byEZePsi05caytUc411Q582D39r5o4mFfIHdziCpT2I27HDJrzBcGnIxdmO6rzv8zHNldneE
OYpTYDVEOMbKbpaDMjgp6Zu32Wt7s7rKAqdHGieAzKIZsXuSjaQBUdmI+tWN+uOUEUNYSSc8FITG
PLag7LC3sZNcx9KzTtPgq5euMT/17KQvlmcld36f5NeelzSr2Gb3M/Oh2AU2tnBHtd0mCGqPdOMg
kjsJIbKFQmNuJSnucm7BayLRjN+ihLiydc9eTa5mhv0D/R92ostL6eTjq2lp8ay6wdgYk5udgRew
c1tDsfYdBKJxHYyXYO/E/OTi9T88A7uD5km9BtSwMKKIQV0lRkslkkHfxDD32Zo4CwuHTg2o0ewI
Dc+ZMsnRRiC5L2yCsvQmpCEgIwoiJRf9V5bVtjxlXFYJniklmu7KUxgBigXRZqWyF63hi+jKTPIa
/KDoQ3+4QwqautmS0JYSkoC1h+OQ1zkMShSpZJrxdqFbKm/YomZoZ7pgeux9bM9zdwVHlBecBDZb
wTX3Kx7sRe0VKEHPMyhRZmxmglBipl86yDfBjCbvzkAIV//+e4jsN7US/pcEa117DhYhxzkAU6Fh
bGsC4mMV2I9///LftE0TZfX/w3FblLbemDfuIZk4fVPb24fdlVMRBTO888b0Kx66BBTCujUy848V
DkdBXWbhJJ9JH/6QBPzN7+h9iYpnpbP8oqisQ6gyokDxgG+6ov+pgvCb/h2iLP7/r+gYcY5zCqt3
VoWPbD9ntJKrMtMHwgfuomY+lt7wwWp4W+hpFU9BtUQbMf8QXv1d6vwlHPhf4cN5XnopUaX2wTBy
Z2kk/cHCS7EIpjv+9/fP8Jt4bO/yrf/1LUgNKX2lpX3gIX+VXn/nmeMa4cri71/+u0/nS7CwL8lM
BI2bDnUZONcIGJo9wSTD6u9f/Zv6h3/ijP/1w6NBwuWKhOSQgxdcu+5tP/sn9uWNKokJmfRv4Jpi
RTm12v79G3731/rywAcOOWa91Y2HqMubNeoVsWa8eDNRvf0QxvzNRy6+PM7Yyaw8ThPrgGj8s0Mj
RSKyJghkzN9/7Of45kMRX55po/knd7m1D+7gvaVet63r4r/l8osvT6yOssFG5WqTqofmJktx5fDR
LOqfOuC/+QDEl8fVU2aZ2TbOo7qMfg1RdE/y7s7nbP7hef0mdltcvu+/nijDKvs6z1txuPQXuR10
a+5+6qF8mlPzhZTF8Yfv891HcPn3//o+sRFBKrS5fYi74Rpc7JmZ+IfI8sun+D+yvMWXaPTWqhGF
Zb48VNoMhlU9DTbtJ7b/WA3+uPGcwAZlCuc/3VSN1//ptRBf3nKXgGXh1q08eFb+ZxQJvgZTbE07
/eEc/O5T+XKPTc3QwnCn1EgRqxONiHGRApHvAem9Jhp8/fff4rvWHPHl7b7o2LLOquSBQsdjUPYr
L+uWVooIBuQg6DOsY9lWRkyVVbofinyDzwf3f2e9//0H+Obh/qeI4l8PheNgh7chvQ/orUggt4BJ
wDwMVCg/HC7fnJfulxcf51KQCfOSQmPm10Rh71MZn4lrWqu6BuhL6MWjtcIVN3//fb55Et0vh0HZ
SHJyUiH50jWD3i1/yhVQzF5V3S4frPumdH84dr7rmHC/nAtoP9w2dPzh0GfjTZDdIwdcOrW1d9RZ
hsbWcDYAMpAx/+31db8cE43Tzw33/HiomHdpnH7t/P6HLq3vHoIvJ4OtcDxmttkeS/how+0Pkwhu
4Oxf//6ZfPflv5wOJAKE+Nfj4VjGtX+tcA8WnV/dopr5+9f/5v5yvxwFYR7m2F1TGqmd6SBlskft
wooQoq/+oXDxu5HM/XIa4MQpi1zo4ehhBF1GtZWvU2bqdQg5GpFnKspg4wXw7V0QLamWV3dFaDx7
iVz//Vf8p/D4f5yw7pdzArkJ8js7GY9k6HonGBBQEbZBK9pPQR9tFMvVhiSBeqUJbVyghUZckuHz
z3t1wiRzG3vkbuGrvMUW+vzDz3T53v/jZ3K+zA3Y86RNRdJ47LGVrydHfYyOzRPvTVdzdmtZQFvU
xyxSSxKP4Gf/8U/hfDlR6gyRJwYpOqHrj4y8o4emmQYGI3+Hcms7NfrBVPupsZ/IrC9WKIaYB4p9
nfcxJQRRfgExPzv22dUPf4bLY/y//gxfjpyJkOXRCK3hiOjV2uSViG+pH1rDv3bLqGrIBQCk3Kt5
xIo0pi9DfC+7vey8BxIjjR9egW9eMefLWUSueDcZVk04nwbAQzjeHZDfWJvAx63699/zu29x+ff/
uimoZJHeMEWI+OdSHIq2S1YdrAt5nK344U/53bf4cg6FrQln5hnqKEYz5EbS484WVXa0uuinWfe7
U9v5chiVVFIgzUK8L/36DbdXtQ4DTZShY4LBBekvZGGgVutgpuay+eEO/OaAcr4cUE4jwPtd/nS4
6OpV50M2W+nQHqk1QaBl9uN/m1mcL6eUz3uB/EoongIStwp0cE95Wv72DYIeTWKLN44e2h8eh2/u
defLgWSFrnRDj7+jV2zLsV16RPX5AfOKeZdiPva7LWVGf3/yvhuS/o+zK1uOHLeyv+Lod3oAruCE
2xFDMldKqdSu0gtDpZK4b+DOr59DuWdGBSeTE+lwl11VLSQSywVw71lkIdBUnRGqIC4ObmDsGlqB
MTfekyo+oKr1q5wKRbHMV1Iju3VpPAdKtQ0TXNp46C/srq8POrHFZSHkQP+P9CVys26b8l+jHoH8
iWIU3RRR44K+s60h4qqV28qTPjz+OWmikBLOAD4w43FaPyRJ/4Ok9A4JxR1A2dc+jxzkmmsrHVB9
hO2WPeEzJWwoJAph6A4o/gGJlAU3zrklLwsByjRxM4bUZOeOMvjJgPNnku76hABQbALIZryQIr+J
5BAqW436sTBn09o+NWRCREqkVqpKKNa4kRR84nYR2Ek+3rRduR5GZOV2rQJaH0AYClMmgwHVgTL7
klPb3GkpC7GqldWAo1BJoUVwS/r3DA5RinqH+iisAfI1wFSwZc/JAHQSRJjIkzFo6yq/bmLvNlV2
CwMwbbpTAyAEswjCaqUKjKSL5PkVA+KjfghN5RleJ1ufVJDB9RyPyW9RA4Y5arpLkz2zL2UhvkEk
uagZ0GsuiDula6YxFNo8wB11H8qnIZT7wZX/ESJvaceGDpfxIT720OJOItQlR+a5ROcrOsJYwDMy
f4/q5iu0TdPrIKgWbugzwVAWgmE1kC7OIKsAbVsoT9SQw7Gg3bQzfUg38IXH4bQvT429EAgz6kc6
pF1g05VDALZIiQ266MbslCfZ7wAmCfderd8uTPTcShciIfKQULyA/rSb+4rqdGZ6M0A+f5QkV+mB
s4eMNH2eijRHBtb+flLeZXCRrQu4JC30YFpSJ74uFeIjrh1QROuwwfMO0CyQZVGLok9qClZ/IoO8
1b4ZEn+TBsUKAhiV1SDI+XaRI7WHoHS+DzPLjgoREtBzJK2J3LlwNnDA/XnKx3yVG2RbenBqItTF
COw1T/s8/3Ezi4gKIQ1UETXJyVi7OeXQyYW47pCyO8jSP/VLhtkzl5Gv2PLtvhN4pgmmkVa50CT9
ULp4j2rDIy3lhbvOV1dPTZoQo0zgHEC5MKgrZ4eUxlu8h22ug8hLWwfAWdtP5RX0lWKv23Bk9wfv
Z8UUqwPmWR+gQVo/N0svy7lvKkQq+MZAYggoPBd2AnaTVz8HQn7VwcJ+n3s7fZ3q3wZSgZ2oAvRx
55pBsmnU9ZgbLv4HkoiWlI17uV8P+BOArpp8B2mH8wtkbksIUaZOIZ5To+TuSuqQH+Qia7dxDX2J
861Py+zU3Anxpci1xIBcTuuGsMXLWHQne/KubcptoQO4Fix8h7k9JQSWBsQHCKYjLzSOcELXR34N
aCrgA2kp7X3IzG5LFWgCoEkze5TYwlejM+cWEYIJjSGOUpqYLga9L2BZRqQx8o82Va9VabxjZbou
AD6zZJ7peON49zzUFuLYzDokQgwZJn+ZmKu4/mvtnRRJb0OqwBYvsc5P2uw3E4IGqTnIcblG3bhB
nRIaWgefhdwJuqmSVBguNDgfSc1ueqIB3um10X6U8ZZd+PSZZyKZQtm3bcD7bqq+540LZS9648kq
xOEn85+4jj8JnDkcmRpHve5CO4SEiCVDxAcVQICEB8DEDtBh+stM+j/e+//0P/Ljv9Zp9c9/4Pfv
OVCF4ITWwm//ufnID2/pR/WP6af+99/6/Wf++ZCn+K/4r/z2E2j3r8913uq3336zyoDEGW6bDz7c
fVRNUn+1jh5O/+b/9y//9vHVysNQfPz5B0iBWT215od59sdff7X79ecflGD7/8f39v/6y+k7/vnH
Ns/8v7nTL/f/hWPtX03+7899vFU1mqDq31UVvCtVg9QwVDIROLqPf/2N8nemEqoyU9YMRqdLJZxJ
6uDPP2T574CHE7x3CPhLoMzih6q8+euvqEZ1aJ6bkNiZfu6P/+nfbzP0fzP2t6xJj3mY1dWff5zc
GUQWH63wGE07kGqI62uQehr3JsCWABt+G4y/Puz/0zg6/31htkMF5J/cEbeD9aLeVE8FnMQhdrk6
3/zJSIy+C7ESmIsBgtQVcU0AC0oJMIXQOt/yFBf+LQqjZSE+MlJE0FdriFvCvCmBamWLkn40gprR
X8saEEHtx/kPmvkK4vszg4GA7I34IM5AFL+CfdrCN5iZV/FdmTcyAOUyyHUNMkG9DG1oWHDmbFxI
W871Wwh4ocJaqQN12wWrWC8ejeLt/Hh83dVPjLwsxDIpgnkC6B8ULgjwoVf8vQknzhZiSR3oEFrc
3jQQKJ0cM8Hf24L1e0TKw2a1Cd51cdWb2o1P4dqRMJdBvjUKoJNH9jq4fJBuLBbOsZNHNAG39vdV
nRcag9INIW6vRS9wQrOKCHIv8aeppnswRjfnR2JuhKc//xbUwaumQM5jhGn2qgAt0y9lOedWhvCM
8wHbrJIKO94gTxDTsPR+nbIF+MLMvvma1W+d9vu8r3WCTqeNsiqUlTHC3gninxDT5PLWy1fnx8aY
AsipVSLsfEguyYDJjMTVlA+9x0U6gVFrFa5AYPAgLZhuEokB3mk4QGjtAYZf+7R5TOMMAiQTcaha
dQMBMK9zuOdtmqxYS8Z4g9uqw8PYCTSwsXxpFarZNewEoekNz0Wv49uemHYrJ5APBuQJ7/sRyCHu
mzaMgZ2AP/XDc9HU66DXXK+4hoihJYFgrbXBYSDZzSTExcpxncvA2Tf9oYPoj8+QPdDgCyqvIaGx
on69MmK+QeBxJvgJCk2Qs+gOUvMKwwlwsH/lMgFeH1AsDitV4xfw3yBNRfY4aaqod9GoWLXCb88P
8tw6EWJg1kVawMaIuEN2X/JXNbqiwFaeb/srZ3BiAsV3ZRS1PG0S7CE8pkFtAr+gTqADOHGnqmjb
D7uhhuGJeoQkvN3IEFDMNOh4MqcLA7eA45CmQFECmjAKByKtbvaxmYFOHaQOjMUg/9IuLLST92QC
vt7vmxAa9SXgrVjPbVusOvklhoQVH14p9Lxz/gK/9Ul6dWFMtGnxnhoTIaZiW0IRXKqJqzDveYjA
Q2RHveI2CEfWaIKznXyAFIatpd3Uep1aNaEOJABdcIUdD3zJFmWIpCHPfpL4VgDbCR8LnlMNhZ2J
nszBjAO6wEtt2VRt2P+ARgIgcbQ3FYg+qD80rC2Ic13RSra14pOiEQ4RVaqDnhEj2wjORwZ4q9yD
cqoz2yf3HX3K82sQukEdfGDxR466G/SAFlLOMwFQfCVDUaKBeBXGXoYaUER6G4jRhdU31/S05L+F
qcmlAPRrimn1NTuAE0oDdWrSr4LJGoOuekmyQb1IoMJK6CsbIFgS2wPAo3Iz2GBvw2PzuTdC/JGG
44UCgncL2XQQQiAkKMOG43wv5zopHAB6Hikl7G1AMauHLZC615H0fr7lmQNMfDabMB/yikzG0QIl
FFNZSRAOUX6l5RZJm4X7wUzw+HqxfxthOFZHEMPFIVNLOLGf2u5NkT7O935uXITYD3RMG1cAUbqm
aZXtdtAWDty5URHiXZFAUKWgaFdHGPEaUNWqHqj3HYNpscrvz3d+ZlzEJ7CeZBXEVvEh8PLM9UNU
vuvRQmZyZlzEN26ud7DO8OEfFXC4a23rpdLZVyX6RFwiQlwqzZIZBP4sbgEyaBrxDQSmV2BgOJDV
sEBO3BnhD14VeLc/htEOvu02zCAfurp2jMIHSL9yYL5lS3Cg7Xi8bdsQvDMNCL1Jk4WvfU9Zt2O5
kVK4ZMTUCri+C5tjFfa3rXGQUYKp0rcKnCZp2IFdWtTFLoQaF1lD6Vj1o4U73dzgidfO1oC9tGfg
UsThclquublU3JxrWYg1egEEbBim0yPlLhrgWr6UdJhZr9MD9XsQA1U8SVWqA7NZ1SB2xGvSBqtA
v+3hiGokxDm/YOe6r/z+KSUMyiVYeCJUBiC077i6sBHmej/d7L4FiCYNITpb4AIQg4k5+ldj9DwO
nwPkr+OUXhZBiRApVDWHpww8X93Ef29QsYHxz2WDIoYKVDQ6GcB1dxLJgnF5sdDh09GBmkKCrOsD
ahiePEKUr1hP1O8hC24kfyEmn55KagqXGUXTOMrqGA7IX0CJecJ7LYzHXL+FCOHHxMthczq6uXdf
VZKleriFd/nCqJxeKtQU9iYB6VgFEQWXfRPsDMjDwONGDW0Ynlly9+v8jM59A2GXQt4/bYx++gyO
kuujEVegSOoLX2Bu4Kc//7bWwzzhDWyBMDyZU2KPLr3x59oV9mYwtmnNUrTbvCUQxli6Hs01K//e
3aJmEvRotNHtyDaAHNXonB/juXaF7dib3O85CMTu5DHY0ftKXzj55iZP2I6SXBRaMzXs+zctuaV4
gykLudWZPjNhRyYNxJlbGAu4WQEJKyfI7y4aCybsRQiewAN3mjoT75pxq2kLO3Guv+JOTEfTB80c
/Q02xl3erC7rrrAFZRPvkLJEs3F4HSo2ZCMva1fYdjGY7aDjoN3Uv+2V17L7uKzdaXi+7bg6LkJP
NxGQIEbQx9cBhBkua1jYcqTvSpQHEUNZD18PJ4gvHAhhz0E6B2qdrTq6qn4vj/f10gN2JnYiR/zb
QAQhZBKNGgMRFbd6XN820AroO9j+cLYD0ezCURE2oF8HcBKFQq4bgEA0SPu8X8LHzKxnQ9h/RQt9
FyhXEhfiuzX4m/1lZ6Eh7L80gN5FGCtY0MkWFkORedlGMYT910jA7ZQq2h3waGjgwXHR/RRiZr/P
ozLSUlJixIsu3Wfq2rvs0UANYQN2dUqbsTR74HMdDWpY0sKKOJ04oYawAaE3kbMyxziM5lvHP9Um
2UCX3Fa8yjH5g+rDGKM+XrQlDWFLQk2Xei03RryTkUpqHmj283zD0xj8+7uHfiUfvwWRtOwKoy6w
JwkArjIhG3nAMbBUkpxb2cLOjKGjCTY47nq9rMMtS7WD1/PdnmtY2IyRQsArNTD0LV/pxtZr1he1
K1LTIMwIb6ue4XJqMGuUb8ILOyyS0kDIheFBjYbV4qiku6ZZACzNDIQu7EWUktPICDB/WeAmDcT6
hmhhdc+sDJFmxlW/UswpephwMTPwsG3kYwZLgvMD/ZVdPLHwdGFTEkPufDZdwGj0CuGwY2AmdjDJ
8GUWpXB/0R5zChuXuLIhVGcNoEH79C6Bp726ViS4tw9kG4b+Um+mdXOqN8JWDpswlxSO3lTgSXvQ
SIeIIkjh+6aGPwF2Rh2FdmPcwXrOOv/95+ZN2NAtxM8h05gMrpcExxIAQr4Q9OemTThke9g4BEWC
bwKXtQg+V7l3Mwmtne/1XOPCfgbaDA5402qrFQrFaxBgyX0IJc/zrctTM6dmQdjVMLpWeAWnEVfm
yKW0PYjI/jrTGzvIX+Hw6Ejg7viytJcnJgGVJ6ktB8IfTgfFprowLE2W1zCtOuSZ5CQRHCcNsq+H
JXjwzJSJPL9RpxV0OLCFAwLieLTrYcp6/ovPtSwc1D1YxAkuK4g6MP3Nd1AwP9/uzHSJ1D4VdpxV
E6PdEBIhkO9UISkAT56l6Zq5d4nMvjLiQ6ZPMa0DR36Sa44HG5AvO56kGuVx00fKpxk9k9ZcRe3P
zHhQ5Y3WYZoy3cnKX0mnuq26HopndUxXVRU7ehpvChjMRrCwMxMFKP8nTbo7PxbTJeLE2hJpgpxE
lVl1AEEXMMWJw9tqkpujta1S5cJZFGIIyj0NtMLI4MLDGtKWn0N9WYwX6YGJphXQZMgGF94UAx4m
Fz6tRQ7gSPMYxj/I2kFQ1pZSgOR0vjk/2nMrWggUYVLAAQLaHy40RzXIFLULszjXrhAhFKqNHIKN
CEAGTANYZ7PkskQaFal8ZZIyqoJnC0S+NXKreb5oJEQCn9mqEpRMtMGFjLF89PnqsmaFcx9kFWiD
MHVwYTWlHS5uVriCw7QMphml17vtwxi2P4ukej/f35lQJNLvCg0m5hwCE7iwbSPpR88gR6Yklz0c
VGHnwTYl1ABDG1wYfKFmyC+7ZKriGT3gagz138GFYgcSuOWFvZURob5duXuv9ieuEXRbrrQ70BXO
D/DMzhApdjArCguuYkFkwRFCVa+JlC0V6b7YtCdip8ie47ry167zqhyumz9MHM1abZe5t9bHnTQO
ll/5twT6NBLXLC1XIZVsQtXtA4qXdj2Zs3r3kgQhwdw1GWQXqD2gwCE/xPxZh9PTABuOKoK+cp7B
rqwEirUH++6949IOwndb5m215q7u9jrbFiZcQVhtIdO4SiisMzgUbkrFIgBT1vAQg5ZKSrhlBhTa
C4+cvFw0uCJVD8jXlEOCd3Ah3lbptsed8+1+VSNPjKxIxjPMMCwHn/SuD1yNbtz7gW/HlKzT7sWT
bkkIXZUPKb0vu2etfYVz6GWLRRGiR9CTGtQ6vLQZhFCzLaxGz3+fmUUo8ujisCMZfKyRcXhr8+1w
4WmiTEHl244xzB6SX9rU7KeW75t24Xo0cyVQhLCBE48OyTSrHnyecJlLRljQvHvdZcV9KsIOFUjE
6Ay+HqgYPCm6FaoLqeBplk4tGiGAwIgu02EL0aO0DWVLAp9hgCfU6E6DcWK6dBmfm0rhBDeTWsEN
HElA2m781vKKhSU/cxCIqEOolFUtBxTajWEdDRIVRFpg27xUXJrptQg1jAfWQHMbvYawKfwuuiUR
i685OzHmItTQSwpgyuoGlzvvCtZpt/Kw9zvV8cCWDR4DgLFGtXNIq62TPDqGlEJ49QAZx3UYQE2n
KrdawLeaOuwzFC4VHxoIBagtuXFLJc2RJLxSCivPPppiy8MHArftjFZ2hwIQFBmdBJyz8/uTkpnh
F8lsaktbBoAsktEVtLX8btUUKjxWNbsrf0E+z86RX/J9BeVhKFgStoK2uzVCVTfud20Cg4LG2IEj
ZVX80EJztEwyh6mTI3ayjXGwQ6tbJiPAPD5QaipUH/E+k7MrPbvqNRU63QjYcQJ30cde/QVtX2Bu
XoxCuldpu9bk9CaPf5L6yWjkVQUIN4TzLShKrZWMr7I2tAb1fTLaCSQgWvR1nR8DSKxFa6jJXNN2
dHoIuDJtlwF23463bYJO1rmVQ9CZa9Ri7FEpUofDvzaZBP5/JJlsV9B5CzgMR2RuQ93Q6o3KniRh
/fQRovJGLoMKbGy0OLJgCeV0yWokMMRgduqrq5hoB509MeUqziEqPJiOOZgro4PHAwSYIwJJA2jF
6tIKoqFWnn4SXYMi6qtSx8dKgbJsucTWm1nyX7TFb8FxVOEoALd05Glg0QTR0nxprcy8xkUYB4rK
LDE63LWL4iFnV+xXDo14iwFgP64LuvXjnZfvzq/LmVUpwjpCzQ+AKMRL0kv2beNZFewPoBR6vvEv
8YoTe1fEdrRUanIT4qoukail8ze4gITDZ6JcFclDAupcA+H+2xqqX6bxXvn3edHtk+peitep1lkl
pAlbndtaCbFW9RqPpi1L4NDTNJBnRurBgLlJAU87dgct96eAr5MEsp2VvgZ/3JaBqJagrFvEG2DQ
OsDrmpWclQCndY4q74PoKTRuM39TGzAoXcIdziwIkSlRq0bvDRLBgoAhmiehCn67MJCnz52vmPJt
pXkJD3kHQWk3NSGoe+Ttw/l2Z2ZfhEOPgU7DckqssOoq4nvouUv9AlZ3JkUvwpgBDy81SLXhPROr
gAr+gn+BndUUdnLRukXEHvRy37HQOf9FZi4U8jQj3wdIAd+k84bejb2jVj3w+FrVobXcLnyZueaF
9wijYTHCoAL3lbCH7l24KobXClZ8Ovht57/AzM1ChDZXTQsNwenGQjJXzeDZxnZeBZvrvR4vfIeZ
xfmV+vs2RDJ8b8FxwQGNp5rSrJNudb7nc+0KiQGahIkSF2g31tZ9sIa74UXtihjeTpEbTdGR8dTj
XU9seLmcb3dmLv8NdFsUnEJkenCRUHUMngE+ndqVemyQR1uYzJm1L5I8IUTfqmwqt3blU1K+qtKB
xx0MZCrUeWCmNEyA46WLxczwizjWXI+h8x0hRdXXmS03DGa93mVRh05R49uKaYYyz9SgGlzow/ih
Gy1VG2fW+pdC4rd2aQxDHHgc9iipVde0G3Z5HtplA812kuxhvOucn+gvlYoTp48IRIVZAczeZUQ3
Q7nKJPBUFJjrlPZIjiOEq4ck3xTmzxqu6sDSsxAiLD304260trO6coT5IDxNhrXHqUXG0umkcMND
0+6L8aEoHzO13owQHmDZRwwJaQYqfMjXMHNkOluf7//XzfBU/4XXBiSNM4Vx7KysfkngW1P2rR01
eGOn7SoLfkYwJ+912cpRZCiL28K7SXQ4l/7kBbdLHHURREfJCAuxuAQRExkC03TaaF3DbqMKbmn8
lA4OBLkXRnvmKPniLn6b1L6XYOEBUx5XjZ2udlqoE1+WhBWRiCygcH2bDimf/2z6xoGlx8I+ndk7
RAjrHpxNSFBOC4S9Z/lR6n6cnzn6de6cmDoiTN1Yk6AZTTxwOYolModFBb+Lu9eU3vAMebLBf538
wJLi9VazeKM5hrpPiifqvyolpP/hRlQi2QFDpY0KXTh/+OwGrM3oJelKG6wBwNR+0C53YC1dlZvI
zyxVgnsKjB/kWlu1BjTrfAq1cRBLoOvoTVaLLowKSXpHi2sNlt3ZNRmvE82th4+abwvo3ks/9Pg+
HI9SVYXrBI5eBOhzApFnRv07gzOsdE7hfR7jfbfn+o+hu4HYp6Ox15pfQSzYb5+zpAxtLzBXY1HB
ae3TqO9U+ALWwfWodzBSwQNFBeIdtoOK4SiqaUHw5DqoCaBwD8YAB+ij3D2U3d0IHePGP5LsfoQk
treD3HWcbf30qihvBsibq66u7Ee4ugaj7xiBG5WRZXY3sewje/wYq26h/Krg3qbTfTh4G9guOAxu
C3W3Iqpxw8rqeQDpKdDhhdnalXSLrqvNr/MzP7eihLd76ytdmRNc1EAsiepDKF24B4RDVk1h0Zb3
aLeTQUa5HpdC8dcr+t8XKhExoRC58wK4raFh4kEwPoGSiukE3q2fSnBsfEyoo8Qv0fMPb62NV5Lx
Q9LevXi0RrYz2bMefmh9elfw5FaDdRhMn2GBSiO+1vA6zeFip1wGjCIiuBROh10RUqAw4EFtaYZL
/IWtyk7erIkp5OPKMVQgto/vP8ICCMEwKDdt/wg5tpY4PeL7JcsCXva/n6RwPo4bXtW4v8OHZABh
+qI7EjGFExoS3JkKAwY8OOKryHCSdimYT+vq1LKY1ve3aB4nevYvgE0Ldiqk6uHz+Ba0axlHSibF
TkPvev9dMd7LYV/AnnqsGqfL92kGgRq+NXrwZavGNhQUJ1vYzo8/+XBASiNhcOAsCVhNjpodJMgf
62AQrWp5sg1LVqH8CX+JbZZ+SKzYNVl2KLhnJXQPlTzbY+PaD1so8T9W/AaWx3Vzbfg3mnLQtLWp
aRfOlHAkwAJvoKmHN31Z3sX0ykAC47IlIJwIUdvTWPWxgqm80t+bcOGScDrgEFMIODA2U6R0ykEQ
iVuB/uIhc3VZh4WQM7CkkOD7hmLJuwSDwt7gC6DX0zcFIoJes6b3SQedXndy1srwUg70h7ZfEos9
LU9CiIh9DbJAIYGm4ikI/1oeGK4KFS47ITKyUvXaVz4YCphe1lfw4FCsNE5wXSGpFZbRoS5kHM3S
q5GFH9BQuSh2EyaEmBHQ9RQkhwHq1/UvBTJf6q+LZogJUcXvvFjVIJ8D5LpleI68dJWbWVNMiCo+
k8NC4Wi3wXU2cIKPy7orxJRQQrkKTpqjK+vPnOwvBCUTJmzZXEl1uD+huymchtm6Wax9zARBJmzZ
lkRNETTocA3ZI8MYLVN/ZKliFdlVbLSwyvnMBjwsaicqYW0e3CKRaUcqmKP9Xcbeg0gDrXcA31e+
ySOwUJKXYmjvO9AoIWfv4JTxUjD6IPzIqEXqfFsB9Na+jPJhzI9+uUmSbUM3Y4vXen3TVS+KT3aX
TYQQMyI5IUoJUxJXfVWKfdldFoqYEDCqoY/GcMRwSdDvbzekWtg/p5+L0Fz9/SwKWiWiNVVQx1dv
IPgK1+sc+ZEgQlmHwUo6uGw3iZhdv4PGIMh4CEuwG22Nel0ZDxeNt4jahWeTRgpj2k/9tqkc47Iq
F7zYfx8YKff8MWdol5Kr5qVb4jvMjbew/XtFafzRaIFu5w86uL1ZjhrpIxzu8+r+sgERIoECYwkd
srrIDdbpdVMhBdssXOdmzhYRrQt7EWpqMvquKz/KbLRk5Yoz87IjXETsKlqmsmpqfNRWzbCuyEK7
c50W9qMMw7oaVuyI49EP3fxMUE7hRrC6bKyFXRl6udZ3MhZJCTa2Z8O28KJ2RbyuAaV6WIgC9VDD
RHebFZvLmp3u6d8unr05JERv0F3De/PplepfVB8nIlp3lDiHcFmDmAdTGbJqygv7K+xBBq8QtSYx
gh6Fk6qlJQtg0mkrnLiAiyDdAY44FaSHkXHeeMf28bLBFfZd2GicQAR0cNsrvloS/JjrqXD8dqZq
jglMz6eeIu1zvqdsrlXh7PWqDG8A2vcuFN7sKGZAmKT6z442dq5Wk02PnXkunKfWUaLYMURooBCJ
W52PKuIRpu/UquB0nOOFEd1KAKtl2XWZPaXFS6L62y7znVAbndDv3gGWW5UQiTBgWgWHXLhZVSPs
R+V9BckDLXxk4TEC44TvtPagyEih3ORyu2kKzTb4c9KWu1RBejr6AYSInZFR2cWBBvirnlCbgBpj
98SA+3axg/33rs2rfRBAXaIfChitHTo527N6U3t3fY+Eihv42yqRN3LVVBbt4fSpaT6MryWn8MLj
2OVuKK0GvdvKOFHg+NZZajru4B27M81so/p0w8BbzjrzwQx1zSoCX9/mSnLZc0AVJiSHC7XhdTlK
RbChzq1CXYgjM8FPRE+VBKu8h7mzG9ZXlfyiw+ivJpeBEogInzL9JiwyBbuz0H418v2QPpxfnjOd
FlFJVRGTqE5GsCuGdcvoSm1eOBbV+cZnlr6ITKpS3g2a7OOYAY8xckJ1ofAx1+npvP8WWnk68KKl
GOmg3eAmbsGyc7pFne/0V73hRMASAUg8hPQjBJRwzvQwuIJDa52ZiLRPPMjh0tXavOmtivpOmspO
wz4l/aUA7jWuvA28hW9VdUnnZG70pm//7VtGzKd1pCPQE/Yi5U/phXcWEbIUkpCaPtAOrlw8VexG
aS6bbdGWhzZVn0Ydwqey9h+Hn+dnY2YQdOHQz4lJ4LoVoii09q+HhfUzHWknZlhE4atVYZZNGwyu
MZqOipz2WAMhI+nA/i1E/WklnvoE4fDXak8puxLUDMXT1xlkkIjWOwlu++FkVfpy0diI0PwQsFJ4
UGPAk115fVmNAvbHv6+6mHq6Gk8YUAg9PJb4x7/sqqwJy1mq8Fkq8vBupNarVLkrQK44Pw4z4UCb
1s63jVI2He8JGMhuzXdNr6KEBFh+tERRmFmBInIe+D65pw36nVUA5dwTsNAu67b8e7dlYxwCv0d0
jIzXUhpvWdJYEL1a8jSa67dwF0+9suqyEKujHG+q4VAsYXqmx+qppS3sSGnI+1jyUEv14LMBYeWp
KGTHYNGkXmxLhDhcDmEWfXd+kGbQrRB4/H2U/CYf9bZCVVgJNmNhOnX+2iPTppF+0yXVRk1bG1KS
q4LDmIuhKtMcY885/9kzIyjC7hUdZvZViNgT36FksxAZvo6RE+Mn2uPwCCAzs0DwyZjvBs2qjmG0
yrQbOA3bXhLCeJNvM1VbwV4ZOrP5ihAJmepdoQJ1kmWbgTFwTn6gBbvLNjF7Sgmsy/exD75y+xSx
ZueDleIBQejR9mfXvsXVfVxtybhrynbdG8zm5i/JWJKWPG0GCIkJIV5EqTLAjZ2PrkKR69nDVR22
XymshSSLNJkLFI4a74b4BuwFOFLaFb0N5YW1MRNkRT5AFGigPEd4babBdeNPjpi7Sn5OTLdjl9VV
iTotjW+hZdCYXmMdABLyNN4tmSnMrSvhncF5VCWJwno3iTGXxqodlva8jP+c3p4iYFjtgLlJ8gy3
W6216saW8596d+WTF1a9d0AXpsrWb2/iwrQz460NfBTd98CQQBOUQ+vWsNoWHqlXrOihVfbcGc9M
33f0BSvWgnHnhlGYZ0jgMkJuzSRHWl0Zyk7BjzTHzAOiXrMbhW9g3b2RAPDL9S30XbcVxNDqYG/i
n0S/61VvX5iFS/m7YbZWWMS2rlDL66G1on7kWrWTjQeJs0NeA0WpHpBiXzGNbXpSbOQQKhB56LT5
cDf2shMXcGw7djRD6lF3vMxziOTZXNp6Bp5WegH+NzzFlew6N+Fv2lUrlJxtUOUdHt2lSEykY2H3
UC9rIUkfFGStSU9Z8VEYFAVt/M7cdKZhJyxZyd49pPi9RHY9eGn3ynEcrwBshhuwA7lWy5CuYaUF
V1I76BS7bj8H6UoOQjuHK23krzkko3Wvs3J40pTeB+neup5ZqgHMJ40+CwyR3ja233QriRzMdEu6
aMXLfBtDRN8aeG8VcNJqB7Lrx2ozEEgaSh9d2h8HRN0y+yzJPq6rrcJeuwl5C+9wNVhrqKVF8nNa
uGb3EZJdFT7JOSxsUziSB4EzSIeewYk30p4q7y4Ghp/z9E5LQf7FBjZRyva7NfQQnC7WHa357PLC
yeoCnEV5Q7SjGTVWqBxK2OFKCEtWN6ypb64TnziawW0F0UjyuF2bNfr9HkfXakE3MlPsAuwH2hdw
3x0d1bhH1gwZI6vq2cYbarsJYbOMOp0su5zHVht/GGV4UEfIZ4HN2SmHEQqIrNJsYDEtxXyDZzXw
x07H9c0YUMto0hUOUqBBKuKU5kpdReq9Jh8r8wE2v2101SbHdlj3+G09/X9NmuQk7bKEsuRjER/w
a4Zf2wdz06zGco3KKTdXdhzAKgKvDPiIGcamgoOHjHd22x5a4FAC1O/0Q8rdUn6phxKoGgTi7JPJ
P6r4XaleGdu03o/B+0GbzwR/Z9BNDOm70EjtJJGuk2gVJdfe+OrJ20gDTji1/fbYJzdFcpCTHa7T
toQBpaYH7jLQmI7XXafpNcyeOnJnhsTSwWQppYMHLEUErysy3CCPs/alclsy36nSlzbKcL6AKYXb
BX9No13W8GsvGSBU2K+JnK3rEuAKkF4CydyyrN+m6g0AwXYtHbT2utNru65XXQpKdfrGtIdsyOEs
kzgDbx56SJfJyElAJe8a96RVTW9SHx2u9nyU7DR+HvOdVvfrFr69uezofmmF2p5nraVikUqxafWI
OhL1LHMqzJZrGYHIANcvgg+8GgOSjSHvothqKhOpEQBMxt6GObHz35xd2XKkOJT9oSECseuVPfdM
p5cqvxAuuyw2sQmQ4OvnZD/15LSrIvzU0W03mQYk3XvuWXovQSanX2BN5fV0oMXZtk6ufuYeeNkh
COmYiZEph3fCmztciKH2zDIeVA0Wimn5WvVcAldFpLzWYLaLPt1rrtVYpHTQQthHRDBIbTTMh8HC
racH3n0Mqjo7no3c8tbPzDIxzQck0ft1NfitBpMQDEiUMME0l76BoBPOp5DKR0oXvxNW5PY/naGC
shX8844hDks91QBTpnYIS3KFL69vW9If6NMkwIHC2vOYFdJcBa53rHAHKH8rbBBvehdx9jzFjD/Q
4PQxQcxs2nuEOIft8GQR8PJEkap6Y0N37s4h9AYgWlXhYD5T55oZz1MxHA1YTzLoHSloHYbZxaDW
R514ZTNwl0b8GHT1i4DR51LtoAQOgWatb96ZQetwPxumtNTrgJnjZkDHNFfQIOjdT8QnIZe793WQ
JKbaDjvv5t1UxZZ4XPoGqcBZrJYpHNYidBs7LpcNonp3XR3nLB41QMRO0qgrwrmCuYyaaVeLH9I6
Tf2zY0DAf9GaF0CoGvIZUfDgNxTlvqm9NvlF4g1CIDzat5tlLPdLUOor80TwxhjTlbWYyRssduYk
HyIP+ToSQNVzWVwtLJa8GTGq32YG3WE4FjS0DJ3qVbXdFps1heZMM3MgdDr41yTq9IeZGEmJk282
n0z3ASnPi16HtYTyrH9pM2g9aYVPQuDQoW3aCLkzgNXyyDXUY2G+NsOWaIBrc4QIa0DjIC8DSwsO
tJp8Fd2HbWyQmNRY3aa1Lx17J6vAitjDRCct+3Ssf5FxW+IrtWwLstTGmUdUhLvZNvysfJRLos1T
uGTPYBCRloTUMvyui3UX3KviXUFkR+XFFiETV9r/GLyYq5M2byej2IzjA8AeHKH1It9Xi/jzUEaG
piX1irfop9O8CfRSORkA0rnbGVts2cFQodwYJVTVh6YhcFVAag8bUtYuPm/jejm2U+n3DXYvhCmR
M6napIEbbC/WOHNLnzAWFfYZYsBNzY7I/IpqkUrttwMPQ5B29BarnwD4HALAhOiMbDj0MQj8mmYJ
Ok79236ztoh1E+PjhENeXHgVL+yEwCtV7XPILN0i0c0EhzG4Y0FVdH5Rhzp50/VUGTvbelqnE7Ge
SX026wnjsUuvgcAFAfNk+Zlxmj0vJphBwQejxHEo85eRhUOTYpQEU4eHYn7ScPYNHpzUxw7+x+sA
8BafAekHbRjivsGlLrXdML6xWcPCtHw5DxtjysISxLJWj2aKgmxO3XY6eLXwh5EHloe6YO1PxpDV
eKGPNcccAlULr6oQ9sIBGzfYno9ut5uwO7VdFxSMBTkViSbtwHAlSi3YqjZzZEAaP3VXqrG4mg+l
FAlF7LxDJp8WMXRk5xzgVS4Az2LsW+Sf+nKojB1vf8MqUiPnOt+O0zXjiDbsf45rFjFxLnrswerQ
FQjDhSXuOoSeibB3gSijn4K/lEZcSdjNTfEEfQ0SZ/0WMULeVMYuvFpaqWMD/xzKFEKloGgKvERu
KNDDIDimUy+UPtZuuo7H3r5FidtJjQwfyo+kk8eKgacFYyClFfsenmIj+PZagfPFUS46o99QLieq
FQ9d3wcdopyKtU7yuXsfVZ8ijdDFH53RIWizfs+lhDPuBcUhtgIvBtvGqd8M3vpFUYTLqIWiFTEx
HsH+8RtWIYVpP9u/DLLh2e2+mmeRGf6MNSTG6ha1GDroMAotccoZftJJo3dxU72vON84qpcVNb3p
AYPAS2yiwu7NPJaVHRrLLw0HnAM34Gk4LuytRTGtw6HCzdMVd7npkaBrr6fJ1qPGsm4LgOZTygQ9
jBA6mfaHO4i4cr2IaVCFZc1mXHTfHGjQ470puzatyatqutCpRxQCATmQ0fQz24iGsYhJ4USzSAck
36kaYkLt5oWxraZD5UzX0vl0rHPmPFT8jAJ0FCIZWhmt1Y4y0EtIH7RlCpOYwJkQe7BO2N+hRuGH
mtihVeYIvrcPVluFokdt2Bop7xZfrDxpaxxsfZ2IHnIwm2BptIGB7Xm0cNcmA7IqK5ntD0nh9bdg
8DC73YvpHk311C0/UDOksy5fEQaBjzd3jFQBdCnY3CT4W+9Ll+jMjkpAsatzVLPrEwPl/ISXEWV5
18/ngteBMC6NFKFnd1gYY6ChoJocBZK2REOgEoK0Om7G69Ts58b2l1zB3qm/DHCrzAdytmwcOXLy
RV/tDLNBL+BGrNwVfZgBi6A1DcTsBT2HSZhjARFufbqiuhm8QBRu4OoInkS1WOECHDdlEKFdxaur
4CrdnZfp1HdN3FXicMuP4V6egkYeaHC/8HBRF/wMZGvi1q4Y8nmp2VX7GYbfJm7zqq172oA/Ztk/
a2yoA+x1CIqi1fi8hcs5mevTlm+E3NiqDnooiBRFhQ8jGsOuI5Orh2qVSYPF6bUzTFgmf0Ylr6r8
7BF1WEeYb5i2HozNh+O2J6PYDe2bMLPI8QwcXjJ0FpG6Aiz9/ChaaJy8XVdpPkyoIzjpobeFzq1N
YG3sZ59zViCe9XlyKAL5mhj25TuTbvF31OQlt/MkX2KEuJqmijLYDs1mghSp3+UMqxzaRJWrwpyF
3U0xvZ/kGLdLPLon18QXh6qvkSCqT9MRyTGRg1AxY0lGYECt7vlw4otVYVyGju/7EYTIARRWD41j
FxpOjuHY04gWkTnPLG+DHuR4VI4lyyKPtVGxupCrys3s9Z8uvMF9OWJrcydx6Lor3Ft8x7hMbfGL
W/l5wU4DFWTTJ8VaBKAvcA5fZLVvECEF65zeJ9i1C4RubziMZRCvc6TezoZODAY7iGltoNlqwU72
0qx7EMNBMge744+C/oIxX+d3MPKsCgRSFeiAihEUfuzi8AQ2J3KUHnCedWAB6VVM9DasBvMg4THg
EjPE2kq69amBWpLh4LXlFTaKUefBqjxrH6WtHnX4dyPMOsDQB8LGRJCktvCBq+ZXatlTTUazdGNk
RYAoEEwyi/p88p3ykbA6dA0aLAv6CTSSslwDiSWoEOM5rc+uQEnArYA7TkpLggMdOcwNSJAcW2U1
wnt/UGdq4nQlZAx7O3tehyrgdn5cLRoa+kavqjPtP73e8i0IOIWpwhXy5BVcc6WsYESzsHjiaC2P
q3lqZLZbRyMyOqxHe0ezy4qmPM/HJKPoglkfGqMVIGcmaXIX8RPzvmutTwuu9HDp79vzaMZuc2Rk
C09on5KfRvE855eZ5j4d99i3wGYfikNfAtboJzChYwfW+o6+PGp5GWSZEVRtfcaYC/VD52PMmzgL
vZhlnmYL3YwVO1hcxjYzPipUqM6c76X7vMw9plWoGCgHBLP6xWDGlBdBA2lsg6R5y9ESk+ZbHVQs
MS9oyAEwwLcN5tCGb5pw4EFQZYdeAkPe2Mm0XeYcTXQawsUwWT5O7op8GrT97momzDzMDgS4Ny/7
Vvk1ggUN2vq21wUIyfUNi5wKLT9IjIylHlqQgmmodDiDRskINQNBA4vzqrxPWue7XlQ+KX6NTfGE
qcwJqAjMG8i2yXHC1ZN79KzhUYwZktJgmO+cvbY9dfmlVA+3xjTgKIaL0QxKeagbDJhd4+DIJfCs
EeXZir5ox5zh2GU4BtY32CIGbmP6RqNFq/daAlOUWEXAjcDHrXOMyOfVrzEhbl7bGrL1G5KTP4zD
Wwm4xrEsVGZ12LNPpF8A12KBwFoTMKpfzDcFYqSBqa9D3zM3v3oz3uAlsScvdSa0Kr25zysz7BwE
2tykNEOUczvhNBrwzVz52boOkiLd1O6OQBwDgkcPK/GEeWneuL5TzwHVitgB9GbNFhp8rAnEAowe
NNrqtvFsTCZSuBXZ40vmDNhkPxEIDUBmiMuMHbk2pwxFa40MgolUYCCXgVHUnwoxxqCmI3zgcoNF
CM4xaY3X0ki9/oihG1QwsDZrfhf9GxXZrtDHhPQ4d8hy7nMeufWntiY2t2Mj29SemaicBvk6JDre
2tJE/ans1Eb1gN6YmGuULyv2PN3c9K6HvrYNS85SXs/nhr42ZDq2QKNs2/Qn5CiWTD+u+Goj5K0C
UQyF+4OvW919mUHRYdrvdjkD1li8qx1WkSw+BsPbU6BClXtcBI0r1FSNrKDyfjXsN55tJZD2IZVj
kwgrFtAia9WhQiU3ix9ls2kBYlhTZOuHrBj9EbRYmf9qYKRc5o7fYTENBcLt1k+FgmVFd6lgxo1I
04rIqAdAXMJUyYbcCfgaaNvyxKX2MsDYcqqaY4l9uq8RnsDrTd5D0UJXn5Sgo3WXZlZhVZh+i750
VSFyHm/c7z2bvb2bmylHCccd5lP1ysdpp2enriigxD+1zAu1fgpH+mYJC65ZxaHE6ELH92W6g7s/
b0arOml2j8r4k3tzMGZzNPeo/lqBoOo5nFmBXJ8McOVTtmYp9RIPMy4HqT6FW+/48Nw1WUBX1Fat
vZs8SGp0ILnjrY+0D32+bKkIoAsIBhfcdIcHWg1qieDBAp46rax9p7CJU8QZ5iJqWwWoiUD8IAOO
qkD1FhA7EFERuNLPeAF7At0LlMqonIYWMWPNs8tu1vTliS1uhMC2gDk0tPss5J3Er05hXvZBbsi9
9PCi8GrPlqMy6oeyV+dBNVDaYxMrtdgiRTK3GXAAaPsbmVbYqgb31XUqvwf/xcLrYugoQ7QCV8O+
4byM0GURjVx6iz7bcHUBOvEElW4Ar/dDv9KnqpEbS5DDaM2HJVOJAJVWB7JtaBtew3YfAOTt10tL
QzXeRK4q/XrWNjgOjWXI0WOiHGPzYVx+qQdvNHfjOP40JKgoBrrQKZMxMzJAuq0NPbB2zSdAbAP4
aATgiJ0bZ33wUP0OKw54eDK4c5HKZXjXaZdwYw17HZI9bm050aKxtbVE8tc1s3Y26AaLjeiSKjKK
ikEBBfG/zsKl/akESNH9cjQyEjbzvoVJh/ppusqvskeb/WAD3U5dtYO33c8cQdMaRWDlugR2iQXi
vHgz4m7IZz+/9MjnsHI3WjWE6IxZlFddxA15EkOtfNfJH9CUgB0Qzg0adfojH72tzJs3JUHdddrD
0tsbUg1wlNARGVu6I0ZSmEOhEZLYiKoSPHiJ92uJpKUFbr/XiNybA+7xcmXL3tNOqsQjS0WOeFSd
PZVu1Doo8+mImAIPXhVG64SWPSDMZdWDfrjY8HCbtJKhiLKDNTs+9MX62VlJN3SIUtGAvgn0GXQY
Y4m+P6dP+vDglu1F6/uIVsa2EQvw6z4WsPVhJthQ6kpRroqebofOQG+GN8ybKQyDOt8pXqW4cgAX
GTW2+ugC2exbfxwQRDisbahZx7LaMM+COZGFF2BoU8O4WOsxBxffkzJsEdIQmXVfg079YDPIWObm
zbspG6spzqmBIdgU3/4dYTGxiVlVj3+OGBLc/v2mFc3aNVpRDEri+R1kamPR3PoeuCXhwnwiKBFr
eEpaNz72Roddi9nvRxQMYs0vrjH5mp0DS7U/VdbCXQhWNIJ7gTNC0+KcIWcMK4x1qp3kAGEGlNLK
HK6idRMlB19i6pwpPWYT8Cd6YgVCH0F6mfQ+GJfpiiiXt45CfzA0wcRfM4xc1ac9PLrZ+zrhmNTc
eLS7pLcAB8PrY+4+3O6xd7eczjhzRTTIg8qbWExFZE4nx9NiF7/erb/RHUez3W2Rs5kIaoUwe4WG
gvooAHbjhBypQz+UCVtem2WT24hx5j5v9tR57nURdZL4bNVDDahBqUeeDq0mMYLCcSHNfxN49ztA
vAQzNoOiDm8BGC/QUhCwvkieFNrwo5iN507aNZajTAB9PXBvq3Vp5bJIjpvFXt90lJ2DGmE0BQEk
22Qyzfo+nTQYezZ6nBdAqaYpzogd61gIC272lH+oqnlDVjpWWB1qjsRR++EtKmiV91yYsJmkbnX1
ShKQCmR6DfyztTQOMISJWUVQW29nucOxscELnoyDvhkI9oFq/nSwS7WiS1fyyBBd4uD797j7SzEB
YszccPGst3GcwZQrLpQ5vjnjjLYbuGm1AJDWtUmb2eOhq1uhWi8ICiIBBdyn1BI1ZrGHa8sFmTF7
Kaq956xpXhibTNNTvfHQ1Vn7vGguBESucRRJhp4AcaRxX82pNSN5BGMLUh+Y+VQtL235Tsv3Ur4x
HAEE3ibVfjTfWgmofTwx+yidy4yerYFXMAMSCcBE0+qoWt9L8UKXl2r6VJBbNcvRmlNg+KAJ6l4M
BNXM7cipIFM43MbXA2GQYJ4xUCRDgyucmXHxgMpQfaONWyUv1XBg3dGqDyQ/FOSgL+/KuPl5X/Ea
hnNXxZOmXWAK2mBrWvUyqDMIkyu5/Mgh7BTucbZP9e0EfOzz6mFx0JD2PKr7OcDN+Gjb98GOOwSo
E4ETV0Uqo5EqAuxEHhxc8quDetcGCN/k8PhkYW8i2hvUFBgEbl0LDRi0subWrI+39nKh50o7DRPQ
o+agZebDag57G0caszAKTGFLjtFbImzIhlH9r2dbbjL+CZNS0C32k/5ONJaaJhaUPJRlJLRnVTwN
KjDIFlBBA9eoSt58asTOsJPOpCFvly3a/9q7Pe/d5JpHrTiK8WRbsC7BtBfDNAb0cofA5WbyzJ/l
aiRQF+3q9tVQdG9OD5ZQ8GJudLjR0LepnU42kgZDOr/Z+vOYkxidVsxogcRDxF2NSCD9hT3/sjKa
Wpp5uNnj1NPFy1/4BGL79KQVzxzzovHqdWHZeVsr33oozVPL/dDk1f7ZlBttEJFYrEToR8JPkPJj
rBGIxJtBN2URy2DYI8zHhZOgxn4ssx7v7dGs50tRHV2RRzBIT2oj++nklxw7gm7D4Ac1IgYGaPy8
wm/cZNigneGOFUzeddLqjWai/9HxQR2SmR7BlIz0Caikdu3YB2f8nfZttM50r5ts5xjr3ugwehbC
DHoX3F4YsNaow2nhRTa276KPHQwfkYRSAAW4VmhJraaM5YgIndGboiEHbyk3Q2N+Qi4gfIIFZs47
fXw3BhmDN+UbgD5qABk218ORaFfVfUB+1QtgGR1+0pRPk2yv3nQluhZ9i//yjxvB+9tD0TDkopL/
sXImhkmCKFiLUGswv/+L99gX/If7ONJS8RbnH67ribinh879HjP+3hZMLwq9tRdct8Qgc0r1bxIm
7w3BGkSYGZ0HBtgywEwaj+gvBLCvBH73hmCM96YauYZDyXQ2ZfE6a3NEHIIzFhNZw0pU1QesNmJO
f3uZuta58Dvgr4wOIYPkvfnlVNVfvssXz+Qf54Z/PWuo/O26vP2NvY3RVFh971Hf2/LMlXS8qsUj
0flxwSgLA/BvvZv3pjze6tC54ByKIRJOZVT8jfDzBTX03n6nMAevygzom3HYNDZPTO+Itt3PkMH9
5y/+hUE1MnP/L6Wo0NmozYUm4WIKuK4PpnVMWIcaG8PxmWzcUveVhgxC09ygY9wVth1Zxku21ChD
Tw3FbGXGPgxkhGTtUR/m08j/otT48qvdOEX/egnquVr1nIFxzIF6Iy4WWvUU3gOs6/bV9IEZ9Kaf
0mZ8AtvHcg4dLNQduFhovQsbh8qv0UOgE0Iq4D7jj4b9Tfnuvd0PHkcLMIHCppaHwJyRlPrnJ/HV
K39HZOw9Pgmhg+k6YjS7GL+n7/my6//P76cdWndYcWEr0UYfGT7f+r73dj+urIilUQeWjUagm2hD
w+9d90av+9dTdwer6mUx4OsuRsjAPrQBg3zv0nfkQCTiGc06QYnYjDu9jgv1vZ3+3s8nR5xAw+Zl
2ZH39aX9+POXNb/gE/4/N5/C0Fx7cbEdW2BngeYx2zc3WsAnai0wuK5PBTdRAmYXqt1m1jAGGTBf
lPW+s35iBKFpe6vcFqgmuhKxWIa1wSQirpCU268fzQxbWamOt+l8odNkJj/07G3uH6ihJ472mLMZ
hKgtWR3YD2MxcfLw5z/rRjn/D77pvXeQa5Q5MYD472p5XeBVIocZWQxC/jS7/q3o8CfmmfrmK3q3
gSyVzZ26x6vklqd1iF3v+c9/wxdL9d6Sx2ysqSFWgd2e7dvy1iv8+bpf7Pb3voeONXXw2sS9mbUW
GzFSGLUMwJKHBPC/GcT+o439j/t/b4E4l7qp9zbWQGnkwdpcmnavW4/t/DrWFChjhgHyZjb3ot27
9WsjTjjW2+al1zQQ3SofKCag6zpo+3c+v1LtmrkvhfET8erOAsAWiRpIQhe3qaUGmx0GaKet47b/
bWJOiiRsx+hwnD8V1bNdhOAy+x5GNiVNCMyX3D4PRvdgTIkrzzpwRP1XUV5s8k7Xn0Cfgzk/EXVe
nVsW25kP9KgNO1Ueixa0g7bHkPG1A77j9MOZNSZ4kWDwsAfYGXrDiozd9qosPez485xte/Cz6ZZN
mz8/ta844fdWjw5EYWM5wZPo5s2BZhDEJ4xq4K25KAD9DsiPNLAZQeJGG3bohC2A75Tl37Kf0++t
IIWirSYh9Nqp/sCyVP6NSv3FS37vuWi0zMo18Ad206f32P3lTP9qU7s3XFwKrfXmHnT9Zn6xES8K
KijgsQCuWxaD8lcAjpuGWDESksXxdX1FwjQmEswNO7HJqw26fTkmdr0ANMTNxlTDtY0Da9cfeiFO
1GrANnAuXpOHcBZMCMBlVTgbtqacmUHOi/0CPLky9xzZLIX5N2X3V/fq9t//dWaNVi2btSKoCbZw
IJDfdKHR72qzWWCaPeS4bHHENK74m2PKFwIV/W5bvIUNVJzjjclsjOU+IJxIneGbZ6F+p/MohJyG
Ht5zu2KFB0PEy78Uql996bvyiGgciusO180ZD+gMpANkEvmd7EQEzN27NemI6+D6BNNy8o7p6De6
jdtF71RXQjMaUStoRdwf2aPz68+7zX+9areL3pVHlcOENoOmc/MmEWUovtNx3a57Vxs5UrSZvN2B
9cd6/JvTx38daLeL3h7mv9YFnzxKrYyjlqN9MlDw0cFBcnXQJLwx/N79uFt6VokNRdam2rWvU9j8
/t5F7xZeCTdmvfDwsg0/ejcCivO9y94tPD4ULtVb1IlgMWLMRf/izfDVXb5bcobNBk0aBlo4c0pd
EIA56wJXmIlZ/82A96uPuFt9lQFvTQ9MXPjKYyjxe3YuJYLqafUX56L/KnXxntw7F016mZsaGbF/
LnKv2OzTWu48wJmLcYaY5xtl+u1T7tZjWVvSURWccw0OmnlKRxZ/67neGxEZvTVPiyDQ1D+zR+17
L/a9CZFjtRjY6hgR2CTbANSHpv3P3/a/dtLbbbhblE7GYL1561aKKq1AckJ91eZN9OeLf7E9/WM7
8K8Vb1BECnOoHW9orZw3i/nNu3G3IrultIGM4xYLES83vrj/5+/71Zt3tyRhYdAb8A9bEAkHUvAI
4/oKnLlLv5RRZq1/+ZAvVo93v0CdymNjiQ8BLHrjdWC+YIH1ZYrvHTT3BkGmjbwQJuDp4PSi8B2L
hC3ohn++QV880HuTIGZ7pJo8PFA7gxscnB/+UjV/dd27xejBT5wvC76zYYfyXSuTP3/dfzx67vsb
vN33nkDWKG1aUal2OjRhCzwBS3DSFNuXcGfV1MfKZjAeoSsS0GosfagpHRKujQPOpW74DsZZdQs2
18kxPBCAIfPo86TsTAw9eSLXJ6tZbpP+Xe4ZAciSN3dQs8ufKLcib3GSdgUqaybEmUMAZoEFC42s
+XVTR2iVDqrC64omC2kOeweGfWqtd5Y+gqp5FaB2Fw7m53CT5e4bRvQRQZfFAPU5GLnkdZOstdoY
4xCN8PfzmlBbnX3Nlg0t8ePpt41h6vi0EhbnUCbN/Czg559ZD54BZgI3oEd9goEd2AW//nybbff2
7v7Xfb696/9a6JAKE4LaVMK5e4TW9jlTTzb4RhoIlK13bRfcn+xVllpiUHOz0DEeq2G7CAczjK07
LpjLy5S7hyaDczn4qRacyxXFqLzzZ+/jhkpU7XZwISYy2uRmQaLMqAINgOlbUAUTZkGwg58u66mv
PkrjDdIHKBweGwwOGytdMXtWU6ws8FhWBnvDUPY8LMDzLuR7C90XLIwCSwi/BlnYVQo6oNQiZVxh
urGClFRjUG9/IDXakTtz+jnXNOGeTOwcIAkY2suv1vhVIqlEyU0JXgY5jXWsUfBuMLPtSTB0G2V8
AqYPpDM9VaI5ddq4WyoMlWZMKiFSFmYbDKCUZeCYVCY8YOXzIsCUns8LKPOM406URxczOQjUwJGC
C1oB231tehB5Dw6Ylda5FahFe2hHcD7fCFn8Cc1ml7dxtVbPCvnfdfHcripqh53pxK2OWT38HCcy
hC5+KPnziihkacuLBgV5b+F/NooZDFlND00QxqfF8LEMOucIHyxfdanTjf4gLgjQCJpiikzrve73
9mKHpdMEpiQvjeghUwQnHd9qLsxfDmzcETWVFhSu63KeYn1FsjU0KTwXD6rvbuwv0xYPyzyGHpQU
k6GF4G0kqjiDN+3yJqphUO5qJJDFvJnBwmduHSBWcu0QO5GvGw0CK+uIgL2wBh2d2hWCMryA4CvY
+OgeTJaZgYp1GzBGhpWFVjZsSCbiWTpwOqVbAqknzRQ0VTzK3TGdMGsbizyqQVaoBpX0zuc4Z3FR
0LSBt6aRm+8NA3UaAi2GAa3H9cgpjLCpr8tg3ixiAkeDte9QH2vjo3DPC6QMAEkDwCGgplLk5/HA
c6fNmNvBctMdrhnIRD9q2l28FZ5MmKDYvgY9gqYdaDkeOgx+exVx68eC+N212Luwv5tSNEJn4GUn
b5V7Qh9I/lsxqDUJKAkdmO12GyjrUZdyS6sEiBLmollig2+Bj/YVizGlc6kTUHDQQQuiAhEOB0l0
0MUakDD7SNbr4+RBENSDNqpbfoMnZjUvg3rR8SaCGqUwJMjmLOBZC6oU9wXTgmGBBwliX1bq+qZ8
ge+xKPKgUpCYcDBTVx5Lc6uD5uCMOehsmFp2YPvWEAG8tZUJWeGmL00/d03kJMLmj0PZOOyLRcVw
gYL1YFRW14p7IA78nk3PR0INEVutgTgdOJGa8cBnJzDhF2TqDzZU1xDuwD7cgH2WsF9Fy+Mc0wyv
fOTLg9BBMGc0wMMAx2pnQDFMG/DtKd5jgJFj9aLxAc5EJrQYRlpL78Jsep3dHehbHLTnrthKOJp3
KnYG5zBhg3bFD62GJrCCVrQQod7BrLlEaQXHLYxNwJ6t8yqqxx/KxvqcQNNB4shs/oZjY2DoEGAt
VtjZbz3YraN6HlWT6IWL2eul8mCb6aUgB5GxCqYc2ZE38eNcbdv1RHCEkeJFTGDFl2/UsdKuc0A3
HFLq6kDnZr+FlLMG8VPTsegg+Dk5/NJWeI2V7Xvg9es0XeghcxHXJlw4RrfBPD55BOxNcOzDtsp/
62W9ZfmVY76OtXQ7EKUNApT7YskGW2QTrSN7yTDtGkEL5pQfHPbqMVDh8cKN4M9J5MP4C0hDHZao
7j2XYHo0iNBpq/Xs9PoTByd+4ZAXqwb7cklfuYYdMVfVkNTKCZ1RBYMN7Nke2p/D7GxmfQ9Sag63
GHg8QDoMB1Knic1iN86/yHAo6oOh//SkissWp7LCUFLcLHPlzrBw7H8sY78RnZlU5QO4htGSNQd0
AIGF54Y0mKG62h08mSEDHCn4tSOGRxlPiUsPg3GYh189JvJMBiPM650RPoasixZvYw/K7/+Xs/Pq
jhtJ0/RfmdP36AEQQASwZ6Yv0jIz6SlSpG5wSBmYgPfAr98HZO12iVUSd+eidEoiEwkg3Gdeo+5b
7wu1pU0S95tKPrjZDyHv+uQJ37CNA5UkJOjo8hcFj2HGecdu1E2dXJcNdinhXVI/ZPGOFbUfAq7m
pvFFqKfrAU+w2DjqQYGlYwcGg4u26pqOC0Q8UE06aeAEe8cmN9dDBngga5Jtl9wGRXvqc3gaYHEk
MO8K7KYkMiGZIlx6CqZbU+fgcAGwhNGncL7jNjYmoCPT619EH5zX5o3h3A/xvqUmDJVqjIdDahxV
QE3Yv9C0kEpA7ItcSjapr13BidN/L+DmxVO6y7rxvFVQ3XzWb/UY+NZhjOiyNiA7DSZraprwZYKV
S5NusbQ14pFQeCBQu3W7jxT0/lbTgod6r/EWYZ4YQIgZTv502TbWJmZvbmqY4dUPZ0j2OaFVC9Al
rnNMoKCzwx/A/XcbSmM9RHDf4h+znd3qgMMtuKuzbJO5IXGevSlYnklB3dE7tF0P6ArCe9yu68g4
q7sCVLgPV/POT0GG5sVOtoCqAAb/PuRyXgVk/i7kepe4FW3U6TLqqfT24BVTWO+I11Q3kd2dNUa1
idmMYRqfDWJflfO5Zz3V3jcwsCs7lRtV9KtohnsJEasE5TEmLozsKxxGVjO0iGGGQGpsK6c7ASuM
x5ukTLclkvNSX3c5pNXEPjULlrAkQKXV1zqw4lW5TvNP2rppET6Y22HjFWJrBtOGXPVbBgnV1/Mu
DlGlomkw3WCYvisgcsaHAZ5Y3F67oJjEhAeRed8jzaggkyTBRRp9BUrrlv1xkLcJ51Qy5NuQXNLr
1EWiQaRRzQ+IrCCw0WcoNDaJA9Tp5ohSkLXKqhhK+a6Gcj/Qna4BBbEdzPWXuTqh+UMkBF1ZFZ9N
A+lrSomLDG1nnLtVeNuycU0wAcZm51cXvntZ15s2vrGL+cxMDhPj3sDmCkJQxUZxJuxwDTiNuOAY
lPsgPdhDs5Yy2sxsZ64CzwnZwnMAZ1vl1vGucjZls+pWdluwiwP5hEgknp3udshuI/hnVGGLpVQd
35QA5VDM8Gt/F2sCUG9vSHhqwjyP08vZ+MKRASJz2Agip7K/nRL6pOHODC5mDs+6uvNmbxPae2Nc
DbequajGeRUsvRbzFM43dv5JWdeurreYHa8cmuRxd9GpxwZeZnoY2dYk4bJrMZMXXDx6Appxn+Mv
HmITGtp/cxcMD6Z5E4UvfX2Kk88B3OqYuZAx/4R7WYYvfg2Xigsnn4o6XhyviTXYcD2o+7S08FcI
Qu86goUzKnDLGKFtO4iIdWZ+GtObgr66wnkAoO3Wy+yDb1s7Twa3mHJvtX/CCMPT9a4sgd/b9nlb
RIec7CcAIl6kEuQUw+NPtAuqh6L5kgV3TXxvZf4RkhCCgOJTMHaPhlmeUpZ0ob7Ocrzp8f7EeQGb
t02O8VlD/akrPjktO4QJkSEqjgHoTxHzAmBLx0Z4B8Br3UAT7U0OgemmyAKsysZVH1xOuHeWIN2q
58C67e1iVUPE8BX6Bc69i0BtFsOWNfW5U9736b4bHxM9bYruiFzZYhRK2AoKy2FjtMRFzlIU5Q2u
wysWGRx4eMxYN7DYn63ktiO8MBl9/x5+F74j7fBcBydBV9i+plxCuL+1ARK384XrnMf9uPc8f4MC
SGueJs6PzPmSwHQY/QfH+25h6SfjYhv2xa1ywvscsnaMzAgaKC0y8JsuABofcQJp8s8Qbe89/2il
iDpM0T6zvgbttPVGwgBQ4evaOXOi/TRUMNlPFk3MVJL7Np91UkCI1uDmOkjtyDD0zb1nNCezwDSm
ilpyZhmczYTXRdc8RghkS7+DgxXtHR8hA7pEEg5i34LzzNptCOugcapPsvMPaOpfDrD61QSqNd1k
Evk0C+Kd5a8HLHaSJRUfCIVg/3fy2oX8HwWXC4sG8ZTA27WjT2+ObTyErYywQDZHOwhNFTnAsARz
2Or5xriLgPvm4bjxIE2o5hib53bxMFJAE+kEUWRe64CIHC6HJb3bcsYnZBlPf9rn/VnTH5ZDyE6r
H7GTniWBWEM5X3s1hAjnbqKEkFFtMqBkzWm4gfCBZMUh7oBBy7NxPDaJd6WcDGJtfCEEIrkpoMKq
3UbhPkF0xWuy28By9i1MmLDuLgNHHNFN208R0KkBs7d6PJsd76A689SkzEd2JA8h5sF9MqD9BDkb
VHMbAvCv6y99HexUBr75E5495RScT7m6S/VwZnkgDxHC+eA4+0X9YKkL/al+AHOJlwFn+jRBLIQX
HdXff3/hV1zL3x2T70qFg9XLwbGr8eR17T2b2WWATM8oiUMFwhB4RE3E/14G6NP7jlwDMYhcQy47
zYZ1pUfvYDbzQ+T9SPzw0g9+/P6mliP67+7pXZmxnv0K/LxENix1VpogaIEoD2XxQXX0FWnyd9d/
V2F0tNf3VUpLrzTFpp3N+yE85jZWRcOP2LgLO4vG/MEaQBq3x4EzsZuSy1RdVh/a777Cfv7uDt51
CBAoLyRzkCekjjLDsLenDD5ItQVJdgwGH9YFLpPF1YiPQgzTueGsymxOmfy8LU9AXUdUFTzb/J/V
+t+rKEcQwWJNY/wUGXtruJ/jD+qLnK5/P5TyXeFSyRz+BufVCfL9qsJjl2ocvMQzoBF3JM+QQ/IT
ARBWHuk6p+ufx1+rFKF6a2POzV3BiTJHzqaCpMZZsHWgSo/wFtKc9PemL59E6Oxc2e2c2TlGZb+N
jCcHhHghvCu/eBzKfj2F8TbLHqpZrQcNG648NM15MD3kbbVB3ciHEWu1V3WSrDNERWoKzVVwLbyj
x27KnrYu5TnMv6r6rM2O8hraNpgJjRDK2N2bAkKQnteqfEIqJA1gsx3bHkVucwMKpMsUwSM0eaP9
HLFRjjCOxiJbKgnrwGhWi8pA1ZVEFc86IljUAHUR0EhbmKGRd9HK8WA4IPoXpY6tl5775hYSqzND
V6wuo+LQTMHapURoU4cYRXaWIMSlSQuKFjK9dXBKvULQDY5qMd0nbbGpu+igfA+lrSclCNvjg66O
JSU2rJbi8Hkef+RFeCoh+lQR+GlYjCi02GLvDuc+ctUFvga0yM7nOb6s45jTmLidU3WwEtZKtglH
GOADdMZwH+xC10JtSjHUUF/Hp8SxL/Lihyiqs9SbNmm3sPuPZfQprucnPRD8SHiD0tqScq7LmBMH
ml6Tf+r1ha0vAIoi7hQkO396EZm1nczkVrXf/eirY0ebckA8LlMUPhJyLb2qbXM95mdGeduqcjOL
8sfQ5GetMZOzPSnnBJAcumt7ngmxRc+ERN5Zo6q06mV2PUMmH+Ab1f24G4qAAlJ6DuHt1WE8jNIn
D2BBlBZ45j5qCsTdQq9ESFHNCWUkdcqsy2i+aIke6ym8d43PU1Kf/Py7imDVutlmFNV2glfQDf6l
E4ljG4qXWFCBALjhm9+NXsA9xlarcZGtLTFa/5zA20JdrCt3PvoaeeZcJ8r8oA/yi2aOfHemVDrp
mTLBQNTRUzW8G8NoY3hASCLYcfNHCIdf7OXy3fmCWmtuIyI0nFp9n2Ez7DbnPrTW3x8Uv2iLyHcH
hT/nJClEUqfCPEtCDPPG6aP88Rf71rsjQoVW7FDZHU5jc9H1d5wAH1z4F92t95q40hfFkCsq5R3y
EH0wowyGiBxmx7n50fH2i2bDe4VcV+Vpo2eXgYXJUeoWD0FJueyYIFkSJ/eRuZ9yj30mXvuO90Gz
/hfD7L7b5/PZMtW0PFYdPQu1RIZw+pAA+P04/+KlucsU/lP44+koyuaOcQ5dEyfy02i3EFARoRu+
/f4LXjHtf3Mgv1fOTYIWJK0rOAHltOzUh7iOL3XpvFghRXqseWN21tb6qvqR9Da9zIJHryYlWZzw
INyhsrTpSoTDwulMl2S0ZvHiy+zQwrekebere2ubJOkpJ5r+4I5/McrvrQRMOYVmUI60GmEYyoi2
gizOh/ROR09D+RiOLSpr4dOMJJeD6Iev0fRRBpJm7coYQHWVUDsbyEheYdJSes6Nrwki8L+/t18t
y3fdriZILNTlPGqJ4A45RCbqg7+/srtsG383Tsv8+9NMqMiDrc5hJrR5cp25077Kwq3fDgdbTvsC
WpphlaumSDcI16PygxpHXjz4EIQsitphfuYlwzqRX6wEJGUhjnSbVkEEJjVZF+olTNi59V21CJVQ
1rQswgw8QU0YwgNaUGGDnJaJpFugzxqv3YroSQfP2i238OPOykk/FNN4poEbp/G1oJmfY7Pa+V+C
wFk3/j6PkX6YxxdndG5xjaZKID54K79aHss4/OmlTNqPwgpJ/pOVFhRB0vWIYDBmb3Ry/8Cv/+fX
8X+F34vrt1fc/Ou/+PvXopzqOIzad3/910X8tS6a4kf7X8vH/u+v/fyhf10+9xDfi/e/89NHuPIf
37x5bp9/+gu8sridbrrv9XQLHz1tXy/PPS6/+f/6w//4/nqVT1P5/b//8bXo8na5GiKa+T/++NHh
G2yoBZL8n3++/h8/vHzO+Nwh/1bk35v4+S+f+f7ctHzcsf4JT0AI2/NQRLWX1Gr4vvzEd/9pm46N
F5Ry4Io4i4Z+XtRt9N//cP8pPVMs4B1HWY5wXSZyU3TLjwzL/Kdvug72gpbt28pGlvf/3NxPA/Tv
AfuPvMuuizhv4XaJd01nKW3btQQX8pTwPM9+v3tmwjJzt0rkhZOIqUGN0fDrDrHEqQYsWsiQ876g
H8W6KR2s7bq4Ey3CNIMNXDRzZLOd7MKQRzvoexrvLZAsCsFeiCWPM/UYXDYSerbhIYG6QhrKxCAv
coKXaG6aaKPtJnxJAvzXV0PTuJA0izFbZNWyulIHTwyg7edti5CG8aXzC7N8UTSt6i2Od7a9GuJo
kRqYPOK6kRJ1dJfOXQAD37MFbSvp0YRdL88/n8VW16WflucwV4ZEUtVG69/IvbvQC5KHYHFveikH
lRfzRd9qKzuFY5GSuqJDbdwlvkbTIUOL9qbzkzJItg5AWX7HFX6If5Zp16gW5UNvZihJJaYs0KG0
coksWAlA4QIpkc64c0VHfhCPIwRfszKXj+hYTtmpTv0c12U3SaBnBkbk2E+DSobihtvkX2SV4iaq
nYr+sKNrIt7a5uOPQ+uVHupNKnTugjbyn7rGQKZby7KPa3jRykX0TnWJjkgd9dB9F5BDC+LP3ELt
SpT4ex2UFAKrSs4hc2saiRluKfvq8UbAlaxeoqpF6UVMji4vgiG19L6P58D63NVu+LlyUo3mnNk4
7VmLNG4DM3R0m11guibL1s4zqrf8BdaZLZOTVOE0HOIBMaqHLJvS4cqY5yT5jjOI6VzMVpMDRq5F
Me51w6t7qox4MO6GwJHVS+46FirTSZqj2lswkqdBzWGzGroyyXZ4mwwBHaKgeojCIsoOaS8QhCl0
aehdpLWtSZKL2M0fhdWhoCVMt3QvXbOauu9pXDLWOZId+psw6waJmM5xkmfeczTfNJFsXwe2MSmq
pKWnnIcO5D5VIFVlafNUO2En0ZzIJyaaJuYnwNTSpK+eJeVsX9Es8KOz3A58wACTr/x9GLcReVlE
GzddWazy7JR6qLVijBw1YlPYURpdh03Ky+vzAuQ1OBCEaNpR+VcTxdT8pEM/6MnglDyPTWQVP5v9
otJm+3nqn3WpFJCODd2yoLzEaA+ycgHnR5PB0/Zewvf1jHZ7W3oulMO8IfTYGJj/fUbiHWnn3On9
nVUKL7owi6Gw99hkRuVZ5A69dT5o0BJ7q50ZZnh0/BnHZTY/ACdrnW+TCSd7rB1XX7zddN7MTN9O
CuReVTTy/yiJzuaD19koNg0pjTlHwjS7CSyTUTDJKgy0pjA0Xfc0LHlxvTl3363XGRna3ZCf5kAF
1VNR62S8mfI0DrZIXWrjLFfDJI+YBg3Gl0ZH8bciRQgHHaHQSW7zMA1EtOrcmELwSua0UU+h0XMJ
vsp2D1PVl8jamwbdxagUSCOWQo8rYcV6pGZrT1R2g0mkKGTr0KR/PhQ0Y4HjqPBQyDiZH96eVI9U
Ym86R4vqpUQmmfkvrdY8FlNrbrMwacwvPdrI9rlluMOwR0uTV0UawbMHlLGyU4IsNoiY3AnE3g8d
Xpg3Oa35OLZUd+vQR9/ONWVzygPH1icVp4gnqSJnJ/LKMOoOcdgJ8mHRFlQ5U6f1PxVhnS9KpT3Q
qCoU/Q2QG+RqmkxCeW5dl4lnWbPi7TRTiPQFOb1HjDCCY9nPHRvyzghmixUYl8yiztBlwMLv9T6g
G1msks6YSdaH7ttc2kV0G1dFMh+73oRHW/d21Zz5pPkrROgqsR/QLKL0nLIgLyx/NqrbyQnj6Lmb
RWTtMeYLA77Ttp7DuEypcUW6zsebNOGpDvlYMJeNMWMfdQZ/YvFAEFXiSHSdFEeoMFHOtYdF8Can
UKRTyNSTxUZsTZURPdChG+WOPCEfL3sVJAhA9YZCpX81O10YXid13/Xnroc54ICUmU3TLkW3rgdk
mDX5UiuWVoYaojbccxrKQu7jLmV8ekOOhNej7YItMdQogA1MAAdXgxbsArFq+TNMjZj9fRKTXe2b
JkQbhikpfeo1TUOtOnYMiBkg4N5+vZoGB8XK1/U11Ri9nqwhSNM7vNdaeXpbdy0b4HSmAitGbQ5m
jH+Tl5WiNiDcdr5PKpsaQZmWbXc5jbU2b7o0R7JVi6AS50UTcz12EPARehUELRjhTenHrNLQg9Zn
bECu996N3/lh90TMpLKrGayBvjAHj6KjRWfIo3YlnDg4i5zeU9CRVMX4vC3+Xpc9R1/xesVqLpmY
b//ftGVv3E2c6hypWgA7neMCva64kLo8t8C1RRdv21X6evClvqdn9DSXZRL2AUfwKMlJph3Kw8uC
HjU+OlSeG1W1aB0h64c2859CuT+ipT9HR6/ss38nEspjSydo8y3MKQgp/tL9thks2zXzdK+7Frd6
ewbEVIB3NK/yJG6IjLzBa47oJvF63wbO76VN6uH3wa1VQIX4wF/yla398x15nKCK1W97jpCvqc+f
onkVdNGEgm21n2rkrbc+FSaEBJ1mwdmaaO8FqM02S/oenlNMc0CZvq5d4aT0yBz0vYB8BG6W7tCr
QA9etC3KqUndsF1lelG4bxIcvEavtdRhzBe9qSkxzX1eWrRvQm8UJlbsI46Llm7JGLWZFfUecbho
V4dp/RH0+d0AeNI1baTqhG3ZFB8tV70rEKHraVBuS4JdLWQeIwjLvk2ESt59X/ami5B7YgfDve0V
bn87Bj2tK502mLUnTVlXV3Urp/HL7yfFO/8F7snipvAlkKY0PYfD6eeEqjc8IOqtTPYZNxPsSsNB
2ybLGoQV/UzXN6pIc7U253H8LrUgACXjcky9K9j17MdQcTj88BuNQL45e7z3sNFM8Uk1Wu26uEI7
rxAa9Z+uShsfYzbMwS5QCAxqxJeYHJK9y182qt8/1rt+B4/Fy1bS5AK26yLY/66M0tbEP5i8FOgK
d5wpUhnlUwPXTu4rr2T5t31ZNsdC6dh+tDqPkCexTeK+sanZpDo6UFeJ55fTcYqkq/Y4rdoV8vRL
FPLBnZIy/Sm9f71TXDGUbSmSJ9d/PynqiFkYyKDYZwVco20bGcR4hcd+8GT42OGu40Q2LQ3aGRGk
Jvb6dGtkvdncBH4akGb3jnVqMgHADjPVVOybVKKtqVO72LVIOxXY50VEvkm3CKTZ2rWrl98/ATf7
0yMgpgoUhdWrXBfSgGW+p47mcxikiUbpLWqCWOwjcyj1fRpi+nTrQOqZj4XjLhrX6GKjtp4yjfZR
hCWuu0Lgy3mIzboWGySrdLzFZxACsoE+OKhDcAxpva60ZHjw1skUZuSqAOtcJj5C8/WAZM48BZ3c
hLXTdi+l7YCbNJI2oz7agXHCDiSNj5xK851TEB0lvfqGsiY0Ize9jIWfbSe/qNDb07djPD+6/SJ1
RgS35lhtadO667x1L62i+JzOC+lEGmw31s7W0a4AbckJvR6Vxud6qZZ7VXuZVsZNV5JzaDq/jU2X
vZ3cdRb6N+aYeBeiQzI58xHBKqXTIxU26aPl+rth7jDa6GLS3rPEtJpxCxn3NggU+gbI+AAzQNjO
zcdgndtDDohR9zcU8w9z1h/yXH6R5fAAnHFE4QeVJAzZbi0U5QzXUysQnpTBpKRbIYHJmg7iupEl
m++upXA7HkI3lpvBnsPrNMj79qupCje5jGjLNOu3VMgKPa+9y8rqss7Rjp+ke5aP6cWo1LUCUh0K
44Lmy1VogkaOhVHty3J66Wp9kiPo49hHJnf0n5tc1jcVtLe9WzvxRiSDs3I7BK9CAcIhmtDe5OvK
lQXa0KwGXMhsc9MLfR319Z0xx2h+F9/ERCMprFSzYqZ/qiMgmxaJvRwiYBbhEc7GtREAXZVpd7Qt
zBXGPvkaCbDDFSYfaQIq0K9pIzXVJQEvSruY4E1aXYfj9EUa8g7+fHMqVY+RZTh7a5Jc8aC75rsH
aWWWjredwkW8PHUfPL/5YTYpULuo+xaG9b0tOpoXwiiRfx1+2MF8IxXg1wD1IjFn6Ff7W9opwV0Z
k2ga06NqwX+UJWAx2mrHwZ3tTVJVfbs1fKQ0901PRLweKstYEShcWoG3NxPApq75jU24Pye3QdI7
SRDvbIcLtDB2mZNcROirr5ImmDeqRZA2c/GjaZR6Thzr+5yWN5UWd64OHqeBt4SKa4DOe2ypLb6Y
eC5l7to0MGqje9gRAgxOFb/QqLVjJnld4P7UiLnZV7QCyRgcSbKID1QbnBeVMSKVjKaNukrrAP0y
PFLic0CODfL6FvHkJg4sC+0nQkA2L518o1kIXrAO3TYeSB0XgWSa8O0XlWTJRRbOaJt7QSuDD46F
d6cdIRCHHShmzl5PWcp6zydjgltl12L1oeMeO5vE8vENQhkB5TdsDaborDJDzubNJPFKQO3PYLec
Z5hRKNjHtn02gL4kaKLlQJ1TjpG6NZy8e6Q/2dLd7A0BY9ZJkO58O+j6eUQS0yK8pmHnl3K4hJAM
OvSDDXjpOPwURpnKFJR+cOKhGsRO/PMZbgLvbZWHEQ7sBXKhOXEBgWV1kJgbi525ehoiY0lwp3iM
bvskTRS089IKnpN0TkLgSTo1LHw2pOXLs2yKLRwG5UgS16qBszJ6TeEVxMHvk5/iloVUJFzt8ymu
ibY9/K34nRIhvtseWHt1Zs3zjHWL0Vnh5xKqcnNFFtXDknCMj4/Pn7vtjKhl2SYHvE/wIhzrve9a
O3uFZfWgcGYnp8SgtekrVMMm2DGO24JQQ/+WOCpQnuuA2tVkzUPT24DGp0Khn/H7ofjLSEiPQNZk
YjkmVAH/HdgB7W2/Agppk+x2ZvEghAC5bKQO1iKmS2lnF6VtEh10lhg9zWiO/Q+aUj/fgCcpfApP
8P3EFK4NhebnqSBdP7NFGuVHB1Jmkqxcv1ueO6n9eBvbAmcEAWloumrrSvZIaLmM7+9fwbs1ttwC
JWBlwv/yWGu+8y6irBPLrA2svQ5dUivv3jSmvKWeNk/j/TQPRJcIPvr9be7onhusysqotzGnmXMW
zaUFQyIOxUOD17U8psTp3iOitYODJ/FgUa04uQMk8lXlx7O510NTNxdNOimB0rDi2vDdCEKrUkST
88Gr/bnlsDyXBwtXUKl2fDKov0Q55PpSjEvxwYFScIHOea+OMsPU6djUWOrcB73f2h90rF+1tf69
tj0Jo0kK37QtRzkO/717m2KIELHLAucokp4ArnGGNnuZ1ORFx7hsxnrvJ0kQnRKZ1PENcdZrauyx
2nELJ9p9K/eWc0kabo4V8m+lAzUIVcU2vI0M0YSnop0i8SlEqqoA7lEgjt8Fcup2fZE35ZODRrG6
L7Jk7h97pUWxIbwzwnNKDSrdDmoIUejox7H4oKH2c3f19bmpIXoK3Qo6BMp/F8Czt7CJ+6Zz9KeE
2aJam5kK+tof7h2bjtcHQey73Ix9RPqWQ8vAlOwnLlHszwsHAEWjqVWRYk4qlI8TrC1mJ4oFaFx5
ZoTQ/xhU5dNsF3SYUVfN2ou3QyJOItM4znBQiw+zmGVw/z343JQiMfBIkF0OLOcvGXuSUZJXVh3v
36qoYNTYQJPMYzCjpGDb9dycobbKrA2/Bvk0ZKtqbufqBx2cBqU/yvAUa36/vq1lC/n5pmgBKWvJ
9Xw6Lu+JlK0xxYll6Xhf04xrvyJBmNffqmhYimqoZ4T7sKa8sxZuYJvXgehVcgZjVuTnWZ6aKCNi
5YSBttNx47XGhOiDFfM6Uj/fn+1KT6KWzwFv26/3/6eigtVb6GaPod6bmY+1U6vyuaGOXuSIdKvQ
BYrv+dJuPrmTcJHOCHXrYa4jAcCflDuqTv//vbBlKrMhMCVeDyikqJcM8E83lGY1LRrq5gSByN0g
UjE2vX+dirC8QfOkhRADoEMhX1Y8R7anAc+nid0T9KP5+jL0JRHhWvt0Qvb0R2jh/H48X4Xc/v2+
ltujtWNyYqDgJDi23h0ZQ2ulgwYDfBRZLLaZ15r5yRts4LbKaJp6NxUB212LD2yzagTSkjU1frVK
JSyS7VQHrn8eOqFvnyMeWY4HjWBzdGhyZdESjrtAyK1TBwOkmrzMuGiKKKtEyifGmnC2xYAJXBuk
6tOkgy7Y/v7Z3p+G7NLCs6VikZgMwvt2oJCZGScKqENKmZrzRVYQosZyAHEu5w6hZ4n5FpzJOR/d
bUHBvfsAZfg3k1Gwhl3fF470lfN+scTaMexAU2QGpyftS2WqaDi0Q5cWV9RG7GzrmKICkfZak6z4
Fbm3CydoMdpKs//J2iU6EK9dWqGWJfLzVKwLGnZ2YSX72MOnhXSmjvBWG3JxQWpfwx6hOdKUJD5p
oNS6YguoXuTsMv5VYHFXXShY5m8FzNlz6Af+fsDeSUxyyHqW6QtqIezGvsWi+fkGQ0wpHDcJxkOH
s537PBhuUD4Zdk+Y7gorys9oSCKO3hWSuRfN6JY1bdxss6EZ3EMfZUW7ajgx9hFF2WxvdjbEq7xg
BhQChC2qtTnGHL+/5/cFHFrhsDYYYWkSz3nvZTeVzOw0L3RI5X6iJvxWcII0WHVgqSMz2tGTzjZV
2hIWZjPeNTFtzWb9+5ug2f7Ttry8OSaa8m3uwLLcv7w5rZyK8MQyD24y0am0ZLi4Pk7IIFP1hKx5
WxcpB1uTo71vLS48vjyC5CNmKqnFI68k0sa+SuZxxqMreq3ilXHPcRu03pLzxCZ/GnEwU7NDapRi
Pt1qjE12RZ5X8YWbe5HPnrX8Lh6LxHSj3zF7crOT1Q5cgPLpygYEdZ3VEaLVdcmKrP2Eb8h1KM0D
a2JxgPQngdtP1ZbXwjekfbc8uLFPIlsXX6siH655CZ19HUxmjTD8632G5ci3ht7iWGjRAQh2jcjG
8I6GjdvA/yzNz6MjcRTrOMIL5Lljp7ufRtdoIOcvjxA2dEnuLTPIkx+mdtrl5JdOhoGN4yAV3wlT
Yyqkw8a9rp3RSGGVWzFGPF3URBdGA2imec0yQpda1W0pIwiBYy8dDOvoQe/LuG6caZ2jrVTsTN3P
+qKhEmKs3dTJPWBeVL2KfStd3stbUGGj72RflR3RxzYBOkeYp93IoieK/Pk108qu6V8nnX1Vy5in
xs5tpmk01AUNqbeszRoN330Mo6XgavhVb0Yrh3lzTk0/GcEPGT0QZSsWEw8buzGfe8sVpmZgNhh5
aLjbARK1fCTErayVsCXRbaJC7JJax+Pafl6R18wxVe2tF2hMB43XCNjrEBLZtqYbTztaRJgNBFZI
bTkfJpZxbZD8X7199q3SLfqC2I5iC/OP2IzhQ0CYifI2lEJapAZv1fBRjUwX35uD+tEvOM92mdVW
EqWGIGyLg04DqzwrXt9aZkhuzvLiMvkxjF1o4EE9R/bWQl4i+dGGpZkwN3n6Tecszo8VRirY9c10
S1MMuyh+3JpRmsZbhb5wfBGFab64LtmI0s2oOqg9vma9PlGQzbsj0WXX3FmZwnLHG2U+gkubtQsL
LqUEllUAaHMTbsddkDYj/g2gRg7Q4v2bMQld5B3eBhrlBOaiAQNBnQloGotLF/5MzXldq6a6EImq
xYPQ9eKsxoB10QXWeqI7aFhjPg3acqqSH7KKA/cxt0Z7OOi5l/lFZErAOJSEFbnBnCes+7jqenUV
RjHI7jwXSDVbqsTewM7d1D5jBow1AvKqq/Y03A2gYnEOXcXwolxv63GETYwmadjf1UXN65WqZwZI
oxkUNjORBuXg/m/KzrM3biRr27+IAGOR/NpRLVmSJdmy5S+E0xRDFXMx/fr3YnOAZ0YLjPFiF97Z
ceomK5xz7qQYlyHgXfeiYqkBZKTwVwWksgBsY+EzoeUO4qYmwyhyC35/mo6w0jsw+/5LGbVsBc+P
8v5PZNTrQOCf5Q7HBfW0C+QkqF+99468Mg7qKBt977KoPP4RGR+1W5SHPX70fbhnVszUyRMDP3ZN
0NiXku7ma+6VrWIoW2JXkEiiD85wUbIV8mdOXEmW1+cSiGs6TM0E/2dF8PXt7LFvnkurT4pnqyNk
a7/QsalzY1Xz8OhpUIYDuPCC4fzgxD/9puzDs0exmL6hGagzEvomqxS7ilwvcoQajaJHlMKfD7aJ
nYTIGcVEmJ5uEsifAo3neJpmAhPxpImKZ1W6E77MLOfyUteatCw1uZO4Rboz1ft1fIAmSCLaZ8A4
4LEfVeJBtXkt/tTJva/CotiJAx60t/LDGEy8a2Ejd0HLBiB52R4uO7BxEUgkPyfDs931sFt+NIWC
S15YDAxqncrnxIMWtMudYXH2MgHSg8dQEzjF2nQwvay416v1X+DLUPkfcW4OSagv4xgrE42qlTeM
C0fLxDX/4E2pJ/fVrL3stvNDheGvyXrj7DXk0OpepkM6PueWPzyLKkQJFA523dLliv5FDkPEwD4w
sBVC+gVGDb55GpIm/t4XnZ1d3GEOTlNrlx5EfDpUtMy84UORVq3e5/aY9Ed2rf4kiJ8a9nS0+Li0
s9F4mqRBcz8mHB+3lPzJntEWlZW/CLIakmVKyKGVgV8xAimGH5GKzSVs6/YP6N+/gRtqhtgBHAMR
FgEFxf8MF7QEO6E0CC7VZE1vmb0U4z6WDhBBTXwwNolcAgn+H1Pfff/veuVKhv/nNox54XFMc+sJ
YQfx+9LcNK2n9aS925HbeDzM8Qh8ALmT2ypupzVM1ABH3xgvNFjHx6Tb3NNQ1t/rWnA08IlgT5CZ
AZDu9S6h3TDa/ObVp/CITrZdEl0UrB3mdG1e9BjMGHvWErIY6cJWA8OQKRMT25ozMYxne1ojLJ35
S87oEh9ICGeA8nWRi+HFjazsUyILCBEqTSmC4X3xJ+fhwGk4OE2NIh4kTn8o7L6gZM8SFzoOkymA
RDR9fJUybCGnhBMcnCdwUVKZhc7aX2kHR2NvtaWtHi3wvRfXzPFbIwyJc92QjLczRMsHJy7Rkzh+
UiOWZq//HCJrkUfdLDyH9MpBE/BT5ktNhYBDQpYQylCsItBobmx9U41BPH+LGKp//e9XSAv1ruSk
RgekC9YZTUDd+b5Y772m7pa2Br5wrbp7C7VmPMEkjA+2TaKLKxTfF+1S/qRsI4fWMZTjj3nVQb6Q
M7Ovc+iD7F0CgL2/rGKQa4BOnCxH0G8yubI8QcG2s2uM8YhEU90XlespgEMjvPzko+SKEQuJMjzm
NX4dO0sHHUkzxgc527qUysqD8ZiPfI8dw3A/eYzryZMvnYlt1MH0f3JP0InAq9qIrroZpgqZdnpt
jzYWJPxI5i0c4239Y2k8Pd/KAN9Q20vY9YmqALd9tfTDsQ2W3H+wlW8L2Aa5sxJ7gpkF5o8RzVY2
NE4GZMcQ9FNf0v++mjL1GIVAVHkMK5yRzhFct+JQRZR3OyEkq2yUYUQqXZLpXywvQ7zilWPFSGOS
hIRZS7pPUp+0PQuU10fO0xpx7GPAk0uRO8t3VhP8bx8eBYTLSLT6MLg5JKhwIer6dwZJEdpF4vHG
ZDfyzxuXrCoa/u6OMLm/cm9UwYMYJnEJE6uQB6x80qewxen4vLXyToBLVcoHk6QCQVhD4xQszfpm
IVAl0BvtbsSQdRrLva1b4NO8xcTVVTbzRNkkmK/Gbndi+Cgu1tK6+TkibxMBmCPnFPlaAw/tTwv3
3br16cSjALKxyyAXGOjdbJFhhDCDXubTNhAAKUH7VXZJmz0bUBayOTKYb/cETWEjq/i43d0gVHap
Q47r7P+zfeTDeK4fRsJzBKzl98IekQQG7994OmVjSRlErz2QHO91kXtyO895sLQCZqRN8eabDIim
JPzKN8b9w8e4Jgb880AObNtj/BCGDpJGweTs3523qRkAa9kEp1GX1l92Ek7YPgS1fnRHWWE4NFtm
PgsTpOWjh5kajiSsuLKDJRZParnrr+SKxO5YedsYOrweBOFUc0bnOSYUd0m3eA9G1LO5TzCU6R7a
OTDliw5dr/EOCBWC+SGe66b+AVWwrP80GLwGgfzzK64zrtgR3HRrv8mU4d1XHBJpyZ7waPxYGJ7a
aQy7iDLXJh+VfQ3lbJJk+NYlHEPcR8J+FR/6vcbSgXYNb6bGe6wVu39fpQ7RX3k2obUWoLBg+Y5O
ghs3rgOSzRNvrG4ImHz011L/NqfOygk2bOH5ls1kV19gecck91SJtRtpx7uHgJ4e9GKM7QEyg9N+
CYZSWOQ/UsgURJ4q9XnuKJpv3RJSyAfPHT7LqZFvAbBcs+PCUcsXwEqKo6uW60MvUsxVB00ZGy8p
5R39X9eTRqTC4aaMl2ncwYTOX3pygOK9yJo2IhPLXqXjNhwrHM34gHnfCk1Oe4ROMypiPiBcSrcE
LoZbiTeY3aBQyihNpZUSNUa4EwcRhD8RvMKQJwiN4Sax6E7O4rmkTjkAB0c2oXXGaNs9yVWTnxTZ
0h9HCZ/1rm0mUqrGxm6qg6spBi9VhtfEvFRVflCWIt807VPqQmM1ff6SujYl0zgOKRTI2YJBQOwR
WhQCrNKfkavzh3Imj+JjG6vFZdC2RiUuUAMuIkvUk0O4KW/fa33a4EVHjIWVE/4qRMuJXc5dPOKo
FcXLwbZ77vOt1tgOZbdeogx0OIcQDZwethftTUreA+2tt30jluaD8IIWrstKeJaC+dDjLFTQ/OA0
MNCr4d7t7CSu//LcQlpHZWjzUFDl1g0DA9E/diHB5WVoxHiquoQsLt8qq/kiBjV+tPI2H/bZILAv
x/yKVLakLw2JXzOl3n01ZdbBownVgPnN/LkvLRCanNJi/sPI6ep9/M/tFCPlYJwY+LRTAdjwWvf/
Y67doP7o4bs2mLO2+hfcqnx6yVwY/gcQ4Obr1vxGUSOas7iSfsqxx53QhWwy3E9XUuloWz5zpEQ1
+cWeogEqCsxrnFuuQ2I4h5wmXgp//bWMKqZJPC6ruJvq2vZx0mH4fOmzuHUvcK4b9dni957b2Xbn
BwQce6lz++tSByP7qLYQU5CLtto5ZLh0THsqSl502+CR+0L54tfdznUAA7L9JojoalPGeM1OdAqu
N0vv5PBoiQSvJZ401eAFgKytxo0hkU10DopZCVLZpzEdD0GS8SW6HK3ynZxz1kCaJNyxfe+zBrJk
LuN9koPJ30fL7P0m9zaLj55n8AYiZZa8pjyGD/133WAnBbTTjVU98kXTA1cl0F51rYS9WsJva6G2
l295TK4TuvKV3+zZ+TpL5m6F/Rws5UJSYhuN5q5xIUyj1RrS5QbRefolHPwWFf4imWh5s12kB5Cv
Yf5BJ9LW8KcRiiPwLtXXAW1rdQKcoDZoIyu19tD/7OZOyD7G/yQac7s4+j1BGs/b50y6mpJi8YTK
z5NlgRfWw9zh/DflDVqEDjVXUB4cM5HMJdrZ7f4w/r/28v+3Qlf8LIJgBt8DiqPgZnu3QnOXScaI
FuBMYLFGsH6ti7QLoe4EJ26qLnlpYTgSYw1JBWJHasIKbS19BiYXLWapRLtj3kRs7UHH7KEjI0IS
xSp3XG66qRHY9ocz11usqxiXQS1wRLJo2VnSBRzPs2z6kOEgBxXrhOhxX/+qYEAOfzDsZdO9q2ii
OPL4sjZTDVjz4B3/3oodLLFhKrPkUpG8xyN3nLwkOFrl+QczFbp7i1Wk4aFvtJRNxtAGgPKvE1Q4
fsIb25Xd7ZVVdT/Nrm1emzJgKQzSzWBnijyidylD2og12k1M8wOa/5W6bimv413W7sLRt1wp3kHY
1eKiRun4DxsK3V1xvm3wa2kBZ3qTBPgxogg6JtDPzCcIUMnhd52Ss/qMTAh/zWrwzXCrB93kR3uB
q7wbrr2XHQGd3FXdiDpBJnKEMSmuzUcADxxWt7dYM182GOLu735E1Xr9tGZZZv+jA/Op+dn6qW3u
7bIzSMMST9GZX6mhIsH2V+6COeu7bwXD5+rRF1Wm72oqi+E5aVs/+lZAd+J8XxjJn7fyfltEs9Qs
rrocxSqcKg3ryqzy6rtt2zQDSwGYcUVt0zCqujcZQ5Y8RkipzG8rqqz6UxCL3jpoFgEKrD53rAv6
mxRfGJXQM0APZdYn8M3Mjxv6OydK5oei6+acFNSV6IO6nkVZpiM1F26361xhQ5O2DbCBONunZvDF
e68KimUMK2asuLj6S999cOvQIu9U9bR028vyiIzlQdfXw4fZRIe/hAkxiFvmwZ1uwBJMSMbHVY5R
iJyGEKGD0vMO2j93FrZuE9+3yOCxnfNxjClBNqLZlAucpzIwuujkbCTiTTWxjQPAINHlhMMQ45cJ
E9DKfnt1gi6rXGYHODXy3DE5qBCrjInAvHHJpn3Z5tDt+XmnYEGZsYM5t5J/N9hZhyFPsggTnnzs
5RKHZ2MPkGR7IrrjRy8dY6rSq5RJtIgIbm2EctWxhnMszqjTiu7NZIFZ+7tSjfwPIq+aTWBmuf6/
GYBGnLe7f25zaPNb8YABBS9/ndfxizaicQmp1d+3auyii5Sa4T5zvpah9h6n2h4z8gree4HbVhdP
WBNbRZfuGEVD4Nq0J5zs60lq2UTE3kPjrvRbVPW5+4R/NV8u3Z6jBXmZX6UqPP/ejKld3nVf43j+
6tJj2bcTIrPgPmpTX9/5KowYfdhmDov7yU04IqoUjLXazSoR0UA15/rLvqViz2/9xuBqm1p1Ivda
uFZz0nXuokA2LlXzJHsSFHsrbNT9tvw3rpiIdbhq0LLakr9cbfzlmQ3TqzM85znc+ZD842OXWXP3
NNIskCeeM6gn9bBXXG8W4Er1o5KaxFWrageFdaVrKu5YL1v4tHNRr3o0Bqt++xLbenwuPJnp+5QS
ardtz96rm+qx6IzzWthWFv5IUiK1n0YN/eiZMXTIuFwSxmKIqizXtOOsJjmmKdif+9mzFo/BaTgP
pNasRpE83Gy5MaASEOb6uYoONBAmu2wDKLwb3eqObM7ZPBkUXDswWKz2EKWI5ahX9OUUwgByT9te
6LgRz40qC84HT3DXmBAxx670Gh9fuz5fD9l4qt/EVaXhY1i3XrAln54ZumlISkV/8LD9e4R/oDoh
YwC2bUEHxtQjMoO5wQfRz4hUrwNX70tgtuUjQlQENPQFE3Ij4Lj6qwii3PkUX9l9259HWhiXAFqg
JHprvXlI72oLBdCTqiJnOW/Dkq31Kwef90EUO+33ulT66ZLCoqSWi2A5XPIcijauWMrF4Wlx7fkN
MBh1XNybJflMPSd7eMBS3jewEQ4iy3I0nk6MIdqmMqyFNyD8UiZXZy/1hQWssWp61i+6vMaRHVc3
JZitc2tnSTbS3rRuT8DLOrarVMsQA2Fcvpr5zsMXjogovvy9Z6/Pc/tn2LschikKTvcU9e6kP/Nu
muQEk2PKjrIeY+t2O2hVXxDlDupW42oDXogPc2aZO6hpxhyKUsFerwpHuXeVjtxoN1zxT2XPBc0S
lFhwyY21FtlMjiqcbKJVEZSPNiNONbiITCMZDpx01ThwGmM9wZ+4VO6qgpSVK3B0HJLhLqg7fBF2
81XYNIQVDzTMQ3537i9cigw2+M0BPJT+Iu0lRzDglJTWt7llM3QV0chIbubh6zvPZkb6EpUoSQk2
XmtNBIj8Edsm7qvRitDthr24meuFezNWnIy3Q01MJJCVS3mK47Nqh+SLJR2u6I3B7yJI5ksYW3fN
MYEqC2hcBZH5uGn3koW0nHsB2c/rj8G1FtNRJngShPrwJHAHLWws1y0sonfb8RYFY8xWb6Ku59q6
1tzbwxlR/6DoCG0+HPx81uI4F+hohgRdwS63FG/2DzOl97PQNbBkHYWunMvAD97raPrKsmwnrxSo
D8UHArqEA8LXhU7xJnJaznfmhbjtos+czF+UISvmOGFaNO4YslDUF4AhWDTPEaZNG9opvQmI/L8/
Z/j+c0KZsxEhMf2wRRz479kKdlvBYhRee7sJI6e+oDxoFCx8LC6LWtzmTtA+VdKj5kWAYMDJYFe2
Z1TjDmml+dIetqJAdWY9RJEftqRHu1qewiJe8sMqRk2P2Npz1wEVpuO5t2w1n+Ti9u5NhTAHLNnu
vfKMGCmBpijs4oygdIZxXiEiuK1gEsfsaJeXNOQOTVolbDJoMKUwVXOyu7IASzeCu0NNOVnmBRX6
51zXCUu6UT7G3ioqh3NXR6Z8ziWV862GnpMQlNRhfE58ZMyqmrHLAM20qwhTCyuEnmUEU5TXjRmz
DjG6k79pm7eydgYfR/J3PUXqPlkP1W28O2lDXbBp+0onIiLdOHE2HhERL90BgWXTnF0bn5rXYSm5
lTeB4d+EmpBj/myyivXaXOuLiMoPoo1fsu2QTPHvM5+R9V7pzMyH/14NqyvDP7h8K+cxgAUkBNBP
QO8Qr6vlHy18qpxqaWo/urVdwx1SXpuf5Vq/bC14cq0jxl6XzDGChIPHL6bY/1b1ZaV/mDL40UYQ
3DDDXHkGc8KMmcTHVVuRJvOHHEYrDpdM/7zDNA/Fhyzripfc6AWf1rRwMJoX1fr9S+E+pkyxcP/S
3KR7J67bXddpnPLzJuE9dWG33ihXFXbjBPYFg7V6fqiTMPjmBCpGIDhIJ71lDORkTEuaJf7Ds/rf
RxWGHjsGTqoDg+p97IrmSyUYOli3YHNW8NVKKtkdmbYQcdckY/7Qih4uzVznBkLFeOW+/PfLeiez
Wl/WunnB6mIRQW58T/N323pGj9+pu4aWf7rMYdx87WSUVrTtQMqPuVRoHp3I88FFqYyxB4DwPtxs
zGGzrbTreEWFGe6ZnQ4nbMelw/MVyneSu6qpXefQOy0zqu2IlWpxzL07Q47Y9a0p5A2jfd/lbg/G
VwsLVnVWiHML4NmVeP2Hb7wuv//r3/nG/Mde8cGVX4VY5R1zMi89f/arQN3JdGJ5qtRlbLuphoUs
42L1vXAyhdIdMeC5TGqMHoa4dszv0Zf8hmqJ8ez3RVD+HBstnPPfVfe1PCl6h3KREwZ25n7jzNhu
wSr2ISVER1agndxtO1MTK7DaYXT89f/9Ff9nVa1cBBfOW2yzpuDVvtuA9kDj5UUDJj9Oah0q11dP
6YAc95zZPXQtyRXt3ITaeDBGfB9SxX///e/YvDxioDuQO9CQOIAp+f4Rcz5ALp99YrIaH/ZJmCbw
eAJoqvDCrlrQLtcmONYmtTDbmRvm/l0axI/1YqXFUxTCxL1FSkKhaWqHf/7Dx3tPruPjoSEA1mC9
25B/3hEWk6S1vNRzrNvhekQOCbf56vPLobHaQlUvvVXLCwSTfDx0YmY0rwM7f9iUa2ngDKj7F1/f
aobP0wcvQJN2nOds4S6zy3x5aPGQsW/nooJbv73r//4C79wg1+e7EsqdyIFy7YX/s2mneYpGC67O
nScDpQ6da0kmX1dHEa1sZzy1tSLZvr6WdoHjzz1woj/iqRtVqvulr5tLqmKgvwlUcquLqg0+/r05
r4NlC3aX9bINV+A1ENOQ6B6JXGZFfXuGzMYVUvgO0wSr8oK7jjaJPAu9ZPkjzjTWKtNdb58F0wxx
23dT+OO/H8G6hP+1iQFgoxgBKii/E4bvKyNXZ5BsojYgWFSzP+2yJiLAcVfwBYfLVeRsBkv7T7D4
nO4PZdn/LB9oBr4HzSfEWwhh1LvlY1BANksbWthRVP74V5+1qn/ktrA5oz0WdrfviolNlcmMhMhU
8WOHKHXJgj8Rgf/9FBhFRr7tr+osTjSW1Pub1s84QfvV/hSv6Sl/Hi1UeqA0TrBaaEHHuoPYECc4
/HZe/y3pqB/2iTfX6mH2RqE+Ta0759+b1mhCL6BewbTayJtp21SvlmQseTYro+hPG/DfEgTkySEw
6RUoxTbA4S3++4DSmq7fYkx33sYDJbm5QNkNZdklCoMm+/Y3PC5mmmMPDlD43PuVtZzs1MffO5R9
8SfqyPtbAUwLnVsAEOuv+pD3fKK2gQ6QdkyR5jHnztlwU7vqQ/kxsWpRfK6UzolTGEaU6scBLVBw
KzvykZOM7AtDm+HdgDQN8FyryFLJbmOtDtfzKxiaaHjeKLGoGZa23DXSwA7d9FtTOUlK9o2yJifL
I1PoKmoih6YEa1upK0zajeL8DK/c0ngKYEP686qS2/6irVbqTcbCa3nV+PvoiV8TTg1Df0HID/tQ
c7TejgjYGMe7c08wSZHayWFjTOIiMEOmG5F7Tp+D62/Y6H1DZzDmD5Iu8T7gEmLy58rNI+DNHABi
X9ZdU98vihHablPrW4nDh8BXEkrmthdTS6cItYxclYTEASfyjgSDPPlQIzRNTsJDO3pScZr86ai/
vrZ/nhNwln3+u+qcIJRwb/x7pSXSR8RN43lm5DOUn6p6WrwXv7CpyYU9cy9bVy7AdiJuEwnReFlM
aFIDneHYNyO/aFH4Ij11MBIZT8CLVHjxr0wc3eI5cJoK6WMnPkzQuqy8KNpPaRHSqLQJEOAf3C0Q
vv9708OvQvgRxAxbXQ8yux29Y7N3/TT3xljyImnq1bxvtFMNzl042aogYWRVtD8TBsGzRMA/sqc3
ouyYhzzk+CpZlDl8uMNGzh5dj3ezmUS0JRyAR0sCBv5VLy1LRgMw/yhgGdUPOBdEL77nNM0FlNh7
K9DiEqVVrtVNsXhDcXE9iwEyzFc6zCKhEXuZ8qHtHxhUsBSqa6URD379LRMMM4/IBApz2D5LKmJ4
CrhTwfPcCBRLYCGmxeCBuhgmg//Q2YsM2UTrx8qiGE50wUCwxnsfCuAxSrEOOixBzCU3jrbXP23F
dHdVm2IusU7Zr7vGXlI+TRgGuNaFifCsv+BnzcHR58fsxRD7Gu63j1MUYk4+i16uq7PQEE6TWKxP
dKMnb7tzJiyHTWh58KkLP8T7XPoNFvJwyYPqFVL+VDyH1oRVjl326MCOgcC07a9Nb7bpS0N8kcdj
u/CFT53dW85X20SkiRXpyqHZXtnS+iuyGGjtwCFpsWOAPNbHt3FOSMvtMFjJ+Ek3U/J50z5uTWQJ
aEcP1DgcB90MO2c1iJ5EyJjajpZ7NdiZ+mb32m5+tP6SM4iU2e9almH50aFQxBvatr4Cy8fxZTup
Gr9msdhxyssCGYv7u0C7JE941yp2O8A2PWaQ1rCzu8y3rfvENImb7vort3yrKQiQ53AadU8Rky7S
+QXLbdDn2Bsx8RXkONUYlK6ZtjsvbGp+VEN0wVaha370LoKbZxr0eL7RXspEWSK046tttHtdprO+
WYreHl43vvbAxsCXmDiVDkemK9c858QNTmFmouxFtn0Ea8fGZOe+8RvgBZzM0lx8dfORM20j4Xvo
BWdM6+ZsvqikXy3BxoHPJtwvTCrFxSlzsiwW131Rkd/sPbP4eP7ULjxTPyQjKD0ocFow+uShGPGC
aHXs/Zaule47rpLjWFsrwF6HsHlx3C8LK73T2Vx/YK6/7HtX8moKH5O5GgO1XgU91hZ9MX2EFhjR
mQadvACfyaOK2+QhyMLfC0TPk47aHjLh9FwMo/+jyi3Yuk0XvSxyMjBJ4um2CURCxvFk31tZBGcN
LR2wXCuP2AssD1TJ6anpQvNUd/O4t+15xkbIqsgmiWYvvKfOwLY1IZ1krM0R0A9xbUkqUR8bG2un
xRCdKVX6rcv1chuC/B48JpbHcvbbeyddUsLJRe1/dYfM/uHnE3kVdhjvbdK5YMZZ6X09NkhImt4j
5nDyz7mDcHw32GP5avx5vgRN8wmuHglXlBHlIamb/M5wqt9VVuCdBu6rh5ZrAbfeRAMIk5o4WdI9
tfDjXcI2zLeR63Lf2XP0lDRW/tWH03KBPeis8TuN2SczFqzGM/ahceiEyfQpCoRAY3LurOm2cPLp
mC4qPYqsHA9Nix5u9eCxb+yWEdQSz8o7UL6Td0TH+ZNDmJF7i4nBreXm5kQZ1j1ZvZteYo8yy1YT
pueD+6XRlXyM0to9xR60MI7bD5WVfcS+lxQR2o1jks+YkISZvzA2WsqTPWO5dEgrws4YbkhzbFG8
ZWgwPtswWfdzStINvY78sYw4m1qjoz6bavptJ2rCMIMqNY/K7whPbFIIQ2qJF1xNU3c/J8GXIhzk
TeAQ14VmgNOG59yRHzbpZdd248cFzt9O4quH/K508e7FAfeI88xyNnPVi6PB/ac9zJNG6FEukdq3
aPY+ERCJSYdbLPGpkrWHJmuJ6KdIv0wDYHPTE1o5ZpxvSydgbnhcs8OStjfo8cNvqGvsQ+Do+IYc
+t+tZ0vSKgKxT8Jmvi8tQm9cy7e+VYWff4bmgVHd0PQfAK/yL7llwhq8yS3v/IQ0HZCY77qHbSm9
KjqXSMMPuI5EDe4qBmvOkJMXjRehGLXL4J3ReGIfwqgNnyrEj+MhhVX0nJtJ7uFX8eSVGx+hVTqS
ggjLcseM8teY+U954SS/dB5OH4Oa6EV0JNNXM8jS2ntijI+VE4z1F2MX7pdkiRkQMOQRO9ZXTnDO
EH9AZebe+b31nKBfOyaM1g84UpudScNHK2T6feMaMq8p9y0b1m+NDT9M5OAkMWk8zyT5XCJlFQ+w
2pszblTLVzxVA2j5mOG3Q7h8hoWu7oSKE3Y3HvJzOPnwuSz1oRYJtphWHd+EYgEKzYO1sanzIMx3
pVL8ZNj3zV9ahvKxj8GRHKdpb7UUr37WeB89KhKFUzdtZ9kd8b0a95HB6l+FJDY13vyCg0LyRt1G
bFA2wLQqHOIKOtV9TMB8sGOc5cd0tj/6TdHujTLtJR/r/qK73sGBEv1CZ0nMDsolHvbKLbrzEFXZ
oZ6Hl7lQ6ZPXi9/RME+cR0N8CZJgvvHmKb5JTJGRvOtz0Ba5mr4VYXnqYAt8GLPM37vV5HwXjbO4
u96Mwx4JGakKYpCfPA9ulResAUP9qN3XJlicB9nYw+cyztvPMTf1s/akgv0NS+8hHQQDegLZf7aq
LM+4wjL+YBtgghIW59qJcQYRUMuioPL2QTbMX6YiIFZqMoJ8uDmIPrmpkKckAQJdOE6osmT+LZb9
8mWpoYOsXEl1jJlZsqLQJ3wtfWyamaxwFPYpYWeLVQHPj/YpKuvxxYjoPkKUdfHQB32Mp6J/xPAg
PxPdkRxY3N5jgK5uNw1pfR5cHD1IsAqHD3kWxK9FhqkLFCD3FeeF9GTngffTMAq/AG1Xv0xnoruw
aauSUJOpPbVhWe5r22QP8C18IirniOQdq98ra2jAUtOh3y2j6vfS1991a2viAfLZgqwVWx+suSWu
ZKB3wswhP7vpiNgynjCRmerhwcDoxs0oje9Lmcovfk9gFcYJyxcDkvtWyGv8Tbqc1wT4b3jzFwNk
riI8Fo09EurgQcgotAp/jsp9QEFcvpWz7V10PWI9LtoqBh2XwObamPTAbCsGIcZL4uTk2vkeSEld
l1jiqEbXWnautFo4qpHpbOQkygNuIToU36PUPBYe8YvN3FRPSiECOKIlyyTtR9GfiklGL2HIHLCq
zU2ZVP45oZr5YiM2DaQ3HNVM5sUYTTTxTh3vSyfAUa/kYOearJ+4HbsbTCvng9B99aGgFt0ZT5Lr
6RT6xKWjTpWnTrEmhMNPgfOnYKGT7B1EU6LLzzynBwtW0icHkma/S2AyPVh1hjHvQvwfUBMxeTnM
6LM2/VsAzng28OgvLrGExzJOPXwpcMUq0vpt4ohBzjYvhywQ5EWKPuhuHT19Q+ou7qkpHuaRcwHm
gnVC73up1zwK3YSUzpSfezim3U2PG+F3OhkoksTDJBRnJBiP1TEEuj3FHW5wIw3VgRIgPHhCdm9N
lagHnLJIPnWFuq+GznpgXbZUPj2Bf71g8DahM+GOczMAuWrs/kLvU56jcF7wTZZJsCsCdFez5/wM
ZG5/Edp6FW7xzVTGuzETNkEk9rb1Z6PycdVPDekRI9Pye1GY8gZdZPTkF5X4BMEsw1+IXLASjGsn
w4mOIK3GRyZRwa6ZouwnuorgHCeOORAHBBMqnyN1ItIeLlUvygcw4ukG5i52Y57mfkrNA+5XNoN+
Le4ga3cPKvDTuwgOznPcD85JhEYRUjy18Qv0o3a+yYchu7d96X/kzyrw8eg8EGnxZmECuy/xrKSY
EMGtBae63Dd2aZZdEE+UlxPRJq0/OOc508kxN3727GSieaih3hznpnnL/JATukFZ1Ada7Osmtj+6
Yrafukq0pFq1+rEtnOHWS4uGLcIx4gHTfOawWe6JAeBkHuSbg8QJNkqQoQ+ovomI1CUCbOQeqy3F
iibut6ON7JpEn9yBgA4ZgL3TeJEMFmFsfOrrnMgUgBmSrPKa2jOPlhfGbfqnI1rrrdQ2X6DU8R0C
8uyTFzfEVa0RB/vcoUMo0bncGFxxvyb1TNIKtOdvMU5192PQDB+WjOxfJoTlKURAu/IidENyKCGD
e1+P9jEuLaF2diTbM8QbjrMsua91Te1Hp/y5cRN1ryeGQbwOa0U0NETrIoDGnuQB9/B4O4Dk/rKa
inUaZo9jMNffphIbbJTS+mvppgHFNnVD0YwYkWUj7lceeyUkO4wUVwJY/h9nZ7ZcN3Jl0V/pqHe4
MQ8dLj/cCZezSJGSqBeERsxjYv76XrhQu0ioSLoR4bCjpDIIApmJzHP2Xttp1QtzCEg5HEmdSOrk
yuAs9QFcsTiXJS3bsUu3vpY4J2mIe8Z1G0QQpqVQEM1qJ4+SHqge04GAgiyQHWBixN2NBjdc9hpa
04KeXwv517obIGhe47Po6XIQMml2tn1ZNWivc03FXJlW44Vqi4oYWmK8ZBq2FzRHK1BlOsStSDEv
BidzdoPIvsne5D/KdFkcbJXERsMXw86h9Uq7cbSDByW1k/NIlpSdV43GwR6tFldIgS0FfMSuG+NP
VWgFaCZFceGziGVkP2b1rlZr3qHWOg+p2uIGDac4e6Zffa5gRNlTFwaYO/Zy8Q7wQnQfqxYiQJin
W4rXpEgkTaAf+qgZblDFt5dyUE3Bh3HRPI6xPhIcWfIRtaJkn9bs9hBb1ed6kJfBXdykxgFBcbnz
U/FhCGXbNUNL3XV18L0o/foh6dPoC34PZycQem2hp6hb/D7hmdWl0p7uQRNuiBqjXGgh19CtAqbf
mJjDfsTJdB7o6K/2fkyepREXDpWxExkMySPfPjU0KZ+kLaP2zhGWUn5tWvgKlE8S3bmg02+SBFjH
oKb8tiHyj9ogN2+Ecei5lRM72fUMLZJR/Kfvungs5UOB5TAFy2qTZAEZ1SfoycMctO/GSHOOMYwr
xJoFecu7Wg81sW04IyX3s4d5rumNXe9JFyGeBfb+cRTZB2Dv04AXwaDI90gy8gdFFRFQeamSsoey
NwYiS0O9NPdZL9vFh7QbpEvR6hypSwf/1V3l5FRUKoqB/QPFE8oBWmjkpSs3o3M2wgX33VCrA/NG
KgOHiLkYS/iZRQrId5VntK8EtVVUy0YoX8yihtn+7TNSVFdFJJ9dzwXP0I5NsYuLElbxBGWlcgSw
lhIlOkivPs+1zMzdLgj97H3d472+kUTD3cw11myuovq9yQEjiHrpphF1QrUWv1eGjRPNNut5ieH5
QCo2ZRG+3vWjM9rEI4ZDOr3KUxEmsUVrb3sbax8PGW3Vp9nn3J/KR+OJ49UnNuWauUDSGwEbOami
4HrZ8lXVj2Y6MAwauR+0c+xdrXkze9wdEALqTVKqQHO2qXXiAdaRKV2YHWTi98UoE29tK0W/7z14
cwbZnVKTPRh4DMcz4LhatBNWSDGaEC/Kw/XpFc1vvUZD6dWbAiVgegB0TaVphp4gXKY4F0by8GXC
NEXXkR9n/UXIvgagS48PjryD1qRWJIWDKH+kAXWjgh10jw6FvaB01PBMBxMaEMcUejCuNsMgcgD6
xidlaKaS9+zyfr1ztEjqm+qn+CxNisHYDBW8Wov2TaUUudRQNDybBVKyz0fsyp+kRa7TFp2/FYiM
im2J9M6+bHXqDVd80sW30CrL8YjkjcB6wY8ozj3UzHgz2TLLKIYcyo70SxIK6DfkgnjyESqBHbgd
jH5xeP2X0Cfj1NO6No5nvh4OGRdQEeiNTx2WJxqLflQ7OHlqeD73pElvx8KQpl3QHEqcnPatEerq
rcpwMEjript+X9IU7z/JKQe4K0xjDkzqCQBV71BM0s9WSxppLs4L/Ddj3OTj7XxlBqyZXvldCfa8
aRzUXr5hJPzWmH9rYW+rHv/Ih7FVJvnYqeM56KFKzuFQDDu/NdTHWcWtoWltDrGjsF1MMqOyznS5
1a7kJvGVK9VBWyFwCWs0HctQ6jt+l5Din+9LKFbESWKvJbms4IXujTf6eQueDu1U+tQarBAKlrLN
OXehCKCxZiu5XPF1PRU2pTJUaITMVet5aY4aX5F3cQ3lZwtaZ2rgzNoEOUSc8kZ7TH+OH+R+kDiA
faF5rwJp+60XFRVKltcVPDSJqkl1nQVW5l9SFcvjAxRcmd5SatjtZ0OnHnTbRsEk/ZURNErfy6xE
kDpNMBKxzCo2biXwif3trK+edZdJUoAB2KpBFA5btWfPccxkqMZTRDZHxTw3Hr2aZV5WDYmTB7Ia
jHqtrlr7MNFRgaRtEajneOg5MuaWZMUsIrYTHYSeD5/AQcvYFVRAO7uuat61CgX4s9qQ5Gwn9eD5
rtBBoHgyhoi21LzKvD41lN+mxmQAR9QCNtjgzS3nd2GbYjTr0bkwS4fKvB4mTXpJsksVnym9GRIW
0Dh3QjFtZaeiA7ova2JptlkPR+WyTfWMIgi+OXPzxm1NbZlnMxafIOsNlkyUUdOIej5j48EwmkKz
CM2VLOr/gsZPvsUZQVbMgAwLCWESNfVXlfqFf5vRciSbICq0e63p+b7rvtXQWrS82KqveDOpfsAM
h0DCLo2aY9XrN/u7kZ5blRXgR0CmZIV58fxm27Bvp3NFedmRYBx9oETSWijS2wxdkN+x07mcLfNz
jkWsUaun4tkXj6g50QSYp0yN+UOG4wAx4C/F6slFNFu0lV8SoQncLBHjObj0s6wKGkMQJ9cEtZBY
27Lr8I4Nm2Typx2/HKcjokf6vO5Utesbjiptc6GcNycBUlBiWDkzuLviUmhaTrViWhBxPOXt8KOT
y7jbTKyjHxn+nmY3qvb4gdlUeZcax+NyhxgFdSBSVuKw8tynaoEULazPhngkHGvsnSlNE2t6sPVl
ves2Udb1CQVHK4jpAqciOZgSrJ6t5mSwExHdhNs2YhJudD+Q5Cu1ilpCfVW5FM2l0VFD2I6hTVMH
ewmLZ0hl5S0B6W9KBfS3ss5KTLdQ11GRPn+NHZ5nmmxDfu7jyR6vY7Ufo7OOZweuuVS+Oz69Ixxt
ccfxl74D3OUC1tLd64NJW7TWWVcZRujc0CfAKmNNe34XIgwyxAiSejGPlihvzOjcV4qiudHt1icu
XmL7usUGydDxOTTm52QVJZ9Hem7QxZ1UsckQ4wy+RcTPWCKZhQQ5MxRGcYu8o3o/2yuJbWC6W7FM
Z2hDlDtAT5xaxVetwXJ2PtvK05aP4ZUmQp9QHwBtPQxRQ/4y+2LmeB6z87PxZkx7ZKEVSm/1fZ2Y
nnmRanI7vOEePv3qTxYFHg0kN6QssCHRRBjaYi/CLrmupTiwLkpNklJXMXvNHQdhY0rBkKApRyVs
Y+VG7RUa52nnKda1sILW30U4EpXDbIGiil9YO15/QfSmhvhAUAaAinRpSQ4izF7joLxlLQl0oGc6
dbih7UuefWaPyq5KFP4ka2Gf7VJPwZKA4bT1LweakueyIteUn/20k3iYRkOqxetj43c0m8FaPXH0
pgGKGW7RzG7IHklDc2ipi+RxcJSJfL7rzb4QF2yp1Z50nybOyYqV0zMlSPsfUq+T5lDVeKS3NhQo
YjRYqCads0HufFrUET3BpmsO48hOeDdImpRLb6yOv39hZBvVpoyKYQLSKqcQxCebr8nrAoHEI2n4
hKCa4MwpucJkb0CgMXv7kEulVx8oYtbhJu9pJm2wfNTBAYJMVru5TbVxNzd033ic03j5azyxeKEF
wi8EoRD/LF+ZhbDGr0rW0FRtzueuOiwcYd46vs/Xfe4Cz3yveavtKGlcnJUMzTsidbRHtpPhtMmh
mbv9TyC+v8nW4BDwWUVvxv8YjrLEzlYO5j5MGeYv4t8oA3D+qJuVeiAio2hIbfCN7AqRLzm6ESQl
+zworb67amWnsbY2EKqJrJmMRJLnxn0B+J54eKeEEnawqP9iqSvJqf2QsI2nDmFMfjhZKuh3WVTA
PscD4lU1GBnuHaqp/AIyPoYvtl9VoG1IEbC0b0UyaMUP35YlOoEcId/6sOKLefaGpr0mETMoMx1k
KWxOlmhp01B7h2JId94gNr7sHAgo74qxtMCDS91Ah0htE5vmfjBkeGpatHcchiofL49DAJP6nrdb
qMc5/Is8uoKKWRo5j45BKuUH8nx184E6ht4fgE3JN5xGspCiXzeKI2qSWLkokVf1t3TcgUXKYPnE
I1v3qrnkiOmIXddl0GHpLpUTJ3KgIYnnrCsJkC8rL3EuGiIXPtUQDeQ9zXm66hiEInmLHblsvxHq
YZbnpi212Sa3M8jdWLJIiWbM8nhN2z/YueFnD15ORDEXH9JsEwZyNnyvC7lXUQN4g0T2ZxEDIPGr
RNLOYHZxpiIIDSGNVRpkacyaWtFrnKlmG4lIPSgvMP+iL3ZoDRzBTruB+GR1MY2iHPc69oMQMGGY
l1sZjFm6M1kfBjcgZojfM2nyjI5nxhA6SroRZvvYL3HotNyXjNglouTPViM+t/tikA7sHzkGwfto
nYvQskbaV7NBUWInbrm5lHoAVOazITzWmlqpoA7yQdXGzr+eJIXhFuG8RLQpmV8FHW0a0hcey8dU
taa6tkf5Q+al7cN52Uq5CX2rFUqpX4YGNj4Sm8KhItFKSo5tpIvqWDsF2vfUymqVTD+MfExqE5IE
uWrJIbaon5yxCksYi096atQg2bgbice6ddIord1wNDW+uX5dTrrmcLhFkZtFR/RqGaifQQQwbSKU
TcR91o7mzkZZFVMloiDqr7BOIaI+DJ0yJrtfXhmjGYktq7qenpcnALXmap8ln8PRaML3eMRSbZOl
eW7fQN9r3/qq/qZ/Bt1OeIg80YOm9XCx4QDDlbAncqDd+hk+jSQX5a3BOf9ekqfoPXz5XXikC5ZI
j7WdwYXwoH/3vBMORnuzGxC8RwWhVLswlBTSxC1KmFdD7TM4wS2KYocLME7fUYnJ38Gps9uzWe9e
qGwRtnbhGTsvysxbvZOMA8yVPHVzftwDOhh0jpWdcwB6feFf8NGnhZ/zik4Sp0N/BEnqYiNhjFrB
7qtVz+2TkasIHd8C1hOwGzXDutiXFA6NI3VKpg1wD6S5s3euVIcwPldsI7wzhlIMR73sYd2nklQb
Z+AZLNJ7GFyof4Mevpih1dWxS8Y2vsWhWMTvk4T6fuZ7of//PgRrQGMckCqcLBUQNovzUqV2WmPF
nnLeScRsnY11XORuyZZmxI+Txx97mxlubGRK40zGIa1o0EKBuKqKrqH6mo+ACehPmOz3mKLNZYof
Vd4EWhY3BzFI/rlFjMa4LwybBHJ07OHnGVlE+WbyCJ38dMis4EMIMoUI1TJsXHDuyEz8Fe6TnTaT
zuDzI0a5DvUbE8XDPUYpLSfxZShykkdqvEx7il+Cnieyvc9SEgzedyaSNZKY0dXiRsRpLr2xr1Kf
lxCmU4ylIa01FNSx8HeW4J1uMEcFs7mCRnWKSoxPdrxU7tLqCuUZMZacB8rwnJ44e8aiahp7Y3qJ
Yp8VddUBljzZvEeVXI1r0uZo5mQKYusCHZcB5biq6Dsnvu+weDGY85+Ez8U0BlCEU4p4fWifhu5f
exrEwnjf2GzRZpzO9AS7Pj8+FKyzKalRxGgoOBbvOgV5/BaHla/tQ40lZGP6ckoWhk8YSb2RfSlT
3RnhGhW21t7BfUULGbEX8slACiuLWFFlIjcbQsEvB60YjS0IDQ3bP4gMJLYGJoDLJmA92Hm1L4oN
Piakt5UJrOKg16wEG5vwEmRvnZZ4+7lEXGWJJJ1ZsfDj6/87+cqR2DeqWavvfTgkxu6NJ3PaHT99
NCbyULZ6qkHeCQd1gm6fVQFHYUk6fTjPHeoCnIlaJJrnKkUjfZwd+uXJRlV2eqAf1SKM/OvZuCgP
DecJ8zQ5mo5GIKE7lHjfZSUn4R1hQPUVuokiLPELlH661fuALKLQA+yHbsYek1+1UwMmkXFsvJ4Q
D6H64ms7Nrq2zw3Pvp2zCPNTSMC8lQo7ZZoppzNvrw/GcIc9UwzImGkX7Y1Czh8ndghggRPaLG48
Klfz0SeXHOz684d3rjYQvMYLg1HHpxiMXdp/VQWSPH0zVaKnxmoYN/rhFxrhpIGe8X5D10yVygj5
3KMC4bmkGNpzjaITyN2A+baIIUsOANDZTpNgpqp5NuTAi1T2hH0N0WcK9TpRU+YtEpB8HCSz1Jp1
gH3nTO2J0DbQoZpdb0FucTKb91yzWXw2js+Mh7lMMqOAMowxAbG5Phl3roOnId7P6Du2rRPRgdIN
cWK5UYpHT61ZHLuCs9FtdEpcnHGCdAgdJJeov9LsYv7JY4GNXtoF+tBTtihPWbRzLOY8XBvJ4ddi
VaTNmNKxLePtIOmhzGbFr1XFbWuLAkXHXhpqhTryCSHTj1tTtDaAThGHQ31I+inh00nKjABtO+uC
W5umAmHdttMJphke2hhMul7z0U/YbxS3rZpReslqRFX7ohssyPXUKqbBrBbIEXcGRSr0bohdR/Vn
qrBBf0hoR1i7wPIb88ycDbrjiSZu2LxOOaZtLXY9GXPWx8LwoGHlpJBDOpCklvJOgXd6Ek825qUm
aSZtZgoXttjjl0rUdmP5KS23GdgSn1yCZPnyGmyEwXAOTp+F9uSj9IJ4xHmctlOqLEnJj6GkafXX
AAfDJ70RUUPrFtMfdImRLxQfWhxx2YmkMtezTSWcLNmzJ5UiR8YA70QAusTu2SrelaZVCZOOctrt
sTJy7OXb7wArTxufwAapFsTcAn3F+IxcjKMKViUmjEWv+tHvu+KIfwUI2TxagBNZ9nUDhfSbTLWx
uqlLlPdupA5e+37iTYhHXbKnQnJ6quCpNHTrixFWA8zRWRff4kWWvmdRZyBjreLwA5AjmWyIAkHm
xpGImzt2nhn5W6/rLPlMQQyenVst1dgdBIsKu5cNoN/N2D1E218rJGeDeI+/SST47fIAvkOh+pZ6
34NLYUydki37rIqZDaIM+C7Lp9XD8qppgsxjmNTmySvaTXXuIAKkK8gFjEL9Q6oYYksvR3lHeAQF
bQtSxHDfZYylWx9zMrgIw9YGc4cyIXkwIY74t0rXtSY6Vez73VeLjsmwZZQY+s85z48sUIBldjac
5xhobLIg0UAjIprMirNnlWjwxOC5TiXl0+Flfng6nmV/Gwa+0rM2lCS55rogHsnBdcMg4NwQQAUc
A+notWU4UMYy2CRWQ6F512iAe+u268nNvQhMHc9J7/G1pO2sOXn/eTR0K282gtSL6mN6WrOsykCr
Aec2bbsNVh9OeSayhvFa47raVVQAG/swHwbiU8Bz2DSKfUWia/5tQLCTX8myTkidZtkoWDylb49q
rkyjtVOrRt0UOiKyZosMpAyOJtPBmCAxmm5sCiUWECMVwDEhcuIJ9MJJzkhdKpGNfGnFFZ6Bvm3K
3mWlMIVrct7ILiiMp/nRGeoxYeGwgtKAg5cHRKUgDzn0lq5Vu3nNSRoxLYGGxiCaWRTg3z35yoA2
V+zp/Q25a/Ap+MxeeSCbM2mc8XsIRVTBY0hwcH+kilXLG5s1NqEuOqblsaI3gFylRv7hxi0sEhc1
Mp703JZzfUtGolPtUM0PGietCchBaw389CYusrS91Nnvha6mMxcuBsObtpsnyIOiRlFzpuolqMwh
LKMEIlwEBHhvSv0guzJZMIEOl0FiEfG0Sss+toJvIwbvvHpMEfQEO8VAOneMOgbPgbjbFt+hBDZu
CxLGYMRHbdECboEjsuFYPoF9ogERT1tyMLLZrUyrAdpkPpOM49Nnkv+yOUTke2BhqfoVLP40jaY1
vr8l5VDLP3LiMRp3lMB3k9FrNYYKnBM4rHWLNV/3smsST4kml9NgzN8BPyqtOzDN07vwRhhFTqyw
S96A1Pf74YBInPbZhi5kbP+05K4bk61WJ+XwfvZfBwrAxm1gNSm7SoCFo8F3iZGgQdidKg+/XMSn
bcq8hZh5DHPgdSdT/EDSheT72huxON76CPyiQ1oasX7X8tnU3dKuqjfMtb+lgBKJ4GAUU6wpZBaj
yqLGprTCKqQuy84dc9AQc2pxci6DvboXOC+TB0snDpuWQxfsRycLwyPZ2r5yjQyWEBi1iMLsVwpr
QctUvcMd193MlpnXd4eL8CEqTZo1FVepJ0yISg4dzzeHRGSB8ZGIk4orGzkDJEyMkil64vgqMHMa
9IbW463psTrwJy2pJQ8+WHblq5VQFvg572pfvydtOrQ93bBiulVNPuXgSR12IMuTuebLrPiSJ87n
QHCH8xwLRKyX5IJEgZikal3h7djOi+FcKgYSurAnF4jiWrzC0G7jPsFmCn4YKZ8OTULrU0W7mJHL
s+sqb0Jl4me2dXiYqckKems2lWFduk3ZDKBpK+rlWToq+WHMQfK4Btq+BMfA5AOeNzjD1MzyT3iZ
mT18ehD//a3/H/9H/m7+lcW//sk/fwMZQLs/qBf/+K/7POU//5z+P//+d57/P/51FX6rcpH/rF/9
t9wf+fWX9IdY/kvPrsxP/3V3uy/1l2f/sM/qsB5umx/VcPdDNEl9ugt+j+nf/E//8r9+nK5yPxQ/
/vzjW94Qe83V/DDP/vj1V2ff//xDmUbhfz+9/q+/nH6BP/84y76HX3779398EfWffzjWPyjT0SwB
vUUflW3fH//V/Zj+xrT/wT/TWgX5Tctcnv6Gb10d/PmHZv2D0y9HSMQNtPiNySEr8mb6K/MfKECw
8U4JJ+yj6bn/8X/39ez9/fU+n+ZgP+9xSackNYuu8KJ/QawmG5ykt/a1ESRs5sZh+Mg+pb9+8hh+
/bj/5PKLs29k4TjqekjUOHKr6q4zR9m/9ynb/nz9+tNB8a95+dftL9YIDlUxsnzP3LPiEZBd4KyY
aiQRVhWoEamKnL2svbfEKy/8sKk0/qRtInhHEc01c98LOHQbKO4+ALfBtD+//ss8N0j+9ctMi8+T
61NrlsnwHTCeKIV+peAWSt93ciSbl4NdZ70rWSO7onQoi7vXf+BLL38R70ZZpGiReJv7NnGs/hwZ
r9dsdUG/ev/6D3jex/33b2QsCpk2lET43BjCuhgZxTnfG0/dFrFQA2jsQaReKU3cxFtccdmAQhPc
BiibLGirN4AOL/yCp+X8yRNNsDMppFRbLkqmzvVRkidE69r+99d/vYUA56/fbyrkPrl+YaVE7Qi8
l42P2HILyMq1NOVnEWtoY7FIdy2S/8GSLnO4j7AUVMo9KEB9OLxvWOlf+A2XjMvEH1LYOx1PGHP4
Vqvyn5ZBcfj13++liy/KMzkLQWcPtQEcQlif5JxsHA/E4hvl7peuvlh6EjsKTaFxroq1MPwh8x25
zCSqHm+UEl+6/PTnT95NLnW0TgLD2Ce11X5Q0OEDVhitdQvbkqEAnDAqCrU09jCuxnEv9xJoVLPI
87c6zC/d/mKxUXEC2EMSsdjkOuCZwTR7fUMVPHkL4fPC0qkt5iZpo52BLMxy0wQd+x0njLL5oIEI
ks9rKXCsW0Aimnm2biQtljY29qCaBdEkAJst850IRVB/SNEO/Fx3/cVKJmy5kbueYOcxV8gv93UJ
FEQYi+qNwTSNyb/5ziy7ng6GvKSh1kBzjAPUoUOEidulG1Acl2GgOyt/zGI90XQoglhpLRcPn1of
0fUi0R0zJen3RVh3/bp5rS9OAGXe0hHtU9stsDHeoz8IbjLap/evv4uXntVi1aCMYSt0NhxXlWAC
JqKyNLIQh7z8GBsAc994VC/Mj2XMRgAzEQxtYbsVav4zKR3lG0Jaqreq9y9dfvrzp6uHF0LMRjeF
hahUIahGvf5ojnnxxofxpctrzy+PGi0HXGzSp0l4A3Xik3nYoKt7o/fw0uUXi0cTatmQDJHt6qKN
eQeDDbATozDWiNff8Us/YDGfY0cySk4YtosGo8zOkO9mAAAia+zerfsBiwltqYMmFAljsQNn+oMF
/+9dH/rlsO7+Twi4J6/XGia3M0gat8CKGB4htvfOJoixz6ybYtpiikFAK2mbVJZLP6XQzwT+D3uD
W6l669s8LQl/syJpi1k2+BFdo45XXNKoq3aRT7X0XSoRbnbu1x66M1IbhuxTktra5ybzu+yNlfyl
PY+2/Gz3PtYLHLUuFN6kOA9g9lAfHwEwA7GoO3LeN1kdjcD4A7NI8QxiS9yZeqfl71u5NpuVD3gx
QQcAPJYdS56bWlKz08LOwieHf/X14bcoQvx7Z/dbP7qt+7BUS8fV5LHKYYd7LQBObxyTY0HhYrjx
Cev5CQysS4/6aGfGdQ/rKrtSgR5Fn+yYAswbt/LCVDsJcp4MVTuLjCLHie0WljeZ5EbnR9H3Xblu
HT1pnp5cvlEqkxaHr7t+0duPBp8fQCVSum6dW0oncShkEYx7xzUSTjJUzW2894RNDeKNYfDCNDgl
hT+5fRGWA4qkynZrEDwq1cGqkr/2hTKFlakwMeCFNAWi1dEs/G9FOkK1e32EvPBaTlzCJz9Yo8nI
W65MF3Ng2myKUhXpZmh0pDbrfsBigo/6GJeNWVn7BoXbHomhvyOMXNqtu/piFpueA+mt7EdX0Ixx
xwxXvIn7/o1F4qWHM/35k4dD2zeQevaS9BHCdKvCFNx5Q66uHFSLjyfHEtjKYT66KufGjRwoHzMw
SSvfq/r81tEzZTqxJaPrW0N91QyZzPezDJRo5fUXX84AjXyhVcPoSl7qnKltH+88dEDuute6+Gxq
RWsUdczVa0/Vt50G8U6kSrju3k/OpCev1c7QTLWw49yJ+7GNNWyYJhG76wb8b7kUslSRDShGl0Sw
5CCczN+2hj4eXn8y08D+m+/lsuqdeWC7RkXqXDRNPzgXxi1KCDogbt1Zb3klXhj2ymLKai3pd1Hs
da7GxMX4nEd7Rc/jdeflU13/ydMn+0nTu9Hs6LwZ5hlZs80uQvO38ukvpqxSw7Szx6hxEdzoF2GS
WldFn6y89cWM5UvqxbGi1W4JNA34OQ2urRX0RGm8/nJfevCLSWt4voiliYFVgIc6j2u/vmw8L1k3
qU57hCcPnvqohJwqqg9V43fivdbB4b4xKtsMVj77xayNEcnjaVUxOPrNuI0L43FwhuyNgf/Cs1m2
LIxIinUkYu0eah6QaUH7s3SwPq168vL0XX7ybDR87sQh2C1PXnqsVDZgmdN7617riST35OJkFlSS
JMxft66rpboxWvKE1t36crYattfYgdJOzJopLoGri/UPZvGBhQZWkGvM1XsCsbaNHTcb01TfDO79
+9XsFEL55MkEumHnOO+4uq7+KAnUPPihv7L0JC9ma4yKwg7pdO2JH0hdICAkNcVmv25vIC/mal/j
IUuGuN0bNfjyXmnVjVJ49bpP1JKrik8XppAmN/sMttQGU/QP6OzKyhGzmKdirMiFCbpmj5oPzphu
PEqteCtz8O/nqX4KFnvySmXPID4iIF5mEvvvRB9+EZMXec1YR4b4fJqWJKVE7ISbfYQvHUIaeOiG
sIKVV18cdi0tkoiqIyrbchrlStAeeQcYPHlLUfu3Yx17xfN77xvUCvRi6eorNBvRGyG53Em1ZItV
Ywap7PMfoKIYTombbN1Bn4juklYYbtGp9bd1z3564U9eLCoplXiTlC+rJxJ4h0LZiTgaVm2G0Tg8
v3pTeehgBjQPtaN9RvpxK3Ttdt2NL2cq2UnpMEjo6wPpmuXxcVAxUa679mIb7IS40BUyZQg9CmyY
DsZ9Hnv5yhe6mKfkxEiVYzeNK4Uk1+EnuLTUUl5350trKe1bkhV6W9rDQPgeDspHzKxvQFJfWALs
xSzFXeVLfK8Hl8sKQFOqADE4CM1ftfTCCX4+VsgRboJYx3mKvUf+pNesAxsB9nvVTgPf+PPLN2Wi
AgDJGxc31EjgpPWVqCVv5WNfTFLPDkurDavGNYZq2KZpwa3Hb3VeX3rwiynqkB8PRQAnCV1558om
v+cqkbzi46qxbi+mqAoFpqqrkOEYgJ3T0u4TyW4rX+lijo567kQIORu3Mlpto9j9Y1La79bd92KO
6p3ed1hSue9I3OvNcEW82RtipJce+GKG5h1kuFrz6z0sD2krQVIOR3ldfYBPw/NxqGCDsUZJlfam
7Nykg/VoV0OybmmxFlOUnK2W1ZxnkgQZgTD5AWPJupXcWsxOHfWw1lP03udjC90U36qx7gtqLSYm
QD5C0MjgcMkyvrRzcElQVleNEWsxLcOk7gO0l9K+SB9wqRAv9GHdhRdTMgFLWIwxL1EP4q9V79za
o7lunbIW87EpUWENnVm7g4iUe5R3qhs1mtitu/HFjNQyUHARCb2ukOj1q1l8dDzn07prL2ZknOAZ
txRZ2hshu1tJNr+wIVj5YbMWc5KBXZZQtWo3CE3SyoUu7RzHatdNnCWjBHqQVevoQeG4vK9yCIUr
dxLmYkYGfgD0OBhqt7FRW3SawLRUmverHri5mJMdDfIB/K7YK0GBb4zmOwl/9bqRYi6mJaYlOYa0
L/Z2YrzTmuJbqA9vGXanafJ7uYswl+drILFcg1zajthXqfbO4Nqg/ddee/qZTze0XWhpWq9QNlY1
+bKx/ei81Htz5VNZzM5A6G3CfnbKWR/NzShHD4kZrNtgLWPlgYTqHdjJ2u21oY62su5BDSDLVQnX
LS1L01/RpSi0I+aQrxdfcDR/pPnwsG4oLqZnC2+nMqGA7pvGN3YlIFhYCaq1bh+xVGpVQWtRj+65
8b5/1+Qy8ZflyhlqLGZolGKMI2dJuHasXSUIDvc2ySTrnvhSANVAiTOdpq1duUhudQhiUF7XbVKM
5fw0pIyE61S4qmqo2y5Vqq2iRz9XvU5jMUEHOgrCTmvAv4n56Iv+PLSM9+suvZiffVV7sa1KlTso
SUfAqVUeJiD9ft3VF/MzN7DYg1irAM3I4y4b82vcZOv68pBfni8tkClEDGu1cnP0KQA0m0q6kFp5
uFt374vvZycR5V3ibXLVdvgu2MH1wv667tKL6Vnz4QkKjCpubPp3fVGcyWm6bhwuxUetB/8vSvQK
726Jk77z1Z2UZN9W3be+mJzEHnmi6gFQO0FBItJwndpvbTunofw336ClzKiTqAe3BUikIG2NZlNZ
ZnRVmgXEbFLDh+26+19MUgNsXxYTO+0mofY5CfSPUDnv1116MUV7JImJiVWL+d+KYysq0AWtvq5V
R8TL86Huw1ENK03lxnXlY9qCPdOl4sO6O1/M0YA00LiSA4GTKNS7/ag1g74hbCWI132kT3i/J1sA
PfB9DKUJQ7KXbsNUvQ/LlWdxfTFHk9AoOTBzaW9wbms5vPE0c1UbCmbP80dOarSXlu0Ao8tLVVey
1fpW8btwlRQXZf7zq6tWKxsthAvXk0fyvasSU9VKRReWmOcXB+IpwfYMKjdrC3kjt9ah7PyV1eGl
WKmu9AZWKo+c5fGiHdSLxOjXzaGlTMnpfAKJS1DEFiyLjTUOF04FwX7VMF9KkRxGCdyVuHIJEHo3
JU1Ucr3yvhezswrpTpgdoQPCtD+GSnWbxOWndXe9mJweFuPYL6LKJYmqBP/j4zcbUnvderiUC9Va
RBRI7pT0bYJyS9b1Lb7oh3V3vpiassw5KzPk0vVDDRxzR6Fi38iSufLBLKZnBAEHa+3AvHEGEuwb
07xLQnlc90aXUqQ2AuuOGK50ib9Ut4rQr/mSruue60sZUoN9Ojd64L8id8hqYq0dplR622njdTWc
pd4I/azs+H3Gs/cDAp4yimekjujlyj7Ckgk2xCA0qtQrXFsScQm5sEh/No7VrTw0qouPKakpMAcd
qXCrYBA7cjbgj5OZeVg1MtXFdLWsHtY+5nDwtaa6lU2E37gKV66P6mLGws9TqMJnhSt0ovs25GvE
X+IBJvq6dewEx3nyNe3DyoQ0xLPJAwLYwzp96BNl3TdvCdpN1Byit9Xw3DO7OA4CwnmX5MFx3XNf
TNlWa6c4xq5wI88YPxJI7R91yy7idQ9mKTjSWCcNdeC1OplXwnZoiPHdGF5ulit/wOKzSjMuzrOi
5clrojurKvshKJOVtfml5MiKUxURcFW4ll6/D31x28X1+1XPfak08j0YT0nil66VOZ+zvFM2wf9y
dm5LcuLMFn4iIkACgW6Bqurqk9tun2+IscdGIImDEBLw9HvVXI3Z498R3DpmKFrokJlaub44/pP4
9bZo/iNu3wuNRpTMs2DWw4WaNvsKTBp6zkGPOzZlot1StbDMXjegaC5YqTxnkL7kwRqkp2MDs1uq
Bg7mdlB4euLWOYcDzj2cW/+wlP6phP7XwJBfgzAYz0FeBzusC/A4N2yJ7lpsNmmzSJiQ8lrCKn31
rzOcVK90ogG7WAEngPdocUvHF9w7T+aVp5rdSdxL9net7GKWp6pBMR5AQng05VvcjuaDHwmATeE6
dvKvXohgLBgCS4J2etTaT+kwL3MJ10ugExluqZcrTCgz4GZS9ONfq771axGFqCZ8DqDsXc8RWvFB
IEkXPNOrxm7neuRiQrcd2eazJvBULSenafcVNgVx9WJjFrTfJqBbxku2Ee4uZsHfWw4WvoVt6JKs
6FISwe90hYPJHVxwa/7IMthSgXy2kVcC5wlYijNzHZrJbJew58DTgUTh4tKZuE5OLvUxSthKuLio
1aB7xLOcw3jMNDTNNSyOogcPc35+VfBOgak3RtsXcEhx120L9LNUyK0vUIC24L3A/nZ7VVHbp8ei
kL36ZewaC30778HyA3InIe0j+H7HulbivfglxJ+WxBmMwABqB9StD317WUaYghyL/vZSNb3EQJ3O
tL+wBE7H2PmB+qH84Ga52+xpXK2IgtVwgdXSDxhFvFZpc3DQd7mTwzXSogjeO5lBp+PqHpycY5XN
vUItcZDVwKZhuICmvuRVwGXOVdQfG5O9RM2ENWUSN46XGnYZ+SLHn8APHotYw11po0VvruvSsAeO
bh6e0f7V3MFtWx/bh8NdQCZYE84dgYNJbWT8GCP4Rl8BwEmH9uG9QM3o2jnYe/QXmdXzR5PBxNLo
LrMHh32XiURdE8HjAx8VYOBkOZHpBgiCDbMcy2Pvv5vrVo++CoTtL7io+glk8n0STMdaLgCs+/UY
GWZv3Lim/UXArz/O7ZTCFILylvw88u5wCPj1+S4ZN+pmMlzUCI5Hnvaw0QDnh4Cqc+wH9rdisKCK
wqVGgBBGcT6nvj01TXMsQAAa/NfXH4D5bbcaRzjuaEwBRRkgToEPL8fefTftPRigcOjuenSiKnXP
qEtszmDEekzfD5eQX99+amHPVAEtd0m6Ob0HWSr8ipx2PVQKpnu1VwoW5aYBjrmglLVcq7iaL2lo
00OTnsJR4peLPUJhNtTcNngwQoAR8WOdz1brg7Nmv2ZNtMwL8uRLsHb0h4Da/MemZ31M+Yn2vV9f
PiG0a0Urh0sCS9PgCpBQVISw8kr+cHf4m8Y3pI+//gD6QasKnlndZVMRNe9hGOd6gDs7MpR+6oP3
6Ah7DgKu2hJRnIRjOUcyehZBkvTHvv5eH4ZGWhbOLeJPv44iKwLdwoBCi25Qh9JouheIsRDYXDLe
diYggisQfGt4J6zjasND8QlcUX8dww3+6GhJJd2F0qiRN/aTh+OhjN2xGAXchl9/AGZt2nQEP7DO
BLLlbf4E9f73Q1tHtlvayuoVZOCtuwwGsL+lpj83mxx98V3iAjYEPMdkqi8ujM8ggt4TMv0hb7m9
3/9PW3Ap/OuYwAs3rD0cRC42dlMhgxhXDX57d2xQdqvaCmXqyLvuUs0mO82C1LmGl9nB+bJb1D6F
P0+HL3ppzBJ8062n302A4+bQu++FYlML6iisEPUF4cpz6rYHNdZ/8HL5zZjvdWIgUo8whu+7y7QQ
cR8pk+XwGvLHDrG9VMyD1JY5SfUFPn99nYNfM97DhqwTx4Z9LxiDO15PWRfqS5p0bTHy7A7OuOux
c2AvGTMAwNYVb7oLj4V/nIyOi9S27u3//qa3hf4fkz3dLVLu5eqAdkN5YYtHRM3hVPOTCiPQ4hgS
o+5YjLXX7sCeo6pgNawumwHKsJNPMED89L//gt9Mnb10B8AuXA2iHQsdgn0F6OE0ux+ejse8AWAQ
+utu0CBW7kTVqQsfsgrVnSm7apbMx5bUP2Cef5UyewKk9Gbw8hWYMSf4/g45PB8Obgd7/Q5nML1P
JhQ7Im+jtewaXP7CJr5r3aFkEe5Avw5OBqzmgDBCXSLB1hKAjvClR/PUsb2S7XazlTXIyP0YlDW4
Gz14klH4DJvYZD729nthY7ayCvimugeCkNohxyxqb/t9yPvy0NRM/99J0kyj4w02zIS8zjZ8V0fV
sYmT7kYeliQ2C0GURR96kpSNwf3SNgMqdezFdyPfYYcMJKSqpyg11Tu3BsNrJ5JjLXZ0r21UTRfN
IZnULTDI3g6aJhfbJNmxQd8LHAeUvMJK3xasQKmsH2FNHdfNsYHZCxzn1XbrvDYKshX4ihXoiB2/
bApkyz88/5+72P/Yj/fCMhZTsjA2Yzdjc6LfjFEELkgj3WjOSMRmcobnHeyOx0QtPQjayAoehxQU
5y8komCEMbJd0zhYk5xv1Qz7gzWQ8o3ukoUUehxh0rrVotq+9dXazOduwJlbzEm7fKc6jh8cONH3
K6jdZ1rNHo+ASYXIQ93E23sRob/lrbwZSbzvmmyYSiRsMbBxGqx3EUL5+QzkULCV+K+n5glE2d4d
CyT3gjjoGkdya0g+1VXUPjtATx9JQ0C5PTTZ95K4PpBJDzihvMAo/wcj41se1S/HHr2L35Frrjpg
Xl7oBp2tIvGV9KAG/e+H3x7yX1PldqT/6+yY50DX27TIyzjATONqpk35kgPfYUqPDKG+Ms6U+PK/
f+w3p+zelT8aecJil8hLMACLHkuvztug6g/Hnr6L5oFImJEjUnlxfSxKkEc/WVgq/2GcbuPxX+NE
fh2nKKybWZpZXpgCjASq6vhNJurlr6WNgj8UB3/3E7vdOKx4WhM4qJ8AqpGsFHY0Y5M7g2L7tfHo
aPtDUv27T77blyFPqGfHVH2qGyvleU6WCOqwQJ0avQFJDEX3warSXkRXC9ROKqMwaB2gezJmn7AR
HYyp9iK6AIYjKAR08hLhOs5Sf7Y0eve/Z9JvvsReRJdSaDk39OCWQPqk9srVlJz7jOPen9VOhYfU
BXQPYkjwbNY0aQCbDjj9ode9/gxv22OtrbDR/nXCTisfGyB/2kuaJvYMzXWWVwLm4f97hH6zkvdC
OtegFEnnSFyAMo3Pg1t1mfHmWB4X7xZyyIZIqVRVZeSae1DC87j/Iy71v5fxXkO3gpY99RaP3rb4
VPHxDGLssfxwr6EDPKVvJi6rUjbkIU2CBzBw/7D5/G60dysWssKbYW1TlUPrx/t2muwFZuavhz7l
XkJXJWADrjTAZI9A1BgGE+crV/H52NN3dfGQS1MlYdBc0gaYdqheP431eswcFjTeX+d4zdI6cGRu
Lmol6jxzC9DBqI5JUeleRhesC+4NtWkuTQvaxCCyxyA10+nYuOyW59KG4zzRnpdWx81yJsR/GIyU
B4uK/+A1/3WsC8ACRxV3vOzciLvb/tKa/tghvnfpWsWy1LpGIKUskEnd3IXFppI/7Ly/mel7JR2I
84Ds1T0W0eT6HKqxYmBwFD425rsDFjSodQKerUHXkl6Lrh76Ma9MBzjUsefvlinXK3ouZMLRaNVv
JM9UZR7A8GqO9UHSvZoOIJ2qS0fKS+03XHu+hQrgD2/+jxDkP8KbvZYuBvkJ5lS1uABHT91D2OgE
DUY1zDbfwympvzQJ32iejk4nJ4bqmi9GKxMHC8uBredx5uF42oaoJn/pNCFgDmS0SY9V4Pe6G8Ut
3W6w4FOTLuacVBamv4E8eK+2F97A2p6CGWvBcvFaQGVh36OlcvnDuP5mOu91N7MfYZOTrtMJeOgt
B2XWFKk8uD/dXNL/HbongBgEdHTTadOwaPB2/Rkacax/iP6DM/3XBhJsgx4rRedTDcV8yb0QRUjQ
vnVopewlExukz1XjsJmmA/k2afqqBTnWUgk+26/DIjQy9n6I51MTGgA6BlKdQCORx958LwldghHU
d2Jv5SRj62tDw2w+gRw2deWhodlrQgF/sKD2ibRcjGA4LdcWDGORsIh+P/YDu5PHgGK0uWqYwUMV
wwlwP18CA3js2mOvCUX+kNCB6vkU3UzofDLCNiBOD4n96V4SOqQuniqLh7sZTt8KfEwA5cgxwSmw
f7/Om1iAMN3M3XwibTQUVIIOh4rtt2ODvjt6epllgLJV9uSI0HkWBOgmXOLwWJD1D9jvX4u1hvA5
jANqTz1kXjngxvWzSqn9eOjd94LQ2A8DjdhoTwHHFVwst/rUrMmxgdkb0DXGR2AQKXuCoyl5AT9E
fmPhlh6Lyfdq0C0RfrQztsiuY6qAzznsieLqTxY8txXzH4fm3uVLRXIksqfZGRTExL2IWTf6vDKi
zDk2A07BQ+O/F1NVjlZx1GJDS0gWlI4kddEt8zExFbiPv077QVSptQxPr+uuKTMoqQrer38fe/Vb
CeJfE1O2+ALQM5rTAAhu0eixLUHePbbX7MVUfIhDq5PEnJyc3VkLEJDhMLwd22z2YqpVUwZmpTcn
KzZ1jib5YYva5OAn3R3dm9Dx1qPWA7yZSAutlraAJPWY7J/uBY9dCiJeChjfKdCBKdoNrCc6rMec
m6A2+vWbVnGsTNSy4QQ2jii2RKsig7X8seMv3J3ec7Si5Gzq7Ny23fZ+A6n1Yxt2f/J6/+94DOLD
3btT76MZYuVTYiL0o9z2+IFEf6oR/u7pu1wXkCyUq1fOz3GA0rkLbnDr90cWEtkz2iVIpxUAF+kZ
Pl+A+rkNAj8LQOznY4/frVNwvYF2DQ0/J4MGhdG3CxOPLFJddmitkr3d1zBlMwKngZ/5FOUtJ/cq
PHb4AVr16zeFEddoV3AfzzpGKHzTQ3THBIlkr/wCQKGpRDry83azPpJAkRaxACH42KDvAo42VMJu
ax+XcOG668zwErJjboKE79YoiNVImbSOSwb5Q9sFj3HXvD321rsFmsBGSAA8F5eEzTq6xMAYDlfh
9fzh0PP3iq9uiIC9m/v0HPfRAo/zeIrvb616f/ITvJ1r///QJns9VxPIIc7AnDzrIZjubOWcfp7S
EMBl9Kmm1bXWmxdPdqv+nFyDTfSbH90dsulKqs61o0KmsPhuKSLVKDKcpMSqU2dRLRIQu16DJ5MD
vYezfWlX06UgEQ5M6DMS61bqXG3SrVcB4H31F6UesrsuhKRV5rRdN+9zJDzD+ChZlA1PbqoAPb4u
QZyOMjebqoMmDylvaJ0bmw5IinqGT5cnfOzrvwYj9BzlsUwbfaWbhN1zuSKhT+tyHZ03hVxpu7zC
Qs67Jk8kGDyw+V6bZeryiM8Bi3O+wrtd3kWDZPCm16hZWp2jr0ABYUentO8+DEQjdmzTNvupB41/
NvMYu5JB7ksB0e2cLJzzpLls67yAuiRDOnV/9SjapnO+GBBsfZ5krBZfuiaW/LuuZ5B40Mi59Ubn
cPtq1883kR4g9Hpd8g6mUVPhfTNFskzROFmdNlzZkFNAqmUqqgwzjReO+TXRJXFbEj5EmWP83ABE
D/q6GPv1Djb+XZGywbGnNpybrAwbAJzBH2QjorBMZyWI9l2TL2PNxg76zbYXdWk5Uqy0QIVkAVbY
mrEzaZ4RlqJvxDWXCvBNmmEvYXq+x9fqRZObDJFdzqNA6XLWHfk6Ws1Kv25L+n1utpWeB9Mn8nkz
JGMfxUjS9JlaEFcft0pkM4iLG3pU4jP3cwRHhI2ls3pCh0aG7zU0zYCXq8MNVPRzCFdjRGM67Dd5
tzK6+G9jppu+LnqHYvA1RQcSfx8t6TKthepikMTqLLjZQKpZdT5AF8sG0RYcdNLZzacV37LvryRB
IY1cmewykUsm+ZlJ0RU9W8BxRQK7BpO7RZZuegjnSZ68wR71zPp6bt8vC6k70CfnnsznlibTUvS1
iAlcYsWqStQ4RPYls7TrH/iyoQgkknBeTO4Hi2J+zrMkJYigrKWUFqDA0fZtJDPDzjBYkctDR3yE
qnZo4a224ZrZuhq9W+E6MQslJ4PJWqjmb0QF6JkxLo2H1zTRUVaKakrab6iDZAqLRse9K6c26adn
OYc1ew951qjP7ZqiTYj3YZ/cb0lA5GMkvAQ+tFP9HJexCfr4ecSiFaduECu5DgAVjp9EoLOQYHuT
NUvyVMd8eA6tldG3uK2qbAXImev6ArKsS+5D08T959azNSngeR+iG732NOKwdk6Y+l5ZX8s6l6PM
viWUjcMndJdvosDtEs4utEr06xNUfVOG/7kP4u99a9x21WRY1/dyC6OoGARW0vc2xjS/qyXZni0P
63NIxqx9k5k5ZacwawbxbpRi2V48eiRIgJto+AZk5c2JmF0nb7vup8TNjXho2UjXS9+3qrqMOJzM
wzwCQ1y0MbDkXzJGYv535GX1jBby4B7XSNt3dIfoHJTguqxhEBSUS7Nl/h6QB7fdwTyIfla8iXk5
KHQ6vk1XobrnqK6a6Or7BnTGYBTtcsdXE7JLyhYZfgpZJat3YuT1UAyrDeCJ2IZ8Qh8KQM/u3m1T
Yp6mcLPhlQ5sUB9A1qj6N3PCU3EOhezT0i6tw97pk8yIM/TTkXkauWPfFTwBuqJClca/EUtosJWI
fvEnlvTW1GWI2yr3IFsYHJ+reh7QoRKkrn4vsonHwP4OA8ttFRj2TQjeDkXdTdK24ANHVQg4UEyX
66T0ZEvrSRiUdupIlAOA7Icv1HK8QZmEdQQ7wwVv0QT1ZPJ2Cabu1N0seXIY2m3yefRoTAMe3fiv
JFw9A/+sBouxAAqCPSFcqn9UWMJp0SpBdMG0T/pP60iTBAZHWsPyLKdy25qrt+iSfb+CT2eqXIw2
XbDfb4Pv+7y1OKZ9joq3m77LyNoa/NSNPwCUYXAqSFjW8HcKj7p9zcHO5gTiIq47Tx2454D+uqFL
LopHXJ6cq6la8zqy2fbgl6lGGXMB/4nfhdWKQBHtbEJcJ7DQgnwzwM2+skQaAiw5m4NyCl3Ey3Td
tvajCTfa3jm7eX6ZdR9U5ehJtT5SILZewmhqm1eUkskq80Ypy8+wjq/tPZdIY55XlCKycywbHHq2
qpIRYu9YLI+6DltZ9JuJbBEPBvRRYBumqvFoodum6J0NpUZHRhdb+9IsYUruetwbt8+gPdtmzN0a
A3MDc/F89IZHYFzzyb5JpjHo/iLNkqlHpuiEidYJrcTfVGUbpoOGb9t06uuscWf8ZUt7SjTw1h+Y
dKK6n+qmpVd00jL1NBsCMtYJe5JiJYBGtPqxwS8ZxuaTaJO7qW/qGgJndDJhomQwU7oXrV2Hu6HV
FMJhAiFxeJoGoA9zZ9eOvHYBz+6dVvxjRiRqbLBJT6r3cSRU8BNS+9eb6PUOVipkPdvVpK+Qfy4/
+wkU1jIKcAAWru3kzwHNNR812jCSO4btOcodkPTrXeS7T9LEbQk75OYdshp4JG1hACChAlY5LfhC
MPV1CGDDsxsWVwwTgrUXSXBteK5tQErfNiWBq+dblnbOP6mNrHHZNO2UvGo+ZsFZ9MFQiKUnOWgS
IaaB9qoI52SbvpqWIC3LWhipFBa54FNr0ff5ImK4KZaQOVUPHv/wtIH0XTaInVBbIJIuZRub9bM0
praFRnfY+ghLQPqXMGbJ45Y9CS3Dq5umgF7QZzvQ6wgF1h1Ps/h1izTMYATHqn8fRliLOSfAQONY
SwpCcO6HHHTfErvOND5vwZydXMa7Yg6rx6EN9Ad49ro36YwtvkyUpmUz9t+3UIz5qqvmK9gq7WPs
V7idgwI/yTvJzBoj4rBLv5ahSaj9NEY12kcRaG0J7AstHAfh1ScxD/LeB/F7AlYMKRs/RN33zFHs
9wHa3x6GdoJkvYVouH7g1C7uJ/Q1tsk5blm3MgyISx7AxN6Wv9NO+3PtLKTLuYBB/5tstEwU4xKI
4a1Q2Ay/0l5XuZmCgYpCy3WGo0pVx4BbS5MO9f1GImtKaI7sfPET009eIxj82dn0hdpNR2XXRrXG
UAm01CsejNULGYZqOUOr23WgIce2fYV5AnsUYVO5ix7XdX0G1DscSrPgYh4c3zFzuZ6JJzldxlF8
njtTh18bQd2blpLxZTBmA6kcFuyTQ913W9j3PmrG6NWCmBh8prgKCz7FDDspbJusTdBFGyuWrEXa
GEeKegCB9l40mynGcU5RYmTzXBXplrhzZue2vSA52YYnD03MC8dhm5rceQ2pVZ08E667Yk2BNDQV
ZHnYv+c8aOcKSk8xF8Rs6WlhvLmuuikq333RQH7l6dL4q4eOru27T1DjrcVKAR4nIpYM5iYeuATT
c4XjCw1dWVuFMGmb17JW8YDIfhrA6nM8emw6G6ylMCK8SzykjmuFS9G4Y/YUoe+3UMqMeUMTGEcY
1n1A1PuVyeTNHAHMEFks0Xi9iV41WRB/ss91w58c5UU/gpyOekh4EVK5rtjaFgX7IIxfI+3HKyBg
Eqj5VtGLjAdezOgSfZlCld0HbdqZIqz7Z+QZ1l2IShPm8M1CPT4PYhRoX49gBXseOODoT1QPPsBZ
AYeFBw6cedn2o13OSdTE7k3UhQaGzri45+/jrPPi7BTQSy8jEfRzNgEbVE6gk3OUrwLLntduqNJz
aFpP3uBCk3bvJsu2N0msVHQZVN8HgMHfyhddjB0XHRfQQGYXFw3ITbau5g8VtsxhKbI4rl9WKKuC
YmFYve+mzY9ouEdfNfEFbDIrWaQ8aoY3ckINE4NXq/FEV/RtK3DIfXTKKtp1pQkrMhRRI1T0FM/D
jRTMpltwnUFNLuqCZy4hpZ7HMJrxEPSMd9qmpzZTsObKN43u0vcDOijpx3pi/aPpZoT1hajboADW
26WYutni8tQzbBJkhrfGXc38gKAyXULkgrXFTS58AowHY4nGYG43eJnw7dxjYRYkYWMpVzF3F7ng
PPmShMa7M0mlisDAMTDXi+KGZuWaKvGdu6TOJxpt5zmbl89dVwmClCep2ul5hloPO55BSN/c02bw
uPuv1jfZegPvbmajD1OWyfCUgZy0IHxDqFuaLabJR69cUF8l6xL7flZV5N51Zo4KXIeM5OuqKu+K
ZGmCcpDiA1/mOXdD8GOV6OLqceubm6UVd8IOMHaJ0dePYI8W22b5kKdIyEco0eWrNSG5I5L4y9LP
/OR1Sh8kuks/KQRUxbK232oYWb+JUNJ6ERFhNTAF9jXx7r7vcTLcZ75e/46GNvo4dkkm7kgjoOTe
2mnjT2NAzEvo4T8M+/vkCc6hc56xFS4qc7hdELaMH2uUnMyLCwb0PNglLeYAkosqSD5mWTfla589
4eYHHgOA4lKTT2H9gC3OXVeTkQ/Y3euTJAC151ovFtobwE5I4oOi9iBAlBJLB+Mze+wZVXPXzGl9
470DGMbq9X5j2d9ZVtu3MYnjexZKTDiqTNGE7K1KjP4QbWp5k7GhfVuHwwQh1aykHPMlbLif8hr5
23peASxc75gj9UcWLcO9bdeMl203skJv87acO9Mm9ysEufEHH2Tpa608BWiA2C4N7iqdOq/yCmsl
g/HDKsK/G1ut9kOSMLbmrtFLBnFy5PxaNjeHi6talw1GQJmJ1gGs6HGcMMuWhvZtWTMXBfcuitGi
D0MAH94bEVX8eQqWyZ4dnCvCjxtThBV8jZ19mOMhqb8iF9MjoBkkIHdDMzTxY7s4Bb5w3TlsrdFg
so90VkP4ZqQzHU4wHlk7mGxMTFz7wHH1JcDKBIQtWZukKcOpFTafkwbJFbdz2hRGIer2eUUDSlW+
JuvcfF+yhI6Pbund9g2YNY8AX9gswemtsJCTIW/RAtee4AtVkYvJVNO+XSJUs059F1N9tik2vhI5
ep1ex5ug9DSmmtA3aBNrkwcowmlURnxJ+DVCI+Dys8Epqt/Mk82GsFh57cT9NE40ZDkscjLEf1tL
1PoWxZ6UoK4DEfL2ME1qwk4kuhQx1KCx9F8lyi/+i0wkv8YgvaPko336JZqoDL5q3NKi8LP0Cbib
uFYRBWYHIv+8mp0EAcbMS+l0bbJPDC4V9mPmRZh9nqaRk7ZM0jFAsFJ1SeBemd/apc4DQlKKKKcy
uuAVVeR52rJl/RnDwEL9bRr0Z56yFvDKd6sSC4eFRtKbF1DLE7mcOge/4gtvAtK/MKxP7MEhNbcA
AXikFOVv0cGQ4q6lofB3VAoZ6jLezGL6XDHGaoANemTUSF/asVgRpCKwRtxj/dvWIkT0Fy5raT6q
KejduW8Dy6/TxOcEX2zj3pQjUYv7KnmC7jomJJ++Wi9Hdx7qUAcFl3P00Ix1xYoRt+n2cW3buMYn
SRu0t064NyrM4EZkWCODQdLHeQN5BNYWY/XY12S8+GrJ3o2UrHbKbbJtw5tVKZUbEGJztDnWMwUx
L2v78+ozhC81oLrzdaMTSg6Cz2k+WY/4Obez9dPbNPKp+OkA68lOmwxDUTIPO68+rydQU+4qJI6P
DczmMOtopOl91YLS+zDUa/+JY/s0JbU2jlQeNtBNfJzU1gZIudYwuCwb5vUlJUmU3lucN+1f3tPm
gqQ24l96hPepKBJeh8074NUEwqA20qyZc0yyhBYZ9ukV9YkAraBbKqLmOWt9uBUGC/6DjBJ9UlXD
Oiy1ar7vQ9TknlCBo8lL1i1M3ntn+DfUFj+D+mIJAySIoamhB/WIvOtIXX2FQwuyjFpjm2xaI5+s
DTm6HmCZ468qzUQxbCsQOugJCe+a1FD1NFo6qSdTzdPDPAx9+xeY5PZHMMppKpc5wGeMl/SjnG8p
hZRZ904tsf/IENHYst5GJJ5Q6tklVz7VZ7Tfc5a3g68RnECI44BvzBbcQGAnnFCxtO2zR4sKoJ/Z
rXYJKwPzUfotzUmCnoorLof49EjHbAxeaApZKmRuaVe7q2N1bRU+yryGEzwKqrY5LSHN2lvYwJq3
9dhwdorQ+jL+XJD5uCIQqMV+hYEHmMgmyab41CHvI5iaDXk1DZLry9q1U05abKBD7mYDLmNNZvE9
S/REPlI/C1eseoqQuqexckveukwFX5omqr5lt2DoLlvgm/BhZcMPK5WNryGqHFFdjDqW8x0H5SYr
ODP6R59gyeYZIDQFQDdhfFI8zv4pZ0u6YRDW7ATH1ipGXp6F9LyQ1Kefhzrg6KhveIVad8A1vL6m
AeYyJSIg7e8T1vfflVpgZIhanGi7j/Ae5C2CbuHpXWvj9W8Ug+rtwShS/dBCbTwBcn515FELH48f
gipkyY8IEJjkbxRLBGp9bZ088t5I7B2hWAtSR6N/MbxKBzTP4bY0rlkdvjQBY7ifQVATPiQeFrln
7gwj5WK3kJ4cc8hDlJ6XV7h8R/GnwXD3Ngji6VNWpdEHCEjsdukrdBDdBT1KPYvSizuxOINF9da6
4RPGXD50kYRQk7VgvsO1J+6vveB8LJIBOVs+BJX8jN7zJR8TdH4NQ+zZg1mG4CVlfnlifBPZua9g
mnNSybpcRoBSLtGgwmsMMjf2vI5OHwUSmPX/qDuz7riNLM9/lTp+brgDSwCBPu16ADKTmdxJUesL
DiVR2IHAEtg+/fxS9kxbrLE95bep7ZRFKoHEEnHvf7t3Om3xw08TCVaR7OhW38yG0OJPpMqANAzr
7GUfIDtIGvKnlevgzEXBshC6tttSg9AMgYaOb7PFpyJ1AccornJRSIvAY8ZK7HqMHXIvVQoSOBun
ZfJO0G/5haOFfsdAgaJ8dFRLrMHCTJHHnBOJ3Pxcmscs2+s4Rz1or3tHIRh4sas5nbdtm8ztoeiS
IosdL9Dz57N6+9Q2VV1fLUGwVRyjtIZHWuW5unPTYL6isszdg1Laao+IgoP5AXKl2bNMNM2hl7IY
dk42VTYCUGYR79tZsIiQbHTJvQBgS7RsNdjRjAx/WtfxcbCyYoobaezq0rKmersgUG/7akkGgUUV
w06v0q1deH0SxeUoZ7EvQ8/QYY7zpdvalLBZ3lytOpOP6PE7PC8kloLcET3iekHywdowSBwUnq/1
LcjpMrERDcL+Oqo+dQKmOpUbWNdQGd2cGji3/FO2dUMdc6eIcFBlRhvAillNdZx1iSaRnziu8IbQ
PwVSM/vanJbW69RFwCR4pvEmk6/yyJIEeR7m0D2/hFYxpSmde0ffxuJT7optCOfTiM0ojJx2GSte
YxjcF8PemZx0P4p0N5ERL9AW145nv2s9KrTdNId9Fgfe5ONeG/21fJf7ZBftBHhG/qECnfOiujFZ
9lYsG6tHalm+fekHdi3jOnQqZ9eC705x20yAtVHmr0u6K3AmijtPd716YMRNPkUrueZ6b9ZE0go7
m0cFE2p7/GL1zAmJJOal8IHpTFNwka16Dr74fKn5/UCB6l/Lwa6C2KuC0rmv0lkQA65pM7J8qOvH
lUiK8uAUg6jXSBIfMQHJZ82WRl41EhjDQ71QFLZrkHSMVw+H5CZrRb6dbE8szU2oYR4iX7szEwB0
1r8I6ebZrbMlDeKmRJTNkVEMlnOP6TLwead6d5thNJtVH5hIOvcH5HK6juEJpfnczPVgMfJzG9XJ
qsAGP4iqPt8hn5ZqZ/ehLmjqafTqWwMiXsY4hsbBRKRo2c6V8B1JOytHqznmKIemz7OzhsMu8f1k
vJhZr+ddL7Uu95Xrqm7nMGNpLKOur9fsQIdR0Sp7BAoiJ67OA++Y/9fuiiwPl8tkFIGKcT6lodyR
LSJ4ofKkRqEBud+ml/60uBs1y6i949p4LfqTjtouglmwywi36VbsOh6D6uAtxu5eglyWlUXvYHuj
G6UusTzfdFlXOBRLON+RzbSmTvRiq+rDC9/RzrqcSlu56p3pmU10PQMwLJovnnuFRw2yuO2dDPJq
eW/xbUIrykBBWnM457PT+E5qm7xbc+7ZrxKrLReKLxTgW1SsSZrerbU90Kz0xvV5wb0SADaIYQ/l
PEZiqMPmS77SzyMQXINavPTjZHUUA4GkYWpHDOQT85fa/nIIW6PuJItHSqmoiu1rmcGvfSqKuS0P
Xuo1FgBRp92G8d9+nz94lPu8y+hKPHnQlEbdS6Y9OatotEPyx+fAM+rJBmzOGWgEozV+DgkoLt9p
y7TWfZtCYT5MYdENZHCsqnLiYOpI6sYIqvvqlNUwuTwknnYPfUDj4++ZDGq6K2zWqZzjDVa0rckd
7IM82Anpj+pq1nCj11TXyr+mLPKGN01VlP1lkLpze7JMldafXCHArfxzzXYwbW2ZqAqc2bpuBZFl
D5YZTM4ax6TNOKQybvarqVV/mw8j1q1aimB62ip0kbESA7Rl7lYNoUl9ao1flD/o5MkFNI2dhokd
xbRdWhsT4ylZSeqsTrNO3ZV6iqnqsR0sozmubRO6xx7eaL6oSn8T7+xslPIyL+G2Yy1qJC17zMii
B/RooK4gtIZFWoeudxwTu35dWBHv3I2vhzNG20gCXw7CxizQHXLLhsH0G0jLNaoYGqiitVu03PVZ
IL3juJhwO2pvsURDSKEzmzAq3ZTpf6ASdnEt7X4Y3smBOQEvQeqZ+prCNg8OlcxM+GaeIRt3VQru
jd8WufV93jSVf5WkVVO+mRUX5mp1VDlcCsOQKBA8PBcX5bBu8r4wQZ1eLkUflm9p9IBXgdKpljug
NlXDwXikDuYiNrzM2opJs/FXvYPZDlR4KBG7n0O5g49kcorBjsOQSNd6X0NuDuZEAdZzYceg0P09
+3QDi4K8DHKY2i1c37hcduyCoczK7S18IIjvxJt8CLctuKaJ9q0rx0qA1iNfkMfonIlp5VyIwvf1
RVkEnbzeqhbbtu2s7fhxzk0Ipl0awnAOY6qXNYvsGXIC1t5BRii6QU3EPvb18KmePOXctwSJDM7h
HF5sg2ksclKAC1s4FXFYz3O5W+v+PCNxHPxb2Sdec2KS4jYfu0Ybd5dOq26unYHkpWhJSmGfvE1L
99oabNs6wLeP+a5SaUjDqbtBUxu5de4+L0FhvKtkS4vlEabFG6GQsqTfvrqNdNPPumxFdRIutt2T
yOe1uyFsoB+fKuLVqWoa6S3XtmcN67e1k4W+zidTB/vNSAUoGFKIRJDXBp4wHwaEq93o3RhRD3M8
rgzBPfWcQrEzm+OUMT4PH/2H553VuZM6hAijb6uJKddvxVymw00/bnZzGTDCcTvf5yDBtxOO6xTn
Q+AVn0ETLSBZqSw9AJvTycRDw3Ne76mpS7ZGltBzgz/3er4LrX5y49Wy7J7XRHU91h8tz9cu1OBX
1BC9DO+GYKosUgryIP9qzjvj18AAQBPVIdNT14arDaFCOfXG7XtnNNTaUFp9ZCqPcJLZZeZZAEcg
dq4jLZRibtolt04WjPOB9ZNYz6lq8ullLBa9XLdbUMv3/WJ8j66lK8zlCki/vFdBrae7cxypexxq
k0Q1uU1dRBmaLrvGhbRis4WLv1frGgaXQ4Zp5ha6ryZOhKJ4A9PqSuAqyQxWT47PxlidivDIOTM4
vy5B8voue0TxY1MKTcwXfywQ6bIhMi6GGNJwUkn4LtAiRKfeCKhZoN+k79oxyrGuelGrkMS4MTKO
3ryAIKXgxCA1YnwGpthyK/JH6tYikiyv4xalVYtxKWLeAg3nYcHpzJyrZvH87CNhAbA1kZmZx9Rd
1NMo8yKeO6LwKUCFv0h717sZqqTdfwz9SNK0JdUFfKs7xgJxG8CmGrskJvPbfevyt62rac5SfQqz
7wgzffcCG9EQgXrXOkO/BybYDBJtK7FO/5GYRSzr4FVHMueXZSf8ojXRtmbyDtq1MTs/Icfg74nx
Xodk+avX1G0zVHsRfii8J386/D052yu3hazcaaHorvZu/qhAK3L599xgzutkrJbszjDJg+DA/ihA
j8JJ3Aws08Nf2NH/IHvNeT1CEQzMGRFXwolYvH5d1ubjVT1bLYmYA0IzEOqpYMJFEHbO/TKA2dJZ
FZaIIUq4T39++f5IOPdKI5kuwN651QeHlsG81S7HEnODDraLKdQg0SHA1V/kuPyRLvCVZLLvBh41
TKAHsi264M24tonZ6ZQClyCE4Ry0S7hORTm6rM1fXOE/0AurV1LKAqkj24gjD75ivMxIgtK+A2T+
iy/0B5/+OmhLM5xyCLJQIoKqP5e9/W5WOvlbLijnddIW9XlX6zSRB5hnOoV+PeWmcv/mh78SS462
PTat8eUB8HmPBhnGwwZy/PMH6o+uyiulc7JAK8ow9w+psAY28ymJ7Ixt/+99+qu33Sm1i9CN6+Js
NTHTY8jA1K198+cf/gdP6OuULb+HO9VLweOSBaHzdQBMmmPhrw4jspRT60gbjAVHLFJS/61Jk2Dq
P2qrM5XOAYlY8sBkX/ne6/rhtrDBVf/8C333WP5ftLivo42CYnXBg1LvUKswA3oOm3WGVeHfL6s9
+u88Sm7+pPHsxr/IdfFUbPmTzZMmj8mQm4wmJc32DBr9ukxupp1oDKjFfj27//yy/Ff60t7/eh7D
P/+bf/7Sarr8NBtf/eM/n9qa//z3+e/8n9/58W/88+KlvX2uX4bXv/TD3+Fzfzvu7nl8/uEf9hTk
4/pgXvr18WUw1fj98znD82/+v/7wHy/fP+Vp1S+//PQFmmU8fxohd81Pv/3o9PWXn87G4f/8/cf/
9rPz+f/yU/RSPfdmeP0XXp6H8ZefXOfngPZeKIJKEVOG511nfjn/xHF/tgNEDiQHBUHgfp+W0zC6
N/vlJ+nzI8cWAgG7Tf7k+T4Prfn+I/tnx3d8MAnl2kJ6xDj97xP74c78z536R2Pq+xZZwvDLT8H3
JfN/nqRAeAGoqcNGypEId39t8AAeSEuSUqiVEDD6F2uWtz0F5Lae8TkqO8c25ae65tk55GrMHilm
i2+dFlRxk1yDM78M10xFt+RLlJJi/ZwHJZMP0izMnxM5AMt3zLVWZ8A7X+Mwc0oVhaNy32xG4PrI
NpviAX/502a3po/HcZrWfWaFcx7lUwlSPrRO98mMiHWjVqf9FtXb4hRAoTrQ+w6JdBXVVlugxe7O
VLSh5+hA1ormtiwEG9BWdu3T4pv5Y+6ChmbzVD7lg0s/nA/81llXBxFiC+PC9TF/nkouh/PhZKSM
5GT0nUPPQ7D91vkf0Sqez8Cx3ScLUpSLYFAAX3hmgw9xqzIb0KWIgFBjLgjzJlz/oRoH4kNRUZbV
RW0vBHBL41FTws8gRRaOp49+a7Vo1+qs/iDHBtq6Wurg85KG+k1lUqTifW9G1FlQGl/olywEnbWN
8NAeq/ftUODoxOcJ27ZkYngTgBd+81Nb0mFNQ7ozbkATl9JmT1eE+9vo9r0aYqpFuKGiclt1ezRe
AOA0JWvdxst2TnouXKK8kbyu4oahAdqK5hR1651MrOb9ZC+pikfTyXMHicgwXhlIceXUWftMSLpz
OVL4FlHOOPOz+idzvxVZUKQf28Ttlp0LGnWvkaNPJ30+63ibsgCxaY9qAUQKzVbk0VSJiACP8j0a
qjlB99816CBdhKH7YXTk0SohdeK0LeQWYfMv12gYCg1tM7bOu8aHJYx7g/QhcjYF0DksYmTScqPH
Yh+kaTjvoD3tME5EgMAJaUL9toSdTDAhYTSLesokP1oUSoxo4SrepXbmftrKNVz2s2W7D+QP+wqo
3G5uk0Ylb+ZU9h+McQR9vR2YgkalhB8s7UDo47TUPE8bA5+7OEHJZB2Q6S+3DCaQIJsMaGfkZFFN
p7LaeEPcanCzI/MbkHwmQzHW3JCSCYmOsmnYWRCqcj8GTfJR13227fpKVRem0bI+EarfS2hku3hy
xOpdy3CkM6wb3X70jVN9KOug+pBvs38x0TCgPUsH+5mQ2CKNJ53b92JDQRGNBK5XkO2JqeIOha4E
nk4QlvDf7EOufLbprA8lqPnc9SOmAIlUJ0MM5xwA0eT1EK5+RlqMLt+KtLb0LnFgquOscLorCyVS
v0/EDCfUbd34CHfn012VsHVx76H1gEIfm2dCzRGZMCKqfLRnWKzd0C5NtbfQ237dyD68H5tuwqqe
K/sSdVttx76VTOgiwdKm2J7UqPauOzBForHFWkWlrjLFYZbuDXNgt0+Wg5owSlM5SYSDqAAQsY4V
Y7JXv/QvlmCePwxht36ry5qlbAzq8QEGsIOOcl0NSkVde0Srf40uVD5MvRwf/NBBrT9kqE+ikZRn
HSet3T85zVn2sAgkdSwly/KumkxrYqBlVCSzani+7Mnut3irt+1z3jPZDAWIy+rjyb6AF8zGm7RP
GAzeGdrkqPC97AFs0H3ElqG7k/SkuR974+t4zh3RxaZtt50ppnaLNrUFINSuzL8xsSK4KpIUHhY7
FompWyDFEnPk7Mj+UAzgR3Vu7+psaD7KwVhPCIVZRBDL+3t3Cxy+GjQHoyCWoXoz4CjnhBwh+9M5
u87hGWtXFcGbEuCzThZFnK0XSx6RH6o3SWu628wqs3zPkI3A2WfezLOtSouZD07Td1/UIkvrskci
WaOx67zP4BTVyzL7aroYKgke7TNz6N28LrM5BG7F2jK4AfMXenU2a4SttrNI09BD0ZWuEnHeOMHV
GDZuHxPxr/ILr2nafN/Nqn8ZPD348UT6+Tenr9gfwkFYIvLDYlkjUazT2Rl7Jtga5VcDXRwTTvZT
J9pLSfjdylO08rFdZkP9z9vWNFAj5WjQoK2sP6RusBFw+eurdSutcpekLfBE4FeFvTPJqiykK/CM
ofE7sbcQsk37ctjQh1V5PrQRCLTzTSXCeVsmdvO2BLJFC22H/RdWSna9BFH1eU0S5e2anCMJU7/i
rVmVqaCRt0Acqq4PC+TJllMDwM08Oi3c3AwJ3gzs01y9kVUu0dAZ1bZ8wQ7Fyj9g7HwipxvoeRmb
0LkaV9EehqlnPA30DLqbCZUF7tte+HZcKp6LS8s+B7LWyLk+ppkum53TnkE/Fu0AebQKvCVuaDqz
GIx8u0hcaeX7TSEHj5pkhlzwx9C7VWGlvcOwlstNoorC7BOVq48V1H7DuVrpyxL2oUIB0uefRe/J
dwMxPemhosNtd2VjCTsuhOddN+7kuLssL3BSbTWDzfF+meHOx77kHlAsDTAKLkD5o12F29PcmJwt
cSHxB8EmF2CnZ4Q07PyNc63dKXPuhtUqbpFiONWudDPnBfDTWPHcVvPT2q2IChr47m9moOjATQDr
DQzmssZ0fXGXoidIo1HphdSZlOkbERx74oMpoqnclcnZOFbx6N5q18smSLUGF884V+O9D/f3kVJy
Ow5YnYI4TfuujzrHttOju5nOi/CZ9h9FIKr+JCst34d50F3mq9N+FYNDhg4TJ5S+QOS4qkvTN/21
r4NwPmSOEcOxsPy+ilAlhnPsIf+b9h3JGWnEpAr1IBzXXPdpMncMQZ2UPmQhbyccEGcWd9pu71Em
AVUa37WDOIG9Yd1fpxKF8qwowigfC7k/O49cdDO+OUvbWp8VvVqThCByqoodg/+aaZ/hQfpSpSFK
2QQRax+3RWPjuGi0+y5ICuPcl2VaZAjZoA4grNrqA9OjrJQPFPyvaoKlixzMOrjs0AFtd70LlBsj
BlPlYWlnmZ/QM2SSbT8dH23DeJzd2prqSlL5uPFARNU9Cor0LWWoznag5g4RXsjXy8jbZA+T3gJL
Y/0Q3Uve5yHEbpV/VcLnTqJ4UdvlNGapucgXnv6jg1dNwdxlkDz5JAUycUqW+9F20pFMknF8cvJQ
3WMS88prZNHJFgEPOUNMLTuzCyEucaPO89CXeqmF+NCnqRORJEPi3pjVZe9EK6Uui4Rkk4iH3X2q
A22+JELILLI20aAuqbvlAcbfd/euPTD1aWpwDkY5maDOLa5Tm/swTolcXMZxZ4h8UUvwR66p/fYw
g71LfGghlWiP5c6Nmjbo3wa2KlB4pVhZkAzN3HOJ8OVtQ5leXORbuSXopdD9eJfovR2fos9bpwud
TO1yKPJwaw9+BTOGiHRAJ7iv0HM/ohmbIAfTwbl0ymae7pCl5vPOTbp6jKZaV9dD4dn5Dmg7/yYb
qvgLJrQEX85Jjy0WSazFlGUo73jC1IYcTq2jifBolk3EHN/taLNXe+wFNguXSlAZREGpFUCiMm+A
yjGtTnPRPFX9jDOhKfFGmayGlCNCnBnUmvWlBMTfiYUtv2s2eOaCNCe1c8u5/DRCvKKnYbbFy6ic
WVNXTOHlILWY474XrNRDXUn/ULEyF0dnGPVDk0K9HcAhlreNClH3yq6gzOSJk6ioOvvsO5zwVrAj
aj+urAYey9QygLTykVQdRFpZ+sOa9cu4x1rCdgVxCngJs5buvICmczctaJD3XM1lg6lUqxVTNeow
Qih7rukhkLaoG4uiPtmlPlMQ2ZQfxjVsatoK7sTRDhEuH2HTMUWkXQb10IToBSLXwUsRdXCn1rEu
pzq8QkEAvYRBNX/2ekjWvZejDTzNTZnJOAxc8cGE58LCYRk82mU96qsCBaofj983InuyoCXDHGNk
bROedzSW7trLAN6Ml50i0IrbLLGfBwgdpFE8SoiA18nsMkYa+LtVmPDUBXrNsIuipt3PRnEOczEV
d5MtMjtCHRaa2PTEGUVj6njvMUOsNBIOFrqdUUulnqs+8Poj4DXGrdHLIMHNdDZoJAaRCmnjmbwO
jJnFrtEYZ6ljrN7aZaiF59jF9/HRgV64qyzk2Rc0NTlk27ioZS/sfMXhtXgoxgvX6x4WED/nOLUa
OxtJ9VTqOW+PgpZ3tx7VcsajuTWye+xsf/IiyJHOJjoqdB7XebbhBdl757ge03I+Cjpqveclbq6a
oDK7bUzHq4D3pI2F8iTrP6kex7KHAEGoPdZP52f+7CRkZlJESC31WMICPp40eUDugc2QUVBW4SgR
DVWejEczNEUeVUvWvaXgzT4sALhfwwWBMet8mM5RDX3sXmhJLvXNiCIhi5lo5r+xdD6hht6QcZ2K
HMterf2N9rh39fPmCeuttXr+GxSLCheuxedMuEtwFFp+SyEVpniOk8YnrkmOOvkcrGnbHATiGfyd
lSjFDsomKw4ISWiBtVuMj1ZVFAtiYuSR0PXW+JHAZOs6nLT7XAmN26bNZ2XFppzca2fEAlrnrCn+
kOOe8FOMHpw3w3XOJt20408qzXm0eflSDumGamPKFje2mlTs0b+2jEQo2uoiRZKTxWapypccKV+N
6KRegl3jmSrY6WlbQwzihUcvV4i1vWsZkPEt9be0jIJ68pNoHvBZ/w2M7U6/NG/G/uVlvHnW/x+g
aLYDjPXHMNrls37+AXX7/vu/omi2dH8GOnPPYxh+Rc/44c8h7lfh2cKWIGw//eM38MyTP9NgCR4q
5aJ3CBTExG/gmSN+9s5C51Aw3w+6jbEC/w549kM2AdCdLzDPg8T5LqfB//sR60XbGhJCEbj3fVl8
YqE6jNt0mRI6mk8hqkT34ndX4zfs7vdY3Y+Mzr8e7lUUi72ZFM+ucu+tvPjg4dxH87tDnn2pOfSf
H+pHrP98KBtg8HzBHRF6wetINWAAKH1GNN9bmHe2nfz3OMPvnw/U6HJrOIgUYJg/pBwVXFK+zVQ8
IIF/WNz1fRMMj3/+Fc7Ewe9wzfNX+P0hvk/H/F2QEjaNs0fJ4Gsv7PeGKY1hvn6kAP/1PfwB6v79
TfmRWsCPiKVHsvJykWxJ8/qKv0jdZGtn8PT7TN9U1d1Ef7pgCYsH6y+yHF9/Hw5EMx8GthOgBGHv
//GSrfiS7FWl+X1Q1bFTPVv5m9L7C+LrFXH5/duEvgPoHLBv0FS8+jaTR/nPU5HeM6siEvh/VnFf
hA95dd2I6bIOTKxkERfJuz+/V68fNzDo85vK6yR8XunXyctZA0tT+l5xD36RvDTWX01e/56w+vuH
gQOg6RcBXw4duPM6mzFnwiglRlHcL+ctB4S5vSH23MbQFOjYEQlt7FlLQ4Kq2FNMjTTLwv3kGM9E
o9V+cCilIqIe2tjpCvlQNzWOIeG/LEQ93udtWMcBJdQFU9SCvc3wVdI2i3U3AG0zNaqb6VhyJE64
s0rwCeXuh1Amd2qyKXm9YTv4dUL55cj5Lziof31kzt/akS41uOuheX71yChHLTYuiPu5PFXyGLa3
bvtvvmW/XljP+fUQMnjFAVcy96yCpIF7yeCCBHEfQlGkMv/248H3YE1QDqxIKF8fpA17d/bT4t5/
CPXOWnb/7scH7BVMOfU830fB8eqhH+piycK5M/cEnkTqCTXev33+Px7gFYOKLsqq7PMBFhH1a6TH
v/gCLGz/eqtZpIV0+BfmXeW8utWF7xYitbrgDikt8GLDVDmMhflxdEh5aBfGRlTeWn5ATZvFODM8
XMOFLSInC7HchjOQjJ2WN+FZggUgtRSQvBsjVA46z77IwfXvwyQ0l1lF0sbBn52PQhQ5FRG6zx2h
6d6pbyeEQlbfk7s/O7ciL5Z4MGQG92rudukgEWZ3RYCVy0DnnKSo5j3jGefbqaVchSrSF+u8VLS6
bvpt6RYQyobo7suA/nzfy8k7hoVaDv1sRLzMbrlLrf4tuSZTRss1pA3eNl/hRGu3+bLcvOrgDrXe
OxNeEV/pj3oJ5cUEVYTqMOQTnCW8zUVWE1ffY2MBUwH6Y4Ulg2FM3rvEChC5tXYXMCfZzVABuzCC
sb1ThJk+BqVoSUccFL5eQ94LyUAkf6mte+t1S3eTebV/Gfhpv6eoJiK8YWRDjsf4M0YR51LJswoH
BupCVir4CvMM4DYEYpdqtOpgRQiOFQyN6ytxUqpyTxag1aFX65c6R4A0NNPHICMBC6fHuA/P7rsK
7uWiz+kbnTR7FI7+kGbNOUBo8Q8FY4LiGb3uVTqkJGN0U4lX0EVv1XYVVyrx9I0YrGY/+lMXL4rB
a2PakrZRZ+FNW3nbbZdPzWGkaaUr7TnNfu2OXaoZYZ8H4z4vPKRkaW+OLTjQ3kZtjRdsTE3UWSRd
hIiTbzqvrE5d5WDZV5V6gBHhAAUM3nFrxnf2KABTAfoPg4vrxrEE1GGnxhPDcMMruzLetU3Fft37
QCVlJbdL8vPDC5lk+cGfKh1viwAebEKrOFiDVt5LYeRN2DcrMCBQDG1E++h7wuORMd5LwMA9b5+d
ZV5DvX1oSJw+LaqfL1fpeuQCDXlcTeH22Lphd0Wo0PwtNerzVNtYrPFzH4aQxR7ifMFKpa27cVy3
h3KWZYzRIjsyV6Hcq3ZxsXkuNvc0cO9WmKJTEdB2Za0/RGgswZDSzt01yNsRRabvwiUlsWLwkdoz
++cAuFZ/C+GNIy2JhqgZXLon78q/WnjdTpvdV5e4ZHDT16s+NeDihM+B+/kjQmXAk+l0TsV4ZIgl
3veMdu+hnyYfCaqC47Qk0SXJlIAXpXpfbbgOyFwgmKYcEBOs0sTnQOoe9QBcG+EnI1j50QgctnZK
5gEXub6o5yZ9QVTYR27rZpEkGRyMxTAgIO+egWPUvpHiofW3ZidRbJ4AytpbC1j/VAJ27lVKvkUZ
Kjr52V2v+832D/Sm7onuNuWXfbGzW/rxrffzyF/NTPu8EWnUuAHOReXNV2EHOL/apjjYYKtRC6I5
tzo7eLqt48KHDArGNb/sBs8/I+6XhOM0xXPtv50TTmTM0zhJ8vbap5q6Ls90TsmAvUPKHYwUk6hA
h9Qsd/C1+3TBhG+6Od9PbvmV2ujN6PqjxYrZep+cdOl3wTC9JWQIbXKToFbNWrLJBiKAtjxLjjki
78hGJXUpS1Jc/LnITv1k1mPdJsQy4OG4MaveYmSW7W4GEBbYNFMkgGM1PfQgfGeSdzcno7rvO+aS
K6/3dtplkGo++O7Nai3FyR1bEXmuKY6msrBbV8Bk4mwFVE0/7chbCGEL8kXv1QzvGWMWaff2aIln
y5fDFRZQBhiwsl70WAhiqlkCbrKVV3MK8eP6HbbAqtYHp07bg5BYKBVq2nt7Dp09stfq2PiNf0Pg
0nbIuu7rVujwOiQeA1e6AJvIwzJq7Ta8NG3yAVsEFnPxcW4wZPq5VhGZbvlBTnZ6xt2/OJMw8eZ4
WzyPivWxrMrPC56s44LO8AFH2PRCjAdos2s85tn7ZnqadFdcsRJ2p3FIyttA2/oubelW5rLIL9Yw
B/tFI6AxXsdkwOEyt6cjc/0Qx2EpPnlWKuLBXQkPyYrwgjGcy96CJzoYdy0ALMAYZotLiVI6/Jij
it23RVqfCKbRR89f0o/2QnyA35aUPo4p7smWUPtcJ13sMgkh2mRqiMjBCrRo3E2g+BlOcl10UWPp
4In0jTSu2mQ4Ds5550tY4mKJZhsUsB4/2GspnShX1swKz5YQrePyRXSJs1eWaE+oFco3YUt2QSSr
NT9gDhSXW7eI27G6b9G6Fzf1HMxfhjoQRFaFZtcXnXfhdwBOxJgdsLtOBzuD6yZ866XBvhTNTRNe
9sVZAUB7SIICwFuqOwyVjKqNxyJ7+V+kncly3EiWRb8IZnCHY9oGgBjJIClRFKUNjIOEeZ7x9X1Q
vegSs0y0sra0zFUVI4AA3J+/d++5ICR4qi2aomZY6kctLsEpaAUCd2Y797NtvBLoEb3LcdJ8owu7
O8dOq1es+9AwYkujrSvn+mqnhmTFNlFDGGN3QtEsPE1M6WV2GGDyKM9MMdO3YaZXH7QdA0wfAlX2
QBd84d5NaXRAP5vIHZt34+tkKhwKmUKQcEc17hhyrfuKsuJaUR0EdmnkHv1ioDxuiyyjq+ipFvFb
FK3LTs2NPKea+j61lbitquhV5yIgROA52i3gMuC5YJimwVx2G4LKqL4ivIXUkuRs28zVMQaGVv9Q
2kNMC8jUryLp84uD8DHQ8Qo7aNkKGrHAKAS9oF6dtXizj802DhGswCiI9e5hzhEMRzTorlAqmgPo
hg5OE4b3jpGNZxhhETDVTp5pbKWnwtV4elum2Z0pf+pLH+EuqqDVlJoWYEwX+IUYUo5jPPnNCEJq
7NLfqQrbl9gUv6bt38lsfR6c/hx3BMV6rea4t2Y0vaRIZHgaaNjnjsyPc9vkv2ikCEoJhBnC0N9U
Gr9Uk6G9jJyK94MC5K5lunzcEv28wSSjbZenS3+tMwLJynCc/Jw29XFUmCXt3pm8BBkzg+q685J/
9amhqwXAqHLfaUsqjG5c7odcf4kgoU3IE9pXYay/lFlqp3qAHr9TiMCRldrJZUblGFjF2HqTNb4a
uc016xOLRw8nzkPIzi6pjdOV1CYkEQv77SLHufS1unIOMMnusLFfjQKjCLbYVj210TPGgiARmNo1
lsrdNKr5DoSCRWe4/q0V669W0/pzNHQI64WB15xMhwvFRrUvXAs1+mBJ+BLT4HeZDoTJshFLWu3o
Kbdvgi6fSMOuw2I3Dhn62NYu0AQTyFmx/Fx1XqfdvPSVp8xc37dNXXm4r4edUeqMFvjl2gOI3+kw
ol/2OQdEfsE0iFa6jE6GYQrPzPSfWFfzIyOizBuwK50xNQ7EhhXuuektnQ0z4tZJeJlGsjj7fDbX
g1pD0o1zgueS3Hqjv4rpRkcA5aSDdcHtiXnVbOJveJlH2q/U7Rko/BPcgs7T05j+6eq6N7FmX1s3
XzEKrtpTlC8qGAQuxIRIIl5XB7UzOyxIlJTIyvNA9ONOZIvFV5vnM4bxBnemcr4sjsIUbWgzbZQZ
sKLq30qQnDcTdv3bJFcvFpKCfYKAarch2RCHEcN4TBzG3lRIlb/WYHogRGCFKQfzGBVW/7rMZXid
pdPcbN5DD8Wn+NIqallGWMhaJE3ruXrgqVM+wxvnDi5fdp93lK/WXH2b43+paVq5ZX21p7I1vtdO
TwhSXMxwh8p3rBZ9YLlgzeAA4MTfwH1Am+LBrxiF3eUNce226piM0iYP4ilcTqKaUYjlwCif0E6v
e1cJjjAuyQ50jKrwgjqOI7Qwhm6fGSOJcmMb3ls51K4xMqNbFrvlODY5qA8zhZneIC6hIKz2ok4G
nmF8UKz8YX+bNPB2jLa2ThloF1QgelnaO4VP/EvXGeZbUWZpUNSkvmU4bx63HBZ2zgYSlF07jxXP
SuCIkV1JmdB6SpoMp6rTcf1xUjqDOjQPXcer2OASPAvdeYcBYAVNiXUUpEJ86Jo49tPRiPZUCmZQ
YupiBA57RKnE9ZdVUmBEjN2q2oAVUtW3TIlaP2sXuB9Nk+znZnnNtqFQmtbLETTKL7Nw1lu343nv
cWSf4sSMrwuyETSCzLHslrLRUCMos6Lckl5k5Mm6k364kjm3C1O5fp1hO96F4bj51hcEYCNumOMA
7vDNWOd+b5BFemhWCIFmHabHfBHja1IamM/0Kgpkpg/HJi+Xe8eIlydUgvLcrLg4lLYiRUT0f4sD
AzPQovDwLaP7nFtNiumcQC6WvnnyY00j6pBz1iErEjtIXOOLGS9V5M/wPndraGZfDMH8lWq8pjNl
ctxnjqJXB0q2+Gw6RgHWu6Ga68rwebQVsEmsNwfT6Ca/7ELDM8qEXtakwUtDKLDrgZ3sETZ+5eRl
7coW8wx3Dm0KA534yEQeK2IippeyK63N1tPdrSV+GEMsKdgijsa6iN6ixv2KNE1j5lp0u3DKrGNu
pObtaDfpF4vn54QfKjqojn2LmjS9KsxU12Y11V4Y84+kM/NdSVUZxINcDjAJkGjhYw5GwQQJ1QCF
YIYBvjdz64zZrPMTi4IURK/BmFL8ttK6OE28ugdLWx1/SkSxx5xe4etRD4mIplPsAITL86m9WPqc
7UeoCT7rmbyxU7RpHHrja1Va7UMpc+MsytIMlm3cJCtL+HmXl8e25vdr0pmhcZyM645pFMopmmYZ
cib3Rx0nv7RK71CeMmErNLA6mUZ4HoQJLwcyAAEvPzaQLnc6WJKLxGLMOdN94mRV7ZqRCgqlgBug
DUMBujbCZySN4DE0VCBXCnQLf/QpleD3lBxYGBw80yArWP4VcqzKVoybI6H7cWy90dx4xPJEPWay
NWzigduUyZfndKYLfdC0vilYwwczItiV8bv0VFNNx3DThqWAsw4zbBj0QxpngUEzv83M7sErrBHA
X/Eeakbm1a6rboo0f8XNjbSLjGrPWMP5DvfCfMBN/2uwB/e61BpeRiaVrIvVDP4Zx1m8Ma9iLS0v
IAvcI67QKSC1LPY64AUHJ0w5OsUKSOJgq2eAm4S1JNL8Id3BOS0IYr5w45iXrXP2BgZveyyKn2o0
ZtYo48p7Yt2QW5Lhq9H7QOIh3WGURupbWYbfVhxF4xqS21BKSMAVdKLB4cxGHqsKjHLoSdtCKRLZ
Hb7APgu9aBzynbZhNuTEyXnuNc1TqGa9GboOyoj+V1i19IbqwfI7nSdDOZETdIM7XMJpiI6uKHsf
WW56rqIp2ztJ6ivkSlolupPelPLIK+IlkzrhBzbvjCwrHjVntby6r58ytw0DVdYRGoXV2rkolvbE
rHItIqflblZTYGudOgHAelYxfDbIflPQ2Ei3UFTSJyjDJSA8atjgilqgp0W3R+syHWjnyz2Naprn
diXnA60vlxjAMuaucjI+TXrWewvq3QPGb/AoPScJolVKyNpbiQoEb6tQwaqtYDTEpJubK5hVu5J8
8ghrGPWbdrKr4bfRmZC0SPZEe2p3QSdWfZc5oJezUWVfqpTiyYa2c4ixWp60aekOXTWVx2KooqPV
4IocldsG4Nf6Wy4BB8+s8ltC1sXNHM79C5yLHyPDas+ZEeuaqgTBNxX6PlU4phtwFAew4BzTw2g5
0rHipJ7EaI3XqLhxu7h+rKK0ugPR+7tCNLUD3Dh41ggetZ9QZrkqLY98TxeqIqi2knYpgpCqvcqa
0ZBpu9190iLPm9TwimjfZn2jW5LLJLvjAEME2uhE1wRlH1UQj9epgdGxyV7dI9KK6oLrG/xtzxw6
DrndmBrTsy0L+xkuj3zpV2MJ8OUhp0EkuOsaw4YpypuZonbdZKaNdhNGYeTVs0kHjZV5p+rxmwMq
xSubFJZy28tj1C3FyeYu3TGV4EVw0hYDbyMe6t6JsdF0OkVlmBwmzH+BJnSMO+Hg7sfeQSWO29Gj
nVkf0nUYjsy/x32D3q5Rsj+U9MDuySqeAzdpNhoMjyx+4vguxQcAOWUWh0hsexWHur0NEiyoODpw
zGU4T63zTO5qdZSYAhDu8TGQFOKHSInqZGiOdVuqCeABmuET6n3Lxzifw3mcowNYVMQfdZKdwjyj
/ZA6mT8sUvkRVrJjpBjYVAWICZ5JlsW+EPt6od9QoiR8n8Im/krGYImzEXqpKGlbh8nWMOacOHla
a+zXmN7GdIgRIrObJV7XsX8MaMwneIbHysjlTTbmoMltwekfixYlXFSWF9zwch8N4jmLG92L0nDz
l6M1SqaVeOtMA+4bD/SrpVvuLL3FtqzL+WzHRnEItZX8Fruqb6SDuYZoyPIA7TXbxNvV7ZqDfe1t
K/MaQNP3ceRUR7BFyBa18heigeLESjvs8SX3pCgMyxnZGP3bPqSQgEV04IcMj2O0HRLNDsDzagLb
zEfHL2wYBrFhzedp6qozGGH52MQszqsWwThwYn0PxeKVRrlO62XVdhEOV6ioNUKxVeKScuiDeYOW
icOgstTrIWBvoqqaJnD7pIMC8BcOUsEyI2CCTGmfIsMVX6YFjh7Elx1x5RNIbao2oTZauuNi9yD5
i34e53aAOM73YpUz+krtEeD9GHQ2rIIa7gcbxCDhWNvIf52OjtTavKmcpsGodXYw6Y3Ylena3m/9
fM/Fc77upL38muK+oO+kM6s0KkpH8oajY4Y22W9QSn0POSbcwAIt/YQ8R5+aWt+wmGrf0pfDLHyv
l0CnlfbqkKG0AxTkBm1CsAQUHOtK0zKmd8WPqwxtuUUnlO210UkPcMnsE+6M4REagcHiow+XOdHV
oTMiUmPncvQyNJtceb4NGvoFwV1S+64hGw97IU+HNSSXqbIJJipgMaXKap+TbFEAk0T7dWhKMAhD
58xenWfDbWVKzZdZhipFw9nAyGXEs0wliEaviRgllCat0SKBXFKdccbv0LHn97PWfW/HreM/rWAm
YoLSVzm1NzaSS790pvY9w/16B0awuZMV51h4d9PBWZOndA37y0hgBUFhpYVTMZzBmwJPtn2bhm1Q
SmodNUTVN6VQKqtQd3qeFIhRcwhWcXLot/VmpV/L2X1ZxGodmnQSdKRy6kLI374JDeMiEE77kgXv
kGIL2k+c6D1arMiRtCXbc7JTZ3RBvF2AnnM6HYAlljEuxiAhlmHelEP1XUvQwI8hq7Qrjp/B72cM
3Dqu/x1vTnhvcFAEnJarH4ZbkCTY2nTKaB+AS4/HCuTobF76xJqupiW6fVt16/eOZ/eu1+sCUSUp
GDfGVH9vxjLyHdHWj/CMd0qguqyFxXCC3QZhff7ipLo8iTCe7ixKLkhM2XgMYwBMZpeIn45b6L85
HP4ws3C6MmzTf4LjT59Sqxq03Ui37PsI0ODU0IA7aJP+iKYL4zBJkKwfzl6g3bvy0D0ZXQUiRkxD
8agP0BtUDN8Sf+9KXgTRDbiNbCCQ1ZLXUOdqNE3awHMCuov2NTq9O46V7yyGw11oJIIUBoRUjR0f
c3YBOrqUDKNk/I1qHTWUgTR7MVPL/5d7hBN/y1qr0ochMV/1KckvHCUZ4DTheNfqCefPBoVb3NE2
DGMV7upmejUZGwexWcSHwRDoPetcaDcL8wXf6evZ73hA7tOJlsHYmSPnZs77oE+poNLWuCn0ZXxB
7IIeUwN+b0fWm22FOkOGYpzvICxqAVRkeRYGglk914RX4ABhpg6k3ytilnyxuPrvtZiEl+touNph
cH0wGO5ta8XxHaoUnmgqCrg9ndv/QAMcSDsJ8p+amFdWVjz3rlOAX51mQKNJGsbsTMnw2otcnWgs
T/e57vBEOpPhnlmNci+z2xghdlaf0Wj3l4m90WvSdWP0ONpttTD57UR/lKAECL9I3YCTWEtHStu8
YFW5eBXYows+tO5QO2nv1Yae+/MaOketzO3Zd/Np+TYgx5XMxmjItnYMEUASw9o7vTjg/XOwqxm9
T6yH8wuNdr+3qnDbmjlrye0/ZVIhbkwqLtVgNFZn9c/Q6MURtsQ72enrmSHg8+yuT3AO321N590b
0HHD/I40wDsilu2jAxilqjBSHXhK84O2ae+nuSd6Qqc18NRoQr2njVwSH+mlcxNmsUHVQK9qs4Ww
12fRTUds0sOSrwUjrMY+O9ZumYbbxJH1QQfPd8t3Qqs6p0Z+kEWTeZrtxAcjq8SxW0OMWhx1RjQV
KZrp3ZrNy6Hn1zlYYTT+iFMjvcGiQ3hvxxSmFCUY5sKC3ccY8EpHY4X4jrwezCWDRp8JLRtt2Irv
laURKGZ1ih0rary+LYHLMCXej6JkVBjrq2/ZLZjausOjUoHvoDNTnkImtidzQTrijCRqVGg2scFk
PI3MPx4IkxiPdbNwgFFF9oWDWMT6qcb97FrT0cRT6atQgtlE9r0v+jDaV8W4Mn3n9R/AXvtKdxi/
LdV6LEiz851JUuxHKvfGyIGGnGERGrLQgvJFF2k28CPY72HxkGo/xqZe2MBj+mxGA6qtcNvfieau
UFAjJelo4w3z2q1MM8oIgmq+vqim1d9pausbNWxpv45tCepjiGa4Znm/jzN4cENfYLjS4/a2D+GQ
E5Egfc2Zyr3d2ebFJvvEU1YvKfvois9d8s4ZG/T8mmZBttVmnVu0fgI/52Awk/H0mimT3i8v+A84
XmPppNhgXU9wJBptiblweZ0ExkZ01XBVx+gr2516Cpel4Iqs7Puc2OLN3WTjRdsgSsiMhNMZsQPM
QbUdC/pbbtnZvcFUKSjm3PIyV+RfFvTJz1lfzE9aZ/YN2mlIn24E7KwD5rEDU4Ljp6dljOL22ewq
EnzLzWtKhA4elFFe1hKTQJ5oNKocm3kj5yA08r29BZ3UUH10Bjgv2lI18T6tNBtIAaQxf87mn1PI
uw1psOpPbmfhdCqnDMwNtcd1MEbCSKgXarmhP4XV7qUz9UctXHu+wDAei2iKzsolTssqbfm85MLU
saEpahTXnu6GBvARHKH4AtJb/6nlikLJ7MJqj4ZeAoOcDH82JAAhji2PJNyYYK0L57IMJqICR1Tf
3RbuWGoui79YqvfaUCdMXmdgPcRTei70WjJbtOYjkCrAN5ph73sIYoE2Vf2BbzMfFkj8ewv61Hde
INrheqjO6aIwsJKg8BgVMUV+ijQIoCb+iql/JVFo2HVWCTwPJqFfuMN4QXte7lPRF2kAEgy+lOL3
SCW1ks1wutolA147VMFL/qgteQrQRjqvcahSdn6A+3WdVHuO7dOhmEX2FYSYexR6k7zO+EnA4XCM
odE2cXYs+gAfYfZoF8vwhaEiU1PIYTCm3ErIbJeN+t0g6dbrk5keW+QwHHF7YKL0iXEADGFCRBC9
AB7MVuxqiE8Uh4tzMM0aKuVg6IFDz4NMV81YLrQEVx+LK0O6QS1708ivmwvmbtZqk+XGeC9s8MPg
08PrZJT9xViL9LTSxWXsVG36Gs1804eCtmZt67QDzdcFgFFgxxNCcghTv2LKfVJMtMgzJDFgNlB6
TCG7GGn2mGAzGDHHcEidsUb1Gk2fKgrTrwSe21/wlabvdOSGYW/Wa3LPEDEEnjjnB6SO2FQcl5Qk
HvHYcyFC7XCyxdecIR4t91U/gbo3vosqd4/c7e4BSyaWMwf3TgLHMKGKvhspdh5KyPG9h9i8ohnF
qwopqdxqXz2QutGcqixvA9EeQdNeomTaclAWXpS4qBffMnQS6vK+oClqiybe6cwnIPBvELh27S+Z
beavCggx0xPNuFiVtH7EI9mQS4R1r863mo0iZU/TnwGdjaybgbB77kWvOGM6LzDRN1Yd1k7+HstJ
jX8cGimp1ugQk2jzA1WGvGMOIX8UnLagi63U7N0WJMNMY0P0o4BrPcuZlqe67rujhJedcyBMwkNB
VAIYYaFds2RAa2XHbaD1ncnEqmseq8rkXoTG0h/Mts9/j0KFzyEWroeU/IQnNyO0UEsjjX5jzZQh
t78AY1KdR8H5WX7vf5B92oBDgQkYQjGksD9AKxogx3pvRs09wOpbmynwMCeBORR4UZc7ZZTfegi/
OkKDqh6D/1Z8t4mMhUO14iLNtD6I74g40deExe0eMGF7cKf/ChSzCVqBYguE4GhZmcqpD9LBOBHM
7s0xvMM0yVa9WOf/9uu7KO50x+EC0JaqD+QVQJhuaWYyxBevbnG0g6dNP9Fif1QYm7oJREfqdPH4
LBrof6o4TfymdKgi7QqQz3lf8oPIDzMjLOMTlaKU/KF/F8lu4lvU7AJRNv/5R85fNiyLGVltc5Ui
ErStNOwvNQK1S972wwk7YuchrVuDCDcF4T3aeIsDDedkyXFcS7v81wDMkRPxGOvnMYLeTcO5POVk
J9EJp1HQ0+ykbzsw8KL8YNYABZBJx99/kP/NtP73y8DOwkyR6EmhI/m1PiYYl0uHxGbMyntXB73p
MFVDhAvjy0r0eV/NYvWAEwK67qdvjjtd8b2Ey6H9oRImB6aFfrG6GfQXi9mlbg/YPhmKu7zSnXVm
cLPfr/l6nY3yZ0eTL0weXBkep8WefKlnTFRmrfDrrphpZph02hKW3BDB1M420xeVYnWHzZsEKOaK
nVI6W0fByKyjP+3BczG83AujJH+G2MX8PJXv+I0LHPYtyqTorsP0k6TVW7+2+r5g8LBbDRIIovor
xu+Oel2h0mjRcLqT/O5Uy5uSzLfdzI6vWh7nQVeN+fcuLYtbEAHDkQHJIbtHVOu4x96NbtbiJlKt
D8zj5K6XMYsw26yAaqemZnwkcl/PZi1Yo+iZ/AxOHvWMmYmhBP1m0GY5ZPLTQl/VNfaMhj28ec6i
3gbGi9ipkeTo3UTA0ia2MXE+hSHpyfjGNM3XbDitUwK8YrL8qsH5JN9IGQTziwrFwCQ1G7R3Z9IT
m46DQCl4hKi4jN81clOstgOBapqhnvFpvRSGovFoZypQHacTiH/pwTWK97Trwh22SBmw38KpVSt9
R30WmGCZvJZjre3R8b+Nw4xMO6pcqFJpd+7Q7jGea/DDQv708YOxAZV6grKmm4KpUkgaRSuZqLGe
9znt5cHp7MM6q9lHfBBDEkT2LfrsOWpoftpa/jrmKEuYqFV73JiQNMd02K9YaZ8tijuYNqK4Vh2P
7VA3P/NxCUmMpO0myGulHTHbcCCrV4brwhsW+0eZRx23kWmRCfc/SA1yMm0atnuZm1/58RKv7KLo
3Cvoi3ZD8Wa79sOCisvL6zwMKHd0j3NA9TXM7OgwZ+4309DpFBYIERiZEmgCTJGjx9Sd1ykJ7/U+
dPZdTKuKZm70A+KxHfQE/yDmgUBFHolLzlGBN5A8DDtYxu0hR+1wsRsaBnqeO5uegcoO2P057Qjr
JNk65x5gx4fnZ9AQhxMBOU/dhGnh7MKZsKhY6vUuqaHNdMR37ioNY7UW2XSCUiREnA6a8XfI/Py2
sAyIMf0KXyBD6BeIDpywY1OH7PcjoYCIDlayzarIuGvH3uL/zxNFrDyFdwIWIVuJvBCQBq9CGZ3f
hQWCwmo0jjkjZM4UuNZEmzXPecz82BUrETx63x2knbcX0c0tyHCHYSc0WunjsJy8Cp75nqvXGSli
VcRY1nupmcd0vnNWU4n/F4AhhcsQRgGiW+OE0730NEYf5BIVlGGRoShEIZDa0fitnOsad7HxZGkT
ZZxwl7NyWLva2fqe9VKQtoJBF8jjb0bDnd+PE804E0mFNix3uJSYcMGFD9y2UNfY5v1VZTTRYt+s
3Su8AME2ukvoDROMoDn+2FbNbV6hPwYmsPjmwI6TiLlAUh0St+NKAnRoipzLimN2azP8A0C+Bksx
bYJJ3toSX/ZuiRbErkXyMm2xAxnYV/QzIXccODRTq7Y8yhDuSTGsPxzyhrxUUW/C8459bW45N06E
AzqGWQVt3dnHUeZIRVOmBX/fMjab1scNwxUW2zc+MgEJ6c8NFtc5Hg3OnPcUSReOIT6zW86nDnLX
4lto4ROuRPiJ0+ajXt8wLZpgGHqAurLvfkynRoTct6vVDfcj42xP6yLnWulh5Rk4CT5xgeBl/XCB
fIAjuTqdQkvHv/3hArHMR6Cntf4aWV3L02szM8wEvQXkhev0qguGD7lSoDFTFB8yjbddHK31jgM4
k6eVRtZau/MjwxfzCDzA2c6S01PIl/WGmgd5kNsENS84VTBD2Gsiyo+6aZpM9tO+OKGktPYikevN
kqwkDBEOE6ALwsdaCDQWbnfKaRT7pdQIl1Xz0yiHEnalgHpPuivKw9Y+VsRJ0ttnEqBhkj2Xbfkt
nG2TfgW7KNE5kqBpgdyWpgjvFOv9AaZUT28mlcd8iLHLJn21T+wiu/YUi1+XYWiv9kTFVq7NYzaH
/V0iyMQCGQJM4yTqECUvhHgYBKl2rOuZTMapfuNk7e4G2XRP9qQhtY7m3m+RLfqpnjkn6bRnGkb0
sKBoTWdN5b+op5yHGCDNTlnjems7RXOyhTs9s/4waB1Gy94vi6ipmOiMEhtZkVVOgMaeB+c3kJrc
sywyLUlfyvddyTClMbvua7XVMnM/ptccleNDXUeZuZ+LbCXIiH5ryYsbYJotzq67RDVCIJEQSbma
gRq02aMb8oZD2zqtm8B3wTF5LkJh9bu5tNm5QyABGf+b2zjfQi/o6HEgTmaTe5uj5E/C7Imj8uhP
thgDo6oR5hdd+AtaShxM7Z1oVODgGzei+IJKE/EBEQ7+rE/V/cKQ7ZeE1jR4M/IS/PPWNgctdRZ7
ekEnZKrLTSRlswflD5hLc5mjaK7yOLzSs3VoWBFaNrwnDBgf3NSuT5290uYSoDrEWuWkskjbL3q3
ONC85mS+ZB3bSqgD7pBd/pB21RLoXYMUzGkAo3TENKr94jB93AmzGC6kjK5s2CGrNvulle8GhxiH
0VrfRm1byXn+sh1htWgCbAm3ZFg3JktM0NEuAQJLLEIyvEV6iGYXCsO16XWSENM2uW3gCwSNNur+
CvrkPMVVXWEXNvSdQ4/6odZ+LN333kukXA8NZvfARvr+DJ3inhjhm4SW31iExW2yDijeYyAAdPuf
yrgzfrYpoVtR0zUHoorjUw1q4DyIIb66U+3ccF6mQHMEnrTUJHqVxphtXZKlrwOF3ut7hdT+WwlF
mFzEYyumFqULLI4gwSeHHMKeH3Qb6UoEbqpd5rewM+pXrXVCLxWbcIapnHPVEE7ijjDhDq+R8Bt0
UR5WuPzEWHQ663a8INIY6HJ35bAe8F85h5bEC+DqnZ/KIG99Kx2pWEcsE3q/kUTII0DL1LoJWi5X
g/C1Elm0R8Egb2Poh+fI0t5rV6IE6MpfESJaEhkQb/IVQqARWk2IQjSi3W7JAlyorRe7+b2MtFvh
QDLLjTarRa7bR9K8mQyYcjpLTjv8pAkYdnjLjw653BzT5xeLjsW7IPvhHAHBodwr1a0Wuy2kuKUM
VkM1N2E1jUHdTe4NeHca2m7T7SaTfXCR4H+chG25UDWjUVD70c1/tXW5GL4s5ei6dHH5sY18cJat
7RS2kdWLexnH9hygH17v9LBMvkaqtl97mO3fWsclKBUbVvLJtvnnFsYhET2jZUpboSxRLgCpP7dN
nSwUZ50xUjXlIZkCUtn77JPmwJ8b1/YRhu7ASt0cyBhfjQ99CbiGcDz60b1ympjfWyANXTB8xhn+
7EM+nK/XIq9UaPAhCixA4yO7MhLPTD/x6H32KR/6HPT/YfUXk3uldbVO11B6EgH7cPn787B91/8r
ZbhhrsPBXXHHiEY0pP6h3QF4YiWLLU7YIJJhD/2puQK0ig5//5SP1+I6QiowMMrSMSK7H3/5LhNd
revNeo82CLzgumSHLGkhNyBrO2syzz550rb65N+vCrOTTb/RNTDam4AqP9QvYiKOlSl18VDF3zEK
rdOz2zE7upfdc0gSbIH4/u8X+KEh5ogPn/jRPI7kM40nWRYc71u83Cq9aTeO5RK/Z1OHYqxm7IDg
6Ay18VLUw8MnH7/9TP+8YLoXDrpOaX90pC5G0qNgixjnNO05nJvnYUWZjU5iTJIEwHloUThgOlpq
64zF/VFjQvD3r/DPppNtuiaAA3z0LnCDD2+eJUeV9EgMr6mJrNGYLMQL5HUcgL3VF7Psf5Khoby/
f+afPzMtG8el/SRNfE6GodAQ/7mgtHoNCxhR5qOjgTusFEJQtF+LwDtQX6lUKjYvvyk+8dX/+TBv
jSLbEFT+/LO9MKb881NxYIZGrOfhVyRXTAsZmC02Y8VPVrI/X0wODlvzkXUaVQw5QlL/cD+1Cumr
RhTH17x7zsPv2unvt+4ff17QIORX4lKw0quPZHPTnBVnSVP7Mk4A0x8wo33yRmz3/v+eyK07DCOH
45HCRWvx03xY7JuEmBuAYeaX/ZI96THIH728+/s1/OMj2Mu29d4VnAykdD+wvYGlWwadufbBHhcU
e8GIUZcC8+8f8o8bJQ3BrsVSwpXodNg+/NpupkKNhPUHY9yTSCT3/78//+FhatJCqXH7887BSgNG
n3//8x+fVZqddJv5rS3WBRh7H4Ajc0OCtQ536kE3p6CHZzjqeKieCpxEf/8gsX3RP35vuelFXc6o
Or57QgH+vE9lXcouWzPjAQSiQVkqzq2Je9vsUdxXQ3G3iagZlhJriYl5ndmgpyfsnf9ddx1NFEdk
vAUKwgZvzse5hNDI+psQ832R+vpi1uYzjcW/X+iHsz8kze2FAUHiCNpmlDR/Xuc8zTgalMOUsiYM
rM8uzNh9XIYefaYTyUFBpDGR//tnfnwGAbSBjWGZM5FC89BvL8K/kUlEV5lDSffpgSNAY8ON/OSa
Pvv721P0b39fybrqEKNUD3n+QFRKWH+y/X+8Z1vRyYjgX5vxNjL68A4RDAg2mYnLvbmGFzh4B1MN
53wkFKajr97mIdav+ZN7Jv7cHP53R3Z1igAWAcOlG/rnRSVZawjaXPmD1IzrrPW3Y56iOZPrb6da
ny1y6yw3fpnn9raaTd+EK7ND14G6Ln0BesgId1O9C28uHE/I9oLD4JN38z9+QaHbvKPUX/rHscMw
RnjOsSM9wC9+sNYt/8F1d71CoVnihgR45bdW/5ba2Sc1338sVpj8C1ZPKbaH+c9b09WdyFSaFw8Z
PtAO2m1bUi4zwSvMb7wzxvjT6W60/yHtvHYjR7It+kUEaILuNZPp5VKmZF6IKklFTwa9+fq7WBhM
S1mCEn3nbRrTrUgyIg4jztln7eHM3jwJEf+ZkQ/DniyzkaJxWEkOKf4M+lS2Zfdr6F/G4GiGrhcN
T75P9319jfKPHvbwzBp3Py/Cv0c/+SCpRVTQK5tlRwXrvQWt9YfULqGJZ7RkWtmvzqLhvwmwfO5D
GrAQPb2iGnlPO+vOxHKO79C6xBIJ21EK3+ZOqKhPBk3SdFW+9mEFQSxUb0xlpMe8zVeyZ4xqym6c
0sioiVEeB5XHPnHW0Ol+Fxkdl2YeLOfWlJ68lpbTY6hYqziHXoEY+CocqEhM0xOdc7AkUTA6vVxZ
1ASyIlyPTe4ZBgsmIO70+rBtfUnazUgfUj+4t3L1xk/kEsrFsKCDETXk6Gky3zvw4sRY3vWWC5AM
pdqQOxO6NitZyS4kWUzRX4AgWPpmRiZEw+etwP3Y0t8h7P6kaZS2+b5ZVQAxq7E4ROjcUdPNVOjg
voxq/GNr/ZEsxsF23hPUQ2S+flhibg5ooTxOHD97hNxYY2voN7uLsRD3g9Jf5DE2jsi3lx18CFkH
t98HT+3zN/A/E0+hmEMbl079dJ8RB0j0kJo5kvS8QZtCzt/FEkfrlT1QTUwGcZ/OaJK0po0RTwdt
8B/CCBd59E5U8X/mrXKkTe7ciX3+TvzzvZx/FQc7yth/Dkhghk7Ck1GgdIlEIY9J+WZyM2GeBMI4
RXugHuyi01LGn013b7Sz69OZeKz9vRfQU1K1N7n2WfP/+hwAsB+KO3iNHAs6JT9MaEvXhqLjDdSI
CeH7oP7G3Xz4NbkN3WR2Ja+bdPqFaivcT1gQrJTUsPZt7zbXVTnS/RoFzR5KtFirfdK+fT9980/5
/J741Fp8AMkNk7I4tUGhCzYbJ8epiFXXZl1Bx6UlVykWSl2t++T++8GM+cj4eTRejOA4DC7LFiT3
P78Yh24y5OVmcazcXdS9RcWjM0G5cSG0ujcCvV3cXgbqC8L7RVFeGbb6q6IWaU75RTVc+3CbaBf0
DOdnniBPzn8PaEUADxMo4D2kKCRg4ATGBQbupDOTGzc+k7mfA/fpz0dX45jzwiIFchLYoziQFOxH
eZxEc/DH5CaJygjcipKciaZffEI4Zmmcf6jyQBGaiXkfjwxUX6ljonc+5tD75zR7+Ib+EBspxX4b
8iG7jlwxXEIZGg/009AaFQ1i/f1kfbGIKVJwBeRoMVPOTn6CZePNghe0BK3/Y+zNW/i1aAnLBT0y
bvoq1HT7/Xh/f695ZD7WpC9Mg1PmyY5V1BnMmvByA2Cnr6KfUqp8FOoCuwm3ZjHoD1lSYco+aHRp
NQi0vh/+y8dF0EHpBxmCfsqNU9QW7TOud1xEMCiclRML4Je3UZPRIj5iGMzGaF3rTKj4fDT8E6Yc
HZcPTm/sCKxHPs9zrYb43U7zSw6RGtQpxffh3x9HeLH/jPFnU344fkY2aPGpa+RR6BsXQVgziqU0
f9CDQQvw4HXuKtei3djmZxbQF7uFXCFKGVcYkP9O0wfQkmFF+A5vVHPvOwdL4b57mBAmfD9x2t/j
fA5hJ9G2jGgN0XO7OtaaeV37+QOm9TR6pNsgpDCDkhQM3T1goF0jqnXRT6SPKoQPcAXcTN72iXZm
Jf39QZx/j009iLs5ja8nUWKAaDbRaEuPaxTt1IJ+mbbZ4aW5pX/nzCn8i6EQ1RBI5xcMAc/4vHyi
kZA0IpGlFyC+wxrCPSaadNdBrP8O/NE+82BfvGhGs3Gz5Zo2q2E+j4aoptXirplH47Al67Vq4xyt
n4kDf29ELpckf0idUhvV/1KIufQdN+FQHyWGlnXW/rQhkQC6ZmMmq7ipL2h5O7NS/96F85AOSSf2
IUnUk12o4PuYDhpDJlOv72h0Vg5qqfSP3y/UL0dxhc6lScVd+nQ/GOB7M7gDpDpkfsw7cWdgK/L9
EH+uep+/UCapYHIq5AkFfpine8GIBG2lE/mO7HelF8uyH+lQeBscUpKSovHgifw40YIau+GZ1fHV
430cep7XD2HGoPUvcJx53mq5LTUsIZyObsTvH/CLJUiCEOtUvhG8ydPvYi7py6Rtxryxu64E3mZY
lyAvssMUoQL7fqi/9xYnNwCYeBOTkvhrukAMu/VoxdERP6GJhUerSGhAXBupFXqyTKYzcWyemg9T
RwqSFCtOAuxjXf87bCQBSdG26MZjp6G8UPJMbqZWRTyD//wKK6iWS0VtnKlX/TUobQvUc8gsAxqZ
mZyfJ81PdXyR2tY+On7drn0No+w+HJNDZ/b2euD97pNeSc6t0vmvfnpUoZLwm9OXYMWoeJ5ESKMk
lZ8OqnLE/LvfqZWWrJsGpkxbaEDJ6kC7Vuyof+RCCXONo/LeCWpI2lWXJE+TndDdrYcTBrZtnx4j
CXEnS2v9ZgoiDg8DDUaFo52ZnL9+scl6IyQRjiAZ4/n9+T1VA31aKOjz4zg858Fv14CZXUZLzUe6
lV3W9QFzp3+1/PBqIaZxKCfpR0aHHMbnEdFpdQlW9flRE3NmsYEVaqEvPLOf5t/9aSZMk6s0GTcC
O5ck9+QD0moSDkWk5Edh7FGHkKOon0Z3m+rbsn/7/oG0+W99N9bJEwVAJUgpMlbRlyvM2hftdMQq
GQLf+1QCiachOETJ1r+57h3oiIwb9Pe/4CRCza+U5U7unCZXzrPqvOM/RKjALxATFbDLsr0NVvac
B+ZJwKCUoBGRXK43FEd5pyefR6mmehs0hUJ8/ZmMXgv4prpJxjPHuXOj6J8fQpTmlLhDrhx717mj
QlPcQa4v8KcNlQtVLYz1v31nPI4tdC4AALrJlH4eLlEVY+5+LI8t5lkzSPlfz8nnv3+yKMo6BTik
uuWxfGlgboT/488/iTT4vRR2pvDzxbiyU7rfvO9fzxeL+vPvn6frw5rSTcVW4WqUR3e6cX642pHM
C5X9jIySgXZqQ2c+LhTicVJuvx/578X8eeA5sn8YuIHrUsgWXwMgN9rgyfbMk537+ycRT8qsDwFb
MTF8/OjUPVfSPff3T7484zROijoxM/l0JcQtRi7/0/sxT6pXtts2GCnx97kdLDRxhZfE9wOcHEWI
JvMEAOYmEWBozumhEfH3AI9EKY+Oc1cWm0FstPr1+yH++jp/HuJPluDDHKtJ16V2EVRHRHgrXHiA
9TpL4Twq+iwpO1djOvNAp2UEB2gQ9FS2IrVtFwRCvYNu+f0DnRviJHgBd3CNcd7tYC1zsdS1i3Y6
M8TX6+q/0/Jnw354Z1pcBVBfGYKOWbrs3X/HjnZOp/2U4e1rgZknYLuOfbKtslV797+9oZOApSlg
hpKJKSf9EbVehmrq39G7/36Ck5DVJ1lqRalTHqt7fSA6nZmA+T///JlnX2BywmGJWwgEjc+BSZJj
QTZeV8chqzfQZKC8Y7/2VPvj8ftX9eVMfxjoJAI6NVRO3aqqo2tfKzj6TsGZc+qXqxXxA5dRMpbu
6VKiC3CMtTqujmqWeHZHAau8zuwzcodzg8xP+WG90pU4WIB2q6MVBWvYIXdJZ3sArM5Uh74MJa5w
aCcix2aZJ4cTuhU7MdLdRyEccX1vLW8M5J3mzfdT8uXczyhkzpMIIE4T32ZXK05usbSEhjvWwfg9
gft++n6Mr6adqjs3JJejOAYMn19YppcNCpGuOir2JewioBz/jy/HxwFOvnzwFmYpOAO4CKnLF8h9
Zwb46i2RPQFwT4WCRzh9AgzNeIOTPGY/aVsphg0IRVmcudl9ta4E4nnSyK5KNvVkED9tfJB+ZP2s
9kJJn4bqqtHOHEXnF3G608UsBhCa4VDoPIlVjgspo8soc4ATvNfd8kJRnStE5kDcgz0miPQ0zHWX
fz/9Hwc9CS+hbLsyUCjsmPbrQnd/ff/Xv5yaD4908tbGAFupDIr5cXQ8K9gB96TFtGnPKGu+HEVw
bECBNMuPTg7VeeDEnEyD8oivcnTthK+Ce61+5kvy1T4RGOGI2dBlvm1/3ifkG5pWSo0FkOzl2rDO
TP6X6+vDn9c///nJgdIJ/W02VGvpCD/ysWrV9fez8eUCsyxrXsVke06zE1NGOVgXA7d6x0SDXG0c
jd5BZ1iYkBuTrWn8v17Zf8c7PTPWsrJSjC/lMeVYkk13Y6ktv3+i08LOn+MDeR7bINkyx8iTPWM3
EJea1qcCZm/hW0LONGnhmp21F7CBs19a430/4pfz9GHAk/0ShQVqpIoBcYXFlg3cb1Zsvx/iy+Xs
2uRN0dCQ8D9ZaaZZod7IGQLXVm3Avbl8K017Ye++H+bL1fBhmJMVx7Y3J5t+u6Ofh/BtNkGFodpm
NGIPpDLeofqZSDPv9dPwRvpPFebsZoXS5fMKL3FixAs6lMc6v0n8twzTa/sCbnF6Ttv51U79MNBp
gca2uj4JHAZyfoPBN8SZTNJXK8BUSUvg2YWxwh/lxocThmpm2E0GREzHWDsW2D8cLs+sgK+f4J8h
Tl7VgLtkFZgZGxV6vxVuunPB7Ksl9s8zUAT/PBdCmqaDXy4DWHKhZ2AAsNrzRbVos3NWWF++Ltqt
+QqgRSNF+XkoikN0B5VacSwmmEGv3H2z4ZxU/8vH+WeMU5eeDkO6nE9qcQSRJcQjuGN6dHzjXHbP
cv6EyL8W8T8jnVZVbXWwRj8ziqOqZQWcE9e5SuOs9YYSYWoNwmvXk429SgDRHuKOxmgsJOAw2XQX
mTjnehI/C0Rb/BdY0zi7qtRge2T1jOLAqjnaCqMJgCIKWuFBtgLFD3JWsZZb26K3n0EsI+CX03ui
KPYxppvdi8eyNL02tNEpRobZwPXW3W2epdj9VEGCvi/z14VBAoUU+0zDwUVSGzR7EZjchCpwbCD+
HlI6SUYsczwIl3IDIeTVaaoQTqNWLIMyeqEL6K0H6rOKh7JZZRg54zkIjH42W3+n347n1BNQv+gt
N1mCaQxN/zqI/Dg8TsO4z6eM+2+jLh2IwArsH2C9oEVR1AUBBsVhD3A7jYvQ2gIAjujprGhGwloZ
8HEkmkWkAzrVE8ulMbXMPduEg0xBwwW8Dg8+0Qd/a5mxvNGL9NXIArECvmM/2xAgNwZ2Dpu8DNtr
OE8wOHQawND5wqZTm96rnUynsbU191klu2UYIWpVrMa8rY2uPqgSYiJ41foCJr3cJbRRL/SoFFtN
84tnuwnqjdm35crWufS5BcAaJzTsfa6B45rSVFlVkB892wAG61fdSy0Ca5mbrfbbF2Ce9crsH8bS
0iGPjkOLVQVmDaOoKCtNM82lwuN1i/9Qsoq6NvKmMtAW2DD35HmVwdwEJRYCrps3D0VjCS/Jch+n
GpwwLtI+1C/0IPtdamSBUBM5u67tigWcE2tdTTEeRTn0WKhROm5N7P8+coaXqHOB9EMeXakOTs5j
HhlbiYmoB/KluowSx9lnfdVsTXeEvIKgnLm0tEMYlL9YGPY61UfjOZiw8Uz0GiRLG9i7Eq7EImjG
dBVX45veH3p6Y7t8vC9tH7+GEFWZDMPuyvelvzFjPwYSMJnboR3fgLcoICsd5sPJS8+CjJx6YYqF
iaR5ckOeP145dd7saotWr14CwIguumQflQs6jME3tZmNk7mmbwCYBNu87sUWn3acM8BIw7bBzXjn
9yJZGkn7u+qVl3I0kSlUtr/x7Uq/qkWGLK6WIZFxtJ8gto8WXqIZIM6I9v5kqCac2yt7ocIaAFQZ
AEKOQuUm7wvngEC1WTdmPCxyHXJQ20bDoQcjv7YkDjRNWAaXtS3eFVcFNOM05lIrgaJ1KbRTkdgv
gxYj4qQYvOTu169TBTiP32jDTouygXqSEV1WSdjtal/zb/1gina1LGgdH8ri2h1hV7oT1lNgAnE7
ymlOVnR4tkLAOU/gA66yNNIAWhrOVdSE9PXBs+IOa75a2FIBxqMVLymdXxgTzc3IQiydRIcelfkU
4AtZHeC7UhVSg8seqPQu9x0EiaAXke2EN47aDV5YOPkP8PT2wuAf14ZoTW/AEWbdxZMNsq2Y0O9h
clbHPgQzpdfXcoZbmjKXXtmq9JgDNMRSamYEDoC5snQ2iclQbtHTG1zguRwtoxr3gbAtIkxNKvka
KDXWMlqPd5GwFQQ1bTkuG9N+D8kFLIJ6bmR3nBD+QJAujcbJ6dtNBsA7FuwLx6HjvgsKL2xUa2k6
TX2w/EhwfsTmoA/K9i5AQbZuZtRlK6diHzocnbscvLJVTCVd/RPS16T0F/wb/o02wctXQ/kct5Gx
TLgCeW0dCX5yhQzMwLYCOnSDXQvEljAMAWS6wCJoR3dXRUQn4dQ45TpTEni5lRq8tlVqLEvIZcuo
tF8qoItLESVvfV6/S9BaiG/jt85UHg3ZYm40GK+5T8CvbV6AKCV8Y6d8NU10Rrbuy6XWtvihGXHs
TS2dNvgXh3fILpKFb8NxzxvlvkoGfmZppXRAhjQ7ZupEc+zMSmgy9k1WAU90cmNjQWte9CVHh06I
AFEyzgJ5N9KLBze4fuBfZCem0QBMM6oonBMxHiK7htpllukPO8seLHpGH9tWyQ59opb7cSqCQ0BB
qFwIDQOHdu6qtWewMUA45VUEjutlOdxAIH+Yu7sBXaauAkgMiYqnha61zwP7XTh00U1QMy9q28Xj
o6+VBVViFZFoPQB1RQMRVB2Kf0vGG70XYtXFJAVV9skaNLF1G7dav+GSWV9iM9JcSSnifZURe+eK
7wWl5MRLhhCj38L8TRCSXgcLgnAHF6WzGtqpEydey84dN8DUh3VIOoyl3bcInmC0gWyDoSiMccnH
dtrrXdt7U13rdzIOrY4LRdviSYkn1CaiDXzRq278Q/g1n3Wdw/OrIsGILyCvgFMTFS9T7YNjPMye
d3oHK89FBe4Wzk83zptFKTVY2+4kruDZJRgJpLa10KEY4ruFUTs1qie7Np/Ntv0xmnDYKyONbjGO
SqAIcQo0O1AmloX3L6091SFtleDGjID8ulA1l01toFkZElA3vT/MEPwqAwIWAZfY+mnMJIyBWe1z
KRAnO6YJei0IrnVmbVmNbri2kxxaCofcdZMC/cpnXn6esvkRIviLFNn10rZbSONhni5SIBz7wRbD
Wq+MeFdDxbvqEkFvWCCwe/PFO+7wlFrBAe7VpmlWvZY6Tz7+DssRM+2t5OyxtDOYzw6IY9CIlv5U
Y1uC1wBdgNCuJvN+GrE9X7QihlwVaN1thiMAa17NLzUBxKdX0t9yIkCGMeWoWrUqzMyU6HoqaPDO
zC7ZIh2eriW9I/zfRh1cCKunJxn44mGcpX44PgTYfI/+Xd2kYhOYtdg0KkYbKURYOGCt/JGXiKza
rHSW/FRtrdCiuGly2IXLQmkqnA879xr2K+t4LN1Xp7Lhe1SK5uGG4t6A3HFWQu0BfQ0NuzXl8ATU
IwQxKX/oudL8tOD+QUVLxgx3owkL6kGdCPZ60oIMFr161MrSv/fbALh3Ww6bJNd8L3DzcQVKsly6
+URU9rH/bk0lazdTMwb3KuDwWxHyCaTjGjCwM3SeDDp/hdRC3ouZi4gfqLNqFIIPBWsU89Bu1vRD
O5vIUWMvLjsgmy5yzLh17qy8xuLB5/wY9k5fABMq3w3QXVhdpT29Hg5rQbPeVYE8HPN6oEUVCniV
z2+wSLuk+IX7mYnBNhdn2nfFzOR0sOwcq3u16WiAjl2elfbyIsO2XWvuS3f8adVqzemnfRsHDEjG
waguu0pXvUTV3gZznrQB7ZkldZh1vQMqBZw08GyW1TCQjUOsDbLBIazLMtSuQsTKCyUnmDpNhF19
hQt7D5xyLUZtuPOHUS6VkM0YpulDT7O9hwjzt6PH1G/oaNhj/3bdZpqn03KcrV9xB7+fZRLYCaJh
oaNx3PQlNJke/vNCHfp2Q1t4tB3iMUHqbGlrXFGGFb4rKWQCP13ZgnVq1YEOW4Az8GE0Ne4Pcdrs
oygtb80yi7flYBnLQq37S1Opm5+8+HGjo5UIIe6N1CrtP2qSsuYVDOkBDk8MZjTx78G6TpseRuAm
J2GGaZGD+RtHEI1KbVgd9FhrH5vC0QHhR4nnyty5pLE+WJsTRydDWs0N1hRcBlT8Y1/qmIvHOsER
/iiBRlccVrvyGfbMxTCYL/SESUCRTpjDNzPLJjJogDGKdBthjuKvTbUqXuBczouSEh+wBsPYZLnZ
rUqrmSEtueku03bAHkywQIcfNTYEl1bP57mDeLbIAOvuzAZsow5JfAkOiDPIZAEHzYW1ch1ZbJMp
shampjyndQMTryqLnSOt8hFPe64yThZGoAkhWi6DKJ9ZfbHKucpVowV4kGbhp/jjLtPGSHbIa8ZV
l8XhjSZB32BYUNl3YeTio1eJu66HoxGE6LeJ/s6NFQEA8W0yDGVVQifDqNNunmnxRDyAYtfZS86C
O6NTonUJ23kHDRpJPodsLzVqiUt3/2YMqrkcwxrOQJ2QqRDgmVBdZLgrcgpSrcSFNimNXSztR9ey
2TxOFeBcUsG6JL4t8tB/Tv0mX4pE6Bi16bGX9HNkhO24kFYccocimcglL7zMGpt0mG772VWGO0Ts
uZi+cM53FH6plnKqgRlOADXj8RIKOzQhLTanS0eTN0mZPrf4qGx7Cy7iojUgHiqpW216pNp39qBW
XggTeEUTarYGJMPHApc74IQsVJCW4Q8OBmitMAV7s8JgeLVVv7vpxtjcmFqRA6xvwis8kWi8DCZT
w2fR7vx1X9n1RVawOC24mBjCFYRa+gyChZ47xs6OB3urT6GxUHwcODiUdDs9au3rxK+IBflsfNRh
eYzJRpl5VT3CxHd89xrpF34mZv0c2Pa7kqLZ07mj7AdgYI/0CCubalSKn+7ow15Gm+0hEpHLsIFK
rWRhA57QVxDzG0AdiRtLUymVLTg55GNI2BcqXrBe6QfVhdWDcFDRPMEh4yMmuffri7jgFIilkLIR
fQ/6ycJm5UatIZlRCtNXmg/q3wziaZEhhloD80IpZtgTRXDOem6Yv7sBaG9Z4Nyp5YFY5JztvEiY
AyzWaPRC0CNeaSrCK9x2utHNUd9NEcZLWOiMl4GRWNxCXIn6rKo2wpTBRVWbAHEz08GMJ2qvk8xs
N7RFti+jPk54UKo61UBuOxzTkxF7sOgx1w5oTHBnwa5mneG7+xQSkw7AhBMvHhJodSw4/YaDMJzs
IsSdxi3aO73q37see96w6dwFyu/pQg/v2nQNXC5ecl1icvREe+bA2xGMOCdJxWyWfVvTC9FIexUy
nqcHurnQGsk1sdKAW0RhmHjq6LhPorAAyZqRnfyafPsn3Jf+IUV8vyvUke+Qmo1FtEMnjJmAWWrY
xzphY/0OE3PYJdVgeP4Qp6tUpZNCSp8mJA0eJZ7cdXFVN/qbZRjKHjOcYZFOnU6fIcwhdl4EWbgj
MkwS8nUyWC+5ZTdbIy3IqthC47hYgYMtDJT0Od3qEo7oD1cdH20wKpzFRix5asmJUEmVjd1Cjksy
srp9zgmXZnt8C5KiWFZYB68t6qYLu2pqgMbTkXRHR6Mo/Ve0VFjXRgcTKLIRtGtdwvZznGYTCT/Y
OmVe3Ya6Y9/xUMbCslmokUMrXt2/4BsCUUgAVVU5dC0QRoL1brp2Rb1cPLaRjFZjkxovTajrV26c
6NGihBJFhTOF7kW8PXSCRra0qeH7q/4jeBtajkIFgSCB1oP5hi9AWunb2u0CDzjmr6lKuhV4etir
jkFkpWV3Hbu2D7NH/hq6qnogHwVzHmbXGtUrvC/BFI/jKG5zO3yY4h6qIdaT9Ko5BQzZMfPIVBpw
jdr3Hg7aUmqJ3IZtJQhNzJ6K59OuGM361uxy5VCZhX3A5TC8skU6rbPESVYT3oRkeSWPoc1ZAuXZ
LYziOrEHTrZNXpEJFKQ6Ap+Nar7yBXrHOB2LChRkS8rLXFMVTEmG3nQ9a+6/C6LI5ks727xaTnsd
QYm6sHM+jbkLqllqVoihtV6uAtX9SYNEuVbafOAyadY/p46cJV3PnMfqfq2LIrviFNk9Djn2Fkbl
hwsumQWOQ2a18bM2mWHiXCImaSXPE8jYdZ53nEtGM1tx/cFFWB0B0MomjbdNgQNqYOu/AXPTsiqn
aSlLE7cZ4fyWUi1xRUyT/aiM5iUNebknmp4uwyAwqtsyawfu+2kDYwgG4cIAI7J2gGuCDPPrtYS7
tDDi7BeqoZBtW72FA2x4gMSasbdyVn87aa8zhHdBV1ixdnzfShY1hszviY+bfVGb2nVGmX6FwSXJ
O9EZXtvMll+xc2FP2PUZ9ELvXYegQBasvbHTxIEmDYaaLg9cN5RQ+ZGOtXrsDC08VrWRX7qJYz8B
ciKbxS12wcvFkxVZ3BrAu7kVdj16UL2MFY6t2UpYuC6petx4StDqmFcUdfbcNJZ/wDKo2obA9ra+
Voc3GCnVXg52bzMwLcs27vWD0TE1gRUQ1tXSXBU97heZH0+bInb1gw6seFUNGvQrA4NW19WKzR9z
7yqo11M+/VTC1iZLKwdr1/QoAQGMoDvjeLfWanjKtVT6LdJ2zC+ckOlIe7QFkbB2/SC2jozuSwu0
cljU7SoVDRc4NYx3tH+UVy5mpXudO9Vhwp6Mj0ylid8oq+Sz5TRPvkzDg4Zlxyap8S4YovgtqAfq
8j1ZYjHN7Dy/ac31hKH2mm2VenQSkNYquT8IO1GvsYVlf5uwicfAVVdZYTRbNqexxn1cgC/S5V6p
hvxO92P7aZicX3Y+sF5U4g2cq2Zd2Jg2DEru7IRZFsSSMr9HR1F7sGeJ1LnbLLVEiZ473W4uwGCm
SxS72BdyQFwqE7THWKaQlDJFPkxRgwcyWQysXa3G9++YDI1bYipd0JOwlG1NYpVo0U+r1Zb5PE5m
t0fC02IsNOizYFXtH/j4iTkLrO9oKlKvQ0kig0NStx07e/Za4qOJ6yMtBAJeeya5MJgk6N/AzIQu
xiRl9hoGsNLzNs1+k6WlydKpCMhjO1iXjpX5tyHG83xFBZZGApZADHMcyKDveCVs1DUYIyjNgoV9
jQVauEfAjuVn0FRLxx8HLLSbzrxsLRJ3k47tUFFrTwC96LQZyne9TPqtGigg0S3VFrvGbCTCT0Ac
K7WX+drQjPBSr4oeUzcb+0IXH9Sq1MWjNYonBOkqJzn5YiZhfc2fI00AcL7ZiXJ4SjpDJwkjZo5a
5moBnRWJZXlGqwUXjouDRD67LjVqUz3pSFTgNWa110GL0/On2Xenr+/0QvBpaHLzt0PQv7Cz/pk2
aLkvufnmNXkp0p3PUYb6bggGLERscmhDhewoxbt9hXMh8ZeT8XNsY2mhZ/DXkDjGd51WVJQTSlIR
VW6v/TgPt73U9GWBnG+HY3q2ry26FthyZkhHccvhUddb9yBdTT6bk6x8fFFrfT2K6KF1Q+4yRv8c
ytmfUwwqdy2jEHcOmYVFZonBXJZlGymbLMsEJo2Z4S/U2L+VYd9f2pAJk5ULobN6yNuhaTDxHsYH
q3K0lWx86cmwmpZqGRrqHqMxZzdg0/boV2rtsW2R9Vu1vwtGEsy6G/6g6qAucyfAnVwDUebDNNxy
CfJ3sC40z4wDeMFF0y8nVNdLJaiB4bQ92T63K2ZzOtMrHfkrU/NfSZFpS3zCQAaaNtm4Q8ets1ql
fnuTOlhGtQ7ulEJSRKb7W1+VmDSQCk5+tRphsZNZOrOBKbyore0/lupYcKwe3HKL+fTKjV/ItRX+
RZ63tnGJ0+RMNu2aKNpgc2JfTXDJaOwT0YbWUaDCQPJBcVYkxTINc15Lsd6mBFpn3hsNfMLi1U+D
OYP5o3rM4oNVrrW7+QHACHh8LyzrIPA5wZm3wGx0gOSowjGLUY2VJSDowseXXTNKbWNp+NY1FJ4w
jMBaM7A0UhxydFejbJu9Da9oCjplMcbJg6ZRthPA+dZx6pi3ahz9GnXtMCbJ/cSG36g07eJBTv4+
xfi1cLNL0Y/adsLXeVmr0Tt2iqBH7IPd3WRosUxcqEiM6pk144hT/wnhmXupZ9SElvaohL+l6Nv7
2HLqFw3rGM8dwT/CrdMmvu8wjFZx1nRHWzWmvaNHL45R/wikioNrChSz0ToyZraCL+tQVExwHi1d
IQkxBXzMhdCT9LqVan8QBR4rpJHBFkWK75kKyes8Io/R5kVApripgCJzbcU4gZKKgeGW0eFUC7ay
X6S53a9SjSoAuaWUaghReORtLUWPI0Qn9Q7T4jZaY6dB43+d4ZY+okjIDFI7+ILzVRN2e18P1F7K
KLQPODA/E8/1jU15ZGngDHyNeWrs+XScLXMa+y02Pli7hUpPE/2tZIvwuGI/K3h9kTHi47NIs65+
zwCyLIzEKVZFzWHN16wap6fgfbCHcGWE2ZSvqIk8lQSgJdUYDCj84Sf+yfHCkONE5UblTIJ/41pX
BLfESA7qm6bQvCIbmJ2xmVBkJesDDBz0LCkrLFnJJRyNsWhu4yiEodBBVbq19SznbDzJcjnm/YtB
nPJSjEGXWBn8BO9NlVa3ypHEbivulSgWP/XA0S4p8hSXJrGEH2L+KrgtH+LAGvGDMwVVFhfQQa2F
oEo06riZn3B5T5/VICi3XRm7e/LUv5qw7fmzMXnEOC9n5iGqUi9tuuaudFVyu35SYUuC5VSUQi42
7SDEkj5or/Os+olfrb4SpUuPbcy3moNcukjqpuhw17OrkYpN+ygyfIyxzMoulbbK5CHTk+xSpexk
w2tohhva8eN10jFBCqDFVR6o2ZUxpPq1JPG/7Iecw6LaNg89TBnPiJUBW1k5GzzrPwpBMnDUQRO2
phnvJ9tN9pY6n7cr5oLqK9dpPSjXZZCEXuUSO6vOrrZUd7KlUeYh0o0h3SmFqxP6cnXhkov3/Nh8
0vL0R+j2Dru6DldT5OtbpZbm1h10DnB+Mzhr6prjbWfQN9nYvbGD8Tms+rrOLoqhwqOrdrjZ8q/g
JYb5SmIE7qbCsHoBb264VCbXOdjB/3F0XsuNIlEYfiKqiA3cCpSDJWf7hvI4kDNNA0+/n/Z2a2fG
lqD7nD/yJwjq/ax7GpKm3IA80E2izvuO9nYCwwMWXw5NoKhbYnRJF+qR6PxVp+fxuaMJFSLHNVeQ
7+Om6KMrp4m9xV5uHIRR5LtxsNPdvamP7WaB7s98NgSKwtf5RM8kCRNNoGbgLrof8Cs7yBLIv+gg
KyntJi9b42Im/WIC9t0MMSC6TtzPp8ksBAkS58FktP1xQpN11J3U/MoF8Rt0qQLWdNSOUJhW7zxS
om4GI9k2zuQtj8dsm4mWKmq7MM5Dds8jsK0xpP5sOZIMYB+EcJq9rZEYUnuR9TB3afeZpGmzBrwr
Apvhk8T10uRG4einlzqnrV4fn6wR3oaU2/5I/TB6tmjo10613AVNBokFhlNDGC9Dt/JnqyAqfll2
vh+L9TjayVYVCiZ6eVvasdtRGl6v3dGWj5zPM6wS0VxZK4udZUTpqTG75kiKLYVP1tjeGifzIL9m
yVy3QNq2cfbQd+rJZtbcaROjTTFo9nap7iS2rX85ftefZ5uIksodxL4H/HhqRhltdGaKwGWOqagt
sZKsfOgS4a01X/2kuVDvsarIZJ/vWZwi5yRoVPxTjrPY5F4asTCrHO5b5w+M97aiStk3doj4a3Cs
att6w7KxhhzuN26zIM/c8YItntZdvdWh0qIWL2TsH5r7ccAtbO7jPGuwspeEBzc5LcXcxEufz1vg
1y5krG+vXd6oc2WU+c71PHkfDTVcATCJQmrzztCaCuWDYCSea5ou1ZysROa8FI30tzBB3aERPb31
/PssvCNhJmKg2Cvyibmto0BL1XRpprimkPPeCGr59W0q/D+tML471hBo7G8HYcZeEKD3piw7v43z
rAK9i+Ua05/9UAEjr/MRBth04uqQ+blzoBEm3WZl/pLZbsHuaejH3jEnPoCBgNwqJ+kWYgdWCm+o
UFhTIbnmvelE8Vsezz/V0H4QTZMERlkRUlP36QamVd+4OuOTrdGgfu8SDifH1R/iCDe+7+b9pnYW
c0U3vRmmnD3nqugT8K0ZHl1ML2NdoOS/dy7UUKwXJaKSlkxDe6Uub4+j+TLXRrqBNbi4RLezKDmf
ozkkoTNzuXoGjzidNMnJ51vdspoZF5+qoRse8DywJ6Kt8er4m0gW3g8zmrHVaeqEVsrJdda8bj/3
RABbs/NJcHOzw6eN6sSPKH+Uk7WqWIc3ie8YvArWp0fcG2Rh1waJf1/HWv19sVV68qtIHthjCOuA
M0+5aDWFVA1AICVOIjDsiselyaybLLT8bDQ0fS0JQTtLkrRrkm8F1VGd8YBJLt/4FQsh3qtk5YgC
oGS0S6wmwiNsU70p8NIND1kSAnWRMG30zm6JfFh6odl/EdFu9xeBP8+aERBkTRWoq/047CoUXzUf
/kQeb6KkPOcc1rtM49eJLUCfprdf0Rsk93Cfhap2ChPFUt48tQxvgh8tBJDiG9fN6Kg5ER3yQ/KB
0oeSRhtl9pi6oREn6tmrXZffgnpBJwdPIiJ72DeDu2x6ApW9YXytIzjHTGllYHQyXY24lUN4kSjw
urFc+4kx7E1ZDFepR8O2z9PqmXIRK6Tr3gwwxiQgl0z0QdQq8emYer8bvdl6j8mMfdEaL6aMq+5d
5hpoKUUnAvOs6QU969TaS8AH55YpiEJBSmMbIW+dVS2P4zgS1AP+RCMyGfd4hc+WaPsvygaqE1CU
jRTAjZ5JsubdbRXFVnEFJZISZ0w9+cDG2enfee+x5RBB9G8ZIjoDDG/ZTUnmbqzEAlGEoaw1O6h9
RFyE5zKj/w61eku0+DkSJe3Zdx3PVAABkrTsIVYT6tWL+RemYqzXbQ/RmCxcx7ZjWg9Oprp/+tCO
r4bej0ToOyPR/LNcs5zQWTBwsfaepl9YEGP6e6UbyFzFu4Qw2tB3pbGOfUQKU1TFSM6E+WxI6xcb
REZ0xeBuJ9PKAsNoIwyH3JK9Uxu3jHlsNQhoDQqezTAyGXQwcVO+CImxM6wG0l9D+2tFagyWjIGk
L7tMrkaqWN+RS5mbdHRfvF6Yj5bdmDu2LVQ8Im854RuuFs+JKIBol82syow29+gppVfsCK9YvgwO
8otq9oqTIQ6op7p7mUD2Rl83jVC1SyFHzcZje4jOEoicRyv/xHIOhHMj4J0JIKAwItABnFOypHPE
Aeo1KzcGsiPIxnNbfY9GdokW2gmGa1qcSKPUzSPQzIrulFUe/2gYiH04/7SgM/PO/XtnOb8gedw4
otvZ4pnu+ZWmjDB3nhrj6Djgjw9xcvDSHQ2PKcSSTg2e7+2clsHuRL5pRMm4X9J9kNirMn23s3Vp
aXy8u6XYifKHxg5WrVWqsy30J8BHY2H90Y8DcGcl12nHrUIiNd/WV+Xeav3FYo+qHpJ027sges5+
rnsItt9S7QqAp14LTOTfVX2aQZJSrJzXOzEtoSCLkYIKpGE5d1s3/BFtzpDw22thq/518jSVP5Iw
MTO6LPG3UXYUEFF176NqSbpNXD/HNLC0J6PJ9g6strBvbutvuPZOdXRX4dTrhk+eDsewFstRl5up
/5nBLJwcvSO7lK5eZ9CoPl6rERkCy5DFxAWaXaidkR3s+eglkLF2ETr2Ti9uVfNc8ep0LNdnbwDc
p8KLHsawsU4wf4E3eGE9/ty/NZH8sVhSp0NE4EI19trxHuruTefAjJv8kJtbZRwXZ9iXBWVmLM6c
DFL/zhKNMLU9ozV7JL0E6imKieWRQKnTDyfQqqQjSYK/2c2hU1w89OLmZEXq1Wst9iKlfdO0V2mk
Vq11SFAk8cRwkYT81AB7rXHV9FNnf8T1tTD2Q/JzL34lOCdQDh/gWTMPjnf2yzsH9gGuotyb32a8
f4fS/baN53l6Jd5nBbXR2+fI2zaQWeREaIh2BkJ6WzQX68H4KTLqEblWaSFNF23lp+c6uqT2rgCI
5urxuMiFnhwoy2mpRqrBvGw0YmWtdfC6o/2SjE61B9H9MnMzv9CCtXYXFqr8rMrnxPPXKdPX0NE6
Y9lXz9GC0urpMTwtKNd6qk7FKTLbYzIu9E3vCrdaKYkirUmpWB5XvNNwcwh/GZdCdzpbEtyDI89/
GVtOXh92rQA8jVb2+EKXaEjmdNAyDmb5lp4S1ib+VsbJOU6J6Hqa5qtXngWd9xNLvdO/Z9rbvfsV
1tezzjkZ2H5OAv3w4Ewvuv/YRtsMoebS/IFJbrXuVV8eTf8Fjf9S/CmqoeN7JJhxz2/c6WOGam17
Lx03HSNI5o+0fUnjoz7quyie9kLpQU6sd1sTPefToAtQz7QAa7CfUefYyOR8OoW76qk3XnsrtGzt
gmJkXZv3pmtavdNfW/pQ+iUNviRO1f6qGe/o17+JToYyOy18WzLdNzEwzhzRn1SAIWlXxEchNRwT
Dijf/zE5NWb76oofRIJBnNCN69JqAMi+mFtJtnnGcTvD1O/vakkYyjI5+zOdLxYHIs8Ae1KoFdU6
7bXXEZkaRXsrL7rlznVK8l1ufZrI3+eKokCkD3HzqWK2uOGZwof7VTjdt34bs4KGUqBZ+fjQs4KR
tDTQsTxTTqSzHFIvXc1nltxNoxIY0+gQ0XvoRqsh/XE1Ks6ttZYdW1rCvHt1yHg1BA2GHcQ47BDD
Kgd+G6p6OXaLGcziWCdOGFuvVf2h63wUE6sO+oBaEN+8geHkm3oWcQ/EcaE/0Cb8LvY+B/OuU50u
+TyEpRb968cmBEgOZHUW814r36T6dvTdXG4NxqWcphH/q3auROkFKXV/Oe1Rgzh07ISVs60K/LJL
HOQG+Xk3LtQ034ImFkoLJvd74bBV7XeXP7vOicVi5TQfsfxAa7bGksfIA1FmXJYMlftOaWdv2pHN
OHi8CFcZPQ3lu1Z/AFGFjc0+635p/VPMKzKkm7LcmtlrP367VbOd0eCiPUAA92QT+9wiQKw0eaDX
k7OaONbyy46vbk+5S72HjCEP86lv3mbvWNK6/H/en4dkb6HQK0XmOP5rnKvPW+prO0c8FtMfTEfd
/yDA3VEnyq5MJ6b5U86HuPS3c3vKWm5Nju+BtkoXHaOVbZfyWXoIZ5cH4Vy51jZM0gHpoNFfCzzy
R9dgIMDxtG0Vv2bjTZ/fS0QjxnDUmK5i1x92d+Uxao2Uo0hQkpghb1ovYzUcCrN0t3z7A2Uvdb2u
LJEcW6u4KvKF+OKTDYNLINRtVEgLJYBgeTF84MaMNKfXVMmwd77d6bdHj5JR+elMtDQu1G/zlfAw
BHP2q0EyeNkYDoivVWKHlf1vdrQtSCLF4W9oztYiIhWdI3eZxEM0QBDkztrISXlEC1UI+TEb1qaP
96X3DjvAEl1sSuctiX7FZSCNVy93/Ze3b4cH0fAfjmzJq7HcDtBv+Cf3KtkLGo4buhaT5XRX+ozz
i8VxmpccFveTwf4puaCiCZIiubol6R9N4NWPHo3aTc6X/MHp5WszbU1hlRehyLcOh4pnkF+zfMTO
Uy9Pmf9LA3IxHuLp1PPMiOF8f9Ogn3mJ9j6jtnlJm8fIhH2n4qumxys1futiPTPegYuo/p8P+gVl
wp3TBV1MSWX6leXnBqEBwaGLWEtSA5yLaT7Mxr7rWWL1nT25m5H7wvIOhgb50G/s7CJgRBS5LDEK
DPMyd4+z+nINnpiPIv3UEgc6FsX9UoWNdpYtBV3NmsKTQB8/lHtc6itFIDUsYJOQgvHaxV/gPFo1
7aiCKdtn3UKW+aW7R2E/Ruplab/reL84my45luVjuWxJ9Qzs8uKDwtbqociuNlLcdPgs0oGH4Oh4
L6Oznbi+0hgvy4tjPsfZVY4nPT7Md/nU8J6JA6GqkoqwolinBFnyhNJq8+ibl8kk4HkjRof38X0x
Hny5ZoWjXOqbiwhim5oJwfX2O4l8Y1Unb0zWTkEHsl6sO/pr2PDt4ZbkdLGY1DFl9srQN6LFRYNM
KuJW1pE9VedynggO3Ev3MdPVaTQ/KdjaFqYPLh3TaXphlQmE27HwVKsRumLSt8Ry3VKjWTOfMykD
VDP6a0Lf6CX7SHKpWNVcbl6veiTGD3XqizXfT7vsMNFjW/TfdPGBDtCxWu1L4zcZ3VVrvmUcACbl
bn2ZBQDQJZP7BHUYq185U+eVzkR9zg9ZT1EYfHxncL/x6xv9K1H7PU3a0r/iuGAWiDdLPgQzowZ1
dy7FPI14MkWxSVX/KGP6fBebUyYOu+hjclD1q5eoOReRQ4VcvaoBqRbnb+zLcEmeVPMVJWT8ovnM
OA9q4MpOC1P9ofed6+Lnp6GJN8rmqorLFbHw+DvMQN07E03Ui4ITT5ovbcHTXBcHS8bftgU9lf22
YwXxgKYf7QxXYRe68jASCwWPzZlLCy/gcsVfWSFkiSRt3cBGWfc0ju92sxXDQ1T/oLTgxI42XfVj
waZTdQO/+Vd7ayEJ9ogiyq0yVvB2n7hyMxo/La7wyK+alSDpWiL/aYA7dYw7K/Mu+NXetWza15Xc
oyu5g/rxXxdtPW9nIHbTvHQ1T1xkyfNsUm9Ud2sgv9NAgN/WXRz09n+N54Wqex2E9Wrm7deii1Wh
94Ft/bTlX+K4R4cS65jw2rJ4V13Kao78DcoPYnkZd6K9NhoXb/Ka+i+Jaaxlh+h3+TchAomeq/nP
bxWlh9++8SFp9JH8xMnOXvYVRpiZ9bAQn/FyFl2YLfpudMeTFM+q3YiUIYUA50xbGfC/rDp695NV
R9l+Odatre/mMYiZY1tvCuNBuvQ07R2XJABKIxyPkk0SPRkORZVu5Qiki8jP1G9Dd5T2sYMDF8lP
aTnBBFw8aHsTWrQBws2MFxenv2ZskYSudJYoYlPpsOKbx86CDCBI76sYkI18nSz6rOWwsorb5P2k
uv1vofraLqmSty+19YycdZXWE4jPL2e8HV067Wi4+zLbytwPPH42OHJnefSdPzngfJmuRUdb5pty
I0piOI3wKR00niLYARrJT7DNlvNbxQ0a0meokRSZG84Woo6z4k+fznr77KBirU7EksBZ8EDrF9Gg
8dp1915z79j0LD3OaSz/LNjkmP7xDqQqfRYSaonq56a9RuIlV04wzpehjeD2GcveDGReM2G3LqA6
2x4PQB+dXUqv6uqpHGkDe/K6RzVvR6JjKi8A9wUvPzgF/0Nz7foPk9XF9o99qu9rYIx8ZgLCilgW
r5HmPEwpaTlHTIOrfnks3GMp3jMqnJcZUbpYkFiqh4QeqZFqTpKHFgx6FrBqyS6dMNfp2d+IKrWR
u7g5ZyWrec1+y+1dVT8+DdgFTFhqbItxY5kJDssLAqewzbCPxM1Opq9jPeN76GCqv1P15WNbTpAY
aNZ7Zf5ru3GbWHNo6XvKnBFw8RwvnrxJTe5aCnZEPYUGrWdDR+6INm4WFYeCulDbrliv1D8bXd+s
52SUyxO2rwM4A42eS/lKG3iwcFKjuM4PkQ+qr3kXLIXBklenop4hx/FBAvTQ057OlC5SRkr4PZ+H
27Ht5KgB7e5qkWAsDQ2/XEsxKNmYrR3ksf7ndeiPzGlNZdmHH+MuAoWtfEmFWLVFRXFwh3k3kLCk
30VM9mpEPI+7BGWNjXx6+TYik4rMKKCmjd3L31r9sE6Ne8n3SNOnvWtnXnZ3Vnuvjt/lVL/btrbz
l3HtCf1U1/nGa5YAHGwl5uIKkrm2xukAuv/hMCAKfzwoK7vZ+RQqNW/SJmlXplsTjS6oQtD3g6ed
yjw+Jpa2oS00ohlu/O00sZHl9BjPOqw95JQyg8Xp9z1vTeoTUlRaH8hcmCUooec27lZprgXkXT/Z
LnKvROwrq/2cck+szZrMTb/wDwYXLkrwQJfWqtWs9ULTXEBvF/6/v7m8Df2TsEdG5KVamf59jSve
oYKuKs03xoSXwJ0PCxkwSN+uhQ8nZPlbanJhJWm1N/pzVULlVTDysttNUXQ105EgYToL5NJf5FIe
KVAOcxi8SDdDBazsJenR44BexUt0RT54nkinrmLnzWyG1cilOeQmVkBEOGZ8tOIilHP2YhAsP5nL
S7/0a5//R0cKKec48KdsbXNwtJHOi7SgxtGoEfXDnERwzTFOfV3urJ73FP0kwVtB57lraMqPVvN2
ea3OnTEFNQbMXv+8M5hGHc73hg/d2IluegSHfFOjPNh5FFoL9UtGnK8I/WXtuS+0qma26wHkicLy
5hoFr/2gyx8ZOVvf1HYp90miO2sHerlkURTQBWjdSRbjCha8vcRCHRPaYssck9wgjKulj2vhjlji
KGGy+xApWZAk3a7thzCNh63UpyBVDVSWQTvfvHfNOhT4A638/v7ws3MxI2/+9e2ITkv30BtLSNb5
RdRMbKOpnkbQo8FtNrEGGKcD+UzOFBbA72BSv/rsP6bEcAfOmPBLieK3q/m+vXKNGAmUyWf+QWFm
MUIud9n3YEfzmkYelDQIPdSQ7XNVhH5X7HW9wv6Zbdup+oBBLsJoSSg8pX246yBh7gJDs6IBccL4
4KqJbqdoA0VsryW5lUkW00BYF9Ds3AaCvdQU6TH31J5euW00TnNoEz/Vg0IUU3OsY85yb3mxkbmO
AwNxS5ti6HEEtOPCk+gDA+p6d0RMtM9nCjnx+kV+wkLS3XfsPTIhyVrXXcgVeXI7fvFqeigTWJkM
g0LZxW8tDy/VlcQ5y1tluRRd2GVD+Wf2ZA2v+ciW1+OaNwTWQT5Ojoy2eXKG/CObBcK/OUADuZvK
mApPJivZMNbhGEXtWKEwK8MJOikyilMHD9YMHMlMPzweGfdHK5sHKnJXfcJLYVSBh+QBtSq2bhTg
C6d8lJq00wxYThgwWHCcLjlU0bDK0ARVNTw2tgfBoFazFnc1FxHlAKiuQeWbddJ5OxNklQKudTZO
63xwV2ZubWnuDE2nujBmHrABs2kxFA9aEBMG75m42zuBmQgrpotLMq0Awuy04YjjKJ4zGpoLHFtD
e/CzcVXfd7bEiIEQ+53N1NvJ8s/pseKV1vJuKIi2cT6PbIYLeGzjInH2qETSE+h5+tYqTkyBuaiS
OZCeiQ2Q9r+z6XuIatv1FNXHnoWwr4vA0NSGk2F/F57PfReaCPF8Vbw2MjvIKdMDxLEPS0Kq6GCX
j7WDJhHFBJsh1rbMrt577GrsazAsFgLYzNDP7QhK7vGDFoiluEsgZhnJHN6+ZItva60yON+FbxFE
FANTGEVTQJ7+xorclRQeyoEiyAuBx6wJY4UO3AWLzxuazxWGVb7PGT1TqjK16lE8Bp2Gfn2J1g2Z
88WiykBoDrhGVoYC63LT6Vy7WIsSL0SeFcTTfV9vA6uqTrqHDdngZKn7CmWSSYe7+LFwmgRzbgeJ
Ddmve8ikuUr13MB4iJ2/739rBvGGn1dbFF9oc5xEt44WfW2B6zWGdTbA/NuZDyMee3MVdyZV2Muz
lVk7pNxbunCfaGi7wQefGz6ccRJbqa0nvwYMzdSO6ux9PIgtdqoQo9kaSu6mD4yqMJAe1kFibG/k
R340CkGoB+dn6AsLB64MkcAZ+6HXM5QzwyVSe/Qt1jdV7Qcm9lWazVPoTPTwdByTHV5o09360z+b
22ts+NVwT/YIcldRPZbhIPA68F8NAhjSgVHYjheE7vb3POt71PVfPHscsJiLbaTGgzu8F46zsYrs
QQHQDVMCHVzhAIuPadduMfrD7QyBmPIH2673hsQvV49bU2SPmMMBQuFloez3ujD3hu3/tSLVERbh
xUmqp5p2nju5buk+mAwvxeQPewlRXkb2tSafBn89P2VfbqWFtNDiQHLc91kDgR96lyxH7UOhGwwi
ohExMU3wQfyFlQmj5L/lTXRaJP41NcQY8uNnv5rOQyGxFqL0dxr6iuTMR2SN9RZsGT4jxUeoXcg3
h1vgcrBxLqKyvjMpGkEDWCAnVe8iMGAzy+mRGRHwOC6dEFi7EWwWkhF60A80s8IBRA1RDQ7i7Q5q
dZ0M0yayUKlFLKmmv+zuOs3Z7c+J6W+J/z66cpY7uLUfb7I2TpqdJlDG0jbXTSze9HjcyKizL0rV
wIceMRe1z07jhS5sciSoYh7plHFbL4zvq2M5s8tjWtVZJ0TXX9oiYgM3TlaT/tWW9+t7y7mjI6dp
2o1t98yF1UHRuZ2QIzqZycGhwvmufGHmDWcP9dkdBAJTEgAxhtmBmUzLynLitWmBvNcaN7YHkAtA
Gd8vQw2zTcq6anczQqOB5SNPGOUU2U2CLI2yjdfIGTaT6eP4KKothP1mLGBce9zm1dTVezshsJG4
hXZyGLpt4BXyFBYLMHwYt25RIaiU6MuzyiYVkRyaR23GvJ/hs7vUjaCP5/9+d0u/+bygTVF2QZR4
d35oNG+GVzfepljKYVumCX7PsfC+s977p3e6fyGFFPLBoKrkdbHgr0zn1PeZ273UKD7eyI0qtmrm
NlCORActUAZZ9ALtIpd64FVb519ZZhUPtUDyhWaIvqbtmHjDvjMNiAJ71th2nHc52u1x6pLvJe/l
FvNhiqO8EpjjurxkJIsePMPAABovCc+0lZiI7wDyTKIsdO+1aTrzHbe/dzXtucwDOXXm1gbTDjQv
SrZGBeKQj1F2GE3n0PhYtuwOt/ViKmNVpFq2m2p8RGkMjtQvNpY3zJk7KNhh3eYuaqUegd4k8BwP
mCWRDWFhwqvWg93/Ul6NpDajztfyXPNrQvYO+o8APm4GSL4sjg59ylJf5nLCrOqbcE64rB9RoSX7
rMNQAEaStqCxbfYsc9ndyt5BuQ9dPT2kPvix4VuEvJh4c24ZOR0e+Saxuqomdb9F6RBjMsvy1k1e
9MLP0ZwMx45oiO41B6XT/ATnv4njxgnd2SUDoqdCeqBZFlRqVOW3ZyzLRmZ8e3pBvgdWpC85aSpG
FdUD7oykEWCwDLPCQe3OSNVzfM7JzV2G+i9fBnbclE+OWHtT+KiuXZJIMBSb83OOSmKtpP5UTuqn
0bvsUDnGuXQKkjsSl3kwq3LaGe/37eDhQnZIX7n6aePiwBv8zdIp4x3e2X9Gjjy9kgND2V6dEwqB
0/PY9d24iSmcPuq+kC9Db8IB++WCCczFxIMg68azYl8rYgrWtW62PzriyG27TOOugjOl60OgJM+y
CF6HNEBGdGVpP6JHrO9r8tmKsRd5PrnfRo5xV6ZsGTgK/n8JKuIrOOTyrMXj3Or86436znWiU+6x
0Dtrtp5SrzW3jkJIwiTT5NoB0YoOVN0DXztxyZFlABGDDhaveG3vss+lcjZ+WqYn5DFmaJoQFg3m
Vaazapj2o1mi/hBSvozTiCnD90AEdb9+0WudYXXUOLFzXC36qshsjHQZHnk0jL2NMsQZtvWd9GmU
7/7z065Y371fRAeMLfbEnHoffus0LBpnAtaIma/TxAvojFTAtxxGFSnwT/wTHFYmRHitl/JiSjKX
V8ToQEmLGIMdMMO2H9NfytxSlM0KkKjKfXwKLTRYQpIX5EdzydOi5qcxrN6jT0lvwqKcuYB7giHm
BL2tBziaZXJ+0GiiT4HTDzJVtNB397gp+usylznD9ZtdU+ffVrQ8l/mEheU8puLqJZQq4NckvcOf
ZhR/KGx2cVdzsJvNU8ZURd90wsFa3i3TTuRUt3yyPK4nqh3ZT+1oL01oBbRjzos2STDOpaQLLeKT
ziMfW0gv5uvgllSs16OHXBfAIZxM7WP0WWgl0/B7Phs1rktz3KsXwgaSccOP3u3Tfmk5DEBjmQ9l
HZb0tEfAJPGP5cefTCvL2Ziq+r0AJrLnl7ggLZAZPSGDIyL+YF7gxvCjctyVUfTX6W3xqEsv+h1m
YcRw41G6dyPvIeJGfFLK7o62hryw1Kh7pzDB53S5nx7FYqwnJw36iMg2Blzbw45adP24J14Sgj+2
AUaYgTIn0BPlG/SXSSHXfVcQe4ATttlZeIkC6p4AXOd4hi/JWr3Dngvwmk0mmkdgrKBa4mTD1xrv
tbRNaPvmmrYygwdw0QznqEh/QP3E3nAquveye9/gHQkViXLn1kZFbDKtLV4ETztSZKYJCtrzQWOE
Fu3yri2w3rbSLJ4J53OeeFoGM12PJC6hiWWFofwsAtjX0LN3AF6N1X+qe4oJSXJ90HZ2tO1JigIK
ytqNnHuyRlovYgBRRskgjvxqSA1FJWLBoEfbMCM71j7a+nQyrpJIYMxF+MObr+cb1LG8Q7LESATl
verMlKtJRtBotJWGMtbZakpm5lhzvxZMD2Ghy5gZl7pQZjofzCrCDSKHogqadCbS6C4PjHzcuGju
2qBPuhgNg7jFmEbiIGmQTshuwCmSV1lNt3gUdeG4NOdGDb867VPjo2BGQ40QZddOWcW+72xoI4xK
Nrh6crEGVNPYFU31V3Kxkw5mmf8qz/0B1PLXjSpZtpj988CP4AH9eDyM7j9kvMgMypa4a10zNVS2
NG1xv5dvVeuYN+wN8p3QID1Qd8288szPYagza50WymAMHAgpiwlA20MhDHtvQXhj00F0be8CyMwE
snLZdNbugEm0iLmT8WXhWLZ7/9oWJmLG3jgW+dTffUgNMsu0BcIRGhabpnj3loIYH6/5Yo+VyJPi
vOHVZ04Zu6g3A6gCYpu8LMnPZBp0cLSNFyRdnz80i/iLZHqfdJ3pG53vTzOjg5pa98EX2nSOkgg/
r+GzN7l6Ow5rwu/smBgH0fNs4LICtALmnyZx5899Td9ZdWZ8RVPUHMh2oR9t9ssrFkrnVEpyHlbK
VwmMqDk5ryV62DWxACAJuaZrZzNBA+mpVL+HD7HFTKAZi1H4/rEWIvNvaezDXtvaxBsngPw1WBNB
hEs8+R/tgHSTTAuxcZz0IQbnbqURxOZ7NLBYALtEdQJZMPnmb144j6SHPba2BC5sxqultFPV5e1r
FDkZ6ocWiECOFvdeJuFE+vGnNHsdFtl+UUMCI+aWrzR2Jmc7ieWLw0bCVj8B3Vq41efIv81N/Yiz
6rnwsE/ZWCa50DlJV0vbvg0kLF/KjFnQFhrJRykhPLldq4/WQqH6jRvnecEhWD7oTfHaxneb2OxC
cFVKM2iDZUy6pyqVQSsXqAKP28IDq1iV4/BXVOWvbmcV8BRKIeFASrdkVvGuZLEcg8bSiGv4j7Qz
aW4cybL1XymrPew54A7A0dbvLTiAFElJ1CzFBqZQKDDPM379+9i1iVSFRVp356IszSqNEAmH4/q5
53xXsEyDnRkH/ZZx2wo7v6T0HjvS0wMV6rqujWLnxP03G8DJDu6Gd5y78DKe1MPOoBIYb02ElDhz
XloD9oKy1kpr38sS8348eKW5mZJcmnRdlckYyqT9aUg332bpAMRhwXydLe5HjDbnF2X8VlUFeZKZ
o1CVGcsqAeey7me3Rk5Y6H5o6BjbYo7yjyoX+TtItYuhO0Wn3KqGHlqdXixUVWP2N46q2Litmaak
7N3q3rQSk8O+iBgZIHTyiMrBQZTXGC6F1glpBERDvb/EcFI/iAxk1kRP5lWZFCN1e2DZqd93Nt8j
xDH+zJHEuWoq8ntDZ+IhXMzE8WE/9Bh/mFi3Cha1nM1w7D8ynu90a2jjZciMb0sxuTtgc4XP5DgQ
U+5gfw4y68t1YY2349AOz7bpYYN2WvxSF0pxnjK6iFNj+0hX91GQk9xkgeESSrI6v87o7lOJR+Qc
xDM8LW+6suZgwdujPwfNW4Lzj7sdcg7Ufg3E6UraCyngTM/5bTsjydWu1/If2RyogD7TaAmS6yht
75aGiB/FnEVlltbqLo8K2hT5LGifUjyt0gIiLAloPAMeNyYa8CPFbeciq9RPszPqO4M58/4QDfkx
cHprS2VTI38yJlHbTJ9cuSry/Drwms/0AnPDjULFOLjGuYdD9QOg1nTqlBqO0mqbq5D6fYMahHLp
de7eUYvaGLnoOJ6I/sRzVq4zxYKDpTXuHUxK14Pn1FexjvVV1jTI5SohwTp2JUoaM2sgHBW3zcj+
kg9obqiX8qIjEztqwJeg8BmYPS+7B2yo4RUCjrNO3d6+KQurfktF2x7qxkvv2ikJri05JC8CnAwp
XqNfj2k8+8Oc0oqCg3VwaXFQHfYqIoXSzAdliw8GyuDlkXolSiYF5olnXA1kzvcqtPqtjWC2TlxZ
7VFN8DBYgj1d86cFkbQOYxE7770A/ctknHFjwTvYCCN5Sv9l88IuSJSBAB+jZPvtFBvIbp4Z+OZg
fi599+rMJO9FIuZvGjXnKCci3DTnywPTHNOHReCvE9k0nbB1O92afAqt6DZ/XOwYYIyDbKkMLGWG
k3yvVEOZROW1ar1O/XQ7mweTWnodyWG+J8hlrSd6VyvSZuaK/j6ya36IvfnCHDKq9ZTGF9/6kPEG
WMZo25ICgA1EfdYF5IfasDJ9PXnmRgi6rX07V3vS1HgesLrkdrdlC4D/EVTusWE4zM/RIuXcTj1H
pS42Fj+mCP+RKjGeZ/jjmzKqOQPA+jn1k3nOhPqEcNaumqijaUWh61E5pA58tgsAZ3KhaE5VbTxU
bmpvUmciMxMbE216PPrOu9NX0TPVhvc6WrzIExHbzZ6E5PjS5CrZleRqyPuRKEYcqsuXxSUtVuCc
2LRwTP1+MJ2fsXOvynQfOPZ4V2dgJv08pGNYeSEvDGtuDrU0EvAAwiB6SckNhy17VWMttpwnsWsy
Tzd+Yfj1zCmESOQat2q1ovXUbBgWYB0do0BgibA8UXRz/kZEORRG8QaWL92MVvuYtcaL6TGqGGv1
cIJu1TzhhG5v6E5LQoghcpaZBkePTB/RwTr8QM+xqWNIqugqaD7qGZqI1bOwe06Sb2W5CNSsEdFl
aewT66vyk1p+ZnVjEyTo832UqwXxMyPXeQN/tXMPc0mMz/bMgh1Wt6feDU1EeCs+Nvi6DpBBxl0+
OCNWp6R4zDuCpW42T+smmZGhxGwNFL/kmoJ1ra0s8a3ASgiC5ikmD8SXIfObfKRzwCAafRO2yYhe
bcpjrYhBznkw7xcc8g+KRipG/DbzGSTONGRiCCcGXNDrTJxyY3mGyWxPD1oqvPhttlTGZnHd0UV2
Epjgm7mSK1c7YJ1SYWO/nfVLFyPQp5YM000hl2e5SPpKQKckKmoQ4gOdcSlVQZXuO9N8z0nzQWkh
bL1q63mhH5pUzeuSxj32eqvEUZBPkbW2qh6sDrMTztpsBrR4S91ECWJVIIA3TQPOmamnRQcNbNnm
UdvskjG8XMF7crus+26ZyHBtS0zAwoq2oY+Qr7teedt8SbMfixc0p7RKArhzQTY661bSHmxcx7xd
VKUJeDe2X3WJ3mac4w55FXU0BOlTtU5BuRAxXIxR1N5dLewe+E/HOEkDGW/EwzfHwFOnJVuewPWW
+6UczbMpDWft6aQ7k8Ev/Mpa8vXcmtOexkC6rhwVfM8GShDkSwqIRYodeVg8HS27fZzE4LoKbHQB
BMRdpkuTqDuCOzlybFxam0zDtqni2vF9TNrqNily+wOYANA3G4U/Bw658CfTAFym2thFrRutHWqI
TTPRX3UmM78miIyfQTLgbAUHsUI6ADOTMg/SL2YzJtAeBpvOdcInmdCk4/1hyGfRGPmV7VXtsbMv
K4q3xA4ljyZ5K3KfOWnmmefh0pRC7MwjhFKoaUwGHnIPnlD/zQ251e1SjBeVN9uaIo5eJncWh1z0
zWPeVzPOITvHdemknIEMWqeZEgamzqgCnAonmSF6sD0W+mRp0Xwzo7j+Mc759IBE3+9JmqTHOsyr
m2KYPoTjhDdUFTnrCoez19Q1qaml2HtONZ6XqnCOpIMB7dGZ3DidDW5GhgVxQhJzg2aHrxraIOVQ
S05CtOy8GCks7kJzk5UtaZ0acDBOv2XEnwxkGYDxqluKeTWDd/DDlofNRMnfmI2gzkzDywJmS5tn
RI2O0M3ymoa9emojCjdmq4NyGzoHSqT2/MxW+V6gZ62q3nt1sugyv6WJ4XM4AgGDecAbhoVVT9OU
8pKibKFHBA2GUP20U8AWf0a4y1ZZOQZ7kRMmtXOseQOsD3oDHHLMmHmUyklJpE9e7NMwk7t+BOoK
Iqm8vexgK5cQ5qrgzbtlig9NvKEEYNU332aBYTe2g5vAIdoezEWyacBPYWiJfsbUryvHnF7nAc9x
0wRyH43ZE1VTt9bCeMgkBdwqH1X9EjpiuvHqUJyWIv6hGIzNH6nD8KbUqfCnaWR9e9F45gSpfMZM
t691lSFeK4l3rjLpgEXxZ75o+sZx1z9XvEs2FlO0r8SsjKswUC3h5YjmkFBQ91w3PwD7w1sSLaFF
147YJCZXLb5znkVWkgYGlqmT1tZgfawjhwKuVqaz0yWn4lGaw3OYFMGNbvvmVMbFsOWUhNlvzOMH
+h2kyRtMwzGw42i1kJJaLU383cvj8jiUTXbErcGfDk4JHSDEPV32nXnK0gq9BYov1UcI+5DqQGUP
cMrkvl8K844GEbbvtsCkNhBcwMhzuQ+hmVCILJ3dosLW8ps9iuKGNQd+IYo+AWrgZ4tleesGEsdE
XFrLzzju5KaVKKooHxEHHoI2dmVYK62KFwpDbxPoXG4nMtm7oWY4e1g3tF/dEs3dKuo1d7cAsNFK
eI6WdVwExhsZYUnG1olDrCuJYOBaWk0AtXbW0t1naCpIJPnD1Ktz1ofVVgDt3gEHFe/uxWcOBMy7
PD2UkMpu8O3a4toZjO9mNjZ+3KqpBg5bNdskMYcDLJKREZPJO5nrYJ3nAoOvxewc5nYInwFT8zFa
FFrDAL8IIt3g170lOIKB1HX76B3STe6HuC5AoKXTqSxKDhqdh8/J4CiwiVRFXS8wWHiOle/ipXW3
4Zw1nY9bjZ41x4y1dAxOkha2Lt1MdDin7ugRmZ1Pei6AewXKiy5bf3qOaAV8ZzrCE8qVeZe0o+Uc
q7K08rs06+Cf01XF7E8zrt1boM4+zbaL7mJH63MQYTBuGB5+GwNgAWMTNAHvozRBPE/mssTNjpWX
NBLnr+jiN++TmgKTE051CIopujU1EcECZRmyCVwuq8o+RUTnFVGbjB/9blrnECaBE6jnOrjwqMCY
7IjKkvR3QnGsPA/5poKh6oSL2s5U6TvDIh7Umoi4eGqdjZLhe4bf8mpxzOYUtXa4SZoZiGXPBM6R
bXmdTp5zHApGoLtT8RJmrfRDj+BvbqH7GfCjfUuXwWNTLqQ6psLd2KByfWseLxZN7muuyrck1JiF
tcGCHnimpNn+4HhLs3Wx9NY0auy5edt+s4bO4+EWl7AC/nweEOBFYzsQ6qDusRUychZASZ0IhDCd
wMviaxt1nSI2dwE8hfRLHiU5+WHbLvH8StCjXXstwWfwi8MqcC64c3Om7IOZktEcpMoZs5QyshuT
gycnKMlF/1DUyFB9RvHqjgYdYuBRe8sd9GlUZAVWgAHp0dVly6pJQmui8d0IZz7msQVrdpiSx6DK
f7ADg0EvnEu7qEzu+zmYHuy8L9mWmDW31i7OcSeyXmcobCc1zSlFPh4gj8odSGUUPxV1Asl/weMR
uFPkRwJZXzmBwPuxyHKHR4EqX3ufoZu/dxw3t3lnxruF2QrHaqrTDfOwKfSYQMr6AIXHuy/GNIDy
KJ5C4BQrd8b6KyBuE71Zwo2cHFOvEroNm7BeYtRlQ3bIqnVuroXkJ+sW13og6WneyzzBECL5nCT+
hnjgcazOh002BpQEQIdwuZbBfiFqgBcYZ91UoeMZAZ2PZKDVKxhPt9CWY1ZGE33LDIf+AZrZ3jKm
5uAxkm+DDwN/dQH78cAAy473qtFN3BpqWriG6WkyoLxHQ2v7/EiRP9vep+FEGMTr0DtmsuHQzTMD
erxaOIPHBlKulzW89wOg4mFAchUiVNQdEl3mmyIuw53JIcyf5wERcwovXBCwE7SZkxqod9hulWzL
XaIT+2GUTvYwxyGABbdKLtwKubJbkpfhSM+np0RxLbf1o8Z6G1rXvp2B0fq9NIkgB4oXl1T+qK4C
6xOs6LARQ++A4HNC8yGcovbZ1ClOTYI+qOhth5DU8q1aA2uE6Prm0CgjeVSaItnqpINk0vfbpsB2
VsZZ9zZBmrwvuxDCJy/wdx2TYE0HjolgxqGXjrgGUtVawHhhLS4a+18xOHJHV4DKuAEuCelnoieY
THcwp82D4djde1Db9oUzxrDVwYQPYui0XZtZ9QOZQX4Ovcl+Tldu61gJ52cNymExUmwdZApIyChn
FXDk9M0+yt+dLJXbfpy616LnVAGUhCJ71B8mAMh1HwXSp4bA+aLtBrG+nfq7qHbjY9mjnZpY2CY5
XKIukjBVL8z0TdPo5/COh6Gba+NcRzq/zbRT31koWuiq6MLSVCR/nAV35jQ7mObTmKkNIPeJh4xu
4WvJOZAmXM/Ii9HdRMJabjybWoL4IIIPjRWsTswQGxNqNLBXvYXml0yfuM6LvTY61yddPO+gETb7
oWYIgcC19Z5Z47hgyFbtvmTH2KilZT9VU3qaCSljkTWDdZsAtA9q5tdnGYqmxPVxzcEZ1OxIMgdM
FbtfaX5S+1Cl2dnlPdw0h9agoljCstjCjhxNv9XWdB9oPLnw1qKzSe4cmD/stqteJprWoB3tjdLt
d0G9dAA53Pm9YZyET2qe/QI4INs/2VZ6Bt1zFs3wtFTu0BO4ZE6oD/YmDafHqcNSLkaxXAveoBAh
HLWDDQtEWPD+HU3LuGFi4eBz9rL2Y9NF34vKNK5kkKTrpZy+D7bpsKjz+GcBfA8f5NT6ZjJW/mim
yrdRu7Y2FjQ0JwkEU1Hh5kwQ8BVDPHCr2jO1uNmqXTajNyaxtZtAea9mSVx7CG3aP0nQbRfZuvhO
mbJRdoPz2lQjWt1ls50J+V0N0ggOekIJX8VT8y01lP6m5oaeYulU5RWw4GbjWDb3A5ZAGL7lPY5E
3HTFlmZEsHcTsjgBg1W2hSiTIyEhY59GYbKNw95gcw2LrZyxK9eW/tkpAyrUhQeG0gPCJ0rhmpgw
dbqlRjSEv8G/ojLQ82yN+1CUzGSeY30/AbGCvACbhEAK/oXeNq+ClE7e6Fj6jv4OrzvtvFFaWCcG
CBhHB74gVQqCxFqCYt6QHP6kT3exVTE/eR0LFwBTWzLuI017QJCpl1xlNq7uDJCa4x0vSB+S0kn2
6hYGPMYyqO6KgURO5C3m0Uir6sXuQc84BNG2PcvpVlIDHRKgAOvGwamSJUl47dKXOo0sfV5S3Ygf
gpRAkTLeayjhB0b2d7pE8kwK/QMTINrcMoW7YXS6TR1KZ+dx/jswtsI8amtufd6/1S5b2PySpvAI
gOYjZmYV+3Haem/05Bjkd2EpMwATg6nDpAtGSLbruEEzYQGuQZghmOR4LCsIIisaMcl31Fe4SIQD
rqkRWY9SkEYzaBhOZYkX04BiCUxbXUo59xFSAIkJ2EFr7YFBJOwSXVLqc7SLnDGnYGcUdOIYH7zk
YwVjjI1pTBblJ4EbnnC/4g9c0EkNmWC4NUvlWyJ/QfsKtzWi4noeLIOK04iPqHjRdjbQ2bu8Ej+X
yHtqiMI8OZnBIxVAqL5z+0lcEzZufKocZoIQgSNZL911ANsYsAU+P8+19aZZwuIU5ZO9Dy0sJyFk
hQbWh0sn9oY2pH4xQ/DSHEuGoyVYHUu5MAk8WUB7RaQICxHeQybZL7NLaMWp6doVU04NNmfoYOQa
LaPIdmlO1JrSgOxAa4htmwEJjlwxrktRiCvEXigVWVwdhcs+tPYuA3rkOLu3hsAp1CEJQQPjAU9L
d5dX1XLbLk5wb2atOMHpXtaxiT7gOXG592hl7LHfAjowKWf83IIcMMXFc1vQMGfDja4kLEUX4/9M
1VxBt1xNunM3IzNttrKo4xdVzEwOQTfEx4mWf9CGLV+wPdl+e6kqhmGodp2FAI0Upo4LufJ9ApPL
zye8tXE8wN8YMRRPKi+f09gt7g2bHC5n5hkfFwJ4mlWP3jxZPrsEPDg6MPsuFe5dFhmlj5/Dfcbo
Cdgj07SlsCjQ9yxN4qw0aqasB0UPlNln+DB66UTTdKMvLSJn8eQC0DXF0lyYNV6P1kN31h3vBgym
DFeohPGk0hx4RRY1T0Y+QcmiYXgDPpqfuKvyO7jvQDoUKMl2qdpNYI8VuHCBBJ822SnIquWxpAA7
2VF8noFXbJKi/2RT4YzsMWWQ2P+8C5iEAmCEKtfG/bNyKBSZsIHSDIcNUWIkpJcNVxW0wFOQI9s0
NaIkPyZG5EmauIs7sQPA/RppXguroo+AHuMLC7KhEhvXTn8C/yxZrvAKCI/WGJYw9YLpMO+mcHwn
bPKtBXdxNS7R/Nyhl29ozg7+HAKxi4vOoyKInGvaa+WuDQaOJqSnISwwXydkatJ/GbVITcNm8xAt
1kBmvFWa0mHMK6dcy9ap4Q3zCmqmXH+kYCBPtY5pJA7Us0Is0TWHuprTCV64+0qn+U4PntoEM/rQ
aML+qAaZPOD+G9cj2xrFMrafodQTiE50zLaIcYiXgXuarIr8bHpa6rtWgD8B+y/e7Kq3v8fWBaXl
EhVy4K+skylur81gdNdOn85+sQSOr4XXvCRji5bgcjSGQA493o6mEwZ084OHnwxqKyYahsX0BmJd
XQNx5D3KaYzkDr3orPDyE3bSnKKqpPBg7ssHOzDFFkgSQhvC20Xg0o9pBmXDmiQYpSYEJBWgpCRp
EPtmHQ+rsL5ALwFzlqyktLzqJFLWUPXPMW6vF0G9hi2X7Kk7oFatvIDhRUnVR080hgMq8iy9H5lC
cucFuHDJq3evuL4tH/Ia5xFH4bvhf5Ln0ZVqb2OPuKp7xMp1ilKDMz7LsMfGgPVPdVrU6CV1fsVO
tTxZsjIOFk38XVb3bC8UKiYzcagjFSfDxCWHF4h3mDUvrQjvekjvoP8RlzLvqRqfShdRz0TBua0n
Vx8ZR0rR2y0cTRmNwVIpy4/EnLJtGqbldeK4l0B5V+A9XkpxZeU9QxcQanfSSuNH65IQE64ZnRDL
0s9c0pEWuMhuRIn3lAbutPW6KTtOw1yelylXvsF4NB9QC4MMnPQ5NmRdrtt9UjIIBmSch0arkdaZ
orKxQyjK+1xvJf5HdRXl18RZAZT0Ac2RqrOIfCSIEBryzwWV0j3HwwW3ocGcNmOOtQTrJy0AnH2T
jBcY/E25ZSeJtx1jJbgEUzFYC2IzG33lF41ssN6XwfIRlJliCVzcHUVcH8I2THC+GnDbxaVRlGh1
Zy+L3M4Qmjae6rydltwupwFQIAIYX/B+ntGWxTtTkOy9k5T3om5rH633XwY6stuQmVfm5DEUKZ3e
9Kira2JP0QdvtukaXwiuHcCgORolCaueOQKwnvr8jCA8vwwlewFdWKanZ+5TXU/NqnH5kMEMPuRi
WjUTcjjawZ7GSaDml5kj+MqWU3xn0I/ZLdKCapB1rBYetGPS8zOAhmdCC7mUnsdDwTO8jGRBgqqO
Ifb6VexQXjEZZtu3wbYgSjtaAPDqDuCvh4657twz3OL6qVRgeVZRGIVHb0rVATdftXHmmc6nkPN1
nQC1D7C+35gFGhkD/7Jd2HssmMH1sATRf6cdyICO2WtONYrzmWZGvAbl/p0YS7iFGx2enag299MA
SC6hgYivyMoPSKvEcXOr3A0SzFzQN+HtVDsf0OmLg1kOZH3lqMHuXzrqnNhuGEfFtoy9nP2Cg7o5
lcG94+CYDN0KYGoB1zGlk4kE0tA14rhznlziBrGJ7CBHYERdUumbZmh5fXrqUp4RA0kmkaIYctdm
QZ4pTedkz2I3tsyUjPexxlrFqc264J6Lfc/juGoLNqux8+JNFBNMsbuqvbdnHfjsKNBgQmY1YWY0
SOYAzOS8GvMm1dX38FI4F3U9fGpr6D9ypw/9jPFgUOagskRGMOwQLosHMcwhI2RUR2ML7myS4NNx
pZiRqmEQBjhNjp1LBDswSbqZFqwBxUTi2Gq6Y+sSHbA9NT8zNMtCWAzUAU8OUXHHfNPgJZIEpQny
YWfDcesieN2Rt7OFKG9AecVktDB0MAtv3DD0q6c3WKGiZViLDcLVZkDeTGcVYxaKYIL/BM2n8zLB
HEVTHSoM+r4jB++qzpdqZ5g4afrFaPY8eBTTLSJ7l7jxJrRyfczwx26o6tiNuv61wla4b3HP3Nd6
YXZrz3BFoAqJjw49XoH75HF1W8r1WeinwBT3bmaPm6Sc1Wlx7VdrsKHJZ7xVu4LmBI5Lfd+Trzul
XY61u2N91DZm7czooz1dlQSGAyOBZk+Rjq3xYtFj5SFBLaXmMiT4WvpN10zHijZjKgnjwNvmSENA
u53bmf2+LY+mR3BA9sRHYWr20CCKYg9bS2AE75N9Ydv1O/UqVQ5uVLgwadazBSrRXcHaYuHCCTLw
LXF0zb8r1Qi4gVG9txMjvmZdySsGui0ApRaXXGHUMsuvLH5QAhGYdbvqjeFJBIkHo3dXJgdTLIsW
yZMGCwhyHodzV5rslfiNprQhnpSSozGwo99LHi62QFNtnIUQy6AaUldx0L40TdPeiZYZkGGt0104
T+YG6Jq9waH7TvOfdiDIzVPJe2frdCHQ9aoFxkBge42vx91nCVwB2Xts9rP1rZ/c+tTSvSdzROun
NTEyZxi8VwMTjjajOb4zX03sCN9rX+eq/2S6kXMwvYSukSc+gPXlfgN19d4bvffI1TjbGoQDGmc/
MPiaW7o2nE/jrEVCgvWmqxE7iOoZuTU4SH6i3NmKCs0kFg63xg58dyYgqJj0tVFMB9+5HtO7yskq
eeIrme97Q4Zny+7ye8VxEQ95NyHYo0wfWFQfdUd/ospLzg064kUUDGI7WgJLaWuKlesaxWYi07tS
cwGokPJtPS1kNLEFlts+5M0H25rZHBeoUOzF0w7pzsJNhw6DiDN3jNaChujZLnoeIy823ApO4JGY
tzorflqMW9zAesq+d3M13tlub7zXI/pQbsmOQKK6ryksb2iswaISwfSNau8Nq5mD1kpChtGo06bp
0YvGAbdCkpQ/+HI80mhCK3S5DEw1XShdRe1hypRatU3d3EVsO/uogpbJNBo6E/RTrYJEOy4cZqzQ
wLBIx6V2cmMvMUeInDwtTfRq7U7MUVlZwRxc4QZgLFTvztiKeaeJBRJNz9QPzFI4mlq3WQ6eN8A6
jnT60gUI1tqi2dCmvBpsMTLGFZLiOosTrM6ov4DymxZrzvjGbEoU5TRzYY0IMP6ESqap3NOeMdZp
ShpyMCWD07NCky4hVyFGphEtBUFKj9FQm27oJNPBW8LqzcxwBHqMR6Iot0ma6iecQMm6Lmp3h72F
ZgCQD/JcfcTQyPnSvKGFFpc9RQCWe5I0Auuxa7Qnu3Nqug64begTKE4a/VyFWz24P0OvH0J6pNN0
Oe8bgK2IURGtsTflONNBrANMy7BxodAlztwfHCzrIaVgEqaY+Ou0YQqto6ksaZCaL3iPXuoTAyd7
2v5m+doCCZ85aNkDzVYbKqNxkfxir03fxh6XluUYUM9BGuJeC+1DW4VIKlg2fjjj1P8MHTiGCuCv
kVWfGmV2hxGn2jE5br78dflP4gZqM0ja+ZHFcw49ArbgBWUq2IrXsQblnUfAgMRjDUtzVTb0KHWm
xk3tiHTX4M69UpRXzFWkflu1vHgJw7npvmEkFJRTkGexJszSexaU4NRpTrSxlmeHCQkP/LeMMOgi
Y5v3sbFVfTST78ONhDFR/DB6DJkocvWP1JEx54XU4pBa89PICxRBDbSlHal54xfSProOJr6WYMsV
x9KBpEHSXqU9Gg9Meb21aNoBEpEu1JDEPlhmGjNIdPJlTT65oj8KuH4YDOuZJjZ5SWXpXe+4zkEF
lJW8Kwg7mTLcVvncXIMRt7fNktdQIxgU4DYxWTc2vHyS4IJsPiRoqCar8gIFQaHGgxbHa9X08Gwc
G0dnCLpIm0O8wz9DF4H8OynMZnxMxqB7s4B2wVhFWrqrJQ4zpiDb66UKQC9Lll8TA3hhOOWzphXu
u8GtR6SBAu8ym0QsmF1rAw+NzQH0hDoIiZjIGP7PS6+06NW3kELhtS5Kvs+QidMYFfY5ylFjDZz3
96KqSK5NnkfsHnMrjsgGQd6mq0vnmzwW1m/XNs2jMxKjhFb+tvQXz6QFnVbERMw5RfbbrovfFO/E
VTagVKCrI8MSbwEKOiroNBjWYnjgO+h2WCQEgLYLpdUwKEAS4dFsNckiUch51zazSDDETM0zR2Bz
N5AXJyHNtJRDbZo8KslASWwm097i7YUn1phuXKRtsZ9q3MhMI0vd6q6ciPYGWKrYjBDILKvRK51l
PG+V5rblRGxiz4aEbxf5C87yZ7dz2G+GnBnIMfOHHS9tPkH3Ynfi6NvClHXSzZLPYMaYXrzyatKy
c8RWbkywyzr+0HVSG/b9gisKU17cvDAjxtrpKhsf0sh2eKWw7FqLLirds4VGMngZHVvqaFn42nlx
m1hVZE87FRlLKUAJcVuUu6WT+qNMOuZyanoDYYBd6p//+D//7z8/pv8IP8vzv8aB/6PgEIJFoGv/
7z9/O75daq0IoSqXf/75j+qXCfFY35i1HEMvhpgGtNB5+e9+vC0t6Vm2pPNjW8L868f3KlQct+fy
jmj0Y7hU69Kcv/35Ev8+UJ1L2B6FurQcW4kvQ9sR2Vw600N5Zy6nWT+Tm3NScsvEIf98ncsv8ddx
6nwJ0/UsfiopmIT9168SM7/CnnOvuKuSW0QLVYUbm325j99qYod/vpZ5GWr/y8Wk51nCUpDEPS4q
GMLz14vVdp5gOi3RwryHjLGWIif/Wjw51UHIH617zTDEsT78+aJffsh/u6b112uGDDXQDFeMzx55
5VqfrNpetd217d38+Tpflty/XUf+9TozDrHoIoaCPN+O+rmefvz58/Xf/HaX6/+ypFViu4Tg+B7o
09ue+KOsoVcNHtgMg+Qnw5Oxlv/NDbP/5pqX//+Xa4azR8bd7eKz7eA/8hk5jr7x56/1t2vicv9+
uQbhwV7EOb8bMsctHp0NvPm7VsYHF0EVE/C5EmJn8weY4Cf+fO3LM/Rvy5FzomfbAs+l/WXtF3VZ
Cjo18dkoQLAWp9D1dXFOo4cggRAbfC/n058v+Nvf01WmQuFWriW/rJExd6yITGJ81qHpl7n3fsEP
m2Xw+efLXJbCv30vl06EBMkAa/vLkp8SZrPpIovPDLGgiH/H8fy/u8CX71EhcyxOmMbnDpzlNDrY
GcLvf77Eb5f7L9/hy3LXBnJsjl3tbNONlPG9XvQuHOpV2d2ZyfPF2PTn6/12m/jlel+WOlH7JQRo
EZ9r664IHiOsBaPn9xzN/3yd394bT7mONOkJKvVlC4wCJulU0xCfgQWT/ofy+OfP/+0S++Xzv9x7
Q3SwLAWf32vQePdnRkD+D76BFKYjqY5IMuov36CNcpYdzsszxloG9Gwq0f7Nc/m77/DrFb58hx6N
NEpBApzpinDcoQaX1a4Y7v/8S3158/3Xhi0FT74pNK9y9WXjWWBNJwgO8Rnj38pq+u08vjF0CcWD
ofHt1Z8v9rvb/uvFvmw1pcPId6vlYk6uCRHeGrrf/g+uQK2oeIs7UPm/3JaurrAWayc+DxdzEGER
DBj/uyt8uS0VOi4SlB2fH73lKXGf//zpv3sAEUxtW2uXVKH+UvCQK6+isFvic7sqjT02TBdw3vA3
t+F3u4qEIUdJJT1tuV82rkUxLnZittE5zj+rnM2Rw0xVXk4HjxGMSpmc//ylfrvGNCIP2GZ4d1+f
dmy5Y+yOXG9mYQX1twoSY6JfS1PtZuftz9f67RLTVIpaadcW5pcFUPajtCccjOfafO2O/fzjzx//
2/vjKSUgXXh8+pefrg6kkZEdjc7OaG/xhm0WBeiffG49/s2VfneTFHuLdv4/aee1I7e1desnIsAc
bit2t1rVgWoF3xCWJTHnzKf/P8o4W1WreIqQbPhibzTMWSvPMOYYqmXTuCZaGtWKVhw8AnKk27qH
V0F6n4Gwq+DfkeliAENye2hLM6frLJEs66oFr8KlC9KOdleWXhY+5yiXQku5vf15dXFABkfSckxd
1azZLT5zcWiT8TwkrikxjHQsjZRc9ok/KRuu2G6PLsZEQtOHWU6OPinalP/VZYR45ACh2Zp6YN5+
N5O2N8qxpyllL+W2Q8G6phhNn+1TCAIffBJ0qp6jfNPhJ93FPgIJEn2+4Nic4WDamgxtdmt/6Qpv
Wtnhi3NnOCaoWC4fRRbezSJqWsOkiP4sBcGdKmdEmT1UWrdncOlB0M+MCFd1PiRSOSVMIDdDCQbB
pupOFui2kbWRCFf0SO6DBgeMUK2xAc4f/+DzhD5AOgl/iEwvN4EGPeKAWmD83KZm/SCXAGiGCa6j
21aWTikxKT6mheqvKb4CIKx0f8j8+LmU0ZVLoNEis0R2E54v/U8WxbYUomsZDn9dODWWXfu9ERjR
M63qI2S2SX4MS0i4ZCh1726PyllaG0uzZVkjUiVpJlwJWmJREJD05BmKI6TnJ05AOljak0FBfgv3
TU8iREP3Hf0NGBYmr6bMVtufmeov1MEzin46yg8pBB3W3L/fw2tJFzOtWAGV/xOvEZyX5OWhm6/6
z0mYx9BOzY2XGr27UwAfo468OR1IeXD0Rhlst95X+lMJApS6V0ABEsorWoJ08t8hLZrUXd7D2Aa0
PrCt55SXH0xB/tnSzOG1krPpaGjtZ0+3/x7lMX6F2jDYRyr0paNtxiTr9V1qWARAY/xVHkv/2ExR
d6fopEqykYYSUx3cjoagu05raZWy6OKB5ITW8ATuJnqM7/rcgiOwp6XGmkutTYfsnDP+Fega2Sg/
mw5B/DEdPtjTS/5skHwC1YdWNbJk7TZHtxZxl6jfkdI14Yqo0XoBR5UDcfVQuussBSkIJ013ZV3T
sESGcZfoqH3liGJva7WxH+wGFHtZqNDGQIz8J1eBQ+oAZ0pDAEbM7MCTDE6zIyycotlrS7eT/inv
Vi61pWf73Mh8oZ9d2HmbAC/1g+jZh4PONJWPKnq0JMp2We8fWPGVk6Qs3W8ODzfJEVs3NEWwh5a1
ZtJ0Fz3Tn91RK/b6Zwdo031uOh4aBBSTlGAc9pakOu+UVg7cGogwiiTy0L+nam2S+o2Sh4Ew+tj4
ibaSQVn8dYppEq1oKuRTwkE3NVqbRrRBngcAyzBI7gA6Hv34beWMM6di0OqoGn44Z9wGd3E550nm
FVDt4PTTs4vQeFr0H3Cf/oH/IN9U4JKe/LTtjgpvzaOJVvfKG72w4gouh2PKzhydO8IFAw/MjLEF
BVAb6DmrnYnCSAQJunFXRuYnCCP2t0erzJN2OVxH5j5zdGpHqJqIKURPc8IJ3fThFPpUAuLhnRl8
kiwkS+sTjekSohp18Ll0qo1V/uh1KKHlh6L6x9ZcHmHYIBHVi0N6VYaVrXjtqnC5mkjHKc7seqnC
K2VpaGn5vjeeMuVTR8rdLD+PIX3k1vepplzuvN6ehutpZ7pBovBg4fpzxV0uOhniWIJDeDwV4Wuf
fi3TL4nD2gMFlpW/b5tamPBzU4bghOmyXeXmOI2nOPWQqTk40Z5S/sa23lr/uaTsWB5uG7x+s5w5
SJ7DGXKrqjqP/ewSURJJhfsnmE4pCmQgkldO5eLneTGA+5BMvQpl6OHTRpLQ06kCmZsrPzTPvf37
fwYMwhZVTFs2SK7h77NXLweQ5EZJAkAaT+3wpKOfYan30vipsk9xc6j151QHKv8yGs3KFlwc2C+z
PxOGZ/NWTHpuFHE0naA1N51X6DdXDFz7SHRmO1QGoP9VNENMeXehkQRFlEZPMXTYcOSFdITr2izR
c3sCFwZiUnxQCMYIOXFfLuevjEsJzKcePLXOp2iihjR4u9+3YMgk1FXbJLYQvb2xdABZUtl9UsDs
SAaKHmtO3sJ9YM55HgodChegImxiZ3IQSJXDEN5hOkIQREph9KgkaYOztgPFtFWHlRzpkkVbxqUk
c8nGM4V3IB15JMK6CJ6sxLYoJFnW42TI017JSucUFKYN2p4eHXdqEMT+3elUWamfj5Blk6IVNnyR
2LHeNGbyrIyfqMx7Ky/c9cguPq8JN1CiAE4BZZE8j+FDOTx4sAkah442vPCfLFy5HeZZujy7qmzr
lmPoJLd1orPLvQfiV24TmO2eE9N79i0f6SEQdYnx20cJM6Q2cF5+umTC9mijHCCx0yTPmoGQVvY1
Q/YpyA2kLO9uL83PjXY1oDNL8+Se3Qom0ErQ1S2WTP8JWXSE7SX13uurrTFSkFZR0IV+zanRL0BB
tHfAl6jaJ5MuLA0ekCZJdxLKcH2/FnAtTrSh8+I6Mq1NqrBdAzQhvd7rk+cK1TT9L6f9bhTfb4/9
+pGcJ/mXifk+Oxt6piljWUQw3afj33DG+86TiuJC/OrTlHDb0tpghElOfB3yhZLBGHBnOOl9M7yB
iV9xta6v33k4TNgcoDqW6GrRJZoDWquTZzi1Hryh21qkqEPrPreqFUvXT/6lpfmCPps4FGdAjuRY
6ltdpil1qmhmmjTAzFEIUS7BA23dc8sJoYs8Aia+PZt0BmPgctNevjTCfCKf1hI8RtGTB30enXEx
xfxe/oroEsAd+oQ3MWCGz5VtRUgDFvp9rENQ2WpS8FfmTdVXywKqB5DdQ0+SBsfGjKLnhmf/kMpo
yPcG8keyQtk9jM19THPbm+/53+LWMpAsmAzvn8mRQeQb9H7ZQLc/a6H1IWpzdVvAwnEEwN59SJUh
GvZ+RENflavqj7D3u/rOJK56l01S+SZ1UOcVrekc7N6zH8O0GF7LlPY1CTmWl8CWPgYWNB6wNkKn
meQyHWMDmSg/i4NT75vVUR5QYd9UNX3lFm0o9rYL7e6+q2E2BuQiEbXDjDOz2PubzuQR1rrYBOoi
6ffAkrRDUXvtuzQYivtIMcAZQSz/oIMNvddz1iyamuAo4TBsYHkw97UMQV+X0DTgN6r3rBAeUcNJ
03tVHwkfGpiteVroT2gN2f6M+LD3BINLD9SoN7qvvd0nD/J0sKv2BwxTf+uIxPV0zE4Rer5hnr4G
UOK8q+XuJZAa/Qh4p72H8WXYBzmitk0QyoTEkFp3BXgSq/KMJ69DHaml8vjFUENUpODbh9cj6lxI
9KV3k1NO27ml7q/SnGtBYZM+GRUa3rE5RgfSajVRd2Ikf1WtYr/k7OVTbITfJgNsYD2RpLRN2rTS
oqyheg6swxTSjY3UXf9AianfGZBL3vXg+8kG0Pao0h8JME5FKQYlsXvob0y+gnpqNahf29yG18mb
W1QNOIe4REHEZDuEXN8Ad9MgMMSvMkydb1Ne2a+xmkP3Nc5qrpS33mWw8Dx10J4fIZFK545VOL4U
v/hUpi3MZnZibRMT7Q8LBaX34I5CeD/osFVk0jUQ4xXbVp7ibUKZeaMYifWQGJn2tzxq0g+l4c5z
onQCT6bq9xV8v/uO7qdj2MpMdp9Km8juo30LtnKPCkRzsCQERFSjbmHGzumm1drqaPlJDt6VtIY0
QuZW0sQCvXukHk0dCrwwtY3D7WN/fb9dHnrh6QVlVVjQh0VPiko3mvO5ROrOH3ae889tO9bS7UKe
3HYUg/DJ0oWnh3ylP8TZED4NWmD+XRoWeMVwMOoHTzNbzgCZv1b3ENSUm+mOQAJgUK+ioWCW1YOl
xOhYpkij1t1fpG3BgzvS+6GKYHhpvxQ6OhClRRNiGAKlnJoJYJXcf7VrdgxcvYe6gWuy1lV1W8o9
qt94NUe7IUUR9ci80T1Q78oqyd83XqO9UpQqoUCYoBoGcwrFK8JDYStJtAwmNAzUFXodpJgkPaJj
u+162OFaE8R90X6d6TzRp3D+AWtVc/xBOFhT6CBs7Gnvx5I8XwXJjmq09as8Tv3eduwSwr7Y7NxS
i5GOx3feV3HzI601551eGRrugNweOzNFPhnSOPqUEjbEYMAR2BYyXoOndRurDpsfUJfScBh1/ZEm
b2ge4iTal0kdPgFhROuwDsqXPhvXigXXTzA1AkumiKdAxiWLtfu4NaZGQcQOzSJgRWkNRULxOmnD
b+eJZzO/YhPBcVNaAzH62MDLVpQtk7GpzbdypJDQv67s0oUncE5pqcCYuH9NIaEAQL4GuE4AkWgW
0rBAi2El+Ag7IxTOdGQE3stte0tR68UECgbjoUyzTLYg8kB1/dEEGPlY4rzuewNCQVihowefvEy3
4SF0nrS5LbedAgil6RCPVtyppQDQnn1+ME+ATMRAUwnzRDI6hZ8y0YImw+QmZQit3h7wtXdI4Kfj
HZIDoFwmpsYBpBdxPk7BE2x2WveMVOQUQQcCxO+3o6NLQ4I35YWRNPFGYKh78nQUsNKVDM3i0uEZ
GgSyROb8j0t/LQuUEYZVKXgqtekUjMFb0vbdXRD1P6awf/ECOLYC9f1MdVQH/feiHN5uT6U+R2CC
v0bYx0zqhLoKReLLH2ABV0V+OfRO1pTPHB5IpR+hjrffDJXeQz0i01KHtnN0qnaAnNioH6s0qfd9
0dfPkAhFX7wgUN5bmuHtE5rVtpNZ+G+5YiGfS0saHWo+Ag2e7NzBSTMdeAZ/KIqJvKmT1Kh2+Oj8
+ZmSHGKj7F4hvjNfgoLWCKVORtCtauWqJnhOMwQfTy2EzP7k0NA1siov3thZL4Wd+j+8ykYqG7zz
yrMmXEwk6dhbcHKwla0ZVyk8a0NX+Xqrte2pVdSPSSF/AD7xXau9FTPCmRHNiEEy1MIT6I++PfWp
9UMeq08zAPr2MgsP9L8mVJkQRKbJRHeEuy9W4CCOjLI9+dNfIFFRYHJ23UhzlKSvHJlFS86cVIZ4
SXfEy8+v7VpS7KI9xdr4zqI7Y9sZJXwws4zxUK8kTsQQ+ee4yNKbJOVkx6LUeLl7PagtS1r66lOR
9/kBSz1asLRGwI1vvXN65NpaE3mI+Ik6GKB6O/MfItMocI+r2B3TCldWRVS8KGAnhKpcR6u3a+5v
z/3S8s6JHUdzLOgQxHIxjAhTL5VyferQVA1i01UV6+ttE2I15ec8IARHkQi4AhgC4aKqq0YLElWr
T/rUTXuHzsO9p5Cm9BoJ7meTLhsfP3nra0XyocuSlN5Ka9oR6tBgF8CYUIKo38Bi3zykrbwW/S5d
co7OwAHcaupca7hcJcQWkNfwJu0E9fkI6aKmvqU0LLxakBreOyWAMFgXAqi4kFX0I56LoAydgzop
/o/b8yQsBfgnhzo0wCPSN7TqiJU0xR613m9H7VQkyUOY5g9rOZslA45mqbJMo59DcuRypGqZoV0x
+tYJtUjjKUt+G3DLAM4+L2z3tJfo5IYY8tR0D0lyRyH49vwIF97P+Tn//ny4z7IHeacnCqBA60S2
Jeu+Sc6PutzfNrFUBXIg4STPqYPZYhkubYDU05URmdpTYSXwPZmhZCFkE7aQxYVmD17e8jVQ5lSQ
xmMZNjm8vfCU0XRZ0vXkv9r0znBpa4e4s/KXSFLkfUdN8G+7Mq1w2yIy81lXYI25/auFdZ3Pl83F
qQEvVcD/qcLEdA5ZFcuvypP3Qkemnby//fmFS5PyEwlYExf1+oAgAN+rE1ogJ7po+vJd1/1d01Lc
r0y9sLrzINiSPPEWyhsmxDaXMw8co5BHHu9TmtBmJNVbqI6PNHutmJkzPGcexU8zwAdm/5f0uSHG
aIS1NNMniKTSsv8dapMvXuN8a1r7MUUNfDNyZSPMMKxtXWEKedd4Aqg7kZdVFTpWhBeOkKGutDHO
X+TiMSwJYo6S/1CYK1VyYQqvrAjZLWItxbZ7rJTpgx+AB7tv9RWXcGEg1CBnPAu3JZxFgtORkGQJ
YH7LXr4mwKIQe8moiPq72xtOUS8XaR4IAhlUaDgM/GSxChlBZKHXSHi8xH9bm+90hYbWs5080Mbc
Sg96e4KjLnA+3jYquO2iTbEcCS+eBjTHzl4sH+Sp/SkunL1Ps3ySu56zEuwtLNT5+AwhJIo8R520
gB4PG3qJHnUcHTFKZfz8ByOCdkbnWp4fOGE7ZJMFxYQhZVxXH2d17J4n1dm2BsR708oT/zOrfnas
/p09trcJxn1GBAmnF35nq5cbRkTLoPUueUHf/GD+MJpdsv1Q6h8Mzdt37Vtg3A+QyIYDRCo6GhpP
Tv6ebqnQo5X7KUErfLgvw8PtWRAuR6I9/pXZRioRzPzv5b0yJGUjSYGjvhpd/blS37TM/PHfLAjP
avM/C7wMmfP8H78uzCwUFQ56W/z+SoFZMd5JNNDd/v2meNqEGZr/fvauVp4JUQf1pFcLupV8A5dm
YryL1870ohVyY5QZFNmkdfLSSqcAhIrqRHuluRyOR4RAVQ+J10674335ByDNgc7xF3VI/lKgSRqM
0p1Jcv0oOZo2vc1dSqcsna7H22O/3h0majUQ+/O60T92FXrk3kChvQhcSsKm+RatVP3WPi8MWkfX
Pu4hwnErc2+mh/b3Hn5+N5M5vyearNKbJoJDEMoooDU0oK+Y7trhSOXgt2eH79twFBIczE/z5ZqF
GR3znqR4r3CIZBvT/oOfT4Rs8aDouN/2/AycbTwYeEkJybX1WtXvK2BVK7fswuTj0xNx2GxweumE
kxPrGuKS4+C9tv7DeKiG319b1ZifdEoZOjef8BQqBaiISEp810TGXOXg/PbBB6Ruq7gqusblpQnf
1wIdAk7Jkl5DtM79/EMprfh1S/NzZuBn8uVs+lEAU8assmHgIznlH7N8JR6Y5/fiTWB3miQowCET
/MoiVAEOUdjum9x3HcoOGoz9m9H4gw0KzSIdVURNzNU8xLMhFHIRTVEBiWDtf3Peq6iA3T4A15cW
4HrNZG9qkJ/iol5+35CaRhrhCnK5gUb/ADGpNt056u9v1AsrwjlQpLFqKk0L3RDdWkSSs5VRLCz0
xfeFJzAZqbjUHd9vqvsmvIf34vYsrX1fWAV+Oa5tqIfu+NFCqL1cuaMXFoHnwrGJvXQHN1q4REPD
9hqY1RKXbgDV3CTvNFq6w5Xg8sr9Y4uCMiQpTkOAiqHLla6pjkBxhhG5JTEBQUz2CMFk5R8guL09
WwvHghOhczIsQp6rjEsa0ucEm2btpvYJYC7cb7rzdNvE/GOFk3dhYp7Rs2NR5kHErV7Wbgxz72HI
oDqy0bN7Tx+9/OzErVvXRvjBROkWoo0Uxo7fN098INOJrZg6fZyX5iG/AlafkR5Fc8DaVlOVI+Ls
G6dCtZqnqDDaozyFETyHsnFf43Wv5N0WtiN5pl/mhdFngTzJuqRU7qEcPsfS59uDm3ebOLc6/1CH
AWBy1TJq0HA1wjxcuYPysZrcstmOCvzE3b1DB5nk39+2trRZdNCf5GuAlF3h7G1IIGGQsyu3pYqv
wkJVGt81UJK3rSxsfmJiY8Z44QaZ4uZPmgzZjdyoXEREvC7cDen3njK80+6h2rhtamlxDDqj515Y
WunFJBeUamVp90PlosnwWpn+Q29oK+/a0pwR25PjItVoXhVgqiwcJjuqKhea1u4VgXv1OVYaCfYQ
SV554pY2A81rDIeuRYXc0OVO9yGHkSMtb1zYdfONpX2mlnbXm0jINjCwJpbyNHjZ/vYM/kzTiTuQ
pigVv+/nhShcVeh4tDDsYjSFSQ0uEvMQQHyU/JjU4OBjn5Ltpz5qn3so3zsH1e/wLnX0Q9lYr7d/
ydJEn/0QERjalH0VwP7RuA3K3Gb3MuZIQpafbhtZusvOjQhTXLZFja5N1bhts5ukp3h8MCx4wYBA
y24UkClaOd9LG5SgecbPEasoYoII6TgjLsAuuDJ0glXzEnneylOzZkG4n6zM6xQ9zRq3KkkXgh9B
hshbOWZiF/8cGuC2z2DkGe/MY3O5M4F5gQMwxtqtpWeI/nLYCUPl2Sm/KFp2p3t3CDZvFHiY/2Cx
zqzO5+Xs4fEsWsRpialdNBBgi7rP9I/gX+TpPu6hG2qTTQnn3W2TYv7+35FSy8UxIKUHfFiwCX+z
U4dB42ZJDUr9Pu2/BN5z4R0RHE+D+y6ElFP6Dgv0ylgXl/HM7vz3s7H64TgqhR9iN9CfYIP6BKZs
xcTiATPJ3FDhY0uKoNEgb+peKrzaBWJWme/T4Nioh5Xpm6fn6jaZJ8+2ZDDFIvrPs2G+DrlR3Cbt
4Gdy0Jp7MetntX1UHItS54/c+qr4T1L3FhSnNFgxvzSJ9FrAhEu+narKPAPnk4im4VRqnIVx2FHa
gZz89vDWvi+cNTsae3QK+D70tRDz6e1KELj0AJz/fuGYQaEXJzHCNW479iVM6ZAMlrqPJrylNNt0
ZoUNkjFwpQnKov82MuGo6QFi6onNyPJp4hLpNmm+4nvMcyPuDBaGuIe0NfU74Z1RRpvjnBbsDBNZ
qY92jYvzEirffnccliwTwQGXwvu+AuVDu+RoY6TXrnKQNAQ0QE3cNnB9iGYDDs3E/z7SwhabUAKE
ArvDwABJ3FGVqw1+7x/YmJNaEIbirunzNjzbxnqfDLEa+LXbZ8cyBmtw7JWVV+N6NRgGQQpOJ3E1
9etLEyDWvA7Z69rN7R3c8bLPa7iP4xXf6fq8XFoRzksKFXLV6lLlpvrnSHty0v3tibp+zfm+o3HX
/DtTwijaQcN9LgweiPIzVEd4L0coFCEFf0zru7E82cqauzR/8XIXE2bhmQHFYfJs8Q6lHJJOELTV
7ggVuKQdLEjs6zVk8YoRR+gkUDptqMfEqt2geJqMo9PtauX19sxd3zTzOAATkNKSbTJPl+vvRVEJ
GobzjmKo1OyNatvBARbt+mAXFiu32vJwftkS7hZ5sAMEV1M8lOZoqRSSDpG9cirnn3u9LL9MCJdL
FMHejYICr+fYbKMGilOLQpKhbtQGsY9qLSRd8BIups8UVmgIO9VHQKlxA//V47YMpQcZmHut7Br7
zmInSsk7ekAGZeVALR3bs2UTESeRVw78gzupKY9d/KT6O905NmtQsDUr6uXm6Iy2gsMWK3h7Q/TF
jx6D6pW36PYWXNkWpuBpQbodto6PlRmeNwu8b+3f7DXDmbtcJuEiHcwSoYGRbWED1UVQU10Zwvzf
39h2YmoCmFhDM3rJEIZPAzB+eaUEu/j9mb1NlU1yA+Jy57mey4hFN24PmDzIT1P97fYaLBqAq4pE
GIUJYEWXKy1FgSb3pUb2KPoU0ND98Q8+DxPSzAgHW4FIiFUNcgTgV6ldpMO1cquuXGKLv/7s8/Pf
z99Jyp72NPB5WZX2ZCLb9HD79y8eBLAQVLp5La8CcmiUtREq9Mq10EPOpo8VuSeyDfu2WvPNFy+w
OUPvkAAAdzEflrOhgHEvJXRHcCtAvMumf1BM+vsrdUg3TQv9djLd3R7aQkjH2XAYFjSYKh6ZcGXG
DZK8kalXbpcY9yMtyNHYgZw6atZDbL0HfY9SIHJt0ordxSmlvEHudQ5FfpZ+zwZqwVPrtx7ZvD6u
NtRZN3p3ytIvtnF/e3xLt8tcGiQJa1DLEne230fhiBgtScuYSF/39mGs3seDvmJmaQvCKTPjMQAW
XNXMJNtoIc3WGtdEAXFrTP0xofF7xR9c2hznRoT7uEAAqZESvXFLkoItqmrwltfll7w7FGs9VT/x
xOKVdm5LuJUrq4TyPrKwlT0H3gc01aC1PoxwaEmyK1uPpH8a/n8ib7rJ24XpygO3PJ9zR/Wc0buq
ESKkCGcotWnXgFp1qtv3iK98ub0zlkyAdJ17x8BVU8y/PGrozimxVqetS1pv8+yhjXT7+0s7/Pz7
89/PdnjQh4iq6nzfgo+D3hjkQk5Wu8+04207SzscQk+CBBxgukSElUpKy4b1Om9dXTVpY/KROCMq
bfvDbTOLw4HQBkJP0lgEcJfDkcfahgMeDUfiiI1vHpxxq6qbmhzdbTsLHin3EHUZi7fumhaq6wfN
95FhdnO92JooX03KfV/eW+FJrXblmk+6sAnAZxIfkqhWceOF20+KEKAr0mZ0Tf9bs62yv28PZmHS
FKAyKlj3ORy9evigzu6MwBq4uHddfwD62UyoPa1MmQgJnv0bzJCbozdg5lkQLgakoK1E6ibmDO1O
zX+L0BbKjFcpftHBNfoHIw+2I3RNRWRtZ+YolGq2OnzC9cnUdxr0wn8wal2fs+V4LJZYAs51OTfL
JhzdNj3CCR73QCweor9uG1lcuTMj4n6M9U6BSmvkgko3b/n0B8G3op19X5hTZGUhsfWz0YWUu0fZ
Ot1oycrJXdwdZyaEkwsVe2MgKMAQon+gd7cfJWMbdmvV5rWJmv9+dg9FgzROpclqBPXdQL62frm9
EGujEO5RvRkUn256Jqp9gITZ695PzqNj7f+blflXnI0CrSbNisJ4dEMDDhVpa3QoVDgP+lrtZXm2
OK24DMY10VmudjA/BfmIHutOsbbq7wPHOKr6r+8L4wDToIQ2DWWuMh0G7S5KVkKFhdfg4vuzD3E2
TzRopoAOqtH1Zzg8UhEA/Q+3l2LRhAF+xCT1Ae+2sOCa7adJ0CK6a9LsXOx7VKeUldVeXIUzE8Is
wSI/pHXqj25aneg0nMrX20NY+74wS0Gl0RTXMwTa3q1ux7m7/f2lKQLHqplgTeEgEVvC5IFaYdeo
k2uYr5H8z1h0SOWs4Dvm3yh4aHSEcu/zahlUJYU5ghUGGsiwkF1ArRtJdX3ouaLozrIewm5YWfKl
+aL7lNcFl50RCTcVLIRBmveNTFhCb7S0rdfJseZUiTgcUFvAnihCXrNyVAhY5j4xiuvrqHdzyrNY
kTdGo21R5nmyoone0vorylIPU7QGqFvyORgXLV40qxhX4InGMBq/BN3gOnR5IT8bPaj+Q6IfHLQ0
vJXHcWkq0enCM4RwB99WOD1p2I8TGVfVbXV514JVrKLd7c03L7w4k+cWhI1RT03nFRYW+n7nn6LD
8MNP/2B/U9O3DApjM0ewsB/6MUtRG9MVV0539Nhk8V3krwSIS/NkE5BSgqNIRUh8eZFZnqcPCJZO
bq5CbxhT+7ZWBrFogb1MuRvEviW2ukmRVARTmk9uY9ME2ESbb7fXYekSoPpkkDjADWIUlyNAt1Zr
kFUaXaOJ9kr63oukvdT9wTSdG5kHeXbfh0hO6UpTjO7kbTxto6r724NYmqTz7wvL0CQjTRoOg9Ag
KJTpoN7d/v7SZj3/vrBZk1H1jAjaDNchPFIKBB9V2k3SfaGtXJfLAwHwNROewZ8r+Iua6nllH3ej
C+cUNIzQKazRNC0MheQcuEG6OYFPi5kUfKzB6rW+Jw0VH5Rcfq81PWxQxh5oykp4vBSeq2xcXdOg
tb5On6RpoCE5XPYu0uTZTnYQ98vzXkdmwZb3mZqGW62DjtKSquZQ6oXz0tZD+UE1M+luIB+OYK48
/GbD5RyFXPwmYSlHQwYL0/CbyizcNum3Tnot1ZMtr8RUSxmrCzvC4x0OUlrKStW7GmomQ/wiR29+
GG6G4rm0Xzq6iZo33VwDM113j8yjo10JxBRF5auasqGQe0X0qHNjDeFYh5IinKHNjuatYpjZJzZT
hHZQ9kGfnittTaFh4a2nEYtrxJ4bzW2xm1Bykt6RbKuFFvDviLZFUHeoSMGW7BkrRZrFTUxnB6VZ
/Arci8v7pEaKlm6HrHMn9UeCttyMiSnQR4uK38bT0S//k2aawFUm5L80FCX1hBJ327kIkkvwIE8r
F9fC7QvAlufJBjF4nRaxtFKy82Ho3Ra+U1zm46RU20pbK2cvmUFXglDBIP1y5TrI2pjmpV4Obpju
0hCxr1dFc29fkWsmhHNVQVhM9xAmBgdN0q2kPFhrGYQ1E8KRgrR+rIcJE5p0GMN3UEora1t44f4l
DcKtOCd8tSuawSCl197BiovKpow08+8/5uef/3lpnL2DgWplhazx+f6jrZ+a+PfDqovPC6+Hbjbp
4HGH8pbvIwk2nG3Wr7zkSyfvbIJ+XkBnI5CRYJVlCnuu/7FqfmrStjCGrjy3K6sgHu9pajKnDqrB
bRH2jiIure+3N+uagfnvZ6MIlaDurPk86MNf0ldkAv/g8zNonpQd+B7x9wdNods1CoGulG2Stt5E
aH79NwvCAFQd4ok6wwLELOq9Fu//5PNznAHx4Jx0vJyfdFT1bArq3i2mcosiznatVrX0VICE/X8G
ftIJnS1AaSedrXu8jrZ1Ql10AP3iT9DiDZvcXgGE/5xtIdJQkTchywfK17qikUWobELLdGzdpHLR
Q/K7ey16c4pjpz42lrZv1KMflghN7fu03KxKSSxEbbMDxOUL/xkgPeEFKXwtyys1LF01gcaOXuk+
abfzNRkgiumTNVhbu4WpJaPJDWaD+6ErWrglIexq+INTuAqCVrV3pwfvpQoN8jLYIPe3sg/nXy/M
7YWxefQX66h5qGjbhfuTdjt76NqDVL/4ybc4eLNibWMO2soVujSf58MT5jPBxYHHzitcL0s+1w2i
2IF6aOrxAXolNPrGDYxOK0/bwm1B/mhG81vo613RBoW1UzqDrBRupm7Gb/nK1xdu1IuvC2dNQxwx
ay2+3j0lA2RE90p8dLK32wd6CQNyYUW7XKi6dzK90rAyjnc9qgV6+Kn2w13r/KjAUDvORhqglnqo
9WRlh6xNnnBTGdVgp+aA4Vm0kVTfHzypFwObnYazHSjB/J5ONNO5gA4atBrXKj3zfy/ucJu+GECA
eE7wG19+3wvSrqGqnruG/SUsH1X7oYq/3l6cpSmiCxDPWZ47Y0SamaTprBCWkMJNHqVpZ6w14K99
XvAKZCuiSWlMCxcN76773LVrRYhFAwYtDRR1ZpYTwfVre1nRJUnL3VE/OfWzV5kre2jpSrPpNsS5
IQlCbHy5BtlYa51BKOOGef5uCJG1jupNjGgFpDZ7tehXgvClEzljDeCtQVThCj9ObjprmoA+jc5+
lXJvm+bJDk10ayW2WNhZBlBAnXoYkcVVq1ASSoVf1Fnphj8gE6j/obXr9r5auCrp+uYhgOxBUXkM
LqeNDBtEyVNSuqiVwHsp6Q95H++jtj30SMFWiCrHUr1ic2EvXNic/352HGP0RhzPTku3TL970OoF
/h+kJi8sCAcyVSwvU3tGVYzexk4Psb3WM7iw3S4sCPs57e0cuUvGEFf1JggPLdLZ1ZGGAcv8dHuF
lrYA2dW5I4jn+opyvrYla+g9v3SNwbWb9yUy4cbxtomlRATqnf+zIZI7DFJX9pHOg1nV900dbA3p
LUHS2TGfde8p7Z6j8tlQ117pxW1A4Ew6AAK1qyyTnHdmPFkqfoG9g0UIqe3bo1r5vgg6DRuVC63i
+4n9HgKrevh++/sLVwA04//7/aI4aNCFFeoOeuEGzVygUu1dHD8yWf/Ninp5WPygy3s/1LCSbmvU
ntWd12w9cyVZsjZXwjUQq1KZtDZj6brmc6nlj4hb3N0eyJqJ+e9np57qbfnvdBXBvqY83Gxvf39t
OYQzH0pmrecaEzXV1I32UvngS5tp7TSujUI4957nNXIpY8Xyjyls8sXu9ijWvj/fO2ez1OYt5Kb+
7AoRetJh6LePAy/Zx9tWFm+vs60ruORVXUxmlzKKuNx28qNKE718gKw5WoP0iNxmcyr14pAIrngO
nkTTUg6hQ3UI0bBjPyXJxlaaHdTG+j62vWI/xerRk+N7W2o3qlN/SkL5rpTyx77zVRgUrS+3B397
o4ASvZziKFfgyciY4jzdB9m2qR/jL7Q/3jaylGU9G7giZumnMg3lJOZEea2i7HB+ko1X+C2s72G/
CYpk2uDuvcYs9j4Mpmpjh2ijtA7kVz69yCsX/PKuouwJUySKiyI4XglMp+wRX6CB9RDnsN2v7Nql
+JnR/jIgbCinKJQJH75wI616tRB/DnVk1qHFKGtlD9n9naQ7h24wHnpGqQbOgRzmsSrll9uzvry0
v36GsNsmOZ6oJvOO5e2j1QWI8mgbEM0E0NbK+i6foP9ZEvHyWaD1plFhadI/TsG7XH7Ogrvcf7fa
obX4/P+aWRExDfFf1bYdM9upO/gV6nDDobg9a8vP/5kN4Y2JvbjPvIwIvcxHIBBvZn4q01Mov9eL
x0o+9v7XMRj3t42ujWvesmcXna/aTUGCh9ffeYT6MLUJzv/o6fy1RsKLYDUlxPCzCUlT9krVviD8
dz/m9aHqrcPt0fx/jvsvW/POPBvO/5F2ZUtu40r2ixjBfXkltdXmclGSy/YLo922uQBcwJ38+jmo
mbmWQIYQ8o3u6JeKZiqBRCKRyzlzPKFVAhx5xyT51Oo/c/PsOF+GqPZVENF41b+9fgajGbX2gJKR
mKLE6G3hynCauKe9AQtptH3T7lTvXERb0kk0XN0vC/2SQGhDVk5s0lCoUc1FO2O/nCZI3/BCCCRO
hB9O4RWNKvwfCYIebmTpWR7jqrDqB687mGVgVSei7FiyjbWnqZFUHld94oU4wWUZfQ3UbmfAHWj7
U+Uj63bbJGTfF3xRRcFqmdpYMEb2763Mo0sWS8wHoPmCqJOGxUq0DZJa9ec0/hWlPhCk4+BvOj0u
d8YQ3tbUSXuQcEEVC+wTnC8hkfhtiXEZggNiVDMbu5twUumui9Eq/Spl0pVsh9jDQGg/JlmHBSvB
bBH22SjZ7nUVTGQQAR1iL+aEKz3PxsnDfW/UB+DQ+h3ov2cZ8d66En+E8L9feBlrLD2DtjzGrQ9T
9nmw/iZGt/58X/CYvZY3XVHi+5O1s9KH/C+GNGFIf74veMkG04a4o7FIWvNGlEcn+abHeyef/8u9
EDyJ46FW4BK+TPE2s/aFjZhKImL1/gcIrQsIFwMNwoLFRqijAQIEKXt33CrDb1LsrQzzQM73EmH7
bUey6t8vRAlvsx6V2XSwkACIs8Nkvrf91w7D+o0jeQKuG/AfjQTbKhwtGZwcEU0Tf7XB6Gc/ESK5
Q2SLJpiX3hUZKWyEoUP7zNwtWvt9M3mMGhe8aX/lUf5oI1jaxApAbn1kTTyfMpRtAims0+q+cCRW
QK8DZU4cyMmHShnxvIGDZ2QTG89u8VKyF7uTYKisnXkMPIAgG1hb2mIgZ3TysuqyEc4XhFjjXpXt
+2r0dylAMGUHnGk0i3ARdvUzyUGusqdO56d92DpvVvOv04Our5cotbZ2lzIFm2ZgVxxBrFMdbWtX
FH5Edrqzzev32ydnzd4upQgmjSpPQrQOmunKO8euztHTvUu1zSxDiZCpIxh2DqajuqENXu1edMzb
4ZGxesf503xSTJKolsclYph0qZRg2Y7TWXnZQimrBCB5EJHHedzq42ZQP7v6+fYCyvTiC3xx32hj
jGaKHnpp+mZK0cB8mMcXImPQW/M8lxoJkVjRqY0xUVg4RrOcamNMSKJKnjjrinD4bQyIA8ZJCMY0
po4ecXEjdLb9bFVVqLkD2J+TLbCl/qJ7zDIx+PN/ssS8Y9lF8ajxaKl+iA8qOpozf5JUH9Z9wh8R
QkAGVo5ZzzukMNx8r7WfXPMv4oBLFQSX0MUpnaeMp0gA8qOyf4DdLdkQmQaCA5jHduyyBBKcozH7
2rfbdiv7unDwO3RJofMB8WRe7u1mC+am29+XmJMIg97lMYlt4PEfO/WgdF9s8rmufqSJpCth/Vz8
2WXhpFuJ3WUgqamOcfk5J1/UNFT67W1FZAslHPB0chy0rOLojdMuNgJZVXw1/XdpSMLRttSI9F6E
be4I2bAs3cTkS4IWx6J6UvLP5pjv0Hbsu84Pc3zs9ZfE+2UYO5CJS/ZLpqZw/MuGw7fHOJIdOipa
UGLXx9vreNsg0BR27SjjquoMcBPgptHeRvOQ5rsRLDrZl9tSbquBfvVrKRHCs7nMIcXAS884GJMk
BJR9Xzj2mp0OtK7wRtIZBiMeqKxTctWgDXQWo4/RccFDfv37Malku7Sq8czLezS7Gr471j+iSv+b
3b4QI6hRppo+2QZurab+XKfvkSVroV1dpwsBgvNKJz1jQABBHFvhrmp/2eXXv9joCwH8B1zcu7Pb
Dm0/QoN83GgzUN0l3nfVXAF9BpInlK5VcSSh1zI0QwHwBf0/QVb71N5ryhbkyLe1kEnhf7/QQldc
5LobfhFiLGHUtoP1rUTITx1ZJVEmSPBiXl+kfRJhueJ49Jv4ZBanHqid0/DltkKr+47wwbTwirVA
uHGt0DS0xAG9It6VCvqITdgv2qdui1g9Iv8RgWaJaxElUWkazfD5qofUjj9H77UsWX9bi8X8QO6A
/BCNiQgg/50BxvDrtgKyrwuHL3IUdxwnPPHbOESrHJE4WtnnhaNXK7XJ9AJboDj7wgBGumT9V03p
Yv25/AubBf2fXqcObLaw9+6u/PZmyCpDsh3mf7+QEFegl7N5WdqiwZR9QjW3lN1G64sExE0HwMy6
JiYH1alFC5EFJVCZJkNApAWDVR1wAFzPRFs6fPm1DgwBaE4JQ54oz0D/Mvr28ARSmCHRdhoYmYy0
32hl6LQ/ZuuRRM8V5voy7xm9j5Ldkv0O4UAaQwuCw77C74g+T+3Obr6i3+N+e3YBJMoR8EG+Jd65
RRa1hdUPORp9tINHi43Z/LotYU2JSwnCiSmjOR+9rs+Ps/E7Lj+Z7MEAOMWdMlwk3YDqAQ55jvUl
jj1aNNIHUIaVZ1Ip6SEpY/sJ2R7noZpsT3K3aHzzrx6oH7IskIoC6m3ZCjkSQJzRci7PeaMHWYah
njEAbsmmyw9d89xRwy8VEjQT6CJbEoLWIqXVQUuLZ5NUfuSApzMl6E5XJUuwSAbgZ9mIOtBdZHCA
CdFz0G6elKpn5xj0PIbdbpXsVKKxV8t+ta6kbWvhRQRZghehfe0yJx/Z2XXfE4/41CiDJNP9dE4l
Wi2MR5DE/37hTSbVJoyhtnu242g7JZkPU90O0qGh1cVzMQGI9zA6EEWsQ7j03OpKxs6Z+VOpWJBr
rykokKdZ2RSljN9m4b6gE8axYaYgiuQg2dc6MQd018Apqs6A5/5itelTTxKJkcpECGcOkMW2qaD4
c47a8gdR3EMXRZI8zYoIgL5YQMe3DMzIfjyNLnbGnHpmKXlRnVuiBtW7WzQSHVaM7EoA//uFABQc
dE3JyuqsZ5FPhkd4jd04eFtLducui5sAS7lURYivYhQdMLlDsCHzq6UlQD5tfeCN+LRuNnMJ5msN
/M/txqDJvvMyn9T3luoAauKCo8YCrgn+FSesmFU6fZkM5dmYi4cEynaq5OWzYt+84R08kcjlewuS
O1B9a9ZUJ9V5HKN9n+mjHw2z34MZx88bK/LLhkgkrpgHH3bXTOSJ0OkhAn27ihsnWQSJhaLjhv4x
yqLvNQEgfjCAWsuHj0VUIKdHISazrPLctd+nhG17T4ZItWKAoIrEND0m09CbKnrUlvRtieHm8mzh
uau++Rst/XL72uL3t3CVcDJKYEk4+HcBVwaW9J6MpVqeUysPTDaAcO7fwmqeWgpe8MEONHc7ymih
1rX6I1NwDWRsDYrBL1yVI4Y/zbBVT6kGvulxf1u3VTkceQIW5yCU4n+/OL55X3VAVuhg1Gh9Gsa5
Bq09WuOGyumDHGCW918UHsDJeLcy5j4x53ItLmk6SoEcSM4gkEe5hW4HdCQx9W6AQoCGIebEWQUW
p7pgEFU6Uihe5GWcy2ralLIhxTWjvvy8sDl6nMwdQPqzc0Xr4rW2zOrRsaXpveWl+tF0DWoZ3sy/
QIiqp1xX0O2fnNsh2SlJsQUDyrbWZKioy0AJ46I25nBBhg4aGPGE1sZYgvxnbEEb3Gwy4zCR707y
aFlPqrcr6I/b5rZcOTgDC822HPoCsBSCD2/svJvtGBHgNMVBh57ruxlCXFBFAeQfaQsX3eTiEAQI
HbtumJUKfS7mzhq+lPQ5M4E1NH93hm9363IlSjg645BWbV051Tm3fS/3mWyeY2WtNPQlgloPPdeA
7hJCxdigwFNDN+w5y6PBdxWb+k1d3H19w2oAqQLX7CJAEHHZYVbZ1KptdwZ3jlrt7Brz7IErg79b
UQVjCjzqxWQvohrhhdSgtVBLhzk5R9Ggf6rHIt9ablpJMtVLKQ7nC+fsteioQXx47VwsPMLmOmLR
Ka5bawNOhbqRURPLRAhBoasmyqABrOdkJWE+HpvDvSZ1rYHgWCKFTKwFjuOp+rBaSu6eccL7EeMi
Hq/g8oqx4H/Nwsr7sWXuCVyo2+lT3JjbuzW4EiAcCtsAMmkd1+5pdmGuLigE763ZChoIHqQG36WJ
14Z7Gstmg24d/18vR5w03w2ji1hP528NMMhoNkbSr40pJYM6FaAGPxfT01QkxDcm5Lv1+232Woxg
UNM4lBPwjvKzvmfJuDFVGSDI0mLRJYexHSRY8eBEpuRaD2PS1bkePHLG8K/vHnp1uPtK5wJ4JhIn
HIGeuONWFBGjU8jZoq8Y2sq072l3vG1U/BPXARjuC0BqA7mSD2mIGfui0cqcuD3BXrQYfw1KM2iT
beURiTNcWasrOcLxy7SITmCjIefIAqH3P2kmQxyVCRA2wyVOUzWgsj5XI97Joxlo6b01WUBJmsh5
cOYqA+GwsBskZsak9fZwApIYnsobd5ZhiS3CEkiwVD4rzi+MBQ1R7nrl6NJhPJndpo03sbMdaklQ
ulimaxHi2cNLKyvsDCI0FOZePRn4wMKchM8LZy5rwcPsDvh8pD12v6MMkwDVY3n3DAWXAg+LSBQY
xwtiPWqR3AaxxXhKHxUVBLKYrr/zVEAAf4aisglPtZjKG9W5aVJj7k/TW28/9NE5mt47GT3jchwX
NwVcFOZK+cjnYj6qgPjIdgcdAAS4MQbrKe9ZAMraz2B+3trAN1aUaGdO5u8So1qqIrtwl7XbD/kW
8mXAHeG4Utf+q2BznLks14HWQf3K0jaGcaDTFKCEFwzmY5W89NNz2sZg5t1HwOQc04Pdhp3MTy9t
hi8DVtv6YEYQHy6UJXgAZr1+dMo4aAHp3CR042DerhjvjQG4wmDXVnUPMRlwlq8VZphJUBM26Ufr
Xe0PqnVvFkP4PD97Fw++edDAg1Hh88YwbtFWn7QyJsB1k4G9AElPRbpXbEmzmNK4LrOgwYAH3lD6
Jca4o3RrephN2KJVuLJ3xeD4lXQeYumbsHYXkvlb50K5aB6IQWdTPzbqYz2/DPGTm77dPnVL3wQR
eCdDPZ1D9wn2iGFL1pWJrh/Txu+dgMyb299fMTRdxZHGbQcQQrxjr1UAaEkUVwjZUdTYtuxAnxoG
5gPJRbeyTsBpRm4TKnDQPEEJM1KMJDUK86jUw0Oq9M+pMb4wNu9u67JInHCEfcxZu3hbgBtJDPtJ
naitptYmmsS+deaDZfxuMQ4Tea+NvqMMDUmqbJB4ZXfQ86RhThnHFFNGgmKsnYvCKwzrWKZJUOtv
I5PkU1e2B7ksHa4A70xUMAQLm2unHlmU2McmeRv62S+/12jprKzT7ZVb0QP+liMdm0BR1ExBD8uY
HaekinXsvZ2uBIZEC9nnBS2I7jEkbfH5Rn2zkH0hs6T0sCYAFOMoUANNBOiswhVbMy+t1SiyjnZd
+j8dIut9WDFgnvFTwZjOiyniPhMv6uuio/aRjOc6jYDXoG085+5YCsQBGkwYvMeY6BfJA7x8Rp2q
HO2jik56rwxo/PPuXXYQHcCgVHAfA6vz+qxPepFq48Cco6ntumRjygCRV3YBORCsvupxagCxXlLo
6mAkSOUdc8zioKy4zbb3KgCkb8wKwYlACHbjWgG78xgdgQB6NKJNUwSM3n1ZXX1/EQhGuKgo0glH
VXtqf9FS4p+WhxmcWWg+4ecYfLKGsP6FNzROa2vRcchTn3nzJ29sPjn9d0dGbLM012tB/O8X95JZ
u0kPdPbomMXb8lEZtzK62jVNOLi7DrBXY4m4OupO0seMounEKwIt+2ab57j3tUaVXBxLi0IqCjLw
xAC4xQKyp8XwtJaZVXyazaCInhLzeLdB4fuouOlgZQGupLBQtBp11nRtfEJikPSHTAYKtvb7EVUh
y4I8CA62YLDugEUqjTQ+KUMRWu34SAAsKYnLJTJEoy2AkRM3ILQ7TZinHdSd58jsdikBnel4z7uO
hVONsPjanLw885TC09xju0HvdSuzVu79r57byBJcfp4b24W1GnpaJEiKuMeJbAd9DIxcDYzuU2s4
QWRoQXz/cw/yEI2AQx3x7oK7pI3TivV66gFy2d3ZrbeT+PHl6bv+vqCP7c20KaoI+sygy9lE3Yt6
/313LUK8ryeaGxqBCN3eKa1f6Q+3zwX//8Ut4bDUHIjMsBf3aTSPTTw7RDnq8wjKAcSd5cGND0P0
yYviuyNc5IkuZAlZkDEltB4nyHKbEFlhr5B1C6yYLzpYdJTx8XhE2VEIDiKnd7xKsaKj+yUDPL+a
3I2NyJml+WsNrZwr8J5qbILvxGmjY/NYmt52Nobt7e1YOSFXAriGFyekRlNFU0dNdNQyso875xGc
MVa+qfWNrbeHyHB3t+WtWPCVPOHA28pIqU2gELXUnwnpDmmSHyZKf90Ws7YxJnoONE7MDfw54aB0
IyvqNIdaGX0D+oYtSd2ufh48JHjXwJIXANFZbqboFagiMCd8KzB8X9xd9sO+o7kIyEsgK0VUJRjW
kGoNs90iOtY9GqV2TL87qgWjOIg2UccA7M4i9ZWa3dTZjWcdjXrTawGlm9vrv7bNeCnxhDOw7hd5
zr5E30Fc2eaRxsUnYtJn3ej2MfPuLfrzJ9mFGPGAJ3U5dHgeAmdno/6ryoYSuZUIvurq80ICwwLI
OBAOPfNYAJKRpSSYnSyILVxUMgDB1fUCYgC8lYsCqVjsa4EWlZVZZmEmcf6hEu+lwWBQm2X729uy
ZrcoK+LRjZcsujIE595XbecA69o+an0bNOVuoM7fbLyHDBcvzPD2sGt/AtyKtAK8EgxrnkHKw4Al
up1kTmRVjQshghqmmlNz6CEEeMwozbzl6b31N25XFwKEV2WVFS6JYwjophzTFJn/F4HClQAhelOb
EsMbfJmAJLbxXhzv/vcMxx8DLjWvTiNrK/hZtaSZmUSOcTTK+WFIle1cSV7eKyZ7JUHYad3su4gT
KB0j5X1qtjU93G9KcK4GvBRg+jS0EQmmVNJKV9vUPsbR+KCATKAcma/3u7uPBNgWTAxRoI8R2DqC
LelNyjG9I/tYJc/mK7jm7v88MqCgdAAiF6oNQvEtt5to7PXCPg7ZF/dVMd7/4vNoIUQehzcPi/dE
UmplMXSwI6SLje/p9OP251ccoKOhtdPj7ULeosczNryczpWiHO3vttUHGrWDypqC0pOV1ZdDs2gS
0zVc1xyCH/1bwjqVmkPn2eqUo5rOW3XYFsWTyj6l4z7VSOAYGxUJcbeUXB8rJvyBmo4ktQcCEUcQ
Ouu1qjAye8chfme2tTWr6kDjux+CaBhD7Pb/QoSrPDZUUK9xIYX1Wu7o3a2xwArGwqEjkmOyL+x3
MlQlmYG2e3QIuPC6+oUk6rbp8xcAukqezPwoCNcheh/QyoMWGwdj2sJRIUNN5rSLvOOMeXnH+2Hb
YUQfjC+ZJmuIX9kYbs5AVtIsVOfEUolqp22NywWBez/ta7yjtBpjbI2+v23ey3sE6MQ2BwEFwiUm
1gQnCVDwpDajqT0lduOHA5i67/++qYE9G50v6EwUs1ajYllz2eftqTB+5nur+vf+z3PuUbh30HQD
9fraQXZgxRnHwm1O3vjZTQKt/C+/LzjgqJpLo27w/dgNnPPd1K+eDaIYvu74/Xg7CffH4M3jPEZe
fJ7Uh9raNXdf4cDcx9Lj+c8bUcW19/IIHU1OWp/6g2PnW6+WAS4tjecjPEeUbmrIqoqlfEWfIqS7
c3ZCh72XbNXo7ozh9feF2LZVYzsyLcoA2UNecj8tmETA8pBh5QGogHQdstu6WJ5ziRbPbtFWp9Kr
/mm7KfB6Pitgfr9tpcs7BA6dOyjUeFFCEbtaE0wRqEVPm1MzfCOmEUzoAY7QMJAzWcFpuSMfV4ft
AB3OQwcY//vFW9ar62SwqhbHud8zz2cyRETZ9wV3kTa9khotvm/Em9Hx05+3F0r2eeFAjJYLssah
aU8KasDWd7B43e2O0LUGQB1+x6KtUGzDs4emYpGrtqcchGD1gwZm+rs1gCPFuxsWhRMh1krKojfT
eWroKcu/ttvibl5WRCA4bSjFYoaB0/Ze7+9su5OdV1V26txNA7YFyW2wch6uPi+sfxorkF/i8xtq
fWcPRfft7tW5+r5wfdK8MSJlwPd1AMH8U7nJ7vb3136/5SHQsDkpFpLP18szTZo+zwrJTjTZmtNe
i7ajLsk/LrNF6FnTYEW8uxbvSOFG6LzcjWc1y9CydnLTMmjrJGgz4By7DpqACn+QDdaunAn0jaLN
Gl5KXTbBmn1J69lNspM6qH6RPNT96faiLQV4AJtB5RhPFRQnxa7RoYkwnapYGHAlb5Fvtnc/kq4/
z8VfuKQpJRkSPfj8nI07a5z8UmtB1WJLtl6mhXAycOKbEomF4sT8MtuAfOj2InHLvw78rrUQTsYM
PEM8ZPB5ak6+ZX5RtlP3Fb2+d7sPZFFRYcdbCdE4aqHXi4XeP0BYpHQ81WXlOzT1a8lVtLJMvMaH
EU5kBJd9RiUFy2Cnj93JDszujep3R/qcwQYlUDDb4kUhvrkbBWzzfa4OJy19LnMvSOLi/n3mjwl0
bKicEFGMi1HNqKep8aZTmj7G+8S7OyvIHxN/Pi8ElEk2xknc4/O6/d7lJ3t724yWDgpxGAA2MKMB
Uj1ExNf7W1cTUyy7VE8Ar1ceS1XLfaS6XHQhtbUU51PcaxRxwXmMF6VtwRkuWIVMindXzoz5xLSH
z1Q73FZFPBEfX0d4B4JwZO0Q3VyrYmvTMGcVm09uPrmvAK6vQk2hzd5mKkicKYlYcFvgUh2o4gJn
hdfX0bYjrF3nOjPmNNIhTL6W7jZmkpfwUp/rzwt3R4LO+Syr8XljApVU+1U3MXC8S2TFH5kWwrIR
Nam12IKY3gwq1589iYXJvs//fuFu8eCIvSbF9wsPZfDpqaGSV4Vowogs0bqLs4cuZEzPiVVXLcLr
uh+HPtTYSfM2ropD/nb3Tl+KEDMhsZEopEZ6M9R0v2ZBIolyVpaIs0Zg3Mbjx1AMAjPP6Bgx8j7s
1L1bPHuykuva99HHgKIFbxRAV+f1FnRKrZVtmvQhMpxAisv8+5cHHRofM34GToMmhCA6oJRcAyQB
IR8qTDELnP97e/15GHZ52WGLUdbBYx0Xv4kGLMFG27RvUgvtE6FVPSgRpkD9yH3AXUeU021BKyuF
KUKOQ4dolvMVXa8UGoMpTnTUhqntR/FGk4Qess/zv1+cBeK4YFWr8PmBvivDd/NeUISPdbr4+fyo
XH5/SvtiGPB9Vf2m1WEW3l6dFY+E9gbkZJEB59PLQrSs2FbjTqToQgC3fGdVs3MGxVc6ZwcOAknc
sXKor0QJ115u5AaKCXkXpmyn9T8p3ZZdLJEhU0cw29LqS9seoY6WbKJso9Ctx3wllRxuMT7/2JM/
iyb6DrB0pDUG5btwrAc/LRUfqD3+bDVBlv7W2EObytRaOywI9PhGYaphMdk32RXIGuM6C6vYib5r
7ghCyKQi5kNCo+lpzNj0SLWByuAXFr3UUJTDZaAp739R4YTlVKoM/ReVk4V1TcxXsJrbEW6TwgFw
xgBeF8f7PbRJt4uozZ4rLH3iF0o7Nf7o2sNOqTvw6EXZXIDIpMl3teXEkntiud2wWTQ/O3zkESMr
/O+Xh6M30rRlWBePHZpx2/YvtpVt6lLG0rPccMhB1hcjK9yLiM+Xup1dizRZFtrtczYmD4VSbQZA
Z6bAYchD9P5KzHhVHgZsMYqKuitmla/1anpMiI5GmoUsT3z0yj865F0fPyv2Nqoe9CGRiPvofhSc
McJ+FTUBRNYYDRDCHo+ynGZJTkLWVmzvYOQWnPKtZj9WxWBsJx1Qt61rAhuSjd2BuZhqppoW78BX
8w0tqeqvns5g9lIq5aVA5sPPqEfQ7JqzX7ed1YoHufqZ+vWyaJiuihgme8JmSj51ZvFLAa+I3jsP
t8WsuHRQVeHyA9QXaOZcQUyWtaM36XC2+pujbe+m9cKhckCLwyeN0QPkifH5nLaWPdZ6HbY7JTp5
VXj/r0fxGS1ZGL9Y1rgTXcuZ2bA6pH1g0Y01BPd/H4VnBGaIPfB8FGwzH3pHZT1pQjN9yg5d/heL
f/l54ZaIssYqjQafn6yTlb8zSWplZW85aA0vr6DfYzFYOuWp0qaK2oS1sXGzbexIsr2S74u1LtYo
RZpE+P5ANmbkD5KwbOUEXP58RzioRZtW5QBEnNBsmgfagfLRa4Npdg6393jpVzUE3aqD5ztS+/ZH
GfHCr2asntpSteqwsA5zavlzHaZWHXjZj9tyPpJlguPBzIdtAjPFxiCmWBYujMhmsdYWIX6NEbit
awRaYZPAK6m+S5TUCyqgWm0pPNdT4hX1xqZjD98E6N+fGBaoj04yfjOiKf89T2n2CsqO4VSyJN1r
fey+sswZd02Gi1mNx1z3x9pwZHfkcsNxQerInSGWRf5dvBqyieTWOCe4IrNd5Ksy+vflhiMyA1Ez
KgcozSOrfO3yYk3t87GnWQhSqE3hPjXF2yxLqCx3m8vABYpWJfh/0fs3TWXWCToZwsppgwqYqVF/
QmAYEKJsbu/3Uhvego8JBV6L4g7wWpverD1ieVYW6qTe68W50zWM9P++LWS5I9dCBAc12XULEFUb
l7U9BtQ4maXm35YgU0P0UWOkNOYICbQfANf36nmBXVYSPysTIsRedtMUdhEj9gIyf1I9zOWTKps4
XBWBxA2Ksx9jF4I30aZ4RocMtsNRdvOs+QOq/57+9fZirW7HhRDhNh1jr0JLAIQM2Xua/KwjSTZt
XQmMLfAjaCx67ObMtJg6Yp0UnQQ1eG5dlM1hApI9XwypaTzjiAT5/8kRg37dYuC4mr0sbL9mnW+S
TcH2Y7tzd4MTNO8Ah9VlUf9SM+T/0aeG6Bv/oMfn+rQMSm6qsVvQsO+GB5NO+oHRdN7UkSHZojVB
mFpH7wxaII1FeGvmZe54aUPDpir6z5iIUp8c8HS8zVolm/Ba+hresIZOdBM9+0toHMMdaZpXShGS
8dCRh7h67tO3qZLk2ZY299EWx10mig4gSL5eOdRbwT+cO0VYpc+auyMy2IW1BUPb3X++LzgABmJb
2y3x/Yy96d4Lyz65RHLTy1QQjr/BuhH4ARChavvp1a43t08lX4HrixfzfEjs8BcGPK7YQOjlnZ60
tjGGqenr5jf0fuDqipMf88/bcpZq8LlBlZNtGwav/1zvRDunuWMBdCsss0O6JfXh7s+j6xUYIRra
3HGlCBvR6Cx1G7OZw7H7nRzqe+etwBrEX0OI0THFAlsS7GjsrZ6osdeHDdhjjPfi7s72/xUApDU0
6cNHLp4aPQBfbYsO4dD81J2fVHKHrKw+9hhLg/l+3O3i5+tpRueEMiGdHUcB2YMRRCJgeRAwBMWT
EmipRdXVEKx0cEiM5nw2hhax/LgOXfUY5feCIGCRTAB/os8SQzgI2YX+MYoJ18xhqRW2YCiG/2sl
9aqlTwI9KeC6UMAA0BRK9tc2Onc0weRkbofWc6N+cSu6JV65tbT327a6aL7jeiDFhtOAJeOPJ0FO
ZEZtwlInrJNQ+xcY+Iq5q3/300/gqB3iUpIbWdl7SOMgbch5LruihiJBmWmCtC4B2nNYFn+xLVAG
nUVodUD8LqaI59hzS3Us2pBqtv/iMUdy464ogO+jLs1zLrwt8nq5erA21UnStiGmQgJ9C0o5ifFy
5yD4QN62i1q+DowQzBdcCwBCm5MC2KEN7WRA3/lrm7425ZN7Vr5UZN7e3vxVZS5kCTZW5EridRFk
KQhOWBoo7N4uelgXapVof8U0AJJ2IvykOSqmPTVzG1rqp64xDi7p/dHRAAEl41Rb0wXlRWCMYcaE
D4QL61bTHNmRGrWHf1p7Hzv7+5cKmRc4Lg9TqChlXn8+RkpRiTPCc7h+52zt5u4UANoqL74vbEWp
JeiAjbIuLOYnJQuoI+lFXjMrvJwx84gkw7L0U1UGiPt60oeZ+aucvjXJz6r+QdXv+fjb0mR0bQvY
Wr7tmE1CQxACEuCYcQ998VS3emWY8W7sQm/0/MLcqtmheZuAxNuq7zYNPPpQ0MfqB2NBNQVDtMny
I4AOkBrCvPvtfVuJkK9/imAXZel5na4YXTg5lc+UT73yfUq/Z8onQjlbjtWGc/Kqp6fbYleuIBxg
4PygBx9hpQjqDDoLo85JAjf0tfmOfjF0dd0WsLafAHRFBRpGw1sCrld4rFRDMTPuh5x2y9JD7dUP
/VwHunnIvXRXut9uy1tVyOJDPUDN4QN81/JUl6W00bwmjCzrtVaizVhN5/5u7CJuOHheINGJrAX3
TNdihjErmF4hswMYFqXaK7LRCP7/i94VQ/CIzBBhIo8qhAbmDGwXJY7qUK2fm8TeDNPnzn22q9eW
tbv7VwxtzJ7Nux14f/a1KkVlRl2s68gZJszYzmap+8k0MDD0OjKYaL7ZglaAdOWIDsjiIuAURFmR
VdrpOHThALS9rwUZm62WvJfRYGx0FssIFVbWkLft6mhFQGcWgoZrxWy0sTk5IBBDhaHhPAWjwqOr
H5IZcJt3v5iwdjCHjzE7XIdCIJ1kTmL2My9pxVvatkHvWvdf5+5HQxAyWXh5iIA4jRaleTI5bRiV
ES6mTVLLxkS5RYl7g35I2AEMGtC7QnzlZTQbS6UYwjbOd8AM9Z1s/KT22aGfvFfilC+2wZivxqrE
/FbuQyjkojz0gfYqakYxRBj3utuFxBkP3xT7XoAfnFQ8odBNgJYqzNKL1SBtGGtzLsc+JL+VZKfK
AJlX/A1e4vrHCCdGmVTBEehqPIHXaO7DMTJ8p/sK3vYgnmQ5s5VF4k8oFFUwpMMHOq9NuR7bqDcq
VD3SL9qP+Z/bDmD5cZTmgGOAWwBDwov5HD727lZoRgn7njwhpntCil9yqy9X6VqEEJV0ZeNGDfx9
2KpDMJfuwVWcF3DQSbJZOvfu10YMOXjs4NDjubzod+/YaE4GbdKQRk0J4sSxB5tGZAbO3H1yvPLB
1L7GrNk0erx1azt+ZhGZ/onTrPjhgqJm5xF78EdgNu1r24w5/lXvl2VhbrrCjXceNWXtsMvbEYDM
2E4+soI0shh/xDodzGmO0zDN8n1s1oGr7Yt5eujd8cFG1I429Nt7vVKUhkQ4eQ7dyUsUgiV1PaMe
0I6zkFBVC0yN+KX+7G/ayttkajVsHRoPvq54xiZzbbSCxsa/NTNHhCCk3w5t2knig5W4Bz+Ioww6
6JgGDoVw080NQ/MJZlbDLDtPFJV5dcvIUxk9usNL0ho+1dRtW//wbFlHxfJ6AJQDfN0HDK+9AKdI
Zn2YmUNIaAHre67Gd6AYt34yuLVPWuOtMJqNZO1XdhuZO+TuQOy4Em3qelXlIKHPQvCU+lPzNFck
SLxDn1gbc3zv3J2pvIB8b2PojxRo/oX21fOA22xt0KuQToGef739g1YOPsaWwA+P5yFGYcX6EcmB
+TNHPQF5+66JD7Hsjbty6q++L1yLDGC3nko6ErbsjTSF33TMJ1KQa5kWggFVqIkQIICQME6tbcX+
0aQsEhI9TCGmHPPJjq2pIeHkBnX5MOp7R9a9vKoEYDd5xIqYRZyRjA08NvN6ImH/M3N3niZ5ta1q
cPF5wf82iJU9Cri2EE/aHi3wwNuUYYEtCAMAasw7bNBOApOCVxP2YbBsGtuKScJ0ehy8ym+tXd4/
47+OeShysvkf0q6rx3Gc2f4iAcrhVcF2R7fdk1+IniSJpAKVpV9/j3q+u2PTggXv7gK7Dw2oTLJY
rHDqFMsDpz2Y05eBrDGJLlxllBbmtnQYfYSnklHLLX2wKrdkR917tNgmnbLAgaen7tG6teKuLIqa
n+A5mkEqXhJl6h3KpKbAQZVhTMKW+YTsGPHL7uZauAGSyb+CZl/6JDRtUTLJzRKCTO3glk/13e13
38bDjtwycoOOXGof+qoTesPf737LNv2Kwi1uk23gONC3iPhl/vvJr6/6Bs33VsWOihFwa6s8G28Y
iZmvjfhc0muErsjRau/VV0nn7NQUJTfxeIxD6HhAs/igBrm+UYsr+SvioppfaJne2ShXxnmE0y70
g5sGHYn4qgc+n6jkvGCgwj+LeX8pT/aMkpH0iY0amaf5Dd3wbjNi+u+to4Xna3oqRTIFVVkLN+9c
VOJSv+/9Yq3Ut7gKRHmIhzy8LI50JEx1e0W1E3YkU2AggTb4eXZnFcfrp7J48MBcIkuEHoyLyj5I
3AsgL1AXjTHU3Y4/OcMduBWvy1iyySCGnKcnANwFUec6DN+oNUarzI+YXaelm24NCL60U6ffn/9+
ct55hY7fSavz4+R9tEC1nCLnGKP9hnlr48feY3hJtbz3DCfSakD8yUCIMstI6rhxcaQ8qX2nN7/y
xMWgIj1QSzTktMXOBhCTGck2Lxu/EaZfGzSqnVv7RaF86DPG+HSYHKSE5GxQyk3m2hR1OZ1ElbNx
6Yo3uaAWHjwaODRzpIc+jvMtZWxohbCy7Kjz8rkk5AfzmrtsSFfCmQXNmNsTHQTic8FXzizoWY0m
AVpDTPLjzVrD9ax9ff77iV6kU1Wh6bjKjon+wpzjWofL2ucltTYGgLgqZP2O3vTZi2z+8fqtWTqC
U1Sp9Ot7DNKLx6amR6uFq/FBsT7c2pQ9K9GpBGkBE7oS9VrMEswoM6P+8/UFLFSazrEKUibE0rsp
RdM2PaZ57dMxQYfAXZc9KtQLkK4vtA0HyS5rXq+LvbQG51Ilu2wM/dT0A6R2M2daWI47h/vm7dUH
5ELQFQkiOwyFu5hANFaNEzeFAuvfY1gAedaSH9eXcaldJjrL0LcxT4ZAV7txrryKWRVtkiocD3/i
a+SFJOG/EGAhCTaz6QJEIJ3ORHpMdKIiOyrlPfGU0M3b7XUJly8+lgBCFQDSkNoB48f5EgZn1CfM
YebHtgm5yQOXPpbN/UTTwEtvX8yccXHngBwFKLk4m2WAndtlHx9jrYiM5MGZ7JXFLJzHmQRpMV48
jbxRIKF4royodDbX92rh80itznNTTEDTLvKSChV0LDs1Oeb1XRGU7OYnGJlBcGyiVwc6hWL5+VHk
5pRqasLLo+jfOKj+vl//9Ze26vzz0nOBwZ9lUpf4PEsDgutN7T601zKElxcbLQBwtMHQY8/8e7O6
nZhzpH064tZd8aqaYZGXIcZbhBbdNfrNj9K5HCnaNgdWZkoLOU712pdA1v28vlmXR43wCjl7Dyk2
FPrlkodnZxy4F5a+Nj9s+wGl0uufX9gmKCqK4bgMM9WGpKgtdXq1Q1MTsC7uV1sdN/RFSaotss5f
rwu6PHQkJeDNgfQUGotJ6+fnEQvmjmnWkmOtvOTtJp429pobsrBVGCEFTwSYFNhbeS16YXhDiTrs
azxE5fdirRFy7fPSU2Hmpih0D59XxGf3e9msYB8u7R9SvkA9oPA0zw+SIfZ5Ved6pdf8FRO9DOM1
yb54/NVOQ3K78QDlDPy0GYOEu2FK67CAVnd6q8leSyXzLVvxHSe6ftYLOwVCK7S44MFAltGSLnhn
Gqndmm7+uge9tz9gCtZ/+750t0uvMxVekvzVnCKz3+X9ylGs/X7pTgPN3yOhiN+vDzs2bNyV7Vm4
Cigv4tkx0AuO4a1SrCY0oeIlLfgrdd+EUvkWBXg8XRsqsbCIUylyqqHOh7zKtJK/Kp5f/LA/33wE
Z1+X7AYza7fI7Jy/gnBjGqLavPkJAmsZmKRmTCRCShkN2Yke5+ul/BVjXAUNxzVCmMUzOPm+dMSG
RhrGrYS/Ohg31wFJHGRr6bE1EdIxD5OCxD0KfK+6ufGSMHW32toguAXrfbpLctmddnwoHCDBXpnr
dD9HzEk/mgJzQ6y6JBFcrGl3/dTnXTkPaOepoOCHQTsfRnfIbuYAPgxlQqPUqzUMGD1Nw3jYFtav
2mJ+bnyppls5blGHx4wDgHYgDG6z/GgwnWQUw+b5a6W8pXW/TsJxeUnOBcx/P/ES2jbhhl4KqFl1
sMWd6DfXN2zt+7OOnHzfsoa4GAdcdTLtMFB1FXd0qWPnv1+ytEVMxdR62KA4C0sj7LxnfusMe5wB
bPjsI1gGfHNdMrY5sXpjBOT7iLQSEDFFdrMxx/eRtUItDnhu+JvnW+QkcZHFWWwf9eq53NlrbfmX
z+rZ52VffyrLysyZYh2Lqnx2TeWX59B7MF6F6IXYuh0Nrx/45Y1EDIaaN6reaBCAfT9fDRe8HbSW
jEceJt/LZNPlweityFhQKnQezSB7VC4Q7kkPeAbuaq+2OvXIypdhiIw1vMja9yVXTVSpo3MF30+M
Y9m86MbKic97cG5FPATCMzsGev3gp83yTy8FnUMybnfHvDgYalzdDWn1DMbhX+gO/C2G6r41m+Te
S15vPBq0CoCqEsAUqBpIZKSjSbROGadEb49qQ/3C9K0q8VXnU9z9/BdyAE5CaWQeBykvrzLaQXFV
9HOn6OOuuzATYWmW/uG6lIubj1WAZVqfnV1wucoxGhlaR2S0AIAj36IokjihUd5qvCBibq+fyY/m
YrH0RqIrs000kIAfMbV7CtI2HBNvXNGFC12bZSA5CXoczFtA8/C5LtDO5Ri8ZQIJR7ZZs/t0fZMW
vo5uUoxJnSEWl2Tcbg1KMGXMxiN6zbtNLKL/9HlD+vFK13U1n/D53n3Uti291Q1F1+3Jr5ex1zQn
hl11+HyjbOLIMm8/XnweRQkQlc8NCdKv57wEuNfWx2P3qBW7Lr67vjkLCnr2eclD5LpNOuLg8xiw
4LpPJn1Kb6UAA3QUoT1YiYCfQqOGPEjDVlI0UBZCPaY18bP70VuDhy6sAQKA3MBtxkWQkXNNMehl
PyYqekqJHyuGP2Qi6Pq1XMWCmmIKJx4LAJrMmbH1/BJYHhIIuM/qMbPDcgjdNVT60jJOvz/LPzG4
Q6d6ZTLg+7W6z9KXvNhM6Ypn+E7ecmbUcRaocM3ngOT8RXMOGMpdNBEb05HF7XSnqGW50Wudh6Tu
4gS2tj4ktbs13fYL3pb+p9AnCmeiVwXzGdO1Y6qkeWCaTDMjkJcm6Op3ma+5zNtWNHECoLDy56RO
0p+IWr3BZ6baKxsdVKFh6/T2vTs53aZL9HyL3B6meYwF/4bo134iNjCCgFZOzbMzeLWvKU4cMLe3
jszQ6+Y+s8rQc0TYGKOwAlvt3Sw08tzAoHgl29AxVg6IlY1Ny7VkixnvPCzVPkl8A8X1DUY7x9/1
IekPZLC+KXU3+BagPD5Vu3aKytoB6lGPA1Ub+G7yqon6hk61RzR6KX5TTU0ZVIrpfGZulW+bhFa7
itEmqBJeH8pinH7GptE9FAn6slk2tYGbakngKrW6qUBhGgDVJV4zl8ZBxYvadzOt22D+QO03wLr/
UHsHjCiFbR4Ho5x6H+xKJBjHwt5jVoj2g7nuQIOSj+IA269ixqUNAjGwzdTeh54OdCOc+HtjEncN
8XipjOi5QWZxzkAABeRJz/BojnqrN5jJ1cZJkClp7eeW4vda/Har/UGxCxlleybHQiJTUno0XlI7
Fql2cNxdrIfl5Hsf/puEeaUn1wozYU0NKqkdGgc9qPmuJqgfrKzi0jScr2L2N09kYNDblGcTZDDT
d8YwW2ssWDoNsLPM7zwuLVyj8+/HIwwDJsJqh8l8wywGD+j7bsU0XIqAlwcRSMPCwiF6PBdRTdxs
yi41j4YJrhXM0UwjYv+4fhSX23QuQzpsgJtFVQGXcNTS0HtOxM1PJT4/ZxWR1QIdsdzV6hqlURSD
YxztQbmvgwJQuX/x+wHjmRkFMNtPfskUs6jyJsZdjeEpuvqxpSsrmPXk3DxjBScCJD3q0GoTa4Nl
HifrF1iy/IrGvmDouFjL/S0KQrIaDbPID1yAgjoTyGJOhHlk7ms/bA3ycRy/uPraLLAlpcLEaqAQ
5nfzohZsd1zveyQ80CNW+0l1T4FZpNXH66dyETvOtEXz/B60o8HPlgFOgmEKTVUNxnEajHByMr8Y
noV5p7UfKft1XdSSAgOFBnwiIIGX97Au1L5R2147GuLDoLx02+uff6+eyeePqVNw5VHQgemVoniu
D6mmkU47tnzwvfE3E/0WRcMgYfee+1Ov76l47NU4UGonKsuHofmIZgFf2FU05Uctf+6b51z8MCYM
8F7xcpdO8u8vwzyEc/Mw1a1rxB5WntIXMfkjQGTdSqy0tLlzSyHaJOFfgVntXAS3B5rRvtLRl7xT
x4fp5frmvgf18ubCP8QFs/GkXXLSq62qw4eBzhtq4BSun+s8GEADSHec14E+8lAoT44L1sQ47PoN
L92Nlv4ioAqJi29FvtOrnbLmf18uGh2oQOCD8xex1UUfhmNPrl0j+j6otAp8uBgrkdvlRT//vmRy
S61LaU3x/VH87g0nMvUmGvmd23QrgtYWIp+eIIZZ9hBkwBcBDzlLJ//6AS4uBfsERBOIPi6oq5KZ
CSJGx9rBNIsXEJO9NmV514vmWzWsMWQsiZobvmAdQc51QWTbItomaVvYoJrqn+0m3tYVKvY13l1d
jz9eX9blzdJnyu1/ZEl5ooIwy6EcspLmi4HbjEnB5VpSZelwkKIH8guzlmbW0/Orxby+N0lKrINw
MD60afy1QYNLi0AXCWATuEAotUreQ55QzBnBe3NIzMFXYeVL0ke4PNe3anEZAM/NM7UQxcgIJkUZ
xonBQzp4oK1WfQXDg64LWFzG/Ixg4hVmvchpSJuaNbGaCctoOWZwqCGj9YdWGVbuyiWuHxOckPD8
R44UdTt65wLhplqH1CVBNiNyMy0yxGuLHkAedV0bjGrh19kXw/10fYULWzh3kELdkCxCw4x0UJ5G
EzRu2OpBxAiVfU/bXP/+wg6efX+Wf+IJJ3Ez2GLA95U2MLzQZEH6+bqEhbt5JmH+BScSnJR5adxA
Ql9tNPdrClzgD7qGCV/aJgMMq3gtMDUYocm5kI6A5dhte/XgOHue7Nf6upZ2yUCDOCrs6C6Ft3r+
eSW2RdIanXrwDMwl6yJKXJ+uFTDnj5y/dwjhToRIIRzpS6VRCdaQTrmvkO98LALHftHEhqa7Wqwc
y8qS5KtTVU6nqcWAY0nF3sntN7cX926VRNdPf/YzrixKplEeK7BM9SMWNXUPBtmm9VFNn3QvATfP
Wr5nURTgYGiRBAwJnOPnhzTpihYbDVMPNvs9Zp8nPQv7odum8TEv+Ur0taTUcMPfMcHoMJQtG7pc
ajAP5uoB3cJhrr6R2S3Bi6O9Xd++ZTl/w3pJ8ZwM/DWq3agHHm81Jw0KGiXmq0F/XhdzqQzvXI9z
iz008OKpRjNPLFRGJuCoo7S/iw1fZCstAIsiUOaEPwD6JFdG3CRWnpiamCYAEbdI3nRsl7Yrr8Hl
ZqGgiW65efwXKhJyYBGDp6A0mDUBS2kHWrVhyrOlH/Lh1lmRc4L0VM78O04sWgVjMzFmT0cNLHQ/
p3plGZe2bJ4UaIDfEpSTwFRLepwWFFymSgWiDhFMPETz1PXDXvu+fv7zxeA2SFzWzpFlkWWBC4+b
a+/lwknAaQdaZSZbnhnFzkUMTaInzKbkOGhT/FYzQg6Z67xxcAJ8zjoMHmZGoYOLBORvftYq02bu
OPY9qj+QJL/rdDXohPKrsjC0dnQ/3Lp85H5AWjlvLtIOcv0li/vC65JcO5S887udi8zefxMg2XE9
V5mVNbV26K3P7aapVzhqLvtCZ7z53wW8//1E/UxuV0JvBRJkdf4gUD9uWlwow+m/OKLb2S667KZ8
S4bmc9Y6IVUwh9d0IhUsD6XNImaiV4LlGJZAhzDBTOOmTkPOypXu1Uslw49EdDizF2CP5foz2PrT
yio97dAlkRuHIK/9F5v89/vy8xVjQOhImK0dUm1L0zux9pgs/n5gZMC5i9T7xcBZVCV43BEdv9/+
6DYfPl7/9Zf3A7vj4obgH5hc+X7Yk8fHKo/12Z+4mwYvGO1t2ydR33fhdUlLTgWaNN/pU9CVKmci
9ba2jLhW8VCN9M7xskjLrbvRdINeU1p/HNBi6K4x0i+u7kSmZMCszK3TkUEmCmS+4t1N+YNuCN+p
fl1f2+WTgl08kSMZMkrsbORiUg9j/gld3pb1LY7/RRB7JkPyvzutbqBokIFkxFPbj0+thqJYiZoL
WcNPXza2zBf7ZD2zTp5c7Iy1Dhm7UT2oQxrOwwvZoyOi1MbYg7GMJsxoQTUhzKsvxfCpVOESvl7f
z6Vzw8BMuE6IypHMkpyNRs0nA7QZ2E8LVnkPqn8M+O3Wpj4taSTmzcBPQxEf/5OkmEVtoSqFVfbJ
E6P7qnlSug918gGMDZFar3i5l3zW2NNTaZIxpsIgw9BDGvqi7i3Mv0jBADGYIoD7FmlqeSesblek
ZehWVaC607dh4GEj4p1qaGGbTV/jyg0aIVbM42Vfxvnvko34WMZNYsxn7bDC97xfBrljDpI+ra/y
XcI8X9VoRNY6GRdP+O/eyy5y4uppSgRupm6OYZmYn+xeCcu0jmK6NrtyTZR0ORsAYm3OcHGacZP3
L2UfFmJnrDWDLT6GJ+crswr2+TgJDAFSDwRD+6g2bIjN/TIrHrWK+GOMnr0Y9LXpeLRyvml4/lIP
9v0o0CNOUYeMURtEKwRNWGjE3Kd0qAKRxbvr92opfYCR6PB7wcaNtmKZYrFPS6+m3qzy/L4oMB5R
2WjmXVs9jhX6SDPymAgU7XLhDyiBXpe99I6dip6DphOb4rI2taH+6qGqI3ZPlej65xcvM9iD3pO0
QM1Ipt5GvVZBJASTxX97iE+yrPVTiop+880Y3pJkDRuyIG+eVgUSFJQ5gU2Yte5kOYx1Xq14FDEy
iVixUX+Xw3Y0Npb2IV4DGc6WQYpcEUfOJGoGmJ5AKHQuKuFM9ewkw87Z4+/KnXwK1obcTY8uUUHx
2qGgndLNoIyb61u68KpBLpYHC4GynjzmEh00SUWyRD108damoZUExtrw8wWlOBMh3U3k0TqrNbE0
pc8DTXwGsu52tTuTID2bqdpVDstwTg54N8CbAOaR7j+KkF5Lnit9r48QQdhrXd+nN6NkMT5zHjsE
rcYFcmSckB7HMc8oRzqB6mE3RcDEhLefNKiWAACd2y8vypNNZyUt84zpkAvzG+t5CHTgr3wVobek
UK6G7mUkrTFdR04h0iqhTcac6aB49569FUrqT2j6u76WBXMPmqW/QqTTUHJYYdTIpoPrlL5SYNoH
BmRrjyxdMThri5n/fmIAeN7n1GMmFmNGSR14GXoYV0Qs5JHmCSsogQIhPZdBz0UMyMcXjelNh1i7
G4d7uFzdp966OR0COlnANZG2nuv3F+mQqrETp1Onw6htq2oLpAqgPdePZMmfBF8tmI8dQBlB0yjt
FVWNGs/ROB6oru+IGvspa/ct0DoddaKuAN5c07dZ3f5ujPrBoWbQVVnQGGtHtmBt8DNQtkZKDvSw
MlJB9TrFNYUxHuyAchaAwCq4vtAF3TsTIOleopkdIMfOeDCBQeZRaX6vuepn1a3EaFBvYAfRWoKG
TVTipe0kdVx2KMyADBukaL7HVqzBkpcA+lzEnCbYy+eW1nO9Q12xAW2WMsKV6cBFSXfCyILCeWCG
skGrqz9qzzbhfmW9qM6P23cQPa4ASaAej3dVUvmW6AxJC9U41PamcX84ZYIE4MZYqeguXCwUUVBu
wnQBVNBkHo0OyMVJMM04UP6YNVVYjSkoFX7nhRegiPYvVjQTAYEszUaWR/L7dRCTGmNrmAe330/k
zW73XAM6jK4hJpZ0DyhPwEAAMljIE1S6mXA+QA6tI9O6rwvfaH00c6zo+NIlOpEjg2LrUedOhwaq
Q+8+O6nw25tZxqHdpwIkTw61B8BlDAhQ2T06bPkahP+SUmcWAJquGTVsAloieaJpn4CiqlDNQ6Fz
dVtbbeWXWpv6KIBmj0aMPBGZarEVdvGm173mI3QsgxqlZd9LurVU8XxXJecO11jDNZ5HnaEEen7X
MosYRaL01qFoHgXY9PNHrVkJ8ZZF4M2da7ho7ZasUts0MYrQpXWw6/KNm/Gj6xVgDLWi64q+qBjA
0v6/GMkq9SxOpkaFmNQEAaXbh8O/yGdir/5KmK/AyZObpW6T2nZhHTjGEEeD/np9AQsuPUjEZrYj
1Dkvg6NUm5I0LzXzYDehRR7MFE7KhrIHjHpcRVcsnsmJLEkHx3rAU4FH6pC3us/1wC2Bc11LGS2e
yIkQSbfathpp/S6kCX6pt6OzcY3Q6WGBrwnOqew42BS1zi5NYHBw1kahPOrOeHf9RBZt2okIaQFO
r6u5IlLc1KRwH9BbWwe2Am7YGsPO/NLMh83t8hwgN2xAnPH6qdLrA/hObbdqDnmNGWI+nG+YbYBJ
hGF9O/YfG6ZhRNxcxwWTvGTknLEcFK8szYMidiXd7a6vY+ng8bThJUDsA8pe6Soyw+ZZpsUwodxX
3rI1MqIl5T39vHQP86K1x3Q+ls6MLIZR4I+uuYIaW4h54Sz+XYF0P9w4IxjWhhXE+RZ4+SJHhWCX
KxEaswt/WJult7YgSc9AtJ/FGDIECFLpIgP+3GsacF7b64cyf0S29BgIYThgb3ofo3duvUCsYza5
Qc1Dyl47BdNL0RocW99141PpvjCYgevilu4OincAUCKCn1n3z8Wh37/yQENkAoigA4L/ye6UMO0p
5iBG1wXNH7pc119B0uYREC5zoUPQiF68+5oO+zYB1xJL+KcM2YzQFcaar7Oo36AAAPeeNv8r3dPC
q/uSDcw8DMOLm0Rpu+KzLX/fRIyK5AeavKTbWbBhnn41mQcr2Zbc9/qVLVvSN5B5wQLos47L9xO4
AeHystQPRr9p8w1KEoyvhHVLx38qQrqjPOl7jhYg/ZCAV30KB/2+SNAXsaJkSxsFxgcNnAaY94si
27mStVMMwlcQBB9YIyo/1Ywp8BqxhhFb0rCZegq8MfDbEL+dS1HT0jCGOgVHnGZE6WTfedwLjVFB
jJhUG8O5eeI2XjMkvOaZYCDNuBjf1JNYsQsNRTEMlUw+d2vx1eLRGDYwQmhbAApBupl6VXnTqDFM
chxj8snJBiOqiipLfWs0lcCzemvlOZAsDzpIgTlG+y28Gjw1gKCf719muoWBiXPe3kpMv50cX2tf
vGmX82eN2nBqV/wouaTwRx7cKOAGkKIAYPZcXg9YhxBV7+5togM5YAJkA8AHxqpZYPisWKX5Lq/r
B/Q+1FtNF+5dprLqw01W6eI3yPqf2rWbdq27twBY1emEONL0AnQQARavH7glwuvypCv9P3mASoAf
D/12cm6rw+AODBvl7t4UdZRT4aeEhFW8ls5c3lv0BeNIZx2Vk7IN0gJ6RyBniPNn8Kdivl9VPDQe
8J+dkby0hfOGVoZvDbECs85WNlW67n8WeSJcPz9YtUEJufBSd29M7hOt6J1Hs5XchhydvcsAawa0
BhXvy6QXE6aSs8qx95b64uVFOJH7fjjo054Vk99nkd72EdG9QLPjbaOtUY9Id/OPdBsRwIwVBgWT
ZPk9F51LYoD0rINlmbLfjldtJouEGRcrSYjFo0Qg+o8saTeZDR7fovPsfYVw00cKcNvE5gc9nz40
DSBc8VDclWW7cQZ1OyExdpvp/rNSDO5ExmBeq8xHkySENDpV7H0yPNQfjbWgc0lVYHT++by0OJVw
tMMl+DxYXf2Nhf/cet/wcsK8IATBMYFx6FwVBb7ek6F39kX5M2/6YMh2lvLruozLNcyvMwAuQPSi
F1tOFFSj1YyO09l75lPrDrM1rn/+UtfOPy85TvaoFzHz8HkjUb7mevMci+JR0esHYZcrgdTiSuaB
AIBZo1NUpk6ixqRjFMRo7yevwSjkxGc/r69FeqKhTVgLGG+QxnBsFCmkN00BU7SVmy2aD8G4jtqh
QP26NPyufDDcNVO7uJgTWdK+iWJKaQcg717P402R1aG1xiF6+WCer0ZSrqSumiGxsRqKtlYnzDF8
ovaeWpAW2u0vd22e6tJ6QPCMJDxe6Jl65VyVJ+40iTNQe9+hd1QQbzv1H66fzp9m7xMn/f18QM6F
K4NwAJgKyYWKldEdGnOMXwBPFg6Gnxv5LtPLNmzwWtfBYLUWwJbuFGV6X33onS4J6SDiu7I2Br8D
393LoAjrThU8e8lzEF/ELjM/05QOr0XejFtYsP5z64KHI8cQkl2HnsNdadgYFDB5JBBqjRHoKUtK
n6AOETFVExFzmvG1zmucIUlMwMQS8iga0W1BedPtOHpsQtfG/CujTtworx26MTrW+5PKknvGGYD8
ztCikux0X9Eb+NuB9Ida4+pLY1dsk+nMizTufZ2E2mwrTjtM9wC4TGnNaQOubPOhxZjRzieiM/ym
K8Y9H+x4b2U1CyYQEwUC06w3VkK/D+Ao950i0YK4NNrQFER59sa8fwScnEUVGmIetJJhzEEPKrop
7YvQRmUB0FgTDVZcLYJiaImvp0kSeYQam9HRyyNpE/iWHXM+EfiaG4LC2M7sLGVb1DF/KAVFiWIa
9DvhmF9Ka0gCNPGa/lhM8cFRSRcosd4EWp1y36207EER6ve415Iwr5VXJCmnX95aFXLphs+ocxRP
0OkJs3uupU6D9ksTbbwvpLMwtIE9WLbhM9386I71Nte625KW7wprm2hvAvYU1A5y7atxas3qNSt+
cZJkkyn5BlWPB+4M/+IZeS+u2Rg5hN4N6e7FDUiV1cmOX0zQuiDNkDzi8Pd9a2+u38ClO46p0iBb
fJ8HJN/xDpPsDacgZF+4xQ8THed+o5EV12lJBtJxkAJ0B+66dEJVo2cqimrKXh8VX0fQXfHb4uI/
VgSlaHj1kHPRlUkJjevRghXBQImBIDG+1kaz9CSCUG5mpUTDHbIW50oGnkUCDuA6fqGk8Qt18kGv
HJQOiGGt7fUDkYtcf9YCMkGkmVAPRhh2LsoryDAORhO/oGN/59FhC/vzUCIPizKOr1A1rLMeiAvz
jTXZE+HqSoLrMl4AtfqJeMk/auO2TYd0gEEe3a+TpX+ykmbbd2tZoAUnU3+f7fg/pXj/+0nOXGsz
E35Mq+w7u7T9GNx6oHhiu7jxPuqiPdiVE7b1eGcPMG+KtaIvS8eJXNfsD6COfRG4Mzq5VuqUZD84
fEP5W9mwiI9vdFrR/EU5SHYhc4tpJxe9SWkzGK2aTWQvchB91x9BP+S3ztHMv1xXmsUb5oCX1ZhJ
65C8OdeZcuRlbQNEvic8MtgTWxt+vfB9PN1zxwgI0mcSx/Pv40akaLD2yL7NjugyzY7Xf/6SzuP7
wFQC5IHWULm6miqT5+YkVfYw5jo0ojOCXDHi+wkQ4KfWYF2o1pnrY8JlvQP6QAvzfnB3qKevIUwX
FwquAMSx2MsLKs9+QltwrjNoZR06T9Zam9w7JEpydwByQ5UfGTYkceSMUWFWvTEYBtmPTVJGempP
QWF5yITl4OigXONfxj7PQz0X7hY9b+Dp6Ajdlqlq4Y0lyc8GTsZmYHEZOLUAjYbW8i1YNr66VeyG
TCPwDBgb/axQMJqsbH+nnvWQdtavlrXm01TrbdjRFM151tjf/mBhZdacY5hHcMnjc02h5SlVXbJX
QGRNUiOKuXNQ82J3XVUWDwhmGG8WKDYwX+dcE+Gl6pPTQFMMl/gFp4FYESDjJWf7O+MQ/1+CDDLo
45L3XEmUPSF9mDNADk0dvpLhvGSTFbhN/tDWil/pecgmbWs67UtnuQ9j7+1iO7+zrTaYiWzdoX9C
WShiWbrTsjX+xQUjDV4LuAXznAIX/z3fBc0SgsaaCzUtn2w3RE7QF+OKo7PgV830HKoH+gyEyzLb
G6+sfixVTdmP7ZGoH3POQ10V/uRh0Mu4YgAW4hq0DBmgLkMyFZGt9LzazOytPOXxS1riVMUPxbXD
hG3bdDsqemA3d7crEeS5uOFI+QFncb59tM1FDZ5UZT+MzxQokp/XP7+oQgjOZ1QFQltgH86/jwRf
UXd6r+z7wdIeFGKrQWIZdUBLcA/RCY08WePph6mo6CNx3GZrTg4P44Z8QRQbh1NrkChD5/Qr0Czk
x8AdLSgzs/N7R2mQlO+cB7MS8Up2dEmnNNDGwQ+coV2yHy3gW+o9x6Y07sfYRruMDiQNWYPDLryI
4Fn/R4rMDmuNCmNlail7VYNiBfRb2z9QupLBWhQC5iwQcc/JZfl8G9cS9pDnMBK15YUIMbOwSTHP
FVMWtMgV1RqUZumqIDCHUUfOZ0bEnZ/3hCFqiIIKZa/Y1C+R0u2935w9NwJDedWVq7IsCxlIYx5H
igjkXJZhJJlXF1ibMgdqbexrWRsWk423AIzK3VqJY+lmArnzj7j57yduGsd80NLiWNpEMbRc23pj
4zvep0Y/pJXuV3lw/eosigOUFID1GZUkF7iMXvNoXc6hQg7GD1hQjEfxt6YFxsQ1bOnCRsLSO8gP
IWyY03XnK7PaLqmEBt+sTXqwYKTfOmJseyWNqjpFcW1aMacLD9epOFnxqz7NisQd8PJPPjjB2hun
u83P1tn3JR3kTp05o43vTwX8JD9bK23KZCN/BIDf3NMB+0XFS/YBmxksmbdYQG3+1J0wLvxpa3Vw
TiKY6YT5aY+nr7cjNfNedSq+qVnnWxqHs+F8Gvr+UZQlMJbpyl1f0BgsHM0DsLMo7Djzvp8oqD0O
upoW8Kgmsukw0Y+LewVgKJYkuyHOAJBZq8kv6s2JQGkftJF2zHBVsneV7sli3n2eY90ePKtxDCdF
W7kR7y6h5DKCaBOJcPTtY5iTHD0DaUJyNvXY985CQ2jePhlTjsmm32z+WvgClHM92I66XTmZW6bj
3ONybYbM4h6DJQgT0EBFdZFEHZUmAYPtHMakxDeV53YA9efGbvae95nnK+/QfO8u1jtPC0IEDH5O
2UWuSgBk2RybAfASmtyKXO0xHn4WZuoT2IHMDYi9Eqa9D2W4kDm34mLwE4ClcuVT69z/I+28luRG
li37RTCDFq9IUZIsoor6BcZmk9Ba4+vvAs+d05mRmMRkj1mTL7SGZ0R4eLjYvl2euqL2X0LztRgT
tzSVfQTnx6yDsms9a/xqT3cSNGL8v4e+c9ye+YblFO0apdhJebNLssAtQmK8+V1iyXuHqZq1or9n
qOZdMd63dE5ls7Zrll5i/14a1F2sP1nVUyRPvBWhK7Uw1meu7N/ZxvuYLEkwvI+iH4Z/byRMBv0h
OV8m42GuHsJx2F+3uH+6ycS1o16YXOotbICgz004EGz0kf8SjN+b/pBNL7TnulY4u8r805xyt1Pu
VbP/IBnvc2AaRRKSgZgOKmSI5SC7phxD5mXfX/9Vf9idL34VP4kaPvwHBJ7n19rX08lUMsV5MYN3
o9rux+6Lg8efKLQfMbd6miXQvsdyfirK75rKmzR1rl59k+R5Zxiw88d/BU2106NyN49e39p7nWl0
zXSc2t9+/OwU+t6vtnIaf+rVlz8aHxathVRWdMtbv7K6ODYYoMyvyeMSJgIqDsHvfJj3qvIoDZ9z
vSXg+9KW74rMOiTaoSfjpoZ3mnzM9Jj0pQZHynfDzJkz+KRI6V1av5+tj2V/1+svTeE1zudBv5/H
732bPpj531k1ktq178tww0VeKXeqxPrU5xfMLn3qwvNo23Peho2vU6dmiGT4Xmoes+Rpqj0DlY/L
z231S48eKHTcPOJzeWl0TDr4M9pLLChFzs++qaeh7gOgW6b/oSvfld513VpxdCHjwjWn/Z7UjKjw
epP0YVdWxgskUu+cEXZNkwzXfCMHwn9WoS0LWFJ5F00lVkOaraxq4wUSun3rP7dKtRFyr7gULOQf
CcLTN0J42jdNZ7wAGQ4MhldpX67v1JoA6Jfp7kEKGA3RNOhmPo6tYbzQy+W6VpP+iwXYdL1wEMQE
F+kxLYdFooGD6SWDO/Q++/kvfv3J14XtqevG0bqWr5fVx1x9bzdbNfmVZ5GcMAm3pWsDpRW2x+km
rQ/yynwpe/2dPnYv8Wh/isfyY6z6+8kK7kej2WKtX1NeUh9AjhhZBfOFdn43QJ4OSh+jvH3c8Cg2
TP8peubQ5ww/2TidC1Fc/GVyGC8+Lz/1jnNRsUkSJKq61JO1xzoHp3ecuw0w2JYI9VyEyhjCvmcM
ghfmU//QqfTx1YxGeClUewtWcOG2sRrSl0t+AYIiasLnouagyOMgRJQ8BPtqaO/kOLZcxyxCeh60
vzvwnNfV7yIIXQRCgsLEFnrkmHlzLlAZKkPznTLxkuhLaD4q4Y+aCxRt5avW1gV4EyJqnpzLEW9M
MFCzrnMSD9RGfWzD7FjazZNdDj8J2+6N1vp9fVlrR6ZBmU7WnOTTBYaqmrUh8B0z8ZrJhHUtTD42
gf5SqltA21U5zBkjNqM7gP7C8+1L1Yxoe54Tj04Rt25wOH9W7YZ9u7jAHJF2IkNQvzgAJR77cuIR
If6t68GXWTMfQT5QW29/qkHxHsiasXGr1mXqDLNDJ6BXEfWQusdUjHrCO0pvT/hmDiUc0N8phOj9
E8TxG+LWt/G/4kQWECmdejostATePzhGiA3lvmKu4b9QCni5cNixTRzZoqQnQRio4SDp0jr1UjXZ
5aPlGZPjzcNW2nPtSgGpoe+Q50i7uMODPfmKFpcl48Vh6taD2fgSV+Fd332MfEzudUVfFWYxDxb4
KO0EIjJhMvIgJT1QeFNd7wud0lQRPThD5k7SFm59TdTSiQXOgsnGVHHOty/VSy3qsqb0ugZrNHye
Cqjy5p+ECteXtKZ7S7f2wgKngLwWjikzii7RNKnwqjRQjlKy8K7OBnNZlb9NNX7Da32WW/3GYed0
KywO5FKYArVMS5FgCEMpbmQrRmqrPivSs7ORALhwUoTPL5t7ontlEnV5VAWlV7lDvN8c1b52gU5/
vbBnZlw0klrw6+3vRUXc1o87c6PkurWC5dhOVhAbddqZywrm6CA1m02FW58XLM4Q63VW00cAQcu9
9J6G1utKtfzvZ0EP+0+HGGh0pggsTEDnv14G3dGDVS69VprviuxxHI5l9jUuXvPx3lDvqmlL4Mpt
4cEjOqFfAe/dWdZ7sl0dxMh5F9e5l8sVYN02kJ6tpKaJvlClfTDRi359gavylqY8HiNADKLnMNZz
4VfdiDznGL9R/vyVb7Uq/Ik5hE3kHcI3MQEYXDZ+GpMSmRKcW15m0lHvQpEv7Qbu1A6QEv3iH+pQ
OsTFsJNS51ObSYfaiF7SZIL6ABDQUH1QDaqGZaTELma6+1jM8/jU2WESQMMQlG8coQLFsZ1qD8hh
hHZJs1LZZ/JzqRnRvqxM+VDmUe0yyTt48HN9cM2mi56CMPZ3Yz0kH5rKDNw20HzrofP7+Etehxxz
sTMDfZ+SMDXn+ZCTOuldej1T4u/AuQ9leX4mkpMegNz5e84nfoExIFeO2qCRuAa14VKH8GNXrbLv
g90pL3KlfLcL/1sZSVPDUIEW8GGUyIdBstQA0EXTQ4dm6bmrxfZvRev9z5okq64zBqZyIOL/aJZN
8pqWeuzJSuik+9iMyBvNYf0QK9rkhkqgPNLk6f9wElXt3S5gDqiUROou1XPjMUutZSSoUrsK4x7e
Z+Ok7YciGd7XWWaxL0O9oVsrdxNcIjWXJYdJtU28+lY/phqBFQ9m9/wra5SNrPOK7tJJCpCIwj0c
HSK5pNHajIsw9MwL9MKN5u9K8i4aHns28PodWbGSZCi5/FTN8QDEUCge5q722yj30gma7+S5rG3g
GxuojZXN4vEnFOGNJNrSBHctVDS4P8s687LwwX+zpq0s4KUho78boPxCeUc4KrzCxWTMjVJJqWcF
n4bEdyHfP1zfpbUFwM1CKzT5gMvEBn11ciSFee5F1c7oPptbZdSN74ul6zKLpszv+b7uHJwDucf/
r59vCC554CS+IU983noC9d1u9T8vD4VgA6H/oQ2NgTpkfsSHpJnSoA6TMvVms9s1ZfegaS/45pi6
B3mTsHhtq06FCRfPHlIjS5wihV3iycacqG/X92rt4i1ANPIDcP+Q5Dh/pPQkG00bKIHXBociadwu
LtxM2RfH62JW7h0c4bTQ4HzLkKQIR9KHrUbZJ+NKzMFeU/IXvTbu/VH9/m/EAM6h8wx2IfFocBAr
ydCjzAu1zqPI4A6Del8aW8Q+K67EwhpBhI4SXGIrA/pusmUwmzdJg6s63cEc4oOuvAvnFzOGMKUf
XH+rH21FEZYjwscnXwvjmuAdxXqOzilF7YUfpCyn4am4/dIvw9EXvhRIoBjkca4JmRXXtlUUlaeV
JOpcY6tesnJtDI20/cLExKURWXiiwtGSpFVLz1D32evr+Lke91sTjle02QBaRtcZbUTg9oQ1VHqn
pHHqlx6sjG99eWD8FVhUyXbnG4mXlmABSZA+otX8LYZCVq7oVcz0K2/Myl3HH++6Jq8d98KAvPTr
M71OLNVPDUeUM5nAm8J0N+3HaWurVgUw7I/pYHjEJOrOj1uWsPDgomuPQlC1T/lz+wJ4zwkUMV+8
68KNT5XCsYasZoMs9b5rw6OmPFyXsHbYpxKEZ7a1KqW2g55wBMK3wFL3OE0Hqf+L+RLXBa1tFf3s
jkM0T5ZHhFKH0TzVE0yDXvCjCu+dLXaf1c/jt1OLAZKBW3J+EpbUB/JkmpXXFJ+naqdaW60+WwKE
o46HpOxCDQF6dqfId/5tE96Xq0C9lTwRLT5MaBETEHpXZbpZSaXXRPVvrcGrV/PbXR48f8aHLGUQ
7IegTPT6zsCUhtLTOtDMIN02TnhFlc6+L6hSo8hd2KZ8fwibh0QaPpG8OZp+dE96b+MlXDmMM1GC
90YfLsmhEFFT7cpMHft0XVdXHtqzzy/iT4LOopvVopa4FBYjU2zXpyy11Xy9ugL6t2WYSsjwi+ct
RXUWtoFTeLpZUGYH0iM5041zQBalIucJ/pRhPzZxh/DcZVYnFaZfcCJ6dZib5nuj68euzQ5+ucVn
vrqeBfGPZlFGFLNNymiFoHnt0ouT5/m+SzZCm9UTOfm8cPtMuWKmqmny+SZ5sORDoxyGOtmwhVtr
ELZLMbN+JAleenl2tNPjcH9dqzY+L87RJhoYqjS2Ss/Md7CcSlvAjbX7R65Eo/3NInMh5mVVvy2T
sEClqryP3o+N+kuK/OhDmwTyg64N88bjumy54MHjf8jgxRammguLVTRTP2pEmrB45sq7ubXCnZr0
jptNnbVTeKz2fhLZ31MtUrdwasJOUoGjNX6JQGELtMHGLdpycj+HWSoUXWsAVerPVvne2II/Cdr2
v9/HIpOgWeBGi/yT79dMsszbTKZDW8n2VfjBD38tPerX1UE4rv8IobIC8o2A/WJ0Um11qpQPJg34
peHS/bPXfPmoJ8AYN+7OmiCcXcItriY+hLCapjedyY4gEuh6AFqJkXxSB7VxVYWpHVqitLvr6xJc
1D/rOhUnHA4VZDPOukWc8S20P6XZ0U+Pef9Jc75eF7R2SuTRcYeZcQTBkPCeKfBJJZojwUnefbWG
7/58rKONV3l96/4RITxplcowgLlHhFU/RM6hnB/05kGJ7q4vZLErJzfpf3fsHynCa6bkjR1nBTvG
qK55PAZPdCgO1h3wK+03/fv/QhhKTeMgROt4HOe6XZaS2moS7ANZ1U4Pspkab7HcWHBNZcqDMTrQ
7lbVYO6hyIxlgCmjtfEDVveUbCamCqDpBQSpsu3ED+1M9ZSge1fVyV9j44O7hwDS7f0tZVzVkRNh
y485uclBRXFpklLVM+pD/Xce3xdbybDl9lwcHhEGJDLwiTKU9lxCZqRz4Sw0Hb3xGkXvzWLjUVpf
wT/fF1aQEoAXmRyrHoBBt1H/rvP76V/MGKWn8h8Zgk5kUzw3To+Mxp9H2nDnL2i+6kZF/+W68m0t
RnjGexrOYsXkPgF2voPxE3xhv4+kDQ3bOhLhHa/CEVyGjhTse0Q52br3c/vfGFUK8TBb8ReNBcKx
95NW9kxaRLH2wTtJ3tXvxm5jHau7dSJD2C2L8buSBOidoQvfw/HYKvdd//tfHIixTB0F16JedJ6m
Th4kSsFWqelj7n9bcJfy4G+8dKvrOBEiWNGyVVOl1XzWAXqpdtx4POiRufHsrB76iRDBiMZdFWWa
gRBV+mBBfHo70Rw1aPx10juUhi6yIn4j9/E4GBoBJq0SPwaQkNeP4nIBGs4UMzxISEPFKFa6ZlmF
IV5SNG98mmmSzNsbkxU8M5hcpmxAI4H3ZIszkX1lGmuJ+oBnxPLBHpMdmbbrS7g07ZQdiF7lJUEF
t7t8fimqcZzhLACgppVT8Ewr+CcyP4zxSItXp47urwtbbti54SV4IslG+yr+IC1858ICf0jMBICF
V7X7OflWzxiSnRx817SNa7h2MNxkZIDhuATBgFAMnahudc9/B1m+n28Y+PXP00xHThd8ihgJjq3a
9EYMzZecPIG8i5q36/u0+n2Sa8DrGJsHscH5PtV57xtSxGTLZtql/R3NHNe/f3m72RdQGguUmvHL
YpIttNLRjp3Q8CoLQuP7yGSczu1Xg4YxRoySuKBiKmJEjYIJTRWzoTwlG5WPZeQM36Ux3GJC+QOn
EzQK7xgil2UOJI6J8G44OZWitp0UTxodpgiRWpC1H+No4Zd8rgydQm12V0ePzUhbB6Th5d9pt3GB
Vs4KVAhj7wjhDEiBhV+g9FIZGLoke0dfl++K6MZq+mICTr8v1oxmmBs6WQ0VCiHTMWiaw5iHrlpL
BwDI17VibSXQPuqMcIE+gUTHudYZ5VxLRc7bpTfT4X1XjYebv68CFOP5JS9KY5/wpih6HhfRkGie
ZH/rvW5r9svKzwcISS8kjYMMZ1OFg+gsOVN0UHiezZio4bN+u8cFyv2f71/wFwdpbpm1rZEr+z0V
zwx7oax9d/sW8aDQ4keUDOOKcAQ1TZahoQwamETTjcj9bEWwlzcf8AJM5gTj2BWu//kZyzS8t20Z
956UHjNmGkRuFOxvXQMioHZdEksqXT+CmxWEftqXejhAtvvJD+Nd0244QJdPFgLYIfjEQH1RsTlf
g9XBRjeSPfa0tDjySO2qYt9Ix9TeuA9bcpZ/PwlESkagKcmInAA3vpb2mlYefeM+26x1rh6KjRNB
cZ7OBDHP3ipqlo6F2jOKMd/Xrfyz7yxXM8Of1w9mS8xygU7Wo0J8ORmx0nt5qx81UnFpWfxla+mP
62LWto0JjBRVDSqFFyVPJSf2n8uu8+LYs7SIuRkZLFjTvqlvnwy24AzB/QAzIlcikn4wNrc1W0tr
PcO8y40PvXNvBq1rJx+H4McU35y6WISBM6RnFe41kWKhMdoE0LfUetV8H1oeXEVas/GUrB0Qd54q
rkMx8oLDnoydmnZV0nlhrLul/Lrwvdvl4frxrAsB0U/CcelZE6wwqKEikXW99Ugs6eOeBirD3rAA
ayIWrgtcb0JUMljniiaHIKUkHX1Oy48tQKZcftG3eJDXtMwmU04AZCx96YKMuKbiSSp9wBonj1ap
v3cK41j29b407IfrO3bpteJB0sUBARb5goskbUSzG6mZdPTsuXOt7GGIDoaj7rXhI5XjDbdpbetO
ZQnxo1877cDIntHTh0+2/bkuIA6IPl5fz/rWLUoGeQ0TiJbfcGIHwHCoI51Qg0dDmRIdx/ixnHf2
VsJ3S8ry7ydSDCXIlbhFii6Nd0oAixaTGi31vdzchi/FQeJ40DOqxTQJE8acCxqCzglrrRk9CGTd
mbxUOm28yquHciJBOBRjLJ0kdurRq7WfY/Hox4xc22p/EClW/iwD409ZCa+cMr6wX7nf1nY65aPn
x18K6XOmPs6JedCdZTw7PaNFvpPUx1p9rrtqY3nrohd6fGJxPPaLKmNgh3FvqYPXmOXX3tIe41x5
S8rqZba1g0ada6q0J0bG00zIeLLZrL9dV8j/yw8AMyZDa25fpIVL5qL3g4qu2PVrrv5W+n5fZ8dK
epC7L3Z86Mr7VnnWtZvzQTq4kn+kCpYwn9qpyUykTkbpVrhE1X6K/gqMDfOxdhFOxQg+XRWnnRFP
5uBV9lcz/1YWx5L5FNbx+h4uj/d5IHS+GPFxnwojpJo+eI4Vu2EZueEGxGjNCjJew+QNBMVykYSu
6U0I4mlASeq43Mljsw/m9E5y7EMkB98kK/hyfUHLpbpYEGHd8oJQbBWtlIaFmkJ/HjwfClC1elCy
wu3GB2VQ9zD0uemNMKD/3L+FzsuE+oeii6ANTgZiVQuC0Su/xv4n3dxwvpb36GI5J58XtCClAcLu
Cz4vlx/yLtxDIxLCr04xyW2BzDowKEkbzVuXireMwCTUWgzkZbyl1WFE4jagXl18cgbV1eNDFGi7
Mvp8/aQuVW9JhMDWRYZqAZkKqid1fd7BPpV7hWtOwc7hz3UBl6rHx6mCAdrBpwBeem7h51DNx3ie
ci88OsrB/O1MVMIO6YYZvLTyixSSOiS4+E/0KBiXG85RjxQYIl1XgxvkRigbKnYmQQzli6RPDXuR
oNjHNMAp3tinlYMgpgPbtFAOkZkSDiJsAKGUzsw+xa/ZTgs2skarx8ALqy+tUVAOiceQGfMQagOf
t2CwihQ36b9J0l5x9iAv9tePfO0wNNrKlxFjcPWLt38cUjhIwiRnvt+bRRyRHxjmcF3EpYGB/pcC
CuOwKEgzSvtcq+resJKwHwpPjpK90j0281fDKgkfukOUHyV5Cwq6tn0n8sT8QWx2Yzmm9IhX4Noh
GHULI3rTM0dx5TK7D3J6bK8vcG0PDZJ7C6SEl11MJrRm7ECtK+deLEdf1DHGQYp3U+rc/PKQfSP3
tYwhApatC4ZTj3M76yKL6z/n7sMUbmUSV5dBJLH0UYP+FqMJqZ8yOxuk3AMww0QF65eSw9I0+sMm
Rfpig89tNCsBCgqhJ/BDdu1cI7RRxQSEMV38deq25YNUPeTz5MrmeNCke9N8gBd97hR+ROGq40ua
H64f2JqGnMoX/Uw96jp45grPTMofta48Z9C7usAkj0Gdf9BzZwNdtraz1JQZmUY9fmF9Ol+vCi2n
3UwBVMXpLgc31SrTfRX/C/U4FSJs6gyzXQNdZUM30F6qXP/1+p6t2Dx0Agge2RMsnmjzmknrKEFn
tWe4ETWqLTu0+nk+ri7pLIBfyxaeRDF0qNSzn08lA3ECt+m/FBuu7+r3F0Y1iggAqx3h8tSSH49x
zff98nNGy/On67uzcsILORzMMPAb0P0l/HzfV6ygy2JwwV14NOX6kEAWvWXY1tawkOASuiyPtDj8
CPhgU5EmA+gV/Gj7yG3HDUdmS8Dy7yeHIPeN0eM9lZ5qfqn0347ydn2XFj0X7v3yov13AcIuxU0f
Dka7QBMz3+2Nu5FeKONJLr9eF7NyvcGKgk8CPkjmVUzzFUPWF+1sFF4m14wWrfXKVfOQPmPti9/b
X6Wg3bgbq6dPawOzSKBZw5E+3zf6aIq0tZXCM6CpJllNkacKrCfJqW9E2i6eDROKAD1TrKSJXxxG
NxUQT+ejWnlRt58+5lvclWsKoGuolkzbD72xwgE5fpJmtsktCUqlfBynbHwtuvBGaPufRZxKEcxh
Hk69z+iP0itk6TEZ9Hdlt4UMWVkI/fIUQfBimaciQp51EwhsH6itJ38fm8cxvzkVQtXg5PPCAzJX
GJgw4vMd9IwfZvnuugKv/vqFbAKw9pKnFu4hvLAkdCo+H3zXu2+aFLrXv7+ir7zhuGLQmYCxE41h
XNpSFU5p58lMuJKp1qfF3tpCbq0tghGhAP8xidS+hYK3FclSXw1Z52VGuUsOftRseOEr1oTK7dJa
RLyy8JSe37qiiLKwM/zWm8ynsXyMxqeJUWf6/va9AnGzMLMwAYC6wbkUp22qIJbYqwm2yiD/BXRU
ZTbYdSFre3UixF4cphPD2wNlKcyevWqMr9Wuyzcev5XzZogdITczoJZ7LejTyADLupOVxpP8u1jd
1Vtw163vC2ZDKWU7Kwy+X7aPkvNx0HZzuWFiV2w6Qb0JTeEyYf3iGFTIHpXRTlqv4YRrZdrr6tcm
fx3z16D7cvNhOHB62OBOmbh8keeUm1qhybmsva+KQxvnRnB3edTADOjyACUDIuAiBdc1jtGqkax7
TK9p7v12w9Vc+TzuGU8Q2GNaK3XBtiqzapRhPmpY8MCt69jdQlKvCuBpMGHyJsoS+5I6WWIShjEB
LQl+Pfbh37fu/X8mOwJeob58QQqS9lWrKHFveNO7tHnvlxsOyMqPXxBKtNoQ6hJDCYqqa7Q1Q02m
0r6lHrV8/qxYW3Qtl1YJsmyi3T9Yc67cosgnVznOjSbScwW8YO2Gxq52IFu9N27kC8IWEf8t/CIg
EwGYiH2IUxS2ctYNimfTVpmah9iSj7lp32xhkcIDylbJmCeR9qrSq9H2pUoFvjK4hfUgTYdy8mR9
I+O5tmWwnGHEYeLAsxWsXxGY1sQAE9UrlPxeNogEabh6T46Vydz27SPGyazS4wgIHoNO89j5+dh2
EKaS30ie5eb1l9D/fF2BL00hpHfQMSy5ACjc/2TgT46f0cV2pVSl7UV9+6mjeTqvNddRpE/Xxawo
8pkY9XwVUWroU2ZVtpepBfSEbj9unMmKAJP6CDnAhSXqouzXmS0jVhQuol7/VD+qycbvX3b5PBLg
hgDn+5NFI5YRLqKvxaqZF6rhZenPoD2WX+XieVSP8nyMxt83bxXnDf5YlakbX9ST4R5voqTSwGAd
5OAxvrFzZbmJGEKqsMucXTL2gpszG1o497JkernqxtRPtrKlawdx+n0hGWhHcjzJSmR5ylvtJ64d
bM23Xrl9uDUkr0CPLZTXwlH0TuPkVhEoXk7jzVC0MMbGblVmUGzc33wSwLbwaZlsQJ78D1v4yd2I
EylrprKSveYx7j/4WzztKzt19nlhp3q1iiMpaWQP0k7fjesNY7j1eeHKwUxUy9nI5yNjH4e7aIvU
Ydln4UrAuQpcAD4EYDdiebWKO2OOg3j2su61Mz/oyfcxvt04wXhEVhnPf0nyC0c9SWVfSUUN2Di2
3YapnFBH6ONGtW91HcQUeJuwSRMOn5umUJeT2UxjBZajwE1Gb2w06Lg/XlelVSF0hfL+AROhKHIu
pNTsToprX/bK7GU2fsH1AI/EzSgRGuEpXOI0UyoGTncuo4sbUoQGgEBTfQyS1jXml0HdIsdcuX1L
ngImKkohXAxhIWNW+bGfxDITIn4X6rMPoYcE1urT9e1a0d0zKcuvOLl58mTpdVGFsqcZvwr5Q+If
r39/xZzD8bAQZC6kFST5z78fpjGw8DSXgU+/6vFnqXlwsgcNgu/WqNx8q/NobTU6jg8gR8LKizL6
wEw+C5Y12WPQ1cEaoATutpR4pVLOTOalC4ipCFTKxSKV31PerbJa9lR5+qse1EOXwbk8++V9ShE7
NKp7e9QPZmEeVPrSal6zjZBwRcNpXwDZB2Acf1KsxVXDFMuS7sxeLX0ypnda+JD2D9dPbW0fqSaQ
7qdFbDm781NrI7+U8kCdPTO2nrW+fe87/UYstabewJ+XfBKe5AXAWvEZAlqni4jqLzXT3NLJ3WEy
KJFuXNZVQeSPQSgtnrdodVpOwSirAeMvM4W0zC3dladxb0ZatCvL8fP1nVs7HErzxNJLd4glDiWz
I9gZbLiiaHiIdkZPAiV686Nwf13Ksv/CiwC89h8pwotjF5Fk1Ey+9DLJeJcVndtCsG70P6SovTPl
DRNxuaQ/rjd4T3gIaBtYlOXERMDMHdTRGM5e3JVUypWdojPKVfp6fUmrUhbyj8XZhyZNeBz80KSI
lVqTp/hSwGDj+cM85EzzKoKNV0gcq7Vkaxic+l9JFzVgOZpK+vSQpKhulr351hcn+21EH5sGfvGO
Tr7w/yFNcamGNHhAYIbJ4O8Lfe8SSdbTQZ1o/HW75FB1cEC5TMu5fReXroXF1BJjiEG+r5ojXW8j
twqmsnSaCPQ/OPHP60IurQNLOREiWAejqxoopqbZkzqZ+VPDs6E1Gwq+pg1/HlcSOsDURW1g2H03
m40xeZZzl80v0vTS9Xc3r2LhjVjGNACVpl5/rtZzQn9VEzfF64td6y6ByIaZXtkli8CCrBRIbwyp
sEsM8wNp7ITFq+Hnrq0wh3bjrNcELENASHSSf7TExgu1NuKMKDh/7dL9lB/DjWu/8XkxS5v4FdbU
4vOh+imYj2b48fb9ZxYWeN6Fp/QCpByNNVx8tpK9zi1MRtR0iw3w+NoCiMD+dG6RTrMEi6IGWVpP
QZa9Jm7jfy2Km+NgAB7QpjCNjZ4t0vGC/sh5admjXL2qub6jM1zOtzoZL30nJFjk40kZEWuLr3Cu
j0qrFEr1ysCsUHYL5ylWXDl7zmMAsBuv5OVmIQvc31LagYdCfLe0PhrKQm5rEM/P5fRUzfXN14F+
AUjdqIXpwLtER1ANgfqFs1G9hlOyh8LRDbew25eP4iIBvJWOdV+SX+cH0rVSPjNJsHrdN857x9l3
3c50la2po2sbRRIVpwi46yVlRyZbURMMTvmqZ/Len50dj8atF4N1nEhY1OLkvR3tlCrPiIS0y3dD
JO+HLbjp5VuEBMqFf+YWMEFiWeOJBCezjKRw5PK1Sh6zAkjafdM9tjeStfDOkiJaUoTkm0mpyYKB
DSawrDPX/LVpyyNjinJjK7hYOQuEMNgG4MsCtBNMrBXG4egEdvWqRZ/y4kNzsxfM9AMGVTjQ/5A4
Fy245BezkkZR9jr5H8Z4l99uoPg+NchlgBwpx8tQtW0tJ/XT1zas9r7BLGPp/roqrRw007bIqwCp
W05CiL4UI5rNqTXT104/ltI7s350kn1abTxEK1IW7IrBvVtwYs7ymJ+ok28qaWoPff4quUn961fi
/NwyHqsSIJkmPQFZANbwXILZlUUllyMnoT2W9o8w+kh3P82GG9u1YnCX/MeCQbTBH4lIloQs9GhA
0fkqGclzPBh7adD3VescR5n2a7dqvl4/nhX9PZMnbFwaVn5fx8jrw+lg6u1B3moBuPSjQPBx0cms
LRz7IidLL8fzmIxW/upXR9tnOI/tVvrNjhQFY9AzCxE4ALQ/Y1JOjj8oFPg6faV47abvqvqLKZ3X
d2ltDSBzHMwV087IuZwfvpJaVpfaav5qvWmt69RPUbpReVuVAAM3mU5cGqiszyWkcLOOjV7h6tD1
Y0fRzjGY3BVv1XLXtBjc9v8RI5KzVgl9VLWBmCI76PkHKX6j9WdrGNaaTlG7p7pOHZ/Es3q+FhjM
Sjtrk/y1cn5lb91WD9bq5ymPEaNx53mlzj9fp70FxkFGoRw8kiE9QHq4cd4rARoKRac9qruE7WLm
S1YryW5iJX+1ZclVunvD9vdB+SuO40MmQVBM9WcoZbcct5i/1vRg6Y7FBqwxJNlpmNfNbGSv5fxL
cz4p1Wd1+n1dmVecFOw9zhywAVCOYt+6HkZdkA14vWbm7JRC+24Fyd1s5H/bFRzNwe1MLgzq5V4y
OZg5JTja58eltwQ4TeNnrz19rFoJf1alHDRn4wFY27elEWxJF5FCFp3HIg77dKqQUvXPtnXXj3t1
qzN67e5A30mLNyg99EJw7sYglWKr4o3psieQHYeoytxmeN8MW+CUlQMiT0SMzlwnHn1d2LFB1XPQ
jlP42mbj1z5X9riCrhxIrtn2h3GwvtysD6QRAX7iYhC1izO+narVoCfP01cn82T0Lf5Uqpo78Uf2
P14XtXJ1wSAzwg3bsIxQWP79xE4nY4aD3Bs4A9YX0+3V2x8zWkVg//ozLhIgw/nn/Wn265ZjeU0/
Rt2OqZvXf/2KjtH7x6NMUE2dQrw4uR5KvlwVxWur7lN/b1j7STlcF7GS2iUZif4CDWSmlyE6ZEEx
c/g1nnds/hVYu2yM7+w22yX9sZXvAufoN/GhyN/76lZQsaLdZ4KXfz85mtq0mtnS/PJ1lIZ3rTns
rVF7LjL/Af6XjbsqTi1b3HJkMTtw6Q7HexZ8QrkIU/idcP41SMyC+L2tvtP7d3H5Leucg2n/MJ2P
WlTufbPddVu3eMXBItsro348Hcz9EXSEdtFAqU27fC31v9v6ydGe6fQ4WNOdX90Hw7y11BWNxyVZ
jBLRv3Exv7SunLEMxoFIav5AnWNX2iO533IXJNkuNX6ZwT0Mjw2tFCrcYWX1wdEOhfNtQ6lWDAqp
Wt6UJV/PTAbBfYnKykp0dahf+1l6UXwuBkWwvR9GRzXQPmqZeuwa7SvVN5pbmXqsyYeeCRcBMUc2
MfmuZWqBEmUwMmnFj+s/7eKXEYUv7dTLadDyLM4PCjK7D2cu1dswvgC+cZkWWNcHPbyTg5uTYQjg
2XMWDqAFqCXYHm0sh66uu/JNy7LdXRkkG0e9thTCqKVSRuoYK3d+gcxJmtTQbvm+4hYqpMV5vW9+
NtWPsPjr+qZd6NSyVTIh4dJxAfBfeB/SJG61MdfrN3M3j4csPN78eWZcGMusKksj8yMsZIy0Ki3r
sHmLjHQvjdUOouGNvNjFJSTo1Mm6LVA26phiJsbI1UmZa7N/M7TfSf4WjXdyzVTfV9+AP0nfeN9W
tsvRuXtLVylFWRGOpHbSUGtmUb/lkMLKj8qHm7cLemQmiBP8A0YRa2FNlvi9nob1W639Dg5a/vv2
z1MAAxlGtY2xp4JdXioQdmKq9RvN5j/bLbdpbW9Ov74o9YnVL7vM7KxIq9+q7MfO1DbykxcPJlmR
068Lnroet0Gv2/z27/H0Kn0fuv/h7MqaIoXV9i+iCghLuAV601ZHu9XRm9Q440AIS4CQAL/+e3pO
1fkULbs8c2sNaUKWd3mWh+/PDapgONM8KNZ86E9bvSk12m3toayfFPxdB8c7sxc+LtQTDRt3PsrD
4E8tO3cN5HAsh+Pj5tHVOCL4D/bG+0PCy2neWv23szPEerj3gWpDroxiz+JetDzcvbQpuoPJUTas
VFLVaz+8Z+c4oR+/OsaBhj/gHB6KP8tABoidqNHZ0B0cvmr4ypzZ3ecef/r7m0U12nbZ1yUeP/R7
Lu/LbwuInaYpANcfsh8R9sVy0XpRkWcMz7fhGDs22U3bVonjVIlNIdBL6PHrVfZxFQN6hCAFRXYM
+sFirIx6FWbzaA5AZ8aOec3Ch8Cc0Sv9ZMpOop5IYGDNBjW/xSuZORMIjovxYGBt4zdd6n77EESj
GykFpgzP/8ACyVhfQud5MFjI8LO7yq3vPx/NbYhpnpIviH0sXgBT107UFv5BrftIAvX3bSQY3AwR
Jpx2O6yGP/Bm5kqUkxvm/iESz35x4NUabrznmBmffGrsPWx0VBbA81oGhwDsTwihuHfo7wgZU9VX
q/zbeod4kbdjLKojWoUKqw1jcO6m3Dy05Fz1/pND60QsQY/j1JP7kKh6zTCAmIsRZJ5W5BoXy7qs
X+1pZ3krYZ8DanwyZ8gZQZsCP+6ks3f6+5vdbg+6AbiGuAc621thw+gYRtnZ5us9eGqf4DnvAAeA
FAOgdyKFQHDvg+Jl2w0zMywgB67DBzcf6isQkevtyOFiBUyde8ca1d4MgVslLgvJpnMnaLoaUNLi
aK7GKolGe4I1XBS0m9Gvyn2r1EtPwxdbAJE3aWhvrLxxDH7NTs7v85JZFZCGA2wESwpQfOwZ8jvw
wNYBLIrsWlGHPI6isUiLzpIrM9TWJuqC8S4fh/HOmqLgl4c8uI2HMrTWypEOyCzZX9nm6yEsoLjF
gcxoW0skaFx0ic5C1Pui0dlxVrwUloBxlwq6OPJECfOIvH0VozPsR2gaXtZUoYbaufw5r8GdiPNp
crFQFQ7EMvPWcweOdtLm/nNXKR9drpD/7FoViBgyAAeHmofS9E06h7N4rKKwSQfu6LVfRgReYfWY
aIfNW14KO4bXl1hJZuGuU+Ie6ifZvp8se0UG62WePNrFWs1uHocZrf5a05jHQ6D5yhMyuJaTcw8j
KHHfQbl468jOTag/hGWSlTN823Nwk8hqiOFZ8zgIFf00aMj1K1oV9saRwy/R6kcnqsfYaSb3kkaY
9LiOYIXYKTk+FbIJuzhs/Blc0qq6n2SDvMq1IrabCOmTyi28HyE3sNOiXV2VaV0TeusNrkGDI68S
1lYAWQiny36EpJl+c1u/yi7r163sn+sZZb24Klx/jLtMVmFcavpgZPkw9vTRnecpj8E+s29VKGQM
MCG0ua0pS+25pvh/OoMIYRCNTZcMllX/CSggRWXGskT3rL7jKDFtvag7Aib/7DvjbVYXuZuaflzx
3n5Vjuli1gTjTdTPRqU9HfzmqreaYWO6+m9pvJCtwUOAOkGv/WPAdTskTILEnjqKQAE207SnCR0n
fgDU42cdqBoXihWMqOiYO9HxZ6cNb6dCyT62ivqnceTvMW+tuBW5l9QCoiHGz0zCPB7GXOZ03cug
20XWEJAV57JelbLIq9QGTe5SzTlvY0laSGVkRMY2Z3oVBAXfNMWcxdpXMnXAY/4rxSh3QlT3cB7L
YrsRHnzosseht8hDULvNbpr6P22geh0HMqsvZDlZyaD85yEjc5haIenp1h+DnMYu5Ie7W1sJSL61
0JWqzGCg6SgahDKcp2WG1BYNpwcAhmy1sSAgMlxMuRi8G2YDAjH33Ry3vmrSkRGRjDoK0rDkf4Oi
rdOwLwa1aqhfxr4amnJNRz1j8fhu7Bp7X0zErmNv8tp210+VF0OFzkmCwrRJnbUQNysb6No7UAWz
wXBJUANTqT2JWzeHeonyxhco3baboKyyxDDPT/KG+Gbd953vJf1E/5DZ6qu9Ed2VaLrqqjZ14WIx
dPduVe2nwrotw0Zam1nLukp6z9YQuORHNpZPDi1w1Bjue3Pqc/NTQkDKXHSUF3tfdyDSDbXQTmxJ
8tCPLqYOlR74ARMbdCgRCXNf21Vmdsq3sq3xZXaYIO9ggcs0SERYfh0LKyMbOrNs16qq5qvCCge2
wdq8EZ29UQz+fYMrfoY2CPm4/bo0wA9I+lA2Ccm7DLZQghXXbQUX4m5kIjVa63Y1+eZyytox1tze
Zq2zDZrBjTvXvZ+9aNt5w2upA0dvYXBOf7u4N9djzuzfrFsP5VoDcr6ymcFOALX8Ziw8lwFsBAfE
Wtn0uuNuxVPR+N0j7ch0RIfzBSLW9mWl9I+6xEeq62r62fpNjlOG93kCTKXTr2ZTjkkJGNM+82Em
Ufr2+GtQHdsQTat7eJzdz3XxBB6Q3FG39fduGZA9bbFYsJutRPuaxQCXqbiwbJ6i0MvASa+n9Qy8
194SzKovSaD1GJfV/FIGUWNtnCqq1dF0kFL/5SnPTYUZTTrgsI/L3AtS9Dy9dAjaFmgq5c92UgZN
FBvjRTGh5W8BH+kEdo9lUhSNZjsPCoIZ8KCOpiwpfKuHgpRVESdVrTFiPdYzi5Vr4w5yA4PLeoSa
HZeQjO+3ZJiemqmkKSw1eCzdubrM5m7fm1zFSpfAEjrlS0RRq8plfqPC2U1h9khWvg/HANvgUPWN
9uLek9YT7oy/k8e5naimGVLqTl0dzxpRXlwPtpQbkjHubEJcfSKdYUgpNtNUV1iwedbAWUWRPFED
L+O8jkCj9Jt7t59mGY+iYilRbEwBfdkWoZXMJai6Tl1DxhI/0SYV1ldpyKaxiLviuUsTPtDiiuB/
xuVQbqTPYubgmyiNH4ZbejgAT23/cLusTsAxxm71dAsZkALC0nFbqvoBiqjlWk62u/K5YGnpdVOV
MrT/E5QZpxhi8jom0C/fA+uZbcpxzmOqzN8Jc5ngtpUJRTPvRwChgs2pPJlWETEr4hk94Csw89SW
EGGzneIHwDZsVVuFesIZaJ5gHzqlOJ6bi4bm/R2FmyeOidBrExYace2W0/yT52VDrqzBMc+QVXbj
uetIAhRok+TKYU9dV/12+sBfBzgeYvtko6lHlyXSGsQOBqLlJgqHPx5Rd7ZxHlzptUCvWPRAZUHW
dMiDLuEjOvYE7RVUZwK2dUjXp0zmTQJRTJ54LHL3Ux5AoCyo+x0O5DquC9qsBO/CI+6x9toQMVz4
AtogwsXWGNwmLJIKOdfGCG/YMFeYyyhiWUzzkbqIUtUc17Rur8CV9p4IrEyVS/MHo2DQ54+0vSwz
hGRuUYBZ1iNokmGLbTMilPtB5zaScMIaSZwVpP7TKztM8Vud2Ov7EsbQzP6TlWhPplraR0+N/bi1
Ai3Ujfac/HfvIozRpLvoIvdWeRXfQ8cyQj+2jWaxceAq0SVz0+1tHt6JwAisZaeMA797yqj6IYu2
2VpRxWGpkm8Qq1F/hJjnuC5ytun6Qe9EYHmpY43BDjpvKgGOuo07W7t6zRsIrXXOfIJW4bomU9Un
bg2q++BX19lMshXz8m41Wo7G/+jTKPvV9WGVDK3VrbBEoFgTkJRLWcRjROcNrtq/ZHJejDRrKEDU
gL2joSCijVfQtGX+n4zUNrzhGNgD4B7GYcdBTikqFOV4HkcFjMHdQKoEFTXMMmRWE8+BVa00+Su4
m+V6lHBM1G7/SETLk9INnubJ5xdC+TeGuBC3ovJv1dT0usjs4Q/INfaeUzYcZ8rYxilrKBJYpriv
M9WsKmZP20wGJlpNXmkXV/AbaGOrirJLGxMPWVfwqGlomih1u8FXMWksBF8C3IVVZCaAZimuN78e
GoRvFnxZetydP+WEuy+2W5IfPIjeTonFW/JrMGH35Ir+Geqxv0wWsKSa8x6BWwHbE3NkMH6/azsF
MEyOU2Zv90rLtBRBaeN8NWOXUNxEf0Y60w0EtPUvhBBdisqNH1ceR1+mUF27yjOrXfmsnFawsC0u
wcjvbtzK2D96FfB1G0gfnyIQIimyvopiySd2L5QEBpG5fRnu1RA2bpx5ep7TLLTcteXaf1mu9E3p
1vddEFQrnL5IGWzebp06YBBvaYBw0laV/eJ9rRCjdkGH2emjfANjdIQcgDE8e1bXXCJtgOrYbOWj
2dde1brHUgZ1vYXyKIfzF2JbCI6zYi3KVqSC50e0CP80AlFe4xcJ8Ycp7diAfCKa/0aRVjjJfZw4
IX49TA79VSWoeASEjO5n6RarsQBye8KePqhgRgTftOqZu746Wp5103YauKwoVEiBpiGpe/iprZqy
gkBenTtHdNmp2jhTwQsWNzVsii/dqapzSPlrKxoQnKI5oYa2Rcg41+vM2CD0DFbwpPGBnlgZ+dmV
r1BWDgGZ29p8bLyd1M41eq8aSoqaNEnlwXK7LHwyrHLaocaTTejHAHLuXbcBp+BTlb/dwkc4C7HA
ayfiBmqcJr+AZXPTxg6KUQ/W0GQ7TlhmUulCZcOqAyg7gb7QXERthUNHliJ/HIOMxlZYYh4AJYL4
l2zAm3BIswJh6Vfgz8IGgh4hsDfSH1L1Mu67HJZ4/cwTkRVH25l4AkvtQ2Wr+wZNggsvkoj3slnF
U0T7hOVVddPYVZ2M6IQ+1kH9Y5Y5IjMbzk7BYGNX502+c3BrbLgj6QYiFC42M6Ep4NT1BQQY7e4O
bBw3ph5r66vM5G11DZWNOxXYz/A66oc9y5RHb5ltQx5ptocyZm35u/KHo03Ke7ftfKxXTz/mti/v
adk7MrbcaX6U3jBe67bb0yoLUiDeBFZ9RJ81nx89+lLnNW5CaSEMDHzruagLO4ZSDgDqPGzdfM1h
p3jHoGPzGGT49V7ThC96Hmg8eOQWAtP+aprkQ1MMPKkL7IuK9q+9phl2WfPombFOnBnZYD62TRzC
JnXTBmWd9AQknWGM7CMC4fucevwRKuvhL6iO5Rez77S4RvuwjMuRNdesccchaUrksCWoI6sSiIP9
ALUoe+3MGbtraB3VKYwUarmdveGurwNh9lycdDTLAGldHoF0Nhj26ujpVajhUrcFRKuD6tcUzocG
lQuBlAmG31dDTn8TGHzHVQsA6KrNB1xKxnYGiOtRgIJoWEOZjkKrCt1g1eCDQyHe3UWqCUH38dqd
39gv9ui/eNFQJE2NA9Kv7Be3B4vSxVEUzxyTgWZWhbbymGPOWqYeZoBqkok6DDuo1H9bb7bi0g+z
ZOrCuUTFIc/2qtbDhSTWQGJh5J7NmQW2oQ9cTOFq30lFFjyOEsB/h08/xjIIUyT3SPYML3CwRMfO
Zo8WfMPj0C+9zcxLmUwzKbezofm6KdiAn8bb28DUGlm8PNEjWNE9gzavUj4jyEaGigM7n5rrkRK8
gwFbUMylPlpmLn8JGID9BFux1luoZnU3BfDRsYurRycm9A4ztK7uW2grbEPT8SJxc1vsIYbm30uR
cezwoFPA2MFcKUbYSJ4kAHq72R3NkLLGCtt13VTBRg/t2pe1/YiU2KQVUFvXCL6HVV81PbgCxPlV
NmqYtjoDxRrJFDCJGU4K3IJRHCm7TXoazRs50p+YehYjKgHhgyJenWb72JSe2QqO/D/U29xx1hFX
0YXdhQYmDYwP10qJzttH8DpcDT53L3hPuwSd6y71jHpAhZRsA8t9inKkVWMT3ecaL0aED9d4f88K
+2CYQhwust9hL58QmIWrOSfRznRICCM0/sdQmIPMcqVWXWeXSWebrkws267TljCedhQpjZrYSwjR
rcS3SqgMeuW2Kt2t2wbbxpqqLkGk3MZhMK9ahFdRUG5J95OSrQr62Jn8V3fMunXfSueS5DlwlKi8
vvqoffzKQ4V8vLazIQ1KyN5OZX2D3PPB7TOxEloj6JZ9sTZR2Mdi6Mu9Z1BJnVr7abK4vIQBfFil
hslfyKjIhVPqftXlc3DNPM/cmi5jaT1CF8cOi2Ol5t9F1vgbDYntKe5JXuwLSNDdF/PQ/Cp7fzzS
MrqvLbvMgQELUHMruU4FtkUilBPt2tKq0gKySk3McK/8ZrhE7gHs0M52LorfEhHCZTYS+4pnQZuO
ZtSxjTPmcqbSvVFO5aFaU1l2rD0GUV1q/Yxc88ObZ2fT1Z5ZNYXie+NC95eBNxbzof5Lc+u18xsv
jmhxCAXUyCTi5RQ87BfGauihMgCf2MzDXeZXQXAxQm3swZtR8SqIoU4CfV9o6ozIY3XWUZr4maNg
Rl3MEDXwJWKByIIZIEPJa3C0hLZ5Ie95nWG8PHzUkatTXVLnzhgiX/nQwvWE4fQEw3+ef0pcCRtF
kNmuR2SDt13gIoUMAil/90RA5LRv7zpHuZAOxs9IVJEbheSpPtYiGC9w06KBN0XluNclD9ejli9j
JnAgBdoMt0Pvtj+hdTNDmbGrVllnRddwyczWxVy/ig6ZYgFKZBh3rBpRLYyeUQEokkxV/eMMTNpN
MLpZllDKZrwaQpaLwG25DcMTFq4Nm0xiDwXk8F36MPUdf41Q+PwBIahHYKaC7exOJMkrpHiJySdv
NbPg0UHlrpxxuAZQn4cYYC5+D52r8AZFX8bS0wVPjbSmO0F68Rqe4AycGRyEUUaeFfLOS2um7R82
nD697f3A7+7TsWOTSlrUyVL4ausVAE3tkUXIaR0d3bk6Z4n2mjB2SYMNWVcmLj3uJSMOnrXymuxX
ASjFXSF98kq9KnwE9K4YYuPyU3ZhCQ8riYwjTljkwUSaYst7CyA2wIyBWZAoTl3MJBg3nl1NP8Dv
o1eegcfXVPn15nRO3KnORHNa2DWNy8jSMerM2DgZgY6xA4RJkLQOEWc6sJ+1FyCJ4pwaGaCgLNFp
UnoOwqqJHEL9OIcrTbaN+X7vCnIrQCFAeAN4B2/RkREhRWBRCYLmW+oUWxSrvm5efNLcA7MdOgbY
+/i3xHT5qFORvK/JobJWvZ8455RxP3n+qVsMSAgICDC+XMB7KmGzSPQRPSj/BSco1t/Xv/+TT/D2
+UsEZ9CHBsU1PL+UGlWirVfvMlTZvh7kzEssDdJRip8oCj0UPek9bhHrTAPps8cDPAG1e+ADwVg7
/f1Nl8pFfQeuJ0EIvPPFa3bOHODj06HPB/g5MC0U8i1LohqdImIRPpADEGXWjlbbr+fmhPF43/p6
//gFZg3Zm+f2OR5vy30U7vS8M9MmFOfgB+feYrEPUI9Ek8NS5FDPv+fxyF++fotzj1+gG1zZywx9
YXKQaoviNjnzhT+dJHQiIYeArmfgL1BRUCirA46j71DbayriScbea3NOLPWzdwCi/SSwjAzxg+gQ
k04uZIE2dwUX7mhqYrhufn+W/jnbQK8T4OwlJ5QXfV1xaPYePFQhubeqmu/S7MCueztA+H4nBEUz
FxJCX4eB6NjQlNnnEN+fTRKg/3DJICAZY6z3I1itJig1ud7hAYWzOGDn2BifPR9CJCe3rRM4fwnE
NhEVnMghOBhcgwjYQ2Od+QinOVhsuBMUAz8fyM2PXquD8NA09VR40OZ6zlLoRZhNdxfV398R74ZZ
4KOsqhBZRDGMRKMgzcoziMRPdgR65rYP1g3Ayh8cWNoG1Y48b0LEx/6VGFO/2njoD3eowXy9Zj9e
EBD5AugRgG7QjMGceP/BVeAQXckIqYU38/3k14eWGP9GDto7M9InrwS6GvhRJxkFCCctRspydKhd
Qe2D47yij5WYkaGFx0HKGL4/EqBlJ5jyCYYNvPf7dzIcEhpYfNNBTW6E7qjp9CVwBe6zMBxFyJyy
b+MIUc+A0gVgwlh2UNB/PyB6axOAbso75P2q1yt1Tgj8H7dnsagBS3UBowXZ+YSheT9AR0JkKQ3C
ECdCjS6z/DKpeEkBQO76q7masxFSBBLG2WjvZAB+OmaH5CqM1ey0l7NDxQ5tR37nAEsQZ0ifN6gx
hdeIWKc9qSbb2kxBMNw46Mxek/EZ5mhQGQu2wvHVurQzs6o70Jq4LcM6Zn7R39hzmK1G37Ze+lI4
d0WB0PPrdfnJagFDFkwhD3E6lFIW0JQI3hF2MHfkQHGWRuVxct14nDeo4n09zkdA+4mKi6HQ10MM
gHXzfmpHAfLYwD1y0D6PifkxQD8CRa2pR30K/e5s3A/Dxq12SANRZj5zWH0kKwGehkUa4GICYwSH
+/vRyanuVFObHZybPvQhJ5xhgn9L7z7iTWLJxBlQaTsjYfHxDMZSBRAHjBsM7C4ZcWwIGhqOkh3y
LNswy1rffj2lnzwfPHAwIU7uYdDDW8xoONmmDJjkx7Yx17VTXRDnu3rS+NFvRzgtnjcRYVOpqIce
JT8OaKqqlRV8GwWJ5wNGdoKTQUuTLr6K8OHgNBDBj0WBKCE5y0n8dIYgUB9gxQEat2TZRYMc7BIi
fgcHOX1YbaDI+z98gjcDLA6kno2enFoMIO11f7TdMwfsx9+PhAW9I0BrwZn/IKxoa8VIg+LYAVRE
IaGE/O04B8/HF4DG7yl1XFILhJNZqjHMOlThZe1sDD2z7T5eesCe/tt2J/FaCO28Xz+upWBa4fji
SOddHR2LYF1PF9/9Au+HWMQH9dj6NkAw4uhbKehY1Tkdmk8+wT/OLHh5iGk/bLIMSsvCr2GV59m7
6qLJvr0DIugPnlRgTs4THy4cbfLSVLNVHOvfObDM+vsLCLx4YBxxQODsCxezI9rKrdopEkeC2rgb
N4/fn/y3j19k1a7uAhVqPL6qL+lw1YVnfv5pfby/jk+0/v/+/KXnsocmotAenu8MiQwBTHBjVOfR
Mk84PSdu+MlaReUEUG/AJ0+6XYutPBZBkJdRVR/D4L4ZdDzCjO0c1enjZXuSxf3/MU6L7c152lY9
hGAQnh2tlTQ81ivnVLlcffujvBtkcS3QoIZYAcMgDYHNW3E519++1/AW0M0CuRgEPISai7dofTb2
RV0fcaCvZm+6YOWw+R/e4c0Qi49hehbUjJX18aGfrsbi29canLIgWQRFHh+Xz/JYEqXuxgz93UMl
XhTAV+6ZWOeTMwN8NiCxI0wUOPeLz1w2QAGNDQsOo53yHfAw356cd49ffGBhgX0LcH9w0HxcQ7is
EdOZfffpC0DeFdIpiFsQ37//wqXLg1nPBhPUAeAYwoDHnBnh9BsXOxuYIdxrACyjnLjMTwvWO6jD
0vBgujVAboFYM73+epo+2WwwIkGOjbLfv139/iUaIHncBv3NA4R4E6+4bqxLmXVJ+W3PBUhYomIZ
hFByg9TfMoiRSBA45CzpISvkJbuozkZJn5yC7wZYHOK5m+fdhF79QfwFqlDxtc+TsAT59MymWwbJ
YFcACwKtLdSHTsnPktWmHY/1EobBRxUiHnMBMXAvrOEhBFFhGHZzNKVAeKEfkW+//lL/OANvVsOJ
NoIcEskB9LuQtS6rv7XixMnYSI7TCGQJeJ7CizPAH+6jeSIbDjtsdC2aB65888oqd3g1TRBd1tKw
v1UUVBc1sx8kTDzWlcui2CKzi2auBgaNWEgtVNtDU2Mqc3qXqxa+a4Ob30BV2MCQHvYASXWhSQJO
iWkzoBDGe4vWQCfIfhXxLtoAAyE3zkCADwXscNcDqgI7EjECn15FotwDbZrfmcg/gidqp19PzGIJ
/2deCAqmIE2CUr0U1s7cSFd5qMmR+5c/N029Fz+/HmCx0f8zgAdxVDhsfBJ+lH2vItseyNHWWQp0
fafdM69wboTFZdHDGtr1crwCjDCsDfsfXsCF5i7KdYhfT7rw7zd5XqOM1vQOHu9ZG17k2zPxGfnk
E4ChBxqmB1qk/YFISgxHHY225AjfMYiVMiGus9CR945qsh+2D2kmy59htdOw4j9YR19I/wr9aHSz
tAn7dUgG/0K6Irir+kZtUDJw/wbGXLGprLa2ayiKM1aRtoUld9HcOxugUUEGCAeEg04PIB3t5Vor
YKo0uAZA1+VjMnGQ4BL0+vtYisH+00I5OR4YSBTzNJJLAJPO6qmebty3WxS6nDipkWae/IopILnv
J9rutBghxpnf9MryV3x02jvejVOq4fe61qhqXE/SqeFdXYdxkQeomRKzlsDi2VL/4fUgvr+ucF7h
qziob2LtLi/BAjTWPBi9I3H/Rr8y8vD1xljcT6eNgRUFaUYQtghyo0UhSCpGo4oyckSRM/YAgxjH
C6DUvx7kn1b920n9Nwpe4GT/7qN1t3iJag7VKKLMO4ZTmDblhvU/o41GOcl7BjgQkHTSpOL1hL4P
0mr6Ezi3QfisUbm39JmYbimq8J8XhgYV1DRChKjLVNCNegYhysY7ukNz1bXlynj5Dwd+xzqDw1M+
XxMG5BUkI0jjrNymOfM5P9lmJ0m7/w6/OCaAdBqGgmN43QPaKWJwiCx5mXnzmYz0w3uiFn5ic7oQ
jjoJLi15/nM/RD7DcXKN4uWNBbmVQOJ2MVKsSdkWK1OIm5byn6O1cnrxw/b4mRd1Tz2Wt9/8tJH+
KZaghonS6fLEEoagaIBi3407zOqqGSIncS0bCMZGHqvWLq/gHNXs8kJ4p/qiu8PaUUCO4kgQKLH7
9nagZZZkOvo7qwJK5lUmAWAcIQrRabMF0v5cMLjYCqiyYqJQhUABBQRiVPHe7/y+EnVRjW19O3nQ
Y1DbrtxmQEt8vRU+GwT1AWhCnyIQsP/eD1JW8I+D4frJU/S1ks/MwDvk8eshTo94M/H/3uPtEIv3
oALYzijAEJL/CgjfldGGsijBzFVuth7ycxX/T8dDc4HgsESqtPTJzauZ1q7F61ttwSRx9hIPGoRW
BcdmfSPz31ax+/r9Fjftv/dDskHA44dr1gely8mbLJAmcpizgUsl+zScvun8+58R/lmj/JNGWh6K
FqMmIHkLUDJbZ9arCb9Xy/nw/MUhUEhPqBr191tPkNgdX8V8ZvN9NkUeCsAOGlao5ywl8AZVuM1g
W7BJJUmHWTrXHf5sFQNmB0I/dguBesv7VcyF7Vg1VOdvRQSyyc6yVi3Zfv2Vzw2xuJiAzqrtKINH
qTHtig7m1hnaG96GZ3KBz4ZBggZ9LeekPbHUbOQy4HbYDOIW9jRRuTZqU53rU50bYrHl8yFyxyg3
4rbUs9xQCGBtEFuzlejPxtHnhlps/faEOhtb3N/4bj9Ck18H427Wd19/mcUV9m/1nsoJCBZO336p
QtFqIBY7bYvbvl4VZDsHsd0l7OXrQT5bwW8HOeWKbypIEg03mkWuANkn+gMq3ASSjjnz7T8bAyVn
oDSQjbloTL4fA7rUDqg8RXkLseUTOvicpPMnXwM3CqA+EAj7JzL0/vkdbjvwWLi8tfqf1qiQd9wp
0Fq+PVHvBlmcJWOX0yJzChh6qhXwzK515sL6ZJLePX8xSbk1d4b6eImAFKmv70QXnHmDT6fppMKE
aIRCsHPxqXlV6arKKFww53h6AhVVnFlLnw8AqxJkl2gARItXCAnYU5Wem9tBB3t/khdUNfuW1Yev
v8Qn9yA0cv5/mNNMvlmyQqPxAOUG2EcT4Dj1Zg5cRNNDPGXXnvPE86evh/v0w0DH4eQzh7RtWZ2s
cTU2toO3Mhy8nBBk2P5/eaE3IyzmjTW+3fa93dw6Nd1G0BZ2gps+k8kY/vBoEfPq59dv9Ol3Qo4O
mxQPoesSW9ZnPthBgWxuZ7cA/2T+O5kWzTJmnQkgTgtqESCFCFX+O87iauHA/Uu/HZrb8MTPKF0d
IAaewNsdgWTXobLugH6qziTYn78czF591GFPyLP3qwNVmlZnAVaHQTmm3QzsIhvOhBXnhlhcNLxt
HAkGZ3MbAVMfXGTHQv5Pe/UEAERKCmTVsosO1rUmqoM4WOHf1fo1aq+5XH29Cj79Om+GOF0/b7aR
rGYAOCTCu+b/SLuy3kp1pfuLLDGDX4E9ZA5Jp6cXdHo4BoMZDBjMr/8WfaV7E4I2Sn/nSP0Sidqe
yuWqVWvVc1S4Sd4DFev9yopfJo8/bgrQKlD5QGoSylvLhL4yVYEq2CllWiVDRiOrLu9SUaMdxezC
cna+mAItkpcNbq0Q4iZnCTbA5bx+fNoLftzRUEa38LjMM7RO1+hYLvbk8PbMrO8EuGwz8zEuYv3i
9Rja7U/X2uFz2lqm10NZOQcx17qVTgAb4DTvrCZ2S0jJtWFvsIM3P12et42QA1Ly/5u3lWslbBY1
KzEgirVx5GdXA31u1Ye02TlCW04V2R/wO6GOCOXFVQBlWAJ6ugarE6tyb4jNbtGSsGNia3GQAAAK
BP+DA3s1cT7zNGc59kBBazR2Pszk80CPl+draxivbazmS5ojSdHOVCViihsZMvMv9vHr768Ojqs9
Bw15+D6efWE3o/9UKTR67/jprVUHlQzqDTaeeoC9vj2eyjbRQ+JNIjEn60RAFgAGCVv8rD9YZ1oC
Wt8FmzciQA90Mms30IGwAFTihUhS8pS7V+leLmZzHB48DKiW/vjNt+OwxdjRHK1diTGf+rIJhwwJ
6PL06/Kab4Uf4KQCNh64b6QKVxcM0qVsAsVCnZC5irLmPMzf7RbCpyr2bRY73V7g+ac4tr5GsY2B
f/VBHfwuaV/bfgmGhbJOILM63/hID0ecSDs2JpOceNA6Z0+pl4Ul9dBYrj4w2+MHNHAYoQQHQGi2
yOBoG/UGKyd1lFu0vk7BWhVfnpat4watCoDoljfeO1ZJXyEHrXsKl1t9LqwGbJdfreEv7vbXNlb+
FnzwBjENUiWGlZD2AV05YNfYOdKby/tqHKvDgKJUxdACXSeg1Lr2rfHJt+el8fO65U2MrGsLqapi
J1m6N3crNyJMS5VjgLmTX4V/L0Ws2r+xAMQa3kgLXHTtDJE2nH2zpQj5ahG16ipTPyqt/sJbwdP+
18hqGJMIZl/rtE5U1UQOyUH5IsOOf/qLjYboDkBh1LAQkb895T5a8UGU4WGB0FQ9zqfZ8iMTT5rL
VrauXQRftgOCLXR5+CvPy5vWHkbtI8ZToG0C4Ut9ElSGuv2Ulb8um1qmZX2+X5ta3Nqr6IgvhOHe
gFhvmj6P6t7e+fzW5oJrR54aNdhFnuzt5/3KLf0CsC9kXspbFlhHc2RXJAs+BqX949xBfQaemaVF
+J0Ao5+2yPGoGWfTARlCbZBHEgQ/Ls/U1qJAMQj8xQhS3ieRGnAFmmQu6gTeS/RHmh2N7GQ36LI/
XDa0MWfIuWHdwXWPzMufpP+rJZE1q1Ji+0VS9D9LfmjNY+HvLMuyTVerDtAqAiB0muEdtn6n0JoT
13dJkXjNv2OKJk0aUQLCgOoKBFCxSR/aPTnUjevxjcXVs6Uo8BgssAmwz6awsO9a8NWI2Ys8Q+8c
nq3pCxZwLHSPAWNYe5ssV8LIQXGU9OBzm/hRgrBKBDvx3eZwnD8qk2jVxwF6u6/BKJzNvsyQVWJf
XdGcCu/Muz426z1Bm83RAOvpLTrqgNwv5/fVZhhkW4GyBpvBIV/QXRuawde+3YnyN22AYB7AVcAV
wLj31gYD6QebM6wNRINnEqMsaoy/L+/prflaHvzAri5dHOvsjFe3eQDJsxJpEzcKIF9qmFNsgNBj
0DvH1NvwaGAyRooJfKcO2iBWLhpEOmqWgywT6uTdY+sN31uRVnXk2lwAnybIY1qlD4C5HEnC0R1B
SvdYIwACmQJ464B9F19RUywOtJ+7sG24h/fpXH0Vqc7P42wV/5aoGhzpbNG7wpP2tQKNBYiyQMni
Ni4KFcTqz9DGmRLAT6pQjuN0KojDYzwWVSKh+3GnRoKmamO0ftVlT268xiTg9ehs+tNoBmcCB0ww
xPYwWPE8t+O/vQP1YLvR428J8o8XJlz+k9U1PddgU7p2a0HiAO37J1S8X7iqVFizmZ1z4s0nEK87
RzA5gGuDZDNevwr63KlTnMsir34PNhA4BDxooPEBZgk0lntNeBs+E4cQrLPoQwDv87o+WVqi6kCH
ggSv/sRV1IOpq+A7531za+GsQ22I4kG33lodB2EiBOhx3tsTtDvuJxI2/HR5+27uKQwAeTIHjwhr
GeerU1jPpQ+ObNgQANLcG5U8XP7++zGAABjzC42ORUts3eXieS2pnA6nHFw0v0FDcehl+WXMzFth
+TvT9X4oQERB02hpTzWAMlk5YrdG94xqCpg6pQOKOjvPuXVnBK7iBXGFsu6CYcFDaOVM6tqcQW2F
WotABRTMsx0isXZGhapWR/AbXrN6upmk8V2nwW1ZzCe0Nn81eLHzM7YmdGEzX/CQ4BtfC0MYRQV5
bB8bD01SyZTzs6GQVHDr7gxOyujy4r0P2pcR/8+W9XZzuABH2m5uF8kwy2MNBkBvvipmyMjLp0AG
d3zvSthcQWSXAGuwAONeX94gtfcdPEYwwyo9osPyVlneh/c7hoRMDHYlOmne6SSahaR9gGwm9Gvh
jtjvTuzJ3mwOYlF2RZ4U41gnyVRGqrwfbZ7MR+pdyz0g/db6Awdmwi0AjYIK6ds1YURatatQWBTZ
8FCW9GByUHPkIIGQgb8TfG7aWoB+y/WMEtPK1ggJgoJCODvhMx+vhHSmo/S7KVb+VMUZbZsdoM3y
vbfBW7DcpOh0QIYROabVCSuUTikFtCNxrFMRgPgMqbjj5S29tTrobFrSMXjkvGPQ94YWXaN+DRMT
84/Mt5rDANK6nRf1+9sBA0Gc6SIRDIWQNflyXZpOAZIL1EwBzzTEZ7f9EcxHE7Un5u215G/aQoMt
0PAGPJO7Kgd0PcD9bp8VyGkL9clDXjNy8dpGLc0GORlo5fwfc5q5O25oc6leWV25BorAw0zR9Jn0
2XReIojIswczAm93vePWNy0BdgUVlQW1u05vgSKpKDrOisStv1VTB4qHJ8vbQZpv2MB2Ax+6g/XC
FlxtvBH8O1pmNE9yvONmFdPKip29ysDG1ntjZPn7q6uWLagMzmFE/ANR65gj8XF5b2+OAqVgLIuL
0axDd0PXRtkMLU+asY373vjS6PLOYsNO0mNrHOgGAgbYQ077HZYTGOihy4E9TwSobF5I/nx5FJuf
t+DfAP1HinQNMQos1SOoxudTEEp7ZwvkWpcNbF3keH0uFXO0FywN5G8XAoTH3WwZU57YIDS+BWbr
GQ0I4igRf4KHF+G7P9U/JHHdOxC2KLD79tV1UJfebaO4uYdF2RwuoO1Abzh4fK+fKBXR4EuanDyZ
LBKrSd1lY/pyecAb17i5PICWpk7g39cnSI/SbDXBxivtz+ieiUvDOWXdbctpbIKvubF3VnBrH+IB
DiwalHpQF1/Nb9Z4pap8gWsjlU/Clfe0zc/9yL5eHtbG7bS0HCHOQaVjoxqVTnroGztPZCrPTBnf
szoFNHdK8sH5dtnU5ojo8uaCA0O5bTWioMsrt86DPPHb2DeAhLgfu+iyic198MrE8vdX3qFd4nAD
JAOJGs06XjBiYGMu9/b+npVloK+syEkyg7U+HF1xtux7dzz//0axrNmr74OPWNYgos+TGdxVtjE9
uoBff9wEVh34MKBSLPRFvjXRubYC53kK91MdhIz5TgyycZ1CFBVJFsDUAaNcl9CY3cG/OgHybP3Z
8m6s4JmCSW+68e2PRyJwcshNQBR3EZdZjQNJUt5PfZElULI6KkoPtl1+rG90ebHABDJueNkhB7K+
EIB679H6kGdJ9gkkyx8kQXn39dVal1TnHsvxddqDl++228sWrjHA7wwsS/VqM8mm06XbLT/fbOMa
Co9FZ0aEazS8QGIrA1+TGKbfWvV3zJlemmYvL7p1UQD6BBVewATBX7IWJYfPL3s9tCxhhfXgKhBZ
/qjQaGOV4Mrtc3BU2+6p6iEBaYIRkJnPhfkX5/X1L1hTRoFSIG2dCr+g85xHo05fVE4/HskBCof6
EvYIuuHWeDjmOe04SoslBr2dyJ2QiaY7Z2rDfcIEmrtN5Prgrle+LQu81i9tjyW5e+wEmLmuyV43
5fZaWUsbAJA3IEpYYTpBCF0MIA5hCZh2q2+Wr0BTp8G3ToKe3AJfzk4O6O3C2k9JNFKkpbIWnOO+
ZuSqsCHUdtlJbY54EaD0wVKxZLvfbt2xqS0J0sos6c3HUnx129+s3knUrtvAluMBRVekuMEohg7A
NfAMms0KkXGVJ/C3v1C0/JkxB2x+v/t2OJqeuBkq+QK2Oohq9Oirujy+jXsEyWHELAHF4BBZvB1f
HwD4bhdBlgQqj6Yvc57tXIebE/jKwBLTvDr7RGp0rIKUPGnmW7OA9hLKkh9r//zP/IGkBNCMRSJu
7R0HY0xNo2sQaM7tYQTznWg//cUsBaieoOEQNYJ1oBkUQ9V3ROUJ42MKOScIX4MOeA+Vs7kWr6ys
TlfPwZHfjLDClRU6wLAMrbWz3BsRJJre0RKBRCFK5uv3LG2CmvpS5EhygwQzzEFQ+cxBH34zz1lx
RkeRfoCgiRXb/rSX1duI8nDJg0kfTz+82de4ADC3cjo6CNZJO1x7U39dBvMna1QvTDs7G2Jzz70y
tdpz6QS8KyjYEYL5fRqqIWvurXoeo8Dge9t7c81QzwOlFMpu70DIs1vbUCxB1O8Pp+q56HfCsK1J
Q6sr5NfQcoVoZeV+0rxgDR3mPEFbZllP94F9a5ZD1HbeThCzZ8h6e0xtYwbFcgBDsnxJB+eGdE9o
DUDPxh5cY2vC0L1rIZHse3h3rtx7OvGeVzXJkrQ8SeusdxI2m59H8gQxEmhn3gmjaVYWYkaHKOAJ
9+NL2v7FBYji6p/GXcCz1jrfKBs1JtdNlgyuiQbOmTUvE3PHW0+i3+Syz9m8CCFND2YkHFXkAVZv
lUaDVLaZrCzRHemjtAI2cCoKee+n/dSENjfDLM9OaBIEHfqgYpdD3qUpDO+3PQ571DpbJwqJKQQV
qPYvAJa32wMdSSBSTgOWeFNwY5Y55IfSOCtPl4e8uQl9zOpyEyEFtoqkMwF69VlVWWLU/c+A1yAf
pr+LFiWvvtvJfWwOKABw1DHR0YjelLcDqnEnumPAs8QsqDqMrW4eBmjQX4/tuKcSt+Vzlywv7nc4
3nfN/ZoMqtU51jHzhumhKwGTcdtHt/N0zNBwdidZ68S2bPXOo2FzA0FeF5QIKMwulZu3Y6Qk91qD
TxmAUdVjk9G4RA9OX2rwEDZxj0Jg6asy8juK5hmrj0HXfEy1/XGobgDqMN9fujSATVg/j3hWB83c
lAJPbogjgBeFfWv33txbG+eVjXUfUAPSr9QKYGMaTvWoQtdrQk9f2SPfOZRb7gUQEfSRIqXkgmzq
7ZRaaAAyi8pCkbg4+07ki+ePn4CFxQKAI9yQ4CB6+30kebXUHhdJmalT135F0TA0+8/WHjvY1vYH
c60HykLw8EFa960dZkEdTKVaJHY2hwvbIuDTBPidj48GzwT4MBNP43f6iK7NKkYLJRIJqSELHDJX
YJBz9qQFtxb/tZVlzV5FmGD+kJVtjyIZoU0kXRmX0z88y8KK/PqL4SBbAVguNCX99etHGQ7UmZhR
JtyOfRn1FDpY/+h+2pm1zbUBscWCFASIa524SIFBkF7blclgDkNIJcQO7P774BY7744tO7DxhysN
oeC6SMfzyaYTWPWTau7wnrJZG9q0Ps2ie7k8b5uO6LWl1W4DYEFJak5lYtqgq58KaBgFtyOhYVG6
V3nuxR4zjvMcPM+eC1mKHJoe5s7B2jq4S4IRR2vhQFlXwFjHO5OUc5n4Qf8dBNqPdbYHdv6T4V1V
vfBuRd16wcQBGbe6JM3GhaZWXomEtu4np53jYgbhdovhFXWEywbQdKcDM+h0awOIU0z0WtT8aur2
KCA2FxbRPYqiaBJ4n+3goOMAlYZIaquFWh9pY4hSZHEHuO/lhd005KKQvkDnEKOsvFUhijxHGzlO
3lSAUcvN2RENmSD1SIcg3bG1uYDAnQKnt4QGa4qcYoZgG3QDAcLuTvS+L/8ibkSh77+fX21Rkfqp
O0y4QZTphSM0UYYvl+dqeUi/2xyL1DfSQKhcr3P3kg+eqiwmEtbMv/zmmnoREdW1PbuHsesPl41t
Lgyo3kAvAxTFO2yBSVk/mRRgQz94QGtJaHQPJVgYLxsxt60gWENkAy3idWd9T2sf3rCrks4B/wut
5wc3DU7Q9zs6TB2dHDqdoQ6h1gcZLGsmd3VmPqR1doY6zR7v2nLvrmcXbEB/QHWIU+3V8k2Z14wD
RACTASo9MSAyfZTZc3M0gyqIfV+JRQyxhOIgfYFC7Z7H3lpblNEgeYfsIrrGlol6dQOJNB1ZZaJj
P0C7PtXmt7aG8JjGY+Ewtf6/Q1aSv1hgFGT8P2hSgH1WbwNujGDbQTEj0eR2AfzQ/Ktj/XN5fbfu
VRceBLBHD5iBtTtroIvUqwlzagcnqziY2dGiJ/uDUr1/kjdLRpYiCgfxsLcKUn0GeYeydUSCAuIJ
Oo4nSMrcz+UeDcSyAd5tEKS4kB5awmHfertEeWoi0KdUJML8Rr0sStlvA6pGmf918EQ4mHrncGy5
K/eVvdUCOZCHg8ZfAHcFZR73XwsaXJdXZ8vAUhCA6HiA4up6B9QKp791iyVKuMrZjfv4F59fmCoR
vIMzdP0UEyJQC7FGgah9DD0wozTtHjnf5gj+Z2KdEkeuHYIvARC+VdaLKz215b2VQeX18kA2s6uI
1dBahwIAXOFyeF8dzmHstTQkcFZuLvxvOp3yM8mJiFwH9B1TkRYncD6ZkBAtU0BwcudYDRoKQJd/
xZarRNocpduFDR7dMW9/BFPtUPaeQqxF5gigm6/FPJ0riHpeNrM1pQuzq4WoDsCodcrAh/StOYul
Ay5NI418wLiXldizsPz91Wxq1kHnjMMCot8ANBvu8W9GAM4LRFDA2xir77tpF2R+TcpkDu5KyI3u
ZAa37gkUtJc+ZdTo3xGflXateNcgtlbObcD70PPdCHprIW6mjNxSbkWuuTOiLTf62uTKwTEE+nlN
AfbtERgF9RQJeWWhimer8+Wp24w/X1tabbLZ6QG1Ez0ep7l/riTEZB3vMAh+HHL3egQTS1j67DoA
hwEl/Zeq8uIqIJ+GlO8kHjb3CAJghNG4EhEZvN0jPoN8aj3iYeFM3Qstx2sg0XfGumUCrRQoDyHs
xH8rE25LvLoRgHCi9Sv7FKQihRKjmj5fntGtSwNMAEvQhp59dFa9HYiqgZnRwVwkkzfFGXtxOLKv
d7V727sq9MnTZWvL19ZX1MJfDSQO8Cyg7n5rjRkz6yYBRJvtVeDFUxTyVfQqK8o7Vtg3FCSaO1fI
Vl124fz8r8XVYaOkQ/2cA92meXenGpFFlSGvtZrRlSCGm6llR6K8UEsFEVTou4Z+P8aXB725kK9+
wip0soSe53wWIPGQ4WTHmdh55G5/H3GwibqHC5TQ20l1lQ3OIbPFPcaerPIndDh3JnHLs6NP5b8G
rJWBvugJl1i1XGgoq9XVFSiwf9rOHqvDyo2gswLwXaAZkBiCrMu7GNPmRilLUebJyKzqqhmL/s43
czcqB1B5zLm3pyqyaQ/wDFgERPld5YEa3SAkq3mSZXFjhtJLbCgY21cfWv7/jOqVldXscavRcz3A
imn+onMf4lV02cBqed4ZWB0qqcoJlVUYkOkCrn0x1ZNUh8s21ufoj5EF4rZIGSC8fJdM7sxM0mpC
WXzUN0Ve3zvEPvkEOq/NMDxMNrCIbhqnefqIQCXsquDl8g/YGiRQZz4q1Oj3edcB2/dBDvE5lMzL
bIhZbp86/6HRXy8b2doQr42snIXPSWGbwmSJpdFrnfMw0xCDIQlRny4b2hwNKsYUj2QwH65jpcEd
KWRTaZbI1v+R5fUvdH6ANUwll82snPt/Fg3VVnAuIS39rgnLrKaxzis7S3ie4wWQqXM3QFgxN5+b
coQ0if1va37wFfLHpoN0KFLHCKzfdR5geWpc4Kg6UO8Hdc88/yTya0fSsKVdOPrFzsbcmklUepHV
QDQFHr7l76+Cta62u4CNbZaMEFiVn7j8DLLKy7O48q//GdFCTQ32lwDlttUVWZhjC0p4FIZSeQzM
54p/7B2yfN/HKwTTBSzXwvr7dgiVmc2aQsn0seUsNBe2xJ2IcGMAS4+htbQZ4n5Y77ayqgZidQ59
FOPBOPp7vmHr83hCo1dyCWetdaLdDBpfm8ylj6W6v1UfRD78mR2AJiHzZVHgU9aknJNhV6ZR+/SR
ZOCM/oIc+OXV3TjzAZp+gPXBBYBmmZX35B7hts5GoJbcMOU/AWW0aCjZx+7oZRRvrCxz+GqbMjrl
1cgU3FdZnSCi/Y8vix1c+MYywATK6CDlBwJ9zQ2ojBSPPFCCJJ5GJ5yd3qDcFv/NXP3PxGquBOv6
Zp5gglnXNvrd3CirTv0HC7F/5gqppoXdCZSDONhv54raqmkVQDCPSy1P209pe9U+Xx7IxlwB8Qvv
C0ZWnIh1RsYM0n6WKGc+9n3kyDPUKC9/f2NT0eXKR8kBHXcYxdshoPU1KHRv4MTVvw0yhga9bpQV
jcbHIjNMFZYcwCpAptEKD2jxWztTGbjMkow+zj/74qH8PKgPuw4YcJH/xNWLNbFX7pW5QSVdFgSP
FbvNr9q9Xob367A0baFXDRlceNb14TMRnTeA5wePoBnWd+4efeW7ywEJAhQY/ygRQelknb2dXBKk
Zd5aj0N94/y2xhszOFxe6HcDgAUTL+2FTA1c42t9Q0mmVBLdOY+NzED8AV3e+WMvTRv7CEu89GZh
O8HDrs4c8VSQSW46j6IMlbgSwc5WXT+pFwO4GbC0QCyhGre+3lzFVFelzfyYlUMsoJrDsxMohEOS
X1etDovgPtfPo/GNuQeZntN2x229jywX+xZEzJBKBIfmGv+j3BnkRiKfH033yZFWnKVuNE83M5S2
wZT+IGUMWlr20aAc+25BXiK/DMqb95hHk6BpPbWmR686VOSm6HcczMbOw1cBosGm3tA2HUpOHDE0
+tEo43S4c7prkn00bMAQcCkCtonMH2rcq7AkrUZqpw5g66X1y7Tz2CS/L+/tdU1z2RmwAEQMhmK7
7xjILAaFYNaOEza3DNEnCN2yCA+YsX8g86P90/vmcu/gTiLUHTtftr05f3jKgkgCSoCILN46NvAG
10adN9OjPdDPSiOZqL1nW+6R4W8cX9tC0BWAXMdBtLqaQ6GhKwnIm37sWkNhoXJ5VRblnpbuKuvx
Zx6xtZGEwFZYgE5vB5NTQTrFiX78o5zewxcZvw2uI9cAEYt+ujxzm0N6ZWy5ml5FGh6DknkFJoHH
rIOStIghU7vnMZbb61UW5z/jWbKvuHrQX7Aejynx5KDExeamz0EJFXuvPA3tt8YcQ2llkdAsFN3R
6Hbi8M1pXGCC6G0BrcCaKliNyAig8qgfs6Hjoae8TxNEygqvjlDXPHWlseOZNmcS7PRAT0GT0l3n
+AqjdcdmoPoRyeyoyMTtbHd/YwJUVYDbAAqD98XbxWpmx2ReY+vHsWv+NWR67YvgdHk/LJ94t1iv
TKy2OKIPzkpp6cei/8esAByuHqaqDLO9rPbCSrs25S9hLp4wEOZC6LOWUlQNBLvdYp4fyQxFkS4t
9L/g9/YZVKtNCa7RAty1AXZkPpX3c1G1MeFlGdcuejIKSESDL2pQ0dQAtNt76XxAelCDLBay63M1
VChgIb5dWKjbs0Lbe1ja1fDMBhuC4EMpz7mwggMbO+fe0aOZ2CCYjPtSBXf1FKhzabLPdtONX4Rj
T786waHZQfyxPEBvij95WSEO3QSMmo+7MDLdETs4qH40gwmxbwBHGxEP9VDlYTGJ9DzTRhwJ6+ur
Np+8M3OkCvvBm+PeA5clzbU+tIZbv/hdkUdOy53DkEnykOkuj1jOzBgCbN65zprmbphrCvoijx67
cvCvU9VNZ7OumhhKsWD3ptwITWGMh5m3QRaag51DDZOYUVZ4AfraxZCMhswfqKNF6Djs3zowkMJ0
ZflQTi5aXSCbEKUGeJhYAS63GgBY6EgYwPnrtj20hVKHQfb/oDeER44rzFgG2oxx6QAsk4n0Fgx6
xr2wKuOpE84tQ26smQ+DrqZrh6bikNPCC7NKsiuP9fps402D8pB5ZJ6/0D8Ev1xXzHHOZR6CN4jF
Jc+NAzdczObIyYEOXfG1QtNszIaijCa3MpDagfZN6HiTb972ef6ELjc7Kr0pTdCO+sOui/GsC9Uo
TH1HVWggi3ImzpChTJN9o1riMprG5qs558EY9bXDhkjK+ZuW3O2iygzEAwnIGKNXwPoBVuLOicfA
ot/zgBnfLGAwD2SUhEdE+/6Lpa3qR+oL8xMNuvrWENiFrUV/S6Pqv8z2nIWYn2dsDH1IRf9bkIk8
zzWCCuyP/CUQtQM0mAMCEZfN0osdNw9C7EGrPiNb92+mZu9p7EYA0xgdYxFodkbBQkUK0vNn3pdm
Uhk8aELa8uEzEtndj7zJVWSQDNkpaY3/pB2KvRAEIXGKDAiLuJ+RSE2lf2e343Nelta5ronpPDTO
wE55Q0D6O4EJAvIv7GoSQoJRtHcOZo+7KFs2iXb9Op5G/dg4tcI85z8LW/PvFQuGhwVrEKJT0nzh
qNR6Vym6A46j3XjPOsXchx4Km8BiDNk9MSv2qWyb75bfiC9dY30rUoCe9KibSDmzd55H0h0LrNJM
JveIRZoeMLf0i617K4IunhnnTt3HUDetj5CbC+K6ML5B8951Y913kJzLhybCywH/SDC8srKnn8FH
l+N8iCo20BZ38Cej+85wMpuI+oLdOW0/YKBLOS8Y0Wzzw+c/FO4qUJ+Hyv7NSncOXfBxxOYoBixy
s9T9hjL0Op+fTMG7KBipimcvrWO3p/zYa6eMKpDJRHjsmUdbyfbKrqkTFyzzXzqHG9cqT1lUMs2i
qrMd8O8FNBzntAwbNhnR3HZgRMp9eS2HkUS89HgBD9hBWjkf8xPo6tsvnXLIDw9F1XB2eB4Lv1GR
lZcgq8ny8TSXgUClrXJCHGQjyl0uIqsbIHrZ5k73jC6mLrLSPDiJUtaRHPzpX4UQ6kbiqfdjqPPy
yrYyN6R9XTCoD4k+0lCDP8PxGFHtZiN6b5X5mdtVV0e6Bjy5Kabih0twQ4c5Hp2RzeV8otJT1zZv
3VMzEv8wlqb6Yg3F0EdT0JgxUao/MT0GZ6vqnaicMusLJD+CkBey+GSJPj/JHLV3BZmBGwVQWzKl
QwP3TaYz6t1BxM3BuB8K7h5LAsS+8Dyd8LIb4qEPIIhbzV48BEX9qEjvXROQwZ77gcwH1njF146N
4sy1NqOpcyvggg3/Rud1fe11qRGmKGtolEWD8qYXjnNb65LHxOgT18SFz1OaMGKmMTTsf0H7Lg/z
sQK0syy/IBMuQO9DINyben2shJMfDeLDa9Bqvi/GPg9JUJth0ba4GLo5v+vaoIvwelShVaLrpO4L
MDM6aXXoyrpBabZz+bVsLfwm/KhbxfvhmPfFcDdbHQV9UCAPNrQKDyC/0RE0Geo4c7VzZswwjynw
pwfAHBFKMnP4jlu3POiM54d5wovRJ40TTTnhh6bAnla1411JYGWjyXOgTkUgV5ABRnXXqqGMPFnR
yAPvWWj3mXyUAZNPDW/EqbNh1x+kewxSowopK6bPVV/6cTv2cwjGHuM+zVAttwduXBU07U8N6ZpD
5g/TNe3z8VAK5R0lsP7HDu7/Si6EJkQW3pUD0avnQQxjRDqg0pDgR9Nyg83TFb518DPlxbOARBHR
6LuJxgaqRpPdsRjgL0Ar0965LXVA0HiPf9zUryKdAZtFa8hiiBFeQ5NCXnt0Mg+8rYqnjqO3zu7a
5knWZQOWkHl4aSWKcqYOnER2Jn50JcuDIqr/pxh0Fk6BbkNqQj2Yu/14qgaLoY8XsxValFUHF9iw
sGhodVVaKSCzdt3eNBWerram+VliF+NM5/2zg675n9wbeKykr85WTscwtUCNxufhV+3aXQh9NB5a
JvbZVNTmDc5sGiGvah0bv8hOYDmD8+6D+YyuBJwy9CnEvOrtaBLtHNpz6Vz1FVH3eOt4zjVKZXoM
M57yo915zwVnzfWkhvZQ9wY2rTejrz6twRU6GN51w2x1bIXrh4GyxN2M3sfI6xo/JrUrIIiGsAoE
x0ZkTw0ibVZ9KyoDgGpndq6QxEuPLVA6xzFwhtAwyiDUldcBDjQAF9e49NBMHoUOr/czmNVPiZar
b0qlJiL2HD5vsIyTVDVH6Q2igDpvQIInG+eG64zddSTLT3Yx1J+LmaSR5Q79qSgrOxIdlXHLch4b
UDI7ukYtTxWkr24RFmAPanROTkNmHMF1RA8QIUoGllE3BJNPHpWtdE95WkPHrUYzaayX2wZcZVhT
PSGImArnaXIAI3AKAqkFAAxJ5Ci0z7aWGuPUK6ZD2nX5ueqy4XHmZXquu6G7FzNUlYjsvXscJH2Y
OGMPdVcY97KqMzD2WuTITTICuA95Kw1dLj8UpcFjZH2aIy/6tI+HwR+eNVh+SreOStt9aBFgHswh
G794Qa50VIPc7Lvt6+7RbIfil9P0xVc6e+zgcjrHo5H9LMzCDFMyllGRguupaqkddQqxLGB9CAVc
RY+9TI0DkABZ2KrOj905mA79kE9RKtBXqhqHHTkB7QsYz5wzNYf+UBITmw4v29BU9TddU/TkTFQ8
BGh2i+0qQxnfmTW4YpognJBmOjCnJofM1PnBc1lmgJmxsdyTU+lZHaFv0IDMfEpDJ2Nf2OygVaLv
5TfEEZl7cFCNfcwcrm5dqI+V15zypkE0Cxk21IKHmDsgenMl7e4p83+NshjDpsamd9L/I+3MduNW
km79RAQ4D7dkDRosFWVLnm4Ie9vmPM98+vPRff7eKhZRhNRAw30hbEZlZmRmZMRaK4rgMLQDoSmw
1hvP6rl3Uu7BMMn1/Rh1zS3Us/ZTnwPwM/w8+6bIifGBik/zbDRCclfX+eTqgh/qdozEcn5f+ZMm
UsX0Sieq64l4m0ZOp3rgQAjkaXBaskfcKTR3QvGlgeOtxW6NyNJHQjNE5LwiOQTknT9kQ2e+tFLi
FU7EW/JuGHyU1xpP7EsbTZrwN+ITrasKkCwS34jvm7KDdhl1fmj3Zjw4DaBPpyTEO3p5IxysauR4
0ELdQcvL3E2y1N8keRnc5FZf79TY+E6iobmLdZWSX++lnwcUhD50QU6D23ROq41d+BJE7XgYFD3f
tZOpIFheis+mXISu7AshKnthwHuobI9pN7KOKUTTLilJVkxp5lgFcXpmtQbNojTrLmimbJ/7xReh
rup9Funphyxqi3t6fTYPgdL5N4WmlCctqYZPhl76t2IV4Sq1Et+WWvSH/yraBb3S0hiSvakFY3e0
aKp+y3urdMuiJLSvJJNWWmrv7YPY73i35IIt9Ea0V+QmsVOVh0YKou5F8TT5oFeaeLLY2M+NqOf7
IPDSXRb1wS4UUwT5hrK7F+MpO4x6N34M1bT5qIJf5/hUJTvr2/pQxZ5jRuYtzMrPsacKuzail5Yv
97ETpVn3KA+8mGqOQweiRH2Q5UQ9SFajOUot9sdA66Sd12S/vbhqOSy68i6vQukxl83IScR6N+jo
bFZT39H1zGw+KFLQ/EiyGvByWCoPKAybwJcyaReDqOeuHuK7QMxjx2+CAqC9eAwkwUYjuLCFSZ7u
euqi+8aLyjvBav2DonnIjwNo/UgFBZAXEP7d0FTp/QwPOSRF5Dvm1JsfpCKKd0VkWYdOD7nWEcF4
VqXsVxQ25klUOOZ0qyBu6UuB2reS3I5+aP6QKyml7u+1O7mpmpOeZuq9lFnNndGKv3Uj54BuK+ku
GhQk6odItclbJodJowVrQEHKsYj+bK3Kx73etiEqj6a+F4ZBOvqa2NphYkZ/VLmlRKL4wqnU4+gu
zNv0EPu96FA2DfZ1H002R7iwrysuhlCrM3C0DVGoRUtRCHeVm0vadCOMqmkHcWHu0B8VnNgKkttO
o9nlYAaF7fVFYAPiL741JeIM0Kq920kGOz2JyXRnyWP8g8Z0+sGspOED2v5/xihOXlRFYC61+HNv
1cIhb71/2rpOP1VKVLhgKukuOsiym8tGZxOP+vtO1rMjkbjvzOqyOxIj/Q6SmGJLrM9tGwp0+9RL
4a71EQG0SZmIjyLJXKdt+maXSNljIPXSrQenb+9bo3BSG7ISeqTm9yTq84dOjfqnNBSGF62RPk1N
SmvVQkytT56lnpROFF4Q0JFo45jkyP5FVuAGcf/NCoLhIYf+4kSq98fK4vYeNuRwJ3dldqtyZTlh
MPR2Ts83hQ6R/SxEmtZOzuQImG9F41b3/H4XRxFdNbKocLJQNO2+rnzHC7XiXikl8dhloumUhdkd
0sCLnVLRPtO5zryZwiT7g2iaZk9jM7+5gmQfa37HW6wqT3qDVlEjW5Nm54U0fdTpp3ert1LkEPKK
R8NI/1RJbN10chnvBl8nLgtr5b5E0vqQCtKHoOhTx/QL0S2Vbp5CY7xtLMHaIQj4I4XDcUx4fR2i
KmnJKiixk0hknrJMIOTmCabdAf0YXnIwcAdvEnlSDlH6NRaE6gtYWv1OZ28cQwWisFYkqK0QT9lh
7Pk7syzJa3WpdEPL++mxE8DdB7mWfyxDeu3xdPXuY9OU92kxCDdqYySl3ct1QHRhIFzsVzlhQNLY
YZFa+4wcse235W8zbEs7YYvfCCQS9vQAQfthqIT9VBTFEwHzZAs0zrRLEY/yLa235WqQHky4HR+C
tAo/X08gXqRB56ye9Vd2QJJmEsR5jrIael2bLHNyQWHr8ocp30gnr31/bgLBl+FMo3R3/v2s9msd
ZNHkNu3jEN0G8kYpZuP76qIW29PC1JRCvm+dEs8ZtsDXF5UKpofKFcECRUwSn4v86mCY3HGDN7l9
npAqvFPEwxhtIfDWxvDayKLOW2up1usdRuLAiQV7S7x16/OLJbDA1tVDw+cNco75U+l/e7sLWXMd
DJw9At1LDMdolKMek35y0/q7Wys/3vx1yBUQ39AYNWeq57kDeVXfCFWniy5yk99l8kOkwN5ahIXX
PFc7qEVRcsfKuQlafvdxURea64npiUoZ5YdR+XN9GCuOhA2gG5SheIssebcUWiyFpraai/C3VLtV
Rqri+bqJi1rAPAwF2i1KZ4DPzPnvr2pDrZqr9LjNNbfljkQ76pOWdCTnk+8GfN8NaMIl9myWKZnJ
KBA8yb4tjo2RTGM5FZnGBTncxGl3N3ntEyzaZ7n2/xHHlnzkVkPhFTfGpI5aHkU2GUbP+fDEQhjM
SC01N/cjO7kL/F/Xp2/eBmelFKYPFAF7HDQVqI6FFyRyTDyTeYYrZ78muheGo00y1R7Y+KJEGmhL
uGbJ6wDeAU+afsF4tSLPkkTnA9IKy0qyQNTdrDOkfSl7cNv16k7z9GOfB/s47MjZZs+DIuz7rPCc
68Ndm875XDOZVGAyS2wDad1G0NnPLkgWZ+zvIv2N3WD+M75XFhaF0Y47PegjWXd9wF0pLmm8w+FR
R5vLUnSBBWRyPoE5wbJJNgmPoNE2RZZepYRDbwK/fWPvvrkmChmF6frbdwZowbmlUSLu741WcWty
aMFoCyRyry/HGlADXiWVfkRSDFicC2+A8lqJTVnJ7kStzOeBlrlZ1dsQLaeiPGhp/UVo0q+ipx5r
KzsGJPTU4ff133DhEiACgOH9t165uIeIqE0z9ygmQhLnMRgSSm4cG2sWCAjnNpEShZelhE4A4gE5
hxALc3LLh0kPf3uTFbBSwUa3F8eYFdO4OZYnxViqZZnKvVvVhp8BMqM5dTlUJm9Yq67tLAjKmyTK
k/txkMOXXA/Ng9JnP69P5ko9GwmwWS4C3pYMo/PcZVLBzyK46WAceNUbsClNmVBOjWxFqp0ufmM7
k9lDQZkyrXAD//Knzs1BDpeNVld6V0PnF7nvoaX3Gmnpuv2ibul9XZyUsy1QY9ARTBxm6apGRQsC
KR96dxjEz7LmHypdr2yN2gsX5xjZWp/tQj35R5q2+rGtWoYBDxiLeOwCD9yrSlFBhOzdlo7ffWvQ
pVNy9OzWQ1Woe6r7zPGEcn99IS+uOkYLKX5GEtHT6oJHEHSaTqXE7F0VCaZdNqaPOkrdQY4QoNnA
LWF70g9afqPi+d8F1ZBj4txBgRo3Ol9Qta5b9CwsdCs51VL9GMi+HQkyLzVao+jH/I0N2/7amxE5
M72bC30ZPSTWwNvQUPBXWF4pea4tMN1FBMQ8Au+nfjTjGqkUnw9ISXIta7ucvc8z0bSQt2hIhTZv
vtdmM5SOuNEA/iJKd26GLQByQK4Hd1KN3TBpJ4TWb697xMophgnOL9DiM3l18SgIRoGsfdUNblzk
7dNokhslwvY/Xbey5neIG1OuQ4EeGM7CSmp5laYJ+eDiklT1brRqLhHdFW3rtNrN0H27bu4iemTe
XptbHP5NO3Zj6JWDKwWgEobfpvw8Wvphiv65bmee/7Mwa7YjzwQxokbpgiTWioUV+Fo2uCRrPmpe
wSE8fosK9bNRSzQwCx2rMx5TwNTOdbuX4dZsWEWNmmsBovRyQ+VJlyS0+B3dkFaRkieQ2yj3mlaT
e/pVWi850Zav/FS3CEJrbg8FgOABHsAlAFIQLK2pQwks4vQiEYdr1Z9iS9dlLXhAGv+vCD8+zxW+
cHoxpCLXT4PriyeNE1gGiyIkp9bTndCobWl60rMbRXwI5D9Cf/t2EhRHMacy/6o8/5B5Ozev9nmV
KKEou2WGEippTD8Mbq4v38qeOzMxT/Orx43ZlHMmdpJdM63h9h0F+em6gZX7+szAIsSrVCVptYAx
SBHFEOUQtLc9/OMo+tbKG6HB6lgUCf1rrjEeHIvVQqlOViJqXa6h/6N7P7YAiRuflxcpkSG2JnPM
Ej5vF3JkT8lWQmHFpSGTEg3P5x+B8SJUDTuVwgw8bdeqwAyXYyu9lABf7uJe0jaYFdL8rcVxYdCa
GaAeKh0ogS1sjXmdTVIuTmD5LVsKv6nKh0kID0H+WQ1+mdNcBSpvTLBa6kZSYOX4PTMsnztcpMWK
P2jt5FaR/wk88T5Qvni928g13eJu2mQDK7h2PGEP3gKOARR8ScErBCSgyqSe3EL2f+qx+LOgIQS1
GZLpgW+HUXaEFP3P5JUflA4Ix3XnX3GZuUsIORAoRPSrWXhkaxWambaAL2VoMoicffufPr8UBeuy
OBwDmc/zDrbzct+Yf95hgJCfFxRQXJ5P54vl12EdmX07uqlPE9hBJOL2zS25mPkjS1eEKfF/RpTF
vmo6MRKtvgSh6mEABPPHLNZeyEP/GgIS+KL4TbCmyM7M4Xh9dGv7DWEWMlM6a3ShlFFVpMMlLwJD
X3/VibGbI+XB6yZWbv9Z++W/JmYHeXW8qrWuD12dTm5o7NQflYSe+U2tbfj4qpdBeOfgQNaJKPPc
SC2lslJPGFGmnTbSJXxjntYH8e/3F1vWGwWx0FAncvvi0FlHXzr0KKdv5aHWV+NfK8piFI05tlmH
FaXci4odflW2xrFq4W8AO7efucgV5voIJzv4C+oFt56YwfdErh+lSttfX/QNO0v1KzMIanUqx9HV
eMcNSPT5VGZtLajd99jhzQZq2LgUMPGyGshaCw5fyx8yMMC1C+TiuolV1zL/NbGIXi2/MpBHwoQP
dqeOc1vbak+26lyEjSbthywi2IXzCpTy8zrSQVoTPma9DApF39E2u5erd4yFg5jkoEynQA60cweL
IUOPo6BSDiAhCJps4/Nrq/7684t3RcKj1UpBagK0N3by7w6MqfqO02QWk2KWCG9Iq5+PALlXJRyj
XHSDchcWjn8LqELfepevLfmc7CY1R8dpiK/nRoxOmKK8pvJjTqBuxKawI1N7ue5Wa4tORgzKJQlG
0g2LuTITzwPR7YuuafR7K6puIi+3Q0vam9HhuqW10XDzE8WTt7J4Hp2PBkAoCQhhpEhTmd1Roqvf
zodUsCEau2YFVRN4vAb9Yi96jon0ltaFkGiqrw/CHkjN9UGsTRdrIWlQqakmLmXE9JRyvzdpkzsq
YCH90kkMY9/mN3qzERau+TBJGRp28ow0qZ2cz5ZcZ5pKd5rBpUhtd/GPDMxKlm48OTaMLI9HILW1
0hazkRxd4vJLp5IU2UpXrBrh2TTTsGgTu/QwYvWsI1QZWJHKSYU/2LLLLb7a6rIT4JF4JfV6wbeS
yddFUPQG1wT3eldPhXz0/PbP9cWf98IyPGI1/mtk4cFeaXhtpfPQTWNSj+W3jDJ6oXxjZaz8Paao
CCJTSUXo4gHSq11qTQZI9mgY6S4mVveWID11+fRAK9GXCljv9aGtzp8FVQwlHfS+lkdNkVRqFZcq
lCitsE2Jh6GycSiv7px/LSz1f2OygDUs/NG1jGMk7CYkc4C6bQVg0qq3kdubpVmJtZcqgx59u4tG
ZeIy6CpEFg+9PtpJUn/xq6S599oSbAhINjLHqflVaOkrn1LUt9NhMI+t1UIb6XaRkbYbgdvKW4u8
I3EhiRLkrJcaA0INPl4eYo7Z7nuSfJeqJzTBSc3DDkzRlbi+mCtzQBcV3ggwwIEVL1nJipGZRmVQ
ru5gCXEH243KGRK8UVd/zqdyzM4lccQ55s6ViyMKgJnhTbznMqVxLAt6ytujaQzQm4wMPPIGy0u2
8lUYNWgcujPgSLuPhjfKfs8jQJ1Pm3EPZMwQyDgfQUfvwFhoKdYUafUzlcIHrWgDeFVN6DSU3WyL
th/HMkvfnh05M7s4R0a/6EHzBKNbab0D/HG/SaL8q3O8PKq0mfXKbqZ0+Pct/uq1Y1hhawUQehiZ
15OHBhCXjWZ64Amk34ujVN/TKsN6BGIPpyMEhzNkQrqP0hitAnpNHn05Lx2hVaNvb3ZNePjzAY3f
Iea6CDe0CXFRWjFwrvX3wde23InB/h0WENpAMwY9c/Kv52saBnDmQkR+XAmwa2xWAIpf8noLNbN2
mtHSVIPwDVsQ6vm5ldIEsd5Z3JzJIO2yCcxqdVs3EDve2JLjr4u+NrTwFd/MsqaLMOSNAETEfAcG
6zSkA/o+lvrl+tStHFI8YCja6+ShAOwtNnQf+hO3KGzOTBAe5J7eT5ZwRBnvqZSo5iV99EUUw+/X
ba5N5LxOsIo5qi6KGX7ZBZ5ZwblMvFOuos4q2ijC00X+upk1LjjB5H/tLEMd0RojuRqJpWPaqeYw
nmqQbxZdnsX4s5HcKzl5LzZ8dNcl4m3RbOk9r03ta/OLt1U6lp4HWI+zUtrVo1NNX/L6TtJ2qWyL
xkZUt3aXE6UwmURcUI0XvhnGQxnqrczzvUIKplAbm/d8uDGhqwOiPkrHAABFXALnG8CMQiO3fNaN
F3F3VARh+qCUvud4SkNSL06MfaT28ac6DbZEXFYtE04SgFv8s7wVlAQ6n6oxlVV9U8mNU1HNmeTn
UFLpAexKxsaDYiXo4/1lUHWmSDk/9s4HWs26Xa0HtkwTnki5pOOhqO6ZV/3NWihcp/S5oCJKSYwk
5WL3qY0+wOuNRBd2hTNVv6BbNMHn69tgxTVgveMWKDtA1172H6tFaYxHEM9uPj1700Hrb9/xfeQI
5gcY7/ulgnaR+6nUDaXk1jRCGe3S3IhsVn//q+/Pp8mra02sJj9rlURyZStyYmmwyzcjFedVQK+S
Y5DHFzfUwgJZqTQZFdEVg9iWd9Nbm+v8jZqQ60OohEaEcynr3EBh1n2aKobkmg9jpNgCDKvrazB/
YHH146rzp7n750a+5wYasUtqT+1kV01iY9da6a0XadCC23tl0G4qrYmdqrcmSJfx1+uWV85yZKhA
r811T2LDxdDowSxmwgzDnKA89I7+WbD2XfbxPUbArxkWcmAXsiFK7EmRMQSim4gtPW7G8bb1RM8J
rOlFV9LjO4y9CtsX3qD2liyIINjcttY/IqP/aaYs2kIanUbzHcIXZ9HuwrcVfQJW0CiTq5YHvb9r
fl8fytqjgIcdPk28biAUdu4WQ9UbzehR0oq+jeKdqbjeVoeXtc1JwQxNKvDWLM7ipLSMPqB/GPUk
M/1VZLaWbPWlujyKUXGhc/QsDMz/L08XSfaSCC0h46SFgN/9O9/6GsJOVoJhN7xZ1A6QEcZQyFUR
2rk4B/IM9p8Ujvopl+7C+9B789Pm/PPzJffqIAt7BCOmjM9nH8zcsbZu55Vy+awIT5YNBBrFtuUx
ZhWjDpG50U4QVoIKXYTp1Pq+3Za3knZbyOJOb35JMx1YuJegSkrD81u97dz+YnzWOOYQwnrtJFgv
JXTdKrxrU2njpLt0aYyAuJnreuCXlhDdzuqzcooZpBR+LFsIh6kdG0/XB/IX6nV+nM7SKbCNwGNx
py2hYPkE2CIi2DqRmy8PVZfqPbg+RfsUtGH0hVmG0JmnH62xbj63hawQ8hRhYAuJ5DlTUsAtb6z6
fpCN6hGoKNXHyYvCL63QmsdGHdp7NQx8t8na9HaK/PSo+VV8LJS5lf0I4gDus9zccOnV407LxuFu
IEq58XnS2jV4iFsasiY/ujL0n6g8DdTyTekLuuXCF3/UkEocg8LtArQy22pKbE9PgN/7U2xn9Nam
M9Jo7Pq4lbIjR1wHYWsqHiPYe4BzVeVliKxPTd78CXtBtoVATOCATWEzHciDBbfVOPrfcpSX76vR
bG/pOhqCdepK/c8Alux3Io/C7vpKXB4vSFUjecV649UXkley0AWILgfyiTbapYIa6IY3bX1fXmzJ
qujrWvflUzN+StUvqvbj+u+/PL3Of//iAG46KcpSVZBOfRKKbl819YNEKhxhGLFT4NUEcviIVGS5
oYC3tknmq/Kv9qR6cSkbGbQrMdXYJOUpgT4Kq/vNApqcla9MLN9WSu1VWVBgwjq0Mbypw1snbv48
SrMUDGFhLMFoeY4DDq2vn0SxP4TCzVT+LtLGVr07HzridVuXTnBua3FuDWWjJn6FrbEzjz4yV7q8
8XBasQCwBKk60pNEacsqm5T7mVKSvTtJ3aHYa1vCY5cxGGErl+NsghTgUkXT8AuyrL5ET5nhU8sb
pdRmcNSNupVmWRsGerWEmEh2zkqU57uljkK/FKTOPIXi9+4+M79eX4e1YTAOaMiEspedSKmKCEXg
W/pJQh/3aTAnhDxQlH+eEqV/1Dox2dDmkufdfX7M0wyKmAIELDB7YCrn4/Ha1u+mpMoAl5XlU1+M
t5IJVXpfhfGEjpEpot+UfTPFIt73U1w/Gg1qSlGWBbbXIOsmhrzna7O2PuWc7Obe1JPyMFZqxuSb
hqMUcvyDhhDy06yB4ORC3j5fn7DLbT5fhMiKAd6Yi1OL3+8nUtMJ6ZSeUA8QZ+n7WrGrN9ek6FDI
XciDn4wvSI3zOQoIhlWYndHJEEtnAl9Y6wOyErvrI7n0rNkKyRLCyJUoL6uCXI5aIzoJ3b1kBU4/
bd0ka3M1p5Wpd8JFuKD2BL4/DqqYxSclFW3NQAFAbO1++PP2cSga0pRAgudU+eK8H/JRo+aZJ6cx
dPKncUun+vKZB9Lz1efnaXwVQUZS0we9xuc97dsU7oXmA6oaT2VzjJqjVL75WFTpbksgzKlFZmm5
8hShjFEc8C45Sx4MWN4I1711ttD8NUgIU+1WKNwuHg9IkxqR2eT1qZBph3bM85vr35/Po/P9zfcp
I1ggOEE2L/dHqIpBaClRfZLkOnroRDN4Foko7mJNrz6oXtffKoJo2EPQbxHJLv15tjyjHHT6G1xo
NAZqIddJU9an5leX2NHL9XFtfX1xDotjjExHVNWnMgodvbnt3pGwoEQCbYa6Kh1K+ffc0aw4QcyC
I+80IFww2pGyFcavDYEji1UhncdMLTaK4ktqJqks/Vg9Ct4HUdlcgTl1tlh8WlNpJNdoOIwbL4Yg
tTLiC+Yc2mFr72e95ngVukyOmKSGdeNPbfjM8zh3IPKqTiHwOHOspiupnHm0heVs0IQfuWfRUFL0
Koed/YLHSHTY9TsRto3eHgTKz09xJ5u7IA/MQ2klAqoQY7KjJBA5gyJ/8vtGezQ9TbiJggzAI9r2
08tg6aNuS7ns39TQaQqE5QykJ/Nouu/lsn9JG+7wXg97EDm1YAhOXYnjLqsK480PUmaGxmgch3S7
uWCIimUgt2Mzlm473RrRs1lu3B2Xi3z+/UV0XZpV6xUt3+8goErsg2Fjg6/AS7GAf3IZz6XPZXag
DvyhH5DeBt78MQGdoQ1owSFMkCBiJjyUQUKfx29jlu6ub0B5ds9z5yIvjFlYryQLLjLhXmyOSmJV
QL46wc7lzNYpzpRetA+GL5V3P/lHyfva6d89eHuif0OTSUeKPpndy9SA0jdSJ6kNmkD9GZLhNu3n
Ll4Paude/5GXN97Zb1zCU2sz7xq9bWqXPnSFsMuNm+bNjQxm7vK/07DkegaJkhYzwtJtky95CHQw
smtx47DbGsbCiQwCqqBSGIaWPcn591Rp7C7beG1cXhTzONDt5aKDiXtRqYfe1bVlVLuIM/WPYyoK
p6gNeW9a6BJFU67shk54GdG32nDgxQ7Bd+aSG0+ceRde5v+FIh+7ro4Ud5Tv5Oq3n201ONsysLhi
k575gjyquCJKUHf6uDFxq5+fG0ijxM0de1FM19UipWwMg7Qp/7RKd2rzZGOvLZ7Q/5miudUNNRLy
HEsE+VSm0mAVkuwalnczmruC2lmevYzVkyBulWOW58n/NwZBGO1ciujLiCTvxqjnflCAqzd7YM/P
5BkPeoSmt6TeSG13ilR/r4IIc6RBf76+X5f5u/8Yny9FBdwUz+vFnTg0daxTllfYR6jO1pV63wS0
eJQCGx2m/VQDnJRixKUQj/smDxoqpgjDhX6EOtp8JW38msX9+Z9fY8DRA9LME2PZgEMO2jaYjFJx
9fiuKgbb00pEIH9aSrOjMraTpXgXFA+h+PO63cV2/2uWYhhRxxwYUow5jzwESM9SKY2ym5r38nTr
N3d197Zr6cLE/A59FUUXnVRMWj/Irpi/NA9JuHHuru2J1yNYvJimNitKxeplkKhfFePrxqN16+uL
2E8rC6mDzyi78mdtaOjQrGzsty0Di0elorbUVxoMpMONjjCv4G9lQ+b5fXV5/mf+gfcQlqOEe0E0
lPLYUgWgUa4etTT1DVP12IwS+lKiIFA+RCLrHS41lz7BOdAmfBnMlqkxVdkky25Wazv61rBdRLjK
++tW1kZFEZd+LNDxJArk516V+qoSFnQXckMJpVvpo2k+pNn3OH7+38wslscby2lQRsx0EuRk+aNi
PA4tzej9rdTo2rkrEUBrqGITHC4Le3kjZ0YQFrIbETyMZXrMW+mmMFvHzydOAk87Xh/Ymt9JsCeh
0oIsgxZ1Pn+xn6eSVeB3A4JatLFSOe7+JwtLBllaCUY7jnDhtO7T0LxoWwSy9REgO0HW0oJzvDi6
TCjNpZYp7JysQXkrfKyjaCNiX0Id/+6dmW1MpRVSM4iI81nymqFu2rKW3DHUtWdvsPy9kefiS0Kt
b4dCd/wZIJa+Ewu1eO6E0b9FC3N0Irn1dmkaSntkyKqXrBStB78Einh9gtdchpTz/JK34Movn1zV
1Ck+imeSGyjxkQ4CyJnJ7YPsVWSMivS+QZz1HUvKZckFxQOAyVk4jZDK8VjqJU6j3ZWHpn1HeAYf
mlZdhDbqBRjRTAHQC1XAHZgZCH38DOKts3Btyiif8/sB7F0iTXiJNmpoeLILbC/Kv0u+6RQ1Upbq
XUs1/fryrPnna1vyue+MqVEXOkrT7txnOatvkjTemK/1+OnVcBYhTNVnw5gZgowOL80qhTHPHwQk
YJg7Td5b3SgetCbLbvJoLEgkpuVeUtAtffswNYCGpOBIXaC0eT5MIaYHiG+EmltIe1Tai3ec84RD
cwcgQNMX8ixVXyRBlA2aW9YfxOApz+/rWcj/jaiXvxt9BjOTIWE7oUlxPoq4gPcTUXJ0E8Uh41qI
G0s1HxTLS1hDcWhG7VAxWNJxurKO4rKvNTctyGu/TJONqvU7FoLNA1rSJB227MNUNkXU1XWCCfWT
jED0Rpy1OgKOGSKJGbyz7AEEojaVBy9FrCn4WZLd0ZG1lqaNMazd6nOCEhESOuPQb+V8GdSSJga6
z2qjlzR8LH2kOfe769O0agLm4NzXC2KcNP/9VThKIS0gdPA0V/f2Bky1EGWVNPqnKzZqkfNZeLHi
r+wsPMooKj8oJkNzg+glQDO63k/FPo56JxwKWyqandluHc+rS/TK5GL2ZHlQctS7NdeiiKfa+nTw
u8N7Zg/wGQWjFfwRF2440IQSLxALCMWlsc8CBbX+6JugbrGZ1w5QLpr/s7WseeqkCEYaGWhuLEo3
AQn4Pnu+Ppq1CeNuR2EHfpZGQuDcF2SJCCJXJiZs8m01/yjobiyFGwfk34fk0hOoIxDTYYrk1WJZ
6sEok9ScVFfqM/3UZEZPDnwQNXRnphZtz779x++K7GbyEM1OR7S1wz4ia/7QK6qn2H2iehDfUu3R
t+jRaMudp6LLMFWlnY9SRHiVKqe61pT9kLe6U4RjvY9R8W9sT/LpCRZK+j+jCJ5gop3EaI/0bDiM
g65/LWa8gZ9aCPeqY76nQi5/LLqos325mEWjcu/RIios6KTg+0ehOSaG2P4OxiJ6kqfwl6xV/ucg
k1A47xDDzwsaiJvJmNwTSKGrM+X9ge4ZnW1x4d6IXpT8vL54a+4B7h5OHUXMWazufPFQWiCdXMS6
GzVou97BJbj+/TXnMGdGCekJRFqW3486qR8ylbPIIw1S1cIe5NdtRMOE62ZWh/HKzPz3V+dRIuVK
E2r4oFg6rYoQ7MaO3RrG/PdX30cRLPYzme9rXAqov8tPrbpxuc0OfO7gkigi3jEHyEChlqg0SRia
PklSlcvTN26tVlDoitsexin17KQxh/tw6Nsd4I8t7vHlWQ5nE0aVRjGZxN7yVlVSC46zJyFDi36z
4UQ4dutI7YaIw+UMSpRK5ZkhyJF3WTypy9zvEGF9gvjkGJQasunZCjYSDVtGFm6gQzMSkZZPiHAe
4/DXIN/lWxnqlXDxfCALV0BToOKhEiZPRXPUjQ8iSvjEitIhCGk8Qef4b3W0MXVrzj3Dx4BaU/O/
4Nih1tDIU2GoQNgPRfnJ0zdyS5cOMDMa/v2+fO7cBmL5MQwp1Q3GD/xPoD2OfLC26sBbo1icNAF9
DIDcM4pUd7KPCIZdPwEul34eBJhLsn40fzMWgxhEyr6ixiBonEeas8legq3i8qqJGcgHnBfs8PKp
mEak1kt5UN1x8jU7kYcEMZBxJyrBOwI4Hm8QIwyawFwIkAgF6QrNx5DlFepHJdHCQ9d70Y/J9/3n
spqy3fW5W10aECXaTBSfYRnnDpADj2jSseJ08561B6X/9r99fpHPVzSg3uwaBFclW5opCe/4PFEB
r6c5nb/szUpTBCvXVMRWe/GWHrN093nP9ymxiJCc4YQtHBeJ8cIQDa6w8S4XfFoW//7fvj+vzqu7
paYHuig0fF+zjeTByjd4IateC/rp/37+/PdXn2/ERu6r+QbuvpijrYnH5I0iGX+ffQjmcDgR0BJM
LAJAQqXamya2XmHeFtJRKeJjWxQbe2LNR18bWcR/kTdqvkYfTtIa96UTD2++OUR6e8LYADs7800W
ny8yY1bKR3hYMU9y/qGWnVHdv32d56cxHRUhimLrfCHEuqDbQW9q5BluiTDz94yAnA/AKo4mawkc
ATFf07uz0F0x243hS5g/IvXwjhFQ5OGU1UwZyNv5CFCH10ZJJViUoq47qA3tkvq+2kLArF1HiDvS
5pw7iezqxX6zUgXOjuYK/lTZILkehi44in77ITCDjZNv1ZYm032Vpz6SRYsRKcOoRoCXsNWZlQPV
Jr0LJa+i5VfXoBGqBMrT9Sm83I1Eecg0S6jJACJZgq0SbTClOCXRM9GDim4LyJHuyZ1dN3K5V86N
LE6UKUlFhX6hmhtVxzR1/K1WxlvfXxwpJjL6Cv2eibb/dNWnuP50/ecvlcY4UObfD4YLTwYiuMyQ
amASmcCICyPsjrmoOnOLDA+muF3WzYe0V47cwqKtFJPlSF32Ewn/w/WfcOkXWMbLTJCjSAUucWRg
c4Q26nXVFaviVqHyQ9Ok9FBl6SevbN58LsBLR1qU+tusMqMujs8+jJUkmhrFberb0LzZirvWPA4e
F0cOXs7tuEg3S4EaqGmQq+6g9I6ZmbsINSZr2iraX2ZqGMW/ZpbIjTAV49qcCoJIIWmM4/8j7bt2
HMehbb9IgHJ4leRUyXJ3VacXoTqMSElUDpS+/izVPeeOTQsm3INBDwbogbZJbm7uuFZtxSwyRq34
AkQuPUqoDu67Ke/oYS6r6R+n4OTt9pGtKSVaMYFQDyOOmypc5ZYpGLlhCuaFkMIvOLgAp/C/SRBc
THCVERQLHCMirxPd5/rhv31esHtx938LSAFdxqsgL+5EJv64V+dbJNgFMH6kjjrbBspVBAxdW61F
tmNvvjugsfmLtcBPRoeyBb0WZ0SrqcxIAb6+yPJ+ugei/bj9+ZWSErQN6U0UZB0U+656OMAra6N1
DWkF/bXvvtRIPpm7AfknOwFVI2hwMPDhUzAApsgTDtq2B5PJS3p/cQ6/AqEsYMLxnl91TLIJPdgN
UImj+VdhIt74dHuVaxqNPDSSuIDAd8C8cPncJl5NWdwD2Z9joj79qt05QvqhDqj7AS0UQ8OoRwk3
JhvBudnCn4hGlNz8tpTo80pCA539aJK1wGmC0qJg18raMgA6NMcRReotN36CMuiHZ6l+bmKmc5CV
flfMHICwVYxZL1t2NXWjNIUF3oDai5I6Dqt4Bzz67RjfiT6/bBm2CqXlxcWCtytsmTpVpuLOlhsZ
/lCjojzeXwjSEF9+eIjIduLxuTzzmmhG1ZcKO7H6y6+pfr2tUSubtKRflrb7BQRXrPd3NImNrJiK
E1IW+hAWxg9vkIhYUdoLEcJzUzKWJtYIEdZWwQvQSHIhi9IIWTJMVi0ADNBcBKzCAbhdwSoU9NkJ
VH0HEjuBqQHC7oSSS6DOEidAJkuw9zmnMS3VgZ0UsqE6lhMo7w557oy/8HcuFiVYfm0cMW7VdezU
l79wpfyWgiutfsbM6IPtsn2SG8QfQOrL09ZvB6+8313E4CUuzZIFXlCpLnWOcWDcsaRlJ8c6ggZQ
lvlbc+cuvi/EVtxMWVl1DTupYE+I33QXtIPPVrlnHsh/yaEyNxZ9NhNJ3LuiiMj3ASFqaZ+BVyAo
IuJVl9sWYycyPlQbp5Z8flU5MN4HkPYlWyuiO3gaNXodg3KnVHke7BnF6Ve0X+5VuwJvliRBt7YU
G3kZwMShJomJ/MsDakqtrpI8gVHggdpjFITIIO5XDANeUaQA4X6iPCyitjYN5v8pd3GRCPe17rlB
Fk0xv99tfTCcgSB+KQeYmIS9XEauNsM4UCM/kQFsw0FGw1n2pK2t41zEspNnyY6KWs2UMis/9QM6
2sc3t31sUCO6vY6V4OBiHcuPOBOS1WrBaoZ1xHlouT64Zq12C+f6tpQ1BTtfyvIrzqTULuNZDPLr
04h0fJn9brmHmtIvmu5sV3Iwqzf0XJZgAdQJUEoKhSzAOO8TQ90omgbmV1DFDtUfAhrLzu3fgSIY
giUvUvJENlkhW6tgIUBfTjwwJuWnCWjpGTJ4TfdUNbuk3psydMfVwwPTD9h2FoMnhkM5rXOijzg8
bra+a7w06GnXtpYteTvWrqzzrxjRd2OoSGko4UARiQ60nhqke5K2qlVVPyvbCFpIdYUwUuvYM/6j
MzJ02P7UZSCVa4qBqg2ae1UUbpCRFp5bYMkXgNursAxUQq3+Wxk/dMljgSJlb/+0ne+dulcwVCgb
2lxss/DKX4gVXt40V1InTiC2RWPljA1EKZQH+gSikU2nb2PQ2d6+bCtasYyNoVkCASQMlGCaMsvL
NOQUspOeh1DBeNylc2Brm9tSVjziCymCdercirYxGNpOqBjo08ExD+343nhVSFPMKM4/b0tbURBI
W9Jay3jiFSDQ4NhNXaZKBnrJfzT1TStfRhn9jEyEcE4FiH7BogwRZbPtwbvNNir/dXsVq6pwtgrh
ZNAF2LLcQUkPHu1eK36Y6RdPAZzl8NsqvubpQxFLHnbZmoRD4pM7pFWZ5ie1dDZV9d62h0IdJfq2
KgRjz+jPW4pJYvyKgeRhil2Oy2uBanQHGHm/kAFCyWQIC2F522ZdP6OuCyrhyu/KsJCB1a+JQCQE
51UH6MSV21BoGXXRhJGdOPmUFyBC/Tze3yuDFPDCOogkHBwHsaW/Gye91lifnTwl6OlBr/flcIy5
rOtnxV4vgKmItZGFu8ZJVsB5jB6XITtZA3ig90z9dFuNV3fq7PvCa54B1t/K+uX7/OtAvivlH7e7
u7cMO3UmQnjEqc5Ga0ynDMFQmPYvDLidxv6/rUJ4p+226/KSjdlpbkGYq/ngl+6AIXK3EBQXQH0A
pE7U68VqpGFPGkM3SX0q3HarTWpYuY81MO/ul4JCD2aoVEyKX71szO7tJLba+qR1D7W2N+vDRCSW
ZOVRgZvxkew30E0oFjIGJa40rWobqO4QGuY+63KM6f8m0+72UlbleKjdYgBoacMSDp4oY82BA9SA
9bHxu8nzQWwL2KHJb5VvtyWtaDFG6tEj4uhgqgVJxaVPikouS+NebU51sVBbv1MM9HSFLjmatRaL
CzGCza95obukG7EgrQpJmqJNsvS5MgSJscmmfs8I6JBrw5/qr/9tfYLJnBplnCdlbk75nAWj/cJM
HcOxh78QYqJejeHPJXhcXrwzx96prcQuZxxXM/CHgY67mb/Fzd3VwAVaDdVAhPQAuRKFmF1Xuabd
Nafyi6oiqD/F6NK8vY4Vk+kiEfOBcqfCvRDU7mM+njtQ7zGbDp6Vh5Nx5zDukm67ECHYG3hLRk89
iABfxS8z4b919N7dXsWKSqPO6KE6jicM7eyCrs1U75lbkfo0pfm+admLPtVb05VlIz6ynYJLeyFH
UK0819FtCIf9lOfZ9IARlt/N4DihUTLjKXOodkB7jB6gi83ZTNYY+1nsuM+d6fwxBtUCU7Bq7Ssy
Yhg3AaVCqhSJ79Zmuhlt549Spb1veJMVNmo1PJozyw+NmfxJe+SMZlN5tevaDFojLYKWu1/oMMCm
OubnWU2NnVJjsLzylPh1LlX92U1I/gUs9ZjRbz0MlFsTRucmnQZGXxeBA3RQX2tU8FFqvRcU3lzu
AXbUbGtSjEELvMv9xOp5WwwWD+AYJHvdrowQOezSHzxKXss0aw8z09WAjJr5xTPzbqOw2nlFH2KL
diq1/wqW9D6IbbvfJKTx8LeeeiRKVT+6GphXW1dLvnpqYoemOY2Zb2KAE2Mby38mqZlvSroh5YPr
dtkDJvUsvyFef2xKs3gAPEDvsy6vQHSZIofCdWVHM1sNMK1Lw6nQQTqW116o9aaMb2/FQOMGYqR/
uS3IuwpRlFZ3vKxqUp6c8vuQHdsZeJCImmSuskyMYJ15Re0qY0m5vM6M+SR7JhijkdKILzdC1GQE
FvCV0KmICyPc+wmwJAq0pDwxc3b2sZmNQY1CeVCAq963DK7sZosqoV4XaM4F5Jfv6hzsotTWHkCq
C+zhjtG90fX0idXqHPREnR+5jTnveaiNTx0zAENQGWZAJxX9jkbfhHrS5UHptvyNd5a3K+g4+3oN
SE1eV+9VR/8MfZHuRu71G0V1QddQu0nQeBZQm61ZDaoJxUYUIQAHwvQi0BAy+Zo+nsy4m/yiaABR
xgZyf6IaDSVwYZDo0pAnXA7rzMqX/eS6mMstTmz8kfYHU6s3ff1kknKL6Zzgtg1bmcKFiDNhwpG4
wP/WvcYoTub0o1UeY6sCe/mXAjjkrHsrvaNqldvW/GdQnS0tv6XJ9rb8NcU7Fy+Yaa6XZq7GED+i
hckAoetDnoXzKMmCrkpZMA7BPWYheyvcojEv4zof3eI0Y75dD7Rql/W+5Wxur2XtPXDAj4MKEiAo
rwY97Rizo7zH3H7LNjoK5fW2bCVv88rDifr0vyKE7Zrn0jV71y5OxHnLhu+eI/n+2ka5C4cUADIW
FBzBwSBgUEcdqS1PFj2afAciAb5rUgkOzqJSohVAXQ/NQOglQRQrnIZH8gTQp1hE5R6H+THWQdBX
fsmTVz4wiXov+yGKQgCIphA8i9e4amavG4WZeTCfSwq0TICW8ZqMD+30q+z2zJLUlj9++ZU4G/Rr
aAPTEYQIl6megaSFwdjilMfd4NtjpSNdXVjNHr+t8nOO+QJi9VkwA1Rryw23DcGLMu7YyG1guCv5
3lNczScpuPHckZEH2+jzbWa5eYDW3jxQSIX01ejY1ae67qY3zZ6TTZp6zktr1cUnta1frbTONmbb
/bSmvH9lOXVeC9tOQ7jF/MA1NGlTqy1qvy7dMuwTb/zV0LQLCrWOd5Mdg5WxG0q/qebiFdzLrSxW
Xjv6c5dpuUJnps0G/svsFXBl6vRPgd8OKk1VqwOgPBJPFgyunb0JsPePof5repkEVKRqncbVSUdL
nj2dauWrgfaI3DAOqfekpZKrs3Y1gRy10CkC9/jq7CvPnClK5eUpbRBEa/Ql7e4kS1p8WlSO0d/m
IeOO6FPYPTbntp04WXUa63nAhFGqbLsilbHIrS4EoCBgyYMlMEXnPG1oSTHjUp6aQ5o8YatuW0nZ
5wUTNgHEpuJUweet9ydPRti9ZsBQkIQJxsDIko+5VDBCNaVX+7Y6JW1nYSahZCDiKRq/jJUnZO/D
22tZU2dbBUYgGocWUyYciAnvmSojgbQSFJ36PmsSv1MRMAHev5PVWteFAaIVHRGOfZVoNmlhtHmT
V6eiPuT5m4W8RuJh6rRu/NZlkthmLZBGZPOvtOUYz26q4vLEVWxIG2sakHj2EyXs3O9ufUrszzX7
nqitP7D32/u5dmVRc11SK8vhiUD0Ghnbvhthrs0i6tPh0PTMj00l6Pie8h2zZd7P2ot95l2Lz90U
686sTTFebBhSZXriMfqbZIguEiFiQ1OXNF2vcAghrfpoJulhVLTnOp5lc26C6i9g0cvUNlp+AP6A
JjYhHC3SqU6GzjOPljFMYWfUxosOGpIdcOCKJ8JBCyTREeEm/z+BYCECggvQqK6622ePKnMNrP8j
tsxW9dDMlM1tfViTsHTyLpjEiOfF8f8MQ6RJMoMVtkI3rTZ1n2alkHgIYp3qYxUgGofPA48HAEVC
6DPMdofGTMs4ksoCA4hq8l8lK6zdmCKY1IAv/WhlI90TFMy+Z2ZGQise4xBsX7Xklwj3e/khSMRh
DNJAmIf8/pXvZTp5lVjacSoBwkb8xuvDMtm0Xmiq9+/rkvODwVoyf9c4YuBJbmcM5x4N+5DbJ01W
o9CEi7x8EjzM8PEwk4e+ABEbImVdSaqi0Y6NmrEHNQXeu9UPwym2O20z2Lkx+SjOUEB68FLdt8No
P6STC8aSMtEB2D1ZT9bsddsm1QwQ+EzNprRI8prYDsUYUzfJuhuvrw5e5qWmAjiThdVhOZozY+e4
RWlSJECiFA38zCn3nf2tjtHYxvMv92r00i63dCajtQRjJ4Iko0XWmplxH3UNEGDYxqQywifB3GDr
IWEZE/cw/XNdHyKeAS1y3D5KFDeo9edceVGbUvLwXV/MpS8PRXBM7GNySnR0R6OF69BmQ8TT99wv
h29379LF5wUfIeWFkzo5HSKEVEG7KzEne78AdMph1sEAxOgVrkjDBwCWlF4XgagmRaXgP35+0bdz
fUong9YVPp+QyVePgyXrI1nb//PfL6hRXtnUqRBkRHR2/en7nN75Mi4XGD1+C9AAbCzGcwRjFLdT
azSxYRxNaztXD9O8nej23jNYROC2AdMXgDuinzlTGKi8tY0j0NhLEk4y/3+FDwmdoyDJ1GF/FuQl
YQ2I+Kem0pzhSOK43TZGXL8ZeUdy38PY8icjI/rrXGE2e4rL7cC4tiPV0L2kNmMAOfTi4XB7vWsv
zUIZAaMLrO9r913tHGVsa2UEqlrWh1Wv5pvCxfCI35TcBdo8UC+RiiGhi8TjZxRSFH/sWstPYgAx
S57uayOB4PvspwgKamUJ02s148e5OSjeNjGeDFnm8lpFl5cMbrEBIOXrVEIKR38aG4iYihcDGA/K
8PP2fi6/8SzYXlT0XIDoV2XgEtCAcMyP1mcvBv/f3pkDb9zfFiJZhZh/1a1ewYgrhCienza+dEJw
7SDOdkmcPbUnHLGeFfzoqj8YBVTNrig/3V7CoubiPi3ngLrbchPEOXoSd7OnjWp3bPJpNP2sYmz0
wRNf/K5tL/lltxSTiZU3B9wp9dmHyyjr0bpepI1OIPil8LUd5N+Ei2jMIyG0M/ojH/U+8JLkqDXO
SwyivLvV+kLQR1BzZneneZ6tLNb7o6KFqP9N+ZbbEtN+7aXBlV1m3oHavjSMC5bXMhk3RzfrjsAJ
HjLw1QbgKe/MkxT+YMVcXEoSHsFqnLtyNmh39PQv2ryxyCOy2HqxtcjOzdqwtne0e8iRrb+tLtca
fylWOCxlsnvWWhCL6bb5wIhtPUys7yXGcEUKcnIfpTPAQOGduXwhVY1Qc9DAaBKDj3dOv7IkvL2M
a+uAQPJMgGDhWNLwucnb/jhlCoY+K5SA6VCwN4Vl4zaLDVmzyfUtQ5yCmQ40+QOp4Cqp6bqKlmVo
mjnGb/GbxgJ32mWBWQRGsWtGSf/eyuYtSEloxQc2GnKowuZR3iDycjL9WHZPab0j3v17h1KTgVgE
j5WLFrDLw6nGjJWOWenHsX1K063nBFq7nSTme8UoICMPQKYln3XN/K2UWjIXeCePk7qv00emh86d
kEl4IQDV+q8I8YVoE7VsLTvWjhnSjEB10X3NlNwWySrE92FqWVd4DCIM/pj9GNJDk0kOY0UCZtL0
BZMQ/0Ji8fIw3LxQSqMu5mOmtmZY5Nmh0Jvct63m7faNWRWEnhOQKoGRFkHopaBMzxUvzab56GJw
EfiRj0PCwP8w2TLnY8WELuNdgOLRgYmJG3MpqLcAAx43LVZE+cad31pwm+m0eDYJynLe5vaqFit5
+fohxLWQOsWINhxa0ZElMWnH0vBKoG+mfmL8Y8Un3n2z+wMtYxSl3bv14UKc2IE09HQuWQ1x/fzD
zg9lOfig8Lu9pOuDupQh5DjnqeC5pSslOEyf82Jvjp+J8fW2iGsLcylCvzwizi3gt5O4jBTrMGL2
v+U//5sAQQdSG5VtQP1W0TSku7bbxmoheWGuHwBYMGTDMC7wgWAlqPOsD3ZqMsB0O3xU/cki+yQx
Rj+pHDQB5/e/mpfShMfa7GLeDk1NI2qPG8dNX4glZSlYUWVkRZFtWyKy69nmoR8oTahDoomFpRsN
7clKA8x01O1pSu42Bg7KZUiKof0MnUZigN8XbdvXxKERUsS+Yz80QBtzZKZtRcvQlonOabzU6AoQ
073mQPrWbAYadcbhsxXvb6vYyjW5+Lqgw6rWZm2q4etgejmBy/BFK5UX8CjKmpnWjkX3TBV8LmsD
qwVALEo+ajTSyI6nj0l+SNHNkClgDQsbWWeuTJhw90k9GGh3UREpmN9BPafOiq/nGHwAxK9p/Ylb
GQH6+ib+uzhhE6vSG0vFxuKywQYQduKDOD6gshandUWAV730B2IqVrirDNOkCcBBaJTbTfZWpXXz
4Ci9JtHpNSlo1AfyPKqlCEuXtZ5FB7QCR4ZpxTSywBvFAdnw7bbCyb4vuJyzEXesoDSN0KR00tn3
Lte/3JawdhrnKxD2SS0NDlhArCBhBzXdV+qOlhLfcvmE8F4a6DxBNWt1PNoZaM3ZgANvOiAhPcZZ
5i+tjDatfLNt/dvrWd+xf4Utf392Iq6lIIKn0GbVHsOpdIPp120Ba9flfDXCkYPJ0xkBIECRSPzM
rXABj/e8wmdVGiIC8alyXxEYHidKMCDVBJYQGvQRIF4uSI8nrUD8SaL4YfqeyyzN2nadf11QMF3t
SprlA4kMxfRfqlrmzK6d/fn3BfXqZjaNmodfT3v4Sv0G/BOZ+j4kRxku0poenwtaju3s3GezQOPk
Iug4Kr/crZJL6oiyjRJiWPQ4OjQ18f3CwLx4YG9ua9Xaz0cKD9CHoAW/dmCdsrAmoKSQaG7Rhgn2
76J1/NlId7fFrB0HgljkGdDEAFdGUKZxSkDoMxASpe7O8x409ZOhjTtFNzDN+/u2qJV7gioN2rKh
uQaK/sKGlSkfSWxMSVRUlk/icQvcuAeVt28acDHRqXZgWSPDD1/ZRRO4wiifo0Z4jYmmxWg6qT0v
AVhPqPx0W/CC7m+vakUNAEuOBS1d+nAyhMcyY26nUGQBIs1K3phx0MCofrcE0DZiHBBuErKcqnAj
DUMZMfxYJlFMH5IHj0uM8fUWwS8CcClmsAC0qYkhmc4pavCm0keVZoOZgNeB6w6vic4kZmv5mZdG
H3LAToAZEJSlPDEiMxkYX3WnGaIyw1wj48UQInlc+zEvnV2jD6NEnthdADu5CER23lnY6RAIXhoA
tFYOasOTIaJgWosxE0i0jdv9os5TVx2bhIPrbQ46bXvvaSEABFwOoDJRe0NN+VJq3uMBNa1xiApn
3jdlcSSEbW6LWMnaLTLsBRYfVGxwQC9luPrkANGYD1FeAMhV8Wlbot9wX5alnxdd0BelTxMXPa2O
bzIZxsRH9lE8SAS7FtDyHWCsi42Onmt2tYlca+R29jOnJMwaN9TsYkuH9MEmfel7TenXhrEBchz3
kwZpS5spGzOjvlNVfypq4n9Xw7oeJBZmTZUBgGiBkxCF4SukAKWdGJAJa5TEAJAUMCu1Hglx0T8b
N15w+wzWtHlhqlqwHhDwiwnv1DXyFpzRbZQaYQmK+37e5lo4TN9ui7m2Lpipd+BMgiYS1MyiNhG3
z6mS6i1QKfmhzLVPmpJLeqXWNg3oSwvtFMCRdTGbQJyhUW3COoThG81J/aHNwEsoUdm1dZwLEW6F
S5wGOay8i7z8adCfZfgAi8KLKomOFLiTyFQCEUtwKhS109AKoPdRvAy8kz88J/5M30sTSE/qScuB
aSfrMlxd0ZlIwb1gYJmfKlXrI6PSviIWeGVG/xem5HxVwjXvMhaXNMeq1PlZsx4KWf1VsgRbAPCp
4t6MbUywRknxhxm/KhlK2er3kXXFbQTB7fVsJC5pa6oo4A/uGKTouS7uZ0xG+RjnjfQu/GFME18a
wjxXrdqenB5IcicviEtJk/y1x+IiLYH6vY4H0rpiudHaxjFJbfTI69E9wxBs1/SIwIcnlsdvxEjf
M01GFbT6asFVAfoeDPs1GTtNTJu0zIPMbOfxbzl5AVKfnyUmWH2SDe2+Z3WzNxuJG7h2VADcgbOJ
XAv+ETZytB2iqanaR1Z+JO98Ot1vxs4/v4g/88WB766lvTfjfgL2onsH7+/t76/ZMPhGAPtHTOTB
wbj8foc2FdeYcRn15gvtQQVugd5hkjT4rx7NuRTBoQCOeK9NGjYpdqf8PVdM88DixHqt60Z5KWet
wCAgj306k++YCiNH3ZiY5DesnROoK1BhBa7YAoVyuVCzsKu5m+0+yszBz7eWIuuqWt/J/y9ABIZw
B6d0ktzso9IOUz3U3d1f6drZGkSGQ8VJqMo5bpXZ0Y3eKmH157Y2SDbJE84JyT5Kshpr6Jyf1s/Y
+JvP6xiPhNcPqg97cQ3OlLlJaafMFofZ3Gs6Xn5pX+yab7F4LwZQ1dBrKQLWOlaGDmNvwmUk35Mp
2TA329n6wWhkowT4oeKriYHchSd46QgU3Uh7xIhG3cN6qvELfVCrv7CeZ583hOfF0Of/tZ6YeQL1
Tr5rde9oZ/pGraaXxNKPBDN6f3HyAO8BNie6AIAVfXk0Xo5xKa2A8fT2tGVwymSv/nW4jLy4galP
gEmiqUtM76lzGTe57VVR5qjBOKAP/9DX9UHtY3+W4iGu3EU0iy6lMsRLWI7g1bTVPCpD3NaRV5qb
sRp2qs6fikqWkVmza8jCg2ALsdlC1SkYFR3jlZbd0TZy0FNem3uzevGKbkNy3U/NyOm2WRXN5H7P
FvwscG8AdOMs/cSXR0Xyuik0C0JNcL83j1r1+7YqrFwigF9hTh+T+ogILOHJGQc8OXqvV1GatwGt
f7SGjRnt7UD/oxxhHWBCdsdEM6rINLeq7TP7iXo7jUqC2TVVQBoDJGAgQoN3IDxwlQG80roeq6jp
g6465PMmlg1+rDg7yDCg6QTwyUDyEnuUFQBiNW0M1c5t4HCDbK88ZkPImy+kPFAZO+yKib4QJvgb
carm6uxCmDn5FbC2dIkhWLun54sRTt+caJbQHt/XqpPHvk+AjWp/t4AVNS1J+LSmZ+heQGsvAsHF
TbzUY69BD0PsqW1kkHeHtkGBellqhUbz67Y+r+0Y3nzkNJY29St91ivO3ZG3bQQgVt/vs0SyYyvf
R2EECgb2XBT/NGHHMqaac+mlUzR807VHKkPbXP08sn6gsgOmgCkmYzIoHohxyinKn4j9wzG/3r07
MMZLShwN1uBZF0wl7eDXVqnHgeT7tQbT4TT/jQA8k2irRp8E8nGXx8wXyh9t1nk0mJiRUza8lZrh
lSD2A1FkGfJZBvsEM+xquc1ZayNB1nsaJq+az3XcfjVI/cIHJ3Do4Ld98xRPio+C46NauL8nJLZc
jsignMEr4AV6bj9Q1vyuTDsq0+F+J/7895nC40oSVQPEsDFEJnJpKkhzZS1BazqCqvPysMLGIWd3
ucdm59icV9MQOYrjZ+hZ7TLJKS5qIHg8qG5/+M9oa7pKp6Q10GH6Rhkie561YLLqz8Dq3GPO0Xcw
lhpOLQ9v6+WKdYDAZSrUQwYa/uLlklpdL3IPIBpR3PR22Pbzz9GtMR/ZZAfejv/cFra2fx+5VRD0
LfO1ggIlekWy3kYm1/Gb6elepoYln7pMt2JgF5wfgNlfxJ/5vQbGtlOzRdM/OM6KdDsqoSnLeKxt
l46ecyQX0cp5heBvGFXnMi0fomnSjg4B4ii41Picf+KlLIm6KgrZYbSGqzqSRsKFTlvFbe2ZYRzD
TL9hqDbs0vzV5e6+62WwRKvngnd7manEWJ1oWhOkJeNJnYeorXIfmF0yMt41Bw7ciWhDRyEC0a+Y
BvFMGIAY5JZRVpqar/bjM1frZ81I9jUB4TPmX7aDlr1YwNOYcvYXZgFTnEDfA5QbstFCIiwr8xHD
qj2PTP1kW59kUxQrng+GhJDURcgLGeLYDBgb1YaN0xi1CiYsybtqHmMZBezaAcHxdWB3oORo1bjU
7KFpCyBlwywknR3+VJDOvn0x13Tt/PtCQApqbEx3qvi+3qSHuWNR0WXvYza8eqgV3xa1uhR0wwPO
AzMJ6CC+XEpZ9Xkyz+kYWcr7kO11GffP6nEgEb1UjBaGSMHG0Fjjqtt6uKH9k948GvTYt3+hUEuu
+39FiO8MYOYbb8ogovBAWUyY70pcnbXjQNcpMHeX/mrolLBHk7KwmdkT+IS2LnuZ9Jex399JBvph
LRfWDliYxaO6uvSZ3XPe9VPU6ye9PrV018iaj9bOGlYewHPYLge1x8t1aM1Ul5i0B+QpfQP6HP98
W5XWykwIn2CPl9oAxrAE15ZjkGyY81qNwFnPvo1oQQ1z00l2Ca0NX+3mYoO89/TQzZkdjuBNC1nR
1KeGe5rk/qwsdIEpQagIfhq0cAneXVEZE5Ae9DnSJuTYvM5nzeb2WpcjFxyDCwmCEeN9O7o2h4S6
2bZNkCifY+0pg4sDiJLsaVQlC1qZXUSn7dmKBBUkCvrh4tSaoyFpg276qjJj61gvbhYDPXkbExKU
06ekm7Z9kQS1saGkDRI79lVrlwx8V+RRqd7fcQA6begqzhsdUlfAOaqJgHzkZFy4jLnrp8VjxyXp
yxXrgfY1jDbYyDXDlxY0agJ36ThlcHGbiu4KaNE8bsq/yM+hNonX0DRRkUfv3+W1mCgFUzFNeFRb
AQGAjsR6rCjjxeeFxyLpzHyaPWWMtCQsQYkpUY21zy/8Szpa49H4IWZ488Hp1VHP8Jx2Vajhj8S6
rh0B0opgxrWWyU0xXnVIOaMtxuJRMQRdAmihYL5/Zhv5aeQQHB3t18t83+UBDITHmTPOCMYszd8A
OOX+Nw5w47B46FRHKKkKrtvgJmY/2B2PdB70ip8SiZauZEIw4oPsOuB1MBAukhzAAbZTnuOE4+R5
Njq/MprAoM9u+ZhihCTjkuLFynN0IU7YLmTHZt7G8Yg5y+Cn+t4OfmX/zY7pACkFNwSae8XIKh+a
AVBTENHl25ntZNw2K9YT8zy4bRhNAS6NOHvVDQXG/IoaB8415RFpEmefEbf9o4NwBwwIrkLAW86S
x2Qu7c2c1UTSwnJ9Z5BUgPcG6QY8YDEyyTzFiPkSmY70j6r53Lq/Ke5SgHBErO86K1Z0hL6nSX8k
/HD79Vn9/S7SyshVIvoVKyKFpuGtBW105ABZbza/6pZEo68vPX7/mQDBK+wHBsw+F2Go2Wz5sGnS
I9d3f7MGMMEsU73IxQhv9EhJ7XaNO0RZ/ZIoR0tiFtdWgKQkvELQ6qCLSDDqiml1IxtAl8pM+sQH
DPLCOaHIEnBJPm9FkPahyuAnd2BmBPPeNGjHs5q2j5hagjuc7lT84ZMs/Fw5cn3poFmSPTA1zmIU
zoJpD0jyhUm0LuqONuZRdFUWSssECOfRpbpamLkBAaMTjm7sE0OiVB8u7KXTtKC6Ip0HFBULDV2C
iCHpSNN7EJGWBKiQp8p6zdt/rPEbm/aq2ftJV/tTlwVVm/v91IRT3Gzy+5sM4LGgNo+2bviGV21l
CLcLZXKB8qXUo++6dWBbkjrWikbAfwfRqf1h30SnRXf6lvd95xz1yvCNvtkUpf7Jyu9kOUXAgDAB
KSloHx62q4kldew9s8pr58gsK9BYHeS8u/sZgAgkFlFHQJsUMkSXSgeIwZbEXuoemV35QPYMclVS
p1jROgx2IYaGGExCiZxNBvVGVdGot0yuLk3ww/2W/uL7giFzlDK2vCH1juYUdMDC/3q3Ebv4vOBZ
UNUZxqnD50ew2bAioKDp+gsJQPZENye61GDtL4+gTrqxyoE7cmzAfMgYupVkk2+rR3AmYVHnM8vS
NFMJGmBIIIAi/IKg4vYCrp0jvLHeMh4EHxL5LGGLar1qCzcm+HyTPk+mkvk19YBDp9i/qNvvG085
aObfrOlcqLBr6KjElGWTeUdep0GuqAHwNG8va+2Sn0sQdq3L9GbyLEiY822SBhRch/e7rcg4L0NV
ACb9ACa+PBhOAC7bomB5nAzgu6pok/xyew1rJ49C6oJ8qoGbyxXfFKOEd9THznEMSv7aJZ9vf/7a
T8Wxn31eMPeVNc4WMNucYwGkhZTviQWcnEMmm25cWQVGgTDgvGAJAB5MuOI0MYx8NFl8VEtMbL5Y
xfvtZci+LyhwORfo2kMu4zgbAeAzjfvjQ0Q06KdE9y9wdq56kcxixks0N/HR4Z9Sn6V3x2+Xnxe2
J00AKlMM+DzwKPred+fQuN8bvViAsEH5YIECr4cEdIL3m/z+BmksAG4Dcg3QJkzHXF6DARW2tHC6
GO+c6h/MTJVY2BU1RfEIXuIyYARgFuGRc6mixgVvFNg/YPIViRWysojazvCRC5c4i6uyUDFdXlNU
XsRgXbNpDpSrEe6u97Ptv1vG50H/rsiK/2sai0f7/6SICQ09VZyxZZDyP6R9127kOtPtExFQDreS
Othtu9seT/DcEJNMUjkHPv1ZmoN/T5sttGB/2AEbmA1VkyySxapVa0mQBzu9j+LbB5Yc9xE2Hc52
PBTmX3B2Z4xAiUMvbKDHyMm60Gvb8P177vz7yuk6ldzWuNdT8D3wgB1M+YELAqSYeEDpgEzCveYX
6tkA0DxBkh6Y8GNOfnj8h4iu//6F2+H8857y+rAaq6FDgqNbHw+p/ZPZPw2yEk0vLTJyuOjAAfoT
BWBlipq0LRuzL+kxBQezLrV7VujP10cxH9BKvI46DTrUgZfFVDnKKhupWxk59/1jlaAHQroszKAh
ZBf+zjXY1q+RC7pucGl74BpCThFvfvyjrMpodzbrQYt+1AkI3sGB7pkJyCpOFV8JOxdH9s+QmgmX
2Zh2/QhDRDyBOZsXTWS2ZUAG/0jo2gG/PCqIO878BeiXUUZlOKSYLB3ObLYbZ9PvU3mY3N/XZ27J
GxBDo5wG7WU8DBSHqyjrQI+FIE6mMTI2QSnZSsCzMGXQvUU4MqdJL8HZHTVjjaSFczS9z3G1r8BH
xfk3sAIHdrFiamEwMGWCjwE7E2qE84Sebc6iSzxW571z7O4945PdvVyfq4X1QK0IUwUQjgPqH3Xn
VB5hcR274KTUI5H9ynIw7A8nv19T7/vrRsoGcubjZSai/Nt583YghtuaqVcOznHsC1Czy/gAGeHb
znEinow/x2HQbjCvnw17iAYn37x/mGhhQw4P5NlgOlLuNZan0DlouXvsx/yWW3v+4BdblvnvP4dm
9VKkbufmw4v8MBChVt0VMNPpO7bpuhVfWCgq/VVH/e/7ijNkhm5Qh2K19DgPNHDZQpnDbm4G7aRN
twVI8wmAm5Zx45P99flbOMPfDGzeEGdeKBuniGmNgZGj438BcGb4ct3Awo56Y0AJbJATgwaMCQNj
N4VaAqAeElS8FAEAXfjv5+vWFjYVZD0BFLJwvl4KBMVOTbnuYFMRcXTI90qs5TyXhoNueUgkIxPm
owPp7Xzl+egV6CAjoIZygpJ+ttkQ2Pa41dN8myTV9vpwllbn3JriFklMvRYPS3Jkht4FKUNDLUsO
oCddmbYlO4gKAaLzcPJdpPeynFMtpTY5lrW86crmTqC1NknX6olLk4fufzQk4Z5FV4J6fvvmIFmN
4RgiDSg65Y5IhQxtAMj7Sri74AfAtyLNhaABb3IV+0GcIUkbi4Cww6qQcQsTf+V4XZgxcECBpAMt
qECHWoofdH7qisLK/CPDRvWDfNroawpRS2M4N6EsvptXhi3KHFmdR+6AFHfFtxY+DwKQuecYtaJL
5gdNVsTqCs87guvspi5KqI+syWnMd75yM6Bkh2IXwivAc9VVkAg/x57jUeODSdq3PpfOY+FsTR8N
L99p8wDq5/cv+xuD85jPTjNRyNG3TBhsvzUsDXEPrBhYWHYoo+NomlUUIDmiLDvDY7/U2hyN4SBl
IHtIXJI1YemldUGhEEJQqLUB2aMEUv0QD/lgmmhsvpUuKt0rB/7CHgTnF2JdRB3ox1URXnj5ZZK1
OjuNdW6GXesFFR/3UGYkZjm3CMnn60fY0nDmTP7cToG+Y7VyUOljMwIkwU+DdxghAXLzgc+j/Xvu
bcBJqbKAoTAsRqur+cl1/4xtHPgrP39pwfHd/75vvPWoiWYZ62nJT0nZT9AygOwn7TdaazUrr4I1
Q0p+ocjRMV9lGAiKgxDOydKw6VdMLNCyomECmTYbQELIMqkvD0M6nnAb0BoUI9s2bnmXJdW+G80o
84y7NHdT8MrbEZovqiBHAYPrPrKxE9qWr6/Z32yoei6c/Q71YRIz1pmyp+xkuaQ5NmZiF5vSNB59
n4KdNbWTDQoP5cEaEYh7rf0tZU57kODrDMp6Mn5r1Rpj6tJBdf6DlCiySphM3AITg8trq1U8aNNn
sMUydjJmeh+Amwe58jj7izu9mIQZN6pbaBu/IH0rEFHmroON4WPl0e//HS1PgatXn0a0NwdW2Tc7
dyjKUPcqtu2gRRkYBUREZNf1QVVnY6Q1ZRUJ1okIj1orimORHlBcqre+9e62FPD2oJYM0ggUYjRE
+m93ARsskUl0dJxoPH1OM+sTuHRXrqML/39rQn3bxXgu252Dc8nm0Kb4QpwwFb+u+93F0aeYUFZZ
0KqOh0Jj6LwFtU7zu+Nd5IIuQHwTlrvi44vDgZAkHqq4Jy6uPrd1Oqq1DTsVehzq+a0xvbb09QPj
ObMxH71nt10JnnTbLDp2akcSZRP47oafRV0GTX8YoaJ23dgcbVy6K8jlgWX1LgtxLcRuphJssqfC
Gx7tdHhKpTgyO4l8v1zJH17MnTf3df0zpYxL75mTkDbmp8o1EfD+4ECB0WTlMFy6l+ZSDZAZAEUB
KPd28txJamxoJD02uRHa6b7I12KFNQvzjJ4tD6GjTSFsQI99d+qnTex9ub4ia9+f3f3s+22dxDx1
8H3tTwY1+34lUFj7vPJwmzQHBJs1Pp9TVE1Cq1x5Ui851PkCKGeK08Salnk6PQ7OoUmnXWtRqMg/
ptYalcPFtoc7oW0cOXUAJVFqmgd6Nk85jcvM8Cg92vSe+DeDHkdepwdVAgbcNcqFRVvwKDRTINsO
NONbW8IcNZQhLIJB8XufozmlfCwhWOcX+sZwV8q+izM4E9/N4glQwlRmsKxSzcdtSY4gEdqU0PEu
LfqVF+T3wKrddV9bNIUHNeh1Qe16kYcVfdXlwtJQnoDQusnujGbaGOwuFWsouTVD85+fLdZgg2jR
lDBkpLfCyIO0vSnsFgTZK9fv0hnjQwcCgG001lz0vJRWO1h+j9y+JPymzOJ7Ntn7ZmIrS7SU2EGW
4J8dxSGGDq9U6ndz3ct/5on4MQi08HSGvzEzeU+EERZuA7U6c9tq2q41s2/XF27JIbFuEP5FjAEE
gnLnMZukOQpOeIIlfZCXQ0DKJBjI5xQZ2vzTdVt/E/7qHXFuTBls4YxtYUDL7Mhyp9umlsUQzbm/
y9jrbk3ai11Vtk5oVkILiamjVyoH4dDer+fjCx4VGD2kmwYgnTbuZBS/BXe/Ej07eNRBUCabO+oY
WeBPqXFn68A5QCUh3rYpsQNoJGaYSM0PCULFwJatH2UIIUG5nrMnJ0noDSSd/UM25U7oZ+AHQqQD
KdSkoftaox3iXos+8DwGXcak+wefZT/KZKwPEhi3CNwCs1Cl5YXJmAw3VW4VD5PTNxuat0boZQ69
r5P0dezEthMdhJPsIatDLXb6B9I2ZVgnkxugzZsGU960N0aHWhXwzNY0Bll6gCxbH3J/MsOConjM
nJhtCotl+6QX3ybS8sjVdPxgR/5EtFwHmZjIkYK7byul5Qd9M/Ad1GPRL2qOw6stvCG6vqwXLjSH
TWhrcFCwwJP0L2r7bEuafW7kdZMibPKrX1XctJuqmx5dSCnJqg5F3q1c/xcXj2JPOdYcbaQSGvXs
5Aq+sTweiuEjgeDcnYpIFmonKsu2UcbEKTlBytP5Ovla2GYHG7hlWT6BW+T65C2dZz5iDPC8IMly
wfZSgew/jomHIKAPLPm4DXvj+3ULFyfZPF1IpyEpAb6CC+iJSeHTXQuf8Mhp6L+DSirrVjb24oqc
mVBuUOIBB9LokhxTKLrKoEzeG2ooQ1BiMWtCfVXY+D6oIg/F6fr8LP54lAjmXrD5IaS4UxtD1Mj0
KTlqgneBTN174tUrE/RXGPbNyaf47LyHzvaIpI2BUmWMF+0IiYfK5fkWhTl663UWKlVsQPHVG9IA
NeQyLLJ42uaaUe8SDTLptl6KX1rZ6pEpMn9jyySZIC3nr3VXLPrJ3AeHhz8mQk3EGFD18VywvZ6g
8RQx4/uQGdtKoyvPhCUrYK9Hs/xMOHVBLwe5EQ/EHAiAPJ3s2Hhjg6TDdFeikTUjpjLbTHBrXlfA
xVgIUrifjRh/aCO/ue45a2ZUtxe9LLVqzop7n6fkVMiHbA1isGwCaqyAjM5IBsU5ezx10MOOckJf
9nE4kW6vj30clO+XLYKDQidOQ1Z8bv9QC+mWCYSMawH/4exG+0uurxxCF8fc/HkHqSU0XelgtlL8
vxwIqDI6nKj95D+Yvr5nwrwVE4+0wQo/sCrAUeLQc31UaZXFx5nujD11sJ/1F4f/pu6ev5v8cR4N
9JE0FCvmMpIyGo5SdsuNGrs52VERWcaGlZsPjAK5aB0dZBAjU3sPqkq3Rl6b5NiUMb+ZoJmxc/qR
7vKmWnvpzg815WxCR8iMOMAlgSSSMmGpB+2XtkDrsN5NnxI/s4OuYN9kLj4h5fKnlniljJ6+Rsu+
aBWJX8CQZ2yt+jjJ0UAHRZhWP5Yd3zBtF+djYFdfYrqp5EGCG/D6fM5LcjFI6M06gHGgI1ZlhbE9
ykhfQHWeFq8sR6u3oMGAPjXTPVRgn7pubN6VF8bQKj+Dkuctpexaqk2QaolzqFvkAz24Jt5Ek+jT
ba1X6M0kMSgeXXtjZY4IrNhd01dZODNQhZ5fl5jXy8o+WPzqIWGxfuz1NtSMb3X9RDlZGeJlVR+v
FrwZEPYh4XPJrcLikvui0fWjZzxyaQTdcGsUWsD6bexGjG4QBPjJz+vz+tfrlYkFXAldRnPpw0Gf
6NuDvaV4oaRpZR+tIqk2UEUC96pJ+EZUrbbPtMaMukz/nMis7gO3ls2ub9s8lLJt/ni1N0aOKPQH
v+R14JduFySa0+6Mmtcvvdm0n/K6loFZTcn9UKHJC7eU8WRUMt/qDJGBNmVw1GoUj/XkvIxTle1H
dzRCTev6Ld4WWeiChSGNilQUG6fW+JbIZNw0FRTnAtAZsHDEUXKkkjifutoFZ5BermGVFpYeEwMy
Dw20KkBRGm/nh7R1xazcAKLHnvu+y2pbddYYSKK//5AFoMJCthcN+igKK5Va3o6lJ9Cxdmzd7L7T
za2epA+O5NvrC75wbbxZ7/nPz8Im1poab6zWPkJtMmr0LS9CB2xLeJpdt7M0bzjM8RdIFGamkrd2
0s7yi7HWvaPt7Qv9UCA6+8BQAN38Z2I+D8+GUuKlkaUFTBA9MFGnH2/5dEN+Xx/HwnwBL4b0Elhd
5sqzcpTHskygiNp7Ry/5ZOn7uAqLBK7OVzb/wvn2xowS+LQVl5DIg5nUziI8pXXzDx+isTqW5RRk
1QtIkK6P67IyBU2884EpGz81CCmaovWONPVD2XqhGwODR8Wm9YuAZgdj2ppIYBj6zzHbdM7NdfNL
7gGO6vnO/8sqq7jHWLmsNEjqHSthH8bKOVDRPA/eGl5y6UzFlgIB11wNvew04fVkJS5BV05SFaE/
gq2qCQjHvUiKwOE/jOQ2t+xgVZBrcXhnZpVTI4NeX50MtXd0i+e+3sU89Nd6DddMKI4ppCCikxV6
aFjxy5ySn/0oNmO2VlVZ8v/zCVQcE/JohaszTKA5fi3SfTVnUrTdYG7e7w/oF0ClC6AFnLbK/e4K
tHOUk+EeQQMQlMZTL55Tb43ZaGksUJTHoYEuscskhIZryeUjgFFWb27yyQ9NaYRl9qMRK6OxFi2B
cgFsdgiOwbjz9miyC7PLY42hAwKaWdsx9tywlLL/bGY+OtQcUX9zLUG2VNemoB3FsLUhN7KP88rf
QWWLA4zm62i/J8S8HQQk0HNWlmFnuvGmtHlyG9dpfusIVE0HYhmhBMHni+0UY+hUpRYAnDdE3dg4
27jybBApa0POgsKO66cWCtB/4rSoDqOdelvUrJJtU1pI/LjgCms66t1xQabI9kS9jQt3fNBlLG4m
P8Zd23TioZ2A0EXjQhGUjUPu47pb4yhZ8msX2xWTBl+4oNKNtbixQViB2gG6n8ifvkOX5UqKeM2E
4tOcNL2baTNmxb839ae0fSq8lVLL/AklrEJDOGhJUL5FtVl9nVmxANCkEvQoxup7TCDH5bliJYez
lAKBmDegsygUY67UTDPYDRqZOz4yXZ7UwbAOYvl9CO0aDs6EeE/q4rZJ7ZtCxDuqo/tx8m8c0m46
l35NU2t3fQMvDhgJvr9ZiEtRhSE3td4sUuRJuQ6ygzj92jRrgOeFB85fIpP/21XKhW/JmkhCsH+r
4TPYYK3mrnbMoGtuS/k4ZNvrA1rcwuBXw3kEPjck7N9u4SIZBwchrHPsY7DYZ/us+AHfDwb96bqd
pYlDkDR3icDZL5JEgNjUcdxYzlHaRcj17/77RS5x08+49xl/hF5ftUKW2V0cTx3zjjysOx74qy/B
pf1kgUYR+oyQhkI38dupymiHSmLBcZkDRZFEcbLXvA+sxrmJebXOYj3Th6ilNZto9McE6lxaSOM7
9u39SwEhG4T5YJu5zNjYaTxZMtbcY20/EXqKN+//PNot57oo/r4IiQdD4PbrG7gveOucBN3p00oU
OV8r6qmDrBZAIzOryUXqu69bN0Y9lh6hnBGWff8baNqbovECk+PFVJftyqqs2VM2ZNtnGkTNUNIj
afdg1tYuZ92eGSjdUP+2aNuVCuIligmefD4+JUqoqc9MUk/0SNuyBl+Irj9S7v6xCpLvmqn2t6JO
64DqrIg0t37tSf4C2lq2l+5kHwuTj5+vr6hhLJ0S5682pdjnWpr+/zENfm+KQ1XGztbwRLpLB/oV
aUa51VAliklt3o8mqbZyMulN2/XlRlLb2ea8qTeeXTWR1Psq6MoELxnL/mWiELZLp4rd5tLtopai
CEcMmm3Qf2BtuMh09LD7PdJKNYGt0vFf7KFwIcPhZxFvClTREAftUlcTm3LqILrdpnVUGaAFTSsd
klApKnO53/eHVIzixm/9sQhqD8Bdl4JvG0iNOuzFZG/zsshvW2b6W0vIaTtWY4rOczsPyIh+vAad
6rukgBuzuBn2Go/dAIUZ+dmbXAQc/ZDsoN5q72Ndp6GjoSQ3NK32ZLlIvEpk5B0oPLilNj1olIFW
2pafM/xfD03v5xvpSrlrMuvFddKfMrHcrTESB4Jz8Z2lZbsUb5MNqczsKHKv2g3DmIZmNeTBWJqg
x5esvxNTTMD0kU5hCqKWwOvY9AQRHh6UKavDuoxp5LgSf4Ds6gYCkF0EybTis53zOur0Qos6p0h3
6EGwQoiSjiHw6e0D2tOcHURqnE3naWwPRrsxEjXgyE5fPvuJN+iBREi4wds3M8Kh7ZwQIChURZsS
iWYm2L2blCKqxCiDEZj3IDXln2qCmnfd6dpmKIwKOPe6DfIEYR/wFd1DnxfaxhqnNJpMnm6MzOoP
zSB0NE11PX4k/d7VjvGZxr1+69fu4IdQAe5/tDnT7SgnJtDSUAnw2yQPdATGW3D6v2Z9Pwag8Mte
WUd+GEOd38sUYWfr5+Kpm0gMis9hCAHhcPFyKV2gA0v/yfO3XL8d6Kcx9/wTJ5mzk3ZL8Vsn91Dm
dhcxVgEDDIL9Nio6ad8lucjuM67JsO9KP5iaso2MPCs/c8OtTtJL4YxwpfwGvKYi0IZRw9NTILjU
gfZ1SW2gCNu7+lYTGlCSdfJipe2rW9fZg9d1ZojcuPFqVczbWhljO/QjD3d+bHpRBzbc7WgVZZS2
+RSALaw5phXAqsRg5Tavmv5WQF0W6jCyyTdO05HIxXl5aOzBuUXdBgMdMxGlWvpnqGm36wcuHkks
RAitSPbZcAa9Dfy4RyWTsV67cYtk2mVlXQUm0/mtHhN/b2itHbqSc5Dz696uaPQxKvSh31RlbQF3
09BQ5gO/EWZT7nr52ndGyOG3DSo9kQkKhg9cDih42LNWjnZJ6KQNvTs4RUGPhVPMqnBdFTQ53+J/
fi1oe+fUayo4S2fjjP6Z2XBAMaY+gkbWmTUDlfOxGv29WQHrWozNvqgpTgVjDeG6FEbhuJlBQNiw
F7y4xWR6Bbq46ZGzCKtSriHkFr+PLLdtg9zDwt36NgDp6tjIYwHsVGZBK67WH5spX0vgL8RRMx8D
Hj1ImF1qNro5uGb9RjiQcN5p4CWLN2R4f97ljQkljgKoKCH2BBNdsfVyIzCg2pS/G8eGfJmLdwmu
S5Cq43p8O1cpLhHd5NCG9MEgdVvHK2HAwlJggWcA1tzgAFd++/newEtmSmxIT3qhEznvBhHi16OC
CQQb2nMA3lZyN0TTZZl5Mj6JrAkGF4nt6fl62LA0AKR4AYJEAQ9jUOYn0wl3+ATZyYaFNUdz+/Z/
+74Sj4962Taug++7X2NrO5IVH1qI+tBNZKPtAzzjQN4pmaeS1Uhki0KcStu/Ff4XtBzGcgxbFxWC
9tcHhnJmS5kqXHZ27stGnMbtZH3StJXH1+JQkBCCFCBeLxc12tEjkLefivjUp+4jME/4tyWKLQL0
KC9XVmXNluK2IjedckD8cjLR9hOOLP4mew2o6NZJQyPJ7QCsxl+vz97CgeIiZEbic65cXBRuiTYx
s53i+MRz8EfRu0kUt4K+XDey5M3zkwMExji24BRvtyN1zUnrRz8+Wf6DnQXpGm5wnhflUQMeSMBJ
cXXNOnpKiG34wowR6cegrnYDaA8HrfZLp8OG+u+vqL8xpGx8rxeel5bY+Kb+2/O+5dAdpfWzXayA
rRb84I0ZZfuAm1TPRa7hfJHfC6DWysYNMvCI2eyxMX5cX5sFB3hjS9k+xAMTd6Ib8akrTybd9eVJ
DLsPmADc/i/8dkZdvl1+i/PWMkosfyK+tdYmnjaOtuLGix6ASjo0BjUQZKt0UfaUOTkHrf6pT9IJ
9BlZzJ+hesWfqkZAvs8stZUE4YJLgy4SrYZopZuL6YpLu9KltSGb+FRbGxkM1uYDU3b2ecWjtQ70
9Rqt49NgULSOxA+xp90YpraSg1yetn+jUPyZ8r5pB9bGp0YGHv1eii0vt5SuJE3WrCjuLCYEtj6t
4pMkt3Z5Q6znooELhP/blCmOrFtY/9bHiggw05YVEIrWXeNvrxtZqolh3REkY9VxaKqyPUUDOK1m
4aiZSj3FYwHSBoZAjQhEWdN9V6DIiLdFAoqKzMrCuMu0yMLBF2UsKVbGu+yB/36J4iIQriSs4Pgl
Lo3MaUO0laGufV/xjZZzQCRdHEIG9msETrzrM7l4xoETFTcrqowXPC7DkBAjHrBcY/OYJfdG90ST
kyluoFLzkYk6s6TEOmA50htZ9bh9yB/048h3szSBpG4WCvm/kczuf5Z4rDPioIEam8ivweJDLSsJ
E7wtr0/X/Hi4uOJmgMkse4ssqrLaU0/AstFjtbMUL/0x5OSn7Ohm7ploWB902e/m3b3I87hwqYIu
CD2cuFnfjqs0uM2Qak5OaR+Y9mNuna4PacnBUPm3Z2iJhaSPsi7QP+W5TPzkZO2q7iiTFfa3edrV
GQNMBt3U0LO4hJiWDa/8kRkQ1LR/WEU4bH1j69Dn62O4bCXAJAETg1cf5KIvC4ZpMlCjmmBl7mmv
P41x5MSHlKEPMCIAHQytDCYStuYQXDe8OHngOodNtIlf1ATAaKzbySBhFwj856FeCeCXPg9KUTCk
zs2pF7zINM2dMa+H9ARo6hhvhfj57p8/Q5mw9ecDDPJnb31rYnYrPVNAiL57sl6qagW6sPDz33xe
2S0A6+ZD7OPzvIQumIj42EXXB7AQNp1bUEPOIstbfUjBZeBQ67aptU/jgAqeXa+d8ot2TA/BObBl
6F5SDhfDTEFiaGXipDV11Hh/WmQtP4B3Bdj1n435qD47wLK4d3OZ4rXWjnVg9XngiBJFwve/yVFL
ADwPZNs6TnzlPilrRwyI0cWpqhAwkWet2F9fkoUNj3f5HADasyGVTY253GIpNUHlaUuA4V6Tttpa
5FCj2eP9hrDzwAoHCCeOGGW+Yrutig6CcKeMHbn5SrrXdnRDa1qr1SwN6NyOEjcbtQuMgMSATP1n
nt4W4lfdR2671uS+tFlm0CQeZngAXjzWta5mmSWRCxiMKaI+B93qWuptcSQGwJHoLQSdu1pflHoK
4eZk4idQZ7DA0cq9F+efTZfsSblGW7q0Y8Db/58t8603G1MlkhqvJVxbhh/4FaOoaxMaGTaVm+uO
sBQNgsZ3pqhFBhMi5/NvOds5JI1Za/MejCaI+nykSkF28cdryK2RF5HN+avRaJsRx3dAXX/TU+1P
YtGVl8jieM9+g3JC5FD4BKswxtvrvRPWubcBX/Mjctxr2eFFPzkzpLi9bGTs0ULDkec5d2mLFKps
PLIypYtGkIyYC8WACqicrXmTZq1sLX6CeiDkJtb0VNY+P//52YK5zjQyRh04InTgkVf7wLUGvi1g
LUCsAUIPxfd0v6s1g4EvIoNkFvrJxN3A/DVV+8XNdGZEGUMH5RJ9GDp+0qqTaf7gjrkzjCzUjU/X
vXvRsVAKmGvdc9lHsVPwKbOb2Y7v3kztDsUH1DPWwGNLCwL4O1YawGng8BQjrvCg31kluHvMV2CS
mLYSBS4NAu/imbcFb/ULMb8BwopNGntY8HxTpJFfbCBIeX2eFodwZkJZdJ5nMm1TmPCrDWORG13/
/PIIEPTPYR5uNWXboVZllGxCqrx0wNEKmYqp3WTFyhN94XnhA1X3nxHlqim0FPJlDtKAeI3ZzUkT
t4TckXKfpD+66mfbr8Rna2Oaf87ZNmyTqmExg7lCe6ZcgGFjZ69xvi8vy39DUpOOeTFmiQbgDERC
bxJ3R1aWZWXG1GgjIzL3ih7LMtootZNxP4lxX2ndxku7+8bKnurB2qKgHF73hnkhlFfN+UKpYPOy
QlNKMyYwS74zswtievKNU5wPu7GpArRaXDe3slCG4tv+MHWOlmES2UR2BZEcHCgGRUzdrUSHa4bm
1TzziKGjI+5PGHKK35Q/OlAByMf99cEsHZxnTq62W7nM0Ota58jZQZ1e7Kvy3q+Cag2HtOh3CKZm
DA/UnVWOx5gJ4bgjCgYEagw0iaP2A82TszzKfxaUG18nJurjQI+e3KIMhhf0273/cfnGgHLkOFOd
eB6Bk7XJMd/3a+zci2s9E2BCCAH3iqqBUrs5Uo4OQcBpWYEYH6vpa07fn0LHEP7ZmH/DmT+xNMva
0QOvv+4XYd7/kfZz0201ibf563WvmifjYkeeWVJWw3QbNtgFQ95x2LSyDkq0vht6H8YAMjRcbq9b
W/auf+NSlsaPW8dkDeaOuHsH+jFi5XyZf+210SgXAdoW7FQnHqpp+l1Mf3rxlwK06X3y6/owFs1A
pwKprJk21lHOlarrvMqVI5KLmX8aeHEohBFURIZxYv34gClwwc8ZEXADqsVaVrHKdntfnGTmAPI2
Ge2dcGS3s7p8OHngql6ZwcUV+qsohT6dSxhAUrRWrKFR5+RxCfm3iQyBla9VvBaN4B2Nly4a2CHW
+da9xxTZGRS4xcmqfsY0R4F+JZJd3KNnBhQ/QN954cS1IU6CufuZkDDxnU82Z5vri7M8DmQfwAc5
F28UPxBpWoPfAydNPGw1oH/y9+exEPr9+/5s/+wYqIW0ioniWkm+QGLNXSNGWfz5EEkAb9ssRadm
ZRvutgJc1KgGJF+tdofI7APTc/Z9JWcyosyUtARlrUSGrH/EOP637yvTb4xN6XgclRlviPxss/ba
Wtzls1YMSH7QxaMmSqTduwUoapAZl78NewrHHBBT52sutZV5WvRWLDTeERbU6LT5h5wts9+YrETs
jBtRh649kIqASYb2sEa6sTQewCfRrwuMKRA4SthaduNAk2wAKgNq1qgxZyBFkXbUNcbKBawvDcgE
YZEG6AdS5KrupxmXpcFGHFo173ec5s+kQT9rT+IM2FUAAwuIiyS8j3K+G1IZdf4UVJl7n9BxBw67
nfsBrjm8zmZqXR+YFJwLbyeYMeAScg81lGnYv7TDSmC2tI3Ov664uZlXdd9T3AbtN3OKzLW22aXJ
PP+84uXWRMqaJVMM3ftt3kRTDjr0l+sbackzUACyAcoCxAGUIm/nR3pTNgwVwg0/sYLy2T10WTjW
awnB+dBVL+eZAh3y3OhOugBvJ4U2tq2L/URZEnT2Q4s2+2Q/FE+l74NEYw1strgsZ+aUO6B26nEC
nVl80sVnvD319un6pM2TcjEcyCWjXg/030UByOeOkwjqsZPUzKPZDVPEKZKojTnclq0V+UAkMNq9
dP2avy2FbKDMwsGETYz0xuwwZ8fFQDQS+zq47HC7brNhjMzC2I6GuzeM9lM9+Jvr41wzp5xO0shG
r8xhjqM7pBzGbeKQCKiv0M6mIzp6o+vmlnwR3DZotgDPMuBX87KejS7pS7ChSgFyVyN+qcwE3VEJ
8EoksLs1IbClnQWYmuViLmFN5RMQpB7stm9AxOpEfbUDIxNgstdHs2JCpSXVSt9yWnemYM1f9OJL
w36N/u/rJuYJUf1wrt7NpP9olFIP2zaxM9tnqH9M1SFpvvE1saOlIQAQiuzNzASEosHbBRkFz5hn
i+SUV3gaWOPB0p9Kb631aWkUAFmBCBa2UGBRDlF4GRJEXpJAKvpnzr6N72a+nkPNs+8rp2hekhj+
inIwhBkBF0nqlTz2ktuef38e35nbpiDEpqaN7zf+JwDvNf6qab+cZOVduDZL81qdWUHHuQctwDw5
Dc1xurPblUEsndDng1C2OuuSOAN4D4No7wYIVFTxnxT6C6w7oN5RkrWH+tqcKZ5FprJ3jRbmxi6E
ZklBn+xpt5rRWLOi3ANQV5t02s6eZTVB3LxwywtksXOTL+/fh+eTp1yijtvxWjQYjVe+1tDdGdb4
4S9lIN/6sHqY5NoMrC/S5JS4/r7tD4l/IPSG0M+F+B1rY9jnT239y/RvOn1r6uS2X9tEK1P5F05w
5n66K2SbxvgBtAynMWJ8zySYLm4+MJEeQm60QbroBlKq6zx1DTIYBfA09s4CHH3l80v3GQgn//u8
EgxmjV9XBvoZTmh4jO1t8qdONlTfCf7y3mEAXwUiWPQjzGRqasc3n/w06yUwL3hTBxaSm/1KmH25
GqAXADAUOnSgnMQr8e1hgPNmdLnXpif0lgeD+AYWvVq7HdM1McvLC0DXDBDOwRBwQhfRYTHFKNG5
AGuU5Us/PdXmrWGvHDxLJiwLXdEzWAdpR+X0tIB9G7S6F6ectOAggWbmSib48uDEE/3MgHJwDtaU
m0UOA0XWBsAjt6uF2wULSJiAYQaYdxugE2U1Yt3rW8mz7P+R9l1LcuPAll/ECHrzSrJcm1J1t/wL
Q5aeBEkANF+/B9q9oyo0lozWnYnRPCiCWQkkEok051zuZ/KhH9+vG5NigdCxh2IJWtLxSpSxnZCW
HYNO07DX1RBSrQFGYxUGzVaR9PUFAIMCcpiLtAxgluRqjZt27lI6WYVG1Kc62WFS6anKnyYE6vVw
Z9M3v99vpUmeWWvc3ul9SCuPzjnfQhxRbIgFLgrRG44pKXQG3B6PyQzqqUtzctEKP5yefTpunL8t
AdLPx/gf5o0oBPhFjPaWie3W91xxvm8UkC6URps8fSH4fkM+T87dWEd0uiucl7dLAc0RqGcwPYTp
c+lk5MVEu6AtugviFnLk1qlPjyU5rgtRLRWe3XCG+AMBnrQXpDcSI8g9cnF+dMFH2/yw/nnF6cDP
//t5aSfYmOvtZLjkQioetUNUs9hPlugfhLiIssHTgbEW+fb1PG3JiV2Qi8fu+iwIGUbN83kjwFNq
AmQ1UxfFTLyAbo229fJcy1qzvXj9PB3LvOJf7LxgH+yxC+J1fVR7AnA900UDK8bK5Pn/mnSOU+Ql
ubTl/cXU3lwRQ2fJ1dclRWp3qVynxNepc9fnJLR0EvbjmxvAIQStX6D3xfwEoLhvV6s0QOFXE2xJ
m06YxDrN86XFeOcW+aRipVDbxxrB+2IGRCYldLQ58TzgxFxs/Yk0l/LtG3HzeSkg0XDxakOFzyc4
H+Sy5aYUJoXmAeQWMfdvCtL420UCrJjndZPVXriGUdUODcoOColxsBh0I7JSSnLQ1omMqRAlXYGO
XtSOVSztBTYXlsDxNngejQAiWjdcsau3D15D+PT/xIjtuopCE0ShPLEgpiQfu37CpFEQms67RL/X
tIul0Wicf6xLVCoWiGoFHtg2kBNuJXZD09B0sbH1Ux2C22Ru32n1hh9WGtmVDGnxQGGmt7WQkfc/
AVceU//XuhKK60Rkw9DbA55DTC1KduBrblNWIMu6mORhWZ61hh1y1h71cdjYH5Um14Kko+/Vha+h
VQ9Ql1FeYtB72gp8FdsB+hwBV+gCzAIxxO12cK8iQFgS8MTmF93bU+tkb7VCKRbLwZFH6I4K72tw
FEBxT3iactCKBS92ARhx9zv1unAZd+ubolirGznSWgGsIKjZADm2O4Zt9aXbAgV9/dpBRC340YDR
I3hDpKuxSfMZXVBgnQnMDifFj0hqhsNgROjxC63+7c2lt+Ikj4zqYVI2BMjIZfmpdx6DZDdkh8aO
11dNgXom3gmoWYlGAiC+SBZA28HWOzMDTYkB6Pk+QpfH3gDzAiUfJu+zhw72snmfkOntlg2xCCZx
6SAYl9v7SjT9IL1L0gtQD+ovU/G//LwwlivHtpisDrqgBCp6OUS5KYAcNjy02G3Jdd4oIPmAwdHL
IOiBQosJpip224OWf9Iz4HLskmh9i5Rn1MHIBybMUFOQO8wRxZRFlQNPuar1Z0MLshMwY4eT0fxD
kRS2cCVJcs6W1wJgQfBj+D0A/aKKbEQyyiMKR+MAMAfoP/KbyAKQLXNGTBL0P/TpkJMNW1YtFJ6M
SECDwPA1MPA89m1ml2gsn1L+hdJ2V1rBPSx/I7BUaXEtRvIDtB5tunDRv66ZX3huv8zsX04HGpR0
3JIIXgG3emu+iecMPWtofknb+7k/Tod1i1J5MrC9+wDbBKwj1ur28wOzira1nOzSeAIR14z7IoiL
9q7N8pNhbdzGyl35K0ye8LD1lgRN66FLdSl3Wep8AvNEyEf717pOql1BSh0ExwaCZU/2zkDWMdrK
gxhO734V+sZpV38d6wUWXbQrySNKfkosYHKgG3l244E/am+fIhHw33+/L11e5kQbvLvQUm3T58Dr
D4CEiwC3s+EVVVtxLUV6O4Jd0O9sHVo47fu9ln1yvQ0BKsMCfjgYXlF3wgCGZFi5nnM+tDgangmc
kh7EDUn9TPXpVATaLtOKrSSLalsAj+Ugk4O0GiKlW0Mem4BYXoJzgnAtPDM8JdeNSqUPyKfwZYCi
gQZa0kev9crOMTl8meidyx99sABg0DuI85/rclQbA6coAnFxqchdPA5bKpuZHeT4dRG6LDuaGnn0
nS2wceV6gVIajMwiRyGTLWnA9uqnDutFHkruhzlzNxZMLQCAYsDPgeuSgb7bgNeYh50wetNnOx9M
48UWwLwqnESCQgyQiEeE3Ci05H7hzf4E39VrcTEmIbOf2JjFAM/Z0EUtCbEe5gYRHMs9Pelg+INP
Z8R7IG/x6pCHJZCGJnfjet8SY97a8GJXZep7EJOOqDug96lDa3c7DAd/+rhuZcJa5ZAFrKKo0Qps
9FddOARocOa0UBHAhtQ6OuPeNh4AMuEyvPijpN+47RUjkQgmruRJt1ibAKgfSErpZUag3KBRxer3
AKxpwnxfAYoxztHm1/5DhuFGqHxk3S4rMrRiXqwqIlWsbRGqq46qB85AAb3tIsMruRwD2IKW0YJs
MQgecz7HTXef+Vs81ltChM1cha9cn92iwkD+Zenec68H99DJm7ce/6qzijQiupMxtYwJTGmlrMCc
xtLD47J1v1D+PNvHdXNTKhF4mCNDjgHsLpJhs8Ay2wAMSRdm5e/YNJ9EnyUHA866GMXsFVIYIEkW
3Bl4nrnSYmmz2fnA+IMcog2gk07u0i7ZW1p5WZwpmmdRzbOjlrMQZC4RS8bYrd6O13j7G6Sb1TVz
p2idLrtowd7X72e+VeBV3UTXSkpnKbOdPOgtKMnH+6L9otnN3lvcGBw1oa1vOD6VYfiGjscG7Bsh
ovQkZBPxyJh4CNPpcSlP3ml9w1R2gdk/sDoCc+11S5u4bX3kttJLY9RP4+Q+aub4NGBYYl2MUgu8
BADRqSPLJY/kdQvCcgNNhxhmnYd9WWjeb7N38q2XpsqpAp9XEGm7ouFC2nkwU03ANUMs3dsI2Vrj
0JBTUGVhCmjdzBljp31hzlacpbozroVK1qBRs6YmNbKLLyAfmwztf1+6LIkyfcsWVJuFTJdQEG4C
Dca3nmiokwbgEmjsGf32MdNQMgvaPMoD9uPtu3UlJ5Aq1ZjnXZjFMWMGNts4nYw420JlU15Hgg4e
qXQDpAmvd0qbEnNYssuku/dkIS9J7b9rmBbqPL0AvOs98D/RK+peypLFWtHt1jVUriQy3whecKjQ
tHe7krrP50QvE7Fn2Rm1xwsolg+Jb/3LBQUkYE90IaLAIrtDABNN6IEdwZZMZpS5fk/0l0e2EpMK
ZWDVwCNDz5cAbpCUaYuU22ZfYarCBJumo52WYTyAT/60vmYKO4cYF3TYCPcASSwdrhTIjbVlYs3y
yUMxewKUixul2lPKfq4LUuoDEAKBowA6dLnDgJNszFuK6XqzL04ptw7UcCJzcDeqLAqfhKAbPQDA
BhQcutKy1YYNuDXA3V00/5hmh63SvFKLv5+XeUHMbCqoOeP5RTSgpc409L0f3DQ2roctKdL10KC/
Nc1LYCoMzoDIJAg1JMDmZisGUmUmgQoCEGRwBqFVQoZy0nrggE7Iul4K9inQqn3Hk6iySVw4S8hB
sGKUL4bZhXb+tG4Liqv2Rq4Ut6RtMDoOxSY5GKTL2gy4qR+S9tQsgGHNtq4PlUVYUA6gaLD0Vy/M
mU+L1vFRe4dyz9eqbqIhHz+8XR80uGLCCn9ikFo6RIy6o+na4O8z6Oee9TsdDW/Bd/SVx1q1MWSr
OK8extHEixl5OE8+r53Xt+gN71KghSDK98HbmOwWhgm75R9KyMKJumj6BMgX5utuvamd2sjFt0hl
1POwKxfjyNBME3TObn3t/uShpTfTjRzppm1cykibWug6nbXHRHMikLvvJ3045N0zsB8PllFFdsIi
jgEvlJ2Og0+iqd0aAxB+Ye1XSH6DFiATB4gtbkdqhTZto7pExXy6L5dPQTKGpQ7wn+V5XXWh2YpM
uXesGIwaLVcIbDx3QKbgnPpFNDH6yHrz4LTjxaUbiULFUfAQZQALFM7xNU7P2BQdbQjGp2FhcUmG
eNh6AG9IkFViXWFxiwYIZvJHNDGHLv31D2uGtga0qYEICi+fW6ucS4uMyPKkF6MBhnA8g7LKiIPy
fTcexn9o9EIx4K8soezVG5GMAfgpLT29JPMute696sWeNjLdCk8IEUinAvgHwYRcG5pMlB6ywMEz
dLw3in1VPgKww37nbRWhlPtyJUdaNo0ZqZ2IMqcVPC0ENCvf17dlSw9pqcCD3QJ+CN/v851nHns3
At8E/xW8He1UzHzgP9FahqKWdDN2Wq+BvK/Gy8b10qM/Jx/JZH/IuU3Dcab2qQBQ28ZlrFINTxwQ
AOOKxGZJIke98Yk3IYANnCY9+3OQxhl8lgBr76KCL8E+GMv29/p6KiIAAB36AWChAOv6KlrqB9sc
wEIFoSD5JP13lBa/J+nGXaIUggQSUvmI2fHHrX0PBhinAGWeAvDoOw20sJg+AAh1Y/lUlge0UDGX
huQXrq1bIU4zUXeY8bxJiiGcHBJuvZ+U+4MHrUCNRZgsBzGN7w0aGgyzSxt6030e3NsdKi2f3h5X
IsuCZkOwqaBZRH5beC3GMtqiwdtC/1L0d1n39oEjJAP+CpBRLuFs7HHRa6Qf3J+5t0vryCqBcxOa
VTQ58bp1KfcEzhOFdmgEvI7bPWFlNQSMpnhRa3fazvc33hQquxKs8qh5/wGJle9SgBqxpvO1d50L
ZJyZYB4GgJEPbEy2xqZU0dCVJLnyBVg7i6YtKvhiZG8ZnnhNI9Adh5Xz9u5PkHiACQsTwGjXkF8v
dNYTl8+4CvwUjHPgCvHvs8VoNuJiVUBwJUW+PWunClgt8jaeX30xLX5umXM0beclLf0jYs8oKH+u
W4Jqq1wUk0QSyseTSTqdnUm7fnYF5RQ91BkNUzOy7I21U20SpuiQObRQFXkFcOcubYlGL/Q/mGwJ
Df1cG4invCH0jd26MipBqCKgLvKHVVaODbhWjcXUQlDikLukTZMws7UDQETjtF3+oTCGa1ukOmAU
YOKVnGcauBzIBxgbbQ0zApmm93YsTVFm/StAaHsVfQQYX3C4juH20QGvAdgK+D+4AUgApJaNbnPQ
Y0kZoYWkidamNiZfCxA/6E24YVyK/UCbALr5BPcaRnklDVJnodTnoo89m6uQ4oi2phd5Kf/VD9/W
t171lEVTpXgZwZxRQZZ8Tr0UJUtc1BETnjz4ffvL6ViUgZ8Fw47HNF0uvC/uAmLvaMu3nuvi21Ic
fy1b9kJuNeV22kL2gnKLNT3U6PMb9XuqjbvG+dL1eWSNG55C4cEhEilkMeomMrC3xlEhBxKkFVKv
XQ5ul/kw6UW0vqIKzwAodtgG0u5YU/kwDc0YTEHSY1LPcyIEPaE9OnEVbNVLlWIwrCFoixHtyDlk
1ASnXC8XpLks985gRuT7yTGzg404W7VeqF4g4y5Yi0E1frteaNBwW02A8FvecUhBh7IR5Sg8N+46
9ED/STy9epbUHScDrBIFkbKOnO6Q8CNwwrjrhy2AY2rH29gdRdDjIymI9znecxiElo6uVXeDPjRW
iedqG81FiYo2sFfMo5elx97brZuC8nBhVkRMpKMs9wq5vqVJ3xVBV170Ng01kB9mVRBm3IBbGkMT
DDEBA3vfr9rZeh79GXaXjxZKwyLZEaCmKh9rJCW9bDAxQ4heM+8eTU9VmPW9fU+raQK4oV7HrkV8
lKPaNkqQXwT9EitD7ozzne/WAJ5zm4ck74s+pJlXPAOSZMCwsxvsutb/lXkzuWOjPe0I4teNgFFl
2KLVW6CtwcvKEUNj+szxB1Li1ivft/aMXiYb10S71cikyp9gQOw/QXLQ4JYtmYHyVV46N5jCVs9P
Q5c/eHhJtiBX50dkRB/6sYkncEmBi2uvOdVpAG/kuo2oDhi6qJAUF9BymFe7PWBu06UccDw1UAvo
Ycy0Y/YPBUCQdPyVYN5K8CbCFuZBQtWGg37PtjgTVRuGCAjhpI9/8Cq6/b7Vd1aF41ZfWL3c9dV7
H3AQqfnjH5YJzwcbXeXAzpBxsYhhlrXlJ/XF4QKEJ662+lxUjgh8O/8JkO7cvLOtjJQQgC6UPavY
bpxBHYXT8ht1m7ux1+twrrUsXldLVSFGdgFDkIIqFEU6yR9N6EHu/CKoQAvRRlYRRKkLvKnyl5M3
IfXuwHof8HeuW+297meOVp918aqtu5YuGR+reOM4iYeBM/KQ9MGuttK9P2w1W4hYWPZFYKEBXROS
vEBvFb/iKiBD36MPHPq0Rg5lCAFpdARr8inJOuCEVOZpRF6gFJVv279bTP6pmc17fyoeW5b+WtdW
FVb5vuiRFoOhcI23v4OCEJ7VZQND7TAkbAc92WkpJTtgobEwS61242grVhfI24LqAa1TuN/Eulzp
rTW1RYegbVDmbSL07kW592zw929WCu4dGQ8AseD/8kh9oDf1NE+4QIcCDUfo0wupCwZshsgUzLbr
shS+6kaWpBBY6506SfzyYtR7OwhLM1r/vuIMQg2gbIgcK7hEpVjUYhi0cyaMChbWc244u4Q80Op3
Vz2y+iuofTekGYrw81qcHAskrEeTdAJxvvlkAIS5OxkAc82qR0dnYTk95jNoLb4Rn4Xz/ELT53ma
4gZE4uM3nvxu3L0W/F7XX7m+f/WXk3QWsxaOUd/qMvH98mTw0/rnN5b3jy+6skfbAlNdr5UVIEW0
KFieqA8mwSfePqfJx0r/ui5MAQ+EiPFKGclYvMYYuBvkkAak7nn53Kf3ZP6qa7+Ifz8kNNSS+6od
woSaUVu8q+gJ5ZmwsTfifdUZvP4VYsmvdO4MhC+42quLNrwwElZpuGxBZyjcChQVKSFXlJw9sexX
ImbPBSn2gF0rHbZzFm3v6NWxDMx36N47ri+qWpu/oqQDwkDN6Og1ROnVfV0M0Qwuii2YIEWEjGQD
2iRRv0LBWU5uooWM5I0Db018sHC6X4PRj+eHKhrSL+vKqKwdcTg+aGPgDqNkt+tWTh4uNB9XX1Xs
CUgdd+ufV23L9eelsCezKe1NC3p0xTGvYt0H4imaDg7rUlQ7gnYhXN+6mLqSK5gwioBa1CwvJIv1
6jT24JbfuD+3REj2VQXDQtoWItrcjqv0sRWx/D/QKyPHhAEFdJBjIkqXp9/0zp3t0fDwYAhz7yGt
/uHqED1VuHnxGELq53azNb9gGEOdEWwTFk5nwNlsPCSVq4Q3A3of8Yp8NQBps6FwOn3EsyGtQW6j
RxV/sN0Nb6IK1xAjYiwRz25UAuVxWt0w+dykWCVC/Adm5KdWR++1s0QErF7Io0Vmp4HROzXComte
ereJTBCbr5ucyrABDwBeGyAcujg/t0vZ2WNLxrGuQIfG9D2IPZ0dyMXqY1mDvZO6vHn5B3mIutGI
iecJoDpu5XE7aOyeVPUlx4rOyMwcePYZhap1KYbqdkKjwX9ihNpXblSMaVjBBGiFYvQextoN/bQ+
V2W2a2zvPgOci56VcYP0UOYtdxYxT7wBXL3Nvzm0+ELN6sxysiOW++h2/vuN3yZckRTBYnIH09oY
RANEp5ztFSkyU5+T6oKs7w+3oxSRKyZfGegD79ISmB+8tMuw02fQXRrFgzt0B+Bh8w3rU2781a+Q
7jJDTxYTfL9wmDO4wz8uehsuaCsd7A//pC7MWwzCYtelw5rheiZW51QXay4eNbBS65VxsDJc2kVD
QAqdnd3Jfu69+V1ZNx/ceStQUSv6n3y5467KZmC3pJAfTC/W9Jxaod6DXHDD4lQeA4U13HKeOEuy
687buuuoXTbQsossem4wz6zn+/W13BIiOe/BBpWwXuXNhTvfG3rU+I/F3HCtqgtbYLiiToy2lld1
1m6YAy9N3fpiotyudw+zFkS6Ox216q7r3Q19VK2KaCX9K026VoGkNtld49UXL/uK0g7GpbIISfKQ
W5g2L7Io7QEvXN/Z9iOGazd2TOUirmVbty6CdDbRaxOyC+aEtf3CgywCwGzo4vANxQfU5jYuFVUC
70Zb6ch5yAHoWe/Xl8Qo99MA0E79xZiaHWNPvhgR73aGDaYYlm0ss8psHNcMBLSQjvFkKafC+zb1
qoUiZ4OhDt+6m6tvBttq1VUZDhL+sBlkbgRix+1yjsQbyJzC43ZL/7I4wX3dGHdUd1HNmrxTnmz1
Uiht51qg0PrKxQ9AbW5HAINfWL/PuxCAsYsVD/4hLwGGGnLzqXKPdKsfVGgh+25xVYtyJ+bh5QK0
5S5sBI4Amq21qDy05m79gCs/j14DcT0Z5qtRnKCy08F0MVbUAg2sJo/dcFwXoDIF0Zn5JzWFZL+0
S5VLA7rk6GnkzjNvT9rwnBQbEYVKhz9eEICOBhIkwh9f7Qtt6VT4FgguzOa+5p+8fCOCVZ1bBCri
LvlDSyhF+smUm23GoUIDMLHWd2LCtCckaDDtsFysnu/qpX5eX7U/Ixzytl/LlPxUUQF1rsvRNgsg
933VlBFQeA5pqwMJt9yVgOBNkeVmdRVjwmnfdtk+cfMYKWEkgvHW8ZtLVy1Rjr/zaftQ0+wBECSn
xiExtIkymv0s7HKXm+yeAiZNq7vYZ/TUDsG9lXinznZ3er3E6zopLcGCN3DxssZcjLRN6NJegLcr
Rgr5ibU7rz3Ub8eiBnIEsqt4tsAjoGPo1hIQwRaOnxNM97IYGR7N3TgtShdwJUAunZqYvEo5WnQv
ruOHjnWaAUDr0Grvak+VtxuGJ6r96AFupvtbq6c0wr+qydk/C6RLGCJABzLTgIEPIjzvfTpdyHBJ
WhpVW6ijyiN1JU0yvzoZXRPEfuDfovyFZnPMy3LryaNMsVwvpnQfuhMaE4MaxczELY/N4Ia8d8LS
7cM8t08uMPW6ZvmM9ocPttnti9p/qhxMGjlWlE3ADhzdj+v2uaWz+PsrN8JL1It8UVv1cqBWUtSV
lo37WHkCrlZV/P2VhHZKOKYxcKgNUBfNyXGhz9ZWc/eWnUinzKVabnoMO1e0PErs9zOA6tLqNJd8
X7Y/jGAjptlaNOmmH0rqEC/BgdDYvQWWjKLbSMSpSoE403h1Aw/mT9X7dtHSArC+S4BtSU1Mivaf
k+I9kgl6cp6Mp4affedZW4awKz9w8qmuurBqd/aQRLZFw4of2uqz0X6n077pNkrLhljJVy766odJ
ziafvTrtZvyw0j3ztoh9tMyn/UWfT+Ywx8RCU3t7Yeb3hfzUm2+822fJ72I4NfzLut3+f87R/6zQ
K8JcTP43Rl7B61WLEXWae57Q3hfmRrN3EJcsVA8HYPWkdh9rEz0sYLez8XOBO300Ev0OuE4/13+Q
cmFAaOWgOQ/VffllwmfQmJEZg8TDzEKLnjBqcBxBDzc4Gxe/8jxdCRJn4eo8LSMDqd6EgRzbnO8a
1KWHpr9nmxQBqiOFXklMkAOEDM050rGdCi3Jsgr3/+w4ESbrBneMiAOSPdBRjnl6qJKtAWmlbV2L
lE7xMmdpv/Tw9tXAo5ztA//rhDw0DZ7KXI8mHXMaZRZPw+cp32NaKDK1aeeO56FFuB1sUTAonxEg
93IArYw+q1ddFEaggSNTzCQ1y6eZHMC2HNbjkZF3Ds9DTr7Z9PNUbnSPqRzLtUxpBVwzqwwuHIsT
5EcSZkt2XLdS5a5eKSV5rqYdEmMpoZQzkh3GvaKGfAlcLVwGGhv2C0sP6/JUzxWEkACXt1BMfIVQ
SgdWTN4MK+pJfuDdFI+JgwLN+OiKsZHS3FBPvX7/iZMjFcvkBbNNWBCwxgh6y/mGOqqz5wHYHecb
3ULAB7k9e00JxH9Ph9Mx0d/r8IODKeC82a+vmfocXEmRQgTYss0Y+houhKP6MT/b7n1Tlwcg0Ez9
S8Of7eJdYj4UlhF65D0Bhm0yPE90X9en9R+iNJar3yFW+8rTAAvD1BKK38GXh/pjUER8CHVr1/sP
rrel89bKSu5mYLoJolvIyrJvWvXEnZ/wn3n+uZwJ2AE/ds6Fzge3+Op3B+6RUAzegoN1XV9loAtm
Lewwkt1oupcWfqHNorUAR7pYzZNOP+jzEBX0WBROCCjhKEhAKOfZoes+FVvnUtXYgke9GHRCQwn4
eCXR/kKWHEB2GECqxm5HbcN/pnz+WjikDjFa/8t1u2qnZ0ayd1xaoFG6+J3PZv/C8ub7WAxbSRTl
1sPKUVXAqC56HW633hsnwCqKobXe7nddql8yEFtqeIXlfbmv+jJmfOv1pwDRNrAEf2VKhwteuA+I
hwE9tG+e0ei046W5q5p+5+vzXqM8tuvi3VAP36YiOeptHsNVxoTmD9wy43VL2FJf2g3X52YzipeA
PXshwLWjXHD99SAwrnajf9TJp3V5Suu/Ul06aYbGG42bcJP6AL+P+XKw5/yeverbupgttaRD5vNs
1Asm4tb+2FhBXLGPhMKDJV2U6ii0wdbWBYpoUI4Wr7dUus+cpqNA9oc/ztPmJeman/U0nbKkDZsZ
oL82sSPW8B0KJ8d/kIskuA6adgwb/TnoV57L16yxAqEJ8kcZezSq4aHRyRcQHOzqqrzXteaUl0vs
8X+YVwzwxDct5JZAAyJ3VbUe+i6NBvPFZlAe86U9dejZo+iVIY6zsbJKi7kSJbb6SsM2M9rEznBY
rGrecUN7NhYW86LeaDYSG/RqAzHN4jk6Jj1f1ZHqieZ2p0NM2dBwyO9NtFLUu36ry0d5b1+Jkeyk
mZlJtABizIR+KzX7d9F6G5ooTfFKhIhUrhfMSpN6XODRALX4mFnZg0lYFWqzw9FghwHBqv+0lPOu
nUEbum6MKuUgGMNNJlCs0HV3KzkFuicfB9AEOX0ZgbQjTLqNsEQlIbBF6gfNsWC9ldzVSFhhcBsN
v15zomdS/C8/L3mnoNcKJCfwea3+Ouffkq2mHuXPF2Cb6MPAY0MujtJRw89f0FKOQfBznvZPOEIb
8YXquKDW/58ISQXMtVUWM9Dgbftx7kQ1j7KtVVIZ2LWIV9vc0pw5DFEbTe4DoHp5hIOee35Xzywy
7PIXrtF3WtpH69alOqGguhRFWEAtAuLv1rradEn7JluQT8qRlVvozrLYR7tKz2hu3ljE16KQK0dP
HKYn0FKGf29FNeDqAHA0WOlgguh7zL92iESGxHtqW9+N19VSxGIiMY8w27KAI2vKVXstr5egEFxK
wNuOluUn2h/CZS5CrT0M4yfdIDhGyPW4+a7Qtl6iSkWBl+giEAwEe8+toh6ji2knBMRK7oj5UfQx
R/pIrAMitN4IXeDZbEl8bZ/QFsV68NmhIdCUa0fTiH5pYuJR343aB4BCgwm3RKJnI3Wg1EtgpPse
WlcxyXOrVzIuSQfKCICdzWAvZU6/qwz7rmLBgzlvAau9Pg7Q6EqWdOJcV1sCp8ddWHoFsPG1+7I2
Yz4He9IncV7XO512T33NN8Y8lSri7hUWA84i2WyW0iUukB4wIMnsuG8mzKumYxjk9K7swN+3bqSq
XQNfmuugDRjZdznnsyQTcdoGuDkm+RnM6OLESfe0jVjmtXcEZBLSD39AEPVXsylmnxhdNiCx5MzL
hKRWh8Jbt4UHpRJiirZ6QWUBG5RuR89k82hTBEyt/4JJi9CptzAHVGt1LUEKWMbRKRNPYJUsgMVp
WlTvEf3libV7+5aAogzNuy7wh19RsKVmgnEIhsrhktx12qlxw2nc8LhK13QtQ9jgVSgBcK5U7ymi
2rktwikAxcTHup9jtzgkbAxH8ymh53kaQsN+v66cWKPbaAwRxJVy0i4B1tGoFgvPksLqd6S2w0z/
kmHglCwlypgcAARbdqHetb/LKe2aRo205w4kktx5z+r+0PEqLgCRtnGSFDmPW9WkayzzBvR5zxBU
14cufa8XTRS0R8P8nWXf+6qMu+p+tD9igDC0rbsakNw245HFTl72sr7GKgdytcZyH0sLSjjQoKFc
4el9Fuqj82w27K7sqz3rzNO6rI39DKR7Ju9SP0BtHVn+4GzMD0jvB3oZJsh5ussXb2v8dctuA/PW
bvOBp3br4Pm3BO/K/Jdu9hgogsGSHwwMYkkDDJBG9Pb/MMandUU3RUs3Tw56E9Mcxap2sd5+Qq90
Tn6NwYX7uNGTL9byCOaN0B2r/507kNslDIwKlZkGlQO6q/kTMU4T29BNHLqVQylP23X5/xxKREUf
S9s8pX12LDJwaLMqZp62cVLUnvq/ExlIzmcJJiuxfawkN34Dtzuc+ef1vVJd3NcHQHIyfqY5RdDD
g2qWG2YakJEogGp5TgFDkd0Pmn9mNr2M7B/6NIULwAMaKTjoJzfsTX1baHWF6MTys0NpZOFi1IeB
82hs2mgh+9K8q9I8pvW+sO79caOypdxGIASYQKBAtl/ubF4MY3CmGg4o0M9TErtJGbXzi6u9n9EY
ur7CalGivOeIGUq5Va9JC8I5wUthBHCcGdE2btND5sbOVg1D6V+AYPn/BMm+zPZyfSpEZ0ACQBfj
I2l5KBoQ6/TBtH977fO6Wq8tE1OL6LRE44vI9MuWicYyENAhADt73nN56vuNyE76vI2nB7qqdKCY
A4oOs1fiqrq6df3GTqfEZsaZlZgPL4YHLaef1jWQbjshwsH7GTwCeEcB/lnyUrPVGnMw197Zz0wW
BlTLPupZMkamy9mGKIU2eLHD4MXQu4Alu9UG+SNtbKqFo6s6Deqwymz2HQC29oapKTRCjyGepQ7G
HTCbLkzxatG4ScBiUQ/8zBA21oBaZPxTZujR+rpJd6ZYN4GPj9z1n5Z6eVgs72a/cpp5PCeTtavQ
usCynas/ULYVcCsFYWoRcap4HMpNT0ZPk1Ff6Hg2AMV5IgDR2mU9+igGP/tiYBgsXtdLtXpiSPJ/
xEmr17UeHoIuxHVdEXq2FU9LurOdn+tSJIf7f1fP9eF4YHIAopakmKzxmKn745mPAn7OPfjz2bbH
sCi+DTXM0O4fm7bcrwtVqSYemjANAPaiM/3WMEClNE9NP0Ho1IeTeXH7Lsytt5Uz/2gG+lsUK3Cm
8JQ3b4XgmFFrcMl4tnMvXD4mm3zmKi2uBUinyJ07ZsPGx7P+EWCFoQ0E6i3oC7H6V9f7Kx3EQb46
QRi0nKtqgYj0CHDcWvsZLQlQCL6vb4fKsAXJosBAQhVERnJsdOonLYOUhYdacJgwELh33/gE+7+q
wJYx3BjYCk4Dz2PDmJX8nA3B3gIj9pw1oe3+WldFLpz/EQOvhqZE+AR0Jkr27FK/70oDL/tmwMHc
5wgx+XEEnrpX3ZcOCukf560ys8qbXouUrDnXSE2stOXn+dFqd2NzXFdp6/PS42S0WdGZPhZuSJ/o
8g5geW//fvAHps6Fj0bF7dbGiN+aBp4/7Ex8GmYkZtZWQ63qoIhBaRslA+yM3M3Ro6KVTg5g97Li
g5m6ccW/1tXnf9AC7bqYGAIXwCuSsaX0ZoC7luw8hJXvRTbRNq4ZpRIC9woYHRh2k68ZOiYDOsl1
fq7Nu4SfymBPm8M/6HAlQpzTq9POerB1FMzgZzrc8flI36wBGpUQWYh/kZ2QC8yE66Vf9C47B7S9
A3brozs8N8ubdQCdFLqmIQi1t1d3/tRo6IKi03Qm9K7I9/6ycXW89oj4/v8h7Ut7I4WxtX8REmDW
r0CtqSo6SSfp7i9WL2l2sFmM4dffh77vq6lQqFDmSjPSjFqqExsvx+c8yz/0OZI82I/PDl2tH7Ku
M0p5MdB/FdbfLvkzxuORGmKTG/lK22YxmA2jLxeoKlRjp3+/+iAORI0SNSrkxdXKQzGcXSB9BzXx
1Nb0IJv52a8PL1qkFbgP0YnHk/RjMAapchdH/XCJfjKyd5yViVs4GaFhg6fFRNTENnFmv6+PpMyz
WpGXzlS/EL1DSw36nigLP+FlDhhh7b4YWfasiOjYkjXd1tvdo6GgjdMZ1XQbWOTZ0uY9aalSdD1S
wcQv1Utt/DBGvrLAb3MZ2L/BuFvHKP9ZDX2cQQd4hS5Pq+GS1gr70jnwvh5qtc4BnND7Y9xWyltm
GNETsQr+YEBdZU2uemG94G1gW9DyUd2JjfTxDzDGSstLuMZc6lzdZDHwiHlfHkfU8g2tfBuKNRe3
6fc+pgdIerHNIJMwzetcswUNF0eY9dBcIq5Xnh4pe52Ljeytc5uv9kSmnTUPhu4LNEcmWR8A0z4O
ru5MOI1XrLlo+vvYvyfKN5u8iOGLBgBguRPWUc2Ug1lXXs3/SLLy/lqa2evgs0So1hV4hXW8uTRl
Q3yi9z+53b/ITHX9sbT2RNC1RGLaDrfDxUYBCAX6P3MxSplN3HfSNJdcLRs4ftjanpMEwkz6UHuF
7NIHlpM07HRUr5LajHy3hjOIWWudj7NxTbt3Yf9AzRtwQKxvHBHzNL3leZFDlre91D1K/Q2Dk57I
32X8yYYeNuikGv6fOLNcBgpRE/laBbeNn7Uuhaqy4qd57LflJ/Hu/y8SEkI09/F4m7PGnShnDqV1
C6cjJfqFYnbjZVka/7l/qC7OGxRgQCOx8BSdF1Ys0YzSGrT20rr8y1AOe5vJTdLEK72txTD/XL6x
UvDUmOVoAHQ1Du0jDMYq9509PNeu7fdQn/HuD2dpw9swcZrM0Bf8J5UO5tLu0LUX7sbM66rqQaHF
ttShkanW9gpNcOE4nZI1oLAgJXirJ+qmmVuMUGG/2IUZSFM5Q9voC+wMCp86TgZkkr6FYusfvVpL
tZauKuDQQCrBbYVsZT6dmUbNdtDd5mK4z6qyh9MFtlgZUCWDNnsQK291H+HEWXkwTmt7vuNx+U6K
t1D6ulHA6jKe25GjNpBNZAEzWuFFgOD6pQLgcW66u8ou4p2kn6z5TxsBbS94lqKiAFGDeZKhxYZs
hyRrLiWK0BWAzSQ6KvpRmG/3187tOwJx0JxE5gcZO1SxPp7fjTlwmsBC8iLUN1m8a3W5sjiXPtuH
CLMMY0j7Ju3zorm4cstY79kQfxNJ4bnNc63BuaZ/xcvfs/Q1/fSFy+FD3NnNVBTCKgoLcRv2yo3I
dxpUUPdN9pTS1/tzuBQJRdMJIontd3vh0rJ0m+kaMrOfYIbF8iLK9wYVgDXB8qWPdRVoLnTY6ZCQ
zocOmYQOVbXTGsl47edna8FVmzg1KMYh0wK6RmLjuGvVssXVcD2E2WpIGlYURJmubHYZEhergfro
w26L9nXUS9id5X4GIe7Bfrr/jRbOYijoYTtBvHoBNaabVIEeXNwAxVkMG+jqtxuuN8kpIuDdfT4U
WgWQ3oX+CW6Y2TQmTOZupeHEcN3sZMfGPqan2lxJfZbGcx1kNo9l0euQfOubC21HcBDfGvtnotXe
/ZEsLezrILMtZNmNqwoHmWvsHKKh8lRrb+gvJvlqrPnLr0WalubVm4oD89ayHMMZ4yCxfbzTG9OP
mnPartzJS2v8ekjTvF4FEmRU9FgdcZzT4UGNzCc7I7/uz9rCdQzwxX++//TvVyFkDnUrAknsi4WX
VFT+SggMlOtdNqy0hxaHAsvG6WZCpWYO9YB0sB3zHFspSwfzGFmmGkhlrDb3R7P0ZVD8gyAAGmDI
M2eruciQr1jwhb5MartPoh4Sv85UmAHjPAzapOTHVoz12/2gS1N4HXS2uuM+jSUtsYW0/JT2f2Py
NVJPSvlyP8rC0GwD6EcUPiAThkv+44eq48yJoA7SXZKhGh/1kcu9mlfOwUG3MRDO0D6mbmeunA5z
7ZfpZocuGRJP1EMgyjzv6AgVO2nQsDxG5dFqfta29VAn/QYcYl9vxY5bIjDjM43TM6UyqMfD/UEv
HBwA86NZASwyLqv5qqk6t6Rj2taXhpReHxkg6b/qZCXIwswiCP6DW9EA2Xx2cIDRo/KCF/Ul1txj
EsV+weoTVOU8kR+ZWE0xpjU4y9GA0pxYiSgD4dkwC2ckfVtkUVpf6iJ9NHOqenpaQ14m+2k2UR5U
WZZ4sHN6KUTt1Vbsy4Kn2/vTurAZAcqDig7OfLyF5mtJ5DGtBzhyX1ie/nD596Tv1kC7C5nodQhz
pvGI52NUWY3NL5m2R1X2nA4WaJ7P+pjC3LJ9MoyVj7i0UsC3mj4h2t830sAkJxWJDINfkpL9tDr5
IrrmWZGr2r0Lmx17D78/SSoC3zj7ep009XpsLX7RUgNv6HPRfe3aRyv5fv8L3U7f1EJFQwNPCIhI
zjPdxG7dQbJBvZjAbAZjNzoB1xXPigxwV7LIHyAe2WuDWLlDbxfGFBbFYdRjIEU7z9lyOfZcKXP1
wrTAeBHa7v6o/skmfVz7H39/dj67fYnbgeH3AVXKodUId5EBEjtBJ/MLdAo2WWHsur79DZngb8iX
f9b1uGUKCjTaWPpwu6PBqJlbOTiXEUZxbqw/NlCgTynZp458ZMLFl9Cbcz5yEaikewHq9KuMIl+P
2A5WSBsYVD1nJVOhR6z6biQ3lPd+q0sgoazXGph5vLMT9Hnb17K29llv+pZCfK3VHjIhdjiXV6qz
+rQN5hOCWoULXCLa/jeIUre0nNTKekw4i7NwzJzu2FeNfi6lJmBJpmtPkCRJhFdLvQqhpPpbUdr6
eYgy14KK845a5/FHH3eTs2riZGeXWmVgMed3zeom6NtuWLlgbxfIvz9zQuHb6CLMS0qK0VW2kRfW
eXC+1c63KLi/QOCPcTMh0PXEcxkJAA5JFOA/XnM2z4Z4qBrzXEKS2eeJszHT4VvTQStd6zeglyWe
xqOAU/T3SrK1jOJo1gSoFl4eUFX4ZbUUV1JNHxXbOUgj3ZdlfcBPBRVIUGpW+Q44uX49QIGxdceX
0oG54CDxtKudKFTbNjtCSx98tdx41+HbEEGE3hv1Gmam0anI3UdeQdNRVvW5i6vIFwnfWFWzAWVy
l5Kh+xsRzvwS7iVBDaEsj9kAUJa030nmvJVpm4IIJS+xLGFqoDUbRcsf9OlaSwgnXh9D0qdzx+bA
E3Cgi97QPeHk/UZC6ixIsizQbeWvw+D7ZGhbJyn9dKwgy6FwzxaQ6oVgX+JlQ9JuaaxDagYqn9+l
Y51E2b4lphv0pXMwGA9NrTmbaRoQEj+1bXyQVD0YrftAAexP0uYIAOUbLAwOsWHtO8UAdLALxmYM
sj7fwkvhXMhmn1b8q03rw2hGpzHOtzAD3Izt96rSgr4xN8JWzmC8Nf7YuxtQZSFIMuyrwf6qWfQp
jwX6mW6tBtlonaJaRfWR9z+NUn2rSB+gTnqxCn3De9dP2vxSZn18KBQREOHIjR5jFTj6Jk7MX6Di
HtWo7fzSTSO/HKE7L4c83lZalHiuklxGkqLS2KdPiWwC0hq/lNK0twY4kQGKQrHX9+UPEtn1kSfp
zupANmcm4OmV75IhyLrc2EET8mDYhRI0AP74saOghOPQn2kS18e8drXA5iqQDXYfOIZleJmBC7uL
2A/ZFs7WouYKw/L29oH3E3izwPWjHniDOkhorKIHrcmzZTG/kZcGNM6aPTtRvLLPb6/Tj4Hcj9uw
0qG71ZIR99u4r5R3VcA89dOPwusQwKN8DNGZvVDw2pgkZ/0x/cr4lrf/xxCz64aVOS7RabqyYjNC
1kH5oa5pPE4T8fEAR0cYbABkAnhBwxPz4yiy1OiRJzjiTBrY+enxhpvCdziBBSzxC5Nvx54+JQVZ
OSid24vDgmglmpR4UqH3M0/hkipnFLJ55tmqbXg95mO9g4j8c9lAnQuR3cT1idtlwaiO/dbVEn2r
s7ENalX5rTcDNAO7gGZxsYmgKjYKgQaTa00XzEEo2ZNild86WQcJLfvDKPMcJ1UUn9IW6lWDbPmG
NRD7yUb+IqFtdbCU1K+p8l3l7LFX1FBz+qdiJI/KUMJr3DglfZ+dpS4K8K2HJ8stNwKC7DoO0o4Z
32iW/3CL+C2PCtNLC6b5Wl3j4nXlzzIVP0ytPekqOw+GFiSCne2cHaJ+9OGERjwHcsVDm/xASRvp
gGmeEsas7RDB1yvX9VMLFGnWGF/VwcSdwH1DEF+t660RC5QigA2CLcEDNfR9ko7PWk5Mr0/dE0pn
z/evtdsXBj4WGr1gRBNU8Of10Th3UHdOhHU2WzhRM5szj3XDU6cnT5WqeNSyPp3HISC8hyDcCLQf
XD8+rsqirLS+yYR5NhT3h1ZVb7FYOSD+FbA/LvwPIf7Vzq4KB3hL520jO/Osuo16wSRG2wp1nrdB
qcrBtzMX+YtJAk3dUjS4hiAUtX5Qk1Td1MVfeG/sSqB74YtK5TvnQYvLB+rnDbr6hFuXQq1lQK2g
JIPYQLNwDMB0GV+zVGtOGRixK3npbbaNNyacYFBYhmIMkNQfpwsSrVUh4Fp5dscyL704duhxgBfZ
c5+5kGdJEorzLx7ac9kMa4LptwnPxFiycIrARuDWnEWtOctMt9LPWVbyL2jQZFswTPqV94Q1DeHj
58IFBG1jAMWhonoDanD0Tu1smK2fY5iTnTip+YtdtMWhaznxBYoyO9GJ+AWNWmXiUFm/cqCdjkDV
6I9lpJIjmCb1pPrivOaVap7qpM2gEsZywzPt2N01kifMs9wueR7KXG6yyPxV1Xr03A0Vy3ydNdEX
mariCQ9jc2PmkQ62j0LUV50R9XdDC4bN2SLHwOH0RTNHwCDBdPxOVbPdupXtvjhUx2U0KBCXrXl/
sseGnoyGiQfuxAn0OhMeoDLb7geN2zheaLuxuJY8dI1kgOdl9pdG0OErpVb/IkqGZYYE/13Tm2bb
4rjwE1gCUI/HllKAN2FFfkpFvamAx9xlZrlWqlxYbxbeV2iBwcQG5Zzp9r3aO05jK06iJ/25AoSl
S/5WyUvcHvIYTUpHDSrz5/3jZylrAHJJw/sCiq43nVerkhyGvUSc+/ER1Rt4LDyUxpum/LkfZmlU
JiJMPvKAEc0PnSFVckfaVJytyvZpZBReMRTfbJn9VjMDlotu8Tp2Bl056pYG56CSAf91sOVu7HTj
vAcUGM6K5xaG630UjuaPSMv8scg+Hwi1IWwf1BXd224v3pWOcLphQEoEKcxQFAfA6I21lGXhOEAB
Q4UbNQDHAFPPlga3BWeRUw7nlD8OZfh5CONkUQqiM2ypYUk+B1D1kKFruYqMqHD7AvpXhuJpXfSm
WqBM3l8NC98FYDnIUoPFOEG0Z7kXSfXClhGRZ00+O/oWe0jaD/1an3UtynTsXe0k7C2N9dPRYJPE
g77GLiff26n4b77cH8407/Pz83o4s7qPwuNsqFQEUqu/eOyV1YOqvv3fQkxL42osUnekmekIkcER
RU7K7Uq/0g+/TUTw+adSwwScn+ClH0O0mUG1tpimq8FpDRWS+Cdv/QZokGTlSl34MCBnmFMfGgIo
gJ99jMQ02Y1tpYlzZtriT1Ko4y4D2ThMUqJvNPR4P48rgBgpBofOMO65G/XYvKpqo2OWOEd5FDQi
2xsYVgl0CZVr8nULswgAGuAEOgrT4EhOY7/6UKo5GkOB9OAsGks/wFB73JWM8T9FPGk3t3BXs2U/
rFVUF04G8GTB7kHhGHfHvDJCqMw6ruTibBo139SDqm6FPSgr321hnZvAbwK7MIEWboSVTVJ3jusy
cdb6GjZUcshQd4u0zdCRNfjMP2zXbE+h7zhJ0KG/AK3X2RqBTXbkONAYPMejSC+iMCpPszIl7Cze
fInZSH5nQzueIfsTXepxVH6mcZZAlMrqtwMvyu/t6CRHyHbnG0bj0S9b7gLt06VPrnBROqngdg71
2swjk1e8VZh650dtkW9ycKg8mcfFQZetC15ixbdS5E7Q12N0Qv7S+cyFAB7ygH4fy+Z3ywwBxKSC
PdNVfDPIaidVicqAgL0ZCIh1QJB2eIMlNzXcziBxkyVIqmTk1ZHhs9SMtoY00cHIbfeQkBYn7xjr
AXTzzUNXgiZppUb+phfkXZOt+e7KEZbIrG0nHaPuqGs93SRxy3dpybNQLTuAcjp0TN6BpFfOuQMh
eI9oKXN8q276xzalfel/+myCsx+4/ChJG/ZN3Y8VkT6qYKicjVal576qmh8ZLeuT1lbDSk10+urz
VTFxbiBODibbTaY61pSRWGT9uVG6cjtCMzXM4NMYcgXyIsRWyIa2VX6y9Zy+4ykQ/xcjhXkclC5w
20PLanbQZ02mAL1b92dHG37XXUHwccBPjvI10PrCKfKhljP9+9Up0ml5TEyOqzimHk2h/B844nFI
Q7Gmh3ZzFMNOE28aG0OazKHn2wxQadfiPU9DGCUa5Qttv5WAMNhrL4z5Z0MUSCkDOwqE36Rx8XE4
GgXvK7PMJBQCun49wFyaRx3b43qy8oWWxgN4BFgelgHNh3memWbMYLFBkzA1yRGzuDNE5XV5dcwt
Z39/2d+cuRgU5LNxSuEZDSDZ/BsJc+wtbqXhUDzYWzauXMc3hy1+Hr5cIJTAh/b2mT7oTKcFUKFh
rZRbbmdfB9Q9rWZcgRH8a0p92FJTHKjeoWVl67duFtJVUbCRdRK6pAgI2xolCtXPSXam3RP4Umn7
zErpofEDV++nSl9LBW9W+r/wQLyrgLvfwm4hJp0VrdomIe/tqUL+zKTyo1ObIKXsOIKmdf+jLc4q
am7/P9wsjwLej+Wx2SRhppsQOc58zfwWf5okMBvTbLmrhuwLcxBJWIJDbJOj26zsp4VRYNUReGhC
rxBC7rPLMYrRdzd6jIInhu8Wml8Yr0V1uD9VC+sbQWwNHoZgzty8DJXMjjuCt2io5d+p9brW6174
8MAVwSMKxyig5PPtg3Wncly4achUvMoVdDsfygjuJS6zrCDN4bHpOj0N7o9pceJ0nAvgO0x01NmX
6QsnGnsNx8Pgqr7ucPjRHqDE+vlDyFYBdwREHu1m4OU/HneWyRUmoxHfn8ReZzyW8jVtBlzDK1/o
5lGNVzuiTMBK/PfWR7CIIaNn2lnY/kOaOVLdtgziSGpvvEA0i3s9+IO+kTJzd38a55IDQFciMnzf
HR2lxOlP+DhChXNgEkFJDgmPN5pi7MCJ2yoVNGX15iAq9l6b5jmzxgDWGCe9+3s//O1XxCMYXq4A
wUGXCci0j9HVgeROpyZVqD420oc4evRpEMTkufefCPNed6mrhcEsREDb2HxqOS9/ykwXawtlcSD/
Km844lFAnw2kTiNKYliphhJy0n9k9245j/en6nYTg6o03U54jIA4MockiM7NYWZRstBIXQhu9pBs
Vhnkae9HWVgPCDNpH03+sXjRz1Y8kXqa1VrNQjXPL1TVA4luR+W+kvSlTI2TM2pBrFlAN6PT2BYr
m/pmjDoKZahdwcoSwW8wOkNvOSNPtTFsGuEemlRptuidN59NPWdRpr/iKiVT0irSCmccw5LukgEI
izENisHZ8OJQ5TtjbD1cnven9SaZQUjUR4C8RAEaJK3Z8uBj1EArqFRDW0h6KvFUCQtJ00AHvjBw
SZ2uLJbFeDqKMshnoAMwLwC5bgmd7ZqOoayLxO+ZubHL4uSy9HcHiPz9sd0s/WlsV7Fm0wkXUEKo
G0O1jY2hQ5qdqOWTNWorK3M5DK5IFSg1/QYVrrAIAAAcRGHOB90bazgbSKf0eN3/vD+ehbmD1AB4
BNDXMKZN8HF5GJJr40AHJST6aWRvWX0h7c8m/aw/LhDH8DXFvWLhBWQRAIE/xiEcDs1AwSihWulP
NpHemI0bd3wozcozitpPhVYGdS3NU6zQZi/QoN84AkIj94d7c/VMfwZuHoBDIbNxI1enyKEC1KNQ
wrHTPDXaRNVGJBRyM88QZISG1vZ+uIXPiHBIFbTp0rnxrMlMSwEtBaNO8mPqHHX60rUrI1oJMZe3
dnmimAbtFOQjFyX7plu7Zg2HtnBQXY9i7riRg4WM+kyvhHm+7ctt9kkDr/9dG/+ZpX8WMFdHlJNU
2LM1ZklklQfEJ1Q2ck/vX+9/i6VPj6QG4EC8xFEjma90tSqUQnFo2JLfsZP7mvulbw/wi3WHES/V
NTHWpUlDxWlSToNU6o0OHLwaYFrp6jTsx++Jq2HripV0ba6P9W/erkNMI76at0GBYIyeIgRDQe9k
FeQ1A6+xT804VHJW7JtBwty3reoaDi0jBGijDAJEw08izUBh6GdQ8lQlVuONTsc+f06i4AYFCx2e
bMjxZvu9JikzIkppmI8PlX0aJRrl7lq5YfqRD29A7Gac99MdA40e5D0fJwACXMbQDKoTDuiRHL7S
B7ImMINm4v0Yc70cEcOts0FvN9Slo4VDjuJhKdTBZ/C7BlUXZapCst8std2tcEj/rbJ4tWkksQ8C
gJYAT7rvYI93QCFFfxqkhYHWQGtFBZLUN7mbBqIwxbFCiKMOoMAe3jbdISqFglqbQBWt1W2xU9Sm
2mkFdngkMngaO2pnedDzjA9mgnsVnc/EGyZsbQbZ432bM+7rRqJ61Ex+2AI20rITJep5phU0wPbk
UPgKms5RAiMxwE/1uQaGk/rUo2fvDKKC95uMISDn+oWa10C3R4o3RJXttXWJDSp6/UISw4JvtNZ4
TCPMK4CsOPWpVpz03u73KgiLu9S1qlPSuoUPyLNyVsrkG/zmGturHFl8a4RENVImeQUrVG0A63mo
lR0fWbsRJDU3bRazL2mkkT3YnfZbEcVkhy43rNo66DbCLDM5lpWVgw2ptEfFUVJPLZLhobHhIRDH
NgAXggFS2pnpLlHs1zjJyZH2Nt0Mul0ejbFJYe1r1ruuUNnGjQHij1HdCRqSWOj5N3kIbgyFFqGZ
+8iiMZ+F1QalgouYZgJ69xYptz2ot9vWVmQwOjCJkjLqT1UbG8eEAMoUdVq2lzplGxS5UVKPYUsI
9Rv3UORSDwbXiP2BwYlagsLrxXBEOLGh7vCBuv4Eb+7Ck0Zv7dRR7b46ylSmTW0a1nZKtz3qUmFj
2wkk7/vEy1Gnh0YMsCSGqjhbw6QXQtt809AMaGugAX0tVtWX+6fpzTMYyIKpZo/yPZDDyB8+br3c
cnmTOLUVSiDsYurA+n3YKTY9CYomXJ6tUmEW7jkExB4H9REX6VynVNPaSLZja4Vp4ni5Mn41FPUs
XfPv/XEthpkKWGgto2cwfxGobEjxLqFWqBtc8RRN/9bppIXdnMn2/0UkNF8BsAJkXZ8LC/Qqz5pq
0K2wSVvPpmTrDva252sZz9KAIPIxQbnA70cz+eOHQlOpYZUTAwjVNWGj6sIjAJVvBYTCV17Xi6cx
Eh0CliY4ePPyQW7EiWip5YREs3w7BqK71woI8qOK0Olv9ydv6TI30O8Fbh0duZumX+KYDKlrRENX
lo6Hu+HByLOzoktgJp0KVJ8s0HL3s3yf6bpBpxkfC0j5m1yZ5UkHendLQ/2Hw7xyc39IixfN1a/P
2r41ccdKqfDrVgUiCrCsZrdSml3Ys5gvAHPAkMAI5nsW0KrcHU1JQ63IjxGJdzlPg9I1v9AYWbiS
WCsrfGlEeFyjnoSmA5g2s6Xn2H06CnR2Qncs3jsWb+o0+S+GhIYstA8miMYNp2BA/a0TpKdhmVC/
NdSTXWWerf3hZruJFfez2EssAEh/AeGNJBKlv2mCrxIuMKJoWlSaG2r6GCig/Wdmus3HNUD6wpb9
EGaW16VpL/JBQJBztMMEsqpKf0CiufJuWFoM12OZ5U5tQXogPxBEK8KqPxTMI/LEAFVuVvC9S1v1
KtA/1OfVpEGHfpTCQSDS7Xr7sa+eLNijVTHxRvb3s05Y/3Li62izLH+E7VudwEk3JMJ9IUoKI+3h
gX7WwvF/w5iT5g0URXDgzZY2SE1IzHLphsPoV+kXYGEV5XD/PFg6TiehOQgC2mjdzW+iuAeQ1Bl1
jCSivlCpB4SXU6U++BP3A01fep5Fo+0EwRLgOC08Uz+uampyoMfsyA0VoEv7vwkSR5Icawo3ciS3
ILAA3/l/izgN/WpJ6FAc72iMiG7Dt6yC3A17lOaPzgWiqtrHOgMPaK1hs7gMr0Y527tWj+S8HhCT
G4WflQXyxVfLBTmBFdsm534v19TOFz8gqnvAVU1SiHNNpAENcDWKYxoipRy1LIhMoPPp9zT5fX82
F+MAuz41VrBY5rJ9g2ijDB03N9QbC2qEpsfZj8httrRd2clL5/l0e2A1oo0NGMzHzwZHmgzwRuqG
rAbBz9kk3ZpU0G1BFicsBKSAPsdthIbHbC2id56TWkgrrA0SltzYFY71lfcSn8l8atJhA5RN7pVN
zD2exDs3JX/uT+bC2YsODhJbx0J70ZzXw5Ssj0wtKaxQG+zGK0RU+cOYggrBlXFzP9TCCYxQoPch
LQPifd5JyrJGhSh5ZoWW8jbKfdTjaZRZ+0T/1a1qMWhkYZdjXok9GbZA9nM+sxNwXk3M3gxrqAo+
Dord+bqkmgdvDfCELiY0dZl8UtAriDnsneChoFhuBTeUmr0XqqjeQNaR3NPbWttDbYF43CxqYOQ1
45FnUf+AHExuFQ4LJistej/KezZ6SKVa34TAdIC/6n3INCAgtFo8R6KSAVhR5aHnHTskcW55jVtb
O8uI3FPM4QZkmKLxAbSB8kailPwSKS6BFUwMZkxUDL6V2BnKdqO5o3obh/B+zTZD30YbncU1UqdK
bKJiFPAwMs2noqYWPFRry6tVQwSsiuFZCJV+fzS68Ryl/a+ywF/gJHZ07IF49xvcIICyq3TfGzI7
gmYLSrwGG9Q+qt0d4yo5t6JxTgkXX6NelTtZ4QqIzNR5cIB92cURrXxAvOVDlGctcsUIKPI02o/G
NgWMoNL4g4nqTIJd1JWbBGR1PE4d+8jQENsDaip2KZApDxob1XCwjeGxqHv3Kzou+kMTmepGUdTS
S/VM9QxJVGifS/u9pBhQVpPxGANSE+SsgW98j6kCbt39mtUtij9D3uzykrKtA6yRbwtoX+N/jR7J
usjvWNIFOWlL8AtI5OExF3nEacDEiqD6nLZ88IXR6kFuI7u26QgHE10tfa1K4RMIduLfTtrKrqSJ
5askcY5FzMyz4KZx5HXeXywJXEvEiX3iNfRbqJEq+0z02msWw/YBObyEVadwtJcyr+nKybVw+KPj
CD4OIFmAe8+BHL3pMKNoLDMEpmpT5i9K9y4kLKAz+Cb0v1iz1iS+VdnA8/g64OyGI7FpKIpjmmAI
hHXxXZJfJb0k8d4kjyh3eo06+mINZLR0dF3HnN1wSHIip1MQE/ymSASwEDat7f0ja+EGgBwtdt3U
2QG4bRYiSTsw601qI1VoA4EHMmW7+xGWBgEeJlQVDNSjbqDPWaSDoYXlHAryR4MTBFyCgUFbs7Kb
+8pN+ZsL+230/CZG5o1spNRhCYnLxg6z0lS2VLBqXzNIeCld9Ut2nQGzHkLecsNK/QHC1r7Zq3WQ
1ynAW5nNAoygeUyL1llBtSyO3gKrzsEyxSk9SyvNPtNzSTG/MNWuVOFznNJt5P8XUww1MZgZAsR6
Q6QBNSMvZTaNndt/AUOH8jex0g3JIAV9P5KxtO8g/gk8BuzI0Z6bPTIiVEWzeBydMHJSHsQ9eFud
4G9ql+u+mth/QD0pAgpU9caBFiE4ZiksLct00ieCct7oGtHF6szCQ70+9cekSra1NiqnBBkCuje6
3IgBip9FkakHxUmJZ/Ma5ebUqlCMc6VfJYV2qBj45ai7WQ+R1Vg7N5HRBrSN8jUZY7axFKXbGtDx
LVoTOi6oVwZdWeH/I9VGgS+TgB4CFYmyoER5TRobnI8AqcK9OjBAncSBJnCrNBBMdmroOdyfv6Xl
AP0pgM0hqkCcee1Z6XIljRphhhH/K6IgagOXv98PsbSjr0PM3kuM5S2RLkKYp8bJvUSuUQyWshz0
MKFrioLhLS+kTyk8uK3cRIu9+m71dPRpJQcYWqivZt3gqZGuEa5XFt1cpsGSOhlyqjmh3ZvQM6Jv
veBBAht3D4ChXT0IXythp3F/Hpc+1STjSeCBBR3POWeyIpXVgvWMoGI4Dax6BcTua5RCb+5+nKXv
dR1nGvzV08mNVC7LEfjRHo9omOh6xuiurLqF9wSkTv8zlNmm1d0cPGwUQUPodun5Q2PibDCeY6Rj
94eyMmX/dASuhmKDpFQaNYYS8dfOgjfG8FKJL/dj/HuIzx6314OZ5/Pc0IYcuacTMjh9m0n5NbcU
TzeaS9ckf7LSesZoOVQ8jH1GknOaqp5ZtcFgspUMZHmwuBeAHyAAp03/fjVYpSkHPM8aJxRK7isg
hBbg00Pnb7My3v8h7bx23NaWLfpFBJjDKxU7U267t+0XwpE5Z379HfQ52EeiCBHt+7AD0ABLK9Wq
VTVrzqse2ulio50Hn4H4G5nRSzta76dRLHTmixi5WxdyoDjT7FZSj+qgfCk19Wcd0rU+dnfGGNzd
tr00RKICooMJlnnFtliLqdLmcTyt50YQNyp788PfWADvCw8SqIh5+CGX2ZhkVm6+6Omz2CXM4Ye0
+nrbxtIBI/aADYIghGaiWYgjurXYEtwaL6VLK+2+9lZmaS5S/yf0ODcwO8GaYOWlWQ+k9ornUPiS
mI1d9UfNeBSjZ9PdNSTGOuvYNa3daE9N/tRHtd10P2+PcjFAPf8Vs0NeJLQX9iPDFJNnBEHs0Dc3
grqLMohmUAD3f0ku/D2/b1tdmVt11h4f9TJgK+7OFyPJXrpYf6tic8WpLA8MwDbhG+/dK+RYkfiw
//uh8RL20UtRDA9mDmBBzdBoL93PWhB/oyTyWpfuj1A2V2b1D7Jp7m2mypExFapo25mdct8Q3UqT
MuLjRinETW3E0cYY3erObNTmqBd5sNFNL/0UB4P7Uvm8WekoStHFgEVDdr3UFnLhB5JMrEDUttvA
c/2j1MoGhN19t40HI9nllvxtGEqdOrJl7RpLD22/EMW3VteAs9CvuI8Gs0e5SSkTdMcAX99eQ2Xx
mFNHAGgIkAfyrksPk5oVmCXfMF7kCEfZ/NYrIX1sO10+GnIu7bMwiTZNBmdEMWbE7nVp7vNERq1H
HSz2s5CcDPJIh8Rv2lMH5wkFzNGg0T4KtB2i1UIFEVBi2eT13aNHUIkj0cX7vnfLg0S2YQOwUtiA
ZyjueaSrj1YS8DiF6ctx3Sbb5UKhPBYahdQYJYg3q1xxD38ujPkSw6AOLFGnb+QK0uPVNXT2cUXu
MiUfUVjfy0H6PGoAmevsg1FH1Cfdk2jWL6Q+TpJQAkpTICofPfS5R9IgyudEjO5qJWztQi0effO3
3wYA1ZW1k7B02AyaW3iHosWC8vDlOul63YSaRopagCRGdYY1iObiGwrs2CS7Q/L4qrwj5lJey8hG
vKQJaaBNF9swYJEkiNRXZFGKL2K2zxW7DjaiDI/KyktpaXTnxqe/n92nONChzJXaegmzsfhuFXW8
L0JzTYxtyQpFYFaFSxsu79leh1ClGkuCuBeEm3eK1ux05Xj7OC2fpv9ZmI0jqNV00CRefGITbJOo
2iJ3ZRvp+yuXlg7xJhsXnvAroIzm+wJ4edl4MfPio5xk96Mhr5hYdrz/szF/rOSdJJdpoxkvWSOg
H6qTptXHXyaKBnYftS+qFO76XrhP23SH5PKX29O4FLOeDdCaPWPUWrWSEEf50sOZ7ymfDf2UkZ1M
vRU07ZqdWQp8LMBKSjGDLMxNi3pJ/ZwVW3lNFGDpzfSniUaicAqEanaNoHsIwXeRmi/NWzaCIaKc
XtiKBjvrSkC1uL+nbp3/GpqGe3aKwlxDxYrugpdR3Sisk7lyWax9f+aD/FKvEInj+5/hTJgwRCtP
laXvTyyvZErIZaDPcPn7XXOkQyzKzBepdGGXsiAUF6K/iNxp/QJbBIqNsu9sa0lq7yseOqUvabUV
kw/e5zr9i1UgH0OhCLSciCDD5SiE3Pd8vVUMkCDoHWZwygit/O5WWx4GE3kKTPHckFe968CKKgIm
CSNtehwVKCjWpAgWFwMq64nGmvLJnKhUjvxATiKLp5aX7ZXqm+uZK8u9dC6mmHyCHk1JpVnQKhYi
FC2Zb7144tGSv/MW2YXRvVqOx8hbcWdLfvnM1B9vd3Yy/EERIgprFHi9J8lI7aqxa+X1ttNanDAK
gyDlp1fBvIhcWGJmouJlvRji4FDldYbaOP2FCQM+DmppChnb2ea1Kh2pQq01X3yR5GZpj8FaLXdx
EGcW5MvNG4WjEZceD8482VSB/RcIamvKBlNwpMJ51XPvj00XJS4ZRFJ8ffurDNDSONyeo8VdhUAR
rTP0V13BYtxc6iQ9cTFR0OYexRb3RheLWynJxE1ZNvLBkGH8vG10cX+ZxGfAYwD9zD1Xq9VeqsRT
HzCEl632kLUPvbny3Lq6rBQapqk+Ix3BaxkE2OXSxH2oKr4QRidPFCR04JsPEuUgJYq/qShmvHM8
f2yBjJpQpNdPczP1jUYU0uiECMuTMagfAzXZGkr687aZq7WamZk9nqPeHBK9yqKTpvM892TqezAq
esIOpiH8//62tatFmlmb+RtJTIVeUxlUrtMIBLleTt050FeeFLetXJPGIW+QxFkSnYT2wfT2YvmS
rWlGrJmYuQFT0/9rwiiPcneofsprVBXTxF88iy6mihbFy72Wl0lZ86qPTrHSPPa+RF6jgOBKOymS
+2J43Wslyyvztry9J3z9RB1IEHNpUveRKgmtPjqVFgtziLK9TxVZX/EOV/5tGhiKF0hzIcBJEHBp
RVH0TjALMTpZwufIMbN/bm+xxUHge6D3mNzcvCuBdEFjZX4endpcRrwDCTMq1se+GQ5mmd79/2zN
1qhPazPRhyo6GQq1/yNykp22K8aVm3PxiJ6NaDZhhW/mQ5wwIsO1Quin+m1dqo/taN7hyB/aYRxW
ooLFKdRoyQXiql1n7BIouwax9OKT397H0SnJh01pCNu4X4n9F3fC1CcFQmWBDQAp0VqXiyQ+mf2d
FBzf3VQ5bTRCWJiYeGqSXbncaBANjEXsm9N2/iYKH5T8Rxu+/cUGoLIKilWVr3Njbp5XFGMYQZ1s
Ru0ujO02OcJCfNvK4jzR3w3YircmSejLgWSeErfetB514v3iDt1lgvbjtonFJafrnmAZhhzC5ksT
ghtYQWSE8SkaNhk6BVChSGDoVzbWgk+DLJ7yLoQ/NPnPs3lxKrui0LjhSWqKO0Yrk82qS7vogCL1
5pORCm9DSGLn9timS2XmSS+sTmM/izyzLI51w/OiEwiY54w+B5zHRtWa1yodf8u98E3Im33md+99
5qD4OrG3c3uDqkZq+9JsmmugTs0oOpnmQ5lHduU96N1aMXDhHoLiTiOChwts4l25NOL1BB6JKUen
QjmM4zMA3WCNpGlh98GgQZ8h24Oi4zw9mddNnObo/57ieFMBsnj/5r74/OyUmmmaR7LL50dabrz7
wni/kwFczPxT/gdVJE7e9Wz169Yf4lSFRb9WYHTepCt46aXZOf/8LH5q8kqoep3Pe8kuDj/1xprW
3sLJVFUQFXBVQAxKA/fl7/dM2ZWtUA1OdLbaZkaLlOwfB9SG+mJcOSiLpojX6TTGp121/Qb0XRUy
ZayTofp2kcKQJf8W4SfqgUzfPpJLjoCO5okyALzIlb6QG4WlmPpNcGq07KTE+lGsIWsdrMpWc+E/
RNld9Xbb5tJR4WQzNKQTeU7PJnKE2xCSqTw4yWHs9Jb80FXlpw6B3ttmljYE735cNYbIoM1ua0nO
clMNwuA0FidvfFbef1wg4UDgA3UrkuVzEHM7BnKeNnJ/ksu9+SWod7d//TVelP7K8+/PHEpidoUB
MrM/wToVado+V597GfI305aS+9b66JWfR3rCFXV72/BCkEPGhlc1PHDoZs6BOklq5V0YKd0pgWZY
637EykMi3CEynK/VCxf2HtSGk7QcEBpaD2ahu5G0Sip6Xncas5PQPAwhkLXxK+ztxfCPmK0BcBd2
HdYobuChiabmrftKQmWqFZT2lFj+kxDqTpVqn4J6jWl3Ydexp0mq8Tadmjdmy9YX2qgJbd3ipFsU
p9+sZiUIXTMw29aWVctD0VJhQviyyfbquLL+C/N0MYDJ/pmbriAK1tTp+2by3RO2vbgzvJ+3t9jC
wl+YmDmA0DUTzxi7aQgfxS7YgtTB1TzrYrwz04c8FVeGtLClL+zN4o7arf1O0/uWhw60b3JKWW6w
+QX7qHZKc8XYND+zIAcmUCAKxBx0T8xTE4HVdHEm5e0pLF+1g9R+fP/cnX9+dmiaRlTdxODzAx0M
EWRQWwsJam1T+Yci+Xzb1tJWgKaEoicQNzgOZuvkWVpSmUXWnpTuGSLKbTG+QSy34kcX7joTlLhF
UCNTE7jKrSYKXe2l3JwgkIanZsMdDF2eaw9md7g9nKWV4RGCvCRXq3FFYCiYUQg1udecfITgA/XH
uHKvrXx/vvJ5KrRq78XNqXYqaRtl29s/f2k1zn7+nKugQ10u8mp+vqLdBeHD2N9XxUqItrAW4Gum
6i99EFC4zEK0qurF2qAB6BRI99wtsQKe5jlZQ0f9QYzNjghmKNuBJ6DJaJ4hHKI4kaSEIrKptnZI
C4RbfE7d76781sWf6Ox984+tbhuO/0swN76+r6SN5h1vz+b1UHnHwZAIcE+GM+kPA8GZm8srC/2o
0a9PKr8hVu9Cn0rutyx7d1QKPwLsICTcETrCMVx6U35DFgu0rHBcIdfLyLGtsWRc77pLCzOH0Mt5
ZhWTBfRZabfNo5Vtt/h9yHwICVTtOk0tpEaRiaFcnYI3pCX67Nvtdbje1fx85ubPXrgOAuQiLttc
DGuCwaMabGgQTdr3nvtJF408sTgpkfNsmu3qNqwHV4OM1QEi26IXRHXz9hiupmgyYPHApHADvHDu
J3PXE8VYjVwnfkRlhvvl9uevpmj2+Wkrn21VmvSTodX4PHpjUlPZofDT01YSaGtDmM1R1QTQsbuh
67iNgqZ0BL5mxc8vWQBNwaEn6XhNZmwplScoXmM52fDNNXeJH//FNJ0bmKKOs2nSM8tIZKsGLVNm
4r6sKMlSNlQfcyQ5VmZraUXwkgYN+9SeWPxLU6ki9CEC6JajSk8SSjOFFG+6YSVtsTRhU9sbGwoe
Lcopl0YGOExVr8gFJzAaf9dIbfYQp0K6cjiWhkJ6FtShxkikuS9ukyhqOvrNT2bTn1TLezA65SBV
8fb9e3hie4YrCGOwFV8OJgAZmHSB7DokAx2r7Z5DsbOtdE0B8cqrc1QwoGkAQiaS+Wm0Z3sgl3ND
QAPWdZS+JJbsNlodPAPdRrImXblAphNxcYlhCiAcLWcSDKo4xktTMQwtbhtZ3ilNU/E1tuLflLcB
B/XqYENKgKyVa70b+DSzOSXYzoanjNKQdK3vn7Zq9UOpftxeo6UNR4IWX4yYF+iC2dfVrhhQYSi9
UzgAl7BaQ9+OXurubltZWiKLhBxNiMiLEoddjgFxmyGq4Yg+WfLvavg25F9z8Wuffn+3FVKo9MBw
QKHfnj/+40FrwtqM/ZNpQFNNA30t03eXbetwLVczrfNsH1xYmmb1bE2gE496UQz9U4UWr1Emp1Ye
QhvN2e+pFuxD2XhNcvnnX4wO+iE4JmW4L+b9lV0Q6vLgsvcGKG4Ckt2RdhCHp8BYa3O5VhSdMqdn
lma7PIcnsJJLwzvVsC1uFUuPNyEUMLtKFbTXQJA7uxqQOAukdNyEItjyLB99O44LZUc+vlzz8Qub
h+FS8Qfgu8C7gEJ8mvhi5Z0yS9sU6QdhTG1F/aJYv29P8IJXhFJEgaiRNnj4C2fXoYQYvNRTyD6h
gOZtFJptDrJFI2Gao9d229R0qq72z5mp2QzXsalbbT54p3FoHWEY0k02xshG1q4dlyPKGJY9jiBk
2zUCqMWNC38bXKU4S56qlxs3CfNB7ujlcyKNhosxyH+TQ5+Sm7QSam/i0Hw13VJ9/yUtMauAXCg7
Qms48zF9ESIvrebeCQ29QwLtpZgUWxfw7+1JXdwnFukz3hcmb8rZ+uWZkqiF7nunuB8oCA2V9Byh
NbNrigEUZxKYK7fo0iJOZU4qDPSeAai6nMtMUlpXR10Pd2NV9wmP0L3uDdlz2zwJ/S4sdqmUUzEs
+vZ4e6BLG5ULaBJCAuJEnHBpOG3HVPZjyTspkGD6QxDZhT7uVNVbmdBlO+QA/pgBHXxpB9amjiAa
jyNre4o3ZfO9XhvK0poRpv9rYvr7mSMlSqPuFnn+qQDeXXg/KuPJ0h4j6+PtGVu45Ziv/5mZbY2a
HITQ5wJL5QvgAuPoG+z1m9s2FmcLqMifFQEGNYsPY1PslNY08ZpmvRuNp3LUdknjr1hZHMmZFfly
wgqIJJtBYk2UDPGHaCzju9RU11zu2lhmWxu95TFvB5exeHBKDADT2ownc02t4PakLQ+H9tCJRlMh
7r0cjtq2HsnTaf1769SJ5M786r0sNzgeOEdojJVpZrsKdgsKq9Cjda5jEinaUpUmO78bXoxeFv9i
bSDvo6I+jeWK1lo3coSujJQnoee/JqqOsp684nOWFkZGd0EEBT8Jjc8Wxm/wN0KduU5SDta2Uoef
nTJ4DxZQiPemhaZUJvMGRoTX21XjUOQWagr5gOtUE52IIpfaAdHODbFovtFjcw0jvDQwIgmkYQAI
c9HPBlb2cas0Jc677Pd1Uti6fmypDdzebWtGpt145m1GVaiVoZhuCIgk9eeofIralZt9ycTE5EWF
Y6oQzS8hpYfzYpACfKa707+50V779f4xnBuYhQ4DLy3kPzzv1ESpvElc1CTVXu9trUnX4M5rY5kd
TpRrIs3NGIuIszRgV9Z+iWv09os2OJeQl0Pae4VWTLpUk7OCgMTntkZqtzpVf5HmmOKdf03M7pi8
VbRkzHXBcWGbDxvyTWvo2qVb7NzC7HrRvVKSvZ5BjNG+76RNMOa71E03Sr/iLpdCjnNDs8UfIb6W
5YLFT6xNFt3n7bMV30Neopo25EbBGoZnyTtDwUAIODEUogF0eV5SxaT4LDCuxM4K4Pr9WoZgyQBg
fV7Sk09DeuLSgOwKJT0IFQayn1L+Y60avLS58PoW9QzyT1cRYddoLWhqjcxALmzdUX6O609ZsEaN
O036PJhH8HeixkUa/YqKpmHF6yBIianTPGltNxb1g2coNH4NcKD3nT8c4qDtSrg5zOS9fUN4afAn
+EziUIn/vZxALRLjWtJjwVHRfR2lzNbClS23OIe83BEagG7nKtiMQm66rowEJzf05NRnonsfh5ly
TCo3XvGdS8doIjsjUrYmBqGZv9HrIE/bfBQcDUbfTvysklAJoi+c35V7YHHbmWRwwFlY14KeVZ2N
cDOw7RR/Z7Rbfw09vPb92bmp2tEvE68WHMt7NNAeKT7dvgPWvj/zN0quEQMY07HptlYb2on55bYB
aXFPn83QzNGUbmXV1WQhMDdSYkuBHb4JP9AL/iH9+acVtoJql7+VnK5921WO7uvtX7C47eBBplON
VyrJnMuNLQTmoKDpitNudiiDIBAnrYkuLZgg+UlHIe4B7N1VEXKUeljOfNMZGhn6w2HjjgrcgT9v
D2Rai5l3uLAyC9i7lPraoAqGA0XgW2Il+6z3nAAqqo2XdL9UtD7/wh5xB5hLuFDY35cTV4iGW5d6
Zjqu5u6tJjtqbWSn5Ko2dG7eyTWV1tsGFzYjD2D6JunFoXFyziKpIfeV+n5pOkbYfRusZCsOxT+3
TSytFIARcHwE1hNVz2xM+PHaHDPDMdwn2X9Vhpe2WClJLS0TN9EUVE/cLvP4s3K7cQjT0HJ0IQvt
NJaeBb+Cp01N/tEQTCXhFN7dHtQ13zldMucmp4k9i0YrWSncIgjgbW+6gwCVladlOz8xnztAmJLv
7YXQPPhh/da01Ys49rsujz/oAyLfcnyn+eXdkK+9Lq+7HqffBKEDUmQoGl2R6VS9PyqWx/tC6bzX
XAhOXRLtwja5r10Yodv8l+Tx44q02yr+Glfdgs+BNW6iqkP9mAt7tnNRa4pcEBaWozRxfVB1t94g
m5cf/NLLd01SZI+5H34PY6td2cHXsKtp1HyZfjWs03h3uRJhHCG+5AqWI6WN+jiSxDz2VSI+Baj/
PUL5FR4y2L4em7LPPyR9Ke5qkG53UlL/WtkSi7sQYQX2IUAi7sDLH9LrRlAHJVU/PVC0TRlVqu2N
efeI+LN0hCKu/ZoUcWTDO9O8lJVfPqa0827TolQ/upWcbb0sTDdu3hcHGPW83vZLoXhKCy/6fPuH
Li7V2e+cHchGyhWlC1zLAd3hb/w8H2w6O/VP9dC5m7zW/UNXidrW8rO1tVpyBdqZ5dmhkYqOjEET
uE49KFvTR1Bu2Apr5e+FQEQ+NzL9iLOT2fudq8c9RqbmZXnnm/us3YzGe0Fd065jY01AgSlHMdt1
kaE1QgdtqFMq6t5qy30frKVEl2frXxNzdEoH8CUl9jWdbozeEgDetJeeum41BF6yowO0o8ZD7wqK
kJcTlnamQIO+bzmt98GrSHr26t5rft3edEsXDf5fgY2FYPsK2xlCchaPEv4yDSkAoMDbWx9uW1ha
93MLs82lj5UouxEWsvGYm8dC/578UNaYipfOjg4hy0RwCq/HHENqWGmqlbFlOiIa3GUGgMP6KjU/
RzmBuD/bGMHu9qAWp+0/KmH0efBKuVwbV0pjMQuQBymUe+ROgN7e/v7i2pOKokkKCUM46C6/D7+8
64adaDkxTYk7PW5zgqkSQTcaGja3Tf0pT8yDKfD2/9qa+ceE7FdeSp3l9Kr5S/Otx6LSn1RreMqS
HDSPdkKN75vuyvDuikcahLdDKzu9Ie9v/47FfYK+JXhPfWo9mU1p61cCQh0DOxHJ3RLpCkX7EZW0
hNP5lPwY0XldiRXWDE73xplDCsMSXixtZGN+GpXYztRvgWgXx9uj+hNGXc0uqnwThSt7U5zhllLo
4qIwiCynaozuji6RtzGXJfhL+vipjeJsJ1bRsC0LXfuku7FyFycjTZFjnG9aOiGcwEeVYwzM9uiP
SXNQ86LcV0rTbrTU6jYWCNN9F/nuNmsL+ZHLK0NCxfJXBrF0g06gQp1sP5xf82g0rAUoWkbDdSIl
PCj6UdOOmogWM70fcbu9PWFLq3JuazrpZ6sidUFBB4IFRicz8g+mFLvHZvD8n6af1Zu8LdyVOGXp
JBsksRG4oswFoObSnpC1UkhPuuv03V76mq8xAyx+nkwPmQQADlDcX35eE/I4zSrgQGb0oDtS5Nye
raWysgwkjq4woiOQADNHYVa91OaJ6jpC4A2vOhS3j4NhhnTtGdA1lP63dnT1J2HQDMc0UvP7IIii
B2O31J6MJDT+ZjLRTJTBvaNBqc82e+25KXJ1lAUUfytqm0hY2RxLbp7HBB1w6sSfN8/UjxAu1lrh
k9gUsq+F272lebqrs96uaL+2yyT/HbhrMP5Fm9SuYbChonUFdzdaOa3zmg3ZCY/QBjfqP3mRbISW
d+e3QvRXKgRLjt+Y2kh4LUCKOX8/51RRPMPlqCmjM8o/QhIR9EKtTOPipjwzMvP4YqYLQaWZriNC
+Jv5ib1WE1gyYAKE0i2yThO063LXp2FXK01ArDfsJOXOzFYmae3z09/PfEQjNTkxF4fK75XfMDK/
ULHb3j5YS+twPoLp72cmig5SysTDxCC9WNq91x3UZuXsro1iduH9oT2FMJpi0LPYvpb+yufXRjC7
3rxGCULD8HBsonjvVe7XMRWfDUSq/n8TNfPXvptW2uBhJkgPrrJ1mw1McX9hAo9CBUgCZzgv/1gV
8pBea1jwU21N4dia1OhWYoHFtTgzMRtFSs9mXVWY8HllKaBwVoawdKtRuuKCsRRYKubxXBLpYd+3
LU5EPLge1YV9OX4t4hWM9KIVSG7ozgTXQyR1uWmVMLFSQyy4DJqN/5KodvWa1Gvh4nSjzAMasJr/
GpndaA2+sAWF6Dplmj77am4XkfLU9v0rsXltFyZviGbSchn7rddUmzhf06JYikbOfsD8kumnRG1d
8gOSlKSSVzz0qfbYpcpr7PVoqWl/UbeHIgNBnIkImXHPXEEYVX2ECqfl1IFNz70wbhRhZXssbj8F
zUEMkV20pr+feZvIoj0k83j6l76xjzX6nVDcu32Ilq4xehNJQHG9AFOaBQqjHADW4AXolDDtkvEI
lU/UjeW9aNTSvddE9ZFsJFJzBe29ty1PG+Jqw8BaAP2CQWQ3x/gq6F0nvomfS9vwM1W9kxoq27yn
Oy3KdhbS7xvBGNFrCFc80+JpQFYIhflJwXcudFzVyqgYzQhyAP6UYywgKFoRVx96BDc3JOPL/e1x
Ltqj0Q8lLeD31KovF1GqicXCgDRfoHz0gt++9Rx7H8v8020rS7sfLWCqLEQI9J3Pjp9BuBrHnWw6
oOp2EqFPB01m9iksKChIK6/QFVvzTEdLej8UQoW0d/M99j51sp2TifKRKCm+3B7V0gE4G9V8d8qe
2Olth6VW3krmplxxWmufly+XJupKXahJGzih+a0rPr+7g5Wkk/WnaYEbighx5ncF+IBkGr7JCEW2
F9ltt/ub2ZmaIv7z/dmat7WgjLLA96X0s4ssTRCuFdeWgoX/jYB00+UEeZLpdV1umo6ePSv6QXN3
ont3exCLCeFzGzMPVPaGwjtyytGI3l0WSVsZlUaeTZ+qTPhgWt2DpCYfpKjVt1ktfxbTNaqGaZbm
fujc/mwTlJVCWZeb02lR24jNT8l4sErDbtvnvPBtvzt1w8/bQ74mAp02xsStybsZeJE4i4NdvEFQ
p7HpCGIRtIccjRHSyWPwoSld9afFs/NFCluSz3ng+k+1MYyHqnRD6jFRY3u5/7kduuhIw0HxopMn
37V5iE627/ZbP/b/ybxEOwiZXpKp6fr3xxLQNGvQKENEzY0x29NQDqv64Ko8GzsSasnzLuNfxhq+
b+FgUpieOkCmBumrvJ04hIrU+pLhdMidfjbjr7cXYGFbk/Wn1mkxFE7PLAYeS32A+IVqZO7lr1oQ
fBs0sUJZIznetrMwjIt1nv5+dn+XVUbH3xiajtbcd7nduCtXy6IjpjV+au6koWCOom4Lqyw8w5u+
X+ypfR46F2m07KAm2RYSrZVQYXE0Z9ZmS88TGghJG5lOlNyH0R2sWX8xW7BvTAKDE6XatGpns+Vn
SiG1cWo6haXcuWX1qVXMH7dNLN3FPDz/NTH9/cxEJQ9lWRiB6ahubovxDxJbG9V9qPuPt+0sbDDZ
Iu8ypYAn2auZZ/aaMPM1WDgditHhJtY14YAASA8DsxCv+M/FPUCjgjUJJfDf2ayFCtcAhSnTkfPq
KW+SPcmQ+zb2P4xDfNf27+a0mlyXKU45dZ3m0vkT3hMEJfZRPyXTe1eGx9VnxOT6rrwx6YGJaBKa
oTlxjiaUohbUJfFoM0S/BsrBm8xIrNjuxU44SLUl34+UWUYAzGzAgm7aYxqBY7GLUBpsv8oFOFxj
cSXiWVxP0Ma0sWr8NG12kGMhq/RWp2I9yiriaP0eeeZS+HB70yyeL2uSjqFbYVJRuNycguGFVVjF
lmPA6/5c52vKNQvf5wafQDikrWjKnW3KRK3bQiwJpsSvIZiiNV6DpYscGi0T8ABFg0lV8/L351kq
V9JocTVI/YsW+j8VePz0ONyagfDRjwFOG0m1k432Q5Eqj9m4RtywVFAHGqZNMBZaq+l3v/wBcovK
WJ7pwD900zaUJwXll6p+jZIJVt3uEfbc+KmxEY2Vl8yCV7mwO4sgRqRjcyE2sWsM361s+JxL5hE2
4RHez3CtF3bRGHUDiaaoib1mFpLRW9FngwHGpVZr/c4PB5g5/dHdqkb3ZvWhvuJe5Mmrzw4kaEGo
X5FPBm4/b4XyCrkxGiPBldHN/VHTfO8llhvpg5Eo0u9gtOBHgNrxn7pQpO2YyXJpi0Q3TxTdmfa2
ksq7vAnMJzNAODxEJe2u8MVmkwtVZ+el2qCCI/Z2XUbGxq/K7tHXRunUq6UHv1hdbQzLtdD+5ulL
bjrmig6k3e1Tt+A//1CmWdyiMPLNuc47nlRCHaim03T8hPZBHTu7V0+i+jv3V26fBS+CvrFIlnrS
KLyie7CU0UMKnAs0aLcN4mhitouM99882KAZHhQ+OKv5IcwIO93C5OYxG2PjWf0+KV60yly5qhcn
jeAPPw2G5IoRuBTdpisgTScdXdqdrx5dT32mN3XvR4FgS4awEkgt+pap2ZDWBTItVy3moxmolew1
UyFX+NoGyqse5A99lJyGUa7sOPG5+lxbLIVdEKofYuvd5FcE6ef2Z7FPlLp/JBC59urmvo28h1pb
o+9aOth0UhJVA4syrgQgOq8eS3QCaa+uUvlesOTytc8a81DokXmn+L26MqeLu1HlWQrrgEYKcvr7
WSw0JFYmF6gQOJXyFFbPoYoq2bfbZ2vpxkHn/V8Ts3CLcribQbIEVAEN2sH6IforuZxFA7TTKvS7
ityY0z49G0Mgt60q+eTgJPFZA5UbemsIgjULs4WP81YVCkIiR+n3sr5bCywWPw8IivQQuhAI5F0O
wO8RG0v9jBkCzSwMjf379gosVfHZTYjuwS5BJnGepRwEocw6swf4lh507775baQ8qHeBaZfDrvvu
Drs828TGVvhy2/AUTMyvDXnSoqPRCC8xj+Nk5IfrrOBVHYvPifsmax/VNoOgAyr37HM3fm/Wjs+0
EFcGkSedaE+mkuos+kCxOxP7hBAtDZM9FZpHWUjuswQ9EwXdLruOXG0nAHO7Pcyl9QNY+K/V2fpZ
ZeonFfwjTp9IH5Oh+dzk1Npv21icSkjkVUq5Jr2Ps7AmRe4ySGgcclR0MyO3s4MktIXxS1KfGvVD
U4Xbof+LmwoVHHiD6L6/bhXrjKA1Cl/jFkkf1Oigl3dxvHLvLrmfMxPzJGJRVx1926LpeGH43Wqk
11K0Rtt3jZV619JVRTBIqZ0DhsTxzEVoSaDmEWB7pwvyH4qW36UtYqKGov+SQtCNbq6Kh9vrtbgT
UcQgCp06/a84Esj5sP1b0qOG29PmXw9byzWDneKHyUasa3HnEaduB9UtVuZ0aawUo8k0T8Ij2rwt
0o0Ld5B71T+5410pb3p/W2uHMroz4pX30NK2p/OfTDPju25YG9taRPiy9E+yuemUB1V7P1yPIGli
rqMXBrmg2WFOTa0q4yHwT2r2IMRbS185Ugt3LayFqGPAhzVl4GZHCm4MxWtJnTht2x+8VrR7Sdul
CDauEf8uGsKxk6BRDJL/s0t2eptLRdvpjpsjXC+Fd2I/3oF7jdcK0wsrQs8IIR/dg8CJ5zMWaIUq
ZmKtOU2o23ltW8MaD8PCgaXKavC+k0FRQsp4eVWVIKa7MZQ1R9U68G3Rx04oP9bxuwmdoMbAo1Lx
mvRVr7JAvRo19QgDiRN2DxOIPnm/x56CK7hL5KlXYA77DQopoU0g0JxWQUb6kNWv7z79F9+fbd3Q
i3JZG/m+2O2yr0kV7aoy3JlmCcd8Y5vV+0+iAbc4EKJJWf1KxqSW9WiEylx1VArIpEJWfNm15BzL
QemRticglNfvCQEhrjz3OtWRxkR87t3R+mKmcWXXatHeexkuxuj08tFMedYoSSpSI5esQ0Yy+2A2
Jjc+0qaHwtL7R6tb5R1c2pIkvuiVoitr4oq53JJgIAtxNGrVQUTilTDtqHlZtjUEd432ZsGxUp2f
WppxSbSdz45xEoth7uqp6ihRa2PE1ujTLXnGSQEKD+H29hZacho0mnGUqU+Cepx5pzG2hjwZEtWR
BQdhpK0CF66pfhrlv9iqRP5w0wIlnVD5s+kz00r1/EJzZOvVNxJbFp9G8VOkPmbCQ7MWEC6tFbkz
9irsvtct+7kfZXphxZqjeV2LyCO0FFrQ6Fu9MP6iN5z04f9MzfIxpgsDH6IIuJD+/0i7siY5cWb7
i4gAAQJegVp6Nd1tt9t+ITy2B7Hvi/j19+CIO65SKUrR/Y0nYh4cQ5a2VCrz5DkvVvPsUVVEJt0O
4Dj8UzS/jCmQG53cucOhm6EAurNcnkIzXec3mQOlqmmCIOPWpKM4ilKjUI/DoxuUesgQnq8WLYvR
XZB5i5ChDeMi2eUI4y33HppCLPt5fQdKQhikdxG4g0AEl4q17dCTd5WNXHKV964dVaT612JNUDnV
zdQZr5Y7/OBz9TluQYxz3aZsg+BtDzZMEwg3cKac24QsOJ+9ErsRBOVBW0YGOZpOpThasmtyE8nG
dsezCNCbcyNVXFbJ3NoWyGkfG3DV0UaBQZOOwgINLoAwCMBEKOKIri1zSRwrakgIFbuW+KlKWkTy
HkD5868JwetlRto5UA20olFDR2Cp+VrqhFP/7+Q8ThWAncnBW96ur80fQV3hdYWcFUKxre0W6avt
N51siCYd+7H0cA0AyDR8WpeJ3aYspwfLaK3QboA3oBQ9MGu26sE60f6uc8f+sas5CVie/W6cZoly
0GxTtq+Bw8dDPXYOzdyDTqUkEI8GmQfo8a//aNmBwVFEOtjD3XBRHbPsyeycefvNy07DC9A8QlKZ
obKrgoJKNxWyW3/KcMZFyGJNWQWwNfx10kINtUThzaJUhZ2UjmZTE0F1DI89McAjek00px2taNW/
cgKv43j+1P5DOjQ1GB9gdHTQGYaAFap8mwDQ+XKTAilffV6tSF8/uc7Noqq5y2YMuAq8UtD+BxY5
4az3BSsTjSBI0pr0S5fPj4Wual6SXaKnJoRwlTFQrWp9bEV5R1bfmzRIvMBZIoTdJVMZXt9qstID
GkwgfQBGeRMtRsKEmaZWQLMMaOqkT2hQ8yI0teGOZdVuHs3vWmE+pGW7I1X6Oq6VIgkmHSnc5qbR
hQSiWJJv1lIz5k6H7Xrowq5b+h1QLfCjljHv7YK3istB5uKQ8oWkDbqP4KyFxWtsaxiKZnWAXjD8
MTEPMydorFkO1+dUtkdwqLw/hQ4QfW9/f+Jy0royjZ72TkTbKNYeiqcPfB4dyVtdAzpqYl/J0poO
K0APGVn80IaVintd1uABRN3f7wuzZKy9k1sZvl+UdmH7VpeVUbty+snNDCvbkB3modc5B2yHZe2h
j/UM79wy9meHaUGrl8WhICXbOznQFTnap0NLn6c32nXZEx8XlLLqOL+tee0dkxbJQxPi1t/qgqnw
OdvvFD0/SoZI4+LVd8lJkECZKYFR1Ee8MshX0++Kpwbcooub3FpoiLy+KrK9vIlK4jUDsNwlVJVk
OohFOZAZ9dHyXvldWjwR83jdiGQDo4CG9ziyW7jQxJQQqDINoyGokZTFS1HNPpmwPiqYocqI4H/0
JB+nIsOriLDyYK0HPqEW4ylGIjkjQKNj9yIsREFXRP2VtHJJ36Dk6unTF4hKhHbBVKIyChtioi5O
0LvfrahuLlX8kgz83s3XL9cXZJsLcY/h9+OFhScbKEqE6IIkPfFS1rpRP+/KKtRvyjet9ec+iGNF
kCnbXyeWxMEAtugyo+jdyGu1JxbTl9hujgm4CDKiQnmpTAlXgmPGGsvLBr36ZQ3CRjtc3cZPUV1M
+T/Xp0+yQrik/5s+U3jvGBWkfeoMR5TbYdpAD1oRSElHgjfbViKFyqiY0OTV1KJ9HucFqtC3Lfg+
dWc3DvbDkmiK6Fm6EU4sbb/kxOcvaMXWl+1k9sOPqjL8yfvpWksI2jLf7H9lqhy0dOJOzAk+2o1Z
nVYWcHgFJX7hbGGp4oBKvADUM/9O3TbgkwHZelxyj8ML1PmR0z2Zvxaqm0Y1COHwJBnPOgTS8GYz
RMT/sSzFPawYgoiXhtuZHMYwSY33ZbG/66nlO4UKWyZrWDudKBG7Ubad2/UcVBpmv+CJ0HyxrPUt
c7v7qTZeoIn+Yrnt7ybWDqad7ixQF9ZEpSwiH+iWOQcR4iUtWjEnULkjiwNUoPeYtc4h8ZJvzawr
TpPKzLaeJ1siyZlpoacVAA5Il+Qe+WkZHkqLRHGUpGYsZHe2Er15QTZseEtDXG10ojT5Wqffm+Tf
IlXkHqV+AeCOrShveEjTn48kY05F2QT4IdMebFDvUxtdadlnUny+7t9k1X/kNv8aEk5R3ozDDLkk
J4p5F7b9ErhuHPTTp1ZLfcK/JuXTMDp+X1c3/N0SHch/4jGvIweCygqKOudjpMzIxyYFYrCKH9by
JrWCTEXZKj3AJyaEDQGBWJrWA0z0nW9PB9YqSBnl39/K/AAiYmMLF5FZgJs7SRzshNj51mTTV2Kq
OKflKwRE7R8wAbBJwjTZPWsMsyA0SvRvSQI5Pa1ph6CvwJRG0x4cHpBcdfinstZupnXYL6BIuL5H
pHsRUR3Gt4URog5EQVLEsHbmRGPrt3ZI3wqUtWtF9CDLvCD/9p8RYSbjRq8czYKRGTonaGWdmn8G
zaq+1oMzP2uePv6o1mTeZbwfAMaPV8VDT5qMh3/auv8hgnABdyiAkiJZ2TiRsdBbVucHtH2EA3rr
DNJ9Rq/xgTP+s0myX+bS34Df5Ckrplu3nECZPd2Wo0okWPY0QEcZWteAvtiaYM/Pxjwn6zjVMY1W
bUz8jA3TfVKnZaRnPX/umWcdEtKoUgdSo0B8bIIf8IwiYkIDBa++6DlQhsVtat5BKhblXMs6roXi
6pYtNnzaRpQIGNVFUzGYsKsCP4JGBOEVpHsbdGBZo59V0/M6rfqOk3qfGOORLR/oZMOzF/1e6KpH
z7RYxk08N9W7FdXJofo+WD+B66XAd1PvyG3FJSFzDaeWhMgxW+OWtlyjgHQfzBi0K+H1UynjXcJQ
gDbFBYFeejGy1+NiXYvRoJFTNGXjl+AaCw3egSQg7ZsfK2tfcefnPmn1fjczvbhtoFtxP9t98zTO
03QzZIwf29RsAq5xumsLqkgDyK7Jkx8oPggoyzRKRqwyN7Pboa5BoND7Df2ACz61IjgOlhu5Bn4S
lIFLVBxDU5UclI4Clzw8PHoRgWI8P4lFb+kxM3HZQ/rre2/FtzGt32IoSl1fTtnZg4cH2NyD0suF
lFQBTCHVKCIkD0z/Zd+AjYg/djT+aVTzm9k1quZE6fY8sSdsT2fw7EFb0AaSrHoYl/Vj3H4ArOFg
MEhBQtbikhUTRYKBIOtNgXQJsjjs2/1Md3ntk+7OVL2jpKt0Ykt43Uxg2eN2BX/Z5K5P6x/UaAOi
CtdlFyGEH3DUkLdFElfYalbuokE9RdpMa27qmPlL1R3bTPPNSdV5IB0OsGuYO6RsLqjmy3WYeWnP
gD2by8+Go065Oi+IRg/XN53CjHizQ9goW9oOZgyLR62VHpFR3plUFWRK9xpYwP4A1sDuuf39SVie
VvnSpSAVj4x4+Z0U9T0pLEXvlPT4nJjYRnpioh0q9G62m4nJJ3bg5jtNu++WoFEVdiV7AGkhxHob
1wKIvoV4maZ2MlodnoQF+0Kq18F5GarX9OX6ukgmDLkzlKgBSkOpS8wKaLQbMxDZIi+E0UAV/P0u
E1TYDsJvhJXoDxb2cQJc+OpOHRzz4lc8rKni6pNc72ffF3xLa9RzAygIjaam3ldOeTf18/NSleFk
ghjFXX+AX+MbKNcUZmVLA2ALuLscoFssT4DvQ6N3mVEboxHNoAKMY9nvUTNurS/XF0ey1XD8ty4I
isjlArWfGuAU7xuIcJazfoPEjuWDc+/B4OPeZMPRXBsFyk520W/+Bsqm4IyC7Iy4t1muj5pbbzcc
ebbIV4Dnk3tarGHrUPYc6wm7HQqG7jRvBDF0aURlme9jmoGF0Sr0H2OulzfoClMlLyXOA0VeHGck
kzHhYgc96ca2gZw5gjh6p8XfFg1iIygBfmCy0Q214Xc3chPh9mWZCRWaARz0BnoJt/ajw6oXX9bK
ecUq3NooPF63J926/9m74I5qWrdeswZ3VpIjug/dcVOlCzIn4GD4SaegW2+uG5Qd9U0TBgBicATY
IvSrRBI9HZwFYaITmr1fPf9vnxfmbxlyp9J1fN4e35Zb3fnI50GmDJkZoE9Q/T93u25VT52u4fOl
c+fVjx/pi0T29e/3t7N44tZnRLK8j/H94oYY+zbdX58d2WqDrQCIj636C8q888/z1tYyvDfsqC/K
we+pG6Zr/w1NobtqnnYVNAMNN7fBPKQKWmWu6tSwcCN6MyTlFsIBAoEA0ZyPwWRDPZT8nN04vD5E
2f4CcgVQUuDyyEUkkVezRYFusRGEvWb6k6eIIBSfFyOIuS2rmbT4fKbnQG1RX38/XBXP4C0HD8cH
1y4sEe3JMPFxNiPL6dygB7T0YEOES2FFth7wr1vX+EbKJ6aiBpbgUdhoZkTKQ7Hu5/ZI+iPPFDkO
qRXg9oHN3oS9xbEY7jgbxVSTqEHOZjGdG7ckEEbX+hDFLJV73gIRofCDmgJ6a3ATmlvodb63MyCi
FzT/k6jnZoLOgBnSPs7Xdqy/dQBt+wX1Er9DTuP6dpOdKJRmwUSNzq9NQ/jcaplbCWCmiwnoeXPX
AqfpNmgZMLMf0K+egzGt30wPRZSx8FSURbKdCLTd1rznAAMi3pJo1MtB4ZKYkT6On1np3eVrqbiJ
ZTcecqWQZd/E3wGfPh9clS5twVxmRlV/hNqVH2vhyL5dn0DZsm1YU9TOPQC1xFc9eH6AC/BqgJwS
JHx8Yy5/lh4o+EhFq38JlMyOBchWw7iGmM11y9LR4SrHfsG9d1G6BWeebTY6zoDRL9P3xu2WV7eh
RdiQWaWbLDX1B2iFejSYsIVbqVgpJ47WWlGc1w+pWx5zg93GdaZIoku3xF8zYnkFBfyla1gHM+Wh
rYK8UQQn8mFgH6AZxwMeTThiRub09ULx/bV7aPntGP9wjS8fWBQo7eIJja4DoIXPt5yrVWlf4y0Q
TXX3alvz0UvjX+3o/m9m/mBwTu7ZFSXIeO6oiXvcbMOaMG/PceMjn8So4qUmnbS/I/qT7j4xxag+
rqxyzagBzsJmyP6lvkMVnnabedH5AS73/9P2pyR2YqRHZSHVeQJodUpb4iM5oB1Lp7Z2vB/zQC+B
45lNJfRKNjSkT/FiRys7pHME/7BCSmLDp1uRXu4068iShyxXPN2kJoBFggVc6ABFne+HZuSptZQ6
8Mtr8TbH7aNZlDsbIm3v33ZAvv9nZrvJTuaPGknJ7Nq0Iq6V7ec8tdLQLkvt27wao8oUkawV+p+R
XINLRYOC8BpdDL00TZbYEYReLX9KrWnfZ2kftI5djH6aZPV9uXK+r6u2Dt0+pkHTaEvQQ8EUB5sD
8JwP+XGAeOpuSQx79GcoGh/6cakDUuv9rQvxPD+jw+yvzpje0rp9ytDK/knPuhwaTXZ8TNButNfB
tBryeoQyPfpJODXg3jv6M+7NuvLtdYiDea6pj4Ck8L15HoOZkeS3VhLAUGv9u63p2htejGSnMd7f
93xBMIz6LjgNLDRWo7ZhQOlSN1/sODH8LGVpaFXTcNPZdbrXp1iVT5TFGnBMyAwDkIvqmrBR6jZd
emsAjtrTvdA0QVWldeiCBIVD7n3ADZ6aEjYLS5jVejOzo8QDH8dDh3eniqlYdp6RHQWiDPQD6EYV
3GCReWtWOPC09TTcb8nepo4TiLnZn6rJtfaVreJYlF0dOMco7OmgyLmg/hitIelHzTIjQJ1+OA7f
A/zz9IEzdmJCmDYvTeJpKkxEE4YRcsN+9hbj2FXLzXUzsoBiYzR3wYkEqcULp1Tni1aNjgm23fJ1
MJrbtVsPtLQA0GZNOICHzi9yFVRbOn3Y7UhfWt7G1HfuP1YtIfmUIgyk5TOEVexRMXeS73uoi/3h
akekKZbHIJFr5yNtzIhTdMm5qd/FqWJXSw4QgklQ6kKvA45JdEv1Eo9aveCeoq73MyGD/jKaZbMr
G83aWbNBFS8Q6YhQewSsADH7hSLePPTTMk7ot3HMbBcTO2wnRfQqHdCJhe0XnPj0WStWby5gYWTx
c2V7x1Fjd924Bs5YqSIj6WggfgHKFTx10DZ8bsvT6nHdIqbImfzW0Xaxbeyvb+vNfwk3PK6D/yyI
sR3U6fB0JohWeRb/SChgoMvcfHUXeLkPGEK7LgC5CMIu+iUhljV3RRyb0Tw0v7XYYL67mswvSaey
tE3KxZBOLAkL1KAHcSUcO057G7Kd9boJEDjBmIVgXF65IlkqnT9sXfg2uDikns5XCNLS6KdYESFZ
/fBqZfnOLSugjV1FPs2R7YRNjwb4CKjBX9BZWGTthpTOJBoWvfC5XgJ3apU2uvb6MUoH2w6retR9
r1/NZzPtx8+2vnDfRJw2+LTLFj+mTovc5qC591qWp8cs3ZRDoKm0J/awvBXuQsF/27v3ZtP1N9TV
6s/gi8wDI4mbFyxefleucLAW6JcDbrbsOEwx6E5iXpZ7ElvVXZyj7OY7DehrHGbRY9kN3SeQJRV3
XhKzkOfHdRhvOjTmuUnoFiHaxA8JJOQWCORpwZLEYUXduyxprQfc40hOlk0X6qCQeWZQigxqTe/u
DHeyn+zeTf5F/OLubC/r9102r/uOu+m+muoe/XX6HDQzopaRtmmAPhHnX147qe/VGfFJM2qhZfXL
zozdYg/Ea/rs5FpyLIyh2A2TvioWTtKWgtsCcAyAInB9XHReNHlSJkbhVE/Y8hh3mbJDw5EBrVOK
KGKJ+fxo5LW7a0f9WzblJci+6JPOsiLc9GN9o6q0m7Y3WFhW7gtIk/LQHJMs1FDbupuS8YtT1CrK
XwnS7fw3C1eqQcreNkq7emqs5lCN2ldvYHdxa3z1tHTfmVNQddz3rOXolvZ9FmOqV6K4bi/3+/lP
EM4V9+K8Bwt09aSv3zTt1oQE93V/pDKw3fcnbtye0H3BtjGOr7YDJmDF5y/9An4/0kUIGwEBuQgX
qOeWQ2MZ1dOmlGivD035PMLOB8ZwYkTwdF3mFkOqwwi69jkNGA+vf181iO3vT+YorZu6L7ZBWG6Q
rSFktMn7c3locQY4HJywJoQfxVwe3mZ0INrYPtG4D1DW4tWX3vsSWypc1OVyQ/5hI4VE8lPfChPn
Q9HJwCatS7On2g1KGuC5896pOv++cGTWxhnYUuH7xPZXd++BVaF6d2gDE2h4ctBvC+Uzsfy72FmV
a16cPrHBCfvB81mtSPRcrjey90iXIV9m64ighENX0kbHG6RKn1r3Ls0OVRXm5bvTFucmhGM3JVpu
6KRMn6YRz8ogt3fJ+0kaz00IQRNHpWYwGUZBe7xLEWkqToVsK53MkivUR+sUWmc1LdInq/g3KUvf
U8GlFcsg4iMWh9POSzAAnn6lzb9T1wU6+cB+PR0EOT8PbtvYxClgY2wDHYqk5q2l8h6Sguu2EDhy
qLZaG8PSuQ2ecdZorcaeHOh+6UYTIOva0oesuhnjL6VJggHkCd73kf0e6S/N+12lRzbu865/d4x7
/juEs+mZUx9XRsyeVhKOZO+ykL5f5xmxnw4YA6JxvHPF16EWTzNvhix9ciGFRw9T/NJlh/d7mFMT
27Y8ccZON01OnrMUNwoYZ2/G4Yje2usmtok4j5zPRyEsWMysvtM6mEidNwO5t+rotAG1FQORnZ/T
gQjLgdvASDQAgJ7ceNfPx1b/wHKjToNsMjKXl+WF1IZ0Y5Kb7KnWb9ps11SHXsXIJx3CiQlhLczM
Haa+INjZ0A2oArdSRI3S72/kMugDx2PJMs/XuteMvEW4z54S6oPyvVdFJ9KFPvm+8Ps9sxnrieH7
o/eYlACMPuLtz1VlYZkfQy3+v1EI26kaKzvtYps92cWeZHcozxJXkcBQDUTYSzMf0PhXOliINxdw
JTfwsttqVhi5fFBuD7u/4xCuxdktqnVAH8HTzKp9O+h+DgpX1/4xWrvReaJ6VNTP1w+iav2FW9Je
mIFHD2Zu4fvYAVo7/N++L1yRkwntE7ps3zeDLTWTK255xe8Xy9laWgEg7OD7YBrrfxcqnh/V543z
42EOmYMeUyzISvz2jf7zP02OLVyNJB9MF76WPQ3Drd3uJ9XLQ7pngSEAUS+a/tGTff7rh7l3HW5y
9gQ2QLs9lOljOvqV+fUDozixImwh6Iw7M+ngBXM3sMtj7Cm2kPRwn3xf2EI9upPqxNHZU7/eTFFW
3iwq7QDFPIlx1lgjrdDPGMGs37orBO4hT4D+qrfr8yQZB8TSDQS7eBZsDbfnq9GC7JS4S5I8DWAC
AtARKhuDoilCsl03RpktKYlcG6hDzk3wCeStDRuh/RXHvuf8Ap3s/vogJFOF5kpLx58/lG7CfaFb
sZ7j8bBJwZnItNx52YszH0s0mly3s/1SIUA4s7ON9CQGMUzNnapNs63QvlsgJte8J+LVIfVSf2m/
k1oxcdtJuGZOuECImyzES2BON9/KLIrZgZffQP6Tmfzd4TCQS0Bebel9SXotblvUxvJYj2x6pEng
VI/DqDgwl7tgMwHKGgv0dygJCgeGJng1zGZlgLAmcBJrNzBVhKiwIOZyV7fI+vKPhfQbMmazisjr
8qhswCFQSFACub6LZhpj6FKtqhYj4gndj7n9DAqoI2QID9c32eWqwwyAoYAqbS9dsWLQZLa+rvlg
gCO7OsblcNC65pcBJsIZ1ARtPyrOjnRU4PkAOz34Y1CpON/Ta7PwkkMAJyq16dZOY9+tdF/Xf14f
1OXJQfkDnQ8o5WD9L95C0MEA6pohVujYcpe183PvdEWwVuvPObbvqnV9cZmjeM5fegXYBBPetlZ4
mFzwjbLJQ3K00FFHb5i/5iX02J1fZjsfOzNX1Xlkm+8P1QZyK0B/iaAeKJTwhHejHlXLa1x+KxOV
sLxsnU4NbD/gxPdAs9Zt1hQGXH6A5E6IpDFEAMPryyQ3grQd2qZQVxGp94iblSsdPD3iVhW26xCs
2rPVK4zIp+qvEcFb56bZ2VBfMCKvvxnWTwgmrw9C8X2xUTmrqAbxKDgzKAL4VehAjvsDBoDaBp0L
qObQwHu+FDadbCPFgkS59ZKmPwukB68bkC4DwIrwkyh7gtVJMOCQ1gS3lx6xFFhINMHTA1CNQNQA
+a44/tLJckFoDRYXEPKL0RjkEhtj0rAYFu3RqMgDW9VTo7IgXP/ApJNkbV0cfb15YVn9YhuFCqX4
R6Lr/Krcyqs29B9AfgBSJGHGTH2ec1DqYMZoloAqBLcx0+/btv+iAdLuGKsVJF3/u17bxmcsPU60
PsaN4ffou6Fts7u+fjLPA2ImoGVB+gEJMyGoIuk46eMCsWXbDNpXzYh6A8wyH1g59BAhcAOzEGry
wpBBTONMIyqiUWay8ugudhm2jfP+Bi8Qfpjo2QWiD5e22H2Xe3My6b1uRGkGiazPCH8+cJhODQhz
5TaAL+DqMCInu0+Xu4+c1dPPk/Oj1KFhAVrUqxGt4O1hYf3uZ8b59AiL0K6TPdU6Pq85xwntXLri
+9KdhNIqasYbqb4owTc2S5WXo2VEjRUM4CDyPnnGPXl/SgqjOLEiTFLclmh0BZkTOFey0BjT8N/r
50FSUdtIaRE4ITdIkMAXgj+m2Rniv1SP0vKrbbxUND8wO2LkkaT1fbcOvj3E4VQsQb1+muZ3v8Zh
HFy1wC+DywyUWOdboB5W8CC37hq5bhWmSRUer49OFrA5cDpA+aBD1BLz1Ule101hrGuUL9DV8G3d
7QJby8fXBcHifiJ6dWObfFI8DmQ7A+4aHaUeqBJRgj8fVZUZYw89XR208YBgj3WxPtg9QWF1gJQV
VElGBWRQZg+AbLQ4gALIBQjo3F7KwYrRJT1uVYMeysE99tVNQfdZrJhN2XVxakfYixy1fbvm7Tau
+G3NuyMoCl/fv2Do0bc3smTAlMXEfJvHFLASvoKsoj7YLHvYSGB8a1oeALy8A+zv/flGTNmJwW1u
T2K3ghkZc3UYrPo3e7oFzWrY8M+TNX/AlwIlY2NU4LkDPe25nZZocTsDlR0R9IGMXqCvdXh96mSr
4wELDY5dINogiXBuwVx5g0CUI+cHGiO7OTDj/ZVEBDY2SqG4OoHiFDF6Kag8Envd9vXcBMDLNIBQ
Zvk/14chCbBOjYi3Gi+GzskYjNSzsQBfae2a0hl9m6gQh3JDeH3ANYABTGzBzOgS5+X2LPCGY6/9
ioe7bv58fSySJcHNjLqLt/2LTujzJcmhN5Q6Wg7QtfWWeL+L9+frQF+Gh+j28AWboHjwawOqJ5pG
1iirH7r+DZ0zObODkj9fH4ZkphAuASyMtovtuhP27tSi3xNaGGuU9n4+fKJvja1ArkktACJM0B6H
jkIx1O3Bj86Rt1shFNLs0nJ+GJZ413b52/sHAmlEXHJIrG3Qz/P1aIwOdMPghwDnxoO+QiBpzYKu
UbxtJYu+EaaCFx/9TJfIxXqpVnNYcafF9aPOH4vfHxgDGkQ2Elu0nor8e1Tz8oS5GY55w/aQFIxK
UEutsa7w9bIVQcOfDn1mgNBh7Hyq+Oxo7jLO2FoTOXBt2ufN8AbWWgVyQBZ+UFDVu8YmBAImbeHu
QstX3tEqgf/1vNiPicYDs0hvgFnb5705+OCwOFaJcUOb9b7q6p8d8Xp/zJKX67MqCRTwM7ADMaN4
OYpX9kIZN4HZWqMCTINzwR41u3yFGsBXM2YopXDFRpRQ/gAXDLpTPI0A9L9oMZ4WcE4U07BG9pyR
/doY2a+x86ZjinAvZO0y7bi3FgFklYu3DsQRYR1bc+dDze8jPgQZLeBf4dbRjy4sQALqMF3bfslG
PNSh54nHXpCUeeBkikMu4XnFoE0Qs+tb4/slFZ5dsrYv7BX9xPX4wJL8a64t4INf85EdClrXjxCU
prd6Z/XBABRdOGrOB568OPh4UoO/Erxgoi+jcdE45Wis0dKznek2T4OpEtORhGNnJoSLuJqzqupN
c42QEvDp8mB5Wtgl6DFO3i/BDPlvPD82smxQFovZDrZ6wDAbxRp5ZgAC6eL9XPAubhcbq4WDAXZe
YW/k84qkITozoCQ7JY+OroiTt+tPyAzgACDqB0Eq2uzFZ7KX4Y08kZRHRtEcbfN7Wui71ngpkwSg
y2djerp+xmXrAm+2zdMfz7b5gJNQj6wO86q449Edcb7uAy15/4OQArMO8cmtIou2+fPvj62FWmw+
8Gg4JkNI2eNKHlO2vz4Iye2CQ0Rww1hoQkIC9dwIHnELWDDQV+xBN/xz1n35yOdxNrerHnGYOEdW
MlJ026Btufxe2TcpyifXDUjWHL//r4Ht708WoTJ74G4rGIArOHSkwyim0HM/E3tCc08bTCQJr1uU
zhhka7fW+620Sc4tstyduZ5CO6FjuzQ5lIrrXnJRIkcHCg/IoWzCu8KMDfPUVX03gMgl8VOck6dK
pWghG8CpBWHK8qmZaG+DlKZaf+UonKWmCq2pGoNw2Y9pQnoMAvxv8c4wdnoX9oqzIbeATiTwVOLP
HxD5ybKbsWnXqHA4EetvkZqt83vyfnZalEpQxvx/E9tPODGhVa3Oe2TekOb3wJW1eUMr/159ef9u
OrUivBftwgXefcVAUv3oFAeiQqZs20XwiRBwgBAsVAwR14t8C5DbqJZhKpzIZj9ofesuhyb9YX3r
1vdjBTFdG58OspTw4mJa1qhASQ12Bydai2+99ttr3p+UOPv+tqtPlqNpQVwGfwvaSXcKZn3XA9gK
ffZG1eYgn7C/4xCWfQDLQjpNGMdsHCZoabLQAjcKRNF21xdecntgPBteGrRQ4KARHC/xbHCoIayJ
NPufQgt691MOOsuP7K4TI4KvauORVJYLkit9cL+ykhydePxxfRzbfFxusL/jEB5zGSc61GTBWodn
2Ld2yvdJNXGg/ZfjdTsyr7V1cGFiNi4d8XJf6qRwseZupEG1sA3RRHH9+5JxgBQOOS/0SSCiFB8o
7eqlxsIn8MZ4B7u8GX9BzPq6BckIUJoEMmIrUl5KBxKrn4bZpHY0Frf9zzRVbCjZAMBLgoZHwMwv
JVtoq3tVP9m4CZspyLI2YN29OX1+7xjQ4oYS0pYjgBicGMHRGU88a8nAEbGgNwZKDjfXv385CKSf
oX5EoUWBV4z4elgp9JzAO40yCqTaAfPY1SQ/JEzFN3V5yGEGoS7ksTcRKbFe7KZ2X3eGRsBnBSyM
tqfOU2ncD/mB6F+uD+jymJ9b2jbFidtiA9XzuoMlbXnx2tsSoHkDwNbi/XiVczvbxJ7YaWimlXXh
kcigc2CZn8a2gPJctJgVRCigtLF7/7Cg5bKF2eAaRdB9bs71OispQIAaOU6CXcCgw/UwOYZPVkWu
6PLQoD/+ryExxVLzpnBBMErg9sluGb93ACVeH4psL6DaDg+85dgvFD1nRsF3pLd21EAFa7XyzCfZ
/E8z5Pt0yv8h6/x23Z5kRMBgIXW7vVI2mMz51GktunhHY1kiZ3Z+FRSuxsneXQbZfAy6mlEiRQJf
TEUaZm31WWEtUWY/s73FFGsiOaQQvtHRT4bULV7gwl4bmr4hLMHnna/5eN+xB/TXfWCOTiyIUZEz
lksZmwvoPnJ/HF64KriTLQJ4pDc/j//An50vgs5cJzVJxaMs5UEzUH9KzPe7MlRs/poQjkiZuHRB
SxSPTESOwxpCQcEp5uD6REkSP0g9oKEZlI8Id0FEfD6QpOYmmUbspqm/AWlsZfpVC23hQ6IFOI42
322qbqoih2T2UF/bKHsQUII5ZztSJ84mmboy76CdGnlkDtCWiQa+908eLCCRjrI3UjziIYkt3huj
WQNjk/zjsgqYu3BSyilu6dnz0AUdpkjeoid4y3+65HwYRWHGxTihVtM0D9zm+zzufb0CI1Vxk4wP
SX1bTOVNU787kN36WsHTAyJTPOrFTnQkel22ECTZ+9wL2Dr9nFtrp1fWd4saigyZ5KBi+jb2IUBw
gMoUNgc0nUpDH2skXb1jNf2ejUeNvV7fgLKtcGpCOKkZqC9Q/2yRbx20MJ/5Q9/nir0gNYEaF7IU
ELlHou18mVqtNNpcS5HbzKbEn+rhkeizwsZ23i+2Avq1wauHvDE23bkNVs3muvQYhjZ7UIYpPpWt
G9By+g4V3xDdv5Of9q3CjUrHheIB0iJoHbo4urmW4ZlfYXXMIfFtZCh/XV8ayepjMyFxZCI6x1NC
8HE1daeUNjGP6vRBb3N/qTOQpbz/qgHhKD6OsBZwUtGRzvHi5tAI4lGxamHWrUGpeihJpunMgrA0
vF9BuWfAAlbE/TaqJGi3/11YeQAvN0YmpHQgRCts4AatTqSztSFidguJcghqZEbtVwN/bDPy6CYt
9XPDgnCgKtEjGxc6QZELRdcYqN0EJ9ourKvZWI0IoeagZ2CLeT82CTgIPCgAZEYcACdwvqnNmHJr
5GyMNFDZ2P091w7LDG2q3fV9JruDYAfsYxaCDQAKhSdgrWsARWiwYzbzzVjv9Z4+6NqxG26pux6N
gYWgbz8k7opm0e/XbW+rc7F6iNtw0WIeLzLKqFeBOcTMx6hKv2hrHhTjLR+BbEPv/XVD0tU6MSTc
FdwctoR5MUYrNbMAnNRZ0apKJzIb0EXAPwDPX0JnUB5Knaz5P9K+bDluHdn2V07sd/YFJ5C8cbof
SNYgqSRRsmzZfmFIsswZHABO+Pq76B5cxWIUr9wvJ6KPtpkFIJEAMleulfeQwnpWMkDZVvbq0mTh
ygn6fFx5ADieBdJca4eoylDiqwt7KxBL1ZZe6ZHty3wltC3cqcGAgyIQ0vwg95uXv6KImH1RsC7o
+eMkwpBVL5GC4kUYbZPq2+WVWQpzeIQAi4vX74QjOPVywyiowQS8T4utPR1E6RVp+UMhHycnd1C6
+G1n5gGSd2rfGik4KH7SiN82b/p30Ze39dvKlW7JC5Cog24hiJZxeZ+FbVGmRa5Xgwiyzheu8XGi
LtDOATiJSgnInKEkfTpdfZYUHeO8DdoxDwb0JoZ182jZa20GS6MAqgNuRhB7kLc5NUMBVND6gmK/
ZLH/Hqlr8OWlsI2kpoajkwBHMPdlo0xytU/CNiAsKNOfRveMC7zaHir0xqXfLba97GRLWweujDo5
0pvgWpwNx1b0huU54kwIjhUWgxHzrZAoHK+lC359aB7Qjg1N83p0tXb6iZqLT4aKO52noPwaDlKG
e51Wn2u9dUkk7o2s3BZgjPCM/EcaUR+LvOKDC2V0EFVDdHTKhk2UBbOjg5PKloLgcGJafWsKcdsn
DFVc4jUmBRhd+KIongnJDrxjkD4lfA/Jl6c/mHPEKhRDcIU5e5hXveo0ZYsNp7WGW+R7u3uwrK9l
aPuX7fyKEGdzDpp+bG70q5w9NjpwAQ1KiAhi9pY/ROymHIenCsLYPGt6l4zUL1LDT9izLaLXoRVu
aRYWUh3Ma4j9phHL18rhrrVR0lSzXaXn91ahbjhZY3ZYinQTySc0pMCAecb02bIIJfcEE5LTfVkf
MnTk29nHgWWOAQIzbFpzujjMoTPI4jomQJtjYJBbpu7Ul8uTvRAXkM1BTQWgMgcl2ll0K0GB1xqV
NgRJCWmPZxOSm39gYGLAN7FV8WKYJvFoA0mQ7IUmw+8vs8SrkQ8DZPKyhYXQMxHG48LzK8UyxxQW
JIsqUvdDACVZz7ILpKMfxPimm08xeQ1HqOB8umxwcc6ODE7B6WhIUVU6EJLAG79WDgrXXHtNV2vZ
AJK6iHBY93l0Q40Tcl8RGQLT2DSOD0ahywNYcFy8QoFqxk0XCCZrNoDaaMxxcGgXRNBJvrO1z7G6
UjVduHDAAjwXTDR4V89ZT8G2ZpdWTbpAb9KvinS2QgoQIQEYmZU8djsz3l8e0sKBcGxwzn9qGEkm
kkbtoKVD3HzYdmBgqpJPRHz8CX9iZ3a7GcrM4k0OO5nt3JLRvm5ikBU7zfa/G87sctOovcZYL7FC
PRJu2h1tnlj3bbA2l80sORoEAICIgjw3EEKzzanROlZbjhso1N6leQj50+XvLzkaAM8oy0/wRXsO
Zitln1Z13A7QEe5crgHCAugHX7lwLg0CMDY8eo2JtZXM5ooa47+2I5OJy7PHslxhWlsygJQe8tG4
30wccqf73YmrhuR904N3D9dLHu8uT9La52chuLH1Ni0l74N68KXlZWs3zKW9ePzzp/h5FK5IApyd
7PF98Gz2wg3ZTlWvq2rTr5WcVwzN5Tv6pqRqisbpQOd+k7u5/eCMHnj9WL3yylw2hN4bsM3igTZ/
YjBbmIodl31Azc51jMSL6Ohm1iORkF5uV9xryYchpoaXEzGQm5y/nXrQvxk0GbD68luVgZDuUBkr
QWXpBDsyMZ84dC3wwbG7PpA82WXY5wJNml5T3uTVgYJduV9ziaVoeWxwFsUaZqg8kzBIu5civ+mT
Q1l/y9cOgeWZA+ASvEoE3VjTMh45HmQ8DWBlSR8oDg5ltC8ZseJytJz8wf7BYfNvM7P9gxp3mAML
DLcrfcmNnaOsZSMX1wd9HshH4a2GhvrTgRQA3g9NhABQN6S/ybquvnVEn3uh1rAba7BUZNlIt7f4
6OzjbDRXzralecTlH6lJoLPPifygloD8/oCuyjL8pJJrffC7tcbNNROzGwEv0Q0NgC4J1PLbmEW+
6nxy0Crx8YX6hWYEoBGKKfO8FB1qRguuoYhgfeN+S1ausgv4U+Q30EqPtDRaqs8gHHbYj2ElW/S5
A6Fn1i54MVl7GPO3EdqrJX0xbOZayRq4anKv2WsFcQj3cGRWEI3m9YPaMIbW1gc1aNVvnd1sKrXf
VtqNw/ywUT3RlSvuvrRUjoniErpnVNDWzXZVqccjzTVJAhE5vYfTL78bqNHdy0pRVhZMm47Os7Eh
xYLjGwhRaASdOj7YgFAVGlD2sbtxy/l9Qh5QXtgile2ZjS9U6eUI9HrP3QbJbIVsLXJNlb3sN6wI
XUN9rfqDYG+kRbdSdlXXa6rE6tLORNMN5mMS4D5LddqVM7JGR2uUNHahsLwyVO/1lnp4poMq8mAk
O/TW4iYMKvAX07jK6gcEC88YcA3RHyChiAuQX+VrKXJtCghn80YR8pDwXeBm5RYLMztHNxCyBkZx
cBLbFWRPlP6hKF8Vlj7QdlObpVtYh6G+TcpXGReAEnduJZtdqDvXbQup8iba2Ol936YPNle9iPcr
l/Tl5cX0TbALtMrOz1GesbBjKpa3Tr84duyO8o6IR1nXWxWP6cpG6i7cOMPPwtwa7FDo1xUL4gHU
uTnzNbXZNDn1TGvw0jJ0URV4oOnD5Yix4OtTi8VUB4AP4p196n9hY/dDWKDXouNQTR1LLTpETK83
lI1rCIqFbYz8CtqMpqswsPuzbZVGnWI2HEtWKbw6ZLwYt0Pajdfm2HHPlhV/srO2emwUR7m6PMhF
ywCA6lOyFLeZycePjklTy0w1RU0n6G2wxFECzYY7Pt6xJtr2IDqRzcqunibtxDmRl0e2EeAq9AUg
as02NVOz1KjSQgSJfaONNz8vj+bsaoGvWxCOgd+jAoWtdTqaUSpGTzIV9ZvSdDzWZrELPHDrmTJM
9szIopUOkzMXmdmbn1x9rfDe6UXQT1y+eay5jAABgWzgyrSdXTonQ1NlCtkvoBTml4AJGJqJfmgD
te6ox2lk3wBMoru2knzWIF23w3yv4aIWJ3PiMEQLDSpGZ7HeydtCp4YI1OHAoT+gpDey/Mw//MCZ
hnZkZvLQIw/EDUZ02gAzOjN9YmRuPHy77BULq4SiIXbXlAaCc8x8nFM9r1RVNoEl4y+trPNHVknV
051Q/XrZ0sKUoQUMEgPoxJywNrN9bBcU2MqEwVJIX8A1dq8UzlXY55sub9f4PhdGBTED4C1wJ5z0
L2ajYolUrag2a/T/PZTtQ55fEevp8nBWTMzzGuhftdKihAlVueZR5NbqXb/WX7xoA9zkkMNEOR+n
/enyF6inxkkdVgFPrB65maLDJSbP74pwVfN4YXUQEiwbZlCEOGsx1aJ6dERZNSgeb6R9Zco97/ZD
/np50ha2KsAJ6JaeoOi4OM98oAgrJARp2gROV5iFWwp1AFc+ZGRUpG5uShHne9rKZAVIchbHIeii
g3PCxuigcjF/7qgZyRWiaSVwEYVXRblrlQGh26oPfU25iT7c9zCZQwUMgCk0CiInf7pqJvzCEH1Y
BoPUb4zyu97p28vTeH5QwAIyKqBC0SGZN28/GjU9AsKjqoJWHFLLFWuJ/vOqxq9DfeJfRqkfiezZ
uwoM7m2iR/AGKLGjr6YKbyrr3lIR4O4NFMTE1yy5D+urwl6JRucDw2VCw6UWDoggMU9LyTbvR0Ur
m4CKLLtKFUt6tmWvvanO3yMgIkHMQ8F/ahUFk+PpCtVWMQw9lWUQteIpV7XnTlO9Tof2V575wCNl
ftxWvlqbo+fEZCWncL6pNaDpQCaErB4E8eaxSQ3B2TqQvoCOW+dnJAIJC3E/Ti2GdvEjK/PwZOhF
WUcEOm0OI597JCpDaW8ue+EURE+vK6cmZn4emxTEl71aQIkEdPqPLaAEIOTZGe1tG32v4sD6MIRq
NqbpUXR0GsaVril4YRVBrHuOarkK1IcuD+nc/zAkxCe4BXqioTN1akE6Vc1tAQvlz+YmXwlDax+f
/fxU2MzORnw8025G1e/Cx8s//jyEn/742abNSTiAIB/rodjX9dMIuYV0b1T7y0YWvRfKHCgkO/i/
6uxGElFHiUyuF0FqXUfNYYxvqLmCvliYpynxjeYYMkHO7WmcR8vMmcMymsZFQEBz6nbpitsufx4F
d2CxAMaaQ9qbtDSormRFMKh+o1mujNfyXuenHOLKxA77LwvTLzgaQKF1HSCZRRHkGt0OOUJLEe+r
1NqpNDyMY7Gy7ksDAiob1ULg8/GCmEWzOGkpBAbHIhCl7fZ65mWqd3nRz4vtCJLIs08PefD8nV2x
SVjafToMGFEW3gxO8jWSxSE0W5DBkxtFKJ6g+c5Q2+tYVTaqHLyhhvogFQ+Xf8fCQX7yM2YTq1uM
OyU0lwNpdpmXJMM9YL0bXoqdBdpJ9ES8J41cOZLOKct/jR29uLiEgevljOsBDNi2wrsiMDuohjv5
PubJwRqcbQMC41FCI66Lb4d4dFWngs6w9LIhRZE/vY9B00yabFOjoXwlTi3sQhVXDAenFzoLzs6Q
tnU4lRrJA3VsgHwJKsn8vFqrEC8EeFgBmActyJPIwMyxhFUq/WhZOTBjh9G+CbX7OH2MGVTimswV
/WOTfbm8vosG8YQDtdbUKD7HqqA/SpFFlxZBw+6tjrvxuK1RCE3i28awXF4RpF6yjwc0qEBAUhWi
HAvtTIpSyi4VCAd6vW/zzahCoS5cyecsLtdvG/PejKjEa1FQjCtGvtOOYSH5nsj4404x8ZUCmosm
jSnDdRp2bIk0OS0sFkTseaifs+Jzpn2+vEALoebExGwDJtKwMrU3WdCS/bu2pni8ME0nX5/+fhQ3
BTZTSBoMINYOFEhsw3xR0nYlli2ckidGZqdL2WmpqtcwItRnQYqdXmQgQRu9aI3wes3QbPfUTdMM
OONYAN3EWPcj4Dyzq2JNVf3XcTW7hZ2MZ3YgGwnVZcZghsrWy7IfVl64FcQ/w3iL+sTGyl+tGslW
Znh2X+8YzV1a7FgferK8d1rFy3H7JQdSSJcqh1rmflp+w2vQ6zvLdZxsP2ZQGtZqdwBpN7vSoOyU
iCepjlvpbMyauY72DmYXl2XPOR99pjHkAP3aUv1oJD7EGHe2+YN0XzIWuVn6OJLXAZkgUWqAnHx2
4luirp2+Cz6KrYZU0IRxAPRk5kVJN2hhXrBqAoFQrdxwM10JGcsWJipaDUmGMyBlaUIgjZpZFWjq
AIk8NHGuIYUXdgLG8NuCdroTIjTkTwJVVVCqT124k+Fzb24+vJVPTMyiRSs6y7GbvApU+1XTDg3z
L39/wf1Pvj8LFZ1oSEUyfL8ntzlkveyrUW4jsbKbF24EJ1Zmi02o2Q6GhqWwdHqDTKAbhTvchVxa
bRWl3zjt6+VRLS790ct79kAQIxHoui3hXOZXI38ts8fL31+ctYkic+KEwfNwFp30vJVD3WgYD4hm
y/Yx0b7kNYoNa2D+NTuz4ATx1DTJQrUKQoh6JFa7q9ub0L7ja3f5xfWhIM3APsRNZV5ZVFKegXCH
VkFGXVR/uNwz1a3SZ6X05Frb8OKmObI18zi1SHQnKjF34Whvq0L6bZddddz++DE7kWf+Z0gzl2Oy
KuxEw5CUcGdXEEdkvkjX5AyWxoL5mm70/+y8Ow0AE7Ui4YZTBTZr/M4RHhNi16QfJj1AqgqgVfDc
TmXfMzHJLq1C28iSOsASuVl7b8cPhnPdjJZnrOVLlzxuKi4DMIlKzhndpUVDPQvNvA4gwxi5mp5d
MYAO0s65ivM1/dclr0NYQObXhN+Z8+w8/v9xldQMw0ITceX3xQaKJjp0G+S9naxw6SxFBLRF4nFk
gtv2jNdopGndGVFWB7b4THAemmvJvmkrzg54DOG3gZlbyxhanDJMaxAnKb7d3ajpN4Nszfq90neX
g8+apZln12FYkpBg2sxPWe+jOT4qt2F7JYenP7CDttupK3oiOJoF0TrsxiIa4zqIdBSpRU/2SR76
NGIoFqM+L+MVe4uuZ6HvChlu3I3n1VSFxjkpO4wr1t8YeVNJiXzbqxq9XR7WmdeBQQ98hrgPoEgJ
coH59Ak0eph1lQdStQ8W4hyUI6Fb/qkP212cKzepvsaJrf56OZw4B2zivo+UKZpbUW2fneK53Y6y
wvgCLQWvqtpQ1Su5buxLahW7uovoRslZ5MVtyK7C0cq9cmzKZ7sIu5s+7aEZCTHZa+jKJFujiKTf
4TrpsQw0YLqTp1tNjgLQ7Q5/dTqPDszyDZ4/Z1EvNk5MFTBr2R0UtxXdJ3qqfeoqK9pwyQX4uZt+
0xl9fZ3TVHqDUDu3HUZ1N9KOulLE7ICCpLLRkqS9E2lhfcuRpN+kkJ0ehdC8GI5eZVuu5iD8EG6T
fyqHg9pnj01pXT3HGxnTKxtKVPmjcqXk/QNVtKuk0/KNHltyU8kOiG+VVK6F7hqv1czCS0iVuxI7
z89i/F4nJQ2AjxY4QRv+SKrhPe2a1g0LXntpNRJX05C4iQuAr0HIp+9SKAJ4new/64oifKXWgXV3
eLXlnWwxskjzEtGYXklMfmVAQjJjkm4TRdogn+W2X7Vh7xE1erdEPvj1yPKNUgrmVoWuAKMUh65I
wmardEniagP+YLZK6vN4BIeH3uhuVdWNO1CA+0vivEMolLl1MRpb0DaGLreN+KpPcedpotDw9UyH
Bk7YQuE9V8dd1efNlhhj7MZaonmQ+Ek80nXxTqkTE8oGMt9X4IZ3dRMjTClu5hnNc5/hJ38Fq2p8
3RYAoTat024TXVfu0WWCF2xoS7Q1JGnsKgkddtwRzYYMtLtxeFxhi1HdTVNp7NOx4RsUtwAuL/M0
CXitv42DSb4BKiigxZX2XtxDJHlAJmJ/eT8aZ/FsYotH7ERTDXYIIIKnh6gE5VzYqR3ek7w5mEPt
arHzUHXfuEkPgGC7aak8VFS/sdK7ytrlstiJUDyO9Y4Q6WuoTOJG4RY0hQeEtwXw3invvRpvKxZD
8b4CMnfM/B7c6hklrj2g5fJHrxK3NwZPIsyw66qLNq2dI1F9G2V3UW8i0OWuET5FANyE9b0Wm67B
dwl07yvDfFQHvjIFizMwYW9tNE4iazt7R7AxR0IsHVjAqx+6EB46mjahfI1As1h+uOY6zfaRrdk5
ZYmohmv0SD+0B60l7ogtMaYrl6/pI7N4d2JkFmNjxQjTvIQRbj5b+SdurWT71r4/u38ToSYId/g+
GBPdNnlx1s6+NQPTih3lOGhc8FDrsSIxgpN0qzVJmbOzbrYKM583jcyIrA4DGBpcFh5L0wdCnX8Y
+DizMiXyjkaRs4E27Yid1VohWCEqF8wgPldeL2/gs0vwqZV5DatisqeFgrFktYem8q7+Ehort7eV
6frVsXs0EF2YPbUkTNQ/VdvNyoPS+pq9vTyONSOzXWhbWWnmI9Y8D8Eht1WT+7zxKPkvZ2t2FZAF
47HTtyxQgOlJPaN0lVUSjbUVma177RQtuMGnTsJBE54wiYJkaTO4rYOAptZO4yInMwA9RwqkwRXT
L208LCI1ZH6aFq8o/L6F+fjNGay1wHBeosBNCJfkSUUSl7yz0jG4klG4G2gWWGN9ZYsbDSCt6ABJ
Eg8aoqRkW958NZvPfXoo2hs6rEE1lvY10YFERyeCBaDBbF+jPsKGjqO4F1pBqyduB4mNy160ZmG2
s9tsiEPZoaKb6z7oA8SHa5/YbccjmK0trkaQbEcKNiCoS0upuGq5uzyCpX1wZOGXLvrRZhvsUuRC
R/km0q5jB3eUOHYTovulLvzLlpb89NjS7IXBR70b9ASrESsSzFh0Y5glMp1rLYDLA5r6g3H0WSiP
nYbBlNi12VEUQ1u+rbuHyNynoQvo5eXBLFoBda6BmvYClRhB7QBy9CjDoO3d1cqXZngsyY92jWx8
0b8o4BDoqZ8YxWZRChrJPcogDp4vX5XU64Y/cV8HyB8ANuhEhHI6V0YYcS6tCnMVfZrERbW1/bG0
5se3vdliEKNXGycUOFmdXW9vRlw7mxUHXjQBqlmklsFqepbDAE+VFrJYZUEfe8DgKoNbkj/wXGht
AyAHyCnqUrNRFEZlV5aDkzUK72TxUOnfGm2lGrW00McmZoFkEGRU0CqBiUp8aH5F6spKL84SPBV1
U/AznGVEilLGrQGx6qCiKK2ElWs4AsFkrbt0cRjonEewBQgKwOBThxK10WaWkjKgZeNNNVzplK1s
PG1p5yEL/x8Tsy3B2whpnzZhAdJV1OcNHa9sbhhuowGvE/d4Q+kQp+8Z9gsEVfrbjA7F3hx77mtp
E7v2mNquVOPvVobeb2kio1LzmHhVHkHnLYH69VgPyQZPeLqxerRgDnY4+lZvtK5j41kRqtaH+cKm
K9XRiGaXhMGIjQTWcYCjhNvz+5avgDcWFx9kz6imojRC5ugmq8vyIUOvLxjVXsSYubS8Ilq+sjDL
S/8fI/OLYVcTyYFnAg5AzVTUrVSoXxtrohvLRlCMnqr+2IiznciaFveJMmZIInbuPQEzzOWwPv37
s6eM/fv7s22YhqFIKyD9AzwkI7Yb7G3o9+21+icvmiMzs2Od6GFfthGG0RavYXownZ+Xh3GOFfzl
Uv8Zx5wng2VlX49cAawpLG+SIvQzQ26knj4WteqbQ76xQu0aOpqWp8lhE1Okjoxyc/lHLHvd798w
iwWW3oo2rELcjep7Gqe4lH7ugS+9bGTRIUB5ClwnahlgXDsNOGEExP9IGQq6IRJieLPrZrNiYnEc
RyamgHR0QzLyTENoblhAkAcaBuSjrGvEuP/SysyzofLSiarDQJy+9hpWeF3i7KI1Adq16Zr5txaN
ZqjFaEwxpT+1SqYrQWAxOB/N1cyxHdkIHoK1GbTTz5kDGLlx7ZRPWbyyf1bMzLEbzC4Q2S0MA+of
d0OpuTJKXUN7HfSPwgOnffR7PHPsIUoASt0bGE+jh1iNBMV45e2yB6+411zGOgmBMecVxtKo1abL
cF1tElB22B/t/Pg1EgrMNfSQpmvMqRcXMFNoPWfoWbyVMnJz7QlUrpeHsrwsv21M3ne0U2jWCz2U
NQs6jbqpuFUUy4vycWP0a7CaZT/+bWm27RNBo2qMMZpQfkuJ8iwk0p+XB7NmYrbtQfbQjEoLE+Uo
e2CcqkdRWvvLNqbtcHbcOL+HMduOTB2dHHqWyHQU1ueoCXSr3wzGNyTiu8TwnDT29H6lPX/Z3dC0
BdQc2I7ndZ6xlZXGI5xwNNy0Glhidx/W5Pnlab8taKdeAIBzwkcVkYwXm+FH3GzF8AdRBsJbBlhM
AEU94+8NGXRSMg27MlN3YZm7WnLnsE2E5vnLy7PkzwCT2CBLAenLGSS9gqakQ5mNkaB60oK8T9DO
LcdDlazAz5d87djQzA9qQxGtWVGEZXJoLO6x8cPsbFiUYwuzwDyMyK70EGoOHPN6GPEe/oPwcvT9
eRohbAg4ODR8X1hvRHvW65umW9ks0yTMN8uxidl9QgOKGo14FvZ8ue2KztVq58BxiLXKNzydvbr9
cXn1FxcFEEQUKaeugDnkWaJ20Vmo0QVd92y21DXYR4kZpjXRJklUsMyBKWp25DudUKBwVJQBUyFm
ZO66+CXuMr91Xlm5dk9anDzUdgGBRmedSmfhv+9VO0tNvJI16yblvpm4yku001807U9c+cjQNKtH
Z4CepBVEnGDIblxc+ga5ubwqiwOBvMiUVQD9+bygi+oMyO5LWgTgifZDPfKAZmLsdQQNpdLvP84Q
O60RelLQewPMB6Afp8NB7TpTS+ZM7Q1uFX228hUnW3pwHH9/dspkBdWTkE2XZFSuFA/3PoCYs/q+
ylbmbSnuHxuaOZvR9lASMzGQMhndMnokCnPLeCVzv2ZkWryjxdcS21FA4Ais8Nh87jp+l4+mp65K
Ly4dm0gAgHcWbXFoSpotSqiVRK31Arn7Md1mKLOWP9BVA1hy6cZO4XGTbcZsjXR78TA4MjpbKeg1
N43WTQenE8Rj4Y+RX4Gf3gR9y2UPX5xEqE2DzA2sI2dsfY3jdGE3ebhQ70yOouAuaVc26eJYQOMM
DQQHrbLzxDiaV0tREXSlMBQGQufQ1MJNinvbfro8lGmzn4XsIzszf3CgcZ2PJbogKsV7ztYYdJa/
TlX0oSN5ac1BpSQaQ9DWtfh6rR4GY3xS7HHl/r+4FmhM/reJ2aL3iSXVOhZIanzV4k8mOvvoylKs
WZjtS9KNtSkrWMiih8IMuvZgfxjpPsUw3McAKAMbOfjiT3clGPoTo1TQLNE5ryT90ne7RDz/yUL/
NjEt1dHGz/uiDBUV/XO9ep0VL1W3ksFa2vFoezRA2w8QAJ4wp99XYpJTO8JFeRTkivIe5AuO76hf
RvNn2X+O6zuz/ZOn7LHJ2awhL66IFJQ1QRLVh05kPoXq0GCr182wJnSz5AO4zQIyhP2IHtLZ5SyC
dGlnWRKXs2SSh3nRue6i5vnxJULXCHpqgSFG4JwZsXU+Ul5iCu2wfCAVvYrsj2ukw9NAdonrDPqs
kIyZOTON2jbLwzoPMhBM7lZRd0sbHtxE4HIB7zTA5NM8HnmZKKCPJ1CtD0znyWzvtZXNvvT5KY2E
PtdJQHB+tegKGz1iDPuE524xuNlaMWTt+7NgogxVnuYRoqGZb0GuA7jQx1YYhLsgjsTjHsLHOtjX
ZpsEt0iVx7QXt7GCdmr7tezizWUL83NjbmG2J/R06G0V7L63Wb8n1R11PjeHbE3k/RdPyfGpASt4
bOFqh0UAO8a8iDAozujofSJu616916poO4bRk6qzXZ69FNEnO06D3JnS8eq1onwx9W+Ae8VuC5XO
y6M9y6JOPwQNC6iZqKiNoa/r1N/yhJfqYNntbVg7DwVxXgQLWzdLQsNts3QHkZ6rwTDQ0hntrJq8
6jHoO0xJ25W0yjz4/foZeKnreHGAWHnOpWFzpwaEBz9DjbotGsN3HTdiX4z956GKAV3KiLGxISfq
6tJe65v/leE6XQwQBRoOuE5VCNOfaRpFUJkwwbnX3EpglncQfymuLc5uGwnSZSsJdwpVvlRRad9W
I78OU/N7o3fvRtT8UIf2cxcB0ZQ44SdiJwX0bAtyF6qi2TYoOm/CsX8Ez4XmgwuZAakn/SZRrmJT
glBj2JaWvNYdeYfjzLN46OfQ5XPDge1aCsGBcAC59Ojc1LIs3aSy3m0d8LFOTf02cVLPjpKtrMxd
AsBll6GexutoS1Jy5Wg4Kkj7qdCs2FPQhxOp7Rq583ybT23y081q0qtzztk7nDaUui3z5pZ/KaJr
PfpnAuf/vA3/N3ovg3/OPf/H/+J/v5XV2CRRLGb/8x/f31mTsP+d/s1//pvTf/GP2+StKXn5U8z/
q5N/hA//y7D/Il5O/seGiUSMD+17Mz6+8zYXvwzgJ07/5f/vH//n/ddXnsbq/e9/vZUtE9PXoqRk
f/3rT1c//v4XevyOdub0/X/98e6lwL+7GZtoBED15fwfvb9w8fe/bPI3aPZOglsqQbIGMsJ//U//
Pv2FOn8DtQVeCM7UvAHuYewtVjYi/vtfho4/gaYOkueof//zT7xspz/pzt9QiwWBDEieEE+Jrv71
78GfrM/v9fofhmtmmTDB8a+hmoNA8XsTTdsWbRZgH4M9aDvjDD4NJKPCsqqiRrznTcMG0KpJuUnC
XNlB4k7b6xVeLC7NDeVuELLdZ3rTX1lWYgJ6Wyv7Hp1NN33T5T/ySlPu84gngRpmn2gMihivMpR6
I9JavRLAUuhuR1txm6ZZ87MepJq7WaOGvsly473rcl64ZlcoW+SyjKeMjUDaQvm3i7wCDS67YtC/
1PaIjs6yCpPAGhjLXW4mqXCdkBlfI8MJ3wAoUq5TULdVEBUxshofVMJ7Vqiqy6mJ/skOGN6ijPZE
5fa2BTGKVcZjD1oRU3uuktR4VxMIj/I+ZluiFeWVNjjDVT1YTe7RmKQbyS36UMQW9NkSTW6awuLP
cQKBIDMh9leb9j87pwIqOOmgkwvqPEP4mR4R5rctiZ9Mi+XXpNQnOHkP+tGioH5jAeOlD/H9GIMx
1DFGLfEjyfaGEK8JGobdKK+kDweM/UZHO4dV6kCA0nSLm/OB6FCBtvNuE4N63gVh+bNQ3ng9PZYG
xa3NvP2u5NA0TtuIunZVCK/to+9cycy7RN6qxj5q6HsPuSGvTtVHUO59r6z0ayVCy1M0xGxw/Lk0
1qQbtQkUyBiU4wabbiSrI5eZw+BKq3ntnQpwcerWjlWjU6fMvyUJR5d8Yys7O05uzUpvNqYsvYwV
Nw0txScrq8cvhmivMsfcMG10w0juaaFjFvuNQcZ9TtGRjrB8HdPIuGYs+tH3wu9SJ/EyKBF7Rf1d
TdNNPGY7ntvoQkxF5CljX7lxCbqz3H7Huw7Iueah1Xi5F7b50laOp9aG7VLumC4pCsPT9dDByTzu
sz7+CkWuLyCoSHKI1sEN3biw9yHRNzQOVWj+Ff0VcuEI1njHtHsSc2XT09Fyhwaqy14mU+2tAo8h
wM2hMwICTOACD4oA4j3rgQXXeHvlOAkYmTTuGq1I/DJvWr8YQb2Wamg2cI1ijHehWdhPnOTJRnYg
GqBG9ii1uNiqvMOE1X36lseEumZfCY/UqXLjNFq7VcwQUnFhk+g3vYkOMIp2GTLq9gbNFN02VUSl
uVkRdxumm7d9Y3yivTZ+RVZxgGjJAOVggMfHkm9D8HNcoVQpgLXBFpO8CL+0kV48C/PRjMdwZzUi
3f0/kq6sOVKc2f4iItjE8spWm6u8291+UfS020IgQEIgIX79PfXdiZiImV7sMksq8+RZmEjyVyNA
Yk+AbLoK2qb5SeJ3atlbdYriPooLb8h63BEzv+/JBs3OOlSxP45lMASiWRK5nucuCH5Satip82m5
+ul6nDLNHv3W3yr4+sgyWLjWxdJ3z7AAkmeI6ODtYvPoj5d2Y+XJ7bKFAYjDZDzC4+3FMlD/If52
J6pVcs19JGIQKo9iRAlJt/lKEOLHsPnx37Gph5BoUPoPwWquE6QUPdhxaF2rMFrLfc1vs++WI/T7
R4/SSuXs1juP4S0ZpzrrZV5s4lGMw4/22qmImNrx9BNUGygPmG/fO7eBtKEqlBx3wifdrjafPvki
qu2u8xed+s0i/DjDbM7a8tdgxYVkJqw6MD7AlT23LjuN61gL8bCn9HmzHdCq7azXtI5Y++HEREDn
t/TmICgFp/6LbywvbZvBiFDIDw5CXpSI85KM/7xWQUPe8qS/5tu+HwXo6lygOOemx6f2fyeJYpdu
5d1LxMvY2ACvewqHhmDuqsX3rnToggeTj+HFw6FeLXFWi3460H2NqgG8ihJvK574odgMG66gtdST
xysXerJMMQ8dvDiobNanFTx9bRFm43EQZCwXiC38fWuPvv/mLZofg9XfUQ34OZr3X9L3VDUuPXSG
wzwW2pFfPl8/k7E/QJQiK2SODbhhAtXPbysPkrSLNyZ7Maz6d6/0b+ctoACjtlSCsFuXgckXObOV
EY/10Vr2Eg3OHdd4Vo97yi5T39dtOyOIARYgb5LrzwH5Ww8pmZ83/5c33QsiRDkaW/DCz9wZOm0s
d8BgzbKrB61lNHs4ZvLksTOIyej7cCxiwipIQFwjk7W7xWZdzoPCK5T3X6FA5kNBVD1L46qeyuUL
Li9olrPgJxIu+tq8AFlpE4GpJelLX5tfORixZdeTr2xo68yjdwOg0f8lk8sca+8RQg+HB7iVLyQ4
2Hw8J8uPzjf9gbcDhZAn7ral4VTNnR0PfadPqSbsQDRktn5OcbapG9xCnnbXVeMg6fuUR+9p3ncn
LclWhaTXVWei9JPCNHfXPawrOPtsrQdeLPQBcQSvMadMRdVqzvBWtI2WKiz1xMn7MG8xcrhiwFRz
cMji7u7gSXUdL66xLuzLuV9+KZ/2YYEzLz60ND2ZJKnbWCz3m3dlNO3LKbeuDPlu45LtMy+mHrkY
EI0fed8uB6GzsudjXrWc9gXx4QEQMMj09ZRCcSk/kd5pH8ZOvGBy64rZRZck1MtBu+m/XqqvNbeV
Mg4JaK1EmFfb703L5tuYgrERRo/Oi7qK9cI1C20PXarjciLBz9Jnp2i6q2Sw7a3TxMT4XlnVJSsk
anQIKtoHz0pNQzkGnilUp95l0B0DtqzFqFV6nWQaviZzGDYT0mIQKivWapqhrQ9QbcukC8AXHMMX
BpHgA7UbSD/LAokPTcbjvvnyQ0VqP7TtWifSFQskVpDwp8dwwL5mD10tDQhiUndNZOMaQxCvk5XH
lUz2/LFPWDUNthllbs5Yvte5r6ci9/r9OAXDIfS8pBaWNFBNYbu8ToWwoN4mKrBFb2J30FBNb/PY
9GyyxdbDoTFe/E8JoKsKQnUI4SvTuyhotgQnU5jJG1z93+i6x6C4yasHNXE5sVWVgFEyaIs8VvkA
fWuT5Cjh2wzZL12OI3YOC9yUwXxfnnkrgmKR44RTXCA4es6gRBJNG1NRT8EjzVhfrx36hzSnJ4Ex
uIzuOjChcnB7EF8Va/919rYHyPDvPlDBLWQgGAYj9nSSUbRZvf+JgVoU45ZuxRz44mjB1asZ+pEr
S9A1remNc3D0eH5EZAQ7pRbNgl1dVsjUvIHmKcvBDl8G3f5Je4YUg2lf4GJZp/saXxjhEIh46TJA
VMT8k2zpXAJ2y6tR6OCTMTWX2zR/4J05giBRmUGEVTDb7h8MRZeGtzw9kriD6tEBT2h5+N+aTtPL
3qpnDd4pAtRtWmt0WFjowb93QPFNUzhavqIhteVMV13sYJnHfXIYWfszeWvw7A0hTjIzXhehTvs4
QohEeUGl/l/bI5BG47nGH6AGC7bMNCCsn7x2+Jfs61KvbX4M9/VrWEIYvRA61xvmhSbKt/aPTZO4
WU0SNKOYZlqEMjFHOCv4rJD+/qVDRMGRdqMHzqLlwhffPXg7GrbF4rHaszF4z1XyN6KhPiiCVNo9
4Ck6yJGX3exveEQ8trz6M42AKuSje1Rm/k3UsEGC2ovgC9TttCCcsgJSZfnEg2w7dsl+QAN2WgL1
mqbugXPn1bHp1Cty6UwNqjb5Xrt2glU7GR+8Pt9LwzCx99jm11oyVSgBLTpxsNMtFhX+gwQRRFWX
z/pMkP7uTPCjs+hvsE9rpSS7aBjDUaq+CJ/o0ySFrMmk08OQR9NRkJ/I4tRo4+gpy9znwvys3NUQ
H8k0fQz32SQZk7bo9bgUuNimEeAPtXo45mzbr2gSDyl66rTr15I5DtJXn1xGz0cyDpZotRIKSbup
b0DTuiV2RLkZon/tnKBpX/Rxi/l88jMvhu6DFFCCmjxqr54cZL2konvu+iUuQxgrWuJeMh69rbjc
VxB38a/8yvw/OQe+ka7fAZXBk1hhfqx697F3+r856140i26BYiOe9QAps+nd8SMJcXhJUIeSdETT
EQNSoY7B4MP24QZrM2LP2M22T3u27o9IOd/rYGHthbA8OnbQiZUynVQ1Z4BoVhs0yqofmmO7GozX
YecSDjmyZv2MTg3nOVt3W8UI87h/jwjMi3a6Wqgpf0U0g3tJ6xnIm/AE+hPPgRKR9Qd2BvSNTix4
IWa03xGXooRPiL2F0g9XFIMEWMxMw4eWRqusx2SltVN8Redl5K/WrerQ0TD6y4mBCVy0pVguo30x
EmpBsYSnncNoexZ5w9auWCP5k0i458exLnqCW9CH4qP1vXteQM5RNeTvGHbcq0f3itAAZ928jcUA
5X1l8pV4hej2e7bcwbXRXgQYTapBOqhWZNeAQIs0pzU0D30nT6vpOghM2XozPpNNbBNZMURT0A7V
E2hhcEy5/rvEO4K3AsiYcny9NVkLT3XvYBvbcokiCVWbhiPHboKbmPgJ7i76IL0hORPGZBFSVoa5
RmuSm5qlaqnI3OqrzNdrKPYms2EJuNTViu2/x10j4ot4iXrMaZ+f48TW0kbxJ6zCXkmcDycQtCPM
fTY42cH9N7R4DwssVr57Or8StTWpinBYw8CS4a/mLARRwOvjG4etts1P3Xr0QldO/SnxxJWP8uRI
Ev5BsDqpSRt8tnN2jFpzw4i6l8DA/s1D3mwalXIJ74MlgIBxD8CiTCuWB662sIR96GE+e5kmFlYY
QVW1wqMcemddt9Palq3aySUe2q3U/rjpAtkJDQEVRzj5CLFuI3A1X2UCAGUIk+OaxWM57cMJ3vkX
n6CLsTvZzrT1SDl7Pv3EbskrjN0m5Bkr5FxNEekLsyzR0+ayqAwMy87RArYpGuf82q2YNPspUhCh
umedRvZbj11SqZRM1Sbz4DUfEaax2PuMgO2H442FU2bNZLAVWIfR1zyXo19SkYoa6JWBgXko34YF
HqG+m9u5jJjlTT+k7UtIVVL3e2sbTJPTweb9eMpEbI/9tFPYZgQZLbLOrohUgZh6jsODL/s/wlOE
VprFeHch9DQFXcyrBDp7YUEyn4i/oEmJRBO27VSzlYiLc/1nRMzTIhXyRlYXXIfAzK8qlQ8matH0
4h0u8jnAwLH5fVZ7qc0vxKizWZktpU/2U79N8uC5yZTA07rG3zJVMBvwD+owcYfT5AGl9c133KGn
qZGBXqRb9MUinKpK4HqjCcDkGrThJ0TNaDdVgt2wFLlfbHz82ig75IDYx0xCy9Gv5zSZETFreYCR
ffXLRHtTswYrLcGbYmfYhuYVi0V4gE9Z9uGU+2w3NGpCJNMRhqI5VvR4uWGr9LUBqK4HGb5Nbrks
YQ8weQYw4+a4SBydriGw+wK66DNWUF41bl2HkR9MXwypXuNkwt81ilo2qxDH6ihgqfkNpREOIwYJ
77Rm48nvFGgBKVCSAD5f/irjCs+1KFhGtgIQpjv5QX61GgdBG21h6clQ4M8mmOeXLj8EVPdo32Af
PwXTL90C73eQ9mHqWP0iBefhsDv5EOK4CbvcFCMonagm+W1KoO3TfPhvE/7QjABza5+hkerS/uzp
PCr4CjvnnfCrtN5fRsdn6ul/q+gbxIG9pbJrP+ac9FWgQNsnyWALuvPw2d/Yk/BJ/pGZBMe9FfaO
giGdxAuhItxa73sKvO4AR8f3NN2CYhrSqJ78tGFddomGpNldkFfo6F3l4v4yCJAzct6h12HsNTDh
4zBtVy7atl518II+tS1kQPyLTLIPpYFTbhxjccQeaAdKLIt5xWWGxNnkl9LbS7e5E07+27roetNJ
Q9RUyTA+ahD6yhAi/TQLy3jvj2li36iYIYtPkarRBKH/kipyf6SAgCVjpwuDgwKveIt5NkKLBqun
h1yx9g+NN0CHi9y6hgvOfrN2dZWFAwBidgPW6EijJ1sGdBYJGFVifwk08/5Q0bXX3Y1Vi/84K4uI
vZZ6HwHw0X9ywrmzYIlCFvyNWbZjqaKobWj/PWyw8iI9TLo0nM920yQdDKbmVXysHeJSunH8F7dw
IbAUTmCTJ1gjxrhBcvX4xmdmyq3L0nvzyWuerzhFwmi5bWQDM45HwWFIkQo4AKMc9Ww+8SNOpymK
fwHjxadDNl81pESAQjWNBwpTmiacs/YfggNeRoAQ0I3iAEuN19yvSKUAGMCnAYDCsps3ixSRwp8x
DvRraqppRUwvh7tmgSAY1rRufIxwv4FQuZd73m8BZM8cwLo+9OP8DSSmrQPh0ioii6kRu6BKMgaA
gW1vvhTKYYFq80bmGGv/8aVL5bMwTh53l6rnsMddzl38OTjk2VFgNYavHkRAIGvPm2+r1cbDyzrw
8IXbe/kc+SG29Pck2XXF81uIyHtZaRteUr23z7B3Oi9gA8I43p3sPprSUq/M3TTDU2MrnOYeMK9h
rNvAnGez1ASv9bvH2hTJHUQDpBLA+SKArfGaPyS+nR/tiK59H+ej9OR/MHQox2k9BNOaNjBCuPIw
P1uxQ3E+8C/gx+9jtP2gxCM9N6fqNo2mgk65sDKGVUKapBXB8vV5DAXsFxlVMGlIkYyNHkiVHDhK
PXf5diT9uhw9YME8nxdMmA5BPMN0MbpbEA9pB0wSdjnlg5xO1p6Hnp9JCzENGCIOkmFfFEG6oytC
sYdvF8Cmnj60WdRXKfTLxNPwIwnUlwcjn3og2wktrVfG2A6c8ROaG+QzFdFAq+eQ3kchC/NTsTNM
KtOLQKpdsUGYhQ5d2XePyvWST/uZGdpfpmxgNzSK8Jec+vfWAkZsSWiqHLLkN4i8SOH13kPfY3mo
9+zITf61W8EgAiMHqshN5dAaeWq/uD7806bLU+jcT44ud+PwxEO+yllhQ1O0I2CMBPDzz0iDZz0H
lwWQZu7LtiQLbdTAoiLSP/Ga5hX1cF0xr+sKkSkvSxw+IqHNb2DJzhs/CUTd9ejFTLgUvp7pJfYV
ojOJJyqtovF7yLDFCN3LwliZJNbB3CRAx+4WieRI0vYV9+NrYql/cCxU9b6gPMX9mNWTmsEBlvGB
9AsKnPVQIfRESkXDI6KJy5RO+2M/4rLjUOXNhNSLJf0NX1D5MCpYCHaTLRG32IgU2HmCPvQ1yTz5
xGCwUiuKAWYY2hVid37xY3kHujDJdOMd9QppwYb1VYTpjaLV3CaA5OijVuxgxHHtp+kgqT6P6Tbg
PAdy16My+etzmjy2QcLqQPusGVOlinzqtiJm0ZOn5uGCHMO9STgQEDWmNUdfHHp6q0Mb7uc4QCOG
rUbSePj61TLrJo7Wq0ZsCGbUOyvW/Ruj7l80JxkkC/0zzktxGiQ7yGmuuEgVglWX0kYfWRv6P8DV
eowNWV9j+OP/MlCDKdqgYlZBfJrbxC81DdZSG3QMPT9Y4T17hMlD1KnT0gcOiTJGHOCYc9q6xy5N
j9E6PWSJTioCjH1ZfIRKsBQDRMDHg2w7VsGbArtwMT6iisPEvvfbY0gMfSAA/47ByLh/yOG2AtDp
19iF7LwCxMFjuEXvEhM8PCi7SzIlSAZSe9NlCnuIZVEPGC/+JiJ6ZXdDUlzWV5NkFZq0YEQaOeug
3m+X5aUFbQiGu4zXs5MVzea5bNtWVxaNDfLe0FKtHf0zLC6pnTQbPG/xoMEleTkGOUeVs9v8sW5C
ABezsXr13bq+YU/6IDtwaxae/sN4+aKGPbiui+XDjSi45hRwn+n+8JCcJrRO232b6Sb2MLKEvjg5
JTU6TQ08iOwoUtsYFTt3SOm5rwrUILwXw9RTqv2/sXCi3rphANhvjtgUTIVR8auk8wXw5I7yuR5I
vqCgTiksR2P/Bska3HoestGv4iHzTpsSmE7mEQsg0/s55qTtP9m6vaYb2Hr76A7LPLwAnEUtWIHh
cgMsrFUvcNjXsKKDC7uYjlEPrNRGaZktmY+k7+iY9+/gMFdAxl5QE71SK4csXcbexhDvztZtAl7O
xtRhtnzzjC6Y9aL+gyQxBlbTNQZ8An8JGc7H4RljX4lcqw0rXoZtgtc9gYS9VtIzr6aPVRGtrIZC
rtnMdPRkkJd+buC1pCqMvmE5id6Wewe/NML2vxnatjMTf8GfYA3qIJGl2CyWJyDiON17B88bvJtb
CBzV+FWNG7xaLZYJsTcx2E4YOJ52q8lO/QynpYTuN5iqzIdpi/Hr7QITDJrnhUATVQyocgNRN5rp
T98HcBc4QkpPZ28rYkoLF8OvFJxC98x10h+gLrSFzmdybuExPYNF8uFHitUtDrSyjwyYHE9ync9m
Cp8XbHwLHDlhrQHvFcFustKtaYD5f7j2NL/JLHzsV+DaremqHQMR3HqqWK9QYUY5klbg3hVYOBNk
MhgLM1Nd7iEgqr3dgSR4kVdgdRK9UjBzqm2BiRZzeNnToQTECF11HFwx3RcznRJkrU8S9QaGTBlz
wUM0Rj9IWwNksaFDESN2IkkOozX4L1R5trcnZFkItECr0o2xa3uY0CTGBU9t2MxZHx/zeQtOI0Wj
g/UTdYVDU49kuEH0T5CUwiROdeE7FrAX1odNsgWlTrsnHJlHDW0+HpJhe4Ak1PWAS1JIWniu8fo7
zz9gFsGPG4/1MPryd0jW8JWw4ZeRu4VcZOOyGuJM1/00d6xcWADWS25soYzMujpzAS06BME9ex1/
bGEEgqEhXKpui8MnaqX7mhPM71pS/5J5wwcQW1mhRfXK1kv5JeJti92TbSuzty99vHXVltA/oRff
AjQndvyFOwudEnoUMrZ1Zw00MuxuP7W+dzjabNjVfgrDoXUgR3SaD7u6rwTWs5cQ7IGGqaBwlkdT
sD1KKl6c3uSLWn0AGuDfhct2mGB0mwsCwsFedH73O8G55AvzJPbtMXd935frsqnSWfZ3jf6sicJa
mfeGFRFYQMHyl8S3De2UIWmj3P6cSaADXRedYRy1H/NA86JV5ppBRSL5mfdp00b6Sjp52dahHly6
VBwI1wufwu8sUPbqbV1f/e8j9+4bFuIwZ9OVmDGf7tOMirTaJ0pFi1JuSrnLwnjtX2mnT5YcR2cO
AaM4/TG5DkH4m+b3OLXcnnY3TWj5Aps3MMdC/4DQUUxOQABzgwWF7y1lH3unvJ/gFRyhjLGox3ZW
5L9hxPMyK1l7Kr6Jbfsa4hg4Npg0s+zPfBlru08vnaXZOaZrXsR7dCYS1wPRf9FljrDkmCA12LFq
/B/UOsgMaGVOnmJFsG5au6EefeJVKXLtqtxXKK353X2LZ+uHG21eJTaP8f90/LA+X0pKvLaEjOrC
yXLd1vGYJeKvJdGzhBln2anRu4wkw26qzzDZ6xnfzGyutAk/Q8C3ApGZ50JA/dZmKYZXqDJKr2NH
LBiWOpsnDNxqSq9pMIS17+ssKNKRA6zzxP499u0MMwA2NxFICm8I0h5AqZmn/KTVFHVFDubiic8q
+ozDDUwKlxh2YEHoXc3/thGCwBOvnFM49xUrrF1/d8ge+9xWKCVZOyW3OQbJ48ADhQdp8D5iwdNn
R9Px2mlAig1cQK5yiyI8tVO43EaytA9sTTxk6oT6t+hS8jhPW/5NTSdhP7DZ/gFgg99AMI+VhVNr
D9u5fsLnUu1wwvKR1iRto4vmNIuwL6HxmzZkOgQGqcaTl8JD2knQdojYsSRxycH5pP+Ok92WEU2B
4qhQj4cJ7oYYS/PWHlZu7G2NxHbw8dg1QcSTRyHH6BcL73tb38obIqLQ2aQz+btB6LpFgfkL0LYv
HVyrBdZDgy+PaoMmYVLdA66WRFjhFH35gUOgoFnWZoEkp564QVuD5OKOeUNJTchK3vf7wcFCsCDK
kZcoW4PvAV6qdTAiB1E6CgeHUR+yZADaj+H2gYrkMyfLBxgDIdaotIm5VY2KTfyfjKdT6l/9fLu6
mGKfkQbdV0ccuoj0iWzD6+htn2YIwwKeeulhk2j681jeF6zJC4X1Xt3hHzjlG+H/jMyyx7FT+CHN
Rh/y2fQ352fw5wYfssQaJFUNFSsaa/9dy4zZSm8eROCKdyVIW7q0HuLuHMxGsSVpsXVQAWTIQ4JJ
RAzbpQvcBWJcVmIzlD9NDLKrCUdX5LU1n+z9tdLY+YK79R2HSpSY/cGPCUE0wEFQddhVfvEQ46zZ
jMUcp5c67LvoOXPAG+AgB/fEpTuCFWmAznlwijVxcgJcn9WgOiCIBfl9wVs7CVO4WeJDox5jGxBy
3WEbl/F/rdLLo9NBsBytnIByj3MH4Ob/22pSadHGvw3ZDFghErsDuESZIS1TREQdszvU0u6GnZPU
Q8iBvs/DfibOdsEiLJ2B6Q5La8+gpnkn07vsU81mrUeisKZOnXfu+3R49sGSXMp48Nxt3vCGYxsw
3jFjV+waHTPbEwezOsw4xbrMI+yj13D8y3o51EinMpfU6r2RIRcHMUbxJZCG15l2/ue+k28cS19p
lJ8Ut+QB6AOOeRV5yR/HWXaZxTjiQHNgsXpdgv2m4A/exsh1NWp7RWY5xe3NPSANcfDu2VAhkooq
82BWOX13zukjrEaHCPMAfBOGcb6wfUW1gePIdJVROhSG0vW7W9r+lSTr+msL4U9YxRKeIiXATeD1
od2pqZik6dsWJvbI15kfAVd1VcqWlxHx2c/IBAsuCi/+aQvcdFpQli9jamfEY8YgGxFC+ybSw3bt
/dH7bjW4WnO/sv98nsG6NZQWOz1/i3D8LrwvnKXby9iGCtaISHOohd7oYxuPYTN4PVYTyN8s/EXj
GANdBIOWeAw47vwiryGaZ5hDmPTDBOzeBab8ZHsANENC5fMsFRgsCfgucaqCVxcM7Yksw4IVFeYb
mGPu8nEEcIIUBwcze21sBJth9ge8X2AWwQi2XG/liXSx+AT/TpXxMuf4zORbe3wuiVQSbvTBfAm8
qH2PxWrTKmMeRyPWPoKY5d97Pzdh15kycxrZYv9L11G+BaBZXqfJWdjlXkFaw/0OfK8EMxdWSjk3
v+fFiX/LlKe0mLMI27YIxB2ADH5rfnENA84y8fIe2rUWcPK4/rTErTcqdh++mflWdzPIcgQ2lC+Q
3JgiEgMIIpvpno0gGCPh2dQduzXArI9IevocWpQh7eO19rsxeMC7pas989Oi34F3OSRsnuCWEcmS
M4G7pbcMnz5nv70lddcxT0EJAz5SzMnMT3477w1fornct3Ft4CW9XjI7e2gG27ZqDTxNmdBdpbx0
e5acmg94ig7P+Er9BVNd8h9JLMKtiMfjrhDzELyDIdABcRxi8thmyVOb6s+4W0TZgmlbiaSFMnHK
kNW8BtmLD6RsPiC5rX9s99xch87tX8uwYt3b78NvktGfbRfJM9y6w6ptR++RMFAhA+p1p6ifh5uc
JrjZTjMrjZ8A+kuX6QGmqUkxRQOrOcJRQZLr26cog5wb6S3tcadhCvxgHZ4p9baDZUPXdMGI5cE+
pbdAaH4RZMlrq+hSdzoqN5wM5bq69kEHGR6pzZAywc4MdavHDk/H4a8cjoyPikv7xcgGUNApZYpZ
L/l/hm70dWAhXOmYEdWkVP6XcUJ+eiHM8xY5+qhhW2prLL5g0sqmXBZ42PMjoP97L5Rl4nnGx+ZV
NkrxPeyGf3jYz9WtdycT5nN/81r90eV+Xnq9SP906zaV93mmprMCf58GcNWNAjUA8d4BkBIhH100
9aUeZvwalDuN9VDq88AL35C5w/0CjhHxDMPbJAhBwgXRCiOtzK58n2A6HEa2YpFZfhBjHjfOn1BM
JkB0qID4CLCNlcdh5PxxNVtSjXzQFQ0F8NEAvD0Bzu0jZteWHz2AUHMBZmb6AutAU+khXJpugRyh
Hh06OT4BUDTtNMqzSRaU61hD2ognZ/leMqOiAg7kwUXGWHkagOCn3UvWKmdg5+15f2fKKR/j8Jqe
ZUokLANmdnL5vj7EhnYgvq7EYFe3xLVnpf+LIsm4xtIMmzf9HM0MOD4mWA9PUMX49qyy18BF7JH0
3Y7MLaIfdGtFC2/E+E7DG4dnJ2LQNhHne+mwaKgXCTJe7AGa54HwmolZffk/9s6jOW4kW9t/ZeKu
B33hzbZ80YKkaKQNgk4wCe+BX/89UM/0UGgWK6Z2X8RdSAqx1VmoRObJk+e8Rmm7AJMdDVlij7yu
Rc6Vclpa7ERc5mhn9YZ/nhhU5ukmSyuwcP4qbbLuMUTwcJF3jjz19gA8hXL6pkWmfTMMVvLa5wDB
l1Y8RVqdOkqVyG+R0ak0XvWx2xoAhzd058jaYvo9JEd2SHgJpfRVbU1pZdCeXemmBkbFaOMnrYIl
08kJq1Z3nigAgJYBUujn6l4OX7POXGYauKihF9HPqFCTbVNWrNzCLKpFZjr4O+eaQMJejzdpYeQP
StyaV5GHtaXfUZfV8jvH94Ae0iWW7yOayyMI5Wh47qWeImVFtdE0PUNecGSG74mmVqTvijHehYA2
l2JI+rdcA5eAK6f8Qvk3uKX7Q214hBXi15n0GDbE3NgbAvAlcQvYtCLdhMpxJRLfgggvNe+TYM3U
2+pVfZkXMb7QVUXfLCvB78i0clj8gQUqAawuOCpLHs9MBLJfFMkeb33JNjeN1ssTros5dcokX6l4
pa18KC3reOhIexKvX3fA00y6bDXLtO11zhCp5MIT3fS9tpI0ubgdQjJeMEERXw4c3WoMC42kUTOH
8y6IuFIV3ehnKz8bqHyyDNAjjtTmDiltHUvNrjJubInmWFUOzb2k1ua9HtZi2445PVgjqKkXwA4b
F0Pa70CrV2d6XqavjU56aQ51wr2warYpnrqE/wLWVdKYb5JHpusVw1bKAmUdM+DKb/rqnBxuMmWq
ME0yJUo/3ASCW1kYEoL7FF0CK1S5HkNfThPbeAKf5F9w4chuFcSWKW9GU1LZYz0j2b1z49tCusnK
MFx3FhA8P87iW7kuftgVcNphJHWzfCles8Md7MSznnZJHV5EWL3eZfrUviyRSlzGVW4CxQLnzn0p
MjZa3EVPfmWeKV1WXnIXQQMrl8zvbZ5Hq1bU4Tsgrl4H9eXX+6G3hruoVCTQwrWi0l2nyulGKbgm
wADSRRx7McVwrcLhK6yzK+rz43ORBOG9UefKNWExHVntpvKiQL98NWK7egEoM+zH1jK3Dd2iV7Zd
+SRqrkyiSb07sx7H4Nwrg+9VFhsb2gPqpdWaA2lHXTduwsn+mAijvu3TSoD6lIhf2P0gHQ3qIc8D
Za9LkUzcU1AkapJvldo13cqqU8Jiz8wtc7xGkPmOA+PacRpk3y0dXHTIz5zSNr+NemneJp7oywX2
alm/VnIqSlKosOnwuYET4DjxdeTFFV3ykn6JTY36mymIZauGciU3FHUCe/V9KdWXqSgreSO82j9X
LKCSoBORzlYTBPI6rgTBbihxMbhKAyJYO2BjkEXcsuVANM1GL33xhL6zuPBAC98kRYPdWhgDfXMk
LpILKUuUb6Yzwsg1aScs5NwbFzIX6LXWWP6d7DX2ulZL/axtzereA3xzDvelwR4trp+oGwuAXA2Y
Yg045ioteiqtUFPutBAJOdsGj9s3ZU9dwAq3RZfc2Wp9rRqSd950obZGmW88x4g1ecxHw1sGdcZv
FjXBKlKtVedzw+ReKkCspflzExVNtqwHe2rXq9GuRBR+rfRhtMlSgFiCEs+32NCDZWOgjeVhVrHq
Jc+4VhDp2Kfgg8+HkKGHYFA3zQjwOqiQWR6tgGvgCF4Vg6dQ6r/55MznuSJJi6TS1HvcQnS4Egix
+XbhXTS5k91B+E7eshbi0SJB1/oSi2G6uhVgobVup+bUbdKBN42+jEut01wnpTeA5rCHLeRV4yZS
9GZJ0V7+EVVde6HrCQfe0MjXtm/4y6qUkmvNQXGzgKf8qEV+vanA0Vw4aRJed+QRZ3TqKTCrZSwt
NC5nHBE00H1bDtfUAux1Kgzr2umsfhUNqv+tIJF6zHOK1YOGUyIOt8MmKkz7DTUJTC+AF7/DTWwX
PmCbpTmiiKB6erJxYuhFi9hPzCttqKwfZhmz9nUh4MEMUPSAsmQkZJEV3Id+grBtienNJbrS6u1g
VNABVUPbU/z1vstOFN/4mt1vc7xWnkZTJKsUduCLX2gZ+AW9Po+kztpV6YSr0kd/oIrcyotGomYo
hzy4ZEjRawIy9Zthx81Fmyvl2ZBp+VmYjpz4Ggee1EvQaSxFX0HZ6EHFp/mSm1793gV9dI74Y/Ta
tbG/7kUJ3kc3DGdJcgKnkUwqEJOyHnfrhqjykpQaVkdI30MBcCgO5n7SPSuxE76Vobgl2et3VWfU
C0Rds1fw59W5aCKx90LLrEDxsf84TW25WNQOejB2kbXbwBk5uyo721CNq89sKkdLoirNaDblZQXD
ZXKiaTcoXWr7DkLKDzL34N0BwHgPtVXDVSBB9ke2fWtYOAVNhYl+5IDdS/xvftTRqq8VydlpVq+v
BotPhIlv0wPs+i338eyyV+HV9OWIN4XVmHBoTCvj9mPspUGUKofWWK+5d1h3ShHRroNV5mud8lxB
lHzIFbPe9Y2iLX0zDNAcy7jp95VBRVJQhymyAHBZ7rdMaKP3rpVZ5luvF0O5wnI02Xb90HFJ8M4I
8ip9ctW7DgE3/pTsgipIrcB/VaUOIlFRhCxopR/rYQmRO3gLjVTfaVlrb1SgzvRbnHSnRH6ODnfV
kU07Zn9WsCvJbqAO78vpHkXhZDgzyqJ99RzVu/cDI8UMwKEj11t28Vbqo7UxAhBoal8yA/Kg3I5x
Ty1Eneq9ZV9e/1NLAmXwdXz4dN+nR2yYw0WmA2ykRaW+yGYhf8dme9i1Wd9dj40aPeZ+1z9ltYAr
UsogNC56tcn33TBE664O+7XpJBpsAd1ZWQUAZHg0w4JOb7YA5p6tDc7JEMHAXHvRSKIuUqgO+4j6
kr/4Jw1qp8zkwN81nlPuklyrf0YjUBtAzITKJNNBzeUSuBKla9YqVhhLCfbquin6dEkJRdqmgV/t
KzDZq7xSMwpZ43tJLx/mdwo2s0s6ejdNapL32YpGD1VP4m8NTc94LWg9QAlMaQcntZ7T5aXHoy48
0qIL2Wji3SAk/aLspouzEN0ZxPh0F9VayN3ap9NiW334OFo5jUrWIe0p8qMbUopLuw7xiRk69dbA
j/ohrAEfr3OLjnqvAVuMtKK5SApA9TZgsVWbsjuq2g/vkl56MmNyx7qM1TPo/8FZFpbVfT8GPcyM
RL/xoQSdpaWerSy57jdRNAQ3/9Tqlvu3boW7CmHTpVZIziY3LHujodwD9Rgsb6TcczjRda8nOkPt
hYC1SgMT0loq6lff90IozgJWhIYB1oCuKCvNstTyB6EhXXNHGTcQgbVVMyRqvvhnCGymz+TO3Ebk
NNsoCIBxVNxr/1lD77cDLQ52PWA6N/JADksmhoKKHnXbkDvItoET9KeswL94v78RWv8iE88JxwfZ
xL8xkK/z9/SuLt/f68vn/P8D3vGktfi//2b2/o12fDXxhN/L9B+Xz2X4nD7/Y1/Fz+lb9ZG5PI3w
JwdZ0c0/ZKjG/2YT22jd/MlBVnT9DxIw4J3OZB6GG8dfHGRV/gMZKwszlMmW2EQy+X/+wWk8cZAV
/Q94jipsZg0ggKnb+n/DQZ6EN/5DQJ4MctGwotZMtDeRFtJn4h+KJEgjPaN3hcTFSZYU5I8LfRml
1KCKlGpXUFbH7OxmPHg+k74QDHh7Es8yaZf8TnrOaWymWqp0NAeadsM1eFwFRZLsP7yTfy3Oj+xq
5Xdu9fTVINqTLsP8prfMr98/RskBmSaq0qKfOXWOomSHO1e/irGtWkVS3y6CSvURrBD7PrXvzBjs
yJEn+NvkogKmIBdiTWJNhjmR2T/KkmQEmmEch9JFS7/F3Vs4my43jA3N/A60qiHOkkRWV14AAykp
WnUvCQGlMcO2WCiUTgyzHM6bQBOXSq34536b+y+a2QZHZmpaTL8vAhXlFEPVkIDjhdjyTEBPHgM9
MhU9dSMtDaA/AG81Ul/adind2VEdWxKQEeaVoxVX5LIBbML8uxIE0TLRx7caoYLXVK21K1yairPE
i/vLwMMRFrwQvZ9O07b0FaKNbTv5TpcbF/Ju96RAEVrYBjDqgC7BUtRy+sOM+rsjr+Bvi4ClzfQj
0Y7dugo8+/dXkCaDNLSaHrsGlb2zIgWObQF3vZA7v1o6ZSwv4SF2V3SMKMSlg7xJHSyfvn6Iv08v
GvogdScHUoR87Nkeyyqzw7Q5Em6X1up5HBuPkY/zqtaZzWYgpR4pU2lmGRxbfn/77gbigQ6/NF4e
HfzZa61lp2rNNPHd6Ya+HG3lMQ6afhlEdG69qHJ2YR3cWR4M1cQHzCaVrfTnCfGbIsXHPfhLWea3
8AI1hX7EpD7Djv+lv/BxB6SKkwGLT51rK8qqLRUBHYzoSKUwhS1me1a8VYY73Y+uKxUGAPniogpL
b6M06rjKwiI7FxpNSbuNhxtYZztAxls1nTpLtfKErMGyRt7dGp3/Tu9Hlg1UUHULk2mTd2bI077+
ICcEByfvekl1rsvQse4Go2vX9VB4RzRzftnV/DY5jI7z3BTCJ1UkYxag0CsHgGPZ43UYJfveb6Rt
r7BIbYj/jTAiEF9l/6zl+kvYWIQt7hdJY1tHtGx+rYLZU/DRtjW9H42TYFq9H76sJMogbSEtXqea
hwpL411aWuw9tbVju7UHwpQGmYDrnUTU4iO5fTGMwgxWTW7BdUsKkX03jMugcjrYgaNHukg66+xL
O6LNHrR5vwvqYjpL9PLH2JTa+9d765ci3ezxbYogjgpLjC1uzbST/AxbyVI48nWQGBelBBa70lhb
EXo5A6CjAcgHXMzokhJIdmmFOn0d+jHe3moNWdvowUR9HQLlh9GZ1SWdF69etNrgX6aePB7bkDOV
JBkzTc1QLNmYrCIQH5kdfKrTi6RK2/paA9Z2qxpGvaU3YVXYWSs44PpSuWhT6zwd8v4+yegRwWTN
BjDTKBvBf6fmJ3SYRtx2ovqaqmGxCdIUuP+vKf2/tO5/OIY/rK7P87p/nGfl+/PHVO7X//WvXE6T
/yCUs9pMPNs1YttfuZxKWmaxe9CqQOWH/OavXA49GVnmTo17JpdqFMR4iH/lcpr1h4k4jc1SYESL
3/+bXO73vErCyZLbN0YeszjSYUOYT9SEW8eiu1j4vrIN7FH+r4Lif0bXfo8PWMECqfEK6SaNjO8J
N43FALnswzx/kqsdevLZhqiUBkkcmjO33P6uQZ7bq8qwjBMHnx1/Gr2bIlFb7yaNox85ZzNtYGQD
TnvyWV6htRUtMI8nrzrKdXToz5ENOKYLN8mI/Se2/TXlkzbRx5DsGKNO3yn2b+k8IcbdSdlznMpA
k8GvHMn9Dsy8Mov6HZ8gjSMfoQxNf551YmPFsndEnPHQ4LPz084dqLuR7d3Q8KVvqesP2Niw5/66
cn2yZA7NDfvs49xUAKXGIQydG6vNqIiV1A0NJcThJ5CPrJvf07b/zP70yR8OxDrr+zHl0L7xrXzE
DT3Pd6VRKcveCGtKEhMBTWleJNkSR86HQ9M1/fzDB8Y28LA6TuybqGmuRrgidL704Ugqdmjw2fY1
HC1NU8O0bmTfRJCoxVS2NB6/fhe/FuRnC3W2fwViT41VNe1NVShrtaAXNGa4ye7V+sEe77MSaRbK
peJaFNEaiRCIMLu4efU4fesNv2fOK/jvI1905gP0n/c22+9FplT6CJLkpvEKqDHdZvTPJbRpokuT
doKhvfQ2AhPSuOCi1dpPVicWKVs2LoozT75IHDjjf/5RtMb0bxIwW0FrAYQZsH/9OQkWHZm2aa1+
Nm2z4CHbpZf0QdvegPjaa9rLABjBZEa0/hxdB6Uj0UNAQyptkM4bqcmXaFktrLhfyqkDRKo4lgJO
r+mT55grf8K6i6RSHUBcJRNX1YFBVizspN4qJjMEC1+lakxP/QaMPuCDBfOTIe6HOzCSx0tPJ5Wq
4QyYeyE2cLAXlLe+niHrwC6XZ+EJgK2AsJWHN0XSwqcvrX2HFoxNZUJoUb6oubd1JfYeQZ7fKVLc
LOKqhbtoRA8IkF1UcvEzzJ2LME+eHC28VQfpsnHCp77y76UKYTskkSDmnnUU/cpgOLcV6dJqwOr2
QbWvPe0eIMyLSORVR7sHBZH+B/DhdRAXKycIzhsJ+Jnn7UhxQbaPV2bd35EXnIGI34JTOJcCLJwl
+WyasRCNNTpDV1XbbEdduYmk6keYFpdpjvWsphY7B6h9EMY3oYlwZSFBYY7R74njh07qNpgzrUsD
swcUyzZq3J8ZYX6GlMy2aotzpMeuNCW9jeN84yM/DV7ec+ngnxYF53cgpUt89B9E4aotBxzCiz1U
WODtTawml3KV6sB8NDJUWPVfv/MDgWpKrT5GwaofOfoHWi6gEjdqWNJMStanDT2L6FGH6IVDCdXV
OxbEWJuoYuTfTxt7Frz1LBG2mWuFW0DgXgSmd2Xb4e3XYx/aBbPY3UoVygOWUbjUFiu4MyBXbyL4
qtf02ZxjRgCH5n0KDh9OH/gNg6X7Q+UOnXPT6PFZJAv36+c/NPQsIltlpTiI7RTQvaRmMcbZbQPl
YPX14IcmZxZEJaO3pUjzKyQ07G4pGYImTyXkLZUk9aR1g9bp71PTU1/JC1MpXbRYXAzQAXGb6TEX
qc8nR5/7XTe4v6CONpZUZzhvHMMvd10pjhWBDo0+S8HACUYYjceVG/fxd4s2oWn6719P/KGhZxs1
cYIhlIOmdBVolPQKRxc/lvzImXRo8Oltf1iNli3FddsRdmJPoeDIk2N9YJ20V7mA/z54pElpNjXt
XNE7r2NMBykL5SO50KEHn+3VWC2HSM/C2k0qe5uWkOwqoHpHgvGhwf+2R4eqEDaDq463oeE2QkCu
htVp73O2Syn+l0h/2ESZAigkugXGKvIQ3fx69Gmv/D3H0J3ZNk1a8DAdzBOXLm6DCDIWLbG4K0R0
DqzoZ6eHZ2kNb8egT37Ec+LAZM3LrZVpDqMspsnKxU/W01JLIdd8/W0OjT3LS5zM8kUHFNlVy5xo
7yDzlCH0/PXgs6rpvzNYanK/r0+UUNAnzuHktrWVPlN8l76P1lgt4taz12PRA9ZhmSFSWKhXNjZU
3qJAnWIpDOWWlKG4TlvD24wWSLJ+NLWrWIYJk+ao/0l0YRYgrbsLYGZvwgQeZLaKedoCsmcBAUyz
1feSXLugl979Hi5s0x7zCP78MobV7e9T4jWJVzrgxl3VEtIuMUoLER/rQUY3yuzi8qKBs7yOc7na
f/0ODr3g6ecf4s9Yd4mT0p11+xh1jVIWC6VGfe20wWcxAiNZb5K/5KgdTG8plVa9qGxi89ejT1Py
yU6zZ0FC0WC5I9tSu8hlhLAkjORc7+pkVTWKctKBrtuzUNFERqXbpihxaqYuWfemjvYeTcKvv8Ch
uZ+FCq/QcmANduVa9aCCG6rezAFFi68Hn1Xd/9pc1uwwR5R3SEKIXq6jOPperjMo/l34auGwvNCK
fFxHfQu53A7E5QBABayYVqzjADjM1w9w4NtZs9CRWTFR1ixLd0yq2ywvz5v0mLvnoaFncSOTIr0s
k7p2M0t/zWX9DVTa29dPbU6r55NVNa+vQw/RGm+SmY2yvtkrxUATQEsd7qsSJGsffZFVDml0JSLr
0QwCfdUVwJMFwepMQrMaeUs4s84I/R65oObOSlLpEp6gt+lgeXK7GSTUPT3Ah0nNceyJcjuqZrxO
c9nZAoP8VrReslLGrliha6uuW2ksFoEdGAuiOlQBpU52NSCIFTw+bWMjroqwX1FAhjLyfQCVfFGj
vHglOSBagKlVq0Qd7SfhSKjNBfDXNGQh7sDm1k+e6IYzBbDzCsjGsB5s+bUZqmgpd1a0GkSVL8ZO
SYCfmNBXTefJahPwwZC9UVtu0bzu25c+RBiiSMITTxtrtiGqToqHoc8KF8yrWKHPBPa2PtYnP3Aw
z71FwDHaeiva3EX/MlkCvbMmRPo7aiLUHJB3RJgl9wI0zrh5jFlwrDl+IEr9uvF/CLBtGeiVL5u5
SygP9jBaoaA7SbHv1Xb79ZI9tBumn3/4BBVpcUGTO3e90ruQEsVeZGp5zDZ7OtM+2w6zEC7ULvNa
AK0upfgGIkwJa8GxJCoH0rBXsOo+7RyyZsG8H0WSy5ZSuVVeXDel90NOs29fz8+hNzAL4n0oEnso
usKFCqt9t0stuU3lEaVFUxzzRz/wCsxZrBvGQqRWOOQuitIXkMnfImEfybMPPL05i3VlPqhR55Mj
lXGontcNlLcBTbFLg8vxaQfp1Mr5uIAaTRUWEtSmq4YyCqXoiYKALPMlnIv+pAo5LcrZR0iNNZSD
aromMEjgr8N95HRHnBcPTf5s/Y+WWYRtzthSXDaLJiov8+q0yj58kt+fWwwd4g10v9woXpbGNjjx
Mvzr9PmwZy1hS4OBRJUbt/U+cbpnX3NOy1nM2XJX+94swLmbrhU6sAE8XyyiDjW1rzfTocmehejS
kUZvsGHGF4ECFR7VjOWgBEesWQ8MbsxSFq3rW3wEEtM1pCxalXF95Q1SduTJpw3zSSQzZnu07Ita
baBfuIXc5ledRyPFd2CbNo6C+qCjoxRhwUX+epoO7Nq5/xOMXtxLW81w7b6AChJlISj+UrqCVJOe
dkeewHQfd63kOALKo2K4XR6iHFA8AOB4//rpD72H2W71Q8DseTnwkgtJIDJfIa5sgJU/bfTpUz+s
fduEDxy1DQ8+eO1CsdO7FqLIaWPP92uAOAMsmtJNI2DBCsS4INefvh5bndb4ZytodkaZgF3BEkEM
7aOLtLa2si1Qntmo6TcvQHoyv+xDYyUr2z55V7WXWHuU9fFcMyHuQyDkb8VZOAr0zo7EvV+9y8+e
Z7bT9aDPBhElFkZmsE76fmkjSaeA4x4caG/eBY0Kvbm2imgv2qs0LeElER8LfYv2X1RMTYziv7Te
+uu2MTci76IoG00zzlySgw1cIQ2yfdQc2boH1uMctJnqdZhzlcxczzYuUec961SgI0fe6oEMR5/F
hQA9YzQ77MS1EXd6RdOpmWS1ninOh5t8nIQsCtQqkZd5Cbz2m67kDwiZ2rf9MGrL3EDJE6Q64roC
9anWpG+VtUq40nK1u24V3b/JKv5dVdvWLsvy72Elt8iJqj9oNlxqRREf+RaHZmiWJfQ0/43GK1MX
3vZPVUVKA8/e8cjgh2ZoFmnGJAOsr2CSWfTxJYqhICK42KE3mDyrfnfazp1b2nV0kFDm6GLX8vvn
Bv6+2T18/YYPzc0s3sBJQrd2cn30emedOBFw8fzYvP9yQPtkD+qzgAOicCyQe4rdhp7lPsBp6C7X
suhSldD4y5HKRGCwymGJ2UW5qn2pv4KuF98iJYnwfJfHmw6S3wpRYvMlCLP2wtZSeeOHlA5rboJg
IZRvhtqrG6/u3vtSQxGrg826SuC/bpLwtI48Dm+/h2Q/RgIfwz8mv0aCSg0wmDuxWDb3sIPklmox
5DmXXbRFkvvBqOMjAfnQi53lIvigcnONa+EKO313cudJMY+E1gMja7NERO56UG1NFrl+afhrvTJL
WOvV9qT1qM0CjmGVYDHHLnSTpkvWil8oK1S9j23WXxP7yYrUZqFASyUjH+HzuYm1aVFsI6uhOHaT
Nnta7snEUY6QjsqeteloDyFHIYmqIxqAwAylOaEATo+NFaol1A8ebD3YQKxZ+E4AlT5YZsod+3Q5
Bt8EmjN2/giwgRx5ITT1zmuLdUV1kk+q7aeOn+Il8OfHKv4xGOehNzOLRZ0sqfD+4tjtR/kFQWrE
sPF4PO3FzNIeutFKpIlMuGWb0SvHei9UT3znsxgUOsI3oR4I1yv8i0ytrvPmtLg590SEWh/hIZJM
cZOSj42Xht/H96dNyCwsxASYAHWHxDXMvae7xYnn+YRS/JgBZkkMG8Lshau1GE84wMr2kKyszWlP
PQsLwsP7q5EaRs8KDF2aJ+pyjycNrc7iQpoViUhK7GXkUaDb1gjUv+F3rk4bfRYYAiOzzb5VBcIs
kOqqTADTV50TB5+FhTxTTcTwm8gdYv9RMQPIwZMg3GlPPtuV3tjZWocKizvkqdj4kOA0Kzvtdc69
R4Uug38jq3WVyKnWbYc2duIgAXvak8825kjVyTeVMEHpTceHKX0Bb3ysFQjK/fMbgzrLDjw/F6Ix
09CVVWlLIL5g2xvmA7HWKOy9HJeYje8rXP+I0RA210H9iELuWh3U5eCPaIVzxU6kGx/5Xq3RtiWS
4131polvjBBTGNZi40JlFLNGG8NsdtR+F5i77TXlAjIxdoAs0uwx4/ZpEts1gah9jQjs6BLA89TY
Zc2+lTdTqK6sbpHL0ZafjCwLqZP3nB+FFmAg8APgvrUs60v+oypgIAB9qu3hxfbeZPte8ZSFrl9z
2b3gMNBG+63s95hxrYj+Ei/LRuamiILpWMiayTdK3/LphVWj3lgser5ImN9CCBB8Hyl494ac9/ta
NchT8jkMqVALhoC+aAG1IwmHxyvPYeArYCeUcJM/pxGnYrnUtrVO/oIYM1z0pMWJYhN5702bb5gQ
TrNWzs+8WMcaVUbl20MyoDir5Y3j+fx1M51xAzTOpI2vMwWh1L549ByQlvmjauxF5180XGuUZKKH
m488g099xY+Tnao8lRWaKKnxHZGLcy9FDKtIcRIK1lBdFlV9qZoXFg2kAFFMkwpqU8VLHwHiflQn
x6PdNIUKLm5cyhp505Qmih6buv6OGvFC7oZzWPerOAA+mK9EDrcUe8TmyRYm5kYO9gzyqjixqPCr
U/vhbh50tHsdBK7dKvLxH/SMH4hTLL/ealOk+SQxmdNzfNTOEe3hGmHV3TdsMCAt9Jj7aJggLMIy
qNE4Q5/o68+atu9nnzU7A+wMhagWTIgrAv8CvcB73TfPTxp6DlYuRIGMQlMJ12wCfW9j17bQe6s7
7cHnOOW86R0TfVvu0VL2lHSomtXJkRqsMkWdTyblF7Xkw8staFobRqeFbsraD/pgieXTGRssaAw0
hDZTxlOJGzRv6zbYBaNypdQPX8/ZgVevzM6HuK/TuI+8yLW1+Cc9L8n1nCr/lpi2+KmFhnNlQ/k9
chYd/JqzNK4cPN3MRzN0bd0pzjsHqYi08hCPhI+8aBqpv0ztKFz66GAg2I4mN3tScfY5BD30uJRm
H1q+cuR4OfTFZ8cL9uRxXMZJ6spo0VzCh4ivkI6On0JZR4VUH3x8xOLqxLUzvfcP7xeBGnQvhyh1
jb57LmL7KRn8569f4IGD7JdB+Ieh41obkxIQi6sgYkZ8tvyFg9zncuKp72VROjvJiYcVmtrZaVew
X23tD5+INsfg2b2IXXSW2iUAF7qN8YmNxl9U2g+D25ahohg6xK7osu8poijQUn98PVMHIs8cY6zB
H5ZsvYndyadKMdsf1DuPLKZDQ08v58NTD40k6khXI7e25AevihCTNI6VwQ6NPUsPs6gqazlTYnRa
5UcMkzZxUR9J4H5lO5/EnTnSVfHsrIkdPXRLS03O+kFGHsfAd7lCCGwdRGroL6TUprucSYU6GTXc
TAQ4pGqNJFoFuAFvsyxQsaKSkpU0FO0a1yK8PXynWFFUUHYljigLvfXNjeBLrDpVSQVGI4V35Asc
ulLL84hSDTiV5k7gNvjnCENs0HxYoN+EOZO96NMb8pkBQAV/yBhLi5Z+AqlWZz4aKF1FhjtlVCNE
Ik71anRVgf/IWYRpchyhfIXMkHJXm8laWAnWiThH6espdWhtbzllW6H2IxG3TdWuNHSFoCXv6vZN
bp7a5si5cOjVTz//sKzMxJJzI+LbkfiGw1Y5tslU6xcE7bM3P4tIpZOVHdXRyI2VPLgbwrzZUDwd
73Wzs3ctSmJrbMnLtVASNHBxsdimEqpkk96itlVsGSUJhPvJcDBLdbClUJfALJIHoQbUK6RKx2Ou
UpJVWHXlVVeGFL1Rt1q0VoRwSxNg0Op07VWfGQIZQVuBm2Fg9NiqGRJFZq1s6rwT512dVsvST9Qz
uczJRKoobTcBmEPekC7d25lzK8fyyuiV66DGRkvrkVlHqcxY1OMQI2CXlwsryCd9+9TKFmnaIpkf
htqFFDgamfyANE+Dbone6eNmUFMcGWIp/Ck1XfRsI7b23mZt/h7kUXU9IkqEaLcj1g6eKxsg3Ejl
N0rziN2yv2aHQCvtrZTiMn4+YdTLFx4g/o2Z9/FeiyR7lWmo4irGSxRow9pDe2mJNGOJmEjQn4Gz
s4plqkbYETr+VhTFc2iXLQJ9rX5p68m7rqn+QzAG3x0cBB8xCDTOMZD2tp2uVxtDzpOlnEQAP1Kt
a69TOYbLWffNbjAbcxUDUFlOzolnOvocK7AVZKod4ulJFj7EYZlfRRKCZlLsFQ/ciSxcqOzcfNZx
o7iO6vKG43pZS4G+GwrdXzN2ulBkPFvF0Cj8A7rSCPh32PplYh1bln/tiSq8DjH04hJeSwsMhX90
PYK4gyCMDAma5m0yqKtSmqj2COXdSZHFPs31nwCH8E5V/fR64ouDZZHumxhAtfB7UIItwnFnYYsm
2jCGHtpJkSm9IO6orrS0wdAOmcGdphTSwh+1ZhMmlrqq/KDd+SJV9pGu8HYQxEFduB78vZzG1tbU
kv67jPb3yil0fOPSXt7WDhgsvHcRyMUXcC3j6uJKdpO+TP5DqLQACNpkTR6deWbkL8B3k5VZw/At
TmNsMGQpoL6PcB2KTrFpV4uS2Ap8DDnFpnZAIKHeiXqXgkLRAvnmLl4i2D9eOJyhN2Wt+++16WXI
FMXai+7rZcK90MObFpXzjSNhnqM0srzNPNVeDY6E+Y7dIwE9ytpjYlQaekGSVz9HsWbt0y73/x9F
57EcNxJEwS9CBLy5Ahg/9EYkLwiKK6Ib3nXDfP3mHFexUpAzQJuqV5m7ca3WpBAmEidb6fHXdD2e
0NYszyHzdt9YTnTirtwu1Q2xtQLgOEBms/fazwuQUyDzqODCqPE6BMtaLdNxA5J3GvADfWceMoVu
DkBKtVW38EZM7nkOwGsOmguv4krl9Jha7Q8PCGFki9MwgOivF0jCvQw2RmWiCMSlaM5NtDmfoymd
O2tTN53zGsmz4sXk6FlB2DTW6UmMXbTL2U0O5hyO/a6Ygvrd0o1z9QwXQwRAbzpmKJriKKicf14Z
1n5SOKbaEzAZL4OiXEPhVFr3QkRldtTWzYnXmUt52RwPtBezPNYJpUnzEPZmGe2AJ5Ad9bz6fW68
4lAzUfM2jTeSvuf0LbwfES6YoOpSxG0vmaDZWgaoNmFzN0Mos70ABvWTBeLif6O3MbESVt3qp5O3
mOsNXscQQhjWFuHX0GD7sd0WSKjf5Yoc+DL9FAa0Sv4hT72rqKSoVQ7zb4cVAza4upnptO2op3Ab
/Z227XrbVVEFV8/tZ/QSPUaTBV03IvCN0cFMdfdwNfVhm1pn53WK6So3GOt0A/1wLiR8g9rjt2mE
VcGXdXC94eneDXglr/U2Tpd+tIxd3Q4UMdsQWd+GcwSF55LvomZWTyYFwnQpfHM3TqTaSj1HiWSC
nxo29kBIYe2/Ypq275FsXOytW4a8Qyaq75OsBU+0NdcOIWGLBZFQWcMDv+ADNYJjMSo7DYx8Tlc/
guskvdmNM41EFD6mKf7Cc2SSaTa9Rye3/C1mqXBTZguYpesmFLQeoE6IyxhcbCypylOAWUEs7CpL
bAkSRc6vI5zrTkzow2UEm98txsm/t8bWvgG4pq9pntSfGY/oNSeKe+wDtSBHzcLyBZRk9iQmqama
DMhyPASCqbIjAVMvYyordhtzQdZJz6bDfkiurALHKn3r21m96e8KFzZBHtTfTyD3OKrn9dldcKs5
YqGCYDUI0Vreo9HrO6hqjv8A2HFc4tJvOd6s9OWbDFGPGDQ0SFu7gA7q5g2TUXMUrifvOyDXv4Xw
GdNblodwzDi3yNF54LdyYGot878sW9cn7YZRMnWR/gtRIdxvqzb+uGDWTrPqnE9V44/SNkBo+Oas
bRiQ4rwwvyxZ/Jh18ADGBjrPaDlPVetuoAs0WjRLzWjospfZZgOoXcju4QhUR0dekfph2PHkLSpV
yvve3NWNbQiESWgvFZ44ehihMDbUVFD2iMlND2M9j/G4cazU2gFE7SCOlhY6nsqxAQMyOhF3QuCf
AzKOfNYAVlgR0cQU4yUqwNXOqTVea/48d767poAcVicWo+kJNtzuifPMj9n44Fm9m9Wgjow7JueH
U006Nq06L+TQupB1sfdRX51WMchDPdx+o3zK94OwrEMIB+fTNMMGofkU3A9GpvdR2ZnPs19ZOxp3
5a50M4dUr1k6BzmD9eVmD/u4wZPyinXbcfbtaFWcs5QBXd0JbJH2SpunbDMbgpzrsFfKnxNUiv5+
dcLPQaufFhMvrgI721WA4A8+Z/edU0sjrdAW8PAv9RmQG28E72i2s+1l2gelwniUte60a20v2usm
/4cRGqJ2ICsXomejZSJrlABMTsrh1V9DzDPcBFJhIYYH6FwexqhdDyxG1PDc0TwMQKqT4jabKS1j
OzuWxhHTzUyNdkMenXTVO1eya8+uxK3pSq+PN9fIYocBZpIO/b/byfaeQV0VI02CBI8QLYc36nKT
aO18SkcxILA2cRtLr/MOhgNmvmsE7P6Wd7pWQD1qdpJz3dooWjAsXSoj+hBb4Z8a6RrXupvfclPj
YyLte9K95Xz6ETaswi1/h1UHx3Jq34POyWHhWorSaUk+ZNg84w0wqvFNBdRMhs5r9g3HOex9UDi9
IcJ5sO6FF6rPkR8wGV2rgUPkWcew7bM3XwG/39g+09t8J07qFxaTOZ1APL31myl+QjwT6GiX7WT3
eb8HID6mvLFtDLtv4eUYI3lwqjE6NFCXE4bsDUQ1i2Nfm1m3+74JwDs6mknhaJhgIFkvgEo5KEbM
xnZj4F+xW+aXrvBL6o+Ncy44m+CpHpoQwOSw/IuwiQfJPK7i9pEBDYgNF26dxQIRd241B5xoIu5Q
Rrgmavaq+x6D4tXvF06/uaUVZuYlfG2HQak4hwX7g9DM2vt6yC9ggh84M9qvhdbviPyyZCb2D343
N1NcnPVzUbacNMiLoOBx4Nlkg/pnois/55H89aPO3DmdtN82v4UGzWg7YtTcto4CPD/J/iK4q1p4
/NjhqLwDC12vWc+VImkq0d/27D5ulV5j1sqMDwYujzn3poG+I2g+ywYHZOKj4klNV5ashfgERBGF
eyXH+7XPgwt+G/nl+m1xYMjZj7e6rtJAivW4hPUvNXzuN2oUl5J196KYMNkvE76ZLGv+VV4wJcQw
lpQPTNyvDgquzOLE19l6IHVqrfuh8DYEsk7EAEQ5xECKqqPlOCyLrnDp2s6qovq1/YhsW2GdhsWS
rIaM5A5+L8uoiOxhHw2mOyXCxRVIwxs2p+g+ajMLr8D6OR1yiGE0t/xpe41xYm2RqJV4kmJaNCS5
tLsxWd6YnC6GyIYGnddxESJ4zW+zvW2wLjtDlv9cgH5PjjOsO0WBdr8gypvQPhv1K4jYmhGImso6
P/d/qqv1CbO6ERd2EeyXofMPkCLqU18FEedd1QAkvnkmp7n77H0MLJ30wsQJNjzDVMchqcrlyGwd
qCc9qwNOvPE6wxQ8IlFq7tRitcdh0rgNshXzKZn4pPBVdK/gZ70N7dRdvWmAw0sUII4mHqmcgQr0
3yxvgJ8rLgP4WtuW7aYwVsyYus3vS8wy7PNZmNB1CE6+0zXvIV5Qzg2+eTX5ESAYSp/4OSdifx0E
4rhquLdEPnGDpXfWu+hN3KUVKfxFLMGBKl+KlZ+AynlwYoRGSL47I0ISAXI4XnTzWY+T6+zCNg/f
+ymYinhZ8a2EnjndDdm8PVQcPpKqC9zfjboC4HKBE4J7bDa+6hXFVGgu/n95Vlog8oMhKeEXkyQL
UBLkYtlLz/9o1Rwm2oQ/4UbGrwvFbw8QxgH+mUFpZSoMlDBT069Rzq6H8qa+5K7yL2trWmnXRnBj
KxRL/HrbHmnBrUk0+WezsYi1dI39t4XPOzSMfA3cGLjeFNbDvGE+jD23AXUtx18iBt9e6ekWf0cl
dv0W/TdnQu5qS3RxZVvqOI7s2FMH79tUo3nPTRjUNQSZpBx6b7+WrFChGtcHDY0ZCSCmgbnI12eu
UtHzahuY/wqx7JQxy7Qx+YKYekACAKqdLtSG2SwLmMBww/auud1JPFtFO0zp5skwQ3/noOg4t2Gw
xai8vZcq5ErPKsQlbzV0k4Q8fc/d2IpdxoADiR8d8Cb4zksDqNSMuXKCyB9aJtZgUSchobz9ZKEo
0FikE0Tp/XuxLOQ2WMhjLeRvnq9ToqcOYOscWilTStUeondzKBqlD632rd1cMBnc2EsR53rp7rU9
SCQ9Y/cr2kx+VKXML2yUwVvbT+XJ8Ozbdb13YxwSnODzLMMBMHB73FR7Aum63oPoyxIHlODBwd18
n/GvHhZTb0fOBn1qhcQgsxtwtlOIaBk1mp/o0fLht8I4jtre/lt7x08hZdO87aLtUa60f3RT/9SV
NJ78Shu7bmj9t3Crs2PH8fvSU/2Nw43LxFJnaxwuG6cOJ5R7t2BGimFZ77Xu0DNslZs96aEZUu0x
/1BzPOGUXwmJ2NZynpE8Yk0i33TK+21gHNDTb8w0c6vgpnHSrh52fj9/zK7PWB3oabqIQUijMhiP
ExsUslWpLhkthViuQXDvw7DjYNGEd6Opmuu0oAeb/GjFQ13n+rhaRA6a2h15LprmYA2UrPxcyw+7
5mNqAg8DYBm4sA3UVwabK2YbqD+Rto/7BkXjoN0HW6/RYVlFlcJ3Le5HxvHioJ3tR1/0j8hhTR9j
yeKezVaoEYK3GdBEDQyxn/rw3W8DCwi3/AhBfNtmMWFg3P5xA/uoRPZZjlX9iz4FSi6ANRksZqoW
haXXBz6M3W75MrPWO4WMge9K4NSJY2NYmtjnXulGo/ikkLMfZVfuWrFohoK0vK6ewRiSwauc+1O/
42X/Xm1RxtQsPN6p6F8G4JVSGcZsa+IeqzA1nCl0PZWk8G4o5WaHbQ6/qT0hFq04Fe2UAGVRqcp7
HezBPrcNq5XbzMd16dWztS3GvpJ/O5P7aEik8lC66yPXowBYHsWe4IYnUlX7pxD5g1trnuQB0wNy
oeXPNJrBf+VIDYx3rgufSzrPF7sw7GfhSuYrHVW/Y7BzH7NpwDLu9MguQG3vRD6Qci/RoVM4sZDz
ckFuIaeRPYo+RrXdO8K9ZC59/DCr2rRcbLyULUKETJQyncG0vNWUG+5Mjqb/FQqnJkaw4qinNYon
Md6VbfHGZwYc1+3+g/TXU06K1G6ufRrS7fS+TuELB7JHWAJcmy37W0bV61Q3xYkwb5DgvmvQ3XsY
zraMrWaZqUKszj13lSnmZblDX59kc9Ggkt6qE3KXFmGcGRR3Shrj1WCmh3pDszxOVbh+4dK9HTIG
K5kwWyLQHdK+9XDpRddIFW5cNkaAhTBT/B343ptaEUf56IBwo1DsjpR4tyKImUV4BVjo7KbJ/wCX
+Oa63vLu8LgepdUOV78W/iulfrk3GjEd/AkXw1BnIV+nl2ZKHdoxrP9TubIwmwaw9ibHbM/Cr5C+
NJN5dFvHT7gM9HG++sgc5ob4SezVRLLnznm6GTDNJgx3TiOx9ABIORvOCHGA+3za1hJlOHTu1BSR
e6xxN2GtrL091PkuCTAm7CrOQalvGAEEdLh6Vr/Uf3oR+Wdl0+9VAi1Y0RT3mz2ucQAV+USM5Gx2
N73tKNhHrXkPTH+9QjQ3nlAbFW9OwafONx1dQhtltIomTgGG/RCEFjdFz+P1Cmt4YA03SE4DP97U
UtluXaidzfrAuuWnPZvnXb+5F5W118CSFv6ynnBFowcsm/CjM2f91mspkrrjkOIFpk7apa4Ohltq
TgDbj3+rQpH2ewkGFQE/BxMdhHBw6StJcBvDjzX0H4a4xRJNea8Xon60OzaqpNbTUtUX28ngE+TO
+1YHYFu6CL9CcO1nhoXsUV2HYUAdyGMSoya5ji1epTLSKDm19eOwtfVLh3qmRg1ngt7MGvWlqaY4
nEGtJXtyvYhL+1avR7Me5B+MasZNlSgeOi4UYMBb+wJUzkPyHPqJH0U3f444B5t99kd6urZ16HFg
W1Q9A6t/E70dPmLTa1lazPCMORGmt809bzG48dmGZlsOzbT0gZKafnSSAr2EwDoXB+VNbuUh1CFg
WvxYCv9kZ77xRLAFGlJid5yC2LLN4zxByYJZw1nv6IMc38z8e3QwbFftPdpUcJHGgubhadx8SNrL
QQrZ056YSXt4Rp6G8G73hHGPSCrqJDCieOub27nvg3gw6ocmStFQnM21ftZbdg5DozwGIuqoQijq
IeW2653oMrHBTVO4X8kG582mYfA32Dzr4aHoHAiRDYzvWr3RPH2ErXOxsuVpHPn2GxfDplV6blJX
23zUen7MiULFbSFVunqyeSzLqN3Py6ZfwtynIi63j7yxu700voeu+N4c6voutIObU4o6YgkVn46e
3IfBgFyr3s7tqvVRwMaNZcGjIjimYdWNqu5dqeK1ouc1TMFb5TZpPyJZWozmMyj7f/lYkaRms8ia
yrpNZV4lGz0aVuvOaPJnWizJVm9PNpD4k23jgppsmmlbj2MorMX7YqjfQjtHlDSw6KOFC9DwTLmg
PBT+HKbh1og4X/SVO921ms0Jw7F1XMjBJmWZiSQYo/JOLKZxHwh+fGvedm5hXnqSzCw9dZkgeI1e
tsmECSr5zPBiUAiF27FNbpX0vQenXr14am0SJTOwUVGdRgOVpFl0R1nmpGPt2qcG2VRxU6npT4+s
b+eKDLrBKK5lbx6R93wwVWXuZotjEmc8Bed8jBJdZVSf1uWu6wjvWsvfwZ2OHCQN1DY1xsDixx8i
PFKTUNTBhmO4NIemk59FL6/czy/eyt6fTaJ7zSzn0gf/eZ79pzWHs2Pm6bA8cDRIS0kxxI9KeSmK
iVQwpXnuNbM5I4JrRvmn8ZufEac4R91yPzjyY86m4OIuoT6HEzU/O++du9pun6nlejGR9deSCns8
zNt5nIaJhCpj0IY1G4kdzJ/SZnXpnemu7GiHetOju7bnsc0/qX22uH+/o6alAIZkhNh8H0POv5o9
V+pBWtZJDPbNeI4veUDYIhlu0cp+gPuOdmGw4LjaQXHqFbMa0fanjswxdufusBJsaeBaJYpeWhK4
Xc9zZrvnbcv3ef4C1ATH3qM1c69dwi+W+7vM+TePVYcT3eK0p7bpbgmQeLjV8i93I4VinCVidY3f
0jGOlu33J2ZUTlx5mhNJr4JWi6r+zllbGWdtraF3YDymoJC95cGQkgur6GhXXslB3lEx1/S3zohW
9pXQyVkygyUiyxYMX6M932SA663L6TwJW79lt1fVx59BEyHg+mZ1LocVQ5Ps6SIKtBoZVckAu9Gr
+3Xgil73nCC47pev1Pf/GZXRHQ2mSuHb2mlVdk+YPu8Vfue4lIxpCsDBO0f7n5TG/dTurN+xip59
4oNWAxwuF9WUUNTsd07W1oc++yv1wo1HtSlWrJHyY/lntWSYuFWNu+9KftxMTITh5cg7izA0jwMs
qIhtY111/xTnP9OGcRZkVs9JtiEjt5p0fkx3bxBZRwGIRtjzL5UykzbncoXbtmJEp75oPiK9os01
JRIREyMm/yvTvejUK/Pltp3Z/XJR5tA8LP7yzKjMTjjTIXDVnyCSQdwEU/QfpM+D6bPhZVyE6In/
5LWFPGde/xXlGJsYzn7MEPvcMDKwtoJCM6rHcMifzZ4rd+c0AU1JVKd+ttdhW+zWrDiilMjA+TTi
zpN2cYjs6X0ehyBZ/eaOHmfFMkSbxNGATTIO1FRn/rYVYTjF3rrddJ/5EFKLLj4pdVEb80UJGY9G
m1J9Ohooulrd7HxfrKw99YuxlK+gePl8xnvHIyCRdV8Tz2cy9tNriG0K4LfamDbdvnor+otf8cuO
xr/0GLedEdpdYjVLk7LB+MiG2xe12VfcTZY7BJRJveLokqq+qrms4i2fEGA2kfu2cFjfOaM4W9Dx
0iakqVEYTv+M2sdLu6k91hJkNfuepvVMXTzDVhUbVl/9J5fBS7rK/NNpY0qxRLn4cOo68TbCab3D
BhXYTfesBBenHEsLd8l1+MMt8DmDInXA10bEM1hKVqXVPYaZMSQy0F1iulZ59JV+91pjvDczme0g
gRNF9RqM0Eu5vFRuX76jVacw7IrxJQwoxQmRz3d0/vydsYT+S6B08NS16rMX7sr5I7QAHoh2e1za
CWMUm+ZLbUjzlZ3AeQ7ylkMajsmMZgHEnwEriq04ovgi+DA33R8CKMh81qzlmTk7z33XzOhKOKri
oMmdlEkfde3YAq+WbEgTjmv76qytu/O84rkNsWQbAGljbiVNulkqepr9LbzYfcNKAokqlq78ZpS1
OdQcklEPzaAMLNpYJBDsA52Fldazlx+3vn5dezmxcjv6qRq8ntNhU8aRgtcnWorfeQVvwRjvNEeD
i98FMjGYWzi2RlampaUQUk7wrbe53W8WT+8qCmPnD07+wYqNaVyNX/MGezNusREyHmZghvFaFNV+
3l+ssnNPxmLbOwSWawKI4VLV9pigQYnuqzyyqQRmiqETRudeBXD+q21vEj4JVMqgXJ9sFZACKE0G
7hyrgNLoFWyUGcy8qnAeCCYsT6I3bukb89eZ+L7wkDmvrtNUqWdMNB4HtaVLbfzpF3oD81QN3CZo
0s9R9oJ3grKdZuHsEl4Pp+cVLNaU+oLxBjWDwtLCjDMPUMHpcPSqo7JVf7Q0NQOqi76XyjDcLovg
Q9SrN5zybOZJJiaT2ymqVtoMoytfm3Jcz61ndGk1e/PjHNxKDu4cJGNWNRykDPk+K8iY2zpGiFLn
V6oL+FNoo7us55k6YtCM7pctzK/2hAovWyryBPM8HLTsUbrbCHo5uMHJ6hyZ3S3TUpz8RTrfvXS3
dEPkc5WFTTh/culkIbJiU/CEOEySq0hJj+1A19fhO+tq9yLdTFKGzUJ8fn79Xza6oIF0bXFAJEdi
kxDfzOwvNO/y5EeefZr6cTvNtnKv4KRxGQq/qH9mXqsH/ufOTURvbu++nqA3VRMmWn80n4N2qr7c
0nbOy9xwOxVZ98cNZ+cvTTKfDExW7ws6eQnxLvYKKqZuKrdV3FH5zJMlz+37Jhyi2HPMmgoyQoFE
MgF7tZsFOapqxK6TAeNz5TieBlVRzlt1eKAL7fwZatN61HwpJ3tqpsvA6ea15CT/HPXF8F+u7RXB
M1KZ1KzN6dZsI49vEXGRE9EZa+6NdDOUeFwomv26hqgP1ka5FadxO+tEZyWF7yqLmrQtygpcTG9Q
yZ9Uxn2OZYZ4Nd5WRSwhtlQbnDddFvf4ubf/nK2ZeEcGaJ66U9+D2XO/aJvoWK4mKyNqtgMSHfcf
Tz32rhy7GPnF8HnT05iEDg88XaZarNSjPe8zt4W4G4aw2Zd644pvteB2Yzq0LmNa7bSIwxoIfoZZ
+GOKmXi4zs4iHqcmt67BmBtpLYN2V7jITc2Clh3F0PDQ83uSzXEC8m/9En4r16+P1kjhWioslUlQ
b5ZBgdq2v3x/wQ4aNu36L6vIhtItpFmaN/m3NoL5ZJpO8Br0VTGCmHHn1LbHhX4NCy8NaWp8VAN8
EzWpG1EGbMP+t+DJtYpmvC8CvkxicW747dFrfaIp2nzb0p9/20iHcVFkFNjs0HuchoCFvl/y38V3
y2c51UEaKIe2X5bNZ2TwQYLUi06O5RT72uWYm7PdXyt3ZAJnnS+V7wynyneJTiyl3//ZWjafqPor
8iAfb5Wb6mjY/ZzM/QCeNXKzY4mPfiblvsuWtaWqZDA30M4hk+6huKcv9l527JyYOXhKzOylioru
bRtWdNI5VY12V4+1/+Pm6ERHg389n5fqHNmsw0U5DXvbwkvQeJOZoFGeiJ4R48modn+bRpTfd4Gm
zVQii6btGzwoxwVx0g+ok4d+QHq+SdZEsXn/UFNpxtuosxQFvvYolMHTbHFGy+d8KuOOrsljSyxv
r0ZbvIxjR0RAGoQF8LBRoWtY6m/B7f2IG3PvaH4cQ+XtqWNeNRVIC3ZG2XNVD1rn0oSZ+C5KmpCm
qP7kbWPE2BXxTwMF82TaW03/FeR++2fmM9kF3sLuwHwxYDUiQKsmVhNjfC0PvRi/5xJV8ohVQYbB
cmB2enws+xmXgBvZRyQk3X3l+s57UE7j0ZVrTRfOoTS1dJz0R2/lfjNYe7NFjRzoiqSHV81JvXWk
1dBo8qNwmO3b9cv2Vv+wmnO2p4sTcnUOg11QIKVqCqskjU+/eMPDtY9Cg37xHE1341b6NEzoDeUZ
CGZrdqa4p3HzX5eRr5srhKCK4E8sK2ZaNoR0BydbKHSZeXmXB56u48lx8oPtuDyUsvFSf4zePRny
JrA/V5/CGYaHdgl//MkcrvacsyiMjcnOYldvrPl6J3xqntOrCQTqxV07SgVD65wyhYTLFUF5WamR
XRubrvnUaCOh0PNb134NiGqqr/Nc9BxvC5ic8zy9zOQz6at787u3ZAUNTpP+BohwBpJLCjVO0453
m12uqZVhoYdnVO79CgyfDZnqwXMHpG5mcELnuqTc2OrjUo/mZxlm+ryKmXZyQHYJDZn5VgwGSc6y
e+Y41iVozGo+P2E8zN64pHYQBikJNYuLX1XSZiQMK7NJxgAtuVfnI79+QaQTEd2XyueNQJDv8FoM
zS4QbbubwoH7WtdF94T+i/0UcJo26G4nmV/9J8IuPOiIopUQZn10cE8e2YzHi8821NJpm+2Lbufi
2i2u/SztFfU80qiDY2QfWTbZh0WUxnURyv7O+oH/7Kf1WgbaOwnGtA+uKcWpHNrh0LU6fy4X6gKx
nj3jXvZ4kFzt6J8JXXjL7+a+RIvdwxvWG/kaIbtDkG208Qf9EzqKEDG3/UcscGtHZzm0rl4eFMnq
0ZHqEUCdXcI+XVqPavgu22zhK1TcI6oo+imV1VzQovqPcDoJ5pfGh8rX6jr1tCVt1653fUbByQj0
hA/RmQ9U/db7rTBUmtdNk0zbtH04uQhSUQdO4rjr+FIP0fDaz/WwnwfHPYHktNOZveFTzs2exFus
h1ZTOhGJK0lZGKZ6ppBOGXx03BiRcP+QIXzZSdu385iGNv922w7JVAuWQ8t+oAH0X06/budqqfcd
GlZiRCca4ekcrgKj5dicuw0AkphN/Yojp98ZepWvciM0FuS2+gmpUVF024Zzv3beLliRsFLUoAPB
GaKNvcV956+OZ4899wjZ+UeQouTznPTBz2T1vcHFe5vdctqzMGTXQWlxaYh/Apxwop2/MfawWuX0
bZGr+DLcMfR5c8YsrbX5rvitDny67nOWt8MLxp1exN2g5K5vtz7NljHNF6PfrSgHL5YGNWZP9vrC
oOQKQ8510mCtmqfB6ohClR2ZeLsPi4c8Cr0jODTO3oOlzgQXlufN69u0WNYp1XYf3aFb8v9wVeaG
KdD3/SCsYuQu67gHdUVAaVvZ07Ww9PrADfotcOr1AEzVAx+cq/6aW/Nbt3GvtfutT7QTfmvp2ZcB
HjYpGArLNB5LWpGkIpk2fIah8+UV7U+Y5QWlAEl9FVgDZQu/m39Ne6P1U9ZqZVFtppS7asOCzx0D
Wp/51w4y51C3XnFyu6hjtI2WYRbbee70iRxtJL91zR9XVWscVy8vj6HjB0jimy9jXsmAbjDqjn4k
22stV3JRIZOOQYfteGi6hv6r9+SUvny0spYOVyCHp3XcllcZAKnr6NYxckfHXNTlfCgL46tawiIh
ieUdvY7WSXljRx6gJuaXKvRESlPUSZ2cxQHoqO7vyS+/rYbXHga3q04N3MxE4wF/wLj76RFducha
Ox94r2rSO1rsoyV796vlrwTel5Z17e4IRDAM2PJIDZmTPbdleDS9+3kjcOHL7svwa3nfh0Pz7A0+
G2U4pIRXrE0azA2KDUY9qfec3kXsV8bDVnWSSr7zt2NBTtjdfwsU35N3yPsn0xmnexu3/b3PdOKm
/HyXoUDdhbmI7sxq/TtaVpNanabYOxYhe5dq2G2p21V1wBWnqZ3wJ+ohscVTQJpKbK6/Wx1z3C+y
h8tHnWI3eYRAx4g0HpNWHxo9dMLpH+iOmQVGSujXf/FZAh8QmYvHngTEJyrO7dde2+bVNgliBJOy
ngl2lCxEqqHebgSxkevij2eMjH2S+0NJTsgxJXRPStOwj5kyurMRcQPcNZ5dPU3VQpaImm1P2y8L
+r+RzXwscZ1u1xHCOlq0YMlpS2DZ6DKJB1dWQg6W7WNu3cPKbCotLqN7FJTmTktky+OKuJvmjjVe
4YJzpERIkI1zjcJstnFNq4y2e57PL4rg3YGwFzvWXGW7iFTia2+2Vcqpfj12WZEnFrX2q5BmnvzP
3Zkst61s6fpVKmqOE0ggE0AO6g7YiCIpUZ0lS54gbFlG3/d4+vuBPnXLlvfdqlPDivBgu9kiCCQy
1/rX30CbAPHpaXAc5imrs0mtbwBLBDrRQLT2N6/1AdpcYQAjJrOhb4aRQnwIYr0jSLH7XjFjpR2f
ITpZfbJt+ih/qhxZwD+swULWHcnAG+VU1g4VgekdQy9hfJfSW1wnU0MABILLCLaNo+4it+WsxOOh
pZv40QDjnzoZR/EmcHrvh5t7UNQ6eDs+E9Gdn83OyUSJQz0V5Q+ECxJb2mlQyTaevmmYqYfCQE5Y
JsCHvUKO48d9/NhDnAKQ6odjW5cQIXxdOBdEXw8rQTgQXwQGsDHp+rqBuQoUH0M3CFL33jUzKCVG
b63iETYflYq5K63qGfCRpN0i5YcGUMjnsP+Op0j2TZtje6IH9x8zcK2drubiUMzJyHkW0ZSULNA6
cqZLOiJrLeysPugujzYdjdHTHM3ENzR9yzkkMNMMneDgFElz6OsBMYAbw+UYLdXvvCQLTrmf6699
D6pXO42/dbOxvgwTqpmiL0bCK5hwHOahty6RbPQUrw71jKZFCyc4lGMSzDHwsFe91ErO25G9cOXE
0XjlRggVqYic8FJRPhCYwHTTFkTMk7fbvrWWMUZr2RTFM3B1dj820D6KiNDvCvujrWsz650Fga5t
3g1XYweZElNRNDMZPcmS1soMLHXuXRE+hGbl78wl5zDJxAtEmi5eJxyGnl37lzBmi10++GLfli4M
LhnY8aoIHPlgkwp8NcGYY+3XybriPQLbIfJ5IHkZhZUDkm+MzmrAQvgzL3l88iXkU5rk7KnVOA6s
rMGZwG+8Jtzqzh5urMoPvgT8/Tr2errimMOzKH1sPKaoO4iMvPQGi+BtqYNyg/dksE4VqEaAMxuO
Vuy54PUPCmr7Bv9M5ohBVH1riMygH4iHywDi9loYU3fsBQHFVUTWZa695iKa9fjDVT7vguYE3XH8
lOuCo5zh6kCahtH0aFKaeA62yHHYl5soBaoJps+ETbtr8OHX2ey6bW/DrDTtgHhBfNuNS+lUX0Kr
YmwJwWgLcYdIBEgpAxoR8jfASZF4uNX4fVBzuQoSxp+d24ebeIjCXcUbeDLjGbVRZ7bPjIzTbZGg
CJ1pVvfm5DmHtCRGksIu/5Ik6UsvTIDOkD1Euog6/GJ6MYxiRhojic7EtnFdwue9T1AwIKFPeZUn
5aoE9ghhNQ5xe1TLZEWfZY7/UnjapyLj1/uY298CcXdvxelr9ta8/0fL5/yatfvPz12iyv7P+d8G
b8Xym20OCjXdEVUy3b81Xdr+Glb73/3Lf3s7/5RPU/n2H/8OgTlvl58WREX+W/yZQPv4/5KZ/ghN
2zf117f0j//hZ16arf5BkKKltXQQrslz9NnP7Ftb/sNyXFIPCKC11Tn57N/yJVf3P/7dtv+B57K0
wObJyyQVF5uVf+alWfofJLlKz7PxqnOgB3n/Sl6a0ItQ8b90eK5FCK0m63H5UVyKep8OKsOsiVy3
xQluHON4M6t0fiabp77zRmt+9ovOty9sv2/eJnaXp9wypvQiGEAb7twwrKu1XTgiPIus7M2cOdFF
hS0SELyfKcTiZKOjask+9XGExDNAklJuxzTOnxCW7NzBCfJN29vK2yjpm7REdttYWx/6fEHmELQ3
1vXUQWSm3TSvghhHkU1QcTxRD0eGuABkTY9SFM0+dWPregbRzS9VZsb0BzIjNQa+HKGVtVFUb7Kh
BoIOMpb5sZVAdKuME0jvjLYtLJp90J4HyAwW+G8RlukWyLW9prKgEvAbnQvGeG1XX9h2B6ktiHQ3
k1YtvHbd5ohFVk5gUhcVicNk1jaKjkjdLva8TUYv/W10umWIM+YYtKoiJYGVOFj69V6lziEBA432
empINYqkicTMKymi2bS9DtZFphJ7ZZdpf1fVFcPoYIwGxtYpPcLMzK1bj13XAAfFJoR6c8jFdeU3
+VNT5m62Kyc9faHowYygscdu3UezCd3TIyjSZjS70GUHu2Cc2X2NIcIPl6Yfh2QaZYoxk4E9f7jh
XNIlvKZcx+u4tmEwD66dRndtbqXfteHO9xksQOb5ZexfBkFlKdyxI++K0SODTllgFsxctS1J9UW+
fezrlhSsNgugXIErabhEYdzg6sy5bK2KQjGzHZM+m9nrWXeMhGu+lzBrGMpxzVddlXlXGOuZYNK3
ufAKDtY6IA4ii4PiOyey8kgqTYwvroBjs0nppXYuLx1+i66XXGfaZhZK9LLxqoHrMPFqGAJeap1J
uWtmBZ+9l+VhoGohHXkaAnsVu3Ge33YBZ1kTm0w6si468z7iHJQETeWPaZLFVcdEYNrJKpxGJsLQ
hKF62mQbXUo3SPtLOPSmDd8+F+2rmAs9HLMJscSAB0E95c+JyVR64/V2BVdEJyQekI2iqXaYfTm7
PBm6cRM7ISIjS8xlBwA+j4deRWZ8H9tjAb9GT7nBS9OG06FDZhheWhYE62YVlDKn8jVQmq2pZIKR
d8fVah2rSN9nlZ1nl0NuTXOxZrxX5ld24gXN98acob22kbqMKiv/qoaqCGAOTp61ccpKzEwHRPWp
YBGc8miMrio2a5w1XUYPSVfqi7myrbXudfZBosWf25WliKTV7JsmfBr5zsUjKxAfGL09rgvdNNtx
CIGO9DRDEfbFTzePf+kc+9+Z7S5sBN3///PsYUlZ/6sQUP6v/woB1ZZJbiexS8SwS/7m56EmCAGF
cUWeL/IjxlmLsv8/DzXvH46wbGY/pLorWy2WH/881JbzDnQfuF+REe1qnNj/8zS//XlYNe9+/2vk
8jv3U0gQXJrm6qRr6yW8+N0iUfAyA7KKgluyxqbbUI3puldZvVLdYBDvOxdwZ6jza6+1V1FAkboy
yja9JOWuvXKaNCSvMZXeCleS4bqkmNsA/xBJ6Gs33BkWuQkf+ZIsF/TLIbxcMCmfUrqmMh2Xhc3f
/6K3r8uQwNW2Dm4RRRp3UCIZHFlJd5HWVrB2uuy5GiWTy1yj4jUAx3cV3nEfmNf87key3DTeKos7
xi8e39ni9pdraCH8ttLFRs+IHXnjz671NetFtUe4Au+mMYnHllUbfv5lZf3z2f32rN690HwsD8jS
gm++/Meykn796mE0NlVgNcVt2OSRc9Mi7X1RmWOdJquIdrgiuldzWQafsGxfxIB9IayVLmfPY7Px
k+giI7n+zmoHP0W9GeRbzgvxQezr7w4ny52hGBOe5ZqO1FRJ755O5tvN1JV5etuyx14NEvFlyO6D
xxbM7OrSrFyxR/iuThwt40fOg+dn//vasLTnUqhJ3jW2vXeGCY1Zx7arm/w2jGri5cvwk0yYDnbY
r14b0LgOeOwy5iMbx1+HUtT7BgrgRqdRfEhIdd588LyW5/Hb5dimK02MjV2XKGek278/rzl2wena
IroF8+KV6kt7eJ1Rsp1MPTbZRWgESCzBVB4LXVkwNFCbryxVTleBUeTBdZJbGSy5fmofzY+f1Nml
5ferE0x0NCHetKguhffvV6cMTjUcpLybqjQLRt3FfPIGq3kRoo9259Gw1zEbQtDZHtM4Ng6FKJIP
btF5yf5+EWQdOg5JyMtTs97brYdxi7EDg7LbEYrhzlFd+SholPcD5OG7JieqdaV0i0I6IRd8nYUq
YYrVh/DLdVvcTmEIimTEqYuFcJA+TVI+0FaPq1KFTUX+OS4MRtOqIyjf8OoPwr0bJRmjZH0h1UzG
T9XYDUigCEJBKUI16sdYHpminDcdphrRagjy7Cn3J16kaXlQpjm3qASn+Ugz3K6CFk59OOviBTkN
lxoPyDNXZTyJzZxE1mVdRNONDvLh9e9X1mKU+O6usWfTiWCXzboy3z26rCdUR45tfCujwblSuZmg
KR7751BaAj4qftVhEQrEwmUGH6bJP3DQ+auPV4oN0KHhspXicPp1Hwp0OjNtG6LbxgiNA2P2ZCNw
ujyySuvLcihgJ8Nuqy486b6WeJve/v23PxtW//71tQmpmPPRtjzTfp9BP/W+ZsAUpLfmVLMq+hBy
fqXVstupeXgVnkTRtixqzHLECdFX/kPUHtqtvEo1+R7Sce9KWDXYNMBR3rRIvOpV2TUCPAyjptVE
AiizPz+EGQ+AVO2NaBSntjKjXQDpP10JdIzdmjlkMa+U0vWDb4zT5xl/fCwD8MMQkJPJvdtEauSi
jCwXp7jAlmU1RGNAGTu34EFZ3YsTWR3muM5pth+V5veG0MMrvh3qyPwmew7Nvnps4XIcHED8Y3je
2J3adO9wQS1fsqjk5//93f2rh+tZ3CPHomv23u+hvWrsfKhVcmtwxCPMYY+7LYUd7C0V0dghf/yG
gTfouT2FW2MK5AeLa1k8vz9cdiSLll1pFrf9viDJEHExXvGbG+bp5cuk0+WNWh4mFInyReaN+uAw
F4tf6rtPXLZAKiBC2uVP+51fT3NXZF1qqOGG+oaXOCGm5ZAShIZomsTXgiTijYoiNNSm26NL86oN
3QukynD8iQYB0oDD3P78yN8O+D8PDJsDVJJbJlxUufqdjZQPJ4SsEm+8CU2M91qv0Rdlh8a594PQ
XtXKjK5hfPjbIcmSqzZnNa2wo8HvsHDhcaHJnee4f/aij7Lx/jjVbUpNR5E7T+XJ41n+/pc7lA1T
UFL0mDeuM0Q7Mfb1QVp2yGC5cF5EgZBB6kmsgmKOPlgN4o+ah492lI3ekjNCWO9PKaG6wEMSL3FI
KN3Hsu9TMNS8yFc1ESivTPDESQI/3townNcB9pSrmXDPAUwSfkoSmuVmyofhcgyn4tIL3Hb8l18X
lgwbkbAdx1zemN9vTWU2MGEqS96Y9tA+dq0N3ll13Rew+foqXDLA3TkJe8R3QkFLTZ1vf/+6/lnz
2PZyb2xXQMiwaSV+vwDTwWwcnjBlaKGNz82UgYwQ/7oRVoAFc91GO7cS0XVQG/R/VTwFT33gx/j5
sdM84jD1r4X4UAG+u5537sRQ8LI+GUJ5A0fiGVXTQej4xwff+S8WhaKZ4s6bgnLv/aLwRB/XXuAh
/6mnyFx7c9sRED4W+xzR8lUXpMFVnJCkkJuEBjAOVpcBRNK92+fJPoR53K3BHtvvBQr+rdCd/mDR
/vm6aLISKYI9h5fZOVsr/vK6BEDKqZSkOQSjb13JRLaEP0aobYGUzShliKWh5ri59A4kddkf7Gd/
bqBaOKaH+MBZDkn1rgR32pRgP6rd23ogYW2Vhk776KWeeXIxa1m7rU3T9vfP4501Hc8c+ZltOxj/
UfFTzr3bH8IEZ0YQuPhORWm97sJA2owDCqSNRYFCcdlG6YdK/MhEe50uCGpKWvRtnXfG1i2z8mXO
NSzz2iWyEihxJUf0AqE7F9etdt07ar/xOCB49INofjp3LUnRmZ/+/lucwyF/PQekkq5LO+coQTX6
Ry3qIlaA2z51N/hUlVe6tqqjkhUao0Y+TG3KMRSIBPuGHlkz5K3ktUuqxxqI6WUKqgBtIZXm3olA
XCF8wZiBUhJu+sGBv6az6yLOn2OsHr1VL5L5izl2xY5hVo3viVd98kJ7eEvQP9+eK4Aidoq9dqL5
fqQO/Y58mLwCczEwSEY1fslmy/qcMAyBH+dT3UYo9U2v5gq9yr60pgohBZPdi2roCTsYwC6RQOgb
H1kGkgMCENoJ6K93jFKwMHW2KwY8cD09RV/xuJA17lppi4wdVeUuGmM+ATDv1nOh0c9z+WSwy13F
LVO0XnXdQyYpvGZ1Y8k5huow6xVMeONrBhf9roFmuXWyWR29thXdLqnNEDVXiLzCapMfoTbyR1fa
xT5oSwtC19gXjxDXzWMMZeKq7eL51Qst8RJlvrv3pKqwG6ZYyytlRR+s4vfvjVSUAAD8bKOuINTx
3Uaq9JBPsajNG5jhFGJjR7OglspNqmyr+3j8oIj/q02MA82kC6M/NN+/NARGzrp3YF9zlLaP9VBX
uwkznmyV1SPGh3+/uM++ur8u7mVbBn5iVfPLQ+fw+zFhqHa0cg+FNBJuKqqobPonhtHh0cua8TWj
ycL5DOuTlW1AHaHp7LeSDKYr6uhHDxYGcQQBdz/AKmgD5ZVELBHUOO6YQbNbnDguzSns8w8O17Oz
7burBjeTwmZL+4sedVZaDcpqxE3VlQsvHxrUuqZyv2ICwyXl2kGjX9Z2e3QR83xypfyul5K4g4r9
ox2c4WCxUeACnuQrpzHSTz0v6eMHt3ZBFd5fpMXiATxDN3meWv1aHc3eLIBXuMimMnscvWArnnI3
yS+kSLtdkJZ6P2ntf0r7VJxQIAxw2aNNVuBcq/roTZFO+5Fp5F/eOPYzymemXtzCZbH/cgTxmRgU
VLDCwOnVsWlE+0goBztoVLgPhA1FR6KAx31qxTPSybT40rc9ta8BxdszY/vBaDv7Ki5a2hIm+q8y
DP9Ht+0Mf9rS4hU33x0aajRtRBipAMcaxAnqWHqrYv+zHkrERk0DcT0u00tM0IqjqU0kiCX13ux4
e9rz9sYIwg8MPP8A9TjBqOQA1+RShb+HrgLUjTi3DuJGl4M6yjwqX3q/ZINOQ8j7k2vVTPS5mR+s
nj/wzOVjPZLGQIocLd+DeroTXbrITG+CXAffrA7nFdX16Zpis9ka1jzcxahCjrUu3TvbmnGUODeB
/4Or8GzlaC5GSsLkf18vOhnGwBixDkmQMqVY9HgNLGMn3MaOCFaQYb6Z1ex/ReeOodTy53nXfpTo
8heIFIC2AHFfQHEt3uMKboexgs0o9QbkITwWBee/mD35mkRSnFx/KKCUpqd5SKMNkm+ws0Z6u7+/
EedW5veXmWuQnP6Skp7i7V1GhTuIEkK8NG9GGg/cMxyTNnt5cQMYNenKR5GF42WSOBf5NIcnGVbi
Ycyr4q3oonDeOFKVL4QGAktgq9o+Jsh69kYvrTsX/9SjWtrXIOqLfS2cBubNAPM7nSD3IC5Nowvk
7CaTvTaiTPBcmt4zTkvczYdtPrd1eabvvipfkycuWHq28x7FTvMe/VQ3/HOPYEhKK+WW0Q6Wu3s3
ua441qThbIqg+hpDhr7nVPfuJHOJI/kgNMaBkrvItKarOrcegsiR29HAzK3QmIimSjF+buTwhn+E
fYL28lzbPajGOA/IOkldwzyheeJgXEyfIIn8hEjH0bZvqhnC6qbXeC4guKhg9oQSX0BrnO5xbqrw
iLTwYopn3NPEgqaOiQLRNgpbHalgEuxaesgks3Hs27g6dA0uBzpp1TZh4vtcZQF4hhfmW9xGCkIB
6uROyTFg4QvWVoJapxVaoDLj7hs8qr2DcvqAD1v1adJl92NucVmG8gm5uLeC65BzZ6dTa4bQb2BW
1hvGN3hEJgO+pey1+T0dKzJrEKZC9RhW5faO+XF17afeuKNnY6nQlXl3/ZAXe4+5wl2lsbHKSkyp
5sQ/yMD9bGLzgt2R3AVmgM+XUXbRa+FgEnEunPu5pUwRpXfA9zI+kJ0Y7RSI8shY/yKBKXzAVGTE
H8iqdpbfj8d5sCBhLjBY3PUDIoZqesvdMDlFMdhvlvvUmVk6HCu7ashuk8ZnLx/e8jnRJ7IN4xIC
mo9bqI+RbmhnX7Ok0wd6MuOiaxO892IR3ngauWMGRRUKaxdNOE6oW5HGPSPR+SpKDMxjh04UeyRU
7SOj1f4eJ0ZOIKZRT65IK2ikDbP/OsTha3X+R9JMsaEMa/VQiwSnLAb+tRsTwScH/HjqUac/zyoM
fS0kf6C+dTtTyKHneAnjSu0ziupbgubMna3gq64qheoQRLnLVnppHqPQKjAWBDOuuorbcH5oKCWs
tc+E7lucJPIaNMbd5Q20ta7XOVw7Sv/LacA2ZmiObRkUXxjEX6e9cJENQHhQKvfXHHAOXYSCGIhd
/SY1/WCn5NR+KnEdRdul1FWkGu9QJ+m4bnHyWSVW1cC+lFlyPJ9GGFVEiM6qGQzTyO1PtJfltZgS
4kakZxzKtEi3CLzkKbKiYj2BBX8biqq4zclB2AfK6DcQKqJNnwtclKOh3Lh90O4QmbjYyWnsg+ys
0ddVru973AKvcl2NlzVM7k1kjOaFz0pGXBwgAChlKF7QCeFYYE5Yg3UZlPJNiyHBWkozhB/tgi1M
kRFuBNzCtVXW8nNTRfDH4KAZ5BDid68hWTolxkLQMNfoi59E41pspf7XLEiT+3Z03a9DFz77TSC2
Xi6zXYAX8G0KH29d1njZnHfFkNfskWPogjEKFxbl3QbBT7bmZfw6szmfKpO9tGn6L3YdQqYb86J/
rb0Gyd3ScMQtPhmIPHsMPODVfEVU2DxS9raPcsFXf0L5Y7UQUEwpEf5ORfg1qdn9jBgeJd+TYU3v
ejtRISyefRqoCXbFlY8AeufQBj1WJBdsNeqRi3Fx0oE80dzGA96Ek2yDGyNrgz28OeylVJ4dDcGo
E72XgQOUJyEmrlw5T1uIlzGJQF712YtN/+SXTgho47K9RLEat2473RNyRKSj6ZQvcP7ZCNuRsQTZ
ikmHY43DAM5WnDJNHVcvYQWPc3VGSs53L50cB3t1tJzxnL36VVRAIifDcYenBS7z9H/XWECnr7hs
qGdbNcP3LBiL69GIvBsnK4wHhJzToRksdVGPjb033WbYCzmjJ/DbZjtHWXmBGRSepERdrzI/LjHe
ggjlxGn76HoTUHg6UzLPITjNeSubRqt9RHiCBwemlNYllCtGljHy8Kob1YEjx3pyMnZ1bRefrMi8
nkdOWcg9db4qjVatrAjTi67As9wQ8yGbqmKHGVNy1Xg4C0bBxKdNkyifpIEKfISCPvA9ITU10FCu
nFE/Z60s38rWZxbnlqhq8MswXwonus8Ha0KyhHIUhvrRC+zg0klSeVGns3fd2p69l8JSlx7mumur
R9qw+GIXUdk+TBbeHrr21NaCo3mdhdmt4wzxse9adect1abuXJ7cGeEmOkaUaypCd4e0dxiy/sEy
bcCEWW8pSuc37MHn635Ki5+QY7wUR3FkSDQosQsrykLX3NsAfHZgDGsETJhNBEj+HCM0r4DAUuiW
usE5H2YQtJ+As80In/F9vXIMFWMxFwxHc0CUkA2F+SljTrvz2mp6zan7NiAzgbuJZ+xDV7PXNo9o
3Rk9d7qKNqUvvktzbD7LooTlVceIV2xfwG2Bo7bPm3g6WFoSg17DtuqnmpmaXyXXdYRz8Yz3AUbc
yUmMnY2jREKWD6OSHQ5v8NOy4a0gofVaQOiGA2bjq1DRo6eujB6sxHSwSukWe/jev0A76d+nxtge
LbctbtJ8AuKTfrXYlvLWI2cxH8Fo0hvMswhQCifRf8HrscExE6j0XO5hhhjdVXaSvc0+NCQ8hRAF
NkmwagzH2RTQ71YelJ6TGLiclRWjvJBT5d64zJ9XuYQn3+phekonwzjMZd4sfPv6RBpetKOtKfau
mcu1bVYemn1uJDZUlJoby26AfHjBP/sdvsxMTfV1fz4hq3gm5UpWZKzYec0EwsLEpuli3vK5g/dk
FzOG9nY5oONe3mWLoi2oCvu+W8AzmFGg9arYgin1wSZJuVOd5wGRx7SANq+Zpx8me3COHb4oO8og
8WgaGLQm0G5ZdhAOsVl3YX/0sXeXB8VSFS/sgSFwnC9mOhp8/ST07kZL8M7o1LReSsoKmoi65uyu
EPXGuA417DxY3vEnw1DRUS51JH475QtKMv4KD5iYN8Dxuvu44U9nSP3HAFLWc9AErEANew328SwP
IDjhIYqF86qxzT3VOiEfwoP2vIdT3ByhA1pQkuem+iZlxcelzGaBXGcU4VBsPgWlZ9x4ReRcVPY8
4mMk5nxfnEe8luHiUt/j24ZWtncmeSsRxhnbqcIU5xT7UNajKBnvhzy6SXy7mtd9v0h4IuX2DwyY
mu9mZ/TPLZOyK5zp8aNyKqoJzxxnd39GebB2tb4Tp2M8m1S9yD0qu7mzu7J6K2qLSTSemClG+CX9
OP4uHcK2po3wwLMiNDPWBfLG+armcl7YeXCD6R0FoI1lH75WHrFxdWl+QU0W2NhmhMNxnK3Hxivl
PXKX2ylWj27q6MfJHr09+2iP3G3g4oVpUHXlvGUFs1Gf2bpFobGdHJihrHUUH9QrgbF2MlGvy8JC
2owjy8p2y3vlm8meuc20rRrsalLDUS+hWw5XIvHkRWj3w4UNJ+84F+FBxiqniIiiZ5iSX+FvULmF
uBTeTEhd1xZyLQRekHmSdqp2MsQnNiXRykVCbdevo1cuNnaBM6NoyY36G7qlCuVP2vqnXA021NjR
lt9Ze77e43jYxddFmHj12imm8dLNMFnInVKd0KqWP3JdOsOFMUXh5yrTMv6cTuZyAoB8oikf7frZ
68PGuCKCocfLN7ay6srF++ALPhzuphSNDlbjOO3SJvXWPmr6FYrmm8yzD9OQdQfLG8bT4OD4asVp
dR375lsVweZFLxyld2nucXhzDiRf2RHtCa+YUWdrJ2Iz2zqdsq4mPOf1aii1+7XpqeWxFmzC5pDk
uXxKAxKDCIjoxpu+aXR3i5tHWGmkPmmV7KSyzCeBDo6f542g/i5MKgT+c7TD9j/fpvjd3eFw5q8R
G0umhSkdwGzauVqfh88/64fUqRoP/rHj35SR3d2c59RnjLYyMHNg8l3sK4c+1ppGqujMN3i/razn
1bGyglfn/M9iU0TTBoPMYm8GMT2QHQqISOfao1y22hgy9e78TxufeitdZt4BaLm30RgPXsgaD/nQ
sdtbku28DWZV4sShyfTRAZTKsqh6ieJ6eGU/H1AV0spxDPOJ/tI1B1lJUUD4yGcTxxEybRx8JNYk
6ZYvSA1I/NNj5PzAfwqO8bmWTPOlIciDLj7aTqGOjtMlmxTDtRg5V1Q8tUvDG2SwebdwUKCSRB57
nZwEfToWOIxZOkyI2ZsX7K9NJNvOWDptyUtV6hbRSpsgnvfGO6xBmhtDuu2jrRDaOzrgNQx96+dl
FGXDDzSC8rxLSu7asHAbkANjP43gyTvg3IUMG4HjCb1h4aMwy8FFhREuCBrfPAxwLgm9qrpo9Dxe
Tln4o+s9xDrVOO05Dm6HCie5XtT5Pgu1f8nu4D4GA6l6YdRxSPEVV5S7waWR+OnB6HWM0Re1leGl
wUNTZNY17ywMaa37cR3LVtwXEHgfeezcP6pNMgnGMNi2CTao2E9nd5n053ltz7Z5KEPjYugUjopt
g211bvAfQfr1jISIQdGMN8gFLTPxN3qmi/BEEsCa9ubryasEzmeBGX7LI/TBqwZjGgYpy81xvWWJ
5U1/CxZsH0fDxqh+QgX088EOqnkUowA6dBPnMuNEpztJ+w0YlLpPygyfUh7tHJsmHUxi+uk2l/T2
Q9Nm31wK7wcCLIptNGSfjTSkXUXBhuFgLLKtFLHzKTMTsaf/w35xNgE/EhIXCmiRJzI9kFxSITwY
Ucthyz7I+gj8CKeWhK4hg45Lu80KjhNAvQCbL/yciKVZnQ+Knyeqje/kumLyvq8WxCLEzWoPUj7h
+FE8hkb0zbWluokrLMs4AeW08Sxa8qG3uquhwWlRMEO966a6fsVewbtvwiqx2Rq4YbLSxlvjgrCu
0wE2D15KkKMGmZSnYELkbzhzOK3mGP9wzJdMhHYIAlAPMr0ss2r8JnBWBtcyKROnzk8vENvijUbS
5qUMU3PvGW66HbwxuZnruA6gHEdfzgBNkOIZvCKlEt+ruXKnp5/EKddBT+/3qf0IjPVZpotVdILE
5wv6CFwdWxsyzZlilKIF+J6Ovn97Xu5VQMZDQW0RUO7ydidpotegIfZdO6afkgW/Np2CgEpLVKj8
IW2xiwSgJdVgsBvZESBc5RjobA2baIGf25GwcEVxUUqveR9bdzW00VysUphfzoIb78zYqhezEpL+
sOUBAcnru0hOFPDKGGoCVdKUMcVM250h4m9x0q4D1IajX1HsmNimXrTEtbPSfSv7go90T96BHd6c
dzcEGuWlpdRDVEfeqW8o+S7OKOG5RQLpqCKsXFJx69uleqyXcvLc3nEeARZCpqMphTdzh9UW1kac
kv4VYTLe3QAT4XE+b8S1yZfO/fAYtwUOleEIy6mDDXCQWOAf8WksT6OFfyeGLvwRpuQVhuXfVO34
WzuqzFvTrMML3NiSFxVN9T4a5bbGovQEOGbcE+1I87IgfaUNFasVOSaZrLXselBl/ZLKGokZVD+s
Q7rx/oxsawwhj0420NSM2cVQKblv8cq7yc/8qAXaOgOS0O+Kz6kki8lpAuyWhslY16UfbI1igYia
vmjuE2xFTym8mrte9+TQjF1/6mCL7DxsCb1V6aqvtuWmR3M5+JAFd6dQY98wmzHq6z42gUVQ9Zr1
KC+UjZ/ACjMaH78hKugxM4l4wZryMmunkBmErV/deQKzgVva525HYIjZ7dVUnIQ9C5xSWiKftOlT
FQnvwmjgM7qxYtGpiqq896YSQz2pwpOKmCDLsWGJtAEOYA1eRnTxbRptFZvUtAEhIwEh0Wn3XWDt
Ig/dhC8+J048vHaK0Wpyph2ez3nCVDij3HkBAtzKZK05bspzWAZAhY58tADKXRRhwR2ZIuMO9MgF
vCAD4ryWYA+Li0JLQAPM0Q74iNW7HAx23+Wld+lVqtxXpNbsdTVsy9w3r4TZh5/6/0vdmTW3jWTb
+hehIzFkJvByHwiCpCjJ1GTZ8gvCg4x5nvHrzwfXuTfKKh/71OON6IiOrnaZJIbMnXuvtb6s/owB
Mb6hoKEok2l2Q3DyiZwW60tXO/37fNNhuLV2cCESVUVabHxrcjogMXtenjLLm5+IQs/eeR6FgSKn
+ihTWEXFOFqHynHf4UYZb7zKsL7xPCUvI7La6x9P/O+b/78QGzGH0q4rXZYZ5PBvRsBE0bkVkcGM
G3WfP9E8/+auCYmKEx780ZTlua2Ee5wKwqaTePwwjiNjUMtwbT/xyvD1LwVvg07rmKspvPv9t/un
qoThkCvwA2ySEv12RDPMRHDldbZeoEnhP0Vdg68LmYHjxBZu+ipLrwdim6Aq1E3o/YEj+QuZEUpL
4VDQKBc1lv1GVRLmslSTbiAVRwkmdxyh9cuPFZkuFfS5JGtuRSyepzJPOUX0tX1n11X8mom8QvFR
JIffX4y3w3obHbdw6TtpkkX/qVJMWth0Q2i4l1pTj5GKztwCO9imQaUrmDks3r//wF9cAO25pkLe
bsMXs/QboRfl9pjWRWRcFoO9K6enmO3mRHjfTGsRl6WunAej2uJDIte7JUx7i2Pky+2mpm/PKlHe
8++/0I+H8efxDV+IqeE23sUrYm1iwr+NeK3EoSboV8IMSNK412HsfW1X+rsCbMGh77rv+Th6x8h2
iXlYZ/BTU3S/9G793XMmMB+WFANRijXB6oZIg7lrw2tRxlS8SeK+d3jhT8M0JH+Yr/1ChwBi2hTa
tNHY6H+oLMRIkEDvWvYF23UWrF3dn4wmpm+U4fFrpvATuuf+LipTUutJxxqDsCyNG52GuT9UzHw3
EtlKEjRBdhEppnet6NvTFBHT82O/cHHu3v/+Qpvbhfz5QvOV0WQKjyG/5/3AM/7tQldOVmIgj+VF
ZzqHl9PZhzF2smOCpeFAQ1le9xPVtRst8mUmuvOQRdMLxEROxf/dU4JStCzxn17Jfw6s+V7sGKbG
CcO3e/NKYlKpSbponcsUd+kzkPHwmDrJ8L7TxKaR+WvdF3O6T1vIZlWovLNmzAPzDuHOrTms6uxu
hZCNYnQf2qr7inu128O1K4M/XL9/6mtdwclT8R0Ri+u3WoRNXDtFBKVesh8Tnh89sGTJ6peEMn/H
NyNUCbjYld3mn8skzfb44+m0bvO833+Tfy4aLhdqe1d4BG39VipJzcWmIxh4/hjoClKDvnmEwaDA
iop34TYx+v3n/UJKjawHATgiRaxC7hspJOFSWJTG3LrYVZgKGolfGceUx6pOHcR5rryeYARdEf89
MoShKPj9p/9iN3MFY3SeDktsnuo3u1nSLOOal7xqc2jCR+kVHe1Fue8GL6eJ3Y9nJgzZjVs4CTHc
qPMy2TT3MvZIASkL4+tc1U8uOTb3qJH+dGV+cSdMpCnchE3dCxLl57WrreJKiqlTlyRHNftDIPhD
Z8bAuH4hA7z7g0bnF3eCNUcj6tj2C+QdP3/eQuHrILWUF4+98yQBLLKfJ9VjkVeMcQob838Ley7H
rHKWjtR/0jH9UyJE29REs7qtIrbtvrkVRmviX61deckMOVzhUIlOpZuXX5uNnWOmcm8um4SYEe/z
uLrlrbW4T50HYTvNJnWK4DX+waf1q4eDL0STVZmIRE315g7gmBe1XSt1oWen3rdpFSHis9PoUCMo
opGh9HfHYZ6Abx0O1WKchibrj2Ycl2BzLEJiTFCNXyYRTV/ndZM7/P7h/cUN4ypxqRFVs2i83dxq
kpiMyNbuxTGzrefdOoywhoLT8jakzcxs/vqjWP6xXs3zymji91/gF2IUNlfcANJEjE879I0QpJ8r
x0tgu1/cMV0eumgj4aUZsRdLdl3Jvr8uIgL8TEBAp2Se82OmaNv+4bn5xR7vorNgBXEsEgf+oZHC
8VCplUX9zpPDGUl5yTxu7o/k2TMONdb1oztPZIy2tH0YRjrzwUruM5UN13YVQzjL24y0Sqv7PERE
FpFTlADQMIeLMminNOE6wcvVtAh/f+l+sS9RkWHmInmB+IW3iibC7zhJQke467Y1jo6Vvh9wNl47
tdpOJdvYb5D/d5v+VxZkcjT4z9uUjL+HZPyf/51L+f+nwA2b6/8/G5SvP6+fs7jrP/+c0rH9S3/5
k139H6wHOPBYjreIjK3w/cuf7KgtPsNCDqVcRKNoY/+fP1nK/1B7YzugAFHby8Ff99/+ZEf8RyoO
CXSEmVEhp3b+jT/5zbO0mYAsiT6JVjWPEmX3zwt3GROb3ffw0ipApYTpz2H2atbwVkjgNaxrcBjy
HSa4JPnDM/xGG/XX525fXmPt0LhZf/7cBE9HOIUCVY8i+F2gWzgQlkhrZiKF4m/34xeunzd74Y+P
8qjeLF4XznfmmyqhWBm+Dz3I2bGe9Dm3h2evX/uDta64Rizj350i//o0/AEexzi8W2+LxqnhcJP2
M/4lPVKWapPsf9ohewgfyaGepom8DnJzC1U9/uufSQXIrs/5CS+l3K7436roZDLtjanLnXQBfced
Et8HVSxBkq5m0OVddfr3n+dtu8fmELQwbP/8eS3ahjjMGHYWcV7M5GTBsN5H7TreK/LVvAM5rn3x
h6fmzUmBi8vxAG21xQPLi/N2z+hUjyZrku1hBAlD8AgqBrcy/6RRfPspispJOBjEkCjybjhvHhgq
fgJ5Wz0dpLsh4Os+PjVpqv6wA799A/gUbfGD8BUpCrS3JpbY6YySI/+8hReWdPDzOfmQ1qSa73Ds
iqvf36xffRhueg6GdBj+eZTpY/ppocKwJEIO8iqe3xNTog92Yr38/oN+ce2wZDu0wRG6cgZ78xTW
NvkkCQlkB8PTF4xBLeG43vyHR++XH+LIbd2iUcKy9fOjxxNNj6nrgbrZzlfbgWsQraH7h2XjV5eM
UylXi1UR/eabD7HjMFeRyy8xXTWSfbIStepVNzlCzMPvr9n2pvzt/Iu6ZCsQOQIr8hbYzt+swcpa
JtJ6c9qmARPcP7wyb/5yvGvbziLouFFrce/f/OUThzDgS0V2wO7TYd5LRNg+2Co1+/uqAPZ4mnva
KH65hqnEQQ8a8Jneczg//P43vtlntq9BCfLDasgvRGv18y0zSE10V+JVD72YMsqqKmxITUgIWwB5
lLn1SZex/WkeSZ/4d4/+j09m2beI3yCkynl7NJHrYuftOuQHZor5cWHEf1hS2K4tD9fTv/+RLBvs
8pszzfzhq/7bEsxQvbSRg4DJjIEXGlHXfqX4HK4YBq/H1SqGh6xxhz+cNH51ZbdXWrEOY9d23sj8
w9QSkCXa/FAlJimOg+77DyOZ8Fel6qGjzZE1gGQaK/v1X/5Y1l+FS55+LveTIuLnOxpaoiozURcH
8vL6R0NpmthxWb50+dQcp25AHGnlzofff+ibN9+WaFw4bXOosm2OdFt2zN83OWeyHF16ZnFoFpOh
S+9O+d6eEnv8w1vz5uX/63OospBv8+ZTav38OXESelMH9PUghii8ldno3NWWlsw0luoPb//b+0cE
jaJ7gyGca8kT+qYSYpynkPsM8IKI7/qU/CGjaOu98F3/trxAvOSowGKMOk6hvf+Ruva3p9IeHKDr
tDePYx8zmxDLWp7HOBOI/PF+wwLIRpLwmRmQkKmr1GIwX7poY1hgzXI3mRGcvxyeCzkODmRoXS+J
t5vTyPvo9NJh2B1360bB6/AUjq6Moj2JXRFLTdXoF5yawzkHjhL5tjvPBMbaHUxQe0yeaxzF2q8N
Qp/SCaqz32WtfR7WtpO36L0NQilQhqCITZhXFIaaPuhIg5dJait+KDOP/nwnjZdwXpx3ZtrLr+B6
9DcxivIee+ZAYjHDxZckk1GPPMkm55yoS9kySIa65cddBLiiRhid7FVfLac+rjrYfhEy6KCgyfbI
Sxy+G7p27faddPsRdVBGArJa7S1bd3Q8v7PH6Er2nUQvZ/YJoTQmkJ0TcbnkqRuZp7Ek4QkNZreZ
lS/NiMvPGWF2TuUPaIP2jOULo1frY5zbhPospVnkO8xUkA2dyGrOKUv7Akm5l7jHhqGqwRFGxIxr
cjM+RknYFTBbRX7faFWjnWrAZmEiQ7CQQ1sOT2GvyAxr3C3Et226Lc2UdtlwohFFXjF1TgWWdNLd
U5hhpi0TpjZ7b8FCsMtbYO0gHVQ6n0L+D5prXu8dc3ttCuqTIr/SkUGsaqN6IztMuVt/I2RvvTBr
E9bBXnCMXRlZnd/WBILad2TjT3foZsBPTBFT45shWcuZlR+5wm5a2rI8Oe5gflsTVXWEuBMrPy+W
/ckykwlIQ0ybjAxWRnwoicuYUH28kfWesE7ghHBGgANkEmoiao1xArno2oDCFVO9hzHLWpiswBe/
4zCsXcRqbln6MfXjS6iTyrrSFWFqd2gp5+vGyT3jyACTWs+Sc/FC0Wfax8pM0u6AGtfoTnnkkF66
THGBLF51fMPZnrBpditsrX6LONkP3bIgKR4amGr9GktSM1Xe7NuqMQRcXWmh6yia4Stx7SZcBpqI
pT/bo3VdKyvWh9ocMpPAikHc83VShtuiG3D2hgNNtKlrTNAfagUv1TYMEwEz1HRFZq2my1rSyvEJ
FFk+QXapaadEeu4CJyz77iYLl74+GkkDZ8mA3X3EV6K7fWHKrgoiBi/FwUb8FF4B3eh79FNrF93D
ygqd/UIr4syVWNIgo0q9hrnpkQhYDaDI3Vjm783Qk2RBleTynUNz4ZHbZJPSXyta4QTBehNLih1r
gr3B1JFxDedz3BnMPnHH9l2D3AtNXcgZwrGxgjodQ1Y09jVctVX00Ze2JZ5+XzS5dA4kflhwyHNw
dcdiVn355DkVaXVjnfVu4KwjaiTRu+a0j1swKrs419NHjKd69aUdDx9MFKHyPbNy/ZwkmD0OmZ0t
3wyvl9ZudUTvXHWkzxDs585Vt4Ny1Z3nRksi6jqiGEKSzvurSOQM2Cut2g8561u2HwlD+JaEsrT3
CymKBpqzTA2sXChUfU1GJBnHQ83UyM3X9YND5X9TNqQIBrK0Ypc0WVSf5MeLyDlMoqh6v1RNfiRl
0IgDOVYLyj9lONHBq+Ph+zTOhukTw5u9Cy2JAFx2+fpaNyV/zLEG+VybhTn4blXyCNSdDb5K6z7+
PHpx9TDqBD6DCf0F211FhM51prawhwpg5oK2VrUg5GrMn0eE8BADotAzRuSoScFZGfy1t1Mm0Prd
WmMrP3dk3J8KdzbDgF4ZilSGzyL3M0uVV/3041HrioYJ84oiJsqG0dpb4E+IOwYbM+zzuAitwIqd
8E45Xf51zGboOYvmjzUiZWjRrBkeTqTXPcmHOIxeB6EMfYNJkCcfLobnBUaD5w7sx1qPAfci5p8v
ZRL7bjtCYM2nQRFXnIywB0z2AXUyCTSUR7SXJv6iClEU7pkO/OG6sB4VPcn/U0eqd1akRL/rWYYo
6MvyY93KlgQQtPu+HHqD4BmPViFZmV8IOf/GWWEC7xWKS4HNb1diADnaaw4isqLCINy2eWDcD1i3
ygXsQ0oXZrtbk8Uv85CkTs2hliuLNf+2o1TgOwETvkZkNdZHD3zCZocfzyHat5uBcoyFoQoG6X0u
AbTievGCsii+4VvBGlShluSWf5NDtz5OVvbdcvUhFsRMJe5j3gwVkzLxER/FHtPlRzgPJ0a5DzKq
Kl80XUcKU5rewqhHub1CxXVzHOnoEKEWNDdN3C7Xy0YRrBJerYVdztfSICpk6s/OZslSmT4y9q98
bNbtTQsW8BmBTrx3suIOM1AUoGIKd1nX4icZE8aj8LfIwge5CnmnO6cL92koo4NRr8uViYrhAt5h
vJmWeu2CLmbh87t0g2kLyTsPz615tRuz/qa6YpiDFK7IU0uiz7nQi7vrCk53CGrz5dgpE5U7Zuev
3VpZK7+dZ20HJcF6XOF2PDiFTR2beMtTAhSbZOSahlfKDzli3xJH0yvTi9PgnHI685OXhfqGidN4
IVc/iXz6K8nHqI5Q9pkMHS4N8AGDemoqEn/qe+dbowoaJITghOKpxXpGgIGTIRSexuVzKCGhLPJB
DYQeZJhjSFfp4L1Zj70roFF1s/VAVI4kiIb42Cs12vpBJ5ON6rBTewZrSyBIryaWW+zXmV0J63NF
dJIJfzdgGNd+CSllU58mdbj4brYpgNexFQFJrjinSv7L2CODsz7ZnS1uUB8DUWagUZwa3fE2VFN3
x4Dc2uulb96hWrO/pKi8pue+WCY7IDYAWHk4VHnq1wKX22p183mZ19dK6iGoJqO/DekAIHEv5Icx
Esk3VMfytRvdHnBzRmExxNXzzPzkfnZph2yvCI9bKrCWjxFJdzTfbQTvYhyuvMkR390o+TR7pX1v
AZIlNmI5UR7lgWmQfWrAdripvLDZcNgfY7dpP2AqhzI89GezYZSyy/BdsExFa/tuysqrFFinjwa+
uW/6CTaHO4BvmSKvgO3gfh9nxljNEmIrQ6QcZL1eAyR93R4hFvYdnJ1oazwHOD1WkMB2wJQkSFx8
gW7jlVQDAL81QGNTNBYfbJYPKplOnlgvrgEMdYcTQJ8bWRHjH4VKvXbxUrKNkoeElZEMlc/kCOaj
b7fVFFCVip0imv2wqNELpkkwgbbswxQyS3OsxArwU5ETHLZwi1wSca4IULFjnzCL+hyuBa+sWc+H
BrzUfhyUt8+GUKI274SFij9UvhfPz+Ggsse66rA0RbW3nBuB1tULBRrtKSxfbKAtTz0ajhs3BQ1O
vJu6SwfMciUssgdEe6CUOcpDDkl6c8x8qttLspJajlyFh6pwp+zGYU/b6bYezjWhdEc4LdNerYC/
5sVmSZE9rxwhEfJkkCOfgc8K3HFcfH5zfJhXwofgBHfUKz3R6J0ufHS2C8DJYijPBCV0F4rA1pdF
0QEYkYobV5BNSXFtdP4Csv0uRfr87NTdTIxxljTNBtwhvb9G8Y8GEU/wMi51UORs6Id1taIL3dwV
eqe9FHrnpSMifKtaWDV6dz1P3KVD7Jmx4VME1rxHiz70I1Xgri1zstWn1YpzXyojXEnln2LOIROq
gVRSkJ/wtcqvhVmNyXUBWdy+shXb6S2Wkb4HOdqM041duApZO0kmVCxmaQe0f5sucJuK+sPN2PKS
yjCfnNgAruhS2O4aHUeRjz56nTBeiLU4rEmDGw7XmbVsQfkka/IbhlSl/QUsVtUGS6FKAWewGTbV
Oawoz23jJ4UodrhvhFMTDGW81rUgXWkhqd3uPOF3gzQOtl0VfI2of+9R47w2lTeAWcWB8RBR1QVV
0onL5KQvg2064K2yS4IlDCF+bLJJU5b5OnKhjU6g0YZd69ZQs5DjDsj4Y8xP0UDBtVsib35ZswG5
JLKQ8jhPS3aY2WRzkpaRTY9uzT7ecH4tE8PAf7kttIqGRxyZ+qqMzdtyTT9EBqK+OEKWX9ppoCh+
znlc61stmuhmNMrhEe+WWx6ddSXNOC9iovrRhY5ZS6pyourERyyYdHc4yeubZHCygJfHusNz7KpA
1ZhQDq2IkN0yg75JnE69kzPgI0O2p9GgtFvTSMDBSKLojhMV2eNg2He0Z5oTxMkFI+CUp5cU+GNb
d9XR1ov5lQzw5VnaWcypxOJ0JFE5b/wZHF+sT3pPH6g+cAWemTWIBhIMkTswKQgHPKxeVji7iTQC
exflBIcFvAvlFaWhPtptA/W8khVZkGl806buV2uNPJjP3q1TLoW1m/ORYOeySsaTTowP5YLSPyHm
+J0buuIOu2AZdGhfkevOX9TcFJfalMWFIfb8jSfrmU4bBgVohBXuPh3fjBNUeuzHpF7E4wPTkSs9
JUbiL1XEtYWNJa7MMlr8pKxeGLJu+yYkcjN3MYbFprneh5r2Eil5K5E1KL9OdjQoH8tK5ZdlYX2g
eEie+nyASNMi8J13sdFHdZC2YT4dvW6OntwC4PX2YkdwPEPiLbfK/hM7IzzGEgeBy1pKJVVQYGhw
ILkZXWZRhlduq5qPU92I2E/nvnxPiIfgskJF8kkTDB8hHY64HlWIClUXWgW1CTQjtqH3ItM33pvl
IuYdinc38ceiaPfTID5uCvjHvFLt7E/5+Hnp8IINlP1RBgoKu1iKmwQTe1JiwSbMcKoPLpKoZISv
Si5SSG1Z6bnZrI/sP6oQT7jbp9dkTJITnowP3ZYqDEUmBCIv6pGNNNNIW0tqjtfaazevagxz5bYl
eX5+L9oW2pjEKEwfuHwB9+x86CMPA4yNCwZxVex+0fMSAidVYFR3ay/MnjQYuRyiUSBb0GUhLqHN
mrx3k+pVpcDTajMybpU23OKMHc64b/Lt7IBifnkBvldQjVNEvAsLLxyP9NXKIiimRb5PYqPjWEF1
90m4kbNPiyV/tTrsi03oLs+THMWjbdZ6N9AwmgIEAl4OYBgVFpr8ajwKw8SCuaale4EoBkK97u3r
MLahwsbxCoZTlxYMjcFF11anq7GvSwP7tLfGmuKTy4F4vesXDMtzZ3mYULj7fpGAq0Fya80HR662
tc/GkXjbZVD980B6OTalqlbnrtPqgxNngBDjoVEjK7Y7tAF+ZMn9jOay3I8rgQQam0p04AHJJzJx
i+LWAgJt7AhqKuE2k2/xebCpKP2kbqu7EMLGzFTIMonmr0wz3Rfrsoz7yVzF16RjUd8jEVVIfCfa
KHi5huIp9UROEVoLa8B6CzV0r1BxRwGrB0Zv3bjdwzSnJIhZuC+Ai9cjwlaSY83vhivAvqxdjy9a
drpROyJ8Y4D1WS6w6Mxj2lHfUX/tm8apjrQUsg2snCoR5FrX30PmxNM+HIscuDn9pltUxe5Nuiwc
g1NC6wfi5JfxzrPXzNyjyTHvDKwv8056A9l9U9NylKCWm/sbb47A1wDHZSZGr5dToZVyOInD0YGp
lnFEQee/2n6LnByerDOsH2nYjEBsp67HS2MPcE1DOY8HnZE9wJ+TQF7ZwNcj3AZucAGAjMq99TQs
zmmNGX2gzt8QPznTRGwGg++QsUxWT9/YG5RkicorfGekxaywgAaqR1PeVIiUPfpQeriP2KoMGjEz
BzyHpXYG2K3zjBo018Z1ky86DXTb1/Wujav2Kc87UOJqNuhUaRi5X8YtoGk3OAkHD1p/Ix1tmAZy
71WqvohUsGmiaGNFUrYHIaxJ6FbsM6SUMSXWWHzCQ9awgM5jMfrzOMjvdh3Jj43nwEvuag8IspnL
UeNPrgbp27ZYbh08oSbRq3ZDeqJeCx98cvSFv1F9r2KLUhPIRvQird79Dqph3TBy5XywDQDtfkrI
znJcvCzm4Ld0yiHpkIEgrh+rqYNKTfRsMRL1QHOI+0kOWK/tj8SGYJqslSHkSTVlS42IzBfTtnDo
O2RiWG5k35j91gSjuxHWazQGdLbGS7Qss+sbrjcX+PIMw903bYVXxoOegW2NqojXvsQAfSRf1muu
yqGJJB2/3LmPwa3ZV+izcvAYY1weJSpBzPBzQ4ysWRmZvtMytVvfoLmVB9g1mElhtN4ASFasxC63
1fJJ60S+5zd7j4m7EHPVWHak/BlaRHsuh5GfhTAVXMSs68y5hj+YEfuU9c5H0cSc6pEQWp+FJIYa
/oMaMdvgY3o0ZxzCuwowKh5XIOL9pQUbVPomq/xjZzZVue8YgkdfCRaJiCVASj/dNmPGER+OywBu
uFyh/ExwcRVt+dmTN8QDmrafiphgXAxreUmRb9ogG+OqTm4HSCTvMPamDvDLnpyI75SpRuf6gpyD
boWRMmuzuYsyRUzOtYedoWDTRHY5VQFIQuiDu1EyR+xPScZ1VT4ZNpURnYBk5Bs8hISMxZ8ydId3
Lrsxain67hyn64wzuyUIBt7nm1QuWLw1w780gNzEUkRxvy8FqKh93QobV2LVFcUHHJOYb6sNY3iM
smbU/uDNebhnZtiZvqKxVwMuFe64z7JmoORmtcZq32N6xRWfJ/rcoT40fa5XtPXCV+TN1wUS4SYI
mzyaP44bNuLK6jMXgkjJWXOP9YsWtWVMaRxAaBzJLGnDuvX2jjOqY2xPdvWhd9KJAgRVdMLzn5YW
1mBRxXCzpnjF2INJNGhqs64+s5EM9jXprVBAzKiBr+UmHNSWyWDqQk8YBYPdRZzv55qyFmlb5xLj
2GZ29IHmQRu+ywa3oNqtFg80uC0gOksOPgY0Egb59AnGqHnNnA4/uQahLIN6LmzvhfATJqlZY8Jg
WaRTQvbjF8VnVabDhzSlP+JjjXTI52ZfTPaGkfYEYyzLap/HInSIjNHbceuyxlvkoBuFbk/zSjpP
toT5wsXO59d+lOKhxmZU7cZkIYMmzMP5g0VQtHONZUAkx9CcS+/GSencsKrF+mxIe9ZBMo569LuR
eMu7IauiBxq/+Jt28dwZxkHUoQUBM3Ijj2eK0HAgY5VnoSJFM/MxREIf3ThydIY7h6ZCdlQ6NAgJ
MRwIUnWpls+kZxCazKMkFD0zJAKBE6X6ezoNJi1nmhseOSsu+8UO05Jy9iPPiTgTD92QB6R0BsC+
y6ixJ1MxDhd9SrBOZZcu7vTITko/D6O5ONV9CXE6nIu6POHWmL9TdycOmwzguftkmu35U1JGNfS8
2hTzHmFHWQUZaQk2Rn0cn8SOwSvNv1kk6QLDcRe4nTQzjY4VdrNkY/WdSpJegKK56xYngModSzbh
yW2LEa6p41cERhsttrK7R6IaUU06izYfV4eQp52uyAxZI+y6x6pUOEh7iKzd0VoLDT5Yk2i+Nyvs
wjsYnWlypaY+24cl+SbXnQnHfdeJ1b4rnNp5hCutM98UxfDNi1AxXa+MzpLdAiz8rrbHiQ2Y/NlH
h9PwZ2nFVXq7xGv03RakeO0Ika+NB/jE6gE8ssm/1nee97LYJHrf0U+dHhfPatS5dlWzXnuEYkWn
ceEQeTMYsZMd8l5U3hGLylCxr+TrBNkO24u8NFmSP86RHs1DZy8Cg76FotfbekKcpkkn8dJw+EaT
jCP42sare5xbOiQE7MCbfRfGQ8RZnidt9EFLwSePy1U6fsfTfVm7sH1HIYbTkUiUtjw2deniQRCL
mm4GyIWGj1hIviR2YtQcXTnLBiaOQwhJnGV5J5s0/ErtMlzDhWlrwjvyaDm7bRuPhzly4seo8dia
vVJQQBp9QZu8MZyK7YDyNCibKHvfdCngNfLZWqqUQUCDm8s4p51jEviVIW77VkdzB/ApFmHio4qX
SbV3VGiU16ypmfWOYzFjEUGvtudFN+0DoZTFdxF5It67vSdzHkvYhIfWEmOxJ66xMK+yJc3zgxxI
ifUVdss62vHHi/FEXiBfVdWRXgE0lSlVf9qPekZijSfNn6uG8CudJE31WA5mPgUtYVQMQBYATrjg
pnb1ofVEH4vSxd3lFUyp4QJpc7xG/c45W9OCcAhiklnOuXzociCrMv3kzWtt7luikj4VxUDxIuCd
xAGpNoLnjxjXIuelC5PpXYRRlyIYa6e47lFI48R3VvUqVyGh5/G/030o2qGHij3MemevdiOAGOvi
3C8MTfe2sOcvTrGm10zyMoZoXSauC8IheOWnuXnB2Ko5QY80rqkLp/i9iY2xfOfFDK4ZEGTLkVvC
+CbkoVWBSetQ7z2jW09Jnytm+WElF8KnVs8IhqLQ0U3LD6G8tp0u3VENtwAUZFzH52aWdnFcAeml
ZIbgvz/OpA6QfbWatP0nUXOE7tgTkfUShvDJmgpGwAw/6LPT7qGRwozTQHA/5Ov7Ci6AOHup405n
J+QEerW6mvIwwjLWBlhmBzfoXFxI520AjuozpT/qqIp23yw09mLRkU0UxD1wj0A6U2fuRizhpymf
ylfRWcgZY/ScgApBZWGtr2tQH6TcVKdJRpTILWTtm5ADNCXKMnDHRtIrqhMkDIdeqqTKPlQMbzve
1IYKPCydJQtykNCGzyInPoZNuGX+Z+UanQtm3V8WL5qzAFdlRUer67cCjDZMEZDMr8zbhM2xPiBh
JRKpZe99sNRUuiTrULrtjaUpFdZUO/Z2icdizu5f29NdPtY8kfhRG/OFYa311OJ8erAFxOmTWqWb
+R14BYMda5XVvk+zon9oqXAYnIWF8bouqnROeBHlVV421jNFSSb3Odt6sSfLN3zvVNaS7bnW24l0
zVgctvzwwe/t0FkCN7OW8DTMI3byHO5BcUWbvqJb6ALj6E4Zz9sHzfh92aUdXaQAVQfZPb3IMToX
uRlnjwlGDGb8qrQmsiqUXNsDQVQy/4wFJezvJRyFmzDhKHIz4JmJfLIBJAc6w0rmLfVOfiqz2ez3
fQbg66qpHWYIzSS88WARIqceZdp6lwG66BTkltM9kMWz4J2v8xoDbV4TUsLAsbYZXavpKTPFMh1j
0Ut5boG0hScDeaCHm2HiK1LeLAT1gcobDzhpbZxy5jrVl6zBmX9YI47y78YciPiegEyMskxIIIMl
IalnwWDMJj3XRboVXu+SQOQ8bPVRD2HXfKqbDOyKX5S0JEgwoaPzEU1A92mORz34XEcm9qmuNhP8
0MCZDVPnKxnS6dPK3YOLky2W4dxIxTsbEI6m3y15hAfdU0tFS5dSGrWMDIvhmBDmbl+BXtWK0b6k
BRTYy0TMM8Nl/aVxHRh0PUxNTWJJQaKGzNPqcwR7uzoB5EMjsuT1kB5HdtLmbOUGffEVoLw8r1Hs
iE+hGXfmjRHLQS607ELS7Z2a3LdnvVp0iW9QGM/z3qkJa37WcUElsvOmaO7zHYDSzvEnXXAAM62k
mK7jdSm83UhE23AgE4xkwXqurPE8/xdp57UcuXak61dR6B4KeHMxN+WLxSJIdrPJ5g2imwbeezz9
+UBJs1konsK0NFJoa2JvddbCcrkyfxPyzlsb9eC1O507rYlB2qjymwP7GQENTwmzhYYCZ7DH+L4V
l+jNBC9K1NIhhUiugVXu9EI/tCRrr6HWRsXKz9G2XEQQcY27Gq9a7Ru6ZG206HHcxt+h08O3BoyE
Qj+Ch9gVun7yW1UIyisdToowBfpE+Q6YSo2ffJcXNXplg6EvfU1rr4qukOv7Vm66n/T+vGiNrBS2
x2XT5NTwRU99L8NQEG7YUtFD2TXig6fp7bNR+dotrtcI/woopfwGzYTcUasYKG+0mhbfNRBKR/nQ
vKVBgPiAtzLwkekRTKF3tvBlqXvXi2AUDsQQudwHria366SjMX4MeLDzD6YRHElaG+ozaRgFhxRZ
ufiaWieJE3gbhAPYzPET3ib8V4HuJdjrwsQ8HLGMzqMXUeS1uAyRBPbXEh9cv+4NITA3qM1JuA0r
poduiqYg2wXBnuKo0vnQs0FEl+4yj+uS8y8PBySi5Tqooe9parTOKPtjyKXIYJQQMq+WZqu4wVIX
ZCUhpzY4hvHwcY2d6LohD1oNVaSF7+WddQ1sW5dWbohC8I6k2Xmi0lCSFYTouq11EIWvugZLreRo
SXkb46OyRrKrhPAOrutXGUs5dmaQdfKFgARkgYhjq+X9LsLPfTiUXhpWo3QI6YSA0zZd0r5BcLyX
sVyiXW+08mGIHJWSfZulB5cae7wS1Ua9twQ4d8tYtZIDsx9YS8FzubdDxKFe/bBEKiyVyGkXXZ4M
2TLCDzIGO4rv8DLxqQ8u/YYsfDlEecyvJpujhjUwT4dAlch7E9l3wOLX/K/3Hsp42lZI6GYuI7nO
bL0SB31pAEA0+ePDSFpJAdpa6F+GubEUCpOGPqTp/LpFVj1fiWbkvZhG2cWk03X4aJQ9WX4Rlfhw
lwFtTTwiMQJFP0h4wSctfwAcgeKXo4bRu6QCl9lUuUmlru00pqzU+v4G9pcl22BwKUTzsxCHR9cG
m0UxLf2FrAn6bdeQAa6SJG2fa+oR8tIkc7qvsjbSFqlh5i6VdUXOUKGPNTSBePDcNm6i31Q0L3+w
jAHGtEGb8hB0u9xd5PRm0caJC+W7qhapRJ+YJcnRXrU8sfU0uVWsqqNyFZljShOBGlzkutg8Obz+
UwRLMrccG6al7SG21wEQC1lgMhYJG19X+xd4q9qdoYTKz1yL6NcEgkPyY1FktcOhy9S16ya/KGka
+9FVsn9sPFP71eqq+2ZQBE0WWlqp104tojGeRZF8L3ZG5NlJlgvUDms21yqg4vYC+TBUsHUffJ6c
bqy/aKhJCreFpVTSIpSAQ+3UwNHfTSRK46WAGOcG+m4GCmpoUtKwXvaPeudTqS85GvA1jwXJuap9
DAie9VIpqKY7AcQ8NwshVwVpSes8Dp2yXUg5clp3+SCIht2hWcY/U/IbF47mwPOM0YSTr+mcGMNK
CktkQjPYduxVFWlg8vhMO5qhpopAVNAZWgArJskohsp/l9nCmH7yWCxXwGSqbAOwyxT2BbbVzHHp
U56JXZV6EmIu4i7g+d0ss5jS1lFDvAZSQeJbSzkw5GsvwMll01uefJvGkvhuSWFlcaD2ATPllukR
mh6CGi4c9nctDsMHBFA53hHTKl+5zmrgFAIchkWltu2wrrRBSsAbVEHxHf07NUUaRHOV10KNgvx6
GEvQ774fiP5LbuZ+uI5jLyyWlZp24TKKLf83/dE4pnleI4+eumTACyNqQF95VtdjCN/n1Squ2+CY
g34KwJmKqf8g17pHdlB62rA1Ms+VX4AXNPXap0A3PPIn9shFix3PHCfF4XRBZwSF76FNwOWkqRkD
WEEuZIO6o6mthCiqemzA47JXd4yDYmCjZSbahZbRUfov0Qi8ijWXpwZql0WuoExl8a9FqToBciiF
x4agwEcDjraNVy81keI9OAVHf4SBF2s/YZfk5rWQRPRixTwkk0RQx1rIcqHhDSv1MaJuLjjG7yZ9
xGPnVQWG4eVoIR+VHIS7Mo9MMqimkDeV61rpCncaMAkhlZ70BgWbqFo5mo8UiKqjybUIMscTFqac
AMmCMu/nj14hO4Cg2p76dEbJl0oaOiku+d5zHhnDsGssVyx+NCJyczYJDjysgIssfgkGlAyv4kLi
dwnRaGl67COfAuJSCtMuc3iYpeaw0tzGpb8ZRpm8Nnmym9cxwsjuDqBemlwLCPNSSdHKPnUgvAsV
MuN1BWyQTMmETJPpooBmGGbULhJB5H0IROEh5nJH4v3OsbehTxeoy6Zqe18jiRCSFJCFzoy9eGoe
VFdo35QlGo1di/KTW3TJC6lIU2yKTgt+5sish5sa7d9i17E+kNgEKrKqaEFRsRe64pc4JG50KzEn
xroFrBMfLMx7YhBxbUv1X1c7lBzStmiffNT76mOfyGm9A++HZEzSDg5I085PRXnbh6L2FLiu8l6y
iONljuhYt3JTORqbkg3mnMxZSY9H5DosOKuEPLrP2IkIuoGqbVfdADn3Gsv24JHV2xVbhybLW6TH
vnPASaEBm9mXSX8MIt57eyfQkQZijLrJjgJSswzQJEY7X+WR+SvuXFNdod5gmEsPALQncoeINP2F
OOP68Jtec29UdLICHrVO9QiQDeCbEoS0w/G1890dekkmVVmB2eXqCOL6t1YjcQ10ach0sBQekoLU
OZLmCrE/3XSXMNuMcjfImSaQADd+YtyBSompSgyq8uJQ9g3WYqCqIuWdhA9MJcP1146XlKBgxSTU
gJBSFUfhGC3TbNioRmM8eb4CRCGIAQNs8hCtIOrQetZcaZGV9BvdTY10U1Epia8Qcg2SnaMynFUW
hxF3vRAG7Urq+tKiPlcH+G24XW+Va0vrhXprVBAGDsAKM3HpDRWyxrHeJwCE5JrWZeUWrbV1LOBV
P6EBk8Dw/OmLndzHoncAnJ3IKw8h0ozOiT+4a/pL5rAG7RiTGvUUPBexxzvdrsVKV3DgyUQRoFdV
lEc0Y8FFMtVicOjkFuuXHIgspww8z/YbuyGUvotyNzYokbYSyTWwXnXkLNOvJcEREYUphhweqsld
ts+FopYWOhc6vuGDCRMKfVuTredTz4qV5MnRCzc/pDxOqd/ksRDeZbLT+zzkFEpAqZwJ8WNZDpTp
wb+75S8hoEt4G2ZOWv7AUdGVri056CEvWlmHfpmUImH66qN9Qt8h8KiHS6RjMVVquVU7+n1tkiR3
ZZtK9WPtKoacQP9QkX9cwKKuhrWER2j5U6eqSI5H0x41H1ixGK8vBnIcVn8rScZTC+pEJwfMUqdc
oTGb1d9Z/2KD6pkYWVWDPlMnxzcq7IUIcdsIQJDg1b0LaIjqY7OyfKEo9gGKc+5Vj712su2zrKBE
QR/ffE19FEkf0T0XhX2t8wy7G6qiB76SO6En2UOLawgIkXKof6ZVKMnHTMTPfeUMvoEKKXBxUPKj
ijw94CgMhqo/pK7uhuFBTd0Sb4nGitAVABkvOMUKHXcv3GYqXpU3FNmK9JqWpeY/6gYwmoOfemVv
t2UKYi+JrdQabz75Oh5EhIRLRCf3PgpN+UKnRsrZbgUB6kdoO+14/9I49EniQILgOI6ApwhacCHy
KHqJqgzcIEJRObU2Sr8oHqu8gauGv3GoRd5XgrEjM3QNEEwa0ABnWyEkqHZbpyVZzb5ZgU/laR/U
QaIlO/ogclz8MkU/ZUeGEajF/mBmEtSAQWuK+q4RxVqmlKTFkVH9aCi1KHSI4jDI+pe4THn8bTja
dLG6Qivdy81N21VUyToBELe7UqQBieAN0h2eBOzB78to3cS9DhA0yxyLLNbLNfAAZWm6OaenTD+Q
y9gtEIuNAi/uy1Xa4VrQb72qcS1/3YpKqd87juMFxYIWp6mUewBiWncbKbLIVdHw26xviu477a6g
r4J5gpG7lEUR8yxQzC3NbZUqwY88rGkD+6Ir3rXKEL/7sGKw5gla7Y1rrVHJSHPz0UAQ+9kCpFsv
MmDF34PatLadKA3FLpaF8Fkqcu0RbwfrCSdhr4EQE2PXtSmwqKQiVmECvYZJJMFi8VNEhhO62/9k
l/4RW///RsW3s7fkW1W8vVXHX9mU2j/Ge0mzvgBNXeF7/a/4q1/Vr5P/Z1Q0q/q7+q3o79/KOqr+
bZE9/pP/17/5t7ePP+V7n739z99fUlA045/m+ukJtX7U9vj/0/E3b69vxa/q7fVv3yr+Uv4tff/b
x3dI3kr/F5z8jxD71//5+/jn/MtBXFf+IXL4mgpsL0hlBmywfzmIK8Y/kIPEtUYzZFmHxf+/DH1J
/IcIcxOtKl0z+S8jrf9fDH2JvwOhipe5Cq9LhyP9nzP04avrdMSomYkQ2GGkySNV7RN9y1eCNLYo
WB5FunoSHTk3FBaQnBYRaC3XmqEwnhLs/hXNgJWPEJlGdWnCRhv8XhL6oAmPqdDsaGKuVXFGVuks
goGLIxIvOgprogUd+XQ8XZPTfk9i9ag4IvYWMdQey4+cGXb1KauOcYzcauaUngwiWIoyYUXGpiE0
0LerY6ZBSwtrTQXPRD2vralr50OaUUyR1Bkq5oeUwF9Uu4+oOqEtVE2IDFPodGyVj6lRalrlsTTo
jEpO8p4ZfbSiVmzu8VXowSuoMMZGBHg/sOsWmWfiTtvo9Qx/cWKz869fwvJTREWHWWhNvrIlk1db
lVIcK/LMDU4/0sJRCukJ0AN5Xlu5a2wc1A3cOmdF8mgsXIpt29ZsUrgXjbRHnDJc9zznD4aG0GlD
WrdO+jzbuV3zlCLhuqrTtlxhxWlupRibLS4mtTnowOfvHR5u3kL1ILIA3tKvRSfV7z5t6i80HT5W
ydmXVjVVx5KTjTHlTEdAkKEMDOWRAgbNdK19THG7XbCDDQx1gFkFXabc1Sk8AJztEIFkRSyhBjg2
3pzIAcl+vzbAbzu1mT4BiuxvnTisVnqne8s8baoZEvK4bU5/rspJgSiDoVsSSiCT6YiTvq9jTpgj
9D8dseja2HSIki4LpaUBXHDdX/4+55vMkGQFujfCIhak78lCHFPlcAAGfBR9n/vFJwuuVpdDSOMW
Oh3TaYzJFlMqwGWQWPxjuY5v0NLQNkhpr3ggL1kXC2mprOXr4ipdAfGfGd351zQknPbEUbOHfxvj
6D8diRny+W43aP7RrzbG4F3z7lhoJtwUnBUvD/KDHT4dpKXoMKstpM3EqYmgXFG9oFngH6uNvvXv
g++WnVzrV6x36Sm4jhfiNrnubHkLcW9TPrhv1tG6u8lu0r1sVwjsURyAsLVwbH/m648L5tLvmiyo
MFcTn2qwf1TaQy+FiIXqVCYqsjme8r5B5chcBnMObmerCnljXYNQzKmCMqo2kURQByGXndrvjlWe
vKs0QDWH8s/lL342tx8xDLRtRPQ3LGVCK5fQtxWRGu6OOrAZCcSKVnP8qLddOMNfPz+sJ5Hk01UE
zJySYEEk+Iqr9ErbBasXbUl3y85mLqOzySISMk902bjJcSCYsMld3o8R0kzdMVBzXM1bRHj7pdT/
aoZHv2zIaCHpGjPE77Pd+RFTwy+WuiBU+UnaoGIh7zRJ1h2tiLKrHC4cw1wb3hEzipIio5bPXOtz
8aaJA56l+KsTz3Mc8MnpsRmSjSu963BKXSs7yuFMwK8WI4kZvtmkRuNfTqdPxBuoy1F6O0qt1+1b
PDmXRmQOM8vxbOrg/8PxQEgYtRHc6iYHqRuloHW1Mr8xAE97XrnKfQT0BWWZUq1ya9DkqbfvmnJm
xZx9zY+wZH7kfCB8jcnaRFYQUF+Qw7iy/DsRinUF4mMwynUup88WpDy3mlMV+2KkkIhEhSNVQZtm
THU/H6q5QZHXGUeaJ9I6jZ09QIVNCXhmEIsllaG7Gn1eXqd/uN2t0ZxVRn3KQK+U4KdRY4RmaTXo
/Q39atC8cBWKrQEYOMiSl8uRPhbE5yNTHkUq0AEZTcQ1/jWZSjONCtUDBXJUj4KtXrU34ZWuLeXv
DpeVt5S22TpZqwDMRQo1M9M5/tHnocegiIIgNjd++08XVpcqvWyVmoKbkr7k2lxpAQQqH8AVTI2C
iJeH+mU4Ln8R4K3KI2QyUotSkNK5gnJ0TZES4S0SYNuo7Q++QrUq55X0v++r23+O4m+Yvd2m0CHK
//n7dB9+fNZPwSYzqFMnMfzsI9jBFJ4l5/5P/3yV9G78Pza5CuT09NvJBkh+H97vEfHael2noJEh
kZkz+3w8Dk9naLTYRsIDhXkctqcatKpUSD7uGu5NkgOESPLyOY3CaBf0vrL54/EQhQScxyPnijG5
RFOqoUiSDf5NBdzr6KkJ5HUQEjNLYHqNcurrMkqYyFiND1Bp8tVcYIO+JvSJ7QmKvo08U/k+NJn0
2/c6a4tu+fPlQU3PK8IZPFQhJ7O6JXmakamg8T3Y4YUddNYKEUu7jZWF2EurvpS/tWDN62ZmO38x
QJ6pH9PFu5wM7XRZZLk35EHelDZg+XRRSe1ecwe4YK5xADA8swbPVgfDI8/8p6oVHlqTNV7iso7V
fFHaFccxPE+wOapxFVtzsq1ne4nLBltU9P1k/s3VfTooJ8ySyFfK0q6j9OADJRSt7eWJmoswWRd9
FQYhlgilndMlGEQbbN7MyvviW1G+5eBh1aF/OtVoA7NvyJgfljYyp0tBvJLxZ/Wz1eVhSOP0nuzX
8Uv9FWWqzhVL5eBgOlra6kNmG+JieAxTTCkXoHAx/FhEb62zSoOZoY0f51LQSW4KW6NPkWcobZ9W
1ojxWDsKOhML5CEuD++L7cTeFQ0Vki7/Mb0VS+AFpTmuN3puvEnTW9UR6DuDP2iTYi1UUr5om9fL
Maf3P1sYDWRuYLopMv2eceV8uqMgTEYOnjaFjTaWDDXlRgl2pbIAwFF7ED5nTsGzB/wYDnVLS5I1
nqiAP0/D6YPTh5amFUygtstuXRCFG+UwHPCo3w7bcK9cWVfDs/CK/Gr2lj5eHutXu+Bz8HF1fRqr
WsTAUxuCizEWspiWGsXMAv1qBmFYmuMpzJ1/Vn9y0paSMxG4T1aelqzhZMLSRL4oUKG/9clzmvgz
h/AXm0IbjyhTYhpVyl+T9UlBz5QbRWjtTpIAJDa3EPmvS6kE9E03FTyTG8JUDZ87MVwD+aTsrYHA
nMnozve/hvQ3VRmd9JWXx2QdCUUClLvwB1uSoJgVDs5he816vTyBXw2VG0eUsUsgPaAsejqDeWF2
Pp++tyWIe2gmSXAaFvKL+YQ12CL/3fwoHqCEXg56fuUwsk8xJ6umlMIcQIHLyBJ3WSSbGBxDDFJC
024vBxprx5ODRkNTk/IKmSqLZ6rwmw8+Fc1MGmx6E7S+dCAqGBi+Gs9orCRgtK6Vh8FYXw56vidO
Y47z+mlPOJolAxHrB9tTpJXYPWZVOPP9Pt65p+fnaYjJ9QbQrvEiFQEEhVKRcsiP3UJYN0veiwe8
a1f+nvbWFoCND0ZtX2zjd29rfTeTma05N9DJFQhwwOWR0A225flXMu51kLYvf8qPBPtsoGOJBCQu
GetU7XCQjbBWunKw+ysRNMo2/eG9NsUeUrRJs2kbfTO/3Uhr4U58gU8o3Al3wU3xI/yer6w1ffZD
PaOTf1bqoHVBQQXCGHArA+XUydwijok8HwwwO/xB1YHSHLBiLL6/wW80fs496b7cm5+jTaaZFqxc
GeIY7b15Rd9Ey2FiL/BxVOkfhwtNWPQAcjbOzENkIrmOxONklJOJVTxTrZWWuLTt7rWNt1FXeBHf
Ggfvm3/tHdC0ER+7ma16fs6PXxbZe4PUF8Ds5GUHm8frAZCItviuGtdhs4v3EZZk+JHNBPrI2Kdr
CnENg0k0DA215tP9WaMUwq2l93b3VG38X8b34cU6pPfYpvoH8aEvVmW8LFhsSD891bvLC/qrLUM/
CHVC+hqqok5mVBMcC66WAzNMxucZN4lhLmv8Ih/gUfQpxGTyDDXKDKQ2elu80lbNqtv079l1ci1v
yyt0WvbqNtzlYK9vkmDvw32fSbjmBjhO86fDbxR0o9/tDXY0RDCyO2GT15hh/wdfEXuTMW2l6jGV
YjVxP5ASTIbwJ2Q7tNAM8pm85qu7dzRQ+XeEyTCEuMmFLOLcKYsfgx8iIWXs8licWQ1f3INUihDU
JruhyqhO0gzfrwFAjMd4bd1Y/aZuH4tkLWUzt8U44ZP1rrPYuQZ5Dmm08E6nZDAhleCgO9y4rnrT
u5s6eEi86q4fri1Bnbn7znPfMVsyTLxv8H4idTmNZQ7QbgIr0W5kAMdS4z101l6EBus4NCgxTq6S
1dDMlRy+OCchvEKCI4mhVUlz9zQqrtkVpuF1fZPXQLCHYd9bUNVM4b0W9r1RreNKXyM+tmkKQJMA
PU2Zl06zubwozyeTFpqh8RtwkOHtPrkadE/JzCIUuxsMH3ssR40Ntf8cLcnye2kKc22L88zGwBOR
Rgr/ibg29bDTMWceKNi2Q1gHPUL8nSp1DYt4X0XJ3oycrUe9qneCZ1H2sPu5B2iyzgBeXh7x2Sah
eSQhnT8WK+jtm2Py9WmvO01AO9RVrRs/H6k+uCasBS13N2ro+jMN4S9DWcBNxsuJ5/BkhpUk71qs
na0bBxs5aE54oYilY44I4vBPlzAvbSpKmHXRVMdkYLJdoq4S/doVQRYNw0KkE9R5b373MGjBtYgw
QCHZXjXTYjjbNWPI8Z3PdI4dssmRrYKMLQAS9HaZVwuqw7vOkla+qtxSQVn2crXvS2SP23omfxs/
2snBMFb9VQ1PLipbBiXy0/nD8d2IOviFdoP/z7IXGsBOEQpLHappSDqIN36nS3vspeeUer9YvESm
7CCxZek9T8ERdLxy14zyksjhFs/unYYaiCDxLHc17zeNHZSpxA2sXRbetnFMUHqNPrN6vxg935Tr
A8MjXpbidJ7Lous9Iy/Az8PDBASCGlFUWtmSfnL5qosaxvBVJt02UjFXlZDHzTn58tQG2L4cWzzt
jElsrfHEGn/zArECAaKPpQvRNjVCy0YLIAHjK/cHw4IK3wOtW2Y1sPm2AlnOOChaGIjutr332AuB
shqKXlkKaHosFUkfNj7g4eVQ1N0+LMC4oS2Zby9v+rML3lAMLisRXA61DVbt6aJxhmTwCghktt9a
9bqNA3/VCbo1syMmpjbscsJQuOPZS5OBKJMvpOagjhOLChGYe9KkCv6ertVPIXb2h8aErofE1J2b
IMHSBoo5Khbmxz8fqAnAHPgLXZyzq2zwcR6NHbG09Sar90MRJZuuRfj8cpTzrU9BdNwECjUOCpXT
cVpAFmCrlXaJAMhaNIcYtbrEWup9337DJBZ6r1f7O7OJ2ps0V6P7y+G/2gTsw9H+ht1IU+B0NvFC
zqs61ku7BVyMoWWurIK0UbY4IuIcCm5YbwTqc4BQl5cDj3/wZAdwnCsmBgf89azOjbJSh+lFq9/g
P2EtakvJt3IJZhyVKqT7AlHZFaH18ocxEXY3+cgGflJ0kKffOqarJXmGq7DrfgvC0W8dePniSop+
tCgaXo51dmFNYk22SddiTIZSrWxbPqIwpnqwhvKQ4rJ4OczZZ/wIM3YaJe4sZap5ng6uicyxKtsq
COU3l2ojkiXH+vFylK8H81eUySrB966qxICsqck7RCVGbhgY32HmcX22FhmLxYkIPgQvCkqop2uR
t1GIj00o222x0Yddr1x1CCxVaym9rbqZ5XeWrFG0FOkPUOIjTeX2O40lVH0E4r5jRE8xguLRuvvh
KvvLX+1sa48x8IqgIQuCEUjkaQwpbK2y4sPZHtJxoyjGQ4g0qQmmZFCRVUQ/YlH28j5BQvZy4PPr
9TTyFF5CcQitDisXeR+BNK9Tf0eetBSGlyL272Flbkuk2CFGravh2YIR1gfKjOfH+P1Otvf4C0wU
gxUkTcWzjIbb3QzdLpNsy4g2BspZnvXYoz5Rx3eVq8xsgvP8f4w2ntJABcn/p+/BguTU8PxcsqNO
WrWGvs2CaF2iqt5WwQ+1e3IihOHTb1oLS1dAh7cu9iM9+fJX/2pJkcAhIETbSQLNejrdSSxhbOvJ
kq0hilaWzwrO4Eb5KqJ3cTnQV+sKnAYZFAeWxmPlNNAQWmZQFIVkK98C2ODFc+4f0tfIuc9VG4jP
5WBfjQqoLMJZXIUqrcnTYL4o9dCEJcVOGvPeQDuw7cJjVcRPRWjM7JcvThkwGn+FmuzJLvDRgupk
hV6NfO/q8qauOsyT25nd8dXSHB8tgJTJZPiGpyPK4wJAvzRwMgcq1MHAenKaGs6KWv9QwnaX68jX
Xv6G5yUZ3qZkeXjJYkHG1TOefJ8eSlmc1H4IwdEW/dh8inrE/5oiHq4U2UNQAknDPcfhWySGxtoI
1XTdJvW68ZprLUNW2xG5qhwYH0Pq55DIBu+YheVLKkWwWrWyeZz5sefTMD6yMNwymW6gj5MZ18JW
lpwqGoW0GmWpmslPHLfQI0OvaAlDrFiqpKKHRraEBWoFo2wd8qk9NBzIUMju1h4yDXEdC4s0wkH7
8o87nzuUQEZfY9Ea7UumRqEF10ObYbZjI3tsreUquA4KDwkiDddgBYFa0wmy9eWQHwDY06OMatqo
3QcWGEj7dF/DMUPReMS7tk5vPLvoHr62KKl869tacBdU4tvnUTMKbYUhjn8iPoiOWhVA6aNV3xvf
utz0b0xBTUrUQmnsQyN3gocwCgS0F0Qp5tljgAsWest/RhELOeSWRYJsqyMjcIt8CNBIT0YjF2OO
OzWTEeAtcHBAX02OPCSSEdH+jniCwB+M4E2yxAWvvEmEjHIm8lrhT6rn/SiRLBjPaiC3d6HUhyH8
wbr9jeYcnd0mDuLvImVt8LqR3vwAPBL/hr5XQGDLYzQ8W9oZMztieqrQkgVQwQWMn5IMX2CSHYmQ
nUGO6LnN0b1yu3WPQLaCbYvUbi/P3nQxTwNNNjsyYS2aDQSqTXFVCc0SWXELg4TLUcaf+3mJTKNM
tsyoK4YJPVE0EQxt7q3TMp05taZfjAIBtTvuOLyXZNLlSblHNQWpSqSgsaM4uIHguW98C/53gcMG
/Ok50P90QLRaQTqyy0wD9SMqrKcHVpAAYUOorLF9j8pOL2blEkE0b2ZrnV1klFcpsPC+wksHh7PJ
Z2t0vWskwQek4TXromy9RVMZ91XeouSA1AuewAvLTFB9CP9wVfDOIrA+5iW0Vs+e/mard0gUxjwu
YWOnsOkNhCYac2Z440f6vCo+otCdp7zB5+T6PP2IvOcAsSkJRQ7o6nJtI0uzSEHw/Nnam0aZThWq
+ygdpTxTAwyxUYN9pPfQbi4HmTiLcx+MX2x8IjIenlDTGjKSM63omQHvxMpZRYFh54gLVdUbfdxl
OCATrKu7zGo5uwbUm8Ue6ljX8XfaXSbMbYXzZUPuQ/eY9hu/i3bR6Xft4wjGu+p4t3DglgnkzxBS
8yiHSqVs6WBtkld3SM/OZF1nVw/kF3Mk21BupWIPFenkDlcxb+lpHfm3Oo03a+N3V1DQXXUfP17+
1Odbj6uN4seICh8LvJP5VOOilORE8G8jqULNb0B7HcnxudLfWX2FFxbPH0y+SFU/MIenw3H1yBiN
17lJFatbqKEsgfJpsfaUVFS0DXHJvaVS3il/lT0vFpjrc8C66UD5BR+NDzI+kQqYOhlo0vp5nSRS
ZWMAJeNWHLfoIsfpTFI5F2VyxkgC8kZNKlZ2Z7m2FgPwN2DkzKyNr4JoyMCN35SasTxZGx2OARHS
MYWNoCnXZigm2YMwSOLMLhx/6+cDZfxiXJaY04siCeV0CRokPZBvPzahkWzy1i9WsScUK7kz/U1e
5vn6z5Yi15osg9QAQs1BRVfndI0omRpoCZIHtqsjPF2959rD5QDjFJ8M6CMAaGUWAufxdCeTm+up
2Gi5HRmI5fnkMbSIvB//XZDJzdkVCStAIoiftMsgf2yHb7lR/OkKmIxksgIg4BdYcpABSOlzC4zS
H/qZc3566v1zMv76VsrpZMS5p2edh84wPNduH5cLlY0a0KVeONW6nWtmzc3MuOI/vVhSpzMjQFa5
HSvf0TLEveRAAWPmo02P1OmQxh/xKYiUKX0SjNOfwXReDPtcRfuXF/pMmLPdOZmbyRFgxgjqQEnK
7b75rQA49OeeCHMfaxznp3EoPvxVoVNz26SWL8RoIX+XzPf/bhVP9mIUCUixRsRwe/DA5i8l/qHV
MxXvuXGMS/DTOHwc3I2hYYkFOIjU6N0V0WM0246emY4p4LRFmh4xbUbSoBKkqsi5qv7MjJ8dlKcz
PoXvRSWDyHIZTW4pwH4HcSFw1DI669nvy7Py5QqGHiCbI+GDSuLpFxMrB28vBO5tnhZrk16N1j4b
vbI2rHtHm2mJfDk7n2JNdouJQxDyXONTBr302riWmgc99laXBzQXZLJXCmSVo1YezzGEsyJlJ5qo
tf4nzz+4AX99tsmGqVqUUsqPKLK3zLR8WQrygtD4Qfz5kgZASXuDQiTNcmUyHrSf8IkSRA5/HbFm
BIp4L6PCPxPli7OZYhJoIh60GINOmQh5XSKeVZS5rVh0jHlcLzJEFiRU8+iqYpMxcxV8MUmEIyMH
E0dR4qwFlysO/fiW5Z3/HChd4by3gAd7eSWcFVU/HrWfokzXW4eRMsWg3M7j9fhyucluw7ugX4jI
BTWL/GU4enfy3MPzy6FpQCjIpOhoTNnIYeXLguzVzJcVrRynfdPrBmGuZKY8/WWYT/WHyXWNOLdX
04kg8Qh+dWC9IgGh8NfLH/CLQ+ikxjG5sGUVdTCE5jhNnWgjqneF9FBW/nbAmPRyoK9n6tNoJtsJ
94i2qUqOO1TslzLtPMRsumPRyk8prh5KatLFQ7JHl+81A6U/K7hqDGXbyO6fH7snI57cUUYaUlZt
xxMqwJPMlHE/gb2OupOZJTOhzh6kH6vz05gnd5VkhikSSEZulxgJohTjLKrv5b2xCx/QllTiFX0w
VJ3SDZ5jl7/2F9fX50Fak9dniCEA3mcEloJoVUXOounvLkc4f5udVsesacZaJ5RMxuoYYgfWE6aF
0m/EIVFRCuWV5W5ibWZIMyvVmuwGV5KQxwcKYSudtgr7o4zYUxAmmwptwMtDm9l3U+ilr4WcnigB
2VhcrFX/Kg+bjRT++O+CTC5lxK7dovyYoaTbafVB8cq9GMwcj1/c/CfLYHI6OgKuEqnCHIlxu5Wa
YjHo7lquW9yKbwrJ3V4e0pcXzF+rfVqDljJ0qbXxuzXofKGOCAZ4mw3pylIf0GtdyjCFa1zoLged
WxaTY6UZ/h0UHDvHiu21D2b3OJQzZIvxVJg8AvmS9Mwgdo8M6/FnfMo6LYh7SV2RnlcJnpoa7nwG
mk2AnA0r21Cnu6mHx8sD+zqiQcY2Zm3gL08jpvTpcrS5uT8za+UEwXWW9JhgDaCNzPvQspZ5NQc2
OgOO//O8+ivm5Dao8MRsdY+3dILRd6s8dQXWY0qDtKK/SVOEF+S9ZGEEdKXMkljP5hG2J8hEXaYf
i77hhzLDpw/s4a8boUaq3VTZTwUD5QpWLsZlK7D16z/8sJNIk0FaVoC8e+zqN4V46+TiXikZYMBT
tfIfqsxY0V6Y2YYfpZWT1TMJOdnsCqYCGOkSUt2u5Kvyh4w9MQr0qKhg/rkElb9z1/GSjswP7arX
70eRx4O/mutnnHX4lPFnAOCBQiONNaDJrZALCU7MAz/D/1H+at+LVbEv74tv7p1xn62jX/W+/oaf
i7+ghbaabX9/OcGfgk/ui75DSVGXCa4f0Y620A+RUCNcKuWyOeBMfYua7AMSsN3bnHzI+aoehz1i
bwHWkHJOYZmhEitmaXn6TYf/OSL2/4+9c+uRVFfT9F8Z9T1bgDlK3S0NEOeMyMhzVd6gzKwsjDEY
YxsMv37eWHtNr1VZ1ZWzZ25H2tpSrcpKgsDY3+H93ocWAAkMsOnUqxK+lYV/jD5ZYj/tux+u+OHc
d/k8E8BxopOc0xu/u4f/2cpWYzGUjwv97LH+dFz9eLGP7UY37aiEuz/WM6bAkmGVxLKwqfvJ5v7Z
VT48Pu7AA21ocEtCrSu4rjlo3Qnv7f/i1fzrSX3Uek5QJpM2uixQ2m58LZBqpVsy2BVQqEUkB5g7
D58krL9cllCcY2HA9AW90x+32QSAcPTFyvDEkxKG+zYPG1jG7ulnQ16//v7+us6HLaCGnfG4wI/2
VFcYeyInuBH78pOE4bN7uXyGv+2hk+CLpwAqOGlxD1v4gsTwicWAVRd+sqH9HNj+seb+upvLJ/nb
lRYY9wuFftmpGTL3Jn3Td52b1Vf+jr+at+kLzDMSmP5+FtV+9h1+OOun0Fp3QB/81KkVBbq8Wcbc
dx5+vwY/u8iH/ACA6YrB4DQ8BU66Sup6zdp3BR7w76/y32xKf32DH7YIeIAymvpYdyBsjsE1IDPp
S/INmU/0BLdcA9/1/pM3+PerA1i3H5+ZUFBwIxUIT4CnkfTA43uFgYPmMx3JZ5f5sFEscx9QXuEh
hVWf+3EFFfCXzhZ+OnzyFf4Ubv6wBn/qdbkYw2JkxoPqgcWoMuxHl8HwDTxLXCeHHfvvH9hnt/Vh
n9BwbQW/Gt+eDt7KKNj38hXZfz4NpPj9hX5OlKFiShDvpeBRRHDP+7BTtIBUdErZ8AT2ziMb8/bW
wqMsq7+lYxFld3zz2STd5Rd+iE4gbsD8PuZB0Oj+OO4VzJCRD+gNn1IgHHr4b+Ld/f09/eKdwhUu
fUKcwLBc/LDYU2jFiePgCi6VcKYmXK1nAVO+uAk/O3o/udTHGMdpozGgGDI6tRHLO7li/pCT+vv/
0/181DkkCXdrCQ3LyQXFDHz7IlJ93safrfDP7uVDCuAD6wNmHu4lBvUnQOPBrV8EzJp/fzO/XnAQ
uqClexk0/FjOitIFYBXphifvrj2Vj9LCKQLZfFAAUoLhu0Fmvs5glfP7y/765v666od9ViyzK4jF
VcE2sO29Dr/Aj/b3l/hV3I1199c1Pqy7ywDUEoslPEGpdgXT+WDV3cUnWgx3fA00YzF+Zy/hhuTt
2n91AZn8Kl7F9vef4ZPb/KhyDUrIKzw5hyCYGOSnaYHUlIuH31/k12/wf91n+GHPBTqxbLoS9zk5
jzN9WfTXf+33h3h1E+SgkDx70MFEl5v823HfSLfUdSXNGXh3XmBY8N2x7mdzhj89rcvmcNEdwgsO
MsSfpCgJBIMeV954bkAYsUViS+eZ2C66V2j0XYOLLRn4Z2Z4YrxFObQNjEKOaKvpkRpQUxdomdus
nkBgBEXOn56B9gttDiEGEAE9ZlqfSF9LlluUrOeshc1WBzqs0g5m7qX+JJL9mAFc7gV6Xz/GSwX5
x0dLj9SQXlcB12fq8+V+7CQIC4NsUc+MgaAFBepi5vnJG/WxYvDHNWEfglMjhXPfxwOecNMKmRJ9
xo4+vnsAf+TQwdZZN8F6MoSJ/tfGHR8sCT95zT4ucVw3vjQvPKjkLqqTDwcWLgljd9edzgKsiYMQ
ALX0QIIAiQa+3e8X4i++1ss3ijUIb0bkcx8W+syhqJyWcDqXCTxH4aP87uCVCoh7r8lyLA3/01gZ
PsfVuzj/8xT8u93Vx2P/cm9/v+CHLZiFsOGVJJ7O6J7Q1cSd+7SNgDudMYylVPkvJiO4Gm4KDqcR
NOIu7I5+fM+8pAdU27XTGahHP2/mgd1G5fQoeFx+U8P4mWvJL24O4p0Y+mxcDxqKD1swjhc/4lU3
ncMYvkBkNhoYMxLkrWjKwoHz9SdP76egF0N0ENJBpwpNG5pDH8VmVRiqnjoJOfP4e02q2xAOnk0P
upqLyK30CxsmB/Dujkz2IIp+Vo7/6f2Ahg5tL3iIQKEC5+cPu1g6JKHDMGd3JjN7toGqdrNb6Xzq
9GPaE+DpexqDrvGZB9NPgw646x+ue3kMf9s9pzKa+GwJ7pp5T3YO1jQkh8nxMZEKcKTQmYIYd1Dl
jk0eRLDgGQEj8cne8PGEANQFpg8henEYu4eT1odHDaCP69Sgbp3Dxk0KQcIum9T8WWPsl1fBokHB
EtgMDFX8eKcenu5wGVI7c6eUG9AJOEI8THD8fhP4ydrvYquLnh9mQeG6HbofZ3DiRBAjjFPfWBuZ
B1AsEgYcVelep0vZiUy2XfTSMYXRBsBMqM1AgEm8HHis/r6CR+YN0JJ2w2a9Aw6nAZfOlfuFOeyf
R8D/92T/N++yU/yXaeDF8/1Po/XTSwsv96sXof5uvf7Hj//pve7G/8DsMDRisAvCkP/FQONP73UX
DuvJxfAPvWKoXi8PvRODpv/xb77/jxArCmEBzhhMc6ZYdv/be538A6pVjNVgDhOWnTDK+Fe81yHm
+nEFO8i2Ykzm42X5ceU2FNvgYBy+k0vX5RGhFTA8iKueu4Aum3oJFkDcA+vs6skxRwKcIC9Yt8hx
twC6iqqRxbBgNlUz+x6qoPYzzEvI4zin3ZDBnLWleQtU0I0FV7dwQNXYUQsWejZWg/7Sz9x7iOpa
AI3eETFmpJH+DItuyzvI6AU/WX+In9x+mPYoG0SYsOXjCXZ40VaUiwcyFLgtKKn2qRnArYsSmXvp
4j32wgH4KkR0n1nYi76VsqvWYK/3fFt5k//dhWaqKVo5AW68IMMAgVkfIeFJbheLoalcpmw6IlgC
zZl2U3fjtI6vstCAF5w2Tdce2pHD3YXB/gVA46ZTVx6jww5E9nhD6lICt8DAgola4OcAX02e5mSy
4F8kkRNlE+g454h55o4TVSPpKOUzyGvTgadSHUZwV8BwW8yThXE72NOkRUafwD3hApir9E5SYNPy
0RERnM0xGZ5ZuCwea2HEK2kiv1xNEYbig8lFjs5aFa1DOcN8oBlnKHq89jYuF3C/QtBE+aJ8moEU
H8lto6jBPPng33ZpOQJVVfWCZXXLbIUbrMht0/saFB+Lzx/Xh74eAd/zaAq0uYSpUeeYYT2OY38H
6meaZB40D8/SLO0RIaizoWUdPYNtxNYp1exewREyp1Cx5wHnz8C3TLlboptE6qq7AvDL6wpMYoDk
FNUtcDtp6ecuHfsiHJv61gB60uSJ9i5CX2pR/8AW562NO9oNJlSTbm2Ce4Q2R592dTHD3Wllmzk9
t9D8FVVKwwKYOJNFU6LcvIqkvifIyDB4MKVXkVMmWxDig8daztU5iZR9YQtRxxTMl7M/Gaqyirh7
DTjQVaKGHThPySGCBflRAsH3qAbG3iRoH0Bq915ZECXbK+AUnW/xYuXKCQI4Kkaw1uNrCLCjc+U6
6X7W4Jcz2O2+YmBEqMwMXX3d07beVDq2hQDGaswZ2Fe5Z02Ar79qj5EBaWReKEQzvMXjwrQPxg0w
OlWuFxnSna6t852hS/0tVFbsTByQBfCvC/13skY/6TCT6ROFvxamcbsM5M7lhsHWGKvZdyYMu0cg
f8K2DiTell88/OvpeQYK6IuLodkr6jbwAUpS5w78OAL2NqnPFQ/lipi+eSo9Iu+XJgZIhtaY69h2
sKEqrEi7WwwD6Zsl7pI7Z+7dlwQrWeeV66qCDxI47J6ne1g4ySs4jlWbqfVaRGRudI3tD41i6xi9
bVM77RfAb/MFeN8HAU9d9MR7gP9C314AZ5OSOfYPikHbdKYJSvXdVNR6io/+rKbjjNmqvNNQ0Y09
jW7mhIsEqVPav3ht7LewOQ4EhBrQpydaNWoFyl27w9WDk+aB/+KNIno0sGuB01Ow3JbQG6xCmVYF
9PkwbHXF0q2SlFZbb2wgLaq84SzLeFxd+MFPQ9yGX8GfnfD9JsjjMObW7tOmHtdTADOFMW7Voa7c
5A6jJnIN+jFcsuDd8ah6FawcG4KPXodJlDl6bA6Lz6b32bKyvQPZPN6h17PcJ6ZNHtykepBxvEqZ
PiwAd6LxdYS3cdwXdIKn0dLhKho2+cKAX5xxivnYDI4x9qw10IzzmFToljvfaKzBCpjpnWTh1GTK
F/R9UhRwUcmBgoJVMtjzTTx5t7FW/N3vCGacp+DQj5V/8o0OitidJVwioIhmnqNuOl+Ne9XH8UaM
df1OJzmeQx71R8Ar/a31/PkLQ+YEwMLo9/cDxswwidvSesUIMMnuStrBW8/+olWeEEzm0TkFyraf
pAeYNm2bHG7tdMfrodvVA87brO9k/w7e+9fFxvG96XodbBKA23fMS8oVsJwuy8EQd++X1A67Mfb0
WlWOWNHSrbeGN87VgIbWOXCWRWfRYr18jip1ZbrJ3ru8rA8dq8yL4n2/7nBineCrApGBVHjJp7Fa
rjpM8dwSiZ6AO9s9HwNS+LU41YTXd4jJvKxjDKJ01EY2VR1rlHHFtHzven+8YsmMnVeXMDCTvtaZ
HzjyKEOJBgqwVnl6cSFZXOa9cFWnuw5ig43fj8FXCmDUA0Q+al9xLDRAld3knjbNdL60ynbADOmD
5MbZYOd114Nu3FMfNdXGE2ayiB9dTTLYplYHD92UzdhwvTV9OG8DCeNKWdlhjWSifoK1ULoa5SDv
AGUM3wJDvRHvW+3fw6bDLzzpADB6IUZdkWUMjq5sl/cxQN8kq+NUnADR04WJYqdwp3L8KixxNmby
/eeY6yUfIJ0PMu23wRf8SAtacQdGY2aacL4WrkXS1FC2ZI7gajvDZhgiIsB3dYCSyOL1hTtws2JL
1Wwn29MzxjT4uxYpVAvAKoNy2gOxCB9dImU+wQgdJjVp29y6iUgPUxjiEzOz7KZ5Gc4e9dx9Mg3+
jjgDh72vJccoEMH+4kyZA72JLCYAtmbTpBjyyTShMNd2YXmcR8A63brCJK9qBPuHTDFW6syMGDI5
Ot5NFdAwzPo6oY8MaO29RwRofWN5oT6SeMlt0GK7B4i4L+LOry6E1YGwgsvS3zvUkScm4/BgWAII
X1sCs2s5wfeiouEcsxkllzgU5XXYabpnatCvgtTLjhsEMWBP8fcO1syFiynIp0pNQQ5EdwlvpmYo
ljCtb2ntN9+jFPDdbLBlA5fUwTF748OzBHnF8o1bVlQHzBchRMjlHAcAiKdlAaPaKPdo4DxWLYvf
qARJMRvctH0ZFHbA2Jm9lSoFMOCd8a7n2HX2WjfRja2dAGj3tul2QZX0VzIooy2w5APcz+aFwKMd
FZ+DZ2S644je1ngZ+5MT0XETVwlZjQ1Jds7g01fVzzDDAIBaFUnSuoe+ndlXivMNCPG2JY9wta82
jHOxEtVcHTlqC9uYg04OSis5XmxldpqOisO+L2Z5Cgpok6NMAG5qCW3/noehU/hKgF/aUjbfm7KT
+xkuZVdk8OxtzxFp9DiMixKP/BAO1L8marY3ONq63YwT5wb8SOytpZvEM1ini4KKy3h7FS4gTHTB
MG36IYnvvHBijy2879eNFljUU++o/eTDo2pl4X4UoqkJaVvZB1oW3pywjA44S0ijnikvx0IvTbW3
BvFa5ncjjhElkl1Qew5wVCZ+phDI3iP11ncKJLMtiTr9FsBidA3Kst31M3PwinPysoQSleIQ4myZ
TKsF5M2sAQu0cCShYc7s0N4FWk1bt/TsHq4dMTQcMbFrnTpTHoMZubOqmY42maEf9hcybuGWrSAq
A+QeFrE6zC112TcMW483jVOWX+e2TQvhBwn4Ty0q/sC6lFcCp+G1Ax9g8AXL4FxHA2YqalaPIqOi
H4YMaX951/jwEvCWrm9yhIhkU80BoAVyiZHrwx+FscyXJt4EcaP6rBuHeg32n7uq+xGhtZam3IHj
M51A9hXnfoT/GdIKt7CR9I5pxWKGY8jaEf9fzsgfIv80xpW/li7CsRwVH/ixeo2BDfNksGw6p9uC
4h5ewbsELIOuI2neV021wqBWDSzRRNfEzNG59OaysD4ft8ts6jGH+zHMagHEBoeckPlxDJv4ACpC
QoFi49O+A9WzwBBhteoGJg6EVXw1cB+7PR/nOe8BW31cel+uaROKVRdpnCcaMaqzoo3n3bTpFF4n
ZgjyTrT+loG3jGpAUNV5D1P7Wy+pun1JRnrgPAmftXVFHiw1W8FIgR05ns1aeUG9A9yHrVmZiGsA
4/hOdC5+Q73UYotuDd50aabVVMPqDDusY7+FTVSCTg2mdxaPC4MCz6RXCVfuJnF0tY+GBQ5aIoiO
QG5OcMAI7Ws49OUGiYy+70t3K+g0nkcdxicMbAHvkwC0DnffMFoPpsFmXztts8cQcfRKQOMzWA/C
2YZ4ue61ZtM3TF7pbCqBbydlw3POgvQ9NrXaaGOiR+AKEAE3sJ7WydC9Ja5tbsugXa5dA/pT5gb8
KhpSC2cjcCrQY+Xlui296oE7lX4fK1Hd4BxINwQzE0c7duo1CJ1gj7ci/M6t3yCNjpcb6SXyjVs3
fpxC5sWFG4OQkkVwJnmE9B3U9grU7SxmGFe84KQVpEH4isHi6E7jUpIqq5wlODhKdddA2iO7mRy8
f46oulwtkJsaRGewA58G7wLxjd7GsO6+hqQaVvjyw9UIIX8+t4lzhK3BeGKVUz/GigNmPlW+l3mB
iDKD0S+kYAYvoLvATWt0L6ECctWzTAC/yrrB+gfgAuJCx46zkX2IPmkPd7kHBwdos6o7GDMEoqff
UGdspgwPrc5Ix1LwA3v0CYkj9JoL3T6Aij3tTFqmD6UAwEp5TAMQg8nGNOuTOcqVO1KkfTo035G2
Wp1JTsx10NTdN/wsVDC8x9QxuPXlAe2l2WZeJdwrfwkvGWN4Bisryp3EUxHqXzUiwMS2+hFOH8lr
ZRw2wK6CKp6Hsz1QAWwUSrBA0vQDUV3myGq6hXYEKrDBdfpV2sUoLVTWrQvopP2Th5FlwF2QWwvX
ib/PgYmOgMrbPRzMkoOWTrPv6dIWyIamMwf5/QUuK7IgQbOu4Dx48CMGAyk5S+ybUZzHFrtsES5K
7EUfjNe6buXWYOjixQ8xLAC3EhMCBYrdvunS1bKI8BnXJiaj3RwDAe+XD6mo5DFagvhoHIE4zrre
WqGece2HjtZ5M6TB9UyAbpkHJ4Y9hes9LEk3bCzg4CsLnvpdxBz3ChV3+wRuNZO5U9v0OPlDt/fj
douPlfkcoT93GF8LrBbOduFlRDocLN6jSDXPcwN4ZLaopVoP/kjuy1RBzVu1zV0ywQhchrChGEJv
BFxFNI/E6ZfvfWrx/lVglc0ThBKQk+IVTcL2eQpC2mcyxObhqL4FY61lRQI0ad7OnF+hNMyu2+my
ttIFRAJ3bJe8qdL4xbpLMuamn+HjozEOc/DxUTaBdc06rVPyiNR/gBNE5Wyta+/BgF3ukk4G21Ib
te7Qojp2DYj2mMs262FgcLu+ZEu7MV1mcNvhuIcwZMwrsNROZighInaHuXqFy8vXOEQzfBUMvvlK
QcXMaum4X3yuoBLrdKgzm1hToKLTfTGqvBPmEgdJbz62tQC7uFY+Tu+lE1u8bJirc7oYQ3yRnilg
z56zvMZx86DcRqwcYj261pFxbuAn5RyFUP3TSDz1zpwu+Eaby4eWo4Ihk3DLtQsE30XQ0OWYVB2z
vl/0eu7nBS7e6d56im4W0c7AJf1x30E79ocLH3hrsadv5xkMEvRFpiCrUAzCQewLuByK6Blk3BLw
dwtTfqqarIVJykaAM72urCNOWkZ8w5gxR4Xy2GlMpbEFwVz6xSNFLChMyEChpDSBM564sj8rVNLl
ZW9S2LEjbz+GRIgs4rS906SpvtJG6L2VeizwRnS3fIzTbxfLQDClaU+vIp9CETD0tH6N64bYfBh5
gn8vfYQF5Rhfg8/sb5oWCSaOUrlye++pcmfMvwcdf038aes7IBdePCpttbbzWHqYbnXJVT9jP9i6
HeJ+1lTLlNvLNrdGhJrstIn5tPItkd8MbXVcmGpC79UPwFssUGRg28WqqnA8r4JwOB6cHr06N922
SAi/MNextzAcxQw+qwkedYnx5x0jqLQNDbN5GQmgJDDVO9BVbGCGlqFCgpN2qIYvEAlTjND3Bl3o
0lCCCiAEg1nS1wbFpM5G7X6xrfe9rxv+NLllnAsWeMmqBkVTZ0NdqvcoBjg7Q7oqj5PlyZkYVXtF
44C/kfYN8b+gNDifaZSU62GGFwnuooniTKJ8iw+I4dYT86Qai1rW7kH7S7yb66EG3Rj7K+IXWY7n
i2XJSQ+jd0+Q0K4ViI8PVQlgtAcs7yH0mhbyIULXUwW3gqzHmXIC4KTbpHXgjJkGygVMmiXhECwI
MT1hMtlZMtgqzjwXOq43nSxDHFoTYffcou9fRKi4jSsTqW6DxNO/8kF3gMF6UpWrFmY0N80IALeJ
JvUNPRkUsliywDuT9953tE6i1dh50f0Upm4uB2qux/ACERtLmmzh9eFdRahAgTquR3M/ERVt/HGg
p3ZK+cuYRhi7lw3c8NK5XW56LxhvLJXwxZ6E7PLEN92ajao2uRythqvWEvEMalio2AN04jBOPaAT
kzK3EI5Ryx6EbfjBa9QulRNiQbRgkyPyS3ACF20nqjUpsTYqL17uaK/0erA1pRnvHOe7GkR67Wrj
fgeAslpz39Xf2gb155I4M+xBDN50fBxUZtw+OXWLIbuJarE2sQKse67C5TmxtD/DhrfM/NaARYH6
7kq5hsJ3ifTAGoiJ39Jljr4utSPfG1HSr0S0dCtIU39jhJZHgmf0VaJ0OWfY4L2sdkoNi+FpTg5V
36N6KLl3NoFXeVjaLdkvnJpHFmsMOnXeWMDLsc/d2k4wTSFIORmq2IjDMXOgMm3ny1HYh1tCBzCK
aT+/IulDOYb2vD1DW928cdIF2AyieXleSIzkFvwCOImNNdCfZlSreWrsQxSggFLV3nRdhTFfVQGq
Mg0kUr1t10uk780VximNANhnjjZk9PaVgwSnZc++riFCKxni36pMjiwqK9QFXOQijZEAAJkSXA2G
BDeveMye1NzAL5Uj6VqATpvnBgulCR/lEMG0NNZ996D80e7TOg4nuHNCHNGSFvPiSazkbq4kvgpv
sNHXYcR3jJCXu9c4KhkAEHBtvUKYRt8SoKQhb00ULEYrNu1sOgxXxkvoDhkcTFtRwTQznq3sVgvD
b8iDyJR5GBMMpzpuG5AMFWner9pZJwen4ojySrSE133g8y+MhvXzEFfLXVx11Z2ZS1Sw4PJ6NcvI
2UGd3K9n45K9YX5nMbJpNQJ9v84R3UQwi6SWclQQY3Pvgh60ChbeHtRQokBkBrjxx80y7/1k0I/D
kmDaM9RQo/c+alAwE1lF4Jqfm7J3zjKsum1aN+k35vH+ROoJ1retFrupCsi6HTyyqmENtkfhQJzE
yKNHTJ2Bj8ECnW5DhYHSuBv5Y1/73QMtQ/fa9gtOxE736TqCRQkq7cbxXpIYXSGMc5br0XbulzlE
mqJ9plbo61QV3jCPXrhpkX9NR3YX4VQowjhQd23PzAkpwVRMlbEoVwXRKZzaEIkQa1Z08edjh+zk
hYduvYKRuI9TYmDBGg2ddj9GUtwgIna3E22qqwiT6X6hYsBrl1Iut71beaie+0K0W9mDIz6HPVh4
EvZsp4qEEy0WeOJOBQi83QvihRZ75+Rg4+PemNxzt1vCbRL1qJ8OjgMHKya8bUVF5KLNEdZAM+pU
Pc5xPF2hv4hmhaMCjmZMqObgi+om2LcOUyD4pkESzjbUw4a767G/ItLrSYPNycK7J49KNa61RweV
DYx4L/XsmEeL0kBBbEwO1HTibRmFWfvwo2WZNq1EdF5L3udhMCK8ABxToaZKWZysdeJwmqHipZHl
qnbKFz9EGETLyjGFC0+Qu1QPVZwHni5xn6KbUUtUTvkS2sjFV6MXF4maDKa0YHM0IIoZsPfGDqtO
giBXzOF0hJ/ommDSu3FQAra8Yd/ci2AowVRxUki5y3l0sdtEDT0MoxLhtgnHuUcmgw0sDyqMbmZp
KlD6ttGlc1bOJHkaGekXGBNLDLOhj1pugFNLq8M8DmX4JdUUm3K/gEVJmKvnrboUATJGHZjFZYbJ
FBM49dK4NEP952Iuj+XnrDqWtO/NQCm7Rc9DXMPPj09vQWR5uI3cqkMTiDP77lox8MLAhRczLM0w
DYgqYECCvuyAT02FF79Z15naNbUotRe6TloCPS3wOI0jOl4sdIpvHce4mzZBVLvSsSfkpg/ioMuG
pBq8jUCTAZ01aOTyvk0CgAkmtC5dNNK6FHSRnaVOydYyMv7VImv6NulZBUU3jbDNjOSwH+Tc3iBn
Qg09ahEjIEwXT12csOWA7kZ/O/ScfVsGIzacod6aLCW+4mrZIkYYbAYR0AUtWxK9myIt16hJ4DhL
0M2rs3625gQHFP4F/vxMb1UCIEZhtIO+Dy8rBeJg0vY8w7lSL2sHYHGbpf5ljqKBWQqoM0gj0cxE
TU0pxa4mEmFoGshXc+hox26R18uCukME+8+mjNdB6cfwTArICwoVpDDczisi8RGqoQoPscvME1AB
A7KHCIVwaZ1xH/RN+r0zDElzZeuj7qVSGTyV2aZFle+pQnkCO0KT8O/GhTGdph5MViZm8F95YMnK
NKmS2Fakf3RFgvyZC8YzLcjYoNjHcVCiVOEfxkmQW7SK47tL/+s8odyZE4dD24epUfuUtHVwslGy
4MWruhuU39h+Er2/gczK7GtO/W2YOD36b559gFN9dDXH87D3mxhd27hz10GEqoetGkRdJMHMg1P5
sGirurlI1UJshuAGvFUZzukdtHcNergSBZlu9NCVv0BgB9YjzYdRYVw516nTkG3ddNMj0t1EZ/Dt
Y7sIs9G5I0P9kEQEFC6nkRom+cpbp6gWRHlCiduspZ9O+8ZxLQ5Wl5s1Ol3Tyi5kRpWURA+QgM6i
aFzdnviUlA+mDVDuwQdCI8GxbLy6nKJBVnvQWumgL3d+NQVHv/ecomsbgiWRoN1FtSVzEVsTvsHv
TV23oAz7qDGoZO9JWuEFaw0He6+1XQ/LOhuEK9/rvAbtcj7+Kfb5l1Q096LF//798m/eBDjpdUX1
f/77D3/avIuL+ER9/KEf/o36zz/+Gsq/i2blhz+sOl3r+ca8ow/xrgz/5+//8yf/T//yTxUMSshQ
wbwJ02GLuX2vatH9IIe5yHP/e/XM8eXtRfyPu/95+9O/+VNC45F/wBTuDzWuB7H2xU35TwkN/gbW
snD/imEym4YXdeRfEhpIW1z0MKGZhHHBhb/2p4QG6hoPYsqL0TBEOcCH+/+ShOYiUfxrmOCfAhoU
ez8O/1aNTZDIyPEQj8GqTE+NIJCaHqfqUno8l1giU/lk0OM96O6qScknCuUP5O6/rvtB1OfSQGm0
I0ZIRtaL2XPvzp3EqasePKQvLogB16EeXkoOsF4VIbiw21jsHXdlgluptxw/4PIkj5b3SxxrYE6X
zn0uouuJw+MySLZo1G2S5iuOTgRCBxMscLB8/dvz/YXGFD4s/82XdlEj/U0ZGKcGvpYVHQ8NYFju
Owtfef2MiC5ApsdQv7Rr2b913vfYnsY3D/2gqlimswt/i9SCxXKe0gEU5JPztX7Fny61DLFsF//K
86+O2tnL9g6lkyYdswEKd7IfLwqlvFPVyu7Fs/zeoOvD6ozuUHrZdsfuWSElz4K1W8j1sJm35Sos
sG+tzMoWS+Fk4RVqO1m1qlZJUedOzor/xdx57ciOJVn2h5oFykPylcq1h3t46Bci1KXWml/fy6sV
MjHTjZmnBhKFrKrMiBse5Dlm29belvnlg+R8mU7hdH6YOfExPaqLe9/zEb6yO9Q1VeqeJ3U6z/E2
bXah8i7qc54/oxgWsm9qz1mzOpMMWftqz4SEdINjlbmzGF4+uN34AKBjRVSL3pLvPxA0qz0ysZFA
hjjNI9SF2W0FchcrQavA6OQgDM89E4KMI5l/Qrtmy0OTe1XommKbt098w7F0epySqKNuHQZpu9eb
41Sc9f6lKffZstWMrVJvRbxV9O08XhoiESPOvY087rTxR1SLp0rOQIeLD5y/qDGM5TGeQsdO3Qo5
aCvrfv0Ve8Nzp22MjIbxZJxyI9AB1v3c9ozHDrWbib0/127/Iumn+6XbL57ePtj3wXKg7KuY4XHC
Dcqk+30SwlEnZ/zUv+XvQSO21cUh5AgSW7qUC054fDUeGOVxNt0QR2vduOKbwaf1hRPrvdx0fLCd
2EmUZrfkbVb7oLGV10nANEXnLtws3ROzJvj50smmxgv12M34tRPoO7BK8EByp7skn+J+BbjtJjc8
PqfYJwRLMpxUOJrpxYzQzENZetrLyn8QepsGBeX6LlleBuoULTsLse/tF0rlJlAD2uqd5uf7/Nne
qnsjsAMjkH1K3tCVWf30VSb/w2aWvyGj/3U8/I2oZjVIEfeWPRykW34J981e2cYP2tk4afvyPJ/L
PYssLsX/kBGv/JU0/q/v9jf+laKfnM2M71Yeh5fm3F7mW/UR36KN4bPy7Vy8L7fSb0/Wufr//Y5/
A+JZ4JOvU2wNB4VNWuFevBBQtokfspM4Wg/GPj/LR7FVX62z9vTfH1oI+7Ca/8ej/m9GQpY8DMqs
gCJpD9ADbEbVeL46R3llx85+3ol9/jQzmRyd4mXZK7tmK/w1yLa8Avs2GPb8bwHN0Y5NX0f7WwvG
Y3vpH+oAkOSSJMTcBxANaCm97aCgsJOItOHIaxRHnwKVLGyVyRcisZvIDhKJ2btE/9A3MjGpckc9
2QzMvyj/pmsye0ho9uA0i8dMMvUV1u2tJoMd93iugqvZbeYsGJad0bvGW83ysUjmnTv2IzNB2vig
7jeG2CpQJGf7Hi13zAlL1xzGRsufpQRDcrqXbOG/zIVLsnSK7PpHVC6KFFrGVT7RkTF7tT6bx+Zs
H566jVYwuHAMgirgyk7U65CNIB1vbeQsl0VymKxJTmK4A99yxzd4gJeghPQZSlhebWz0FDWSODKM
yp4JkxIFlrppiv3Q/NqcvlX9x34jdTuv33vtRS3/RPKuNbdWup2/1dN0kN6hsYzUU3SP+lvs62g7
yE77K3+lJ22X/OkMWFWv/Y6+1vfJdMYUWcYpvuaLfAUF5NA6zNnHOBAG7rU0jmLL3wy504bs5NzK
MOyhU/c+D0T3xxyc9Ts5L36yjbbNC2N/W7/fI5rLL8nedoflgP1mehWP8qN8zXfxk/Y2+JmTBDGv
ZH6qtoOLlPPSez+o+Z4IMi96sC98+srE8RjYEHONO/KsqF7N2YtEt9O8PMg25dY4tf7q6O4aqNc7
hORavuY0fsZqEld26+MYzAFS4Z/4cog8NF33HrVgODSETuqau/yt8e2H4QWl8g5SeMzGyBg9cent
TD8MmL7u+RHrHSSruzCoTDxu7tipX9lOeo4+umzT29dI40x+gTp0oqcyxipP3KLMCLL8kn/tQ/NY
v7fvPAQNf2W+nm7a1Wu7rWW7us/jaWB4v6cw/JGDsvST5/wgJCmwxp1VbvonUhzd+AFTmVM9G6bD
v8oXEKXLSEZ5lJebhRR+lS/WxFX6aFiB9ijvpGv7mZ6Na/OmXJcH6yj5nNC+dlT9xkUc9Xon9Vbn
SbjRtnqU3szAON4/TIy0brj/6Hc2/zQ9rlt6JZsWs5Pp1s674opgeBJBv4n9ZdsE77P7Pfsgmcfs
h0CN5L3/JCH2HN6Gt7F1Z34kGJRLtm8i5/7VdEfZr3vuLC92Ud70T6CFPgGrduOGuFC3A9z6IoW+
9GQ/E44uDiO5aDUcLxe/3DCZp7xwxPLIczdzByd+qVPNkS1hB6xRO/C26T+MS6s32XbM8mAxXKdS
dJVydWmKRdDd6pMIvXHZsNOp8KRNdeRNXDfFsYj9GuNAdjR86RxdE+ml+jCD/jgmzjy4ReFNf6bG
re3dwoOvnqRx02mBPLusj5/tQLV8o3OzD92PtmBSQUq1JHbKq/KqbXW/3+mGY23ybgeve153LIQ7
i33xIh3Wy3Qdv1XDmdstiVFt4/FGdgvDsUBlLImF7Js+Ei1BOGhyUuWU8aaxvCjfJbKLJpwwlQAs
yA4Ds6nB6+arwYaa7rD2F1VzVuR90CfQGTP31PUSLmf693UzK/407+vX8pYdokN/7DJmsS+q8l6b
X3b2IaRX8y1as/dONrcMKcNEjl25crqnaPkjpdB7fvqcX2FynjomSqT/+X3kgpOqUJX8ObbpaYZW
+bJjhw7cX1AmRpQbJ/6R3san8WK/jnlNCFbTfFRqdzSRJWvVk5DZ+GH4xaNq/Ra/1rv5qF7ky/JQ
QOIP1HuoGt/9Z/TeP47X6K1h2jz1G1mMjKVIH4LyBEWrVH9omm1O4nLyEeUbA9oQyWConT52q+RZ
Z0lrtstL/ONAWo+lFLn9zfrtf3ThUDUnrZuNx+HcP+jv4kaRMyxvuiR2Jolh3UwWDiTYHbaaTWf5
TJKHcdxE485Wtznr5R6rnzQ8jOVWMOK5WS/y+JV1P4uyk96Kl/5NvwKfSSMEMto+xa2wXPuLBGXN
dHAATLziJIPVBA+OL+sQhGWQ1A7dtzNTfdahZ47zsaYUjkR0YhEYdA25FXrt1ZNfdG6j7eJnotF9
ljE5/SsM6gmNfcXOy7HNIWu4TbIR9mOhBGV4wDHYKEGtPQBE0hm1B6pnBpviCEv30NzCAOopfjHY
mtDC3rnF4JJEVC/eWAC/UeoxVoCDQA70osjXxwM6RVn4k+7P4/Na8IShib9zu/GjhUfds6/hd/QD
Q260fNm6vCzFO3qeEw9BvrjSshv1wCDqyPSoMqdoIyObEBXDAcHKhl8mUXG3MZTH1b4a/QG8mnOO
32n6Z8Q+cVGPPTSzo9bbuP3UtEMeHgv9y9adkAbQgPzc09sp7TN4LGIelt9pm/VuPjtF7d1nj5Vn
KFBFhzn/UmKCa1WuZ1E4pXDj7KVALRfzTxI+cW2aFDB9ID0sL5yNVxMXF2+9dNCGszGcsys44GP2
aTzUb1r1kb8RVFm9JrfqQUOkYelB/8I4sNp13vyofFw4k/zerZ8Tr2r8uqHTinM3nnnNtiU4HbdT
5IrSWTpPt7fW1LuVxibvyVuU1yEtD2SjOfI4uvJu4dbbwCNfUKPzZbt8RdVVvRm2X4wZ/o6MhfJP
wy3mq/WO9aqc5KfmonKZrS5DfrqOOXZpLufr9K0tHBN3+3eT+GO+Az9o3SHggcy+K984poOrv5pP
VtBdckCcTRUShOguvZPd+g+SVBI5kNSNXR9M/amtD4nuslTCLPzBy7ptui285ktH4nvGdmIdhlt5
zX+lyp1PPOFMZ1k6xN9UX8mf9DgzAUcXdsRzfASrP5MRJEHnGiR+bqH915/m1aYmg++o74WNqpKl
SsQAayIcKXbaQH7k18yiSVV2/yVZ7mtGw2w8JGE6ORKHkTxoW2GlV+lNuPozpDw3QPYrUs8eXEU+
p90JyNIJ9y3tUkdy0+wZVDnBxJaGeCx9qcEOfUcWJUeX3pXmc8hzfxqKE0Qly33YVP42ta0/V3/+
WX7/P8lip+S7ZUfDn/7votdflLHz55iUf6q//zP/K4Ux9I//RhirSrxOyedfdTH+lf/Qxex/MKa5
b/n8T/Xr33Qxy/yHqZMMzv+rsMhNvscK/bsuZiB+6baBvUMQIM4eif+UxXTlHxi4ycxFUcPAbJCK
8E/JEUnw3yUd1MT/q41YJS7jL90S+JPGhgVskcRC8KfANvVXrSfsJdgh2SxOMfkUbmTqPQ8lVqMi
dxs5w5PRZawp1DxRN8XEBIllB6guSRZXnMaWKtXPaWVP8i/5bJb1IGoxLoz0l+lLbfBsfGZ2WMlb
CBhdfGZ1NylO1WjjGqRRt677roSZwH9qEJiY2Trbo9WW8aREHsxGblKZrRZL3BcRkAxJIBd4Jiwp
QE2iA4uWkqe8MzQ3NZqpeOq6vp4uolfL4ijZev449qOQd2a85okflVl37Ytcf8lKlscABhtp9aqv
qVZEGPqHbitJLD9Imb0UlHwMcU0NA8CEV/OkRC2DHZHpfRDO9kLbls8Ca0Y7D2l0Wzu085gNk431
I2rJOqqpMrJiEjKOs3AcRo76eCr8cFRyiO2y7MtTB8hGzzIazL4YDcpLtl0n9NNDAdK++gCkRf9W
TJlqsqzETuKd2hpVB9xaq90PGiWznVhKsc9Jw5R/RGvdE5ufSBP56RoVl1XFZvK8mg1sgmwYpN1Y
9fIt9KnbDBiONkrR3w06qao/TXJvNoFVRLD+eA6wr0WGhTHGqHFuxXNWqm4aTlLsZQajvt8EKJc6
qdQJzikJaO0xA3ZrSWD7pNZIPwnhAzwUbWMHBFWzM7kfQrAmNGPtKMYpHRO4YiWR/bqD8kNWW5h7
h26yiDR0pLUd26AqV87sueNPei00UYd7vR/z0cN6KG3NOaVnmipqLp48mvc8wiGmmnOmN/5SKtJw
KwoLXnuwzISaXExL1V4Mq47gXoxCvz8s/VgbkRdrBbiDY0fFSonVWd3Uk7TFhoPXRtNLA0tfaPee
xcota2vFIrbhNfTBsn7GKMz03WSnYA90Plm9OOO0aHmgpEo4BEIqDNMb7aWfON+t/rgqzFLfFZ4E
7XWqZUqHsWyLAa1pvk9cHU1JjNIvx0zVnsGUZIrcri+EZ4cmxawxlmGxA+Ca4oup4CHi6c9aafKr
sTDwN5SRMn/orJyPmf3O03BjjMvlvJQWVIUtojCCd9elxJ1kXDZbO0yYD5czOq4/Gyopf71cJsk2
HDpmqCOTGLAMjbG08tZaA0uXQngL+lmFn3zx5ryrbX7laq6nJ9lsIZrwPUUkd7MOT6njvZDTCQtl
X6d6Hnusrp3JacTZnK6VyzLODocNY1KOAsafnWG/2qNs42uZpyxZfs14royv3tSnljOiwg+uEE2R
pZHhyM1o9H6SVrXxUlsrTnLKMdsiIkqHYDZPMQNBySKbN1SroGa21Pf7ZFCzqtoPkikKhrn5XBg3
sSbWvJkXwpE+am2hm9FYMmi5pozT/SksSItwG6UXq9sX9pg/j9iADPwtGEH9HMa+d621Dx9D2aAW
0FUmfNvEgsl1Qk0vqoOtZgY94mIktJIam2YvUbUQKjylVv0TzdRhDJl16e7mlAqAyFTS3a5cswYd
WNefCqm0eHvKJKWoTmSDEavZJdqbsKqFg9FI2mYzLFjB3iZW3jJOG2WdPiaslzeRSEOyaeZEbp6a
alkoUUEmMQcMlf5WQF94zazMOz2L7fYQZsVw7OYuPUHSZesRwAoELW3ofUosUsZGVKPCVmxdkaWG
QiEZH1eQ/rcmitazVoGUKXZjH4wcLrazq/a+rwHHoc4ol/4facFNSnYfu4NCYR3XdRUwTpfeo1Xq
3zNsDbskIUkD5aE1te00CetHLoiUgEvuwFWwTFBMduVeTAq6Ql2OjqXU4UOzErDmwC5GL9ZiRpRr
OYOHcOkaP5nX7DopE1N5eNS3UEkAcQtDX+oA9HY2dsPazpEf8hBrLIlWa3yZ8RzpDltiZYu+oTVO
ehpXXxnA31s2Q9ShdDURUb5Ms2+qRNkkGDM6ct8s9Y61C40NeqvLyynshgx8B5OgxVQU/x0SdB1K
4hRKMmiA6BOiK8kmgcWfOpkvZWiPi9bEQajCgA5xRoagVbLibrPA/ae+LOXiIq/5U5YNfCSLZD7B
/SiWk4WYvxi2RiA9KZkZuKJbqXuOVLw1QJVJ2r8uzZS9RMbItnJ+BtkN7TwxXdbW16emVpb3olya
3WRmbEHAg+iF0WTAsSnx49zn0j5nbfcR/IDzRx+rQ6OXbXjT9VE6LNHKGykgsE+R0SaT2wCQ7qZQ
UbtNJ6U0e/BU60FeNOkdKgd1bNBtDBSD2HcEHJymKV72bQa6B90NI6zwTFq9SbY0Fq32gNF35Sfo
uudxgdQR7SKdrFWKXXUy1IPQscJA8PKQqdnoFYsFZskCN9IUuMT8ZGhlnmVmv5NaJD9CqrdJCtW5
dlF2bc0uvWVTik+hTlE3NPwa+HdRgKBwrTe4oPxdBZry8f/z7HRVsg+XOnqX144uY1inszrnyyGc
cHQX+G53es4FgsM32Vs432halfvYTZWBPk3WKnkAl2hbyWg+inXFfdIIwA7MZcLp2oEZkDlwbmRY
3j91sl5xp1VN6shFKwHL1ANPaC7bN2Dc9EGe69RpZs06TOkKeV4uCKN4h54TaazcsAgRHs3UPpPg
wWM5qMon+BuHARDFLbSFTAbhmNlvKv4YOpZIOZtqmu2ajOqJBYSaZ1f3bfBNbH1GYvnN8hxdKexN
QEgWGQ8KoEVdqIwkSC25YhLDeJHQZ6+6gYw1qpL2MAIYnnO2tXl1mV+aRMc5TalJ5xcmXkgx5dTK
WO6H0rS3YxaXBw5jydOiJd6MlS4HyxKRhB/GyyFVDA3Mt2isg13FyXY2RxIAlYjFv3InjnjtzKuE
j/ZVzcJyT24BVp4QGRyHwEUv2WxdF8YaCJyGr9Hal/cPNIrcDn3FJVruidif8zLjnnKwijNxK63y
JGxK0n5YN6lS557W6O9GP37H4SJvIqGFgZmn6bZT0CiadlCcTI6++xFnvNWCyidcq9u0SHPO20X1
OxyBbhQ3+7xP5GPdM0mwteKyEE2860w6rTpJz6ZW9NtGYiK1WmG96cypOupDeSfS47uW2zRRcuGZ
0BgWJqQobMyQVfeXKs3asz6E0a9u2umHRorAo1kAS3dVj6VHxMsxDeeatpzbYuaws3DGFVVc/JSr
0r6w8JrxIHvx+PDlCw6liJ947m6WmkhuyUnj9aUeQJ/E+MToqLMCxalYJ9MFRC8+tFWbBPwr8JGb
9Hp6iSywFGfucYnX1IRHLRTGoVqHJeCyjhhZrrhamhyLihTHo4VK1NoHLY/XXWlPWNtL8Uzdm176
LpG5vYY83mpzeB8CNvpyKOpB9dV+rE76sq5gWDyxsDKCOjxsRu3c9zNx8XMSOlFllvhy4j+SJPrN
qincO9G0GLc+7fDcG6MkfQ5wBYcw74Zzq1UmavZaDwH3K9KsyKrveGFwrlty4ebYZJ95rC23nTFv
Qy8h7C6K7RV9HNIOdYyBZ1M9dwLocJ0R1Ps5qk6VQe1mUA5tALmjXzWmBwCGTKFcVaaFGl3LJq4p
y+iHqAqNYnYi4idB2Af46jixDl2dJa9jN7FWKQRvrIRWnmbeOdw86GKl3u2wkoaBHaHlS52GLCNj
wPK6npFuk9NYOJIqjI+I5ZrBpGbDAc+LHMzjqL5DaI87uSu5O0RZeJFqln/iXj5nqb4AVy7tqSjz
3otNnJCqPhSB1XTzQSHTu9cV5bE2hnSr56yoLezVehNx90yUrxWAodmrE+cI0Kslhx65zceK0msX
aSVLGgj83VQ2+hU5DfotXq14YzNCvil68zZk5O7jVAi9gRQGiK+BA2cuU97HtvS6eNaI/SnaxyhK
863RxC00QEazkKfduWkKiw+JBaJeaxsV2WF2uVMJUvLVyL5b1plN9WExvw1T/9HYcX4wskSwYrsQ
vOTlew+LTVW4yhs7rxieWDjCpjsEyU5Lba2DVIzWkbAU5RAnyWM/KvfIhSpEGM94iNVUvbEzuH4q
E8C7CM7yjeP3o8Rbgi2chBVdUNtIiuU1DXYx0VtaAPD+yQO2sACGdk4sevW4VCR4VyShBa2GaDqL
MLsoNvErw1gWJxzaukcx0LrSXN9000A81/Rlb/QF6ll7738hkP+wVIo8KmWOCZdAYJQX5Kdi7BQH
UjZ+NGeEa+phh+iwPHWixkgPJauPtn2qsRB8RVTvltqg5VABOLO6CM/TBIPrYuQJA2s1hr1CDDeD
p7UeUemQJliM0mLI6qNPAgjqk1VP2a7sxORrpKHc6PJBqikz7o/1VNAaMVya4+WqpXV0jSpLugHE
6ZsVfPPQy1i7olArB0fiLHWBTp87KbY/7WGqrwmBMeTYTLTIpD6SqLIY0nuPezBI79vNOrmP8eSH
GcOafLjp3fLd6XZE3lnNDoQ0avAWVokoPCOa8BPXrZw95G2F2mlH82O+1uaWwzXdrXFRPtPsju+L
tZCyHjbGIdNrzUdhL1iGIdL9UlGE5IOGLAD4t+lKMEJzKivE1/lVpy94task/rBUiF+mzabPq8no
livGj0SX71dt1a9VNTxVSn9V2gwadEzngy3PzSdw47rnmhm2ilzr7wkb/Pw8seuHaKzml5qX5bUe
2fLOZlKqupj0wAPFwUtTKYqfGF1+KlKO3ZY++lPEFATWgtU7J3pgNPVxUxF/cCAHAW1WptEurTjb
k/+F1YiAn2IGbp7tPgvmQl2CKIT86LRKvNGhzNgjWYKJlK21m55zeF/L1nLq45boBWYmq6FydkYE
ssAnVi7Y7AE2Uz/2YRvtsDKjduCl98I8HLw60kLPLpUzaSWhH5vrc62RdtqTMsIphZyQtP0DB/b0
u7aip5WI6nKTRJjECUEc3Fq3MXjrhrIzZ/IC80HZmKo+viRxwh6d+n6pCHv20rDv/MQamk2I++Kp
ssU11XocB7jxd+pCjQz2bLmapRXMJwhDqLMQt7BCZGg10ddLsjxcWtNsmKymBsP9abELN1ZaAdMZ
Ne3OQi7dLLZ2Nivj/soCEbNU85O8yWgbQfc7Ib8JR01HsU3bpN2uZsaUt4HLgq8vd9znwwGGfbmu
tplcQ9DMA6EL9J6K1lJoxMaeH77cF11tOYZWNxSe6pNRd5pvy4CfSmY6XSUPT3Zf5gwSEulp7bri
UZYxrFkZSIERNfrHlC2rW9ZsJUjKUDpIutphqpRFsm2sKHroMJxvsMr94AyLD6FULr5i1CYDsE77
zVjV6YVsXcfQiUC4J7pyAvmkaCPTJo58REs7mHkXD/raTVSbg/6mWmv9yeoHZmEWSqOHbtNtFgKK
Lm1bM8WlDWLtsZndp2+JHm3NKMPHgfD5JZurwTRDMvzSKAXlDbYxkUwltrilHfcyRbTbx1XqyXgU
XFrXcp/L3fBapG3tatQhl47Egk2uYJCUTSN84UoOGbeK7DPVQhCvFTC3gj+klq/Sg4z9ZDvKOJCk
BJC1sTTi1zDMxFhKexpGo8yPcSKPB30S8gY1S4GTWKU9OXcn5rgj4KUIoZ4w/ZRqUtYASfn6a4iM
LVtJyOfbrTP2ySF6R0uJgm7F5ZQrKHZwBnZxYRU7gXkDW5J88h0WT2jGZxvXytGabHZNzjU9dLVq
lk/y8bhJ0qZ8W1J8h3I9ZFsVf6s7pk1/MeYyOS0LKendzPbFtVzKQK9j4OnQGD9w0QPZK5XJVKm3
lofZXNXXHh9GUKpx9aQntIkOCSntKYfnc8M8MR6aRVs2XCAgUxB+PyLXVFb/kL7gYXvL3ksLB1yX
Wj+hqa7HYl6nnRojyzg1hqmNWURWkOQLozUrMVhxp5kn0TLnJWVhDKQS4ldEktWi50xNCRleWn5K
vPIVzRQdTBXT1UiX5BaPaD6ozsZG7vX13MelSMjCklevFuQgYdCTr1O79geJdJTHeFjno53hF8kJ
MHAm3JpYmEbMr1KUMfouuQ3JA8OpSt8ezPVou4Wo7tRbiiXyHqTTpWYLoLNm7hA2GjefqjFLEYDB
9KcjMVCqMmwyq5+e2fjN7RFpGgvVQovMgHaIwyvmz8WX+ngFZLHvMmfG1mfuJE2yfnCHZfVd20Wb
QNARO9x/euzhaa9xdlUDGc/sUPFGoi59DALDDRl+bradNQMB8frmvpXK+UaNaGtXtSD5L40jmqO4
9bF6wcYv5th9CaI9/xkNpXySCxs/iSXTmTBp6/Qcsw8QKaqyNmKZ80OjgAPKxj0dTG9nquhGIP6E
swFdXeCJAU5ZPqcoV8/DRL2pLjoVpWTNN2uQc7/ADPRbkV/0IyeKzh/DVD7gZKX7WzNedSwrx5GX
WKFxx35gidh4iSo6dXLjtAe5MUcm6nO0E4IUXmfQEYwVuZPcLFy1TTrEOFGJQHEwjV3JdQLb5+mk
TzVmRxMVBt9Q/SgEoQx1QtExRnL52o0zSwm6oXKLZrYIg1iPOOfoTzQSZ/pa+8nSdNpS2v5ayXCU
UtKuUY2+rZa0NH7hmAjMVrmsOBEAAhXyorNpDeI0k8Gd1oy8BgJbMrG2geB5xMo/Akstg3BDPgzC
sV70mQN95nKlZqnB86t9ndwvily6qjVjSIrXp1HAnsDeRpH0jm+FyoksvfcibX4ikn0QKyyFCiSt
A+Dn4mFRasbCOp84ZUTj6IiZzOq1/iZ1OL0du7LIbg8zqCi8MQHOfFpekdFXiaL+0+dK/rqmyVY1
ODSFhiweD4g6IzFMrlQlCW1/qbVM/Q3lc2k4LmjMjQ3H9m3W0SM0/JgeYtpp7RvqQLmTpR05INdk
JK0tw2vGkyy/tWU0vzSxxi4SWYi7YB67okXpaKU1ubRTXB8jwwhPwtKE3yj6Ixr6c8OsN6gl6dlY
DOMcWg2D/Xr1eJ8Sz05m6yKl1gGL03xGtrF40uhF52E8ZaQdfPc6B+Jg1rNvpigKOMtog7B77OqI
jlRdJNnR52n0+zkvHq00sz4UZaawUgmGLzFb73A9dx/aqMJGh6pKq21ERG515U3LWnFYlwzXe8tm
dJ1mbxuulYSEsqgBIxP7IvCkHoRZhNjIMvOB7WF4xvCGPsrGAPlWp9NjpfNSTqulOLEe9S9hCvxB
K4STN7sfsnpGFE2hTKhr7EjWYDoi0o0TiZe4UdVuKy9F6sx1OG3SusPmPWAedZJY/7AUBNZqAYGY
iC9zGqWUvoj1ja/CZDHxVPAADzYyWsUK+UtE9MWmI8jxRNr/9BQpNqlMmH8gZbUEFW0RWiCtxNhz
nsfbiJDEy2TFg4+Tp92ynNp4YhDF4isEu32vmcm2twkMZoBm7AoFMTissuMkyOCZLRRpvVoL5sxF
eGzzad0PI8VkyY/1u1omPB4+7TQPTbYEmQkeSCWy/VmS0seZWFM+vUEEUjKFz5DfKLUpwYnrEkO7
KGs7PZnAoUBSkmEfulzr6SVG3oRxUSCr/hnLF+rGiQTHReaim0CGijVdIKcV2aVCFlBvaS2o7aTW
URnWnBiCIboUpXXOM0ON/DoBoY6q7t3sterKRRJpLgt5cWNzq/j6jIpEGiEydzeYF1mzOBywIZRO
GNmpV5b1qWQBmh/Kw1lXs1tIVNPF6ELlgCARmihnfUHEVZWc0XVj12yG5KmvFyy/uYlzHM9S5mtW
Q5LAgLqOOy15Ssb+NoR58VAldn/mB6E+6pSQWjufRzISDNRNMhQqbv2l2owJMYJ2n1enscZUC29E
B8+c6mSNRXmxe0v/VGMJxRPJY35M9YTowN4iowRj11bC63pk6oIx0Ro0lFk7/pKW4bPMmoyYMhy6
LwhTaeT+K3tnths3tmbpV2mceybITW4OF3UTwZg0y5Is2zeELNuc55lP3x+d2ScVlKyADfRFA41z
4KrMKgeDDO7p/9f6lqObwXVjosySM/etKFgK8QRJenI5qIF4SismMhK+JhU8YCUkug2Kv6sEfPct
blEkGz47ob1diluYE/0zcNseOp2jUD2rPjmCw8hKlaRq01v6OgVWf+B4N1KMZJNkOckttrSbpJD5
pZDs9gESorhqTcT1HFbHYSOwvyE640IUb6oqrUKcsv2EFDtLBVKhSfeK4pamcvohKn32/05s6Pcc
7E3jIktz83GMLK8K16XfZfm6ZtnU0BYNkrg3EHXNc9q0VFQU0dODsWVkgcCwnEZ+yohVpyc7Vka5
B2tWcMAyKq3eyDYUz9jNHZq0jcBLb3Qa+8LAEx+A2YnKbVOr97dDrvXkrskO5a0TykZd0croI7wG
+Hv9Xugf6qZM8m2tNPlDXrHCU6nMyUUaxuyGTly2zQfTP1Nog/mHsMzCBrlNbY7uGAT2l9bAKoew
sOefsxYGJGuPuZt/6Me28ZGXTop9RnWsvWXKpL6ggUQmUlmQnKCWyZ0y1sGzJZ3brpisryPNoY0I
em1dZfYN3lfqkFloJ25Nr+NDmJp6zyDwxgsNcDq9cK3W7xUhsno7eTQ7iqQy2guZePn3PDP6W7WT
jPqOE1t/UDxL3laxb3wKg15XD21URLcRB1g0Q0OP0NZM7MDeTE7eXRl9F0xY0oLSuY8Nu6KqA6RM
PumGggCqb7263hgOtvg1hBbnhvmX4yt58TxEcJZUdszGiIurOmgUKlI4wO6scgJAFFmG2j0ETl0p
h6Qx/OC5UYyWQ5rC2yPha3BEQcMiOt+I9qbBc5100V13ox/uYo+t2V7r6uzzyOK1NeMYMVnaSJR6
ObQ7hAFtSMBGGHZUTpXuPjQVueWBifNGUSv0YaBKzER8M3om9HlKlJXTbzn3lXsbL92V5KhwGJq+
/cqWN15PejV3mevEhTTbQCEMkEvJuIIXQ7U4n3oonaUxXRJfb6wrYaRrtdPHHw4LwV1KgI2AY9WY
D/DAjFtMdvgx4M7cT31vP6qll28cJQQA1sd0cj24wReAbCA90K9+zmUBeyTKMKWYrd7vxpJWLa13
ma5osJUXJtRyql4llV+c7pSArK7Xv3V1me67kuZU3NePRtcymerlmcxLDPF1Wpf3zVAUKxzsww+q
nqpb1/P2CoTg5zwfnvyizs9DU9OQacoGpaMNmsKDUrYKfXa7zNDqOg7YbIqooSRc9eaZ6nX2rswY
sn3HrjflLVrbGPBvx3EQ+0Ax80vwh7zCyjBqEBmazDU1ZAuCncFlyKg8pJb2mAyB+IJNW/saAY7b
4rMN7oduNK+cCv1a4dBLKTPPdDtjhD03RfG9FXfTgd7MHdtugRg+sfodmgR+4nCyL/El08VqOygK
eqjbe95+6w73nfpgIky9tfPWfMQKzTIbwk92W6XARO13aBjCEsIMU5R6hWpGxwaVd492Ucf3fhUM
l6oYyO2dS+G6qT8wI4n7GZ551qb0ZxGzcWYVcWnRM9SzmJOOI2jKNNix5/L0ZMocb1V7pvaWdack
rVyPHSzUUv02jH4P+iuk6KBRbT3L1AkWoy4d2ouhtpE5zDM4mvqasZuhCqEQV9J1W6mael5TFnVj
Ahf2tWoGhxjjPCduvTS3E5PXemDS/Rj33rRtLHzlPt7NeXL0V3ZHcm7YaPnaNCjVjJZuAaTpsCWw
tZkHXZwQ/IQYwDSDAjaRzvDygTIzW+om/ZcguKy0UmwoLH2tdN9kG4pffk2g3LD2m47m7og3IE9l
vWd4iT2tagmRiE18wot43YrJ/jDanrOBywHY0cR6pbftxyBJwh9NPmg2otSuIsNoELMLOP86lJN+
1zMFIOdzNCIymu4HOoXhR+nk1j5VAD3Q4vtg6G0JssMbLhTBMHN88cEX2k1ktfIhdLwNqwJMVKEn
h9hzkDuibbRFieKQ7wApBX7iNa2o0lUk+hNdIYR6drN+iKIRd04yPI9x8NRZOkU3KHLQRJP4HrJ9
juWsLomHlF2/LSo2F16tXfg2Lu2NUZjeuTMMqIhLI9e3cxV2pVi0WEPWz30lMqBGnVXTDR7oBQwD
JEDVAJ0U63lwHvvRJzsIAm2NRKT5GOdEVqhGLO95NZAjlkYMhtY097HPjAE0la/UTdZFi36Mop8U
WzubEMCnaDpVdYKk2aU6wOLSga0H+9S5dAxHvynTaAe5t3JHXe2feOsVd2KHdhflXbxpHBQnQc/f
tQOv38OygvXRNsbTQM9gb+ozmacDRItPOyvufCUO7mgV9feSGv0hrD0E903HDqGMcbxIkFmY04gG
fcxpJeyjxPmk1p55ZnmOcV7lnTFHBQbf2S1Tjw1SJdbWLEJEIZd5L4NvuZFijfDCdMoubAicuyau
DrnGmMVMb8TXg+JP9QUqHHOL0XaMt3WI9TuLwwi3NDY13jLaVfVU3vG2eJ+bBuj5KmgC/bpqzYZy
niFo3Ct6AOCN5vHemYR10GaOa6wY5l4xp2hd6FFzYZphG35MwU6dqZOPv8au5C4u/HpTOwK/WNNU
lzBapLeraLeM8H/UTDuLrTgwQjbUvV8CsjSwWNIwjQy3E2COzqYS5caWDgkycNOaLhIRoXSGCVjB
jJhMPfwcqVSzcQsqQ9jvmizUmh+p3WL58zTUTat+TMro1gQm3OATLOW9laPKc4HSt4CROg416kcD
q7d9q1mjr18oYBs4qdPc7cKNkwItnyhbOSBecn+Qyn2vw06+bGNUR+dGqkPKxCaPX4Fox7T52ozC
UK7RkiX+La3cHhpCaRjN82g4XYwMLFSU9NOklB6uCs0G8oiym7q8Ci2oAg0YPDmFqsU/AjBeAA81
WjGMp2kv2cGetbKc0tVYUNYwujJ1TaWerjIxTGvVRnkdUly+ox4D5VtDWnieVNl4pTLm94FdV8Fh
9FKHVFgN9czgFP5GK1Nr67Wo3rtQddxWNby7BvFvZvbUFNHhgFm6iGiV/6CWVH2xzFF/ItUvsSie
CTN2s2gcvlOhGL9NRa+dNYQfPXWa3lhnfZoXyU0+ctjaZkoXGWdDXvLOjbUU34owUNZFjjHBQhlF
y8ZrEHN6sQI+QvbjDzPguDQYBgTyYUwrHYxS58jNQPsIW4cttW1jcyZK/bbYS9aSYZPmlWQpbGk3
fGhUT/ywB7M7VECi9vFA7gE4i2r0KFEgxMyhb1Jmu5XFNDTnvikss13TlAAJLMMi990mjSL4T6Au
QvGpLTXozetBiwe4PUYVUE2Dv1e13b0Sm3lynXYaHI1Npo9WW97AhRkVbHIJMHUOIMD2rSsI6lZ8
RvZP7MDv60O22LbdtB8MUah6hLxQlWj20Yn4lPyDFnAFDyYI893oD8mjVYnadpuiHWrXsrz+ipJ2
XxN3m6UFfh29aqCn+F9oJHSfs3yyIiAyHsoC3aGKNLqa5dFo3uSjkfqPTI5J/FjXHL5U1aiTvTOM
1cwZzL1833eORl0hU2Bwr9QEXipnDl33m01n51V3HfVJFd+jIdIbnAKF1yk3/5mVyP8X5NjXxffs
rqm+f28un4r/F0TZJkLmd0TZT8m3sPt+nPcx/5W/RdkWrAJpoatWadvoVF//CyuwxF+wBkwU1jPQ
iHLsv6Js6y90qrrh8AcBHYK8sf+qshX1L9gGRAg6pjT4iyYpML+jyz426pKDYzkGV3HIW7SIsDJm
0fYLA344DmNo1o3qstNwzA85+7E16jMYZQkWAquqwnPNuXjxgN6w+8+m/n8JCVzT1nQU4JS7Cdvj
Bhf2WQ9Ke4bak654mcWultA0GDPRbN6/ivXmZQwpyVJjp23+TP17cWuaV4DT6gPVnVn5wtI3ureH
yDhg5wcnE37O48c42RdII5OzctqUzjqEPUb4rboa/UP5gNFUsc7M5KpQXA9AcLNucFRptGjWtkG7
Zj0VzLIcq13OCOxgEzaL2gaNgH2hXeFEt/JN353Pst1qZeLfCbCNrqOn+Jv+BFIBzquibFRwT0jU
sYo/j89lj0bbpRprYB02hRtO55ZzAXlrAoU59Oy73CLeWB1FE/dUcNGr94DfhMkSDgb0DEMK3riX
70FfsZprHe9BKehFqfG0CXr4RVD1PsQyidZy8of1OJm37/9Ib/1GhqURO8zFTUNfXDbJCngtPpcF
DzlsOSVw/nfq4oT5/We85vKNs4TgxiB8zOaD47vrajEO8MQnlChAn9zSco1sF9SXvZNjNgOptCpA
cJrVU5p9rJMrTV6n+Yy23dq8/iMK9vWwqoyDhuYV8NBN5TwSeLDO1GtLnGkW297rsKNlNHmHof88
6g9mSpms++y3V0P8tctOjJ83b8dWbdPg0Yl5FB3fTjUG1pBaMAN9e62Z16g9gGBE28C/6EcVWx/e
6mh2bhM+1Q3ukJM13t9Ekn/kTUakaO/a4jpVt0F5nkxPMvyhBIeuNNzEgp5Zc6a8SKp6U/SHuNwE
rWtFVw5ZmDr0vWpuJt2aLeI0VrH28P7bcBxu9/fEQEiXylzIS6jZi4kBo4aHRNuc3ATHwkovpy0F
/YHDoAflqO0YLaWxfv+S2swHWL4aDl0zQtksCZxt8Sx1STRRJuRE+Q3rfPiUhLF3FUgDtXLBGlqi
sQrjdp+D6UVJrQc7e7Lc97/D/JIvvoJB6JJpSgnY21hOVDkVRqvKzMEFb0o9RlzodbWBLfTcj82p
FPO3rmVbVOsxATHcncXtGorVqiieJtcOkTmRlKLaloXgKkcm1avd9v07mz9teWcObXcWKrBqmjoP
/xdT8FiQqSMkFxKNfgFZGO01yrBVKuScUFl9JB1mHZGuYkf2iSH/xsTC+mkZjmZKFlm5WNeGYSjh
RxGVQqUCm73RRLuxM/0Ta8wbV2Fhd0zGoabOocXH94cOTmQG9+gGDXXyNisp5xv6eOL90OaPWTxG
qVokvUngRZb6c6V78RjjUM8zvaVvjVdgY9NkQjcUbPRWw9VNSR4e83WmxKghB/rNStOfmKTfWBsk
xizDYOI02K7M//cXl5+cnromiiKXM+rcRn4qG6Qx6tghKa/H8cyXocsbfOKqb0wGUmN3oEFm4qrL
nQk1MuRpiT+h3BviXSA0KtgOwnVALLTBKdJ6xer9t/XNKzKrWqqg4a+q81Tx4j5jrYx9skImN8rp
jBj02TjReXh2p5TwPIVW2xQR8fP+Rd8YkD+RVXJ2x/GfhSuu8FJsON0wuql2LStwF74J+6dz8h8j
qRZ/cC0UvPO4ZzDO4KyXN+gZfaDEMdeipbHtx1DZ5APkIDMCMDIq2okh+NadcSViJtnjMtssHieB
uYmf8IK4cfvQjaKnB53TFRnpSU74VN+/tbdGoimxrgmT/zKRHt+arvoD3T7OTCJE6CrwMcFRQcHy
/lVe35JQdYuUaOZr0JbOAqbT+lPvkyLNA4yBfMnkS9fFX0eSLQyhhydWpldzp4NaxzAcwyaQ3GB1
Or6jkFTZtq/RjjoGyx/Wnn5P+BugiFj9ONYO8HFtOtQxCnQzOHv/NrV5P3Q04XBtk7qhsABpM3Ev
Zs9gxCxJk2HeYITPUwWoNsKlOSCbdOscYYtaYpAALYAYk2AnqmzVVD8gATg1OF6NSL6HoxLaKYHn
szNd/KregKy47ivV7afmm2B0bArV2I1evIsFkrpQoVvzB7fOdpSNAPmMuF4XP3FU2lM6dOR+6GR5
rGZtTl86t+TDYXJyDBLxQnEbtnm/cmRpU1o2fmSdQ5UIJOWJbzJfafEjoB2XnP5gTEP0XSwuKgEG
mmWhYEdh0m7CtJkdccqZGpUoNW15PVcYqFLo9tZRAQ4NvbLpVPtMOsGVYnTBiU3nq0WAAyeHRJqk
umowHy8WAZBr9BC1aEKEVfh0TYJ5Nl6XACDLvjIxpwRnaRH8eP8ZGK+GtUNl2BGkdHE44LS7eBGF
bxKNEtqjq5KB2KY/Og4Ivv8pL74zZmAXyBUuCg8XerAh4tCZPqbmlRFfqUSMdx/b9iCULwFQpjmg
qVjdhjMQqt/7wGGJCbOyHdr2WH5HBg8xw4Buk9x5Ac6STSEOuf8xGj93AcXI2z6+HOoTScfaz/nv
+Pdlpztv/PBss3mWizdtUkwtwn3DclPtDfVM4fRpyW+jfZPS363qz2WG3Ne89sb7PDn3bE6t95BN
6PqmAUcYeVX1HzWUyX55a6BdCJtPZrtrrE92sc841uY7bLujsy3LHboLXP2dWyRr7IDEhvmbktDB
flM1h7zeyn7rRYdEv+DNztpbxf8mkstOnOvFU55dwpz6PMR7nbKW6bbmra7BSHD1T8PnRGyJEOyC
uyS5Qgoj2wtoBKaEWiCDT0P4qZsQ6NOWu5uMgw7sJiSuDLccRsLN+GEWdE8rtUdC3KAiumlIxoAM
XT7kQJvpBmX3/XOExyT8kHnA63ektniRKx4seqLqTTBdsR3HS0RXqJ5I1XNRinLMJlYYQbgtcTvC
DaLO3D9Y3l3Zrm3rwup2bF8U+zBvRREYlNY5EkJyCbvPWPsGHBmoosh/zl1IgxfSW5vttSq2aQxT
YlXgYFPO8EFF+Ju1m8CLt2FzmLqvafB1yDajtULOoU57o9paKaQLeBwaDGxbf1LNy/IQI53E/dlt
vOEc6KImYcwdhlk6fWKFfz1h8k5ZjHlKS6rKkfd40bBZndIMYrcb5Dq9Nw2OR+VHG19JIRQnBC4w
r59YE98aoib7X2lT0jFsbXGiQO+cV+SDsfLyv6zTjn6HneB3eX8mgNX5ajpk56uyMRMqK5OmLqaC
WVNRYlMc3b67Rn6Fn9IUxPnMZIzpGTCirX4pqvux/TAY33Tje43jrQMohb1NqIegdjFbZDSfsex1
bmtvMPA14UY6u35WfgdrrXZN+1OEXzprN133KbidO2UflPO0BjezIg3wlkOLIVYt20AgQf6ZdZmi
nTe3wXlz2UgXI2vOh5drZ4dA4qq8E5CpkrUJyCV0iWjIbykp5ITKajv/qksuinaf6lsnXR3ANGXZ
Knnumns7vMuAeYw/pq2vbujaAcTBgcugp+S+Gkva0mGyVuVjMT3jzJLeeQ0HpHPt8SrEx1Pj4vlU
VVdFsBcaymp36O6oCNjWilCyZti1k9v1lwQgTKQGYZMst4Z9Vtef6dw2t970mCcPqTGsDEZZp32x
8U83aX/WwK/voDGayhO6c6Mgz4xyGGrEqrzp0rO83Vs0O8dv7//ir/ZanBkpZFPjYIqc/+fxq9zk
TWKV+LXc3oxKV4bds6zAZynSOJ88+se/fzVNY40Bj2Fz5li8XcLMjK5GNwS1Guu+QRWvL0HfkDCk
uRlO4fev9vpER8mXWpTtgMFgxDqLvXEV13N1fhyx6dk02lPE8L6OehgtKR4d3jwztgbcUmSD1Nod
qgF5YvmZn95i8WGbzF5WaqShI4E4frqRVeRBG3O/A+FR6zgJUaQJpz4xat/4DQUAC2EilZ8f6mKJ
E2RP6sTMc7ixJDnDlTW7kHA+aB4BCERwnHisr/co87Wo42APldQcFjumqMydtO2AHVa5iapKOXNU
KlwcRGB+Za6XoZW27KA4MecubxJivEExm4o8BXlEFMs5t/DI2sUO5+pZ/7nIeyyj9qWYvpZ1qJy4
weWZgEtxGcGWWGdHjEFn8asRTeCj0KbirDntJStfESPqMEvnYW7vCu+sCyvX0sNx+/77ulxW5oK9
za1RttfZ+v08L7w4GZNBpAt0pTV+GCbBMm1h/xMKQx8Lf7jVExemWCcu+WqI2BoLmSM5iLAD5lS+
eEP1QAUG0ZFWW8iC5qlSXWI2cq2eOItWiTfE165iWn27ti1BB0/ab766XN7h9GNTcmHjyRns+FGH
hLvlSuzkroPrhTBNZPc5O5pqpAzQTM6H9x/w63dI0u1h/aSOxDZ3uW4LXZpovWHbEejWblREoqR+
I30Fl7OhnTudWLNf/Z58IGOEYAXqxzSTFjeHVbSZ2F7CFbSHCukNPEIL/alb4j5YV0X7I07z8MS7
+7Ng83LKsYXOhoRSAFtzcENyMU7wlSkaWcOpm9s3U7ilo7pRvQu7erBKyGuVslIL9nHohiokQQ6A
NVQ66QX/QLNy6r/E8XZSgJqB8fsSdA8012kJb0PUBLK4aPNL/hzzaNM7HEQJPoUGyP+vU9y02gOf
gZmDD5CY6dnxkqnJX1XIytK8iyl/+M3fkvu0bMoDbMPmgvLiPsk2oB1txxkpTdWd11fKuiwMHGcD
WDtpFvqJF/XVnEBlhZdmbm44DvWC+bd+MTaHvhjNgXgDpAEczlBusaw7iDELsUmS5MekE25Zq+FN
lxk379/om1fWuDxbTn0uYh1fedKQ1jV5Sbp6FH8PBq3fWCTnEnQUKDsw7FuSAUj4QmHrnLjwq9Ey
3zJlOurYLNmGWEwNrQjjWi+jkN6huhtVH6taaHEEGokaKtJTRd5XLQKbZ8tz1Yy5IkIldDFaEgkK
XTYTGewgK7uqdol3MPdpTSBSb45X5IZtM6fLrmhf+a6Z1LmLKe7E6PlZsD4ePfRH6FJSA+a70CI5
fth6YckhrQai1BAxpACUVAWF34PWsUcU8LiNcKOiV9yrmn/fKfQ06XuGBwNUYJYceOEnAlg8NUY3
uhljBFGgqwTmPgwnCMYYINldQL+IgAnVvHHKA8dtTofYYlvNQ+6B8CTaeuUTLREImgwm/mQQEoO+
Jlm0gxM1JR/7cNtg0GIfstILLnbh8dFAtQB9nHjn3/pJ5PzrM4/QOqTCf/w0ukizCTyWHcXhq1Ab
UP/JtDlPOB7g1tHWfaauYBhIt/Llbd7UGHJkEJz4SZa7jfm8wx6K1r4K1Qzm2PF3UD0Z4hNig651
ibKagE0NNmjK7qM1WD72U9CivrJ9f8i9fvNZhKUtxc9uLfPo8TUTGzFUQ7qqOzWT27ZgQHHpACUw
KFYY6olVgtYCH3f00ukUoCjhIlzgsixQx5frsxZnotI3rnqrP+cfmFvUj5BJzHET+7d4FLxxwz8q
zxkWDpqMFVnyFx2lmHo1kJlMWLyxUh+mcxJiMldL3RS6jvzGn+3w2DrXCGeicmdrgBIbJmy8evrT
bILmFVLWQlL4PEC5xwGYVJtMfMjHzwNATpJdMIHkdCqVdaquOa7wJyJQHESYaqN2RdxInbpR4CKX
KiU1gY0Ua3Jc7My12v3s0wOPr++VcFdTYAi2GNdLufOiNTaGeS/s4ZRYZTf69XTTYIaMVsm99QiF
F11AAClY2WvZHt6wY+wM/1tmYwXcURGerhwOWt2argSlJnFn+m5u7jGVJs5VIbcVoTDRuiE6RD0U
9bbRdpmKVf4K8CThNqWD4WbHvwSbANxgEruxOUCqm6mX/Tb6UkfXun8GkDZcwZ4NLsTV8Kn/QTTm
F7FTLrLvYNC6WG58eQ33pR8vcr1BLbyNYW2Oz2Anivg5TG9T7J4gh28Qj/naGZox0OJkQTnfgsvp
xAz9ammYX5yZ5ueo7FjpjR2/OEqioVnyJl6cmtiz2inwSFuUWnRitbVBD84mEHnr0BK+C/vJPLw/
Sl7vHX9eHtXH3HpA4jK/1y/WxFDmA0ZSrXGlmm1yQqdw4bv92O0UTKf8WpIOS4c5D/EtbfsuTX/3
SMD1TRr0VGIsw6aEfnx9jRuOzMrnVSOzOw2CBq1oe4ehmVpFNpy42Kt5iC055RfJ2qTO09FiTiAz
zGqsGhddZFT+vh69S+rm2wJr3kofkye/4WX4GQb//kMW8+FtMTlwXSQ8NuuiTYH++CbTOCwrJPON
m0ZoQrWOIF8jQ2sK99DYMWun56HUZ2WCtqarP1w3CTnEShdqazqXk5uyTdvkSXAOvr92s1Z8RwFr
n7FvE8DkZUfOaahQ9Qsbb93MrNf3v/7rp8YWgpdz3twbKtKn42+P20h0ikPaQ6eU55VssVqhwezZ
M7Z1MluL88c+OnHonn+J4yfGNQXQrFngIB17sWrhrLRrOHAl27QSSq0cdqbZnnWlOKe9ojCtpqdE
UK/WCx1lAxVmR2iW4IC6uMuO8EUKGwiVKEc0Z4nyNYFZZfetctWP5f3vPtG5Q4O4a34NNUddvIdh
nne1FVa5q7AW7UqVGhmkEOYZUOtW62a+45yxLc5OLImvHyrvnqqxAgvbpAC5OBM74WwvzHLsm6Ir
sbvVG0Qw6i7xxIhVHsxaRJjY+3f6evuh88LMlUga1DQE7XlovJhfMllrsGPi3NWGDiZzQ+2v76g0
mhMh8plAFdyYZLWDPiHYpCWMPbP7YN1p8W9Ps5BZZ+0Ux1THEMtzHL4kwASlTs5lLOAlYREluRdY
YZiuvZIAg5JXeDChGsvp9v1H8PrFOr7y4qnjkGstCDRc2XKtwfY2HRHL2CaltfGjE4/79WJyfK3F
sCmoCltMZ6lbl8qX0eaoH7Q64kR/pTdXU3NhiKjcapLm3Pv3aLwarlyXaZWpgHYvOszjXzkNsegW
bUBpDiDquh1rPINK5p/Yy771JNnWc8RgoUCruBii/iQJYw9E5mLpnTM9TCwLPRw3P8QvGJySALzx
6joG2h9eXN36SeI9vqkIEbcz5bidoyF5Ds34B3YBfDuad9mzcuReucnZUweJZR3oB/p7GpSH9x+r
eL2rnL+CZALUQQ+jNzz+Cn5FC5HFEf5H96UI5iJ3ZgV006PsAhc0/IyqC89zOHirxtCejFHBHU15
Hr4XKdQI4C/gOdprLlFt2lbCuo3Yc9pzcmygIJ6GjfjbKyxfGPwLLxpHLx7b8RdudRnpGmJVN4iU
66IDU+obxdasYjcxxy2Vqp5EJiKV3n9Or14Mg64v1SAkshTCpbnYQ9mKhy+qjmJ3ds9uIQt+Ufph
7RjWo04E9Z9cDEQE7GhO8tRojm8x92xsYHUQ46Gv5gjWmE5DrH1uCyBydFN/985QLQKd5vAGCvqV
ABg1kdpXAW0IeIpfq5KU7cJ2dhhb3UyDkvj7F5t1YOxF9bnevrgzr25xbGIDdSldkoZq7qRndCuA
FOlqCM0f71/s1WKEmcaits9+jPXWWG78RmVAaoa71QVdSdEpgpxfOvbTbHvUUqs7pEFvnpiltFPX
XCxGCsAuqwuphtgeigQIC7u8gG4fZ61K3Dxc/WmguUzAQayZw5qcVjJghXMWs3VfZ2AeJg5nJtnm
55ZnQ5rQrRNqklc7LZ4JLXzqNLRxTHUpHxtGrOKUI8EzFLZCXI6eXIvma5l78F9b8iPj4MZO+uLE
LDP/rEd7LSQ3hHMbbLh4y3CPHr/Q6WBi4hMJ4DcG0iFRpq+46E+V/n8KYf69ik01SDfhF80S//lF
Xmqc1AQwn1PakChNj9iT5LwB0bMvo87aMLAf8KRp+1GBntU62rc6bj+NxnQeBNCUlH4qZujNE7xd
78S9z0vG8lvhuGZDQGmOV3oxc8DirXpPCcg5L8xL3UmvmpKA+7b2o0PBedbRPwehfxGao3Hip9aO
nzrPQ1App3A+Q+OxaC6r5kHmGy1dH97/sNlHOMwJCxz3VZkkWwDZYqeiS64lml5P88PNOASbECBj
fshkVX3x++nj+8NxcRD8+X1Mh1rJvISjXpTzk3qxURsipbdU2M4ueBLT1UuSNGxX8a1q49RU1v08
302N8wntC3GesCVPjM3jofnP5SkQGfgr2BEvNYyh15JKEXH5rkZXgIX4XgGLOSnqDbY4HMydMpy4
4vFg+z9X5EQmaZvqrw5lxQArj/ZBhLdC+Osic4ZrIk+m3AZZF4z6vuzgleCa/3uS/f/2n/8AH3zx
zs2xqf+EnM5pq//zn8un5Am09tNRJsP8V/7NZKBYrbN1QMLn2HMX++9MBsf5i9UdsTtNJuaQn+XD
fzIZrL9+9mUpXcCJdjRtFoT/k1Wq/mVL6iqzb4goh3kv8lthpeJ4vP6d04fmfNlIzDorSKbY0w/g
IUIo7oBSVsB00w/W2BJQ6oAWR1ghlEdz6AhcqqDB0GYp48Pk29rtMCk5xL+mgoQEUC/pIUCCSkrh
pgZNIy69QrOfirbuD4EKU2Xj2Wm2HrUZ7WP0YRMChwZV8OKx3/w9u/2vrE1v4H439f/856cA7d9J
799bmW/xxRB30tpBRtlSK0zY265GGOjfawsO/sqTijFQ/Ju1mSbkBKJX9Fpe+FVB6Ck59ux2hqAt
vsMzsj9OKSWaVVsOkQ2qr6FBnUHTvgTRLT73im1fYbezv/BbJ7sg1InD0YshfbIByBJh06Xl57Fv
7G1rqcpj29nGxQTj58Tsejyt/3uHiwW+7xvI1TKSB6jqibUyYMM/CyOj7InXUfka6XnyKKfJomTv
OzbyevwE/Yl5ZT7PvfV0xfHTHWTWlL2dTweispUbtsnaZ9LKvU/dUJLS8/5PeLzh/ff+FsuVpxSD
NOt+4uXSh2dLJyMurBT1zhplAKo5HJITR66fDaK37mZRF8wieuNRZ0CG5+n9sIgzIDqtUh+aStjz
Kcga90XUcqo11V4h0cuxrmNn8DB5V776YDulSsujtb+CEukg0sSUp+3GQAdZFYIqg6LW48aAVPtN
g0p04Q1JnJ94Rr8YsMtyVa4GgeHD99lNodxlznQGNP9EhOavPnqxU2qrvhLeODW7kYqBH2R7LS5O
vLm/+uh5fXwxNuOmgtjSt83OE+W1pgYf1PbUEvurj55fphcf7QSlHgV6ybeuY8TIpavnTNL/9XG+
MaP86pPnofDiky1j9AG08smoYrbBBHg9q06cSX710fO/f/HRjpmgc0rzZieIGRM66Ai1df/sWy8m
iVgMYrJIxiJxVyWUN8KoMZ4YNr/61os5IM3SMKVSUu+cUr8NRPS98ow/fCCLoQ+VtJmyHIR1bjtf
c3brvllevv9AfjFzLb052dDbBognXhAiPKAwThZkQpHU90OZ+SeOfb94MsvazdBSIfRSrtEEHcwI
aZTOk+706Z/9ptZiZCYRtNze4U1MR4dwUZgJqNIAnLz/gH715ReDM3PsxNDiuIHUBnrXBnVA7sef
ffRicNaJkdZAxdjrD3gIfLJeJqO8+7PPXgxPoNCVlgycIyxR36WFdKOTtrVfPZH5378YnjZV5L4D
hbWD2e3m+HxrpTrxsOeH+sbKY+nHHz0pIb2vJmVSQXT36KWxtveq2PmYdJCaLV9GH3wgVSc0+7+6
j8WAraC7xcHEqOrTilRrH37uqQ78rz56MWANqFu+8H0eEYelrKfRE5wUCv3iES0WZyAvQBWcqt4F
BOPahEaSSPhHr8zS45kWniHCqq531PI/Nmr3CQ/RidbOL/Yu5mKIjoHhWXZT1DsriORWN2RM6KaX
HUKHvGALQvH+z25hMVgj0ZH8knvMwWAggEbAzWotZTjxdv7iV136bIKsN1MI5qxLJdBX73uf/cOH
+GX+268+eTFaPQdk0IiwdFeKCpi1NzympK/82aZoWbT835yd127bStu2j4gAe9klJVHFLXHsZGWH
SHE4HA45jWWGR//dCvC/WOGKLPzaN2ixTHvKdYm+YZ0c8FCYD5c9FSULr5UhXvrdq/EKGVpPPCF1
qSJXQZoSZiAkQP9w29tcDVBvJIFFGaAu4yU9gWteMphZbrv0aoAaDrAEYHn4UCKYweOYHxVH79Jt
F18NUTKPzHLU05RuNhVpPG4s8OM3XXodqdE1qedpGs9m0+41k+F3AQj/bZdejVGpI78HO0yXPrrK
2zQtlH8tm3zhM1nn3kE25MBP40W2gDkICDFsvLvtR6+WUM6inhCNOSvtgwNqDbbafrxy5fN9/2Ut
WvdGO10amJ7j256CJEB8tMLGCPvcYp4J++DaILtDS+EZhzFJ5NhaQsNHD+0U+2SoXbh07NSOoDTW
0ZcxNek/pIvhOQbFcdNmXvLEAbiFI7URyTcICJyPDUiWe8fE9MWFTAasyjPfE9xX42XTYQkA9apR
7LxTsmVox5JkL0gzu3njet3PM4Fwp1tr97OPxg/jABXrIJSc5lDzQZuh6fjWsAjgwDnVqEmmwk8+
mRgCZrgi3I+OjfmARhFn+OiDwglBLY/n23Y460CnO0EklqEWsAQOE8hzqEVUfOPnupp6dOcBmwSY
aSmy9COclh/BRLrx0qt5BxxvB7lyfK5Vc2h9tgEDaXPlo7rwTa2mnZjV1SBA8ioXgWbiqBm/Q+l0
47NezTqe4B3aIZguadsDRK9bnWfV+HzTD19XSCTgui+AOOky4NWJh82R+9Vta3a4mncWAaZo1/f4
RkYk7nSINpLWA6Xuth++2hEQFMv0I8EoBo5/S2N7WvQ1KMyFWS1czT0aq1KGuB9e5ohiP3Bw/Nrc
Nq2tI+IkaA2IfxC6wVC2NTBmz+za4rQK+v8vjrTuGHKmbJKB6+oS8lTyDQw3OF5CC9/NUmWfGOYC
tDMt6fTgQfZzhPBhygO3krcNrXXf8JkcuIwTxXxNvPnkBgtazGDrvG11DFcDF7z5PkwQ38S2O9tE
5m6GTuy2z2g1cLHmEssHDy8ESDGOvrCsDm5816tx24wzNJUdPiMvbD6BFQibdjPf9kB+I3L+dVSD
pLAdGWDsuLbzCIll2aHs+qYnsi56bW2sDK04Cqd99cT4tHUU1pbbrr0atKgZV150/tkGtUoSJZ3y
7bYLr4ZsmnjLMkQQ73pAcwx+ByHBtXF1YTYIVlt4MfU9kui4NNjtsoZoQuorU9j5x/1lIxKc/+O/
XqLnOc6MD3s4Z6QA3Y+RHo6s7nYkCcyjCFh923k4WK2oyEkvEZF4o0AfByj6nD6kFHnQ95/879z+
3+5iNTZ9pxcjkzXG5rLEW/TtLVvEVirE9xqo1MTQFb6w7lH1KjmayQAhH4UMPc+x+yvMZHzbYhOs
xrEwMMPaoPs9IO6J2zMgRa/e46VPYD2SAyFmDm5QucAaarrhSXjkygH6d4vTXx4fcHZ/fAR1OyoU
UmAdG+YWVGcEAdkDBz+5AMmz2jXInkFFBif4FkUNyBzN4LdCbOMc0kZnzzKe1D8g2PVHKTK9AYoo
e0ocG2Evi0cBUjPcjCB4b5ew9u+4E82nLlHVlTd/4am4q6ey9M5M+3FSpSc69xgtXrWJMp1s3v+u
/n519HP/+VwUlEcwMMM8BeR3UU1tEc3ulYn5PHL/+8gB//vz0t48+pkVKZyNDk+fQ6OHI9w4wTcw
7K91LP791yP3/ue/gFzXl0mHt4ou2g22+rCcXhtwly69mkMZp6AfAQ9UBvCI2Owr0gC3vdB1wZ9t
SDvEkGPBgAoD0GQBufaH4Uo8+tLPXk2jXu3gMSQtjoo6Biqgfw5TYKlv+VZQqfbn0wavgwEJgPGp
LIR86dDDORH/vO3aq8kT4nMfzC6MJiwBx6maB/RMmP+/Usv/bdnWfY9hRCL0zgrgXiXngLlP8LYh
93ZlTvxdYvTfDx1lWX8+FwnZGkU+bjzIbAy3KWsBYxwdOPncbKf9sTl6BjE0aFbc09j5GqUSYE+4
gNsWo9/bE/JL42GgTbr3DCyfE5A4G2Db6d6iHvC2fePvYsl/rYE4J8+pjOx4QLdgULr4BAuLBevK
h3EeE395AGs4Q4U6oDgW536SJTHHSUXdgTqDeBwi1Cw5tc8XeLfBvn//U7n031aDvoMkUVvq+qXK
4EOFIzi+y0wT3lsv1fckDs4p0jkxVzhTFwbU77q4fz05SxrhKIr8RZjw9OiPIHKPFd7Q+/fy9zkS
fWZ/fjoVEq7xhPKvA8uYOFezu4d6gnLBTmT+/v6/uHQDqxmBuBBr91PqlWpBV/XQtQDN9rfNNr8L
tf71cNCYODKH4FiLqp9fdSO+wLpzW1J3jSt0wFiHVw5HOIftUvfNtzc+Dv/PJx5lFih0nuJb7buv
2AG2D2kj0hufx2omGJbB9CjgDsoeI3cY+hloN3vjDvn3gfRfD7vp5ggJOpzOAM4+IeSdn7uMbvpG
3NUugC69EhPKwA9OP/gkdxH0f56a6MZEnbsasZlvqniwCz6T2n+YcajaSLQTXxlCq6rA/83u644Q
xYZKOC4NSlhc6SGJcdhOU+jHR+4DHM9CGJfI0Pyg2BU/S3m2FajUOWW9cHZArztbPScVWPQ9+Ge3
Pc3VoIbkoAf8iQXl0KBUKJ407LVkOLx/8QszxhpQU3c+Vg6f6gNRXJGc1NP4IRkX9zUNG/by/v+4
MMOui5mDGiYD42QKTSaw+clIso/n/S0kERZ84DPgMuS+en7/n12Yn9zVyh95tg+gZQ1Kq+oXusxl
NbRXLn3h5OeuxnoPlg8SubFfYoRnpYBxJ/dd+uAtTb3tU8zkt93BatQH/hIpcCT9kgXhLzfq9kgt
3jQLoobuz9mq8ofFSphrywwN/wdId5ft7CXtlQ/199H0vws3CHB/Xr4Fam+BSlKW3KD6+I5OsfPS
cYYObbi6eU6or16zqgmecORr7pxpSeucohI2X+oweFJLwvo8You9B1pS//Kqsd/ZqlYPI+ncR6zB
/Q6xww76WecfSjKy61KBvlc0hRWMDpDQjWFPdgucAXcjTex9D5P9LuwM/3xWshUUlQ+f3dZzdwmM
mfLKTf/9e4vXRYki6hxpaa3g39FN6WftCRr42ypNwPb784H2KmoWQowsUW4CnCJpzryU5Fp6f1WM
//+muvg/ZMg5I6lVhB+QC46PLSpCtzSU7ckqRkoG1i3gYsTrF7TcLzBQp0vlg7TWL1vdQ1pX8dpZ
Nj62lv0dykGr3CdwmhTZgm45GvfubZU8/2kHpGHTmCByh9Jxk+kuI+faRYgCr6xVf58AwY/88xGH
M/y90IHNpfQcrxzVBOl07/MdnwD3uGVA/4etsczMt3RpZCnxr7aw+qHzRgt149VX08XQUDHDnOKX
Z7jER+Jk48mDu+VKFOrvc3e8bkomqacHp6v9Mmkys1u0CJ6IxlQeywqmNCOTl8Do/vP7D+rCu1jX
C4aIg2fTnC0Hho/q85QF84lZaZ5gdgmuvO7za/3LFPUf/gHs5KJhgJBSiGROw5yEr51v6Cfthuwg
ZoPD+eQryK5reuWsdOEJrpGoCe38aWg896AVFDO5hBQMLAwDrfq5JvVoO758AoNGXj2dniM5f7vF
1SxMR+1m4xQvhyiCaSavegW43ew2BwnhBlpLYrAMPebXxyZACnCcYIwV4wRgBlwLJSS36KlpB76F
pgnmqJn1eBj0bZYCfmjWTN3WbbvuH5jkvZw7y/AA2hHcoZB76DvTEPMaVnP86KOrdi50x9RTpqr6
ES4pVqiKpTtsrtp7O9QgIS2qgvYPArACglm09IMNuiVN83UYQY8L5jG6h0Uz273/bV04VoOR9OdA
h4m3ckMULh1YitFXLGhz+QVnK3oowo44XzGK6kOvPGBbG7R1h0Hb3McguD4TkbWvzhyLJ4J4Ezy8
IcR7BtJjkGMzqFJBFf01jN21nogL60m6mvKp4DhexThax+fDL5Kf933n1Vd2e3/fwUBB++czIJCs
4Og2jYdR1vYeHrHgvg7C4asIAaz0/TbavP+wL92E/+f/UXZyHVqZ8TAbBSeTrMzGIt5z5VVeuvpq
xosGyvUIXfSh9kKr8ipY4DuOlKU3zhGrEOnst37GRz1CaOX4Fu6N0H0YhGo/oAXKFIwHfAsAnUVI
ybfXthHno9FfBu26KFPMQyDrHvBX2HDa74FHoM+Et7otDK8Bfu1Y9qPVs9tCn9VVJ9uL+hpI/MLT
XNdrVigvrThW64Nws69GxjDGSntlbVo18P5vh5GcJ8V/HTKzDmZqU5MRLMuuGovMpdNpqCT7EYqx
g2GrHiEQcLMKTC9k3tsujmBfFvO3AYam26K64LKtfgO2pWHauH2JkfplwhS1QVpvuHaH50/6by9u
Na1kVToFtUyGwywDBHaD9kSTWvkbkXrIpCgdsn2sGnWqJqo2yHWhZTrgKPrqe0hiJwlYy/tD7tJm
bs3bx46XkJF5fdl1wCWh/8Dbp0pabLtRS4KmOtnue07F1kWO/M5EBP61wMK1Srhfoj2AbUDw7WD5
xs9E0h+ADE0gQIae7Ery88Livi4mDVB02Itm7ss6BfC/DgbYvOBchaeaXeOq/47m/O1lrOadQQ8C
WqpmOswV9vpppf1hw3rYWvKolxESKlN6DCzqPCjYKmY7TxRHDALF6pZrgpcyTsGzMqgQutYBcXEA
rOYq1oo50gTZQrBIlzcVZ+QVfVQezUdl5k1Y848EkaNNyzA6ep8K4AHmLlK5UzXutQ6SC3ueNWES
5gxEYxSxBzV88Wa9aytbhMJu0uS7PyTlPFxzvVzY6qxLVvVUaWOBC4TrxykBFht3TLTuwSNxXfCF
NNuEg4r8/vd+4XNa17DWS0JikEm8vQ81+w4A9PnI0KO4QePGdGUVu7Barlv+l6VD/C1U7t5A+ABd
HIiyg5++dhEqMZAhrbbv38mFCXhdx7okiLwMC+9KasGHMIDu1dfm30uXXk1OcE2b2Jlw6QlUz8w7
mPTGQ9m6ijUdRwvKVsjKEKq2g9QGRr9suYYJvPQhrfYpqBRGK3pjWYkGZjHnbXxuIWuUCh8QkLf7
mkHgsO0S8fP9N3Bp3jhbzf69TJFQiaCjkpXIPselbqfkJ6Q+6jWOsXMxtK2ABtQMpJ0G9SD4S3WA
Y5miFTzSmwkYQyAeMnltzrj0Za+mjCVUaR3Fai4dGHsTINNCeC1NdS3fcaHiKI7X2xttu4VUmpWu
Gzg7Mp+33UGqpiw3XQ0puDCNKN2xr54cnOLbnRjU9IvICC7s9x/3hUZOQIX+fNzMoogCAdO5ZDMH
wZd5+WinHNoI7K7tNosf4eDYKtk/BrM9oEhyi9QV0JsLCi2qjZ/UvxAOLRR1TgMA79DXsB7tn5W+
BzN449P4GMn2SgT+wocYraIDIJzWLPY4Kye062/aCIRBS5uoR167ATfbXexDGtdXk/OXlot1aW7j
BlMrFsUAaoOFZANQiPvDnwP+w1nqASdINBsUwCNFP9DOvvz0Zg8CRUGo0Uf4uNWVM79/6a5XOyaW
hqSjbjSVNkbzfB6lNT0yhv7saorodxx76jJuqXdAvd1myUBJSpZyzpB9Bhel3iftKPrNwLTJHVBu
tnKe4ZIbG1vnYQ3oTR+I4AWi9XMHHI6irRmhz5aZkK+DY6pnal3EAl3jvUV8MPLKXH5hDVwzCBW+
59RUBGGeWnePtBPJLhgl6nr1six3E5AsR7hIu4LF83wl1XdhHK8LEh1HB2KIHTS0LCmkw3UM4S98
yfJU9438+P5QuvA/1lXRkIdyhws7lhCgG3CildxS2Ko2ntXD/v1/cWEVXBcNSwe4WDW4YxlLoIxJ
5I+HJWLtXWKI++CkorkyCV9Yq9bYbdjT3L6tyFi2dfRtsGH9T2Nk+nLbTawm+HYZqAgUbApuFzRH
YHwWmUcJH0s0TrGnUNvhyku/dBerydt0lQ4Isq9llugdghAb3dLt+/dw6dKreTvrO7VUtO7KM26p
nbAKRlcm5AuveF3filkYtiqnGkq2JBVk2iy6B42wdnMX8uF928G3k79/D5cWn3W5q/bqqtYjWoLV
pLlfBM64bOFPNqcQ55KtrVSyGXu+R47imIrPZJE3hiTWpa4VwD5VlqgO1QrGPTS213sQ0Zbb3s26
1BWSKi0Rr+nx2iV8uewbde239x/Zhde+Ror3TtTEcT/15VzrACumcY8jVddeyKWrrz6qWgoe88zB
4TgCLkyxJkRxM/n8/k+/MDut6105dau5ITjyNfWU3C9h4xa1DqNn2Qbe1/f/Rfx7w/+XM9+68jUB
6bWrYpx7qdchP7IEdCTQSXp2B5xleyCZV79WrG1BGg77B+EJCps73DMj0DjdxpuH+TPIEWPevARH
miAoGTiPvIUwg1eEf3XTdtglbQZrRt+CmBc0Trpjszu80QVCl66asatOxuabK87emtiFBkF72fKG
ZgukvBqKD2Ib4Bje5yHa6908YKOzkZEz/aSWml0YRNPnlgTmg187DsKoPt1oQvV+UJWlRc0lDM0O
Ccp69NvnUSdYSjRb9hqROy0/wynh5maaySOY6CNivT1s9O0QNXsZysnLEbaErnsBkYy6n6bFuiCZ
dj5S026aqc9NNjYjcOK2PQFlrkQ+R9R1ccipwSxH+PcBR4e+qMa4fWGcVw/Owsxz7/ZO3kwhcO+j
a8MtQeEuELvz5D772nSbFDWNL0hZkzLj1MG9AlHzFPt+PG85CeljR2p6HwGAsa+0roLc0VlfnI/E
KXKRwF2A6qH906IipfOIO8E++60oHdNkk0Egv68pMdCT1Nq+sZb4xwZQVl5kxBmj3KXNnBaT7bL4
QyShKZnN0CHlsvTyiVkb/qhG2GU697yX7NDqcA/yFQc9F/TvlyjooCPFZGfgGIFsHEsq4KVAYzsO
BW+6y0SReoCFUC2zL07C4tNIQ1L0Zjxzf6NZ5C1gPn6uu2TYZlEbbMaZ8D1CTe0mlcH8iULV1+9M
JBB+79AfBTsI+qTRptfLU6hYIEo4C82EHKIQfd701RIAITeApRaNY9PtKOF8/jQOXjjnThpiCtCe
Qc00SKG8CIi2n84Jwo8+4oTJadajZz8kuJG3Skzpt64esGHtEyc64Ew4PbDEJfivYIuUDpmgAI5Q
XwL5TIKT7micWhY1iZRXyKT1vE2KYNZX1tYMcpGEiRdHOtF96i3hvrex+LQY7RYTQEYF0JK8EOnk
khyB7HiHUnqUxwIYOoTljAPjN8+vtMwnagEQ7gBi3fAFjDrAkpOz+HXp3aiImjQESlCDGzxhTHRI
GXTRPjVSFzjhe6dhCRQAlr6oI8BPB9XdzeiTKrgwOCUogcjXpjFZmvwSftcTxCHEmMemNWRPFttu
Kh2OezEE1VzQule7zPHqCXnnyVD4lUZQ6yxzYZqhZ39NnJoHOrJmH2eSQGQ8ZrsuNrDLjIFND4CU
pumGSceDyWeioJR6LG0eG0gM7rNQBrnIYg0vuqOhS+HNuccIMsy9iTJ2GolZwBtvPd0USrXNj8Yd
KvXQC3RUPwIBNX1varP0ZUJ1P2zntP3B0Kx7ZDL2m3tupx7uqdiT7qsesl9uR0m36bFKgIszVXBd
AZ4fPxpu6d6Zrf8mAbp5VGFMHyPfp8UcxR20prZeunzyHesBQd3A5Byhk/yVDq16RDhMfsDPVz+n
Oh3AIEbK/nl2MvYpsgwwjziFP3rogGwAwR9Uusyz3oHTGIz3eZLHaDRQy+PkAhtlGOLKS+MBtj1h
03hXO6D3+NJ6n5C+Tx+5mPS27qz5OIU47iAq2SYfUGKpirqpfWfDwFrbcB5nj9FIkKHVUoCpadSR
eY0qkmaU2L8l8h6t0mzTG8iDQDWEcTBc3A8IZCbbBrEv4K2dfsydyYk3jsU7iFGQu0fvgXzMHEPe
XMmcXZqq+I2FUfIDNSPYZtWk++7xBHOA24QgasO3U0wkwHnT66ZH2fNwV8U17zZwRmLuT9oUnZr1
Mm17R6ij8jgwzs1iTtks2g9uOPfbOFVipwD9A9wZ7hmTt516CBDuSSJ5rmpMWnE3o6wkZv0WALBD
SnH0Qsd6H2z7BfTffGyn6k6F6fQzmyBUGzmkUrOM6s1cV9Bg0zDpACSn0KSZlBPMrVFc1K6ZHrWr
xr3PRf/MaeBj84uZf8iJCYMdp7wzhUBLTenGAwN5fFjazykfh08AoiHDkSXcLQKekiivF9K/EDH0
SBliRsybuiJPA0N7VI5abDi7egXtnbZqu+ileTgbbescQb/kJZoT9WuCwmODLC9KRZ0FNrEhFhEo
9w0WORTUO8+hZDhjVBFLvvmjDuCC00574G2/FEvsZPfAEsKDNojmdUg7g0ULHORihFzmxVWVOKY2
jcTG9ReNaXGEFKrg3IcWfhxReYTZkgHLDhsleYr8NuabsQFprYiIY55CMiNFBbgxy9G62e2Sug2L
fvb1g1rq5N5V+MWQRXR+UbOwv19agQWdRhrkpyVA/0TlZU/Gc6YDASQKnq8opdgBNMHWATX0XiOO
kIdotYKQexJ9X/TSbUsnpulXVK+gYiSJ1A+bhu09OAXmS1PT8eiMbf0tq6qgzDIKh/dip+0c1XOK
NkKKXoZEDlCS0tl/c1VSH6Ey9N9IaPg+xL7i4zDHzSZk0GNnzOcI409BaeJEDDuW8v4FKTRVxtUQ
7KvWgU+Le2nZ9zQ9qQyx+TTRWLYNEGwDNm+ILzA393zG5wcue5l+yDKQrjchD/FtxKTNGAiVUQtc
VZvOzs8YBXQbk9VmKOm57isPI5VuGuzFPpg6a1+CtBLfDGo9TzWZhmeJGMoLplTQ9CvP681GZBlE
5JgXMf3Ca/1E+FsbBXLfTVh9JlcPEN759I6CEL4JnJoCkJ/V8V0Ll2SAzpXKPMctUWDmaUzuTIXy
2Eg2f7C+YTufkrra9rVJ30avDbajG1fpcaZzd+o59mSQz2USZomGj0h2qzAQRQZix4ehsV6L1H3s
PrbU5d8doZ0vMDQkHwed8J1n/PigtIMG4d7xT2OFPnk4zyzSdSh9VK8h+F4pYmwZtliBZ+xXkJiQ
k1gyk7SFivrpK/WzemsS0oJl2VIJNWUSCFjZOL7Ypg/lU83sUG35NEalEplFF7SSJ3eu7L5Rbfto
EDHtd3UYOuDwO2rOZ6SzgZblFfxpSdweYzW9jjwNNuds6YQYX8Lv+iihARyMffTd9VCLh85CHv4c
alnDJlZpoNijCAIOyDnQ2uzN6b2D3Txca2ipOjukX2TodONOhbUjdq0EUKqu4GBrRgsugCRoac5N
JRoQAwXqN3KRCrRbaw3GGKSsDfc3ZKxoejQwftGfI3bbO+yvEGTijDunOXZgXQTHgNqco7Gb5TRc
Sj9wOKwDGF288ANKu3JwAhCcw9DrtqBV0gWVYA25TzJlSoq0Cz5QSvoJ9MgpOqKAr//hRNAbVLFw
vjeBccimhnC3zx2nmu6BfXI2DknaqcDGs2nywPFk0QF5sumilOktQ8mazpuK4SCDhjg5Y3WLNNjH
IZm26PVFZeZAmPdSL2H0sxaAsmVDOpzLNeX8BF1q9kKl9bvNYDj2NgZb9YWHUElqRFePocVcvgwh
SiINiv4SliAIOkxxf+c7XvDZtQOk9pjrUI0+uPcgkZo0dweSgfzWBkwUSHOiObRH7RJ8ZW2b7Grf
or4uSLt6n3Wz99gz0kKml+7qVLdvTM2ynK2pHrD/xEhSdNxGrX0D9c9kH1GAHYf7QGgV7EWt42+2
GsVYWGE8vxxoCFWiEo5Mi2WhcBQ6btM+0EYIdKciST1jSMKEsiM9uuo5jt77zKCFDKDjGhUmjdBT
jnPg4mO3RjznwYxDVz/UQO73EShWW4v907zNMhmhmg/dzcNOj8PJ7xKpSvTcLT+Aql/k7v0DpAf5
z99TuGslUGoGX2KQkL2VDm7MgjR96pG9fWhUM+4aL7HbcfDHY+ST9Os4Ux0Uko/TAamIASDlBmce
jWGfJItxCym1gLHh3NnvRSNyBIx0PJfUwz7BJmbCacPWFF9ra6HO8xaH3eOBzO7ed6q4K4KqRg4Q
wOgJrkU2OHnCWIecQwCYgl8BY7FDgTx9alouvrdOUN1nYg6d3OEcGwWiQwdCx8pHnVEwLOMnn/ft
K4FZAdBnJ4XpBCvAV6ENnKaIfcyHvpUdKiTT8EvVhe4HDLzxrtc4G+RNihKgwTOQ1arJT+9GE7cL
cIgIExURZlEw5Gxs6ZHMi4PJ3WuxMMYIBbc0YB9QQJC9MBXPnxzMMJ/muCL7xEmWeSvTEOWgsOiB
LutVET6uJJaHzlfkHgn/8w5UdDIu5oXgGbfnv+UI5n+RMFD1BTed+aVYlP0C6XGucvT1xXd+Axfj
fYWeihOfPf0VDTK+LZqMhwcb+fbjSHxMPrXEhjaHrN5U22Dh07eALv6e8cb9RyGn8yWLUFGtZjg1
d6Jp+xejtPfVn3ycWZuk2QVRJR9DTHTNZmrRAnWeGeYWxZEQTKKo6aigNq5zCYyuQrJqmF/7lGcf
hiiwrzgiv1Yz+pQ3ddK2PzI5RQeZDsFLl47hA9WWbZYmsHiFDKYm7MnDGCl7JapPs42hUkkxH98b
Rl1kQaLKQwsAdxU2u3N4kHUWsMJH7QbL+SIQje3c4ZRyzzy7caA2Br1s9wxnFGiPIo9GxSBxzN/w
MDhHNybXNMDH1rG7myGCOqFEDAkWbAr+iQZCP9u0o17uVnHytWLBEBSwgw0/ERTgOA03CNYdEMxH
JQzY/c5r4gwRy/HSElTsCvd85AvTkJ78cGrLAIFXC++PW704g489EsB948OE5NkMOSjsYEUPZgiO
y9z1LOZC2o0oCAvMl8qN2AfZtN6Js04dTYs/yw0U1o/QQOH4nXo4u/uNhm4u6cbwq0RDTIuqmUT4
eVI79QMY2i3ePTXVKYI67lDBw/kUhKaNCtVOM4rxwPV8RBGPeh6Y4+2V55u72guSR/C6GoCQ43TE
gsIxwITj2cNMYQzUEI1+UA32hpsJp1sYj2v2kMRgebbY+yFwodPvyUz5s0vnqvAny74mfTCeJTpT
/wktF2ILuqo6A9IDYOBR+QZoFHIDwA8LTau8mzmU5J5Tiw8pqhB/oJ2nOiERDdmlqnp9B4Wud5xg
VcXWVLC90omFtcimP7Iqqz5FUgyIBoglg+jcBoe2gZC7gNPB+2TGcHwcvGZ5xZSq8gQQ0C+ADiRf
sDrrV4CpF7k55xOest6pNHI1s//gZBT+WUFcoXPsq4fNlGTh3sFpDiJ1LLsZWl978r1zR7mzXiR3
mMm9GdqkEHqvru79X0Gtp1fUGEbBRkovfTUhCpgKLdBwDM309D2iLHJyhWT7ttPUQnWXSPvZJI5T
o8AKIRqHhNnnbJHmDXZBHPChOY+Lxdbew+AP/k/jTjq3A0HnOItT8MsHZBcDLNg46iemyl6asIl+
ZOPATkC2xPA5N/A0c78NX3gwMuyZjHpIxJg9h2Ka8UvmJvseaXgFlUqbo1qGZIfmPmyBaRoi0KV6
Vr1FbisXAMrmYcdRUc4OE8WauhVRD7MTspHxR/RhYqsAFJ75ZYgT74WnR5wV2nArEQK/d1rFXqhp
ErXx7dC8hoi00y2mQQvFmbUV9poBgiMVZWi5H4KzC9x1Ru3kkvsGq6ArzICDX+eiM7xFfm2Hevf0
nhK3aUqBo5feTogUvKjM+HtKznuQVsE+kfo9jlpRZYMG24iG3vm1t7wNMoxeWy0jBHr6rMmzlurn
UHeY4cjiWfypV5kX0jn1vZbDcm/CCk2miWH2MAXwp+fIn1g0nWLvscEjEo8I2DR3/hxHNAdDBzbM
eIpZvAUDJfjUMYMFbu4ag5UqGjpvQ2foIxFAgFYnD1ECdu/H07JrOKmOaE/qvydjGxee27vqhMnQ
Qq41xBB6VwhflLbtOS9aXQf7tHeG5162nMPXTdP9HGdmQTU6D57aMFx2qKgJH/s+6Q5MaMSnOCdu
nLtWeV+4jxqYHNQTxLPazOYWbWgF+hKqfYIm+UNAAv/jJNr2rm+4Bl/P7Q5tZ3vkd0hzt9g53ltS
wa3Qtwx14y7k21PontToikc1ud6eDEK0CGaGyTcmkfbGGGB2iyiARcHBgELaIZU43Jvl/yg7s93I
eTRN38ucqyBKlEQBjT6QYg87vKeXE8FbaqX2/er7ie7qAWp6DmaAqh9/Vma67BBFfnzXYmV+qCq2
G4UEPR2YGeLU906rpIl7MmS7aacSNKQp1ydBM8/LLFYOzdxRUbC4afKRufQMcrlnIQ+DFVd3aVUC
LySDNjGVuyLddTbJ70eCUsoLhxrmRsF8AwAHM5ttnWQm4TtqC+vT9enAa6gdPpGnNJy8AR/ULNe4
CIHQ7bdS8QWqyFi5xjDJbpyGgtuQhzbrHQkJzNHanjbxuOpLqZkcPKp+XlKiSwBIa0vUG5aif2xY
m2/a8ZkyKvjui5E3hgzGqsl3ORLb3yJq3Ue6cuItXanrQ5dY3pFLWcpyFsvMM3LW5YgadL7qqke0
GfkkPQRv2Pu4tjWXthbldpjWeNcYnfgZmym9zww1nRa3AKqu+3i8uxYMvLdAxuEaI+zxkF/tVnso
j1IXw8JOhdeRqlaCnlrF/R1nMQ2fhR0Qh2YeegKWueya/bZveocJd8SoZ1NOPyxNuicywX+lsFg+
tZXqnnyrjAKP2Pe3Et7lQOhLs3Vn9g2Vt58qy9VL0ZgVcdRF3WxQQ8gozMzEfOzaxrxU/rVCplbt
iRObU63zLYaPppBDtZG1NX2ujjDu27Re0m2Bu2db+XG0gRlJ0zCZU/999FCzhKsZS8WIK6OtCwio
N944NdZj6mb98LyM7cD1IzJXb7sslKlETkbds1E7CaXhZh9LGlfVyMhYySbbK2cWHr2Kw3wcWoqY
A6ErYZ/k1LeflSeN+olSwXSfDK3+1v/56PVEFfBmLpqCc65M5jFIaGCOca2PxtMQm30XQjtW8sWn
aXrYzgOU89YuJNcts08PndMPWyUi+VQloF9iTZo1MKWf3uTKp3JVwWcELhUgivnDAUtYkYUFYPHV
u12JcRfRnnXLJCCe5lJRHw7Etu1UM28Zz6jjBAu41V5i3ix1KkMuh/7b4MVeIPj2DqkGt/babD5I
wEggglR/Y7L2wqQs9WMxNOquUH2zF6vOXxfuiR3zWlu/LEPe3efEg796FniPQR7EXltu+0qN8JPB
HL+zusQ51iJFWyI4S05ybsbPpmGO9prskiS+9WH1bDmgVUaYiTH5GOYKVqeZlp2xjstb60JsyxqU
MYjZNe+8VK1W0HcKimUYraNsrfgFbsZ/EX1d7joMUnsMZpi/aCiSt7AGyJhcEmDTQI56ecidVv7E
vWze6Gloq4B+3ZXTm2Dkrbay9GWdcPBlc1z9ArxzVlGW4VRbe4AoSNvBuXPL67qgMMczAndJm2rT
Ey1yR5N1dNuJNnW2Ve/XD0vbKwX6ZzQnL7FMEBxEJ2yCsZhPq2FZJ67VwwVnYHLjdwhjkCfNJRCP
b7Rkokz5vUhN9QhNEJ31MGFgpbdCPVbz5B+lQwB8IfLktZyt+X1do27b2WsLPCeG3ZhZtg7JjJtf
8G92dPuVyZ/KaBsKm8W45QhC4V938qSBeH7437oNOIi+L1zt37oNxW+yTZoNYfTZTxw7EeCIm228
WGG0H+L4mLBu972dYyOBXKUWPa2dkz0Oybkxtc+YF3lFUMzpeltrNpAwoVro4gFIrwHHXA62yiPZ
1lBqejuTiYDNf7Up3xgBJjqz1p9plJinuu3nQ9n67k251OIma1PsGq0aj4pY7KfUSUlT8ajMmDkv
2/y9rmMaUGUe1cehc/H8QTdMkBMMFA9wbSRzlh6lnF07yaDWWcdFBiJhB5TgfTqtMWzXqfLuZ2R/
PpItSqyv0frtRJhiVv6kneHBB7GtJ0lUvk+QpAcD4e0mATlbg1U0xIwsXpESepeNhsDwZ/kf4C/u
bexR9NaPM3R8NMPUZFNToQPrzGUPNJK/Vr6f8H2rpt1MnpuRDqu9vZHn9htJeiyKtcjQvLCExY61
mKJW08AgEuFmQeNRNv9p4iuHmMQrzeqJyfAkp6V7UHx6d3VtpNvGWJb9JIfkk0t39jLYSf6m5iH9
Fk7E1gRQPm3KBIoRkHsub2VmNSyeYh03/hI5t65VZvR6pxYhuX30tIwztuCasTuIQSD3/VLLrVwW
XjC0DhsOpPTg54b7lyVYHikPRDk1+BgHWQ/nGFh0O9mqMcIpL61QRsvy3PhWf9Mloqs4mOEMwnT1
2z1j6Ae3zvEa1rMmTI6eeVqt1OPGBpwVq2ph2DOysAOMvNVZz6tJgX11SITOc+6oQl3afhJNUOlB
3HLlKugU0f4OcaM4kVKzfCyd9D88a+55k1ydkkbdJLWgjWCZ321/9d2twQ93l3rkB3FxKrd2ak+X
drIwYtqdVRxzzgu11bHuH6gWXgJTDMM2iR3/McMieZykzVlBD8KtJBrlTHJmezvN3XyCqdMvjTNz
t8hxFcLxujtLXE8MUoqCNklEaM4J8fV5WrGHNxD91rrsrWWK95YqzD8xxy58viOwGRDK4we9AM4P
oBamDx/05ScnLIPcxTqDAvTK+KAWMR81qHYTlPQA7geViR1QvLgfkzINGJ5oguV4OmEtTg4zP8y9
X5Q1g+KYp3uqguxzxv0RFVvBFUnPhX9yWvYyyPj4uACA3RvI36zAaNb6o8xz8yHuI3Ei71gcC1P0
txEVV3eOk7U/RVlN2U1XLyOqBLeXh95u3T/5oPt3atitr6nNKGJ1Yjy0ql9eywwK9zwIPxU7vXRm
HCB0Gm/Z3EFOpORgzhAkzDyP99kiW2HfRY7gefDdtjsHsfzvuHSEyw1piZqv4c0pfOca213407PW
PvV15eyXB4OoTWAePT6uiadEADTXbhI5ksjoOurc54M4trIythGp3ydYqOnd9qJiVxtYcHszm8EJ
pLGLepSKETlw39QkQJ63wm+30GHVxq2t6O/sRP6WeIn0t1oVILLMjAqUbVS7scqFFc7dOOwWe5Tf
0h7Lg90Xw60sx5jZuq7sjypzrG0JzXovJrfEoNW21qUEqDmYnmXcJMM4X7gV1IR2SdDupPX7O6ST
tGaoxWj+DKTosMoXZRza1HD3g4inGzMesyKYREkfTVrld1je6LpPKXVkWVGeUgOlQxAHtJ5VdTCb
/TgEfdpCjenarl7Z/nAuc4QdtVusLUW7QBhkCVZPqC7Exlmtmh6H1ODK3Cg75Jx3X5BNSDeIiY8E
0VqgIxa++6fIl/rRAY+9NLo2t/m6Og+2n2XwDkV8YgBMT1ByNNL5qDVwEgNNUnb7uMi8YwEUenlk
8+uOzKE+8KTIf9ahp/UXnUU4wD1ic1oL8Ui9fPGYO1X6E5danhtMC9/5cEW9nXl1nvqSfNsKiHKn
5KICIL3oh5CKr9hr+21jjsy9eoDAY4zY9kkXga5r+/ryDnsTTzEUHPx+m475jlUNApjpbpOK2tpx
R+belmXlwihXxn+w4foqnFUPlx9l0zOZyfM9wbVYjwsHyUs7FOaBBC5rYykSPQxeIlQbsPf73KP5
mSa44tIabnyTeSp/nEknBYV3ZQZvOI/nMenFU0ogeBQmWlL+LsDv00ylz6nW06Uw3av0tgaPn9k+
Hl1rBrMp43WbzLlWh9YEwKU6pmbjJEv7V7jKO46iNNqtsZLHdF78PAoq9v8V03lNT2wO7LWZcvAX
IRZCbMje6g9sdonJtc3URHhGxnirS5cA225yYxObl+W9uLCFL0hLogv3AmsMm8R4jYx+2tlRaRwA
+6aDHSW2HYxrk50y4EgOjsqf/8z+lL8mCBOOVS3a24LoihvRes5FlRjLwsLqi23sxhFt7HwMel/m
XZoHtZvmH2yqbvdoDZFON5Ob+XvT4jDeEJVb2l9lG7ebwqwgSEtycfvV6gDERlKcQl3Uk7lp++pL
Zc0oaXLDQ+7Ya/TsTkij7noDc4YYp7R7tskF8HcJ41sWYv7Kyv1IUyZ/h04sN37i/2P+64H7byhC
KEdkDfx0m175MSfumr5a7MLxjlG5/xYIcu6E4YK6VLyeBD54Ez128NNF8qcnM++WAM0saKUxhiW+
xwCzqhdUHK4hIurmOKPWPLuwZDxp4dhQ/HK6NVonCSknpvi3sVxfH9Yoj+igV2rOp5C0DC+Kj9cH
RoF6xAu7gSXjBs2dhjCCvFFg71LEt43jReWjsNPqJWrqItl4beLTYLnY2G+SKmuLwCfO4IdZazCZ
MNqlPVoDQAF8ZQ7EPHoRl1dbezZ/vJ0YgpbEXYxwZaYfaALCxWVlOnqZyiWd0Om4zrR3zbmcTnGT
x1UQkyZnfFTgM4fWgtLmHB5/0PFI773MYAeCxK8Nxj6dOhknXjz0IZ+TlHsoCO+7WUxlbsnHzYEX
rKpY98JC5r62ySA36dpadyu0EChKnphL4Nax3PZStufZyd1Pi6rZkqNUlVZgrxRZRCiKHvIlcp87
XaEwSRA12Y6YN940LCetMBhL/6r9qEAPQ8UWxrQvOyfh0aG252JJOlgRm2JvKreAZEqyUgNqR+PO
zGIsCljw0NmU0zsPTO3aobVP+uo1apBdf01Lj5/NBjK7RN4kowPj7mxutRybd9DT/hect3xPY9d5
cky7tYIMXdUZSgdZXN6xa9eGs27aIWZARx/uFJcinee/jZz9QwUoAzZO3sVXaq4M+50VJ/u2s8xb
vE/dpgOk41BWsb/PWNgfPomXTTj6htxkUT18YFnL7xIkXU8s5eTSFbn5bo2VCip7nm+tyFnuhD27
1AtMS7uhk4q7SLO4T8rojJCTw/1b9PG6k1nVcPZW5vNarcOO938ObTezbiTj7a/sr8iSp0z9Wqtl
YFHBWvPRgq56MfXVlHqN30aeQkZ3SQ/LDETg9TmMclTV1QHRTPM5IsM500Ten6VK/sJBRTcLyQ8i
gOaM3/Dn0GSb60wVYZ/mdCGYmed81s69zA9GSXKARam9hDxtA9ok6XVrRH0GI/BPraWwgupxYnhJ
VJWhEnLi+Iz1Y/2ZVLLAQgpsKkDqTx2lXTcaCfqPMxj6XUI1Esyd1u0YjsjgAwFDc25ZIjuG6HQ7
Gob/wAvoP1Z1Ed01g+zCgQFvNy+i3BTtAnxNLnfho/mIuX2TyeA9+1md3ddGVX5ORgECukYV/E/U
Vw8F9xMZTvjL7P+S1v9/FdE9V5r//Nv173yj2G9RF/X//m//8qv9b3Xtb+v+zz/0L3+n+/f//O34
t7rWvv3LL7Zlj17nYfhtl8ffDvbwP7/+P//k/+tv/rNI7nmpKZL7roayv361GBzxX9rkrjbi/91b
9D8K6C6/9WfxP/78f7XPKfUPIDDb82zh27ZD/+l/t88p8x/wVrbtW9d/KHn9nX+2z9nmPygMtYAj
qayjReqafPbP9jnL/YctFfyo49qWbdHr+b/+++e+/y/9MB8ZnzOfwz9//S+Nbeb/3RXjgLj+q2sp
M/QS91PWQs077UOnm+GO264+tr5Yt44yjAeTjRL4vB+1CFLD8f29hSpkn8Xe8Fjlhh9yjPOatjo6
pAk4nW9bw1+Nahln0ZJ/TfZAQVdOWxucVTb+Ftxqt2avGeWnwQJgqKad9nwKKV2ZPDVR1l2SaswD
ie0mD6WwEUUQ2n2rdBQ/rQU5LfEqzN+ckWBDGmLbBq2Zewe7SvMH39SkhvPSPa+0F6P/SyP1yHAj
jgC/6m00HetIv3vxhSYqe6cEFFVlYzTNzq1s8q97rc4Gml0ziM1c3VpN1IdOV6J0bY3yNM1gh9Bk
RE7oxHuMdLxc7GRqXhurIkemn8heCNFslN5G9CjQZkDv3zQr54fGut60hyEx3r3p2jY5ouu6NOnS
3Lrm6GyzVDv3PaibounmzNACC6Sd+dBE0/I4ZnXxpi0nfknzxkVYlvnTofFNdNQysdePser7s9bX
ixqkevoWeTnYH/WvitYs2d/AHNcfXMFhockx/WsPjXHJpB5+sI+YN1nnz12Yxg5zL9YXVGUgziDY
q3qFGxebtlvt0wK5kQbWkMSE5XqZJTcN5sLXSKK5QCWsxHfdLPq7Qpl6XPuu/smdmqhY5J6EIF0Z
yRI2d9MJ1waol+22HbsnUSpNbOhzDd0LawEIC8nxevV3uwut0S5+rCDNgecRutLIY5YPtfSPwnku
EcBvMoR3gLmT3nsAW4FBmoCb57smTiRgQH+xr17kFRI/9iw2SoROBwZue2NUf2PbFvvUTotwuJ6v
Bohsma1fkDIH4eu9IfJ2g3IN1TCl8hbN1+MgH7sS12KjkagjLdsmQPcQap9TllH8p+4tOO2/WWkI
CIEZw5iwpPkzMW1uSiX+oh+Z/piu6rboBHhbihgkh/+qWXza8wRygjVhQsxy19ltfm4R387dl2u1
gS85A3rD33uTZ3Alu7KVH7j1Nlaer9soMY5pnu09XIcf1jI7O6UfhRzrXWnkLznOx8J8Hqh2rnRy
Ww/KPRYM8HnqhV2pQH3L8UGYCnZKT/eTHeWwtsM+JnrcSsrvpgTrEQr6UkSvQJ9HireTMElXNywX
Spt7ZR5bs7njJE5PiZdu4sp5V2n844nsbmhbl15n5zf1XFDiaIL+reuN8PpsI5FWA2QlCqo2Utgy
jLPRxzeYN7lI5YIferr3En/L0UivOOeraJlIpU6vd/QHTU7US+MbqKg5kPekge87GK2LM6bhzPGn
3ZqhekWj5fnTpuAKO9mmE/SeyiArWYmwu7j4Uv1qoonpbN3s0LxEQVE78qhl8WQ15d+heJnUaoao
z6CyqYcJbN5PC7wI0FHILdeyCt4e8wSx8kdCO7m58dY9e0hK7qfVZIHMvy53ppPyruqAorxHfM6P
DtNSp55CnI1aij0298ZdoocFdZkNyWeEVRs/KK+vd6kxm0DJsfe37KlaT5ZoO4x63jgAIxdPrp9e
VHPPgJJUn3Kpe8bGysflmiV060az1A9u2w6fs+ShAQS3d5N04j1xo9nFtGrY0Lhe+3MtpLkZaxGd
8uoqSTPWVbxA9QF4ssWeuXndSWeqv5dptT+Nakq/V4b9XxuC9j5uO3lE4jrtIr9yNrgra3J1pj9O
b3T7Cq/zwTHEn6JC4+bT3hN4meEECg4vAJNvT2hN0R4uc9UgsJTuXzXb5zauJLNaLKlAM6st8qiP
AnlPTy7IRhpIjoWt41NZm962mMmrEX13UTaCwF6P8rn26+HBkvMZNrS+T+fxc0DAc1/aqgo9FJZw
u1V0F3mu/o6qyPsuNKhOACUmL37Gq5pHFlJ3LFqqDEVKjoIysuphXkqQkjijKCnqno1pXMI5Fg/o
Ab5Xufa7xAGjchLXeh5J49xAFTHwgaPObGf5fFNYKiE6bfXeMH0+wWxPAilAH30iHQBkyRD6jhnU
aYz0s0pQ/3B8sKXGsHXdqjhzfFEcdD4DZOhpryLf3ghEZhNeAJSMmyXxkEJHidt+1W7pHRzkrOd+
lOuxLNQE+m7gfuBwlyy+dRL1lm2s2Mh0oLwjnwa72uSss7a9FWnf84XGo7QKE3j8eivNGipcyyFE
G3Rj6969DP1bUbf6q8JXHma5FFuzQXk0m6UD+ASY6GnE132R73gUmsO4BInEU8Icb1Bsi+XdzRfs
MpZx1878oIFpD5ADHjSnssuPSORruTGluSKlnPzXLMltRTybx9Hgp1NQKsReIXm24PtlW4WyJ5xw
rdtt7CT3MeAhV6wYuWMU9nFR7pMOZHrsHS+cszJs3G63qvatzfvNNMu/ypxBlZtZbBMXREeu48tU
If4f1sa7TQ0bgQKvEqYol+swMp3aRoOWMoydFXqMYNG5FbrduiB05eBYr1+V2T2vmmhXWT+G149g
xP4ngtRQuqVzrKTLMxymL503N6ryPJAWAwN8Mf2OM7RM0BrQxWk/ba2J3Q+mPYUEGK2DbVybkmZ0
yN5yUlzVfcR2gyeMjURS1rlWvpui2g9tOyZfwwEvL/xNkhbHsh6RaRkfs9uUl1V4TpgyM5yXccLR
vNp/PcvmtjvgLrCnk21IAPzsllqXADRTB/U6Axu75reX46uC7ugDNDJh6vAvYrKbrWd3fxfTRQx/
5zrt+6jt+1nGy76yYb6QBwSR8oPEa/Rv3wMhx2rDXpRChDYfDDn9eYD/DgcoBVIbAeBXe7odRid/
oMXKXIBwiNjhyppwnVqeoxyKGTERCqrmtgM6fUvH4WDPjwIQOxyi76SJLCRO7rafFR5tvEmoMtFK
95fSSHbXLLC4GHddX74mJYhAWuo/wtHh6pnHxbpHsnZb9MvR7FzzlDU4OngsG4dC+NTU6iKlG1Yo
gCAJ1ges8zdLWnGl9e7HHocNUNsB/T/Xb6t4XY3c36G8PDp5d6tSV8Cw9rF3IqEraCBjjiNs5MwE
cPIg57rCkE/lqv5aBJoV7VOikiYs+/wNGRE7dBJ9Y4dft6a+yac5C+di/HLX9MGewHYbBFWhAYwx
SP2hrqKXpnHC3KQV6qopSCLn4hW5CFDrb0pzfls0Fp56QGtx/ZgcKyt2rnaaW7TV8pK7T02R/VFz
eXQM5IxNWjzaAxofNxIBxDAQRmesR1o82x8jdc6016MUiMqXMTWfCZvDUqu7G9ZsztCl35SfZmwB
eNaWQkFlo3uQeTVx5FEa5TrrPcgaKuwKcWFfZGXgGzlFYLp49yig6UYsMq7swHknKxALbxqkuhHt
HZ3IcMmaepuX2WUqqxtdM9QOc/k4xEiR+gRyWz3bw8SkIdzkCS38IZsIRiLtbdOlFW80/NGQ/mTK
uR9sE+upi/ObCzaYUoCG2b8R9brH2LNxxXBPRsI5h8dJ0KMF0RiLgCK68VDnvao2MettWdELxTGu
tthqeBiugZLYoWAeScvWmdEq++N3xlu1c7x6DSz42L3jDsdW1Qn3muWXjZ8QwjOypeI4LMsJ2RIz
1XrQzKYpx0pnQaM6wqyfnCU2Qi8HRkf6dzIdz7kx6+rseygFiuyRIJdlI8hkKvBzUcB1zgzzuWXk
sRr7qxlbbgq9czd2bKL1CB6/irvIQU07ZtUNZ9KNGVV/jHlFS2OpE4haoFS1R7d4SIoiCYlNujPF
XaqsIyT7Q5kZHU/ERUw3WLysFm0CsJ3YPXC6mL2/7brkw+j0bbY6wTjF7Bt94Bgp+3RbP7vdhA/C
bP3yMhKI/g76EGDP5Bo2Tl8sWM5hsjv3aZHjThy6HQfoX7DiPuR4vMmWtOfDji/GjCBGmW8MU6Qs
KAzpWTow+PjmtPXa8slLvUtVWkQTtFX+Z8THwXsirntSxnJYC7xIlXUsx2VXlUZz9Nuf1o1gfQWP
Ok3WJ4+zJYyiPxDnJyx88qCLZ3uuGVwLo0K1xcni1h0peaB2UW4lGJWcNSyVpb4xc84fg+tfUuOU
Gv28sUkCXrV9Y5l8O30/1sECus+9t2EA6mWxSTI17bye+Nq8eqGeDY2X9ZMPRs5eQLCfjWfHaOSe
cLSXsruOIX6z87u+P6qKrncsf9fGs/5JT3bCK9YoPs/BIqvUfShzOwustL+ruvTb640HqmkOo+fo
vWvZSQCnJRBR7JvBDCdEoQXqOZHsEpwUo80HoceLlYk3+gCa0Laqmyrrf2cElhe8sFkgrfJr4Y/0
EbUS4xi1u9yw9oYv3kYLZpHF3D2KOJ2PswlNgZktxVFGlShb5Efqu9a2muPxXiu9PqiEJQVwHrqt
gxgnW9Fx1uV91fSPqUBJ6+shCym/ubFrtz2O9dBujNL40kPyszbJpwcbFBoTmg5Sn4FR3fbNq+r2
rZy8O61mLEPMvJu49/kx6nzviuIGKX7GVpT1UFxSPTq+8dwYxXIAvXSgAdV58uvfNuknKm3b+Wzb
ng4j+EZqM0W8jwvkhjU5hpP5yJPXiI6cdOsgNCg6HKB4zBR2MUghlqe+7furhAvRNXhGjPkIfMBN
rWOBWrUcG2sDsPHUyXk3QaPvDaPPw6wfz02kD24WP4tW1/sZSe++s7S5Ub73sDIJZNCFHTbn2L/L
YhXGg/qOQUuBabJfLE8oUFq5FRaggBmXB/L/77U/hcPCSO0xeS2y4kvB/sfVywibEkB/7uMkPTdZ
gRqUFtIAyhyuCuXXRBkhI6lRBdMie6hYkxfV8rY1rdZZ2wDg+7ConjNsVrMVhxXCqGw8rp1NsYlc
HEHpiMZmMSSMzpiKmxqdwOCZZ+1gKjTG+A6n726ldD5EyLZdeKpB27y27NLHSWDJSlxItbiO3tlq
L9KPngq8xHgPwI5yDgyrnXr+kdzhEHgrrfl+aKZ8605Td5Ngg6pr8wv79O9QEVy3LuJKzuC+ZTh/
ECXsq5cphg2HIZNzdWeM/fBQ2s2rGO0XlXDquji+mgiKH4+SKZit+joP+0Lv/Fk+a5RbVk1RxtT1
vKTJEX/NvbS6LxoEXrK8CUGw70HLhjDO0asjqHgmgPihtZq/UYR4oELHEAKwV2yyaWjgC94ZTnnT
JPnf3HOrMLaNR9vI7lFDsNI1xmUH/6M7cPCsnH05q0cmEe/tanxNBnstDoSV3bhAtz5M3XcnJtRy
jsQ1kzCPOv7OXCU+22RLe9QuksnfDPHk1OMxx+P8Ercj7ZkMozXwSjBU3E7qpfljp9ZXoTgJxpqo
diKjsi3NEnfacb193ZgmsVGRNSBZM5IH+GDM7j7zAxenq1Lyje84tEf9SGjitkcpTNRjexcldXmy
+7R5HYkKCESnAIH69H1Q6/2yVN22td2nKuZDXC0sjClDgJU4f+p55uKxeJtiAvQZ8uYpS4ptEqVv
pZvNe926z63wbkvyRbOUFJ9a3xbOi/Qctcl1+Zq21jGHOegcejWN9i7pc/xVXrOzlbFyvxj6rWHI
d13KjYGuDap93LtZF6LiKLYFS9HTNTxCdUTedfAz22Sh21vt2AnzZYxnNUbcSyRhANqTb3rPzF7b
6+biyiBynNe0QAs35snOM+pjV650e6475NiPI7LTcIkSFBHEfwsz2w0yh6a+ShiQbIjmYYiHW66w
1SWPp7tKrdw4kOHXMs5vwAX4XMtzK4uOOClv06wE1xb+Pf53AkSdKYRob4O5zubAMavLYKg7nyIZ
5uf8LpIyJaEtPpCxsCskYC3nU24mj8Vavsp5NnfuiP4JSx2AC921C62JoSqRenBHsLO2D70pmvYw
C9jfx9h8mrvXwS0PKfy4cv1wcGgp02A/iz+b6KO/AcS2XYayFNezdz/hzcIt5uxRj+8zK1I71TKo
sNTRYN/5a3Y2pLpBSXHHxRPhmvMDuxQkObL/EeeaiUkjwcFLm6jHUL+8DjEebOQSXls/uR7ORa96
heH5g288w3y/2NDTT3CzALDc/Yco3aP5X3aZOXQfhRAfhtmdjSTZ2kbUXlsREG6ipiaDwt7wi3vY
VerZk+W5mJa7se9PvFI39pq/jCPqksnDIZPWmKDbNMiX6uyU6oLkY++60PjRWouHpRqQMBL04Iz9
mZeCImMdIuz/Q3goOVKGcbCz+j6b2resZmoTXjvs4f4SDG9RfbYwR+YJMJ8jcePbTyZyJDWou8ZA
wWvlRLoVvx5OLth3Jw8FGFnRcLWzrnfl9qOu3aAYKIjNrGmvYxjw5eIg944QdJ3gXNdNY3GFbi1G
+9hpiSArmg2NEYF0GT7XKb14Nnc/TTat7rowaZowm/KTKiVpzPbVLCC+zcT4Y/clfjH8GhvT9n/T
ZPgP8s5kR24t3c6vYnjOA3KTm5sceBJ9lxmRvVITIpVKbfZ9//T+QnWvoZLVwBeeGJ5UAQelOqEg
YzfrX+tbzOR83m+zZ63rk5TwUtNFa6Noyxe0RTsughW+xwGXJyNhW6+qSb6qvn1NuSwxlh+SU0DH
PMtkrW8Jm+5kMhzcao43EaHDqS44ZvXzkpp7e1fUD45sD1aUfhsIuz65pltvHKnq3TzzUPrE7+/y
mfKOKZrQO5uqXrutN2z9jMuqF3dHJVRLZik52YG1y9UnUtPJempwqc3pe0SYcMaXS1UGg1yYFobL
SQk3rCeD1zTzcb7wC4/MNz/Vj2Y/nrw+2GTzfSo4OIL8MXvvm+akTjCZNLL9WaT1e26Wm3CO1qNs
1ok0XmSt9q5w8SWSPx775zkJ93Mef514tpPkuNKGD4a4M7jntY46mm56R/3EuCA8cGLcfQpgoZaq
2cUmY+zWMuI1oSKGgFgIqHPqp6MZaecmchmu19gxDR9hanqORSWWCNYDO69PoCN+hNZ2YT7C8dZj
KBAgHdVc7zCZkgAcB/3oAgLgBMGagmLEeiepK6HcocsxHJoJx9iAPoLU3ri28+TSfcQcxbokowGt
wClBxYfNsIkoVlgAPS42E5LmuppuROS9j+V93TkhZEQ+Dib+d3ZvroStjmku49XFiXfbtgbxAPWG
1w+/xiA3ykzgrCCOqIZzSbsURhZuPUfaeBLM24Y3q3HHBy5wZxykJIsMMnbSK/bYzdd+xNmVyZg+
yT5Vq3o0Pnd1ctNHSN1G9JUj5bPHQGqdlLwzCee3PWgJnMCjAPMmzEOYXTXQ2l1EduCuNJiEhcWA
IPI/hMfaRBv9bgyjO3fsOoJTllwVBrlI1G9k4vpbi9ZhsHOueifKjzkjFxjQqyjDwIr5A0THHJVH
P+KIhhDNCZf9klwkdq9e+Muaq/YS+xGT9BAuT9e7u8YLSe8Yl7IzUVuaAH11NHdhgN0wrjBDROKz
3fHDmW1jFUINkpWUy9GMQH1bLb8+gvWcWybXMG96KZtd5sToOfHsPuaVTwgrAvt2Ge1C7icUHqyU
1nRDgqt4kw0iGoubBlDTWBiSOzcjqezDiQUXNlIUXcRHJKK7YRp8EyeSckfE/tF9TEuzb1dGkJU3
WK+v6Ugz6NtNbjnVnnUH8UB0GxFFX7KJvIcvm4vfFeEKe/I7IcFTYanNGGfZYkzmG8tgHN/DeG88
t7ydkQu+4EzOL2QNNT/P2LvTTo9w301IaalXAfnodRpvyzblWWlRgxSCNwLFJcSqatZZswmsSKwK
CiMOGcFPxQVm5ABSutW21054zqfOfAhD29m62Es2+VxYAIdj2/9aWrHB6Abhum6hEBS2JsTAxWsd
KIJlI6bz6zHDWs9th9ffx7wamgx/SobxCMEYIpawheuPKWIEiuu+XauOz5jknVngaxvaHcEvcRhS
ndwqFZn3Ku5J3g+enPfBnHP142QfRMukawTOO8gY+352uy/ardI9XmkuzX41L03drANJLN80OFKW
1cxrA8LwxDfaXuEhUmwMuo/G5ciz3bWcc8QyEHWP9YySKDwQytV6mQNl3Zoyys4Y0L1TYCivXWps
Wt9GXYUZ9zl+Mv6g4qe5b7Jo6XQkijh1Guqli6uBFBWWDBw9XK/nxLf3WeX3x6bmbLWJA4OdSOJZ
zRdz41inSg+cm/qs5cykwR90XvQ5mTPjK2lGhJaw7lyceODlAysrN5J/Xc5JGyiRzRv7pqF3rFA/
5ltZhvOGSS0OclQ3vKSZNd45cykgQvr1puUnkiziIGi2eFbLo0YI2mHnf/WqYX4E9llsbZ9bBvtV
QF6qGm89zjMXNIxreofEkG3Vmk4CB5VBlg6Wzy68H1CxzmE3Au5KkKB6wBVykYeFM5y56zCWozEQ
D1XXRPW8t7pWo6jz6/9Sh7G6baZuvBDi9+89mwv70sxd48ZG21lDN4U1asR+9Nr6YX3jhF56HqzC
OVqDX7/6flBPh6QBPECxcJmd0NibYGGqyGheVaLaJXEnTpUFPvxvgA/sbakNfPI6Zw64w+eMQTso
4x5RRE+MH/NjmhOyCtOe7HCWtAB35qErmZaLUV5YQFw0Gkxjt8KtonCXZm2pV6pkmj30hSs2Av1i
OztGcG+Wxn3A/J60vceyiDksO8zEB55no29ePLTcdZVa5FVVr/c40Meb2itsHNGfM6+SdCtaIdaa
1vIfotnOVqOwy/UsTFWuZRuFd0BviQb6ReuUi6LOIAWwxN8HQ2hfCCi6xZZfe6BPTj9wFRyiEa3d
G8CLLca89/epHczHyg7BE3RdXVlLF2jQvPGa9iLcNFjmQNkICORMLU3DmNZ9Vimy7rGffuWflfZ7
bCLlOX1YYG3PKD27bgztSBogxeBgDu2jtoUi7BgN8rnjcvVSuWpA3FDTcCDXOp5Q2dp9W0jzVAA1
+NwZjUQSQT9fFvkM6zq0gpta+fYaU/lwQKnmFIF37C1zuuSeHrSyv56+vaP2U+dThcd70TuZsTDz
vLurVAUMwZvlJgEw9NxU4YNnmuFdrHuMiFGN4sn6qV4xDOhhMziuw0QwVxsHeoN5Meq5Mx6melC3
alCvUFnMjw6teBFRB3N1RV0jnk3Jfa12fEpgVebvk9Etg4uV5u7jbIfzE4mhjdtAp8E38sS80qdP
zQHV1huowuV0HfNNJrnskVUBhsYwr5oRM4Qvbed+agvjJXJAtQ1pgZGXZD/yTkxYP7Pd6YWvG4KW
4yPoQcFIjiYX32U6IeNgR62XfZuEp6mZwXN0jmO/mqHnv8yMGUi3UXocI0/pXulVjlr20vmZusOi
Yaq9j1mR0CoeCVj0LWbyeJAHKl3EGvQOd5lOktxgbh8/2piMFn7FzDayLW6OIV9qHDMearI2xnYA
EpsKiSRb4XhhDwcBdE5F3xwnoOl3jRiaxwmqCwj1NrsJwok4NQ0O3GnHci7QjrDGQCC2uFPhmV6T
n/Juy0RgRh7zAm98mc9mv6R23R8Xmvflpnbqtt5NzBhJ7phZf5kn+AWLQJV0Qs44wRZGPg2rzFSz
tc7LktuGa4P5isXokMJp27Wu8jukbZ+Qj4/66kPuw84XoAQ2U2Cz9jFBUXU1fAkMjoaExvszsX+q
3QK3PMuiz5dGLmW6YmWeIOdYpXrsCwz5K1+5kYl3RZdvVJMoMlcOZ6Mia9BbDZ22EceJioiNyX5k
91EUbaD2kEbzatJRIX6Vm6nu+zeJl/4uTi3mVkTlHHKr8fAp/j5qs6Wn15o84plTUpCdhdO5zU74
tbmyecW2UAbw1Rh+eKsaw14hEueHqR3qby4DqgUJofkipNmcnNHWe5BTzhoMh/yPbpT/n/1y1yKi
3/vlLm/12/tH+t/2TfqWf23+zTl3/ZP/cs6R//jnWhYtfPxv3IWvDrXho2n/x3+3LOsfy3ekpxTj
couf/f9yzlnqH4tV3vb43Vic3a+dcP/hnLPkP/SZcfdUjm85UlK0+JNT7k/Oud8VU9hX6uwPHSBG
gHkQK3ZzzcTcxgnN4kF2SFrzNimc1TxinbeNT+xrtyMUTlEjt/tCsxbonRW43WKwy/d8DJbstbsf
vsNfePm+07t/hQy98kp/+ESjbEUxqKk5xKV58IxKr8KCUHrrZ2AwQs7j5OgIW2VrA8LLyZOAfCqn
MRfZ3H1FTX2G30EYxZkPVm+9ORDIF5YBnlI1gtFxpkhA5+kjwxy1YVjKgjzHrEEF0ycsfPiOED4C
urfTLnp17Pkwz8XjnMW3fPJnWi0186962OVpo3dZbdBa4RXtmuO5ZjIzfxD13lOouIpnfTGpH8aJ
9lhl3a3KEsVdMRwXQDw/2QOxX7iE70NtPlvAW7Z5aj5MQH0Bf/AfXeue57lZ/fkL/f4of/WFXumy
P3yhxEpdo63G/uCTg6LVxFvC2QQJE+LC9TFylLgxAOFAXMMYGZQEbOPXIld7dEsHi5Ne9Q1WGMaY
W7podpl2P2i+W2T9Z8b3+MjHSxtLY+Ulqd54+ZDtYVuhGgqMfX4s+jXpbZACcw9+xqFnaq4AoqSO
+4h+z1xX9XdVpf7SoCR+x7S9QoR++KsickN2Nfz+MAXDhaHfsc5jLET2DV/yjjE3e7LTp0u86eol
sHl/JzW84iWJ1z0I94VsK6ZWKDKlfuBws5W+eO+8NtjOGMehlqSfbJIeC172nLohfek0g8s/PyXx
O87RzxBs7ucT887qQCPXbprRtuQhMsXK9zDi29hKneDeYzgFYZVRZPrau+azm7QMlcJVQtQTtSRd
0mgC2ahiYjHw0i7Qck6+TeufKu71ODz8+aNebbu/atWxf8JoE1IJJTiV+tAhBVhRvsq1vyaQSpMx
00uuV++15PXxisfUjh9grnDeDrW548S1rIvyBA5mRo1Uf+nN/N1D/4mS7HJqsKTE3OLZ3aIjKiM7
fll/q/zCifzLv634qQ8hD33mV2ZdwwArT4iJJ2Zjw6JyCRPKq3jRq7xdQqtAiHOsLfcJdvOQ0olU
ZA86Q18GE3AOrlaRhtyuTmHuSPoiydu+mmnyYIlmV8Tq48/P5jflAD/boIEY1eNUFPB4cgxS+sOH
JJpwCpUovqlSf1lSrOtX+4sl5bsL+4ffmWT9i7Koqw5WMeyvwpxbZXw/eot1cOFcz011edsxZfPl
3zpNvjes/+rf+dNOFeSatGOaV5jJ5gcCbkeYDLDjnBAq5OB+I8UfrGq4E08ApJcRbNXYlagTtGAa
nPt4McgajT3aI1GVT3GFANjU/RcfO+Aio2hzKZWXLf/8FH7tRmcI/NMe5srJoCzDKw/t0L+W13Sp
iK7DPgejmAdbbQH1cOtq/0mIBu8d7QDga15qEaKoahx1bC/ryWw/ZeCoA41QCLYno4gL++MyCd3j
MEbvVSTuh6tQwJnDXBHDWDeZ+Zdmjd+tRt/LQX54wLPXVEPo2NUBDhE8D8ymDfV6wnYfzVm8YGRA
Ze/oI0yWPaGzqXQ3HXffThpnhuo3Uxph5HLvDKy+s+juh4IxaaPeWWh3RNcYA+jK/MvC+bte2+9/
hR8+ap4z8M4CvzrEjYHFoIOHNtNStpi5ZtyCp3bXmjsnmA0MqpjGSi4SyX3hluZZWtpdZFdvD8ZK
BCbtLHwa50HwYPXKg8xmINU0u1Tgfh3iZ7T0p4kkq28xCxgSmCMNZHFu7pxEwHFGo1ngHZyOXqbw
VUjn0QZq++cX6ncdON8Xpx/+kgF8B69wrJIJR7h08+gILuSQuf4HhfK7Iu9uk/oTjwuSlr3hinRE
Utnkaf63ljb3urT/6sf305Kfe20NsUaWOGxTE9LzlC37jEMPbrbwUnKk8B3Agqge1tIwhy+J7bxD
IMSi1pFl4mIP0JQ7lOlNKLOkCbl2fQUYUS1GaRHJbWISBxkh7mVZV5Dyxgr8y9zekbdzSHQvVeaS
EKuPWdofHTiFC6qEr7l/T659r/I3eSdOXjkkW9/QuzQQb2A2PY5m4K6rDLO4ZXCa4ur8NHvp3m6w
trMpMQ6ozPuiFsMGWu9nGTAjqmRwoY2YIXph3PZ5+5Sk6iW0k9eeRRzXDGYtbe/KEBzowEiG+MDr
nx+w+N2K+tMmpsxm8NxedAdz5EDb6Oqx6XFwlT2KDyYvlJxQcG+sbYgfXUsYcsjF2mVRXLETJxs6
0KslY+k3P0Siisrr7T/QSLRM9+oBHFV9Zf3++bN+b9/9xctg/bQjktTQVW93/YHJ+23d36j+1sbn
4tgpUicJC4e+FibvAsadRUgiWHk0Ji58QgA+B4ZGp9sxY04ezoQN6nMyvgIuulGGt63QeUqv2gFA
RcVyF41ydvUMD8XR/F2DA+MJjjjuqq66dVJ8RgbdZbawyGDX94mrkKYZdDOKnAJrzXQpdU+svQgn
p6z/Ogqgmy4eBybtf/4efvfMvpeZ/vijnFnnwqGvD9LwnS3qd/qY5EyuWzAqe8urFUFQ4geFCeqq
QOfkzTRXxuwTXpfzW2TUGh4wXSdRlqfrxqzUCvxTht0FcITtEAFpJkBsf/mwvznGfL8A/vBhjclD
P8EUd4izRAqSstAPAAtNN0EeBpyVvTN2oAFICT9ADM1q6eCTWmq/ODmupUmOwNjBSxxGF48B4sOQ
eUxTZ6e+AU8omKWTOEasId5Rwu1xm7+cZ9zfHIu/n0F/+NgTzp5rWKs4IPq2q9mBIZS0ibtLGpyF
vV/OazssW3wWMb43B3dmn+UAhjqscpmuTjQ739NwimV02kkLw2IpOTOXaRzCL3KdZW8G2JUd8iyw
Ndp1mmLzdomyLQCxu4tSZSYGeDUynMLU4etLW2RQDbWARQbmZAesWywqoxdLQKKaqDphCuzJ06Js
yTLUsJ5lwKHvemqk06tYhUmzgzn46tXhJRqsbemkyGJOuK8ChsJGvo4DjGkL1YXlWtuA7m0spHsq
IBJ+R9dTvZmP26Z3X9rk6uxThV73+BqXIk1xDA6evfkvvi0/HWAoQ3A7Lq/lgUQ731fJZaJphpJ9
LwvGq+yol5ok81IV3cfokPFpjXImotGUaz8HU1XYDQHtwnqxGnlIZvuuj20sBmHF7cSW51H0JwfU
9pTDivvzR/7drcT66ZpbDGXuqLhMD0nivQCv/tyOPANpDnpViPCifPdFCPWSifA84m/bpqRUVpFr
MI3Jr3QQEV2azHqjQez+v/iJru/0D++uzZIbjipHyais6GxNuI2WUS/ah8DOd3AHSZkIv1oJ8vVr
UsZQYOJ82AEGONROEaptME/Yemc0oxsdzBExoUD/5Xf1O93Hui4TP3w20U+qbVqzPOgQCpdpV6Rt
7UZv7ZRkPYeocZ+Ac1KGe2411+bZb+H+uNJcq8zq8XCP1/FPYW6MoRPoCZRclLyIf9lhfne/sH46
blg4zLyyw7WaO8ken+8WCuHKNLwbxbDb5afudfNGSm+ZWeHdf/Fp/bQDZ9gS4agzsQgiawueYGtm
RNyjyDviv4OaYW4bHz6UVIRN8BPEwRMNKVtB+hEFBQs2FKiLF7Z/KWT9XSO2+dMmy0OXQwVC4aD6
/smOU3dptz1Wu2S8BPHIrQ447UIm+QfT3GPOKmGHxYPDrX8Ji1uu7RbPxGTp9yJyMCvU8ZvrGX+p
0fpdRSDS47+9PLyXZtkZY3foQuwZaDj6c8CZ+Zs1WUTG+wJRGlvwouIwGkX9MUENg7/92ZTFqY5Q
A3oLOl/vEfFDMYgOnC6Hu1YDxbet9F729np241eluNARuMSc1p7//Ix/t2Ob12vzD299kBoS5c/r
DlbVP0nAZ5i4xsXYGt6irLNXK2k/D5oNgnkMU6gWS27KELxkwiC78DZjTNlE0BucTtkbPfO+8yUI
PETRh8451f75U34/R/3ifGX+dNMFfz6HxGi6g7Bw9FPLfGNVY0LuJf9qVx23p0KfgcjgL50J4TjF
ySrY7pRJwwWET3jWtnycPTasKnhRNYezblgZpWi33z/f/22h/yZ6r4um+Nb+v5CM9/nV/0npT6Km
ffv3MP31j/xL4lfyH9sTluUJxiiMeyQP7l8Sv2v+43mOAG6gfMv3xfVR/2c43mUsoISnKIXkT1yl
gv/Mxtv/KBOoCuBrArWu6Tv/Rwq/6Vzfm//tfVLYhf79rdc+KVDNwHqNsO4FJ9AgTQtDPIYC3LWd
vpa3ZpA8dZeQsoT8TC8SgAt6sAU24n5mhDmrZERzjyeLfwa0bxE7Vrjncjd9m6Jc+QuflPVKa7/b
czsQE5qGQZasJC2XEHbBrkFFSefdGXIg0JQB3FIL5mnZMx4t10OFjgB+xnMPwEjQbfpF9hMtlaAq
hqfRLBN9M7WWIjPgVUSLJhYNlI9+Vt9EkjH6pBoqqQ95QfR4MgsXcHeYeO5Jtyw8p1lijTsmRh7q
S+DPdf6s6kwNxwkKdEEHlSXJ8yy8umbGO2emadKd2GbE81MLHNEmiLuZYrGWQOQ6s9OgxVwwkPYq
BldXL80kJn87TV4qSHyi3D4hgFWXjPmkf549SSlGYnNdP/imE5u3AMEse+mTQs9ORoHh6iLrKh9t
8J1JRYyosAq/q8CY8HVw0Unt/tRBCY4+M9a3yr2eOJVRG4YbMLqDwTmkp1DMHaNMqzNVcceoXZc3
iL5sC8Tch966A3ObN/vMJOK+yEb4Us+gbSb2Thv2GAJmHeA/dUJSz5/b3Bgq/GCkLlJS7qZqPAz5
NoVV3OC7LPHfh7IKrG9Qd+vq0VZt3p7KVA752XDIbh9rhqrZGedzzwPwKFi7irGYkFCssM/P1w+p
nCxbKriH4SMOPFmcdSy92Fk6OFEQZrLWKlpIk/QXPSdA84gxNgmzbVyAfMu+diImDCHMj5IEZubf
605aw7nNsjK+IYjWU50Ew7T5iqYX1B3Q19wuPtt11RzxskN1x/ApPdckqEUPUU69Ba0hEc0Gjymc
JkrhC9J9dUMgmUtaRqrFlg4DVWCFWL/NeYjna51we1spUd1qRvzU6ujMfw0cr9QHMFPkUxcAy2pc
nJURpyRvKngJrpddv5ySNPE0W2xxQ92s2kRGL1fHfIP5JjMOWVLXxtqtw8xcT3XpXCxs8vuW+nqi
dFkB0NEiUaA2mK8SiiscwxQLr0rNfs1gEctc319zGOnseq/YhIYJGdHD+JAZtbdMqBcic1uITWBa
6hUXIS1yZT0XoN3ba442GOrpGpIvt3U52J+G2p3kopHc5NajjrxhFbSx7raldOyvUdsbV5e6+6Bq
vygwHsdzgLGasvRdUZW0KfSU8uDvk/6jPYEuzX13GDeNdmV4i6mOZIDHskDteNW8VuC2D1FHQlGA
DDahZQOKWWKKH+x96wdRcQ8DMk2WIQFJbPApbqoFdC6/vqsA3tOIoKk6qIfAuoxB4tGrFZumxyzL
i98CeDt7sLzlXVAamGAnSYnIqs2b+7SpQEKDji1Xo41NZWNgaSk3LfP8Yd0KvE/oVDOcFp3b5o0Z
JkQVHJph46MGn4b/pgs6yhnipFjWWLog3c2Q39dWYU/NTWxV+9wb6g9r1nw7maYwkGwIAzDuPfuk
sNpncJX8zxM1IY/F/QAMALekAd5psk1843EW7+As+V+yGLj8NhmLkICqVcTPNViQQ4LSjobWBu5d
NNh2eis7VhuKY7Q4cucCrci9dPoyTtmtGc0g2KgSiW+QlvrxWPaSXjWLFQVjS+UA8BCNEX7EtfRv
lZHcFtVYZA+d7K1zUxMBXjSZxP2Rw4ivYgIFdesYB5vYPNddFlXcIJOmOymPAmAAKo+LTTjyM64c
XLk4044ywwZ+DW4huFWD15brhgFXCj/USqE3sDqrE4UJ1vzMKzI3XzjWpnRC4rs5ASSr9EOQdznp
ek/n7Qeop7bb+ddOFcjHg3qLkGGhfONSh0MRNq1319FQ4u/HprVetItyQGCKXpZdoTgsIbALE8dQ
HeLdLfk19EvBXfakZU0DhVJWRrddNwBOVIHAj2KNswXcby5tAKgy4DDdJMpm7oMOK1elVyTDvauk
uM560+DGTskkYC2MasB5reoATUI1ms6lw8eBXCEc61mYAHk3vHL9FbHuh/YxyiD8LQA4uf0p83kh
PrywFKACwtybuXXT44wQZF5TvFbc0I6nxXAy3NkodlWTkJPJIZMxHqQYdNjQfXScXf7e+OfYbVZT
0LsecQfDQ3CLZWhsajOansDN5s/AOOgSDcOy7vZWb4JsGYj/2Zuyi2rCWBUkxLURVrhCR9WZ+6Ys
U/uTUyhqI3WHHWViuEFKN8+rVUumK1vKiXnkuh4Kr9oqT06kl+mZ3ss0I7xragniPSqvtLdJ2El8
Bwu2PmfQLYs1nFIKZl1LmMFyAq4GGwUT5a4AidsvJFDa/DGudHcHj68g92OlNfNb1zKbQ2iopN0G
IzM23E+xj+Y3uqZx15ods9OgC5l59RD+upt2roOenLvmcFzC6cNXiUFUQGLNhbjS7anu2kP3VdUS
n1IMklHMI+Ayz22rW7sPUS3Rc/A80BGALRpgd6gOrWLvW1Rolt23SVB8Aq+RR74m0cEDa4LBIw1a
aWEuI4t9Ck7aaNYvXhgYzaqyvKCjz8EdGb9XY/NoUhkTkcmY7VPtZbLfUWrSfx06uPkb+INMJ4YE
1fPoqspHKGLJ2RqSjRwVo5HTo1/TvLIohBhMyjfbKbtUYW9/KmUpyCziRmU39ANyUCDmhmwdOqKI
aHsSo9raBiotDC14jftRaJJhtodQeK8RAs3bzJezAhPQYXfILUPwDWSivfV4WhlxhyHwEdN864Um
rZEnnUZuAo+0M5HpwPEPLjbnKLMptETkWnK4RmOHJpycUUFUCV+cIsSFOwsfdc6nX+tYhZ71WBKN
V0vOixQsCssDA8osbBW7ZdTcz1Y93PO5zS9UlV0LKUSeR3tzbkIOce3k9e9zP3mQRseQOpYxa4dp
FStqSJ4hfbj1zuXpJ2pZKyyMXwC3qnaDMx3Unh5z/xEv/RivPRXyMhuhQ/vjZLQm3V05VbOrjhVo
OhpEMuqlQ31GBZklLgf6UDzzFOl87DlpNWl+zOZoJBHSeeaiKDsX5E7Zjv2asoXxDc78iNyko2HI
d02fhmLXpG0OJ6S+VhTyWXu4CYof7DrOOgqYO5tI5zkUfTI+FB0gj+M8hQYco3FKsv04YlJY1YqJ
IcAUa/ZYfgRZ09lysUVShEJJSt2LsDn6bTu1O2t2CdUNGDMo3vUdWx4dzsP1B8V3vSDXTc/IW4Ir
FEEU2Xe8TJRNWXd2b3QhPUsxSkgem9nGddS1mQFEEYTLuFkJq6Lh9eptC7dI8lSzpk4VzJTCFl23
KxvaP1d0zuQG1sOgUsBRM7tbmp6M6ieis2V5k4QcGciV5eOJhFhbb0z+n2/pWeUwQ02pnT7FQmbd
KaYYjYrXVDrFpx7Nxj1bOBi93WR59iOpAlrhkigtz0WPS2VX456VK45w5L0Y+fo5sq+PXt1Wlel/
UNxUM8uLLMqPlDN1xslQdOwcnLKJaM+ChH+tlS0pf6xi6V+FWdC96sBbT3pGmNIwzpEZBMZldP1+
wGNt8AviYcehm65zn+e0sSdzApro6AyCptuCUaT5rH50WogcGQV981i8lkUXD+9+waLwjvBkzfRH
8uY23yhBFoVJ7FqlNdchHwj+skvZR/CtFKO9bmh/4ONH/nBlIbL1pOMVg5jUmouUpj7nzclc99NI
YZK3Ho1Sm2RBFKIebkB70PBgi0ZMK9vgvwNmRQmAsmPgAPmeLlbfGuEEpsNOwLWzFoQQw9POs8Uy
5oCOezpuOCm34SRqxnyN4cOfYlda2VEykWO2r62OePTJEwJkhAXec7F7JrqkySgy2woytRI2ETrM
AyoICIZ4fTo5nywR2wr8YsGZiNl+pM89oA79wTJb5SvyzM24CbtKeXsPjjwtlNIfa/8Vt7ho6JPi
NnqfF6pMl7Rr5poTrYZ5SyUEi59iHQ3W0iLODfVyau35hsfqRkfkFv9B5G4UbwnM9lQYNTZHp54V
Jj4URTU8zHZ67XXMu9C5o4OqJ/LBvRSrMB5ea801nlI48roEuGqOd/1DA+6Z7WuG2HuYmiHo4bjQ
E1fUs/gm2nrA8Fro8c00lPXA7K6jrJPAKvhF3dnQD4vOgRgyDNEHndFBQ6u0yLKe42KR8BZazQgk
jNYbBUIc4lmvm/I240yy40fYfUK3D4ip9J23Ey5YjthUXI1cM1W0KjTF2Kxt6FnpTctTwS6UQO5N
Mlp6soKWKOhiPIlulpeYKsh6QRnFuCBXaKzIBjv9SshKXKDQ4Z23raC0F23G9oatJZc1hueUYGB4
BWwCOoCIthGV2em1X7Lrv4+WzkmeibGhVKoOLZ/fVsovrCwh6XJOMa+8K5nKs8Cc11xkOYE8srEQ
5cuZCxmwYaBs4XEeI9mwvqWhvbDpZ4zWEXeddo8b0LiZuk7DCrDzwTs1UPU4rxuFTY1A45Tui0wb
7ytge7N9hWLQjOdQGT2IotjpGqqpZMBfYczlOZXkU5mzg9qkTKqs5KkH2nMN2Vt4+Btp5D0Hq6yK
gVe7A7PMqvMK116WmbSewSpIdh49yYfEoiCOnkRe72U6uoW3Z79pw70jQ3tftFXhbrMuoSORrSmA
W29UdXQzTCxz66TuqbN2sClAqQuKIVxgLKqCY02AJ4XwwCl1yXXCux/CygcB5A/wnkqviT4RVbh6
7YOaOlSReU9B58XAAEo/fKx05b4kHZkZ4A9J9FYG7fzgqZwyAm5RNOV9p27Soutf3D6IPiuzS62V
AZF3z79kutiTbaxZWJM7bGi4LNN2HDLANV6zlRrv3T6jIypcA3y0SPUmsrq+sp4EWcQxQG9Gm4sy
+1yXVwugGdj0KMMswgfdG6r4XCYlxxzR2IXzzag8HT5QZhmiBVvsUmgDnucuI3xUyW3it+mpoYhw
HXeG7jH7WPS417TMefdXAz9RYQPgPBwoo8s7KEJCYg3qEgiJvGCGhWxjpPVCjigWyxmgPd3V3MQX
MhrXiV/cCqmmJ2zq3U6nnjkdW13k9XszmgGbRda2+mBMTYYvwfQiG1JDHNvOZTS5jS39/8nZeS23
jXRd+4pQhRxOSYKUqGBLtiXLJyh7bCPnjKv/H+j9D+T+1ESVjmZKNYNmp907rL0Wmn31znQMRfls
1HN01xmRq9L2VznXizspAQ3Tk2MewNyG8bc8pN3kM0ViU8dH1YYJWpcwfCBdmM++1/b5vdUOxgwj
InpKd1MNz49Rj/XNHOgmhFZDAZG8FfCQdugxwhFmmu4vDV7IGFAAnsmutGLvi0ET9zkMjIruzX6A
XG0Z4umJCAhyBEVpUIAwlqTsbhRUvqs96Nb5WYUBDT02Su+A5IPkvhrK/G+mOU5dEPNqWItgzpb8
Jh/QnL8ZaN9baQpBsu7nFJaqA/gwBTlkiz07uahkQVpmFVYcfHGskC4OJYFsDwLejOZNk2bKsx70
fcVqOt0fKP3SVdcBzbCdtiBiezL73KChfpqGPX5c8CnWR5hzA++h7yOPeuI0gpDEbC4o+caVfpsV
ZvEna23nwSW3+gKjt5qeiwiNAiTkMhX6Azis+tOytn3vOrgaHi3LMB7MLqA6CQHeDCxvcr7rCDsD
hDYKXy1QHY+I6xEoHQ2uxM6kFvpdJasGi4mBt9YFEEQmdGiGgWd/Msi1ogXSxjPBAO7TU6Qt03XN
2/ngzl2rwDY/kY7LoGp5MD19OQ+tA6B2DrzsHFan/yoKct1s0+tuqoh1nuCiof0G5RzUerQk/KJn
YfRdczlcsYt0DVhnqz+VZQymt4lJHu1hbWArEiTs7ucw0+/tcJl/BiSUvuWUoz/NlddpV16hPXmw
Q8/0B1jh8HXJMnqHmi4Mz4kFrR3pJSu6seooumZjEL1qbdAT1Jlzgru2oTDB8lvfEJmahoON89zs
ewVJYPpdo+ivsQz0snupQb4zQUfi0UMj6lPs0eatGBDL8+rM4dpHVNO/GFDKekjUcRqOxNtm6kfx
TI5vUM36xVBt0g1OYBhkgnPlQfOU7pryUVexV2Pxn4nI1B93HioA4Mps0RzX5O7foijK36aFlsze
seshpVTe0YwYF6SByXpF+hc9JBnqV97Yv9R6Qdl+LOgwh76qQSC59Jyk2YF3CtBnQcsKgc0pTvYQ
0ixfSdUb03EagCF9mvp2/EE6Ct2ewa7dP1ws/cq2kf9BkR06Pi29M5aGHim7MvpPtQ2vG+ba+ZXm
TmDfvqlEfP5fGv8t9+1aD3wvuS+UvUfNLXj4ygrGEc0PsEa0ngJcgIFq/j6j+weJTBFv4BrX+t57
YwkFbT0jgUheDeoqfWlO2RLTO0Y/O/Xf5YHgaw+dCsn4xtuY2lqfeG84oUadYYv6VHul909vKygq
AvUW+MFWwfddaAllEaHIDHSHx6Tj81FbEpb2UCqlwyfPcK5rmPMOSxAecm20DkHuNqxof9PHwVNs
W//N3UYhVTZBoeQcOZ2qlO1S0UnbQrISuNmOTCttOX34v1qdlBn5Ff3wzhoaQhm5dYK6TOmDglB9
9eayIPURSG6IlbvSQI+gcY/aaOrHIahRb0K0FEKz8DcUvwbhvUYz+IrdS/XKmPzL51Vyhlaa6H9K
sDPd660O/Rn5lr/QMX4hFiWL5JXf4sg8K5lCzDFvbLFkfUXt4Bn8hKanjOVwOCeegVTVj0QpPy5P
RVJXE3tnFrot46kG8rKs3WSVeorAu+rOY9W015dHeB8I4bjGOrM3BevSS1oTxS/a5CuSNw2i0Ks1
xCOgTWHXIzig01Sd0xNIOLNVfl7P/3tHRrQoHe3XoYEvRFeQWuYnUrZXlQUkKnxSIEuso6Oas2Mx
bKbZ1jGV3MVXcO+beSJYSKQ4tJPvaPraU0Lfu0Ku8C6A2bqMT5DduwStKdQ51UmNfqFadHmBZVso
mBgNz63ywMz7AGzzm0ifzR3qsWvCJlkee73cvIfrlX5vUQVjYzczigVVxUCRcp609MBEzPxu9opH
pQUP2877SkOAvtuAQ8kmJpiWYdHWfs1y8gsuO6TEx063r8eJZwHlvctrJ3l5xMaIzEwNYut+8ku1
uFLjiA5v+8BOYVj8wg551v8W+QZy4328kgMD3b8XIYSKW0H1e/JtRTszyDrmFCDsHjdPWaftzRSQ
EgToSfKZf6jASi3YaGARKtAWLW9Q5dq4HrJZCxCSKSmd1gn5IXEJ46s53lGjOzCYXv4gKM8qSGqs
jfdPNtS6t28uhVlMdte22eTrLoRrVPIK/ddANrFUJj/ABiyGuiN/eXk338fPscKCqYmIE1SaYSd/
Vp49VbmubHu1ALMCTSyxL7EpacM7r/0Lp+rexmZP0eIr8884eoEQ+vKPkDwOYtsBOaPcTWtOLXl2
PyYpWljfUT06hfoX24YZrtt4hF7P6DvXURc8mUQDlhw1BTYOhCeZ1JuUOMiCqBByzfG/UbtGvPtl
gAbD+r6ebIesYs/lMcPmDGnJKR/rfQoMDY7I3Xq8SnjW10WqR+u+p9qFDPzZRauWcfZd+Ruk7y7J
mi1omMRAi80AWWAtdRPCjj/gS+9078ECe4qm4K2hLfcdtVyby8ApnBr7sF7Ey3vzPuqLAyKYsBBa
4sxdTVizDN8ce/EXg+PhTpACe76uBUdtfnJgLQ1Zxa67GxOot3qSIhg669ZBU35Nwibg7oepPjVa
cqVF3c4sf6iqc2idl8u/UnqMBcOHUI2RRbQ+vx5jDEAX/HLaEzI8u/Ukr2eWK1Muxr4jczbPTxNc
nDwnznjePMWvIMp3TpcIkI/0Gj0Flau0tHcZKFkSWXB73XvcWeaLfYqMH6QEwG+pkKgVG4daOqxg
I7N6iRqy+ZOv5FRA4SXxmH+FlSrdz1jEjoPJUjSIjAYU7tLx98aSS86jCC1PUgvSd6Ob/EmLkd54
1hAFWhOUlf3FaO4iekLSDIAdHaCo1G+cxvfxkdA6CsaxyejUQZWVyTrKESlWM+7Q/AasVAcvrTZf
NfZPHAdrhkyerBbpzcJn5lXv3Ma9erZQuN8VWYmGwNZzuLpH7226YD8dtYPrMeBh6CLV88MRSupZ
KeLPG4ssedBFeHOmNkijL///AQyNX2UA+2vj3M/JHUerN/I7Y7wbUZmiSyTVfK6cO2r3PExwW1xd
/g2ynyAYTRvW4iBTg8mP9D9mnj7YS34VBLFvRxsexbpU7y2h4I3pkH2h+TpNvkfqb1873t+yrK44
Spd///tdVJwZwYJFg64Uao3Hwklw1L8DZGIghHjDHXSzuJYjcB87eH3BRziLKQJeHljyrL16928e
8iidC2vqw5kgzEMozp6/dkH4043Ub9UMncZc/9QNs954QyW7JAKHdRslBgodM9yYPTg8935Z5Xc7
w/1EondjDMlZFwHACXXr3G0tDFxpfVPt5HHTDZH4PCJCd67oPO9cAoHcMG5p/zqyQjAmJrer/zr3
w9EO0y8Y68sbI4uv1HUR3+xMm7jGnM0MZzrlfTODVume8vKcYK+wmBwJa+l/fnhygolAji6nxwZD
uUY5A/4E3LTHAMcqgCj1NbbZPOuSI6euO/dmYnqiZ+AwmNhYNQeKwL5uxJ+wDeGUHN2s+Y1ffHkJ
V7/3nTurCkYhzCIrKwrmVNvJr9Xyr2ao+U4z5c2gbRw3iV1QBbvQtiiVDDZjjOp8hfal7ywWtPjt
RvQpO82iWaAMjXT4gtpQXr6UevCZCPPy4sh+uOCMINdBA8+MCAfSPf9l1fJSZs53Z2h/X/78+1fd
8dZL9GaTUaoGFqAbkw8U9Lc9h/d0Q15T3qZKAWj18hjvT8HxBKeCJPI8ObGNzQTrTkHKaYCF1Q/d
dH35++9feGdlOHk7By0t6Fd3RpwHlH7wuGlphqLsQS/rU736iPHDpl8mWy7hsgOuSTQzwfwnqX3W
TKwvb+iiwkdelB/zzR1PuOJpMLlK71Wzb5vqfg0qkEndGfDdrVdj7TwF3rrHoDTVadOsSBw/BCz+
XcPagFzd7agZOUFztVp5AjXc7nU1m++WVftrdKzOT9Z8j0m7vG+ycyHce7I1pmsh2Oz3jfM3mToN
BE2+HHEwL3//fbuCcNq/cxrgwOssXk6f/PajGiAEAEdk5c1noE7XivblY6MIVz8HmU7RYpxhxaRX
mNZFREOT+/WdMevlyivTw8fGEQxBU0KDiFLN7OuohO7USKN1pvyhq92pX4aHjy6aKxiE3AQB5CVM
p9Hy+77s7xuYuqAW+DQr8d0wfmxrVo6jt1eW4g/Ck90w++NS452hk1P2sOGUz5XSPoXGh7KrjisY
BjRUgzYgb+bbcPr/L5IejX0fAXBBf29jkPefSccVTEISNoFtVQwShyk9nME+1vU1YuU1dgFra3ns
f+gAuIJdCJV0MBWNAxClA5Sg413pdnCNBya+6ASzeJZuBAqyGQm2ICqt1gG5RtuUg2ydkrtXhkHc
k1Iq7cLooKPoY2vzRoZKYlFdwQh4gGfAouDYenP6yYNgmKJ6fdW49S+gkxsrt/7w/+tgkHf497RN
pucAryLqcMOBSnhaDzsVW3p5WyRWzBXuvzlmrRLQD+CrEeJe0I1+A1AIPmNjfST+JSKu//74MbOp
8HsRVjL70s/fXVIP9HEWR8BYhwVGrWTSvtXVx+6lI9z+IrLAUpfsBg1tJSvV/iBK9mhAWNkbdVgC
2kAzNmYmebZXRdF/bADthRBcEWUwJeoWR1cFixmfVqxSbYJK6Nr9ppcuOdKOYAm61Bgng5fVb/rp
qMLCTuvq/WuG2bX2UbTsNy2bbL8cwR6UM5JXlecRfljKiSyNFj7lyIlTeCQcmIuHJs0QPNw4fLI1
FGyC3epu7NXMi6ADs6mXw5UF8JLTx0oua0Ld9j72/jiCVQjBJSLeU2J+qvGrFborgxnJqHSZdkPa
zlB0bCZm1nv5zn11BJuASHehGvAu+EZuUDgllFJP9WBzHmACPaDbC8A8yiZAVkv3qAeO9zKENJ5V
oxY8ahHCyZdvtmxxBbMBS5ydwQKET0ThKLedzy2MwAmIq15zYJSbvrbNM4oblweT2ChHMCM9djys
MhywLGr/eLHVQJECyOnyxyVG1hFsiG0FXh8q9eyHOiJNTaXu3UD/0o/hfjTMjessuWK2YDoUPaGw
oDIGyG2/GlRf7cZfcw3ZCJGwTfZbi+OPHUVbsBzASpXAGhhq3RAqiDm076t/lyk8g1vlL0l60LEF
m+HQsKghvcvDnkQ/aq/5PtsZ8LS03dEgeIDO5zwOaH1N6L8QBORW6tfG+IvGCwSOupPmxV8Kstr8
9zcLwjOXN1JySmzBuIR2P0D0SGwQqv2nkLsNm9X3y59ep/XOpbMFU2Lm1lh16xmxSpPWTu8YQKHb
T9A2DJl3u+YKL48jeS9twY4YcCHZCBrj+mVIjA8wDJMEfPxgoO+8soC8CWin2bU0J1ydF1v7zx3c
W1gob6CN+3n510tsgi3YBDDyg5s5eHsL8OfjEFeo75mgbmk8au+iogTRByH13iuHfqdlSB1cHla2
OYJ1AFzcDVG6QvpMmOchH77DNzu3eU6yhNTJzljpcS4PJdsfwVbozZwpbUkA4FC/QgnhEDfWV3Tj
Nz4vMROWYCYmJSzKGX5431NAr3vcItUpX5IUJ0Mrz303nfPq+vJMZEOtf39zFKIFMuzGov1/SB7X
Mlq5ZIC5TxTuzhSWl2arsLyuzDs3xxIMBeDIYqlQufXVJDN+xQOQJtSfVlx9Gtx1oBCyScmBhNoI
qLTtllMr2ae1U/zt7ABH12Y16bM/lzHU2/qVadmfoCS/vHaSF8MSrAH9KHGp5nxdK/TvsTl9aaPh
axDrp82LKjFllmAHEjPG2Y9ZtSqmAQYBN2x3uRGTyb4tOBBQYU2rkAZmMuoe13QJOhEbZlK27IIB
GFXkEXOH86ur1b72+nNh6febP1y27MI9Dzo9VZeFZVejjO64/jZfsRf0Um2mK2QjCNfbiWp3cCoF
AxZ0ByptZmF/cc1rpco2To7MATaFG44Y5KR6C21s9GDB4/eE29ugMg2eAllyKMcYbTPCf627vHP3
XgnG3tzxOW6qWDWZTm5UXz10/8YOtYBuuUnU8GqttyuqCYBzQOJioBtz0ZznD10QU7z0Ng9/Umi8
MzQmekVyrKxgX9bII0Ub5kuyU69cDG+mpjSlZ2ixRSwGCH5akbN1ftvb4G6DYsPDldwTkdYBmfte
rxuDEMyYOppA7L/bBR6J9TWF++2kiWJUSb34ZeaieoH4DsLSSvpQOG1321f1T7WylkMQgBO/vCOy
AYVL3zbg9qEzgc6L5mSXaARCpL0NhCIEihzY2mkzxpONJNiABThy4BghU0uz6soeIbqHtz9CpAR5
tbwvkhs91htfsSjcX56b7CwIdqGhm6WNUOrAF62mQ5LN03XfW/FRWzTtKqRZxr88jsS6mYJ1gMeY
UK4vF84casGOeaKx8Up1tY1pSNwYEUoK8aOL4g2Ma0ljPIRTe6t26U2DE7ADKeqbZupteBmSgy1C
RJOV/Xuw2CHLrW/oAnrWKvd0eYlkcxAuvpsYdtLVXMsADPoa9CYutdG4vbF58PUtMmfZKOtBeHP5
yVchoui4+C4AQ107OalNcTMld/RgbQO2JKdKhIZGldHg64FnaUbvCD3fL6VR7qPQOtXqsPEayIYQ
rEDX96UWzjGaVnn6pHoUYsmF2J7i1y3tjJd3RDaGcPHZByoxGtNIYlQo4UhP4RzvE9rwlwhZuHHj
8MqGEW59XZWTh1LY4o/mVKHZi3KplyjXBHr0c2sbRkxyAUVibBuhc/iuuOiLgoxzqc53qMHAWqhH
G+Ulie0yhBueqs1spzQRsgGQGSsL0klPK+AroXoB3etxM5Uoe5pFcKdBw+OcjNhjpEHg9bs3qSJR
TFpVwVpagSkt1UhVlUiabbvikuUTMZ5lgBKsO0O9s379tXxFJh5Q2ZL9SWiGK4B5FuHLmhijYKKR
B0yV1CcYuHwQJWsrclpnqmYWOiwpPlXypHhZELgxyDMXwQA/9/eU9pHL40iMg76e0DfGAdowM03V
CqkVUozDHFIhVB8Qn6W59qXXt8Ka9Vy/41qJaM44gpBXtxrdz51jtQoRO+p5mlY26U8JrBD2WuWy
pmMaW/t6+Wtt5V3eZ1hzHBHBaeaV7fKS634M7+6km35goIfcHXm+q+oaqhkfTqh7cEpq9gS4EpJR
6KAA67XZOfGiOw2hEvKfKdu9mWaVXH0R6+noTY8mBJWWKEoMX1U7GsKj9DQroXNj5j1Kx5c3VvJs
ibBMYM9mmni5BfYK4ueJbvCdB/XV6fLXZcdTcCKGIYIhKgthioxpPrW7xYZlqPbpes92dDg9Ivk8
HXpt8wCt333vAAmmJjIiJdHm2OINSw8NgYxpPk/1MYvSQzvflcVLrHybgsd+K4Uq2SURMwmTrLeM
amT52mifJ6s5tc10VyERR7fgxgbJhliX9s3NW2gBxtlKLD+BHZEWeqO7peV3vA7jsLmZCPcv75TE
jIlwSBjDpqAJSssPteJ3AvUr79u15f2+/HVZhCYCH+E/KbJFX+lV9ezUmcr1BCDZLFQ4UNIrd9F/
0sjoW1ZzTSvbn8tjrsHfO2dBW2f6ZuHSTCGYWU92oKGh0hEITnsN9qyuvIOplpfn2lC2+NxlYAYR
6NiGkT24U2/RKLxmL+srq7kLY+vEYEOJBuZdn7jHFME+JTlu54sll/cVMvhmiuUII3heMaoGKBDu
nq9D8KCbyyGZjo31nbEnqMvH7j5pn9YGO9eOEMreOJey5V1t+JuxPW+kzw1qSj+v2ptx5R2mYbtD
AaQYvw9Ld3INlAZ7mGAu76bsGgiWBLY620XGy/at5ore+6d8svZBPd/GtfPBEUTbMUJWFPRMqFHr
m4nms2xKf6LxSS7vcHkOEmsoghyNihbtoQywTkiF73ITHLWq3OgL/bJLfm6iyUMW+eHyWJL7LIId
ZyP3Bkj/TL+IoRtzh+GUq8NLvcXtLzl5IuJRKbqlBmNl+jQvfxst83ccuFvLJDMWIr4RdXV4qda3
zwghIPJ+9eVjiqDciPh8uuqb7yrImu1iw/JJTpYq2AktWaLUXgqbjiDdxf8N76YsfK5QoPnwZqyr
+Oau2HaG6GTAEJqSP+me+S1Lm+NmHU82ASEYCU2lNpcpt31oBAaIz+i7aWoA9Jo+/hghs9q48LIT
JVx4Y2gVei6ZRFB12T50ymtTced9Uuf+x46scMXhkIlhKYLx07UnOMi8m9ioIW1aNnwR2TIJ91sL
IHZEYcHydZQgDupMATl06A1cGct2+pgZG+dJEoXAhPrvbpuWPqhVwkA2skvW4B3XYxyNv52KEU16
OgHUJbDlwymD4PFGFPe+bbFFxGNnaH0yhRZ+nNIdod87T0t2VIHutHSQlot5jxt0eZsk19MWwY86
FG0NaKrBD7O/NCzYbvA1rMxVgn0/QgwFWA9yuIMOedjlAd/fONtb//7m9sxRVcDklg90rP6qavsB
YfZrtf4yFhum8rV3+v96CgjU/TtAroQx3PHe4EMDejUT1XcK9Aq3cF6iT53sEtITbqnsqeks5KgC
NGF3SOVdEcQR863py7WjaiqLxyYMD6HTX1v5nR021/QTxZH2zeP/rdNihWeh3vniAduvUBwvyjN/
MQf43klTW7HyQ6XfD1SFyxeTbLnxkt53tpjCJTEO5IH/TtJQ3QghXSCxlp2GC1omGSRGhRZ7Z9U0
2y+Dmal3zjJBd6vNe3vOxjsNRp1nWNfGG/ib2xpeO8gUjsNkmP1pGgoEo/Wx/QTXAeF106nBNe0e
0cM80h6+ERDKdl6wCJ4zptUSkRusw2I/Du4hswZEop6TzXT0+3GtvdIivz1byhAXdjCRzFcj5cmE
OSG1tMdxZQYYB/hIttTHJMOIEMegsZSSnmvTN6Eno7M1+Fyk2ec5Kg5wmiFtrW9pIMiMjwhzhBrW
7nKbd381Pl3U30Gn4LWnbDomLgIUE11Hw86Jpx3Mo5ev5/vvAoyx/y7hki7Acqjl+4va3IIk/hnZ
882imhuFNdnSibc/rCy3cFOsKcpBO6MO760ClHLulsdCWb5744aVkU1DMAKhY04DYloWCaPlv3Yo
rt0Ezpqs+uDnhetnwpU8d01BJGzRDNvFy92MkLa3db1lqyT4ADUySihIQKGvooId6dPXclq+ZGM7
wosJTcumCytbJcEJSAgR0YhB+gGGrGunc+7cBK24St9YpfeDCltENjqQVcO1zzQyZ1UuOq26Iqil
gzl5srLT4kU+fS4fO7bCzS/jYHGSnpl40fB56Knd2PatO2XHD31ehDVGCvzRC2Bw31P/VoC6TvNg
HkPUd/2PfV9IC3S9ZedhPCB7MZa3waL4YRDfb3oTkm0WwYvQp+rpOPDr3bkyH4CwovQ+x/MZKunq
++UJSPrabBG1aFf9PJvGiH568CMaj1qkwopt7iCVUvZRdW7KABum7PFb8uKFJMvHjpgj3HMnhtQQ
pkvyKcWnJf3Za9HVahJz9amvkTrPnN2mYy7xyUT8Yhdm4BVNhmrPmXoAcxok1mcdVa8yf9SbfMN9
kZl8EbsInTQcl+tRm83uaE1q5oNAObV1469cryhW3EcVhL3u/BzP2Z/N2UnOiCeYnLLr2gnJYCq5
jvFcRn9Qm7y1qi3YmdTLFCwNvchV3akUvdxycA7h0nmnMjf+5tAnHhD6KX8Pkd5fp43b3cT22jKd
b5ETSSbmCCMHY+tGSN6TCJhA+SmrGq4dXTfVlqDHavLfcTdF3KWrwcQ3pWRtIIy7y2fv67iZJZE0
ktsi7FKj/B13WcNZCMyfpaFOe6e3b+ALfMin9HYJrOvZ0L/rZaO9RiaqXvgguk6wrUPjgeebFs0t
RIIbd1xyAUSAJqxrbWqkhIytkfyqTSjYpmCGljRfKdSo0DfOt83eQYmvKCI0tdZxJjMgeow8eBGj
0PuTdcZLtXxLdeDdl22WbAzB1YHsdQZTpVu+4wQv/aIfnLLZV7HxtPmOy1ZM8HaGWoebtyKM0zP9
biCcr21tr+GarsqbymHzHZc8tCL0MkynrB9KZpIuyk0Umi9Bb+0BcOMgmnMAEA9i6K0kuewqi/hL
awnT0A4cfB/skKFBREajtBpA9YDsLQEWTIx2ARHv1oASZ0gEZLKG6mCGjAfXypNaTXdTZOwXPbuv
5vYwbuHVpNMS7IS5OLaet8T5wYp/h3WzLLorpNmu08T1+7i4BwG9743kqJd2s+Fsy4z9q9blm2BY
iUkZGnDG+XNaIVrdHxpEKY6j52kH3YMYdXFGiKvjx1TV4F+3vRv0H6MNl0m2roLLlMKCCo4rIUFj
aZ/SwrvChTqNwJUD6LY2d09ifkW4putm1TSbme0vsFdXGSLSc32T1Y5/+Q5LbtirgvubBSRH1qHL
UCGwSg/Bbom/eSOSdWqsfymG7slxUGqBxfDyWJIFswR7Ecf2oBoxNkntAcHrbnn/6gUSAFg5+sab
2VjJbRaBmVikCV5nqitj+ZiQNXBnJBQgDyla9ELLchd2ydWibGSaJOxstgjUtNxOHb31/dLo2zrk
g3EHB9xX0j+IByrlZ1Cc/TFO1W+t0z8PapggPR4dIrX7VVo5/MT5tIGOkF1AEc85KZqDLgh3wVSe
yvwTMa5WBtdR9zwtL4byZBXFr812HsmjbQnejgpMInYXHlbHtMsr3WjjYwMjzOVzIts/wZIMpTMp
erW+2nF3q2Xai6Wpf6YwOsGCO/+nVXV6sEc9uorM6PflESUFK1uEKylNoTtoVOKEAFcDxrYPjIc4
V9EuWyMtyqQd5GmEXal6WoKNfg3JNEVmu6bMhm4qkeozYrTEM2M8gV58mm332i6Sa9fJX4pCP5vu
Em2sq2zThPzROLtJ0iaj7feOhugkFMBdpm/190uPn2AOR1IttCkj1Yyhug5Dc7ltvfh3Vrpf1TGp
94qpfQK3e2jK5G+nVdqGuy8xjyLWNVItyLV65qRFP7TZ1MlkR/u5VKqNWyXxcUR4qzoabgltt+3n
fXkCC7Efm+QOZSj/owZexLHmYRFrThfbvoHy9kAmNO5oyUjSsN2YgsTsijDWctI7vV0ilmiJ9q6a
ftXbCEI+90Q74SnbKoDKFmrdoDcPCaXkugwK3il9MelSrRXIj8Prutedw2ZSSnJjREQrNMG9Rzxi
+6N7Hy8/O+rWNSypEzJIimOsDhucsxurJnkYTcHCtbVa4qb3rBq1T2zAak6d+0EP/dU8bML8X+vv
74Q/pmDsJlNxyBPzfPRBezAJGnszhOk9KrVdMWbxFVJLAcolWXly9fTKUVAgqlPncYxnQEHFnB0c
ZDhQ196icZQYCZFRdZzQ2PAgQadlmy6kVeeeQsoWbkp2SAQbYSlzntN8hCsaGhSCJr1/qJYC19dU
4mM5DO7G5kkmIcJcoxKxhMikeF1VkbNHFDX/DFY82LCjEpsjcoZW8OXS2YLhThvrzG39qk/pdQ4n
xeXHSHJfRVBo0A/mSB6G2n6EKE4/O7ukfkYNICNSRAhmi5dUtkbr399c2KrUpihEu8XXktk6BvAC
f+rT0vp1eRKSnRbJQIN5gkgVaVE0voP/TGf5NMXRWeFkbxocmeNlCDenQjWmjEP8b5Duh8Fxfk0F
KreeGV6pE065Qgnbsv7zWjSFIvRASP50pXrLIqKzsOH8SYzE/wGLJmlOeoFZ1qsKQx92p6YN75Ks
fwbI2+zyQJ/2U6JtBByyNRVuj46OyLJU7Fgfag8IJxWo8sEeH+ZZ6ZczciGXt05yvEXYaF2ZNQub
2rAP5IdKqw8R7Ead2m7gXyVGXESIZmOsjK8KxZaVmbs0Kk9zNB7SqkZWgqOiDbQO0DdQzVq1caFk
E1ov2puTnigZ+cACsIxtKl+TrnnIYuQvrapMdpdXTHKVRDioM1VOaBrrjYUjbL9qsMDtu7xc/rhk
10UUaJqHztxYfNwYkMXUkiw8t22x7GG8Xg6OhWrY5XFkkxDsASouo5elXCfDtV6GYjlVRfshjmxb
RG+a2RKkBWIaPvqPSBzp2k/g+p8N7/HyL5etkGAIkgkJHnsie2M5yH4NOvivEjSbcvVBYKMt0mZm
E4o3AYpIfjN0d5pS0dEUxf+5gf2n98qNUyqbhXC7IwXBhNdwoPdy+G6dxzhVkJ4y7zYDDskIIjzT
ReAVKTaVd6sP7snwKyRqqCdMRByXN0JyhF4bud9ctDo0kCfMDDaCHjAvjqadZpZ/L39b8iqKiMxJ
r0MbqTeqBybJMT11urPdLE9DiGyXUz+H0bZ283pu3nHJRHRmVKe6oSysk6s6PgVj/D68P4RMDquP
1ur3ZnO3+pshdlG3Prh2q/F6s3aqWaVFDyear7RzekZL0T0iAbtFXSNLlImITM2hqSF2WL55QCQx
O/VqsoeU5XOt/SHJSUmczDPQhV2j9x/cMMGBjqAThUyaVVzjQb02vzeJ9xCgkFpqw3bZRfICvwb0
b5ZtnoI60FvP9IGDE9MuUJjYEMz1i3oVO3Arl4t7b07ZVs+vbDghhK7iPgxRJDH9MDUMZ1eYevtf
5WnUsoomPVdIRt0ZUVwh3d5pW06z5Pl6DbjfTHFSGgRe0O70h3H+EiE9hJQoEK2tgycL3EUcZhNq
EM9roNIz/Y9W2nu3no+rN6styQ7tuX2pdOfZXvBmNiBhkkUUwZiqbg5KaTIhtMpuIy+47UZtH2Xh
587Onm38N2cLaC1ZOhGXaZhBEQ6Obfqui9QPwpIrB/+wvXYSiypCMzXNBGQ2chwa08BB762DAgB3
pCFVgZRswx+TWD4RkUlvVTQ0jWX6aqll+zyKcqAGxnJ2nKU9qUg4P1bGmG6YIVkdWiSdRFRvQFKK
JeuyyTz0ebxKrsT0frTtLqj0l3BIvvaQwHQhaoC2c6e36e9mQaAP9rqry6ZetqqC5VAmUFapx4TH
sXrqswEd1uqLG3RfJmfYSBvJ1lRwGTgTqu04hol6jP3LQoNzTbshA/gZD+i8yYsom4hgLQYtM0kX
MQrsER5gx/6AAF5+sLzkeTMMkry5quA2ZK7RG2Fpslih80iC5NjGzRY44P1VskToZj8M5CFaGoCi
Xo18lVyhUbt7u0j1ndq61xU4hcs77r374loiXLMZwj7XwD8ACKu7r5HrZPdZraCY0USVDwkQpT7V
1M/laHgPCWqtGwdN8ipaInaz9RQonk3VJFd1ahBSUiztwL/mxRNK4Lt8qNG9VdHkhKH9g+YWbcJ/
H3plSLUOqUQTaVBjXyegkcr7CTxHzz9ovzWiZqfVJn0Ku8tr+/4BsUQ4Z6fHTajPjLfYwIdSwp92
6jYiUtm317+/eZqK0MoteDcsxK3m7LrU6XGgLtBubI/sVAh2oCwT9Gt1XKIub37byvjJrB16iWAy
QsvMp03zjHLfn1C3Pl9eqfevK5qr/87GSwIz19c4QpmMcx8az2EK5tVAgA7JxOHn5UHef5IsT7AJ
oxm5ZdwxSORCdt4ZSDA6N+1Wl4/s64I1qEt4z+YCjE0AgNXPCxoGo6zwtczbeLslJkGEblqmUtWQ
8OOGT8sOjpJ7nOPSq88gkDdNmmQfRNCmroVua5qMoQzTXZzVj0lfP/de+6PTPobet0SUZoLWZzXZ
oK28Wj86BjLDbd3VCGS4G1hdyc0QSSlNM1DycGAA3sxmV9b6deJ67caVluyySESZORUV/YCLEUBy
5M3e2a7qa1XzXi4fUdn6C7d6ydpF7VQ+byOvuayiwSC4m4Se3U20gGwGwtVOMPPdWDJEX5Z3nVZ8
ol70ZA0fowiwRL5JErRmaTVcAxCMjyEkMYcZ3hMUGJ81Nboq0mgjsSG7DcJlVl0D8VcS5T58iYeh
rQ+8HGWmPIA83LTfEv/cEvknI28YJrvHiwgtdb9KnBGBrgIQ8/c+Q2310Q6RPK4Pl/deNpqI1Fws
j0KuwXOBSulp/n/MfVmXnTiW9V/Jle9UC4RA6tVVD8CdYg6Hx3xhhe0wCCEQiPnXf5vM7K9sMm/c
bj/1qtEZDiYdHZ1hn73H7ora/Hn9eovjN0DOli/ItGpEe8XRyovjc2dMbktF6fNeVZ1EyBeopn0s
FC3fQsCvkdHo1E5UdKV/wcef2ZdbKCfJ85ZyinBJdsUcGYjfzrTWPxWpsy2Gk5WpR9oeaPOhUwOB
TBPm20sv15GuAHZvJtrtOW2bz68v1ZnjcQvdrPkMxri+xUo5mFpAWVBBW7QrQJOn6OdZsGMgPWzZ
S3HEGVv/C3wTitMdiOj9HfNyP3YI1d/UTJZEZotJJhNUJhJdnu9ef7kzd2PrP/8uspgg9105brGm
IeBBdalqj+68Sm7NARjXCL1n4/BzxJpsixjN+xbD/JmFTfjyHnx+PVAiatcjURxKmkVLRS50/M/F
m1ssJQR0WyhGwBZqKw5iyW8p15BGR28k0nzaO7qVV9pOw5GaEravWY1a/3ih8H4mtWNbpKW2dtAN
KjHAkLYxB/8L+N/gSNa2KaYichfyxB9WTToWFImFEO5F0znj7bcwzJAI3Sx1ienLqrgLJlX0mLmY
2xsnmMS7n7KXLbayGWzWpa1CHQggMH+a3oQTVEFIeSiCpkBJHsTjr9/ojKfaAitVM6lWcNyo0jYR
xAehXf9uqmtEXN3j67c4s7G3vJcOGbVROvd3fd+DkVm5sU2ByV6dFVbvWDjkc6kW9wAESXXJ7a8x
7l9rnmDC+3G/1bMWVnKH7mpgTkawOUBD5XkIqxgqJ+/CsU3aqj/gsN4HQNdHA2DiF8GX577oajXf
bfVOp0PRDJDM1FbfyNp/hojedZ7mD0t1KdE7d4tNRFNb3TdL02HRFLTl5vd9MCQ5WFLH+f3rS3bG
XW0xlrRvS19AoHk32RHyubp5Wo/NwIF0WEaGGGb/+n3OmcYmRUHY50CSGKbBCnLfpE4yabHzQRQa
c56dkELvF0AtTxez1TPH5RZfCaqoKRWQRt41c3saDNrdqXshuzvjFIJNqkIlyZQjcekQc/g240vE
EU9dns05s+Zb4CQZdM8QodBdUAzgB6L9FxDDANfVfZTsQjJ07hb8R8v1TOeNWYZbhGvF1C2SOadX
oTI2Qi7x+oKfWYC/YBkDR5R8xi1cUUAT0dHP3TJfqiyfC/a22MUekKN2cHD1qXaOZQsdvWrBGgSB
mWKEtHdN5kP0ywH1LFTjjpANvtSPWL/Q37ibLVZxQLJl8hl7PhUWTYHuBN3QICEhih9+4L6bzHBy
gdm9sE5nds0WrViDSZjoFn0pzHo+kwKm5k+z2s35l7DAXWvvt6YqRTRVNPy5U4Jt9qlSGrD7EglI
GLInJ9yniMTAIX/Q7XJh+5xdu03u4ebNxNMKKRSOcG3pEahPsFxwM0R1lsbplCWVPx0vNlnPrdhm
uzqVHRuVIimnQJFRM89xCVy3LopkHMsX2XQ/i4hjW0yfE5BKQb8dXBqqeQNdd2Ahw+PPVhe2iD6R
obsnR0A9wSMTry9TVKDI1PrDRUzXGbewRfSpgAxLsbYqOfTsHNe+7Ul4RQtaAcJzwS2cW/0tqK/y
h7J1W9xjrL9C2wcaz+S4Ms53ag9DQIPPV5/0T7ag2JamcmhcIsjUIl0PwrvO4U8zUsCLL3PGtP4C
62v9RSEvAhFImEYomZ+QMt3xUd7wzt+Xqf90cTj33J02ZYfAqdGiDuEIWi89ZPPvE46J6MB44I/h
DfSzfyvY/PK65z7jdLbAvrJIEfdSrNDEjpVjo8Hcl76PpvFHPyPXafcSnl6/0Tlz2ziCYCLTMIbg
B1mApAekOBKtuFf9cLoYoZ2JbraklA3LYb0afYCg/QJmwj2GVXyxqquje+c8vf4WZ8KBLWRvzoJG
TDxEr8Efc2R48lpyhalX85PXX03iuyiTAKalRYltP9sA1aAUww4NT3wVDBe25JmTegvnRs0+50q5
qIUHZRZZN/h6MX86lzduEYcw0E65PYoyXTo/lgM7ASLfAZOVXvMwvyV1/y2oS6TJ+GpZNn/SLL00
43UGn8r+gkY0vEIrBtUncBzcDKO+8ojeayRzkSOGD4vHd3mVXy26+0xY+cGfeAKkz/WMVitaEQeE
FJeUNs4ZyDaGr3slgh4lItORa9V4zxiCXIkWLizfGRvfAhazzIpgKRZE1pKSHfir2GfG+uyTAFv5
tVgJNBfAvt++buxn/NAWuljphtG0Qt+pRG/ppjJt+pa1w7hg4NY6ZSRKL7wpQ9/9hroKvdTNO/cB
N37CHfkk2NrZddHnXD+gm4F+8dIA+RkvtKW1FJmoSNdg/xbdHOMI4qa4rdQXn/vJ69/szP7awhJL
WgUOGzncXDp08ZQCv1KS5kK8dsZZb0GJLZiyh1zCw4GXgrzVLUZzdoXg7RiNUz/LXTNOzImqdrF1
nKahD2QEdezPWQPZLAwqkoM3+igpuFWfkDaNGahwKPUOXqpuID+YOP2lwviZVdp2izNpZDMUKKst
0OVbc6LAk7tW25PKnS+vr9Pf38LfNo1DF4FJTddbLESC1qvnEQDkq2AMyEb7ynz6mduwLdUnkeDY
gPA33IEXfJiGDpXwWj9S2wMiURYfXr/JGaewBXZaZXJFHKQpypneA2II/pc+sYbfczmsbOqv3+XM
9BHbQjyJxTzVPCCrR0r0MnjsKCvoSrRBl/SegVJv9m3BZHLLGWQ/m/dtPxx+NoXdcn0GRIt6slit
gKHU6S7D02RUl3QNwKVifnz9Bf/eJNgW/+l1eT3jXyvTm9tFRPHTiLVqGT+288fXb3HGo26JO00A
1s4qbXC8QxJcDPssnyOMBEESdIcWfsQUvXBOnPGiWyjoXKfEcaYCnUNkramlKoJ658PF9Tj3Hps0
y65uRWYl21UDP0IH/Q6xlmeLXWDaq5VYhHg/1wjZgkHbKXMqv8G8DgBR3lXQpyR2fT1f8KdnVnyL
BF0C0ODoHKOeU8p3WTB9KfssoWCquliZOneHdct+F88hviqktECpT15+E3aij1e7qmp1LKr8UoHk
zP7fIkFJPi9VqDBwRMrGv4XsVXEowgzUTn21AAIji101j/mFb3Ymp/O3KJiSgLTBU9Ua5dFIhXMy
pY9orxcUDQnq3qoGo6z5m9JzLrjQM4feXyhBdZm52gOy3A+qr5Kkn1NepZE7TYdpFiBMBhQ/p8Ay
ArT0c5tni0I1g+uMYNEHEn9l5cvd95nUdZTOy4UWxzmjoD8ahW5GpbIRcz+6gFZi2Y0o/fPiMROy
2pWd2b/ua864gC3mdKmmwpQdZgIR6nh7zvyHcOl4JCfZXsDVnDsRfk8EvrPuqsTyZy7BpJsTvqep
fOwMiLiUvi+m+behanZ0rB66gShMZwFmrS0T4Ge8NEp87gU3Tsj1LCqDk4sJEK9rIyKHu9YzD+ZS
EfvMKm0Bp80E3b+mwcwmmdPnMsjtzpmHY1pjYjp1+LefWqQtyFQYR6sW6KTduIpzk44dwZ9yD2zu
hSU684220NKpdudSEQGse970n92SFmj41h30RzpTzk+vv8QZ/7PFlzLoQbMgxbB/z4qDDVPklbVz
zYJwVblCjvezJastxnQRtiNhWoY7arT3FmOP9Wnk9XLHZDdB1g91v5/zAFt4KbH1lJYcbwTeP+ai
2uOIG2mLto64O7o/GVBv3AAoDTnIHyzfTWABqHaSu/wdUTWmQ4ZOgiscrTvSgKqwnE089Zq3F7oz
Zzw424qcY/y5s4ZJgDGb8G6sgz6ii0sjs4z36+nUTPZDW8oneKkpvhgy/H1iBCnVjdMDWWvb9Hpt
6yrnUKAqK9PeXvB15y6+7uHvHJG0smTFhIvnTvUb0+5jm13S7T136XVnfXdpEFBLiXkU4Fqy9LMZ
9Se35Zf6mX8fRvlbese+CsuU5rg2r2S8YD444Jjc4EssuUlE+v5iGPL3bgBVrx9fgvqzyjyLG9W9
johx8zsX9RFDl+aCn/l7Z+lvQYmgF6UOB5fPbpjceGmKYyoVtMHDq4tT1Wes1t9CEue5IGrMUfow
vo3m8hNATCggZ+Yzyb8yuBoob0Y/ba2bs6XzbR3WKOruyoWOEQcKwJ0vDRacsagtOLFeCNGkABzf
6exbKLPe16EjLziuMxa1BSU2gy9rC02z3TQRLw4NxB96xuqoMUsyu/LZq6DDWpan1x3/mVXf4hO7
vilEDZXLneZPQZfeIAuom/bdRWT634d+/hae2E8LSWUAIIq7TkJqcQXwdYRYcwyyqGEh2LDcywb2
96cYJOV/3CNQuelHDRXI3YC2exfoJJiLeIXXzLVYi8ivf7Jzd1mN4jt3wru6MQ6qsDuiS31btLKO
WD/Az6rcxxzd0IEne64uZE/n9sxWNbuH8p+mDIh19BULwJ+qJlbD8nGNl3tuPmaLhDZRRWKm3L3r
lZdq/ecs3PvxJWeoTTljg0JwETqfIbvTJW5W+sfXv+A5o9vUoVxaz3kartyiTau7HaF98RhSiCuB
0KjdeRZVnf3rdzpnfhsnQLsmF+VK/0lCjADLF6pYIo2frJ7aDVlUht4dBoJ2r9/tzHttIY39Svy0
5Dk4DjnO3apyP42Nc4Kig4z16F84+8/4hy2CERiucPBDDDW5QRrpNVXDyWOtG+X2PQKrw9xduNGZ
E2eLYByCpUlDjnEt7sr9WBW/CT48OGgwvf6xzljYFsM4ZFMaLgD2IxIU74eG3ogivNRMOLNFt4jF
FhPXAVvpH9oxe8moveuzpthLlx7dwrnifLwUZZ5b8a0vmF2AyFOQWIAorq2ohHR7m9TgvzlcJEw9
Qz/gb1GDi+y6Qg4+pml1y/Wxz8gYoieSOz7kkG35UJEU2L5aBIET81yG7xxMFwyJi+4q1F60yvuk
BwJ9/f1Se/vRpN4lWrRza7jxElSQmfYOWo/B2nhkY0Cj/tKEwTnPt0URspEQjHUa2B+waCyDkE04
ZhCy9KOKFVd9fZuinQpKlsvN7nNms/EWDDM0oMNAba8c+9pEGU1ZetUS1HsjaioRXKd+ocxRBy5A
D7/vgv/4Mv1n9lI//AFFsf/6L/z5S23mFuoP3eaP/3pba/z7v9bf+f9/58ff+Nfhpb571i92+5d+
+B1c98/7Js/d8w9/2AHc3M2P/Us7v3lBibr7/fp4wvVv/k9/+MvL71d5O5uXf/76pe4rqIa9eclk
Xf36549OX//5q7uCfP7j++v/+cP1Bf75K1R/OvvSts/dX37p5dl2//zVCbx/uD5Y+0OfMko8DMn9
+sv48t8/8iimt3gAj+pT/N9ff6nqtstx2+Af3POoT4jrYr1W2KSt+z9/ArZbTCfgH7JQuEia/vvp
fliff6/XL1WvH2qJB8V1fzQShswudIXv+wQwbubxbfth4OAHmjwFHaWA2neAfi2fcjUdeszDVLH2
RxfoxpE+6iaoX6ZlCh6ks0xXFYUDMtnYfwqAD7lWUvXXXulnp1l65ZvAFVCY/N9b1q380ta2/tZt
7eYHU7sfXtqub19+uX029pd9X30FPUJdbX/n/6CteWtX5rytvc2fZflcff3e0n7/lT8szSXsHwEF
6zX5w8xWUrY/DE2E/6AQU/YCTvGX/GANxv+0M4/8ww8gZERICKJdtKvh+/40NFzNJatzConHQhZw
/39laKsT/Td0LeQBBFOp8L31+Wjo4Wo/xJvE9EYsk9MdVSHnB6hc9LcOUzyPMTtNaAK0rpMdOpbR
PuaMQBF1HWnSB19S5CRZN3OajG3HL/n8H0Oq9bEoJYjKXN8NPR9DrD8+FkPLaqjKHI+l+zSFDmq+
uEnQ586UeLPOb8CEYm6dPJV21zZUPVQeGZsLgdaPoQk+PCofiNwYQjUP+3AL6AmhvR4OfT0dgDCn
wSGjmUVKEZRqjmZDLqZkm6NovR+j3ooOZVhhz91CupQQs1dBrfPgT6ntASOiH5U3uXlSSpf8Nko9
3pcpZCpMNQ4Qb2dq8KKun9ry+J35/umMfnA+a7b/vU3gQXxQrkB8ifLAw0f48eMb5XJw4hJ2KLOu
7pMinLwHn8zZ17RL3TsgOX0d0yJTTSTJMv1GHFM9lXTJnF3fea6OAanI0iQomlAmrz/aao0/PBlY
VwTlHoH3JW647TFDqpx5NVfDwediTPd+ngf+sS1aFPxfv9HW/sDyigYmjE8waJME27V3RUUD3zT9
wS1xw13WEN/dd4Z7H5ZmZN/gmYGELDq0g2oERGmUdlXaXrC/H8M+2AM8QEBCTzBXINjZxrBeI2Ta
TdVwAPvDzKPC8YpdqCfQgI4QW85uCKRDL3zfH4+dP26JMMQjBB1vIrZU/SPLW6/PSX+QtjSfirHU
MtHhpOqY1z67xn/KPOE5baffXv/ef31XeLIAK4qzDiQD2/0+S72YZe7bA+0gaQVyUaRtsXICA0sr
0xRsp6D2v4Rx+uvbYnFx1DNMXcMTb2EEVR0u/khJe2j4mB+taDGYWQxq/FqJ1nz1grqBxIsayvj1
d4Vb3xgxC0MReHhL/K/Yjs9kgXBdkLt3gO75HY1T3bffQg2LOsxFJvtDaE0o4rnPeLUXYedd0m30
3N/r0//eR9xfeQHwwT0fxhVA7Gd9xO+qDOBhT+Hx6uEwg7YRwqLdR3fI2isKdbHbvGNvzYjC8lKb
hEpBj1PRZFc8TwuZgP5oum7brIncgGKguJjoo9829pR1rjgC+1a+Vbly79vZMwcMEXzRYZHtKJKX
Y75U486DkAmgJ6BjYG0JWCmIs+6zeU7bKMcc2JVTp6YAqf7SHPPZyUF0TwxaYDqXzvMiyiUemhGb
cWm+eU3tRdB0ua4mGp4sxIGvQjFYiHRn8gha9PTacocndVfpj7mZ8pM30W8Y33FvQgpGkFxhR3Wo
Mj8pEix7hOU5qGbx4iTLHzLK7gF2DU6SZ+JKYt6ojojTVL+5SnzsUEZObBZ4N8pUbVyNQQVdJEv6
COib67rpOwir9xWPQkgQxXwkkNMKlVfOERXF0zAVYRN5EsLIXl+PH6dFtjsCNwoVnF7upxAnwN5Z
hko+VZ3Jmphb10ftF8z1BuJSLMBgYzxWgCjl+9odCzXHoqrhgMC254rroeOL2M+86QfAdLkqRxG5
yqxHNZQmdZGkRSVNEctqUqiU9q31xQN32nk2qMbyvFvVeDrO4iBsFjwO81oGevfGfAISszI3xB89
wBl5V3DntgydtGkiqDFXy0OtITW5MzUb1IfZjnDLpcD0T1L78/Rg9eAGB1Pn+O8xNIV89BmoBw9e
5WXTu9IVPLiSuV+rvQwmHPRezwHvwQeFSkALJpylw2gZ72Z874ZXBU3+OJEntwfNPWtH4n/rMheX
dYPaH96kDvTMk0VM5lM20wB8D33o9yRyNePpNSsJnFiZWfiZIi1AqV32Ak+dFQbPaz10/JOWFKA4
BoWStLEDG1JJCm0atRfVSPBgjaiaqYxs1lb6DvM9mYn5MANOpQJZ8DgNprC6mlxUWz/RQDMVpeAW
nhM51PWx5jg2bvy5bZrEtA4DsQ/00dR+dBSp9w30Tdtrm+nJXlVkgC0D8s/nm7K1BkJ/irsnAlmY
MabYb/hQCBfqROXVDRix+j0Yd7MxDqe5tYnrzu18YmBae+PqiZaJEA4LbzQoXdI9FOQ6797Nmsl5
ykRaykfp9xCamFulqy/ScV8WWcxZ3InF/+oOchK3k2Lm3gTM6+PRD2FxwYJ5tITX2RREM5vJF4d2
5GagJksasEx96yy+VRSYWWYJq33DYtK3C3tTFktVH51s5ibWig8hWrM0/ai9GqiaoKiu27XCEAdT
CXXvGWKYkWnY6o/ygNjnHuAvcu3WbTgfS0Kmt5i7EV40BWJI9y1hC8QwO+4mg1cX4YMqJUtWUZXs
fqoHqaNSuIs8QiMGvswCXyrjQkPZG0Kapt+zUrQ2NnyZ0MiDHMU4HYpUwFg6UedjHDBZgUIQ0kXr
EMngP1BSNWavaN+YxEO14relzpbq2KvGyRKlRhxhKBrj2Cok82Ljj6QGN34+w6OzjqDzMVopDpXW
CGV6xcL0OgsXymLRpmmWYG96uxaUqM2h5qFliTvJHpMtC04pbdVt1YXVcSCyq2400oW96/D0jRLE
2QtWV/cosQZXw1QCPNAxV3+DnlMeN0Koe8/6480iwH0SYefmXwdOMKxSm1QUCT5aCmlr6QwxGVx8
HtSH7LEOTHafZmVOE1tIkcY9z8UuGGWJpS9l3UZOmIogrgH82Te5zz7PY7XupUaDlWvR887tU/9+
GkV2XVatH2kmTyEoBe5IQcVhMguVkedkztFAcT2NIboc7rSf03c99dZRTm95xDlqj9wfiwMo3Zv9
MDdpeSIqZydtUNzFsHxxFKgUXZXIuUEKFtT7oRzHk4VG02eZz3TvV0JeF7zKbmt3+QD2qUZDMa3t
Y0mrMIuYXebDos34NGhQw6Qz8qY4r1LSHfjQ9au807jHMC8iP4vAaIJrbtwh7hzISsH3qWqnRkwc
wU8R/6VHwhI5NgifFfU+EBsMd75ZmlPOFp5AO0GcpqbnmEY3qkls63fOc+mkcFG2G6+tduscfO/g
GdyXoJhN7yRUGZ8qp2EPkHmDS/eV2fEh9dtdJ8Ogv6aZixO0XOXHRFuj11UU4mOrawtMc11CZ83O
2FlxJbICkps17W4nbsWX2bL+xSDs2vE0Q6lfdyHfGce6+7Sp1Il1RcCx4qbB2VXOJ127NoipA836
SHKWY8DYMY9jXzRHnBHuzUzNVSqIB8/JSXEngWe8FwVGgEm94NQaIJSDb1gkmQ6yHQaLcFAXsnoS
1NfQGesD8HMZ8pmCiqqORI63x9Dy6CQiLN0HWnX1y2i8GdRvTQ7iMNr65U4BYujFpRgL6DMo/STz
sdyP0uS3Mmu6k4eKWuyBhQlxRIfaR1nbG6EIJzu4Kf4SKJ+ebGNduGzblRGkYey9wug7sMu968Qm
aLLIG+rZjyXUhd+pkjrHrBPYG0WgHlpPLBKq737+nowkOLJqgjpPU2QHZhEn+AtN8tx+HRczJgt2
5z3piul+4N4jC2oZg2d6PEyQvN3BAYPxW6dLgmhnqTDqp6o7ObvOKfSrEizxmnxBMGhvJgQ9SU/g
8eK0h5hWOw/0HtJdV3loqyvXy7EkXrMymvQm4lnIWVSBoAIEPWZQ7/2ZWajIi7y+Cz2l7sd6rLyo
Riu8Q2Rhx30F7XfMk0FNwYs4In+Rp+4J42ROtMwawnPgjdsNVT/sO+vsnFLn0TCoez9V7gffZSCo
baa3XmneleX4tuOYcNdDLSB7uEBE2OapvVtmb7kiIGa4YiR9j/T9WzEIUDRkX1F8raMw9277PlTH
Fo4ReIf5dhryZ5YtNfKelTXYz95J4KKiYTHYr3x5FzT9PS9SnZAGqji8NXcFyOxuMYUn47ydjgMT
5a0X9G99I/N9huplXHfDWkOHBu2UDXsPzEnfegU0BSKzHYAPECNzchunYZFDygZ4VTBb72eoLJ5E
bkCoH1ZQOy/a5U7aYNwDn0XiHHNS733Nv3U9l6e2LD+Bgt+56gCDrgKNYCtsYYBD/gG1u2fR+N46
5gTtkny0SSD0+H6qy89wwbfw6g+aNiQpQCSBQTtwr0kxzzDBiu0XWr7k8/BBlkOxZ9U4Jzjlb5ci
b3YKPJIRsP6YwUdssc+Zv6/U0qI8kx3atjUR/JA8Qh/rCzjRACJAmSHq4f8Aje0KKD0VaYQ1idM5
7RJqF8gu5bk4BAiConGx2d2EFOVYE3dOQpE+6d4EsSPFcazdu8EhSwRaCAmwvNFHIDbmiDeFehEr
qwbCSh6hjgFNSuIvHyFIxKBabMPbCXWLI6oQj9Ocmms4TxqlJcMwix7IW/jEd8Xsp7u8yMSeK7CD
EzFA5Btuc3rHGkhcBrbs4tQJ0lj4ZYHWPmaIZ1eTeOrC50a0LAHV4GlSBtSJI3rDbR1+8ZT3wCrn
ic0si2reQ8IFPcgYfEnv84G4IONULdDXLHgIR0wcGrInJhyPg4FrlZWlh8VpzZ7PUwYkuHFONKBX
M4KSoxsYdQLnlh/ZLnhnZ3IcMhz6XtPkq/Bo50UiJSKp+7lPlFuL05Kau3AkaYRWPCJasD1iDAVk
vkh0zAyx3yqfj3QJ7zMNCc+ZpnfeMixXUM7y4x7B6E2xDMVu6qnZtwF7D3mo+etAx/bktIS+CXEK
vBk75VypInf3qKaovQPewLd5U1VPVbEskHj16EdQPbdfJKlrtHsISNLRA1k+APRMDlaHiDD86vMM
koAGRwfLnnUVvNc4We4nkNJAhFgHMdF8uNblBKZoG/CYLJ637+tMJVlfN3oPwFoXNW32cWYgYEYR
AWTI7YgyxuzUSRDoMM7HnByVO0Dmzms/rmK9d5V2zRuAuMoEeDRIyTc20bUuPoQD8OuR1R7oJDwf
Y3VqqO4rt993GOq5U02VxV7fcZ6QnASnaSxGDHb2vI6LFnE/WqQEpuU+pj0oX0oBOgJetElH1LcW
SWxQtTvgOREC0DAs75E2iyIKPdLYSDYuagAZBQH4lFsE/jTLMQuvAM2lc1aBS7CTbh33tvfe5tLe
+qNu9tbU81XXo3HagScDiDDRXnd5FoAfTfjXtSzsUzZaHEdmAd9D5ASzvgIZTfbZl2BM63rBNQSY
w6mPnaqyu3Rpw1ORoQwa12yZXaBNQG/Z2QUOeoR4+hpRmqhcpMxiXxXNOkIg/EMJnuXjME36t7LR
i41LnCdpIho3TJMWnLk96raO7a7AKsWafdUQ75aUXXrlqHaEIUoqHwcG/Zc48KW3Q5+vfjsQCNwc
0pmCUS7NOcK4KQ+RAnM7soNnJvbgGJolIc3VEdFjm8d5XY9+RDmv7tN+Mg+KTH4VzzkTyB9g1Tsk
Uv6UjKnTJL2P2GU/D8H7sVSIMQuT2SvSBs1H6Os0SzwNGfg9EKvRQ4lCBZTiMQRJok7X3ql0LR8P
6TJ5JkpbM+JufN63rBnKKBQqvJlzkj1zd2ifRT/1V5PmYtfkFIUmrwGBji+Xaygg85vUOuqEsA6f
ANPPoNch4ls3F36SzsJGlarlCYkgcrZ5dsckKBkUeFrZukWMLbZOEadk3Btn4C/MV/LKm6T+xLP2
q7GhfcZr8RNCqmmIeaZF7LbBcTVVGDm35OjkHoPYsoJkIrpPD9rpwhuJov1HXhYNTnYcPfcIXvIT
UnP/dlTMw5M6zgEMkBxjCHjPSE2ojkYK4+/9Xs/ACkdBb3Fgttqxx9xxO5pMZVq+B+H8tK+9qfgE
BM20w7kMDdls8aHkJYX3UHh8uQ0sgZ80Q/bO1XRqo34u2ce6sO6NTk0N1TLTv3EmPn5Vc2+ekUXe
+6hrPTYWfBdV0EEUCMO9+MKuGWCC/lsFJrwn1/OXKw5c7jslw/ktmXi1G3tVguAnkzGKrcBpIsaG
wLWnnzDTQa6KHAl3X+klKogdvRi83myMG1SPFDh8bJpHS92C5nvwJDQlBIOcJeFJ3hLIczkL4s4g
hZBChJyf0QiYAAMVJajwJGYUIU5WzaKlZV/Ggb+RnuEo1bheVDqzQd4iHoCB1dFCa1Q+fUjUd20g
Uf8c0gL1yPBpGqcULo40n03aIsltZBFcu2IYH5kT8CsNHxKNWfEsu3aJoHXNY47ENbJtOuvD1DAk
7MLkPdD3S3CfL4gSwmrII4j9VhCt8DzytmGsS/TSDLHoQ6c7CGrTr2Fu7X1qQh/cqeRz17phmHjB
lO+p1nQnCjLvIbsiQW0S6OlaBHO+d2nr4UPMw87l/L2x5git0SEuQY7lCvb/qPuSLjl1tM1fpDqI
QYItEHPkPNobTjpta2ASIJDg1/cTVdWn+6tF99fLXtrHN28GAeJ9n7E5djYMkdlos4+E1juh3SMK
n/Hi99EhiOfrQnjR++ZxxPCDerL4aK39ufbbXES+Cy9Abt2tGodNuU/wbUFXPhW9S0WJxuBuLVKd
zG8ypUc9QJ4/pSuOY6fp680rpFvlC0qpcUWfBqI5DBCgO4whK5/uRxGkLo8DgF5H2i1ovW/YZC1W
0akCE9XUJECTDUObXr3hTij7DYj5o5owcudhbzMIwsTQViWFKSHbg8Sq5aEPHF1OsccI8SD7YKoR
ElTz9rJJM9cnFen0r7Byced+9lWxpQmgzmpgeVZP5TaO2AM7fpkTP+VO1R+ui1WJyqVjmzlVoALv
EpvoV42OGpt7BZdxUc5Re5XArFYfnr0npVF+rxL+TnR9qjf3OW0Lu8QbTNWo35quZafcVPhetLld
YpYr2j5MeI2C8Ghyg76Uq0aYTREFVpaInTimqc7QKL7+WW12F4XVBbf+eyebw+LkdexrlRPSVftq
6vtCJi0GaP9cDVFX8CZAoMP4ErXTmIPZ+KpbPWBRYY9tjy8t9vHLtGUnKnV3U9EQDEHoUZ1sxYqt
Ygk2wOWCOb25ly371Zv0oL1uSpnF+hAM+nkYyKtNZpxY9Z1LW9h/TA1kLNs+BrmeeI10h4necqK6
3+hm64G0yPnap9keCxJoNk1DjOpNW6zBjMoLZGMfhra/TDhwdsEYtehZGwV2BAzygahQ77KunyQV
aR4PzOxFCnxu33VscufMuG9UwaOMCHhvsFPUG7yU0+rKm5GdNbJSm9iqPFMAeqoAFzS0dc455mhD
PyadvQgjbiZGEb4jXauIAQzfLVtin+ee6MsSIYJctThbuoTVX6Y1CllbEr0dZaLjGuWzSZQhsFl2
frsAPNEfALf79S9yQYbsba109d1HyooSw+ok792EXSOvYZJeLiNQ2hm7c4YrvuJluO4pb8VvTYza
9jzu+/kx7hS3Xw0kbl2ZdFtDLqj2BVqRL2Pv7YGMGhdAJFSSwmpsRVDsBFW/CzBxm1O9+Ldxcs+d
JI+ohX8HjF/0o6bHuBnrkjopS7zl8Lsn6as0C8uXivN9MGvzieEn3UMq9I4Rsd5PI5BG9J09c0KA
2cXBeNeQ6SoXkTwytzbRASZnJMllyUDyqsVrDtVKM6xzAkO49zHNdnPogg9AuHjiwszFBa0k00fR
VuNVJ3FzGiL0CwGoEfpZ8O72+WT4U+BSmryvM9ChrOH2OVmmvsIJFWfwd08EQVO1mE+B1A0S5DSm
TYSZ4OKMkxqOccs+bLii1nyuKxmeM/QUvwWq+gPQebmvuOfnykRJXDRLECI9X4i52xks9NiTuACW
G7jPNDAQCeEwfObRPO9FZM3JIGAC31Ej9oBn9P2G0tln3o3zs3ZDsp8SlG/V4fi9tno+IRJY/qhw
3oNVJMTge69Hm08mADQd1El6gK9RPDTGnodmXAHvDoD1tYVfDBbrvr1XQkW5S2Djw8MI8dY81T9A
LW8HPkNTKTfXlXRqkHGx9D9wPvozwY50bPHGyskqhMbTbsUV4uyQFQvqknK4GYKHToisGBWFdlZS
QApI1OnQCLiq85bNZr9AMXqqEnzLKGR1VdGunL11gL/fh7nTe5NWw26UGHxp02LoSKeuGChATIsP
BBqx6Qod9qpcVLjVpc6mFDeodOcIb7gyjLp4L/kM3MJwkEKkbbouF6Gw3U4rT6GaMg670sKuSbW0
P7za5pdh8F+D7+2OiCp5mqNsxQS0ilfvlCxwiz03nW+uEQxPz7ppNc0zY5NihMriMEH++tt535wj
yUPcVbh1N1RkozoSyK7z2YKSZ9XtZyXE34lt8mK63nwRvPty2S/+Sqb5ewEA+lS15K7m3YXEASaw
zNYYBvtsls8xDul9ADKkbCyo+rTFrlQzGyCysQ+hSUTfYk9LT/W7oMPmAJrqCJasZD3AsqDvQ7Hx
dwsVUb4MtSn5KmegYqlG0h6QeHxq9ek7YB8w3iIpl2QUKbn1n1a2dKcgUjzFk3tdNx8cDRvZk0Ix
4CG0W/bbVf3wgXJRciEJKqX6BtarNmMREAmApsZwgopHjIUXPkbsF2HCP/HaBYWoiHoDs5Ds5YJy
L9H3FrrAhgIeDRmaN+fxOavSAUegjf+O4ZDC7DeshZ6SuIxC4k4Yj9KyxajynmyLuZ+TrctT0/hC
Zn18kMuiSmvYjWSw9dvAljqn3bh8yiXaDkvm+zKC/KlIjWzv+CCXa03H+nlthpcQMd+H2TJdJMhD
2rEIyZgEA97PLmr1A75t95yyIXp1k67x2cJ0eVtA5MQFkpMIv4cvGQb5UQEAAxOVm37Bgg4zrm/w
Wt+weURh/83qGevyaJBYOixwFZVMNSP2PyzKZawllo0+CrO8XePRlzpapm/IJ9OgIGPF7p0ZPHAa
Q8wvH5HmowszdY9XVAdcXrbf6xCGIyjNLHw2S4+Gmaw1tC077WvANYnRp3kBZAo6T+wSRJruK3TV
gX5bqocG+PCuCjErJXQipwxN2nPBU6V+LKHJogsZYCfMHbiTtnRNXO8bP7AnU/sVDxQfgELy8E7h
c7cnh4KSC1qJ50O99bzDk5TOh26l4g2vKVIq1zV5G4F7XZNheAejsT5TdJmUAcnwrmpT+6Z7xPgH
bCZ3SRTrvUbaRZgPak73UYhkKt9OHG/T9deK8vnCcqvxrGfb1Rjn88it0SFpxm0fpdNaULO6PEQR
QY4Frc9D1J6e6gZzVLolWDcqMKadmenLhIte1C3hD8CS4x3Xi92D+lTHOHNRHicSxHVQkR2eYF7O
Y/vhU62+A9zlCh14AMikg2y7WXhdumTbTm2FGoewz5ATCH8kRZX8ESQdAMauijAiivkItIaVHgMR
epwroKJLpvaKNGmhqV4+DWIG75iKg3OztR6VdxkpQqxPZUbq+qgy7HBbV2OHExwA11KlT1BCbUXM
F3UFcyDvkCbFy6Za1o9JBmhsTNl0g1DT/pMvLMO1n78xVyFRUbH+Uyc3gXaT2ofUbPQe62XyV8vV
Fp1iSQl9tT1Cd4GbkM3p10z7FUf2/K4d57sulazPHe6EA5xGFg9d+tqkAaDYtP0RtZzu19W3B7Wy
3yCyutJhzct9xkyRrT3i1NYWsjAiX+Oku9FMQ3oY037+nCeBfRLE8KUJMRZvFi8csHv6VUY+A6Pa
ADVrG0SvUp36HFHD5DCppDlNGsm2ZeJdj9WEdqifMFFRpwi8w7gzzie/bfqtAUyylQNtBdZMNhyR
Q78+rtBJ0nyVdhnwIfS0iw0A6h2VCciPzYxNVSx1153mqjU/vZ1awDgQ4Kgdt8HdosYNlmjfwgR9
g9qu7bxBFeGdw5NG5SfSH6aTnSYEVKH9uXpAMCL20HFenxIAP6fATPbd1DM+ZLg5u+2wkCnk2sQb
y9tBhEHJBJb8v1qLVByzOU3EwaWG4iXbV0t8Q7Tiwi69u8xRJC82Ff5346YMwNNQR6cU91FfoImr
zY2YV7yVfPo3CMT61stEFRGMAWda0RtfbeP4pNBOOOcD0cGnhSiu2tmhEV993QJE70X40MU8eJJR
W+1Gm9X9ZUWaHGowzPacMYcsGijDvMupkajvxKIZ5sgb4jhgJzDxSBzDw4J0Cnn0uEU/2VjJ7zp2
Zoca5DoH+f8lufxeOQUWvQqpHzkSHvMpYnh1h2ImOBNnkStN/NmNqcWSppLhEK4uvIi6zt66WFd9
gXrI5EdHTfoobTu5i5EmPi/9Fl+qhmAjki3/FbUdQNpWJEdP9Ip1fpntncMJU+eNjCF7HcbwGKDl
5mAbAZIiGiTB19OzDz5MQYFhwoliaabqhQ7cvkZRTR4DFKgfxlDUNl+71nYg2fl2mqSw5YZrJ/Oa
dDM6Xm5QENImoPfvyQJwNbXYmzj+fY9D8CRgCWkB4zXZZUypLMbG0bGIMWp9KF2lBmQKbx+6Cc2o
DCGYdcHqdRRHT/tO4cnO3IWabivhjii78JbBBOTykCogJ4c4Rn5VbsDqRrutRpxRPqC45J3r21Ql
bmwf9hp+HBt8jwMLEcC7CoJW9jTE18ZWFmIeWuYe7niGOqMC4ZL1IZ71QyDVumu6dCkrkTZI4txu
GLc0LykcqHVO0o5uiJZv06ctE7O4BwJGLhNHphAA1yR6mZ1Qh7BtR4z3KpiLuZ3bV6S9AiblcSz3
gCF92U/Y2HDWCMNzvJGz7QH6ADzoqJ5cc+j5NqAUfBj2RgVJh9nD+jd0PUULFptkXUFTDOrMw6hZ
DxFIRDDjnejOtgLLmLftGsKl0mQvywJmTQ639taR4ogq0w0vNYPDZirh2o3Asw8gRUTYn/ouZuMe
9sqUPi9zOP8i3aietGeILMBmyG9DoIWLZ3WReugV5qGp7rcdAWsA9RJBylsxVl3oinWwm8Q8YORO
bxB06RBkgffT9kyQgnxkGfE2TxqBq7+snYP4JggPg17ZKcTi5PZNxFyu+2gooRXCU9ZoYmvABlZg
R5/V/bRAKhAMqjpMtcXnQqrgHbp2P2rnkh8t6tBkvnKHNYxIccSosl1k1oqgiBsUypV69kqDceos
ngSgJiLaws+NrhpFhdFdSgCs4bZHCaNL1P2AjQabKN4lAD0WPiAeJJmBsGG8LyYWPbMWccEdPss7
r1izr0EN7CEbgOYERvKnNtjkfnPR71YxC+zXSvBK/VQaP8n9jLszkumLTml19OjvyuMIaiyz2f1g
x2/uA2wDpn2BW1y9GQy7TzoCJRfQaH4O4xRcvawZvM+0HQgSAkXj1jMWXlAVpJ+ZP7cCLNIOewAQ
PiReWw/RIFtiaDBgnYnjY+YTCJQaOUK60qSLoqUaeOWeHVX4mwRm7vg0dz1xb96Na/3xr79p5Qq4
i0510L2JLBiWxxhq6r7JPcZN4IdDA/1QGNT40WSZIEMljbopF2ufjTuwWewPjVGTUsiqWqBh2lrA
5idz00RRNej+vCZ4HnM0pkANBbsLfpN5igf/E892NPwi0kMZxDgxP1CbS0bYl1vp3wgelumegB7y
hUM8e3Ixy4STbosMqy7/0pM0MDzFx2nGRFByP0CNsQTNBGaBJrqD2wWEFsPLosbi+Ex1jXAB11Wp
LaJ/ipFQPbp0h1YYCfHaTZ6362gKFVnLyYivAO0c84mAWB4eWryTwoeKcAkubdah+TEThpfWYHEZ
IE8KgEGnrcdtu4U3ZFx0UJpPLMiRZyCuzqLbtMdADsyD+uwoIoJTVGSW48/8PnKmBU1i7LxDZhXg
P6gWw/tqHoNnyfCGhEJMuhOWhI7mhg/imyIs4xXb5J0FqwIiaK61240jCyGTg2XmEE1d8GlUmD1P
zqp7hX7qssLY8tqrvj7FCSbcBU3l93TyqiAS43VqVPPH+LiuMcNSu6A8AuN4i1SLk1rMuocaIP5y
c1L/6jHZvqFpCiv6hBp2HLUd6BHwYlv8y+lQP1ZL1TzEPBYY+VZ9qXXo7tkCd5VNrf8QrtubKqVz
3iPWFZklGpdqmMmz7OvHjTDQ/Zzq4YR9ZwNyK6x5Dyn9tC3AYRX74bpYIMJ+jaMHWxGcjysFMqTH
T3gPqgNf2vTVRUtcEr7Ur6tz7B1kd7jD0hlDkcLNUWGq/DnD2bBrGCYXa2jSlzg5p2toU2iYQqbO
SpH+rvVY3FWfPdeSB+AOoEBLvR1/AKH9aua5vQx1U18bPNk/ZCufUkx2V0hUP6dKbGIXY8Yrpi1s
kFoY3ILJII9jqudwTWJIC+Ybep2ZC2s0Sowg0d4nSxNeddiOhQyyKShRpeD/Zbb9t0/p35L3/zBE
/ccf/zv+qP+e0eX/IxdVeEuI+z84W740DoDJfv0X69U//6N/eVt48g8K+JJRmlIWB9DM/09vC4O3
BdluHMF4NArS5BZd8G9vS0z/EQBGgsMppAw66Jvt5d/eloj9g3GA/fjLLIspfuL/i7fln3F3/0vl
zLI0xm+QYcuElwa0ELt5X/43lXPUSopw5vAmsYudyHm92lMMSvA6dADpEQ6G8TmAxWGnHbbL+qYC
SQfHd7GrspJJFr7hMPQ7wZFclXnULU9BKxi8JzVQiQY4/uc6h/oD/8Y9cCK248aG4IcOsvCXcJqh
72FtobGgtljErYJJiOb/YhEI6T9LYP7Lh+TwytCYhSF03kH8n5J96H0CvmlPD6GDcoaqybzh4vL5
4nlVQcgVQFBUwUi0lqxidtk3psLM33U7v63N93QLq+jnIHqa080dkK3I3zO5iReYA6YZ+IeLAPMl
Mt3HoRJPss/Cowuj5SmtkVQGWCIZaYm9Q0JysvkFOLJnv6oKIi/ovsxSwId7haASyGLV4YKEYMxb
Of5isbdH34oIrvI4/fLNTbVErKN0vwy3Pgd2I75mbGT6nIFt2xLoKwpG2+6Pj1P11/YQgJysaOmI
dhcx9oDNACjHFvTayLPmirAXgYpb6Dg7RBzhwK5D8xBhuLPoNzTDdwaK6KXuWYRyQDrIbxzq2Sek
W92ON6stobrOwKZbkcComcSzQAJYvdDSxAkcsG6ZPuPGhXpfN5uZIH3RE8TZFRIVNs8hOXMa8NYK
XriADj5DsBHGM6Srt+ld2vvuxDEaI0UgwPtuhr0HFkALbcRKjnWPYP81rftDBaxm3waB/psaR3bd
LKv7tNLgU2MRztdkBmAT2oiU8Mj4O5pV5rXhiuzdFozHuqrrR9c3qqynpdsP/RJByeP8D5uoJshX
v7S/PYa+z60SFCGnc3y3LBBDrToa3mN02O2jBLSvrfSNrdoEwJ4g5TkwymCv4uTGMI9m+I19MXkA
yH1DmsUC3lYYBdyvF2VDZkBoOhjPBJ6zezNPqMdGSGiZzqHdI71x+rJpVpp5vM+CcQej5lZ0reuP
XeSnE0uDAUlRYQSFx+BLiHdR9WrEb5xEUHfyvoZkhoq9RFLnpSMtAGOY1E7Iv6bvaZrCKQx946FX
0GbqJmh/1rHlTxOmmL83UUMDjcSqXswmUT49qRWzmoptaei6XEH2pfO564P1B68totE2aOhyhTUZ
EvIEi30UVUiN7QROgm09bXH4baOluo4CfDiehF8DHtyctciFiKBNKOLl1h1MYKtjJP0TpfZOalQp
UJQtJwsAkgSQVDKJ4UEs9c6g7AlD0awfXQppFvNdchk84FzBxoOU1RkK92czxQZs0/YbOvcT+EkI
7s18BYje7pG1WMCCBZ4yxPC+DsuHCynkmOH32OiwjALxh9AXhEvcbxB5to3pcmDGT75R771dX0c2
nisVvRIhX2rVPodyOGrg8FnUlql2BzaruwiW6KoC84nZBFUvFg9T3SFsSYyvXTd+Ee3eR8yaOcfD
nt8owlpQ4EpvaPEp4Vb7JaP4VdbhzxXg1B0jrH8gI4QeKrHRI2Dv36sUIM+s9/fGkmu9Qr8MUoRO
YKQcZufxTwtA8Ra2dDZwToEehdJ8m8DwN9NrkHU7nEgFAmlxE87QS8QmvVrVYCTX42u8NleoYpDI
7HfQ3eViS47B4HLQHDkuqlTIcbMRtDbRd8MAIRPD7N0cSXkCz1Ifu7R7jesqOaONC9y51MN3hCih
Urei3nuaQO29PlDbfxIt0z8kg06UjclZO/eKtQphHontX2iy7MKuER9QemGZXLIiAus+NPK8YAmL
9YfrrT0wOu96hoyfGgcmsrmAXv1Mlu7W8CQKUes/XYgquRb1gTbD8W7Z/eoa7BoKhDHoXX4j69J7
qeSrjmJM7HX3u6rx8z06c3ITVneWz3lsIW/Vs3vm0D9ApHi4be23SRAmT3VuFqhMZQA5e/CAnJg7
bsZ8TRdM6w25W5hbdqsyT/hySz+mRyDzZh94LsGOTc92A/CNBgREfE1w+8gdendBlVfbicTqbkA8
etLTIlHpUPDMw0Q3bPchTiqn+6cQshVscxBihdDzAZ37FIp9hsbcxRm+KzVGH9oiFyrrnmbZQqlL
n+gM0XqQ6vPIIOAFCH3VBDp3lLHcMm1ABAkP+bFWDzoiD3ioX8hkcsXx0wRjE+SVKGhoXN53cOWk
HjrpLWx3dkkg052aXBnz4Jblasj8w7juvoIzBuT7l41U4Vbvi0pmyMRAXvWWTgS2kOkA2+QdXbnF
7cqexTxfGoj9oMfBboRA+6i7UiDxWgLSlu3yBNEy3mo9BI583U0SMdCij05OOKhtofMOIFahvMmb
yu467482eQstNiSsvSBD/ZztknHwOWSS1dHS8erb5A5Zy/oQmz94vmTpQRAWW+Q5ktrnrkiErtGC
2tIr8laGQq+35bXzYHddXNbBtNq8D4Puseutf91SRs4di58hchJ51sbQWsH2km86WsFNNP+0OODu
IehuCZIAr0GOm1XY9Kg38JdTD3Wmx2RxVkG3HhaPZqZpXnc2+jKoZyrXeMHanRFWwPfKC8AbNbLS
yR0XK8GNAzQRwZTdfgFe80KAud+cGX77Wvj8XPXtO7XsYYva6N3zxqfXtUrf0n4CWNyg5Bf6AcbP
KaRmDTJIp0zvEUkJWkb7uzS62gGxztBFIOgEZCtRj21we6ZDdJeu97FoStfRd074W7wOxbbUKUSm
+kfYSofTT9Z7lC5CH+i79sE2PYjlaPrJ2fi4eWiROmSxrZAVCOjC9EaPnNr3dKgy3Ij6C/YXnFph
Cv20+T1Q2NtQ6bHk4FSGfEwgquMm/r10/K1fEUxuErOUk2l+wQJSZJagZxMCjWJCehKUqAI3FDY/
jJQvswhPhrBjN6hHZP2+SC3fmkldKhIXEKgCF+4ePU+a+258mSFwaDyiflo0+VaIepLd6zogGRO6
1B53SnaAKvNcQ32J99hw1mkEhXiVvOE3/pHNuGZVD9Qq2NfOSlyb4BO5jWWtAGTU9q+uzF1mhzMM
PAek9//wWj0bQvCx0h3VSXKohH2O+sZA+jnEhTTqp0ybCQsvUHBG+Fnw9UIhXZ9a6O+MxZ2/khbk
ZBAcBwkVxLjRwgSy3AAniptAvW+TAl6r6wQDRgk72lYY3KioQTgpD2H0oIerTmeXLzjB2AAFF8Oo
D3B8fAyhbx0BThQrNBRICRvnkmjIfMzqo531L7B2hUXoKoP/IdtDT3+5iY3UzKACSUAV61k9g2Za
SpU6cwwqgd8aPMUyQeIaugXGHNggwCLH+xhymnxGF2UBOY849FS/+WSA7LQZ9/NMdy6Zd3RCx1fa
VxB+hnQC4CqiPJhoeFQQxBYhhu1du8pPS81BNs2ZNN0Tcvo5uH/UccyW/8xGACWjlyVboyYXBkVh
BONFuTA17GE7x0VW4lddmSRnDU5KSkOUhkK8ztPgHVEeT9W23dE4cWXPh6yA5ATXfqj+eIMy8HZ9
6oH852bk5NAQDaNAiAvscSbqMsHZJNfus53QZOsiDOC4ty40Waf3FqPbUYj0VCmFzsdxhKIaqlEQ
3sW8yb/oArqBJON7TeZHw8P3OE6PouqKSow4OcK6sLebktVAFKSDNTfjDx4UW9/L+rQSlBOFSYC0
AgZmEaxO6DHbBmGQFQHwO7BKnch1w9q8B38DdBwmob4an+AlfNdWHgMc1EgdKRI2wOQE4lPwD7hi
BxxtS3SQoQdh30Mx4us3jghwlMV4ZNzgRqWrfUfQ9V0cOoDs2xECjw8mtqJtk8dwzo5q8G/OQ4ik
yaG3CdRNaDOY9H6ZEE6GdPzLtvgL0vn/DBMAdwFuErPZJazsj2jCmAO71GWLoLudEmgGhgEg/pRM
X2audnzE77AMEGvM4/oT3jPAJ3r7wu/6lTrxGU/B/aAkTER93OZhRAB0dsuvtG2eohVasCnxJcGR
WWqW3HQribCQoAKmEzxUZwKgsEL7lo3pVQWoUNIDlOD+2k1IHIkH8dpBSHhALKTPa5SDyXEcchev
d1osJjfQHQjAuRim54K1OFwFTLLRM6Sv55GzkjJIlmY9Q/DHahw7kPXioNevUW3nAnR8uSXRXxrA
2dQuVzisdkDsXiFLX3cgZw5Rr97HaHxualjhFI7c+YaPT4hei4ndu9ovh1n38hU1h0FXTlBcgZhn
WX90GZ7rHNplLIxt+plxRMRTOdcHANxu3y9hduqShT0NGLt3o+djU1Q99SckunaQDfF2j3pmxF9M
W/QHmpHwI+0lGGnq+HbsenG8FT3hDAH6rz0YLuqD6kFPMYIRCHLuUNc1BeQs46z6ThoWfQbJAl4Q
YwY4dGMq9YiNioqi8wO22AlyqaLpVg5XZJpEr0AGsc6BoYJJzdPoT41NA2eGok2OqWH86xgILxz1
ILixn9NTH5Nh54yhfp8MI3nw49L87iHzuIASIUdCU+S/L9qdwFDORzhdyD2fWQy1eFeDzoLO4Rko
SrSH8gljYz907FNBI4HoNwbpfUtRmsugrN132QRDDE+H3wnO+msf6C5BYFRYvbFxWL7DrVrPqa3N
JwsZg9pggyw5aFYPe1Kw1IXkHASfo90xVF31om2f7lVGouMM5/Xv0G+w6MAwU5M8Iq5NjypoFQ60
DI3t0P/5vxYR/w/g58M85BX0lKvbwWPUHtYY3W447kb2u5pj/4hxYr4RrDK+F2RD2CT2luTsa4XT
CiLeV1sz2KIos0cbZvG7Gwj96iNcfCi2/2xdxl+2brM70GtQZA1e3Fs0ODWyfk9VYPLBquDgp8kQ
GJL7cBf1sr8jGQyjI2x92LBgrdfTdAMXCIwyCRhvTBeMvFih4e2vhtoVFMsl9BcdJMuVmUN5qHg0
vt3EAX/ctiw/NfPRaUzaZT+2K0bmeCB32wyZUVDNeBVWzp5lRvu9gAstz7DkH+CWkl8NTnTI89mK
eW1bGn5cUl4/1hPXJ9on0wUMtt8j7js5jS6Bqogaf3RpVeV4bvqPQbTuCxrbj8njvgclLbBLHboR
IYH5LJj6FUQa56qZMlljW5phqY2DCmkF9QgWzy9Iu/NgFL9j2etL3MfO5SbC0BhwGpc65DzXka4e
WTBvN2WnOS/TMtwNMavLFAs/fm3/qlnHDiOFyZOLdATvlNwPEXa5foJsGNXm93BWIZO2Jo4fJ5jX
Lj1z/X6bpu0XiUlT0hicfb9QD22zbp5Qylj90GESnSBiAk0KxfLzVNH2Dib5Ffuy5vItw/GBFH8F
44dF02ZQrAzJ+/E6cexePEGlvQNOH6FZfY9ch66UyQgDX0jQUsZV+KdVif6BFSL9PQtwAmvlEHRp
4iEfEOD/Ua+heK0cBwVaJ/whtg5tM2mgdiayECos8PBv4dgQnAx0wFwj6nPV/Q/qzmPLbWVL00+E
u+DNFJY2yfRSTrBk4b3H09dH3eoqHbYodtWsJ2egtU4GAUTs2OY3RXISjYyoPWud37Zz+q5afXnO
8K05GZEW0fPHO1GtjOkx66bxEBvr+pFJ3HR6PGiPsWQC9MqkZa+OF75Ltawf3A8qmbFZ6vilqMOF
84LfhKzlybEG4ynD6K7K70NXk0KSsx5QXijPmlWrDsMi+fXCNbBjua/3F2b5i2h03DJUel2HBEEk
OOMq1I6uqbIPChskqdiNe6qVZGsZtX6y9BiSdI4lSKGpsWOuovxSA1PexGGVghXROg8b1XQzLOYA
t6AZKqcXJaB245IBrRJEr7vg3CODP91XfQgsE0KMaYg4npnhuocyi7ugJoR7Q+5P9VQ868jPBFaI
dqaBw5wjJ3RxWgSGn1ejGx0Z1gxYN02jMr6QllQgqp/idcWJHCzPvkVg7LWeRRVoBTzddCzj53Uw
ISbIOgmkCXDPYAhHA0FfpJdQEFGpsCoQW+B8NOMsiELz2JYVsMM2yj5lPfAEv0wr4zhwLv0qbkCQ
Fv0gPFTAruKNDGUOwlIfc7oNjJyZ2Ed7lL87EbhHK/THpQJJZPfNwuhOg+TDNLsteyxequw1CfNO
tRfLyk+NtpQzM/hLLahwIGWjpIE9UAFSwatUpGZr6i9FvcKhNFTDjVNwxgbUiFNOdqLZEj/RaRWp
62zLonI226qBiJ6R/+jz0nhGWOU7KDP1N2mtpa0SI8lBi7M6obPCpSC0jjTK2UOZAY8GFyq9m30/
nMusJUSFVLNHzF41f9DTz0leSPE+U9fwGcXRMkBZrvskF4LyTUhEPajaZNlKUPm/zlkRfpvkWv46
JKL8XJuJsNOZLwNFRA4zt03BgpWv05+t/SZP5jfDYgYHkIGITM+jZYdPknkc1IGaMmkmhuELI/kP
M4+qLx2Yva+hRDvTS8O83YxWVIFcSfqQWu8CIIuz3HrJC2H1+9noEuQQZ4vWkoH+h9saIGu8cRmo
3HKmp1vVQpEbOHpXk9Qn0eBRAyvPpjxPwSQs2jmGV/PCFIIkoAEvfCiHBMVEg8SR2baFER3t7HTT
jpH1pjeZgWm0IvkrDXLYB0MzEzDqetytGhNeaqYY7Y0OMIfsjTRs9tNqtpt5AEiZAzIIwCCoH2Gf
yZ9VYRwC3na5UyHiokMAfYVOo74U3yMJYNNcSuFpqlP1TSBBOWloqUh2wt93MMo0t12VEuSlulZe
u4b+sW9BP3qpcwbWU5w0lVOsKXDkFJYRIzunATsYSKWkbmF2Ee6XWmufmzwfEfrUIZTCbVxO7VoL
x6TEUCNSYpm+1Vo9J3NdoT4yR/LDgMLVOVoK2S0no8ucCNldp85zOCyzJZSWrSBC8tIIlrAVxXx4
lZde2C4zEck2aad+MtPhezQusMiHyqJ7DNYBCrZ+EATZAZ4Hgac8h1FUI0Ihrp5VrZQTUt0FzbCJ
ZnVmwF0JGS34UHzI9NrYq7MI4BNtnvbQtJK8h+Uq8kUl4JrsicoRm1l1xZQOEBHsezTUtKQrSTkq
2ty+dHVTv1YQWTQnFqZ1t/a044A4JYInZXSzzAGYHTpeKngYIzRossWj7JdTtQJFgmhvqeRXZauR
2K4ZU3yaw68UdeF+1MdqT4HZ+jJSMc+TJUi7Geq2RGND0R5pn1U7pVYWgG8qmj0WTJe8R4bDRVcH
aGVXsCsUepNx3RjPURVG5PxCMrzUlaK/t5WgBwPP9KZNWrnppxk/omVQXHS/4i/hGgvCsZpgdh41
0FgrkjTpJyDqpRdbTevGOSMo6NqJdUkwQAOPxBD0UpNBDhQ63vPbMDT6iRJDKo+LrMmKG67Lmnlr
Hc5+MRF1TmrSVifgKABulazM0FUQqvZzV2npt6Yxc0r5Mo73yQV7J6eC+TjkIODyri6/rWld/izg
m/ikIsMrNtScidxSP4/dkIyMAav8uQP3iHNUYWybSKITCwRCOKJGk586RtgPoVoJ205LoW8kanyq
NBRkGxAsdisiupblYn2iy8TO6i35S2Kmchnk/UKSJ6ta72XROL7SFusyUNFR50VlpjiwNlWP+rDw
AdfG24SotM/IeV7ZH9+7UicxoLsUhKnVPwm91b+s3UjzZYZX/VgQamJXWhW2ArT78tFE7eQg0rl0
pZKEeaxaqJRdUX5nitAEU7kgT6Hl0uIJg8DZ6ZrBEm21nYpDDjUPKuHw2A50vyRtyl96iO0e4hj4
58A3vcARlNxDUKB6jbPB8Al2bYDNS+MmyMR3rtZH0VcszOTckxOuB2lsvEGna1RdcDx8V4WSrMYY
cmLG3/eCeNateX3oRUP2pViWwbDrwxEhHYon1ejA/4q5Rq7WVCRTU3sOQ6B4qbi+WIn10qbh/FQY
deFBqcMUkp8Ke3vmUPkRbNhX4De6TlExTQPi7kVLbg2GtYXYZwrbdWUiipoFBLDKrJ9aLj8ILkbr
5mZUfhSJ2X0QZKaDqi/rUUxDZR9T1xySUl1fI1mp7d7Q648sbuVPKARCfWMG+DVPK+kF48XvUDPo
0lZx6Ne0VA6yygwNmJaSjw5fYnWGsRj3oH+K04hK1hf0vDarYs47ueW35lk1QNAfu2ZLR3o+66Wp
9g4gy0u21SQQIuM2LQ4hFdaKEs451UQikFrU+0I04MqBZe09rrH6m1Dq4ytRiGYHJWpAaUV2Ja/7
RTIrV1Sikvaf8j3LlxwqPj45TEcypS2cdl4S8IFJ7+to/WQ2yUr1JrSq9EMHaQf6mUkdJheLT3k7
HdsVsm560ekCkYm2USvvcyNt2Sb6u6K2xkZQRsVfMik8J1NTk/kmahg0iiD0jqGJxcOAGAxwT+Eh
Txr9W6SLXxCZjN+sir5XCyxNK9BZ0eD7uJRczNgzi1ypi9+rbEC0wkQqDXQloDpb52PT+4aXma4k
XWatiCC5zDe0AVAWyVYQ5n3qGOOwVcSqBdZWHqdcAngqCE9j1yr7MaMfR/k72bizU78P0glC5PJe
psxTZhIvwM88tsHQ1IVZzqse2sBoJ/15lqNtrYC6ZCK/UomuThWnrmwUr1HYvjb5CrtXXcQtScZu
UQBxjf3lt+e98Bil5ilP64cJMh0924NSiR9hWe7NRrRnOd/OkvWUzuVjOkFASdeCV6FAFrHCx2ho
jTdJWXO0aMbQiUxhhoGgb1MyT90Wp1l8J+2EniuAxy77p0mHEzVqgui3wvxCsUFZn1eBjuiwkxt6
8Q1WULNb0wWkrKy3I9BDUsGv4GEvVMvIMhxhTqqgU7UitysS39qnF7bsZkFpgf939ftE6AvWWKud
NTGVdyvJeieKV8A7VnlpNdXTEwx+rbjwGZmCwmCmmd1lClDWJX3pFpiMtOLD9DDrU0lzYyq2faUx
BjbN4oMhNzV13rV+g623S4uCCfysPuAOmwNgXOqNRd022KUi/0zrmYcQq9CwqxXGwqQIRMkuzh8B
aKgPlKQ0e1trgeSqh+vDSCwMZqOAmLuO7+kAhwdWduiuWU8rn8p8K89x+CY2uuTrk8XkEDw1RQMK
cWjYyGgb2IgGT77UlVxSwP3qx6gCtr0RZUZWbdNmvKSK4doEYDc109WbFQuevX6ZzzpSNPW0l8W+
fTVNZQXwvWb7RemWA9UiphULXdGSUjm3hXgaPlnMD79nVUx/bGmi/kNctOoJjP7MzEiCd4uo0p5W
cCm6mlahgbSidMWxiMujKOAfABi/O3BVT68w8dpDBwDniy4MHT0+sgzL0aS++97U/bybUz1+R6i3
288guRj4Lom2tRg2B2h2jApsZZ1qc0xA4te5GIEcBBRTOLB4uG/XJM+xLCProMGyTNIzvbfxdSjH
dKWwLnTF61SrPCyzJFRe1M9yuENNQYAsvKpt4TPHL6ELM4x9BpKZQusw1KNhThlD/0zYCgv8SdWY
pSdmhw3thHJF+TyB4qrL4MAnNSp2oZjUubMoEqzgTEupqha8ILNMNd+02FhKm6FkxYkp4+otx9DN
HysC8dg05aM0S5IG8Rw1FHm1pCMJo7qlcS1g3BtVkBStSiRBi8Wltfwix+mJ7m0FOkgFRJBb6Jzr
cAh2Ym285JgBmY4WR+lDS126B9We+MjQMYeiuk2WXuWChW+mh5nxU26z5LzmGkapFB7KSRk4gA4G
KQP7Uc/3RiklzIv65pRCCX1n6DZeuCWCq2eJ7HBj83wMFhn/83jJpI6PIzhkGTZeIwCTnpaXUhuq
Vx0Rsc0CqsI2LbP3V10LH0QpRLssfozl6kMpk3et0elKmDFmg5o4PhfSWm1EctdP6lrJ51zGQ5Hc
a/zoYkGGwJcKh7rsEMREqk536trKz4AIk+cFnOkjwMmvckLXDps59HG5ZjRRRXsD/ieMvZRpl6CX
1ZNEqvlUlpl+btTMcA3IFIYDC8n6Nl0oIOlSjcy/UVstF2KY0IjCT8gIgNi1NH4rqEJ9woGyjVpV
dLKowFcW6dmY8aikH62uioEgwNqrh4LSpW6lr7UQImgzatpBZGawg9xZPixFY24ZFUY+ZNKvcVg/
56FYwa+gXqS7yhrNZS/BleH5ESsgfKGIrLZm4bWS9bPL1vUllWMZHTRcH+qm2wtGnntU4MsR4aT0
RNfYfGF0Dk7VHIbHhanOMckz2p/hiuvrwGTMjsXMelYEo1HtwUitLxT4lE8N1S/0wUJ/nOWSnhMK
Bi0SVimFpWEu5SaeMhP6l6n9YPtfqC29+tZFZbShyI9pNQmWTz26sdJk3QxagSiNWemGPwpAsxWr
ZLiW1xiqNzHjIK1vQeib6Ck/lFYfoiM46I/ieJlhUtjBIi0SA+MRJZ1QwcdF2JEGmeZfLkXaliaW
dC5KszoPaTw8wPKtjukUKxNEUob86FpLW2p8JgxTRrMqb7qfhZjE74OgLYnNG0RfyZoE06vy4nWl
8/VON47WWVOph4iSEqG7uvGqCXhQHtFWYdhpoIaR96d0gnRRQ2B2zB4eVNiotdsCY7ZXOcPbea0w
NrRyJpJyS5S1DIjacAwflAXJv6bvgfwVJZ6AGZJowEEKBhUyidy0NiirNNajEqsoNVq58lTV2XJE
29hwptps3ozJa8AmOGHdn/UQstoAWgEOmejUYJtwTjJUpMj00aKlBiT+kp4Axl7psgyLOKMboBjJ
Psfxfq+P/QK+H99FGo58c3SaEDNR512LeMY7vUUgMpBzcRjK9sh1tSfJqJOAyjZ7XVelPy0aon7z
IuI1RZUXRNXafAphh73riaB/V4v2kk9AzwKhBmdthuFexlL+inHF69QV7kwdcTKXrtmJxWg8DOIq
8I5xhpTVfvaHZGj2S1cJASN52D9wh8/0/HlWSUFw06VtJG7pK4fQTsQ5yDKxRhIDBBa3c1OfhpXo
2IJ8FGxtKodT1xjWlziKjY2kND0SO8hPosORpc9IUoCkZtSlH5lnTBurl4qBTd5OBzmS58i5eNMh
vWQlyncRDJ5Ls/9ojYVK50WNDMAQdG1q+TJBFyAi7IaRNLPvLgylSauRY2Xg9SJJwAZUofRGKJhf
s2K+hFYxmb9XwHfOEKbRCkEdAjEeCJYNShyiDSLyB1KpghOvy8so4l/ZSuOOdZR9RqfNC2No4yh9
Vs1HB4wlCEF+0gJV5fgp63rHonz2JAbHxxkpMtNFhU/7riUxE32NzO6B7lr6MIL/8pDfbjylabdN
bqzMOEh/mJWr6gzrMlKZ2wuYyTkcmLuuKFdS4yBjDfrtonKxNxBlU5Yvcsy/IWPRWJ4TAlOyGcI4
ciahLattkkJHIS2RLR+MSuupIA28iqrtYJpDHNlDCzDvjsPlP/W8+R2mpiJ+j9S7yHTPEK+UxpNE
imYEOdDDjGeYfnHce4nSpcEv1PL/CN79/4bdPtU/yue+/fGjx6Xg/wdrAgVN678BuJPpCrx9+R/+
05hAlv+Fv4CoGdK/0dYYJf3bmIC051+WrAPBvjByFaYC/wXelvV/AUe12DWgvfl8F8z1f4K3ZfFf
GkBvXUTOSTKVC+T7f+KAcbFp+m9csyBLqqHqpiRe2TeNEUQTcRZhBh2k03wwz8VGZuxh6/v+VfB/
exv/Cfv/Xeme5/jjGlfbTo2wXYnBrx30x+EhfrPR9fz89798dcL+z88Xr407EGFKBGHlTysH4yk8
jO/VofLFr9FP9Y5xEqfkj78eIPY/D+9E261f5U48tPGYnXtjARkQUYunA/5WvQHU0C2sdt7lk7BZ
5K7bDksSbqZOnP0cdXewKw3mPsMMkx0VHifLL+W61hluE2YJ5bdigoEotM3StDo5bSPRMK1zH81n
05tUGRkcOcUfbILVGKE2FFhiPLmGrhqeDoGFONEh5hXHcSARMd5NiY4/DBLIOWJf/Zwgp+M7p6nA
lYbCFRICPYH7gpOnP7+kGCBQMddtoNNbLMH4Ujg9UUZvINrU3oWMAKoX/mlpZqadjUKz1UXN8qK5
yM9iLn5DvLpSANgN6bOcILhhIqcGmEdRg5ERABOUqf8uVgNhnG5KgE4qHqSWXIH9NpV9h1higHBQ
6WGBkT2EHUl3ZRRUwxnyOPPEHdebSFf0nXQcYx3oVIt3mhAl0x7p4PqQMWq3hTBSnGjpLJagY9UX
hfnNyFCe0zBvcQoUzBH5EqJtJhplkChas5fjcHLkcFpA2yLtU6Q04CuF2y0PJWULKPtzISXjMZVJ
l0r4b8GdvfpPD5D/3qsXA4zfboFUGMawnRsk0aWDoB4TY9+um8tYYe5MeEJ7XX+ckq1pbSOQX39f
87JH/+/Tjd7dP5e0wlKLKyFXDoUyTXQNRtnplyx12gFFT11uZNru8+gJsdTdoUrcWvESA357SIDo
xjDgQnzgATe6C+VICWTAjnce6Jcpxp+e6OoqNRCDQaWav4+QME0pkpnBm8/Q4mxh2Fmjmz7F5R45
LxtMNIiVyJUgVCS7ElHV8envL1W+FREu//7bM0KnaUBSIqJgNolnRd3LZKCo21lu3KRH2vBeWVgP
ZaUwnEozNzOMz5qKyFrcrtWuXVWHflOCXeIkvceX2gBwISgv8H1G9XkS6j0R5c7b+qe9xn/vOPmf
P9Toez1Xy249UA8gKfPImMxWXQMl2aTba98HeXPnjfz5FhGvzUAx5lb0GO2UQzoigfpClyvMqfIH
+5Mx2Z3uKwBwKaSqeG/sptxJ0GcAMPxqCOd+2LTFc52d//5Lbm2/q6um68mk10VYDioq3u4wuaVy
0OuvADc8a9r+fQ31xtNeO4ZK0sVSAl+ag2JTsO5PkNIPaK642kN2HLeoDtl4BG4HFxkBT/Qim7Lc
n50HsG6B9dj4z4VdbhfvuXXMhx1dfXvY37tpf7mw/+F4XBuOmqh3DWnHT5NQMxIpkW3q9AIsMuK3
1U+UYVcdD4UdoxuUzuzm69/fiHTrjVyd+nmpSjS60vUQJbDRbaQ8u9nyqkJB5vuheoX7sO51Mz3d
We6yf//0lFdBoBuEor9wbQ9mEG1iR7IByTkWcUbZRf69d3kr1JhX8Ro5rTyGkL8e9CAMhrdyS2PP
YTK6CZ+RTtiMO9OvHWRzj6EH+viOa4l0eYY/Pdt1yNZI4EW9Xw/oZkPE+kJ7A4Wi1vSR2u5RLKMW
NbQXJKmVhC40LG5YI1Tjqnxnd1uXx/vTD7iKbmgXVyV4/vVQGqh2DPkbevUPtOHxrE9thMad1NiO
iC1UH12EzG6To9OJcLpmBE0MBC2FdZfwXbRpK6ZQYlsF5w8Nfflsn5WfLbraprVAYECCBgV/M3FI
fZHzN/y4HX1l7L2m25rQndNDVz3BA5GNEdLGvlkVZ6h2Qv3WiU9DyhFSHhPtPV0GyCVv9C1s0XyU
+YXYdKBTLqLPEz1Jy0mZKOyAOy3JN2PJnS7chuunwQzyTN5LeXVOq2iHLPM+FrBpMHoKxKBfTdek
0aVgTaL227mb3KQ0fCnZRt2xL3XEOEZ7np5Id6b5CDDQqUNxq1UX1oO6gHB9Rn/jvbeGj3nkJkce
0VN6DXZ1/C2WhuPF+/fv50C+ceyMq2NnmUneDyth1wySvSbb4jHfS5tsPyROeZY2vbd+Mb+Jh/lV
f0et41k+dHcC/q04c22WlAzLOBQxK0fCWabvM9koM9rtNsw9/a2SI6eL4OPvLm9qaY6i8jHLj39/
aO1GiL/2A0WKgf5q0a6HOR+OQOgdVC896yKPPsRT0JrjGdzF1qIRq45vJUgES6A7btLKNVHfeIm6
5lNnPa3zvmy7jxh3MXp33my80Ni3hzT0RanxIarbq7gA+Aga0csLIHgtGxJI6KyOQd1kQILhZ0DN
MSOcYab0SMzdpU1mt6CyJFrGRvawRgcp3EVta4fZ53Y+iDo6uaDQnlHNt4tqA4bSAz12GGQSVnRG
4Lz//RUpNxIU7So+6qMMNrGI5IOG6Qn9mU8LsrmFvwTDT7l2FMlj/3qYyzXPIE6tz1/4ieapfUWJ
FXFv5BzeGDU81BB8WgeO4XxQDaczYUO9/P33XTGG/ysv0a4ia7EOsaFJgnSYhyD2F1iBhTd2fmrA
jN+jaac6KBfqz6v5mgUXrez5nRBfO9OPCJGDzbStgAd0j5V+EsDfPZT3Qt+tXf2L/PtbYicy7DPH
ntg7dBVoVSCesG1hB04lqjrFUSo+96jlE20tfWfS+DI0uEwghIXijh31rdh7Oei//YBwKpIW0cT1
AArTKWYAOQdFEu5si1/tpj9F9qvkKCNvAUnayIekbcSPOY3XTQtPAQIWShppa41MYUMNoyPwZ22K
7pcRK9Iux4aJpwX4DHwMfwc0H2xzzRJfCnUQoeEwIuiMTdLFCNOG8Fg43YiMxmrpYB57qXuSGcNz
9BAJ+ZahkjrdeZwbF+W1QfOKtY7ZR7wrEr1lROkPZPaKkMX87e+79NZNfO3aNZv5UKotgWbZTQ+W
D3fBExzBaYmrkvdT+J748a68d+1frvc/fBvj6tqH4SepqJQvhzgKBin8MFXdE4tHataQLiGqoRYY
wt6l3a22+yo9QU3++2Peeo1X1z0WHlKdL2SMTRmUjCsYi1XCqZ3v1SCKfOPJLv/+255GNP1iiYKp
UuE1H6Jnfv7WbSd3K9n6m1/sLucdeD7xyNyU9pl+sCO73ySnD2jkf82+ku18//uDyjeqIePqcOlj
3VtiaCxoGB7V6dtS+VK1gQWWfBRv3eOY+HoA+AxAl2m3gbADCZ68pEdBDFr6NwhhwI39WXweo03H
8G833OnNyre+/NWpHKM2EkY1XQ6QE5jifmTmWw+Dbh2D9SceCeirzo4FAfahmQKt3q2Dm8RoeC02
NDch3Hazq3U7RnKLcUwYIGj3kuzL+n/YkfrlNf723ZoI7PmQ8t1Wn3ggfBn80Stc+V0n273zRW48
+sXf9/clZEtfL6I9bPpD5/WH6ak7AqdiGLVP3XJjHfVPzTndoAPrDLYcIGHpKnbkS+c7y1/SpD89
4VX6RONVLKFKcMDzdysOepwrKkwpEKGFdaPLwVoK3OWugkQw6mBx/S3f4F4B4xbUgLo1wfA3j2ry
2TI0t9Xt7qvZIDF2GO7kWMqtt3N1i2vonxYz1qCHMBTBYx37U6/1mLrs4WaO4ysAIzDYSouzAxYx
4y4KdPxwFjBbgZg8oCOBRDlmFHP5hv+Xpuw63RXgNYNh2ObjEXbGVGRQsc5d+RDjEYUd3J1YduvE
61fXe2mUMEwuP7z10SDwUAi1kRWzmT7bq0sMc4EVOWiXub1dONEWbOFWdwPUwB0IhTtqKhtsVvC/
/MiXt/vbNh6lTlsQXiddTOJ9q8+BYX4uoEcbj4m4WSbRGZSHtrLsEpGzGmjwAuq0S5D9JRtCaMGe
ez9KP9aB24V5sAaXiAE2QAMqsdFdlccJsXaRcdedcHxlSf1fuZF+FY8zwbjA8i7HjtwD3Udfor2A
tPvX5oEROc6IiksrtnwQjVcQIY2FT9nu76/qYpH8x/NwFamLOm8gipCWVYU7bGRg3s66kwsXAJfF
0BEJtwCArBO+de/Zg7pJEYi1gQYV9LlOuE4um2L100/SPuq9+Xnx9OfisfgZPujCuU7flU7yzDs7
7Faipl+F8kIB5hqa/FIzUNzVhRrmM2h0lB2/+ZS55S72NPfvb+VWt0+/is8qHe20HFgreUDPZqe5
+Ut9wG6AVEBwihcwIYFqQ6Y9Z9vopXaEveUad9a+cWNdnNH/sXeFOkcLjqX1nXagg+LOXrpZj8ad
bPNW2+ZXifXb2QDWjAAwVKyDBST6ZX6GvfQu/NBpGh0zge7U39/gra+lXcXZhDmWAVJFunSHIIgW
Bl4ob9BujzMwCk/eQjTp9+SipPq6d2fNG8FTuzr28OfmLpFZMx4D3IDU+VHm9D5r0HUHjX7kKcHe
a4+gVoePS/b1zqo3TpB2dXgxzxaRkgulw7RbEJ2oZL9DEzCKPk2DxyCagP1tGM+JVm4rfY9jDsSE
87BFCXwq/OpOQnEZNf7pGGtXxzgGvy3MOo9eoYYIm6zZodIuWT6jo9qt0Ryg2vUW4ad8Fn0tcwRI
1ZE72KYWqJLXHtPRt8afonwGF6arYCYeEY1til1dw/ul3MFjw4bQG0GtxKzj8503dyPb0K5OdC+E
KPxcThmstNfaHb5Im+UzusflQ3pnS9w6TFfnWJ5E2OSg9g/mo+S+zLZ6grB7NyTd6haqV2fVAP4Z
tZezmm5V9AoP1T4PZn/c4uF4TMCK+r1N0444sV3OkgdvpLiz6ZQbReO1kXnYAv22MlZeQDU8JG94
Qj7VLoamwbIBq7Nd/eJLfpb2iCG8CUf9XAXJ6+yMb9YutOMHdr87+dGR9t22er4boW+cv8tM+/fQ
1ZfWYqEXSWh5FtA3prXyoDs0aQnQn0S32hIuT/cypVtTYPUqU8JfuxKrSxxDREQAJ+hYT/UbSjqS
lx6TO7H4VtNCvcpqTEkVMHhhkdHNvGJn+bJXBblf+6VrBquru7odPy3bfq+6zQE9zmMfiHvtvAQf
uVe//u+OiXoV1uSo1ccWLsxB8TF98n4YAUyEQNjeu+1upR/qVQSbZHHIu0trBp1Q+/JcXaC75kvi
1LboIqxJFif43+M7Z1K6ETDVq1gV5eiQWpcvF4dfaxNW6ZFWROJ0rtw75KwKzsG7XniOA/A8oILj
o7AG1p0veqvA/zXf+e36i4WsnOpLvhO9VV+mp3U7/ZwPxkZ/Fr9VL2hk++vb8Jz/+Punu9V9Ua/i
TxQCxW5VVpMdM9B3L0+IcDG4eFL5z+pK/gltmhMW1rbsFm7nvSGV6Zh33vONK0G5Ck6pJZur1bJ2
Zqte4RAJvHu3u3KjgfArm/ztLfZLl5r6ZUv2PvpvarD6JiW8aDdeuy284il3Oyfy4Zs62gYBOhvk
BEfmrNvtF9mt/JDkERmdPSMyyi9XvPNxfz3aH4q7X7fjbz9LVZK1T/99XEWv9OfD8Dba406yGTxs
sUK1U08NBtj9XvcGh8uef1aH8ISP12H2+mBDJb2FOxPAs+SWmDbxNvKN7Z2tcNndf/ptV/FqzbM2
Uy+HrPUBRx8GbwjWTe1lgci8ENe4Y/uQnNVPrZMf40APTCfx/77yrw7wn1bW/hmW6zyJ8eKjMyxa
DxfTy9QJTbdJkVeyZ8Eu4TwWx7qCH+fL3P4nqz0K1XnCyIZ2w5s84V7tMVAHf1++4U0iP86SQycC
6KjR+JMguB2e4oWvpp+hF0WwZlOU3M7QX01rM3eb+SLhYcN8E9MfQ4jMfAauBZkmtxjOUQ8o5BQ9
VY1nKkjP2H9/YunGtf+ruv5tH6Dxi+aExrseHM2HshtIPgMib3iNvHe6TcEcqL7oS7tuf++k36p/
f7Xlf1vygqYwMpElYRJuKzsO3iS+M7YFruzEXIKxD1zA/iExDUat2TPtOmi83n2dvTrAZGAb2893
Hv5GeP31C3/7JTUWadVyybyl03qYPD3AFfLUOCiJ2fK2c8Eibo3H5lwf0+OdFW9Fg6s8LhNmJIQu
K9YRin7GKRV2q31WwiDugOC4UfdFYudBaHAyz1RB6dw579LlBvzTzr4Kr6JSwz2/fGcMFrziIdtV
zlZ79LCf857vHdxbLZlfrcXf3mc8JKsu1SwiBwIDpOOK/OG3fMBv0lv5wvgSTmfhYdzOKcIybovZ
3WZ8Gh21cPBgk98k7DQ+Kyh7ZK54xn66wzOLdPrBnM4DeXl/b8/f+Oy/UpjffqYxRgiXzKZ0WL8J
n9YXBlt0M9rvTFa+QJpTT3WBhqS9bJXnaat+bd7vfPtby17lfJIl1n17+fatWzwtP1e3JqjFl1AP
6toduNZSGnlYrd/bbJeo9Ydvfo2rTYuezhXY28PKrf0jVJ6H5jFjDpjbj9rgcrZom9s9XjGxa73c
echba15FUBmJmDTHP+SwPFon5mtF58ffR1gG9gB9tLeVj5aImOHhoB+T5E4z9tail03/2wedIINd
BFVAVc0fkvZmJVDg8du580iXs/mn13iV8/VY4xntyGvUJLvQbfkYPdV+dlSfxU8Y0kpvf1/m1u64
XIa/PcM8wzPWc50DuuQGBbmAxHeMPHiPlp1lotRVh9wkc3pnuVv51q+h+W/rhQbEfYzDpQNcAtiq
D9CM35pjekIuCGTQS7vpDusOA2k7+dlt5E29k31GL27/GpO3//2Rb2WY/8HZeS1HqjRd+4qIwJtT
PDTtWy1zQkiaEVB4b67+Wyj+A23eRvwxpztmNwKqksrMlc/6ThZ//A2YOZgwKYfF0n8Jur9HYsi9
kBOBDt8CIqL44tziUh3Cs3j5twt+fwV/XBDU/UQE0wZH2oPyqfi3tldxIRG2ZYoq/GWf2WvUAkOh
iX8Cv9CZ198vu1Yj+z7e/7hsmEkwxJWxgo7dNb808zOun5Jjr6fO9KW4wTWzYGjH7nIjnlQRmWl5
xJS+/fvVVzbHdyrz4+KNDwyLn4CjJQF13neXsLy3tbCxOdby+u9X++PXy14pmyHHMhIt1m2cyMB8
tzoXsCcUr8P393fanozJmM+Ixca37DsleLAhvwtpP66JofFg7GDU5+FZwszS46EThTsWcnuQy07p
W8mrKDZq/ZF+9p8lt5G1rLhHjnDpexs8fChuJjRlI/yR0X744u6A/hWu/AEYQf+MeXR2F57TjSW+
9vAXkSknU4BBRvypEKAY8S3a+JasnNqYRUii2hajnDV+VhRe/MJMJLgIXYJX2tdhpMKM1u8rZ60l
yCxiEsbRUuCl58j3GV3YAxArJiuoxMG8mG9kNwABxJuwl4+8GjyJeqLik4IyzgHCUiQJ+9yk0Cck
G+X3tdT7u0r7461PChXyZY2VNhqQzmJ9hRqtJSY4jqqo/+W0+hgakVlu7Jo18dB3MeXH5agxqmXQ
S7Ft1MiIkHhMZmhizNMU9RNchzQMoKvgsruAuxjZPthY22tHKHp+4z8um4w1T0kj3mzrzokGq7K0
HUVafAiB5twpl27XWsyOfWVvYJacKJ0/V5/1LnwDlsGBH3komoJgwmzJTffVcTD8HR9sbPX5mPJg
19Hzh+vHX8bXHZyAowaLoXlJAIFpIPthIbcjNI0OT7hxFXHtMvN//3GZFvN6AaEZxktESOTCuIPr
LbUHGNWIpU8fuCOJyHt6cAQo1xtA5giUzHKD2kj+WnXXhgWuFRJL0AbgjmfTERYrBMRN/CGlcJCC
ATcG4DWmOcAtryFPBbo4AC+cKYiZOKBVp/ADQKQUI8YZ0j9/yFq9hLkgwBQ2kc0Z2hEbfQaEJM2+
J2gmAiQjcDYJ7oqkihDxQno4jG8VuVWAXYtwvu0ZC0Yx6tR2hQqkBYgEFkme4/IYY9IJSADTn42h
+Q5lZuD/f9+231Hg0Zuak48fj7AAGY9pe1hjM588ht0LnfoAjrm6Ni7bWilMALUJnLrnjautvbDF
iS9tE9hpgNfoVdTHAJoFNRiQa4CVCu+g2hiykzjY9T4R4b2NIQ6npRIVgqoEegHCmr//DfONPbrh
RZSlm0oSch9/QjtDeWJ8E0yJxUxemW1cYC1NphcBFx5wsB4Z8Ugrs9NHI7ZB2983dvdBGbzzSS5z
VppY7A4uw1sCnrW+EL2IvjwM4KoMTH6ItYFjPgw7ZkeugQuogCuajYVZkXGXWb8/wbVwRy8S0yRM
4EEgYfqiZ8ebMPoOFwyw6ozMfoRRIJkLEORQhrzFyCAtjJwx+BFmMP+MMszEG84u+laLkLg11RsP
cWgkolyO8ZWNv27lM7qczEszvuRbjNV7gEPWe+5VsrlrdyTQwelc+ibmngSBHPjXXg5pvWC0V0hy
GVARtOnJh9wcijRAHjYW/Lyo/mexScpypqrMGhK3Pl6LPL5X8q0F3Pb3u3z4UccPLwJsJMOSfoA9
kweHUp9xK6j3mOzeCU6tPAlRbqSV8fuF5h98dAfzTv4RH1KCAlsz4A5qaKRDIFqBqjCItAMzyErC
fT18/X6dx4EIdzTv1x8XAtZEhIMeFhW6HMf8vXT7p+AMR593+WW6d2/xxhth5x3x6IYWIQgKbNjB
CXhyvAWbdi9xQi3RZX3SFHymRegpkFJ0Kvgku+IpsVFdeN76Xj/epLjFRejp0EoEOg6Xrk4csAkQ
GaOaGrxJl8wGXOeTe4d5mc9v69/X3t0iEDFVNBBhvtVeo45IEY1JH+zQTFCyAhzHivRX8Au0wdjq
66xdbxGEQNkee3/E9WAp7ijqDbA4b2ta6XFjCg9vEXR4mWoF0KtQG4dKYTxgmF8l9mCwOFj9vgLn
Ff1oYSyqXiG4mxjlwgJMkjeu/yOcS6en9bDbqDs8jpqSshx1ifi86WHFjaaXmbuDXR1TF5hynZio
cu26XWPken8Egt4IXeAp+x0pN45J3HwHD+5sOckiAO3dEA4REW/lBZR5WhVYdfKtGNhEwZ5Ak2MA
5VQTG5hMAYWexKiBrnkNYDXQGuMOKJQS/AG0QMcZ969JenTkTr8/9MdpPZ7KIr5IPSkLv8dTLyH2
NkUN56U/YN5SF4x97ZQzq3f7zkp1WLVsXHDlNcuLOAO4cSWXGN718vvkxW+c3kToKEv7yfKv0Gkr
Dnpj4qGxotd060Cw9vwXIWfEQT1m5kuWhn+O7fltg8rtYuDhH4OavIgsZQzQkc/iComDil1/bpzU
5Z6hCdFjD5O1dmGPeqUJbvKeIbmmLem2Vcdd25fyIshIEQhm5XyeEjgACW+5NYN2wB3ZDcQNd+FG
RjffyKMlvAgtdDz6lFIiu4wHVhtB9El6+/cF8bhCgBW4CCxkotiGRMiiYGZBXoFDjy8co1VHn3tN
RwsUbpLrbQdksCbAGre6BvxFYc444ktPXX9jbaAykkN7xHhiCwfNM9NYE2/Ac/0v+Oiw+Ih8E3p7
F36htS3M/PDr73/36oNfxCs+8INxnKMt3AJQRQksYrIOBJ+WfPm3Kyxl4SnhigI+43M16NNPdZ4r
1NneIMv1Dqy9uoUK474907uyMZca8aTsExgm93gPGAA1uhfpiBzo0jiZGTvTObz71+YANWHxnm/s
y5XP1XLkBwaWMOqhyVwkKF0mU2HwArXJ380C4sNasKQsB3tAL4VZKb4qmNXHknoO0Z8t9rSOoKb+
2XhDa89sEVmIH/EZTyGyzw5f2Oqg/HapmogWjGdhQ+FEisdeQbFkexdfZ5M/wV8A/UW72tiWa9df
xB1g0Xm6BHXVQ6mn/0qunesnWrfVk5hD8oNNLy1CCxPQIxCfFO1Nx+Hov3fO7K59Ep/6S+D2gNlb
AJ5i+JVMmvjx+wNdOVZLizDjg7NNy7DL8LoWOBS4xqDNnTsg7wAW9C9VPqyKZbgBVSCkCjwy5Lsf
yS7k1d//9LWHtQgH8ijAH7bC7/pAxzVdrXbUIQTaOdZ///21L/VSxF7QSqEUgwx4A7yZDtlNPgco
e3jKudN8j3EpKzPSI3Xzt6SOKyF/qWivYQ4TjbFCe6C76/VwLrlSB8kMtlFwKGUBv0MfnMGw5CG/
hcIta8+/3+fKkv6uNf3IQxh26iJhfo6QBT1hw+zLzcT5sUgUBpLzu/vx25QssOng4xEGh/FOTvmd
Q18PnNvpPT5u5b+Pa5+4yCImJJUCxxpYynmhwxsYDN9JL4MTuyx8tEvUXeFDFu7KI76fcgB3mY3V
txJLxUUgAMVjauHsjtO5g4ZF/gT3NLv9AGv8317KIhKMPkCkdI/zjaSgNkULGgY2+I9W2vj5teRT
ZP/7YmogEQcxHudO5FipoBR2PRCRKgTIwJhdfOC5zZbR22YjBjzusOMdLYIA+K8ljBTw6ZGoPfMh
7HtMrhM1cMKzn6KVjfKhB03fxtXmF/8gjC5V12OTSR2Q9mjtIv2DFmvj4LSyUZaKapke6oqhfERn
sVab8U7BW0q4CwJcsTZE1dzKF3Qpqs7TrlL6WMLnxS0g9BAw5BS5zS07STuIT1zhnOnFEYRKMVcL
jca4g2hGeghlFqTdd3lXG6ByOVvCr8ddULizzg/ix+5Fe0buFTKX2yHAykzaZa0YFT3/VuxaD70M
bTRCE9YWB9Hu7damdJz/dB6SI+H1912wEuKXs6iRL8gN0yODrEb4UGgYTe47gJKxJ37//ZVNvJwl
hSdSHZUUrM3BKfeoAwAqKnXyL7//+Hcj6MEyXMrI27xr8AHBr0/JW+SFzW6AufNbV959VodlRQKN
Cwzbt/pRa8WWpX58pERYNFIDUiIMekyGfCakUCvGmUINzbsIx8tY1mkM0WjJPdxqca4FEmERSKhG
pON6bjeW/cc7V5k9a3aiWToEFhIgC9ht9ey/Ib3//Zk+1qdjSS7iiMg28BfNcDkiO5PiCOwXm2lR
ZvCxkQsaDU5sglysB/8VPGC15F12sunYKUIVxc8KdlyQDqZ6XHkR1MRCDNwl4+Z9CEir6hNJi1m9
xBBjW2JlUx7ms0jzynPvKUrMkOSXxcvvt/F4bg+3sTi7NJTkczloqR7xJmgfB0XNL5IJDJFe7Xpz
UIsbmqIo0Imn4St4Hd6jYw3wzr0+/X79xxV7SVkKzocA3rcBsFDeYNL39t4eApc7oFWpC0buEReF
408RgrLsQuvJPx5ul1JzsUYJVJrLQbOgTdjlrmTG52IXoUXZaNQrvWvOjeUbv9/hY1UB7nARu1hY
o8lFh28AY947EynJvrmVFrlEe+Fj8Hwn90I7dyA3RO/HCjRy+P+YMJrf4oONv5SUK3XPTXyEAwkm
jWwGBOTWmWAlnKhTroWjkQIsVI7/lpAsleUMcLIKk+DQGHLwQzK6q5+8Dsqdff79Oa5885aa8aJs
famusVD8HnY3cC4B1eOC2bFxq3G69pFZisZBXwIhrRLwonT+aXLYJzpWU8s/cc/zIRuFMCjUR6jH
MTOGfeGS+WVZbxkyoHYjqKycu5c6crjSlR3MrXhw4UmnApu6z+tu44u+VmxZ6sRTXyC8IOD24EcG
7LuT3WjWRGrHO5yiN4rZyU9+eRLLe5/pE6bCCqO8yCPA8s85vC9hJJOlMMlwBsltfVhc9iBHdwCu
uh3KNkgKBa8T1Ih3BquHSyRls+ghSumuqOC5DKepbmOVrXwov+/ux0kgF7MIaRyOi9OxCZ645jKD
YSMTXtUU2XgLa7nCUmcuFlTPMcBMevQ9vHF2g1regOxeTfY43mi/L+e1XGEpOM9rsZXqtkGu0Ern
luM/mfCJRbtesFMFnNYvXonBoYcVbsm81vBWBo8W7lWwPMZ4rpAfC2XrdPB9iHoQJJYa8zaTBdBJ
ccKn450wYpSKBu/6VraXcjyKoLlSIdyQnvkjiwmviABCZlXjZOYHsbA4CBhCYLCmWs+SGVTTYGdC
Qkrb5JjyfwuSmED1EVgjw6QWKEEFJtI5rYYQrVHPrQJzAitiIHVsdAW3lWgBrP7YvzRmMRlY7vDJ
nkgo//WRyvFuFu0rOHu3gY5pB4PFsKbceDT/9vv7WCk/fM8F/FhXST0pQlGgc0xr1VV0/3Zu5sKO
zfr911c2NrdIDEce7kGMXyEOC5908+oHG5t65Vj6LU/58VeDJBiUaYBXN6VH9BPgRwbTLjXYRFSt
fD+WGvBJhAVaxiNr7okj+Hr61LmcyxhIPEBH3zoCzJnko/W3OLi1A3yApA61zs4Eu0ON1cJh7NQh
pm+i6Kicko0tt5KMfac6Px6WCPsypgKb35s4DKkkr1IVqnB8+P0NrzU3vztAP35dyYOaxirCAkIW
e2RAjQSlDseo1K4cqJJ26AIYWPGVnd2hW3abe2XFt03V1UpYXEq6WblqQj4PUcGF14uGUxx/h0+E
F2Eefe6vKFpkTUZoQFasvEobOdFaWWop0M5j8NllAas6cTrTt2oLNpy3aJcasi5YsgmkjPw5etI/
rhN2cZAaRxrFoQxbtHeHo+zGe0iK+BN1gTGtBj+L03j5/VWubNbv88GPNxlWeUdSGYueT4CehmSK
CLfff3kt6LOLODA0dcPJAYI+07b7mKtREA6hf/GPEgeamDAYXC1puf800KJRTuiE+5wuUJgsSWtk
2o1X8By8/742/pqVjfedE/y4UR/MVdClkRY2em/Ul3af7v/C3gdzT7Ld7cON4/ba0pyv/uMqcVgW
ec3itVVM7NEsjG6G3OhKuO/BLReuz05WDxubcC3R/d6cP67V8wBXQ2UwT9TzLoZUXOh+VA+WuhjR
EjYu8v2yHsSr7y7zj4vA5IZRpFlhlzmsUVvzRQIj3sM0TYfi0MK0ULXDOLgVXBOLPMHXzwkVdURK
oWz8BWv9p6UgGwog6DXm24T0BHNp8CKGbgLTqNpWTFYeh+TvbO3HLY4y6egKPrNeDEuVFJ9uG0Zg
tclgzKdx23Djq7hWi1sKrqsJxFxpwJOk7Fr1v18ZZmpcjLOBoTHq8XFLN7V2P4vQMVFTonAsgnNT
G5CfFACDRU50qs5baqP5hx6sie8Q+eOBCb4P8xEJFxDdWsXp+Dzst4Thaz+9iBlNB0cckuOnOemJ
4++db3IxJsqPRbhRdl/ZoN9v58ffXnJSK1EDLjAyVnvxwQZRUKUoMcGmif7Gt3ctz/+u2vy4yDBl
hEJ+hYefGgDrtfl7mGgySr0uB3L9eGCQYNTA5gQwtwU/ofxiFR005Ahc+a2m41qtY6mThpsrN/UM
/gaYMAGPAwMfKfEge5TAu4vVnr7Lek7d4Vquk8Fqmxd5tEUQBdK9bHZQDSD3KfaUB4jSn40APJ9w
Hq2aRQ1p9CO4VPT4g6Zrp1O7/MAa0dliLEFQMU9hbFxlbfHPh7sfj74KRbhj9kiZmvFZyJ1q3NEw
t2nAE5zEt1IeVb61ozBHfqcTtGFD1s1le6R20nCj37NejeItreTjMQRJWcqmqUySAlZBjUDo2VMb
VGb0GsFXEA1cuxPMiOv3hNtHHLxP4DjvdOQOSl3KOHSDVGKf0pjA3PlZuLEmVzbWUindFnmo+CX+
GGrMtLbBuBMLzLmEuU6gOMMN7dHKCZ1eRB5kq7DLCBHiCsmeJnTthEsZotaz8SlYOdPS82V/vNt2
ioH7LnAPWYtpJAYe4qDjhsJWI3DlhEAvYg9MhOAqOH9oMPhsFd6kdjvu0GmYcjag1kH54/clurJC
6fkk9uMuKAXV1FTGZTqzfQdZWp3HE2hvqy+3djZfyoJRT+14eHWimQGw1Cm4jlpyjF1Rl17S9+6Z
fZFAjgSmKNgzWgJbR9j56AEIK1s9rrU1sEhwIqZIsrabbw/qlnhwgGVXwlQvyEaXaSWA/48oGDZ1
cFWdbw8T+eUBxwFNRgd9Y5usHVqXqt56CuCiSOGYL8cIDmp/z0z5Cii6Ifdqq08uzPpuI0qYwjmx
f18Pj4EKEpwm/rsg2imc8nzOl9lelxEYbMbOKTXB9ClRB7SaWLsiugj/NCs+wUO2OowbV16RCsLk
6r9XhisqHeUsrjx8Yt4uqXR4v4hoehuBxR8Tk9LIHVQM3Kmyj28xcE04ehlbx5THkzy470W0UKJA
GWOQK9B1C97gv+dOJq/5CJDXwPb18TW2xn27h0ZWx/BOdqHOU6WCgr0nO9HM7RaGR2r4d+MdPO4A
yktVcBAqfMhyiFy9lumZ2e2mc23Cz82q3S3oy+p7XsSXiuFh6ChAgpgelJcM/kqR1nnYindfLzXg
kj3fFAzexJCxABHXxnZ5HDPlpRaYzaaaJvAz8uSI/aIaaA/lEahhmMD+/uQeb3dZmYPpj2g2ouIf
5iIenHIMMYxZe1uKzZUDjKwsAkncg2dKeCRsmce+owiOnfHcfHIm6mWF153KffSEJWpEVn7KPbay
k0hLXOGV9caNR7eSYMlLKbBUghL8rWuuwDh4By0YthWYPoCL8XvUa8NfGYZyWwX5lfqCrCwOLmM9
lWEloHPSQQsMx0mtwPDAH/oEy2ZYIqPO9QlSdv3cu70rbtZlH2f/8lIrPEgU7Y/zkmxe0nuJMQ4c
Rz9FHWbDTmPQu9jcHKudb+N/T3/yUhvcFRwzlQOEG+2FAiRFlawBX9ZsXyLMbeTeazeziCetPHbM
FDVoKctpa8ss3APruKw2Ptsreai8FPTKJcyaCIP1GLyDEUUZnQYcc6A9MVvik7VwLC8CBNxexrBt
S9qD2/QFXWRy67/4OxRJsCmIIoxeY5aQOY0u/Fp12DuPerbf9Mx5fDqXl8remCf/T9Y1IQlwK3OS
jqmlGBlABLEpEaPSy41ttRIxlkLemhlIMvEt9FYohk90DbP5g9wyMKDcgik8PmHBgum/MUkiUhWM
7KwA8E1AuytKH0NwWlMokqhMq4A3JBvZ5OqiWCY1MBOaGgnhT+qvQ6T71TtM7jQJAPw2eKVeqOEl
2mJ0Pj74oCT337vifUVI+AA63CzSOUyaFk6T/mkVc5DMoU70fwrnSykunzKyQPvw8vaZkHkXSZFq
yUDAAqr6sFWLVOnU3y+0Fu+WMtwuZP2AKdrJCzXSQ1YcEzicvCS+3kISmepAWOscgJR5qeaZw096
171mVahzW7tt7XO8lOVKslwnEukmr/PdPt/BglDNwHXJDBqDgoDXwsl5AkvejQYn9Z3xE2G/Df6m
iVek9Mby+W5HPoiKS+mu30ipAi4/sKvVDXOCKlMQvZ9eackIOY8MxuSDwCZPh7Y4xM3bWPo4NPAa
k7+kME8tc61Lyqd+yDSexuQmnJiLUbqQxOZAGFaGwKja0ki5Ukt9G5UOQEgTpGSWCGguk+7YojBS
8t6jE5WxQATSMCu/1dKfsTX/8RUv4llEc1E5xHjC1M532a/sBnWFK2mjmRwqmznntyxWr+Rp42or
u36J446UPmOyDt4frRbYNKCevYG+rxnM8CzQ68J31HqBqgadWd3YLI+pQZK8FA7njC8zMKAC7hfT
3+ytrlFJyrIjGwBTmDzVIkZNghMvAKw13TIiWHDlVcUsNpIo80RpOpblDVgSGBVgCwCsK4pGwEGt
EML8edDAym9HveBztWMyOCIMqhQafHsYG3FjD35L6B4tv0WglKW4mSSuhweQ3wA3gXbKxJuTYMdE
QiXiJmOCp66xL1GiadnRYsM/MXUo8uoPINdqkHxO8XubM9YY/JWT54xBQcvpeUqteLshzxQ5tqBc
g32sXP3YilHVj0CyEEi/S7HLRTCqawjA/EQvmWcRjRxayI58bhUFpVI0XEb/gnKiwdhWZ0NKTbOX
oUr2HWUlilHDKGPEz4GIo3DZHsMWmlQZIkZ4+3yjRbqisAII47/hloqkMm4EQH1p1AIYnbowdqaj
YHsvnRC6O2qjqbkS1aVFVCewKG9LgR89GYJ6HkBlNYANRpBjNHu8Kd3r75tjRcAlL0XVERZU0gvg
O3d6v4dvimLGX5UFDapgsxa+vbWK/uDEyFprEU966RgDjlaCpLJa3hcq68UoXpoXarY+qu0u1Noa
xUxwNLpDA2KIvLEg1z4KSy12yzA8PA6woRCQ4+wDSPEdf5wMekYRxS+S1jQYhMesjMYQfSvRWBlb
k5dKbMEXGzoYCI2ScAG9f33mJzQXMLIoHqPnQtaD4jgxt774bGuTPpe+NsrqIL/wzKDWTf7MYsQS
E2yfrT/pHLpWdGR2/X4ctTDRUxT9hD0JxY2MfS0lWSq7CYt5aIrDEZGp4RM+mQrBMwGdEJgFxqiD
VwVT+xB8V690uVUSWVmhS503/JOLIaZxSfD4LokZOKJdn7bS07UsbynoJmNWx9k8ptBhwMJC9s0e
hAJP2Ok++BvK5IC5gyC5G3fCTTlnX92lSrTpxAChbeW7rS7XSsFeFpdZrMgpeVLPm/0suuQVXkMW
2TMOo8dut0uO6R6VDwrst/QPjz/l9z0psN/KtAfx93/k4DIPWQe8cr0wJTeeVs70+FJQ8UfWtWeY
5DYSVCEhozIxVEUTGAVM+8Ixl0gI3Cqq9arO9nkZ6CyiYHYe/ZMcmXl17vIrEWAVmMVaibYDrBNh
1q7owTCc/AKc/HT8E/qt2wTjoRJSW87RnScF3H8IwMssQNJxjQNQhWRT8bW0hA1lVO0mv0EVpjeC
JDB6ED6T0OB8jPrSzYVilFGtFBH4kdxUWEYvB14HB1+VWSdLvaQt971yLTHsydEONG1Gk8khRveO
jG80g6xR7Ds+eXrj92Yr5+9t5NBCpzG4XUF+JYSHJAfeCbTqtx9pDjeTJHkdlULLpK+gVmx5qLV4
Yksdn5u4MYvhmU5NqkFNPZcroiUBsAhxF6nseAr5JFU5pjgEKVx05bGHzinqC3NqYqNpBxeHJbly
YJfl8oL45gfJDr6dzx1JdCXOnuC/axU8/xoqiTbU6Uc49MdmCB1GsdoC3NMmo+2mUVQMPLA18Yqo
AkiJxy4cWZKBoMRHGdzrc5imc7A/zib4EgBxxb7GsZWyLgn+5HWr8yAA0TKvhkRG9M1UqcOoLt9h
IqUt6OZc9uJbLXMHpVKIVUmtmBpSKpLPLmXLjzYvU2BZSjgdZMqAJwiaFkydqCHTAxhIOlQAZ4q0
rCUVT3FUu0rCv+xY0Rj5ThU4BC8M+huZAsQ1Vb2EYhW8CHn2TNK3Jmk6T4gFixkEPe9i2U748Y2p
x8TOOaF+CUMwqRU++5ry0pr6GnxJgzRXPzz27VMlHkOY08NgGjTqsQFOsrPBxMeJXsrCU1hpsa8Y
XGDFjEZ8d8xSWB2ksFiUlRYdGqcKYdh6jssRo2Z/fF5loxOHceJwRwInJXZTuEN1rHEUDmNf49pC
94F7GlQw88JepRsdbFos3RBxWNRTyhrAqW4ij2/hda+1/Blg8YS3kYgCACdTl27wwhqSFtgtVxoK
2JIBJ19O8+M7Pe3hFZH2UElWtF4xqk+Nu4Qu9z6gISn6KEChneQpvCgwbBwxkJIXhz6+Fli30stI
w2KshL/lVZBbL6/+puXfAXuOr2COwb4XAxYJ113qJrTkmH9Guw4TYhJSEmrQI55A7keHwHy2GrJ0
LcQeZ4pbxp8m/5b3bO5IGX0EbOSYVMy+YiujhMuXMzbBc8vIZiCinjhdYuaQYrBt6N+mON/hNsYe
vUkK4J767peT1inNbqQD6K8Vt+d8xWky9sqN/AWettxN9vvaTmGFS4U6xQ3JTiAoSmDzFmkG46EM
ICssDR4NrAqsJ6IWOa3xyTNXhvowkhsgpf2Idx7CmraUzLw8dNNUajJ80iXOSLvUGGBW31ZmOkzP
XYkBdVi9dQqFs6g6BIf2NYET/Silx66Hhy4FnlTYoVQeQV4OixMqQCOrMSgsFSGJTKRnGBqFIUx/
GxhiVtKk5wKn5VKNl0SXDlPqGWvQ86wXqC+5l1FZAH7pnpL0DlUVGshoA+5H+vw7PFwhBy8TQLtn
FYtEgmKWdJ3bXAhFuyIWr2XBnwp29L00uPb9sS3/NqRS4TzcjFZc3mS8dTFCtajRMXeA3ZGKuSa1
tFZzO5GyIznz9aw9TEC4ylHpUWHipCj2B3ScalWk3HyYC+sdvoYcJV7Zpob1FxW7eMC9VSZ7VJ6U
wGgbtfIkRLYjjdK1dOoaMEwxuRQmZxrG78kblPmycoVzCN19iIovqBTkGm+JYtGjDQcNoVGJqDWJ
xnzg/ywnhzRaAWMNWYW3OgMpIxoCnNqByC9Ghx4+PLlHT2qQXnLmFIF5lRkNEpigNGVm1/hnavoK
U4zoZZ9MCnwHvC8kwGrjNnjqqtCmSOKIYfLUkBJA2jhnrTp1QzQ6yjq15C6UTA5TeIICB+BBtGp8
r1qOBew+1uq2GrQYBF4gSgV80gREwRnluAu4GyJ5NMIWaASy6E1AKyEQdgryKz7rgaCQCk0Q7JCe
Gi3LC1whaJp9mUnRB3OtInMQDD/BrJ+osXN7FnrL1OIkycIwGADag6QxYqRi8RhBzWtUDgVKhDmk
4NQLrD5JDTzoYaUo7WsY7cgBgujkpF/JBLYLxj4uBTwZYhihOY0Ya00OjzqS9a983R6HBi5vcFZA
6WM0ssSDlVzMAlcGJ7vOaBm34AwqNEoOPWNQbRpcV1a0sI8ajFjgqb1H8aEGjjZGWtRjBnOfTQ4X
I5fk/3I0SAO8PuYHQj+lE6XmqAQ0riQaTI0WS/UEdJQl1F7A60GIucCyPQv5oeiMGsguHoUAGKOm
sHdqrtO5g8CHNBeMYmZ+Bee8zIC5iCwZbQR3Af5pHBGPssEUMXpes63WjAMMq/WWfpPJHwkOFQ3S
GDP628oIEpikzRGnIHiBaBbGdoyTK5zGsibDGEp1q4InIXe5OVSoYrfPsx26UUF6EEejAmwbFWpe
zSWtKBDnXqnhmk63HEkL3+qd77CYaWutrLEVOH+ixvcyBTv0H3lsjil8h4uUKbOKp4jlHqc8+Pb2
qORLTGO0ZYo4RMZLMQpOgDdaBPSRRxaaFFHjEdj2ZFWFdhTacxpfToYyDS4BfMQI6BqfmDE+ijLq
RkxoEFF8l9/CyoiyCYuWaJzI2kGd7ICicrv54aOiK/ex2cIhtJzgipebHQJ9gXeByk0zDC64HRpT
tno2HhJ06btSOlWNpjRuEjY6O5TW2HaZVlalJ6AOIMJJm+fKY9l4LHX1uWRXs++wVs5GH9P5TXfi
IuqEkROtBCAUlMlbK6GmRLkiBfvTEojJoWdUftCITPb9UHIIT5kIj8682rWslGvKNOJkxdhs8NJK
KBm1vIRDFV3jsIdDWchK5pgO6cfU4YNPJE4nqQnxMmDISm7xgWiOfAsKU623E6e2qP6jaEnvpQL7
N3bwEZB4DJHnk8uPsslmSCtZ0QrL/jj0L+gXqyVfazTYgVXa6yw8GMec10LBUxIBuuxs3ClTCXti
IEXwYYvEa9HXJgYr4R8JN1nUAhQqhX0yHb5kvmRR/juNkgGqbeqkuIp0hsuppQQsjE/nxYxBID/j
VflcVZaQ+m6hyF8jF3B6R6hTmjl+Qb8zBD5MEV610JUWW/R4YqjMPzVoO02WfIWQXBBkVZF2EHyX
OIVM1ds4DpZSAfPU3VPljaXvzXTnRxzrjCI5T7BOZBpzhHHH/5F0HsutI0sQ/SJEwDTclrD0lDcb
hHQlwXuPr3+H81YzMXONCKKrqzKzMvF3j/YJnpW0Ao5qZI+zqv1O7Hc5MkEo+L6NqNLKa5s253qy
1Z1WSXuj4Y2VutCcfLUO5DL7J8zWS+wBC907rVhvhMcTztpVhjcXRrZje34hLyk+tlU5n2ajJxSv
GpJ9si6HCcPtHcu8j1OtnI1hTUJNnj5q7vCQ3Us7qLsvZcu8KrN/l4WM1TpzJuM1M2jfkeyDs6c3
ot0J5VTK7zxjMJlKwu9mHF+m1u0L5FvreKCb3beRdKyULEyaKCBm9BX7vqMQUrDOtDhTlf5pNpbK
MVlzOqH2pvUpryZNGq+dQT451RKVRF1duJyPGurivjtt2Wdqf8g6peJi5nayyznw1USoJxEFudcA
MvV670ktpWRasNmB7j7220K8M6tYu9Qek9MyWGEXadfG7E46pFvclMdtsVlhYxjoIr+IM7dWKh5f
I4diqCHKt/W0xKWfbqmjr2+yMD6bhTFNqY6lwoECcc3036z/SOiQhrIhMZ5NAK/VdW8b+6uaDo6s
+Yn63cP1Wlr1JCmPDeYp3fxCJuqpFMVtGWI2DSz+JAJ/LiN/g9qvuL0XK02b9tZ39ceq2WHd569V
Mr+q4DOLemvH01Ilv+RekH1J8hkZWdMacS/C35QSy3S7qHmOScZUeAOfBrJEOAu5lzcXKmxde2p/
zCGhFX+1g7J4shkH6DXuZ1c0h8FWQ6Uiu4zbv515S0gQfzbHdt+mlN1Wd1cJZajyNcvPxuqOGZtD
QvlVi/Fdn394CV3mMeqHE5Wl1yWZG+WLG7X/DJO4ce23nrzNbE8rjVw/pydFk3fS8GtY0k4hlbp6
0ayHMnVLE0dyoO4aG4oFLFWrPjQ9u9mRQjaRlO9X1klaY6XGQaHOtasa71tSHFarfmlT1AN9Gaqy
U8oYWrNEU+iuaR9M+kTtXxa71NYh/xQmD8lJWcPIeHJj2KSeSJ8jtmur90RzLQw8ZOlkyWH5DcHY
6U6MZXj1MWvvurWnS9iWIO9BMpRDOpOD2icH0/b1lpuaMeWoL+Ntm61zjGEG+0ZyX7kSdO8w0NJi
mDoZzoSb1ZDjmUpPNPwsG9lOpHRp79EaZIQ1dKyLp2XsqdlFtF8G60vWlBGMyGg3+bJxzkFuMcEk
b2zI/dY8GPWF6tlxw0zZSWNXU35QMZZcOD/N4Foyoa1kFQrLta3PGEudjmRsda/DQUZf60uCMKG9
+w+Xqm9urwsrfX3hDIBOpIwo+4YD1V4izdejs2UTUOQw6TR0fIPkjuZl0Epq0bEYcLvd7ItFFyzy
1lPwgwIQHrvcVfKR5CJKNl12X8b7mIlLs3MvZlpQc461DKf2uFaAvoPbrPEZo7ugH5goluEgDYlv
K3hmpncgISUkqvXi4TciVTQtVr+dampcvUu7YIqDTi9wgnzpBB47Qal4ZhHxIbpjVsRunWn0xqlr
yMt1rs29HsO3C+1HjjGjKruQq/0mzcKXCj/CYXF5j9jf6Kpiv8qeZhzq8s+k9CwVY4enAJdG2V5F
WbmzWNuGydmP7acp9hPi+nr96pubYOuj2sEvDST9UAGKHd13PnnFuqt+SXrYtbXxWvZ7NbkM0jvp
3oE0k1tmYRKAmRxP3xpcclwt+6wUdEbR0eaqnWqW1LKmBier9fTnbg3JtGya40NSz/OH3srLh4ja
HqjSGsVBkmpfm5cgqwYPfKJ1kiT3DdKho4HJV2XlO6v/LM5aXHUYss/iUHTLYY7TQLWJjjC226ao
bEzl/rBO+0rpfjbDSM+0wM+2HFchUhMHx6bnQWse23L+i2MGNzjMXRQlZjAk1WNjsT8VWfajvNrG
bjESppc1IsVWeqjV1emJo+ZzufI6flvFlARxpPxJluLVY/Szzo95e9l6p/nU2n9whCOrH8w8o6sV
TvHPwGAsmzpvHe8NnDkc6zdJJQcHNzos6qzgTrZYTGTi3KQs+HmmRFqWq8y7tfKUxR/qrzrlp98J
5Vn0u6JxEnFfT9hzYkXtpcXBUny9j52o8wlHA2JYy3f8KWkEKyS/7iAfFRC7piUMfk/egG3fypp1
6T/jW7mKV+1DWn3CvZVAGV3FcJveL9KnMTuPeu/AHOu3gctaj13ACjZZ8cVOkiCvLx3/teDjLaBt
u744j9m+wnpzcqosaHG8tK9aFhiEZyMqrkyvJZKZKTg+SDQ69YuBqVT0OLWqN5a7Kf+XGn6E6lzZ
i7OGErHecFv8NrN8V0RQnq8tW2t9mGnHsmz2mREQAs+q6zx8J6Orpvso+5WSr2h7jod/U77tG8Xv
cKNqXEa/Cpgw7jAJ3pFI27ee3Vxrc6OcImeLwcDyA43c1tR+Zn3ZU3YpdDyFDX4Zx0Mn6KAhL1dU
zpLxauT7/ElrYibQxzbzuEvWzFUrLLCy5IyaOGj75CSsk3HVmxNb5BZGOshmGtf+J00tU7YXm68l
yER17ae9spEIn0PVYxvWGszhxy470CZIrO3L5BywVGm/lPa+0d8ThQXEYn40xD8Tg94MgImQ+pli
Vr2LjmxHyfBEeyorN5F/ehW73+rbRj9X/jXTTYf919gtrz2MPhUdgOOslh/gTENyjZp9qz9V+bnT
TzXb80jAS7bnETfJkselt3Z7Rd3TEGz1TxV5BbnlRemagHaDhx3qTgWrypbhvoaII3wyGW7yx5UU
ETW4iJeqF5RZf5QAWsggHs+0Iw1bZv/o8dy2CRUs2d7Kemd9c6n0r/Wv3vpx+1wYe8FOPjn3xOoM
bHZgaTxo9nSNyvqBBNOd1vAwCaqXH+0oIMAysV74LGb9UD2J5DVerngNS9tLp9HZJKmTpdWlGZjj
GaqNpETKNAaGzIfbztFbJW2sTJOYpO8FXnF5A3JzLOwiMKuME49FoO0qyU06CDykK5zDT2Vbvxrc
kgVNmJowzBaven2L111dPkQDr/zZYJypBN8AkkBZYP9M7ubqxNZtzZ/sbaPtO8OsT90VudrONE9r
fau0lza66DS0NSxY4WuRO6lhWRxT9qxHDfAw98GtsmrfP9bUQcyZe5VXlrnmqal80/gct0MpgfEG
7WefhzOLv+aXRkSOzKXJ2uDyyecyk2CWiWdX/lUiBNzcFfVBT31MWIggsU1//OWUSbY3iBAGdKYD
2W6p+dJUv2PxZbT9A3g7KgStPzWDI3K+u3d+1ir7WLRu13ZQhuYjYlGbr6+35TABi2jqh6X8WNPL
hkNI/N5X8a7UHrIoqJjH451pv4jFBXazL1kHDqYFWrVHneWYVKqJQQwQqCD/xHxT2qOB7ChPjhOt
LHXEcLqe9/2Uce+PBuO8Qk3ZJBdoiJaiq/Z0QAzLKeeR8CHehWhho3qHMzuol80im+1H3HXxl6j/
zcV73zmCnSJMaOxrVVcOFr0GWIly7GtwFOOKiGGqCDUKzOzG7FSpXJtGsTO1V4u2InLqzZFRxPYP
LV6SJZfHX67ftPpWFo4RB7H2o9uFqxvPeewU2T7pglGEkBxcw5PpzMQ5NC/4BmcFtmXSea2eerK0
m8uY3ZL+Ta8AcI+9NHsTOwNZ8bnYe03+o6Nrpdgx6FJU+pjkmG+ssOWutKDBcdqWVIxdxTtP9yLT
j+ySztrPkXga6hj+hM+HUQuxrPqu/5nrkJPSJG7WBVYWdh3Ny3PfSrs+/o2MoxEdNkSwiWsWwfTT
ZrRqODixpq97yetCDu/iqv2VvWF6wZ4BT322QdxPGjHIFiMK4JLMWU65AgMDlETK9m1cuEX3mhuk
oZcQHsdspGk091L/tVmmY6SHEr/DvnZkM6yQOJO0oXKdBuYlXzyhvm6/WvqmEqkuMfy+RazJU5eN
ypFLvn3yo9y4ck0qVnlGSiLpPz1w6/MqLLDtXXkPs6GOFgTjDr7EwiQpTjACy88ivOGIG/mqIAEC
XnzmBjIjHOzUUDX+5ct7d6u5WJIwxbeFNi36NYq3GSUwUFZBqRWONkQuGp3JoD0HdgT/2M39fkUt
qZsfsXbuBY45uT8nPKTlRZ2PvAlFC0boaKzjta7dX+QBaSdgr6uKtxTwwbxNi4v7k8YcqbxK8N0C
JFlqDXdagMQQY5g7s/2to8uMrbS9Fx8GeE5C2xyu1rUmV2vcGRa+A6+zVLvoHnfb+nPHAz+Q/Zry
SV4eFiRFjP5NHay912S+PDu15Ea91w97bKvl9NOa9nlWucsMEyaPD9oU7TbTCuIYn/n+oVo4YYyf
OskGqPSuWfMYT17XhO186F5aQkBxmP9j9oyQQoq3GLWi5UVPI4LyD/NvzN1EcWoZh/pQtXds+Vhz
OB0G+IPRU7mjf7XsoPyWAud+zATjSHhj/GkN74vyIJ41bAjU6aF/19ag5ifSvG3dgCofq1gJ6UFI
LHOY4qP0c9NkR0OyhXmCXpl7rmRwGaYFnkOQ3yE7Su811r+UlErpDeURsN5Wf5PYLfrvtAhAWknI
tpYXRTr2nZsvYSQHDHzGn8hNp/vIxE8zfgHyEhm9yz5VWuqnvLJ4yZq7pkGrgxLkvbhES7vvjDM8
9q5YT4JbVxpBYf1GAx9ciJj9GnEAsB7kv7p+ZJQojFDE9a5djnrNNb0wt+7N/F+r/Gj64x3/xwiK
yqaWt/+ApfsrJ3bZKU1CrGNsR69D+AFUXDLAULJ9G9leJolZfin4ymd+88aCdP4E3ryDazWjJ/kJ
3qQnm9lYgnZ50YunjHcqaTATx6p2fhT7obk0WmCubrT4oCUIwggDwIS7RN3ILMPpwt8o6OR9q/i8
b+byOXItxKdB98zIGeMgaiqXSNh6ftoSLA+OdvsEVDz/G+PWqd+FeOJrl3u3wKncCKbOB6qeWXn4
3oxjFhFrQMQwZoUtTY3U8q2trzr0TPraS79b56i8OOYK73G8BxGIu47NsePS0RrPVmp3LH9wezBj
L7tt3ZsmwFcUbkKs99/xipPykC66Wb0JvZTE9R90AgkA2c3dN/G1tn4s9CDLw0JxbHpXInIs3MWG
wLKo0X7B6EsVIjZdKsN8DDiaRumDcEvk8wEnFb5svyZf68CkXsJNqc6UhLp5UZD5qeehDW3138x/
3PaTuW/yXSW9Rc1L81Wp0SHKXmBO7kOPPSLS77D56t/7swDS7xbN0YqHzjgqE5e5wtryix29LQmi
kNrhS6BXU2i0N93NoMSoxD2dswFDPu3k6W6AlLp5jbabf9obHVXzLJbyuBgMbcKfebdy1lB30rPB
skP5KzTlo1bYvS3A8haIDLarOlXj5jiulTsYzdn8//VOYkNNAtQ6z05CSlNdfwnyD9hcMR7MVn2X
ACB2kj7eOey6dPoO1p5ryAJ51ssclIi0mrh/7rT20K/JXq1qxxibsGuiPzlrPu3J+pbUNGihlne5
kTqiD40898tZeKblqcbExbKrYl8wzd4QMiEg3VmKWyc/avKtokZQj5EVMIITNthpe6U53mG4xJWN
Pyj78ocU+jDVMN1mZ6++tk9jG3vj+jdOmosCpefiAnMOBX+yrHnKpo3BMrSJg32bP+lep/ib5VdQ
LfqY/i3GQYU6WazxoxIew3jbO8Kaz3mLB/MwHdeBQ1yCiams1wBSq+mlfrT7j1iX/WzG1q3N/djM
H4AA/Hy8x3epj9N0H+wBahcicpvu3ifL2PtzBS3d4sUt5bXZzmBq0TZ9KNZTqmUPdbTP+NW6Lj0K
6Qlv0S7nmsDo/pYkZ+7NefU3mx7rpP/F8++M0joGAdjR4GNBYbqKOM5IFzXcsmIctRxK7b3phRke
7ujDCvA93OY4rKbDChILWQWVoMUPdgV/Ac+z15XjZgC5q16TUwW3Q70CE+23DTbuzC2cjo5l+GJ5
qvDb7naR4dUsaEakmAST3O/r9VL/mGiucnO6AS6DUkzTTRoP0uM2nIizYIdyMj90K+bpuoUalGZo
NzHahl8Dq5T6qj4t2r7M8e7bE3K3y4ltpOpNo8/ALbpnYT+idsFOGjmBpD6pvPr0yXxHs3CX+JjR
Zcg0CPi1WFipQRjFGEmRwTfxCwGv++/C/Bjn0FT3K05FxHUtPxOawBIC7zpRy8VIt1Z6OTRxtOA3
riVhP13L7NU2zut8yWFZAXr1gxjQ2wHutvcQwKX1izEF7X/HGgf25IkmjxZFwZ/xZVqvrfI0/Nk/
RWrsxtQzon/NAoCVpk+LMX4o3Awrv3lM3urmq0AJZs/HiSQ/4cypDymqDa7EetcwOdapnRRaiY+c
7pE2svDB77RlZ4c2SVXRtciDonqyp1M3eVJxleGWx/xIArulWW/rewvq+Ssza4N7Bs1PHf3qlpPb
DP1olXPZ4bnL+mVbXJ3nvTg45xrOKmhcneo1nUlLUkovST+a9ix/W/yaMfeW8ieqX0ccXUV+YwSE
hIQ9EuK81Zk7CO5PNgZ75RDX/VF0cIA4EkExlvJ+m5gkQI6B+nzO8kDvdDaK13yDTkfOMiIOKHpf
8HiLN6xvFrEeW/o41XDt4bQp16J1lhnT5wCjDV8cI/MecSq8tf1YZHh+R2i/611OgaLG9pg+NGQr
Lc3Gfb7JVRoLVCSFU4P40TKg9LFZ9M0++meF0aRxBi1cNk97tG9T99q+ZbbD+wAIClihxJBb0l9R
feJK1pS+/VHRaCrvHTBLnIVyZbtrtYtRyJauZu6aRHbVW1pBh7v33u1jXf0oCtkEkq3vlrzVK+g5
K9YwRVeb66BWeOhzIIZDMzLR2GR/qMd2/GYl92Ti+S02X4LG3L6jCbVE9Tx/SHcnmOEkodLoGlJs
Bz+laMj7hVGp3jD6O8caqtj7PQOroDZeNJ63+JKvH236HieeLX/KUHSpeDNyO9BPi+wtBtzjsQCB
t6F/CO6QU+PFVuTvsZSOcctNE2H0+GqB7UvNu5FRZt2ERHdM0KcvLPOT3GXWqFAZWqdVx+LK4MtB
qC9+l+hQZlIgw18n0V6eeUDZ0zi1vl3mQWvC4UDcbdcGLV0MAYoQezo1EXUidg2OdlP/y5JLCjId
x06HiCTuQqsrnZV0NgaGpPvWpWetnBEHzWjyWffkhMQmzTvSxyrxs62ihwDXNrilWsMz89lbdfQ4
RQzwoOXXoZh3jWKeRxh9/J0lR1MfxviJiEm47thGILWj357MjvE+f0waHAGmQu/QQIGYqE2YG4Tb
WEzhZeEnzIowzyAmw5vVfFlKwHvJMA6kKM3nrv4qbN6JFMCF7tRK6otiqU5lPUi9e3/U04MYriV/
YVx88aeZGTJG66EQP1GDW/ZbJiPPVxjA1WeJmN1E95dtwOaIYZc+OUIVTqkoQ+VPBbS3Ex9kpF03
5JCRKtzKeJMaHsqxoRRuX7X93cfx/bccef8zVDFGzJhwFiZ9d+qo4nFeEpRf5QdXtqUAJ5rGbkKi
XZr5Z28AoRYLnjZv4CCs6SAggxh4l/tTlfz18PAr0+70t4ne/U+oct30ywi1HjOjtdRE2bLea1qi
tHufivygWWiykuyg8oPHlnkkFvNYLsrTiCfBfKjEc5TfBFrGOHqV+7l3N1u5jsMUeZ167zbrj6TI
gvIoLR+2An6N0M0Z+Sjja2o/qurkL8Wh3+CpoocqBlHSHob4UKswh4+KFOqWt9mRa0y/Xe0lsCuG
uSfclW5Xr/ap9JKqE532P6P+FkBM6bDXBXTLLutInKxA3nMcYcvHYR4uWak+FgKsmviypDzo2CiW
/0SHXGJYZVjnEqZz+5p7LtLEfsLGmjO3dN/Gkr5INlx7s+l+pUzwTygfta7etyMnfBh16pr5bxxA
SriBlVmywjG3vqJkPZDT9xyPh0V9MZEV16wQpO2bLsUPPaB2x4CRmtJ0TmH3gdMs2alSiN2cpsXX
NTnxG1V/NI04fdIEAqE2pqevtnov7PipNgnvEQhH639qnHuqru2lFjVjub1t8h0CouTEso3u/1Ik
MLkIoUR0VwYyNwq7eyttovQkazqIeWIXAF+1najUcLSTyGkzM3dGuZ2CZBDfcWfGPkwoqoU1OVsR
AhKhTWSHKnT31TWS/KEIhWKz3+aydzBr86vE/R7pt3V6ZvzssqNtsTvRpm6FIqn61g3hmgQhbDu9
Y5zKMdO32IRxuvgvlR41QooYQlmVsbX5gYgmSDgFYUOusGO2DBoxgW39WFjSsVWk2bEkzdPx5VA5
qLZrDU+jnrpKFa7al27Bf6lBMfA2qF/dwohfoqZoKrgSOEvrTtDhQlxrjomR0da0ly5p3gxDIXJ7
golSPcTs4pAp+nXCeBOYYKWLtYCwCD2mDQ5TA65A+xAJHpVJMu27vjxN8yhgtSLYLgyGEytoW5kv
k4U5x7TKyImkXuy6ViheEvO8TRuaZFSz1YXgOfdVdytV27GoItLSXLT+086sQ4nRSDuNNQlOurvY
6FB1rfnRpZNZl/s0HtmNG1Pw/TKQo6s++RkpKDZrWRo58Kt01SwMbXEKqC6ZRuPs0EWaSkgIhcZt
scRn9pRSus61fFmNg9T5qn2o9SBenibrKEgzZT2A0zY0wwOvdewPBHZAZ4kNrD6TwCM1NGAK0izF
yxYN3F8xX0gI5pqvMGlKt89+6Q7gK0yj9eCU3XNDakbMdHOF3pbMo0geDd3rsZroXTsFZ4LoTblZ
RiaLYguZAGwWpFhptSxvZKNB85A/+DUGtuNqulrMx232cWvtxzXxRxQIo8pg2b4ms9eOY9gW2r4V
g4B7o2XK0Bwieqb+vraPNXDqaP0zqds0v8P0VQw2hjXaR9P9AJxFXXUZ4vSi1GGhzqfN/hUWYHfJ
hNKph1Xv/dXgOTTS3kq+NUFoi+SyfoZb1KFQ+saxK/lLtgMiH92uQf5id9FXV7UE6GQRIhLUeIsi
XKk2vlJT2eh8CAbsx7dBkUM1S57WKHei1iLtTjh6lKKEqCV0uFO/Bn1nYve51KP9M3WN7I3yarmS
Eqeeoke/So0elUOtjT2Bks2AbDiTyVsoda3mf0AfJA03+VbKSDp7EsHM2D4iwdZcGEBORz+Wfp5l
4djax2RZYPIIv0HFNEPI10sMNtboi5P0tQ/UVtcCydkEfGNNVXbMlhZcKrm1LLW1wCNjXp0lyDht
UsINJeIy1h+zYvuplV+R517yNHuI7guKGrjTSHu/sbdSoroxDEP25LEafaO5K8Qui36URWY9bkg7
69mw/eou2kXn7swJNvlRsjem3WaVoY3UX6ehEkwnGbtJNSoF7WngyLfQS1HZ0bINsmdMX9P2KdpQ
Ze7UkJN1KG0S2hN29CQ3Nh579bKYNr1O45JsHan6Th34Ef/6Buu/yDjlKBA6GuXKpEs3vnKpZYKR
DHcp36omf1Gs1biu0NxgCQWj+V29reSaW0xXs7kZyavUgVIf5Kq+H7gqxXeyNL4bgxdNe0fT4o85
62gyCuJEa/8apPy5M1nvaRwHWgpZ0YLC5bKwnXWw9sQGkbz01+MJ0y/0OPYTEo5uuk7VTx59JxNw
J0fYWn8RGcx02GXGPv4ASrHKitcZ/jb6PdsR8m0SgRk9RMpFi4bklrO5qaFCfNKX7SdtpvmQ9a9W
EQyF8auXKTErU6AjFyPLz0cpX2tXYyY3YCogVtyhcfLhOTVUx8Af1pydAjVurg3hcFfe4XeNNmSx
0fxaXjoUQAy3uj2vCYIn1KuWWsLyl66RdKGRoMT2sLczV5IceLt2M+ZS96a2gp+QYfak0C4kliff
uXyRnSDh6lCByEzdzWeKs1+pUF6F11XzZZv3aXRUrWuvZ05Micmn16l7hHSCWp5LiFTfrkDeEJ3a
rOU6kqL7k8y1BkOTTPnnJCXXnG5cdMdF+hxn26doP6Si9aX5RWgC69WZ3QTNrXJJf9Dp9coCOcPU
U2mLh9iw9HDoNjxAaP+9OhrhTZUH/vxJTRxETDTIHNo6H04pk1hZbudYwakbnEIDBBqmDFp1vVqF
cVcxKUEph0X9ta04fizC6TbVUZSPIaoP9lLwOdiCzb9ME+0Uv7G/w4HwkMpfOSKAVfudCSY/sKtR
a0XqAoZvq8HKKUhHsR1s8qvVzS2bBIIEI+/Simd0BYy9mfRbWgYKUtSNCO3TLEhiv8EfpgbAztNw
alaL+W7fWtNtkVe2W6Y+bTBVhdCuCohrMTB+thiiGP0K5qD50/SXtKb1iDKg3U1JNd7GBESfsr/A
a8WJsrqyzJ6HDVCVneQxa52pEa8mMhQWPGpDvzWVFqTsuRw6tpJZXJGq0CqJc5RovMfV4sBuiCgX
NUrcu6PTe9Pg+7tub/k2SYg3QmWQKy5A0JEuHQI1Pi8kOTWmsHatml0rySsQiIw1BnOaxrhoSjAL
ssXWY9GF6iQhaV3AAGnEHkYpfoqnwl0XzToNy/q1SOCGmi53rqWiHq5N+7FViE6zl0cQ17x76+6T
cq/Gf7WNy3yq3DQaUdHMuVPb5k3tYZWLqxo9o1IvvDz7bAkcWd7GjkuzaZ8i60HDwBo94SiTJGC9
Lvm/iOGra9+S+UOhuCXW82C8LTqorvIiAxpmd0XQWyYgizX+HpfX5mLP7A5ESduezBWSKdILJTTT
RP2K2FYtIU7jDU6ujiLXprmSJ1+7D3cjxHm0tTZIqrmfu1x8DVvrzWrLQnP0vKRTqEWmW+aL8ixb
P9EoOVwLepumr0ikyGUwEGR0WmOiCJ6l706O2UDJvvq+/I23BJTsrdn6fZtFrxLwgjw+pwuQbGIg
uOn1Ig8Tc1E5Pqh6a9ktef121CFLNxUWAeKTMMJC/rcmhAxaGrpi7V+ZWmfAi3GzZOhkehPWcpC+
Ucf1moJpBlX1p1UGBOOAJdGijEd5SRTMgv/V85sxsicEJi+EzX2XB/1ahgYoXjx+1bikj8kzm1jI
3VEhTjxuysP8Ms5IQ4VcMa1krg6iom6wQ6ZIw4E2GgQdbGq+f5qs86v2AVq2YJK3rY/elB/jyv4s
m5IGGvzSWEsJbcHd3AHRY1CW3etg0N4BuGXGdMaQOJN8dOPxsAQmC1EomAWEiOV2HdNOl91l6kRk
7BIJegNCu9RQvegG8u8m06N3gF8KWPtrqM33xDeLjkNJkI5itpffMDIGJpEepfFiEUvj9MwX7tq+
4euImkWLnXIG5cQteWStSxmpkwxzZa0/lPxTyTdvmIb9KCMC2awjKac71ooXBVFLZznFkAZptJJj
DDwjva0x31irnBvzBAR57iaAb8u4KXEdIp8u47l7X8iRrcaa/SHUajg8mwP/XsF+MCyvWyBMVHwd
B0vH2rD5myOAvHqx38e8g3pOmLolNpxLQ4DLiMZnOWHB4/SCrL3d94VthZvdAr8m4lRloH30QrIb
13Z71kaUZpbSITaWD5FKM5z1bpbpTHUxb2EvT/SlbKL0Otr0xIYtFNGDMRsASKZ+kUzrycxbR4ku
9dqdDDp6zUr83gIsthzK2DG36VcgwOL+rc0Rp8xLWAvtSigg1N0LPOTKjkUwz79qax7LzPaExTcM
/8Xf9wy625VzGE/tPuXHUno0/NNLrcy+nn1S+MO1Lo+pbYZRHzAcJ+NZf4nQ7DQN2d6oVvpacSKw
3c2cHGTYhyT6iDqqIy8K4pok3f7H2Xktx82da/pWdvkcHmQsTG37oHNgB2ZRJyiSopBzxtXPA9l7
hoLV7Km/yie/JTXSCt/63nSTucaqAt3Wu45WrHjMsIhLW1JpzLMJ1Ru5NdCzPM+HDx2mVuXU2zz5
bpPFhP3DWDm1cOOSH3b9LOn3tfUDHpjnv7oyQAo8tnrhS68tPt26afOodDQKoiPCftFmDSKyAPY4
mBst/lA/a8GL054pT9OKHlbGLIZ0IVkruZLu1bTY2J62KrCPn/cjFqN17pZT+loTMOD7dNNIz20e
rk2cbG1/r3ZPGWIktSHXTZfnwi9HmMNUomIeNRLNyHHStyzsAYYt9btttN5GV51taFjfPfJtmzxa
d5ZOrDiCtwThTQwhTw1NWGYQE0xl71MH6Yg3ndI9lM192/rrrEf6Z2Y7DQkBosAlhoqjDr7WeVNS
A9gJ7crSZ5yRG+TzKd0yjkmu0e1C2B4GXbrYuy/MN8m/l80F+iLoay+9+qZm7xa4vJLj6lq/pMmA
BjRo3/suRVufJS9KGpwzHxPbUqvOSmc9eoOMf0E8zDO730vRPrOxmCtJtxNbha5YwKlyfA+ux21a
SBALvhOCFtn1fkBKYj/e0ztmbrF6pla4dlPo5yFQ5qHOzp5zz2HGSwGF97E7yiZXeR0sKyN4N2ic
tve99Ei97+fOuTGArjoMAGS3hWztVJw3aMlz/t9VITxwo21vZSipA0xbu282FYcTIfxoporkqOb9
YjDiXe8Z6h15WXBitQrNpF91S1HDwFUUl7U7UtaZ0b+rwnpL1FcrOg+inkeFBMFFLaFkxbZ7FEb3
CoM9De1l40AidzqZrnI6VkepEz8qBd18jsALN6hqxkUyIuGjuwOVTZf1nHWx3dASoKyeM3HmWhtZ
rJSCkEUfdmlyJC9nVanF3GI2442vC20fxoDLlXB2Xajd64G3Cg1t4dodQox1FqwVCWYp1PZaX6jF
OgmOknDuEENU/nvbWrdu/81wfyD1BcrnFGoa0kL17hTjNpC0c0mfvbCyo9TJc1MXq9SUzTurC2FC
eZa24hCHgVPcrpAifvdbVFctDm2xCPRXywlxm21ywkCj9l/luhRBKlVCjicilwDOcqTAdc13MrrV
4ME5QjDZJc9CvML8G7T3DLBAg/LQLDqJGoYFJXsS5vDAmWlrsuskCtiI7crHBhGUVL11Q3i0on2f
g3S46cJPIqQVFqShfhN2/doT7lGCa5B3wcEIsp3qGmhkOmNVZ6q6QP+zjIycrpO8yx26Bn7mPRWh
vNRhtKGwJTYexnBarqq4PbqlM3eBV9Khh5c/BAtNWIsobeHQlbnymg226dFaweJVei6tYl7brKgb
EhxoXG9VyG0taQAmarVF5NKkPWntCwtvrTyLfqs7fLQ5MkuK/bvBw74F1vodBXbm3jM+dPsWPrco
tzZHZkc8ZIkJGnM/mKsuvamoJJScpoFerVvh3DO/Ehk7PekjhSSvdeG80GtmSZRBTLQzqFJBJi0U
TVRz3y15wUoS76KyxYuOJm8QLApO7q6/yMFr8rbdWZl5R/hWtiiN9LYs73tvrWkL3df2GR1iRXus
8pQS2uUgsEwjR5vlOZK0dCWDumqim0ej+xKnFS05BV2NcPwZSdvWlpO1q4TqelCG9868a6nNsuFs
Sz/i7hk4nCP6qAglFAdjXkMMcycNVsC1UW/A2xS7HOaDKDeyp7w1ZQbJON51NGLUZCeaH642QD/3
3y01ohcusffZ+II9Val/6DABJ5BOvHkDhzVHG/Y6CP5ALVF3J/QudFH6Zc9G3p8kJnYjG0gRlJlf
d9+QDFX2D1/7qZiboSzPsXECyQQm7tEbS/nRK5KFhiI/MIpDNJwLPVqT+boswI60+LZIXqzgqS/Y
B9Gai33UwmUvoItrxwJvqrAQNClHvGKVWkin/EU0shDBZw2KVlho5WAdCumnhmVuhG7YLJDBjCSl
2s/Q5oslCiIPX7qy2pAzNI99bwnE25OYqKK4XUF+Vk0xd5tmkQ5H3Uz4yyByDoCIz94q5bQWIaIi
SUyiTZ/dxOqNSn0jr6thh2csjf3ZgA+S1SFoHZ5G4MtdptkWha5PV9LY0jDS9XXVnPJ6HtPmcu91
d5knFNmws/WPfMzGojEiwkcJdgc8CZhK3g1k8lmovQnOz6AJ8KukBuC1QKErHWsPKgrxtyFkPJtD
uarxjUAH/BOIpmSwvcKsyJ147pfJqu3bm6wE3Dj49b7sX3p9EZjGXA33VXBbdgcTwqjqnzJZYmh6
4UsW61tLCN7eu52dCynZmRYob2HDykQaKb1Rdmw5ltPuQ6hNH2lZRt5iqMQutW1iARFuccRNK3Dt
zniS9Z9GnMDrMne+OzwG+aut1DG6FaQOeassUKcuerWC/hCupQCCrNi74xPVbxzT+fLwpehOI/2r
dWeZVNmj3NQ3PnBMbWEcXeylxkUmJi29wn1wg3FU+LeG7e9y3rTqKCtQl7lW1NtKOwi5N3BEpYQN
3JK0v3AjV+URsTHF3YNw028INSAAAAisiGFbBurWCTFKbgxIJf2QLPrmzTA02kU17QE3W+OLRT+1
4OTf1jiVW3PV7reK3PeLvNWx5Exu0iDCmcWjCkuaiu6K2bjdyhEVWWs5x968q9cDCWFaWKDupPNU
d+WjX6TM9tKVSbgz8FjRK1U9u5JiPo6+ffLC5Hy/cBuj3toKjQPXppeg2/A2RQdNFAkUkhSpf86H
E9TOUPkWFul8KHEqgA+fgz2/WGztnXufAwIZCCfsYuUExatenQsTsUSPHqzt4o+kROzclw41ag2z
X8mfLCKHi7im/Gqrd09Tb4pc2YnRCyKLzxneRWYq/E3a3BY0jsHUBiWcuTTBBMCxpbAtIpnpDGOV
mz8IN8LnKOi2TvvhIlG2PQ5wnnNrN5RJieizU1JAUkNf33DyJH/WQNvXKidnPD1mQCGa/BIpxjes
j6S03sZR8KK56HGTuL+zyBK4p2u6ofSsdHpezbmNID4pqBqWJXOtqO8Edj3Q9n3vva+2qi8tZXUp
rHoLurLOMHrKovjewy+LummAqoa3ICU6yQyw+3r9uxue4njhQs+GFer3sBv6s4+r+Yw6G/8AqL+e
ZJ3jYZhrrTMPyqVXlu9qla2ZS4um9PY1JyctlOYG6KMVAV3nzlqlM+R193pPYWbeC7qui9Lph7kV
R5TYuGNJcfMzHgecvyK2bK2ZNxB2cue+1QllFPk6G8sLum559h3Jb92uhI+ajXwqkx45z4r0IFdX
kIhECkqNn1FqnWQ4fAHnCyXEzNlEf+wUXUcpgeQN/aLnR4shSdjHh/JotdKoibylu5MGD3m+QniL
Fv/sA4b2nN4e4YviHyDz1J2rohujybBy4wdRL53+TsGTRdoyLZG0ZvaqkL63FcSaYFUb8674Du/b
Jd9Xviudndc+9Mq2cTahKy06/+wENxHcU3vRqfdRvurbH0m8tJNXH1Te/O4bgFNPFSiq/+KxVrRP
crS0CKFqDyoNTinBnibhPDuUnO/jcxfTMRfKSPL0b1yLwuYUsmjYza1pLJLuqDZPiX4vGvMkucb3
jL0zEkdq4IXcHIEmS7l+zL1dbT9rFMsZffCocdJlaZvOSdTtXC35aD4aj1pFBMZhhcg/va2tk51j
dljCsk8jS99ro6g2zwWWn8Di8wKP81gpqUTLo21A7RkClqghpscYa6eqgI2lpf2mlgRIVFruHCtl
Wah7dd1AwJrnyK6U+DmX36OgX+doSfqMlN5iGDDAaXz+krHvNWerBMW2yPJNJKGWiqS1gghA4AgT
33hjHky39IYfnpgLJzjJaWXTYjZ3mSJz8lBgT9PV3NqA/iVtvax98UKC7BOVAsYE21DWmm3dNylV
PHTgfWFQEPXI8fL4O75zN57MITpFExx4t42VsPz2a4FHThevK/OkqSdV2wpaQiCQsnUTcVQv+4Mw
lJmR58VOtzxnEXjGN7AJDEeAuQsPCymARY8v3ij6u6uKTYDGKxxAtEMY+KAcXqMxxbWZqaLJwiBL
Dt5iAevVA5rpVX1N+zbTKWrFsCu08BBr5b2vQ/mVokfJ9fcO3AxDco9G6WszkSFCq4KNLbyNOiCI
wGGtS/sFVhsNAGByi/fPTCuesgA9Q7tMpRunxjK6j415NsqPQlDi25qh2rC4aqNS2QxZ6PLchN1t
ahrPWd3R3QaaT2cOp0VP7RAL+GU8q3P5m5Q7L1IALAwyZZq4HXjGD5PNuoiWCsR8u9x2/sr0KVe8
/qcbBPvEhsGOUIEKykhp0vUjszNZ13a9tKCxeUqydMxbz/UPFdwcQ6ZLMdbnEQrcxLR3SoGp04Nq
YSNnwQUKaeyCrFX5IkATT4a5gbqwlJ5ctVjYIANV5EHYuHW5I2jdgZEvhgFsN+l/5DY0EAlIBtOX
pkcQJeIbi65hAcG09qEUwQqcaeCBcZQsSz2/c9LkZEbemfjnbReLc1YfghZTpbr+gEgTSBshndzQ
WGC58U1xvL0Tm/I89BAnUOUDQ9ozeliH0IHjFHQQir+2o1JGr6s/mVFNDO9CNxliy26R28zk+dvw
jOB5Nlom3rYzNINXLBMv2FFPM4KzMGgMWTVg8OkrT3rIqrvKebryAOON/uEBjImPeq57ch9pqrKX
5TYbCaJqcehVL4CKaIAOKX2Wv9RhizTWKAwqeg/M9aN2BbCSPniwD67cxwWD22macFipSdHYsHOG
7jja50bo2YEAV8MCfhc6JXWZR3Py0sE8HekQ0G+Qr1zauvQKJhbIRaWZg2mxM3Q6xrp4d5muIyPI
65b08mBL34fEc4LdIK+N62jfaNtW2Zr1a1dhdFAywKR8XdloFVGD+NW3PFKXgWT/YBcrvQ3zl8Zc
wts0Zzm9B728VY1+rvZUajYPld95/XPCMly+army8eF/yDYi88A1X732kT0U8ROSzLlAYeZkHdET
9SYwpF2kl9DrcX4faipahPMMbA0tfjwz3QcSSawCh7Ocmf0qN8gqk01eFxslrHaJJ8FF0glppSr8
EXE+UPOdyv/XRSjvNFDcrz+pNr6/Pw2t8VN/cjlvsjBK40QeCGL0bk6LeOec07U/e1s8lZuwmslr
qCXy7FmaI62DKzvbtbP7eiFmNKfn7vqnO39Hg3SQ4UIvv74j1bw0yibmqp6Q1FKyXO3GVZsNHlUy
HA8p/4bF/LfCUmeZrdGedJe07kYQDFYrrFE/aFEoadTl2DeCXkQV1dmuBq5qKD03OYb3b0H57FOb
xziaGufcO9tKtLFgetcurus9KFOLgalsqEdoruf2Xc4eI2Pf/TT68QIWhl3DJk7uAu1JwiUxW8Jm
cU+yh2vVSA84qq1A4PTcwM9LzB16V71eQne8JXF6ad3TlR68x95YydhjhNiFHiQKmnphUQKCQDOk
du5LpcAIhw6EOHE56GiuV0lLy3uNQeHdKKekT/uzteC6ID2ck+wiH7R3LOiyc1u/aqzL7F0Mjjjc
RwA+Q3YCc+0ydP7SDkJmIbpZi4lZM3Pwgkrof9BVap+sZ+BbQ7vR2MaoF+tmA3SB4K1stya+QXV4
HF26Yu2hw0wXGpn6o8yYBJyBHegE5I4N8CXaN0OHj+zVKz8ejkgU2WE8T53JsslAd89R4aIJ0p8i
VT/7wcFN4cTYpxj6IYYEAS2icln121LV4XHeC/VYOx+E2VTdSevypZG/DckeSRFI9VOBBssk2CNj
gmKkhCpGoZOl3odMKSW/L3S/xnlb3KtZcy7q5E0NrYXNmUdhy48Tznj41OEN0e9Dw55zkvCLZYdT
AIdNKriZCN5Uh0T0Llt5YKxkXWfuJnZeS/mYUEhzbM90gXct1lcqbibQmjZhxKqjHdnDBrrzGtTb
hLsK2zXsUmh5Q4CPSUaRqBGSpj33iAFQbAXlY9Hv6mSvwjAo4DrDocsDZN9+wPpp1D8Fpm2OjNxR
b+dEUpsD3QCC8tAwWN251g9xfIsLjOJubROLHH9JqdiS6F6iQwtRxrkvpep/E573FCabRJ7b2WNY
3WaJulAa906i7oubBskzUWCJmHs1ypJS89ZdGs4gP2dQIOs4vf96PlsXNkZjYsXLEGmE3WdQOnFj
QaaCc6PUvPoldS5sxQYiqwni51GwDZFyK+mnWEH1jXMkOHjrFTNILp2G8jCk5xE5hza3fko6/Oa4
GsUYrxktLpljJXV8g926dwvxGIOEvQehGW1FWENgNIs5PM7coppheoRbpSyBaw6ttKuigyR2Tbyz
TQV6xUME4hZBjonK26zf9EF5bmgIRTat+qyu1hGN25nhebeGb7+njjFPxY/S2TvQfWTo/XF1T094
mVXdbdi1b5rTbPSun2vo57sIu2DVPerD9y7ZatXBGoZr9c2FvVGeeHwmZusYta7Eh/42AJfCkvEj
zlYq9dxIsJjTBKeH8PXXvPAx5cnHtBwvqxOJS6WBp2xFUiCOx0+oG0HFv3aFSbHWJ5nIvBb9hjGG
kw7vJYh+dWW3u2CkLU8siROpaAPqofAQqAsYijKcQcQ+YyN5kaOAumbArv9xT7WmsTd6lPWJsIbw
kKKokdSTFm2/fjd/3hkxf/59s6bw1wvTr0NQ4JguZ6nNLN1eDRzvjUR9+voaF76wMT7Up4Kgxi01
ImlJvXFCZpYvseOyyMO4STHh+/oS4s8vSBjTASvbsLIjqbsBfkEFhMFegfEalFNsYA03mAmYoLEb
rWCRHBK4EVl4I/nvDq7jkjNA0+oWcXMcYABLH2FOf9kPt24JqFNIK5HsvJAlWaHrm8EtL+nmxc3C
iO2FBinWH1n8ebJ2gPY4X+GfF5bizoveFeXeC5oF/bA5G3ChHEpswLSSJmjov9TJMYWajU+GHbG/
KN8L8i/rbmVLT5n3roTybTEA6QXxovHg3im4LNsBrXipJqPuKddvG5K0q/gIkaLLCDjovmc+luRk
HdTAIr29k/iKNC8J6Uneu+FRLYBjvPhYdIhTOOGBgAaAUX6UWVfmsXJhzTAm00yuOGgbZgl0UK09
CeM6tLbfJN191F0EKjsnxkcWkXvz12aeMZ15SdL2UCbkfeVm5r1VhOUJ/AmZQJymNu7qSYI1SGQt
IFWF2KIJyzh/PdYuGW/rk7OTLA2yliW9tpfKAuxucJJV2Jv3Uk2Nk8AFSyzWAPrnhlzR+fqIc3nZ
SCUszpbDck1vM6VlZsu+uDL4L+TTC30yiVsvLhvXy7W915YS2suocjQ85BPpxU9lPJx8sL4frQo/
W28sgB1TlWE3GBhf6lWEpYeld+9FGI10mSjbmvis44qZlMm+ahHC5aFa3HYWVY6aOuVDa5sBnNdW
ATUfJx3ifx8KXjTg6FKL0rmyaGvjd/zDMUKfHM9qRQ0CGb/Rg1mbePBZ9FnSVYqVIuKoee1YgG5A
M3L2XYLRaoj00Ps49/QnV/NHDAauRul/JHV8n0X9WoeGHEN480iYFOQEunBJi6LetAUQDerTtsho
yGPYaPnL2DWvRdJfeobJUajTbUdWQzvF8KkFmoJHM5dfnVdcpgNa/1ifCA3Fn9gYGs2iBVTIDH72
h3Gf3frNa/socd4Aw3trj0wrTHrWw16CosTjwyfngYgawRznzSyw2thYwSs9Skxl1Zn9XP0MoxtI
5YzDj4hAdpop7BvPBdEd+lJ6pz6VYFngHfkBjUgql+GuxDgARTMZdGuY41WCMdos/46QuZBn8Rlv
SqEvw/IWc5LBc+EF7mmhJ1fyA3456//pW0/OZ2qv5OmAmdMNJu0rbRPugCVuYFLOPNKjpdmDIPpL
n5s7MlTn3sqGBDmTyB7LViYxTCZnx3DhzKheN/TVxn+1iOeIHhfYo8x1OjOv2hJR2zqaoy48IWM4
RmsK6hvcjiHHrgEDt9G63tR7bylWSKn+6gie7HumcJ3CTHkqUpTnSO7X6lq+RYqK3zNp3+0C26Sl
ueU1z7qZvsCrdP7x8uguwhXdzj0q7/yaEf6FE7k+2Rz9oQ47Vn2VwDZQxwXqkfn4iswZxdwcYf/M
X3mPVxbHsWz706cc//9Pm33B8hCG47Wcg3SfbIklOPfvGGzPk+Vf7Ivpk43GriCCFGpv3Tg2JPE8
PAoVNl7SUXZ9/RB/LoqEPtlaKrnJRRe21o0ijdLHmqSbPEjxR5dWdpRfjXy5sDpok30k0ewCu/WB
RgloZ9bWC71/5CwB7cBatSapBeVeDG+Rfa1IulCrapNtok7bJnciSO9NjYU8zpRSvotpvGIqh3lK
u8hUEkeSKwPhQtH3qzv0aRxoIKt6FIGYsXGsB/lVQ+dtXnt1F6o9bbKuurqZ9aGuEZbjWrdNjiQP
c8Svv/2l9pU2WYssKxap6dV0JIsUx6KwAFEPPdus5ugnsLnuzMFYyhZy2Qx2zUnpQHp9A5MpzPu9
ZWx41JzkuWJyreEZUOcV3ZHUdmfdINfwg1VMQXrIkGTVYI0uS/7eLFV5GwlP3tc4Riy6CvlKg5Ib
s6lEvOgqHo0k7TqQzPzBtm5ErODv6ThYYEWy/aPGZHYeZR3U/UhP8S3Aiu7rN3GhyW1NMyc1hWkm
Aj88tG6AP5uZNP1JkZIaQJVdX/HYQgZiKTeY2AZL4I12aQ+JtpGU7i2shLRR3Ka9kv9wYUZqk6UU
JLYY4DqSOVFix4PPN+vZHEeDmWpc2YMuPK3QpotkYZiIfLiEp4X+uoCtN0v4mMvGgvxmKJa8bDur
PKhN5px8r6h3UYzKDZPXAHlVNiwCFtkrdcOluTNZQ70+Bvq2zI4xlNMx8HcCUlXv51cq9Usvc7J+
SqZmBnLn9jdSfiBRQe1WwsY95sqnunTzk8WzbBw97TTCAfyooGuNH2x5aFR5+fWgvHDv6mTNlCs/
jnJ4sTemwEVGl+3vJRapatm+RU1wbeBfWJjVyUKJ3NQb1EHmIj0tmDqANR6nzS6IdapLby/s4TRo
vTXD9Xyh6hBSvn62C6uaOql4c9xl8txRO9Rvj3X8kgZXkqbH2/7Dlvzr2PBpKRYW6GuR87uusguT
0UYPVraCytJbmsPir937ZNU0/arOk3S8dwlsWqz8MLmyGV96K5OpX+BFYRUxvzz6pFXhfStfSZO6
NJQmE74mPzR2WKxu4PZjMdwrC5jFuOZ9/UIuTAN1MoeLsnVdSeXXDcubEXfhqBjDr7/+7UsfdDKB
IeV0bjDeuY3GU0YpNKrSkzuBZ4Z85fYvvZzJLPZixx2aCCqLriL01oCNTawW3ul5fv0IF2qRX+FC
n8akn7SDi+VtejChhrvy4MwUy1K3eoOdHll4goHK2mtHoOmpiu/n11e9UAj/ijf8dFUvgmg16El6
qP36LQ01g06+Fq/DCDuFNKzROOCh+/WlLqVdKpPZbNZ1ypY4BAd0N+FRfhxipMhz6bZ71Gb9lYFw
4Sv96lB8ep7M90VG6mhwqLSUA0OS+3jG5uItsOB+ZqjlryXuXhhxymR6R51vK5pTYrsKiR1dTeQ/
Wd1e6hGhld8aL7vS07kw15XJXM9jKdJ1+J2HRhb+Y86H3zt26my+/iQXpuSvnf/T2/LcwLXdrAgO
urtq/IegOcnXguQv/fRktoMcV5KjR8FBwpMztjr8cZd5cWVHvTRXJtO9tagulYa3Ej/hip6goMLZ
TMFCcD5gzHptnb10lcmMN7SggY45vntguWZd/ACzCUhncGYdphofX3+CS7NCnuzfvVCqpo+4SoCn
VbEIGiIQcEuYoXyrpZ2DVCC/soJdeB55HMqfvnboVyExxFwJIi9MeJqnqGVFucTjvSCS4coDXfjw
8mSW26TMOmGKj2NvPzfRSxSV2F28f/2yLv32OOs/PUEVG7bT+XGMVcG5Qd2KD7ZX+Vdez4UZLY8X
/fTjCK5KTYVGftAPmLLXCMroep/lfKmnV1bAC5NZnkxmvaqbpkm4Ql094TuGHu/Krf/5h61p/rxt
OF6dmFl0KLuTpN+QInPlhy+0sC178lJKr49EHsXRIUOobwPbwb1Gnjyr351vJSpFop+ukRIuPcTk
7WSDUnsizqNDAK03t56q8sqo+fOegCPE7x+2VpJh8Ew7PIhBWuuYcBS0nX1s1K1r6+ifd1HLVidX
iPRCyhKuUEt4sle4W5wd6WdV4GepBYuvx/6lp5iseb3r02E2fF4PAtdavw8dYG0Q+XS4Fnx96QNM
1rvQTHtT6TzQWjV+isoKjqb08vXNX3hB06R4L9AkuxjC6DC8Nw/KW/bT+Ybg8OvfvnDb02z4Squa
CBVtdKh608BlS30udOnKufPSfU8WswoTDtfyeen1T31J6N6TufJuv77tSz89Wcs6GaJXHrjMLEID
wKeglKk6XiBDYBKqhb+sE9l/8Q1NJrGVxWbtVrwh9A1EItVI8r9+hj8vmdYv7PHzkpmTdoXPGCOm
gvSxT1by2U722es1LPnS709mrl2XRiJcXj+picoDOV9jjHGBpnMG2+DrR/hVSf3nWdASk7nbZKnv
yb8+sTGLj+VrdpbuwBa079rcfRGbubOEhPn1tf68AVtiMoUr6X9Gk8xoko4mlo3ZAXu49dc/f2ki
TOavjg+OqyBgA/dR8Wd4i8qnr3/4QifImua6O3aZmlGZRgdDnaVHKMgwwckkqCH2/uwfdKjHxsJ5
dq+czi+8pmm2u5SSM+j3PEdI2/+peJDu0IoC1qzTv3iByazuRNEC8nMBvEgGnHuO5ov6gEPe8Gpc
We8uvrHJ7A5zSRFawCXc1+49eQ9/6j/LW+kOfnOlrMV7dVCuXWkcp38Yv78oQZ/mIEQeSwV8jQ7t
z3CYQ+VDWIyb2Z2qExQ+L3beR735ehhcGF/W+P9/ulIgyaYsHDk8SAnMO2tpa9KViXFpElqTie61
jtpHI5vDk3DASV2S2kqDgyjOcmCypYx22yebIonpNLdo5xZSZWVLYZb1sSpTfZ1GVbpjn3eWXz/q
hYXHmiwKulmmlZYp4SEnRxbS3Tf30RgZcTN0Bl9f4ULdb/0i4X56m6XcolwnzPCQvKP1hkIZiVn0
rL5bt843TjFfX+XSJ5ssCXaeWjKRCtHB8ugM0zZPi+LKA1z46WkmuJfJLZx37l+mqx9bRJoGzpW7
HvelPwzpaY63HGt9gf6HZX9gmCUSyn6tyTqcItt88fWLuXSJyRKQyhb2EEMTHhrcvNDJY+lhAiFc
Ozpe+vnJ9I/rpCdPl7I5jsHj9r2/br0rfaILdcM0UDuWtYpISX66vcWym0CdYtG9xvdfv5ZL9b45
meNd7huSaKEEkdnYPTRnuDljGvSp+l6emu/l25XLjOPvT194Mt+j3Mf+IuQhyHcjO6YfsyNm2Jgp
ax/0jdBm7coovTCRTfX3NavzHdvxIeMeYKHgwWVUmA2uW2fmv2fX6s9LM9mcbOtjeLWO2x3FrUe8
LYErKH6oVJZWsYL8gce/uIZXXppzk+mc13FJ7DKvLSeM0JE2dW1ceU8XBuxU/RDISjc4ORhFI2Hl
Rqyy9JJilPX1575w21NJg9ZK9WCjgL6pcH6TKeAc5e7XL/+v9+5/ux/p+V9Dpvznf/Pf7ym2ar7r
VZP//OdDGvO//x7/zf/9O7//i38e/PciLdOf1fRv/faP+OF/X3jxWr3+9h+oZ/2qv60/iv7uo6yj
6tcFuMXxb/7//uF/ffz6lYc++/jH397TOkGedvfh+mnyt3//0fbHP/6GHvnT2x1//99/eHyN+XcP
BJyhMPXL6vU//9nHa1n942+m+XdT2KYqTFmRLV0dW8rtx/gnhvp33ZAthZOqiV5GsxmySVpU3j/+
pqt/h0xpmpZmCM0W+ngXZVqPf6QZf1dUWxa2Zhi6CT3sb//z9L99oP/3wf4LMtE59ZOq5GZ+m/n8
umYJTbc1RceWjFbpOGE/bX+N42pJZOB3oWZFuWp1HCo9xVZG63lj3eZefQXT+H3s/et6wpB5MlPB
32K6p6hmaSc2LqfLOMxpexEwNiyE5DrXGBKTVeDfFxKKsGWNVoM1bSOpQS5SSagCLLrDpCnI6zJa
57pPoJ2L0yJtPgmquonrYYo9kekouyi0tQxFBTDhlQn3+2zmXnTFBD/n9eoQQJUpL0/XfaHqBlGb
xBeHG5Er7oMZCHIm+4GF/dPw+/cH/vxBf19hf11L8CFpPlkW4qhp1d5hd5FjdmYv666TWM5z+VwZ
GOJWjR0/K1Xh7RNv8M+S2lzr60yK7H9dmhEr84Qarl36+Bo+jaVA9kJDMRsbzzSlvUE96t2yRxYH
s03ZS/DMBcMSiondu9OUJ4/3vI6QcD6UnQGdVM5MB5/4NH78+oUo6nSI64ogvxfBlKYpsjrt3StZ
EjSSbthLI82zlQg9a5NoPerRXsWCBIsXdEeEGmkFZhkS7t54JUjJnrAsc9HrDllKX9/Pf8w4bgcn
BJ33JGzGwmTPTciCbY1q1O8PPWVsEOYmXN2ggHfcxm27TV13iK5c8z9m3XhN5jrBW0x4WUy+TBXH
vakOJFSlHUHDUQSN3Uxwsvr6yf5j6JlCk61xqZMt1WIM/v79MRMuheSTxG15WaEda6WpPOzMwjpB
BivF750Uh/a2URMr26RhTJDm19enZp58ahYVG8cGhp+ta5Y2RYMCCd14QYzoKutkUyNfL8S7e6ZZ
qqyS11DWr40q5O/dADkjJ83jUQ9lpbixezsnQKLM0lfIs9FH5I6yociLDcKNZL8eViRyKfg3+SWW
Q46pUWXHvuSpp0Q1o1Mb4IGBs6feP0RuLOePvajMWxXbe1I8dVf9qSd2V52kMq5lRLGICB4DtOsZ
QXpdTl9bJHVv4BXRFxxxrCpCeyV5YVlgxqEKJM15Q4dXLxQ1m2PHbd/4MOKrpVT/H+rOY0lyJMuy
X4RqKABVBbbG3ZyzdLKBeER4QMGZgn79HIvqkpmqnm6RWvYmF5kR6eZmMCXv3XdODodOyRVgl2eR
R2R5mvIWL1D5WyXRJVWe60/H2usNtDWnbqGO961U6r4ltf+XX+sUzN98mdSd+7KNfpQwFGHh4rhB
3rntGkcTVDYVQrzazSeiTD2AxF0jPDiSzO+J4DeX0GB5HjuwE6fV7Yv+wbRi/V0ujVfD9ijNz9ZN
ZufgGxm4OMIKusHhlJIDx2RnxYZvJV2pabHe5xRoTp9VbNbP1LO9w7jVgI+LhYQUfDc19iMPosiy
apRcoebZzT6m1ZmDXR24F5qvp32yYuIysOxBfgyRnnFd3UxNm1iUXiyGm7L10+jaTf3OokeJMlKG
TgTIJVs9MD+r4/bBrgezWh5VPAbOqZGeAzXcG5Zbq6cA+1+P2r3hxgUwONaSQfG4KU6F9hWnQAhU
zO/0FsK777eIIxEBgNJf6p4qd1yr8XdXRwZsAMuiOrulrGdNmKcAVKTzzv/wfPRG/NZqMg9GujVS
0qIr8RSJOCMUZ0bj/lijLuKSOnV19bw0aSyupe5FdFtrL0r1kY9nzkAAMh77NvDuzcdE2oL5TXfq
Q3ipNWsDHvm0pTi4TtgHBKg3FiFaT34gmz215jFglSzttG3nmKfOBpYLQZhpxqdqOdECG/IgRqbo
pPk5L2YoObAzL8wBdntcGE5EBWruR3IpVPgafvF1iYAeRkSm93XfWHNcZaFImfYFxtN+9lH9gtaG
kdIFWfoi9GXga1nqaTdEgcx3rfQT0KNppMDnhio7xu2MiQb8tmV+kZGKDtPQnBc7YYv2DlAXvce0
MsMVS6nD7xJELTCUtggsmKe1+Er9Xi1HrNJddlhnMGuMPxjybp7IUEormJAb5drlO+MfX3nsM2/L
EUF47zyuyt4spqrEtUV+WDNtFSGtWCe9FlhNi378TP3K4wEf9ZT8mKsEo7rM5hiDtgAVdhzRxn9E
WuTFnlPQ7ByjeTUZVc1G4VQMmp757KTG8rD6kzuTdYY2clnHMD0wbx2jDPP9deeWE33CWSezdyIZ
D7hPFkgic12hNc4G2yjo9xe8dNVqJEU9gx4kjAcmpfdFzDu7rXJgTZA6AJ6rMcRy0BYTaizwGqiy
itQN39ckTe8Kb2AKpGlSxDgF3KJxB342ZtwMMOOvIg68qyllvIjtKxA39Wq6T5Plvn8s1hDpi/St
89upx4Th327Bz9ImWWQ3vdMlALgSwXDolPnjTZFzPmAMRrfuaW2Ryu7SMpEqo5OfSEa8lxQe2ZYP
DRqlJ9v8uVKJ89WXKrwH9IoMxVkFWOO8rj3Q4mmU2V1XB+lfoVgRhsdeeFnI4rypnwvwUJQxTRwD
GVtDC51QiGzB3VFYJuKgWr+sCCPkjbf6F6WEdcZ4B8eF2l2TNgw++nHTFIeesOR8DKsxGm7GQIbz
0cHsO2yiHFbCvq+K4q0aC2/ZlUs3cvNIJn0sFt/5ZlmOwKTHiUPC0nj+ryjneLzlqEzhQ6QWU2ni
+iPK0qgFEFcFfrVnGRb2Oq2gdJ66eYWIT0Sk969WXZr6zPhIJxm58lhuNno1QX6cHNlpBm4rVCne
4DkedqemWhF81L658Rtc3FBuquZp9RmguPAS9GOnIsZ0KjBbw43qW3XbhFMIQyGIybJ3/OMZpMSA
Dwg0vYXQWWW/HdkwcwzNEDWKbmR4ze2+C2/dNNCrA5+q7QTQhLGwzfWM6RpVXDqP0GYaSH6lbRif
68cFEKu7MjQwFANUrJTVj5x5EUPKzEKokuPUpD6OGIY7N5mq+BXzOIuuqtWFkmIJdN3UnDeAKPR1
6mLGNf1yr3XTuNdL3Mr0zTpFV9+0AcGNu3rNDWzCInK63URyZ4UdgKC+8u6Zy5ouWnTWSUYnU1Hm
uOH9KcLk1dlsRKPiG/hytgw6EBPxzKgK72aS6ZABXTuId3YKO2JCiLS6pqbXkKUp3MLO525KzfDu
S08yYp+PvqWiMnvhMc9FeQV4tEPOMrV2+bnoXlf3QiUMPdjGGVD26LaemAIZKhcYmmjS4b7JCjfe
TTy2b13DvrdtJ7+C+q/TAmfOnE3PXbcmy6s1sppvx7yNnYfKS/sHDcWJkdtWMHtSl468dbq4QBhM
owVbsinT5DlynAQY9Fq2N12tMHR7c8e46To2RXZmpDTpf8be1OJXLmbTv3cNo0SwGoNqelBt0D/E
Gt39xyDS+C0NnCI7FZBi+11MHlcyX6aYBvYNX/m3GhwGoJrcTdJDCC6Oo2GqnqyYeZ/nAQDywc1F
AiUM99/90kVYV/q1SVi+miihNddaKMyiW4p308S4Y6ToWVPiOIa+KNFigALnTMQktgpjzNGry1Ro
PUaQzBbdRD+DNBtf53ys1L53ovCBb773A9aKQWDk9AYjs1p+MUu9PkZNhqrKif3uOWsNUZM1Xdu7
LFa6uU7mbC6+g7FOnmyk1gTzR8FM/TRc5AnuyIZEnMA4P0BWcOYbcl1wCuE3Fx9TZRVJ87S03XMv
jXubqZCBWesEtOxE53UWQJeFlGe8AsNo4ecxBwrXlI+pO15gClJzNzeJfnPhwTugGUMMdtrPaQa1
QSSZxwndrr2SC3v7flw01IqsjABYdilrAZn6jgQ4yQ3cHzpxMenip3HC3chSN6E1ZZnBNI44GNdN
nBanPINZvEuoROC684h8sNb75q8ir/h0yV1NL87go0tjyjn/LcJEIDJaSsa5xnB9zwYFjViy5cFS
sIacHJ8QLyhxM/dVpbr7quvFB3BgPfEO7hlFsDar+cFVrbG3ycrpbMTiNOnuMZI1PKqxinMEb+2s
7BvPQx/+ygPSox+u23rDFWdHUB37Lh4TDqoZVKdsV/ZBJq/UHEcTIgEiFcspLaSpvzga1XdVRq+a
0UofdmUZFH70DE9OmWsfu4UAqLBELhPkZRXHxzUkOcyCVniyI0zPOTtij6wS91t6TVhAjtIxb7Ut
ICpLmic3ZhinT2fNUxgB0zC8Omk7lXcRx1WArV4HJb/00e2ZZQYr3DlL/oordfYZWvNxoPhLUIRb
yfm13itKGGavRaEYuF4suhRXwNdSMfD2g4Qr3PLHy4Y5TyeY4To3XfztSrrZSDb76GbhDYxg/s3u
sOmkBjHkVnF5WmSe5UegNnDthrL00fukUu/WLvA/k653PthsAgteMy7gRBmuIdu8ScdPHWQjc2Ly
gpAO+zRaLqgBSFxlMrOb+EFloCEUurMHrZbe7Ko6A4HYhrjcktYhD5rUF1RyBPTisbKE0o5LkfUB
9NhlxPgTF+zKOSpOAeUgssmucVv90+U5gSzc8C0HFWtpCXtRMbNBJatWG4/d7JdM6+gmiHUUb6tO
+kjF6nXgXNmkHnCnptePMO7z5rRENoQYp4V985dE60M9XZDCMk+12volT1M9peO6T4ZafNu6IppS
Vy7GlRqLeXbyQPYvxE3t6p6t4wQfVPv84BTzPb4z1ujf0sv4DYDvLrABs0g8DLK50NrylOdjDRp1
M4RNfuGlJpm5Wpha+C36ixWvR/jLj03aKD36wey92UjPEx4bZ0BWslwkAGuZ6pu1Fhgy8fKUYNMj
f+AWP4lJ3abWgF4vbTjzAeRB70GKcXtAAiHLw7gfg7bhzmTXEYXKZC7GNpfpjznyYFKuhFoD8K3a
wcvBDz8KLZz04IEMdfYpF2N3k+BIfqMUYsK9M0susUWd8ES1XToGu5j69JefiQvRewVBcbTVMH6M
WY7nt5rG9Uc1Z2O041GFubosGeyMtvfW8IJfM/5xsS4VQL+rhv7kVV5b/CqlSqqfbhHOxZWSnStP
BiiQczKZ8hATJ5yuD5WEzX3P+qTGreRfgFG1+fifg///VjX7vy1V/1N5+775rp5t9/1tb7+a/w1F
7cvQ6n/8o2z8X4rar+uP7/y/lrQvf+nvJW3t/406mlaaqqV7KUJTCvrPkrb8W4TISbpUmlw/ci+d
nn+UtOXfJP+CwhBFa1cIzX/6R0lb/02EQkahAiHmuxSR/p2a9j+35FQUag5cLj/qUt2msPcvFTbb
GxUaH+FVGafcUBzbHmennY6JXvJ91XveC5ff4eH/eYf+P3XXf05JXH6o4pemls+pXwTg0v+5+EX6
KdJZoAHuDCXDCy3sKOhiVrFk1CLHplvA4LnNfS/haFGYHlGbKWbxb5Xg/v4qPF9R5ROBh1/pX1/F
NE9tXbjZibPdVQpQLfaYo0tW7+L+LT9Lb32JUOX+z7+6UH/e0v/bQLz8XNIN2qP4G7pCin+ttqfd
4iyO7Oujg1DmdZD9zYL+ZHkamecHJRT786OyA3evWHXyV1o31FpaFt+tFgibNnk2Lz87O0/BJyoj
740TNga8NFt99TqbKiNwDweq2Qklq+5kZOYVzzJXg3fD6RETTQvy1G/K6m6MuiE9sp1zmXUG9UDR
+q7tc1y0sXBnb1d7sp6u4zS3W2cZ/LeKOe2txFVCE6Cg0sVn12ZXVRn5xTabpxBZSsLKfdnKLruB
axOARIWXv6Luq75zeqcgI5wAUba6WtG6ICWYku9IuTEYTx8V6gQCjpG56Oit+UMTDQ/RZN7yxSI/
K6zziCAkvrij7TMVwfZqoch3T48AFqCq3N+FU4JMGKtnkjLqOQkK5xQ3FwCtKy42JH5IpjMPKEaV
H3W7/Lme3qt2hVRmUGOLtvvBpfrdKXziGqXyjlHjuxz7Eg6py0VuyC2d278tEPo5UP5Gr4SOo+BK
SL9QP+wSnpMSnGULoWurVlF9N6GSP8OxaWC9zqP7NCbBW6mzbo/y93qWzZAdJkdFap+2M+t9xan4
NBTcVW6HoarvA42neinH9ihaZ/le28b2VwzmBjNApVFgZ42apHgYZqfP8cVa7x44oPxdFxIWpira
HIucCqb7ybcSV4FZLB/KooL32SwQsUw4ZPoc6WHS94Z6XLS1eY4quakrtutuFsywIiUo2ycvXafu
WfJBzaciH5MfQ+T0423b6p4tvoq8s6K0yZB2BA13b/mihVhLFkKr6zzBmYJBom+dGevDVtJRHa4T
nGMvjAQMTybPSqj5DhUIEB4DNr4aHP3eeG7UIZ9JS8PrzLzqqE0KugBCh37ycqP8kwZlWV3NI1KL
Qw6x9mc06+G1WCvEhEnpMBAPETgUTOSO0sVGPRQc9OsMkQwYAqHugylcMIb6Qcq9KCzNKndBkIMC
HogOwx3yhxJoe95SC6zaQR5iL7cdtA0Ke/vF1M1TboNG7jyVVZ+a9fWiGWoKB6NZk4ljkBr0Mop5
gquirkTzMlpIfRCUFjbhssiRLdG/RC7ajkAut7qjIbEdewfYURYaVR1mm9XJXgyEepBI5gZgg1NF
XKAcDphlycqyKwKVMGuTpRfOHeUPHDXMRiwHn34Cig3V1ltjiwvLtCzC4QwSEmWty7hOw9c3ce41
+hdwpVyXgIKVfhjvQzfz7J6yPzaULlTB8pENRvU301hHr7PK/eIZaU9UIEb1wpe2iifw4sp/jqQ7
c+erhrkAXd7mvNEmld5uqro0/+BbDRE8yT0JBc1vEa2ni2OyTd+ZMDqVuV/dEjoDmp5kBKpY6bNe
PUPYHdNfwP34q265zPrMFul3+4BaW3kduUFPb0RztE10haR2WFavAN0TiRG3sbf8pG7emGtULpSA
yWdX64bGp4dzYrHdxNRrtB6yYpqu/b4yT3IuJwkNKkTtE1DmNgdG7aqfKxW3ZVe53G15J1PgvjTF
h9clkx0t2cwbniPbAoCqBUrWqy7ycqZ3mL2orvnm+jHSWcppe8qa61Mw2wm8VSu54Npqjuo7by4v
uLDIm86tQP+yC7yl+46odWPDRjmJ10rK8egEhVx3C6vQT3cMhvw4pqp5WbpAlL8aT6o7mY8tEpHC
dhiqlD/pvQ70+OXNuGLOXVZZ7nMwsFss0Agocl1eJAETyLOdKOimbfFtlj+1X0SPtdB9T0UXg++2
oRUKuF/PX/iaGrtZQIHvHaYxsE3Rz9poHTovUqzeg1O5M3q8wOBjCcvSQMSnmgCJcIGCjrdIIcCb
YNaPfdQwu+FRz5fFMnfHLoGM/4hTYq5vRZNP620XxzVI9SYxKc2XFLuYp/r0Xi9TVRydVqO9rxaK
6dte+VlOrC0Lgru8g7+1kWBJH3JZNPeOrZmaqpsGuBKNFIjlmBxyRLozD84OtApvtVN7EGOZHqPb
YOXc4s/1UWebzO3QTtdd8mCXFEI2oj5miHkhnyyeCbBfJ4AF2a6AIUvXIKW0/XtQr4gWSqYX6oRN
DLK5rd5RpMwM2/F4XKuxg5cnx7R+yRK/gWnP2O6hHnrvo9JR+9UO1MC4CYpW7Ffdr90RLnr4ZAdQ
4RcB2kPhuzeeJ7o7INHN+BZlHkYoj46TOUDNHl5zMMgPlL4H+KuJVQ/DFOdou40J3eMUlKbatap3
A3S9C3Qrz1mWgnvwQNMulctwx6bK6Qd7rzfcuMby2tp2oRswJVigj0E+dz0w3Hi9jD8Wv2TBdoFx
ZS2ro2SFgd8REHa+6khzdNduWPXmPGMO4T/i+p7C3NvlbuGEd61Y5ifKS2l3HYZdbg7TSAj+EOQB
fOw6sPWxXkDPbzNk291tDZp6hTbYhfF1xFGwv+oxkXE4CIL61zC7402YOct8GgBVjLtVtPKWbXuK
8N0P+qvJrWkQVa89yodCrHgzbBp/Q5xxy+shrdEhIq9ARqk6lK2IG6NkYnkQ03eG1QAstQv39zRi
2xt23sApdrMYphjYfZLi0lxkzjBX03c1tuVm7Ifxp9Xy3jTCua6HsNuTbA0/qcWCCRVvNvD3kXTs
2W3IEKXegIEq4tJPrRnMvUARSY/uJGwvIHy39BYUlUN3y32UfdF1KknG0jTZzVr04Vc4XLJZ3GV/
eyaKz/lkqiuS+MGJKhJoUEuZqm6nZuM4Fh1hldtvpUt4xQAjXp2oyD8SEgcY1ahwXjfMKOutdsf8
hkCk+GVN2Z4dn8BBE7Vs1ymaUC/K0k+K1u5rJpunqQs9mrQ5Pcoy5qAwifFpjSCIi6E6tE1xE/v+
Z30p1hbl5RvnNHRlc9tD+Y28U7ZAd8yCngZjapMjZf9z24/uaUgSvVuUy5l/tMvJMBt+ra3I9o5y
yq2OnGyfgnW/K8LynrNQvbMX9Vfghk+dzTkG9JM44vvdhl5021IJQHqan6WojrlJmsOCI2UXFtVp
KCmTB/I6GBD6DMH0HvoBYql0svjXgU0y55RugrLP9v7cRbc0joYD3ZLxxPLwe4jq/EhJ6LNHTGST
LD65OvrLbctoo5ZsP4uxvs9jmAZMopz5M/F5wXIBvjp/rxNWZ+JG3jFfmDmXNKJMf+ij8pFTMrhL
x32MQQHR75CnpOwhoCh0SaCcszPdQPKvlm580lDHlwvMBF7EFnOtOsc1VNm0xFAkmEw2tnZu+QQR
ESuRPZnVZ3C79aQhgT6BcGEylxjHhE6zgGDlkG9CyCoouDXNA6f3GXf9OJVb4dmBA6Ajv6ww07XX
VuqF8TL1xf5m7qiUf8p1lA++KSzVGTfeN7UuztjBHjwf0Xsv4xchMbvHIyhOrnhbd9Hvmupt12EZ
5SpkvxoRVFeyVEdTAhaoZS3PvqNpZU1AUsZ8PbamwFxiPrxBid2UobHuvKNjnYtmpXm3FVlgrFwR
zqS1OTZd7mOYsLfrnF0JM6c0lAwWAAxLZG/RPDAaSpIrv43cXyHNkV6QmC0dc2rE8NJ0io2O/9e5
J8G91UF5pxSY1j4Ub5xcFmdTgBvcV+Ws3m2n/8omFFwzsikJyveIuGzeD/De2YYS0MI85ou9ZoAX
8KuHrMQvSv8pKMv62guDx2XVTzT20dCtnrpTUxX+kBPNkgmHHnKm9ppndHhRXX5DEuamqeLqxgD+
XqbstvIDuPh5Q9+SkPGGvgBEVJurKwkrbO/D7SwwiAwMZKIlnA5uJC662hzUJaib6RxE3TEIgifH
W455OlanHjEOSHaqhctSmvdwGhFs+PBG/SYq3pdKe3dYAotmD5gtuDNmiDEEdYgcSiUei4um3Ylx
ig5oZEjipLCNRV8dnXXxf8U+nsIy5SxF2yK8GSragk7k5ocYoGwxlhAwo6Y5E8M4127GE+rHw2OD
aOM8mfXFjdCAu0QvPmZBeV111AEaXROmHrU90I89B0DM4LA46bnKPf/UUBvca6IU23qKAZ7Xiym/
1sZ9XvB0vAw+290UUkGIWf0BzauXTovkacyI0pZ5waHX08Uudi3uID+td0se/5V53XXLZM1hKTNk
mXU1oQtTdASpxln1kXgqvl1ZwK99AC457uICa02U3pZDlx4o8R8nPpqtO9U47Izv7rUadrVAhZIb
p2NTpnu++pW4J+rEUl/bDBqbEx/TKKd9NgQpfTMBD0WgJTmLhZb6Bv7b+KWjxD5mSYMtNmXCk/0y
3gQwZa+DJWsP6KWvuXWmO7nMzku8ZlXO9aWSP7SeH6PURl8EFlbDDRP0d3Y3mSZsLwYZMPdDO1wJ
5Z5rvjwcyIHHzZHrbmmNyDfNx3wLaQ6lmrYVUw7NAJBLh3hZ/aQ8iMUZjri9EdLIxL5UWQGkkFEO
AgYXQm4ekHbgNLCucf7UDQrbTIlSoG5DunLULjYj5YN73x/VqXSp2S6SK0GJqOPaGDqS7Yybd+D4
4NFVw2AQYx0wdrrxaxoheZv2WOzUz4EqJ9olUNo2gGfrH9cmO8w4qWFmj120j6O1OYNC985FxePa
A/cnFVC15UxFwaf+PI2krJ6NHOe+gd1M9f0h8N3Q71GGxIYm+OwSgnhK7ZhEKEMJIQSAmBWrw4Wy
2ykMI13v0bmHCsn8DIdD2SP+jukwJduJIBmWozVOOT7vp8Izl0QPTPYfYRQPI44Ap5BBsptni8M3
cFbVhAfXp4rIZt5j6vAPmU2o6f8Uk0iih6BvX+1UYbtNvVRSG85W/lR4O7nuQHbTlWM30I8jFb0p
iogxWO5JaT3qd/pwXtl95UNWyeo0N7pX9kKs7EIOSGlXpTgvSEH583FdpSA+MSq/DPH4DDQb1kOe
EF/w8SA5uEjGXbmOLhgjbomz7xzMn3Z2RtNTHWpR1J9J34BkawOPJBP9gE1YdOGBrhW6ZXC02z5I
+m0Td8eo9H6y6dptRCbjuWsZXMfb54t9kDr4YoN5ouheIl2O6t91MzYHkDGA43X7Shtjv4Y0yCZV
33cMnGctGKUMBChiDnox45oBNawR8LSsARtCi/4HQZhu3848mi1tYBIc7XDqyL/TKhSjuLD4pstt
zH0vZV+e+Sp2h8TQ8U/90rlleoc740C7tp6Y8wUtGG5s7RJtmqTT7iKrrgEbpeS6WpfvE0FVzGPs
JFbZx3TofX6dfm7ewjWrcXrZLvFxTqOwiZuWu9MsnOw+qpb8QzhxhtBP5Yc20HW771ooP3DlCCns
XE/wvCZkVIqdQ9kSQl4SUJFYWsP9d6UlMW+oOnKWEFFD4MRE5ihTLxl3zaL9N5MSjdqREzFnj492
RwcOgAxmVC7QU/Hq0n3apKabb9p+UmAgl7u5D/IrO3TfLR7gDPnyVnbjIShJB9Fv2Jt5aa/8qkfd
TOaK7FK9PgbrFJ/qvkvuq7izr45xt05XcNYoVnOXC24dG46rvwW5u3zTT15/09lR3DgOQ2YpeRhH
RHLXswwd8IrfTmHpHDrh7zrhVufCFMUxGjnaMg8EEDQdLnZY5u70kysnSeOOMYYEjNZz68/qiz49
qm6Fyb4fkVoGUyKOlXKGc596b40fNVcCySVN5OVVoYxGTa+Arq54A92sffSnnm1+WP0bdx1/06RB
mGmT+spqnPWAYfurIFhOWSXmx3rCRpryVb83aauu0jzyjg1gM0KHda3mk/Z953bokbjuJgoZD/Gk
LXFDnoo3SjTxnhRue3LKqtyawNU7h7gE3UEdv3BWzK7Qy/PQe0790I7ekwpQphYiLx/ryNMceOL5
jM5MEBqsU4QLqmx2TqLKQ+qnyVYjDCOOdonsONi0EsqcRt8qTPYpZ+01PntAy49FgABjH1zUQxfz
602S9w7wzAx8JeqiYev2Gb/f2HUInOrJkvUYP1ypm7/WnL8iswgQkf6TIJITYGMHQGs5cB7uorF9
JgjabaYF/l6UGoiIRohuw3oA3pWe+jEwzOlkkxCHEptLo9pDF1n7Y3CDZTNRsT1lQ83lwCnXnZzj
iQ5q0P7KuGKgQUnArrvSHC3M4LtA4DoZbFwcnGhl8c+X4Y0b+yUVZf6ekVr+BKYEPFT3RKyEIFU6
Q8YnSNjsY9302MUv4VZe/wu1jXkvueF/WkVlciuT+S9Z5cDf8gGPndMWQN3mmb3QmHbvWLxugnL0
OInuHBMpibcRwau/FrdaeXc1GqEC1RxY7+CIaR5vaswYqmV44NX2XH7hlIlf3tr9TnoOyZSMK4lZ
vByfCdo8LW7SbUHyLrsFTO5tXLMOT9a5xHw4SlQTys9kSQ5p4Bf7LAve6Tqg31hbtekWDvmCsgDn
OHbgMEWE2dajd1P2dj3FM6Jjr7LEddaqvurI/R9KUpr3c+KrjR/i/6RQF/3FBH96pzv5Pcxx9eCn
6P20EhxDOGv/bIjzHArf6e7GYkbC6fboECosFwSEkpNHS+Rxiu07lSgsWA4hRU51MkzOwUXt59L3
38VVd8WzVT1JZiavmAwieScAw5OBngibcu2Jufg0fL2r0LZPFjsn+B1d7ecUHW2fl8SgVvtRet2M
JjI0N9RIw13RGP+Kvn3z4A4xArc2wh+KLj0/OCXps0UjCpeMb26mXDd054fO/6E86RzLTiRmU9c+
vHtGHfpflKLWn3ku1ZlwHJt3ybYgFrLFvenxXynl3DMaMV45hQMciPIVuovJmhfKANXBo92wXU2D
IKIbbkpRltfUGcmJlsGJ2GF4l5rptiOkvQ2R5GrjLFe27eeHLE7NqVri5C38E3rs6rAwW1ATuCxn
RgoeCW1VHEgLltN6QQQ1t/1VyTrazt4zotNqi/ftFQyZPpiKd2fy5rtlcIdTPrTHrqpoRATykawk
T7SRKwoMSlD9rcG58KP1GHggCCdIvxDQ7POD0lF24K+7n1QQyG0ufzKcHEKaE4V+fdW6sdNtnahs
tgundVQ0VITPqs6q5Er+SYOiad6tBGwofzbJLw4Wy9cgI/Ys99JqiqRXohRTe1yUb2NWchOH5aWL
HsG7p7AmZM1N7ctiH8qA9EkvOQgvfk1J8k8iFcmGkxx0ZEi/Cs0Vx2vFFnwyTALP/eElaXWAL6q/
F7/s2YvreUdRs7ojau29xMRmz3qIuT1lfpqR/HLkY9zj3cwrNOMtlbbNPI41RzjOAszIjd1VHvLF
lI25BJez5blqvIbHZhWPtZztvtcOG3BaA24mLVPwIgObPQXOHBa7JJ24tdrMnqCFEryJJvpas6BK
WrhB/TA7Rf0m2N82XsO3kQA2nKl0MP7+goXeW8GwEcFD80L9ZTgA/O63k+PH1+nCFawn4/iGElvf
0lWKzkvheU9L5cqnS8XokfqOPHtZ356XP3liPCQDqno/YqIkCh5HdrUXmNB0OkpQpieOqw0CKN1w
/83mJy/yPntV5R9M7RBSnv4ElkV4eVvKbhGf6580s0krthVeEZcVK5dPO3brm8hDxShLgyWuXLvy
56JSGnBjGPJ8cD0NSa1Tfev9E3fskAp1nQbnwU+cG9EU7TkTwXiTZ7hT47kY4ERW7o6o90XHCXD1
xQ66PkYZJhziQHx/KMlsk3IiiJkzj015+O9p7VIRX/ki9QJ0P9w6zkIKq/qT6ibCRI0JwQQBN771
ftBY6p31sB7TP6lw909CvKQaGG87rsq/h9lyudlymqb2FrqhvZ7dMBgPpd/ky6ZdPUdcw6LDbIjd
CzHJn/w5TTWFzyNJy2o/iK55XoZ+PRX/h73zWI5cic70u2gtKOCR2FahPD3ZdBsE2exOeCRMIgE8
vb660hgpYibmAWZxV+y+bBaBzHN+G2tkqij997L3omIfAqTcLYYCcE9hk9hw/3IyzV7n3nclWnbT
R1MSitbbx3Pv3gHWMv6jqAFi/0cQT8Nw9mqsHmIA7sVFPFw4fVLZ0XSmzuswpq1l70Y1j39EcxXW
o5UF1iUd86UvXcbY4oqtuyjpjG8f4rZ7nux83FQhRoQluyuuHURT/KQ03CXK0iRbm5e8jz7j/mvF
B3Y7mu4ocE5Q78QTnoyzf+Fs3IJsl+eRnOxgnqAUVhBgyN6DAA8F2SvOJkrDjazSm6WAgg5lwM6r
L/zAmwD9WBLiierdbtkX9tLuw9WMW91Sk0aP4SZq/U1cNA+B1cBh0KOxjNmdVO1ezzTZzHr2jpN2
n2aKUtDeUIKGnZNuuZ7emaH4qGPieMuQqyIntDtAmeiAVRwFmL+sM7pHld4jfuXr/BcrYG745JOL
Jsy3sPtm2OCM1V2NLanZeZikniO2wF2Rzfe2RQqKoCSGKkZq5EoEr0bd5ba+m9KIThw9/I0JtV/Z
JKgVzIpHxFHbftInNyhuqykQyTUi1Ihs26m5PPaLHT3Q831xKj0lqasQUlXfnhD3weKCUIZ3lKJ1
1BNEf70C9YK+dtyXCMMf68W+VfX8u5K92SpOUkCSkLbv6FAreos6gXBXIP8nAdW51gpRq5Y2bLxo
9/NLfvWasLmjHqqyCIGczm5lnFHr1nlQGI1RiZd21b4G9pMrYuia4207So9sQaD30rotm+Kx9kBf
+p4JNoWU3uQM9Fsp7XrrtlTY1fXwxudzXKYMSaf35sWZyra+30WXniPkwMSXcqfAPhXznN8K05s3
XgRC950Ga9Ew8YSu/gy/MYZmpi4ruAY9OTOvYiUkr/Li3bO/Ygwu/AXWB5gWw4v6x/wSlY595zPY
gPk6dKDXbYGkosGj4Oj0y1K1u7viExt47k/ta+/v9fzaarsuf6cwMP25VNg3+NGZwx6yAgH0bQox
NgMsmpD+H9+w2JnODf37qFqoFMQenD3joIoXhjsd1piXYg6v89C0ubyBI8rrrQwm+6/mPN3861jb
cy7IEzhm2IOqD9dtpn0adKN6/7/LUdz/6rBDjCLiAEwxAPnEQmv/93hgHHVx39qZPHpjnD1WfjU+
GadjebJZJ+ZkFo0dUQo/8YnnWoNBd8gACKwc4/Sj0S2ycK/xLZqUq4oSCz8IzBNyRYVHxYBjbPCP
UtzZkyRb7CYUlnQ/xk2ukSPM3Y1HuflHs/jgStqbkIgQte7sFL/9//QR/n912r9cf6H/Z3Hapq3y
Kf/6Lx5t/sJ/CNOsIMJS7WICdMAb0eheA5n/Q5mG7OTfQt/BFiuC0Eeh5fwvaZrFl/BoezECtavn
DBXt/9Sm4aD4N4HYHNUKBlI8c/y9/6Gc+38wXGO/uAYR/G9iKd/lybQ9zw9j9GmB+98DXICne9dg
0+R97Cl3S8O1rcMtr6CebhuZuyir3XKxzxFgPZLdrEVP1reOv3wHCIe+pUT+/jk6gPS7AfX+uPVC
OBuuNuqJ9FYtK7pe2JPmacRxlu9tpUqN36WIWU3nlWBosh4WEFvOFLpT1xlHwSbovaC7se3WF2pb
e1FmXtB4BLeGrI/mmE497Zy7qaSoiO6qsetoMZuoD3ytWii+k9+1fb33+8j8NbUaPwvZUykjRrDk
fIlCugsRb1OidgduNb/0umagz4DB86K9B5ii5qHWhj+av17TSX9bhqtymPo2ieTyTR+Jd1ln6yyv
Y0sWgUJlY8kE25RkieaED6ra8Q9rQUucIxAEUNCEwr0c906ocOBN8SVApnwPgYRQNIu8LbLdx2vp
awLT3lHrfdXLVyM1O8hBNrYvIPij7DGtTQjY0N8Fes5OY7b0z3pS4U5MUpxsN3RZ3oNx7wXjn6Z2
SNbsonuJYvXUTbTQiX9AoUcvIA0Itwmwz5z/4sIj9mKS6z5aivbRwYEQs+Nue+IaEx/s7JeqqWkr
XSarwi6/LSk+mxmonueyPYT2+tsLM+ve9jSN4XmBV6SnRZ0B/gq65xPFkPodOZTzpBQ/KliopqFP
pr9K5F6fOU/AMQfIoasPmmjsBfCDBILciMjo+SWH6rN/zNqVry6zEuStiXT43DX5cgpjNHznYYLh
/kmnSkQ8kK1lQerWkD53RQ4ltVekzY+HwgrtG+WuPvUVlaSCONMierbmsXGu24M1VUVCDxISn8Sb
HLHoWzFiiXyIljEW7U4MThOIv5gsx2Wh91gPsfuQ+dIitnhjRtvJzwPC/ybx1wgdWRfUXrbzubCf
8DS0y0W0NmOitHrn2eDg/IpW0CdrXGHWi6x7dDDPP05m6I+5G9AmTWj+splwbW5Jig7feWw9rKAU
K7ReGJjNaNfjMUOMhZKjUH89SbtJIxuscQCr4dk0crnTskRlsmsVNM7wOuTpYrZRUaZbvCYQnSDN
d87sPciI8kTsMPWWCHqA4bgOMz/B1cRTLIxW06XmvBBn16nYOg9DZ83rccC6svXx0F6wotlHEY80
cqSBt/UZ++kid9Umy9NuuBlg8vvjQIisnWDQSft205ZL/M2Akx6rgOlva7KUthRfyvSoU8r7lm74
lfVt8GkZ+t5FPWUUlhvLsBqr7MFvMUpGFugFkXjxvuXS3PsdJhV2bIRoKWuQi3Fik7X5+6oCC0qq
6U4O6HHSFzQJl1mfbrgXy0dknOt58GuBglL6XiHuASzzC+ZZqH7Z88IGlN3gXaEHXPr9e1vT99iO
xktMOwrSIk3xJdl6N4xsaieXlQ/Dk/HGD65/ZMVqawwgjiiNOOBRvm5LfZRfRD+Jg41g7oAfeDhV
Lv27hQY2GXIV01UVizsk/l7SxoV9tHEHXQxdbBdBTsav/NqQNEi8IVfodseodRq43Z9t3pPNP9+y
HBewwCUVG5vORf5V8avsObGgX4jIwnXQ8X3zsX//5zeI9dU+tvPqJYI1h0EbrUU/9w2im+yrbOla
gD6yzsS7m5PMmvlFsNOxwpj0fhyxPzgRjGDWq/yEHHHcDz7zrEChvzc2lVKBhmrD4uSd8j6vN2Ze
WLEiGjJFxdOTqwCoZQ4/RLoUX/98/5YK5TcThdWhHPgTdifju38+Qzyg84s91+NJ9H4230oMM282
r96PHAIBb5t5P3Mx2o/UKxVfQ1Q1ydCvBTSM1783Tbp+z/VUJ3UktYsRlk74YB7Cj9Kx5tMorfgF
0mB67tfGes0V7lEiN8D9rh599Gzihuqmclu7wvzNjSVvQaWjS+wQjOD0TazEG4EosRWdVFrMdH3z
GYfwzRIzbjWdQcgVoH0Z2A6LFyksLvxuhZDq7NvOgJMqCsqT1bTly8CCdJ6xvh9GE96nrf08duXT
EkIjwaglrTC7LDDge8OpifTe1ctRe963EqLd2oX02UyG5mxHZJJBO6JFpdY0Fs6DkOvblNO765VY
OFXol/v12pW+QvUn/qR5mJZ12ec9FEcswaF8/CG7tMUGusx4EslOkDuZx9Qaicy/DF47HOys0fh0
sUKGDYNmJAN5ZPWTUA1hTUoLsTRR57hb/HOUnZrl1YvinM+/fSnd9BNT3e+gi9vEaaxnpzfdHXdJ
vNVmaY6OA0hV6Kv0E5M9ta9ZDMskqmMMEf9rBvtJ3Gwd3pdsVLsIzvSC3cM6DG2W7RBazIdwQNoa
dwsHty/+zpS9rkt0tJ0Jp1JluLLy9Qk7vL5Y/XwYUi+Z6ESHuXHKe7e0olsVzFkCtHglwHJxWSrK
O8ty3NU13U5KZb/Shno8tB4A591w7sbirRtXiAggrLCawsMoKJXrnPJ37ufLBgy32Vat2/8dQTCI
FqCPOR5Saqdy1E6VsxyBZrqdDqJ6Z8esWFFIhQ6S2b3025O/TG6yFGF1IysVdBvDngBTLnbsihyD
UFFnGEJs0r0+8b4WBwvZK+CHOmHV4axuMzbFpfnCrDNzKY7eo/FD7yDNlGJs6uKHOgDsdQaiPjws
gUlDFsJz20fuQRI5cSxRHyFYr3JWz3rIk8F2ojUhQaU5TqCpj6T0nJgGRZHksXFPJRJYw8OX5Xfr
UFf3ceXUe87qCffRgvwGjVn/BlqOa6yfcn3C5k0lIOE0BYAU1wjtEeMZu9RPPonlLnUdc2s3I5qD
0sdbr9TVcojUdu06eXK4pHdpjW2UKy8ck5TV8UBkAc+rP2V3KdTzvreL/qVWpQ8zAkWUaDTon03c
WIdIo/2cg56m4lWa0zTV4Xkh0Hufz511yWtRnoJmcC4Uf0RHw3n1M+tW8UgWVxi6pxPZkeUNlMsK
d9k4J4gv7ALhjMpRZSC0ycoevCVV2FsSd7yWYmR5RJ5zMaoFeNJiiXbDjMyMNZJJpLCjsRer2zZv
ifguy2rfLq5Ft4LdPzcGGebiMTGGYpH0MEbL5+TCzeEThXqSfSSfrokaSRTgEWtmk/0p0PrsTKPp
cEXjE24yiO6dXiCExlrB3zGpJ+hElgdFRt+jSofrCD3vh7C07gzYxW/+xyWOgLHajR3n/0RV4a9p
Xgig8MdNmFvFaTXx2TOLn4TlsvyRbh3+CBXZB2znoCkU3uclHrS8oAw5SFNzmJ3CcCFiSk+yNh2Z
j7mTRJH+hXfOd2EVRYjyy/exNMOt0+fto182BM807WuX9+VOZfZ8bhAzvsSMjEnkBvkpbOkH90YG
0HHRIX40/kciav5yoz/BLpJ0wVVGbaDAfaGfUttHg+AWKIGNcWGke26TNMbG6i8Ccbg1c6p1c/RW
IZgvGO3PMhh+olhj+QqZvQLLS5pS+dvKOFxm0l2Ji4gl7auTW3yHBqhOy+IrqhAGmRVdkKO7+553
bFMKH+kS/rRjq4g/YdQYtlKE2CXRa1Joaa87cOHbumnoAIvz+tDMKxJ3G5iRuB4HMSTw2EV6nMet
kiOjsruNmb43OmvNfm44R3t2u420GrXPbfcLIpKfjy7Ar/H6RDDEn5crjG5lbXxM6QJ7nJvIbLVT
dZc6o544L9w06at4OmubyO7cXp5pTw2P/tVll+OvQXtp0O9U/l0ThF+iGn4VDaoDOyoJ5yPFYUtS
lbUfuhTsCyCSl35VT1bETCmkuP5S/3i5gPXuQv0gyW/djWX3h+pFBt2up+ZBIaMZgCWe3SzSj5PV
jC19kKF7Xi0YoKATBQ+bTl+HTllYPAIT7g3T0mZRa3cq894/xFHWowSIfwNFlmhGoZFRFCMW6d30
NHHVHWHPXsrWO3mW6M6pb+wj2QLhPVK7awfBerCgL89OjEgEG0HMKYKKB4FhuFdXH0AFlHxAUJJR
oYNkaoeBTJ5k4PM4M4EnY77aT2nmWW9mpG9gSufHpdFfzqqqX41BaQ1O8zQglnuRvuseJr/3Ptir
hv0s7J+OWLJzjL0/8aLu3p6t+9Vu7+qoOWD0Se8RHSsSL4rmhOh9udo2SMiLs+9yzm9sPte3FPvR
Na+J3yP+hKHK43MZTgMpCYOD6FouSVChipncCmnl6Lr2Jq6Uf2P8sXkyvhj3nVVgf0mdmiLe0t5P
MRnlZUVaqt/I+EIWG+OZ9UmUh74lvGNOEGpMf9JC9K9e7tSJwIuz9y0THDm/EOyWKn0le6y5I7bD
HNYwoDHasbjCUqwU5krQeLTFWikfZmgb+WAir0lWLLv3eUtx7DZsgZ6JjTO36A7whDhecBt4hGJl
tR7vCg7nbWZ582Zd6u4ud5f6gMwJtT8UrEe11PrT+DH1UnM2Pc5LZR3m6x7KsIIKyB8DFu9Of/uZ
PzO+kYhROZiC2Xqwes/W+J0hH+cupJN+cQL3EOaBvml5sYmJcD6CFelmIAoHpVPn8/wvzDqj/74Y
hMpdgdV54cx+a6yoJ6QujV6qIbIf5TT6N0WsABdmYzGYx8TiwyUToVE+Tt1qEesRevvGrd5EnoVH
cXW7qElE22rsphPGdWrRs85wbKBR2IfLnD7w0+W7bmgps65LsGjPBM9ocT760Ce1ICwJI9LKjx/o
TF+xy7rDN30nWOixvGyY0CBtAptJBPcTCVMmpFHXyOoYjJZ9aUKkoEKzQzFtxI/w3dPzIFzcF1WB
zk9hi37KWgl6aMvy2NL5xfxX6BtW1HHXRjI6TRk0lO5N+dLGdfvkwbBS9s05e9t5FbY7HBTIN4OS
knkx/SxzyTled+4xolfmucbDSDy1gHlufesdX8p8bGMk91XfqPvaKrsPu/PRmmmLxneJRW/vdBwu
ox9kr1eUP7PbW5/lX2b2ZxWo4Res87wtUSDukcQMhyZOu8M6B7/yrgp2aDzr986tuptSKrHxHJO/
dSqqbmixKk+Os35RNKx2FDIvB90H640fNH/seHIuEiXlTWpIc4AwnI9eCVa7rjraZIJXLi7kcPQb
R+4Ci4RwlcrftHwR/lKk3xPa+QMpSrc96xfaeSQcMKWPuNPDv2lISJEnpb4ZmfgeycXIDxFZX9cU
B6k+myaobvjoclR1wj9EONITInyHx4hh/EGzbB1Fm9oXBeiwJVqyAgXudJhYIS/L9TNKr2g4cUD4
DBrU9kT2JXZGXjehOUu+QeNYPJlsmI9T3iBTAc3bxkFtDnETWdsYldR7rFIfsz1hpm2X1s+rqbAT
IQDng8m6MzR+sx8UGOMGoRoVgEHg8hB6c0CaYTfR97e40wHjSrZDRNLdlYVO7+a4HAhFXeqkmRv/
s134R8HEFths7C48uqqrn1bG6l2TOdavcGQ9QT81Jhol4KG5ogS2vHbMF9y2S2mfYiJhjvy7slM8
AyaBNVS3FCX1B2Rc+d9qzasvst6c/dViiLutHg7wc8vHoDh8bBn31YaDz/8duhD2ql1xAwRtuStU
o48rEXnHECphvwDbvFe2XnZF7qNlyPXo/MTabl5HoYZq4+Q6fnKUIJx8LezfTTymu2ASaEwggf9o
4KRElotM2kLMG70UzT7WIDQu/A0AyqxegaDSb90U7V1ajCOMdNTeSDV2W2ka8zuP9Zsn/fLOyLw7
6nFgsAniuf1cIOKeXDQHG59MkA+RK2qKJ198TwQjXZRlT8eSixvdnFnCpyGwiudpSDmESSFER3ld
tLH+nNvZWfFuZHgNFZdQm7E1b2SN8nPjY/enB0/kF1Xo/NsrDfpyrh0YKJyaxQN5BBhXJq9QMIC5
YHjoozsvtMrlYgh6Vag6vWGT1+HOcscy8SHYPQS7iPpKFIIXbcXdyU+Fw65G9MA9Rv3oCbStvHqX
5FfldldVlQWvQ1tUv50yMb0RbW8nuGbi38TYrS++JLMxDrVFZa/lYq5And3m5LForyGUDRXcH02i
44Ya1Iehk9MDBtP5jBQI/Kxs80PqdJyN5XobO7E8TOCNN6QbpI8WvzaG0iV+wFPmAHBSlYO/R90q
JFRnztb6LkN8tyOUaL7n9Rg30SLHn5hBSLXy23Pjbyuwn33AVfQzzdvopM+5tzIPTfaU2AHSnojH
RGTuT11rvXW9+DPUuDwqxDm9V8sL4GL1gkLBZQpyE7uMfoUkEm2FADS0kSc5zuhtYJa9xOFt2HmL
mwQMsjhEMrnNECts4NT3DebFQ9CRXmWUYcBc1JnkGMy+Fs5ifyD2OpMux1217qeiMUSvuu6589wp
qcblVTb6ve3IUUFlvxtgy1q20Y2T2tPtlb0i+qY+8oKvmxyV5a0akT5dXRKXyG6i4+xUtJK4hnHN
EzKB6Yy25FNc9XfheFzmYTks/ULBXFye2z4dUdFxlHK3+99TVBRJJrn5CY559PDfHLvY2vuTl29d
TDR4FFb/T2ir/jkskdatpQ8067FIrQR6bL3eCY8mmwXprkW5DbPA3bFbxUD3mspOAgWPhOBUkNi0
SrCbFO/aLuskQiz4UBSjdZuT2l+gBKYRmislvickN9vF+fRS55WTOEOUbqzFUEM8jg5Kba/ad2Ga
IfoAPbBNZCWDN9yudDDwsgDfat3LUzyE7W0DlrSPesMe5bFk9y2fvbCDLYol6+z985PxOLxg9H2C
0EZKOZUUMvUpU1/XXZ2yJOTE2bTrApuYrWCmFsrFI4JA7A65wcltizc1yNtJWT9qKkhwzt1ph2Ek
vyNF6dFG+bZB97+g6Uyj4xoHYWJLPKokCnyLcOjZVpp3IJ5uO9khT5crstPiocVU6XVur919i1xj
s+p6Z/mu9zgpjwfAoBhrPPxVrBP0YqHLwzxBy33stWIzG3Gf8XJvfVflO1I56pOoo5uRPL/Bbd/N
YgeorkhCWTqxLf38bSjyFj6Ucq0QegjR7krQTBl2sBurnUBO3PpF+0JgK/dbDybbeOENjTv9xuth
DJAPUi/mRfNurWfqpAVF2JUPupepYdOmM+GM2FteImv40FeLPupesZVWNHNj2pf02nRXLMIkdSaG
iy/Mr2EhpBdIwN7Xyn4vhCc5WiDYQx2/EKoH5z96862b5fjF2UUPKDe8swr0UxQq2BEky3cVyDiq
yNBS9NvP+T5oln3sTp9TFj8HKZBI0RYHTnqd4DdPOXsVVRRzaROUsBbYGH6jy/bA7xoAaDt+YY58
k/l8z6JBnJHXZs+5bn4W+BzkwJG913bU3CKp+InSCKBJJXa+bpyeCKOYlIKj8XR29siN48ak9pt4
LaSmuSEJhzUgrpp95aufaaxPWev+SruUgMvSflrJyj0Xsi5ueuyoMnaKxI2bL2IuwLdq9h4nn6C2
UizEpYetb0m5PqxGNDdrURC3O0uEKbY6IOf5XTnqRZb515Tnzlkqi25yU1THmlSdpGRgvUhUpgdk
OtUNLtOecAZhjkMbT7slXON7UpsQvE3Vc2m786m1ugXhoVKPnuhojW+yNpGZzrYs7/2jXHHoNI3+
yIl+zW+MpFo8e+FIN6eqxtTnVXo5uDXEzhS28lPNykl0S0rwikR3y9x1Gk1R8NNYBU6s6UCOwKky
60etnZtB6v3qzag3ZhpvS33fah7APEjLvVMVH0vrP/J5n2aPFMjm+ngSquAtnb0DdT0MZf48D2lC
cprcdbpJH/KMP4Q+4tJ3w5JYg3qCaXvCOLfXbnZSaFhqPOsb7pqdU0/8C4kuuPjpmDQ6e9Cx82pJ
XnUMWmXpZXxV/xCPSfm75XwPeNQD3oaJR+NgdHGrbHGyXPHshKRMTD4hb4M8B165I9dks8al+zAX
rbOBX0PaCUKZhLZ9rtoBmUjVha9Z37wHxcj426iPbrYeUMBvfWd4xmy6EJnmnAxMJB1e+TViWL1T
dXuHrHpj1SNq+SGZK/XLzvAGMsXum9C78xw17JxlcU86Tpc7mbbHFn8Rfvnc3+V1TUz/AtflYscx
cv5eid49Wz2exMkymjErfSeGFM0RsVppWOkkpNB7o7QcdriiP+rMNjtS7W9d1hbkIDYegJSzgfeo
ipEKqja+lxAIe9FFZymy+NINTs6G5zVEnY0rliVZ0KKejuaeXBnCi5jjQlbNXR2O+R6oQb37/TI+
zJFfnK0iz29ja1UgCRFqlhrbXuWFB3CW/JQNVrgf3WrizY20evW7wnz7HQP7MIO78JA3RISGAds6
c7WfcuYrb8EQg/VxNzPK4Rb5wVDnbwnOwxTX2zqZ41XiRx/gdGt7gM8Desom+jI8fjNXpemuiT1u
b0YTn27EaOh3qPDnjQTNyKfoORd2eZyiedr5g/7tlyXIAyQVmMUGrcyJ3yASQApy6kUjCzKI2hYd
oH009ZNThxOUBoYVvbySVH1GODdu0LU+hHotd26EH7dOu9cq0w9mcn9BhZabUMH/W6FfJMSQ9wQq
9gs6U/G7l6hMZ8vWhwkB0Itup+gs/OJpXMOTSGNvr7G2bb3ZWRBkrY8uXsVdjbP83E9rElakHKyN
8zGNAhFnp4ptADg/+Hb5GPAbjSJSruocp+Iko8MCMboRALReFg9ER6Qlmpz0rqzlU9QAWgzRBMOf
jcTarUdScuxNKlP85cEnPsZPPc3VtodT3E0KSWtfjK+y1b9je0y6FNPVHFKN7cuc59h7yLRR+7Ya
oIIq+3eIiuxIJkJ9zVgUhwiVG6MDuiixdgn28QvejURqE57aqPiwWsiIsnIZFce73jIe4v7O2a9D
9yRSh5U7eBrDqL+XMxbdPp1D8hN9naQER+6nmluZ49M7iwZLspHkIY9rdh6n3N9j7m6PccnYDn0O
mJ6yhEZhW297KV4dJFR3jSqDW/IZLkODKDtq5NFJ5/vC5zG0rxdNyoKBrnVXtwPeIt6OqfR6ECAY
3JKQREML/KYdyKMroqUhGDUv9xrCfpfhBNuWws1465b8VAlAazt08WiwFmBDnG6Cyn+e1inczYF5
7DwUI3Zkvw5DgYBREowayDZD3+5+eTMwRlvfjrKpyWuj+MhGUMgAeu0I81lUosVju6lJkQbFZbEj
pdkU4J7e6+Qp2jMeWqkc78/qqrRL0g72fhOuVTudvFZH5WWeV3pyVDdU3i2cLJI3J5jK/kTEuIMu
HPumhZqXlJSZ2AXLKvbBEJs+AUfvvwqVVeD047C+ZUB18+MAlERLPWCkOfBFE9wi54/bXSXCJXvg
fk/7+95ql79rSSvVDqpdgdfXqMGPNekV5T5PG1JNiG9xTItZqsOpUAS95dyg/mAgxPKafXSKWKm7
MfAj9eRCijFN89yX+c2MVFc/TT0dKBtLul2RaDRKzbmRWaz3MXQ34H0Q63CrvG6yD9dYY7jmcm1L
6yLBXpc7g3KwT1DjA2kFnj+MSSEKtoVNPE1OTsTjaGb/vekM2XTx4qy4hYvZd0aihnne73PEEzzH
prYQL1tiSYxT5NPGqUX8gJpCoBt0vucueBB90Gz8aQq3Vdjkh7EczBO2crQgheqOA2GbBY+Tlp90
ANHQVlpTuembcSUZwOYu3dqNI04IPZ7WKQpealm+yz7ah4Rs1ojxty4+mr0svQdh6h+csomFAge/
GhrfR4jz9iwtociOmSe9vvq5FuIvNh33+v2n8BI3wy+SwEMOmGxPZ8TvzNfOoUakF+PHUBMzcF/d
LEHuJGnhjJu6aNFvh9kKCZODOkbuHvKiwj7FF5tiXE/4iquk7/CLE7w+v3ZrcFT93F5Sokb3DWPv
BRdUs6nj2b3UQZYl0fVDwnHoAX2T92F5LTEO8XIwnvpuyITI3BgpaN6djWLGYzuiq7Ze0ZgSFUPa
iOQcDWna2NoZb4gZI+dXOmB2t2Y3vK18G4+fahakDEV6sqbef1tmLeFA1zc1lj8tQwdC5P5QDJjf
I9UVW4kvdJuvQfHWqPjHXURx0q2+a6O+PLSTecHTMl8mkK/HrhPVLiBQc1/k9mczNtk2zwhH3HgW
eHRP0Oq+YEGj/mcq2q+IcoQkXte9P8OTk/t6SjEF7Rq0ayxVHUREt5wh7UgriLkE48VVO98xy6GS
VciUEL3rrGBTbob5UTqIdMOgltvQRd/MAku2gYPfXUT9k98I9RLFXonCfA0f0fTFR9ORnwC50v1O
TVVuTB7LHVLYGW5mcI6I9dWlx6K6cQuY2qxH7O3x02+4Z62N7rvmxNsO7ioIJkZM89NBHADurzuv
MWa9F+5ik4IdI+wOSEgmWuSjDNk/h5yrrXWLZ9K2520tZrGDhn1eZ3pu4zKF1o07psFIj3ES1MX8
2vpezTCDRgp3gtELSgs++w2w6BIQfx6vX8jD3O8qRij8OMYshy6ovoP82JlRCyxtMexHO7PPtF+o
73UiGYxgfH7QG7+qV7wllf+GkSqHYWzVL5RtwQXRo95aHgSnXvszidAtocFDWt761G1DhzUEfWTk
sNpgLvjSh8RchxtnsNYjM0fxWpTIkZF5mbM7YLTjAGOwFml1jfvnOdjhcTTZtteY3/5RRNtnx7V5
+7xRz+KHpY/GuQmny07gnbrp45L4/c6cZ9n6T1YQDmehazeZM+vfqTuz3Thybs2+ynmAjh9kzLzN
TEmZKcklS5anm4CrLMc8z/H0Z2UdoNti2SU0gb5ooOqmgKKYDG4Om99en/+gymW95k0iezesSfWY
NNVfdhfb9wRxtc/LwnqPBcR7Owgbaoks94lnkRtSxy9el4UHq8vufCBXN/Xmuu+bUSIUp9rTOmw+
qArUNsk23IZ+/NUp6mdeHkcU5tsVJQrWKYu4Ittp+rjkPOS5K7kp9mFMV4BwVy0agxqIQ7/WNyC4
6v0CLO3ECnHteeiIQoLkqrQyqpD6gmpv6UWSndnP7+NAPE2Ktz1BGRkvX9QKu/Nt4w72yXYsStyF
svdTOl9vYc7Yz3OfPgTCpSBfVbxHQgfdAceNDx4CgWe7GYJ3sV8GPRdD6CF11ok9vPyB8keqLvrE
7p63LP/ohDab99h+5wI0PCLBQ+VQz0+QHSyKv+plgYXifiBBlMJK8C4v9Y/wsChc7XAGbsb5A0dQ
KloE60SLJ8B1PjafNlUq0rPFfI56waeRA2/is19dbhdzNwukOOuihuwu9jxvxwN68OzkvntfzF5x
jZCB0ixlUxXgfF8V8INLKp+/TX4rvFhyV6NfX5Xoa4e7IGkr99qWFrWPoU+FqRWe7CUV78JxdYk6
Zlgk0amAYEGa5sRAKjLPPzqoA2DuD+uwl1su32318DX32vl+zGV+Ay52paoqdm95jOzfOQuge2xl
vlfMx0Mzpvlt2yFbhTAQv/hJilKovZqH5ZqM/t1qE2mqfbqQv65rHi2OZTvdBVZwkGpKjqWDoMMZ
NslhvEpBPgnMxUe75/xDaYTl19ctDw09yh+e3s9qlMeRJzl7HQpIw+N+6lBE9Jl8UvHwLiibu9JG
97rl9XTdlDECW2jFOXyzYLyCbtzcZRks4bXPkp2HUunQVS2vqfEsD34CLLZNw+jYd25zHEm88XsR
fsHb/VjKAQRGQOVxxijlfQp/OsvK3bhkj1ZvfbSGfOV9CyyVorp0N8ywAWbpPdTllN9i4cibFi/m
aVT2t1Y+V5TINwDPkfokkiN5XZOodHJBYUsefikSkZFBsf5y5Pq0NaNNgWecXOXddDfPmXVtTd5W
7ygMpxYmdF8uyefTvAUvMhvccA+VZ7jKOSrA1Nk2sIiyvI8oOuYG8rf4+/+FDH566S7F3f8Fo7X/
r2uyMt8GzL7+f8C1ekjIf6+I/5i+DNW38pUi/vJ//I8kXgr1H66rEtiBB/Hpb2n7/yjipbD/AxfH
dz3EqoodF5BqVXcXjzHb+Q/uRELyD85Ur1it4X9c/ptSrh0AzSaW/6/k8K+diSwbiqxL/tZBi/+z
VxQY2LXmtE8KtcJmKfhmoYL6aQx+AWT9XcsX9f1f3x7TKsb+TP6vJfVlVzQscLA1/oKz/ZfVxl/N
mtboqk22WFSdVct5yKh7Slv5mJMK2xs1bl8Asz/1m0oWMnBFNp8DLykPS13+UWBAcm3W+MW66efG
G4ssns2+7/HEAn2MbCkylP8JRUjHv/aS+82I2xce70+Nk7ou6m6k52HtR9dOblVX9aUazazrVGb8
3PpChaho7X461ySqd1mokOivULvMWtecseI0yXjwLKcz9UHc4wCo36p8nQ37fhmxn0ZmjdbUjzZ/
pLayOYccwBMVvPFFL1/u/xST/O8AsjXI8Qz4aImAe54Luxb2ccKiEKmpjTzlokbalv24Rhen7miy
bl1ERIYfW2p/lw2vswfei85L56FXsh1obuNqNl6XCp2fx8svIsTvaN/OqEjSh7Is0d177hs2YZdB
/8WI/e21+tPHoAgmhB5SjeeSu0fUifqc5/Hyhh3s7xrXlobQ44XaH6HcWGg5HjNSbh8sqzRb0mxt
WBYoK7xJkeeu0vkFi4+DpJDfbP5rq6Vtl03Rl854MRpR0Xtvq4pTaqPVfMPj+3fjcvnvPw16OE5d
VqpkPDutGG7UUIP+RU9nGL3aqCsmYoDUk4Hh2bCX/hXy8g9GA3Mx7fy545I7B4rrYCSpGqwkL0E6
PLjbMBmOi7Yg9zxPByO+ZOcxbrJH6DPucZXgucw6r63IMX5XibBqOt9SXNrjmnQoou29WePagtw0
W4zxCV3vKKhrD1zcmj+BHOXf/r35SzO/ClNtRU4CeNCNYIGxSevxilVABMGCvHxsNwWiKvJScfr3
v/SbuSm0T7yIzQl6r2e1yZLsVl4qXMoVCqtZ69oXTkMy5/HswL3CuyK9aXmY+GNJA0jlZu1r33he
w2juxd9crc6+GjOS5kM7voF2/93QaN8YY7wgpzR4ODeOr75QBbR+htZhv7F3/a517RMPaspS0HS0
niC+mBXV3GnVPvz7uFx+/y/mj7j80Z9WHBRmK4nYoD9nnTf/QHpm31bNFjxYa2tn+3KM1vxaVY5n
NFJYrb/+c4LL+lp2Q3duLXXvYKFHCqp4/vef8utxsv+m7v/0UyjVAtYSrN25AInnR8thbZeDWdPa
ljJkve3m1kISqeo/UTRyZQ392axpbUuBU1zPTkqv8f25R+hxk3Wu0UaI9dDrweahOV8jmJtnkBLf
53y9s63ZqNeO0M41M3qBHkHoeEb+d0qW5AficGW4FGiD3cEsQ2XLsaYIwXOr8ANqjCeTwXaENtjz
OGdd04TDmRzGXSamE1mmG7OmtcFGLA07oYk5vPpw58rR+uJ161tu7b+b2tram5BUmRrB6jgg/rnf
ZI7j4Ww3n0y6bitt7R1lVCyUR/dnSKFQhyiOzfdmLWurLgAzpCEDtAQL0j6vI5jCBoYhqa25lQwc
O6ms7lwVwR/AUJ7rUBp9SltpC+5CcsDKGlLGlKLxlCx8HgaQaxgNSah9yi0Ycmss0u4sc2/Puzg1
RoZDcrGZ+XktpxYu2iRoyjPFs9+UHB5b6CaG3da+ZNNBFuUJsjsvCa/1c523NyMGcldmg6J9zMam
7KhdGBQHOZdLpnDMbLNFMNQ+5hTaYVdWeXemCjqA/WR9V8H2w6zbl3D9acfxoFQhBGd6S8DXyVq/
pwjLaNO3Q22Bpdyp9vMw7s6MDQ/6LyoQhl9SW14bJ/T68DLWCXnx2vmLZIHhV9RW17AP8Hlr2Nx5
gv+OrMnbOXP/p9lQa8vrOi9dNjp1d7aXpaBgbHyJpGu2SgVaSIZuHCC6h8WCbv2GV8Yr2MBmS4nu
L+/3jSSjWHRnaD8PQF4+RyXsk38fkktw/PPoRn7x9exreNpfmoDtHcUfFVHYluQxLNWyfcGG2SsP
LqUwRvd129UmeghwIshir8MtJkYbLQqlrsE6Lf4bP+U3+1ugxf9aueUiJO1P63Lv9fZXSuke/32U
fte0Fv8qztdm6S+gnQaFBCgnXoiprDILJh1OEve1GJYB7qOFF40f9n+sU2+UPqVM5fXnRZPuZqpk
g9tWqmPCElgpnuiN4Yhrq0CNJ0m5RBZEOJwg0SDi2FuYLQOBtgzAZZAxCgKWrkAUIHypc8Vv46PZ
59TWAQ5CY++PrIthGO775YlD1sGoZV9bBXocJ3PV0TKPuxSLIqQL7s1a1vblWExWuMiIsfYpaUIF
9QF6b/zGDLzM41+sAr62CojJETEVvv2Z6gD0bAGiGPVY+ZVXfwTHFjwb/QRXn4x1N0fLAEAwLDeF
No31HWHfGz/hNyHqa9FP/c4Q+EBwzliRHnMfg4gwMvyoWvTbScEJH5eVcza1h2mhQJxDqNGQ+Jdf
89Pmn/csuoNN1abov/cY2WaZ2RT3tbEWm9+LeqPPbl/iyZwf0wuw16zTWti7YzZ5FXqXc1bxyE69
vcBNzvD86WuBX1FmX/dYBZwDANzHdg36A7IN22wr9bXIH1WqIlcx3heNYEHlXb7lZp/S00Lfsifq
02tGfAmz67G1DukSnYwG3NNin8EdRBAQ+0Pl3QyFcye5Z5k1rUV+jkXMvMBMPoeLf8j6JyV8w/HQ
AlLO8YgggaEG0X2A5EFljmW273h6QAZAgQQMnrNTrvt6wW8Xn2az8dACUowsdw0XiPNYIJG1WQux
HzRrWgvJ1q0KEDZMEAom9iNaf5CFhhNEi8j0QgzLfAes9JbZj64zrpRUZbZh61pISh7nAuxHWEsc
SgNkF3xA9/nG/LvMs1/sPJ4WkMHSJ1s8kvWk+AtytzvyULQu0sHlawnU92lbV6zPBZ46ZouXq4Vp
t0VJPla4FIHlhlPa/xlJzBiNvrCrx2nUrm29znAdIfRcbQA8d1uHj59Z61qotqO0fOoDEDou67kM
21PRGW6erhara/a3rzJN1+PyXlT2E0ClO7Nea7FadqmSCIkY7609+wXoCnj8Zk3rs75zhWfhWHiW
lIfDhs/7Q1A6ntn65WqzvpNBG+Fy2GI0EwUoWT1o45lZos92tWnvIg1cgoRZWPchEimmu4/o0Wwa
OtoU57Kf29PGFoo5x6VAUXSdvFFFjZ2M0cA72jwfKXR2s5KDHFcXnDAcpO2OYdPaJLfQ5vpbxkwM
pnzPi8XDBRNg1mttkkdjQ2moylqGpb3Nlu7Ag+CVWdPaJEf2r+YM8Me5t0Ag+ZD9q/K9WdPahrRY
ErWtKLvzDN0eD6+CGrimsKu/zJrXNqUMMQYu8BTJUrskH5fEW6jaD70Xs9a1CA3tCPgEhZxnrGNe
si75bIWhYQ7U0eJz3QbfvnBeznkfffOxD+jT0bRtLTzTpMASxGMWFp16obh/39hjYzbDddGRmBBs
uj4fFJh2ZF+pRVGWg9thOJnNGFuLznYI54sekYEBjgE4vbyZ+sxsuui6o9RyilXif3v2+/kdOkQw
pL6RVoRk7eurUO3giJHImFOGZX+iQOI8Tm8dzS8L3y8OGbYWnglyWpAsHbfyAhTLe9kObXYdOhbz
hbrGiaonjHs/ZqCKsqvQayDqJ07fT4Y/TItg1AYOVT91e07n9kceVBsMltZMTGXrmiQLUesw9ZfH
kYGy3aqRp2RzDe9iuggmVNas7A63krJdP1ZO+JHj2WejlcHWojdzKEmlaJvFuN7ED2TcwWHrahCZ
Zs1rAUz5xer07cgxPsALSXB6LAfqZowa13UqUY/GOa8YlrVPHqao+ZIIx3DvllrwCmRMSdUwWUIg
VWNUPW+DbZZBktrW6iPrg3EOyGQB8rQk8S2Fg49mI6LF7mBtKaZeFcMNHIGXBkTN02iYI5Fa9FZA
w3GHuZweASE1HGJK2JJm/dZCs8f5PMsDbnup8D7bU3CdF6NZ1OuiPTViV2XJmdN6jLOqB1xpraiv
NOu3/XqtLMh0I8IKOD7a8UNXRvd9Hppl6XXJXuH2fQ3AsD1v5YQD24gJUCrFn2b91sKSc4xbYUhK
1Kv6a6HactxLRFPr3qh5XV1E4ZQXYIrJXWOJ3qeUQEWzNDs8Ci0u09aWHQV87E7SwbK5v5SvuWZi
BVtokelSrQXpgx27x7B85/neS+ljmmU2KFpstlY8jE4n2jNEoccIdAOVrmZzRWiROW6DrCjTYUXp
0nMTcVjv40ezXmuRWYAS9sngNmfYQh+xIX+0J8ewae3Ii4O1Mw+4IFA5ld1FY/+REjvDDABC/Vf5
3IUapskZiXpv6iAmVXdtWZmdpXXZSW9jOKY6Yn5Y0hsf184S1IfZYGthWadQf5eBJKBPDXtQlO/G
uX4yaVoq7S66bD3VMjJvziIbvi/AkuINZJhZ21pMDiFVvmqj2y54xy223qEqN2xai0hrwPs7DIlI
HF3eB03yqJR1NOu1Fo8U4VNM6LDAOqN4BsBzt/lm8YjN4evZBzBEONtUNuegFc9U5g2wPDEAMuu3
FpHDYs9ZftnQqF65XjsaH2bMkM0a12LS8+q2zPKOO0sdWlfjJtVnK5j7z2at26/HRUYUiLsd+4Ln
RjfLrP7ARveN/OXl1//zaiGVdo4tnRaBctw258WKv0yheKqswkivTF3Q615P2B05amPLsb0eZHeF
NWc8rYlRzEtdQuSCJx+mxOZ8giPbpYwQAnTvm81xXUTE+UFiheY1Z2ClT+GgPlDJ/MXoW4ZaZEKX
qEEPce2fJ7/fZ2GF7TvYe7PGtdgMRjsL45lp2GzAvjAzGiFKDldmjWvRGVhAUECikKRfkqseU+Iy
lIYfU4vNjDqm1epIyHn9DCwkmwDyC1RQZh3XghP3xXmAJQlaNi/AJizqATMSs1QL3PnXsxzYhtdD
4+DqMDpUnmAykqbCTJQjQy06MYprNkF9OrifBeh49tzFvdnGFurRmecVtgOcIvAXozQ58J9kPBmp
NqgSfD0msbR9H2IND86zmvHPo+rXFUNrNsl1OVFaWEk0YY9wTombWSR/eTM4AqOposuJZhFluPSi
C2OHu+Cd8yQuD0McNW+lcn6z3uoiH6gQbpQ0MFIjSKfBOn3IZGb0UkHlx+tRn8tk8HETu3izJuVu
SMb4YC1gMs1GRgtRzBODLWK7OCfQBjwBXB70tlnTWnyifHDwzaLcDasBsB1NAmS+TMxWrUCLz2hx
e38IFs4UuHL01vSwxsps1dI1PpWbtcCj0fhMHSDDRBTD3lo9o2wHGLjXX3MLpsEKawZFFNlduHXv
iiQzugtKXeRDQtvyKhgA5GiydQcl7La2Dasjpa8damN/HVGXs9iOw5hBwm0fNk+ZSeQw5no9KJ3Y
vGLFOeBcBA5JvRq6vvXNaBLq+hsH6oMDxJDDuEuKJrBSDFR5Njab4r4Wm4WqtilPLnun4153+fAM
6+bZrONaYHLlplQaVOG5TdXT1OBFO7cfzZrWA9PGcA8ZK4bOeBZXssaeKDQLS18LyyzkeXJzeXEq
StSO4SyAnAAeNVvGdRGOsho1i2JuzqNt3SC+fxms4JPZmGhxuXQl2C2L9SQbJGVy6d7KFrMx0RU4
EMUppRxi8rLwhDFxBFUWD63ZNNE1OFLUQLBt5vckii9OOd65sWu23Xt6VK4CnyCLnC8wXWhE5ePF
Vt1otD3tQAv4qrVRq3EAChIMP5PSu8K1LDds3Xu9nMionxXlvVxlww339aB9t3aDZ7Y7eFpcUoJu
u0AveWS23ys7uXH7wrBlLSwDF3hkBvXnnMMPOzb9AP2kBjlsNuRaZKpYrhC2mChAmm+qabtdZHtj
1rR2nI2Kuc06YNZn6FPXni3eq1yZXZF1Hc5WrT4SZ2QaKqt/LEt+XSmzVB4eka9nSVl70N4mFtgg
a5rrYcNtIu/KyeyqqWtuYs+GZlnxqtEtHo7P2AAW8Qej4Xa1uExVgkIQmtPZ83E0cdMbfP4Me63F
JTzpLMDSil4n7q5QZN2SwmyrdLWgZA+u7G1hksS+fyS7fhsJsyVQF/BTDxBXjcWHXNMB82PZYHzs
xobd1oISn+N6aCrCfUsARjnFnSvekk9evtcvcjSuFpFkCQtqvHj+3Vrlu19LlKVfU8/uu2txsdc8
qrAXD6twne6N33I5q/3iD+qPsj1UMNzjWijf/Aigb2kc3y1xp2632QY6lE5F/UiNBeDzxK8Ls8VY
f6y129KWuLhzjqmH7LOLyWK12/I2M5yx+trjLFEYpXx8zN4fWqhitazNeq6LoRLloy6MVHOu6rDc
o2D829vCbDnWxVCRWwz2JnlICPzoqqiKd06wGj1/SF0GxfY3RkC8mnPfdwfRA9ZVUPHMjmCOtvgE
QzoW4C4bqjXTH9XkPA8tOM9/X9guS8Ev5qejrT5xkqh5TuBbN6DLisrvHnE08D/homm2UTnaGkQx
S2mrJWg4rleYKgz1t2zK3soY/SacL3bDP2vmyY2k6ypJ+5eBzRR3iuGlSWu4bZjwDKC689Z6iOra
cNVztIUpjbouqycUUk7Wf5KrfQ+O0CzDqxOZhrFqYoUj4Rk8GRVFJe4cVTqZlRVJXSBV40wZ9czK
czX7zo9ECKDd3QyE+t8n0WW4fzWJtIO8dLAgw3O1O+P/tT6LaMm+OKDSzcJWV0k5ULe7QFYMzeyD
+ZdQ9WoAqA9GfdclUosFDXebeLj0pr7iMQ2C6GT3s1l+QBdJbTmVaIPL7SmZFmq6vAfLmcyWHF0k
pUhmzL4k68jLNlzPwW2nbgdM8Y0d/m9F1C8+qq6UqjwnzsDe1ecZyxfI1cAR3w3oLdLDskwTXk3B
CKiaOpjHLpHiGaLrYnE0KoPvoVvmt8ngBBeK66BuMSuxnkPHAcTqcW54nw55/SUPi64DtSeW74Pl
WXCiwTdEd5Lj+O1kAVbfTc0UXeTli5m0GYza69WianHsKeVWkZFsIc0391mtzFJMuoYpXfCemYtJ
nTgXviSq2ePP/JfZBNWCq1A13nY5Tbv2PTr1bjPbanXpEsgqcNgd7cYQvUP4m0ORvnHo+c16oCuX
pkimfs+F8CSyJHx/2a2euF6VX40GRBcvVfW4qtin9Q6W84K3UJN+N2tZ2wwxu+wKYJUMtSh3S3Qb
lmbl7lIXLkXwmpUPP/pU9VcWfojBaFZ+DYL29aS2Ex8nCNj5J8/BubMP72bUaGbDoW13s1NhqlXT
NFT0a6fHEjVszLY7HTWWNKlLeQ2Tr/JG3D1jXo/DrZyvzDquHVC9FTSnbbfqlMcbxl9T9TBV4GjN
GtfiMYvGrfIDGnctMOtAPVVlto3qmqU4KZx+oW7sFFTOwQux8Mw+GPVZlyx5W2d7haz4knm2B3Wx
U/MXs5a1s2mW4XEz9bV/Clyv2G8DziGywnfPrHUtIN0hsoqgzAK0xbg7hCMI4C1ZCrPNWdcsoRGP
cMXu/FPmeeltAIT4qtra9I0N9DeLoE5CWnAtxvC18U9qcPJ7uy6iD227GE5xHZijWst2+8X3TrDc
d5Mnr9vMNoseXbiUdcW8bNME0hi3Lrv+mnab2cVR1y2lKgznXg7+aegaDIm+t/j9mU0ULSjdaBQO
2BlaHjD9iV35iOVAeG3SOMaVr5dYKF9F3kWud8rm6Y9oW+772ezpWOionNXZMoxAPO8kWmzFB6wG
d3Ptmx37xYUw+/P1KK781MXM0zvhNvm0DtlD13uPZmOiRaYMqQwROU1zNjl1Mj53rtG5VujKpXnK
mhB1hMfivaZH2Y/jMSoSM1We0IFhnR1kEoGLd2JdSXDtxrdkqMvESOkrdGRYv2ZOP5WEzqSojgy8
M9auhsNiv/6W84xW0atG79TgoBtZap+6RgsVKOLXLcf48MgtXbGMlWF5FWajuFISB2yziaJFZhNY
KspHWg9nDC2LOnX2glOWWeu6dAmbR1BqM9OQcqW7esw+gaw32h2ELlwa8M5N+pKo78cw+8b1CjPp
uc+s3mxV0TUGa9J41Ilvy0nV4pj0AL6L0ujgJnSKyBZZuYslznLyW9hh86o+UFJotIYLHSOCY5EM
Yzkup8VrkiusKtvrIQpqo2yR0CVd+TC3QEQl37NpkhuHm+KxG6TZRA+1NWtLQj8VieWdUlhWuCkM
e7fyDRcWnQsVFhPaC5vG6xgsvkTltp/dyTec59opX7V+nUkZeqc5vngbu21koUtJ48ysSkbofCiK
UAPeBTv3VG7NYcJw1LaV0YEZD4PX60uBjyqWGIU4YWCzlzI6ObNtNtF1UdeK4Hym3kTgiUT16ZLt
cYAxOgUJXdTVwMQrqj4Wp9Zqnxq7+NCWlpG6CAeD1wNSVkmBE8i0nezS/gj1A+RcPptNFF3R5TsT
9hZbuJ6gdON/kapPc7C8N1rKdUVXjuHY1pbJdoqoE7VJAGEK2uelGVtA6HquCo9r28kCVq3Rv/fx
teqV+GLWc20KUgapoJNlywkTQBwzCiyWI8NlXNs9fTXLno1zPlUNSTFeHrFkWt3PZv3WNs/a57lI
pGo+UQeNCsi7r0ezinmhK5cibFCSrbfGE0ltfPGSUx64Zou4rlsam2Ls0ymZTmm/7lwMSC3vwWg8
dNFSDWtuCWQ0njJ/wd80up6iF7OWtb0hc9cmqUd3ZIbM86PvBd4xbByzqh7xD81S7ZSLk4jxNMk2
OCRACq6c2QwgIHRwEIX9jp1m04g5p3coPXmPkYnZGUhHB/mZu6RhHU+nxhnf9WN9QIlmtgjqqqXJ
aWPXazGca0tsxHGKOFlF+MPsY2ox2c5LW6wA4U+JhytKZx3izjdbA3VqUKjwv4pSZuDiAjooqrW6
TsRgmY23LlvyFozTOiFHhGfOdGUp5e1iNciD0bDouqUSv02HfPt4Sivrccvm6zT3/zRrWrtpBsAO
Fk9k40la+Smyq/fhVnw0a1qLzNWl3Cn1hvEEYeohstVHuzKT4QsdHgTBcxq5QoynJi9uink9Boas
E6FLlrAWWpfZoteFjclwFdi3cRH8ZTYiWl4Wg92IArBmPNn+5xh7V1mlZoceT9snq6EYvNBXtEwl
/FaON633Ft3n8rn++ZwkPC0msah0seKYx1NQN6u6CsouwJQ36uwvMY/C/i7o3cwszyR0BdMyzELU
amQxd9JbG1rm0Fhm5ytdwZSNrkqAHQwnlTf7iFIC0dmGTYevj4XR5jSrXbvDac3m6LkXTXoXlZhz
G00aXcHk+23AJmQNJwdL4B3I4ODWWerVbMvXqUEBtoVj5qWsuNWFm6AOeZyarbi6iMkRbjg74LtP
8+DfOKq/A9h4bTYm2q2q5p0SCLvVnzb814IuOjZ5YHbp0QGHW84jmDMnw8n/Gk5XTm3YrBaggb9k
qilSvOoma+8F2WkZI7PbsQ45UkHG6kd64zRaAZCW7Aja5y2Vya9z4UKX9TjuMuG5yWikwRDdYkTr
YgSc9Wa7pq7rKRe/mXEn6k9d5j07KwbDlepHs7jRlT14WbUCpfxwii30WWOXPjdJN5jdX3VlDzoD
R0Hc6k+hKq+zIDhmi2eWitSFPUkS4DEbl8Npk8VTZncHr1gMkwW6psdaHBwesG46lZP9Q2byaz1K
w3yhLunxh7DDfHToT3b94uHhnqvU7Pijq3e8YmztaGCwo3rbI2e4Bmlitm/q6p0Z9/amu0zouOzn
oz/m2IyHQ//G4no5RP1i69TVO8qq5BgAY2DrzJzzjGL5W9uUmENvedq6V4PVx3LntFCPzea8Llqc
8WPPGuC1p9KyukNXdwKPcTOqt3C0O61YcRqYsL49JbHYdk04tnuMp4x0GLC2Xu+hJQbUVjgV/anC
hB6Dxaw54IBdmd1ZdK1Qbg0LjvbMTUyUxF0hA44AnSEwWOhaoYQi8wQlandSEle+pCw/e0NhhiUT
ulrIq2wg7XbbnTBgfVdl79PYfzLaRHWdULy0g0uxT3dy8mk3K+d7ntRm6Q9dsDMk6dJVGU13NfVP
rMQ7fx7N6hOFLpKdC1mnW+N2Jynh3xTibuhrsw1JVwM5oRPO01h3p3ANDyKIdlVp9iIubC16ZiVA
Jblld0rr6HprXmwRma1huh5ILCEYbAFLUtrOAWDAPhwM71m6HsjfUjuxQDCdurzajWrZ4ZdsdiDS
xUAYquaUJ23tqazj+HM4L+nDJmL7T6O5LbW7p6qTMMIPqz3FMFi8ItqVi+GRSFcEhRdf5jGn6TlM
hkO+jtk+aJrFbAbqqqB6rC04sLTeyuwmr8dj4TVmD0A6zQh0XxyruCjZ6+zhgElSdUxGJLdmI64d
cJtLvZmzVTHm8PMVR7n3YWP4oKfjjNK59NJILBlSFYmyNqqK+WPZb6UZilhILTRZTqKoT2h/GnAS
brf862gVhhlEXRvkJqEDAt/yjlOvzsPq7AKAgUZDrouDkrTcuslNg2NtjYfZXnA1KGAamTWuJYZW
GCSj1bj+0e2d3YbyyJdmsSm02BRD6rZtmk7HNp3c6zCJt5thDSezw6KuDUIc2QWxF0/H3PLvrCS5
UlNjlsTWhUF12EtvIIl9xOlx3olO3dtRavhQqOuCCrzPbaSd0zHt1g8dLiS7xlKG535dGaSskqxE
fxmUMcY5LghPQL1Ne64liBzcrtx5UeNRxQBZQ3v29/TfLIkgtNgso2SyiiWg8Sh6Al3zKZpNzoS+
0sVBXdlU/Vo509Eqmr3MkkMwBSaBSdNaQkgm7Wolsz1yK0wOkx2iD/pmEJW0rEXl2Mlycv11Ogov
+1JY5fWcd4bjoYUlm+TaJfU8Hb12uW2m9FptRvQ/eu29Ptw3POPZSdJOxykro2sVW3I3ubVtcmGm
dS0ZhK2IzHjimI7dEhxakT1HW/tsNtzO645PZU5epR2n4zDIezuOgffa0uh5nX5rOybH46moxokJ
6LXv+NQ12ebOZKmibS0mg0qkdZvk03Hutz1/6MYJJsN5okVk34ncS3M+5lYKaxfY9ZXlbUapVF/9
QxY0ZVHTimI61j3PHGu++VeA5L8bfU1dGIS7w+SN1CMf66W92Up/xyCZ7Dr0W4tLEQ41eXKaDrx8
X/TpvomNnEtoWovLqJNrG+Q0vSzbtZoukA1l9il16Us3tgKwOJGDkeuwq6vsORRdZnKAoN9aWLaU
RXndUk3HKhN7zxmvKt/oTEXTWlhmnognyb9HNUc/eLzaJ63/YjZHtKBMXZVt1UDgOJt7XYt62oVk
2w2HRIvKqlz7LsuS6VjW2ZOd/1lbgYksnxHRgrKtamX3NYPtiIU9wbuJ28HkYO8rXfQiwMHW2cxg
pz3AmyK5oa7H5LJD09o+WbtAwCRPydiwVzsfRw0fvobRd9QlL50kUvIym45xuh3y4DQ0tdnmrqtd
Cnuq7cmyxuOS4Cg+JjuMiq/NOq3tk6Lt1lZUrH7xxbE2Dal23sysSxhsLR5VnPm5jOm3Ut2fxeY9
TcWaGY62FpBBISx08rSdOHejDPdi2wxb1uKxkMnmCy4Kx7FZd2v00oSfzMZai8UhTnxvWJgg6GkO
KLl3c9GabQY6tkg0ftL1VTge28XzgYEgyBvy3jJrXdf/JGHux+PluN1LOR4Qp3xyp2IxG25dAXS5
YAdzR9d7Z71plvVmro0IdL7SJUAysO0lwPfsyAtvu6sv6BgVGwalTi7q0yAiueGMx87N1X4st/b9
oub+jdPU39mXfyTy6bsWmGrYuC7Voj8KkqbiKNaks94ljRqjvSenInoqMpmFvEJ2c3IDs6HD78ab
p+6mU0ud3RSiTN2dWNWSv0u2pZ1TDDEL1yi16CudPeMV7FfTXPTHRkag5qT8gR3Zn0ZhosNnptzy
ohLzwePWlF9cL87IFBu5S9FvbVSn2nGTwM77Y9inx7QI051sjWRhtK2tdttWtnmIDvy4TI29a9tp
3QGzDM3CxNPWu1rE6bLJ9DLieb4LAudSILsZ0T/ou7bmjVNb90PLmI/E4i6WUb0fQu+H2QfV1r0x
iyYA1XQ98pLPYphPTmfdmDWtHUImO92SyY3otx0f3MU5qsCo4stXunpjKIdy9numii1rd4+nj9xv
mBwa9VvX4UWT53MAWfqjLJxbL1sOkOHMDgu6Di+cRNhlqqdpNdu72bNOOagGw51AmydpGXtTas39
f3P2bbuR49iyv9Lod85QEnU72DMPumSm0/eyy+WuF8JVLpMSJZISRd2+/oR7Zu99xhhgDgw0Gl3t
slIpkYtrxYoVcVLU12uLD4BQ86dk5hDyPqyTRERe9nx0J6F1X8Xz1tdLPkafy1c/svE4T2kPztx7
EZkOKD16tgjMlE/8c5XNRz5e2/ZSBVTj7vFmL5p2kFf5tCSfrG0+EvJ8vgh47WITDfNX6KBdK99+
Dsz4KIVEF9vFDZbIiU/mD7OKO7yD/xDK38PqvznEPhKJ5iUJRZZ1QKVypi+hLqTPPo82irlSl37/
1Fb6SCcKMAhHJxojpOs0KxbtfvLZfgqSRhD4cF5EDfxeOxtivcftMXR/rDr73E76qIqE051ggBRX
pvkmyjaiJYWzyecOi4+MIjHZwOodF5fpcM2HDq2X4TNdczyRDxEgWZUxMaamTwmzpOoTdUsE/yTw
8JFX1CcsHOkSuVP3ziHA3Pf3vlGfzGI/EoumaNnHxjJ32trmmo19OU7d57bQR1YRH6Atk0YB1qBo
GgClkpeQcvuU92CSf6QVyTEyuwnwVDI7nbSMKtT0n2nQ4dIfQKTEkLYnIBWd8qY78kSXWZ98hq+E
S38AkahZm2SDbBuMwQjmKOZCNp/qLeDSH3ZlvLqsgzgHlskaFGBsZMnLp2LJR0JRmIyDGgkuPMP5
6ZqIvClcm3xK3gi3/SGFa3Of0Sj07pTyfhHVZActCist5u4+d/sf9mYIdc8MuoTvb9OWNvZfo+hT
M7y49w9ncx7bYWsGJCzd2odVKNfT4nP5uXD1keYzjKmF9TJSlr5jx2XKC5nTzy3wjyQfEnQYcepw
6ahLz4BQKmk/ZVGZ5B8ZPhziIvsczVjgJJfXivd45h1ao596lx8ZPu+0bch7Un1ikQjOknh56LMp
+9zm/Ejx2XuWj8Ew4OqNbGhhOmf6cu3F8Cl9Cjycj1uUbLqNO6tPXPddMaCesJv43In/kerTT+E4
cDW4kx/3AtytS9XIr5976h+2qGxd7oagH04wv/SHRcZ7SSgMAz539Q/7cwM+OI1dvp6aHAB4bO6S
dvrcsfyRRrRHJB6V3dfTvJKmgjLVWK+GfjLt/8gkAtfXyWTc1pPpsicB2LfQ8fq5s/Mjl4gr+BkE
4bCdYOTnIAI1h0eXq08psCSQg/zXdtoYshEdV76e+nSb+gKcjqgv82Fbfn3qlX7kFEltIMu44pUS
3LJf2joZ/hNH5P0M/jfJ80dCkVGBb9YZrxSN1/ktx+tltdDL+NMMrIOyFgTF2yeyp72rP/ddPuzZ
faV2S3O6npLpC3EEQk+ffQsfoRHdCwYq53qKYY0x+a6Y4k/ZEuAFf9ixZGNQJ8/wlOTibts0OAaf
88XBpT9s13TbST81wXpCiQHBQ7N3RTN+EhT5yDASjEP93Y3ribNGfQV2RHyxjWH0nxCG4B/qA/9u
AX0AR9p+wGC/yu1JY86XPcKaWJ7nZCbxlZwwl/8F0maBfXRCNfDi3XblzMuaLNEG6VFuu7kvGnS9
9FAASTT7GW41kNRZdyHHh6BP4uEyGDvfnMd52KYbt4kmrxXFuO/FBCmvsdJdGPuLbUqW7JrBpSyo
NY9g6zDHAioPBY9z8cxIHGZltyMEVB0fzFi5OIG9ZpSTbjlNDcCoOxZ6Eh/URJk4Jit4U3eLzVi5
x9u61uhUnuc+ZE9IovwPRs10HT/Ze13LL4CbpBPZwYHt/NPj07YyhllIcoIGHtSNooxmbwT9SEji
MJYIzPc3qThEm2HmIWjD+W1fIacGqdV+iGCLAvuIC7NGcf8a6B1dr5h0vTnJNm33p9bKbj1MWUK2
Q4qx0/ECI0xddklcPg/XcR/r6Dtk0Td/imC10JRZMrVfndhiUfIYlMTSB8Z2F71YxHjTQ2Fze0zg
ONpUymDAr1Qi10kJZ4KYH6Zg5+787kYuK6rVxm7RYW6WIuchyX9seOjjBTRqPSwxuzxqvzXtyukF
WeIsrdZETv0hS/pQlHmE/kCdpCu5XeJdshpSBFtWMuZ5crs1jf6yhG1raiG9ZvcG6gq4m0nrdzky
k9FyEK7LinVqtTpQKN5Et0qGY1cO0JVHf2qfoWgqdY/xm1QtIPwvzAtS5jo1U7WvYKGXdJkCKK0P
PIFkU8CMOWY5CHbFwPL9aXGgaxVtlFlSLlQJVuybT9UBgtM0r3vnRVtm6+i/+a4LoIEp6eKPUZyQ
9NcOBavoFHEbiGMUwPq88DaC3w+BfJMv+UCWc0p5CvFuUGZEuQ82fMHHOAjspt18RqFvkwJaidY9
+zZzqgCsm+anJnZ0hhBRCCR9ZdhFxaSjxN/5nG1cFi4U8160vYm2Kl450Qevsq0pnYCOMMxv9p2X
RhvMTS9Rmrl6tCFos6yjvCnDTCpx6LhjaxWATP+ytGKdC0KNgS+Hbj2vMqry+XHwLP0G4IDLyi5x
PhY9X/hydPjf3cln0bQXTTew7Batg8QVkEVezJH3Gf57kGsay4IkQwffegWBn7UavZfbc7DlEjw+
aN+35lfa5GNe0ab30VUH2chf4d6s9Egysv4cYaHyfRMqfAwyrRJgFg0Zv3ChdgqBmWTZL2O5QKO4
bNlog3riYcLuln6L6cGLvtMXm+ehOcolVUPhYj/fDrPv9AF7K/KliUf7ujQMyB+HhLY/wT+ItEey
zeJbnmCE23rKBsg9jn36dYkNOasZ/6dooOqSfpts1ne2hq5kZ1S9uJl1903CO/2Gbl6Q1JCVCTMP
LjGPkvM6RVBVLvQsYqlLhbaQjYqERs1W4stu441NKJuPA2FhdmUX+74GSCoQloQVeF2oC/kDxtia
4EF50miYljoeDIUdBFC0pO3tVx1Q2rxmQ9SLVwcXiqGiI0eK3TRd0l82kO9eL3QS7N3tPrbJU7cq
EpWKzkt8GI307gbRlKwla7xJDuicpmEB+UXVf8X4SJR/FSbg58yir4+RaO7E2SZr8tb5sAd7l6V6
udZaI10I+9l9S+Lcw3VN+vZt6ubpzsiVp0VvsaNI6fZQ9Q+t3wmvgh05RgGFtiWqGuRLw5FarAlK
EpndrDkX9KiIH0TdIlUj5ZClIqpTTJmJymUNMYVMXUzqlpDlJdGZHi6M2qtoR+woFvQ73x/vlzCf
cdZkSCAlZ4XkG6R4x9tduNo27l6RMd9rhIQUdygUR3TWGWf0MHWcBheEZakJqggTLk/DFgMvCxKX
v4xBlF5mkVmuk5G05pynTR8dY3hchAeGTTBd4wA895stB0hB+rW5zpekwVRJy/brLNHDFWAtnO4R
eCNhuaWatwej0kUWGwNiXGCD5t+h2Lnd5JJ1aQkZ5D/Cdshf43wQP0JLrb63abNjJTSBDMqENlm1
DoHCgQixTEivbRyahSFcsFTX/GBzdpiZ8met6VADQJcVdGx0bSZ+bNb1xGhrqliideTS6DhGAS3y
YLvl/ToWEd/7Ioc4XCEh8YR12d4jjfBFh0nc0q9kKXZoEqg83SueJr7gJjVXbRher4Gq4nR85guZ
DyFtm8rDEKmCS/nVno4boDyVkWqCq1vF+zkvpSFzXgTQ0TuuAvpXiM5dep1n3aPfRo94vv5IOZ8O
0CtnVTKr5TGdhamGFvLWUBYYhzKH95/Hss0Ewk+8rmco2oUFTJgeFUMFQRDhcbTpr1tGEA/FkBcM
L7cEhyIoWLBdBxs/Bu16nc8jrSF7v8I/tZfllKqm3By96RL/Bx5jUg9QbjwByPohGd/rKFoq0Fp5
1W/tG/xImpp4dJQzGJ0hAVi7g1zlcev5UIqcTiW1HseKD+5on936LT1HFlzBJgbFJ04zXaTCH3s2
5FeWdddCrkuVJNt9p0erDs1K/mArDgQl1OU079eB4KbggftqFpWdXZKNtViSN9XMN1yhXVxqPMO4
MxN2glnLgWZXKDn39xMAEubrbBCCNJlggRXyEdlWFEfuIKNEFdkq5zLsJCmZHb6IlKencOLQDzf0
nmGIBOpKXRnJ0BbKj0VrKX4n1ZhCmOMoqLuYqQuAFYkoggUzJgqgczHqLr6DX32Kk0ZU+EJcVzs8
PWVh093dhTxI3pZETKLK5yZ8bEzkt2qYOzQdg7BV7VUQBzGwg9kH2w3chtJqoZrLI886qUp8vyAs
Y9KL4JACmVrP1ETBdUKJNAXjmEUt1tFkP80W68q2Eckusk4k32zfx2sRbdP6DJ/IhB7ycRDflq5b
HHI+zIWe85BlK1bmCA1jbpv9K2D7eK8zCIOW/abDb7CHMWMxts34LbUDfxs5Oj+Xfe/xdLzCnsJ2
GlIYTjftjgMEQNlNQtZu+zLqnOtzyqFLdBhDTsG47snEahuMPauyTnOwnfQiblwsnD92EVPf+31S
74x1yTSIyBLLKrRuW9Bf2nJf8anDvTKMy3T3Ud4EP10Kc7mv0tDOF6EF2AqMdBmeadcPHklV1nSn
Rlj9ZKaN2T/MlC5vUwLWUjEmEZj8IzJi9K4WHbAKAtphdjfL3pg69B106pTeOnVK4dD0QAMmVG2N
xIIcfIZxTt5MsFCVPh1vp2XhO1KTcVLwoVq9vrOD5W3Zex0FCCwtnQogrLE75E7vQTEqvg0lhp6D
2wGy+OphgNyEux0dpcPBUu/koQ0EckMAzAm0rNYQ08D4Fno6zDZqK2YoPSFpDvOtQil4BZk3B/5z
EJwh6+HSS6iZh8jH4n0f6w5x5hsNo319jTcBuqeZBzIdRwsN6wpzwS2/V3AnjS6GKGMCj6JNomKe
AylLmoY94krC12LB++xOMTSpoVW8Kgzfxbxt7T3Rq25vgyDRTRUj5Q2KyUAB6Q51C1zCmdtZViO3
voPWYoOpJprhKN3nbdsrn8rksl1ZLM9ZwCfwa5LUS9AAXSaKud2Hh9Vn4wsbIIp37MCjJ2XSwja9
ZEoub4ZkMiwkZoO/6o1AhlMPScdP0LtHVpKsGKKo5gm5e0FMNl5OrSG1wkH+wnwUP7qBqHOS5igo
Wr2eEQoDeRNHE5sLpeaVnXPJW4YSYIZ8Ntv3NzXH7glVXZYWnR1FVI4hPYWCy5qopZ+qmWQDO0aM
rGtpZhas91PQTlsZmW6uEOuy590rAVVtuBJr7DGrnwlNs7XuO+QCVwMi736rkK4WHqaLB5FoQ3/Q
yUV7iWKn1ceJbMrUex7wLyxjeVPvhMzBOV0Zyy+59dsjnCflG3geMy/dYHRzHJButegnLUNQ7ay7
muZ+CW879Z4YaS/guAOtRPOahy1L7lLO9tpu2qUlun+nFZKea+HguWkKQdh1PO45KkQYx2hYmYjN
AWhjEat8wjgtZaMU8rE0iu+HxpIvapwlTqJJpffZkkp/u8fOjndLsPU/9KLXEHPFRpJikyGOJ+ei
EYq7dg9vYi3nu8YpC//3pXmW7bYOzyJIzFxGAmNmUZ4RUmEDQCmAd+49wm/DmCPaZ9NYrvsyNsdF
7eF5zqamhVDbztbSGdTCFNpN3TOSui4pNAtbmKnjRh72PG9/xVIu94DLo69NGi+mlvskLxwMcJEk
TcnWYUMmhJ4bMH+qdg3mWqSTPEl06gq57mF7oNqv4lLNbuU3zUj512GOb+GVzQoTYng3lJOsU3jQ
R+XSgMJXJ9HaqEtnowUiYV00QVKOb5hy4TaX9bQy3t74NtrJEbYo9CrMxuWbWCJyrUnKpipKOgMI
ASNJ6WkfUVfUwRBF47VwofyxtlqqgiKTXeoxDnx2mQR9etpy1YFNFc4DOBdBIm1t44E8bSpgBUCE
tNRZ3B191A/vNJufdqY3zFt4XpAs2ZFTdCmpdBpE/MjF4Npi5nt+ny/d/mJiw8/BwucbJVEJFvna
B+11hjN8+wH32W2u9w1n4HHSsz2twS6+W+03Uw9LqnHayNXOBy0Cam+ByaEon0Okh3Af5a+oobsH
5SYwbZs9OQ3ZPD+MCJYX4RaJ5JKuU6PuAOP3v3jW50Np5TZV4bD25ygWyG/UON5MOYeuI8SAEcZs
zqLnAbwtVoQQCNzrYd3NzWTbidciXtLbAK6q00nwCWVpv9H4J3b2O1hD0418GYe18yhoc3ulu9We
4tCzZwc+Zo/8Kp+Xug/MiFWFQ7EtlGvyiwQyqqzY2tSQcs2HObzkKuZ5NaT6/UjomoegMTdqZlGl
1H5u920o2tjSL7Bj3K8sXWd/HUbZ+rjjrBjqji8YMR8hhFAPgUmTC+vXNTxr7tNH6WBbhocue1XC
WSf4jqfGonMTKb1TUPuHUDtEHbetlViG+S5hKeJoExB3L2Um4Dgs+/zSdMsvkD6T/cVhvv2XDmeo
+TJGVaHktpUrgRDsceHbRouNYvpQp9Ml3dc6Zl3Q1H0v12sRtqdV9Hdb79gCcCJML3D4g3IGMTyq
45JgHup141lwmrfdPTRB6FWJiSMYbgRd4IYL1mfQlc8c27+QXfug8B0LX8CdV3/MoY/YifY4k8o5
itfh0G4YhFId/BH4Fi7Xzs8j0i9lyNHHwDvKZVx2eabQlvaXm0NTtmRjGNoromiGh79I+qgEnd0N
qGd5eghZng0PoEkbV/bL1vvHqTHNG5oMk6lwBM+AYYywuMqO6R2oHfq4vSIrnn8YrcldbHrTHcyw
w++X+XGLTzEYpGHBc6iWF0sTsNs2C01czgjs19Tw5UU2XZ8eU2VBQEMUaqGyDW3CoGpFY+wBukXu
DyZXdHlheodoM0FnQ5WGBTj54O+GvWy9DJOTTfWsLpoNe/wCsyj2IVV5EF/asemwqJlpqlkz3RY9
DjRZIJW3+XmLfGgK9Hk8Elzae/kte3ejrXBmwAIl3mA/dmCqZ64axz7vDmmkXXNjhOGoesI5sbWf
5PxjghwXLYM5RJ9xlpnPymBosgeIobW8HEgSN1c0AqLxiCIg3y4iH23BYyjgW/yaSrD0b5ZMTf4c
g4wTHodZdONd1vc2+rULreQRAn/8bZ5gYXsZoFrfsXPVGN8GDQCCSo5NQ+5EuEMipAgkGhHY6S4b
cYgGGO+t/NajnF4l7BWeYGaUQglmCuObCOhm2BcEUYfdhbGmZ6rbdK6WdOijwlM8jMsWwzHRsQ3z
QR1Yjyf4tPTKhfUq1o1VcwpvjlItU6+f/bQhuqHFNay3AfDAF3RChq3gmaKihHj6xCsIns4PfQSn
q8pwnYCxs6CcLnCIyG+Jb2F/5TkBcuAnb5HsJi6wNwq2b2HFlzRtHlZNiS2nLaNLacd9ne5S3w51
rz3KRpQgvTrwrAnyN6BI8VLrtIsHdK2QaBcOeJT9AnbrbKEYiV+46DKahKoQxsv5wFPgmM9DICQL
CsAXGO7AJovI7WAIAm3vZAYNHaLzZitS1rv5SiHJkmuRzGHIX0SU57LIKVNjMcE36kUq/DcypDZe
ir7f8T0gqz++APROYFWPXuhUinbEC+p1uo+nBR/QVWalGNprkUsnL9TAB+bU2djFX/KlX3idCKzx
ItxSc0c7Oqmf2Ugg+mS7VrRVu1GZglEQYuTDVT3TK/vu4p3kP6PZWAAP8+DbGsxfgvKpVxMrU+No
XqxIxbfPseA+zgZPkVRtw409OfhpnnQ+ZrfAytgnuzEf54PHwAaG9qM9ZRNdq04rU+xa/tMZ468/
1/8jfpm7f/Qu3N//C3/+CYWvsRFy+vDHvz+aHv/81/vv/M/f+dff+Pvxl7l56X+5j3/pX34H1/3n
51Yv08u//KHWUzNt9/7XuH355Xw3/Xl93OH73/z//eFvv/68yuNmf/3t95/G6+n9aoiI+vd//uji
9W+/B3FI0ff76//7Cf/88ftX+Nvvt27CVNRvFxN2if3tr7/VkxnN5H+7cN2Lfv03l/r14iZcl2V/
yfIwDWIWs4AG72Tq5dc/fpL8BeJaDJbgcZhGwAh+/02bcZJ/+53Ff4njOEWngkYMNuLvfH9nECDx
I/YXBtg2BXklj/M8wfr571v+l9f2v6/xN+37O9Poyf3t9+RP0d3/bU3hMjEqQnwWpWhbsfAjPcNu
vR4N6ZKvyP5e9dzBFYgCpxlbqa7Nnod1mLRvctD8QmXpzR70+4HL/moCllA0wXyNgMFeFzYIXTR7
3pXwWr1feDjcOxjp3fRbtl6k6zh94W2ojyzq4lva9vEtnFuANu39lYM9cJF2q6t2v4la5Pl26Xf+
s6PRfQp8ter18NzLQB3CdGJVSsXrFjQC2QXPijyzD/0mLlyb/RHM0b21rDkhINp60XNf9tDWLeI+
uhdd+8Ob7jvvUZluWdOi95E9jiZ1RRAQXYBNPxS824GlUKCQUHn6jsPjKRzE11D2342ACkZqM0gA
kxcZoFviuzdYyCH/ouym2cUhJBEkVcwEeDB037bRIgQBgn9G5+JHE2SPbmMnHGikoBD/LFeX3HBG
ztSnpIbzXFQgC78E6Px+nIZZxQdo+GC2IEbKtesjnWZ78BJ31wZQmFtX+sQFbhNGhI8+QYESEEyk
6wgPa9DdG8RiaTXl9AlhYDtus0OlvwUTADz8a2Hta4rx1gLTO7rAkI295aFISrRjsmqM9Z1DE7rY
JtoBeTHyVUSUFmuj/YnNjn9fbMyfRZvKg4cS4103d/Ju7oBiCoM6K7B9YdZuqXKPrMeNAoXxtEMi
Z2DowwzK1vDkjsu2weenO7U/ktgEzx5m8wU6fzvypM4ehn10FfDbV9Kx+zwlKBbwpVMIH5TEyDdN
5FsTibfGLiHSOn1ltjWrlMUjEgCl0R/2/IKuGzk1M1lrLJOmnHJBT2KxX1KFmTNng/i0oUVVeNC0
sWoZjIdhjFJhL8gCUxXX8Fba0DvTrMLU11CIcHuaM4mEBSBCMQfzeIFaXZ0zTWG36proW7cBWcbR
9Z0L7o47XZ5ghbKVqZtlFQfpvWMc2qA8jo6CJjfEzfENeJDDT01QL1iwxYHVsHs0+mxN0+BemfZ1
adendsB9KzRWry3glK+9H9oClhmkEECASwhvPCY4WGvfkeaUJrgK7PTu9BjdQ2lqdcWKxmbBoslV
OaaFCi34Ix/aH+DrPGiPt29aPANlXV7++cy1dXOBAHZPAj0XQza1BSjUl4uyd3SZr+ekuwqawFT7
rqGk1GInpSaNS6Wx2N2E1Rmv8ZGFRhatwdKN38fr0YgQV3mfXeSaYnEbfTdEaXO/t8lNiLdZjJt9
JmvYFWROgDma+GQmQGdAaE4otr4Pbn8S6da91w9PfMI62RbtYbiXTVUz6atu1OzQCN8cbaOx7Bjq
dDSLsCOazD06qtI6Q6vx0U6IL+17usayuO7ICGYrvvtI/bXIuqvd4n5TCO+70N6ZGesJ7hw3w47v
RKFVV0gJZplb6H4KxLRUaTjN6Ja1b8T66wE28lUUih6K5uFctpSjLzkSAKHJwL//Gf+Mw9gxA/Bc
o0UPnQSKVdTx/YkkW1jSiZsaUJIrk0GimxLgHQ/gs5QMZhtlgmaFC9k9JYBkwywxt9DHYmW2pyt6
hGg/NFlEakqog6QYJA3QJYtLMwYrVtQMlK7IOB6JCfBzYabuYp8AqPc5gkc6jM86GJ/fVSKK1CPk
b/mAnsmmH9LRDkW0MvcFmEZc9nFyiOka1qTpswox9UkhxSu0yx5RAEQFxc0A6R6fvcRJYfkLS+Rb
Hy9Qr+pQ+qd2nuo/r62jUFXgilzMKIG42kU9egrNuF392OaOVmDAucoJjN9iLM8e5KJlMS3RUcvt
CUjxW+iatNzRhTqjfr4eAmLKRWDLdjpuSiO7q2FTV0OP38exd5O75TrifK33EcdSxtrvmo3Po+/D
85TJoKBkf7IuwdT2jIUYxhnQt8UPstRJko+wUSYtKsaU6K107T5e515hrVEUswuGXtAqyG4iG93P
C/YdFfYh7/X3gbRf2wHVm5BYC2pAXw6mkygAORgMAD2aMt7RrFFdchNAWODUYez4IVI2rcOptehr
4l2GOA5W757RNVNnmAW+WkyoAEGewnLxZCvB6I/OHYZATiJkaw2XnuARc3YoE5coLqed3S+RytF7
I7CmyvIawxAOVhgW75Ynj1D2h1laZ/GM3yUw3CTfwBR42Jm5gxj69xW3VW4Cfxn6oD8E8D2IH+ir
dtieyJTczGYYUOXM6amBhUIRMbzQSYzP/d7B4qTFk5gy8guViKo6kV7ovPuOdfCsVyzqlKWPeZ//
5ES+0ixd6zDcEb2bhaLXsPMvfNV3ndqewPZ/5g71sl3b8TrSA+AdB4WbPCG/cNK4QqHGJpC8Ogw9
PEq7vv8eEH7ebNKVixSvRLw/epMgAkEkvGh0SIpldc/rYtuiEbjHAI953nh+QdLtaTULPyt42NRm
7dt7ogSOUmiMJfCeeESvV9UjG3ELsXqFJOPbtgqAfOJVeUQZgPv+RGxnTpvlMZo/uLtswVm3NBLd
bTRJjuBGhfUAQAn7Ey8WB5bEallY1QN4qDqCBlmD3TYSvLtgwRkILz7coW9+zBE591A2L/OePPoY
odz7PCuAFuBuQF8pPOZdisA2AET6pRALooHesqyg4FAXy/j+BCUK9HkSCdY3qAxjyWK+XY9zwJ4C
iachJgTdeAEQhgZB8yOOcPJOpLuzGlAtpUE5RvjqeQsIPyIr8Gw/AGrD51sdIhwp/igZvZ9AzCjy
fbSQksXG2CFdexy7HbUc5BuLsZPytsuBmr9HytK79alBQ/llnBN8mc49v+d3ruld2ahFH9sdPVuK
3KrMNJIaGyLkhM2QH9LG0Mo4xFlOuS4IEsE67Lor1wcvZlNx1c7me28af0DefJyWKaxnLV4b5bD8
EK6UQvSnIBGgWYnMMQJ5+BRvyQhgJY0OQIXDWqIo/L/knddu3dqWpl+lHqBpME2GW4aVJVnRsm4I
ybLIOZlzePr6lvfZqDqFrm6ciwYK6JsNw1uSKS5yjjH+NPYaSpVATfzHbHg0XXspAgXlHGtTN93O
bTNA6On3unJ3VmoaF+ny1gAKBk6VrOgPm+/TzPWtepGhXKpzgKyJYtBzRsqM243I4aMrOXaKksK7
DAJ+ZeU7vYHjDOi6Dwo3e5w0c9ytHQ9qThor6z34vR0r/ayb/C2d/TWcri12VpTOzWAhNefIyqOM
uTtMlnKOssR7QjtIOw0xgGLMOKZd04Vi2m8fhDhP6HpW7SPFCRjZDRhur/GiFwmSiD+HoSTAKk4T
81Rm4gsgdo5Vba8hTc/L1CTDAWyr3/uJlccS2jnyReHvpoEn2IQ1PqcV9e16sJBsD++8pERUre7T
1tMvL1sGYiwdO5LmAlfdUYnYSsdtzB3rpGfZ8Jct8V8aVG/kr67u66/hv46h/zS5/rdf9T9xWHXt
q6vw/zqsnsfqvc9kx7j69x/l/25g/evH/T2wOt+Er3tIenTHtsXVaPD3wCq+gdDolikYaJlYEZH+
PbDa3+hjLct1+f+Yuq9e7L8HVuubww8xPAOvA+wS0Y3/wsDKWPxPYlzXN33rOvVaNkXCNZmo+f+/
3h9klTLfGv+rrT3H1AzVPYtJPeQDZFNrOFrsCPXBuN7wFkuGxrFtPgY1+LscwVtE6WZJidk077ne
r/HQVtuOCiZu0Z9t8P104RWQ7I3NgIoqbXuxLfod8g/H3dgNnPFZR+dTput+Wix52IC8YqEn9nn1
5/pirIvcg7T4+41E8Cjt7fu135zdbOTvllut4GKSfwV4eldOlPnSabKoZkdV5GqqQBfNGLH1cx/N
HXU5Z54C9yawvGk4F7Y6O9MTe5Hho+Rbr9NpSqPR0+X4m5S3Xi466nzxYazWvVeVF9mpz3KTH9Kl
w73+hZ/oL3bGqa31aA/r7WdfcGD3efs4+sVF0z16R7VJpJ30u5NWv2Ueg/hUYxjaRNPsZoaweLOd
nFBPmhCQyi/TS06AZ8nJHbQNYV7+ka2jH/ZZ/Zi6083SXAc8yUwtJyZnAIbrwa8+3GslzVgUt/cy
rr/pdPXU0t4cZSmzO2/YBrjielvPiRjWPZg57TGNyZ/JFqaAxmlxvX3p8yEhhTMuS+PcjnnLkOss
EOhv+sC/1hcVSiFGFHu+FsOZu3D9q9op3ua1e6zW9JxsQxObFV8sRMUOv1ZRvCft15/xxmORIu7I
4SZbOdtYjO3GaKeLwMucp7FiLHUoxX1XvCGmaXZusS6nvoBH3MxFF0zOqHzqcRniqaNZ65OWQ0/q
lBk+HtOnV1r0jLqGlizscvV1hQHy9XqNY/Hm+2hK/dQo4JDq73/mD6myccdqo+atUT7TkUGv2m6W
cbEqxK+zJ+zb9froLFZ/QwaXFvioQS7QsePFdVgWhzuDbibo3dJ8KGitPgxDb+/lNr6iX9ybcvSi
zbcOdSs/GoOKLJb6MXOG5bZZqrc+6R4TW5WhparHnqtVLdVUL78b/QBDMy/Zru+0PFZm+eGO+eeq
WDpi20UWSdsiJooFqaeqLuydfcU4/IwiVmbaKevollceBfOqoR2q/BOWgx7WuKc9qfaClNAdPlto
sZxK1685PILOaFCzFjUEvRYvo1Q0pYk7LkGSUzfVWnw3O3FgqXUaWWn12K28Z8gqv8Rq3E9XBcg8
Fjx2svoSjaMFyHiKEFSfh9DRq73U7HWXlExtvYK09cv5RsnsbXNAUrSUTqFQ3NqlcacqBPrG5D7M
NXv91vTibAKNRSKceEi3m1nwzCyCz1OXtBUFCRXci8G4NItc7qTJ0vKt7xnI86TAH9ance13ZqhS
iufMxrBQz/kBwmrnCBnDtts2xs8qa1+RUDThuDrsT9aBGNo6zT6HGtyaXMVTosmvxLP3fxpew0X9
ZdM7pVMrvrsci5apW0dWNNlR0QMnsY4ZO6BX9BHWYBG2PjjHdRjiTjqx7es3BajWoYaQiCZ7BQgR
5hboffY5yfkGVPzLW4rppVD0PCYYf8h6My+Qkkvr/awMZzVU+zE1wf0KhYDK7F5zL/1AAPHu6VMR
aVYr97AaNIQJwi8D2Cqwc6AHiCcz9FZ6GA/n+X5CrRLX0tMC5dH6NSvL00dynw45iNmd51nbwVuS
9nVk8otJY64u5VR1H02N5m6SzFsJfOif50YMDNa8bNBxHkec320mHGy3HnSDh4z+RB40j7nOlpK5
yR7/MgT9/96CXJHk/74BeSRbvwI3/ydc/PotfzUZmrC+EVilgz0DjtNsXJPC/uoyNOF9A+QyhG85
5rXcX8Hvf7QZzjeCWm2DrxaCc1hc7ez/aDOMb55l8PW+b+mIcdlY8q90GX/iev4DFheO4QjDMX3b
FZZvoKy5WoL+U5fBQmoS4q8H4taA3zKHbO6w80yFrK0oHC/beUbR3BEPw6RSjsv8o+SJPos0uQYy
5EolB3Sr6UuWewx8vUTExfNd5GZoLEa5K8vy+kfTaatYiUHuFCIyEWRzoe2qrjUYGMSs3pSGNj4o
C3e09p7Lli70mSWsTjKL8ry6nvluIx1jHPQhnwNrQzoT5CawdsTyPtMMLTRAUwidDP9bybG58+EE
63Bt0tqmpV+6PTggaSMctmS8KHMb2ghR1TSF+G5cNyy8zv5ARrEM0VxvmbEbHSdvjmnvjkiT9LVo
QwwJW35vJ2D/wYDAmJWkXk+OrlUrfyZGzdlyvI2Z+4tinL1U2jxvLGEZyiU0ssW/t9Ml+WK5ePqM
DaN/7izizED1U+tHN6bZg7mY+IvbYSzj0TLLIZw8bbpqqJLqTlVeR3VAg1gG3lBmRWjiTfGOTeou
752v1I8aV8kbRopmDCeVLU6oXdOho9pQcowan0yvKLc2C3RcA97ZZhOCJU0ecEm5P+p0LJDrqLx4
KukBykjv5fhU6ZRE0D7Lu2UDcKeF1uD5r7LQp/tiMNuO4j2V+6bRDXmoSifdpYtqkDzW5ngi+BES
1/QrzYjwTo4AU7rhtDe2p3mM/VZnAsf4qU2dsa3u0UPdQKnXpuo9QQbQX0w1aE6UFik/kBHQ/lIs
OAbxX1iWHrX8rl6sXHsborbX2jViyVNjB+PW2csOm0t1z8bl+jDxYVLOHV3UDLkovdCgumgEPKuR
v/W0lq/wpKnar6sE8tycFIsEmlcMwc5QKMTMRcX2n76fmjzckK+1gV5UTrLjPeIoJbYQp0TV6x3d
wbAJ95x19YhJJQULfmcvgiZP8HLLV+nZi3ZsmMZRynpbVcLQNI22A2P275nFB9AFyzSika3trwt+
ifRk4NRQRyfpkseBtPakJ2wGUPIZCaJoP3q/dtR5Nbfp0WjmyftRMdgsETtS8BUZQmuWQ9tpyeNY
5ukQAn7TQupM9eBDBbjpg+aQSULMkVZ5bag7cpsPlL30dkraYQYEAPdFm8hkvq8MZanLzBrbG6M2
qbWzrqOg6tOBDsUca+ALv0m34XsCCe9ErI0dBmiiftLgN5zFXQOnzmysLr1S1W5o1dbuK7aKjCfM
EFZ90LXaGYIclBfAwBDAcVOeTpeepDVQ92sue1hltVKxYJwRfES91XOBjn5Pa4gaxdfzLEYRLoYj
mHH/5PSp5gZk6fif1eygHVJ+rr0Xc5Xf+VK/JkCWfBbcTGW9266aoHiyTAbpks63rjkJ2CoI/Kdm
8yFg9LYuQTsTl0CBJlWTFmVL3fBns21+IpPfkCN4vfMzqfFGhi0pFe+FWSSvqEnT3y0Wo69icUYr
gPDfbJQLzSrR3NezvkeMSZ5S77vZBdNy12EmSPJP6NGKu6e2+Q7B8zjyJDmlcwudZJhEV6JMC11t
8z5EVVgGkj8XELfqi0IdU88a71vfybe9r4xSDy0h2ypkzkA9B0+H6U2rm+apWbYiiUvbOrPN1tii
aXJRjSzCFGLfb7JgYYdMkQysOCuOPgTnGLd1U94Ks25I1GvLDqwHtNeO/dRzBwwYRAvErZ27pxkd
uBtnTDoMi2inJUcgzMTWdW+sSOJrPbvDqrrq+IXjVcw3ueOUdqBYY3pYRpEyk3pJluIpSJq33Oun
t7GuIOecrcObVJAG8JFM7M2KdCUYZeq5yNp48UqIT4RUVoOUrF3bvdd1K1sua9X+wDZc/56cavuE
YNHvrNK6njmqc9ZoLUybJ3/pNYDFtMAeOE6yB9db3QXwzGjgdwvZG19iFohux3IWIkr4uO4HfxVv
kiDh2PQApt3Kw92LH43Ds1x387o4U9BP6/RkD3KVAfugbGIwjYY440Us2GKQWqL8Q/UY5qXmf8h5
aJC82pmpQl/SAAeax+6kYHNKqBUiEKBhWddkB9Pm5C/T4IoRKkzadMaU8ZukzNKCSbocHyFlTTdA
mIuBwLaS8hVdcq8de3j1Q26sQ7bXsBCJsNdmYiAGd1IiMJwpe8LypP8ggIK3o6xoA0L0hJl3b6uR
XVyYWB7SqtRFnAgjs2mzHbaI1nXZMKz7W/6PvNP/B+3j3fQbMKL7/W83703/b7ux+nxHcFb9V9Tr
fyCehTzi/9hM/u4+5Pt/biX/fMNfraRpfdORIEFl+LDHvnm1r/8Dr0J5YaDBu4JZviOuq4z/hquc
b4bPzhZX/6OgsK7rvP+Gq8xvpmWAU9FMGr57RbL+hUaSjvDqrP6PThKEykXcYXlXyYbD9PRfbcZS
ou2kzrUhBO10klkO+VDU4kTxq9+t2hh/mN0Mw4lUHcHe8mb56D8zc+juPLq4i0R/+pG0zUYfJ71j
ka3ZD4Rw206Mm30ZlKKpyGzXfTVU3e+bIkFJIFy/+u6bQ3GZ615+zSkovVZIwQE2aLciybsHrZ/b
W4MWAknfPH7HrDDccDQ3L/2GJbOaMxXzoouIXggMepD4g3xTe1as7ImaQU+PA+LsBpVi1wcbAYn3
nljtR2yH297ScqA4F1k9pD1Rc/DUh6Uph/t5xaG4DI44LENmXmgot7hmpcNOsN/pUsPXmUJHn2fE
6eI+FAZ02WYaj4lueSFwJQ7pYRm5DVby7nvUKL02YpCOhMENx/TWmJ/JXHLtqYwl2tuGvJGOpLG9
yIedwukXWE52Mq3izklx8dUPmii6Q4aU9/u4JjTlaAr9Kzkz/6i6ab1UlZdy9ePw25sbey+LojwY
m3mlnEgX1Nd5/aCt0R/tsWyPuOCf6q2af+aJb4UARtoew100Z9atMm2x34yuuk/K2rzZaq95nit9
jXGHOQfUvtNTKvsSf0mTYknRi/mUteTpYw8eXwYL9yq8VrHEoDn+nT9mv3BMxwZGVzTdrGgoktIK
Nc9SJIkPyS9ketkew/Rwb1kNJBQ+wX2TjFOENuZOaIkdmTWCwH541Sbk11mLyHyFPdQJ+MUZEi3A
krPIxls61Je0QeG3LnqY5uOHa8kHkVsyXvL8RkdlcvJWUp6Hcst2lo1TuRYbHqzl3GpZqJUipI5/
ZCYFMh1xwlTl9EwsftbRK43ZRaNNbYKhbbiI3ujGyKycOnJzTEitO76MrsrPRubN54REJ9jrebva
CxAhr6W106emjFAGRkpW8dx+mi1r5EZaeOCGFOABSAQdcpjSG6HaRt/bOXMEvsjtzZLkhJYxJqQ6
v+n8GY2276nI6b29pyybtkbzfhmzRhB0aycMc5nrRROpq9/X2Q6wqe8dr/KxKK57yGAtEGsB6y+g
dzvIW3vaFdkWoBsNMKnTf7c1nScE1smc/N9dh4GSzT2hq4azQehgsCBvhYZzl5tsWhoU+OluMh3Q
11md0S/niKIEL5yVTSh38jNdunGaCgaDRdN3okOhPFiVdZSNZd32dXPbT559j/CaDtJtf/Va9+xO
c30HsnRfmTqk09DkwToxa/YGBg7X1d6Xpssv8ODqATh2DNRq6ZFr13A5Cyw3MWBs+3QwpoPEdgEv
Qve+DbZz7jIAp3xlQ/ckNLwbSXo3YGmmtct+mkWp76fCmF9Gx7J3mP/Gx9EUN5DD3KsMa0CDyauf
w6KyvlQpj52dyRsnXewXBOhm1BR3Q++3EfZtFXQkekbWPP+q1oS+tNWtF7GUbTR2njz7rbbDNbwE
g629+q3UGZ9xvOpd9pRsXeRQH+muy4Nr8DZFXi3di5SyebFXqwoZ5n9hZ7oXlRhxkeCF9e0bzTJQ
Rg8vNbJx6GJ8oO7QPCaZpGdy392xvRUA9LeuxBzoFAVQbZ0cskKqk2gGuoHR6diNnE8vrVaWN7RE
ZLcjIghMeNFdshQ5UlO/u8i0REiwFNtXp+o8Yh6Z47pwcIVIt99DLnPc9bq+ogxDGN0YwMQDSPkO
fHIJFCvp46ptZiDMatt3TPVgB0rslsznNPRxp69O5u7LdZ1DdBZOrJfWxzbbTlCgzQsbsPt9itLs
vFrddvYnLXtYIVveZG0LYP5sMG4np+zu+kSecLHdQzY2VVwUvtylGHah6cPE92DfK7whn46G/w65
tXpNhVxv3a7vfuOUFr8XPrZTjvPDmBSiFW9ePoTSvPe1wX/eieTML7K5SAXMKG3To0cpigEtjWPn
pcVj6crPYTBcuOnWivBkXj152/QAJ1y89GuJuNvZjhmrCYIUkcK9Vk8AJ6siFD1Qm4OuSExB5Zfx
0CxvWIqfk9JGl682zQo5Bm6nNv+FpF8BzwyodzS3iFh7mWa826353mSyB3HVzP5FAv2zFdhIMj1A
embtlrxgJDCrtn2oNsfBww1w4+0xVdhHT8OSak3AkbQf+VWZVrlPNpIfgRShGX+6mmYe/A2l3aCN
0xHIv76YNeo5NuoSGWHK0oRtT6fuYjEJzKEBX/vcoNP+jgWUY4BggOlj1L3ZYyfShIEtb5sXEDbx
ZBv10IT4ATbwfqZy/zDUifbejnJ8QH7dPV6p7QezyfpHWhEvMGfsMxjJ4ILKNME0a131jBxatS+W
O5aqbzdT24+nLC+avUi2/BknwQtMAY/YWNZnv1mwjDCMvHM/MP9tTlv/XrcGu+OajV8pX7RGzAzW
s4tqAs45NTkhp1QR+dtZ3/NqX4P0IYaspgesEXHrCURtvi6jNPEflWJsUPotCSoPWu5SiesExfus
drBWz7iski/Zzc5utbRD36/7Qnx614wJ3d1jy4tyuX3oJsC8Cy+eSRsywU/WO1nUycXLR5AkNRN6
Mb17qATLgJQZTjypIUmEejxb9eh/L1MCeWGsk54cHhfsY6zf2ynRIlwkzfXxvRHtuPeZ6NUMoGT6
w7TXtlQ828Y445uZrRu94DjWczQjFW5XD09lDNjY309Ai8/kUNG7pcPC1O5aZuwp2/+epVX/joYR
6edImUkKs43HDa1JqZTHhnQHxMKi+0uHptsNmOh/O27/gc9jey7acebmlN2+0Ucb76bIYnqvngpK
1OLY0aRhOzgLUnQeRZ67O4nONOoWh7zvbdy7mfHhKv2FXJIx6npR3UJN2IeUjCOGy2T5WSQEKzJQ
mryXQqsuqVfvzcTllETdEWymrb9IPuMOFYqZnilC1e9JrXQpGxDjZjbpnqiNGa0rENNn2+fvruZ1
d2ZpxKpZxMXCfPQgGjcPbNvMvhuWbv5kicl0rrSpfk7BB+5mtFQHp1irqHcWzCzzYu9J01C/JmzD
8dSbrMHOLet5TouaVqBqvS+rLCxeVdE6e7Ohna3rNBJ2GWaQbLkz3a3pSc9hrapyL2Z3puo5hzJx
JBkKWfE9rbvstNVmd1j6Ablxr9I73ZuAI+VWNrFLMA4x8skYCyrssTLl/bit7g9hZf7tvLVb0Ip6
zWBBjfrZJQSkDpG4MUSKbPUbjnEJj2wTMaLYOi4yM9IUHGV+sDTUukbyCD0rvQ0qI10c3ooBqIhA
lAmtieUlR1VMxhdG/v7QlNnZldZw6lJpnYsG6KDt5HrAhlUeu47d49vomj9az8AJRSMsA5L7EcUJ
6eQ66Sq9RzaClDHOZFSrzEZ9MBUiuaQjUDbtvUr92JSJcQJMHPrY3pimAxekhLfU1mjOzJWEgT/P
uazX5q1bpBY3Ytinsqpf56EAy9pWVrpFPPgpyiLiKOiijCzkLhsRrFhyLnnRWDeYd7bO5JFZMWtE
+jkGZ/PLoHV97cmHUN3QbLkp2N1aeQGEqHWAagahK/qlCexmG3/MHTBPi9mxBG7DVAUPPepPFaEp
hCYCoRPPoACLomLW2SBd6t6LMfT5FaZp8VNa7hMcm75cJcP5A5hYSfJK4u7SaqsjfWWHWbA6Gpkb
Zon6uPEsQvUkGH1f5+tTMbuoOC1V3nH+pzuV0shhKtDjrSjlHdidRDIkuncTjtEJNJXXX6bWb+95
jd8Nlda8W+r2ifQP4FNil+cQoe0tDk66OVNh5TeT1rrVsoPAeHNBlZkGVt6Vt3Y3didVNcWTyRjA
wcRQRwGxw5K0gXguUjwuC88Aq4FYVDoVTliDeOyaxhUXoiJ+NhAqUYH+CC/gKHGhGdN2HEvY1aDS
nepuHaV5WDISTCzWu4RDh1W0trTpZFCcT+3gbLitSz3y8BGcZ81LQ212tt3Ye/qZ4BAtJs3YOlYq
a0ncs7WY1LRKCxt3LF/7tRFH1XiYuz3UUJtjrKA45XrgryioesfQsu/n3PjhzNOWo4lXD3rrf5Q8
v3h8qgAhKME5Q5nG2tBCDpvMyWQoMhZli87RM9jrHYZFizCNGWdDrmnnCVC2f9wy62Hu7JPXKxEP
jvGdgeFt9D+tJT2aqt9PIzklyBLoccmCkPr8UDPxod+bfczelhsspIYdeT7ycEBs9sqF/kwmHItq
qH9o2HaDvFXDu5Pbv2eVnVny5oRbMQdX/wS7bW6WdoHYTBDM9272ZcEBkQHROBgBTQYGfxKxq8of
i9e4l8UeX/xeM+N8xGnnl8nNxpIn7GRjedtZhB4YaeEdNmTwScRcLG7cgbNqTZDEuZr+3JiSkYuh
IiDbt4r0xU3oDtGYkk+DJMQO+k1ZF3uEBa+M6tyapFh0+W7ZKvHYEQe109jAvG8N8XNKMu+VgzA/
zDJ/q/TKyUJfqMxG0W9oL6i2sYRD5e/56GHHzR5CPsmf5okJkaNN0l74A7MCA31g0iE91Emikc2Q
snsnmA292NdsUFJxi78rTDE8RkbiqD3f2OJkXx4Ji/i1eukQZdpgQ+aqEdFfk3xvXcG807ovLF30
68AlaODISp/xQ7EwCB36gN2PVye2mmWX+oqAHXPRbl138h/IwmEq6hLvpmUw8sbhRuZlcSdAbc7w
1M6uXUdn55BAIQQ5Vlj+GqQWTEdWv94kq4saR9BgtsOt3/q/1AjA265QWGXRYz0wz5ZsMa87rR+t
Xvs8Cu2x09Bhmi2ez8zof+IXnw8MlTyvgo+j9X2iOidnOrR26vEbUpAIu0gMwz5NYt1wDBZvm41A
xbUQ4Q4TAyjDiw4e29M5S0T1XXpcmJdRXTN3enIPzYlKFEdKCLhixiot99Ix4CVWGh4dapN4EWa4
3niXA/ZAfTXflGi9uJplqAgGipqJhRc+uFLMp0fCIraMwJvKAaKvvXJ7270xVo/4GY9tw0OmidWP
LCU4hG2j2RmpfaHeBgnkS25+aOY8oYkV665fOvmxpKBEwFynYnLfcEucB9r11jCwDZOzERLA+Eit
6O/GYmxOpYsXVscgm46zfYbg3PAKV9h9kjQUdrKbuuF7W/nxigunRCN5GPNJD5LZCTpMPiznIhQ+
A+8L2wEhJI+buO8cG+VWkqw7n3C4iJDNH7Mvxrs+r3QYU+/VtzlVKrZ55Mm4hSpPSJntzEOTFF24
bqkZWGX/PJdqZ3XqUpfdZ+N5bqzXJI6l/F57lGHbqerbV8uountUoE9DIkr8RjV97OwPe0TC0y2W
fpNoFe0w2m1/ZETviI6p1yixuzQs7NTZ1QpSCLZmjdGv3/sdVn4UKcYH49uH43o5zXxpHpsCLsjs
2X3UJkmQAsHYtNFxicA8TFOStqyJlAYJLxNCvrYhyVl1MKX6kTSOOqgzXZ7NMr3LGyOwSOtLg64E
/JMyjRQE002D4QhtinpeEutWv9IUXjfavHlAPEQEMdI7GMa3qcx+SR3tHAEwg8D0Kf0wz6rHxlze
B8vBIF8SnJZXJfcohR6WzdIGsGpH2Q3dsXXIWGqqxAeh0B5gyIk9RAWUOHBmtZUeiBYgFSs3ZaQa
ulcCHw5OXa9BKvSfBoXnDkf4DfFpXNEaESzWEuqVn+eq+jGyMvCAekvuHNHJi0EaBGKPeOZEuTUT
hyAdnpPqYBFOFrIFwd+vg3dP46HHzuivHP1jWOK/injTT8sKvzLVDJgjLyjWnvEroyn77a0Zkhwo
0ilfEZalHvzm1GzYyrz1rm0tUgl4OemniNsYK+gzf3gQUxc624gBA9nbQwn3SRT4q0W81XEzy6tk
ikCgzrjAJ947lUMcleZ8eTA0tkz2JM7+7GbaCYlT2yNV2CJ1YyD5D1XoXnPs1wEaE2HZlIYuAXiW
WVyaKfvlUhSD0eK+wXoYrwYrqtuJSECngFI0pum+XtTZHPqd3RQE+eRwLMOCewlte5MtpNm7VfWE
3ZtoKns592nvUTjWebet1nubO6cyGS5G8oZeqsZJIn+T1ChD7foE2hNgJfI7o2vo0dHfDWcxOm7U
eVZ+3jLnfpn4uPy5i1nPS+tUlvtk2LY4I6EaSFSljJxVbCY76ZRP0vGPpDDABRbMffB+cOPLsDLT
E3RjPTuZ9YXUw7hkK3xRmwlrp5GiexlZuHzx+je9nV41EjLI2CBQpGs/3baaduR3kwfJLBibmyqj
bCZlI7Dn6oM6izeHXX8z8RmHvFp+LpvbRNmwVFHX/u5sMzac5RYQOnDz4hdS91dTCScYHJ/iW2bW
QXWpuiFHYLsYrSmeNuImbzUbKiu3f2ijesduhrYMU2W5sUiqSX/ldbnF7AdbLvPaL9GoSM8C/6Zt
gZpju6Mh9fM8UkyWfg3XHOH/hiayRBaejWvsZ9CfydBQpmdz25nC0X9KuAZvMUU8Nkl/sFYiUbTf
fR33PP/t8t023Xg2ur2Zf63by6j/ZPFZJKmNW15UUWnlv0mL2nlNQQM5VOq7s/UF8lq9RyBQTkBY
2Y9eFdoxhVHneby4nOZPumZvCGy14pPd0w6OTks/uWa33QNnQkgTl8B+Q6Irt0arTrSjyWXmzZIa
ViSV3CJ7mPeT2cqbwk1RxfbL85zQoQsskyy0JlKMjBdv0VDmGMkrkrTDuKk+rjctO9u5Km64/ctO
G8UhGW0utM6qJ1Y0cVI1zvg6aq/CJ49tJcq0cFkPaZUTIsNERattdI82y2ij2TNPqbEdc95EMvrV
LwfGNsnTs452bxynzyqpb22Dh5Lx6NOHhzFr9LZFoZ+1Ot0Xfsod21RcQrcibo61Ake9wkpn69l2
QkHohYksrN3m6nvYXuOcLWKMa6Oxf6w0SkHrEfxiY29HYdsj19n07YacM4/Ynb7ZMU4VNNpNf29O
SjtKGIM2sAsSBxZnoHR79u8e4eQKumIsyy/L5XLcxl5+5rzsDCAq3ObHNRUHR/IQ1sFAsIvMj6hk
sEDjokkZYN2fDZt3KEc7d3TGUzpn680GU7RrJiOeSqImsGbpK4gKsLhJ/8vzTjLn1Vnhq8duVFvU
VWlJzog8q0QD+5ofRhIpIouUEjC8/rmia4If9oOuayfkT657ItBkilD5APdL99dS2E7o0Eqseq/t
lduKc+dQqQDBurO9VuS8jVdxBQBC6/IiYDo9twCzFlVP1vW/k3deyZVjyZadUCMbWvxCX0ktf2Bk
kITWGl9vGj29HkmvG1VZFRFVWfny81lbWppFMEjwAjjCj/vey23RoKkcO2NFLyGMrrNGIV1eR+rc
BlAh0n/NaaE2f4ABCcIONRDcK7JzdhT3JxKkX3VTdY4QwT23JSI/b+ul/mqYRN1DTEphWmWbVDhx
hStsIZdg7R6VlBIOAixzQcCybDcScY8qmShEk3mw9a62Tj0EzgQrD8SMDCAjK2uGMpQ+8MaDsbBP
w/i3nJpwagdEAnbM1uoJ8nZjrE6RVLMwsQfFntgOZpABYvakNl9xXUrWdUbu/V1AsUF0Z8KSFqlQ
+0Y7k+PfavFNrcejUOpuhM9mZ/VK8iRrg+yi11YQubejP6lttpOBTmIp4Ves0nRHYT765OW2WGvM
GUuXOcU27XLFJ6HoxY+E2Kaxo6hIPulDm3KaJCNmjiNCIh7kN61XxWNSGOJbRz090Kthfq6NBV8R
uWfgzkrtD3lT7BOd5H6LVY50aKq8yKoqIcyXtSDrCDRHFsKryEofwL5FR+DK1U3C6eZ9Evu2QxJv
La5mCY27jkryCMaL2nyeTdu5asv8VAwDitMF1EsmaelpncfmeTQ2az8L9CgmO9UT1RYgk/pIPlVg
Ztxyq97iFgYyRiI3wbxj94CQdkmfGWcGxOhLFvUEXpiIbbXWmsOYltqLXK9IixMtnh8XlGj7sVQl
8kyRerU2Yx2Ti5zFvVVv6kHLpe0Oo1t61AtpIe6ooICBbYyvjIJ4uKhjPRgKhOyC0ZlPs7p0H6DF
UPhGZu3Xkb56cydu/rQBj5KUkW1x3twyLqVbNTfrnQwK77mStfVoaWJ9qNMt+kD7Qg4uxQ8s6eQR
O5VRXVYfs0Eim8byitts/cMgSNBDeuwRH2NaQz9JpSggVaocanzJPRIiYxkiTkb6EMqlON70MQoM
KODU5Co6mSxoIB29t7pDH/ULWxjBRd7Pl8mDSxPzE5wtcL01MV4rR9dpNM2hKEvqQYpHw1kXrSJC
MIpvDQ9gv1WUXkkxDAsMZvDFqKzz244Tvve/VCZyV5pkb7dsglg6WRXy/l4jr4m/VIljE5NdnLDE
qN3fGgP+JWHGVfNZ3Q3d5+eA5uJ/gNACgQTGHRQSf6zc/Tvn4g4IWz28VViH/vHHf0Vd/ON6//QO
IefF6yMbTEtV/Al2oZmapoqGIUGc+xF2ofxmmhZ2HgnR7794hwxRFvGwqkjT+Gnjr4gx5Ivi40ct
BrALlZVCtKi4g6JGffyzqleXIyZUBbBSaKUndZX3XVLdZJ30rSiLEsurcpBMtjgqAJgbDa8v6k8U
8HfMtUcwgCfp4hDIevk4CSfa3t1G23RJxDtzNeO3TR/zeuN0iW/V16MsxJ+0YKO5+GLqeMcR4m7t
ciBo1WNr6tSo11ez1g5ovO4pc+LKhl3O+qW4qqUR3F2UWrBZEb81ha0N1r2SSXel0HqpLoQTh0u7
brsLPFH/kma4qYNyXKBnoQi4rw3hHkkMuFoyeGYatuOFTS2E3VK+lGX2Tt/gylmop9iJjMaizOvP
Dje+3bC1Y7hWR8zq2GS11EDeiQtwngrqJfX6CiWQn1nyF0Gh8NmBWXYRz7/H0nKHAoWSnqRNjtYr
7jyRpI6V+tGcRWCmo3ml8tUevRT65O+tDULoWv5cGo+9tMROwmbtCQmsYDUKrYZL9V2vgLid72Dj
X1qMyHtrjb7kuUYXwlMR6L9pWxbPdrk0qStlZJG4BHzTIvYRO9yxec4q3w7CFExZeQM7RINU953/
98jPlrZkQrnTDS5b49MgDchD5sumapxR7JVelOLBN7O2dSCMfWb0pLUtgWQAQm3M8yoG8iWGsVl0
vImtbx+zeHualchbReFKJ/ArMrifYKdvhVn8ptWYJUykFbYkSxrW+e5WGvV70RrPAoW7ef3En32d
xulLJeUXwmH1GbctySXTJ8l9oUOVn1vZkTo31drWsVYRXGYXHG2DjaTPrHDJ1ieUMcc1W161MYYH
Y5yB8Fm2pghfY9IHNE+4i1Vkv/3aNxhBiGDJ1ISqUEV20xamq0XIFLP2Fl89xVz0b0X7mEvaTjPq
R0BKN9E2nla5upVqE0FKXT5G23onW0VMuLHdQdWG/Fgr8Gs5PdFkOLpQpS1HT6bJnWTteTJhtslR
FIoIoLREPVoyQomorxqIxd1nLvGGO/kgJPnNRDHHXGEvKUkY8ebHtvuczDzMTYkiWXmS0ssriMyb
RZ0qclGdZ/SRJ5iTZmfdEEwkCPSWQ98wT0Tn0ZVCM0aHOfaCoC/g4yHvXL9kiSSvLIQiDjwR9BN6
3JeoEV8JCTxzlo/jXNxg7MNTPmO/F0brvp3Vb1YjfRvgvDZD+f2jQfVHFC585Ym6NwoDSTMPR52l
o2ol7yAB7yVFOqC3iF2q7/tCzENLaW77fLkTWyHUspJo8WLSUpP3RGhuRXl5rWfza6poCtAqe1GW
D9m6vWa1vsu19XWuys+lkQ+zhqH+h0Ue4foa19WPJCDp366NmiYDAWKHMKRf1kb8linxyrI9VBfn
D4qz5wyLAzZsmKCcROcFx5Wh+1RpjvHQP2fl5NbUX//kU/zq7rys0GCNNAs7qSahnft5hYbLOLdt
14l8CgpsSozks8m1sEVDG5O7sIr6LmvK1xKHfrOi5OmUGzlOMSmXf2vB8pd29z+0BP+PNQ4booni
hl35j/f/01vxtr7hF4b293//6/9Qh+VvaEjePt6IBcK397p8+91E3P+oyfzHtf8ZC7CpazL7Nu2J
xZ99xOghMawaFxfxd/Xl78LMi1lYBIcFQfE7LIv3/7swU/kNXwJXxNdiad8dQ39BmEnI81MkgK2I
MIRoSJfpjUUvgJ/H2WrlXSFXYvegRwgEW/FQqpe6kO7W4qWUr/t52QRZ/WfQN+l7N5wf5KAXP5N0
Uaoyz1QaCf7as+zS5KYdBmV4gLrgdagCBlV9SK2cpAB7kCiVnjDjnl236dTGJBHSCasC2khy2ngE
iQ0CpPuIRfq9uuj+hU4FCNRLUnrMyNNtRrURn4Ybi80OVsH1XL9LpQZsvXL0WLspi/y+bt4Ts/f1
tjyq9ebBprnP1ulk6SwpFhTvfKkxC+rusC2BkukvBt4aG97lvTgg9lJaEQrrnEF6bwKxL87WdmH0
p29UNsfd1Jn3cVl4cde8YDp8UFVjp7QDKpD0I2GjyZP4Ru+W20kfcw7ujeVknXmeC+M+7dbbyyWp
l+7wpSDKEeZdDhtvtqbIruQo8VVSRxf94jLwsPLeH3XNXUZhj77SHUCmeXiNjpUYfVsbCE1wg8NK
yD4Sui74mCrVwJibZyuKvEbZXpeVeKBPhMRHfe9jG/FkXXm4mI0XFTO4QX9kB5XbeWwpGCMpoxKF
LgqrGNlz3eVotm8wd1RqSRoZ7zl9JdCgeohp3B+m3r9Zla1Lx6dfhossGiKENiIPDGmX9fIHH1rb
t7jLJHR82LSp3WmHRIMJ3q5em2o3awQ7VtHnKzlL7yfEY4lVeGpHR43COKdsvBgf75rBoIq1sB+n
/XNcLI8FGLWhboJE0EI5Gtxsi7xEmlwtVSGXyzeYo4MUOsraKghj6uJc6e01ApDHsif6S3jtmX5U
tO5ZimhFP0f4BdB8VhVlXyyWl7ezMYrpnOJicgYIJ423onYZ4DDyU/jqmG8npyi0IE90V02KV4P8
NrmoY9uzYU9C+UrFEFMddRIJf824Ni+F1u23KceQooWjEt9YenldysYxK5arWFmumra9s+LILQrh
gPflIUnrULHkh4mElUQ8grz32mCaLIl6xiDnG+pymuJvqkHjhLK8jhs+K8npAohGKzFCpMFXinJn
VuOeAXpMtuhPuv5J4q8bHeuALCng2DVFVhUICT+/2CnvuhJDDp430bpHZnufidhYC9NfRyhFIv71
WcIxvGheM2SnYW7wjNe30RTUakXPouUqQ4rTtRkKEYuCE5m4jJJ4I58aqp1z1VzrkXCvrqObFsax
gYU9KrorFtRbBGk5dG27+47rwq1fLjSGIXCHdO/1zfAUsRL2ERIZRQ0q5ltmrIeUgnOj08qm6PbR
krmUu94jiEvzpNPjPskAz82PHTrahrY1KZzyOi09nTxFPgw+IXYAgdmXifQBefmk9YjMwbktl0ff
XE9TFYLSPzXW5GDpZw7nnsEqVA+VMzT9KVamq1Kh2ItJuDSWA5ljDgs9mu75VFpyAIBscwa0LUBc
UGllbl1b56R9VNH3RHMT1vmHZRrADDg3LIYtmt86mVuQcd533X7sQXHSCTC7IAk4Tu0ahZWfHOV/
nsnfu63+OpMlTZGki0XBkOTLTP9hJhM70bIrbfoHnvVpHFhSYi2gA5XTq1XYtuuVNWuhGcU3mMav
G8PyhKwJ0Ai6EIPdnMHRVPULZnzPUlPqO0CHGhgTBNl+p6oh9TFUiPnZLEd3qcen3qx2MlKoNkq/
XWaJzLzl0Oh3+uRE6wU2bZ476+9eFcKdP8BJ/pvVSuGET+suVVb+5oX44R5V1GoGlqvhga5cLTyk
Jpjl0V0pUKGXyP5kbZT+3dqo4AQGO6KpGiaLn5/oJFAJa2a2UrUe9lADfMM2XIXzuBEfhlZ7gGlI
7K0du652Fhw+4khSTkLFwOGh+lu4+Md3/ut8JnC93LApWZImkt64BBw/3Lqi5bEBn31+mDkIbdTu
BEumJww7WVvpx8nUwXkQZYA97gw1nJomnAcNBIDm0xPdRYPm6rV+zgblPEAOYr3eJ6NxxNL3jFDj
OqviQ8uKCot5V1twvqf6WpOt61TrntQtPqCadapUfiiF6fZSiEGDNz5BFj8rcJu6Qjl2Lbk+dHdl
2QYYDZFWj6gTNVfJ08+eXVvWlyvUbYeWEKg0qzuYFDAA47WzUcMigIzWR+zKC31Em5cYoqbKN9g0
YPNqWQC0px8XJTlQIJ7/5CX/4p4hY6PLqqnAnME5oxm/tmBsJGQ2ScJjRXUVduziCna97zPz//dI
X7444Rmlfxzp36dl3QnHz374/CmO//0n/x7Hy8ZvQGg5i5maiUPxciT7u79KVn/Dja9ha/qe67ss
aX+P4wXzN/y5FmG8LBuihoEeg9ffA3nB+k3VZU0RJUWXRJMeDOpfyeoZ+uVk+s+VVTfJ5jH3ZI39
VOFD6vyqH6eeKqM0npSG3DvJoCezUqmopNjxv4pi1MFngJ9Bc6gC8kOoaPlrDF11ESDbZA0JpLSB
udVkZu5F8Gl2G5LPJzHakHhRk7f8irYOsOOiBMjt0N9buQxgnOYaKq4ITFJ0eS8qcPjFxBZUJsn1
kHXRPtU5xZKHkmEg0nvsVI1YTuAu9sl1bRhbqFaG/k3PovI8CqPslKqaexzLC18eO2cesPEXqtrd
aEqxYMwBbzWPoE60ESRdZSn1mzbzKaI6gelFdRoASqvUpcxNx3xlnaKo88pV2a7mddM/4Iibn98/
S48aOrI7RQPvJc4c7otE3G5WDLfOskzpTW20wn3bL+KOwC3nqiYEfS+KR6wQXUlvKY1kHPIyo6Zj
lYEJVaRxx4c4StxcTaHYKVEyPisNqCCRDcalTIAID6cPSlhSYadsyihEqVm++tmC/GQzZHT1RSrf
bnmnH9Fbl/cDRdKXlCYRL5ASFjBwMA8XlIHI0WiI1NAtTAXYh6cXxYwao+umt+PoUQcGERLzEvGM
WLbe1Msel3/Z2VNVtU+SjHhc6OXofliMkgKCmIrh2sUkGqWJ80Ektjk6jDlHmFZO6mOEhuV6zvGx
2HBiUXsTMPY0RjK1Vxo7GWGPR/o6Wab+XpIi4WmiFhzSscna5VNceVgjlJ2IUG9v9AuyTTJ9DSrJ
V02f1Y90zTRA46nSX9GVzBdpIvAiKuJyXpAFEPyp8xUWWkA8NIRLqfyW16oIh9fMV21HSUZ+UUUp
v17o3vQyj7lC75oV8VDMkcTlRA19LRrRfEmTvyVacl7SzDzR96d+XuJBfG6TZH3AeqJfixP+lc7k
W9RcxUa7kaAcsazDS71kzUihevUsCcRZCF0BupmBWqyIRLJtclZBx+S+dNMDW9NVmjW9uxLDeTj7
lbfkgs4rkgib9dTDaOl75kNl6aAY25xuXxJdul8AbHLWLYT1pDVSfF3mY/y6mcKM7AtsoTwwN9HK
5x7w4PxEwJ+fFBBLNwWtN/drCnNU2oY0UBP4moOmELTro3aIIcIGfdmbp8KiWYyYVaI7F1xvonXI
nQ5y3V/lUbxmX+2uE5k+eSXkBg5x3bN1oc6AsFhPiryWXxdc4Vkf1uQUEex8IAeHRpXD4cOzL4Zp
nlJJXHMiilVRH4s1xQyyCXrhz8VAV0x6ElCzBw8xtm4pdrQojfvlTFq15uanBZvzjGpKNuIFTF46
GNdk3bIGTFCuflitzBCWG4ZOjSumWiTRRfNPY6pyPenbIHrRTOP6jgRoT0k4vgXc7mV95ZcGmVVg
PFi+gY+6Q1EGFsZtmnO6U8NlAbQeTP3DkK7yONAS2p9NYwgdAfvnIdveBLLjiL4QZ7XZbaYEoN/7
DJhz9ID7UFcIqyGr9mFF+AwqzKEoPAmQht+q5aFVKm8pd3J9lS0YEZIQeXCWHi6qp9GS3Gm+oZOJ
lZ7ReC4sS41d0BEFbQFGGZrd+l2cU/bofBpw0m72amx8yJ7xCjOxGadz3dRuAmYwwmKX7vLSp0Je
yQfD6G/j98YIpRGTyy395qoapxNnVmoXItYSzW4MOij6kfXNlEPqv85Is9QEAmYT7VLuDKdlLb1F
SLI7Y6X+YNBu7GAmT1H3rhSvkrIEiMHtZtrFEifnqEDAQ9tDmlgGozp+LFmPkA+klSaDdMOQNWv7
qYUhUOhvOt1a5Pw21b6WBbMGAbwspb3T3pr5Xk3q8bUzLHWnqwIeQTWX6fg3zyKC52R4UvQIDyCN
vgoNv6al7BVTOgpTScdLRKOV2qBlyIX7RJxQ7eFVXCjAgG+yK5iydDpCs4lxvuruaR3h9a1+o8nw
BZC3f5Phj66bet7S9WkehlPR6Y80vkIdWS3PljYdx2Jze7Y8OZux3aXqySgaujYoBHmprHzR0fAZ
5eU3JRncXLutdPMl16zaEZT7hnarSmo+tukbjTvtvj2xgjgcC1u3GserNUIZVJ0uT9FA86DRdqmd
l1Ce20O7gaUZeg5lJRQAGFNgp/d5cTUJ9EEDqWFGZdhvSDPIQEPwwE1seslsUIbZSeBflrBoP5tO
ABT1Hikj3jflGAvavpmh/VqbXSwSO/oeNxmDBH9LPpXnVHpv0tQt8MlGQn6kgJ9y5PtItNVbC93b
5ne40fDaToaMZ7m8g+y+VQdVfac9oadrt5DrgHU6jfmyamkgzYszSgyDZLNIii3detS2udrPGLVk
25DXDvlaqjGLSHpobRcaZpnyzDOF1gZqe26t8qZDVh+Z63mgCpXK2SnbrHdZRzw7vpRi2jojJOxZ
ws2cGYZM83HjrkCIakbvWbkfq+u8dmELOav5jnOBZvMyWUtTOdazP2XfcH4c0/JqUu4rOiwlNAB5
Lnucu4g5MBxg+rpqx70ZHRmFoWXsynf69TkdPljOndVXYkh2jZCim/d6dwsNxxktv1BgsMBSRt36
oQ2aX5HHw5slZY+l9hzjaMQFY6K7t8qDEd2lyhEdgd0oPi6+C+sMc5DaO4JWi69WJq4vpR5doUK0
teoIV9QuBk/bntLOlmv3otxM1usOqKKJU9pyqRMGRqx5KikfBH4jUAuMSkuOkEF6FiJv+RSir7He
bdFXOzzpzU4W39vxMLb3qfoIIW/awgSlJUYPVFR0XILASOnmWXlYpWsAZYApdhyGWDHvTTTe5V7s
Q0p1WXMoxdu1uB/E+TWHcc9rU3eozyd9CObt08oPwgXm6249PR4/o2yPSMUmdAnl7Hbhj+xPjjgc
ZKE9Zhjs9JYwDYdsfuHBC7QP9pbMm5ArpDeqvNqaCMyCNAz8btl6UebQADy75ju9Pw/LfmKp2sif
oBlLoEUChtQib6BxX1Oc6/K0seSSrRLHr3l8nJhBQh+UNeChFyRIUhHOM6VKiog1itUZewlNKx2h
gKJWulV34VAagSCccxrzpoiEzHYv6p8J2kaxNQKTD1uvPdvavdZd5zGO/Hag8I1dSEEDlFVn2tt4
BcbWeXEB9Lhpi8OqmT1jut9o4i2i+CySm43aFiwPY/TSMSwBH8fcBBC+bDdKGcxt0jY+w6xCc9bn
9J6jBrzJ9jxXTyIZPurZQ0oJlrAQLgoia9eaPKHC6s+DofEiXlcywlcFerRIuNHxKGw3HNe9PvWh
9qGg+yqah1YN5Q0jbByK+kmm/072uuV4n/Q/yQhIys9n1+/nEs5g4MN001At89eMD9XuJlakujgs
dcSIzcA8uKppyoWbWi1jC3bH2pDbHqqrTl3xAzeGOL22KWVTTVz0I6LsBiSSAvaxkqbnRrbMwFiH
8VnL0hlmIeqqqCnkp5y1BFYxjDtBl++4cgyvBv8MdWipvhrGtAuHqlf3ySzOroKznup6tgYdakG8
nsV0QHC+uvgeX83hrqvlfVMyB7dLsIaKq5sHjIb62ZDKj7Rf7kxa09sE0fZatW6SBZAJOqV/uDQa
ro3KoE0jfeCQBBxpLIcFH4tqRGBiLz2dOwHCWLQ5EqCIF/KX0W9DADcNb6g8bvM5aYTaF1H1o7aO
L7P8JJTjSa89fX1dxQe5+ZBzIEGSeRrK23gFgdYB3C5k3mRO8lNrRo/1ULOYO8l9ERH7N1dFUZ3k
DiUQ8sK+DGJM5yP+gNWqsp3FHqJjlvan6mHgTRgQHL1hZUkkB95/bOlZUYXrVX0rk2HHVLtBNDX1
4VjthGR9kubZ78s8uAymcdKDKa/Chl63YzscNtO4kxAwFBvI74QdMLuvMUtMW/Sa1M1BWW6l9kvf
oHCbrlE/RKYvGgSgEPPsHw70/6Z+8EtV19QtBB8cvxXJsJDj/Eudi1ZXXdFp7XTIjPnJmmgUrjUF
GbHxlXhzO+XYh4OtWlJv7mMcdCIZcWIN0Y8bNf9bKucv5Vn+Gz2D/ntF1+B/Tmchy0DVZPzHTMzd
Z5W/5b/3Eur/t5vCLB8H6qw3F4pP/WN65h+X+z09A3qZUgIZsn8Iq35Pzyi/fU+L4uvSSMD8kJ6R
td8oRIqGJdL5x9TJm/wjO8M/wb1hpMkkZmgXpP+l5Aw1zZ+SMwKSPYP8nSr+UsgnEFINOsMrp2yX
Htp9fxauhJCI2r0oYU7y/vJX9Wyedc/ASeH3DnKcvXTXcba7im7SM83GvOq0Pq0hW6RfetkVS95e
djq332fH/K3YXawF9B9b7WanBrRg84CX+Loj+ZGTu7Kre/p+2uXeFKrOyJ8XVw4aN7+N9gD5g+WA
z99pw/aAn9UByXNQ3GQnhGywrhSmYbcDE+2LgbpvgzxADO4Jfh3q++Yu3iuu5Obnnk7h9njCSrVr
/MYnj3uGF1fbkq+4Q6i6wmnmyJva5jE/GWF7lvfGlR605/WUuPpOdbd9cU53U9j4hLlB4SOACgnH
9vVNdC2c6WS5t871qQzb/RDSr8QhjtolDkbHkxbQzXRnwqVD8HiCrg8KgOa9aJ4eomsSCPbyXu6H
nepB5uWyit/bnzuvdyP/PrUtRwp0N/VkL/rSHZ6r34T694+helLIFdw2QMUTggHY9b4nXiOy3RP2
BhTwHNoDhGNQuYk/+7hTPED/h9GVgi7UX1B6uqWvOLqr7PMjLgLfCFCRB/N1FU781Hxb3iQ+OLab
ERHtzvSTG1qpOHlAIIuJKEA55lTB6k4OEHs72yf7bG/6ype0z68hBH+zXoew5nPQYNAe753Ymd3B
NpzJ0/b9cfb1q3qn+nTb9vKgCUUf40Y4Ho2b6Go90jTbFX3RpY+t3br6VXYrHsuP7ZFYjOAjvvD1
cd053Vl0O4+Gf2d02bv8rnmovHa3fNHW1dF2hgsE0k+vMXMGHCkDjKve4Ele7mcnGt66RRApuwSw
JA2t74xrY8eJjaedBooD3ju/rvY0PHazIHXFJ5pB7VHxPAm70l1dzpCu6Q3fUv7MPhyqt+VB2Y0h
G9kqOeZZvZWuGYlB5KV+4bXME7qt3n6Mh+JBuk7fmT98Z3Zj7NDes9fs1UDw0yvM2afsKO+Lo36q
D+ZtdjKYAd0x2yX7aq8e+sN/3moU4+c87D+n+i/517mmM6Ret9KJ5iQeSMrFH9zGpa1wCALKbvgM
nfv1hfTKN5iVxa7Zba7qiR5CZ1e4V3aQTrzyjYSbUzgA1tzBx/ftiE5uP6Zu6tML0yGLRqcTOw0l
t9sxw/w8lEIDNOC31DM8RpEDCdORXMU3fBIovG+FUT4c1HhfBvTy47/BBizslsES1jfaQQop27tx
EAdpkH7SAgFYlEbPqs/tvXyYwuGQB/mDCR04TIP1qgkpx9FUxJkOt4JjOMKj6nZ8bQijl8TXd8VB
3eVO5NYP5kt8knfSOU6PJmPppF8xIHd4iu+3W+0WSak/7Y0THXbj3bSPj8VhO0c+NqsrLVDqa1oB
ehj3HDqAnJaAjiAM7+UyH/zJMW2Jr3+RGnbeXgr7W8WqAJ/c5tDg9p64R7Vuf3xl/PzsMif53sgx
ncxZ7dLlSl6/0/bzMQunIGNhBWAaDj5aeX/aFY0tubPHGdNJfXrGrqHFeBQO8RMjzm2cN1wxO1hc
jm5fPtwHa/hRDXgpJ+FQHRGfu7jonNobD9Y1UAH+lp83H1yuZ96qAKoCi+EgB3KguSRlXNqeeIVX
Oeggd8LVur/83uK0vsdwuWy0nYD8nMyr/cRjCuzasPbUgBDPW9zcxsXq0qXX4Qzv6F7nQsBxpAMd
Qxy60fm5P9uz3flrMLLV9B7nK3u0v2J2hMll1bcXt9ppruVyvLB2Gd/VhuIttnTHuDdeSKsx/NLn
jqtTGNsJ7EACwzjj1kzHcKNbYwdl15YDIWy4SLJvHmJ3dP7zNCIq+/nc8M959IsmiSafOSVbUzy1
nn7a2Mo4qQZ0k3LbsCRLwjvp3M3vXACLLo2F+NXGMeFNUL7n4dA+1xXcOwT2PjwK/pjyNB5p2OKv
Xml/VE7lkPOyEwcdP0/ScJug2GOSPWDtY8rhe+NeOWC5i/tqBsSzPluzjUndj72eXRECnI+B/TJs
Lpsk/+Byoncg+3sTP60Hkt/tzH3EQtX5Jkt55BVMYfF13Be7ywVBdzDGRKc8Lz5QEydh0Wy9nv9G
YA8HMxg9GhY4ly8xgt4u47kPNRdrGq+32+W3CCh3rVeHFkNC5tdku9lZuNnLxVtP2mUMFlqrf7+R
jEABSQuLQeJiAXAhDHjYWQL1ZDqzY9jt48jdyQwffPnccn7mobGJA/dh5Ors/Ytfv2X3XJ/nSvtc
J/LAKAWDT5Lek1wIIPynO0QVe67H42ZMCdfFA9JVr+UjrV+8FqdxmYDvtNCL76LYTh76Q8vYUYPN
1XlywNAdfVfynlNbZe1c/IrXSbtR1/IT5qwLI9UxA+oVxCoMdFf0Jndl4qyOwJu5/NvlmY02EywA
NszegfaKjRGfNBMBUz2zkUm3QxHkX4Zy7Vn8nOTW/BLcfPRgtrWjZBdu5JIW5XYuodLg0/04ZCXg
7WG8DXhAfIdgX4YeLQd4eNVuezZP837lceBz903ePfFEEAXNkU7o+/YyUF09EK4ub9pw1xDqPAOW
pjJ+FxRe59xBQuYeaJhjV84XmQobYIKdsCrkzNnLsyD1wodGfvv9IQ98+Jz/RfYBkYgGAN/Ge+bj
hPJhCPRQDwd25dSNPCsUDqxBB+F6DvsQjrx/+V0qUd5ljmBl9pLvA1Niq6DnOS+oCTrY0DvShvw2
2TOYeZchUR1Zm0Ls3wG+WVtkiCUsHpHXBSQ+XOIOhwKa03vb8/ac7C6nVDcJWK7CHuM0W10WGIxv
NQDtUDDyRHbl9t3aabvOR7PCV5JgDgVm8WWk0sgjoA29j0rfDyNnPli7PkyCy3QY+BbaDtg4e9kO
VsKQhFCXJdoRwmQ3fFNZhq3jZa3CuMcjlRnSl1sd7dSteKLkUPgVECtYAnUHw5DHXPTEG/NhvlHP
rGm869KVTqV7ed4NH0Z18pDw1+Vqdu7OvBFo+g4xkk/+zK4CCBG26KR8DwBuJiRLfTDzXuYz+X7W
EpNBWRKuwsr1ItYiyI3OxEbBvCCMFgPzpH3Tmb7izRqYbDHULN3mTQhqljW6lTP960dGAFG/zJ30
bC4Z7wZ/Ns+bpLtt+PRCI5AgfnUI20KY027jW9wnRksWAtOzXHAtXLfgIQ8+D9YV98r3tQ1WwvfJ
LbFiXXaey2xdHemyDIm8amaqoxB/Qs/lFrpjrzFIQLjxTFtnskFS2Lh8/SHhMRLuXHY9Psp0TIgt
JpvkhJ3fJh/1+fKo273GBy14DKye/HvjWYTkGPXuI0Ls5qoMWgIV4HasT5zCD5t+qq7Km/VzCS+B
wkBkkxKudCErB1M9CiS+zTrDw5kOnEo8WiEH+SneU4DOfCnkr3sKQft8H+/roFiP+Of+H3vntRxH
kqXpVxmb642y0OJi5yJUZkJLssibMBQBhtY6nn4/B6u2gCQKaPaYrc3FWne1VZNAenqE+/HjR3x/
cklp3nl/3j+RE3KJvuzI+Hg4QWB/7klY7dI93yUkDuRRxxWywFzaXXf0E7vpObciF9UxvKR614TI
3uBB4dzi52RcKVK39Dq8IuF2SdxPCNeK/4RwCh4ljzbtneM1gfBbmoAXFK7n48VyZnpZaPtDsAXO
DoSEv5D5cHs+Xg00biXRQaNj9aLZa7staHHZc08+NKfGRXQnGDn8i3xr3bfmPbF18wxHLEion3HL
HXEUz9iZmsctwE15LLbvBObdhDE5DKfRob7n+bJQCG9cjtxCqlP1apZcu3HTe/2g4sFpX/VH+06/
Snc8Hn42u435OuaX9Mm56E7NK4JHQRESWkzhzZFw9uJr0qNBty93HJG4mcIPVTbXCOKdFNBhGJZ4
isSsmT1f0itc8qp+5H4b9jmelLHjD9zW690rfNMHdJzovF2D/Cw9i2GYeOiY7eawCXDz9igQ6+2+
IhdzcL4a6ATwa7+rgFF9Ypsh/1Lf8cP4fOL1SuLShxvW4S9qHpElvz6Ie5jz/N4cPpDKuQe69qWv
uKcsQKk/i/bAEd34jlCuCobhsO2SsPYqP/uisB6+LbzE6NvsAygKHihOwih0LswodiLf0fKsQHdN
12R19X7D2qW31V194YZSVejqz14jpX8MQaFeCa2COxfXS9l3dmqoKDv+dEV8fPhOlB6Yigc0jA7i
+E79Vh6AQwbJxQbb8PsaAgVgOOHdgoJcuH61jADcxQUKwnd8/hauQ6HbXrpWQ+gtofgaqN5SO+jG
j8VNcbHGO9CeHG7CrcMJwqxFrOlmz0X03ApY7Zh14E1B6VNdx1hyqPAzDbaBM4cXx9r1HgZP46Dl
y3ti0wDk5x/xAlAYDIWzLRb3drJ599+znfBnxeMSVxAU1vk6lMRxRDcefbPYKGARJ6hOudA1OfOe
DYqLlCtzgiyHQcI75yKg8mcK5w6fzLloYf9Xt8aTFl6ddJp5HGpcRiuMnQ8JlmPUFvPgoXMN3VUB
GP9w9De+CBR5jLxwBx2caDAagR22d0ghhM6Bvs0dXeLsTpCp/CTHr7dcGkxA3zsnrKO79sDz4lAi
R/FpC6GEY5Rtzl6SGDt7j+aOy0G6E/GXYZcIMxyIp8wVAKOMW3A2pW79HVZNKIWInQZQhjlbcFxc
foEvjCMVJgf5JL3IDsLHpmwzDVWXG4juL0xGxUdonrhqc8KI66KEV/G+/02d4psRK4TOXpcRkY9O
y7VulHOcVDzNEskuAkuc68EjfkoA7GjlDKmAR3KSWwxscMhOxIKIHGHTciyg7oHLxT8Tbu7mx/vi
Svhby0ER58IOWSROBYVYEp6pu11G99F5dN6dOZfdAbXCw7xTiHA4eKy9R4wJp3o+MYgZ9Z+KuzUg
PX6I8Pdmz8RiU+YvAjX78qQ/L8LptNtX/ENpujg0zodT8yAs4hjat9AMOLYIcn9ePi/ulcUhVO76
eypyLvvz7LZ/EseAcifONzQG/Tww9opbcwT019bp4n6b2Nz0zT2bKtrJ+I8s7Dynnc5yTnxjTwcA
pDuODnq2sWqll/kJhbv4meJcQVb6VMIaKr59Qq8iji/xIxjSGG0yPjw8AksE6cSRsnGxnHFRGd8j
cuKtYcEQmd8LpzUUhxLlUOHsYyb4GeGjRddLKLwbMG/Ca3bVT5svfAMRvlODJuwxZOJBcJbupB0c
HX97ng6AYpzCFjPFGyEjGQDZDcgdnlTadW+y3d2aUNaERR/IPnFkWkQQMnSNCBDRO3HL1DEDVAYE
0yfpemOjacESgMPkqm9wak97Dubdir3UAjYH9yw0XvCV7N2C/9OFwo90/AoPUfjY3BaYA+kCzxgu
navmXP6cXZfNPpVx9bLzme0tjIjqgub2SpywxkuR/mUJdr5YkzP/3nHVOqX8J7ynJcAbD51LkhMb
UVwjfJKcwJxys7242nK5Zs+CXuEKiIEJ5kvhIo74P8LF04JWDklvNidFIPOFhGO48ODGA0crtqTB
agiXrsEtI5KDU9doZ+JSYrEfMz6WD3fnM/TbL+IrQAfYJBFyoLkWS1Xgz76/Wymg/ofdar/erTCN
DKijAvj/pFyiMw7ICD8Zf+9evtluTYhI59RA+cKRtTGNwrVUwuqKvjqizMMX45DeGlf1KVG16+0b
MniX83f6C0Jtzxkf2Cc2LklyGRE/Ft5DdBWfVLckyk6VnXayfa+Jb8b4PFugEuVcw/Rg4hgOZ1yg
cWO4Gh8mXGIucWG3Xy8LfA3zqju17rcT4nt+f+DQDPKTmiWSnpVnPVfM8y8cjviSvnyB0j3rKiBn
elCv1C/DSXnGKYRDq3KWReFIkLMlNGHuEaS4tmN//jatLvStEN7FqXNZHLDvWHHC50TetEv1oj+1
Dly9A3HBz3bO/vkV/D9L64iBvtXN2lGqNPT/9dxET7W5/zA8vPo/nF3psF6PT3QCPaGGN/zV/SV+
8l/9y/94ev6Uu7V5+t//+a0eq0F8Gpoz1esUi0lZOfb/n2tnfZoGavrh7h7yJxQ2y1fqBI715+//
maLREKciBec41L2iRmD+XUEr/oZOOFUmRyIKYQkF/VlBq1m/0RdiGeSnaYejS44F/mcBrfgrhLN0
m3wedbR84K/Uzx6lCC2SM4Yuamht2aJXT7aPwk60y281KPz6Oi6/Z/r9IgvgU+/Tuwf+uwqgUSKu
zdEMCCohyFGRWH3x5N5KUr7ewz9/g6MAMsWCueZ0fIO2iciZogNTcRGkm2Q+Xw8G3Vd2e52OX0tz
8EA1UgD0+OtL+F9LO/538pf/Axe6Qgj/n9e4+5B0D+mrnSF+4ceiNuTfbFVVLIuScFqZbIeX9iPv
yN/QCYG2Bn28NDapoi7iz0Wtmr+JEm1y0baMKgctgP93UZN3JBXJYqYDXnQAm78k4KZQev6iJtzS
2DHoMBoqtexoybHHXh8PBgJ0GdqcZHsSewyzrPyOclH6kNFeelZKJiGZrLB22jRtVJ1E5aOeAObM
M4DCUeJsX9WEzjF5jdA412b98OIpvrHedfptf/py6vO+p/9T9DccfbmmmiW8Ta5eEGsRIMhGoKJU
gi1BUY8kpNAxe5D0FqJbP0wwf5qCuswGzAzdjSR1qAP/alB6emW38KpTR4ACZ+02WrdthP8965+U
cpU9CRGKL1qX9ilMJdqtkUBEQ8td4Ct8UqFze701SbvVGlKZemSJsp8MljlaUeC3qUbVrNt1M4i+
RlAoezNPdURXHWBlNJqdG9IA9rODoflU2M0Ae0bWKelVzXn9rmiUaVGTWC4UPzir+XXt0A8rJTn7
qLrhuVn278r/H2+ZvLep6wYD2OaR6ULRoYAgDAewpaJIKdVAnamtXoBozkJKVorOp/JRaZTdVEyB
1n+tSipokpt2ovtUjsPauo2I1EHCbqhBzZZDW8CDGike5Y9RP/KiPPVtBRFr3d7rtfRDGPIfe4bE
Gvzp24PbMkAYoYssLPzLvoWtzYc6znq+fT4JvHNPiDdPq937q018yvEoSDk7nC901ANSeT2KYm1p
UlIE4ltrRY7Z4JVW0fVYnhVW+XWz0NUoWvA57w+qCpP9alSWAqkK2WB6smFqwuS/aIeKta7PGhMQ
FhTuMmj0Uj6by1UUhafy8mComfbEFs5oOVbi+loHVWwAFJETgD9leYaMQH1WaLpKOlumMIrGCulM
ztTsc9Yq+X2yFkje0VW2W8zV4MJrx/oHZ5L6um6BpcUEsG20aNsqpRP20QQwK5uxxnnn09qx+J02
kwPOJyj3tMdSJmvWYUdHpbdBmA9NeSzCFOEMD4av5dWKvRyMPiH6DkQ8WMiNUt/a9PsNaRwf5Sz8
ffooDbOnIXsAdiY6u0pqOFCUk+bLGf7MDuXZm2Fbq0uIh5U/UrH9wQRfJ2uZnyEjL0gLvkZjMcUg
R7ddY5Loth+p9s0mvdurHbX9qT3RIaN/p9GLi/e2fTDiT1aPEVXwZiqj0cQvHy33AqFe+ioYsem6
u7WlCHsdZ+i40glQdO2j6rufFiCj0TKjWYoNdogz5fUCrPNc7noE1nxDRuVgMIaQ4iyLIupU8rNS
I+axoqBTX8l706Z8Ol2+v78Dno34qx1gyBxkCrOVWUbqsW0aI6mjmyNu/Rj+IPiVkvQVVO0DqH6Q
ar3BnXwVcP+qs9yxbaG8aS2WxrCQZBs7+M7LZB1kEHSU1dFDqw13dECvgZ4lDuq1g+yrCexnM0df
VCtpdKnshBxuZWq+09OxFxfQR8rlWrcRUkDaTroqK1Q3EjrNg3ly4pseJY67KYH7XEQNDbdZR7OL
gw01FrDxLgzp+l6hQQInkE0wG1yzpcw8LENRf0oTKoeVuuHKb/HqlnxbflQT/NKt4l241stbw3/9
o/P2P9Dnev9egfhqN/YvLyPi53+4XBqVXixmKkrx0zWDxru/XC5N/e0HxsJWDJ3Ocpu99dc9wvjN
dMBCcFcQtwnL5Jf+ukc8V47pMuQtfDJFdn6p1OvY5IOPZlwdMS7uM1wahEP40uTXjj4pCMYQ4Z22
DhinM9NSIkO5R37VLsbbzpima3SXlTOn0aM/Zk4l2saAbP6xZDSru+jGqAAI9OY+U5YZaVk4sQ+1
YTa/07dG6W87KhYR3wzlC8+a0qQKKzXf9PD9fXt0XDILiGNYfZ4XinGWeWT3u8aaa7mTFM9A4Mzr
0o6IOox4WNg60rEWufCSaEw2fvn1YTV07Cz+R9PxWV8/PGdpDDSAHMVb49Wd9chnamiBlZfbsp00
03Q+d2b/gUE+8pGfp/pyTPX1mMsyS1oziDFlQpRRY1BGFtGv3Kpf35+cKj7phS18HomnqasqPaSs
2yM/TYZXDU83g7KEz86BV9Nl56dTnoCErybpblgd/bRMENVy67Gl+FySB5RXRrI8Sxqbp5JU0xtv
yGBQp1wFrt0kyOSRJBjJbNSq8iAbJS1Mi4Y7jUatU181Wq9Sf65MeeG/Pxm6jn+ejYJHQ1eyzSY0
VHbUy4WujBUg/Trb6Cjs0ZrU52nYo+Y3fSvXqPAdEABLoBsJfUBRNVpLYJV44T4c0O13Z2usdDfP
BoU/86ScR1G1zWGnjGjQDOBenhJ9Zdfkq0kXlWRJEaiuEVSnC4oJoTTleZqqmDFNG/kBXiaUsW0s
eCQ2PY8kKMWTmsUzc+J5I1/Cg9QrLaVs6Pnx9uJJp+KZAwqNKXt6fhWzNJOplu2I8KxuxzJKD1pB
iDcp9acVfSoaMDEf9Ymh2QhK18u40CUERNlXtm35ri9NPIOLSEeFBh0dj3IbHO173qSb5M6lMti4
PxLZyEmN9NZrtCla/MWY9eysT7qFDwdBMXhl30GW1trMpKRJ18iiU4+NGCBlrwnvdtWGyM9VJc5u
V2c8aWPoepkC9OZkFhJZirnByqggZqGY3ZbL5wpwWerlqlpyesbjTdGN203W6MZdktXgaxOFxvYr
OXZmxR+iorzBF6sPNHWuU2hs/bw9GsCnt4DmvJQcpgUx+GLJyxalllkCgWpP/XpT2/UGvs5cHUEQ
QwRtZ9K0YNC+m3W5tw56aSFObViSN4Ifn3w77skHGyVVVmUMUtTNZcDMfbqsathXA4dvwhXKTXtw
e/RnWAI2LRnznRqt3QkCbtCw+S1WCOXt6iYoGttMrb/R33J1i2FqRrH6PYkWtLcxx9pTnRoGWeNM
1XBB82l8IAw0f2qUeqbSI+VFF3FbkoDNapmEGp585klQS/xlmtrutOStLR7eRbEGUdLM4MZb5BIM
uzNbr0bW7fde2OgpbenmRbu2uTeFDZ+fzXklLHvdqxh5W9j7SFj+XpwBlmYMt/+rXA0uQCA7oMNK
TtDEjRkssZwqrkn7JsRtyDw2unwykFvNzJ072vYQp/poMx/vZdMSzemWyXVcZ1eLvf7injITGZsT
K+ZLqNZlpZWPNjAkCAjcWOsxPVvGjoNJVb83IyUyztD7G43KukGLRhRPN+u27ltiZO9/qaOrBxhu
UFrUXxMOtE3O1CNr+feDSXuLGavPk7dzuBW0hfBMjOfnUwxo54Bo4LGt4gE+f4df8r/+0at65Xu9
66X9D/S/iJm+eB0iePxnUPjioSQovHvYHv4DpGvavHTCnn/pby/M5LX8GcB6Lqv/EfjCP1MVAmEW
l2wTtdeXXpjym4EXZkNfNQHOayKS8ZcXpvyGu8Q9AR6CbCrEy34lmqsdH7UAxOgEZCmLEBuot6N7
XdUPphUhJOrB/Kaqb5Ss6mIir+9wx4w0azmRIq0qvLihwAiluXjmjywEEfYdoafFV5JWi72eQsTz
flLzU6N1pDVUZpAiMIy23h2XJbvstZX7b1LFlKAuHDl+k2+lX4+LJF32cp8fokJasH9VamS7qgcL
FTWmQgZTHWOKtqsaA7Zuff3Dd/v/i/Y/FQUn458jtQc6rV8tV/HjP5arCTYPeIqIw6iYEltcJ34s
Vx16B0XcOJ2wOCzzmbX416XB+Q3Knm44quHI4tfxgv9crsRpCexCItNx9Z9/7VeW65ErpRkWzqBK
bwr3Y4VeuSNXqtqAS2WtqqJRgh7BydSr6WmS9Uq0X+xJo9ilrunyVqt4kKUPTP+R9/s8NPci+CXg
eohIH1nZqkXxLNcjOdDHNPOlKlvvZn2inHWSk+qDsY6nSZwF+AJdOgbAZJWY+OtTZip7xYB2RoEg
EP+w77XHdO6WcCti87PSDs1FEmfz2YsVcPXDu34J9HxzTEXE301V1eTjuJ8h5fSflxZVN4idupa2
tE8EbePPUpPT5Nk2N2Zn6x+MKV7XCz9fE/OkDUkBuaJrgoX0ep7GOFhyrxOQ1puY/tNoyLTLfNVU
MtfVgqJnR6zv/Vm+NSI3XlAz2DyLRNrrEYHBb12RoJVjzC36uHKbnZoWPbJyq82fZKkfd788nghs
EjPDuhLGOhqvL7Le3pSWshoN3N6UezYgjYvOjNMDgoWz9/5ob7xDQKh07akCi0pu7vXsut7p03RR
SRrnLVm4Zb1UpOI8LUe0zCpjr9nJ7fsDHoekeYEOa1TgfOgB04+voStCnTZoi9VPVfO+nzLnBLG5
8oNn+NYgJslGuN7Q0Bzn6Bmq0kKitKfldIsUEn39TC8cmgS2fXh/Mj8/PYs1QR5KROIAjB/dqdu8
aWVTU1Y/njs6Tc2unNJLzazVOBwl2EUBmYyEi1jWl4vxwS3xeGzMKs4bFF2spyGyUa/fnFpmZdUm
3eZPaHR5U9wM90oyyWHUKzQ9pxXFYRUP+gM7c/xkxaiwc7HNHP+8vqP1suVbZJGj3QhnVlHp62Zk
UrFrK/EWvv9ofxoIS4bttlQoqnBUSda9cpuRZOnqxDI2f7AymskTMOqoALSXvz4KGo6mrUHfZPUf
nQ4WRJhCMhIZf1xZv+ZgnHF+40Qxf3GbWdzxwUeZOGHk6X/aZlOL8npWR5tvjGb+qGNTA9lQyksZ
EZPTipPEI8MwxB+8rOcT5qW1pCSADCXxJhFIkE1TnFAv7h72CFakz/LJN+lMpGIFehHAoJ2pavse
NuecOShSjjtZ+2iZ/LQ4dRNMlmFw5yEBwB55PbA+rr0EQZW2OEuLz6AegdGx0YJq7GrS0ZmvU6q4
V2W4ev91Hp+4pFRggtEnj1cBhvj4rmVVqDWqWDs0R7rVBFSqbRGC49HaLiiB11L6q/k1xgMMqJLf
gBuMqXk9TeBns9xGkuzHXYvgJzJh+8jJsw+2wvEJBHvQUgmfEg6icVZGouDVW7QmhT0NuNNv0tU4
XVILaMWKKrckS0uQoP/2wYn301NkPI11g3WRcZrEJePlqpE6vYbSTeO4ljg0H6BkFINGmenYTweO
iw8W6U8bndFwDWXybzhqynHkbtQXpJHJLPq9JeeHbrCpeUuW7oPewbfmZFIEwy4kTekcB12bNEsM
iaZ5n6uL9a2S6/qbDtVINPej7fSLq1DMiOZmsecgVapH7wsAGLHWwrT8SY7oppz79Jz+6hS+7LJ+
sODffHiieIeLvIIzjRf98lXFVr5l5sbDU2M4IqSZ6KOyyv5XraSYEJuKVm28cqoqXo+CzKYzjxlS
4yXiKHdT1WQnZZxVH7yit5b5y1GO5mKWZKcEOM4vTZXWwIyHtWpj4m9JTAknec7791/TMShbMD2Z
FldPVVw0DPvoPXWSHkER4uF15jDfN02W3s4IDJzm6YqGTwZ3lr9VQzvv5RNAoDBSp5HGZXWk2DsH
rBZP+QfQXjHiK3stvhF+GHVZYukoR4degoyitZasHJQqy1BSlO6srBUr7Ocq8Tp5fJTnTv30/mMQ
u/mnMQ1Cbty4SK6oYue8OCPGEuHhBdlBVEdVmm5mgwbqQip3BeJSn1DYuIH3Np8PxWLt3x/4zS1J
YRjOOfEtDozXAycdGlcSMlwEZNGkU5piA9kCR6tIZeuDW4Owwz/P8e+hjuy0XaFIPW/McUzm5SxJ
lBsVATI3qQxqiLVyb/fydtumkhqiEVV/8FLf3KPkJgSuxaT652jwGukr8iC8VGSNicwjwLJbe6f6
d4zO36Mch/QAqZrJPFmWv2nTcgqgkhp9x26AcejdB87MmxMSJhuLQMBJiP28XDHFNkstnhMvDnHb
XWVZ9VcL+uTt+8vjzXVpGoIpAsOaLPvrUSSCx0ac8dgWw6xOHG2zTqZojj8vjqU/1IpRnXCfN3Z2
q6sfPMq3R7YNjiUTG3FcmJHYlYzWKSMX6EKv9MLUyh5RTyk0xjo5WVq9800z3cK5m/Jv70/6rUeL
y4uTyJZAg+Do4rKlMkkYaWJoLbVut0qvT1Kg1h9Yvrd23stRjh7tavWzrPUbrRANTCSia7rXKj0F
SYszXvz3JnR0dAxwuoCvs/Mqa+oPWZvRiz6MHwXZ3zo6yGsKIrRD4FRkoF+uSKuS+7pRmdCKPK+v
qDogRQBIvkIWF3l5Gzzr+9N68wm+GPDo6JC1TjaGVKX90iyKb5UBcSmP0Gfq51H7N3Yb4StUfQXl
Cebt67m1VB6Ni8OxOHWd9s3qpvXQzcvwwRH/1oSIppC/p2YH0QTx9y9OgbbXkzY22NO57iwe193o
VG2ckgI2sG6//uxslWJlnYs5RN2jJdElcpw0dQZCoRLNcaVUP1okrPZjlAzX7w/11nYiXA6YSBcZ
j+N1QY5s67gUWP4Af9iTm7YJyOL+iR3616vsOLWRfeLIFhWhOLGvn53t5PArO3TggCsaoaLZzdla
z+Ph35nL36Nor0dZ8557jMQbWrsMKx+jV5PC5P23RqF4inCizpX4eB1EtpwuE7avbjfL7ddFdZUc
luavzwUykEnRG44yl+LXc8mnaNO3krlwU9ZdR41LbLv2UXRGfNejU5+gK6cuBVIGCZWjUXrVGMds
bhQfgUSncTt0IpYgWg2aY6Iodj7Ypz+Pxq7A6RdFwSJqcWSDNkPPxzwiF1rFfQRjNFF1pCGyWZYO
yDb21Qcuzc9LG0UUgvYkiagQ4FW9foSKmtqrLCeqL3UlQKLVglkT25r7/ot6Y1LItwt3lGIVEUB/
PUpvj1SyEHYEZdgW9IBYjda5RhcjvtbaeZ7/8rpAf0cjTkEwDSGD42D9VLa4FGTg/TqVjUcCXGh0
rdUyfxSOef7er5eGKZQxqHNCJYc41pHv2VAivjaoCfrbtObzH1HVmq0VKJaEwmzurMPaooijx81D
n0CmC+RJmztvKlUq2DI14i7BXWC19BuC3moa1lzO29BRcpmcbmQ7EBmIiVQlhb/SHBEeRy9wN452
pv7y6xHVlbKFo8DB99PdOe6ofRo6jfsCfDiL4ZBq9SBqA51d8qq+eX8xHJ+yNqQt4OwEIUQ1MQmf
14uBN7Zx76GssCLlj/Z4KeVfxjaphVg32Ur6KZBg+MVdxZiOagvpAwW9R+c4gjX2dNYUle5Qcrg5
9mkzaxrFFLYmZX4+VkBL3p/i8a4iTy8ympoJO5779PFN13DSpXVy3lncJRaBCNnUv3TmpH5gZX9+
kqL6SxQr8RxJ16qvn6Rko35YD0nkS2jNZ75ZNNbTWrI8YiNqvhr5qPyiygEYX/SsxH8544lJHBfj
EgmeiRWrAISGuds3PXDCZu7tDx6f2D589Zc7i+scHw/NnxORmKp2ZAb7bu4rskB1MKsFSLpCNqUW
LC3Oy02qUvQSxq28UFKEstDvSVbMPoLdcDhRWL2MJ22hMCvZ0MC14CdCPKmT4bbN8uiBQhmUMTtp
gCdi6PXvG9rYTqzcVXGt7xUVrT5XzyKNTsXSiS6UEs/cNMv5Cke3oOGAyMunZGuHgIqh7BYucX8j
qU5buZtCH8ZpJm/A/RF97fwF3yrZr4D+ey9XlPWisjqD0ikzLe+MYZx3WpTqB7nA/AWplRmfp9iB
OBK164WkggtWpbRx7XGDJRElymMpcNmz0mdfldXpT5veKqACKByrEjIAdxpivqGlVbTt801gq1KO
pRvrHzlqIpBi9XW4pdegBiY0rZXqL1kF5nhCSnpxKbDJ4HnFdgyZJZ/NOJC30kZoYJsMyaVngp7N
Qd/25lzap8hUQmIpNKvwEkmHs2EM20XZ11lgGQgCSFPf0AzetTJ8nEoGUj6NdbgiGkDPYR6Vm6tR
X58Feg8JLpWi/nxFoiPznLySv1ggxz9lOhERSqEMLzd60DBN5oycgYn2pKuTiuqOBOfdTcYUepJA
bk+xOuyzBH/309BYdJ1KiiGeVBXHyGNm85x4FEFtqDTFRCLDyCyp5LfTxLA+a1qBtHbttPKnudat
32dKhytAwopT+o2t1A9FVlGenNPi9b0YlOqUErB4vJOUoqbmpqMAtibTVZNiBLlt97R7UaPczE/l
ZiXKVR/zi77WqealtSpOdMLH9gQnNyD2KJOaahOSvyI9ls1DoZy32qiCTCm6Zh/Fhd4FbTE0lBPV
FFmqZaSYp7FcZhOlzAms0BajY+ys0kjlx2ks04bWoNb6nGuJdNKpwwbb047Lz+qS3SjJWvtrPYJh
WFWrFGpl1ohYVtbABRg2+AvLVDvfNmXIr5B8hpE1FglN/Aoo+1lSo8Wl3lr3dLmg5bFDPwW1Cbkx
Z5+gJxVmbZXGVHNVc1lDDUjXNQYnbM4GNXGZ2Rr1FKaW8kzU11foh82WlGGVOvTc1lsuu3m99LM3
t31zMSB6sHho0sChbms7LfzMVIfcqzl31/OsSXOtvKm5xhBrWeIoX+419MbYR3NTQ5NHeRrIStmu
yc2kIOMequq8GYHlZE12Y1Igx86eqfmM6V/Ri6m+dNpMAoQ4oC86olveqIO3GHEPemCwKTB1cgvl
DGre+0/tbLdgtXpHir+i+FRpeyuucpopsliiJcAe+kuJujpRY9jPvePq8SonpDybMvJSOSVnMgGQ
nXyntmohjz1MfDB1chAiUHO1AtOOV8mnyIpauDRvHWrVKboKdfbq6M9ylQGBWO3myp7YSWGyFNtV
7Gx25Ucm6ua+saxctbQ2Nh/LCDFaTwJCnfiUGmpKCBCW8ha7nWkQa5DArQKNXorGt2VJBVLe59sn
CRY52heas2qBlWax4s7FklymTVZtrt1VDRWcsnppLNGc+iNqoKtfK70OBoLyorNE2VLNt+c5P6CR
YUkndqrEj3HH6edTYrfZ/rZmCywFljV9W1U2w1fqou2POctlzWsqe/oybWpu7fQMmTbMWR8/mLSk
CFZ1LJNuTahzAPaPPgTib3ny2eyklrrPdp6lgBS/lIZ0mC27mdrFxEMuQ6PlfalNmDgbavOI+7br
6TpsU+V1MVkq17G0fAoauacppom1Ul3o2bWRNkrNJbMO1qzM5jlnOzFa1kCJHDptMnkol6l1lq/p
6ngOYld0MDjWMvu6vqifk7h10t2gpctGE02UmS5KFut3mWKJ5DDZTb6EUxKbZ06ecmRNRiMDkbEX
5UptmxVgZrcB+k6HxPo+Krlzgeuk6fskHY0vpjlsAIGGbiPptWROttcbSi69sa6wI3WmK0/NnE6w
AkoD9bmyMpnUvNa1q68x/WKLpQyfN2eA626nW97sB46OawpeVQ6Iehsdr9sKjR77yEIqYWgj+ywi
b/Mo5bVluqUyz7qbtUMP+gKBrman1KsGDmy0UIVxkgEhdc5hJVA2hRk02jp1Hp1uPUzOQS+yHRxz
7Tqps8wIkxZddJD69fKI4h42yDbXPvHHwuqGUNerJOPGs8yW15SWjqBwT7ugJ6s9ilxg3PFHe1bD
V41PVKkviAqo4NaiDUHS9dIXudO1r3OREgWeylL7PdNLuOXp0Of5TiHBvO8NqwPY2i5iRZU0Lrky
lOozxcioi06bLnpqJX0BNmfMNeD+TjfQZDZpAw9zAh0qmtfpeGkryGS5Vi0RyyBy18P7W/XCpkdG
W+DIJfGCdDQQ9Psh3dDr6EotB4Cize0YGvq8/LFFGOsLU03G+wiS9xg6eTJ/1S3UIPOhkFFZSEWV
9FDF5ZM0Yhu9ZhgS57o25w3+Uyoh5KGsPZIaYznMtaf1S2K7tZxwvk1Sywt0SmfW0DjJLRhVaAnS
S1hlLbDSekvrcORhQ3PJV6Y4K3Eju9lSyKDYyaF/M+xF005bq4a63VQVcNBKszfnJJFXGijzubBr
jy2Wpl6xSKPtbjl21ismLemxBLGW0Qig1BcJEjMqZeESis7NlsYOtwmEoffdiuh13dWl4lnO3I2/
qxGW/jA1uQKztp8N9SEa1wyii672+UVdbSTs3RoVxzWgCnwGxREXWnu9tcaWwy7o6yT7w1LTtH4c
FsmMCD9a6Vjs9Nmctv5+4ZLTb1+jHuVk2ExtrGfVNaXSyBGFE9oOEZILSzc3XOclpSPkgoSOAfOf
B1ePgYwMoSl7tSmZfSH0Raf0MS0SNf/doo5btKaOJXbSwicBbBstM/hNq6ursCnNFRZIlXaRbwx5
D9ksLofmMlKL7ETja5jCwmdCTlovnjDXQxxYbdcAhk+SjdrxkigUvahtDcgvnZMnlM4iVFXVpb2V
EV/SQt3YjF1FoqEIE/KbqEKM/Ama2JZ6XpLV4UydeJ+uht2LvarBDzrvdDVzwrWMuy86ny0FNgDz
ndYO07xD0mKofbvDJ3VRssztICqX+brIBt08XeZc+n1SOCRDPbYUKD4bXQDBXFIh7YRtZizIMMjx
cFtrZTZSUl9mq1dK9jiFxZbFJ3LcKtVhrBvEmrsOvrjPkdHYn4taQmO7qa30YaIUcKObdODw28B+
O2GOGJLmzSPBUW/eVvt2KYaqRUE8MxovGZc8CuMlGRNPUyMbzGVaKZCB1Mm5idsVenFjZsaplEqQ
xOvEXFxSjsmXNde0L1lW1cld1tBehiTPll0msN6ZQZsOJ906z/+HvfNortvY1vZ/uXO4EBppih24
GUWKQaQmXUoEGqGRgQZ+/X0g2/dI9DlWefh9dSYul0oiiL2BXmu96w2YwBKIhPQ0LnM6RlCal7A0
brVzgSswBHScOufzjoQ+2qKLbvXSl69OUS0hkoB+tJMJKSads4e4dy/y0Lwvw0Z/5kB0HyrtLAgz
XdmlZ6uX5yQAek7AvnUN5p3WQ/a6kSzEWVW449fF6mv8ZbMIdFM2S3Na0BLh5xeJ8jWuKftk3XUY
9XfFMN0aUURl4teO/Ja7wcDo0gR07u2yFt9MRDU7kM3XXdkTIs3daLkU5nooe0Y46XQXWmd0hQQg
hc2R5HWa7QK4aO85uYdNc+w1mDMz8cwEABXTc736H0hTxxCqTMn28vCYqbYbF8HQx3tCPF+HtsHN
Uc78ZFlO75zQqHddNH5FvoNFbrTk1ybV3IDquygtqDt1f5vxqj80s1GvUvnueJ4Fo0bXObbHoMoQ
aNEkOMQCD2uPCHzCRywIrWNebKn2XrtWn8dyaj/klrg3zEEZimqao8QfFZ5MrXG8MyQCOIRxHuzR
97TYlwQkngBzBfaedpxRZlK4omS5fF/NkY2yB+3uFTkS52seYTK3GOdB2Km5IvsLg6xhicgoCdsj
EW3xU8z+8TKmRUCkrs2SjPZsPTRKWy+VKPT93IxYHLudeOjcebqbosrF7jZWHzWiMmbQFT1LYnKG
1+1r6/bNGq0XGe09wbakGXNshR9Iw5zvKxKPd5L83xvhV1g9tgTC1BZaiMCvHlajCRhqKvgqw3rl
TsG0m7strCZbF5zybIRtdD6bui0XH1Rb4k6MycDzSgE5WEMREwTfYnMrTXSNOEPh6sa75SeW5Lbq
YrnvQ8ohSkpxMS9qOM8AsInPta9QtV+GGuPIcMFqTRCMQgwrdmwZSF8cIFEvSIRJIC64H2wm7FNY
m+Ksro37skJMBwAs8yet0Y8mQWqH79ZsnY6diS7NIvUj4V2a3x1hOyKj7lKK+MJiGfO6TH17Pk/q
Oa5EduPZVrVrhN3vGoXpqyl960Nme+3V0vn6IfLF8B7HtiU4TkKWDKyzi211uQwHm0fRWyfv6BXh
y8S0mayLfc6Wqf7QjaC6a6nzg4u0L1mmtr9kBlULW1c7flFtHmZHYaTaZX2M4VfVRac1zdP9MtcY
30G4vyz7an2NIqIgi7akoy5ctY+ZotfZ/hg0gfWeBF95ctMBRzSVqZNqQCOSzFL5jviY23rw+1tR
OupBqaDHsWosrjNjrHNgCXNawoazbFq+jRA1jtQfJ/HzYHwGjkLBPhZbUE9ffCHrbb2o2TpelX79
SdN6MVh45GI1Quz7aVGXc6XVJyut6gdYv+6Ftrr+0EoAh2QJAj7jyEY01rTTMaejLHdSWKVHBE6X
H3NmemKpc9zd9XRHqlB8KSZYrzsR4P63koF3pnQxu4csmIgrZy97YWttXUCuv5jKWZ6LoC4ux8J/
EtKzbtfIMQnJHxgo2pnN87ia+kOQNeENDJn3HBjhtyoX1IYg9W6JBnwdRP9h5B4+MX2QOFXhCvPR
kKZWJsiIg4Nf5P29u1bDRbkSKuLZ822pR4/3hkM1WVqZg6YG3i1sDLouMcwvalLoilYGYALrFJIm
j0GEuuQ52a5qIEInzPk1weCiks+OtxS49SKnRpJILO/myz4EONUKZz2VTUvJVqYYaNBVZ7qzzu4n
zLHJf3mf6ZrYUhk576e0ts2BX9/vdrEGVNiPciRhTLSlhd8s0MN7M/s0rVFXupdBDW5LSo3wnhsC
ZFcMtgL3M4RsgsZE3MtjIWq0W+sY5DcmjTVW5AAVkmyclBS2lm8L91iOCBy0yi3RWMxN9MXhiC14
9QJy1+PRLc8wEMD8NySEnOGyJwQPpAWddqKEBpGdM8CeLLaqLXanEW1SWLMtjqLKwIn9LndwxC27
HMuvxhud80JH87hbfT68hGREi0pM5F6KkCyb6n3QlOGtJVWAcexqhX5SRN7yYuXuku1yZFlE0lqp
96G2Uqcm0tHBCAVx2DAkke3P17VoCdLJnSr+2tVW/zkYhuG2RLPfoysUaUqY22K+aEtFxZ7aVnnH
oYtbHkyodvgv5qHbH1RQi0fdWBxtUCoV9rFWRJSsorVsrkdQlGVXDHNBsA0TUbzvl7LNSbAL+ntS
ClWQxNAx8HITxcCjwNruU+kuOZaeVRdi4DoPBJkT9OeDh826AIZy0si/GxYhr4feQWii2TlJIrzy
+SYmXNDiTE9H8KagbR7DYQE21msvPwi/MNTbblHpXtCKvY5dgfitrqbmU11MbXVuEO1A856lG15b
3jYzY5USYQpYyxoysSgoNK5eaClHOn8sHWXbvjRTxD1UC6BpPAEcJZy0fHpu2uCpFqG1xJ7XNA2+
r04RXU+6jN6v7UT8XZXLIgDc6RazDw2j+D7EqcA+b6c1XeEbdDORmcVKlHk35JjpjRNHpNKw+vdw
PUx4FusoQCJYdnZ1Vts9SRbSf/H8ys0OfpnmxWEGhcUde8IUZ7eQ7rue6LYHMps4t5+C1pPf0pzK
s1uCVr+PlOqzK5emDtXQtqgB8imjrw2byemQhgMxVWuayfc4OkS4sLoubhE11M/qYClPrjvBtPVY
ThIgmwcwZ+qL0iA7QPSqm8QCJ26TOS0mk4hBdLyd7uIVx0jG0zX5q8xj8dSDHzVRRUKnsjVMShf8
KNr1jU2IdVGFo/tQR9aYvuZ5UeCoWVZuf+6AuV3rJW3Ge3utRXNm1bxSDCPt5nqgBR/GMVL23ACQ
1FO1RzVPAbG9yff3aiXfnJjoWEU7T84WGYOsvnP2NzherwtSKafbEiUX2CE3baHzT46Jc4LaVLa8
c83CAThiqIHSaSVx9CCFP9yMWajVPvNKiycyq5yHaQzT8GwYl0nsYfSRo1Y2EHR3IpXZkkwdE9lF
qx2++H2bzc0QJOQfj1SfoTHicWABVNx1ba+JUoXXQ+R35pblSvtWboGK3kz02UIG5QEfh1olJG3a
QZJWzVhuePa4PEZDaWEZylkHXBuExJ0xTeW39VjaNMZtabykjcnm2w/pKHBiDOZSXreLTxQcqKgP
20YGcU/getHDXYdJ70LMavp5xJ9oJpIzWbAyqm/DgXM0EZO/Rrtqxarvdimczrm2F42ZSzwNNVNJ
1Y020LhHpGIA95pJdG75nKSXVuG5mWKNEzWoq/VhAR3E22+mOzz6NSQ0Qg7RDNlPBu8f8rONYR9w
GS9hbi7AMafhtu/h4h448t3p3u8j5qrD6HoW32RVqTw4q5Xs2oe89EXFk2PN851cPDt97Wq7si4y
OGHNRWR8qH0cLG13P8eTCzGtwXrjc515DVagGmnLWO0cJSz/zGcxpM97ulych7QTNDrhzVPtjQLy
q6skbrLJqXd2xRLJSUwzzrW9G9a6Id6jIgH7Fesf87nwmdTIuWwMKJ299EEpLqamNOU56MwQP5bI
B2GQFpW1WlhBxTJoSeBNWwukvOydPniMDflY79beCuP3qnTBfhyFyl6eRpGRerypqpkDltgv/INh
kK6egc9LhOaZ6K0qaZ08otfOrdUvbkirt0Gm2FZ665njO11xql3Aol1qtRYjpD9PMbGn8WIC+jzN
sgnXtr43PfI+P2/PmqwOl4MddlZ4MUtpEeDoLV6DtRQtYFo9Va2Zx7OwNRPdtkUpt97PrsqsAqF6
bZlHeMd5RmxLXg2VteuWuJ7PeunX8W2VD8tyKetYpZcBQz5OweNEWpXHokDt22bq8pLaFs/FySq7
oXnPckq6R18X/nRTBm7NHj4e2ya6KCR8WmJKex3pd81Qh+0n7bDrul9Ku618yt0WE332fYn5X5Hi
/+AL9MM+9y/K2ou6+/pGprj9gz9UtfFveBCxKUBWBT0DJv2fMkVUtXHAk80aHbOKLcfqX94maBvB
bKGfE0wOAX/TNv4pU4x/4w/YpLpIYth44hv6p1/k7e8LUawm/yOH6HdLth8Wp4SYwxDdrk9JQFTw
ljU+GRUPvTsOu5hX+eS71XiVr7XL0q3t4vA0dFZJKgDBlOeiZ7I/WmG1Z2haul3fieEyxWjrvHe8
J6iLjFkqMnduO7yMtdp7cApv9KSWR6sKvQcXIza9Q0o7nzVeThjFaq9XBmUhoUnNcIsIAT93vwr6
C292YizJTc9v4VpB1R3jhp7sghiRYeNFexVoI6JEEhMDvJCuRzsYh3EXBVpJVmuOLL6V/jbDMNYI
lDUeyj3yodIssqi5HBiHxUi3b5Ihr9AK7muRGkMTxJqRBYzmfSbi63Jup6C9bELCWddmweKtylE4
edKnYtpdVQGIpKl/U3bzfB7V2qWVA69PnGHVCNnQZO0yg3PEQRfKGTZodl6DG0DgjAQg07UkJYwm
EO9xUyKtNcG/D59KuajzfjCE+8yrcuyWbUY5zFDWQpWed14TP3g9YdYkAvM5CZpzTpJLv0DDbDlW
9YI7hAmvyrbRN21rIIuk7JHesTIrdvkC1zyyK4dMpzg3400ZN/xc2s6QI13H/idvTDvuASZC+WAH
FLSLYLVGDzaCk6dVeszIu87jrcOvsB82k5wIXi2iPN53rpGPTpdm/jlx87LPd9jPBNZFXMCeaBKb
VTIoKqKrL2nAaoglaO6HlzbgBlAZD9Gwy7uAtMUxGjVhQBHeJjvDRYnti5AvHf0+H48Njqf2riyD
tfq0jpNDDgqh01PiQxDyvukyWxMGwCrdrfMC0DwrHEV2c7HF1DbKJ0LTWOuXwc1R5xmzOkRySWG/
MDKp9FDRMNj3blfioU7XIp+GaEo/lQI0hGkeJCXxVRGzpMiz4n5MZ5+832gpBVG8IQXPZjAiuNPO
I+6tqUfyqA2GLtY4hu980ZSEYMFYeNenIRsyyiq11AEjwCUxq9S5nCPxGgqvChJ3kdElnCrWMfDB
5bQTdVPgL2yJ8Io647KiaMP4VHqgpUlWzOt7lscW0T4pnKFkMSK+LuwIuLikFJ0XnadAndZc4FlU
r8tD53cY7Ku5GD9HqhmIuelE+DUL+zEmJcrYz4gJl0evqV2MdhHCk82B/ELspe05cifauiquXA08
dD0u2NScoWHGzgI+idaXKc6qQ9JadfttRPckD5OocsyysdVgV0k/rk8ompxrMaXwcaOovHQo5s7R
akaR72uos7heF8tkX6WRPWAH3MGN4gMh8J7A965zDwJJM+HgkwcLSgeMlfuePF+ncKsnq/PX5rCG
E0/bWsTVg72hhwHI601g674gtXlVR6U1y45cBTbrmCzrcDUnlTa8w7nGlGy+vOYp7NL+2xjr2MMp
xTLPqquK9zihKLAn4zknFLSgn1k9GTZZ/KDw2IYhPvI00KcJKALq7+JIevqRrV535ksRieMqTV8c
PffKNWjhIHNTw4cgOoIGV4k9hSL9nc7230L8P9Bc/64QX47zJzX85Bew/YPfC7GIfhOezdPBZh9R
20Y1/sMuICBnEu8iwHo79kMe5n/VYfs3h38S4BXw3RFgK95/1uHot+96mS0B14uQh0f/pA47330j
f6jDMMjRQYeBvSk1oPW+1dUuRTgCDLJmdeaefPuUiQ8A1oazSHhXvKFWMFiwVd1JH2birhuD2SRW
Y7dtMsrOJlDNpKra6bTAYCcaaomMSGVkQqJBVjs9yRYT/Nh0MqlU1sC1HjPH7EBhUnk9FkHR7l3a
XH3iSuZLl+YLxABpb+QnaGEEucBluthWh1MSTZFzhyVAyjAN3Ye2lw3cLhbNxP5/HCOgGBafTdI0
DnQjG8NCVq8TofNO2OpzGE0G0/ums68tSU7nSfdldtWpSjD9CDcDtTBC3VZuuOrzGXI9uV553037
WdcRmn8th0NRLuqdvQ4361BEN6a2rWs3BpbiBjuR30FYVi+psfwUKeYyT3hYea5hSCDj0MTyCfsh
G/h65X/1wDy7AxURy3ve04B5rrVwnA1kOn6Nx9zyD2WqidDLcLb1L6D5zOmxDLAsOyw4ZO7bpVZA
2aEUaRJlS9fcpNZSkyUw4TFMScDQ6macMsbFANiUc8iJT6zEnPWsGDMvu9NZPBpmHW84NUIN8nbo
Wm88zB5QpJeGkT7lHrm6pm21+BxAyAB+dAb3VQMOcWbH+W1J19lgPFYUEBJUcC8dp7wiBnmCcGHW
hT+dOoyrmsjTbABN8yUrhjUh8z4Uz37qzicMl76ftM2N7y2fwGNheVd8jIk3+KxwxYUsu/JDWJTU
I5qqdZenXpkAG9n+YczdOYGYRouInkYdnMW8G8oYQ7eRbmeicrQ63cU4zxEhVLCiP8tr8yuN5XdV
78+vDigHBjW8QzTFmJr+TGsUdRbziKwkVKZKHVNLBWeuDbc2of2uyDgA2oEpQ5eXtB5WfiQ2Q5jV
WgcnVlLNJYSZ8K4Ja4Fio8mupXZYJmyfHNii2f9wHv3Rf//oXSHeMpvhy/KaIxFG/gcZ862tgxgW
aRdlQRoLzBiV5Lkni1up+ijim84Lk+RgE6yBjV3Cl3T7j2ZdbXPpNW4RH1AqknDXQUyF7yDWLjGQ
0F6DIUhfY0Mce2PF+mTFhbh3s4LiklcdrVCY5/Vl5upgrzP9GuTRtTeH9U3Ni3hkrdRgN9ePxT7F
CvtbvPj5XdOsw8cKHK5N3EljmcnmzwsJl3fkU+Vb1rcllViai6i8qQJYSolsvWZM7J4fsSu7jIHc
wHQ/G6sCKk7GAFH9gp7rvKV7bh8j5TWExx/48GbfEKnxUQynOXNHFJHKf19X3fQ8tsFjkSn3tKTl
cO7babHTXbYc2oD9A76iIaTQsb+FGu2cB5MaHqWTWfuinJbLCFuuY9gOxXGx3OkXX/m/+VWDzTkS
TQHfO0KKn5/OeNIZCxyolmvnjh8yvo3DnDfrsR5tF3AzIAyK2sQX70LR+Pun7d+9GciSHBQo4Sav
id98THHcZVG1QFJLUbOd64LFk5N3MRSFpXmIrMm5gc+EmZLqqyO2RcCNNTZ4a1wf2RmsB7uIv8kq
ta7E4lYH1hfuhYGP+As1+1t/TV7biArLh8MGBFMe+436LMq1qeqAhNkyyiknXdnvR8QM96wgqR3r
wkDRg98QxrKMLnJ3OR7k5GESFxbPcdrPJ/ax4hkVJK5zrWvddNLqD040VaeADfLJhOV4lmrXuXMy
mf1hdvCPmq3/55zCNu3kfzZduvr2+ZP+OTgC7sKffZQX/BZsat0/rMH87x2SD4ixSV3izSHzT68l
gUGra6N+h/H0xqDVw2spFNt7QU8WIPr5R80TmMdP7G8QjD+6Jgj03uYT8vM71g0T5NqqcHYmUEN3
yKeCTKwY3GzHgra4xrCANVU+FC9VWC9nVoiWaT8uhfUxxPGPFJU8rb+OuXKIPWrK8lENs/xcxJTI
PaRF51ZKyJ2wLiycNCrY/x/TbdfFSsLUiV1YxRVi1UIf065adYIl0sjYaK2Gqb6bIpbSTS4xJgsc
iJR2LOfXso39R13G+UM+6eJB6imb2N5Y4X0dzhtPbxLNVVWN8wPO4urGmsZlwM5apVd4LQ7BkYIs
SdcLsO5zLGN3yeQv3fPAlAYnj90q7sn+mN5kaC2JtwgAUMcJM+d9Z2ltztZmhHXusLs7xMIsmpG+
rGHN+WNDz7DMxUuqmq/l3BX51t8c+A5dCMYs7wh2q+woZRSMOV3dlOU0M7J3HQasX73MuSl97WcH
C2omQV2yWI6RN4YH3Y5DenSzmlTkaGjJ2SpdKp3toudIoJ1PJBUZ275oykmzX3crUgBKO50TzeEc
01M6g8W2t/WsxMui0ts5qc6HPX8KrCmstt6ljJKEATnlfD/lUX7T9779jlV/TsAhniDYLdRxXrC8
Ia0Fd2rHlmeIUf33qtfLxyiSVXyGUZ4wiYTmwxgb6/lQlTVrrjQd01shsCrc4YmDiawqmpklRuhl
L2as5bLTAbhYAqkL/iGGMrW1q8OqPY3O6H4p66k4s2k0yWtDp/NaYX7xVWVl3l6sXV86u0JbwTc+
r7bad+1oyyRuM/AQ1PjntKyWTpp4rD53S99YmLHnTLnCxDHczjxFJdkpARSeB/ACce4tujvVQ6xM
BsmWmAYjkg+2t7aviMvBiti3D0Q9+0X/AK+6ui/ZrZB+mrsVxpRe0150qx89m2X2SSWGpNOdvp8h
/+ig/P/UeHEL4fjPx+m76g04vP3132dSP/6NrhUjAo5Izs7vnie/n6ubk9oP2SKEaeA77W3FkQPn
/4ZQh7PYhz1D07shyf8QDP7eNf3YSONZt6l18F6JQ5yl3rYqaoDPXeXI0xwr2pwV8dcjXjeFI72P
zeLcTvjeDufTFE3tNb5nsU6K0cCpg+0BvdxqQCgTy3jNa2NJeLi21cib3K0ncp2qkQV1C4a4MeKc
GOYPKvovUT9gCuulU4N3ThwV8DmKCjN3NHr+vaWn6cleWgKDFcLdBR9tV4u9iBsa5MBu7bsBp9Bn
va4+7OAsKvKkp8EwCZtlYi/AzlzC1J0OS2IQ7cyl7+/MSwVlstu7poP3XcQh4g/Vtp1z9H0rKA/D
4NTj0QWgvMASJJdnVQtmvpvHZl0x4+g2xsrSO8Uh5hViYPBLVRz7QinvIWa7fmmGIgth9Hs5/29y
VsgqXXhfsUDmrIv6EUoP1hoiEYBk1kVYS7fYF3Pm3U8ON7mrF5yuGJS7X5hBfJ+BfvpqmTfwQYeH
vuk2QRh+rpCldOh+8RbZzzJuAKtGeAy4YlfVfApkGdzlnJB76YOqDW4W3ti9PQS7oFTQrpw5jE78
YP0LExmQmJ8lW06AMgyfQlyqBLjLm8YY4+e0yuYY45Wx8G4cKzCof2fmoMwMFy7U8uMPb92/mb3+
zfUwEAsFF2WUcb03OsJZ2lPpri3XM/16HHFKfZERNaka6v6LAzL8+z7sP+5W3o56EVYVcDJAlWhI
yDd/M5aOTV9E+NoQ0p1ya4WVzhc4HOUkfMryF7fGAfLmo+RSm58JPT6hV/4bsX7PYjcAyIr21oLs
AVZB/UXNzS9Nhf9yGY4fjCX5r/s90Wj7hH9Q66t5wBw8VeE+tVCDYMfWHjMWQMnff0/ud/ugHx5W
bLTIBIkIWcL3h7uhO/zpOsVsxKxWnJwHCSObuFvjWzi4prO3XEzeoNpH2Ee2/1IK1h44gbjqlY7A
JY43RwokIRR2PsW8FD55OHaGX+Q7MyNTghWAA/1LLmhwktTF/puA4aBxZcJ8M0u0VXaqT4VfW99i
5EjVdZx61nQazRp8EDO0wMM6jDxABYdkl0Lf8t0+QfIDSX0dfCwY5mheq5fMEXRLO+KWlop1Ffwq
mkUNSHxkVV/ez57FGTFMXQHLtHSb+IxEHinutEUw0g6xQWBjd15lXrVfEdYS0StHGBBkrowWlMR+
4gD2dxILm++r98xf2Pdaxt+lRRCWJ0sT73LUTlXXOwfqbHXjrLCJ90Mw5rpiJwxadTnivcOTWFWF
fUhtZ8jZz6iGvGWgkkVeVQCP6uDD0Slv5Ix+6zGoWLbsItgB/megfo3BFBu09iyL+l5f2rWWz8iU
rX5P5poanw3q2i9rbpd3flEgc0mw9lbD7aoLK3+q4izv7rylHacHOw6b/BSpolbXa6GbKelLXZUb
AXUOCJLKsQF1jqKXy3ga1mZqYdWavHhK1SLy960Lf5iIyi5TN+uoLRfPQzMun/1San6VIWrjdxNY
PIZwVdRlR64Y1QkEKYXOSAn/81KUJbq1dJkThHL+BL0/75uviI8K0kXyIY3GE8vO2EvWACKCn0RV
Z1mP1ljG4SOCJEQOSo1ReazVGovN+a0aHvtsrMX9hLLSPMFfSfWhTyOD5Kgq8RlyImuZ3pXtqlMr
AZYt5TOtmRdcoETuCBiGwaY/8l2gXzhlwxw68PFCf3I/uekYWsNZ45iq/YKbZTgTC874C84RxQpZ
XOpNFjQT5bj7kK3V/aADqIF4DRbpnpSrSV+WnoyAxbqxX05IF+LyAppbeIZ8ygvOGlHDA2wMgj6K
QN9EZ/00RnYyWJZH9DG/Nzs3vRJP0Xbr6J6auKhfFpdncr+OxZwm4xBrs7dn6OLwNlIpD6oY0Ujm
89LQ086dHC6igQ3QoWxAXw8CeHlOAhnB31lkemVr1DEH4/mKDRa3Gh+GqHfg/c6C5OY8bMQeV32I
45bUoOKj5bgZ8UIeJGGjF9A0FTcLvNAsg14cNBBfrmB5GPLOWCkup8xt/Msc+xRig5HNfVSEXpCF
2aFG2UP0yptj26owOA8qevAkhBtpX7Ce9khGDi0L3Bs49totpjh9Nw1jh91+ZlzrVHujPcH8tPVN
PxFyw3nU1ORIVzJ9EBP3u4PJQnGJqDNVsXPG3KvW60V0TWmh74y9il95Dfhy+c3LkOuMkMhIZlz1
jbGwhk8q0yk3PhGehl39KlbWdmcwQwI3bS9wLmjZ2e9HXZYg05Fq+70Vrk0lztSspZP+ClJ6UwMQ
xAtgNx+PRUoNbgZvGgmOkEHDvEFAbaBEadhWhRQ3eMS0xWEkTKB5MpU1r+duoBt1Zlup+3HgNYmv
dN1Ow1VbYGdx1mpjRztG2SVGdYuE8fHvS8ib0ss4BtwcoT53qIh4Qb9BlJYJr4jIUxmld+QKBlZ5
bOxqj53Cr9yIv5uj/VSsuJYXUhC3Qk8T/qZY0U02HAxhhlhg0kdWsxW06XneC7f2nxak/e8b2EH8
mZveyMiyDzU7CLYqWXP+9zf9pr/ZbpohdRsios3R0Htz0wiTe2/YeHmuWMLgRKlJPwvOQxLvpR3G
V1Enxa8cLf76NGzBhr7t08oF0Xc77R87ghywXFhCkBDezst+0Jyupan/oT/H9sxhkIBJHy2Vz4zy
ppOa4FFkzQRptZ43G088Tc+mGH7T339+f70Xgd0ln9zmnR1+XzX+eC9tTd9TVmoBJh9stMvCPZ+t
Pvzy91fZuswfHxdvs3NmVHOIWIGN8/bR9Hp3hmFRgj+1ZXjw41bglVY6x7iOqRBRavYo5dXvb+1/
Z+//wVfih8//L9SsO1IQup8Wwtvf/2P4dn9j7GbiZfEa4TOzGZz+MXzbv20pcvjpAF76vNg8Kv8a
xiGgMIwzTRF8wHv/f8O4K37DPHubLzDk2VbM/2gj/OZp3GL6tiuDq7Ld4DpvnvlQcIo6jez3fdeI
ayes8gtlu3c/fBj/ZiT6y0V4cwni5QTDCdTBEennRntk3LTI5er2mx3xhY8Q8NS2i/xnBxOGl/z4
bTsAYY09yFvDyzzqrZqTq9ujF7YvgWgfMs7no5os+ibbcn4Hmv7j3LVVoB/esN8vxyqfjw6LG6Ku
fr6pXig5mgGgj/S3di8X9EqG0W8Hp5Ykb2dRFzidRAlN9a8SKTeY+a9X5t3m5WaX/9bBth6kvdB2
cOVyKq/yNo0JMuoIbB+8CcufCdm878GDEct57vfLL0rzm6L3/b5DLo3NrAiYobyf73taHCwzSq4e
t6h25hkeOLhKj032kP4CTvjrpSDGco1ge863Z+jnSym8OcsJl6Y9EkpAC5s+qo37budDYN3//SMK
KPCXTxXFL2Y1PIgo2XGj+/liFbNF3ysAphKu+Lxr67HCnTBM75WTBfpAM9h9jICLe5Acz1G7BR3J
eemP1ceylaj5/Ay9bY4cFML3JJ9YJmQEvi+FesU/yUuM1uGzaYsa6ZLBx5wdZu5GFM3OQzLZ1Exi
u7Xp++eFVIMPAt7bR8vJ1IMM2GgRnbmOzk7KYcstLHshSSrKXP+QCTPXxyjtSI3Da/Iqi3wld8Eq
hysmzUAnYmzhZTlwkp98ivoXuXajOEA9Lnv+1KVqT5kbv5paxdYuaPsFML7tCRnJdCAvw5zY22aK
o+s491Kk0F38BI1TvoZ1yqM+lo3+CmjVOudz3mMONgxl9QjwvJbEvmrEMWRGPSoA34fFX8Rj1tXs
9LUMDDN36K6Q66nrLznu5F/cBWhqX/lz7tDrVvmNCmZrgQ0ZIuAh+JSUoJShZdz7JAYQjyt9MySe
gfKIHqUf9v4Q0NSKYEXdbMOJ/kT2zwjcF2TwG/05sC7HmKlqr5th+dIEOv1mh1Z7PRV5i0V412bP
hDepB3smNCjxOj94WAdvpuMlBvlrpGZAemAv+3rOLdS8+bIehtBOK8Q00E3XNcvewTG3L6rGFSPs
O8uCQ91FTP40uRANZ1iOJOF5w3zEP4M9zVI7SCcneIKj71mntiqDG8eDAJ5UcR5/hVfe3yl7o5Db
ENERW5cdaCjiauja6J3HXdas+ZNkmQJzrxlkzLqXRTRRVIjnmqYQyGha418WHrLyo4MFAinFujHv
3B7fj8PkwN23VequpywQ9T6VLYaZkHiK04A99lf8mjRkimUdSPRwSraiyxyY1ynq6qdyzv+XvTPb
rRtJs/WrNPqeCc4D0GjgbO5R82jZuiHkQRyDDM4MPn1/lLO6rC0fqVy35yQKCRtZUmxyB4MR/7/W
t9RTSzP8QdObuULjMOMnYmXGEjgZ0v3sO7W52DGqoQ8zbzAfOHwXoSWNQmzTqnPx1zf+Lk7S4Wvv
d9ZNo8t2nVbz8Nx1LXrBEZAHBo5SvzZ740O23HHdhxWM/GyWbSqUBPpSOnv9pIOTqayO+io8TWQm
oFFq5eOhvC9jE2E7qWhY5CAzrLXeBbVyK+tvo3WKii6sgwsnOJvE5ZjVaxpSdD4o1sDY3k5tsXtZ
kP7/Xuo/SbD9ZW1+s5e6SL89NU9x//RqP7X8zM/9lOabf7HkoePVF1w8aZ18fz83VJrv/QVFFOA1
Ajf4dijm/ndHZZC7QyQYeRmmtUR2LqDivzV2BvswhOl0dDltGpytnD9pE79+aTGllkMKuRgBGzdE
Ud7RvsCDmBHYRd1uKWLUFKQc59az525rRWX+ASVx+VX/3Ai8DAWobkFZ0uNG+XF0Jqzop7Fm4X5D
aHOoRXedyZxSmXln4/6mmrD/5Xv4zTbu7XDcck4Ty7F3STc5eh3nUvcVgudm6/bWnR35G8uYsZQa
rE6lKs7njNLA+yO+vZdLwRn9lGsurVX/aMShaR1CgBkxsZ0iHNt6Mw14w4oyWL0/0Isg6vWt5Ejm
oxc3mAn8+2hX48gKca2vmm0dR+3eaoA/oqenOzXAJzqpjIQoL6/t7hxFAacsh0Oixlt+0yM99M9C
uTsctK258gBg41JuLnU7khvXjA4lKX037BLqD3jyR+kXyzRzQf6Dg17mGHfoaBXLkEQYRRAX20zr
zonIPlMC2VEcqDOBzGdI9GE9OHSfxGCUm3lsx837t+wF+fnqli0fACUGDxvoQmC3r5fRKQYPUBUw
iDKcfVQHOZCfVjZOoWDq1qlHVzkJ4kOAhdTv8QAL78yMgpMpdp50fTytUE6GnT5/Mytj/ODbXC79
6JOhssVz4hgUkRDbvv5kqZ+Qh+AJwS4rd/rNHLlVDHHJaQ9dX+qhW8l5IyzwOqvRpOq3xuhhfdR1
eglX+fVDvOCMaSywqNCUsY9PVtmM1C9Ng3QrRmyWWqacx1kpJ4GG4+kHzZwLnPXNnF+VaSG+aFFz
F43zvI7A6ZSr0hyHzSBn7hsb1ht+TJ7ozqxvORbaW3Sud9iyI7K24jT0eULWgazuqrk6KCfOP0/R
1hws/456dqKxbRrtdDMJE65KoWEy3mQqS+WmCrS5PzOr2rCxWw76V1d23nCD7NL46pdFdlFGVY2H
QGnBlwVG8tDyzwMh5PpXNVejvCA6Cih1aXnsASZCSK7YeggTLUGkti2IvN3QN0IxftuujUovTx0h
ygtvVKJB3N4OP9KZBITViMCkBmTW5E+t1kWfaFioA8tQbm1qPBS7sivUNi9rbUcAeTU9tL0ysh0C
R+WeOO4Q7CY7A/PlNgCjPHZ2F34rqs2Qa/KHYLA7i7QKl3hvvzhLanQLElXNs6mmDKu44UcXRdtV
DypumzOZc7Zc2VLVqF5VzfMMw2qodkVfFWdW43XPiTmqvatVwQP+wQiQ46SJz6XnRhflHIycnztk
vkZhHooOog7CaXtgx2mRf4yEGGxc4wTOSQLACbiJXal9SceU5NJ0oKTuALohyCXg9Lqq3WDcJeY0
9Dtskba5gYOInZ+Sz1kwt3nBQcNsv0r8fpdx70h1SGQJkigDh2Nv/Ba4/aaZ3BkZN94dQFa5NVZr
YetZdyJqvTkEtKa4SMfP4SD0Y1erQ904Rn6QvE7WEdAvJ6yS1NtiEMXXUMuanWWdg7GEbbTQ9BTS
1/Vg5dYpBWzUumXjGoCKrO7ejp2MfbfVTk+mvWQRGxn9lJOFzeNuBqwf8fncxhBO9SyD15Hn2XWU
2zIIeyW0uxjMao7huJvWJU5ea9Png5Z+xQnbpciu8OVshSfNahs1nnM9aSpKDn7cjxdVmxbPjafs
H34HSJ9P+yIO8tL9DBzvvHb87pwblz03wyA3jvKvIjVOcAfie1IAzvNEeN/ngN0eSS73XinyU60I
enTqPjlsOlX0kNaOfRlJkobLoqSfP9fFdgQ0RW5j5F6rYEgOBkZnKA8B6nI7sfaz1KcQA092mnjm
sCKJGKK/NaANsrFnZGZWbBJUkPcgC3GRZeUDArI4NC1VgGtw05A8ZEIdBu+rDgdza07phCxRReFs
QOxrm07DyuVzYsj8EfogZDYeVvsa28iJb0msZXZt7CGEoHhMm+aQLYbnymnMVWUZFyAMrI1m9pfK
6M8Ms5InIgi2cSamQ6Y3AK/AKuxnw7/VvNxfmW0LIU6DmF4W2qXO/nkFOSDZTG3H2a/3xKGrfHle
TCm1aRip+coM+s+miwy6rM0rc8yeM2ozByMFbOZEmnOn6YY8ZHOQntJn+1rH83iul9b8PGVGei9Y
Nz83nkgODZrR9dCV13FSuCtsMazkogkW5zCSt5Z7spZe15xwYnR3Y9Y3uxZ2OA+uzSNWDv18PRH9
K9eSxK90TWsMcoFubcmbw3SeyHUrqyBYOW4Cik7PBbs2E/BUI42bMU0d5Gr+GNyZXm2vy7E8KXOj
I0U2pmc266LBlaclN7RpQ2ADX0iUttkaVeWp6+ReGaKjch7q3MgvoqzPT1MX7hlBWvXJkHQ9DGhT
rDSwbgdLjWdyjFFJV0V6UYr0ekyNKVu5MzvIjbSbhidajheQB/rnBMnMydSlLcfCkVzobJIPfWMF
EYyEOdu5nLHWTVwcILHFoRN03jaW7ffMll7om019aQALKmHs6dqurhLASDH3mqz5DOPwrJpi741s
K2jPNSmMy08T+DgUudN8Zk9ucF2KQJ0Yblevy8DOTrzMsz4lLBa7OK7MHRZD8wwTohfiwPiW09K6
HA0fnAIi3wu7nW9AVcZ7qAOUBSq3X9FSmy1kwHZ6VpfsVGK8qo9ilupzYXXlSYH056vbdNNjUfjz
hkJcRs9Dq6yzrisFL0/62WtfFmonMYFf1RW7wixLu7tF3QLhIRov/QLLACK6bDPUtUEyV6wOYxKg
9DF1OHbA3oY9oj5n201g84xstmhsJl/Qlls7MGkz1ExEcRe8ku1vOFirFQzd+kznbL7xUxPK0RTx
+2Gk7dKUpptt1V8HoumGan7KJfQQ+CRFKLmEauVHX1uWp40vyhsyU+adXgB66c2wwCP2hAgz28WY
8sMMbuhBNvHGGNLmak7cS5mMt2U7mae1NL/Flt+sB/Qlm6TMnLUOcXQbG2CeNGLy6kF6MHdwIQqt
/qrQVl42ZFkfcLSt8caf2Kn3LTVURGMSUiQhH7RR3LEMuZ2PQiXJFSyuMZSy036YXgbgxlmB9OxC
6SfFRhq82zSoST/cWhoHdC3JNg3gAPZNAYcCS24PgRGdTQxkEYd4lTcrXbJQFbbbg+pBTBUFxldl
1v1TYiaYYJXTThfQHwPoocx1pBKN/ZndhnuBGYFy2GDyyOynPkMqq3U10fD+AJArj8PGb627ofD7
OvSD/ipCdCA3SU50SVG5wWUT09rt+dC3BVFsj0GjpZcY03OcTlWVpqcYj42zUSXBFxL/CEICEgE9
r9NgIvAkpIciseB7FVpZ/8gdnykUJE73eVZGcm1o47SDhxiTISBKFkXARrgWmb5RGaa4BjEdzV3n
r9Xk1+wlUos9XSqp46zMxPcM6mJB3oRmTm54iEwUgmniVFfIeHt9VQqqK5GL1nYtncms9zPitxow
UJreQeLAFGW0Y1ZB8XCzTxYh6O0q8Zv2ue37Sa5G9DgQ9nIfUlbjtPKO5j97vaQpHqsaY4AzF6xC
UjPOyKKyL9IaxMcJ2XVedAJ2a2p3WKCdc99Ps+9u4RfxJg4S69DCbjsTCPz3Mra7m0AJn6eQ9/ND
xhoQtpBKblGobixhT6cysak2unpXsmTpEXy7CXaciMbTFhj2fiSk/Dwl1f1rTgxNka0IDggelRz9
54JiFUnH03w9enG0L5G2GWvZ1tYOO6MB5o3aPsibRajb5IQ3rYpyTh0qkHO88QncvMrM2B1u0sBX
0DtTXfAKdFGnep3Fr20zGM09XWOsWwK8B7scGfYmi0zVZWAuPT+bdrosp88GKKtzve6dBJ0a1VZr
1WQJm9rEwsNyj5h1+uZxtPohe1/dGvmATKArZHPwDcTWQG/jXK7NRte/pi3CPAQ/enVbY+1KrgZ8
zUWI3U5hIMMYvqpUFfBdRqq6gbSRxztVV9pFV6OVDrFYFxusGuXGNJL2M3ELwWfYzTLZUL8Qa7cr
hmuDM8JJCkP8pkQwuSsgl5x5QIsfWr9hswTct85Wug6+Wirlw9Ose3C7Wjyj4an1oKoONiBnm33n
jMsBXtfgfoJVykYMie45TVgdn3oHtsoPFloJX222FbAwo4uhSlREaJ7TyB+s8A1Or9QyhL+zJFjk
Ox2rXfGpc7TsoIaEHUEwBZRDC5AZn/JMxFeo5QGoeO6U39QmIYNQYbNuP9bWEAo0PtwImDZaPNDN
yLooh0ZkJrvBxOc/NGTdrawicE5jorpxHJZDfTtjZvySdZ1AvTWm3rMJ5nefq35f64pTyKS395Pg
hYORbX7oUpnuzbEQPcLDbt6ZfpkA7A6qgzu20UZOk7lPNFxPbB6Sc/oqqKQgKKzisqm3EaSVMIi8
+rsZCdiU0RCXPDK9fjcnXv+zbfZHJcC7SvC//1p+5hs8kyaNk+4FvPDPv/1raufdj2oJaG+Pf9Wr
3wzT4e9Pt5TlXv0F2nAKS7v/0aibH21f/PwU8Y9q+X/+q//x76T4OyVJiv9W9Zjp+W2g+16lb5Nn
8ksp4k2B8Pap/57+x/9pnr6mr2qELz/2d8/V+YvihOtRADSXs/crGgYdTySTL8W5n5yMfxhJzL8M
ZF4eFWE0jpQDKaf9o0LoAsqA+E9Nb1ElBn8Ew/gZmfPP0oCHmofeLjGolk/ug0+n/nV9IlZeDHDG
hmNfG5W2i2LIuimcbRznnGpOIOegrmh4CYYm76RxZVid+jQj8zMOA+2HIGQN4LAjDHUbI9C3tqbd
ZXsssdnOTDgeYodNkIJ4I9i0NIhrTJ8x5qaMBWaFADX+7pRxfaBfel/OaPwan7O5gQdEhy8XNQ9p
Ri/ALFPte0Tn8wZYqLEdnSkLudFfkAhmFHO6bBX4/Yh2jK3bsmHJ46fJLNwvKua9z8mxuKGrU0KV
7PL8kMc21GRq53zuoF1RnkdYxW7RecaxD6egaIZxXfelfeXAwg8trbVDGVnjNT437P15H3spVKlq
2LX20FurIUhsYubYBwKt70CHgsMQZD7UYrZPoxaT/UmeF4Bx/KTJbnmmzAEi+6Tk2mujvDtHq5nu
KkQS5xlx3qxeped81tGlT/cmiQHlYWatPvXYYP6IEhd8b1LoAJZ8kjuJ1KyLe7BEKf0Dgzfkrchi
cHZ7qFVR/i2vq5w+FAkNfSE+4SbhXLiOxki49c73Zzu6G2ZfxbwqJG2zZGMPQ18Pz2MyUc7LVthn
ZAsLjlpAZGg/jKDS+iuTGjIOSL6w2Aw20Ef6qtHWgvaS1M8nwSFehGz+0/giRTFYJWD/YG8BIYhN
F2ubTd2gDIxzcAhsJmaKMjC7ejvipFkSujjSZuMDM4POaV62zWGs+8ANByer/DN/bk3w0+4wRBty
HdyHCFa9tmpdvx7W9TzFLR1gP3jqwf0aq4qj76nXDE53JgvSGfzV1JRNvyX6SujbYepJfSgQdIZ9
b5nFOSxue7hxbTEwtYTl2l8cByelM0cC2mnfDMFDEOT+nU/X9MKFHtVv9aTLr3lx+MMNPc3SOYyR
hIUPI8/9FM1B9j3hEGlf1tUgHyeVl+kOcgXCtykt4rDG0zKGhLo7Vz47qDzspSYAONQiT+7b0csV
FSsfF+noleM3t3HYaeaIBxEEFZ7/ra0TYg8oPnTJaWRO8xhiL6eHx4uuDU5I05vxRjm0fxOjjU9n
c5RgwxAvFlSJOCxsmpJ625qzBOeSxBim/SDxD8zU2QMqeqq5lqI37x0HrSMVmFp9KXuoNmtg+gnb
BOKXtgObE8oLfmec4DtU6PkmHwmrM1h3daqiNsQyH9xnyQzRpq4Up+dK4SIaNRmj643HGrJjDGjs
SfdRqG3ID44BfHgA306SLK/bfYtpn8AESFnkK8YQoqHc6PV6mrV8vsNgiruhUsxFON1UDS+BpPXd
SleW972ZysINNZxU8docG3nX43brDhJ8xQxFQCRqnYCXEbBcXNIXDIJEEB8Hgdh0JGGPK2m4yZPM
hb2nHJxcep4x2FtRksGDgCJT6J8DW2vD0WCjFEa8709jydZzlXmp/WN2pXUlzck8CZyRmn0V19mz
5096vx2LqphXXWCqPvTmRAcnpxVpdQI9V65VrDfuemo9sRd6T26HquLyE8JZ8/OMVJJcFML1HtDD
O18mo+9ArzUuvEOjVGO9kk7U9kwVLyfDANxfhz8lpiRiTa4F3yy1sfnWdh/TgZURiWZxfUmpLHjQ
WFjZrCOl97dJZ4tD5UmqxH5tdFEoFqXuSoxBQARVVi814glFrdjS3QGMaKaUnkIVUbvZonCt1uXQ
oZQ/BQ4ZewezDqo2WWkvRvkW7XzZrYYyYvrsrB6GmLtOSSSNtmjCkxnsgtCpOqYLxwZSq0+5YQw1
9ovumazcDLJSjLCMJCTwPuOjQGWySc3aoizVm3qr+cNaZJXMoMWQzqlF8orKgZXbw6p2RD1QOhlr
7mnLQzKC1b0Ag1OU4FT1kmLaXd2Y7UIytLVEQyht9D5xb7TaxXp64SOVL6yk2nLqJkfEotXAfngt
GmelXk6mTpSqwe/dJPGADnir7LZcsewQp2s6wlNgAfNYTDvA1CRsgFHqI29Yx0SC9P0GqKA1ngon
iWoin62cXeiVZs8RpANpB6IGpmlo3xx08dQpKMvUZ3bGF4qn0Xh0RmoLt4reRosOoVfBOiaK4jat
A68KsRZj1xyFo9xQZ3fYXGfYRfuzyLK9cZ856PT3ztS2z9gX2zttCrpp0+Hgj/mAUvxIREL/jEyV
tgvpq9UqrIjfekShncx3MPYESRGFgMYeU+kt1wIRiHdp5lYqT2PbbGAvTTpcn1hiCFj5C6eZr6Cg
4xX6Wmt2u7rlw7PrTkXrrlvhD87ngXQG0DqqcefuskNhsiD8Y/yXMoNZuvXo16e4DeqSukicsRxb
ZkL33pqVK84SvY8PKl2krqPooTQgrYFYuNPpZ9gX+Bom82rWS2GFE2b9fFtPpEBcZ1MM5sNMB/Mx
bqF7A/GYqf1ajZ+1FyMWw70/Kv+y44qCT8jiK59FBRLiRQEYwj4p9IE3VN7k2gBlm2ZuednlBuYu
f9SdS7308hrabAdjmjpKob61RhRXoU955UtRazFI3n6KL5xBU7eOjIg6SWyWTSimCXxR2wSWZ6wM
szcfjbRJ5LLo2NUjdNL0c2F0aQz3MuckRXTI7B6EFtfpNWzC8tZQuEw/adnkKZ24obwwT1g5UOoX
tUuQThgbQfNsV1zUp4oCULCpMjEk6xabqoMPq/fb6LQpPFvfZXIs5i2cZFgnXdSirgpTnoiUxkAN
SvAktvXsGw5WV26AR0ENTZiL6moQUxI/9vBHHzNsLFTVMpcPmmEC4zstSALeVGx504Oyhta5i0vN
kQImpdMJGPoZCSdi6qet7IAvnPWgEecbw59j4y5VAKc2c10FHmyzoDYfSzOBbyCUU15B1fQes8LW
6cu2uWnteiImrFVpmLLZ0FjDZrEgRnJu2zxSA+OMSDmmz3QHHHzdFs5WUb4Z9gn0Nytc4iHAmuqx
omaUWcVnPAZscERCWWJHhXNODjBMFeYIV/IqcGcvE96qGDou0aoXsYbTBg3ZErFD2FSqKXvLvis5
N6bRfCiLKbs0oZfd+fBdFFRxgg43XY3XJ2zdgV14Z/AK1iv2w22i0LO5/oD5pi4o6q0R9zUPetBJ
GdpJ3wOrXXJdNsUM0eYyd2SXXxqGw5m+z8tgP6eQ8k8UuP6QGJeJtDpMcScRrsGniGyyIcQU5z/S
aCZqWzBp3FsSqkROMc/DlU0xo4daxwbf7WS8j3oNNVbW2+1zpTvTvewHYzegtE72hSnkzcyjqraW
apmiqUdVzeUSDrE5FJshSvXrCBPFJWkS7XcvSTlqG3pK0XHZO4ZwMHWHWW/ZXUhwC/NFG0m2WIGa
1VkikIQFqzYYSYUBLDHHHo7HKHa3aCLt0xnlmU5uE/2P7yIXtbMFfhZB6rUThzetEG1wqAfL/Vxp
eXZadYPVrmKQcl2Yz5UPCD7XpyenqZVNUb9G1NSxX0yobxWUN4BbNd4ZJufkXDMi7EdVS3MKTY6g
JFFWvXfFLj14wlZUQfXtmBIduWUt1Zae58XKEMWt2eUOd8lMrNR+7hJ15Q4LX0iBrt9j2+uZ/AuL
dUPvAHKonnH8F6C1IH9hQyHtsDI8TPfO2Fcn3dQbYjOC6KsA97Owf9Ctfi2rQNq73GFsdYRAw28k
IPL1aTC3jcl0ME+FhNPyrORsJZ4nZ7HBcyjgM3eIACb0uYQF7X45N/9G0PG6T87IgEIctCME2umY
CxbH769S9IqQHSqD0Lenqcgh2MxOfJuVERJICjirRLgl3Uz2yFdW2lV7uKhgeN7/BEfK4OUTELQC
n4YkbNQE9vLff7H68ZquiZxhiZZCjy5aTdjbqFXt8/ujHJsnXi7UAnr0gifR32g752I5Bo0g+Z0J
jeXaq1tB/c9NA2BpY6WtAuJVKPPME3eBXRwLilG7FMUSJPZ3uO0T+YGI9u11295y9PdRcaA6Oebz
dBlt9MJOK7Ajlr2lo5Lty0jF1+9f9+9GsVCYL5MKlcbxKDkRZ4OXcHpwSDM5cDCy2eJE5QdKlNci
nWUWIUEifYOyCbwcTz8SzjqTz7ExoxtHGGJrs4ATq8ippVb3maIv9MGcfXtNHpRCVPQGNRo87Uej
WT4VAhq8JRuygEdE4cDc6JEc2g9m5pHNhavyEZdBhPYdZPbWscgaSXPP645nI4KbkW0r0sjkilYi
6lJLlpscf+hHAvblo/9aFmJID+EYUp7AXbIljx6GAHQcr1ZolSBG2+cmda0rJ0mGUz3p3Tt9HsU3
XjdTqNMsyD+Yj2++Qy4VZZzHxTrwjl60Pr88h5Wry8BVNnWEvEDhHOOEpVTUCuDAQNrMx/fn5ZF2
6WXJQ6pvc1eh2mE6OPIQmTKVIqU1uHRMeO10wcSLISuUuncGwTaL8b3riM7IJzLuonLnNF50kco8
/fz+B3nzJaNfZ/Ez4M6YgWcuBoxflx/V6plpaY4Isw5ZOPmMM0cIo2EvFep1DpIZ6ciHM+s3673L
amuZxrIg4R54PWgaYczL/ZHFqHOcT6LCemmEaRY4EG9LfYh3QezPkPjzJojFB4H1b75nmts6rgEM
8exv3qw7UJmWM3AiSMjCnouiCI16qvntc5zYHGH+6O5aC1hlUdLDNXYZLjh6sanW7fXJJqmi4Hx6
2iNkyMlVdr8ULcgXwkB52b0/4NHasAzIK4QFj4IvV3g8oAyyLjFhAocV0T37PnOGdfHxqno0adB0
mp7H23opB0NxfLPeEQKZyECDOpoLuWkCGlWz3SZeWI1mtnf16aPX19GE+TngMhyTlYCA4yXPFVAa
h0jCSIwt87HgwPowsQRRMXEgWFEHSpCUpx+sf0czhUHxwXHiMDDGs0M4XhHQPzfIvBfXszZ+R0Wk
wqDqvxemO33wpf1mIAd1J1Uu6Aw22tzXj0OiUkOaTRaHisdihb1Ugd9FgZ2Z+Z9aVxYjyZIjjcPD
g9FwbPAb9VHpKYcAuHGSXIblogq2p+tg+dP7U/ENCYOx8FXxcsdWgW7h2PNURK6TkeWYhNLiigxi
K30KnmM3nGdkxWUn0ezF11bVRhez4Ki1wg3QkQEyiTnaDXbhFuc4sGHLv/+x3t7sBSJkkz6uI5J2
3aObXXbEPmZtSol45liHrolwFL/PNsHypz8fymLmcETmVf3mZpM1mCzqkSQ06uHe68f7QfT3On/+
82HYQvLuIi7ewJL6evoQwGlLQAxx2BkZggujKDZ25kMu7Jri37h56MYRnlvMVCbR66HSXifpOQdM
NbbkkCTpHF3AHSFCZ/nT+1f19pG3gZktjDEQIphSj4aiwFLkDexT4sWibE+1mecbMeB8IIgtAzVn
xecO4Jpv7496dB7gmWcTzssBSxkTBCj86wsEEqZFmUXAECscrWmds+bF6PT9ZdB2zNMkGR/ILcL1
5NPOgXogPtiv/mZ2esxPnw06HVV2rK/H57BMpi1ZMbz/B2leeXphPlbFsjcQruADvX+1b0fjUrEM
GrDckFEfnz2EKGQPmYdMukbda0Kj8O129//CWvB2IFp9HjsrzAq8BRfm0q+7DCPDbzskikLnPL08
CTTO/q0nAcIdnMplU0wS7/Hd62Q1pQuQjYRQYn1TvqNP9dQPtK3405/eOpfdMenuzBWu63iijAhc
YsuQ3LoWFRhXI/T05N95tpkImFLZjy4GAO/oxhWOw1m4pk/q20l1Sr31u7Ds8hRF6/f3r+fNxsHF
DsQ+kL03pyVOQ6+/IYeEsybrKHdktkGWrTMO64+v5jeDoEqHk8le2387SOcJlVaA6wkqL8tb20na
Z54oe/vHl+IvZ2kE+SxR0EBfX4oYq5pOEClP+WDF17xfytO66z86Wb6d0t5yv0xs+RYLxbEVhP1t
ChSuQ3VYuaa1trm2YQdine1zAID3IxzEb4fDP41Rma0I2J7XFxWptow8RanUrEZ1X2BQO9SKgkHh
etPm/fv3u6Ew8LCT5EjrvHlYSW5E5hWxKsBkj9DbBml1quccn6t6SW58f7A3U4IiANRV8OwW5qQ3
Jz6UowG2uoC49YjIMo1K0EZPmHx/OAq7RhsxBAsD88EBIf5q/dEIiBwIoCUfbZluLRXXtVT+H984
RuGmLY5oXse8s16P0sts0NwmJ16Mo/O47xcaCmdl4d2wl7Q/sr+82YQzGiIOFiE2/Gwdj57Yqbda
3yX8mX5Gnn4iFg/tgm7VN8pANUTUdfwBPfbNN8V4wITQk/CmYF93NB5adb+mpR4QIkpJWXPh906B
n+3/+JtiHOJWmA269WbPFHG0IeWTPL+EyCt1qouJ46AfTbWK/3Tm8UVRsPHZn1G9cfQj9xDJ4/j9
U2BUpqh7IJsTsmd05CJoPhjoxWzzS1XDWqbEsjMjwBx1Df9+PS/aeByJN+TZLZa1ewjy6TyNIvOr
QI1wJluLWMdxlNWlDGh2AvmwChBcRNbtFFmyBDonOcHlNEjgj5awNk91RXYM+oaWWnYngIF7qr/o
u8F5dDDEgZ5MivbCM8T8KQkI7NxRflT3rt3BN6+jnkaUV2PwpHFrp3DR2eJAzXM4/CdE3MWHvKXT
sKd/+VBHo5WdiMiJv7RONyVYajhl3U/whS6oqRO9SPMGjLFD9MP9OEs/vmg7AQ+fNqB1VQOpntct
goazYDJe0sLjiLSbynKpK/tm8GMeJtLgWctJ5Y0bdyKrU1X+BdJu4zEDmkTbyusp//7pDINWQyij
SQVtqcMczeO2wC+QoYQkZ5Y9bJtrJY2nD+fx26fTf3mX0l3Ea4mH//V3jpGJ5DST14PtV5STrGLC
IBP07CFHLbowlJwPf3ZZ4AY5aCGqWoydODyPBqyasaBEhPi26vP2eQrgEhXl8BGP4HgRYBQWUqqc
VMioWR8jAjJfw8uO3GNFSgdb8ZRt1uxo4vb9azl+AzEKZrqACiALASW5o+U6KlKzbxMgrUPZV6dw
wmIJrSziBCAw9n9w0PjNJXFC4wFl689G+Hi7kGfkf1VVr636USN5RvBaiGlc/lwE/tYK/t1p+BkI
9b+6xKO//vf/k0pGk/v9f0e23pdp9+P7i5TxPzYibZ66H+2vrmdz+fG/FY0oEKGW89IDRMcrz6JX
8zdFxviLfR6Vavb8S5jXkjjyT4oMxWQSABw2zzz2Br/uH7ki5l+EkbAsU/b1sCgS/XWU5/Vevtfx
lMWMvZQzqaxQ/6eAfDRlEQnhdqS0svbBie1S+rkrkv2aQzd9+OI6PqMuQ1ElIgKHVwlr2VHPyrfG
1JINgHZ6Sk24yNweSUCqYNjp6ZlB6OSqHkispudnLaCC6uqXL+g3LbPfXCl0Gf7xeK9RRjoantxe
QdK5AnCKUHSjIVcmwDax1lYj/Q/enMtN+/XFyZUyFLsbhmE78MKz/6Umb9GEM01tstdwvLe2mO9G
t3BCRDeI+Lw2xY4FR68z0y/vX+HxivAyLEU/j2+SG/2SIPPLsM3QaE4hNK6QHOWViAJti1Lio9bj
8RtiGQXw0ELq0TmyLlrbX8/EiAXc2Y/IDdW1JD1TU1E+aozLtBH2mZ7n/bf3r+q4Bchjgb7B0CkL
L5wjDmCvBwwkidP96IEYJmImNBA+HLQMD1s4R2YFM4gNF4JwklG3vWm6zwA2H1O06ASCGfL+g8+y
bHmOvlk+C5UOw+XYCUDz9WdpU8ULJokxHuNFXOHvxi2SXqIRBcMxRCGWEcQ/UXvu8JnJfzVWrNHu
Y5yRmazpeF7e/zi/mdKvPo35+tP4otVTxHXW2tHMhQXaPulRrJ/o7LCSD6b0b+YWlnNebxQFeUsf
N5w7UolRVDXL04M+ABrObSFb88/6kT+/ae7Kcp53aD0stbVfJnDh4WgsS06lAU/qCftsFEheluxB
Hv+dRYnYHmH7v7YavIi4/zHU0aQiWt6f3My21sgxYKN7SbDyennexe0fsul+XhSk2qXmQpfVPtqv
A5mkx8CKtJbgpdHy6PXpaPX+H08F8Fk8HaxrbNo5/b6+dcBIO5yCfoVF09IPpZjVATGTOEQ9EdB/
Outo/jH5yaukOGwcB1GBoGRzbntyLUbRfUJDre1nX5ifSORo/vDsthC6OCLaS+GfevzxWtP1nKma
QEfvOcLNTKpmWLmEKmzev6Djki2/mN8PD+Hl1cC74fW9Uy7oR6tCVcor3PjhtlZ21s7uotVv9d1I
ZufXzByi/fuDvn12Xw+6rDS/zPV+8mrhRQQ+uJHho1yth9DNdK9bgYZwd++P9fbhXb4qqphMQ5oa
y97k17Eqsh5th0gqvjH4Rd0UgAW1u+gDpsnbFwM1UipwzD6gEqgKXo9iGX4BA9hp16UBss1qpbeH
4INKaBTcRkNzPtgA/+ZrcxbECAf7l47e0VrskK2I288gN6etTVhGkA3CyJsIwwpKdVJnbr8J0BB+
sBD+5nsDzrjcRFQ31hsVg1fhMA0Ezuw8sLCDlY04Kaqm+x/mzqM7bixN03+ldr1p1IE3m1nAhCcZ
9BQ3OJQhvPf49fNAWT0lhqIYR7mZzswjpURRN3BxzWde45poaVx4wDMTujimsDABf4sU1z9OaBhW
WLbRO3Bnsetv4H93mHsjTFyUY7VSQwsNss/XyZmrlltWI9wkbsHkXTs5FeGpwVatotoFV6WAImhz
sAR6hRJ8OiAZB7Zdht1c1NpbCeAtc+q2a28taahuI6sCG/b5x1lG+3jZEuEyxxxpiHuqi+7Pr8s2
avPEyNK2drVFltge2xQ9FKltE/qm0GDumngCRjjBMkQMKpbQJPh8/DMLjHOZxYx2/QIVPzkX+ryR
QbQzfme1/krJhdIFYtG6MIDeutgKtxX6Cxee+bflBdiHEII+AIfSYl318ZnRB19IqBgywfyIvaaP
sFDA7h3RsfzH50/3+8tmKE5yCug8Gwf5yVAlGjmmDlAE4zypTt3MkP21KfrWtoY4CvegGqjkFJQ+
MFhSDSjXobE1B7XbGelQRe7nn+bMc5PCGsgFL+qZ1E5OnjtPUU6XkQdvwYzahmBUd1oqhQ8UauIL
l8pv24oa99KYI3talvlPkbFfTt4ZsSBkDLLWLcUi9OooRihPCMZHP/RhZE+d+fL5o/12+jIe9Uda
B1T2Efo92ca60MdG7XNi1KFlfUvwll3R4hS2n4/yc4Y+7BaGUbgvKQmQevwkzv26W+IeVZNZG3is
MvH3UrN4DRdwWNxWoHO+Q0+69pKxa+x4VEIIDkHsGZCpdkNptsdMAM9nQ/NRD4teh/f5Zzs3AxrK
U6y1pRlkntx1upxSYM5REV0wLgj0K+NqLtLwQvS4rNeTCeBgXkIghqAksiyxX95r1EGuSLUZclcS
laET9nNyiOYk8N2y6uS1IojxVcOR6sqFL2w0MLLChUX8U2vqt48ALpL3sBzbpzCFoJISCVvexg3C
RKa+qWMA6eeFMxSytu/SqrUj5HXg9mZ++MIatY7N0GWeCWbcleda2pRIGV64ls9OCyBNZmWJ3U9P
FFwMZCPJO3aWX6AdpJYiucI0iC1iD0WYbMRI9J2hF9PdlIvzZhi1Qr1wqP12kIIYo3BJYxjMKpo3
J5ubMiX2DMayNGOpuimZDVtPpmTb0ZJ4nwVzZI3O0oVtLv0+KhhZxORIJhRpScU/rgcdCJMQFClW
wYbyrNbXedGi+ye4uCXbS7mZXtxW0QNnDCf8X1b00LfQoRZeeDMsUiH0roP55vOdcOYzLRpzNHOo
B5FHn+yE0JLGEObS5Gq10h2SoZGvm1KqjrNKCCHEc31jTEb59fNBfz/wFqjuTwcharuA5T5OxFTl
QwckW3Tzxoj303vSeOpYZh5XW/anVybqeaYCZIx7k7rkqX5XNqh5ZyLN4KJuV98i7dJ5tEzz+ySt
tQ31UfMw4+lxQWz29xW+DEqpjJIH98dpCVlSMZgGnTbROWcWMbKMd8HcNJt0KjEXyHIz2tCkQxAA
WaDpupUv1rB/v7wYVyVg4mIBm3daoQhKEENtEs2uCF/JwZMh2PtG0XwZavSkPn+Xvx+lQB6ISOhx
LjN8WkQr43KJx2Y8ylPN/57lfvSUd8qXzwf5/Xmo/S9VciSsMV1cFLF/PUmxT4JxZTLIIHb1fSXB
QRGKUPmW1MiUfj7U72uTocgCRDClINlPkbNIedSjFMaTKyFGstUbtZSwqo84sxuIJWE0WeYfX0bL
DSlSOF/uCoByHx9u4Llw1mwn10fze6PUFd7AQ69dOPJ+f0/LKD/TLTS/CapPRhGDulNQuKE0k6Bt
EGuwm+IsWX0+e2dHIT6mLURJSv7pgvrLlTdDMx3GqJncFFPxVdbE+r6Lg/HCmjvzjgAwI7RJU4Oi
jLF8/ZdRkk7sqa6ZBIo0G7dFUS0MKr+6QykLzC1Ehwtzd2b5SSZFaSqM4MXpDH0cb0y6OIsg6bmZ
GQk7JRYEpEPUNDegOo2XrsdzDwcgwljeEuH2qfZ4k7ZUnRsBeq/fhm4cQuQSg3dRjI+snvzCaj/z
vsiryCSWk2q5mz4+mQTnUK8ms3WrurLImfD+aMOq23y+Ks7M37KX0BMBU0ud5mT+IERQohQ0vG/V
4EeG+zLBjvKl5Uha/52BSNLITynQni5yoatrsERK58KEz++qAStnSGDzwZ+7Pz+RWA3gLJZ7HGjR
Sa4vmFkfmb7YuaIllUel0FBAM4TyfixH5cI7+lmd/xjELbXtf48lf3xJsxrKgWmQdlelERx6BORq
B6VEiHxRLvm3Stv0+ioTJAnWtlXPOWFUOcLSzA0CP+hcheUYIMWxWaTJPDvTIGPYKHZGtG/Hdr4b
cxjXD4OQlz9qrZdlaGPZZLjZjPyA+/n7OUXrQ0FVF2ggWwiANYDu02mrkdPshaJ3cXwSvTBUmiuU
79uXCXkPT7PgpBu+L8RoCMzCQW4ifzMZavk3luMyoQtpgAraKYygm0hqJxmD9kKVqnWAFzyZl96t
FxTPhaHObOYl1iPaAWxNeHWy8ieQdIDsgOFUaZVc5QraTs4UCOWhxr7LLkOluuRvcnZE2grIUaOC
95uHm4aCpNonbe+qlE62kaJ3G8D/Kv7nyEBcKej+HD9/p2eOEJVghR4PgRKNu9MjZAY9o8oT9jro
ALmmNRWob+nxhZVz5rFoyNNFAmtCIHCKx29T7Af7AduWKsZ5MR7SblclcY12XlTfCA1qCJ8/1bmV
iuMJ3AZKrFifn8Y1GZKKulygHYnTVm8HWH+t5kDOVz3e5A9TlQpvmYKAuwv+dbiNasv6anYEQpf2
/rJATvY+cRwFTG4DSk/aMvu/XHWQnvQU1DcmVXoreWgJ51uBujpYetijh1FNwxslN/v9JIeyU+gF
1k+Qt51BmNEiS7vyCLNTpAoJORIacbYKhyZ0pj4ooDOwFZFUpFc1m3J34Yo+c+QvPSkQG0RTwOxO
Fz45jJgUwuCW5hQhR4YS2cbKBumY58Pw7fN3dW4FsuLZ0otXJIiXj3NkDQFaAxmKTWJY+15YlBXk
Su2SgPTZUdjMtBpAFdNx/DjKIFjmLKPrRTW59DdpExe7EqHOS+vu94SMmgFYdwJBmumGdTpxeTig
Y734E2WB/n1A/btzsjm0PDmBZLoVs8DqHJni7uPkZ3nucNqK130jpltM59/FAQEKjahkNRlJcNQQ
dujtiUrHZpTE/unzeT/7URcLp2WDK2gwfpyRMQKxnhbMO4WOeTuVUXZIgzpGQMb31wOqsnYnlerX
zwc9u7AMmq8AhuEDLRCFXzdEBbOlR+xsxAQzea4RKnJEsRoWccHM+3yksy/8l5FOHq+hyhmLBSPl
fY7ZwxSnV+GcXnLjOv88EBtoXSuAAU9uxExWc+rFNc+jIexXBx1U6Ah+rm0g//7yN57INNmWLF+6
pidrK078DptHzrRkSKTVVIgM2IjlhfrOuXlbSqcG/MMF0H2SrFXGyH2hNaOrDkPnSVPY2Uk5XmLF
nLsQfh3lZDsmkthUklIyb6Ry910BQWv0cb4rJ8vYloGE5Mbnk3emPA1icCnVsvAgGJ12PwZJnUSE
aAaWAmz7QDX72EYxYdj1QWY+D7Ul7UYkNV/GUkwfUQsXDn7bRXs1m0z90imxrIrTa4EOGntgAc8D
0f64C3oQX5agNoM7IbHKaT9GXiaGz6Nk1GssZt57JXLzLgp2UdvMtj5GAfoI0YW06OyLpmgEjYWA
2zi1J4g7PxTHGYI8lozlRuul1i6gQ1+4Sc7OO/0tCRYZmFngKx+fFT84MbBKpjxvDUm0E+LXa+7a
xnRl+Lu7qAkMZMiT/CtW7RmCPob5IlPWe+s6LHUuPPK53frrZznZrWqZGAOSAINr+hCtupqHp6eB
IgZ26xfW27nZVYEHArImbYLf+fGxk4SwhHYIF8GERPLgqxPi8klw4ZBbtsnpQgLztdQlyThRsvs4
St0NKK0M4eDGxOwdStRZAu966T/dqogY525vpeVBhN6q2IofF3/KsyQaBSAEZVYl3yVDPNnG9G0D
Yw60wS1CK9tVfVw7SDfVdxf27vIYp4+pA7UiluIfbC4+PqZchUnXYmzr1soUvqWyFkSuMXfCw4Tt
6F4qxiZzxrhvrtEXDL+hPTaGNoJAXbWdW0l4nmNpVjaSnAuXYBLn7lBmc8EToKcODO3jB6uSShyT
XhwoZYjKBsWcyUbZwjjOpplt9EIrbFXNtIfPp+Pc2blElOpSD0IpQv44aBB0kZwg64xIVRp5Udgc
O6GInU7Xvkit8PT5YOfWscGc04QgnoYq+HEwuej0UZzYKLSL5Z1Smch8xVr3Ny4d0HwmzpmcRkQj
H0fppQSXhoh5RDPLQwkwO85tX99//ijnNgsKC0vnjGY7RtgfB4nUKeUwojtQ4TYBxl3KsEQYkpQK
ft2++oJqeTFq9bYlDtKF5zv3yhbCCqoIeJgQ1H0cmv5cHxdAhFwlEALKkHW4q9DfDb1MR5vBzsQs
efz8Yc++t8UNhIokQKtTh+6qQAGFTzS6w2BZroYelyv0Ubz6fJRzBypPBJAOWTA43ieHO/hO2Vw0
yl3fz6RrlP6tHZ2Ydiu2yBN8PtS5twcHTAXcSoUIkOnHKUxrVRfwJZhcCGfDdWLJ6qNvtPlmrAPB
y3jv2wB335dc9pW/MZVUXMWlKsptqZ5sgVI0GhqkGIJnyhg9RUWpONhXqBdaOedeGOUMylEkQWC9
T47yOY31qE8VzrgGKn5mDRkyBHJh/Z0jG2j80sBbIIfWyVIsuX9zHdtidMBHybMGa1rrU1m5n7+t
cwcjPUuCSAA8TNrJnFUBK7JWx9HVVH+46nASDr2hkyi8ikjnufWUIW0opsMFiMvZvH/h4jP04ut1
ukrKvA1aUSKuHDpVHGwtrwxEwafmkdNR3/j92G8bEKDruYj7m8EK82M6V5dELc6Fd0jLAigku8JC
8OTuV2epKaSRXZEOmOCkktWve3Q13uLGj9bTnKvfRXlWvuSy1SCJhngxmmqtdgzS+A8tZpeCHZP/
709ycuTFCK2VSTgTzOtlt5fyUF7FVn2JgnVm6YIb53KgXEBl/zQKQPUKg3utIKqe+yS0+0DBDWpM
S+nC2z0zDqEqQTPlfMLm075vmUlymTWt5MKYzA5jjAoselaX9A7OLF16vBCUFnQbnbGTuwhdQQxQ
lFByVVOoOTT16Rv6Uvka1eyBHmCghbYM3GH9+YaxOL5OQhyWq0olDlUJLEtP35SMfC7OFhI4mVC+
7RIjXMEHH51EzmWnQ25mRyRdIScYTg5K+aV4IV49c5KDkqHgCKZ9QQydPHUdoswXBoHkWlInHjPy
H8/I6+neGIT3z5/07EjUw4gWaQCxYD4e5KYlzQE2DiCCGnPaI4xZeXNSCfeigoXj50OdWTAAZWDa
Lr1cE9Dix6GiARE9PzIlV5AybGukEn5bEfp/ftZh7LQQHXXKKJR+Po5i1ppf13DrMCc1ADJZehM+
/xRMXBXIE3WeMYlqjFhjnuQXnu8MSIeY6Zehl1X1S31RT5pQby3oFn5d1e9iBkO/V+XWmyPL750i
U/M1gp+ZpwpGA1nAHKU1kn7qkxwJe2RXvCIyKwczjObb35h4S1zQdgS+pD8fP9eQ93NcUJp1R4Vx
0wQPgToe8gsT/xcA5uOuIeYGg0L2QbOcBOjjOCKMc0to8AJFURdpTWOaq5dZkW1Vmr8oqOcnqVkn
a6036YzlYxU+ILFaJG4jhRb4387PrwMhl3qnLXysN+tZarWHLqqFAN1ZM78auzkYyBN7PDT7KjDF
XZVZIfqu5mjq20CRsYDDUMcIXD3AR2lVJJX16o9lVGNN4+PB0AoTxpt+OE6bee4m0vi2kYNDFoYT
oEOLaxipoQkF3KwWpmSN9D4uQsjwQmiJ6hHoiBgbpepKctCAbmkkHR1ls7E8aUgxtpByNTU9uI3B
YdLK+XEo5phaGn4ItY3pBMqxJnRfbBFgKra7ZJjK1okgV+S0LhB44G8p2tSW8Qyk+NoleCVhSJrJ
boVW8ZcaaqO8yZGKzFeNRDENn9FYM7y6B2ZjN3JTmutUmhJcj9Ri4Z+Eg6Kv+yE21gtpMd2ZdddM
mwSoJfZaBU2qfaM0aYCu64C3EW55+r0/Qmxx1bEd4OuZVjSg1xMjaYWFk5Y8KkE0ao+J2cy3sjZM
mNem2MTY5FxCtQo79GqxN5awuIsQVX6W68CABqT01VVRCeWLpjUIAMtGvStxgcHgTYrKwkkHdLpz
ihUJyPapEnZCT6hkW1i8oI3ua5IdB5M1IUbqmwZKyUrc71MZ1XEMwJoGAnOktq5kJhSpg5ZWMo5g
eoK6o+8bh1g3anxi/Fke1+h0is9ykMWT3WqJch0FU4hQOnYn1ZZST6w4Ris3sqOPYVodKshE8ioD
0J8hRtNVe0vxQdZBYJ2h0XcwqhzJ741q05tIcdzIRi48oXTWv+AqDGfXGOgVoIqQ618nVuybbubD
TS3l5R4WVkbjWRxkmyRH1FdJHw8PooqGBgoH9bAzChNuB+gaCa1Z/FpaCwBsNkYs8cC8FtvGEjYD
yvHjl840W82OJ1mZbWQfEAxGzzSL3bQXlfcxR78XsXklXvdCLbwXSM7jJyHBVFmhGsuKFfN0uuOc
TC1vzufsWcvwj0JamhKJQx0wfI3j0twiJpD9QOMxOg7S2Mc3uKuoz0kETxewDeoyNrKUoejCovdr
VkwGRjezWqVyhqBJmy2Kvw267NoUPec9QjZgJAa/OI4ystUuqhFVislQVH/XUHAs7CTNc5TcjLJ/
bSHEl5uqNbPEM+JAe0YbeujX6Fn5skPzSLlJwtHSaG9C/w1B0ghem+K/hhfGxKZElznrPDWxStEz
agOFcVmYrZskSAXTxtAvcSJISYGd8tIWKfBJ+l6T5cCEVfqvQS0KgiMPWhQhvpyozxE4/sA2jXJG
iTGMo8QdQZ/UHigpydxaQoL1M/YmxHK5JeiK0zRzdJTZywh+wBzG28aHZODAFs9h38VpvsVYCcW/
qMwVmlB1VwZ2DSk3xIijsnr8omIshjtBpm28eIfhuItRWukOptbHVzpuG9gkzbUF+VoIkb0TrJ96
qI0S4rIT6/mLPIh456K4WeDGh8dOtZLFEHMYuen9ZFMPelfblRx1KWKAHAr0vf0WSJel5LfjaGr3
QjhU8qpK5zqjva0P0sL1jpBE7Zoqx3MDYjcHDtUJG3y+cCtpRTKsR72GUkgDTJ93Wd/kUuxm1WCB
9u00dLyxPhgFX2q+ApDLR+FWFIZZR2AOvQohfSzGxMSUGjayTEPtv/MKhp0JPsrtmyi/puJl3Wsc
RQ+aXAsU0SqrwSRJT3dxhVdNgLUIB4tQOXVlyI9TKMV8GTvyR8PPS1ZUWgiXnN5/g4KaoDzoJ8ET
oC4PdOYkPQyANfbYYKkuigb3TBeWYZI/IQ2HoxOaYMSkuJK4ip9851ZC0D4WkCEDimtjz6U4Zdc8
/rzh/4jIe1P+yO/b+seP9uqtPLUT+eBT8h+dSZbxfiUK/2v8/6+mIwvu5D9TdZ9/NO0/7Lc8+cDP
Xb7nL36uov0TYipwTICZmDQA5Psffq6i/pPeIyidBY0P2meJiv7tOILOyKK4uDRCQTzypX/xcxXp
n0tnnuoDmTTYeqhyf8DPBdtCSPRLyITwB2kNkD/gqJQQgTl+DJl01GDKMIJcgf3UrvfVp1bRu2MZ
QS/tKFBv9Ipjpx8MlOARzN+b83iU07pY5ZloOCO0ipqoIuhsuqyHTqzVtSiYgW0lynzEVnDcjJiG
oKA9yuqaBqOrtOK0pxQrrqJMb6Gvo9TRtDQ8ZBpAbpkkhdflsIgsXcCxTFX2Ne5FriJXhbZSwla4
HmbjSeiA7VG+ElZtr8fvGCVJN3Ir5c+JMEnHolOEWzzk62M3ROLO0IfsoPVo8tlFPvWKw3FFQJ6F
zSsks7C/xrE9xh3Q7K78sfAMmhCx1f+oFL4h7Iy7gOPYjaSZjQQbHuOxDMrRlGEA9ypHL3IX3euh
cQi1eiun2Vqbmq0abpM37DtR4hqPWpG/+Xr1iufz17rGV0ruvNSw9vhTHApjXEVDeTQC/SgF+RFb
A+wTFVDSvvQAQ9oV9HKt+95gHHMzvg/r8j43ANXKuXFNMOEFkYRFueRhDLJP0vE4mC9xZLhK5KPj
nK7NEV+VZjz0QwUJoyuh1givVYvfUSNnt20T3FsTdmbY5722I4SINntGG/wQJsZ+6v0vSTE/D026
9aUWokaDAqfsBZ2xQuX0dgrqFfBz7AwCYiGj+NIghDxCSNUE/6bvi8lGv9oexC9KegiqH9jFu0UV
HzBBuZOLGHO0LNgbhbUacS9wzEDeIybFJ4nMq1DK3isyK5S+bV2wrsu63lQN9qIVI0JAnFHx3wRm
vJ3xTtX6xG3jGwuLRlO66QLNq2r/jez8e27MrtDeCnJ8E4eJN817uqTIrW80+dgh0i/Uq3n+0udb
rFueQgn1/BYCQT8J95kov5WFTKR6o0pT5ICdXltWum4EMbcFo30RUmFVC/OqCYpHzX8olLWqpne1
5ENwGNedHK+5v+MwOkZCsBUsdV3jumHR5lJa7RqdvWs5N1dV8TQ3z37ebSFOvM4GiNRM29CR8opA
v5r6eWdk6mtUB8fQT9ajmN5MAvGOWjBSBY29ahsHQ96tkLw2vbQjkNhopLOGODnjxOpEA9LuzXUl
y1dUvoNrUr1dVoavmvzGCtrPdbOSevFLIn+JzTsp5D1VCA37FQY1wztX4q2YYC7YK9z6mDjiWCuO
ytbIX3KhInbUtT3VEM8s24MyWDuSkscIr+GmLWHUXjUw18ykW9XSHZJCz1JsrNThylSuOm2PhgYe
F8a0tqbxgOjKvtZhJ8Y7Eb9qZUGOc4kbOeZuUes1TfBqpbh0aLl/i2nhvbFsvtC0HqR+U3V3avUj
g3CvxCscj9xci1dji+wKNPjB3OqYcplic1CKeKWX1lVB8dsm+ihyZ4hHu0DqEOMBuy4MQrcExH52
own1S2pom0n2MXoVvKYsD0KSzY4kWLd9qe0F/bbHH8nI5XWBg7VMLjVgQ5zV3pT3m0ZrPC18nVTt
2LQNJI0mXQ+j+ORX/TVyWc/0fr9JJnqWZTQQ9Nb4prbeWF1peoFfcB6s26ZcjIo3arBDjUbthaem
Ve1OlgMKgqMJSNV6FC3xqFg18pQdkSPRiVPTFLZ1KV2NeCiaE4HQ7AaWsZrrdcXyJcqHiNM/ySJZ
Vl377+FiVCbOPklusrcwSMZGxbAxgtmXef69hELDge6jNdxpG1FWd/Xcr3ScJrH+G9zUlHqPCm/k
JGVqPZt52XDyl6+WH9YHNYzLq7pNKwef4T1p+o0izAckisiCBgFqgNCbN53PbqW7FK5V/ARDmIe+
lB50a0jR8uniPSpKt5oeaXYhSSwOY5PxrXapQ11tJflLks/3rZa+dUV/3SCEsK/QlPDwexI3WiL1
h7aUoU0iWHytcvPcaVkjH4cJW1tZfIFrpjV+6iI87A6x6ATRYxjo+MQ2eM+iJyetTYyNG+tqsKK3
NCV5S8ps3sHSS+yg2QC7um2zplzHU4Es4OwlablO6bzt87WQmNpNDMWjHROsNMj+7ab2NXraw95K
RWsDBxjt+KrwqiB65szHNXi6l7F/QWx8nYrFXo7NlyrsHzFKF+ywNh7rqPLdgZeV4D/kdlV3yPJj
lCGFIEe+6sCS6J0mG3e9XHwf+v7b3CkPYd3v83ioHD/ALyMXb7DGQTtfEl9KvfTfytroHCTt7DZi
d4y7HDU7hM2bIMydIpWRNScXQNkMKESbs0GGrgaUQzqFpS2VCUn3AC4/i/rYbgUlDramNF7F85sh
hy/DxJ+SKUfE6ywzbRKn2c1j4bsIUSnrURgT5jWWlYObBMpE2WMOEDZNr3EsIfCoAnjXKMr384vY
Ke8CNn/2LOEHhgcjSZAS+IAeyDS6UT1Q9zkkqf8gzf5rMviLzcZ1n1svoAnfBks+gsJaKWr7PRy3
lXwXFNgchZZwaLmUHoaKAlgsioKraL24G/DMRThOjNZDoWMYVmJeIsQCOX/SFa4wDgrHd3qPE/TI
lV9FTo+AVN3P1VptNCz/lhlLic0d2Ur9VZFK3VUbmuzpqX3KK8j/yLX6hywOFZtufXCIwuQq0rm/
e0y7XzSf4oegVv0PVcCN16RT5Y4dzZC01Ew7saJ2Z7Th91xHi8tK5gNESx9viwgBXCnrt7mvJYew
0ZPrTJ/EdaRK7YoSS2KLTWtiRFICEa03claXC25rQjOKaAmvV1s3RwcVlWY96Pk6VQQF8PBLOX6p
IvUQYPviZJZ/VAxkqBXEHggvNM4p80ForZsmrbeLEbUiDpu6AR8ytrWNcO91kHy1ChLCJgw6T9am
a3Oo7kGiYzQjYHMlJsJtkvuBp5TZA7nkDp921wz92umrPlyVSn5fjeFhzmOJg61NcTGvyx2SleY+
b1GmdlpBMa5LFKquaJqmR6x1OD0XHW70ubG9LzCUu0V1iVlTdqWo3ZrBZOLnW760ghCslGiDnrdw
NyOw9oiY5DTbilXGInfa0AH9CXxvxMmdUnubrSs8fNdhpTznpWF4fSO8/3dWWIok9AoIbcXAkqPd
Tgiwkf1SAMFeZFsJOssaUO5YTldyLWPxmblyL3/vCDTV0ndwZ/qrPfBH6dZ/TKJ+zaH+z6dJ2f/C
dEsTwS/853TruvhH9pb/V/OP9C3//mvK9fP7/l/KBT0Tsw4SG8jtP1XG/pJEIuWCRgA+g9oQktn0
+P6dckn/pBsP00CmbqLDCads/++UC9Arks3w3FD9RwHnT1Iu4ycw72PKBQleJxfUF9A80L2PKVfa
DxRXNDri6JFsYzyua+U6KIuvRSlj2yOnK2hXR7Dej51v7kol3YFtuSrxrlKTPSA53Z5F8YtRSoYj
6JSclPFHMCurKQsOKgEg139h+ispemta+ZWax+TgJxHYPY5FDjoeb30kOxUl2yRPbXhsh1zTKGJQ
3pTV6o00TZY38b0V3zTJGn906nZTufJNT8dtZWeV9KPXmrmrzONNSwJnGFcyCIbwAMSmW1eqh60T
YRHu17JkDxSH2hXeUnZjeFPsUXoS0dguPVF1y+5oJbdR50bFnR9jP0xIjPmOm2Ctnhh2tZaT69pa
WeoWs+b72KWySPnvvXpUxDtiJtHOMEMUcTXW7HQ+pKt0pT0LvjsRwb4SBZX3+EZT9XkQJAcppipw
8KcOpbv8vjbthyrF5v5JTsi2AH5xogW2oOC5YadyeVXFa7E21zPGmMKIB2e0BGyYnszuNh0PoOM2
eneLLxCug1Vn7ClPpXmKiWZhS2vUKVoZyqfTvUzfhFfhdfom/vxZ/Pnz8mP41r7/9WP4Jn9r3+Vv
//Nv/x6/aWttrX7r39Vv2hphzmFxVtEnIMErf1pZ6yo5YMBtq1ZiUyCylQ4c1y4ts9f0Om5W4mBx
n30hQp9hfFDJe0nfVPyTCBWTByD9d6O4TVovlNe25BTbcPbGzB3wFahBpN0guCBpqwHP25RM8aau
nHG+4YgFPMbfZUhrfly05oobs94YSmHPk63bWCDrdq6tQsEDFfRldExu+xrjJfqSu4rvXvqT96OD
QWZn2dZr76g3du3x58y3QvVyjBNf11m9ictvsnlDDmPj9KiI6wCzIIN6+ArZx+nIc4a+U9HBaV31
oRhs9WE6hl99gqrmmEV7I9/hzpvvfXRwNmGnOmazaLncBcK3oLnJ9IO8TbtVsObbi/BpHO9G5VXL
d0ddXMXCC0s1UCuXS5qid4tNYe+IMZ9wKlZwfGFbQw0zBLfrt0kCysqJ1H1NuqqMx7DbKP1anLle
3Urwch6YQoWBAuQVhUZH4AZ0ymCt+VeKf1Ue0t4eVyre0gfz9lWbawxPXTV0rJu63YUhAnvsb2eS
Hxrh2PQLUlyw0YeIxWOMYdZ7+BBdX7kr16SZ8r6qRhdX6OHtSrA1HLi4+5xcdeZ5FYW3WNn0WHBf
Q8pp3Gb2LOVQ93b6INz0ocffKGOmGXjN5I1yaLf+LpUPSfbuR89UkYFk0h88DI7avlEy9Rolc2C3
rmWttFVBszX43Sib2dXP3EMEeCdsrHCftrEjRV9xZsM3cVeT67eHnLpQmRwsYhBfEJfPZrVeeRTf
AuxnacY8kQpUd1n1nlDLRQw/S0fPwEnybtZb2kvQsWa7NDlgbshD4kbc5N8R3ZVDB15bj5MiXaLW
coiD+bX5/WYVpHw03mhsj1vJTRWAVI5kvCY+ouzGD2sQntt4lWqbtNxOyn6hJ6WLqdVDKD2rpsaT
rnNxleRPufgk4msPD+PafJNjYvmwQTQCbfzdkO4VjE9F0+v0wc5XXXoUp4dYdtRy1QeH7sp4HjgP
Jbu4zW4tjCFFG7KG8PN/8pvuqrn6+dv83l9fETleVZuzal4OtK74139a4zQ/iitIYc2w5WCc9/Pz
NJScU8ko2hgDuLD8CEGO+LUTFkrTV5Y9KGFh/NqkmZ0319qUspKeBdFDTizq2FMVbBKMcQil7FT8
KuWkicKdUQtOEGyDUqCglZOGbhuaK2CE0V4lB5x2IFbCcltrj5nnDx5OxMlk2PHcRRzW+ksjcq6G
tl7eMau55OQdCwOcDW3S/Ktp+4zsWpk9WzL5JOSF2loXjZ129mj7VvmSDvoKvB1tKKO0Me6z3vRD
/LUbnCppHLW6CrF3DZ4KrkcMi618Y8auYdANWM3XJSUm1cFldZRfcoTDMEZzgl5w/HH0IsxPM5GL
RJ69KZGPrWHya/Dd1VstYZS709i0UfusaqOHtaNn/V/2zqQ5bmNN13/FcfZQYB4WvWigUCNZnMRB
3CBEisI8ZWLuuP/9PpBlm1Yfu0MRvei+9yzsBUWyiigg88t37Kyt7gAD1tG2GJuvsVUETcYSa5YU
rNVUBnBu0e8jLX9hY/9EsZ3nT7THmoiwYSY3okcigeUt6il4NKluXeiLM1CmDUHsGb7ba0FvagdZ
2aFSNKfCVnHMuRtDIRalFuE4fh3jC1cCX447eipyP1UThDnXikF6Q8Jp26dxb2PO6U1qVWaouF44
pYsXCFTjviaHk+5dldOdxjmFrJsw1034tZY4DKfy9SYu/XFYtkq+65XpmWPjOc+0i8kqriitfygL
+4teMfqbV0n1+b+ZFPgfOH+u/iwGsr+eQHc1o+cvd/3LFzLmRfravZ9Cv//073MoYgRCW0nRW2VD
32dQKsjXyIg18Z/Dxp9mUOMDGSv0uCAuBP5Hl/rHDEosJ6Zlhlpst9bPzJ8Ygv8T5M9qBuKESAtH
PFWtf54/06ZVCOPz1KCNaARtS9sMCg+pNmEhh8EttplOjoKjPQIIXwvzDQ1dH861c0mJihnWnTxZ
pb0vEY+ThXilKPaxHswztsmTO+YPZKOc1WS5J8R4Yht0jkU/7gYh9xp1uF6lv8xqfBSmelubaMOU
3KsCJNFfyoRRYgByN7SvtrsC27Icd0UBxFJn2YuT5/YbDLekCXvRtfuJ0OCdZbWQc0ptHQfX6YD1
NOMwJWuva2H3D12Of4826elZnSMd5QnNboqmuDcJvHguP8c52dIYnJgsGvu1UdNpk2SWtpmFLI+x
Nw7bCl74CrYx2ZuZpPu00U2GzS4GXDSygnQqYd/SJX0Xq1b9CoW8Uuao0WhmN89d1ltAAkZFLg8y
IPJi2mjw88oFVKucx7ZkGZyhMYLMZCsr3QIfnyV0jtbNNcqFg5FNpR9lbb5zenHX6Cx7+MgRsxdR
KGq+RzrjMS9lfOOVzaFrAT1LltVUDEFU5ztvKMOing8jVcCRmhxnK907+UmO+cnNAL0NWtZL4MXu
ULuGH6nVVuFE7VrLOU1pMJ4ZtrIoeZjjgW+oz4nJduMJut2JZXyxYmdb6f01H/2nqVloQIwDzX1C
SbNdvNZPTWrSwcuZhRQHzNZbG9mIMqt8j7/JBLjOPPtCSxSMmFN/TR9c9anJbK6wMThgmTSzNq/S
WKxNZjGiamYjD4j18wej00nHqqIzzokDFYViO1Xq84Td+j6amzsZz+p+irLsCnOuodRHK8rezOEk
k2zLw7Z1MgUWWKdLiFzvuyHLHW7gV5HL4prZxtrLPj1mJDXkEW+xbAcF0SicgTHM21zDR2Fo1Rfu
AyVYnEnb8LZyeO2oOZVFcVVETnlJwlUXyNa6mPADHwxzNoNUNZeAVkHHd7v4ylyWyo/zpGKAH5+i
hDPX//sLLjkChOau2Yt/veZ+7KuXXw5yPfPL98vtHz/764prWR/WfioSgHVtldavh/jvYcjWB4rG
1hwQVlHMTQZL6x9hyLrLM4liD4kavo0/Tv66/QFjOX5vA66dqAnwgp8gW1fh37tzP3o0e9Xesh/g
eUZY+YM6XtNLHg8LPYWj0nZKcas/1slTZuQvZZ9AMiES3qL+eXehrn/99b9UfXldp1Un/+0f2krg
/viqyN1N1JygIeqPRje+kNpzRiOY1pDk35GDCWSAdGFOy+NgpudZ1AyMtrHLyuIaNasDqsyJKhfJ
fcYqu2EfWQK1yr73kfwLwvrH97vyb3Gsf3/pf7nsJQMV+2fazYcvfHS/Pgn83O93M15xhgR0+Rgq
3kkHuM9VoihIS1nT7deKwj/uZuvD2qiACwlXC8PFOnh8x7F0/mmNVl4dxxbPHIKDn7ibvwlz/3xj
rX1XFCShuUTt7fBEvRebKj2JmGtuD1xkfDRmBus5izZJZBBUxB4NF5bl4Wgldx61qcpij/tB5XRt
WHBbFgSXtWjzfortQ7XwPEjL/d7j9K877B8kKmK6pbiWhcvmvkDV/25VWNUy32+r8+fy7d/+8R+3
4V14+xBu/s8vq1zlTTC/ziL90833T3/l73MsALdqsDyuQYPYKX5bVRG3cP9p67LKwQenyjs81fjA
MExLGV2IazjHau3+DU/VPziYbzFlrFka38bcn7gPWTj/vML9s2vx/kYkJdQQRSm0IKaUwxeWtY+h
v0OcOcs+7VKUbuOQ7PAUX1qFcpOZwwMHNQoSOZFZJtSzkeS+6CFDhHXuh9x3UIP2njznNJE/u+4U
BYOCYrucbVpR9FjfMds+GgJmLS3IDZg1plVXzOaVCmsTZunytaAbBAVktZ0Xd7xQiojjMJ5ptShv
x4ajbpkn0U3fzRD2Q20eGq1oAq/j4DcjisaglUSclFPO0kMt2luhMxwnE605aZ9Ou3kkbKRwMAOQ
4bmtJzS4FcBC6Zpbb0ADkyXNtZmCu1lELfqIfz/WpvE5Eem5Ku1bNXEG31LJnGndJOCbzzXcylKn
DwjHb2C/LtCbXSapvhMWypgylz3qGReqxjIwymbNElh6xlTreDs8pnpYSfUSXuerGmXITmIoHMQ+
F2W/XMyLiuDHbAF2BrdHDaK+yaT4LCP7HCcTZbIuyhrDVHLaDYUFeT8yGkr3AAGG0xzZ80XVcELX
BuAbmZ+MJs6DqPLu8qg41B5Ush4vu7Krpzch2680bMkgsWJG9Hw+0P2+kTmBQZX7uYmmQ5SjHNQ3
tR5kbcYpg1P/GDlXVVp87Wex+NRddMyoJYG0jmiu7KXexn0BOpNlBYqaRAUNkXEnD/qsIgcWinmu
BIjpoKIdMrmEfi9NEAB12tdSc+5G7cUhZCDoE5ke5zS5S2Idk6FblY1vYf9DWRn5PQLtR0oC78vE
QSJMfBOuzShsq6m+nhOzvujEOF4vVo6kVBmV41LJT1Im3q4kxsx1itehopKcbhnU1noUmtbgHJnh
6VBF2nCS2kwdjgo5PUz3sluZ1rxzzUBvQHb13q9hwBq92HtOeZVn8mOkLSFbFXBjD//2FcP5FmlB
kBmED+Gl8GVvBH2VhEOT+kncHGqQcTE/wxD6ed8CRtqBhIfrKm0nEHkMJb06sR5U6qeBw46XTaEl
ylCJiEQ0+DAAKNrM4uHwrie32DniWk2m3biqr9Ktd8571y9sNEvGg5lalxUSschVwekV7cphyPOJ
wQtVJN7VgO3n/ufn6L+k1/4HghYsu389PP978fK5+vNiz/f/urTr2gcctizu1H5itmUo+G1p17wP
+FK1NWsb6TGNIH8MzCZYhM3Srq7q0zWm/d3S7n1YLWagFOQHrsHKPwVV8Hvej64EzvHrVxaPDBVs
UPoKZLyzs7R9m7ZVxw2zhtvAICMt8Z0hU8K6aNDuvLso/2RQ/tVV/G6gQYAJWU+QLBZ9LgW+4B9e
zkI/HuNgCDpRm0+L16UvKkd3DCuyry9dxey77ehWuCnqUh9fAMZROhaxjoQwm2383lURLazRVnY1
0S5chHEiew/BfpPdmD0Rppuks1Pye0j4PkmzK+ugrJrxMPQq0S+ph4DFn+ANn3JyxalImiNr4tSv
izmII61GV6Jn5YOVCNYQDeDiJrdFfY0zdOC9tMDUcZ46gOHEKw0oC9z0SURNfBhBuVE3EKLvBtLM
xoWg7aaxfFXgOKSrONKfPYNE5GCeneRBYt6EMiMmHj67KpEdWZaygvdKZ5QbTl0IifE7DOdYFPUj
fYLlqR6b7DZGmZjtM2M2h4Ag7QYHyNgSV6liQFJ8pW/b62Fw9JiE7Vkb3jInb+2wI436mVoh6yqJ
kpXDZB94QgakzP4gqBT2vUIf7UBZqvYBF/aU7hVJNYZP7O584+QYw4nv0PFxuI3SftJNL3pMPVJs
NmBfBfrRSpUYYNSFLQjNwvhsqpRo+XqiuY/6PEwG5oaufCnpXxy3tTmzXfYtqrNAqi6K2Cn2tJtR
iUtjb3aWtKA6tP4mw9dClwzBul1g9KkLReOYAxH0k933QTUK98RdiyGPkcD7SK1C0nC/sCzjxGkq
WCnFsZ8TlLO6X3a6+VkppaIHxZIZcYhZOhFbfHbt9Tx2w0sm8K3Cmy0dy3XaT1ZQmnJofcK19Hvy
RJBGUB3qboe2XZJdF4+zStk0TYhdM4K3ABajAyFIdbhCEo6QTg4ltF6U1BbBkWjEKpsz587oTPGW
ElddhZjFVqibW+bCFcmItEW49pc4UzLNn4tZ/VjF5Lit0UwCaL0hqWivqUICUhdD/2SO61alzwkx
7gZbiR4WJGw8s9lPrR9NNmZ6UQuGfZxx8D9mP+uWH5mjVx5KQsAJ6DSLOQm4TZQXF/tMstEVhUR0
7joGO4yxOKHVJMq6Te7O9KxNzE213ydKe2cIi8XBoKG92moGSVokLJk6Shf8gNe6IcladEfPzIO2
zemQblDy5+GwGC06EiWVuq9iC8qRyuSy9BFfj1+9PmtAzt2Cp5m38dEyphHql3wFJwSoNQ2/VmaC
oEd19pRgTZLXtro39h9BjakDZOkSdUj8aX7pWHjE/VyZ3HOJByMJk8VqvywGtb34eLQeI0Xr1XMo
nLT73ODgT9ecQ4SJiTsWz+PccW7X+yYSmyhNnTg0l9h4Gw0yxi+zZnbkdmqErHdLoqXW0VMWCC1Y
jDHUyQKstlbadq9FslJqWDJU4xL7c94G9TS4jJEi6WPfkAtcpGkX9vNiE36ApFLo0PvO/OCkUv3Y
FEN1G3sJpIwqiuHa8gpLC5fW1SEZcsMpN/+N2+//anULkNDfbNTVl1qIP53K+P5fN2rtAzVeeBsp
byVYHlPs72cwjXMWBy32SewgnPrXwPnvyNa6UeMdZm8nXxXN9GpF/X4G458IP0WDQowKX1/5iZ84
g3nrTvx+6wTPolWAEYJ5QUMV+sPWqXso102B9DGKavUlJZL+2pzqyZ8ZpINF7UvkkEV9iGDi7gen
6PZrdtV91DYXLQ02O69QIOGQLvM9GY2xTHij65sD+QqUAg2QbKYbxtxw6EEgDLJpeC1V8YxxeNgM
ynwTcYfuHKMswqn3kmDR6/xQ2EsfqJKKiSFGqy+09Lmd3E/NyHxc1cZpnqJ71U6MbdXNyS5qxUlz
S2UVBd83ttbTSJi9RWyCbb3gHIBEJZ6gfGznYQhlOztHnTzBnaF3c6iVGplFinRRqE7dq6mot7yV
8nLA4DvWo0D8zWmnQpDqi2bWr+LFTbelhi6m4sELODSy94429aRKjZJs7E4dvqbtHPdVuLj2su1G
EYdNbXypzQVKdXQzP7fKXe8mw8esaG6NuPkS5cqjidOLK51aXxXk3u6UJh+jXJh7FuG9VzPqQ7e0
QVM2y3EZ3OrXgPyfglv+v+zyY2z964faryXD9y8g17/s38TyFteUavzpGV8Ruu8POdMzUbd0EX0L
qWSC/n0aB2ghQ/BbtZ1J6urqL/rtIbc+6GQLAsvQGYOebIVH/njILZ76VdVGQgLjtPszDzk2ox+e
ciztyOCotgDzXQvFV4D73Tw+9ZzHy8HMAhNCj0l3WrXKUVm4l5q6FEgakIN/6qh5yP0FkshiBELf
DJcSTyDPnO+zbUYY27IxZT9+JnxNu5fAEdkmIgXDwp8uRBZOy8geR22rFoeT2zHnW3rRuofGLlBr
6sNEiA0BT8PCrBxJcbbUqYo2npzVr0ytY8GP2tEU9gPqcHoAlOJBsWiJ9oFK4yXAJeCYzBwIRR29
U60wZVF9gEdPHwWtCsi7ek/DWYwNcRwTBj1ktqSS18tE2RW98GMYWQ75/XWsa3stHfRs01aeenRn
XNWXnVe6QBK6FCd3GA0FpW9BgBEU3ik1C+9OLT3tMp3RoEPz82vXsM/z2EfZOZ1xYGDTG5g5mAzK
0rd7hMZdruoh7z5/iuJYnIqyVpg9bXbwIM1HunPVhe5wgtqYuFF2ZIBFRAJ+lUlVRqfC5Lpv2lzx
VEQYqZduDNpQ3bAdpGfsqQ1To4tc5OkA9ahi/27VwgsiWyRYMBovfR5Jp0B31DkI+ZPcwjDRjZbn
J0MRXyqZtJ8VUTJD9E41vNa56rySZUpBHU0H7amzmMOJIUidPfW2rucbbpm0KKij5N5RDNRTo1NN
zmag0u9cumV3xkKOOFB3h6kInCTiLkNLPQ6onTX9ws6b6Fkn/n720yrVH3ShIGXL1mOMNhdiX6KO
FtCoCyjOQh2F7Wulmd4PRcZUyHPR3GdOGb9UiY3PoI9qx4X3LpfH0hVajPKmIfuJVNVvL00CJRBS
BV1NwJF1vQwpcpu6gWPZVHaBZYvtRI9Ott3rCCjrWjihG9naKZtnzCuNSDEv0MKBBii1k+5uWEze
Wuv0yPVmLzsUYq6zQ4OL+KXIyvHs2Ev+gj28O0+2jVi6HGLtYiFwU/d7y47uOk/Eq6VYcnIZTBIO
GNo0ozzqSj/qod3ZUMclmNZlVykqOI+DZ6RemvFZxnQpBgsu8iUwq3LWSIaVyZ1C/x5hd+nsvqY0
cz+67POoCPtsuqG5RLvuJ9XsAjPTSUP1dB66LbDYvKsSJ6eTzckGbUMTsm2EAH7GcgTA1x6sFtsc
xfKy++jqERu2MGcihcRcOcCBxBsIX5mdOkOSUjWC8Z/mDA6u04TaTfPIvwFHzQMaU5brHEXAYzoV
+qsXleKtGo1WC5nEuXBzfiPJm30qLW18KlQ9vzWw7887TiEVQqkpacZdPeSu6uvY9W+jAUYQP7cm
EclYEzKYSZvtEkGhK7wgq9QOSZwWVTcjfhHCleJFxYVv+8Lom0eOHcsroz5S1J5Q4pz3qTaOXzeV
siktIKckGhDVduQ5HvHtFDSctgT5jE1ufuq8uElCfWa0534eHYtTiPA2E/1lZkBexHwvMoI0w8wl
i2eDqmI2t+7cN9VGKlr1Usyl9hLnxowUUp3UIZzMvgeUiCpXho0A0TxZkac9iH61ZlbSxigeOV7y
UBpEQ/p2lMfWBvDZvnDqHtnlqLdKi2QrH1/ZJ/Av45ACDERQ3ZwUb6lFwEPAmYOYZ1KZFEwdj7LW
qxEVWIpoqpuBKf2GIoD6IquT2Qq8yeAkqkyrpziDuynPZSyqVwisjLhxYkJvqIArsQgt0r7VnRbY
d8oNNYD+RvePzJrdYOkWvV1PttD8qfREfnS4GlPgNFGmkIgGr+TTF4PlzW2yeg68Brt9P8S2sh8I
ZRuY02zOfjSCqA8QDYWzS9DamPuK1qk7pcgx75R2U1hbBQvumRsLGYKNgKG5adOIPGtHylSg14i1
r3i39AKFcGlld0uzFMVRzIui3NuewrcnbFgkristgc2kj3fuKfasGF10o3lK2LNpP3ujw8kWF7hD
NqrjYOZQEHifVTtfbuuaz3TjKThJA7K+phcaKItHuzfrfl/XkXOKTK3o/CqV/WuXpOPVoHR2eyL4
O678wbtK1L4aQqEkiG9TAO18Q1V58l8kVK379vvpnXoCcpA5ICA7wqus/yBIN6sRZNZNaziIDDmt
EicH9m1ng9sxDvWsskh18KrTnA3Or6DbT82Mfwm0/q8+6a2ZhX8zFfZF/PkHBm79ie+orPuBZFr4
emRiTFrvZAy6/gEpAglqHLY0GoDXbK3f5kDzA6IHxA2YG1alwjvi19SQMdCNhISBjHxw2Z8ifr+d
KP90vzB/rilDvEe4PVP9Nie+mwPNMY0YWoYRpX+cXQ1GrgMnWShdXFGrOyDTaSD3M3Jc9gvTfiN1
p46CHDGjtklVmeEybm0NHsFC4m+mkQxms8+qDXGlGrojvVueNFNJjcASJL/4CMd0Gbh82QnyydLr
oNMn4R2agpKQxajIM/TSmByWyG0AnpJEc296xaLwWZt0O/YjUc+9X+kFCmPDi7UvrcaHk5XW9JAl
c3TRRQsvO8RTDuvWNI56cCxKSP08etM1/Gd9HpOQAV6ZbFl8H5nNtqpjXek4RhMLOzBhMtPoXipW
cpHjLPVKuRmHfBsh4LbQhOvxFHIsC5Nm2kcVolKp7fm+dJNnxhAWk6UeWpfJVKGmuLueSLN7sfQH
4cFX+mqiX2YucdUeJoRIhKQM7Il4/tx2zjkijh1X+KlpcYXm0w25xLWvZIQ9afxk74y+EjfMjlQn
T26A1QkZc93O6/8wIToYvxNXZb4yZn6EmTxKlKBh2XR64yl26u1clYfO9Rptq7QNupEFKz/aVsWe
A73VlLd5mZF9TeVDGmfbLhc3qV2/xK3qoAYeg3jE7NGQJmXTEttoI6aOj+bSbokTSVC9JjdyUbc4
vQ5WM9yYOZtFmzzhBc5SFVztU+wa20zWR4QE6LhHZP/2JcEpXKQJMTF+WcUY4ye3jcTWkkRKubF6
lzi3aTLfD/qI4QrTMmZ/wHhKFesEt1nfb0kX8DZ21ZPL1PlMXWFqNUc14qDgt/qpnjNQSPPajLwQ
tD1wzTSsQXRBoMFe7VtbLU4k6wRZyqzgYGz2iULyS6UM2trdpM54YcijBBcjFmm7ZCjIi61ms3vT
HJ32+n0fNyf8vLvYK4zbTnm2UVTWpPHt8vZVuOMVBLsfr/wBn1rqyGsZ45IQ1m02VV97U6yD3IPp
FL4pZbFx52HjKMUqjruq8GxKxqeMs/+U2QfSfHDb6AZulXPKiAr8c+t2Cxg8FsvoNhqVIJdVfAHI
e+0xf98no6CcD+C1iIo9gRBEzi+a76hNqKvK0aaW85NoL3uVMRG83wJ9Fw8K36YrTuLPUX9V1gnQ
DWyja34sykHdqG52FafDjhQGf8ZBISqkeYOpNkxcrcQkNK7+T5uBpyhxKqUnq6UkDuw9jERCgXld
bZi0D1ZSrWesSz1qCFmCilBT9zyaHCPi9DKPtL3aFEdOCXhTO/vaaaaD6PJNreJ/tyOVZNrZ89VW
Bt6Yn6M5OeiDsp9s6+uUyY1bjtuBO0RXyoM6Vl1QiLNuj+1VjtPx2liwiMN8D+VxIm0L2l8nHCC5
y+3FgbdubtJ5PBl9xGkiG9W9QtoRfMgbpvMgmzH8oWXvaGfyZpX+DCX/NKsClX+fkbI0F2S2ECUg
SWrq5wjZPleUDhiNk18t0u2YN7sqZvohI5uQo6sRVSj0LrWCfEgFqVdpiRNWcjR1qMnONPuu7Lj/
Iv3eAm8C79kVEX+6Gx8drdxnlsR728J4Sy09GaK6nsr4PE/LpVEnF2o/hZPibapWD2itOCRaA0Vk
7nVknEluA38bw2UZszD0ms+D+3Vqio2Cgdh2u73WQfyCsWnljZXiHRDEVhFQkDxh1T9R8HFFpMeR
BltGXoQBmnpySbSoLcRmZnaIbWyhc26vPlJGxbnFM0xpVlWoYQ4w7htq2/lubb0swi1YqfiTUEb7
ti0u1QKfcZYeHUW7VLX2yGxdBk7+JnK7eWwMYbNyx1sdB74njYtIzaB9CGtNk0NpWUFrLnfIkC4T
Mw5sx5gI6Z8CYzzOQ83tVLWBiXC3MG1iFMSNWhhfKdrYWrNVbtjVpj0835WUqj9JN3St6RESauuV
NVbsZLxweir/1G4zJouEh6EBUeNvk567ixTn2DnYxsz2Yl2OpigBOW/1w2S+KZGHuIIGWuoBJ9lu
1Io06/QaXGNAP1L5aQZt4qDKFTgYFuXrFF12+L7Nxdn3bnYB5fZNJ3LoLT52YzqPmAcGvcxXEvJZ
h87IlgRUUBKixXkrNsEw6uU2bZ7KtpnQLU97s75zEWBgez9FuXrZdkq5kVEZwdpr5N0fHaBcFsSp
RrCSYoTGJ8LJHKygjuov3WR3T8nYNUSuOX21J1wuJotuNLwbo8hwx3W1ZGsBNxZfhGeIh2nxike1
6fDe0OdsXU9DixRyARV7rpNSPhIGa73MFS+NEFnMRN9nsrqwjIxkMsgbnsZSba2rKMo4izRa5b0a
5TivJh3du5+9ctDI43VguwiZlS8yXmhDT+Z4RJoTCb0OkzZGYVDYcMpB2njjhZl32RhOk5q/0USL
CEVvJnEhRzNSA6hf/vRBXTM1iobn+qIuzPINMHx8dQyhJmc+4lq85FnOs0MfS7Vr1TEjHID+qH6X
uGbRbh1RR+7eIQXXhK/MO3PDf5E4TXI2nnBR8jcyF+HaayOrhZMk2h3sIKedxBlJ0booyj5LD7la
2fJQd04O3laVFljWkms3RS96Zp88lTVHOAUnVeLIEeidImNlbygccS6WzE1tGEriC5BXCzJDk85T
o/MiOxDnksQxM5zijChM7I4RDriMbhTfjBfsYb02aF4wAvvnIG5142Eb6omHKxOC0JE1jXFyjjUG
ig2XqsU3JKUBD4x26mhqDeIPs8ZM1bplmh2dmbLQoE/Tod3LuUvuOMVJLUj0RsoA8FuNN7nlQqoh
bNeaMGHHaMJuxEJLlpuIrtouyQRydQYRoldLIAbGPLsOPVOQt+4uKS5ujUqM9jRVrvcKu4zSRvYN
aZ+w6QbOzK6CTxwLbZkCVmEcsdZYOPqF0tsKiX991GmBV1RZgq7Kc5682vOWfTLMWKvE6EZy27bF
oB10Fc2iT2Vxi6Lcq3DG4bVQyqMxL4Z3VNSoGi9K4PsCtBBhWdxLt78m2tc4z/WMZ2puBCerok3j
em+PI8nEdD0A+YuWvMPQ1aJGD/XBiLSdQdGj5lfegpswIh0w2/YTZfUXvLHkbWltIfFQyGa+cuwa
m6Mz6KSIL5yZD+rAHY05rnQgruPGNUNjwJG8tdbYMAQ+8AyHcbKqzx6U3kXU4hHyCTLoj2Vc2Aar
rUGaHj840C0yyAKHGukqp6apQeYi5neWFLXDoEbLZ2sRlKD2RaDkC+hqaZNdRNZlbj4LdMNxmBG+
X2xUdQYFKSo8p8QoUiU4NUqNwzW3L0ZpFdmGMNsImVgPgESaWY/Xchkmc6KACrE/CBVn8IBalYQN
neGXr5QGsXTt5HS4RN1RR8+fCLfZmACotQ/GKZ/n3hlwjjXRODJnZLhE3CyiCI0tSDPDyJwZdAY4
XdAZI0EHbXONC/KMWkeEcbHUX0rZDi89eEcatH1PSoQhI+siRdPxJtsYHdNAxfpMhN0Q9RszbskS
1e9aj19OwpQdE9iZqHe5ZfTkexZFue8L3EIbYTAtkSU6PtIHEBNCQYsLKdFZvZHZqL9YTa2WDIMj
oXcNQZXHIY/lqSBxsgjtKqqKXVmXabpDN6zczMjKU7yHdfzJch5iC/1KUpr9l3IiOutM4ud0nw/C
MDZ6XDBbuXbsvZqRgyzSXrr5ap4VejYSsMSHjCU6InfJYY9Wip7UDS6wfUfiqPFq1F0NRDRaHeGq
6ti8uqBR6N0guY0dsksidEaV0FR8wq56SNpJLkFJutPTrCqNEzAu4WZG4mi/kkJnfLWi0fhiOrFD
LW2LF1eHzs7CzlxrIOvZHkwfd9DIKkjWTLkpbFf7GkNpY8JoBh0jtGXlDO1Ljceo8YA8sa60Fch5
Xju3tTQnzfeWXL5OcoWCnbHn4+tae+j8rFb5kAxbZ2NSPU5Lho46L3A1CAqnKG4N0bYUzxfFGigJ
K9/iHF0i7ibHY/ttZ6JBAsre6L2WBMiyMS+aeRwaY0YnUxHdFLRuPm7nxsEaaA8RKfGjUbc3SZQS
7RX3WfLMM+t9WeSCldJa7AhiYnbFGGRxMmAptsch2zZ6Mt0iPkRMlxraZ0RLNQ/kUrGFQdQzdlFb
EM3hws55rAuBtXeqEk2BQGkmjJV1hv+arCQiUolYXcxwUesWdkYu+oubuvlLx/8RYUSrlgfhLAZO
D6zvey3zv7Cdfzg4N/4a2wnZNH/Q260/8Du0o0MbUFxiW4bqUHn1G8WHFM+hfYdWCKT939x/v0M7
Frygu+I3EIMIvimx+53is5wPmAWRq7o6tJwL0/8zFJ+28vTvkECSJPW1k4/nBxsNqoEfLCqL3uh4
HjPStHpVPzmLfGqIZN0p2mJddMvsHVOtrE5YG72dqwG6GgxrCKadAoggWRyaJeqoP1ZVnN2/u4TX
v76F9zYWFIo/vjFk7jpvDNyJTO0f3pgDKkxNoKmy3DctqTB9yaFMjrzRXESBpXBI+PsX/M9XAp2z
A8blED1HPCPg3Huuk4xckUpoiA2INDoC4YqjMJTu4e9f5QfklTAtS6dOhemAroe1APeHVyFfmdOk
4Pxm9OrFFC0GybZtqq4Ah35foTa/j/tWv6amIfnVKwZoGr/V/+SK/hghymsj2qD6js5TiDzN/uEv
jFyjHUggJJVnsfPnuKyLo4SkoSmHoYwIB6NCXG2PW89GMI26oepwXtN0T0WXfS4caV918Jef/v6C
/GhX+vau2AKxzJJviQgONcv7685mg2U6iplEJ0PZUnXk7FutlkDkClkRDYMQiMh4lba9PCF+WuMi
tGRv24P6CGfHDah5N0pfcr4SCJPEf3FXaOsH8v4BWS+aZ9M/jsUMV++3f38HfbqL4y6QHUQ1xZ4L
7OUZbPGm+DxBtZA3npMkUCrgU3YKEqppWRcQQYu8hMn5RM5Y96vm4i8/xB8fC94OlT+sGTyrBIl+
+4z/L3vn0Rw31mbp/zJ7fAF3YTazAJCWmfRO2iBEUoT3Hr9+Hqiqesikigz1piMmphcdHS2VkAAu
rnnfc57z5ucYM1utsKnDlYhBbjlxCHe4rENrZZay9BgKe/oiluR3o0ZwujHQ9tL9I+7p/ftRTZC3
UVhFK7sq0vU8dgAbwHnLN3U9DW64YMMCmnSvFa/ACeOmPScmHaqhqpR7iRrjnTyMX8VaMGeevhSG
sopBWjAzaEvl++2YGRtwXGpqoBA3DfOqbmn/17JKaGrgj9scUrcL89D+4tGfThCLI4aPVjAr8f0w
Yb6/KII8rbP9KF4Vph9sLHpSm1mkxRfP+zdXwd1DHDvRezLKr2UAvHnBJG1iBEn8ZDUmDQ/UaGPD
TTstu/78s/vwBBGALQITuj9L/rtY/vztZSKmiSSOUR8ZU3os1FDf5YaPoZigLX8D7cHYxFJmXH5+
VWNpLL37mrjsr6YEPQtN0/STu2v13BYVpzmvAHXib6VQSK+6smg4i4lyezYoiHFRRgjSIaR6Yr+Z
F1nj1vNAkdcijwNMG2sjnXrMyTeJVIX4fDQKL6BbwIM2QkWqQS+6vK7NnBKKqc/jdRwLaAuq0C5i
LONXldAasSpbSE3s7/zmAEwJbw3+7QnPdyb7R6pPBWBPpoMNHDG1OOcxCqhofTiu2lyDXCQhS3Hq
EbQp0ZUNajcjVNp7Kv7GuSxlAzmzoVrsGSdx4IymTYkh0UkLdpMogWWjdmZ601hRimZYwTLh5UNX
9rtU7Q2I2H0ebEuEAdZGU7Bx01Xt0++tELMP1mVK70cbHiCSbEnqCYJHA4rhG6m2q0mD+QT/tCa0
ZIFfGMSfNaXt39C9qe5TPWZXntWgUD9/p78bSUxHGAb4OhQmp/cjiSTVmSA/lTOnSqZPEaX+hi6W
sTKqjnPfnPbnYWrlq88vunzgH8YRZgQUiPxbRGC8v+jg+0GHCE4QyVQbq1kF7YIEu0Q+nBtfrAC/
uT/2BMRJaQTIEzt1MmRRhydsnWwuxVdxpky1vPbDMHFLrdT37M+mNTT49Iu1+ncXRadp4L9DYGmd
JuqkQdD745wYnlLY7TGZxgs/NFNPp5bjySb7E6Ot5T9/pgYBV2wE2QlCqziZVPGMhVIw6dxoFOEs
44XDwbLytUbzaPv56/uwihExo2psQYBdkxyonsw+TaxnhULop9cYFAdYteodRVDqdbI9HxWygL+4
3q9BeDJeiLgkiZHrsa8WJ+MFyGtVdEkIJMto2eBklv1qIbl5isI5uu2STH3ULervG7molZn6WDVf
S1jQHoQdMv/KnOdNdy6tYmMMCYQFPjL5kupeGXp63kyAXgiv/OK7+s0QJ+4Ms+eiwGMBXhaKNzO0
T0zVILUFpQv0Zoeui+g7lRQojZJs1s9fx+8uxaZ00QbTepZPk4B7MBs26UOmp4RZjgJeinaxRFZi
ytT8xZv4zcDGI7R8tqD1WABOtvU4BRorRi0MpEr4h26m5DyzRYTK1EQGXZ00PqNP3n9x1d/cIFwW
CCeoqQ3yX0+eJbWzaAxJiPE6M8lXSQjOtlabyemCUd18/iw/Dm2OEWS7UqJchJ3WibQiHGcznZre
8HL82l6sE7JTzR2WwTiVPfx46fHz6y0//f3IBjCAF1szFCKGNPlkZPsh2HLbyAyvIL583UhTe7BZ
Zr8YIb+7Kw3aC1diigdY834wVlErlTYQVA+0AHgPJeo2WhZ259jSC9dIKuuL6/FPfrwvpgeDOZD3
tRjD3l8xTWz0hGoue63RS5oXRyMtu1zRe3uttKOdO0i6KV83U1jum7GivdjRE6QHgAuydxAAxtem
b9n1qsFzlnpI7bLbAp167k0SKQnukAo8EQQW9k5ftdoWy818y9Z9CZyYyvQ58otpE0ba8NpQ778I
ujYlosLsWL5TLRzoKRNrUTmNJYIA3nIVnY9zVn8fY5m9i2Tq8BvK2g4g5TXptyoeR8PR5QDvRSzX
3U/iR3CV9WWQRrTc8Jb5BXswypwFpa1wjqszTmrys15T33F59dld03XVXcLbfk3Cxj/31RGWGgBd
H+pV3aJgjCopz+iqm9S+SQrCv0xDqXgShQ7vzTZTqpBx5E+XQopMEDwGFa91k0SIzqYsrM91qaYQ
GkudSQMnmWGKSW1k0vJMigSOSzD+VIH7cOgPjOyHUbZVhvS+VG85MfQPGHDRBiTpoEBEI8OQCixy
wCe/r+n6ERSkY7qh/647PY3Xh7A38xI2rcZhbizULF2T8EL5UAmnOdlEoynYP41aq4Gfq5mQRsze
z/PUSNdlYscxYHkyWxysRzzCrp4MHTJvwP+HfaF4JncpfDXUfuC+kigASh4NwXU6Eb2CjGEoL2pD
Ku/Zv7UtySwRLq2on3PLabIKGGeVkSblDImkAawrVJiAga6AR4xpnCDubRcjq6HlsnlI59Hvdh19
0TtC1A1qsBSLkQgAt9m3aq6h2J8t+5qMkwqK42gMZ4iVsWhlik43prTthsca0aSj3Zf7Z7zBEWiY
mIbCmUjxzZ0pkJB08G75i7A/oxlAj9add1bRdq4t1eZtLOdSCU4zsazjYGXFjmSn8EUtVDvZxIXm
7+YWpeMqiat8F2k5rc4e78VVb8zqLReSU3ds6uJ+GPP5mnGNrNgPS4IQCjTRm6QY+bVqxiJHr8Ov
Lgykvenq88nr43GAXQTW0V/BsijSTiZL4p2UFL8KiVOhLDYV7jRC93L1SHNmAOpGgXdx8Xnk4dTU
J/Td51f/eLRlRwdsgyQ6/DScbxHSv11ic1WpCFIpVA+RJ4weJZsrDxfijNqC3l7WinLd6YvYwkBE
WTa1fWHrhXmh8sI9S3TDoVQwLn7+oz4uVXzOBmdbtipsx8TJUkUn1hqkTDG8CmG0Q/B8cilZFfay
0E6vPr/Uh+If+1n2XsvNg8IxzdMtBilfWqebLeA6hBC7segnb4qL/ICGSz+bjLH5EQqT+JuY8rxS
R2DXhSjcyTJ9PmeyIEwSlc56S8/Xn/+wj8MCCzCYE87AqOLwAb9/L1FqDI0S56Yn15AzZTLeBgrl
pbQuCCBAp5BzFot8xY2qVHGlth++GJYfiz4K5lxtQQBzFCfG5WS5m2PoYCIc6JT6fXBeRkz9VAXL
Xd7hGKVl1K1njVXGkBLzEg+fuUvnjr47fcrmu1TO2ePnzwOU++lqSP0YP5hJeAt9QdJj3j8RpR5H
ks0wjFZz3+0RZsxijfoBAVil+WWE2mtaAA5m152j0ON0opYMJMdnb7UPGM0v/UQJ1aWlYO7GBGUz
6M1wga/N2KPJ0GCn6S7Gh3LHCZpZL7f9cU8PERxQrVTAKspAE/dJJ8tbotIHTP5KBfY1a5R6q8bA
ARzWyxRrZkzYKdwFpkt3mITxAJ8hZwM9TUqD/kHVfD6rLjpH7B42Dr1LJNWZlcjAHzMJKFs+Mt20
5DiNO81IUXaYoh7uEFFoqtNIpYQqjkC7ncJ7eNQgJbcoOYKigX+QWYBlBSDu5yoocINmUydb+3RC
pgReEZFzg9YY/2ihgwc31Quhlc2dMQ9zuyYcvLromIE1128NJVjr8STPXkTC1G1jUllA9Ttmynaw
VGn2WiEfgTga+WXP7NI644jd3i1COb2vukBzwxG7+QYbC/WvkDZ3DieWvDIkZS1Q4iWrQ2AjrlD+
Fa14iQsrlzaskGn2kwaO3N5GM5afu9kOhbqtJgQSgFLrWF7R+jS7PUt4s5sHvzofm9LoD5UZ2zpS
S38GVJuOsEXioa3qzRS2SbQ2RV8rV2pidWsp1LXK62pLRr0YWTU4z66sSmIAmvCC9rxtOCWqiFs5
GIVFOYP+A28zMCpv6mpaWUVUKpUH/0xW17UmN8+h7w9XLNnBs8kggjuSROKJ7e/SSrYxaTuFLgG9
x2LEXi2Um28cL/EGpXHt4/QoCDvYWdMQIcxrhp7SXZZQOMCCHztR0iBPGKqwvW0avAiONk7ppp0K
5PBDnpm3RUVH3MNgOK7LKCL6vDC1rgOE7yfJqpVGwobmnGG6CKgx4oZ6b16Av7JUNxG4DR3SEEOE
9Grb3LN/aGRUlDZNWcRY2eTNfH3Kuk6j7K7VCmmhoA6CjZ7Ulz+HyS5CcgKxBeHkV9TORbWBmhBJ
Rkr6RhqKQ0xQGkon2B7qwc6X65iT1GzzUQ87EpUmdWJSb4xN6eNudtp56DuPQTiWh7Hx5btQyRmA
tEWkJ4MoRRMlQNaYXj03ItkuBMXHQIzDVspsK1hFPikTnqmk2uOcT8a3ru0m3OkdCZ+umtBb8CZC
KcDfjREUAs6vRJZNkzyRXTjl4/dBoq5I4no6Ps4S6nzYpYw0Z1FJbKp6XPY4gfUoFRImg67BpuEh
ja86tq2NfNc1bUCSG4NqP856/FOYjXQVNHJPzT6N+ieAPLXsIjkkc6aypVusnWa07C+lq6zVBs2J
qNrc8KmjPsEKmX5LYst47FW7uxVKnLwOvdEf66DEYSAhdxiBvzbznWqXwVPammh9O7nrMjdGWDOi
Gw5RCfGdgU+dcpq1SC0Uss8oyEEC4IhNbIFljAh7fH9CazOYY2qjR7RRXegBugPVT5WIzzJVLtAQ
EUeFm7vI8MBE2vc+CyEHpkk17fF4lYtLJ4jVnSRVfb7q2jyhMUV/9bkZoeCuBtzm45mZgghYz5wx
L/2xGh7HLDd0RzVy6y4htWjfVJVCgz7tR3rM4RwclR5zDcpnE3p7lWJCRwfQqDoEl8ys9k0+aWLL
wlJjPy8I8N4F6ShHu7IzERwnfRadZ8S/DW7dchZ0NYvYllVtBDO4BMXwr8qyKO6VMERQF5EFOK9U
tW9eNEliPrMw+1/0zJIBFf68IwuVB9u5VR0DmJDGRL4fWslGrMZXCbNupt7pRqoe3su+qpHbNdfA
HouxnDZFRNvZG+SEblZgFUmCq7fNDc+y23HazLYdvGoTIQ7boeikB950XdEmANPJIxjYcAt0KL0b
9kqU4KNT7MeO04JTVgFYsdiKKRKQNwnnyU464673cSC7QVekL2R1yTnlTzN5aGn2X1UyfQdPwXhB
Fk00k37nY8lCf6lDdmp1PYRnoLcSHF4tx2VRW8X4FBgqtGKVHfSjr1TzUx1Kfr8Ni5xVtEXwnnu8
zO4w6lVBywm9uIzMDYsTSu/eG8xaQ2jRLvu0ruiUx6xuy3ob5toiCFGz3vdiPxp0lyQpuMZjRi/h
r4Lh/++9/6+lJf3vvfdN9FT/SNsfNf32/+LqLf/JX913CT4kuBoAeXQ8aTGaGlu5vwCRyx8t9Uea
H9TXVJlV9b/675rxH3rAFtUUSsvLzuv/WmyXP8JUYcjysj2k8P1HcXyLUePd1k4gOaWyTO2NTfXi
sf0F731b55sDKLRl8aooDi6cXXmbXSuPACBspEuIXTxj9ZLssz0m94OypeJQbIZNsjXP7LPppzj0
L+2uvGzO81uiwS7Sl/iFdPRtejuHK/N5uG/Zqf9oVrKb75hXVvZWdctdsNVX9tm861+W1Ul1mPj3
qcd3szd+hJf6a7QtjuKg/rBDr0u3Cp/FfX3bHpq9tG5W9gVI1nXuIR7fJffqVXnAIXsV77R1ca26
AEAup1V1tThoO8+6zVYR6Vauvc4viqvhbhhd/qS5mg/WZjx09+2uupYutGd1r7vheti0B2OTnIt1
tfG9dpusCPNbh67xGl8We37luXZmbv377FpCWvRsvaImCywS/dxgi+qHPJbKAN3jEVaxhyHE3qy+
sNfwd++C8aLal/blU3eM9hn/bHAeXk57+2K65xEeuIdXuGZrTsxOtGe7uhJn+YXpkJK1Tm/8W3VX
bPiBbuPeIjxeZavyIO+1A8EJrrwOz61bfw/SfFW4UMmdbDP8zP113a3CR7Et9sraXnNy2pI2eFWT
GSGd+d/NbbLRb2bKUldh6rQwUdbMtY1bks9MS05e5fz98FilDqudcqaBFTgTO6r+br4ez0BzleOB
5iu89m/tzZTDVEOv6YjH+ZBtoyswXBv29vGu2grPcGPuC5EBjyXehTtznW2LTXCm7vNbDivn2dG6
5AoPlNUwF6/CHbQzBMBrCjEbwzOvNcL4nPgloOr3kJz1F8PGep0I/XL6B/uauexBO2tv6gsLA264
mXuKXFubHyocaSufR2tlJXvlBs34uvth7ad9m7sEpK+yM+VCumF8osgN84so25prxSmO/PceqjMn
WBt4nx15bfJGNiyG39CxOtVVfxkhVG8d7ZyHluWu4Y2kPzg1pdXb0V/TR5Qw63BKOPTrwaUvlz0J
b/SqTUhsoBscLzPX0d3iOl4T/bE2t+nLur0lnMC4V3MviCmj8Ji+F6AsHWvlu53brNSVBKCGX1F9
z47zWb5uLzi0YC5N+CdeYoaR7I670SRz/MIg2CrJD4lLBazucIM8diaZD+2rpJrOZL+mPihtxxAA
0bYjYBbn8rlZk6o5rtIztJcu1UuvlV3trr+abiDwE+BNVndGdcgViZNO7Nbd5rnzQme8S5GNusTb
oQqD+++ycsrpIau8vAe2j3qCBQ8vt71fVqppKz+POus2Y1de+Ru9dqYf1X5+yGUntvccKz18LvHe
fy5u0a2ischXRs9t7Ksd9XLzR7qPLsRt9RqpxnYyb/xzk3mJpJd9ftA37VqTf4q7ikhPr7nobkov
J1dDWzcX/RGuE2yAo7jX15zXXXzwhPIxHRHhtM6pdaLuTXVOjzr8KuQMpqOF7G3cAeFncjTmW73E
Mr7Rbus9n7Bj3Mmqi8m2L644MpiLn5cUOeIJjsWl/sKJxViNa5TF6r6K1gSCmekx/RHdSDtjY5OW
TB7AZnyVPMCM1eqhwP4IcdtJrrCCr7JdSA52s2q1Hzxf+bEhNEN/MDybE+vPsn5gm4WKewM0yBli
Z97qxkq1jlq6yp8GCfH2lliwNMJQdgbzuiEWhR3rariuXMsD5W+EZ5pCjXnF1ogR0fL4gIMrD8th
MCm+w6NUiDrB/+E/+xHBiGvthkDyLLxE2Nj2e3WV3Bv8nW/6make87sKftJD9xCRYolTzdriv5Lx
/W7kY20Z7nfT2LDXbu6TkN4kXPQ1YYSUNYstzXFgTHK0wlEks6V5hFYm5k1huMlusn/wrKcbjYLy
drgZbsx7xhQ0P3c8b69lDA8ABzBL79urxLsxd4pwO2cmR85aT8NLaB0C+yoAof3QPMhXMhWaNSSD
TlpjKCaHwN1q6EjvpEvrutm+2DAUEPV7S3H4KOk/zKMsdUTocAxPkF6uUYseleCa3iMZn+4onPy7
2d11YDCjytzgW3YLkh/G59jFp44p2DF3kZe6rRddD6tpZZD/YR4BNTCQb/l3HlM3vArZ9xfDmo8D
Ynu4r1ddeVTto/GE6cWJvHjVc24Ld8wbJLu7OcBPbNbapsLRpbBPhQHJFu84ZDp8N/z3jgly7T4F
Yv8NdTVmeDU7Ro9y/qiQ7fJdCXZIj7vg0LxquJWq8lnUd/aFSM6QW9sHXd541Qp6+4XovH507/rV
anjOSJEG0ciX6IDP0h+C+aU/LmZhQPRewES5Ko+95TK5uwx7WArlBiNmcNWt28WH3Sfs7iP5khWL
IvUzdJrZymEp6msjyR4kLxyOwOmTG47fUunY/QpQ5ODE+26H6NitnjCNnRM1FHntsUrchuLvE/+r
Pab76eBfQCLzqieSPnZcipdausYKZlgC54epvtwZrC7693DXPZXEcZ51T9rlsNXPhE4WBTYCJ7ks
DhYEyMdBXCpbaKyeuuZeCX9X1ua44f8IdUfe1slShHYk8obDLWOV2lbUIejdCiROyaYqyc/a+7PX
FdtWPFCICl66HU3xEeo6cTwZ8SVeMq4Lc7MP9wwyRnN/JNWDxKtuG3k/rG1IZkaxNqz1YOz99lIu
9umATcB7kWuyPP7qBv7Rtvy2oLOUfRqPvflZLODe5vQvLddBHw26Nwjb5n//+mPEfv+T6dgLCeqT
7XgHa7j5Ob3bjfNf/L0bV9lW2wjyFgmQggDApPL7924cchUCEpn/UZAE6PJynX+MzvZ/KKEZNDnZ
bmOBNtnD/wO8sf8D+o4KtgxkHT3OH0GtFqTWm16q4AIIculwLpRLC8HbSdkX4lVL+zZggNShfWZI
fnIvVV18bhZSeEatRPPaSJhkbZbt0ZabZl8Lqp2FIET0zUO7/Kt9+1b8uoiCP/wSi2Yr5xWeBAzm
9/Xe1s/y2FLzkdU5KSKvj74D4IgOdjUrr1EnYUsAM0jsmQgvqAkFrdNxCgLgOwTf2kYiMjSYWnGl
z42+bXvKA+yMlehaKqf5C7nab37oEi2CrJRQcyhGJ+0KIio0lP08sqrv4jVhmtqmrhbhkzss+JfM
Ii/hi2dzcmBa3pIFjlRWOdlptIaX7sGbAxPeRuJqVX0x6bLDm8OtKRfhjaQAk5ENErwCY9I8ye8e
o4Tjd6EGwE5o3NGqpa6gWxP5mENCBGgi6r+61n/0tf+/CTew+RQ++errnz+ff7775vn7f+vfF0As
nzzcS5WXhS7in08e4CwvECUIIs5FdG3zov/54pHG65ALbFv9hahYjub/sMT1/6AT5kTPud1SaYeo
f6R/X/Qmb+QTi7CAgEcGLnQrLmkug+3NYBpS4F2SIcA+FVOxR7U7X9hyFW6lkeQyda67cx1L3hXt
D2nTIsLZRn0htm8e1m++9vcDmuQKfoMpYOjC6EdhoZ18Q6MRDRqSI4SPhEZti1muzk1FqlE761/p
KpZ/6vR2+U5l5Ly6IBryRH4z0t4mCNeW8Jey2WvVihZzXjVw/D6/pV86nncXspmWcQXoi6ibXubJ
hZLWtwZL5p4KDOQrkgPGLf3firMctK7zwYS86wi/ouZZ5Ys3BQu3Ie3QV0zPQkzxEW2xuPUDsmLw
7tQl2+jZsG+TSRnpw/S5UNxqaMEaBYVCI6n1+wavsNlT/5elpZcxDcv2jWJj+W2MVLEC55RHpL4q
WrMKwFq9mLlhrhrMjDi64gQrJeEsoAjUaRQYbSxoF44SGOVZnbf6vK6lDNh5N4RmiNJ4RvlnRiQt
/1XE+1dx94e3g0BpaUibCkukDGT//WAcCS/CoiMTJxeMz0Y1BjAlpGT/+as5KTiZONdBOTPkFnmh
YPSfXKWqsH5FEqh0M4BMIQX6cDb5o84hUrHu7F6rV4okJhxWUhFvwWcoF4gL2H7WJD8mCnawTFMU
t7VAktO4ke0vhs6J1Iifhx/GIJ7FYr2V0d6/fwg1IZ2EQPHz5ka16LobCdRySe5xYiJ5DNNYuv38
gXyIZ+WKzFDoV3V4m6iNTpqrY4bZT/PpnFACju6ULLFoUMlztg2KtHoOEiBnWNj77EFUJcKMNi+t
70tsV7RS4kj0rknmxV5twVetCbTidJ/WuhS7gBqnH5aPpXZTqgnnRnYMIXyCssT7/vkt/OaZ0ZLn
l6OoUzGVMF2+ncU6gpTR7OQMHDm7m+u03UR6EHldqx9L1X75/GKn0xWPC/Qo0iwm4CUm53T9xfqf
ot0hP5C249HXZ30DCHu6yCVf+yLL5pcd5u00slyL9wLBho0QOv+TGwsB4UlGJ/lO3tNcWGUpmDrg
x1SQYGdL07ayDBykwLHICZuEHvycRW1fjqRBmwtqWwF6nQYy0eeGFFs7OiDJXWOP5qURm6GgxLD0
lcGCJYKOALIuGlxYKDO87T/bDimYh3al3ulmhu11iPr+shAlXAeSocN01atqK7kIyOWJzU5fEU4Z
5Oplqxu+fcEfGlfDPIkn2qk0xuk3lPsirwFzZQFdTac1yAIgkT6UibUvp3Dbh3RB/jp+/OuEor7f
0S7f+rLyWnCFyN/A07f8+ZvlLbFsVE1GzbsKC79yFbXEIWOpI7UOa+zFXY6b8BEQFghEWvYGBTw0
rasK59JFbU/xCxZmAZCAvI2nurD9x4Y+1qVRxcalafQ6pMZ4SOgHYy6/r4soaZ0KO+SPz8fbyWb4
r5tgVsTugWSUHfrJGt2mddKnImUtyYs4g82Q92ea5BcerSikD4DqUgc8krVpRdV6DaJVJxW0d2oD
yMjc5zGF4aA39lZiFw9l1Ah3kFh6vKxNiDX9/MeeTuHLA3/7W09mLx+ymo4sJKAxSXqGEtNKFI0Z
rz6/yq/kqPffhcomiMwfwn00wWHq/Xttaqi0YUoMW5uF01PF2cATYTmdk7MT3BUEWeRsjTUQ3kM6
Vq6k0cKldy+6y89/x3Ig+vAzFpsehCmGl7H8+ZvhVSKRCPyqAAtU+rRI23y4lkQh7tTJLq/NZADo
oAVIp3PLqL+49Mcpj80fAd2sYiaWKPXkQZuQE6ROZycjhXO3Dpu4OiyYO2z/OXO0TNvzi8X5dxdE
DmQx9f1y5pw88nEmdwLdQ+CCO2+hOhTGFnAbpuERv/7YmtkXy9LHkURoGIsgmDZjUeOfTLMtoybs
ppaDVFr1Xqn0udsYcDU/f4O/vQrp5EIYQM45JL5/g+loQwMYuKuwtvVtM8j1Mud9pff/7VVobxmL
zQ9fw8mWgwwFZDQ292Lb9OOFlFSeJHOpP7+Xxc6KSgrJPIPj/b1kPjN0r0cIUSv62nqFYUa0pDL8
N66CBoQJfFFcnz4xEWCHBNPO9qnsiHcWrZZuh7Ybrz+/zMdPC103b0XVmPewp5+8flkdI2FAxXCH
BJRBoY3auuSvbuCOGDs+p+nejnX6KkmufXGDp+o3Fo1FGMh5jHIMB+1TVWY5DlqFbITzSMU/Lrdz
cdtWUrdOwymHJAP9AJ7W7JJRQByy/tyk9i37IB9tBUTBz5/CMvzeTzBw50wb4wYnRyxaJx+dGAkf
CHWyh3nY5Y+gKmijaHq5tfVp/KKu8Ms0+P5aOsJLPnFN0JGl+ft++BhRUI+yTrZOQdTufTsb9LRq
UEaUjUvKRoQFRQNkL1KN9gKILgmPaewfMq3wEW4EXXhftoPpX2T8K9cQPLPRYfstpDVZf0mK8qoD
PTHNEfAFQBUxtBVoVNROlQQPBCQVCvRKLff4RytZBBsdrUnwxcf+8WkCfRQ4GGl2W+x31fd3ONZl
OBCNauP4ZT8Ncwr1ZNB221kz/ib6/+vO4+NsyZ6BjRtmoiVjRT55cRwT0lFXaD9LWSn/HApsCVIL
zLJV7deCjJcvNjof74zMmAVMyKGBlcg62cLbIsu0eeByEwFcqIyWtJi2jRWaqor8N8PyX+/tpE64
bEi4qV9obPLYFI7v759j1pu+njQx6AxAJU4pE0bfWk25nyEUrv2ZTPEh1UySli31uoN1upO1RPYS
RSS7zz+Pj5OEgTr6V11Ug+q21Ezfrr9ab0W9jvGWZsRUPqjB0CCfR8/iVHWlAQ1DFrhLU6DXMMTE
F3vzj498mc1V9AucVqHenrzhZNIxamEWdVoQuGBhOdBDWAWfIdEL/fw2T5eP5XOkImwv+ggOaKdL
IZ55kiikmLZL3D0ruS55PsEyfziECAbB30I+3cLgxFV8MuEqpoHAsevhuZlzch7MMTAuTEOHXhPF
F5f6dR57O9XoyzUofFFkpvBE/PP79xYnAttDgQoXSRfkOMm0/Q24IspQ/TSOAxYDHGfbWR7FvDOT
0CY5TMulyQNIpgj61BZ4yDSrrBRrWmMrYBzz6lBhTsefMYy9ecVsQ2cpFxhpXTDR0UOf2nngzBhp
i8ugqxKEDcBDoj9+UdyXwVF0MfkK88N96ajlMfaSu9xk7XaUIM0VPWGQnw+H3z0+3eawDo+UCjDT
y/vHN4UUb7q0pkec99W3MQ1jciiQzcec8wRE3ViQfCTbfXfTEgdBEkO/xNmEKPsetTRrB3eqrdlJ
UgLPphAMTYMNzy0HvbSAcRcS1Mkwatm4a6o6XcCIqgFAahpaNDMP2tDt5tj/anf5YUfPkFhaG9Rk
mJpZTk7uyUYJO1cxodxY4G4VO6t/NMMiapkic683OgsvJNTrscyiWz/sq4OhltoXtfyPnxkfGh8Y
19c4af2a9t7s5rssNcG1a6U7gMhcR75fMm/MwR/u0qhvsglcdjQ66WNE1L5/eUHfxvFQYOZSKpDP
paqKXe/3X5lZP8zRXAausboo5tmkkV/w/jKYptmwK2NN8l0zPOCKsl87DCxbdMfWbReR+IgDsBhX
dmSHT37G2T+XYR04djd35RcD9tRogt1xWQVJ78T6CLFlqaa/nadDJbNnqMpYudRroLMucM4+cNlD
fuUe+c0wYgJjVcKQKqhmnVo5AWT04BtTilLwZLsDukfCTIxcUFSEGgGLbQj7IHdrU8+nVal2kLGN
LjPVS7kL1NvPv9MP44kdBjBztuICcgRj+v1dyxq5ZXHU0Jdv/ehgsOp71Gn79edX+VDj4FSBjxQ8
h0lBe3Gwvr/MxAa2MKMixxJP6FNpqfaagkr9IjJVJRkmtI/5iCBlrkNIcmVhHKtxgI2bqRmKE4oF
0toYezh0o1JsEOCbljv70nwW5na4T8GebJrREje6MQ2rQEuNLz6HZRy+WwqWXw/RR7BtofJpnOxc
MJkBWpGr3BXEh1OmDmVH88GrNoIG/udP6uMwpJRGaZVDBZsX2qgn+5axQbM/mWruqgPAOgwfND/c
oCF/1DGCqHttTNGMG9ahFFuZHKlndEIUimds8ywkS3J0j2gSK0NbSt0Xu4nfjBUqpmL5fTrD99TG
qsazUvhxRCZAk8dIaIbx6Mf1F1t8zg2nTxvcBYv8krHMnpR54f1Y6TJAhkGQpYyLuKHB4+NCRmKf
zsp6TAcRrThdWFdazrUdnSXlW9zmpIclwB2/ZdEk37VdoT7ouRHfZAl4Coyo6V3aqUj5bOIZHhS5
GW+5vH/rCxwNHrgk5aimoYa3jlJ35Iy6Jt3qfiMFl0WTAJwY8L0UQEq12NoL8HxHlZf3PYkU6RW2
AREhvSq6dGVbvn+PBQJtFqRGc9corf3MHtsiWxbim0Z02KxbyNIKTXMtO4TKF7KroiliZ/ETRwJr
79M7mZxJLRD6YQeVfkb4IW/mGDLlSpdBPzpDRXAZlOOxfcRyFcwotML8eyUwaFC2VlCLdnJKMVw1
arNfK9UknivTTltvsqyo82IqjcY6F5O8EGLsFDVkYYEkbARr7mEECRjtrGwS37FWQfMTRog8hQYH
xI7AkPu9HSCyxxS0fJ1x3/rlBvymRcZgZYPPHfuEFIdMpZbgEcli3zV5PkmbKI7L604r6ju/CxD8
zLTv0JQBCUod0FTJeTJG7b3GElN6vdUkP0t1aL9b/4ez81iOG+m67RMhAt5MgUIZetGIoiYIkZTg
bQIJ8/R3oe6kWWSw4vsnHR3RaqEAJNKcs/fayZxd1REM1yBWiVXa2OVSvamTXYV6CWfyYMZoMlgM
ahtzUUZWFEZOb4L8XCt/waW2CFnTavlJwxs4rSFjRT8AH6E5kleFJDVYFEQ+9bJeSG8xR+e1thaI
3WPk/bBI9BhDPFk6MSzRMPzpNcaPX2vZEgdG3xV/SqtqZnJol+W6ykux7ORAWAjFpupXYizGbxvr
M9/t3GkdnF5aelsEFXhRNJt0btSRqZlsdUCM74iVkrB3jKi8ruHhEKMz6fZAkRtXmz8PZXnjlS1c
26Uy2GCoRT10NwM6h3lT5EXMNmiO8EtbDnxNP3NbaIxdJLhf1V48LYRPnKib2vAQx5dicP7Wi6WQ
RlnrROfWYLog09mDbQcRhG3ttqjws7AUYU3ek0Vl2xCoFWjrVtvlfTDTQUCvlWmchcdZoRFHxIrH
VsusEOJxwyTped36BKslrHutVzeZpS6OrxLlmK8UBnGp1NhTEIDmRLZMZdQ/Nqki6eqUWfKr7gC+
BOOyyN9lRCYOKOAJ4AyhB9H1GHG4uoqWLHmSep90Pwepzgrbv2bMMBuYgwjaMkclaiRAIsLCaTK6
plbm2UGSa5RD4Gd53SW18OaJLBhvhXDqBh8mdLUfBdE2Yt3GzX8n6TqXeSN0wm+rUT7meDagoDZs
1fk5ZfXSS40onn5yYNLgYM/5e0rlQMif81LEyfBraojS8Ndtmkq3I+v5urUeQamzePkjuG5cm/ls
9zpOLre6wqviJbsiZ7sapJk5Df5smvMQ9EJFqKlNw/RSW8mMba6R8106wV71ydcdzIuGeBP1Qie9
ur9U49iiL5sNCLwnd7U1k3J2n/J66sPYKJONtrHyjEuv8hyQwaor2Yt3pq5tWtF7O6CgYEbLqWjG
LbCPYgiS1pDdhjZDfY1hjQ7KNGbezEH9mBaQRerO02IN3XfWjDPMnzl5n2L8/WG14lgVu3VgTHvK
lW5QUQxmJWpeORshXIuo3d4VsQRYS1eInXTulvpbnKD4CYwGnsUmqWjeM3+us2xWdVslthIjaCeZ
ETYXa9NMN7TKou3gOklzUJM+Qn3pkmu8V9Uyfep7bC8bqyppATmRkWMXFAo+c8PrUWpLb1rh52WK
bnlOOPxtzD6v2q3pddg0I7016D83g3hPPbIeA10fDXCN8EjU/dTmCFJbw6ruHaJL/xaVgwjU6Xvj
l0lWHTFRscEKMorUywIx6V4Z5nYuAN13i9yQZlrDp8ZUTwTrkkqyzEVuLncVgZ6vkIYIJLc8Vr59
76rkqFj9SA8o9Th6+hkHarwpg1ojOpcuhqmBMHMom+PDpCscRPXYij3ke3SwtHkBBOzuZDa0D4sK
8z5ptes65YnOkbx0OkHZoVT5TtNQceJXKKCvpaWANqejlEUAufncUZBOYWMqBKIPj1Xq3MHnfXQl
Y4YeJmpSMG/NS2HmBw6YWKnyv2qabdlSHyypwuzUbmvLvolsldamh6JdKzdkb+HFrgffnrydk9gP
WVs+C1Z4sxGXsxZlD3WW3oyzvLTs4jWDbkDIxPWivdTDYx6XoWu8aT2qfc05mPwNYoYU3ZMlXxpb
lldn68DP3KRmp/FUbaD8RmcxxXIbpLtGBlGnLF9VQ2kbNsvtoBRwXBMtGe6jyrHBbJKKtacZcUmp
lT9rIBtVyTnDpaCWd/A4p43atrvUEY9EdW7VmA9jKOtrMPNMu8TNe47zg5CqQ6+YC3eIYa7rntl0
PAqsxziOkvG3Sg7vXp2dXT0vv+3EClvhXcc6Dga3uzf08slS6r2V4ssDpX3vNvGPzIa0nz+58bVh
ld1m4EzoAwWNLxllfdiM//IWljzHpKhE3lbG/ZPWxNdmojc+JL5lZyzJQUyGS/dyfMACvBulovmN
6Rw6nKuRyP5oXUV2GEyoQsK2H/UtXNTUr4tqSz/n16Tod1pCmS6hfaPW6oNOCLnnRVXQuBYFbgVl
d4f3F0/irkfaZaDwTzIXUZeMM79MlrBVipifcWeX1i+pjc9K+8sgqSFWsresL95FROcJFCxf+XS1
usc8YIquV95GxUS+g6IdslgzfrspL36aV+vYOF1oCQ6AaL4c0dND4NiMuvpeM4DCtljesQGO9PFH
a74dY+u54HvyBzvdLLa6j+kU34+oCfGusZcjf0QfQ9Wt3/Hu7+dJ3lA12Flta/lGnCG17bsXXRE1
qKz8rki7fY271MliNVCX4ZUP/7Z2Z/Lu5wrfscMU19bT/dCNBOoa/Vs+5Oj7UwXfI7yCjp3SRCQ6
+QnXNK3Vq06NnC0Ls/ucMHRMgg6sa2A1e9Jz9yqAxT3syatc0oR23KvWgsvR11jaC0O5sTMMDagM
abOmBJewmdlBQHqvMvjCGA//kjbxOLrai9OR2iTEHykBaaDfbshPGY9ZKlZvqlFQkXJ0la9hK3Zl
KL/1NYClPGaxEGVDLovKHgTTt8hQEBQaonHvmOJicSZnI3lMd+nF3N5PXtJ6B0ESQh1Akp6dIBG6
JgK7WzNiElGQF5Ov0THZMUVmTuYUVEHUYE/sEpnfOC6ax3Am7Pe5MNa1ReiEbAcVPqy/3hjZLlDq
epTgGgE39llMms3SEN1kkptwGx3xuOURlZscsbnDEaHrrTTdiZ73q3pE7PZH3K57RO8ilwHDWzfa
ymI/4nlH3Wglx4uyveCUCsBXXVaYLxViwL6KC36BWDZ4v+VK/m11GMCmveKA8yMauK9Igw60IgcZ
rB7xwW3nuu/JyhTuSf5k7K6kYecIHW6LHABxt7KIi75XaHEfEcWS0hGemxVcHBlLhZHmCDTOkx6j
b3oEHddRDvRYHAHIZrfCkCcWl3sXq9LCOpgEquKJEHf3CJY8NyCODGjikQeNK2RZMye2IdakdW/N
EcOMYdK+B/KHbRslBLr47v9Dm+cagLMjG23eJkewc4lC6d8cmViQR72Tlh9DWjeR+njOsDHGFQ8N
AIUt7qjneLYT6mLysnWIzfbJEzfujQJFyE3LBJuj2x4IaaZvFV96WZcSWKeO8BgkCSj/sqqFelzj
zX82JXUT33KK5JUsL3jzdt53P5Vek1dQ2lHRoo2a6U+SVcttL+DOfUIKs2vHLVna7QzPqJ/HzpIE
dRaTczuityVe1WlLxo7XiLuFLmcbppO2PBXwOeMNtYvop9OK6hXsDgF/+Eu1P2DkPf51UJtbkwo6
eDdDw9AhF4KENCoMFmCLtfOXVIMHGzobZXxRt6U3E2oTQ2QwRYtuAUiwekUMcO/uqS3lhOzZXnqf
j1p5qbQktZPeJ4kkc7h5iN88ZRqVxLrToydpV9QqAF14BquQbqF3ZdXgEoNhzYZn8taJetAWVnZ3
ADHkk19LQZXEx7ry2zVhPitl+iueKgMPRJY6MnDLNZRu0o3hVTWJ+lPXtHoPqgFp5GuG/ZgXoBKz
Ym3/osexUGgcI++LuHJ/ZR5iHn+ZXQxdRdWMB2HAaWCHpJaXaW9jXTcGeB0bCxPtDyUWmFbGaKax
m9pDdhvZo7f4Szbbxt5aOnnTGaULw6erxlfOGTCCXGPp+20j8/paI6uqhSOvJK8N/8Mv+xhmrbZr
sHULbnkgLLd22UMIvIUOT7u/06Ki+kOChQevgpS3P7Ud1deIIQaCA6QCPldh4/2msHH+ASt54WTg
lJq7KwXEL85LLiXIbkibYRNlesITHTmKAT8aNAdQJXkjW4VEScJOkN6Q9rcQkLGPGySOd/Q5u2bj
jMvwRtWFlBG3NLwHOx6rO/5a+VJoNef5HMnSQ+Kxzd30nCYx74i2/6e1VXTf1hnprB1Ei3AW69yU
UTngENSYCaHtnEXlNbCIZN91VVJsY3UmiKirTXa0RArSloCaRu1jnsVM+l1qKqjR9aXPQjhy6bMW
J8Vz5CGR9U1n4r/NDSlBZWGXt51SFCNff8GGUmli/CAV9QJMi+XSzb7Rl+NVSsAdcewzLd9A9pzb
AzTkfC+SbcDBjTnUcJRosPbQxVffR0dNsYFZavdcN2bdU9wsHEh49pBcLHlUmcGkjGTiOBkDgPid
CYtPrpf2jiiEywyyUyA7mWGdR+t7qXJKpcdjudeFOqQDH642vKVQN8FU0JAH5kCo7SXRpFhGikGB
2NUas9sEqqEf/3Te3VdjxRHArcaInW0+DT/Z0SqCbKaIXVa8WBOrSmLhMJ2r+DFWbfFUiyZhAYuJ
LwwpWzAm2qxn4fYmih6bHiN5v01scoCDUZu8A2Mun3y7nIg77cZ8FpgMrETbWbWrXmg9EqTNJBw8
M9jhXdLHFi++S5y5xvmWzQTGSqJAPPx/FmcR4dUSK5Cp9JfoIgwzJJWS0d5A4bpWzUyJQ01rnRfg
S2TmIhtV/8zMZ/pWNp36MtgkHOuzbF4hNJuQRwj8uO5HO8GoN8bRjzkhTndXzF3/AKuwb4lPSRli
UUcUI/A7J253HKLXMpehZn+1YtAYDMCE580oKEH54LJJRWXiAoNQ1MSimFPrpRtBgIaKtGIgcLuQ
K0dCANgJXSJycXcNZUMlV4FARIWnyn5QDjDVi5mlCzhmGy9i1zr5ssmFGd/2GiWxEOgJm5skloZC
xFdVWIwr1q9NPcTxndU1DAZbUOz0ieY2UhKdlgHMg7IstZ90WvELZo31rqksMqxPg86e2WhYwRX6
BZO+pMvOXOz6d5Z7pRE6kyyDuVCWdj+Uc/5GO8C+Nqa8v6mFzZjK2RPbVBu78Y875u21JJxmTbhx
j4IBUyn331d9v6qsoubQUIVSWKXB87HkqUmPXnDFwZFTYRp2BfeQk991phONe+e0tGojWEbufcQ2
0YQ4Ka2aTMY9wokSNGlVvieZ5l3CkvI4JbREBW7iOR8VJBNTB8mnytV34HimuCobF/OIQWUiCSDp
TXNYKo37bIN/mjhkd3CE2tLhdOyqNdnTDam2HLAyk9Ni1BXJm5MmJU7XtDKbsHYBqxwMAvbIZgA0
AXGmUPDlpvBTr/M04sRC9dZkt502HTSgqMdg73iZChcyX9lCeTuRE9U7rRnKfHQetGGh3UdTmGAs
Y6509RIQ7DpXGUwUfq+rbBc9W41/DoOn/4PKw9kqS8xnkbYpFKQhE/9EtYjXkosMe1ox0wS+Hhl8
UHal/Rehv5b5nuFO7cZkPvSeZdfX9NL1HpeRp9aWvpmqIWoplY7pC1S59oWFsL/LWajmjWOZxXMy
9OzPgR83yErY/enbWtBKvFqMFeWixyYyV40Em2QTVVaPRbUwi19dmiNeqDvLydjmMPvuybeDb4cc
EqdmusgecLDrvZvkGN3HMxqIkNil5WXK0IbBBVwqbavC7kl83RFthIxeppydmFj82aUU6s8o9p/B
Vo5Purk6Nc06o/zUShuEkENpG2My3Sk80pOCwblQRMHrqFLtxiyqNALhskzxBnlRkQVySKqHnK0R
W0D2q6Q0pdm/tJFsCfu5lEooBjP9BwC+PSDCIuSwj6fkMYuNhbCy0Y0vU1kIP4eRzuUik7N377X4
n4fKKV414SxB2lvy8ftv7uhB+tjVAWaHIw3YI2V9Gp0fP7o6HwGWGCmN8KmPCG7yrOgZbBqVdl1W
C4aI3NDIFTFhrN1pcIWxnFn0d4kCUNAKOfkEAKloZHujL9Sz/A5Z+a0+u/ajFJlQWJ+BEROUm8c/
F6na4xnV1bEz9+HnI55bRfjwlbFvuKvh7kO/kuiXlKdP5pMzkYsSuyOPv3fy7sGk2fDijELedu4k
7hsnnW44Ik5PzWQb465rvIYOBVoVzLL451Y0jjruhXSbZieLRv3XyqW7jpaosLd5sajxtstk+Tvq
JGyIpNDT2fcU0OTBCqx7YkaTHApBr92osVp5vuza6DqFtf1MMSGGnRnNhaCFNU3XhBSabpBOs02r
cwQolAkaGQdrUqcyiKpWvpaNsbwVNbnGvsZ3RNuBkNunIqZ+zSrBTu77QfDFxEs/HzUwMgW0+adG
Bs4WlaLNyL1MxWv/ksvpvSaN1p95V58b3ewKji5BA0AclriTfnqptaPGqKmDeKLGu9VmPqApc4d/
VpPXxSFtPSr2697d2y4rfMx3KfQNIShp5bIZ157U97f9yV+C/GO9XxdZEnoC3u/HwaMrRtJRj2+C
Loub6xnNHdt1YT5XE+0CPYFn0WSecWtUNBXpPFehUpSP+jBRzKWEcdGasLZnIajHmZx8v/9xn7ut
62/jZ2G0sXExnCxSUwVuraRmEQBW13y96pItASb3xKpO4fdXOkVO8+0iJKTHiIIXRQyasY+PAcVb
ppOM17DHA2vsQ+Jy/nm1yfGyhFjmkVi1sdZTeJ3Z/dZmIAU9wbMvCzEZfizo8PvS6dUrERtzOEx5
deH2Kk2JjMpwTRz905mfu975h0+enwsCB6GEgT8IZ9DHnzshOCpYKOpAMRMgIhlpjNh3xXbqhH4Y
0qTbsphik2dXeGHz40NOfMNFqkbPXhl7G6Ln+nv6CLDLakO9dtcsen9Z+0/EP7l+MWntmYH/qZW7
/mB8O/xq5IzmqdaoIdNt7EeMW81SO9s6jWP4ZTVvVrff6gHGwZkHtE7ZJw8IrT2yilX9DRXo5H0O
qkLtTQMhZluRvMnYS4e1abbhWFrdAdEd1JphUe9HR28CKtv1xnBkt2PiLP9H5TsDixY2E7ODvsNC
HfvxTanaXE4OraXA0ob+r5KJCL8akQM2JfFDOVX2GbXa+uZPbhxtOBo/arPcvblu/P4jC5oi1Uq6
mXIHwK7q1jZF9au0pXM1mnl2pkH/1aVQVvOBri5flWyjD5dyyYMYENlS8IuBOPqpDgEgj9gckpfu
edvv3+jn+Zn6k8WDtF0MRp8Efzn1QGhhfKCqQ/smnTyMW1a+nNl+f3FLzIUaPQoeHvd28vQUAIUU
65KGBW2xNjocz5u00qqrSBvsn9/f0OcvwsJT762aKvyx+GU+Pr1WRp02u0sZNEDq90mXLwdFK5tD
a9CEz40m2/zv11tnNtykuHQ/XS8jDbQZqHkEQzRbu3GIYWsgAQhV+Pq36YKR7szs/XmOspB0sSth
WUEycyrwl702OppgRS0wK3Dq1aOHTHfba6fTnF0ucp02UgwQSXMX+gRVXpwRqXzxgJF/EEnFFAB/
Tj8Znk1UNSZngjIo08q6McYs3lR6213EBjCV2GCj+/0D/qTEBwnG7svB08dCoqNN/fhGQZuqBIoy
qYEsuV/21q9iW+6i/fKvuBh7eo1nnu8X21aux73hJXQtFJwnU0udAQ/Sh6oJNr8P93/vD4edHwb7
0d/8GP0zn/rx3PlxWvlwrVMr8hxzIlPXa11uH7dcaLfb/Xu4/HHmMp8/8o9XOdmI010q1U5ylUk8
T8Q0USk789COC/nnG8HHjogLCfbpZrke1VhwVgGhEoqn6QrE5h2J2pfFdgLQVQdiM+2QSRzoUMeb
5U7Zei/fj5LPM8yqGQVkhyod6+xKuPvv/ExNocO5DCjFpILmT5F0DyTENNuuX9z/+WlyKRLrSALA
LATc/+OlCEYzlK7t1/hmPX4WrJIsf97/KuZnWiamwbRIwMNShi/+41X0tqS5CBOFw1NaPLZxZd3P
ZkYjLgeW9v2z+6yXXA0u5CBxFX1li6zj5z+L22KPkzlbbQqY1x4uJmQeQSepw7doJwp6Jmr8uyiV
cZPhdthmlZ4Mm1Rv7DMhDl+9Qs9j7440bDU4nv6KRmGW5UVSKdb6kC7ZeDCz6qfXJeqZxfzz98Ba
7pG8Ak+FrLvTxRw7VFbbKef+TEnHAxJciIMTiMwzj3WdmD5+E8QDc4bkYrDd0TZ+fKwoVFxdOiIn
vKiUw85ZYhg8c+L1iFAMZQhrxdMe6z6PNVSbpfqSNqr7UJZN8pDEpn5Fo2JBNgpTFolNsSoqLBpC
gJCi0dvGddufO0V98VioEXIgwA6Ps/L0sYiMvg8CmrVIJiiIrqZJp27aMw//q6dCowLePecPfAwn
r3lQPaHN9EPoL8vyKrIr50diSPCMmp09dboBOjnvJ3FmcH11b7ZOGYmBTv7kKcxcW0yPNAAKgDU2
joNHiMOmMZryzL199SXpuBkwUTA/sIic3FxKusFIAy4PMrJ24TJN+TE9oc0oVJS28NiYN4keRkZc
4peqF1TIblbIS6+ZVXHms/7ie9KJZLIpvniGzpr9cfgpEKRB+KB2ZtuYbVwdXSkCy3nn6l2y+X6o
f/F0dbhEa4aAzXC3T0Z6O+mpR9Q8bgFrEiGqPj20SfQ4c0NfLDK8wtVVAa+f+zqt4saeLBFyouQq
55bgbcXO/8yUwjq/RE50oAifhv1SNOGkRNDb27TbSJxBWDCaOqA56Fxmrpiue+TpQYN8KvUJWlOv
MMejiuy8ZtODrL2gPE+8sgLEt5Q0Sb5/UF+8E06WLByUC9lgnBoaDbSkk0ZaWaALx9lWHZpCtE+X
9PP+dxE8mnOduhUHQ45JfGgfXz8uXWlRxmVSNxb294tEeoVBubklqJESrTTjg74k3Y+8W+wDkn06
iUrl3Xx/v8f0hJM5EOU7AYTrpA5V6uSDaOwJTQ1ZSsDFclv4M8rZawDgJuWpSDQbxU3+dVNioDzL
1Z2ij+kP5iDzfXIncrAZAvyj9TaiLnH/kkF/6BbsnxriEuio0mCpR/UxEZzt0DzOiiINpboq+Mo2
+znNWnVmBH4xdx39BLhr8d3A5/j4TIEicyDVZj6k2ph/0slwHzgrEnhC7STU1NF7AoGQnHmGX4wZ
LLAqRkJ33QnYJyeaou5RFo+szuA3UGYMWnYlhhapnJuoZ/b2eDK4g5P3ZVNLoNp51OGfFtJoLudJ
mWQK8D0UNL6lSfB4SUKZWmYFgjJV1vTMBS5EcAplnj+m+eKFamy0P6pEeEgA4K17g3LVDVXKh5oS
JQh+e8keFxvrCe2sAt3m0NT5ELZk2wpAhjDAAjWqDesiBgzzR89r7U9jL8ZrTQ2rDJV+1m8kYnaF
RoBl4zaO6Cli9xIldA+tBrOYTFP5NKdlyf6vqQ0SEwxduesTbcwCbfCKGyyt9i8lr5zLOieY018i
dbrJW5KzA+m22g0q8LjfmFJXCPTo2+bvYA91vUKqa3TUsyM6BLxKQzTikNmPQ29pzzKeml8GRVYS
lBqnme8VxwV5qzPvDxunbJWLfmxoOjKTZRfk1s80YWjpknAd2wR9ewQwodEZO+lTMlGs2zoHJRLG
Zq9D67NipCRJX1/Qf6PL2sZze51wiibEWyxNtJlnV/A1uePo4f1X+dXrUdOlpAsBfFtGJeo9r0Qb
FWDlR5xnewQDBpYeg1aExT3D80ReeevGlhX7YhZKSVD2ON8M9pwb21mRaNCL3G5T3yvi7GdHYO+8
oe3c/bHrEm5GxxqXhU6BR8y3i4q/1aumhdhg3equkES5yqZYOjXxy6jqm2BQej3dKoVJw4LR1aBv
NhuQj+7UL/1u6WKkg2jYl3qjYZe5GL0ymjdN48onKCzIqRSKJUDVp6w5FFbklFflJAFVrSB0P6cY
807rZ1mCVqhpscl7O7mWhHdCsMU+dl203kyGZQHuP6AIgOwZ0an7N6GBxrvl1q6IjdWb0CxINt1U
RI5aSBMBxoX0pFQYk6NSI1Ywm8kMZzV336kQTflFp8+dHlgFQhtCJGZlg1p8skJXGZeXZoqHCYa8
HNNNSk0ReUDF3hqiLGktvj6hyERG4FL4HC0vvlX72WAQmxEpEYyIGTmNjgMkrFW7eGNGoabQ1nml
+Mu4Pura1mS/U9K4L0Mt16dmu2B4BKXZQNTfR/jKXLTWQmQBfeR22Zb2aMJ7q2pp7xe6C3ThhNYY
jPwEeToDsaQym9TG5SIVs9+0aj7/7jotkheW3vRDoOR24YTDsW5fRUXT+IuBJRyQbGXSO+wKikZt
EufLbpZTZ+8loozmxh1Que88lNPZPi+jEQFLoziAKYlQqg5LIxHwxny+c5h17vgQO3Vs7lmlTDDD
xFVd1ajmnyUL1p+Ewn4X5iySSK1KnOEbJJ+NFiqxPRi33kDuGI5fPcYjkcbvaa9Wj2Odc15xhGbV
V6YYmSg7dWCwZDbdu9CV5oBMu4uiV3Oe+5/CyXUXUcro/G3ZoNG1kSIfwwr16dWokWn8Il3q9j50
PTPBMxB5L0gVIzQ7MruzkNA8Kcak3yflSGlCham36kWrKiCfe0FKYfXaRTaUnRHmqh2/z1U2PKF8
qH9+v9Z+USghzBYeA+ZvTsDYwD+uTqiXTGsQYxFISVbKPealsgnEoGlw1Om9mT6PMLkb6ZG/KIlh
XygSc/POM+M2bLCBsO+Pl/TM4nUar0QHgMoNXkewchTWqf59/FF14g7dBMwKlYYwn2aaIog3LNW6
tOsKULQoTfNtHAoSSgpkVioeLI1UCj0dkYcMqlH+sRJ1/mXaqTET25FUf75/aF9sUBwafJ5JQ0Wl
Y33qz6O3NzuaRKqrEYtC6pMWR8hmM2IShVjdKdWMBBNx3hqSFrmR0/ntLPp3a4pcsMeNYvVBnxny
D8ag7o4MyWWVlergyInqa3CpasuyK/R8jabVLUwxTtsCYFa8JD/YbuQC8m5a1Ort0DbnQmm/2JUD
ASBACk0Cp93Tmoxl9olVLtREMGaQY8nB46ZU1Pz9+yf4eXuC43AdeAZbEzCGJzu8dI4RLk5cRXHg
/7ZXMQSuNtt+f5EvGnwfr3I6jOgMj6nGVUr/9d4/vAThjx9nLnHuRk72WR3JQl28XoKoOUjxf5H8
hX9RrvoP+TbdYPs6s5k0Pr+fj/e07jb/U3ax3RhQQ88FQWeFZCoBIC6ujQNcnY2xqbbttXej7ZT7
fA/efQtka+vt6m0RamG9tUIcWX51Pe/dEL3PmY/2qx/mmlSgVh4kM8rJNlfrjZ5+A9u3BlNm6LSS
Fcbwzrkdv3jeaLRw8jFEPcpOJ680EygjEzBRQa4U3cHqLXVrZ1N5J8hp2Xz/btdi2cddLYBJlJYU
D6jZ0TX/+KTjokTfNndFUI8N5Oe4Q7/SSLt+HaPFvlhmJQGzzwH9sVW6eCTxpBHh97/gE7+LeZCW
lYvnlKoyc+JJPa9alnjAF4ntNM8xtRKQY1xXkZDvBHyPd+ytmyiQJXkwHNLn5q0SDAwgg435oCST
3SPkMqbQGD1XOVhaPtwnNvV3321BAwYVPgjz3A9eX/LJM8Mhqq/JhLSvXe/ku6bO2A6TR2OjWPuu
kP2WB9coycRxqvxByIGEBIpIb0u+pL8TCgvbOZd6ee67/+JXcIKlpaNz/gEKeTJIhgYMTwxHhoLK
6CmXuH/aFrGKEb0VBhuwIPeK+ffU1yv2u1mmMSypWP0RS5W/nnmB6+p58jyokRqWyVGMzv4pIFEW
oP1yxFyB1fWgOZu+9nVQqZexbk4XmdEAg3dbNcyrdL7rs2R6YkBgwNFy5dapomgzghsI6VrNe45T
0Oi1yN6hizGvezp8Z8b7OlWd/laWXIpQ68dF7fHjeNcU7MUjJLJA5qRiIMHoD0hZcFbOS/Fo6sW5
ssYXEwbdcnpRGqsNvfOT68kBV2MZTUVgUwe6QZfb7Nt+nvZnXsEXg4ETsOtSSgWFSFbjx9ta2rj0
sjgtgpSA9SmIJoHORostBXnqpJB+a/I5VL5j99jFClVWs2/ReXyJF9U+M0V+fsLuKg2ixMeBn19z
8jmTbzzNdAMz9AoekGWtdokT6Oef1mIZF2gx06cz974+wo+vlGMwve6jLAFBxckU1kZdbUAdzwNH
esrfQsBzYFrVfrQZB+w2KcxrEn5aTACmJOXDyg6R64wbo8D+6SuzUt4tWjHvwR1RV1ki50x5Vf8s
DIClxKl/bSDQmDxtWntDhYrNoDRXda6Ithy/12C3XFH/Ze5IDk/ZefabbTSVzuG27+4sjBP/QPJ3
+QacpGttRhcZKOynHCdnZMArWdCrImqsVwsYbZL2T1x0MTTv2XntRludwgHD8f+hFYLamnmL10rR
hXn64xCbs87T44RKpsiJvdsbUaKQ31HHU8/uzzH+peTY3YthjH92FG/RuXeKfk1iXD2d2R188b51
foq3buRpzJ/WOoWuimyadRoA9OT3PaYqvFa9eUmf4pwe6Iu1iYSnVeGG6mDdA598V7qRznhMoDSK
JbO36uT2F9ViFw+Wk6cPGpiZwWdVjXesBoOfkyJ5WxhWfCk0u9k7VScPyAuqm9zrPZ8QYyJ4lWzZ
axy+8jPl089zMGnw9IBWYd56pjjZmPQJytMeCmYwG6P6Ykyixy6o9pd1BlrLEUqySTPZHAh6Nc8B
g7/44Nk7UHx2DR24yOlyOKiR0S1Gja7A6eTMRA4dZ5ujGCIGxyUPN8GCgOY7W3pklU7rvRIYOz55
qhRqKNFLu/jVKnGlCHdINugXIKUWckZTa8cdKXjfzxaf52OgkJy7YPOsBKLT+dgRclkSJsnAyN3i
iipGvLG1bv4/vA3KoEx/lqWtAqSP34rXckQfJM4jN67lAxl9uGtpub1PbFjuetFOHIYjQQpPZXln
KD1fUDxY1WiPAjsB5c3i8/HaNpL2QmHOCCLaaXsLGtClsDNy+3Ba/UONlEGlqKNpi+F4vi089DM+
ydHtEyYFe5eWIvrR5oT2nflov/pZFvhytnfOWuI/1bvFutfRxiSgqG1cGDejOsKmMKuIWkTukXWY
6Nmr2ZEfrJc6E3FXaY9DruZTCKzJOURt2ZgBaNxz8vcvJhNL47OhZcL6wRf08WkpE3qsPMGKs2TD
8lBSgAkpFFqH3KUj+f3Q++JSHBrgW67qR087zjX/PdTMmgFWJRI02oBNdKAZNnqa5tckxZ/bdRyj
qT+uieBS3GNV4dj3P5m3kmgQUZuYfTA1hTnf4gQsQ4+mKxFfWtzcYPgmOCdPGrxZSt3T4OnsCI+o
8IznPOso0NQkJzy26I81P1WH5M5wayJQ207X5g1ORln6braQ5OBk8/MCzYBCCvscC+tNqTo3ruwN
e9vTh/qNBk57hqYingscmD81RXsjpVP92WtS/d3Z4oJeaLFd/h9l57Uct5Kl61fZse/RB95MTPcF
TBl6J5LSDUKGgvdIuKc/H9R9ZlRVDNbRRPREqyUSJhOZK9fvhiYbgsUZEkxKyoU00r7R2Vj6vIm2
VWp18iaktr3vnE4mWKiS4Yj3DR8AbdTUWfxUKbBRID/Rwc62HsAwB6mISZapnfBNGdFAbrPcmRRS
n+jyuSv4SuRuWZDpU8kRSdqGUmaLN+RqT78XztxzErYqKTvEfXwbTV6fm44TUT0lcfAvxjzhdKAU
yLD48URiM+7NBnrTqE0/c5UFZavD/iFalID7Jy0yCS7/eC6tC8jR+ELxVMlFALWFanG0GaNoR4Kl
0w7lfYZ7Olm6r7fOuKkzYoExKImQLU7dmVXtHU6OA9UIhBHfT13GCOzwY8nGSSxdSy3lzCjmDHj9
VwZK+LsllU06s5Nl+h1iTdQV0rAbQbd8YF+xzbVCvW9lZ9mgBtD3ETosznJy41yV9OzOlJ/v9EN+
MeotDK0tYiOOXSw1IywkQSOd+HEpDyzZyXz2G8Ls+5X7BoveRkMC5EC2tXZLRqd0lQ8mCUNxiLzv
41H6Zad1NEzY2pIcgW0apIrjYcrqUVaTeBV0GGml+DSahtK3+e7exFijUmoa3eiDeJK1hxlTo6fZ
rhKV4DZCfr0OscPXrKmwwkGHn5iIYxL8UJy6Sp/iJJwXV5CbQF2LMPBaUwbcU8K6lSRfMTDOQNnM
qROEUxsNX29E4uxQ4Vumh9p0Tjw7cbQfCenCSCOzLL1tZzP83vWlEJvIMedbXVebizKJCV1SQ016
63tI2WcKh3fmMIAalEeOK7h/HcOwSFMiTFwasr0XSfhNpfU/6MIqfltEoZuCrwFkxedIiSeLsEUX
GMYJNR0jwun5cAqHXQJ3GXMRr82lYh9aaXeB+I7apbbO1amnxSMXACxcEUrOfyz5R9fSGpAUFhbP
LnGICsJJan6AVShPSRinXySdHF1CbXGDx6ptfET/RMAEDUnjOlYX5QdL7U+zFbJbzNryZDTW/Bab
XX8PJrC8fDxPT1vR9EApimhprKU9/MXDO6Xk762uJu5bkyBDbZeob4hHHAnZ2OgKIbnXSoqJml8r
NbmBVHvhiIvBNIJsUrPRDMPKcfEqmvozoeCJqG6LodbOHaRO5ovF2Y7DLVlOUEjYQw9vsmQOMnoa
SuZZz75ONIp/zkaB0sop1PDFMpbB8qzJnL+TCp0+D4uMixH6bOob2qOx4uVVWaZebuUN4iZlLKK9
PNTwpEeBYeIeH0rqdmc9kelOP9xCZ8eDiPrMQkCi14jA8I7JBh+HI7sOVH2NJbQl6J1bR6sW/cz6
frqKYbCMXgPBuc1wQJg5fFjd6ktrzOAZdUOh74dUAW/RGn1jxxa513Vu+whahkAo+HnFAvzAQSCL
fA+Q+czcODm/rncCGYwPdG3KHpM+e/ZOLS/ZamJRfLYBQV3V6LaxKl1ESaRs1WHaQObZWwRr+81C
WrPIz60Uv9bsg3X01z2w18HHhltwPPQhy1XVWes9qN14M0LMXj2RVfOzGel26HZRoXjQRqgdLBmg
KcL8ZZQJSg9hO9yttBK/i8tlP5ahteuiWL52dPDHUMjxVTsaYpOUYYNdzjRt84a20BzSzQNIkxHo
Z3lgVnq7geITBUXTIpfv+mZjlzgdVHKPU3llq5d22/bPH7/405WKBwV4QVWwUs9+YVq/lYtpisCq
cwzqmc4JnzB7HYK+EtYmn+Xm4c8vxdmWiUZoFj2q9cv77VJ41GRtnyDBEPoI0Jyb06buUXijSKx2
H1/ql0324VBy8KLhsrYtebJfW+Zv1+otaY6aJmXfKhcca5txplRD+Fa0yhAgOLZ8arZGdzXR2B6q
7IlUHr7JUVldwKRpdqHjyynyb/OLXOdiv1Q5uvCxal5UDdVmYjOSdqTod0VcEFw+dMpdBPjm5WlS
7/RmiDZTVogcf4VS3mvmTIIpMSIkgVf1OcrISVOO1vq6s63lEoTw4zO5MmO3SWew8DJrNt/kuMxL
H0sl6S4LoZBsYGAO0jafOoGMmJZZsuNMjOnnmNegRBwi0P3i+NfoHsc9ZTf1IorJATWM2p9GXd7V
io1gtBktWvRVnRvPal9r3z8ertM1l/1LUWhcrp8e5/vDmaE5LPbxkmHXkw7JjSLCCcNba9w7i5pB
RHXoiSzJuSXn/YviWYBcGIrUcWFA+gYedUQqQbod+ztObqVfJ3yW5phZn5dsWp703j6bG7ceiY4m
JqfTFSWmvkUOfXRkSiosDembkaWsZdWO1ANlV7dU8ahrKX3CTK+8hf/HmULCYnBeXWpGOca2Qigt
OtSUZOGP3/1awx/fEI1Sjgtr0pFyfDTVdLwlxxw7TiPhWg3w/pbwCfnMB3mKjUPKhLMF3mQCa9EV
Pxxi4iyyrBgQQVZza191SRF9mtUm95BPxfve6Qw/zAr9psJ57G7WIWditDJdme3QbfBimj9//NDv
rHrcB6AXqkgQsGOXfbEk44jTWeEpiUg/m2mB83Vkhl/kyKE8+fhap5zUlY/628WOCrQZrT3TjA80
csIpiBPzAjHOhkbqiI8J4abSnHxmhPE+srFYKPLtmeu/M+UoubgBDfzEISDl8NVreQYNFXcWr5nT
4jE1GmoPbFqgmLO51Es6vsxAgbfEt4ggwaxqM6rIWWOpUJ+60ZjPFFjvzDdWKzjuHFfWGXfUOJLa
oVFKLSZoWIHUEpmSsTMwpj83394bYeSuBNpzfF3tAA4f2tKXWI0J0/VSzoskBtndgzqr7Ws8QoZ0
hxKvirRivgZVUZRbRJQaObs2tzWNckc6vJbl/ICOgVBWylFKU7bIm+DjkXnnVfzaCKH9r6DKMXIf
Cxam0mJgIoMuXY9Z6aWZNcb+46u88yZoYWPFjNO7yn85WlxRBM2WnpDFM9uYJC1DQrJcnkL/Nh3l
TBX33gNRSnLm0Vc3/uODqF05oKwOawnpA86ljr0cudCYDzx+/ETvHHlWGjpIsk78BVvUeh+/7e5G
lNSlo2PUMxEO8oidMBnlcpjaJh0aysI5HuE8FVM3D5u4WmIE2UM8Qv8TzfSJWrgrAyyxRBxIooZh
t0T2HLoOhuQZNCodSlYc13RsP77p994NXD+IPtCPtRNpK1EUuLL19AaqBZas3enOJc4z57K23hls
Wp/0g5EQoBE75pxXcaXaxMNWXqpEJQ5vchdokk5QtGQtypkv+VRjvUpFoLAiAEXxRzTu4TC0BoY+
McA51JaRQ8J6kqG+Km/LApvSvFJw/lu0xbfLyrpWNfIUs6qUCK7VnVugRMkX8kBR3Dr9/QTt68y5
/727Q4TI8o6HgEYj9GinVWqIQ8jZSrw+25CQcCinb+oSmd+o4BX7eg5ly9yn2B7c1KmmV0Gfl8ND
j3Nf6ZnMls7TCrnoCHafqJA0lenmttCPJfeP54WtUhquER7ECBwfOqoooWEId8mjfdHuhYp4d9HO
bfKnfXGQJQJ8bNZDrLfJqjocKr1CuVpOovVKucXdf5gwvq0X4q9JCYRTmyS+hVXXTVp18U2FF27u
YxYff8YK92VRJM2HgFSfW6JPj3wII0hjRfTK3OHMfXhP2KC2cFl1fJEqa7yv9X61mGuynxg1Lxt9
nMWOVKhASou3nlN2oE9OvR0VWswfD8Bpv9ECzdKpTCxa2dzM0VYxIeLuEFU0eKyYMizqPA+As9K7
lo7wQxktPWa7WI6mwzxDhB9/ZLZ6r45Y79jtoP9s5QZVOry0wGyqZa9kWnNG73ZaqAI6Y3WDbhea
l24cTWTMax2jLhk2SYL22neVfY1DqnOZaxPRR4jutlI+2mcAnncuypgAXa0vha7SUdGw1OXQGQIv
pS5c2JswtrrGxKffNlM1e00olX4V4xbw50MBgo1CeVUqqBTmh1NiiM1MxUWP+JO+6b/VvaY+VHCg
Xu161G/wb8Qew7AtEtXrKFXGoEe79VIaWFlhMhPmz2bcx9867ABuFCS82OUs1vxZqKX58vF9rg9/
WDNDQ0FXZsK6A9w7HpEqF53UyzXEc6voN20ohVcwmLRPk2mJFwwwsjMz4J0Nj1wOxMaQqEhOYjwO
30sDw6JJDS6oD3Cr2UoIDswVfXlFSxQVbOVq8a3W0/lOkaLpZcbKrvcSYSp50BmKFCRIAdRdRamT
Bi2b20Ubptkbno4FNkzpBKbx8fs53YXWDQ5OJwdSmVLgqNjPUdRBVqFZr0jySKUbxTdRT09D2Hgw
/fmlCKajscsnCtPm6M0MBgU81FQWETyKAgwRHbe208Gd8ak981TvfBKsnciGwDwZBfOo6ohJEowk
GVzCqrD5hKJe2d8WTY0uJEeecfTF0RrGt9bK5zxc3nmd0NYo3taqyuTih6OPNVeOcaGMo4PSNkHU
DY5f6mXmOvoQnSkWf3Wmj6Y2vQQd8eFaMUKaO7yWXaZQePT1WmFW2njhTvFb2RLkvOab9r2bTRpH
ZtyrF2czWaExBhYr0rKrcxN7fEnC0NKl3CRi1mwcCZ9aEDPPLOw48nC3a9V9RIYhttmRaAInUpvQ
l/BB/VKbWGG7AwR6h8gDDglnVpZ3xg5AGJQcQi6K4WPhUN040CSKsPayyYifiZIUlxp7wpVB6uAD
9BHZL5Y0vf94bp6WfJRFBvRNilXws+M4CTuij4e7UI2TZhUGNf1PV0tH+c/LMC6DoAZuHFIzIkgO
h2xSSJLvFAd1eTKrCBVm896cFsT6SFIWutJRvcck09g7et1c1LLRMGFTYoPXli/OkHiXUEKtTEZp
s3QqzJ+P38I7hRhZhEDfikVQknby3UikW8wkCLSeGtvygOGy6fjkJRgO1hrK4nhpPMLqjwl1lV09
0qyNUESzJiM1eY5xZ2hFbtnl1pdYLrLbJOwEPpAif/74Lk+XdB1KG9AU2ATpdMego53r4Fa1jMyI
SIUvZh4jjsBZxZ9NXGTdPjfj7ccXfKckY5qxydH5gvRjWUc7LIsvKUQSsaVF1WgBRkQmHuMwKFLs
4r5QFccpSuPWJt5Zby6MfBo3bUfW4jBp0QNMVvMS/Pksy21dLg8/fyRdfCh0aEzgq+PPv5BKBR9h
FXMvrKhqVJK29T2r4/RzbNTLW5UB+m4czlFhkNVITYKhEuKRVlVRbcLQJgkhBz1BD4r/5IvU9toP
eMyd7tvdosjetEDcV4Abvp95laeVJBAbSyN1NJ0WBvLwCxgb2HhyK0u43Q1EhwxdDq40G9NeBZ4M
dG3WES/G00ZpzfGmcaze8Ae51n5gbWxuPr6X07Xa0Ey4HjSeIeHRzzy8lRprXWptTCW7qP5qITC/
dIT2HXVQf6YmOF1cuBDkUnZXGGNwVw8vJMVWUjC9uFA7hp6iZCmYKijFx4/z3lXWs4kO5QoE9ViS
ju9zP2cJV0knk2WkwsI5wm3zzOp8ehUWSeYc6sJ1bT5WWKYjO/aUqhn9TaEFmFlGF4qptn9+FU03
gap4LSsGcfTGGs7Gq308+a9ZWV7SHKSFD585+PiNvbPcgRtSv65lAlW7vT7sb82JnuwuTWlCFLdj
5lwn9TS+RXSf/bbDimZkWr5EeZ+6qG6JJBbL4OWKGHwcVBsvKlsATmwRL/Mowds9E9aZ/f10enKA
UKheOVBwGjzOAGOJVsIwz5GX6s2PMMtV/NE67SG1s/7Lmfdw+lGu7Q62WyA9g6/z6KPUsG1k+ciY
Ogk0QaVdlMxNFbW7gNmZBmM6kUIvsV14cElVPzTj7kl0bfRM8ar+seEElgqrJsuGK7xy5Y7GJC1p
EYxAQmx1UBx0eZn2phpluzOPfArF0CXiaddmq4Hm5+iRI0nMYdaQNVaqbfbJoQBwExs4BvtkSCq6
nNKFwPY+6wfxQ+Mo6eOAM3z7+CZOR5huPgco/g/dOf53h9MPoTKKRvZHxAxmsolnjoc0MAQ++825
t/rOFrY69BBDTN1NiuyxrIOgPtbbgpBCO66I9DGqfG2nJXmvXJJxUmK4GxvGz7xarMSlaaVfzzO1
gBfKOuwonfhZPAHlAfBj6ezUOvO5v3d3zrpwQXkkDF071vov+YgDGlGL8K1sXCQHbNq2Kurepx61
/dPYFe1FKg9y4kUachR4L9EWr+0Hu7TRh8wsSYSvLESLfjw+p2sdLUA+CnUlamMLdDQ+hEfksdRn
hddNIoe8phd7E0vtP92GVqohaheajRwb4VMdzgJlSnuZY2rpgUJJ3+o8qS4BzReAfUM+02g7eSAu
BQ5qy2j3uN7xJMC4VK9LyESeM5JfOKRatOWc/setZTx9DXSC7PPIK/nD4QOVoYSp5oghO/KDegeL
Cf/t1rb8jwdnfS0H5Q8ddxpStKX4gqGRHn3ASW4tU4g1opfb5fSpyRLtk4aZ7LOldfIekrPpRqbc
7iYs1jG+W6o/HzVaw2v8Jd+wzE0cPmQSDk5Vmpyv4KasDVWn3Na2IOSlIozp4yc9ORAxXvbKHF5B
//UTPrwUbLIiljosSVS1wsOrcEtVIWbqIqYs1/qzoX/r8By9WDBGqIS/aGpYKh1ersNqxqkHzscF
QnEEIk7pI0iYb9UsHbZZI3SPuLt6Y5CAAQwD30EB+3XZMpMAp+3h4eOHV35VFKf3A3gASwAM6nhz
skf2HLshZoQ2QSYg52De7NHJk+G+lOroeEY2hav/gBbdcgOE483Q+77mLS061640/UcSwUHcxkY0
fl16bb4EwBbbBvsU1SsoXuDpFyU7XlQbM24DoO+Li4Jq6dkbcjL5lkgRD3AuzB61SiMbj6RUCN1F
6ABNjFYsgV6xMrdPcYgPs6dHIy4XYT/imGy141xcUHtCCy1Zfz3k31i9yJFEDHQ/kkQTlL2eJX5s
VupNJzkI7hYYCpcCJytc9cvYfiviediZ9ZRL5CelC/768FhRZw9mewNkZae4Y4+EMzqt0GIPHoH0
NbWS8dJMccW7SOrOZnpGEYHdYrSkLxVu2y+RFapk7bXzq7A67UeUVtKXWk6MErMlI65coWaWwzYg
pBvyeSUy3fWxxnmaAqm5GlYfIr8eegyJwUST0Dciwq39tGPu7xc5TraTjjXStojMeHEbtcZmz65q
3AXIppN9qVOdLwURBjwgwrTXmshd3ZWFTD6WNKMYu+1jnTVKwW8bKmAxkbQk8tk0A2E0xFfl6YLr
KO6aDNNExy/dgD/Xn4eiKlR81LsFA7U+nZ5gCqu6b+Fi8Iloh6L0hdOTgQLbt7XcCvJ74yMUAuUw
lBlbqc6xcEMZ51o8L8QmPmGwDhqV1k1fbnJmSQQNsZ6qwCGbsbpYakylcBItC4yoBfsasQf08/0B
n9jBZZaZhk+SKSgewUQEZ01ljeUfB2d18s1VGudn1pL/SJdu4pvGKl91o4mwHE2pnNKNHIPgIrhb
4lk4xSLjUT1QZNJ7zuA3T2P1g0anmB4dWTTPGfZgMArhXzFDOIBegQnIitcrHSzuhPophoqlDXdy
j3W3V8ZWu6rzQSDgEcb1Grie4VrB9xS7UThan7AUSStPix37pl7a4UrjbfLrrGjNqdMGfQkW9JQk
8TbLCHU9X3MPmIjWyvTL7GCuKtI6aAyzAn+8FLyze9F0ZCGEe4Yv1fExCqLQAnyv44Ur1/ZtVebT
Y9fJzpmrnNYiKDht1nYKYnPdxo42FpoKaiHHaeFJI+jCuGxC3SFxWH4yImNjlcYzhJ2r1F5wViIH
dSasEc8R+bYthjPdopPyEI8ognDRNQEOcnY8WogVtbb7UUUYFGpz+M0hTsEvq6W7bEySgf701TLi
NH5sbJbYapyjZv6oN2NO1bemqdbWttby8GfdWefiVE8HEK0DBxoqXgSXYNyHO4vuzIbVAdoQPNln
m1GP9Kck6aIzp+13XhuVB0dt8BBYZceIMxbphOjUdETacMhIuWiXDcFgq0m8debc9M7z0MoDsYSR
h63pse9gqwGYW6Ree4a9mH6WWPMmrOG9fjw2p3wcRgRsFIrEui3TgTp8bcLo4i5NCEl38PYgZ6ik
U+ItcrbYgQjZil1UcSMhNVTtrSul8/iSG2mNfVuqQb8N60bshSby4cyH8s7TUxYDCuI5ShflF2H1
t8NzFze5jgs71h1taQbo/OwgU3DU+fjp37kKWnBoWJBhgCiOHz5cprRNM+AUJyJ/Q5Z7ykqH9JiP
r3IKLK6STHhVbJi4xdJzOHzHam1ZiVqt4Uxjgpv1FGeP+aia5IjARA9jPd/RBHTulUnDDL400Lap
Uh9jO14bd5aSp58m0ZBuRh/eedJyx4S20o5nbvK04uVVr1bSdI4NYA318B51SBOLyOk9KA3iQy9Z
zcj5Xlnwk0S/XyZj/gRTEGcoAlzdQlWV/ccv6b2hQJG/GlhQi0LUObx+pjYdsZo0h61cIQzOEeON
nOfKmen+zucLyE4LnoYZx6JjdrEhMnMYU4WGJvHA23ROdZ/GMuq01jp3vjule62yezq7YA0rv+yY
j0n6bE7IccsZIp27fUzmy3O6OPMnkRjxTiVz4E4IJbuPwijB11w1X0SnpemZYf1FmTwscLkLDSoz
6K3Dt3o0rnGNd3GYQJEx8QtLLuZwkV/jTPTf4CYmUNGQwHfu2IylfYnTl/asjE0aXwxmMudeYff6
Ywgu80nJKmL7ygx9QK5WYj/31hQHOVal35FmwxlVaele5s5cd5tlGeUfWT9OGj42EU170kCKn3Y4
tqpfRVUsuYm+mJ8+nj6nA6sCr4CyQF1czUmPHrNPzalW4P94OPmmPucKHd/BVH1FLmmfudTpl7K2
dHWQS2Qp0CWPaAIGDWPEPPg+z5qWqBeLLERgNXoXuXVa6TdNQb50UJGl+kozooYBPhpYJXz8uKen
Nswz2bsh3qxtpuN7MNtmxrKEcKCJ/OjnMiWxhOz4bqNZjfZFjbNpo4dN9vzxRddT5+FUYkFGsMGI
0tc+YeyRYdIxl/CFtZcOimg4GsYLfl3GdRcmCwVNdk5lfGqCtwpnWP0ZUIAR5xjUzVo1kXMd0USW
Kc1jYS+EHCtLQUxZE9lC28+RFrXkrGnSQ6w66AHtrM4fLacURIr1eXyXjCFHi6qW8OxSIHk9ZmSx
+FqPpsCbWgx190BMzfeqK9uHeBkr4D8jTj6TuOTgfkqSyF2HrpmcxhLEikVDEjDFpTQP6qjKsqsp
zEzJJc6xQQ0lavJeGlsqFN/UIcv4nHn0n5I1d+UuJc9Zd1lasdJtWoJGkyWbX1upteKVeRmK3RRR
rLgla9Y5WdjJpwEmyIcP8Ai7hnPG+ve/baWtQagoAYRkiy1dd0WfTCBKIABZR4/gfzxDTlAj2hW/
KjwEPnyHx+hqhKrKlpNB0M+28utMRRi3OnC1O8IKmh3H2wihhKXehFWG99/H1z7ZQLj2mqHBAkC3
lP8cPibSLilCLYkvCiDJBcyDxuMHtH9vU//n+/Rf0Vt19+/p3v3rv/nz96rG1jmK+6M//us6+U6q
Z/Wz/+/1x/7nnx3+0L9u67fysW/f3vrrr/Xxvzz4QX7/f67vf+2/HvyBE3rSz/firZ0f3jqR978u
wp2u//L/9y//evv1W57m+u2ff5M2Ufbrb4uSqvz7P3+1//HPv1nPfnvh6+//z1/efC34uR22JF/b
+eQn3r52/T//VtV/QCljLcW4mv4OU+3vv8a39W8U8x+U5fzvLLloMNjg//6r5Pwd//Nv3f4H9ETY
4PqqODJBff7+q6vEr78y/gFIvJJz0C/TxQaG/X9PfjBG/ztmf5WiuKuSsu+45r9l6L+tXTLUbpYQ
8xfDFheHY9eOivBBUToONCZb+hKiv2zyxxhG066rcmOnqSstti/kDb60vqyGN1i2yjur4BifWrG2
oY9peBl5LX6aFZ9CdTY39PJ1InHTwpXGUXZDUuE32JWNiKQi7brW1H5XG+ZXzU7SOyu16gsTv0jI
vRVxYLn5GbHbj8HaFiL82pLBvgaTiEsiYZc78P3mwh5CzVOJQrxUE0kK6oQcWPwNJucCgWN0N0XV
5GkY6G5ZPPZ9PRF+pRh3huR8SUl7det6ucK57UpSJlKu1V7aYvBUB6FQpM0gSdr1ZK6NF6lp8T0r
sXtcHdU2pK4W21jusofJjOTJI/DTforiqgnkvssC8rTt52mwwx1xqDqxpl0yjG6LI5zqE78iP6G4
x5eir6Sn2tYoLqa2KT1djYaXrJtqN09oXJEibRD8K1rUU7YV4erYCBnbb8uRngT/Yn2dNRso9Awt
EHJvyAGGlmHpFvoYXiYS4iqOqErsKTJRwVZkRnhwJmPhR52BCaIUl9WrEw/b0qqkIK7m+gsSjmhD
9hEiLoLnpc41Byt71KNBpz1RLST5CaLZycRNIweP0y4DnQkT6Qo8i5zaIS9mz1qSJAh7ho5guUym
9QbLzBMKDF5YRlgzzcJSX4Z5Evs0not9kzXzDi38d23W3qp8wVpoMYOcvJ2fOV06N4slAWksTZvr
cVkulfpewTRR6QsfHwvOVk1OejOJTWwqAlTEisX8OitxdznR6v9KVuulYhTuUpNSxLahbZdGdwt7
1h/nqCr33WB8bxrYgJL0mWyWvWqF36osusVgeFtO8g470ofWsXiAvGdUo9m8ExDn37rY1N22WtqL
Fp21Z64pnlMvT0iBFR+UjITaZrhUUzvfCqVw7vSCFFCsAyejDeZw5ySWuIpqrdjaitT4pdF+ow+y
W0pN/jo5kk6SYdxGi8thNNkkg1zuUaE5N+ZSTgSwCnV+nlXBr9PkjFgCtcyvUIaR35E1912T1549
1vbT3HTF/TQL0ysHA5vVYZR2NDmHG6e1Cuxp1NW51Yq90ozny6wklnzCLsWCb0RjKwpSCoogp1z6
1DYRMKTRJ1eiRn8Aozfcm3iT7tUwt18HqdKux6GS6IWKevDkvv4EMemzRZsPwizlD2aD6IYJ47N8
QEXJa2DapXr6Wo9F5Wptg+Nmqtl+oWP8XBjVJ4LGmhu5jCKovWjG8CjFBK1HvT5pRnJlNcP3OSd1
irA67itM5xjiwpoc2MkDYbc66ZIK33WfQNN1chmb2UohvyqvzOuQwuGBbPvxyugkeZcLo7zKYsf8
DJEMzzLV8roqfUzi8kKqNRYq+sUX2ETFDxPUZ99CZLsftbXlhatdzAOD9Lthpnp1f41jwRBoCCcu
bTE218UU8fk+Vm3hBKluEm0dRq6pw9RdUtVVpZHG46DKGwMfktuwka+EPJpbWdWnPQxM6yHRFMVd
NRAXNcs+00+PAgO7kuum78i8IWo4i7DXK7NgHGsvHewdnetr8l23jV1uwa5YHMxhb5faddjzqXXj
97XF5nGi3cxjiuEjxpmht4SDj7/3lVHfx8ieMdRtAwq6LABLt7zJzsyrsDV8bVbeGpsYSB7nYphb
IgvLEXFfnNf0dIFs5c58KOoiuXcIyaNNm+UXNdyWzYRBA76T0UpyycY71PLpDo+r+olIWCiWk59k
ZuLFLR1nUTyjHVnIdiP/zzAuyiEPyCv8PCsyq4RtXfa5hOdyBVVG1TtnP3G+QX9vJk9xMeUhji1y
v2+M4mIimdAoUztQR3hkclaG4F62PvvqYH2aypJfbydSwKGOMVi97ivRxbx/UucxZqd+zsMdkY+m
p80/OiUdt7LAdJ/vbdol2vIyDIKMVcmgPpsb8WI4hT9o1UDq19iNzF9nuEtbLEAjEW3mqq+DdOhX
j3cD8RBp9TGJdq5FMMLs1CRtL+rNPCu7XoukO4XA3ruwAWAitPG2WOxHO4wvM6XixuTMt7rkTgrr
z6M24YrexwSqqk3yakRVzlpb8JAsPJ6FtkC1EJGogsmjdQimTanr0TGSVblUQcbLvsElTNvOo7Zc
O6kyPQ9R0+/yfNnbY5ptDUxXmB6y8GF+iAstlslVkN1MXGHgbLrEcqetG9u1sg1nR3Xjpqvcmt0X
9GIXAxO7aVG/Dh28OqmvHyGx2RflbJHiqrBlRu0U7sc26baVKEKW73YESCjvSwQmkHZ6InnKbVF1
+Q5io3zRz4v+1Cs3wGCjD/HD9I0ccnmspzJOw7Z+1aWfFxS//iyHluWmVf+gEaK+C2fmVttLL3GX
xT6TUNkhTnXuRAYLlToSXo5u67uc1cOrcMDZyGWdxB6PYG7NcQzR9rYydhlSlPLTg0tVVviLIa7l
gqEBuPikpclWM/uA0yxQgNKg9IxvnajAHcDy4TOwZcQY/vEuXGH3n/Hr59+m0+gRFBBuzCUJXxtp
GB8i/HavwxTvFJOI1O3ixNMVPOnelQez+RJXLf6rxC+HgUUNlgQpy42/oEgtlgh9+ViPrlMxmzBv
3rCiv4xNv5l7ZTsn0uVSp1dT9hoV7JXpq9PnN6aR32IFiy6g2hp4V7ttrD2YYDydRsjO/Fimxn2U
fXMKEEW8XyIHgKjFtyK7dkLkDto+q8SrKthXh84f+upWF9quWX3uMxvL9WayAwAn1kWtfxjDSb5o
StOP6OwQWd/uzTR60fGHAQwxH5oh7nfx6FSu3Wp31QQiQjadNJBM04O8BUm91cgMqcz8Qk9e58bY
CNkhlq3AemPKb+VOxbRDfaTj8lrL8YWhi5uu12/bqrnrmTDLmJBk3TqV32lLF3RW0ga4TI8gLsZe
omKFGExqcTiEDg4zSnSTx9FuwXSAiAbGCDdALy/KLzYG526c2F+kbFQD7Klnz+7ZGXCUx3OHb20i
x9sqNmxilTtkJLoRk2Hs08ZUd2NWbhHCfV6aGqAf6Bvzv/CusaRkp5ul4gspBJWb9EeRM5SZPNMb
0ZLmoW75XWZTR98Tqf0Sx0MaqGrOZt1mxqUhqnLrCNBmq5wR3bQhaqD4upilt9ixrltjZHKhNNCa
9gexLdcIRl1nin2njzfZ2ohBRR9oSYtUZ70tq2lfqdX4HbIX1Y2f2BRL0hTPr7nSM47YCb0y0Qqi
XuuXPBtvhG1+L4X8WHCCuZHk/I3CrL4g5Fp91VrtvpB77orcyhFo1JQe9UK5t+EWbiJ1CG+Vbnxo
YuWBbvkWD/NtV83rS9Q2wpjK7cyFdrIcVV9nGB+PmLhP+yR9EwTrqoW9Cee+vF5yCp42N9HDd/MX
mcTDa3vIQL3r2rkt8izjWymaB76pO7vIf4wKhuQ6+iN88eT9MGNaBSUHB76B7BG/BXu70sIOm1yk
4gFH7suq68ibznXrsSfmgSTrbJ4/2UltfYODZ3txNWZXIV0/n8RjlL+zBXba2L2PewyLedUIX6GZ
5xpwaFxKqdL9v9Sdx5LkOLamn4g91GJL0nVolWJDixQFak0C4NPP59332lRGlVVaL2dbVpF0p5PA
wS+jqiiSzvfvTU0DNr2qTBciP62d3d90XWXTR9gsxAdUX5Yse8K6V3zJxvwmYKef+zXaEQRVPft5
PVwaa+r37Mhj4lZ8RquDZe7k4r47XW8fG6KqCCG0jVMXGiy9sHcsh2LlP5ZyuADVvxhQdlR3WG5z
sSP6WwpUczsruELoo7eciZkdn1W+TfdrhuALM2rzYmirwsc0NHMsGm5HC/l4YrccLiYt0PsiCKzY
0ka0cxDfLWghoq9hX4j9LGz6s1jTD5vEnb02JQQyBHgsJDm5VdQtZ/Q1dTy49rtFl+kP7BfWGlei
fGprAknLAbOlokXzauT+kofk+xuEbJ9I5GjPTbdQESxIPj6NhB+/Ksvf0sWlc56QqfG7na3Dvpr0
pe3FWMdtZUWv48I+TAalT7jRHJydzc7TLmz0Lgw3HQfNqpOFT/VmEPnbJcjBgnsC4URiSys4VsHk
HhdfNmjt6V49EiyTJXLWn6RWViqC3kVyTZrSfRn1+igq9SUHd2vTIQpLguQGahDIW8/ux6qyyQEJ
9EGzUu5mGKrbapmi1NooLNLT5nyNZGfviUyUZwsgnLXGZSWGPjdRFVCaey2LtVdfphQ5r3uy6ofz
FEXGmfyw5WJP22tgVeYnudpW4sEDvW1M2lSKQKrLbSF6ufSag0WP6jEQ7ZJ0eVE/mcojaYjgB/OS
DcuUWm2rdiD8022NLi9VS2ndDwTAXp+j8Y/VmWUyRJV9OzrzobDaJxV9qtuc5ui5eQuCriNTvEHo
HFAlIZzMPtpG3cZbO3yP2sk9SC2iPs40KTW9yPtDYCrnpkTglvgTwRBF4X3BAeG9dqs1In1GDUcp
tPhEvj1nGs+nfFE06pDlBDRdXdC35P2+lKO3xqN0vROJMA1Pa/Nlbni+slGlVGlPZ78mVIJugjDB
sxBe7OsbqarorbL66nFxTLXHQWelvVs8OGL6o1Uzo53TtDdd4KlbDubqYVitaEdV3OfVm7IDNTT5
Tb9WhF7b0NJjLeQlMNm3S5mV666pvKyIu618NTu93dWa+oMxZ9afjF5CpCRbHlEjsdru3TXB8nO4
dMORgFF/V6yZt6dqtopNGQRHZHrk5gS5FUsfb4hHxKVh8V2yFQXMihvlBLHqPzoi0schWJtDR9VD
m7bD5n22KZB4REBgPzGoed+ccJzvlLkUC0OgI+8H1nRWotz9YbRj4jvNehJOTz9LljWPjf89H44Y
hh+G2fouZJTS0W0PT3k3J6F/dOb2m2ZPP1NlnSdR1zdHoniGfUSCJGOnhJWPcF89wn54saiq9c1x
2WoN+uC+80QSghqOxrEJV3FjLAUF6uX2VCIa+syNLy/KCaqfbuYqMkVG7xASlvxSe5qFtUR1NZjb
iz23HBcI033LGyv63MqZc4u0hy+UmbcnnTnl19FdQkapzGLZWUdS+Y2g6Y56sdKqg2VZl6H+0WHo
KKgqc0302dLaqmRcqBLbGXlHYH5GMGz+pXFKpK++mC/EeAoKokLDtA4zpgLqdJRrPCmGWs516yg+
u64gF7zx6uWLUAPO19xU3VPrt91DxXc81B1jY+IJXd1oB7HCzmsH655ob1qgnIaKDR0OzTU2Nrdu
bdU7n/yibO5UbZO/jWbTiGIq4HPcqDKTz4tq5ZY6XJKe3sG/M4lzezN6yz01lrE9NdPEydQK6v4E
Od5FqcqH7CWXsPQQWF3w4G6V9zNbcpXWjMRsYiHVxnK61h2tXhlcSCMoDp29aMoRhzxMOYja37wa
IZepMmNfIbQ4si71O2/A6aotqgdyu+PIVEZjTA/sfDb7BQUrYMZQ4dCXnYHNy4u+iWh7aBBHvdJp
s5ybdpgulC2D1nC0itnmoiBFgyNojwv9MS0GnRfE3mxU7mQhtQrdaV0iREfkDLLat1R0gwGcc1zR
iVN3/S0BU+rkLetZlRyYSuPS5s4LvSCJO9gaf8GwnzmOLIIszYWajqPL7JUMbTcl6Kg5uW+KjzyO
qQ63w+je9o1ZJbTYJXZmP/ItTrY30+tA24d2d+US5uniD6eQJoayuz4GnweJGSWwDk2EmyLzSXML
0ZfdCUbXJx0GU+phc/DgNuMCkQd2nQtGlpIckZotRhatnRJGQ1rUWiameqtq/7HXW2o3cl/o8MU1
m10xZGsi1VHWPytSHJPVlbFf+E/eNnUvnAzXg6nCP+g3b9Fsc7hdQ29248Uh2thah+3i575/pn/E
v5bX7ENTfJci/+lYWt+4RXX0tCcT1JaI92y9Qj/Wb6AXVdyDKZJGiukoCvXBU0V7oFPz0po0KzW5
dwkd7zshysx0a5FjtQsjJngzqa9HT5c94bHKKStEVP5T2wzfQVc0T+zAO0qIVGKVYICBDGPD68E7
bMDK3LX3DFH3zXXB8+ryGppaanzxlhv7PnMeUs13p68Iz7X3AHu7hs7FOESWp0YsUJ09JIrOoYVo
Zi28J69d0xIIpZFI84rph62C+y20btF3pUsfvbaQTolRuvnTyBFwzwP63o0EUV6fx86yJi6n7zqh
OZuERHabmqeCyLLCgYl4NGy9R5cnmF/Qbvmh2tUO+jTffHa9bhdiSrIn76Ii8TUIj0MBuzSscR1E
L5txhcXCiyXJUliomWmYZIP+soVrmXp5+Jr13tNgWALxWsHIYdzTmXdYOvVu5tWtKPnGs604Cvg7
V6uvkNQxc8Ne1QGbe3NXZjc4V1U8FdlZ1uMTk+pd5YIPd7Vf7tos/DIUnkw3fV3TxRNu0CG+xg/i
obJPWnd53IVZWkjqQmx3S+vBOLSlM8XVaEWEKwOkdOPgntj130rENxmgY7qq6Qbb5ZPaUlHbJ7qT
iZBwyOPykGusXZQUkBuxpzbQbdfhacQztgZnoBoUn2PA8jNCPRltdZzFfPbR9oIZZh7TElI4g+hy
byWUozvKoL3xzeaonQdAR8Z+STJWx26SSdpuZIvOk1sDBkY5HiFJkz/18TyRsojCXR1H3ce6h2Jb
FQFU4H4PMqz3UzXzrnkBXv9ojcEgYoCy0ypcAdD+tDnmAeIsFf67lCEHvTFjM49+BF19cMpqpnvq
Zz9mYPXuNt+arW0+jqRppEGOBEjSl5KoElk0kXhu2rl2caSUteVZJq2Oc9B7TQNX6+Y83Z1x6zcs
eLVCrrmu6Sh2GQ0t5tKe82Ggqcz9Mo5vViiSNYruESslQxHtodX7ZCWkf6vT0UKFhByhuImKMO3W
sYilm6V+f46klcrhU2/9DAvrneFcxpM1jDsinh+q1slOwlMXLAm88DR8XdSKcDMzH5p5uC1Rl8Ys
8t9aU91zAjk1Un6a1Hhj6k+RPT21A2obEKZgJ4ltPJIG86ksykPOMcXv+VH6fErqbDwXy8yGq4xX
QsgRU0FnqGQ0l4vZePRNbulG5K9tzqnX3OiqPRlFeMTiIy4j/59cTo6l6CZ9oNtr360HY7xxwakY
gtxziPQ7q1/BHeIqex0k/WusKMH2bNkLIP+8L6LDCi7azzDQiCJHQBZlkn/dhLewKXG+XMrhE0tR
zMwRg0HEWT7CXzwRI/uqXImvUSPecB587zVcpsSyv3j6WzW9wrRw2OM4yH4wse52m7qMiJaDfj+F
nyfTSObeSizwDvM6LMzt3WyAuS0VMiXWNM6Tn5QxUaja1RckEkHck2/xMrnaSRe4850NUZPUdviy
5pG7b5X95AaLvh2mkXOInZF+Nf90VXBuqm7n2ss9LvdmHxVjdXZ7aAbml9TIQ+vSZ/ULdXx3Q2mc
RmqneKpbfrI8ajg0IvHNg267cbMx3RyY/3IJjrnJMdTG627q8LHcXH/nG1r2fAfOd9oXF9tavrae
UwjwsiW4dZr5xURPeAxnT98AZ7n1o1PPP9mCQD8CJhk3X24IXjLjsrqu5LMO77NyVgcCjul7rAA+
WH4hMz5nQuBLbLbpUZqvgUFUO8rwWjq8y7nj01Ie+SdIaSDc5dmtQId9jjUDXprg6uPdMvF5nl19
ExCUyWwNVbd+7nsd4z0O9lPX3dj2wzay09qHqqg0yhMV7ckKlTtLBS85AXhI4C5mad73/Zuk8M6c
mpfKCOJpnVP0EmHcmhbcgLuXDeRau11B07kZxLmlzeDo1WG2Bwovjy3xKaTITf6dayr/VM39bWF6
gLl9mpv5Uw+QC8wiVsrooseGlCHOMp7ibxnFDBB30yGvPmvAlEhBSzqOSLFZQXFME5OWjsr6VmSX
0vaWI9HsgnNINhyjpRsfrSj4XBaiOE0TyQfWWET3V5HkuSCyJ+cuJF7QB7fR0JyaorvP8/3goKEm
LfVbx5/FlGuaB8p8h9Sz5VM7Er9NhG39pLLcPPRBfnHDaufgTk5JYtqtouVc17dl2nXuaXXr0zos
u97Ns6R3pzew7Jd51shLZL69XXUeMZQCyb8RGZVDyLwkZ7Tt9Vu4zHeCOfpFX7XtC7KSmAPdkyqj
90a6B8teb6QfFofNbT/p2rgDXXhFH3E0PHW0+vBxwwyRzuYCiBWtAP7emSijR4dJb5lgbuvFifOZ
UtFmmF+bAZacUNXE2WYXPLiYk6Ya5K01zfbOc4nnIUHzj5ypOt7KcDxuXfUt1xlDo8cWtlaMWotZ
vJfhe7ANj4FXVKAQ8qU39W0h3NeQw6MBIn8gagHgA5XUnuP9aahJq2qUjYeb25OMCG0yyvoKKIqt
Pk+4nA7RlH+vQ4i9HPjAYnMU5vMW5qd2g5TvUPMnpuYBRLweh4oHPutSU1Q3RuBoVh0JrYAnOT/7
a3kGdcv2slv1YR0yP41qjHbCdQ4dzYO5P/L/6C7xfWqri24wkg3r/atoQovAbP+OWlIGHr+PyHWt
btY8s7A4IJNfYV6Jc7wScMMjmy/l7HgEk2gZ/MPQyp/kpzNx+ojXs8qxMMgL+rFRJe0EroK7qnbu
i1LOSLl5jMc5bE7z2DdnMTgsQb1C5rmMaIcmJzj61vw1y7d+D4Zhp3LMclwLzV4Z1jPv48NYgN4A
bSGvw6K0G7YZppdynzgjnv6zT8ILL5OWHN7G4SJrs/zhj253Cod8PG/YRmK14qKB+bb3hVUYqVeZ
3q4g3mg/Emd0GpQ3nQwfZ0fUNhUmU9IEC6e0YrssaRjcojl1FFneiMEHFEzgsUvRDrtRoOlTxSej
Ycwby/JgrSgQbIeka380ipSExM8CFukBm36fhuBTT6Fy2x1IUpmQ72fQK7IYt87mQmF0KzqrUmFZ
jspnvYwvOsi+1Itp7N1xi26YFjFvzxDhxYieJ5paziumf9txJi6IPqWl1xhPlkNNdbethAguvXca
FyBupP2Aztp8QMEX3W19fd/5dnsoorn7MQcuKit7NG/sQUTfNOLbT3Q5qs8F0aAHt1s0UKiAEGiG
r5bR+px+trvez+91bj8Zq33FafkAYbd1z2pwJHgoJEbpMAIqSpBRX/6oeifNo7XdBfY4JCDTzENF
FSFYYIpoGM+3uCtZRtw6RENgS/9JFK6dNkH/6keMOKUdojVws3U3qXA7ijbSLzO9vUdayadX25hu
G8ssvsKrYD3DIxxbo7ptfO5h55SHtSj6U1CggkPUfLu06FqyoKATt2/24FI7qDln18xtc8pnTe61
I4tTl5f7LsOPDBB222X1eC/l8p55U71DCMGKNm32lEgCwOOln6Y06sdzZN5oYb7PAAq5Ye2NKU9n
p73CVbw9ubspm6hwx4lhZZ8nc1oOHaklR9ocnf9o8f8rLdb/dyqrq0z4//yvlukvKqvT95/1e/vj
F5XV9S/+o7IyLOdfV3W2iT6ax9tG0/S/Mitw7n/h7iKqBLkx3kvrqpX8H52VH/wLSTWmExclMCeR
q/58+o/Oynf+ZUfEL2J0xN2C1t7+b3RWv6pScc/4CGJR/aEBw0/gfhTh6lGjD126dUcwDqQVegtd
DgryXvHk0HhFFRSNs3+6P/+j9fqztutXUer1mhRPeDTzXPXNoWl98C8uvpez5FITxzmreIeMbveW
tEgKD9eHVZreby73q5jyP5cjPxOuA42bzc/wq8pwNme0i84w7VrkqofJZaUabV5ds+z934gp//ZS
EXEpbNcOORwfbDMZXZwmAvFpJ0hPot41yj2OnRpuzwRN3f3zbURq9ydt7/98L/L7XNxJAUaaD7cR
D3RnNVY37Si3qu5yZ1wOBZva1wEqB9pI+ulY2/Cytr+Mty6RT7+5/t/9jFeBHhl9WF74vr/eV3bl
zMeFOBIEGjaXfpm2GFZovJm3peRwZzi/+R3/9nrQYiaeJGSBH79vxLnethsHYUiWQa1tw3DrK2e9
mDIMLxG5CP98e//+ciCaEOHEG3+MuBuaJZKecMddHxhBGhlMoBz+bSjq0DvKKKyP//31fI8i1WvJ
Im/+9fP8SfM76Z6oL6nRZYWKZhThWw+mrKPbxhbDvbSd/jff7+Oz6poBbjI8NNcViHjBDz9f7YEy
uhVqrZYD1UM1sa0gasxhs9viyz9/tQ9Z9ZjLP1zrg2MpYt8sW6jg3dK206nyMbeLGuOIWdHDaAix
MGzbxLB36jHMjOWul8q9yfoMWcc/f5K/+9I8sKRJIC/9a+GCLDXiwJoPoiMMoDowJLU0eXEBiZff
/vlSvwqr//2dbRwHhGvaDnaoj/EroWf1wtvyYeflEQUDBcckb7PU86y7OkqmWX4X/GGzy8WQ7f/5
0h9XBtLgr9boq0gX4xstlL8+Sr1VRbB9otk1b8XOuHPtZPlsHBadbs//fKG/fEdWOjY3vgt5CNfQ
uF8v5KCGH8UQ5bvARVZCV5F3D/aP8CII0Ko2kQhOdJk4VwUUMoj/+trcZOTg+BvwVPzbRfOn92Ut
CD02OkApt16Li5OTe40wRt0QV0YWrLB+yNydT2Jrg9+se3+5u+T24A66Wp5MzGF/qdWs3RZXQF7v
qLUcj1wEcAaK9UyfiolwYaI5sjPWw7CiOXEEx+B//t5/fZmwstBwgTcNddR1dvj1pkN7RlaZTflu
2rxtbwsICyfDz+P0s2/t7NoHwXE0OKc/z+ERRzZIKOeW2Mq73wXj/vX3J08cBeDVw3lNaPm4BdVt
Yebz0O9ok7zqtMsfhds5yeDn7cEa1w7uuY320jLH3zzhf3/h0CQ07RpgEV3f8z/9+H2xCLiBHnlr
aYExRV1Ex3kNzU8q850oF/dV6fUJ5UTxX+7wGFUDLki+HnMZES0fVjJTZ5YFBdLtAhK/U9oG+j3l
t1OCytP8TczD33zHEE9ERKMGGIn/MdYMIUU5r6Pudu2gxI3MUUxOvr2e+iZCEjnZ1pMMp/C5jbzf
5SD99crMniGTIZlc13DrD0+YQ5m7mkzZ7JzGAxesjO6LMKu3XrvO0ekMcXZnnnIUhNHjPz/bH/dc
jHcWRiVWL8ekWvzjOw15atT8+0hMBzhKsqWsnUkJ0yXUDnLryDj98+U+uDxZPq47rU27N7uBiznr
w/NbdIYdDeVkpJymt3dOY1Ya2PlMDGIhzWOosvEmMwIUDz09EzcEVBa3AVL8bzPU8W4o6ipeXe2e
etlPLwbm12NhR/I3y831M/w/GwSfkXfctU32kKsPm/PCr486QkE6jghrBDbP84TeeUH0kOyOvluX
RyRSa8JiNB9+c2dwE3+8ro31+2p5Z+BixPzoNg+oyZgFQQfpFS9tCKNZx+2r5XRO/YfLOXm4CyBF
1E2jCsO8iLkoHUSBV4smPgynPvSbtMuDkkrVz1OBQt0jrJtCh9RcMrv4umSLad5dw0Gt54zemAgG
derB/YaOEthKtfl0zNyh9b6utu7aI8DSVmGv1aMxgzjh8No1QZ1t5zB3mvq44H2TUIU9cVV4verm
zkEg/Y4/tfE/ERuRi9seBr5Ps86h3KrCdlTHpTHP3wBDya82crES8zChcOmNka66lme9QCM5bE/C
UQtQJdl9BYhAVbk75eBwi7OpQ0bn5DC3FCcjmGkjS5svSyjdn1XfqeM13fazFgplQwhCTCvdGolX
TkfkFhE+e2VEehmiyI6M9mHLHVgFIx8iM+3rhgyZaeuNm4FVACvE3Ezvkbs6/T73Rgmty0xxGgSS
cCDflQP7FqCVA++C7BkC0OeR5MavWsL3nMVokKe6qjG4U6EyEJVwEIKODDOvP1QRlWCsY3nQAwQ4
Rgdz1UKrVaIbmp0q7Oow2rpwkqmwp/d2JCR85wbGDEKKB4YEMrqnEmMe0ciVlK6+I3pe75Yu8OVe
GnO20q+iSGgqlj4nL7xAFZBoq18kuhnauGvyzm+sbQCE4N8bEpsoqTsw7O4P8jLn9mCPBKWftG/M
C9XRsgCaB7gVR+p+7FOQjcSRBpaZ63TJifQ958I0diRNRsZh9LxZ7K3NAOxt7aKhImXWPlq7TPh3
QY2yFBBsHoq0xy1a7sjyGglyk3ZA1UKeh/Ze+iqozoVbolrKDT3t2fUdUmqZ6MTBaQjdSC2dw4qY
E8iecsU1k34oxYwloWlXnCaDS9AsM+1Cp2pHnpet++wnMil550/41pMyqka5Cx1DRPS/bOuL04+E
2Rd9zxTeSDu/po0ZWUO+2toheoSr27njbBEbwmrW7l2orRenFQU/wzhngtqhbN47WzF3T9j4jDq1
ZluUj6Z0ph2xEaq5IP4rmkNjl3N4P3fQu9BY3XSH0NgRl4G8gGeE8oYR5x1lXkhozSx87ud2vOk3
8DOiTlBU7B2wzJCe5HWBTGq0gOLMC2c8jNpCo94uZXdYPDd7cGsygI4MDiWKuJ52mMQcpoEpuOmJ
Em3Z90g/VuXMDgMk+ko8SfbGhnaNFMtN0hCdKEMorTJAM3/26aZu6pouK7+3sTTTndh988XEJsV4
arhxICNd7FuzHNYHxDCl+WiTbz/sQDjqx6uSwzg4ndnvyUtF2FAXYzdzO8wletC9P0QPnHpAtUnA
dPpbRE/qGTWjVZ0pq1xuitHKx50NDfhdwdJIeoWXlZibsMtObaFQ1CpGNnJICjJqQG9tG21PbVol
BoJhITY/c1SXtlGzaDrWaw+hJwINAyLaFz/K2Ta3ndhC+9aoXTQyUEr5cdXANcjyQ/N+Bu7NSkT3
OfCxk4AW5imrCSenHKvKnJg1HWTJ0pTW+EkYhQ8ZT4TOul+rK6cTDsGc3y+9hR2KLpE+P1eN7OdT
10ki3NAYRcFew4jTYWbXUu493eNSqZvIu1vI1NCv1Vq5KzMImvRDOZM9+uR6g7embm3OZUIqHJFE
5kpKf+FzPt4V/pA5sT8qM1bltDbJ7PTbM23WIRRKa6n9hlykBdcPsC+guscwU2EoboH0oy2LYXR6
8wSwXd63um/rFPOVcO4X013eAnMMzKMwF/kYRSJ/yULtf24wvGjSFabp3yk22ZFuEhKcfErJCKZV
VR/FE/NgkUost8POD4h2jLWC10rXBq9dkq1Fv7HvSIl/igLS10pknt4VWVs++GPZRnE35BoUuQE+
3fVD2DyrLtQsoNq3noO2Fd8n6lr7hLkQ0MyH0/9ZacbIU+dDqJ8q3nOxbxHHVYdtmdfp5JLaAxmS
0zHuT8XCdhQW4mcjqmFMOsy44oDeLXiNVJHD8dFrha0w1CTs05+6EjPjbcsS97U+0OHcnn1UzBv4
UjY/E0dUFvGUG/KyTXiwY11mNVrKWYntoDPCq+AIAuPzOG3bH23jKHS3JXb547JlYTLRlwaf0uYo
SBo9gvWDHjXFnkeKZUnYW3m7RaOckNZlxk8r9+ZHrDa6P+k1Q4BFSgVbqtWbeLrKEul4bpj2GZUf
peoFivQ6dZwsHPZZmfFiyMnxSEpi+CErs+30VUtk4awO5VVGmftEisVus2LeFgVDB++Htr/JvJ5u
zHyKvnm5Vw1UtbZRePX7DXvdj6pMVdcgY6iiYvsmLCpykq6HgUEqIfFLwpr694M90IsZdf7q7QKz
gikXvu7nZM4kNqQmn8551/0QLmPFzgm6gEitYALRb6r3RdT5efLy1kyxnbtXvZbXfvPWmtQvAy3m
LbvgtGKn0sG3zh0mO44GuMBELTa89BzVLgLXqqEiVm1hZd4U8wBjWepxunWtYnsRgRq+1BrWMEb9
HI7POpBZRIrcNY09EJb4YSwi9A/0YVv5azNu1T3EBnG5uHg3SFqvtplHjbr6rnEtnkZfLP4u8zPc
fWsnohfNY+1iciFWDQnKFXmh2HOk13etvmdZiXOkt5acRsQQhdm5W9V1znUYfQLXR4ghGeEuOliW
+tS4Cim93MicM2dLfZG9to+UNsPXlS4KuoQe0qlJe922xm5FIfIqVLDubZfFZSfh735msylxvGDM
kSnIWvSgwA7y4xasFghUbYaohQxY/6RvA12nTEzhmWiumdrf0RQUTtT8WlMImZIE1jZatwRJTtO+
XnpMV9voRAKvQgg75tZWKw6WT+ZuqlzH6S+GRUYZi+yKtMpD+ZY0SrF61f7YusfBtmDAIl5oM7a3
Ved7exG9Pg+ijt5k18dRFn5jmnQdClU9ol/Q0NoQX4gPC5LOEk/1n1ZLFW+tW2y0m4+dqIANg6mM
19lVrwaKwZ1Lh/FLu5VXCmrItDznzN8/JIMoaJCf2y+tsYoXxENTx4BfN58IF5P9D5TwOBTdeXNI
eVGquW0zH7J/hY8vYExtVTHdimG+mRAB3KBu8fr71RuHc5lhI9n3QduzimEolKcNg1VAK6ZujpvR
+OjUcL8Ocb2S7RVrb/XbM13gHYqZoAdZMOQwUQativpalzEbzd24mmu+DyGStkT607ocezngF8Zw
VOVHLUrp4BJ2Ccis+5DiHNFIgmFA3yQOJC/D4pm3Y3hh5J2LYzlG2xp7FONsyUYHznukG4g6SDXM
DAUyugsVSeZ0qMTYMNmEmThClThBuk09UXtS5c7RkDQw72qko6T3Wdb0zXAW63tPThpzkUABuRXe
6KRygbxO1txtRAKsZL2YiG917G8Yb5OanDnabtGwImlyBQEdKliafeCh4TEQn8NGj7RZpEE0SNw6
LmFvCJHyiH/Q3Ai8UxVTbmLPFQl7SlMWDJbal4/lMLMm2lRnHe2JjfGI9btfsXhHXLPVdvhjLtyA
pkO0c9+N3EXSw6/Gyhe4ciYKsNelgrXENJRaeTEUKNJog4iH1bhq1epAzqlsbDOLx6B0vjr0Rbyv
FWDQYdJTgRxsidrbos6icaf6oKDUenXqTyXASpvO1cgbWoRLUAFVSfs09s7M2EnoWsY4abmYdgKf
bMN5bGi/dcNhiGAPQ0Ke7LKiVbCN1NAyCLdjeQo3KziY8MOkULqVN98jXg3LBGTw2qvoTgZTiJRM
2de2uhROo9c7rQ1EKAO+k08re5dK8xG/yOIqhJ/UEdQ4lZFHLzHEpmjPqjZXd2cz6qHbZ3qNV6ca
HvJmCV6EMqdzAPOKKFhmHPRIJpb7zvUMc7fwamPWvPrdGc6M2U2RadAjRUXNsSV9cI0XY1neKkCR
AOSyX2w0EbhWD52FCjqxua08mMFViIiop/dJErHXH6UEfjy7RjuZl7IYJudHGM766JIDuuzKumi/
hWgs3D2NiM13cvIVb4q7LOwVbeD0aSXh/WLXYKej2Zhu8Xhyg9q9Wta2QxDNaD+Q0wqkjrnAra5a
Ve5be4GV7+XcnQzt19txDRrjO/cU64QXtNgh6X3FhNfWK01andJPnGIXNnDqt2PL9XnLLMNW5b1B
j/pptJuoJeBEbJfBC/EjLoNjyKOxBiQi1KXqnqq1nzm7Si+i6XO51kM0xSRH+HZ3u+/GyqVCm3P3
61oyJ/DnyID4SCgKLAaPN8OvvTFZ4YlM2nRtlM4u5kgyftgxUTcM1EvR0MPom6usuVkAD7AFQ6y9
Vg2BJCmLLMsfAO8Sc44p7Niua05nitd2PEa1g3pvkzMjXd63FPRhTmdisbAzKMZzP9xPM1vOyJFu
SYParosEh3z+7DXYYVCXFuZrHTYILwfREZumpxVBQTYRD6EHg5zrwouiU1iwQKIONon3Rmqs9v+X
vTPrjRtJs+hfGfQ7BTK4BR/mhblKmdZiy5KlF0KyJO57cP31c5h2d9mqxVNPAwwK3dXoRpdLS5IR
33LvuaqKmm0H5xM91KiEvTHMEVmGHZvMnFnDDYnvmoNL1kuUzvskd9qa9wrtABqDwnh2ujEatjU6
z0+y7YtjbKkpv9HzSAYrgqBHKrxy8gjEMaQSa9ONufVMxiLhFcso59bqyB1E4AarAiipSwptKJTn
UxTkLoI4BhcHLc+mEildF+h+nGkRVKNJoRqrelVdYszrpvOqEkO4XYY+9SZukTfh4BMSCV0duSz+
ywisOeab0trliUMWSEbc94bfaBB8knaSLg1qacerLsmtdkuyQNVcdQ442tcsTkIQMXbHWb3u+KlY
8giTZqvLiXrzWYum3nmduOFEGFeSTECAFHJilRD0vslgYcw7hg4yZ+4GNcBpsFfd1n1g4FuT3XQn
dayPW9sIhvOgLLD1aSMFHaT2eHycRaVB9o04kZww4U7S46p7tdJ2PgL2njlG8BEMx3h2SHluI4Es
N0vL1ljHlB3jsRQGcb5sCjrUX0bL1ruUHMNrAKaBdl5JkXQbM+3rm0AnixVrfx62V4XGDe7bJpJ2
dJRuhGyPi0yDKCXccF+g7cdVmWpevc2ojfu1U3puvJ61ZtLBpKY5pRmJGdseqjwRweaYv1mkR3yo
PDGLLSYPPhK9sSAhWH3trB1aLJTzIYPplRkypPR5DNoHl3GY3EgsRCjBWwCya9ODEbkww+pHMh2o
0EYr0pzP45x3Nq23MC7GjtS8VcKC+gYOaBhhtrOaaWV30CDWsDYVZjWJEfboOaP4WuYN0A2O4qRB
lFcCCxnJwcbyazUNDmE7hgU6llzmeF80T2y5rTB994pIP5ZcVfhZpwLTVlbRN+jxVQvbyU6lYgM3
DzLa6TbweD8GWwbltNbIUptzXUP6OQWRu0nRHre0Fo0IsbGmMtwYlJ7nqckfJYdk6D4wS3CRkI0B
ac0FrrlxDRyhQesvBfRXjEYLIBer69Mo2u4yoqjlRS1NBy8L4zT4X4r7kkYatioOwjm8M/KYXj0w
xvGIoQp7Aq5e9zhbcL9XiVMFbzEn73OuHPm50drRWuXkBfATWD0bl1lWzSe+pD1doJEr78wyIpLQ
dKLgJZrAdOxhA2tiH9FJcqO0NkSSoqrdKyrEedo7MF2hVyEyRjBOsVlhFQARskoZgXD2zLJxOZdV
ewlZN8Lij7ry2TXihVZBZfaqTZn7rKsaN/TcdkwtRolHoC0cGCVZxtTlUDK4iRBL2vYxgQCM3d8R
c3wOeES/I8pP3Vs9xgR/UkP6Gaey/lK7xiguq7pgRNZHsTLXusUfPIfPHu7Kqg6dLV6ZBCViSAQK
eA1DEdxlfWVfuKu4bsSqD03AG5hz4x2sPHrYsqGwJyHXmK8dZKvnUzKlLyZuXI+bQTOeOT66+iM1
dOTsSWZ3JcJLCog1c4aU5512LNrgnaYaYTQE95IeuX4JWy0YV3TNSOyZkOkbuzWZ2LTuzAcNuU57
BKub0zB7mC137oT67hCjKSW0Ru+xBXgDRRQKwqpdc5HPJu1pq1n7SYc5UHVxlax1MyODZDabaQto
hVkDs0fc4VUuXFrXdO7BHsSu+pKbqdavNJPbeNsbvf7cgUhLiLTS2IbZyFA+JdA35AFXIKpAYSks
hEaSDTyxHo3kwbGlvg3rDl+2q0KM2XroKrT35vLO4kTrL7iY8nTLsyBJBauyEYyRmV5l5jxSx4Ax
LpmNtSLYCakVJgBgryPGwXLoonrGxY8cdXjzeB7CyzT1wldXCyOEpXqbIDfTioSPrHa7YYdU3tMh
gfE6rDprBm6i1ZNWsryHncF0q/c6giDYTqV8jKuyQ2W4N2qTfgrxWpBt6l55EC6azshosWskiHnm
Nvi++/JBixNr3jpBj6B3Mb2izJmdBlvUgqJ3o3E8h6vTMHOonTzfpy1zPL5CyzkEHqa6CzHdG+de
z6H/iYFN423y2XIoexhjWlt4YjaYk1BFTKq9Mi23qUHmF5L8ls6dk8JoqE/LEluywNuxcoKupnHB
pWuyEej7bMdDp6505t++YWcerWFsLK7CeYYlFFQQB6Y5apncynnxkWghrmQGvPllVHURo6jInu+Y
5bA9kzpIjGgOmGvo2J+/tBaMaCWc6L7zut5e2YnTRytFH1L7Ia4ScNvZYtVomBoHeC6mnokkeJ6X
hAOLoZJrTTsMQugXXVvWuyFt6s/8dmBjmloWHSpWVZ7v9rM6uCUlkN+Kwt5xINDJ9MM8dqsqz2S5
Rg+J9ZyOr0KwWiFb9bXKaQL2LcIt91QWOqXFXHfGdjQqJu8F5TMdjUzkiNxyRk4A0M9wVyw+++6o
0ni60uIg8LZTZtjtloO+L48AUnK5k7Pjefux1/Ml5k9JnLx23KitMKr6gXluSgc0g4Zch31R7yeX
x2U1sB7rd1otslsFVCff23aIBQDtj4ECs5MPKdNcaxUQkHrjmI1dHpJMDz/wu1fjOkE/chXYpanA
DQSk61RppFO/hEnB/LkNrGM8BaHwHRtGF3YiKCcbplxwyZVr8jGQRYHHtRZ5YG0zffG2x2GYfgSo
EdGFZHJ4imDa2H5cBK62+AD6uzGWGnaRGd/zOLMNWldKNl+0EMI5bPbIDcAbGW6xlq5dtOuotemw
DCeNGfKWbfrYTI1BO9S3RfFBJbAHfKJ4xVfRV9FifivkV4KFxa2F0QC3GbPeDh4QeZq85iLdhlNk
vrptA31qwjd17+Cz3GGwYpToBRoq38rNJwKDqd8gOEUYL+E+UbUiYxq+IG7on8dhYE4SxKi3tXao
s11ezxPbERyhZIwxAkGqzmMZghbLMmdTFmWUbgi2rModNIP4InVcZNheONdyn7eT/dGjM0o4Rzun
vY7olA3GQW14w4B7/mh7xM5uEJyX8W4iJFh8oPqjYwGK1AcHC35N8DFmP9GucXPrw1tNgGbW8FG6
rfuZdQtZPNnEKnJXwqUwD9o0JtGNyGE3XHbj2E9XknQy72NJhot7tGD6qEc79UwcLkbCdJktZXsN
1jpH6moZlfMrTdXv9tdsaJFCEFQEyIdEjXeaKiuvJoemcVybQTycjwqDCGEF3oZDztxi2VHfNDB/
S077/xRtKFBW/Lno9uK1aV+nnzS3yx/4rrkVZ/oS2beEBztQ0Ojbf9PcnjErkqgqeJEXVR+f0L/R
ht4Zo+4Fq86mHRnCoutpv6MNvTPoqUgkl1RVNvDm30IbLt/YTxt9cM0kBrveIj0gZPN9mBXoUI7M
hlCIRucb9GetbAUu4rLaTNbAaiwri/SB0W63J1IWiy4cHWTatcFmTB+G8aVNB0zmDWg2ZuzpbTB0
eeNXXVLcN1w4iOAz78FKPfdasmr/0hqD84Yc88niKPp6+qX/8/zBo+Tj//Pn7/ope+p+evyWv//b
42eY1pkLhQUxAyJd3bA5Jb6DNU3jDNQxN4jrAnfWnd+ePnmG+hpVF0IL3F2Ewv3n4RNnPJLkfUm0
KmTS8Tf8Hb33z9IecjRZPEG45kql7rSRQP6sJulJ7cypfSYcmaAAjQSnK9PniaaOYXZfTcqvzGlj
QQLY/PD7uf4mWPlR9M2v44eHfvnCNl+axMQldoof5t0X1qtw8lJjaNDn0ZL1ToJJXxPF3kCRsPrr
L7WoDn9TzHz/UnBlXbJq0N6/x/CzDmJfN7C1LgMvw9PRO1umRr8SSVk/C2ROX2aR8zuIdpHQ8mn/
/KuMwzbs9KzujpLxh683Mtq2up19dienv1Ax6bmsFwyxUQ04KiUSdiijY5F2wDc9PIGUNzaD1TrO
ehZ1s1siCShGDZQkbB5ccVWbHSvlgeHIQxmnH1KN4p55a6fdGv3U3jOOGF7wuGsPSC2xps81kMp4
TPrLviGZkiszmj4mUN8/W3AAH1RouAcmbc92y2q8KYoBV9rYhT5AQYYzLInGRw8C8q/yb//gszAZ
ZBLPiaSZMuedwkoYLSOHQVfHlIXvYjxDztCN+S8+8Z/v3dNHYfL28HjxF4Ltdx+Fk9CWtqjhjghu
73pmbrT69QC5ywna9V8/XO4f/USc3BiiybLCNrE86D9ID1vGf7FdBe0xQG9QM8wRYb5m572FqJJ1
X8NkWwkb3lJL6RmvcJptu36ZxRPTqrq1bK5F95TqyTnBsq+hZm2iQaLnuTLb0R/Epd0iBsmWrYaJ
8/gODNa6oxEZGMoN5tForvuYnRs6hY+BztxCf7Ti+6S/aDHmErxAnkvk6psQwE9iMrlNGP72iZ/M
OyOqePru2+AqKaebFPKlFxyTmcSc5GZy2MfdTXNyGOKP3IhwEy8CNveVcZm7E/udrcnkRfQD//Vp
gSFIQE9FB6Kg+cUv94/eKe5ZU0jdJeHEst95NfCtLVIEoz0CBTJ2/M+tIwt9m6TFa5ySXj6lRnx0
wvkpr0tt57KPXkeqj26NNL2MidTZ2kGkrfMocA4gLwc/Zw5qqO4L4Ottb732BjyfjOZznZPHcJO0
enydwp9awTr9pNgkruGrmCujHWPG3sYL6QnqPHXt/uCVvfvBsdraL7QaJ1adFZ/MlFxNtmIDn1Qx
7URRRb8QKJ4iHN4dZTBrKRUoJwW/E66FHx+2NBF6lXSOghMqTSzwcbzlPGK6VMFxtAqzf/OGkSPc
Jc0DRpr5JWwLcV6YqC/CAfI62UzkGBqJsbabLlhp0jJ9Q++ZtdhL0c9hsydCnH9yx0DSslgH//Xb
8j5RYTn2sfogqtGFLbnFljf3h7dF6yKbaZehjvk0WETDk6jRMlDeKcSkm2WRtMvklB4GCVCW9fO9
m4jpF1rGP7h5CMTmqObSIe7OffdMDYXV66kAG6nJkZPO05KDls4gfWzWgn/94/7hl+JqRe2DOlt/
fyXATajrFnUG4KFG+Cz0jA2KQf0h6vpfcdvfZ5WefrOuICtssadgH1vOqR9+s7qhZGt3VXvEc6Qu
c5lLVKy5eTP0ajjwywCGH81y5Q5NeowMvdrUomFgr5UgTqLavpo6HO5CJe1lk+XiF9rld8ra5UR2
qXOws6DjtfGovVOthlj4B/bz9TFsAoCFkYP50tEjFCItkgi2tWxlQilXnjK/gBoF8E8+2t4uUCAV
BiJSTLPzHp/34Gdzr1+G9iR+8Vn9vhJCss7FjYDdIgHxfVCBFYSRIyYT/N2IYC4vmnITQXSE+d0U
jAij9DxpZ+domKr4xVf+3Q1CJ0G0krHUDABo3neJMIuMzo3IsZ3SVm7cKa3WIVvtb73hT9T7Hwuu
338VijyKSv5F84LV5+fnA2hf1ddjYh1ynemxzojYT9xC2/71E/+7m5fwAY+zWtep7jiy371cTqg7
czb182GBhiJgbNAS6RCDDZelBsyD01f7p9/4lyE4S/6837h4Kv7rw9P0+jP+f/kz31te92wpRRDs
mx6RKlCweNy/NR2ad7aYSymFDexAzFSW0IDvPa9LP4IBjFAdLhk8WjS2/+55Xf1M0idQu51a4X/b
X79X+t/yFf4Y5X/yRPx2iQEu05c3bHEo2jqJL/q7GjC2wqqtNWZkOeBwB7T1FJ4nvWFhZ3DTfZQF
DPnDPsaEip+ou6xDu4sPOsmAqJbDJMw4BxaRRhgQP+AjmmJtE6khn30NDhk7U9eL73ubdTNYCnd4
zFBJuNtIBeNS3eg896OhswJMBPW6b9q9Yk4+634lKhgqejy+GQcy6yf2WuAgKL+9juXHbiboitve
qoqnZFYz484g6T4pDBHKnTREe3Grfwb3FyKvir38MGj63KxNtMLbdkZm5gMPGjBBNW10MTh28lUM
gI1t1MGrRIzhRTVaI0M7p+ruMAQaOQvvut61RABsea+NbFd46tYr4jzbEp637gq2p8zUjGtLj1Nr
RZcV7Wbc3E8CDNIEKBmBJah18TRWiXoskPzsywEBh62Yof/zGqrplKixVKR//hoen1QfP/3U9y9/
4Ns7KOSZwLxJc890SeeJ/88rKPQzj0uagpZLEZv34pP7/gbaNP44XgwCrhgL0JAzEvg+dbLtMwdp
HZtK5lUGo6K/1fhjueTA/+01XBb62LQYPfGXyfjhfQBROrok3iGwX2PlK95yT3kPRY5MjYSnbpch
Q39Ni55ekAZHPgQQbruNnLrxw6LatrYG+sU7B9Fh5WsGITgA71m1b7hA510yV+yHGulCSwQ/Qgdi
sFJv/dLK4I8GbEIfAqLMkMXw/EN9GzvXgHLIMAITR8r+ElIlClvo+eXWgNEgDqZirbRKhyi95bdG
Mij72fHraJWNtsttSymSFCRbuBCkPpKIYSD6SkKdQxNtxzWw3To2tmlk6ZQdY4DfIsiz5IuZSRha
lrNgtdqpbqqNaUam7Zu9Zj5l8ViPgCEciz1uaTX6XgypdsGwfPLtdpivey8o3tDWaRe0DLSx3K4f
3WxubgI7dcO1DnZh3ObkkjwBQJLd/WTwzvp08R7sony6tMUE4ZCdJ6kJE1kZmxG52LkHmTeHeywh
zBd4bBi8IyHa1pDgvjRRWEVgaovqaUzbxvGRUSMtT6nuFDhwB9p81Gs4MiTC7Jdm0NCZzojYQKxW
sf3B7Rw0iDWxfOGaNVn3RuJtfBdafBlAJag8V0WLtxmfVUhhlumD9sFAIzJfoEkNP0+V1ZhoBAdQ
8zFMQwJrI5utq2znfB0TgasQzLXhnYLuF66avPTqXdNLvQZM4RCrVDnloC6IumCsYc3cEpsiixYM
XkoxugpQW5wPU8F6KewT46UjvenCrLRc+oMBSxHdUApJO6sisavprOjHTJMNO4kio72t5r67mHLR
LaGOHTCrlHm7BQkrR5YPXg2aHiKAqmHD0hkQx2Xt+aPbmKBrRb/uSm1yN7hQct2frBrJvY444Nih
JivWRPDwPfRuHQ7Adt3p2dTs4osFjo9nBlnEs1XpNFuGpXC+d5YFF1KhVwtWqgt4lJopnpFr43M+
NroGJyaK2/rG0lwoZMasF+Sj2unLEKBlXXFNOZ/zRWWzSSWwOj6qMEk3RCgqf6DW+qJg2qQ+SkSH
i8JdPvoSOSigFa9r6s3I0vXemurU2RPmHr7pMh2mXcE02Flj+YjTq1FPdQiwBHOQ7TFW046hCE4r
IxAmDBjRRHfBHHrtEoIRNCDxK6RRiTLnuwpcTAxcEq7/SqEDrFAdNSALI9bd0VZLwVWuckSC3KTJ
gOCUBXaCqWpoNB8vhXok/NC8D+C+BGvTmMELVRDp2g+mTJlGGGbq5jvsXEl+UeZuYZ2HIUzScxPJ
Bh502nO5grwCLAuxQ5xcTYPW6YD2jBntDt0VSnsiMiCqNkGNeyrzaIWn2A0HunJcjTtNUlGsKs8D
81VDIx4vUAYFt+j3eJP1GfTTOq7i/kY2siQQWbOgrowNYLVPI2px4zEuTAsgJE5EBKCZMVbrupnb
Lw0PgoVhYuhRYzYm8xExJXiWqHwmtC6Vk8Dl8SuW1dVVnEZ2cIOgEvRoFGiowoVqvOHYTbEJZKqn
UbxMTS9+Uw4GPj9Kvd7j6AHO75txara73pn1OwyongRmXSVfCeNx1XYArCHA35dm+GwhOX9EUhK+
9GhhX5oo17NNVHQWMqeuX0Su+ODvCrVQ/irOkU3jGBpNr7DSe5jdjvJtiO6e30gnvHdz0dbHDlKN
uymYedwXrPBxVVmNNfmqR0GFw7cErUW6sgQ5WyJy3YBVdsIbgWhZOmZVbHLcds9eb2ij3wxQa1ej
M3TdupL2jES6iM3bGcUThFPan3Kd6a5Ww9bpmxTEoB5cKESQps+Xbe9rK2ufzSFVwQaOfuv6EDw0
uF6GVYJdU7SwfmN3Uq4B2XcGiQROGW/pO/DFdJmRnGu65r5Rc44LXDQwUaX3nOLnAXI2c2MPBudV
HGB94XFKEXpLq3Y30usx/MmqYmrEnNSL+f04g9qjCpdfYi4AY6exz3ludIjOHB6Jo68bQf7ABQt+
Ne+jOG2IBS4r9bVt2J37o6rnW80IgtvWlbIFNCwfNJe9PixtBnJw/p2LOWgGFC9leOgcT6A/aLsA
JbTAPlaO5W1jSfUBKUr+tmgr5Q4m67RXGgZVcr0XeXNiV2+jhvTVzyARcJkMGZobOOTcZAOZD6Nf
Q69/5Ph2Hd/lEf1iK8sYbrXEkB9n6ah7WRvMDvt47K6ZrOJHS+dguE+RtmI6Im6Ogxjc/85FV8iY
KZ6yc5RZELqQxkzltqkdh2x0NxlZSqeTEGvaDZxahup3VpPZn8ouG0OGbWkZbCKbhTpCCwp1n9mJ
99BXORovywuip7TtUFeUVaJnuBK8st3KgAZ61VejafkcR/MbP0/fHAINp+qOQHcyN4LF7bUmOwvx
jkQidRU10YR3ODVGBJuhV2VM5QsUFqXBkBt9HAz2la1FEUkvA+TFb239P83pvxD9/WVVHKuoeyre
F8b8me+FsXMmF0IAzanDaPfU6n7rTZfC2GZYBPKEvZiD8+S3wtg5o1BlY2DgfrYZLfxQGJsk15EI
h018GRPTBf+N7vSE//mxLGbTR2Xs0M1xIDoMCH+ek1iBnXHu2tXadYPKW1eQfUtfL0gE0GSo0nWJ
QOmeOqS/bcbxMUNDstJn4IXbGQWZsSHjC5wycvf80LekrGzmNsdLi01easzMQ1VsurjuvesiBKV/
GEdDm9ZN64x3P/zKv3fdP457zPeLCep7fgSmAMAJHHgY7yOLsU6aLvJSlKYDrpT9HNbRQgQinw6N
Rg28102z+CUWjXdwc71+jbnunVVYD2g7uBDJdWuwB/C22XMdrVFXhZ9RYcXXTmDl5op1dHYYYVwl
a+xk6qMe4t2lDPKcmAikSaYLt1GgEpMyC/coc8d63wqFq2TQdY3uewhDpIWIkb4E3aBfDPmCg5Xt
AC3EbJJBXBPonN9BaB9xprR61qyiecm6C0uVfa1klPebAYtUto5IBAA4qpc4HZtY9bWfjIJxJ4DL
xN4UA4EblC59Gq1ybZH09BAs3JWVapjM4iasriPSA9jCVSmugNbtJXhUgu6xPfAhH7ln5Y1D7i7u
HbTc/SYxYiDabCXg8KrcMdq944XasMXn3RyR3Ezygn4qqHZGi3IXtWJWvcjYrS/q2bMPSSPzVZoQ
RHaeUd0/JFDbLELtSEFlrFHXjS8jo3BXnunN+7rpwgcbVfs1oTQI97NRIITn4ugv0fJyp8DepXoR
2qw5ZCG5OvrVfBlzaBMpTz4Ze8lVHvcm9Sv5Vy+BwhcMFXsw32oup5YfIhtuSYjo8bqYkXgNBREi
pNY18UZNWnIJGjYRV+VYiGM9OAMBdVnJGzDwHcPFb/DGuwlWFlsf5tsUNuvw0YVJP/txiwt8O2Jn
u2LOSNyaMeBH90uzFwx2gTsfGVUb+KiDcpGf5V2ONbux7LsC7uVXAl85i3FocS4npzOaEpzz2jid
3dHpHHdOZzokBM53bznq59Opr51ugPl0G2inm2E83RL16cI43R0YtrhH9NOdwpPI/ZKd7hqrH6Kn
4XQDISTxHiY8xvx/1jwvgOjlvgqNimyxIcEVLbjPUJxws2mnWw4T6QAaMsi4/Sg7uAkBg3ArMqbK
znn+uCsZu9s77XSDZqfbFMfacE9zzh3b5LK7xhzIzav1yG6D5TpGlDUPt6Zoky/J6b6O5Tg8Wrgl
RmQeGgk/CJuxptgFQXnn0+nWJ/SgetOWUqA7VQXzUiDkFaFAOwzF2VthT+oDLXZ561BTcMlSXfSn
SiPjJT7oS/mRL4WIfapJQgzNaL/lgzpVLDOU0dtpKWOW8EPSH5bihm1D5Z17OCZm3u+l/hGnWqg9
1UWui81h6qi3dlpbyy9ex/JzD/ybeso71Vbeqc5qMQRuMCFSfSWnSsywA7CyRBG55iY9VWtTU1G5
MXugigOn5r61p9quX8o8+a3i01xlbFiCUAnqTUNVqJ0qxEgXwQKzXirH2YOxv2mWghILfHtvFyFV
prkUnIvkMN3lpzq0My1VrvsspD7lRhK3CNx4madTBQs6l2o2GiIqWzHQEqaBKItNMGabhFVQeFOa
BlmbBl8vXQ2nOpkaegIQdKqfE42HhqysRt2nHK3sdwXGD/oCwhNWREBBTVdxP0D5dfN808YEhoKn
AMUeOUF6H9P+TFtAaz2OOvIcbJQ+Wfgx8jDgr4wuppY1WskywdOnimRQG+W9b9XkZPkjokwbW4rZ
gXN3xhYmvGPExnVIIR1uozxm2KMbRl5uHXoM3Dhdb7lblSKB3zJ0CS9heRLIpmEAqP3OHVx5zJlW
kCjUZMOToH+8lWZrYSrOUudFoHQeNzrK4P6Ib3rIX5wYJwbMaOEAxA8UmQ1IZ0I/a4Q3XzDTzaAH
J05urStRTAe6JbLNBqmPTymGhg/xqCqGA8GAnByGIX0s/irkCh5HVhk7DH8IdhSfPGznB2SL0+do
Mkk7S9u2uCEKWF65USpuSIpv32j0MA/3xdhs05Rdoc/bywY8aFs3A2iaCo83jHEKfYZymk3Gwd1x
YUXhVZK7XBXlYBdAonm6UM0GoXGUlWqf6PRT2qXOI3dOQhUxgehWxE7FylWfcfTRXI0gmuJV27v2
tEeNOev8o+Ku3sqpV491pCcoRJksAOaP0ngkGMxOv6LOx8VQ9LJL/Lpsg2SNj8y6jYOJvzvLVS8v
VIdvA2OdaVw7CDeIhwo1xKE18v5pRXQsdGEqmj7yQx4xmqSQblmEA2ry3rbs9Cia0rseGqVuxxx+
E7aMIbgGorsAC+CZ0EHUGDo2pwLln/KY8vgvdzfH+PVrpF6LVr3GP+9vlj/3rUT2zqiM4dGxIWHh
wuyN4e23Etk7Q8jEsIf9P7rBhVP0nxLZcs+ES2ENv4++nyXBbyUy/xfFNGox51tdbbl/p0ZeyvCf
RscMqCmOGUOzWHLIIDN/rpE7HS2BTrPHziRvyBqhkJ0JuSO4i+ogUN02tDPzEjQNUcIWmVJcZYyZ
iyld63rn3LqYGtd1YXUf5pL0JdwSuGTDZ/Jlv+DBa1aC62eVO/YVEudhnXJ4JwrQ84wwna76PnWw
2zaZFOdpRWktk0WmlnHEbCqiXIRfx0ENyj8vGXBm1doqkeiPeRagze/mz1peFrGfCve8SlAaO6jG
/CKUxZZC1bpiY7KkG+TtOtGja01jyid1bHxI1cDwLuGKqiiirUeS6w5AvvvRqjtr/fffjNsy59/v
M8d/yir/3wl9d6/lkv7dvv9HLe/p1x/i0b+/twvO9v8svpyn8q+WLd34mj8z+Qt/Xrjwh769NM4Z
XY7Fg7n0h7wIJo/tt5fGPgPmYaPy9ZiauEtj+Z+XxtbPDB5kulE+aZQaC/PrN5mvBQWMxhLBDQoG
Oqi/0Viai87z57eGN4V3Zel5iVlnRf7zWzNVdhSaXWj5omVhYXYjFPMcXA5Bmc3XuoJnPmI92EdJ
btxMcJhWNtDUTaIn7AKNPFn16Uw9ENAmsR4QO5ZI8s4TGRK+We1mYxjW5mJa8UL1FOfOU+UGd2Vj
PczI66LadLfSjt8Qst3qU0E2T0QAGiow5YvGrFaqOKrI9i7cKfzoavLFshaXtVXV5+Nck/wQwUsg
QcZZEflIepE3NX4dBc/16A0PysAuiNUh/oT5csKhwsU0h0tEg7GgX5yJrJSQPqFnQL8p8HbzcxJ7
MhXtvJUhdJkITMeVHujePnCG8bhARVZhhIO+hfkEPf6zLILHMO/VBbqdmygg1c+nTEMtYvf1LrGn
9KLTPKb+DNCxwRmPjBjA/STjjpLuKwai7IKU0cTP23IzGsFBRiNJWqEpt0WZP+MENXexoh8qgFdu
E+EF+L2ceasj0CdHLKv9GpcPHW+I1zO3dX4k+TTglfP7IVZr5vXqAv5CeGiVfKzaJlyxWxDPJYsQ
1kKNa+8tjslDlEDlYOQlkGK5n4tla1Bo+USgndJWlUDcmZgiZZjNsmQi9DaX2nGIW2MLn7S+HEqA
3woa0iqepmHNDP9jZI02dG+vZUiB3QlP9IcMOSffaGPQCUeOX49sl+2quTMnwYaO3pT/WBDsXk1Q
7EQ+bzhNuCLtO6crb7GUSvbIRORkUX9H7aKwSk0f7IEMkAEA/qUI4hoyPpR1ftOEwUeT4cfatI8J
xcAKhc8zMvp7NZRybYn6U2vUgY+T+oOyOuWXRVFu9AZjeFxNWzzaW3v5DhKZPUF2pdQyjnatLJAx
ebyEe13OPYyYNhDP+hQ6mw4uH9iocltZ+kPnALlMBf7uPMrZX5oHYtBnPwy5CKCuPTc97XpWzFda
WHxmrrlNl+GAGGHFtfY9gUHBVgEr3mIirDeqpxwqK9LYGlGITW5Csx8qcH9m5PpNYL2Eg03NVwz3
TmuhWSt17TwCuOFnEjOq13QPjRneVjjJPtlaDfMvBH1nRtFOsh1eT5a4EK3cc8nTLQaVc17WLglA
/JTGNi4ZB7FIZe5Q4WPVF9KajJsH6lCLlQ/8lInMw33STWzUVH+BOXHc98o81xMp995k7ioSpQn+
E/m9rppn5ZDHbBRlty6XDyGMzIHU1Xoiq10+6l34Vfb15565DNrPkCiRjAVUy/fk597s7RjDk2/m
8n1mfXZZoRhezRa/6LJ1D2lnMM0W1XwcWR5coCqkPwA1u07sEr7DsrUojZgaNqAzknyu0Sh0pr/p
fSObbBtbJBm67fDJtJOHOB7Ina7mtRS9yRS9ydbgvxGBG3TLnI1iZ7UM48uF/+HldcQEy8DALzV1
aTczPGRhrXC/hr4sKnNvQ0za1iDymM/olPJE436c3Na+BcUk1yyhMgKaM6P3Z07/tWFMh9xU520i
Gl41VOBJhtlLpOQ8d318Q8F1EMXAqaLFxqp4soZ5/Ajt5TwwK0G6n9usAyKOfW/WXfS56tILp+cm
GNKdpmZHruwAa28IVaOu+Ct2P3sewkqGajx+YaD8mAqkK9znHsRBRkoiJX3osPaozS0U6/ts8NI1
M5096g5SwWr9eQ75lDMX5A+bsABaEm9nAzOo1LrpkLiavYb3ABks4PtZwE77IHZfsVnqeMPSxb/W
fxjF+FIyIPATejWThvQcdKG7cQMcp/9ULgWx29MtkK7//tfXsitUM318Ddn6/liELKLvP1eJbJvX
4mv0Xyw3VPT6P9Sd2XbbSLZtf6V+ADnQBZrHSwIkSFG9JUt+wZDcoO8D7dffCWfVuRbtkkaetzvy
qcqZBggEotl7rbna8l+kA/zr/5Typf0qk6//OvE/u/O/7O8NjW3/JahGs3O32bivpfL/bGiM9YDA
7tuxUSvqNrub/9nQKJr2l7CQ+6j8dxhO2PL8z45GMd2/qK1TFl63Mzia/sF+hn3RL7sZimRIRk3+
JuE4BhYV62w3k0I3AxkYxVtDxB3lPzu7lotmvQyqGe5yY2g3i8xU/5cH94eq9k9K9v+rznNVvnQO
OKualsuiknm7h1ImwGGT6aZb5Che019p4oTLvXVPS3pnpqCW29tOv2tkCliPMFYX6GH6qSnvyRD0
hvG5h7VX2eqhaF9bvcGRrWyyIdDDQ25PhyIeDlZP5PuwG8LVasFam55091OjOX5J2CDoTYT8i292
pID25X7AKV0Dq0hrYiDd7Rqn8f7P/dlseO/nri/hF1Gv0TbVat1JtxBCLpMryi4bomQ8ZVdt22vk
Krf5I1nC2ha22AdS87XN8d6Vz9og4GkUNQS2sw0t6HLGNF6H7VOE778pkx/9JA5m9+ODH/t2f/z7
uz1TqFbCmorC4JL1ofN3jb/jkLghXGsn9mFQHVildvfvX/K3Mfx2NBlnY3gGemhxmsYPe0j8/HrZ
Epv1d8LJf5Xd/vESVARQPao/PV5v36BG7x1cDQmBk/11cRLfEjdRg329eizS5/d/zZk74N8P8Jdr
nY0W8Dp2M6RcK7qCaELbYd88tAHBefvxCQz29+ioXwMhNS/K23gfcQT5NEHe+/z+XZzxyH/eBZEX
Ym3x6dQh1kPdr2OW0mqPXCTPtp3iG5rnPFJ4WuwNtn42GvDkEoKKog8+lD8MnTfXPButhdZaqoTF
i40ZwUzS70vJZjsC8kA80rL74Bf+/k45EKrumrXCzEfkxttf2DmKUihgTIgLVcyVkzndRi7Batkc
W15JgTWgHC7JSquLS9MFImFghnhphwmNz5LDkIsUHkbR9deYinTM8k72fc4s858NPebItfG3am15
EWQPnD0UTSjUcttEAXZDK6Wl4eq5bhJeGEBwt/jiEy+MWvHBvMHC8+u8oZMcga+Ly9o6/2BdfPts
VK1wMbkV1hZ1WLcpnKjdYXpNgvdfwToV/DI7Gejk6QJTTIeFvRa21vHwy7yYz+OQgtaHkeIQBb8l
4pcTRmqV4lOrqvX1VM32RVtomKyy1kJQqC5WePf+LWhrkevNPbDE6jqYLEKHuYtVRv3rPWg1nQs9
dbVAd2rHF1oOGbQdQZslCUdEs6j8Jaq/xMDGtknjthdpnNS7LNFm3EUyPA69lV29f0tn45KsEM78
ZHgYPBfe/PmzBz8hS1yI9U4aNKLAfDUXad00B7N1vhtIoQMZO+kHK/Lad//1MawXZTHGyqMic+Wf
s8dQGVUqiXXjovNU3NdFr+6S3s0ebIhwAe6plpNpTFiwGYWO5XHmM6ZNYnSUDJxlqAlkA9LywXM4
cxk53JPDF0VtdNXLUj89m4IGXUWX1SwQQdGgb5MCR1FoDwQRZG24A2L8LRspCVRJtdUi+BrSbazb
91/F74+FWhS6S8da/bsqLPm3o0MsYcNJvpl2FkMk3ppjqTEq8gHJC9TkmADuVB93i3CKOKjrJYR6
3jYvtlrgwnEJ0WaqnJrw9YO7Wr++X8asYAminrkKj431n7Ws/OuYNSMi04ZGH2DAGQjLoXEsd2mZ
J7DJu+LOFpIDvmoONdyoCPqgLBLheDklGJAwbZveOEUBdQMdm0LiQbMsD4nOWeLv+ud/XTLPzELO
ulZip1xLy7xIBzfT27skJUrSXSot6iYiPE15WzxpI6QxaiwWHdIZKS8dto1jR7Q6Uk05NPNY4R6T
4FdmHchniGRwkeKGLy7bo07ojx88x7Nv/+cd2kRIqTo7afwS65//Mv9ks9HZ6NasoARJlG+szCFP
O4n1ndbWkOAlSRRhm9eciUMjqJJ22DsOqZ5p5ND1NkOH8tU8frAsnc28P++JoY9IYw0Yo5L59p7q
xpDwtVQrgBpC3SrvYFVN2r+L0//15ZyPIN6NrQqVyX2lHyDHeXsVVWLGKCQAFneJvqvtAmzSgENV
YHD6YE0/n2D5Qat7d63KrvZPoifeXkrrmgYNQRYG9MS+zi6hvbIABwtDLgNmV5qfcHo0L71Bv82C
XOlladtSM0V8OU6oPWwS5T/4qvV15P36/ay3hMMOMf0az4ZG/e0tjeS3ODZaziCUMv025YZ56/bi
oEa5QvUug4gNDuYij6W7K5VWf9BmdAEj72NHaRQCLmFGF501UIxCZyL9dgTYnKEQ2ssqTakztCAE
h6U9vD9cf39n3LXBSQ0MEO/vJ4Dil9Gas3w5OmnbQQ/L8UT0ELztvlGDPFTnj77d9f2fPSF8Qqin
sHlS5j6PABIZbk4M0W5Q1Wb/yWlTDNCx7dZBVgCUX3u00Rcmve47ZVwYKKmWBdW81OWuLVPhbN//
4ec74nUIcUgGm6FSxF+7ZmfvS0z8/4MeBhKF9H01htktRdPulmqdkXk5ufFkyYsZ7boUg/Kt5Ksi
3MOsTR/SutIBWUvlQyVq4RyGEQXDPm3iqd4SaOFmu0EOBirxNn0pBGWwwKY2XO+LVuMc2NJA/6er
2vpj3FXh5uAlEdr52VfGoDKxcq+DL7Z3RT8TEdvGS6CqnfRFkZfg7qnqCUWvdrIl0S7SITi+/0T/
MJRWk7u5urKx8p5/AFaX2gvinTAAwTPskjpf9uGQWxfYWo0PXt76eZ+NJHZ3yPgpZtgqUSdv312q
DpYTLaqyOsKE1xtYZqk3rITsyQGOS6R91oloIyu7/uDK60z525WRE3Jh06DkcDbH5U45zmnWKEGH
jMTDVVCgmQYfaDSL5mtZXXpKURI40sj6uqohrL3/jM8OM+ugXbdvuHIwSpuqdTZo+ZS7FKhAdDD7
yjiSJaNuQrwwNyXR21uUuc/vX+5813h+ubM5bZJIxZ0sig58t07QqLE49KqV79DHI4ERIcVkLc8+
mCf+MI7Yp9KnxgYobGGebeALY2AN6bPoICPoyJIgVwh54kq1x/qDK/3x5xFF5bAZdDkLrfvXXya/
AVCYRNjPz+No4hFEsWGFS55t2gtHA6zXvVCXL+8/0d9/HPOfxlvkIESpyjpbic10zOeIR3rIcrfe
kS7SQgLpo92oFu4HB6HfP5L1UnyIlmqvGWBnL08xRrT1gBYpaKdkyKsW4cv1ijLcjMIofaeFrV04
C0cTJf7gV/7+YHVOGyhvmQuE4NpvH+xEJjjVeR4sadvlQXEoLucwRK7I/mX7mNShp0IZ/Wjn9fv6
wkdBzOS6t3eZCc/2hin9Imr4TkTubb32YJAdYf5qFwIY4mwlmhOZWLIBSMY0cPRQO+azqzRUAcvo
uZrij2oBKyDqbK6g/IrLj80++ax0cd4+BeZpsiMyoHaNY1XeaBJxErfsQa24wZLCNLLtylZ4dE3F
AdjZfMzon+wAOff70FZRow55eFtkmboFUFgFfO39sUnH+alAGeqDKOz8YjKsiyRM65vcdPqDXWbZ
IS/nycs5eh3kHBU32hQalxLB01E1Es1Px6E5TrOTr3HY9ge7id/fO3OijtSacxUILHE2PY1mUrUL
TvNg6jFY6FcLaAMpnsrmKhk+ymf8w7XWHQubWg4Dlu2erQFTWtlt0ZbRIUns+LLp3Sdbi9QLUG0j
+sH8E2ze2H//4/3t8LgeOmj7g6ixkQT8RiZKcl0ukXSjQ5SG32oNYa4l42mzTlTXi9p3QW8T4Jpj
1PMcqPOnsJrDDx7x7ysAt8Dsz2lNE6t2++2gqrAsykVXmEAcBCh4uV+Uvok8a16ggI9Z+sF69/t8
9dMlbgjoY/zq8y+5LJcS5UAUH5xy7o+akjSXy0SkfT7P8vr9p7tOfW+X1rVvYMFMYwONx/xsaZ3l
3M9jXMaHybGO4JRbIASF7YGDz/cdT5NNPGBpSyWttjHH9IMj0nltkqV1rU0xbVmoQXi+Zw8W7oOh
DIuSHOqqcoDtJw6pWUbsVy54HMY7Gta5UF67ASU/4tfluqyUz4k12O4Ha/zvA5vkQCZuzmuwSCxn
/fNfViUnT0UxxW5yKHXijPIGTnGhLM89BMnLNjbUYUs4wgfXXD/Ms2fPNRFtoei1qUmcLUshCikI
FnZysIw88RGHx5fsW8cPxu7vgwmol2awYQPg4TBZv/1lvUtIfNk4yWEsSa3P9UYPjBaEbryo8oMC
5x8+Va7FqHUgUxrwRc6mIrc1RnO08/SQV91wHELxKVet7KLpaqZYVh90K2pxSGvV2vS1PhGk1psf
fDu/f6rrLQCA4lRI6fPnCeSXF9lmMesju/0DZOR+O4bUd6awqXaVTSdcmwb1g9/8c5d//hbZmVIh
YRam/ng2hPE6j/1MsM8hVY3YGwkw8hk+ChFQQxmxUUy6oxq16Y4FCzGJI2Pw0nLYNH1b7iRhe5u0
T5JXtW9x8mWVHcxS4MpsltAfE7c+VEiuSTFpnD1G3mivhOV0GS5obULqsC9ikLeG1cmH92eFP79I
plqalmuB6rxnEIHk7fqySw/0QFM8xRYmQpJ5EEWT1pLa7UUTd3hEppWYNfGHU0K26vv38HNSPX+w
wC9Y2jgxCqCdbwdup4y9RuxBdgAJjJuWKjdC5AnzBACqR5g2xCQ0sNmpy1VmIMi8O4HTdZ408Gt7
dXDiQK+a5x4OxYq3IXbJwrFuRUIEjmK4JwXqhYcLJjmWGodOu03623BwdLImFLPcOPX4YvCXF7ZR
7hEffRQe+qf5Bikbe31mnVUe+vbHNUWdpMju08NIHu9O1lrpL81MRB3sdk/vQowndTm/vP9I/zQV
rA5+h3aJCfpn/fNfvg1Tg58sKJQcGqsXGxULIzVfQGYukN5//hlSihdMO5R8bQg3by8FfK/XUpLR
DrpSIUoKVSyUkZrvdGOa9hkb8g+u94e5VGdp/plOikjQOZvlXIR1NF0YsFpHJCYzAMZeQko/GJPr
t3w2JLkEaxW0PMrJ55OLsti1VKIlPYSjNQTUR6BDg/VHCsLhW6qle6XoY0UMTBd+sM/+4++jmA9H
ipnGOud0wUceCC5w0kOnOf2lBgiQuCO3vXl/gPxh8mTaZLlgI7BOZsbbt4ZLKabSoTCXTa7mV5Ea
Xs7zoGAXU7JbWH3/jMe7Fpa5CiUFoJkWtRRxtuoKzSrased5DknqC6erdrrVr3GdOJoc+VFT8k9v
j80GLVBahLTCzmbqzDCMCHxCerA7rbiI8Rh4UpRLMGXLtkVYZzXTUwQX2v9fPFRaYnzlKDRQab99
qBC0gHfDczvEtR7v09RudhEmL3g5s3IJxV/c/i+ut0K9uByu4vNenETI7RYDfCxRazh5l7w8EU9Y
b0aXuuZQje4Hn94ftpDA2ygL0VTnqzhfK4wyr5yk4QxE0VPZjlqfBhNmvL2ExILV26x8d9YqCq7E
Jo6qEn+wAP9hUmNfjjWFzoRFFe7sraZhabH+Wtmh5rex3orpakpbEAeWDN5/sH++EkMHcbLK5vzs
64jpZbtZE+cHbUixn5EYH7REEgM4KrIPPvc/LcA6jUwsttT0CRU4Wx8wUE9aRxH6EKsyfs2MpTnM
c2PvGkJNDonV1wdya53LsSJnje1Q9yQGEsff/72/9czWz3OFtLJ7pCwLK/ftyEW9T8wf9ISDqghc
tVbHwmooIbHT7kIRedD83C60gLFPhEQJDj2yjJhhENaBWxCx/v7tGKtQ6mz6xcNHk9fgwEuR6rx6
bGIX1Uj8VYIkbTRQUzZBtAWG+WuCAONlj9BpNgNZZ+a3vM3DZm+Z4XiamlE8d7KeqDRb2r2Fy+iS
HCpSBrV+0j+nik1mwzgYj8CdM4AjtcxvFody30bN4hmZ4BANByd7HmR5R3GjJyVr6VE/6kbxPUzK
cfL1ehLPU2R00C601OMAuQq5F6LQtPyqlHnnh2wq7grTrG8UI05JvB0LOW8ItEKY2ZhTZQAotbJ4
k0SkSZLQUUqPjDfETmYcOZM3KkZHQf6nPjfs8m7fp029esmyAidESiarJwQu3MpYnMeiSFhxi6kf
X516zi8dNY8/mwrROsQLxHSgrdEINz2IH0KT+6qA7V821klttfpyagAOegY66SeAE9NTS26wtafz
yL3NU9RDsDLjztec0H1p5qp7LBZFEEojigG4LeSHe8ltYxvLokLzyLLVngu1jO77qUqcjSKtzN40
qkzuFVHVyp6mmzNtlj4igFZLxWl06u+w6R8jqDfCn/JSe2pkUk6BPtOAvaLaPr42qpP7mRpagDLZ
0GhelNpGsD5v+5qs627e4AvrLxzqOyXac/ZglGhNu/ONNpk/AzjJXu1YH6RvsdI8m5WNh5S0mPnZ
1aRlH+l+mwhUh8S+qgnVeBFZErqHVrG1Azpwo9ykZCpcLbLq3JW9Q8Jc2yRtuC9FhVO2KiZeHxHp
6VYh9/PSnaz2PsxGGi0tGgjNn5RwcRCdljZLnZIiIVcSd7kH80T/tMd+m/kZuVjLFsV3+VAYJIbu
8dDIACJ/dYdnlWwXKD+kRFrqpSNEfWdDcamY9hq6D/YwDLd1uTTptsU2hwln6YnQw5k2BG3ep6dF
bdUbpOUFRrlwyko8c0o2rTZKNd7XiRqB1GmMGRrT3Due1lmX1WxNX8vGdZH4mjb21GhsZONV+poK
kIlC/QZeI0PDtCyqQ2k+qp/0sR5eo45cVcR4dpNuulatnw3SGL+7Zi6RHC/9y5riRzRKNxmeKQmS
JRdqTK/hj85i281CvAo5YmgOpwYYkY7CZ2QYxogBJ9He903m4E0Pmb62ZS+sl66L54KAhbh6wfI0
pr4C3v1Jz+x0nywjaQKGk5ACGpEEMUKtyQmTQi5kHtSxItGGomm2D8fJuaHTRPZEmVUmuBzONZ4L
rekxMW3nWDZzOpKUoK2Y1qgckM3rZvkFooeOJalKcCTWyRwlPoAp4wi1ioNnrzWzwQDB0+ibrMpP
9lwQjBW7NV+SmdCvArYSt9GuL/t59vM4wRk4zgtOhCS18pvCKLubiijlcmNMIKyYBtqvVTcVnxWD
8AeQTnq6UWNUnpsyJLgW1qzxuEAJ+zZSCkbZlazxilqShd22yzSHGEpcjkjM4hyR/Ki62dZA+vEF
gfwawDcuxL9qrhp+JXFCPsLssmbS9dTGJP0k10Ms+T3y/hj5qUlBGbQRPuNUPnZlXFzlI+Ry0oxb
rBwkroi7FLtGs5lqdz3sYgm/ic2x/pR09cgL7Rm6u74t9O8xSejfVOKwZpBh0XwDtDhWEBWksvS6
diBPIgV+cMMEHg3bRRhk5JF2E72MlN2WLUNvoB8yrHa0NJuQcZfxq03QNWbWAcHJJmxVd/CMbHHv
5m50DQ/naTlecDoyPuW9PSWbmXjOfDNiWIVUMyxTzBsgVDUl7e8Wm7v8Kur0Qi7JZxVIVr+DShAR
JxXiG4I83NakwRO/6WG8XUZiqVoKofkwkdnOWKjimzo21V2hNXYZVASWRkfSlWzbo3ul3PaLYaV+
ki7tHTHD8R0h5+7ryMP8FBXdqRDuZ46OaepZPYvNFu4TUcxD2Z9AOC4z3IPSfK77oU6IbmNsgVBU
Fg64OuEghC6HC7FjJNv6hBkkn9LciJ4zrYkf+euBw1GV4j0t2Rwel2hwbWwjfCwbKjvVj8oMCWjW
iBF9KFBIPvRdjn0PC8JkbbR5UmqPYMy1tLFGpG7IS5kjlixD3EGjq/b5VOunvCGTettPiiD1p19J
XM7otrDOkOMzmGJAF4wJ6aZ4rYBnyzjLCAIvMT8Jm/3VUmDJJZ80lvGWZl9fERkMA43bm9yD7Crt
eRiibj9G40D8lFYX2rYC+XDBYDbo5Bs1cW5lPxLQZVUSXEVuVPJKYgRm/Sqt6rlomu66ZoPYb3XD
nQbMVxSet7pCsuFmrCNkoXozaE9KLJxLp17c6u9z5D/y2l7X38t72X7/Li9f6v8f3ICC7dh/F9Vf
Vvm3aqAg8f2nQP8nrHH9L/5Wzhu4+uCeoNFEHohIh63zvwkz1l/o3xFvsoO3kdWve9D/BH44f9FR
QsGmrVtuzt3s7P/jBBR/UVVAck6Bz/gb5fgPlPMImN4efBHQ0PQ04LJQj6F9RPbC251uYzdmn8Sk
kKduC4d6CAdE5bO8XbvOw2YctEbZU5K/UTjNbtTU1vwk64etPVryOjPVIkVUZKndru0TpyIvPJZ6
YIHd/0wWrOvzF34zWlYIai/NTu3ijNjWCD9QN4lHVcPpVLX1BaFn4RNFRPBJbpjeLVDIPOhrl8JS
3H2eRdQRO6fftIXyg+Dv6VKz5nurq7+Fukl6TaJiVsRsJcdxo3X9oOEsaxbzGGN/IkJC7x+Wqoiu
TAFx3wYNot6wIMPT0yC7ZphrQ509bTMq8ms1JGr8qZcuvtqRc1CQNOS4VVCoPw2V9oWQHzZtLEDI
fOJoNFgkCUm2d9rgqgGWJVKGy1nhy4pEBdRpmd1ta1Xz5aA3j8RpKu1e1+fwrq66aPGHiX72NlZs
c1MmU3LQlJ6GMOETnU+AOP5+Spt6Eeufnag3T5PVtSXnWI0/jJh1IqN0Udt3TbkllS5m4YbwNg4v
eTaLZNNW6oBNrbSv86EgpMieQsvPsim87uKifnWyFv68uXqvaotjg1DCa9gT8XBsI1c8iIKiHYWP
plB8glmmT66iiduODQwYAiG0rypOLzpAvBxSYpvuGErTwLGY6amfs+aQktuP/Yso7PwUd4o4klhs
KhvRiJZelYlu36kHYAItHOsey1bStuWXLBQYzqi+VhvRrt5JSxEXLG4Cs2KrXMustvrD6IbDhT0W
gqBXw3wI15vvLWsrow5/dzdnjd/qunU3uzdVVJHmWZeD62VSpF90YLfblQWYd5l+mQ3TLDYkSCcQ
At2EGLCWdQ83N+liZgaJa0o8syysTeREMAwR9mzY9gmYHxk4sS5xUbUAt0cVAVK36C+myvkcWXA6
6LYDTlDJwwAYvlNAKuxEa3pRQ40FqR52R5OgKjv1xnoUe1cJQ0zlBJ1Kh/hZ5Hutle7MGWSp0+nj
tlGs2zDUb60psoGB157R6gb5oHYKDI3jNws6ac3qEnoUc56jadGBRDIa4mWe9zXQVTpXwyqtHLer
iAcvCYDMhcXcgydI5ylKTyP6Xze7HUnvOgCKoW8vF0wWnRBeibLs6DRm5FtGrxwl0NFNkrn3gsDI
vbniNGWf617uTjIQU/4IWm1rSp1gQFfLfURXpj8qLUe7QiF7TnZ15HEMBQyUR1Sd+RG85PlCcarr
bk6u5ymkf4kekS3NuEOMAn0TDV1lblwlf3DVMnkYq5xejpkSZK+RZZJZp6EBfEMkKB9Ey2Y0RzaK
Iir5saQke7fO+LrUtrXLh/YBFDGokca+ne34KXKH/LJq2HJvioUNCySketNP0y1nqfiG/e58iAp6
qgR67RJqkq9ygIsXcfiPNkqLZ79WZNAojvpIvBdfYFmKh9bRCs4ItU3+NGzKjs/th4ADF20gM8E6
6odJD4pIJSvbyrAH4eQcdnUHrnUMk6tl4VPf8vGG2Qa3sBkDuB3yB+RoerbR+64WoAAyeV2StUCW
5CknjuxkzSPHkq4QxLjl+8ko2NT2+u0yKMstICZnm4zRdzYD1TGPBfHJWmLt6UopHPV1qw7qyJ6v
tARgigED96KpmiCv8zVVGhF5r1d9dZmMi6FuSgb8oyA1M/dSJc+IowBIC0Qa0SETjxHtYJE0G6Mx
NR+STXrLQNFrPFf6s6nOzqFicPvT2Ji3RdclvHVZAwrJ2/qxVqhVkJPJVEt87gBSsoAQvXF0RCO6
4sQdaFTwgf7YttN+XPJ8U/Nt7EgC1g45tnC8lxOolnhebbN5BYRVdtYL7eNwt9Q5edxxKQK7cuNN
6MDMWWAclkxZwMB8qE+9us0hMGBYdAvaJjV4lWEKWfgAVg2ZvaaLuvVJKaZuG+PpvYsGxTwBgw19
V2WSq4cxOlWZ3npRa4L+rCjS3CUg12i7jYkpPDnYyRca5fZ1M/XuThVFdkkMcbiFw7Xp+Qwvu6x9
GufDkHPnwmoDg15IXFnJZW1ZN1XfVH6r8u+GORR7+LrEmxAZwQgMUZca1YRsECbitkHh7zm9pXt6
lFqYPRir0oQ/20jlcxlGyjFWu+omjzSx09I5vFk65rMETQ5SEg6u0iQHtjolDRK2oiiviwF8UEti
HPWeZpcNimcMo6fmOcudolBv0SN/jgfDB/A6nUJIXbuyB+Sjpl1DNLo8Wh0YoJDYTHKQ7pMpek2c
2dgmA+X0znbbvZjAH2mLGCghzKmb+6B0b1yDoTfH9RU9nBuaK/XRyE15YCdt3qd584NT3A9CUqpT
TV7p13npS49wyoK05yvbmeJ9U0GbFYy8u0bhR2+EstyXg4H/H1nZKSrJF7A7XQ9cKy1OgEoRsVlF
esRk3h9yjsS+XkTNdVoWVKpylXvvCu1VcyCLVJwwd2oFINJNzcvEdmGfz9WzzpkiwIfNeOz1x1Yh
scasatavJJ11gAW00IwYoStRz8wtdXNL3zO6z5c0epwh//QYkbf6OEoyisfwCnk4HgEYCpum6MeN
tKw7zlLrX9nTzrPVZE9YruFT3i8OeipKr6Ka5tWT0h4bOarbxuy6y1LEJ6MYnW2skrqM8fulgVP8
yV51plk21heEOBl8/OVyUGt2S4TnjpeG6GlxMhseW7uESzwo4EnKWWPOBl53Cs26ppoxHSuCQk8o
jxQWMcs9WFkxHNDL5l+7UTc3VYbDJdTGh7qyH9Oo3OV0xI+DBgK6E255Yw/h5CfSrnzEo/bDOLrj
dcmu+Br4wwPn85zDi+3FJl4phXX9TpnDxFejoQoq1a0uWuaVe0KDp4ulxuqeVBiqtroD140AIjR0
jWEqQAn4PMQ+mZP6QgGJfS+lovgwGdZ6GEqQi1pLisqTbTZe8CUBZLGsKn+hGAkquWrdl6V1K/T9
anJJIqQzHiS1KJ8Mq+WFKmkGgXju+i9FF4k7a1r4+uSEdw7o982M1oCjlOgA7tkPUBREYLCcX+B8
BVMwxeotTLU1wayL2V/OcfQ8WvHwI5sivN4pDeTaWVhPSTzNrpaevFrKsOMPWqPD3QCD7yJrwL2E
ijv7MX/8rbD7BnmVFv+ALPg9LSjMlKPVBy2AZXI3M3lSo9G6k4aQIGgFu5oOxo+HCwQecWOE0ZZC
nR7M5kDVBeOHcinBlimelQubA/P6wtORWZBo4Yq6Zym8oXPRkXc65Rwp2oYJVUnpBQpnupikMI52
F19NSd8GJshbnhNLNyfPZUdysYEsq9G/kkgkuCNgM6sh7gcfCSxpE2TaLmlsSIuSovfRaqfPE4b7
tE2z71IwOVe5YT3KBr4q46++GR35mtpDdJgi9gupXXVQpVC7NQowC3aL/UMNJmNnOsgqgYT46Ab7
nTMMAAich2iYd5WpHoSuHoU1QJhAGrGP9a4mU7j3EM+dih4vbjSr3Sdi0u8bWW2tKr5kwePwoZu3
Ng6TOsxPgz3cRhDDR/FtWrqtwy4kXyyELOHXJYyt/UT1qnTUPmjs5aVylKsk74hELPVuV6eKujPZ
V25h/oGX0DVfMTv22LrtdybEq6Ldsw1BjgOuok2Neu/YfeQ7LCZbqy+/1V0HLb45hKD7Hjh9RL6S
KfajIvn+7Bx9oTrrR2XWSFIeF+06HKIQnLsKnNKe089VXADCSNxuNy+lG6AnSj3YhclGGtOrYVMh
EyOGTXY+5HOLnFtZtK+TqxCPrLnezMTjJ1QP9vTCtjhx/UYV805l01GqQPkB/WbHrAt/aGl9bOAj
HkLOEltlNop7kJnhYR41ZzO5UesV2ZAfZUZdAsKXe+wBGu6yNFGY14geX5ay3k56GNJmGZNAaMpR
mRjlBgSmYBBLeYoqyJ2mELAD1faVGGWTsOppQ45157eiBGu9jNmpQau9bWwOLhP+v47tg2NtCRF/
AS6XXhaKYlwzIX8uZdPeI/olmlrqbLjmLAc/YwYQFyePf4l1Paf0O7BLPtU88w2R5MUxiqjEUnsC
Tjrd9J2D0WA0P+WxrjGu3aB1ba8ysACZxqEI4Zaiepp2TeY+SmYV11BI8IHJzkFssDZi5oG3UdT7
oHmMQ2tM3W5cFKbRqqfFEStrQHv5qjSW5Cnjl7TpgZ3Q/IbXjjM/OxZhxCqTNCQFL24Nn5UfauWl
mNsuAHQPoLugHUCRtNqHprVd6Fb5mDKXXUuKXzCx80c/SVcvn+sHQBs92fHKGLhYRx03jh9yJcu/
uNElGk5t5eePDlcahosyAwAjrU7fhmkMdd8NKYUZw242m5M28hd39cB6g0afurGnDQQ52orf9BWv
tHzAIMNKB6KCrUoTVJBGfHXsd1PrwhPn39O1gvSHbN61mfGYpyl9r3TMDiAs+gullyMHT0H5PANA
JNloIGTZZlp3nOx0RwE89ml4l7soXth9u/mnMlJ8RWW3HxZh0A4duOuQlg/hxtLXAIkkY9oRDOTk
MPfbzGtmPd8ppITtl7QnrsXk5pn5DzokWaPELJPOltgMaiKCpewo96YIL3StvJnzug2ypScYupBV
MKddGGDKk8zfVAP1uWLbabNlRpwTlTN6g2xlgScSJhg+nti46cxd0VnpTSTUNBgbXHlZJ5/aWlO2
RmF8afhtXq5loPSZHU5ucd0P30eOrFQmYArMawB5qnqNBvugrZ8ya5i2VvElS0lUW3R0vflIMWeo
t2ppfatk8UWx9YH/hAOxXvQPWdXosIUycIWmN4vLsXevEsf6bEzOaxi5iT/T4fZyYV1IGg6b4f9S
dx5LclvZun6VE3cOBbwZ3Als2sosbyaIqiIL3ns8/fkgqaNF9m2pNbiDjpAUFMmshN17rX/9Jp3P
0xLOjhUz1dCJkRAoT2i823WvkKRGgHeKXy4vhBvH4nxMpbn3ycFUbBGxqrPA27aFAcnsGqng29qW
pDe2tbMOWHbT3sJWEJEGDVp/iwvqQE7beCOt/ashL4ljNTjjh6UKgUIYaS5V0CUi4EuxmeysSjpH
G81b7k7ncxUIlAQ+GeIs8nJz3a+65gEeqztD6ntgBPzyuyZWKSpiacfIqQBOXXCQFfXxhTfiZnMh
ruZh18sGDub4RFJY1opTU66C2vSNF44lVMmiwwDoybQyTB7GbrrKwFeseOTvqBJyrFDTnSa2Ulds
lnW/VIVgN3JRHaVitlwhFihqupZ+pSZd2lkUQbtdWKGhXh+kpjE9SNytOwsNLrzdpainS5QPNH/s
nmaz2VAWkxOGxnTAdi5yDeY6G2J3HDfDKWvQPbIxKFMs5SFR5HMMbGPrWjy4AoIie12aZSN+m16M
ifSuaRLLbZd5ucP/9JK3bMWLtYs7s/6o5ZSRSbOU5wHIZ8dY5auv8t5JGzHFWjiLXUtbASewrCMN
UgOOi6yvMluBgPLyc4wnWoyUa5X0qgDFV9QPBV6dYCvCp4SQEaefarURpmJKVasYJldyEVQSKWuJ
tpE38TkmQhI3qSHp50u4ipZrTYQa0WxkZ8r3rRNV7vnOW9Mc/CUL+7OxrgKQRzR6ocBUrphTcumx
UjXq8DyRHB5W2idGfYGWMqumE98xe73DbArIUczv2rjHiSdf9ksR3ZpVSW5jURyWvsVbMHrCfPeb
WPSZL+UMs1scrxx8RidbrdvSU9SNmJHretAhh6q6Zz1ZVD+W0/tZR4y/6sW1MZePnOmvFpMggMmn
6MSxzLC1JkFCkthKtS5oMCsu5/WGIespkgzEQOUBTvK7WbATrCjQgyWaRw9SneiM8VC4mbqWflGy
JhDYSmzUKr0qklAGqixcu9h8yxeZiHksvNx5quy6vpoqASopq5Szlg1w0rB8jQ3QRqTiCpcV0/uS
h0cInsQltFgKmZi4kv5JWSTP4RoU1YKpIk6juwSnKX8Yo/dcyf0pZqQkq82B8XEAhwvHfnWU74h1
NJyBTdwuxOiWNBB2RVN4Hc38DfrXFdhZdVsjT9wxGhggCS4aC7zh4sIR0v5W6McnQAfSc+q6tWdS
qIjNYUJiYAZuk2PDLrRmYZAt5aUfNbwunvHW+CKQgyWGhFA7jIurxageswQjv+L/LviKlDcBWtjN
mClywYAHW1y6oKqJv9HJhPT1RaKBoKeMoapGQnsUk/48MJ5j/tR8n+X+KSLAcE7l96XIOlsOTXoh
VQYETIxdC9biKsBcCDGKxiWFY3XGxbyQ6vPGgPsDPRXnMRh3mYVH6mjUyGTmtXanaOxtwaJuxOop
I1YBk/BS7hFDsXWZqYZeSZidVWrvTMJCCVxtIq9SeLzJJrkn6iN1rFKuvGXRB/gH6QiC2QzOLAH7
hkpKylFIpC5870dhEt8yNS3scCYJI1fqJ3oy7ObJmLGVLL0hz/S+WtW3vi8/jXJ2I8kiW0QhbERa
ktHOgFuw34Y8PirGNwPdFAS2uoAIkvrtVFz0pc/dOdITF0A6cRKpvBX4IKCtHLp1VgQhT3OpjQCg
+lI7I1/nlGUKm0GdI09c4A4obaZRiKNMUVYh4olnBt4JIc9NI3xTw8rAcU7D7NecBwfWKqdVpXiK
l4AlsYy3sayyw0Nzmel85Lr5UgUiefoYS+muaMiLCanfI+R9A0ApzSLLHf5catQjNUc15tSWpfhx
SloQqpnUXharAb8Vvox03AtN9t3EARv2zhVewb41hvfIXCZHXpWnxJArR1Xiy5KWdivEu2Huj3nH
K7dKzeyI/YT9Ctv8JasqIiYxGGZTTpmajrzDRhEvfgw9ybMAqBwtrTRHwy/RMebsDkjCHnrWG7Xe
k4mkP8VDe6TF+qB3noJEPI3zGMSwJJNIfZyzRT0yN9zQ4fBAqrXd5d8XKfkkK+QQa+PLEHG7mvdE
tp6xQH8b1VB/Kvq2InhgNQ6SyB7DaHTfN3HqqCw+DinWWZBh68xcU2WyzIxXMtdg7vUnTVY/+l56
gpwD6W2UXK6WuVsFtvnqu0n9VJPoxFA9c+V2eevbDjOdVH6hUSyYU8iaKzRMe8GwoChGZevw7EMt
Vw6dXn/WbHn4DWbzwWRoFWQILPZqw8SbFkLb6dJ0mcDxCMWjymuK9nYZBOD3/MGclFuzFl4QuZh2
neEYIIv4MjU1ZY6mrd9gmjXncBS4D8ObWVWjY46bbZkZVo4Rh5kXJxqO/sJCXDdMAdsU1PYIen6c
c+uoQqkmiUVyEmN9rVZhsuUqRuVmsAcW8ONY5oTmu7FO88JMPvZb3GRR3EAOQQI8Dz2jF1WCkRU9
VKF6LQb1OqfRlQJv9sZOdDSTuNGy0C49HCe7JEPM7sRaZZPRFzuZ+mJnUkpgCNXhY74xS7RJuh2H
ZOXLyS+Y4tSFiO9qIeUQNN2FnQW5UNwZmHbrkJFFs7PuYtAIYOypulRi8xv1+m9NfP8zg9j/vrkw
c9k/mwuX75/Vj2NhPvC7odovPBfE8WHdgHoCDicE4N/mwsYvzIRFC0owhONt+gvr9B9zYeUXAxYv
n8JUAWORzYXtH3Nh/giDIwVVtsoaC/jzdxzVkIf+QDjcBsxQSxEgYN1jbVTlnwiQRkxjH44Ifxr5
Flg3cofjreYuDuxHJ3XH3ZkdfxBZNu9NBzmEV7pFkATGZV38lbV3WuzjU0TiT1E5gRL0HiZsywvE
i8PgQ6RJ/ell2TEZ9PrDFO00/SAOLtVqd/PUeXj17IoduUf+2p7w/rZrxSv0nVw8iUQIOApcCWpd
ChW7OI/aHSyQkQPD99UfXROimR9ONsp+d3BuB47iljRpz3LzIN7rXhwkbmZXx/hWQRKxnIYjnL3B
fhrs+CTeyLf5XuR06Ot8+VCf9EAOald7PQpuzg8RXPFZ3bWH3JM/Ej/0ht0TCX/3cKzs7RtoKI0L
ND/lFPpK4iWGLd6Nr/J5cAb7NnQgD16wQtfsp8Pt05Nln4/b/yxOe8oxGXtTncoGWDi1JyC3Q5Zz
VMcCi7UX/+Ehsj9QDJ16d/CKu4rfzJ6aOrUNLDMN+yiSUmVzOxI8Ki17eIr9EnyAn23Yb4n9wLWy
033v9vze7Bqflk0UmsNC+NG+Km5217vESpzwrLxZsB9LHiW5vEtoSYMUa+CB7DKjZB25bT6hme7r
XX/cBnAAvoov8SV87qTdJtfIqYNuB3kG6z3GYJ0XF558YUQzdAf+0c3LZFzbl9XPXdNNTtGe5+Bp
9ggwdPW3/IDfv1JTQruM6CkEpmvj5vk1IRWvc7Lb+kOdmK/Yw/f6AndT/a75ze0QkA3p9p9UV21m
H8uE26Zo+zeStDXBkYhf4l5TpKzfx7NGOkawhVgFdIjPJT3CaIuPCmfDhTuPTih77RugYu5m6AHt
Kt5fEQa+tvM+xmEOnRK0ITv1I68/inuCQ07t6/I2MZ4C6GdoS4Xd7GI1JRSWTcuVpqARXePUid44
Pq+Ro+U31m1qCy5g3nN9jk/yWblvT1MwPOrGVfiwPqpVdPGmcvDPpMjhF+Ihu4ld4ULgj5MK52ny
RIe47CqzRc0v+K+JnZiN3rWg666D6WTsKc3Im5NiTwWpY54hnZVuP+h2guTsi6ElFRqmriQf1w/D
ewzSd+ov4G9tRdrhgTi0Kt4pbniIr4ggTlA2hq/wlh/pfmDOb1+vpwPH3zjiPfHJLAEVOlRGby8U
kfUDY2jC6RNa6C/9TT/TtAdgfyZ+wQ7Oa4fMF3jANrdo4PhPUv14BqTABaEhCYesd5+gitWGLadP
rjDY8wtPXQOt9lm6ZjTxry4D5PBe/Ex9G1ddewyGnXrGRAk7VnxOPzkxMur82B/867IjMsGJsiNx
Klwd/GzBfm+US/go+Jm7vcGi8rg8x5mLl0H3wXFRvJZO/aKxbhjO+MIA8Bod52+66TXfhQ/oihQB
tJed4jfzTgvK6Lmhilwe6Mmk3XIufdXxF2/x4EX2+9W91L52/BBspjGMvo/pt+xGPwiJrb/DOLGz
7yHJGsBcjvmaf9D9tzv59RqdrXci3gjHTK/ynXJNLDyR8bh9XZd970i3yll+NU818nL4wti4fIp7
aT2bF291jMB8CW3hXJwYvtv1h3zdK3eB4Ug38ZdyY15HhzndvXK4afYwdXxCh0RstbM9U0X1SW05
ofamJj9tl7ksy977e7wDr7H2on0f76rrIfUU59mr7di+WVxPw8va+2TQ6EZO900+8StbdNWX8v1V
YTEHgwcm8HtvcCc/fgdStynlbMmZPaSBO81Zvel0gzWRc0M9/NTFrnpZD5yCnYxOsa9Og9t75qXa
i/wV7PTt2h4dHdKObfF3oALpdn6jHSaXA+Kf55PkoPSvoOnYlrJXSyc766/ZXiWy70vTbH6Zf70a
wa9HcdM/0cWBzgTYRT8ZRF/BNLAZ2Xen5kRmEhbaNpXp+JXKh84tIdfAEnTIN7HpmrZzKrB9bE5W
MOJcq7FV9QdBs4FGChdajBQMiz+4fAYsN8g1X8hdIu5nHk/xrH5GtHi15itedNWCV8JMOQdLdaGW
Y1Qd8FS6RoDqyH1X3h9TOz3cO7svYV8OrnzUj6b/eFOu9JIO7AiEjw5dBvumcZZuMkY7V+YC7uA3
buMqwfZv7wm3BrmYb+yxHL4R0PFFD+V7VjidFXQnDsp8YWBxM52Y7ev2Otnx2WreFui93+i9DRJc
YdCql9C7xaZiYvvKAxgaY7RTa/Y57TXnkEk9VKhhTb8Wdsq4s1ypF4lfPOiWYP9aNf2tAvI/CCH4
b4oX0GEB/knh+J73P9IJt7//W90oqb8gCAVFwY7qt8Tmf9SN/Akx6ipWhLgLyYiCqCh/rxsVnShn
6IIWQn4LXav1z7pR0X5BwIvFC9JhlMsqrhF/g0/4awX6B6EKPx+DhE0QtZmc4PG2ZRj8UWgpTlEh
RJkA9EGkbQLxQ55U0FsGlDoU9hrUb3nvFeUq5e9QbczhEeJsTzOkL/GtOKSBAjQ3pycANa/r7nFJ
QvO6a8UnatWdgkgFYYUXNXjOplh1rztTul3l3tG1l7U+65BLtq+GbC3PATQZZzwK9WcFICl40rKL
HvX5VswDo+VxI/rRcOK5BEYBMcQfTYbZVYVuBUre5AF7qr7NSeP2UPFbRi66xMlhOsechMEoMEvS
fs+L1GUybYvdtY6YZKnf1eqqgxwnzJNGSHJZ/bVOrBLWy7IhIkXzIYXLpReXPVNlW83gvEe7VlPO
mUjSsgAOVLyYyDQ0wM4qcgy2boGVSU90VwpJ6LG8FiaFmH3KdX2qtHu4i0E8vjPWedLMyJvDydcW
RujKVO2K8MkaS1+qI7+o4iOZe54BV0ea0XMQaB81DIWk0a+ibVpEVWzUO5z9XWn+mifUcmDQkKUS
Yr72YzzDQ3gdomMMyozeGH0QA8H2hpwmR8EdPAQamcJP1plioQGVd7n4XVo/TVJGrXdJh6fDSEoq
oDsuH1vkKjOfK9maD4NJvrCx09rIa7MsEDuKeONFTEDGhQb+88RoVLDB/mnOOyeXgrCKPTCIbpZc
q8ydaM0CQMLLvG21agN2Pm9+fBh+KsEyNoDzg9fWo2fM9Y1Cs9Lhug4kJuaTF0MumgTyhLDdj5v3
Mo82dNGGuOOIx2mMD0nckR6OeoD527gkx1qUiTO434j96Tf6fachAKE0JkQcOEiodtu+ibAG5Sp3
yDYDhGsdgcV1ipRgJshF13KvNCJwM8ia/Cgl6vZ6FwiV6M4WwOxknPQCcmMEpSpUKUmSYDUvda85
ioHgDq6GnB8i/WkcX+u1Jv7unBP3OMQcA2/C9o2R9iYNxEKUMKzK12zb7OZthL9Pk0+DUW3dLu6o
zG7D22YyuYia1R3Zl1Y4uUtIepsq+B3m7+Su78p4m5lNHD2x3dLsgrS7pfJZZNgzFhMDjXJx8zIC
Q1uoiiTqttkF02CwddXhJgngT9J9nc2XIvyNP/5vTf+25KB/XWAgUiPRxdNNxDn8hwUGBEe24p5I
EDn/SmhOuuIxoxKfQrDayV3la6QQPAIZZG3Nk9qk+8UoPGmMvXqdfSGcgioPfdB3f1Qkf4ygeAK6
hLGPFpCPkc4sfZTz3UrYq+n234HqYdExfiD0D686dWE6WPlTSnGZWQjkjvhnYu5ZIf+EVeYsJrNf
aJKG8sZkV8ZfFI6gteFNvM06ea+jyTsOgLSedPVbDICclsJR744NvJS826fxu2JBZI0hoAXC9JBz
EKUJwUDTifqAvXuHes7R5r/QF0qbfvOf6u7fV+0/XNSfNOsD6hyUP1zUNX8U++yqVqm75SCsiLqK
8m2pCSAQX8CDVzOQlhbmV/EX9xV84l8PARHt5rCmIlP+OZKmHElJnDZ6bSYZHuoQGxJsBtjcXfOY
YJMPRj8FySex4WmtR/ejyXeqvi+Fl8bAJsHLqgtLhSg/icmJt15YiP48RmaQw//FAgEvyloEBx/+
wkTmJ/b8tt2RfCXyLG5HDiLz49Mo8cQkkoWkuQXIB+fGrsxZjdOSrX9xfbYf9NMd2iK2IM5jC4GV
/s93KBryQZyKweYtk+mhc7uIHHMO8EmLmr/6LuNfTkuiSACytmQ83zRoBD+e1hZ1J8hhPNiNcDJL
/c4IpX3STTuSrHajjsRE3TI3YigXystUk9iuKYGk7bMK8z+MjqdzbsBpxszHzpb0kfkEg5Lcj0DB
l5x8kEhAu4h34RYNJxa7vKzu0wgirPKESy9rcP8Nlq3H+o93KJrfEUxmW80HeEnRzdR9SirhV9py
XSW3M6czUsPDfFHF28YcEKGhwlpu21iyDUlzLf1r0SAYKJYT8WKSds/shKYQ6Fokipxso7exUPaV
OOPuCiFJYilB2Gq0+U6OnnL6yyFu9nWLBC0WdhG5iutXIVyjrDu05KowyeKpIClyhu55Q7SHXG15
XyDtEt4PbIjIwpw+fBDzfWISUt7vDDIA0RkqRu0TqWNLRgfpmxXjdcSfeqqfBQ17g8UF9g40+lRV
Z5y5yRLXnRW3DNDuawPrvQTponieZprl5ZsknjKzcfWtkBcelhRWUf5tMYuDWHgEzx6WgSmN9WVK
3wwugSJ6AgTlqXxHH0XIysWQ7tLiQhjmIO6z/m5k59DHlVv/HGUjg+pfd4CiekZG5Dam5ogSsz+h
djr5NGGvhq+YQKpoUQnE0GB6Fi/BqiyuHtcMvAjRpmjrzUMWzQjQZlZPsjDh2au0XarIqRMYshIG
vir7fi0ezLwPEP6yfyaaq0I7zQ11N6NO6XpCiWBTcPJKVtsWW9s6kO6WfsoN730uHTFErCTFgc0f
t0FEVGAaSoGxfKZx46YUPArvyRb4GLH3DTDLo1MeWW4F1VqlNuPrylgnQ0fdp2NIjuRTZqyHST/I
XVAqQRdrdgngwmBECiNvHJqdoV/7AbOG1dhtW6pCNBuDZSZarNzwKEWhdPJcdyz9Rku+hQNYSuaF
aAgwBwl49Hwx8wv5xZSIfNH42BDtlFkNItRYI8oHhM14uB+01NojpLAnU0dzipxlhYkGibns7lZZ
u8+Vx1Ebz4o6gD3qB6kOwujRjEu7MRXYKoqDMh6bOpdcT7sI7zLOxBSucSg50gAf9RNCENUXGcIi
yZziYcQceySeczL8yewOnUVHSBUrk/I+6dQjOjxR+a5UYUrX014COpHrr0rEleyubkc7VaCkEGdF
OOrESCODMWlFLwnD8EVM0QkIdlXJ+9i6Uv5N5nem3w4cb1hDjrGyRUpPjXkZNMnV1h2hlYTjsIkX
Fhu18KAlz8P8gPwPdz/uzhTfZzmE7k3jWfYYyl9CUfAMiDdD9ylU3C/1ZcJgKbZid5mmQxxG91tJ
CcXHG6zSQ2VnY7jqx/Vn2T3XWb2TqTWX7KLqot8Pr2ISP6rwq1cGMDpzVeo7pdsJ4bmzvMh8Gg12
yjZ2kgg9EqWmRnJVYsB9dlAR2hTd6HHtpRftaiMB40A/zQaP6jUnekgh6EBZ7lbKUXN4NuRzxDLb
jc9Q8BHG8lySCdyrJHvoKHxRwC/ySyWinYQYxjuP5DOu9iV4Wyj0viJfpV0GgwOphRw/NUJ8iDrW
2Cp7ssiHnmDSmYm2sWUdBPkXA7KgTgSTUq5BU5CWDPNJQWE7khtYxLkroE2c88UWw+5C0AieBvMO
Na2d63ulpW7RySjUeY2BStvFh7mz525Bdn8a0kep/CqplbZcEk2HKS6qe8TXEJueOkP01kpy0/t8
/qbR9jTVsJuJI+cqCIIe9Mt6iAtgE2LmkATfCt1dk637UKbmZYKlt6qjJzvEzGQ4AWRAFSKT1V6V
2TPLe7aGToptpEkP4nSMW57SfD+ax0Z4lyaAYA6lr3qYr1d81l2DfiWKFo8QWEeAqGFqaHi0z2nS
HBMhtCC2G9XdBshY5tojyYDxpuDzIPkxVW1EzMLAPpTR2ZIk5WGoZMvGs7YgYi9ds4O2mFWH1Pwm
QRtiyRtC6UjpFUSMGGKA8sYxPsz1MFq7SQXE0c6MXY5h/5iJu2ECeWoDAmBG8XUa2Db7E+J6WrBy
r6kXQQtm1CHTbSu4ybiLxKAOD2p/UuZ7CFdNuMupCkzphCjXlfvCYby064CgO+F7N7+E9F7UPpYG
up7JrAXHOtOIKAim5m0tn+rte4r8pmjTN4E43VFr3nTTcsKhdNIncl5dk0Azqnu/mx9aIzqR+ubC
MrEtkbF3CuQXiQheL5m2EADFAL6OnKU2bgT6bwbc/kqoVTtWbyQvZKPsCnNz7NGp56uv0sNmXiTO
D1K1r/SbEasJ402S80fExI4qfRUgTAsk4rRylxjh08xzygAqDom2pjGJZXd9Q7rlkKsBrBrSEMXJ
XoGth1OHaWIrANkPbcQiMmcxWMAzViIE99btyg1LV4AzycC/l12bR3UeOvgfSGDgL0Mmk9hk4OGQ
jew32xgYaD+WDi2LqYazcq/sRulxtdRbucKvATekSGci3o4+Ns8bj/u5YamfKqiQtFdxfT93p2GA
pGShUgrrk5Tfo1S0e6bF5hR7lvFCc3+jmOAkzWM4fxeE5aZTir3A4AMfIbLrsi+ohjY+vzRs+9Ly
QCW4Ma+CgrbSsrwy4cXLZwcrprMFxzdk1hYSTKSFtPMPGLM6ENWBFwavU+hXeKxrfYSaDkOG8zfx
36rjCF8J+JRi71RNFAxl+pBUDavJtsllh5VwNKtHODiGXjoLni4iAYKjZ8kOadEF1wchmkfYn52S
rDdzdRXOUIOo0KzlWZZrT49jL2eLybHMQObupDWUOquA3gZVMj30It4M9cIIBpIhvDalOo4lm29F
wpJKcQLWmWhOIc43Au9yDK7Sh1/NXLidnO/iEtaScSWhukZ4YiqbVI1zUZxCRbmlCq4B5JPJ2maK
jWmBZq/FelLo+IUw/T6KmjMiqM6KOmiZCmEB6eNEfBNvVYrSXdJkZlgkuom6k5bCJ0gQ/z6eHrE+
q1HlMrenaa/cbHiaQ3hpXerpIU8q8yBBcfV0vskzys6sONf9pcCdeihab9661rl8Ry12M7TRHs5p
aBdEHmcjhcTwDa23O+r5AT3rPtIj31Qn2tXWmZvruiReV6R+qq97i0IUtoFZR56hF98UI0bllztN
KQG6vHXz7MtzBxmygUmvuaHB7oBmHH2WP3GNTFgzo+CzGPfiEW093MIZglPiq/prYd4jDXLGiO2v
fOFpVkOHGJNALTpCcGM3E3Qy7WKsy986icpEKHbqQqtcre5UPbXy6iMp9fLqccXOQ7TluiPGUvPV
fGUN89v6PcqB5sczRiovUUtupiodm/QlMl/woHUESG3TclawT7GtLr8IU3szMc9a+yZI5CkAhNPU
/DBSOhVlcvf/BXH+z1gN/0W4NFjLv0elyYlLouH918w4+739GL79gFHz2d8QakGXfqFNJdJDY3fT
SSYCovmN2rD9EWaciNoVHe9Vy1RpLH/HqCUDAgOpLSbYMVWWtdkX/85tkPRfCHSBiMAGD6LMj/xb
GPVGXfhnK63hyaSrCN5xTSTMwTK1DWH6gxfgINelCSkZBGssDPRpjKd74slZ45nCfii1BRKsjVno
T6I0nMvVLPCnnBa8QLIxNvbybDW32tyiZkhW9Rkrsg6qbj/3pZ304vqBLX4e4FPJLr6R9P/Cel/5
sTXn6E1Z2kyITVEljgLP8h+PflP7ikulQfMftOWdAl6+z3QN8QckY2TpFp0LaJfM6x4mAHu0ojoi
5EWc6FG0rSxr54JkAQFDgopgOeym8H3MlMcoljxMIIwbA+vJK9yy6UVpJUjhtGbCdZyT1Uc+uXq6
kbdE0BdC+bJGLN1QkEtEvmJpLrd6msYIAstsTyovC+RUqNiM9Oiygy4Rx7+yZP7Rley3SyHpIr4F
XA8s2H7CRKRBRd2u01Ti68cUt49Rns+igFkLKMwfHvXrb0/H/5RDca2Ssu/+7//ZxhY/PDNcdZnn
FiN1piUImH+86gm+QVJfgEfpBvBXXtZbSR7CobXYNowuNIJoKG///ir0ny0xl/F7C0P9+//gp9H9
D5453957ciH/G6w1Nujp3685N9+3nMr851xKafvUP3hUMrcf+358UnHAA7T6x2Kj/IKkD0veDZ6T
SM7WeHx+X2s05Rd84jHXt5iXbVwploDf1xpCuA3C8XizFJNx2ua09nfmYdta8s/nxhBF5nSb6Sim
4URmMIH78bmBFNnNS9aC6dYN0Eynsbb0zH8yAOsGrkuGa5idqaRmdEaMRaJKxLYnGO1G45MVKLvz
wMBjkg+mHlqvazqXz8085+j5e8HM/bWMsw3RsMIHVRnaPU8+JGFAEv8PV/3/8fj/aHT462loXAwW
X1NXMP/8iQ0mqovZKGZrgp2til8TmQBFOlIZNEV9uFGam7sK0fpuEqxsL66i+Bevn/Ljmv37AZgi
28nGSENl+uN1RE9U4ZdJaDShm+mpTcXs3E8JuFlPwKYdhpsHRheRo1BnprAzhmxx40i4z3XGLGUN
OWNtEaxZOF7i4nZZx6y5yNaMkU7bWEFtdu2eoDdJ9aqupJQpawHHAUVwElW3XtOhW9Wz2kop2jGD
XkP71TTh10tdrONfnKr041Lz66niis24Fj97pprqTwOOkuzg0cjIqx6SrL7L8Ke46WZR6/x1rS3d
j6t1vplMKwUQmk0T2mY90/Jlaqg4OWKtZwuZ2rvRbvprcVZwvoShjVUX86FBEwBoyKaz//zpkMQf
V+LtmHWTAckWwSrzHrJB/7ClToqKTXlfKjhCNPmNJM3fMexYmd4pqgdfdzwWaJwPvTXfy7O6Ek8z
AQpGvfaxFCPQozKXuVuRgM70MW4Cgsrz+garieFIWPP0uMaJ+Rl19dJ71dqS6760RfOIxAHEMbWm
w5Iog6/opXhlF/exxVQDbmPjC7jbuWXdMYFLsuYjm/v2TIZiCyFcWb4qxRLuGqlA6pcgEg3DGsW/
0AmQGFSwpHHGs7rNuiNx2MbFXErTq4apvDe00frGRvjYZub6hEi/RFRZlk+CkUPDkCiq9ShvjtgA
W5gfNgt6izLfENuqpA4v5gN9gX5TL3V3rtayvBD+GsPFH5VnzD3CkyataKms7A5Dru4m7JMpcyuj
IK6vzad7RRFSyLtCuG9mrSi3JgYa4LhMZ8MAqZeZRUbdmmAD2l3G3EJKp0EKVOHPDOIrzHfqAuK6
CYqnzo/IfJd7T80t8VZKFtCSuRyRrs4atoCzmQJM4ROtI4dwQgtu2KRX9WI3LSiomdXP5iIAzelj
f22MDu8+cTg0WSP5lBd/ZSO7MV5/WEU340tDV0hahEdtUR3++HjVepTMFWZbTmeOExSbubZwBunG
JmAO3sLQk0XMw1GKCGQBwwHP2vOiG8+9IAvM67MR1caMlwoKaBU1la5E0HvI3NuN29svG0UHSd2Q
Tn/xVmw1wR/Xfo5ahwmBla++2SttDN8/1pmliR7CqBj6FbUgummNf7c1gXXLIkoqZDOPRpGM36Vw
xJgvkhTU7kvnWnkSvv75gfy8oGzHoRIiQdiAhePUz2vnrAhVvBpMJ9EENA9Wwv3FiTehgCS+Tm4b
/UGtpd778y/9l2WMIpWkNEOF26xKNAI/VUyipEeyMCAsKxYZvWs8Ts2LarTR54AbMXzKIionBFc0
h1lWWYhAsMeo0cEM4evYoBvsY0t9bYauOwkW4HetSOZRJ5wApgSA0p8fLIb1P98rnLa27Y0I422i
t9UXf7xX7UTWPPwLyJJwJhxtMC4c/Ee81MyjMhmVuBVDWWw3U8M60aCsjPqRKjuqnDkH/MHXRAIq
l98xvamuWpK3N5m8GACNchIIWi4RxxK2H6WCgatQJYdx7JGJaeWzsjSwpqQG9UDZkTahy9DMmkIM
EMM+tkLEgGU1wyVQxVIiI7U279swZmoxRZLdgXAixeiN4cYU+R+KURBLqRPUwIr+l7ozWY4bybbt
v7zxRRocjnbw7iBaBhnsSVHSBEaJEno4AEf/9W9BykYM5RUzn91JVZVZZhaZCgTg8OacvdfOjyPW
l5Vh0zwgfoWCad13Txj48cDZlOAdAZmm6UIzhMZMpP1szvHHJPCmc+X6/j5VS+RLEJEkG2XNvI4o
mYAzqt17jYH1zKhjLFaQEFCluQ08lJKVGffkB4eyTAxikj98ToX7flQGrfSaSDl659lwLEHMG2vP
pXs2WM2N49T6lszO/sWOErFjOsuuzIp4eup2/XxexB3JCWlleRv83oiXx1pexo51q3Q67CtLVu9d
Eg7WURg5V47ukhsjldZ5FJaUqNj8HcY0x/2ukOyNagHpZEWMkaSZz5vc7fcF2hVclD0iWNeMaAKF
g0I2WnkkqHHCtT/p2hXbNnIxpBgdOhknlb3adbJK9mWFBa1BCrWebENjdPanrZ+ATN2UJbUNEalq
01J1802o20WUdFdTQpKIn4TjMW39g+8m7a4InfeWGcoLCZ7QjVJjZeE8ohsAgGJip1gXC01pKPUV
TFd1BI7R7jNnDhCOevm+dOul25Crb/6qSlG77njO4FgvW795nLHsXWrgO9d+T6ezz8r80utLnGSi
cvZU5W9MbXyMdTLeTdgWFwcJwvmqp0Yb15gidZg2DHlrnwrcaDoN30eZVLfDgJYbPCaxTuyFHrGl
iXdso62DgqV5YUbZQYJrRCWAHzz2s+kBh5WxjoBK3BHLml1wJJ7WVeo+lVTx1i4FzpvGraabPjCS
c6P0cd0XbGcha+/h3gx0fcEHbXofHEWFLUqs4t4vGWGB3qQwiBEIjO1HnuFwnzvtx5C63HnQjtZN
3yfO0Sm0OmeZ897XmYOCG1TEznURpRSRAe23wwZlTAb+xW701sEowfqQQWqdzzWEhCIew7Wb0g8D
ePFFgbZaGLheshszWjFVLx5CYltoAs31ZWeyO901ljJuW16Y20HM2adSRZfCt0dgOo36zF4M3kMf
LCOIWL1zCYDtzgaDtp79pntX1tZ9WkX2eWFpswbcSJnOchjIc6JSGg0VpcGCI/9ZzgO4Ko3YfhZM
+k8GXJgzxdzz6OdzdV1pS71nqxpvZ5lORy0jAMYaQkS6pxCJUhX7d0mEfBIjFQO8EeGpF7TMsyAO
3xtgZ6AwpMmXxmvA25HHVl4mcDsx4drDIY/oZjDG6k8U8T97dYmQtLHgO3jThFIucPcCOB0apqi9
SPJkvtZW41x4zmgSkDo/ycT9qnjjqVvqPUtjsItMq1iLNMUl3RXrIsADHebC3XcguZ/7xD1TAX1c
sxrB0hBz6L3zgkWB1gfUv9kfJcM7z+pqiYKK3gblQFEjooOSRdxm9HnCzLWVNiqFSg8Zlruyn/dd
VFP1djR+jaoFS5BOsC/YClzFMYEc3KjBuBrqvryPEeYwLVQ6getZG+yvQQSHc1fASsIq2QvozJTN
x09TF9FuqlR5aSROVq39nGDjFoTSS+JWRG41c/HklxGe8ca1P3Xh1N3HncHEP9nbUBv+c9Dbw2Xq
1s0ZLzSS3qAKtoMX8GR6pHYuCoeqdM/7sSTfO/M6ItVL4m7Qu1GC2nvD4i9n/Vcf8G93cgPQuDkX
zGPpGluPwRuwvPtVhcbbwnF6ZoZmcZ3kC6uvckQYbPtQWtM2GUtrfEzQcewqsyzazeh0uBFbaYoX
YgqUuO4xmFXfPykdUvcSmVVkr8LlNZgA85wX9dJm6Tp41CAep8G6bUCnqZcuoBytuOKrXoWSEHRb
AvmNXHM+slHH2c+7ttW69WkfOCzAadon+6rsxpuhnOCK167CijLOAsxT5aPqWhRtDpMvrJuioLMq
xhuY0mBiJ9x1zraqoqba6Wa05W7ok3ohV7FHuVBJlzNe24K7a2bJfkiQ2EEF8Y+s48E7Pjyv7+Ce
p+mncCwjeWO79RLgy2YkYxcsqnwH7drUtAH9qsMiUrQvfWUO7GS0uKrSpDn7dqlZAB4XqX6yn6xB
PFRmgci+zMVV0TGMRROJK1LGyAwTLMYc3hp/M7UsVSGrzFEUJX5ItXz7hNSAbWFn010TTIANfEup
R4WRHV0ZPOh5JVU/3rQOd8toPbe/G40C0f+sDCTxkbCfU4hYdHRGEDEwz5xQ7FIOlMhbsiHZawqU
qKLKvDnT8DaOjqPx1UqZf6jCgOvoMwyEntlUH4Kuaet1o/zqzqoCDx1cHrX+OuhTBqyK7UOXdHwR
Xc48DV2lqMctw0PhQfIRfSiyABenOQ8pbzgRdbkxLPSwgQABbTnYDYWLTkIERczCCegpH03Q4J5j
BO+CSHHrRmDHq6qx9IutvODdNE8xJhR8ubTLp9F5zkNhPomgB3+uxDhWu0rZ/Q0mx/Dr7BspqffK
34Es81aqChig8bjxreK8whHeoO1xgpsymI0tLCpnM3g26c2Z2+a7IDGAxPXTYsEtb0kXtp8Jr7UW
osphMEqoVrMuoTqNtNyNebiKuxivq+5nLAmjFz5gcG3GrZ06yI9bgaiJ0xREs3w6C5o8u/bQOd9C
T7Qv58DEgQXwfZ23sjkfcpFshyBYTmowlyhtRmrne6H3Sega8LiskPYuVK8L0U7WxguT/EV77Dpq
a5/FZpAe5eSzU6m64kwIj678pMbLImzNhyqOoTvHsF9mUoobkezKuuo+zC0grFZWtNEHJVhBIEvj
vQENjsBCltO+qeUZVRWbgedVulmXas6XILpwYgWVyQXAYEzJrRKHNLcRSbqVaLjbIoRjVrkiPDPH
BWGljfGL7cNYsXMQJY2EViPSHu2R3VguXfwRv4k9R5d2xpuNvXV6B971iT3mvRdH6LmsZG3UVXOh
J1Ps8669o8hPf1GiZ+ji5lNERugavpgDDtCLrquRjdTkFMatMVDaH/2k2U+zcRsPJqqvmLOkQdWc
ZigQ1hzs37q1nPE6avvuQqkUJGUxj2dUEfyPEmzTTdEGam0OmbwmOLvc2g0ydOEklLinJrrUeRZe
uTQSbsu4Th/p+j1VyrTPpPbVlSy7Z6MPaYk5Fb46I65AnqZJAiu0Tc6CUL+LVO1+AHQXrLUdNS9N
gt5pJtuWcdBif5zdAfxo49t7y6h2cKlt1sy2vQWkZiIeU4jeYiG9PRg6m6cvXxJwlIE1Xc5Y3OkD
NNv/QgGihhTIw8rR/hWHF1ABg42YrfUfS7adZFhdm0BRV+XIiU2K5pNG0+N3eKsy8VT2zOnQ6O+a
sLvPjPQhjpEbZ8mzFZuP305i/9tej39WFv9P6rx5VDT/5zr4/fOnZyref/KlreXX/2i3yd8sgfwC
jnSAy4Nq9h8VcMPlR1TkTPIFOf1/78T91W5zEfwioaadIV0hkQT/0W7zAFODgafK6niUXVzv35TA
v2UL/VUGWdptTuAvFRwqg76Pf/n10RoUmOvNoY9Wow2M/YTeX9YlHetu+GrBTNTDg1tFeALl8FlH
sItEgshrRrBfFj4xy9hjyx6/pCl3uSFhQrffyyP/asj90nmONv0zpa0mieL2v/9zWy1UzX81xO5U
8Vwmr0fZ8m98H2VWQHeWHmyA/DhwWDhodHzv6VrmbwihBEUBn8gcTsV/tXRtnx/ZaGhgmeNI4tn/
OcZsyRgj3M6n1yvR7NNQ+xdtFuekK4rznWtAgs0QX4Y0Ra7Xg8xXbPtnDFPrKuQ4duHNSac2VWUL
eeYiMptvIFFC16VVN0fFnTE7AR5P5OboIqq40Cga505l4qUYVSP2A13W6tCKXgTrWkH72QZRErYg
WdI43OSNadAp8OFaPo9TTj3aZcNVX3uzjMVxMkdietq0GKEudVETxQ9ZTgrOpQLtEJAXUORKHZ2M
mX5dJp446zn1uXrVKyW8AzCL9p5Xg/WSvtKNBN0wH5Ius59U05I/gG7OiXZTBFfFC3Xtb7qIoghl
2VKo4pPTzoK2cyvLAZiylxF0QWaFGM1Hk0De8Kr2QXbs4yIo3e2UTBp9WxjGeFE9DRM6MOPygw0g
0N1ZIIzGs5KCMvJcCK3hdnLbCjhQJ1tUkWPdUJYxZuS+pSjdbO0bvoHNyB0iYxdFHrUPoFtDdJkj
Tbos5FhgBklmVB+1xnSYDxhFia9YhI/Ec35s27m94+BCk2JK8PaQgVHK3dSkeHALENL2zk6zJN7I
3IdKasoIvAUVG9HnSOjU8J5qAqItmTRess2jBjC20xEYglaws78kBL2+y6jeRWEwUQ1ONGJZHbm3
+dioIxpUAOxN60ZwdBMRvZRsuVOyJgFB5SAQNjlc1ecw5wwTqAhlHW/BMUaf+TTB+PFqNH2OBzzO
KkKr+QbBu0gNXDQbw2ryx1hm/aGq/Jx4IYNddEiP+RzBavcpkvO0CZIxX6M+zxeiOmDsmvCKcZ0R
H3PtZc4SEjMNGeJF0TkXZjqmH4FIMmq8dIS3VkGu5uvA+PpKdcmCVmJEOEusxsjjvWN4nd7I2dL3
Ra9ic9sEfbWn2YlImUwWOhEwLsfL2Rih5UdzTLmOE2cXrEhhNQUVLtvN8XFxUlhHkKsIaKzYkJp2
i4a2FFl7BtIftGFuFe3d2Co82wL6/1PX1mjQs4S6kD3kTb8eEoFkq7X7DJ2o55ZXKjGWSx39bt75
cd88lHWSvPjge1p0lWn/NMQJeu22ktNDp9EarGI6WeiJa2DGZ1PSoqPUYRO9sEOOHxsxe/HGCkcL
rOEY49Qah6n6Wuso9zcFvMXb0ggkrulKG7c1QXQeyjWbVFFfuzmIJhDbH4a+B9kUpOSyw5xW4qJo
IdcgajRQbSurnY5kdICYCRLp3oo0ix5Z7WyU+FSG9nGSYhCnByrfw6ObCHT3I6PfmlDGrvN8sTc4
beF8LWIjapYSIokKOvdGjNpePxwjzwbFlqfqruk8dK02gOJDVgYh7d3e1k8GlfX26NXddNYrG3uL
KMPgMinARYOxr1PU9EXXmFu7JttpbReuee0bnN92aZtli6hxqLpzi5Qt7AWdoV+qwRi+KCJw80PZ
ck69caoalMAszIl6SMsc9mkOHcYxberyY8Q1AJxxOzkfjbmACjxORiPgqxfZZz9C2rFrRFW5cNgM
77EdEdOsLatEGp32qim2dS+yR+EC8t20RVc8jYHsoU7Nqf+5KafyxueoA6zKqRGYmbRC1a7oCFlF
RV0bfHhId3kKFnpx25McZOJJgccYWvFXAHxljValUu9dSk2od/yeDmgtIcKWkRr9HZWNecb9FyJ/
11No+jvyt2K90mgfqQGkAAsXJbP/KC0DZEaUT4VeAOTF1fLGBrvY6a2zEJ4XiS1iTG/qypMTEwz5
6GFuFA1Mp7K+qds6eu9arYoptQRBdMaHwlqcCGMLDzqmrLLg60G69jJAsVdbEieqXYf5c2EO0ls3
A3PbBgjRjN8v9tN85w2oAhZZITlX2BX0rTuLpQ4UKhfsX0yDZ22npg08u8qN8wrc9AiLUs+fvTDy
H3Gwtl/mwp9x31jDYvaOso867Tm4CeWqcM0N59rdwUC40xRRdq+Jte82jWXDS5oDQfUTb8V0P3RY
DfaDA/QTlK9XNoRkFGm8NhpqqisrKPHaSWCDWBTioHzHU1tI/URov/h9Smk0dxZhfiOZUFED25Qt
SEG6IB9ksYmM81RQhfRTYrd0Zt5FMyr3rV/IBgpDancwYqFmbVxr6u9QM47DSpe2xv6ua3Gfm110
jQKHyvFUkPS4IvGNGpE5qvnaJuTI3PgyGlhYxTC/5FEECdFLcap3E+fLNbUQcm+muYAiZ7hWtWZd
pTJcjvKDcFvcEk4bUEaIBx/Bho+496nLJ3FnmCXNUosWz9JrrbyzQZTIDSqqUNB2cfbRlDcAqa2H
gEMykCVpPpseeoGVtoeyW/kESdwgymChmTs43ceJajjQGKpfN0bG5ZCd51vwNyJLv+vsGII//4ex
Y+WC6zbJRDyyPKns3Ok7i7Wt6edtEifSwK0CD3dVFhpYlWbVrXDzNlO8EYHo+EULWfEMyarYVq5t
XAVkF4IsLsCVgXetBkxG0Hm/9lGuMA7VoKsIM+raEHyK7j7zZ4T5FseF9QHAZHJTdWYit/lQkZZS
QQU+J/CNSoxfERGyCX0nuQ84bxLJqHTjb202Cg0M3lJfhOHkSogwAdEI8URY/aoTZvZpdkbQcqOF
kNNWtd2ySvAUN1VatrfkO6npvMhEv09z7dfI8V3kd8qfKHx6oZUqhChWM67jKMzeCwm4bkNGSX3M
O0jcq9Cb22RdIK5eSgABEn3VAaXJAOE+qiwQM9Vna0YP3hpzt9PD2GDnnHRsb21qyvSKKz5pTSmQ
GI/OnshJVWXlFWuXl0Zv2DA5D24yQ1KvY+4/dnX6aWkgE4zGFVj342i50bjFxm91mBUNmm+Dy9lr
Fc699akzRmo9gR/6z2QFRh/bkay088zxsJIhw2+Ra/jauMuFAnwW+zEohrSdkPCJLCWBh2JLdxvH
RhPRpKANdCjszu2Pzewvr9Ikqk3FkpAexWTbIxKS3jHXym8mgCRTL+6GaZJ3EECzjwNh91gp6KTt
na5DTVwVfq7XSaUYrQRpZGwuzJLwxSLxY7ayw6LXuKTY4NtoLYDWHuekL6drihiMR2/A1PZ1MFFI
fJmF4Xf3c5BYdJWSUZjeMYp0H79jT5wijTTDcjha0yyDc3s2CPfTDRX6XYLCW7AB9kMNbA/05Wcn
IdN8V+jWNu/ZT3jW0ZHkXN7JiZr1uhXmbL1h51xkRH+dVTlG2IJTKrIxjjmCA/Py8x+koWFqGS7S
UAQQ/BjJT5ZsAtQXn384WP2NmupbeujJx3Ae90yazczW7qlrNGiqUrMfzDaVPeK/CZJ8vBdeuxh8
fDPF6CAs4FMVXVMYsOwGaS7VaLeT5uHfV1v+WSnllwfk5aj95wlZ//c32WH0BVpJ+/zqH7bf6he3
3Zdmuvuiu7z948i3/OY//eHvVZCHqfryf//PZ9WV7fKnkShXviqQCB7dr+opJVrJJilf4dkoo/xx
3hXWb4DWQK3ZTHDSpZr8x3mXn9gURqiOoBKg6BJwqP29psKhljRI1kzEW5xI+euP512fAg2yLlqh
30/Jf3z53wcM9+1/NMHbp25gYQOBAxyHrgPmm3dK2WjhsFsuLqKV58H+K90x2QMPRTRYamomE5gX
K5bg6NP+mtzzvaiTg5221c60soc8tbag/u6dBBeZg97q2CjnnSxY2iXhl0R26XwbBwCEm142Bzen
K5zbIeahmtZlnKX+2jPCL7k1wFvtZco+C6/MaHpfPVBsSR9AJAzKJ49FbtOPPniqTtz3LqIBDkq4
Smk29gW/4+gPVdQdyvpjp6KB1D1CJw07fCj639/qf1Xh+QcAmX/2JvwnFRUXneYvXgLiwD49Ny+v
3pvlX/le8pGIZAVZ6AjYJWP9Wz7d95KPMH8DMwNk0DKXqG3bQ3H0+yvgL/JZji1L0Q/ZE0Egf74C
nv2bhFkoUA/CNvwmuj0Z8r96BV5LwhBIMvQZ+WLRtIDD+SYY/WGmNogDmDNNcOXk6eFasGDTrzLA
4gDpLpYOVl1H/q7TEegwlZh5ezT6QnhPP9ywv5vJX2urvl8GxStvkaYFtr+UxX5cMErXEZqyApeB
8QlpxTjawUH5wRyu+mQIPybzDDss9ar8fVe7FityEyQkWLq45c66qg6xrbNXPIQRhoo1mcf63M0a
dqzmVOMDSj27jG7euGYmtR8WORZ3NKUS4wBdN4/neKpLS1O2+mRByi0HcOQlS4snCb32SnHwuOgj
i4iPLIzvNJF9W6NL3QNWqGyV1vhzop5KVZOGtbeCiwrL4o1LW2rBfy2M3y+Na2NXyQTLJLdc+g9P
tTO5dcJACwfEtLjwJndcBVOUbsHi9zvdzreY9iTJGBbsbEMIXKFEweUC0ekbV/J6gv39Quh2L8yF
b6Xz1xeSUW+YyPdZdoRksqzsIiy/TJRWbhxyEXYhVStI0jPla/qR4RsK4NMxtTwfuo0udQQX9bpP
Zf7Hm9CEyUzMtMfzoVOHr6MfI3uVdHCBs97HPexXDgczVYPs+/e3H4G1wGJMsdf1TxkcuqPBTRK1
3JYRaqfCwOmyMrCinJGzTUZqOxTNAakXwic8sXcD+sHV1I3FrZehEH3jLpxskpZHsPiHPNN30BDy
ki+36YexQDsc8aplWluLtDVy2Agn4SAqZB2tlKk8EHRtqdLzJrUmQo3dMX+uxAwAwK3qiDL3n/Pi
P3nN4ZLYfBTvDC4k/uHkNR9styTrmf41cXhTvLJ7Xe88Owgvoy6DnTywSH5YtOIwJqr8KiGNnSZg
Uj+w+97lCJOpy0Gc+NDYo3EcU1gDUwANup7b8I0J6edx+21eFAHwLeliVnl909okdaLERDlgTHEH
4Rd+DgqKEXYobUqLMuaV3dn2/TRV0dkb9+ind5ftjSmpwJuWjbfKPRm2qp4pA9Q62RFlBL/PqgC4
qC5YQpeNyvyQFNp6El0+f0VqNJ6RmBhfjNiDdpnvtW9s463ls17NI1yBL9lx0f4S/G+51h/GTpdG
qTnCxN9RXURtktWjy6uqmNaOLXFOdyUl8OncYoYGWGv71iHoa40zI8G9u2lhMtyS/Etru6wN0T9B
fECdHuGZRc0Dt2RWHUZfiVDhaDiS8igJBWOL5pwIE4p4OUCDbBpBmr5xh5eH9/pbIaf1Pd5Oziby
mwnmx2+VEoXkJCLrd7ZDZEVPyOaZKMFgDfGQbOCmy53M5ATN1Uo/j31vnCG7gLv766tYlLCnF0ET
z+O/rEz8zetby5QcJXiuup3lVogzdVsrvOtmKi6D1nssi9ze//oD/+ZhsriiB7NoLrnsN04+EV/L
WIkJif6Iv/SDKZXaZW1uP5DIWfqbOiGtptLVeKxnRRxK5ZjnkzODzrBa7xZPwYu2CKfsZxcr82Sl
7ypF99uDsRGLSeVruj/FmUOMD/hHp1A2MSyUQFxpeJ9//T1OVOxMaMsmAZ8EuyomEutUhy3pXk5+
RpZcqzlhbBrbbLeu6vR724jqCyV65ywMKCwlRkQ44xxNG10o737Q1e1ko2kK4ggSY2i5dzbL3tZJ
nGEp5vvXYSYxJDODvrEeWMudff2sfZctFi4U03KRRp++RkGbGeRcDMTjNslX4t3J6VJDd+1M+XQb
h7F1ZvHCQIGwijvPGD4HpQqOS0lho6PaTbZzOuFKIHT0QfnEBVvEIW1aQ4I9Rf4+PZGuZBOVVI7X
6dg+epGRHfomvDRkmkI88VhiTaPvr0a0lG/sgX4exMtrhCGLniSn/dP5wWr92k9L6HdhZyKSzIxu
2yPtvWYnNx1CaadvjOGfPw+gFfu4Je2Z3ro8WT9olkgnDUHMWuNYvpet8cKmAyp73QyfzChpszcW
z7/5PNtfjoisAxxG7ZPPa6qeHPqso6hCYw8gjJN9MebRu0B9CbtiqJ03JtzloHwyUjiOIqF38fUu
IoSTkeKRaOpHGBh2FYfJdSe9yET1XdwPGG+gafTgIGLWnbqjOwLrjt5W15WQEwMEYDed10YPkirP
um1H94116fSggMLToS/MYX5BpvNivZ6vhhYYg0Z1vQuIktqHZAC9i0IIOUHudldjS7xCgV3gS9v2
iKusUr/hg/i7j0dXs9gufJt3/2TyUnVBQVcTEzyb2fhoGpX4CItzjy7fb7etJsJhNNoXesnVeZwa
3htfXlCM+Om5MPFwD/ALu+xeXn97vD4lsFpn2GnFngXRReA8NHZVr3NCAzoYGPoBw4N300beIcFx
cWhMr7+Wk+OTh+zLHIZGFcILT+EyJV0ZPf56Tvzp7oAIRXuCtQeBCAqCZTvzwzpNoFMyFCbQQZet
wFljp9Y1SqX4mFt1/X5w5Gd/wFqIrE3uylyb97/+9G+v+av5zeEQi17A/+Zg+4k5l2iK3jjkJMrI
xjLuDCJvHwdTBsNVijjTptOvXLGOoAXiz8wQNyL2RpMoRJxBuEh1+6+3/lwQZlHMp8gi+FYn27cI
gbFJYoTNPEHOMaHJBqYE0qQvRyMbPnh0AzujtA+/vg1/8xA83hE2/BSnGAzLGPrhIdB+CunNCRur
h8a+lga9+NoSi7GfCtfbA+EqPntBKc5azJ/7ieDI6o0txWK3fT1KHb4rtQEaEqDtuAGvr2CMBxeP
ENpzGqkQkZFyzJBcEyS6h4nUmnPyzNMCu31Hil7GrxxjMmCHG4lCA1RzSq4Mgzd803e21D5+ui6X
fTxnouWxOCePI3EnqxVW5+1C/JgJcMSaRKHAo3oGZ6WfYyAzjqLjx40pN6VyC7lPeq2BiSStexhL
k4Zn21s+ok+hQH4Rl8fpQfaG6W1ImiazjtA5vPhJN4d7PVg0Y8vYoOX16wf88yxAZ5DKCydZipP0
Uk/ub6OKXGDxoh6CnTQ8W6olOR2UmpJD3Md4msIyIhUwlgtlDf3vCAW39My1l9lORoJQO7XopSN9
LTBv5OvK9CSRRtMEBffXV/rzUKQGSy6GxcpF/fX0/O8ppLdJwQ03KP5ssnwi5agzn2orDy6tZMrJ
OhEgZCu1n1wr2f36w39aNNngsEFDOOJQ9XLlcnE/vAd2A1goSxJvFwzSgJUW9TduHMDWExweTPTC
b6Acvm2fXk8/FocTk6XBgeETeCfDiwKDdkUsvV3sld2nypDjPufMi4vRNo+hNGyFV4vgbtZUutZR
YG6zMVMHK2ci8oy2uFKzl22cKNYXslioRFNSo2TOqYYU0ey/j2m+roZJs79COfHGFuOEGcp21oFB
4dtUSNhnoN8/WVhJ8yPJtEvMHfI8/0o2QfAgSqkvVCSid8W4eFhGg9CukD7mMSDZfC2iqSWyuPKo
HqH12NVuFpVv7FlP5IbLZUmWfP6DdJHK/SkUoqFkoqpZQoRqolyDolmU4bUVVrgbiIp6wgBuLokH
oorXttW7aouGwj22s/TOWyd0+pVhGCR7wv1tLoMJLxrZmcY0XAx10JtL/FnvHCtriP9/Ljxgsy1Y
p2kRuMvw/GH4MRKs0u2NaSf8Ee5ZHRQYdbKORLSSbLMPZJSCfg1FXlI+lB1BJ/TIho+dhvy0LNV4
Kh2jF0DpdCkK+B6Rd9aFI1TG0Vx23BoV0W3s2VhRf/3a/M3szWpluUsqzbL3W1R+P174ULVePAmy
RJPahB8VSdE+O5l/LXIZ3ZZL3mMR+cZHu0GEE1mxfvBVnq4HVOFXacuL/e8vZzmagpKBZi65la8v
p5U9pw72/DvXw5IVhZKkLGtM8DU6+jLULqopHXvnPsCtc2W0wJnEXFzyNwfPmqKLN67mpw0YHiz2
OIuplDvknK7oU65Sq9AjO5xEEWYaTtnaJMXqzrDjcClDWBc4tJpd29bmMXKbjrAuUkg6W/coEifw
02kz3yyemXWg+/yNbfvfzECcgBDnQsdgleNM+vpeWSW0gcasiYEl/cq+VJSvV4EbJmSgj02MykgS
aP+ERa7dOxY5cTufLN8Rnyjq71VeFAYNodFT4pL6GbXk0EGIt6G1bU5rI5vj4ny24HdtKq9uKxI9
wljt8jlhm5lwannrVv+8i6AZ5y27SYojTAAnX8avkOenWS92GEnAs8dWwzEUaytxWka4mL7mS2mx
jxj66MHgntxIFIZnEgX+PgNJ9sb8uFCOTjYPLGQmPAGAR0CpT8vsLk8v7jgZ7GK3mA+pWZZXJVZG
bMSOCU+vlVhLJ6nXZUA8XYg0hYqSBmFQjESZ1L151rZDDTSeuYKTSRQgOY1lA123cSANJguGO5ed
8eA5gHV0Eackw0J2i9L2U6LG9ENeeO67N0az/Ok7cYS1+DYCTbcUp8cJUrknI2vcYGfxgl3HIpOX
LpLEHTD27Ln34JxHWQ050cSGb5th8CWJhk88iAqS5hTftWb2FgPob5YhamIUzJnhlsrYaY0iVV1r
ZfRbdhGFomPj6gpAISEAlJXnjdWLae/mefc+YFW6Yl6YNiObuBVCNnc781WuZ5OUwF/fpp/KJlSs
4VhReQRKgynoZAbqUZmNpvDCnZoc92kCh7ehUaQu2dNjhDeU8Whrr3jjqPc3442SL2ONvtiiQDzF
WiHZQunjc3aI68jeU/i0ztoSxFqqi3Ev4qK4CLiI90mTpheVNt2vAOCeUbpBkHBLLO2ZDx7DwGZZ
Ai4vLxxLu1dGADA4mwUJs2UQEIlZ9MSVp0Z+IKA7fFC9lT6w0By1AV/ljbsovhUNftwf2TzW5UX2
6Kzxap9W3bO8QU/o9uZWk6cQrOU4u/MGnw4Z9dhbSObuK3TIEA/9aMMkXGX4kazgMBatlit74si5
yjMkqWAy5FC9K5FqRRuLaMl5O+retK4mGC/DyjT7sfk4ipzAPdoR+7mcGtIjUf9Fm6x0H5wsnoBo
Cpjkfpm9U6OpkBYTmFdXTlmSVyjaCqpszu49xdpAsg6vCWQa9scdezcMzlknQGhOMVnmMJHt8aMD
1B2QY5YIqppZmJ9LraNh26se0LxbkNTiu7Ux4/7CFbQpG0exIXDtPD+EtjlceVa+JLKjhrnl1pGf
naZN9qXpEpnujGwE55qD7esvQDlX4ZmFOZrAdavVmi9odNmBHUJ2SyGn+ZpY1hCsJr7cphimOd/Q
HhgwXYocjZnS9RWU3NRc5ZVWcq1GQ4/rbghI/aw9B2gBHBHALUh/jIsubOv3YWgjCMWPAnKdJESV
rlRoBmBTO8ViX0zo6kIUpZgOnbo/6HwmRFf6xEjPIWLYrdk38hoJnmGeC0WPbZvNeexC8vGBmcZg
EcL90LaV2MtM53fcPKbDJltuVJgBIeVtXOTSyvVeirosYA78+r3+qSXFgGQ6X9RBtOhMTiivl8uq
dpsyZkrfFiIR50CIyh2sJt4XBBaXckbZv5rGnBwzFvFzW8nswPlRvHFc/6nWxgdYS7FtaXxzbD4F
BJl2M2v002jy06o9YD2LzsmuN0m1Tq4iBFgHGbn3aMgSqqlRc1EAgYGbjfeGpgj44vb/UXYmS3Lj
2pb9IpqxBzl1eh99hPoJTUpJJNgTbADi62v5q0kp8lnKanDNrikz5XQ6CRycs/faW0wfSE6//vvm
vD89/d+rosYBr8ds4j3pahhZ/UdbQADdWv2rqQ3CuEWo53Upmi8RGsPjf3/ev2oXVjhOamywPpR6
PvXd+WMAxtfFaiUnEN/4fUVUzFW5ZfM1WYkdlNHIu1GE3SOW7eIy2Ra7tluut2OWBzw9rr2IsUVV
2k8xNKFXVDvVW9SiQ8sGET+gq2aNAEMsdjec0i6Er+H+7WlCq/NuOw0pDGEaUmv4bBXsmX8+T2lo
osFfcFcM3mLjQx8KlVzGZozhNgN8I557K8tr3rCgndwmsG8jzx9S/cW66VFHHuj7Ipn0qdbG9ntv
5VCLF0X2XyV8DFTCor1gEgQ46nWT+72oa+rutcMFDB9cdf1eusP8SXXhnZNHBUG8AnjHdZwmpLiy
7kvzUrYJ/E2ExTH+eWDEX8rYaha+eRo6PJiSuIticGV1xuwxT4ceZ0JzWJe1t5ciabqZlJd8U6Si
J9H1dr5O976rvOjQqaJfL7Vd2x8D1unhWDV+bQ85J4kfAqRSA1CjCvBdp4rCsQkVbN5Yeja8Vhaj
xc5D0XhPzLMLdLXg96Jpp36yQDTzB5ow6kepOhzIMNXJJ2Hr89orWQRQo83KWG+P2Dh6bJIA00ji
SkQZ1Wr199AFlngMTVW1LGmEyZ6W+DZgQunSFeDBRGEywq3QBDSznIklHG+5DwMSP4DpxkZklTUy
0WdvkE13FU0abg+VavHkd9qS0OfqHAouS/vmDvZ2r/3XvE8piLaJfGNE3k34DwtQAhQlXYZsrmS7
B4yFK9RyhoBH2wZn+mLjWxjMnXPOe8tZIqgiWM5Qtacn7bQ3OXhU415YAD2S4FG7/tdEOunzVBWi
ykqPCOUDW1EKGxjZ+AcQHEofbBM1z04/I+J26nV9MJ2GTiMDvmOv4246N6YCPU/MsqNAWjmxOUxo
ov0j/xQ1b1TSGN4tVWibN6Fa+UidL8qrSYr1JPC7d294Psb2YA2ehQ++8JbpGS5St57QQmuyRPrS
+VlXnF0vRcSeeSDAKIwh6EJCdoo5XY/p2HVO1rf+LWTbmRuzK9eQLtkspbpD9bz1YIXDWHCer8lA
3/VTKgEkxKken4NVNl4WyK37CDJtBouTcBPwTdcumnW3Wk4tB30SRVWYzISUV3q9xxHi8Q/rGn40
DI8+P1aOTKpjb4fmtWObXfdBJ7d91AJVeZ48zAVgtRaHMF3j+d2ep5F0Y72I4qELQ0gLuTXyFfqk
BEGyJBBg/CmwwxsuxxhtHe+mvmBeApvvWw2OxHRRAp8+WVCMY95oq3u7iXw+8IK3fOtgMM3J+jU+
Hy9e172mod/+qiPQJ9gk3BKEyIDeDoHsmoznFHIG0nfpLEHmy9EjOIdOZ4jMb6iXDMe7Z5949IgT
bXVIaE1YNgTbO+MmjjHEv3tvgndwxv4xsqhzauGQp9Nv2g+nOGs9ci9KKdQ9P+TEnL1ezGWpnVsw
XiLTN9UxRn5mQVm3fTd7hnB1exvFaKagHxrtK3avZJr2RbEIwro89s2HwUN6vAsLStkjPpvc7nH8
B3W2FSGCQ6CJxI00fuNFwPm29A3te+hdu3aL3uZJ6p+RWnqWt35tsXkTST8dfd20JWlYIVM2HDXB
BMPMqq+hPzRRNqwNXpJ1Grxu53hNj/o6L8jhmkGA6ovrV8ty0FrJT7Vekl8aWdunsFbdmEUOzh6y
OJEF3I0NrjF4FDqJDsXWdZTMyzp1WSiDdNkFogUp0bt6BsnST5+Q4hfqhHhDW/p5jiVyoXBCkmoQ
GpeHG12hJqHBmjlbwm6YX0TJFz0idqFiND4idtBGxtyNad38U+ETaA9406MKqUNkwxcXm94V2BQV
XxNaTzNtU1P8QDhp+c1pa1Q8/iJZJ/qopFphsK7mwwgmHxxDQRRJ0Sy86nSydbov1hkUeNQk84s7
LvNHO6lbBPpazxVxgdUENJp+gf8xDabwN3c36u5aDlj+YaJI+uTARSIdzA/tvdbT9CsI1ES72a5J
cwjEPGPyBQ1FESyh9r8WUeoA8I4i7UOg49UnNAue46FqTPFxUQPs8oSpXXDBCWEuTlU1y6Vexh4L
S+p6MFnmdnswEuMCD2UU13iFPQ1mBMdDvR/FTJGWuHDCd9A87CGil0ZqxFrCSKSHNItdqxKDwTDq
o31dO2NxBuXrl7u8WBLyLUG5wZOcgPPA6Gu7q0N1mkVpi8uJkJthBvXRhpBABtf/UIt+km+5I9nK
l0an5MeVi53PHbUpFdu8fBhwNd0xfi5etpp3FGtlRc4pEQhfVvgFhlx1d1setn4ybyKYYKZPrR/Y
p7m2Os5wvAHyraeQJbYMbexkfBdTMc+TWuznWpXUflWvkESNLsqMypuJdI0hLrJHS/9zCWBN4fPA
znbHcwAIp4+a+VWvIrdZLASoAVR4YEEaYwhi8kwwJC/MDkx/BImf/iqrhPuS+CMtSvrDw7RzNK6J
rCo9/pZo7oeLWSNzZ9dVL/vktnrtlC3YBWcqAjyEmyIBTbeS5lu60PveNJK6fa3HrThWNYnrx5k/
Cs7NGhKGm6rKuyq/G/tDp8vm0zYETXWn6XtvF5UIwIq132qig5hMX+XcUOskTdhFN5wK6g9naQgz
Xbpw3glu62ONuBD5chvgMJKUWHeb6DmqrZVYyr1tLGYJ1cbAYmKHFL0FtpS5x7/JbNZCPT4OWJho
kBkazNe8NmyEHZMQqgJJwyuYbPyK7GgmsjRq3PRD2wCbeGwZm5V3S7HEP9CupcBxMBUSCKEUySpm
LFSbdf44f8dUCqkpWgI+jVO+/SqcVgyHdU3xUSa9ncjDsXqaM/BaZHSsuH5fqy22M0kKjvkJwMr9
LrzmpeBt4brGxSNMz7E0mBaAO+QZ9jXM1t4NXvLNAra5dbmR9DGB8h6cyo1w1JLb+OB3Dv1ykZrV
4TNS0pnwFrbEGoS9MxLo2Ih9O67453KoP9cZX6FzBpnFvXG9tvgo6b7u6G/WCyEXUwkao8DhyZPS
GkhPQw95uppRtVzoyZhLj+VpfrUG3upO2DH8RdS0ASE5A0x8sY4Sfcb7HufHNijnlzBlEHXArcmT
SklBddTZknJ4glRGyldnofGV45xe2Vdx3SFTbbu9QQm7nju3E+uRVSOeDqpZ4y0jml36GTy0OTnn
eksK8i6C8GUcAwCTXD8W7kiT/DqykJN8ojXt9WYIh30eDUl4EV3uFVyFchgIJlhTF5XY+TuNT/eh
jyfH2W0MLZtdAQC4fy7aeMlP7hCTXViDCMWtFXlEzwKS6zhWl5A0JXw7e0oaOdOAmIgbOuVDGMMC
ZixaXfiCcf7aL5V/QYCW24dRb7p8CpM1Usj6PMc91Zvv/abpFOirGRoo2KE7OIe1gTJ2ELNhQNlO
mPVC6c7i3EkvbnlHZfC95tSxZEADSY2eTWPB7DsblWU/hMV4DqcaQFE+eqLf87L34tCnRdYWSxZs
LTkoZVw23wuvFR+bNIHG5scLFi0/bEb/OcXkkvO74CDexY4RXzEwFcnzMHSVOkKZYR1Khqpcie9d
4uKLy6iMKHjdlU/z0vrjHSs4fRhR+jfebZvW10CHA+o2RoTkHptRV8faFl5EyJBd9H0V8qLeB5Y2
x5MeQkniFty9nABS1zyX40iFUQ4q8WGEq565NrYmfV+mGO7uRmhoFXJo9E2nflqgz+D2c/Zjjxdx
L4OgfeWRR9EikcSiuQobkEpkyYTkKfdbc+f5HDT3awRz9BCKAXOTl3OIYA/GRFRod4U3hzblOzgW
wkLyze1/VnlDlHOVtMMl7zy8Frgy4vDsunX0Ogaj3xMnjmDswIEl9wi3AMRGqKhbWHguJiiycNZc
iRHxLQG4rewPV9YAnbSEMoTeNJ0zM1TcQme8RXO2SzIToRaswGQCEIwHyQj4oL1NUu+Qf/qrCImR
IvvH0cFjBVbknPu2/REYzanU6CFBKDX3OEA7px1/GUX9dulls/SnqOyIGjajWQvoQb0cDo6TF+0x
xcJPzzDclhu9SBAeMY0TYRI1yLPXtpvtcq3tTRcbtaH6cHsbdDa20TJnlS6GT8wrxzePJ1oSBjWQ
tjhURpPi1ibGzZqCoxhOa1kB1CUKLsqqKZhPc2+kPMwlykDtecVvXStZ343LiL1bBEFwnRvRxgc3
HAZAg3CD9XEUDdyDMEEBErNy+aSNcbS6531engvdJfiGW7f77lUTwLBBAue+Y+2dXzRHifgA4yH6
OXbac27RJ4H7BsmtvZNz0Z3pcxNGvYxezwAycMX3NLLuozRU3kR3KnMs+konH9IZrd8+sQPzisnl
qHCgoz/1v2OzTR1QNC9XJ+kMpM7hurMfiDod1gsTpfy+JeUkzirfU6RII4Odjp43cp5VhWwSQt8W
sYIytaI6yoLnAYNmRx63GMZb0pFS6R7j5YRc1OdLtyIpkZkAe/gpF0diQW3XmAnyYN7o25WvauyJ
XsfMXh9KKqRup4lqshdK+bl8LIaxk3sVrWCovHI6h5togt0WO9QHYitJsguFnsxLTm3h7n2/nxFJ
t2XbZ5E3ev4Jy8PS72oKOHFf2s5P7kU3cjmYmNY0k2R9pnslmIlksa+LmzqFMvWJTK10IHRhq1Yq
j42cP0Pb7jVE00Vi/WoT1gk55iTDpZOft89UQfV9FybOcl/C1DsDgfZhymzY7qmeyUN4xis6+/t+
dYAg+dLXr6MraRgEYTFtp56tRXxkytPBOkWNiDGjcFLCsyAuBE9DvZHPVC14el0nJ3+ONyb9GqAD
PeBTTNkEKFpIavHriA46jvM4G/NSFR/LYryFDDVglsOuFeS4bKRSuMALwww/qgu6FJdZfw1LJcVe
oSBheWKQd06EsQSDKrpAQeOu4ePU277PKokyKeurwOpjOKXlnbuV7nc9i8TJFiqdK8ojF1y26Zsw
o+kg729tqWLngWnYDmPiN/Frikv0AINRo1YZfFb9SAzTfBe5+dqfbKtyJlK2CPt9WHr6LhexVYew
J13sCOb61vZFRhkLzC+rFhn/IpQM9H5ETG3wspcMO2/n4QKvtpEM+q1Om7toSF365Gm30HGWef6i
ptxJjjeb7UVpoaBV5/n6rbQ0GI4jE3+YgYwCxqcSOmT/IR0XJ30MGpESZkghR7MdATbbZKK/KkCR
BasTEu21Y+hLxN9C5l9RNCvO3kHkUAgcKuaLqrrcv4gtxAHrbB17yuhN5Xg29rZmOs3Yd5QfHJgv
Sb1ExF3E7eR+Mpxlt8OsKX0OKyiEW1JV7WFYH+r8e1XBSDgakJ0E6HUo7/ck11VvbDIxXEtNyMiZ
x8pdsK/QNrtzIhnA4MpX8aMkNxjwaJ5XW6bGwVRPnsHxQaCQ9f5pPbryWeNudn3Jh1yWkOs6050r
AhNPou6D6mKNvh0Sp7m5VmEHecNjcDJBXvDMF6lT7PGmN7BflqZAOpCWPK0Z9LeUSEi6B/slQf+y
lyJUn21cSqIYA77yzkwja0MfgVc8LShry6NCJMfeFJllfpwXiKwZwhogOUBQ5YMBcEECZlIm40Uo
jsNPXePWn0xfV9+DtQbj4Y9VWZx9IC9r1gg3Jmd6krjBy0mXX5hN4QgP4pWPx9n4wRLQzGCBU7e5
ctJZmOD1S37oTB8EezpV5VWmw0o62gLvhgytcch3ovAARxRuVT1g1cnvKqHEcA+PkYN7Pq5DSLri
FHydmZhKKEA6/JHS8SsOLQT54SEM6Ioc/UEWW1a6HPHJC60t3Trak+YuTeHYvwx1iixddPhUsomO
/Bfdikrd8WBqFmQnXsXXYFLtF2C4TCQ73tHwSTqVjbJ83hYSFIu+f6hLp00+qdmvUHrE5I03XU3e
bk8pC29mnegFxnGxkvSJSLQ5TRAI/L2Z+ubXKmKBNypMqt8c7PvuNAy1zR8jszGD7Xod/Fg74yp0
7R5ZVil/7Y5L84HzSsX1wLsicspvIoc8tDxUJ1pH8sCEOqdqM412HzzrJtueH4VCPBBOAN5OCo/y
uEh/IYZb/AMgoso9V0PFcHBdRfNcDhGUB0PHuOFkqMGV1nZJOT91651qrU+/i6ALNrQtzedj6m2j
3jl8oy2Dv0R2WD4yVd8x+p56MkBF+wuljb0kzeL9oDmIjqXJEzxoLtGvDgeubVcR2fBls3Xtc2za
ZP5sy8H/WikTl3vSHxCqweVz6mzJW0KsEcN6BJDB6CE2y50A7Q3x9JtetxYvOPiNOkaJdtRrwO4U
HxT6kO6orMDF6uk8wAM7MYi/uoslg5daN4HV7yRt+RB0UAT2MG+ItnUkRxyiLiHmRjkbGNFjyYDA
fLaUb4bTOgxtGhrXZCa87DqUo/swB71808HAiQyQdMV5p0+3bLaOf1K+SmqSCxNKzC1qHJqHA7zC
fVjUHCM51pTPBXACfzdMiVU7+hjiAfewHK/Mp2Os9ASf68chVUI9umKLoh2QhJUzjTfW83eif0CJ
bolWp75EKt4MrvOtjeGNorjUBRhn8nJoiQzDA+LULb3k6FKJ3BLOFh1hgDY96R+NggoazWt4a1qI
JKO7Z6PTiN5aPLkdya/H2fZgKVphtvgzTcwBOkzQt/RawEyOZ75xNQB7SfzpkGO0Wq8goyPnrcqJ
JLvOvreQ/9jUcXoR1Uo2X5G4OT0IOSXOvZxWVR8jreE25Kxolsw4atRgiFZKbayqI6VEu/gnZ+v9
nG5F2jb+E0kI7oXCcqadan31pCmbvLNufZJTBi+lCE/pfU7fxgnpzKNuAt1cTdQPX4BDiR/IgaHp
l91cuie4H3CgA1W8EJwa6cxV7sSZQdXVdofLc+5OxLBGmVJs6jeGIuqtbYTIlIF6Xbb7iHLvs3UJ
ygUuFlT+fgLfzXg5tnxDlrWw3oc0zr6mdkw+i87cNPI5Lah9y4mQJF1v2g415fCPHrT5D7dfim85
pN7tnDg6R4QTt/InPb7lEurFE0fl5tBX+nS0hBICfHrDL1R4QC7aGJQlvww939In5oVxEEzovIB3
G46RuviVJz6PtWt/1lLN6jINEdCQgsCo6sj7PMSkXNIi33vrHJjzWNcQzPr01v6kM6zLB8/4a38o
+VYJmW/K/UWXNcy/iLHq428Mb7ecnGkdtoCYvMU71l3dJa8DoqSAk54w66/Y39J178siDfaeDlGu
VjyJwbMdKUoyIjlphFPNTSF0adE8TPXKAJD5cP29T4HUymgruz0BkuLUSA1AvLSBCnY3b8iJm8HH
jF7OGd+PFL0ENaQ4FKp8m9Su48dpHkuItv3RMpT+thqsFc9YhSREHLHW4o5actnH7DkHFZIicBxp
tGnc9MDV4nNUru3PwZ+iEnf70M0/t35eUPjodqt2VhUkmKKX4mC/wXEhtRCSXfpQ0rl6ybs6HhiS
IfjIUuYgn8NxlNs9kPqF/AhqrT1bFDsCBCv2rpYH9tOUe8twcIOqAW0dpv5VLjPz/UAWPgiWJlyI
/6yU2/w2kSW3WaPPHI5R1MX2rpIQtWxGgzzMUSspfZZw88e9Rvf+k+N0te03z3d+sxtzoBqcZWrI
8XM29w3ybywfLS6/ipc4Hc5SAr2478jcDhmi0rHPREPGQxY2tQNcvtvG16nreGFJ7qORKsshIVxl
rvwUpDt0F7C8Zih2BroNisckaJeTI7kBu1tWBrZY5NLi4LZjcHXaIuUvcGOiYFiw1T7aqiA4Va2L
8NRFNimIfmb+neUYWqsvWpEZypGzCPKPDOD6J+QiM8DYRc313bIOgZu1CLpBfoPHgl5uYpJGi9h3
MugnajnwB2QfYhv+BxpzkJLGbMJzDa/qsx5ZuIhRtTWR1Y7Jc85dPosazWUXgx6SjteiZOi8oxkQ
XJxGg/DCORpAzwLR/ihn0leP6zbN+sRdYrvZcg9I5pRgtuMFA69Dj7sYpku+mhXwGmEKMJfjGqGL
XuSC9jfc4nhP89CpmBOhiYcpLPtlb2NFc271zAhmCGAtRw3V9i/YHT0gTo5dxXfjxdOHkaUPbny9
yAMWwtFnYjSTteCD8yFWyNhPWzkm3hVBcFkzU4D7gBQ2IHQ5GEQ5XZIFjOJ+Jn3JO0ewcf6hz8C9
Alp/e53mem33jS8HfWrbJiFNm9Fc5jaqSU8zQmbOU70sBJCg3HyaWtH/k0+RZqDK1JLYplzkZ43A
GK4Tpzw4eYlQ0Pt1Et6t42AZxTq3fO4CazaFnJjK+MTbvoR3VKsY7aY1in9xFBrhmRMQFHHiaHRy
xYGFhiTvKwZuYlU9TemqQAtjvKUiIBqFLX1R33tqBh55IojRNTNTLFEZ0GVWDy7ibfcwaK8gfjgd
4EQ3OUAqw7/y0rawCYkTbOryovumvHcFtMP7SKbql6nDlpDdtXGaK5VbQ98CP/6xZiVejl0LB+zc
rjRwaK0xR92XVuvuqRQuQqWe7xmf4D7G4TFpGAIyRJDqnvkhjcJuy/3fVVEHXI9oTPTWqCCXxzye
0S+QNWDPnlwYp++cgAZ2puCyufuYQ2sA/TehE+PFTcCZCmzBYVwMd7w1UX6dzOAWh2mM3W/wQgYy
bTdt1r9p127CmT+UXqB2EN1j/yAuFrPnO4NCUbuc2byFVNucptJEU2U/r9FydR25YiDsi5+FmxtG
1Z6YjnQ+vKPpgUpRhwXXLSYRvNTWvy7Wxue6V03WrXP5ceCdpYAviq+e20SHcCJrlhT0Zvr430qU
28X9cfFwKIhlTP2IhEDfjd+pOJp2I0yEccmxx/+5a3xfXkohUuY6a3BppoYpSicMjVOmd3/RkIj3
gsxQhDepZRR6jIf5/+8+mymVTcK6t8c18ifC09Go5TOQo11HrFNzjNmxDPJwxt8VzPdE53sVx1t8
aoUOgiPuBhgO0m/j6QyTyI2Quif09jllo5EDjwo6LqDIlndsdMXLpFv9oRK+to+erJJqR72qa4r4
AQWzgfedM9Ag2IdCjx4dyVLDqo7lmidgq5j+MGFhShMdVG7a4RHoXvlZRuHNpD1aeTHOij58G2f9
UeLODrLOzj8D9EwZHd3uMyrY5ZlJhzq4SWUKdC0r2ePFBPq+26EtnQdOadxqfqRYvlCi2PF7WeVx
sndnxnCEVfvVd2us3287im3SK+k6Yw2fQliZWRn19c+WQLGXwtsC93kBuccoHD3d+loWANdOXoju
ihU6779FJsFyPPXa+YZ0BXm5W5QwRZMBeDxd1sahox3U8PbbdRy/VjFQi79J7v8lHLr97OQK+jdC
xM3X+KdwKKTZS/td4O9siIFnjSW7GD/Sxef2H4L5ljck7PpDpSRqx6P8FeatOHaFfSB8lXlzG65P
WnLN//0i/EuLe3saARJBASCnSyDC//OySnomPr1Dc0SFMjyymbmf0rKaTyF0lree2f1p5GnY0WFQ
UA2XPPgUxTrPAlS7oCPLlYQe3QZ/0cu9V+NyUbwa3CMAwa4LW+TPi5qJPVtgxm5HpxmKq0p7QnII
ZqsuJYsiaQiyvERIbv5mQ7i9eX+uChFevhh5GnbYBFzYnx8bi5nCKWSaNZFgk0k1UXnWoXpETI+e
BMMzIzROz2/OSGLNGK6f+Wu6pyaBNlfEwj0qx0ufo9qdDlbV1Er//VP9b1cH34O1NsZZ775/gDzU
0DVjUO/ICvuka2i95GW348NAEstfEw3/tbqLGwUaWBYUTx6P98iAkilzGSwFi7YzE4EyjbdAumab
DvPqyp/+Rq02yt4/yHDYHrrepSXeDILxNHGz/79fW8Atwu+JbNIF9/bOYzPDwNKhW5pjLvX8WnN0
p90k0zRLRlv9/O/P+ve2QOgn00UXnSbu4/dLM83JBXlFaY+BGDiYC/Shu24NGAr2OKtYeOryy5Jw
4l8oBv7y2f8SYyLRT293HGUk1n3xbn2YTJIzduKZB0dYvuqWCUDir22wg+01HTxyZcq/PFC+//55
x0xPS9vHc4XtwX3/mg0cXJxE+vkBhx7alQTCUcmi5PaHOWip6QO5rJeF3JcV9V9NaNcMsvpEA4sj
Pkci90L0ExWJtp23/HCdup4yz7E0KGsKAZ4XhgAQzagSiQiCTk0W+6ymK6TREYqC7Rms/PfP572/
h9CQPYYS5EMj+uaheWcHnGvDUzSWHODROv/gvGO7XYdt8QPLf3c3FpH+OiYjMst2Y01rRUluXJ3S
zVA3hyzbL2EjwUo3eCzch2Vxgm9GFNVfQgb/t4u8FR4YFvkfYu8/Vxm2etO2zLlPS98L7wiNfNk+
ur0j4JDOxpuuuN+W+ftfbs37F5pbwyMK4A4ht59gv/jzU9EvuSoE+XMayL+80PkZqMzC6JUajbwq
JuYPQZyvZ7UxPdkR48OBUYugIMSJJtZ/X8v/uJP/33U2vpHEEtaXm28U/8+7CqhwfNm7zJ9O5MCg
ryMMzdz10+Q/RHVhxf0Q+628s5z5SJZbi9w7YcGrxEVxdsJMLJhi7FJs8cEeK2O63qN4ZYiBiEx5
d+vg0brZmok/cdXEMu7UU/TIgKWxxzhIpvGifZazXV+Ubnn2pyG/TyUKjl1soWZng/GlemhROYhr
HbLOXSuPdPD7yNJg20+a/s7OhhpAgqQz5zNnCBwS9XrEvBS0nLHuUd9PXyJYMtvXwlZu9dSrjoau
mTZ7N6wyje+CUIXBoz+jZJJR5cb3BY9ak4VLiSEPMDcHY/S48UeByTvf67SN9DPattJktC+xRiic
sKf//kn+ZQiM2W5v8e7kS+B7it6vslszd/QbjXvCeeDmQAZSwID0PfGZFa4AaRWMmP+yMXIT0ghh
ezkoAptEZ2lOSNMddHCN6Gd01fqXUuD9rsc67AcCDtONBYF+/l19gs/Thb5WbCfbzOV+nosBZ2rN
21rcrKp/8aOxkb5bEqFvYEaBMMLRhvpDvPMB9VvltBNg4RPSNTHeFGBe/5T3Y/27DRxCiQNcEWi5
KuRhL0s66U/pksjkSsBaXzxtK46UU70UkfutSBbO2yZCbfRC/60E5YuuLivSYg3vakRJ3lcS4Brz
YSzl2BxGymRzGMjqcQ8RiTvBPtIu5f60AUN6yHv67ThZ/ueG91DAHq2bF+QIc/ergzC6gNFaa8cv
+M+i2vu0yMJs52kKG/tReOi/d3oEm7kLIZp457ROuxP5Uq7d3+ajX8AGJ7/mPqeLUngCkl1BV47C
rps35wCorf3mt4V3cr04j6+NtyHDxaWVu9kITrjAaQ/ShNo/mJ7QcCsymXpqK7IOcxKipnJbYuZR
xTIdloBQnY8TU/sTyQGc+aKt7f8xgbt2R0RIZFVH5TB+SJWPI2UcneU3ZFuxG2yqm3/YO+j4tGmw
tF8Y0/hjNpfS+7AZWYHJrrtAfR7qqLiQzGPaS7hE62vQE0OLtzHv80sgcvMzYGVlie/xyGdBvSwf
kqBL9UUzPQz2jKmnL7ctK92NSEzLLKq0p3Z9WCbNLk6a4LfX+C6tWDlvvzpklG+3wCjxs64T9OhO
OcbduFvyvK6wduui2MnJqxhC8LDcbzQk66ybtIl3IsFcekBv04wosPLlGAoixJAzGvqKDH84xaD9
WW4RXNIFn1a3tcbu0489VxG5AZspdxwDS1IVp5gDq81cIiS+JoY+8E7A4qSfFQ/5NzZI29/KttKp
Tr0R0cGv0N6cC1Nt/ifcs1iOfTuv19BT8iJWwiEOCPsSjNSM61jPlmpIzg24o3Yflcn0y1Qrc8fW
KzhHjuAcnB0KOOYOKNdmfTeyAZVHU4Dd2jmcf/szfQnR3ZXLUNxp4InjlR67wJElYYTv+qCUP+aq
qwa8xhoInOdJ4shq5fVML1YrbMaazc9QdlGIlnjdOn/P+LJ49iXqd/o6UVPvnUBX08Fpo23Ignhq
31y0zhHUfSPvkrUObynCcfTLVj6NfqwpyZDpPt+eWv7zat+zrCZP9MhRwhTWeTa9UN85/ccA5kcH
FnzVTj/C2kb+kTKKsw55ISCfwTQDMw/bQTAgLkkqBRqRZn7XUj7pMveLQ6UCeY292qth6K7o7Zy2
+5DG1Xbp0BH8RFQyXuI6kYyF/boOiWcHmHLpAn5BCCYNokuMMsmwB98OFb8CrZ3smBQG99KPUnbp
tUMJPEfTgFQHgyzFN3CF60rG6yfasYt6KObBvLpeI4BatoN3j6YTcP02kwB5T+MSYKSwQuSv2rdl
eletUxXtkbbwkCbK+l87z6WjNkkchDsaatzuDt0ipjKvcM1eUcaaQ1wbw/AKVJ1i5p3Xz07TlNt5
M7S2ULJVRNmmBZ0OPDwYFSDM5zN3I7ISpVH6f6g7kyY7kWxb/5Vnd04ZndMM7gROFydC0So6TbBQ
SKIHBxxw+PX3I+tZvVTommQ5fGVlZWmVlaIOjfv2vdf6VsoqFG56Hj+Brt5Iwqz3YC9zh0600dwh
2yd6mCYZoWSrEPf5pL0+doK0vVw3+3xkUiI4O79EPBJ1upyfZ+QA7ZlwdXfX4AV4qUeiuuNlMZqV
PPEi1RdTEVQv9LRM8jra1U3jlaFMHePbKoA6hdmer4KWALR04DJWk78S09hOp7Du8ldcjHhokjCd
ya8ms/MpLRAGQm3zNSsf00RA+EjMSMzlFXuc8zxPGQglBREwcIYAngld7VekP4e10HW39+uyw2Jn
h2ZyaLKC4D625WK5U27dk0Feee5tI1NGHI2bAdtOPGHvQHtv+pAVsXS8zXJUVEOlgTZPe+5dkh5h
7qd69eWF5ar1ZfYyyhBn4E3NwXl5zxWKfPQmaJaKHS18bIm2MvjIp5kBfrvIJY3b0rEPS0IrFO5+
KPYG/0VLHICPIjczRffuZYIaSbc5pA9U8/7dXGqWnyZTyZe6ZlYfjzCKWH6CEKWjmgUmk6VYH1fQ
XnWk3d4mKCdsitib6ERcgArbBO0hhqV4FX1LXgJTRNpXtmFH2nSNJsps068umTXpp0IzLWUd1zq7
F+lQfuvn1bqrzLbLTl4DgpMFyyDsM9WJJZ4t5ioyCnowQWcADAbGSi9lO2K69myVxFTGE4I+kgNB
Be3MhVFPWllaPvcys6ddHzTI0lmmmDa7QAkBfCyhu952jZkejBDlUryuZp4TYU6pFKHktsyDIZ2a
wylTAPtYTfj8ZkcHBA24KvMOhJUAxc+Iev2O5W1AEFNJ7jMM/zFBblN5AZpE0qctxD49AAbslSPW
sNWGxs5a13bvAUNYk5av7cyxR4yif5o8J3E/yyFwNILrcbJutb0G3mPi8erFmH/Z1GA50dsKp6SL
fIEAY1cUSXpvF7h5sIBP+thTPQws5Hi1InJMC+6IovUJFn9NbyvmftfhgABox60dvzhLaSRVVJKK
4h9yVgn+mdkKgeClRrXvfY051NS2SdBv2PXJxZQbVX6ZgWZ/tOYlrC9o22MAo12v3kuEWg3miy4x
7wKzdvf+GMLDQ4yU9WjArKIhM6N7ViIv3X1G5J13sPwMu8cSQMJC4FpuFo+wZnhGbMR9yar8jvi7
yLmJjusd5wETB/rdJj8suR6f/MyET2+toT4lPNJ9RhzJW8lBcT10ed1+99MAlV/Pl1nHMkWAhWeB
AKhdh7m4YXEq6YXNc+6bqD3YuzBikN0UTzg7x2ieO33pc+RhGmyt03wyjB4uj+IIzJkYote1XcHr
eYTXmzC7JYvXP6ix9R5UWdTpwXML1rHKcwb+eTOsHv11mQe2n3C9mtoSQCc0oOaisjkS8OGNPDXV
AODuCGm9kgkwydgMcDwcktXFNKnzAK9foG20z0ahii1bUi0rgYyZhDo49G61m3LtEhdQEvV+NLwQ
bL0FSfGb7tMuINJJ2i4JrqVP0jG/72yupo+4UwW8B2EqH6y6sFP0aOPwOMmlWqkYhRvX9tYhIv4g
I4NokYzD60Jpg0hNrZpoJXmzO/Cm8AWlDke+ulyX6YpxTvcG4QrrAalXk7gxGCqTb5Uv1vWKoo6l
Z7WkJmrUyrOrRjVjH3nVmnwRUyq+dywnIprmQrSXzTLZt7jhGPDgflald2k0TqN3hex0cQ4gy/u7
smaxvgKMIeXGOC3knv0gd/fkvrrJNR/9GiCcmzTZOixan4i6Hj9pZ1IuBONceA9umxIyamXQPM9B
w0PabUdpZCRZMNWxY6IsO9hFLwhzMFfiokrTRYdTtMELUU+ZyeKEBCJqIMMEp4ycZyzAS74alBvQ
gPYkW+eohn3GNeF1RkK6ubNsaw1iPZfdelMKTxOjQf5lsKeqVuuJAj0Zxl3Wjhj/YT9Yu8JG3bBH
MCmNHYnGFIqpiVvlRSIhEYdqajuLbcswnN1gu+oTTGmjJgi4yt9Wc7RpA49d/p54POsYe82orloL
nexlR+SVdwPzyJt+DCKZpn2Jjn+6aIrVvTOK3BVHKqqBVR+Fmx6jBe1Hvae0CV+tzG1OOsvNIOJP
cTE5DVBvbvMhCxhBTHZj7n2aFvW+MAzsba4oVHqVu2lY3FfenJkHj9VrupiDilw2Hzfm5oeUTrrP
y2ILRl7Rk3yqO+1VB+wh6fxiTankOD4sQdYggob941fk3RwZ4rXpfQUfG39ANznWyNDHG5aDR7x4
gcRQVwGj2czCd4kW06Lq71CpoOQ35lsArT2NLZKf7lI1oGP3Ad7NsTMzu7pKZ/qlz27mkrXu95jd
1wxpAOVlXr+YS5qHwx86Xb/2kKj00bEQ0OcR8PcRVNKkuUAekI5HpGrtNRSILxIHH0R+jete5vpP
dN6tcfb3jg3oEOYEgEQCiB0gtz50xkMO3xU5JOOxWMrpaXBIUWUnKO7nTI0HphUksobN/AJoZvxE
vfsn4/j/dnkaANDFaB3RqfxwKh8Djw5zz1TCzGfkS2NrwLgYXLd/nN1seAqtIf1RqRblVJsPV4Zj
/Ph9e+Tj9beJDf0R1NzcCPqzWyP1b5wn2qdL3+OWOtKuaYMICxddGOqxC+RPag/Go9uvQTttajxE
9dSW3R9aZh/bElsXhPkMxY5FV9p2P9wASTVhQnlf4IUhJ0dznZ6NXJrPIT/9KvDG6VWwF/+h8/4L
O2G7Kq0geGEe40rK/J9/doo3z+6TDNa8UT4xscnP09yo2Earmu/MApdDWgTBZWFB16jQfd/Dlqj/
0P/55daDwRN/0RN8l4lQuP39v936IJhxC/NkjhllaHsWHlS3S3MeyS+GgNitlx3oqOY+69z+Wx2m
5g1MFTUcfv/8/2oc//39p6iCagK7gDmsR5Psw50AzNK0loVOfJnBHtM5nfqvZi9JrOpFN0/3qFZs
0sHopojNI6eISSVZ41ABa1KfCKezqk+VO9vGLVFx7fBjVrLCBJx7PpGWzhQ6eEv5nKIpVBBgJrlW
+ySRvmbtzpAjuZnHemv0JH2URK85saGsyrxcieRDb95l7XyQruklJ+KtzPoR+4XbvqATD+zroBgx
XogsGdMTLWAJ+MIDT3Wq/HF249KjCXIY29Al7rDBcRhpw21IOk+EaJ+Zuy/Wfhzt+hvWUVNFc496
MJaAwz7TfSday4WaUl2WtU7EH5rkv8wlfYu5MgAZ4cDGEb7z4Y6baGgXv5xxloF13mmEMYekDdad
6Oz8qUAHciWqVp/HtiYvmeL6Bpq8OJZyG52PSx63pmxPv38LrF9eA+ZgzN8CyJc+TTbIbz+/jGqV
ZAzCoTuEQwDnacZpZpxVU1jGk1pquABBMuGMREbZxakTrs1+9CmMrnvaZXwiDazQJ01CRX+Bqm0x
j4h3rC5yJ3oe3/BWD08Btvn0tBC/le3nxuhefWIeEHtqLV7kKAKP0tXvno2hr4qzLhAAV4Byu0Na
m2tycm2sBdHY2ZBgtd2gzYCTgeClThZKw5Su377KE4lscCwn/xK7xtycaX4I9252CnLYKxe67ENA
tGZ3QdWpTGY45MUfMLqTMa2MIrgq4R+6O1D24tnu1r5C59vpnl75mDSv0vKJx1iUO3LQBeDRH9qC
7kkUYoXjhDzReYotpQSSC8tWxe1CneqfOf0w7wY8vRb7RRf9eOPZfUMDsen6e7dAqo+LwZqWCw8Q
kPc0WnCzUqNw0E4hz/AeUx7U0zy1zttgiFFeDpruy57ALTdDAWsn2aFZma4gkB6Q5WZ2u66HCnVZ
fj2rnlg68lqDz+7kLiIuZbreD3xYTdwCEfF2BaUBeVaJQVPNF/Wcc5wbQzzEBTYFtAzMwhgThtO1
mIqwJZGvp2EOH7Lf8xTWZIfHcCkPgwjGN1mlLjkdIFfO2krRxI5ZMRxGvRReTBHHTyCQ3kPANMPr
RB9AmGKY1JaxH8DK5zdTAeLm3JpESR4FeqIpJpunnd/hnSLej3gBYDNDW1WgeZiDGc5V2ofb8dUa
DK6VetUR+Wqw3MpyMGVEAOTwwomMOhjlC0K4obQzfUPmW+fdW2NbndEyWQjHA6/KsO3k4xHNU2sd
EqtMs2NjaEtc4gTkR+dA4vJrgAbJC1Z3GOhhGbg9SAZoVHVvJd/dTOGHqpYZvdgMtfE8VNofzkRT
omQyvGZ+qsthJMnQnMzxD5vYx0oJwCFlr9jCb7bwFOeDlADiuTSzfE2hawHHS3XY3609KS9UM+tF
w4v2D8e42/UoEzaoF8+DHOWflwhq0XGcbK7n1IbzAL/4HY4PslMEJ18z0c9ff78m/TLD5XqgsoOQ
4AhkCzBYf76eb4SyAhKDG84X+Gb8Xt9kaXjo8UG+FjVkGaBWU3U5hlNLaNnsWpEKbX1k1B682l76
Vvpmw/nYcxnj+iBmYUeTFtUkc57sQoRyMeVQe1XKqSFDF7Ww4rT0/Pvf8HHqvv0EfoFN4LnPX5sf
VlWOZ0k2Ep57SDXYF8wG1sHHF7Ujg5yWa2oDRDPpAl6NuBKOv7+0vY09/76xI8fZQuPAr7Gvw2L7
MIxt2xFZ5Eh8cpPjuEG9WALIHeYGB1liijG85shlP+TeYK+HwUtRehhzsb5o1YlxZysg4DElI2Cn
gRM2Pj1ntE8cMXE2QN9a373KS76kSGvVA2JW3NeYe8LsEIgRJXPaWcYnmfsh0ByaT1P0+9/2y5vP
BIA7i2SEBchyPtYsRjMladOSIQzHr9h5NHt+pAU0V8vCZooM3Sj+UKQ62yzu55sJZxCEPRI0ykUK
5p/fxRTSIPChtDvOi0nLO0kJmwnGGkYdvku2Abef80ufXkR9tNPes6OCqsrZ4q6dcW+qvFxitzVx
l8DmCBnqEN741AyVq5Af5DgGOIzhQvYzgl0xPS8AK+pRP6Z2l6cX6Ijo1OcEu1Ycic0TXr6aAysR
ahclAo53ydFwP2+jY9be4emvW/2P0sr+v4vb2w5x/0nU2eL8/m9M3/VbTUzfY9m/5c33n4LGtn/i
30FjrvkvKK2UQBwNTFze27Izfx/Uf/+Xbf/L2qojViIYyS7Avv8EjQn7X/wd1DWouPmbSEf/EzTm
EjTGq8oatRXaJCuE/yRb/ueP2t+wXByTwtBBJMXe+HENrjOkYvbYz8zO7PCMINk9w0n/U6rK/3oV
pFH8RMByzI5+ftv9XAZ1Lul2G+CSDcw3ZGxrmCZ/WOF/Xh23H7N9vX6wBZfBsQ8+LPBK1Oh9vWxi
OSSPFBNMGyd1apxoLeZnuObDowEX6rItreKP4sCtyP5/H/S/r80awugdOY2Jjeznn1gj/6vMqp3I
ucWP9hVPZbCyoXQBHVrc4vW6J+ZU6iPTtUozSw7TJ2X11mtj112yI6YFlx4Qo0rHqeEzFqt7E6gg
w1bSLf6w2v36NFBzcjLjIhzSf1ntwCpMDIPMaWdljrofcJrTVnexa/2hnthO2j/fEsFpk3MJT9zn
Mh8eBwPIYJ69Ve8Alyj65o6txY2t6m7+FADX6sGLjfA5X7KQjBDvn/7IQKCJJN9l+zdKsW3J/9th
eCTezerYR3b+YHg7mkz+pdPRcv/bh3777x/zf0BX3bYYwYb//q9fnnrAUIBoh63hwoccfrhK5yyM
CHB67wgQGxCjBmjfhSOfMAm8/P5K25/0083cdnwPe4pNYWb/orcTSyhrthFrB+RK44zzEly8ExL6
QGvjsioFyt/fX/GX14SlinfZ2Top6I8/Znvk44ihxiuQVywuHVhvayN4rfGH0+svL8lfV0FiTl2D
duUv4PnfnpNgYk0wBldxTJncF1BaDpWfm7tCE4Vnm92TA4Pi9ve/7E/X/PBiAkt0F3flmnbQYRGt
oXBZZfcua897VkGJjjD1/fM/vSZLEr8VgSZuX+qnn99HTGw95xl4BHZgJOepWNWt5az6XBqtW0Xo
J0q1Efbm5A8f4a/vDex6D5AkcXvwND+uiWkzG0QhYP5nolDdT7i735gIeBHLrz9GE9adP1C3f/kk
WAH5l+WQW0mh+hHU2wI5GqpOiB2JDPLGCmUnd8R+FIx2g8K4+P1d3cDMP38YdFpp9nEh0uBQZoPH
//nGwqqi+9GVE/PKBBIQQsaiOcvCUOtzoXoocik/En4y7tzmaKsK564NI6hCw+iFJ2H1nfWmK01k
I4a/curPINiClMmivxgHCLydH0OAlfR7tAT6QTeB4AKrF4m3b6aN88eyRqlEUKd2TuMILpxBF2oO
xtRj3sc1wFB50w/kkFwSFGQ153nNHOc5ILCogxpVxcPqXCA8Ca29A3GOfQslu30qslCrr27e6Yop
3jK3V3Prdd6JY18InNVLjHerr2dzhwhAvrSM18WFB+kRJYHglBoJdHENRmyiLuLUbIW1WyZiPqKp
D6djXvUEiiY1k5/IqeRYfirMEAglRLnUPqaGKG7JA0AKtfp2MBHjPmfOAQ+VfAFqYBiHYi2EPFDZ
u8GV66NRjKp+04tYzGtvAtO1nJOXmsMTdNzAp9RPAXdFfsPg/J3V0dXuXtopisE4SYaOWytnu5yJ
3lx991GZGsy+bBfopDYNI5gweELtvUkuMUIEEpOfFl036TGsStuKoD1Aw0htBu+XK+fak62RCO7d
0ke2uuL2uwslSv0jcXbhlyTw1SgZ4U+dR2d07n0IaZUOrIeZ7cK6czs88zSOQWUeATYhp44MbO3p
3ghLNcNLCFcbJPw0GVdzpnGjGAYaos9+C8ED9UUKfY9tAtRxq5SHecwC5BYhHvDKW9saGqgiHbKF
GMMOf530zDJ3Iyd9vd/iup6LwqDpkqD/uRwGnjtZKqshh6sE8+JnwiVaHCEFHCcmdlP3FCS9baJ9
UXkYa4bb5bVgRrcc0AgmcJTZAKMQKzoAYyW9h57mtI4SJrPtJes6xUYtQ/oPTT/YW/R7I956nFZt
3DE7pysiAaO9dEq53xNc8UtcQ2TY5PRVncc2mUbkLhS6e8IPa3y2bWQlB8dhGgm/Z9MSMPmwUGam
BbMlpKkzQd+8Nj9485EveC0og8gZkuQJkGAH9s/DoUizVWPfW6FydLs8SUk0WMWcxXpS8q4ZLebf
4M6SDiy2jwIK7cfoHH34lc9t1fT8IaWByiQl2AjGBRrDr06K0ug6L9oN2WV7ix/roCSfphgxiETr
mvlzPM+J9S00Rihl4JUWzesFSifmOupd1PZqxkDY2IwGF70qs+h+aQFJOznQNzSuyynPrNA9DECH
5GHBnRjGHPbW8UZSWNEEy0Bq7c2F7+ZzbSBzu2cTLPIDg8FsjNnfuuslCXHVYUasX0dQSi/G1BU3
BD4K9zjmGi0RB7AyJ7aqmsmKDQ07eLQdxzzz6ZqvagbbtO+lYT80Q7qGX0ob0teBXFdhZDFexT78
gl+uzm4dhKqADyerWflzarMcwHPJRHQZlhW3Bt5gzv2zhaJmuHX8sR8uMYyPD5OTiuzCbHsbi9Go
GG8Q71CyKR/IybHTCyLzNoVQQ3fuSjL2Kg+9vQz2bZfm/nA/+63tdjETNyxD9UrgJAHeedl/K8rS
0p+NLi+aE99mU+2BqbnBd2zheXJgGgpWwR4TRsDjYmhsyPO8GjEeSn+6bZFsXtGqdauD9hqlGSSA
9l2RGnzJAxry8WJ52BJNMZR3mMQJSbASWd5TRJtP2eoqrPmBRL/l40jdmXRTz4Fnma9tbenv3lgt
PxqqAOco+i67kTrI5S1k2u5rYTTyi2id+c4uZYhrnNH/ozkq8WT2CqeWTyIco1nWRWT9fnBfVKHx
TYbt+jLMyBF3C0fEYi+RoflnxKPdEdlKN+18kwIy6k2BdDN1UryRC1zckyMreW0gh901qPHWOIB3
PB1g5rR6BwMWgoRkTsot1DZ6Sxkk8opWSf/ZL1NWrAlyL9FzenX3zERmD4WhqJ9mc2ZZhQBFFpOC
BDDsglYAPhHVNH6fQwSYsR32xlPalfYt/mzDifB9V+lu6B0bWyeZ7AebEE51Rvs1nYIU1gwIwZav
PVFBdfKX2fIvjFV1r3MZYMCgRTq+MM3BFVi7SCt2slj09ejK9Y5GPID3MUM5EqXCywysdrAQ9hDQ
UdZYkHbaGO1w+50GLjwVYAMkr4dDQaIgo61hVwm3muMJtIF5rMzRSZGCF8GdY1Vd/3k2FVQcC3PC
2/Zo35ELORRYaobcBg8fRJ/lkb11XEgQ/DT7yLFjRPXusZ4aR8F4HtJbE+uUT8dlyV4Wwe/fBciM
mz27sEmTT/cdNu+yR1uUYmK/XY2163dqUEtwmkCEmlESuh07uC9pJqk1N772NAlRUxptaO2mbM68
fbk4zRdl+0l4DVO9RDrjsod8NpfJNaIaqu2nZh4tCzFPAOzELJzk5CPm+w5fh3ikho50GjuNkO/e
llxwKMfCCDEep/4PnIu9sUuA3EFQ8xqXJ+r0016g1E6OugLWwea73OCWFPrY+SGtvJDcLhG1tECf
bURBw6FJQjHtBF78MgrKBiBdoSiZo2K1RHawMC/XwGbnpACl2Oa3ukeUiQWmtd6GFN9zhFfBZJRW
lgCA7dUI3ioGOi+tqQI7KufWlnHiaudxnS3yy/PQwqu3ovF5M2ADVTuE90ghNZOgBYKjRnPn9YP+
AsApSQ8EjPf3aeGv2Y6zixzjoAzb+djMwWDGUjIJhLNqE3ZAYx2d2WAr8lODpDt7g1Mv+97awLAu
Jc/XnEXxPmBzBjfhJkQtTMEMUaRvymyg86sVCYZrwLJpAbbDfxAw2jkM7mqqi8lQfh2PQem+VsGE
dqwEj6OjAVP8uB9IYSQIAKMIG7gcSUPxS3s46VL1n9FZFCZMvGpEqELDQO/CfJXm9Zx2DXgfWfJU
S6Wye9DSTMegvsttPtUvaJEA2+6dng7tAaT19LVAs0vJirMc44ZXoMP1VCgIOMs9AzhvtoawuOtx
oqzqy/S6cJgPnxRyMjAvONkcZu/SusjBYFFDyhIdUpY0+rXKXGjoWV1DLpyx+d0n0P/UGb2DYAdC
Q/AkaQOvUaBdIESGnTk3nQRBejRnL/VOvoOOae8Um3Mot4b8eQZ48tbbcxHsUSUF/s6dcv9HUhfS
iwYnybJ4Ypn+MYkmfCAwMTybs0RlqgfZP2EnK5+UnTqS1QTRPkSC2jqqcABk2oY+sK609TyJHWTp
n+auGdnj/VF+1W3WPjQwMx6HXiIJmnopT36r+NG9RJoUlyKASe4D+il2ixsGu7V20dPo0mvuGg1h
JO4czP2IcKzuGdiGBKugzebcGt5KYMNo4VIhnsN/MjLa/RGUkaAHK4b4fr85RCXDk57aVNDeMGMa
4rAz3J7OFF8ag6GdD759jKCH+Zd2zQEJM7zlfILTIdD7MRDzo5WR0RJPPkfhCL1tlsAMMqH3BwJZ
+ZmhJ6oiC+3iA9ZrtzxClW4+CbSrLz0VXrF3AHPhHx9CCjo7J28tdtZuvvDB5T8nS8L4vG7r+prH
2dngYQMlYhsS5Z2nhgUUWdOT9zdV9YMiHePBtpfmkR2oBs46q+Q7crhORWm+jPDvNba/Lih7g3dt
Ca6DRJGhgTsmfQrXDs122lWgMSix9fuU1c216+jtzMGDnSL0zVtmB94UCuBUi5FaMQtYtcg8uZBB
DrgYQAM8YOkZDvHGvrafDdwKWAdQwKZUxwU3fwINdSEKwtbihIL1bmWF7HklprY4QEFNHhZ3ZBMB
KJCSkOzaHXjIUf6w+K8ZfYO4+4oUcZoiL3P6m7lIOBJoP6xRYA3rDEJWhWj4bEAifks6SVSNq+Ht
cz04PckdyszjXHvza5oKuUZh04lPTL0deJnD3D6gKDBYnGErcs5gHN5HXQL7+ww4j3wjzVKEJrDI
vgZhI/WpguJ900yEglyyRNavw+LU7REUZvAAYM0LIkO34xfVe4K/TGcH2aYW9c5t2+Qp4EUoL1y7
rZ9DE4xIpJLC4gQwCv+KtgKtyD5Q+aPFt4NbInfcNmKqEYKsQ7LpbloGk9g6iU80SoCLSwow1/1R
D1PTRqPVp2eVBQioQYy2Km74z3TvDBKOA5IOFlTC5RMYUCEDMPgc0+qeVqvFhwNpHQREKVW72xLj
dTT5eU0+hXYrjkG+rs149U1wpbAk4PEPgd4m7sLPjqCmpgT5neV8ttyW1VnAH3+lcHHtnSUKedMm
ePKiflKK8ZAPKiKyKQUuIZ+ZbFdAc0GKzkib70Z4sTUTknF+nZyw+YwOG1wdm1dzPSLP767pCwIu
ppig+OilXVNSwV8g9IYzKsKNdMBIpmB6avpCbfcltxEm8stCcBxZrUboewXT8ViMQf3ZSqX72RxN
GPGBCpyHrEzLILKKiTNUF1A1cjwfQi8CHZq/ZYjy0TSE1fpWQz/kz68D1vRR8KpHeRJioh4Bxvzw
tMjuOXmN2SFh7PalE/n0nWgNorQQC7I39VVvAGkcwNjQf3RFggm3zEomyAQheYW5tDfN4uDw6CYo
V/h0RkDHCadWADIgzevD9ku/432Z8JAUWXXEktISzdFQ1YI4hk1accAoNyZ98T0n+WaD21ADR7Vl
r9CGU7f0Yn+guI9sRvJXpB23L+NYMVgfTN+Ia5I4uFmBZ7/ZVm1cTb1Wr1Nq5oCRe9YTHC6Fuu8U
szJAA2YGLMa2CnNXClFxIxeMMgdPyeQr9cFIeodvLhxmDY//H0Wbgrg2ez6ICOdecO37pf9giMZ4
HP2qe0uSamVrhxH0magUjjNF0kJdMPrEe2CyztQ2rGFpfqpBSjjHcMK3QFu6pG2xcCr5Zg9u9kLo
uoSoY+c09FGFqFNaAgcHYIXadjtAAVjFZ7iqC06p1JcwzUp+R0nZcZSzqj+XPOiamBAhTvgk3O48
uSETdlOl6nKjh+8yDIOXTCXQtdoLwr0TS+oKMhZ9nxGntnTuZ69EqwoCfHKjpRHdPQwq5K+V62C+
7kRdUEmvENh2/uiSS7R0KRUoNuP+DiUNDnBObUtLpc5CvDcwEcioNiaRHkeMMTeuYdivoVL2HNvS
oHpkYfZS5pEj/SVJE+VqrJfWINWDbJbdCBuTSCMw5DQRekCKSNqTPHhrGHTZu3GtFzPS+Nqeoc4Q
VkASAGTM2TIzK5odUdzoMRAdiVIW0q0uVIDpu7oOL8jRDL1djzJ53EF4mZ6UD3Q0ctVkvY0UqAbH
oGUl/AM/R3sm4snCcRvm7RDZk1EiDtm0IEa+wB9F+KrkJYlPPf+LzcQSMJ54maEuMYKG8+JciN7n
/0PjGNkbfCwu08DwCS/7IWyNU9/qDdEaerxY7jRyhXmRweauyjxxcpKVWwvgryG3rscIdOBIOHzK
TZJYLmaMBOhDGOSSkIUdP4yUzBYjHrpuJoYwV224d1NCzXe489JdyuMD3O125Ex5A+/K3oQeI19A
5Ftg8hqSU6GcaxVEGs2zFyOjgGbtQ+88Qu31PFS3eBRYtBI72Nn1rB/5gldxIOlW3qF0FsWp5wzF
yL5OCKfqhTTnuGdO/x2vpoPedloWlgq1vrvKE2fb8nBQdMQKvghIt899YffvKQNm0ivcDNSrqWfx
nfZxRT3ipnm/oxUDU86f7fHb7GvgRVTq3WvYeNZNoCSRMiDNgke2rdaP3JL39DhNU3vHkMP0PwW9
Kx+xzycqGswuvK38pnyhsZEABDRQy+6HbkCxPWys0qjzt43f0AEoI6ezeiMS4MXJPeB48b6i1IKy
lDHHJMY6RySkCadDdGCm8jAFqfvVKczkgVypPotrH7nCpzWAMXlAmLl88Z0FipWFbJdeQz8586ns
yyq/RdU1yh1QLew2jj/4NrEJHZZPb6OFqdmRjditSVMw4OL7vbVXmy9ihGr2owGzPTFXdygjNAL+
PMapgbIFGsBUPxpl0T4uHcOcKF+V/sy83c3g2PuUDUpwCj1NPu4zPiIh0PPpQl5BNGU5d+cpZFWY
GDHQ+JNAxDzR2ZRAtD+vRhfmEtt2JvE9GCQncdjPYcV4tM4jd0zXKVJWQiZeldggs/gIYYbkop1i
Lb3g2axD9IB4+9nTxzaduHBbLBTxA9qAZSXM+ESMCursXmTpc2jQ3YG629okJ2UtPbcBpOo3hg29
tatYDYhm6CUC9oYw1Ncc4y4V5lAAybG0RXJZa68lZPpqnV6CuvHSA7aihgLcpPcUpTVyKuJ1G+w+
IunkM37OFsiLaT0UTaCSvTdmMw+T/hW+sKF7ZMWcru3JF0BVOWkilmCB/uFUQ/nVxg1KIYABOiXw
m3PP3gUB/EIgFPq6EckZ5qY5Hz+JDjw7sVBIuvY4teidGK0gVVgxtcTGZbpJciHoAdPuqluDAI2l
JGF3MZz0xXGa7jasDEB99AQSYi8aVBeZpYvbUBOzR9+usU+pU07hwbWm+tool3ogdMdK4HG5SfDo
FzNYon5wuiCGesbx01SVHRxaLxkyEiyszdjoj0sAe89PrjKTiWUsUsT156KW7UtCn7VDBmtnP8wQ
EdAB1wJsWE0Sx2eXoSsPrRDGl0QJpIUrN6E9SHp/6d6fK6SpThs2t1R+wfscOmR6Z6B9n00PhNZO
Tlb5mE8tUSBE/zAwGvRU+zFgb/9x0mXHrs/6oA+VY5XvTJvpIpEHmRoQISuxXrVlKZB/C7v50iyL
Q42Um073dZIuMiDVYe2LWCnD9LadhFldwByavztiVN+sjmQgwI1ZP5J7wVgmGoyZHIE2q6wbZMVT
SdLAPGAAx6Gsd10XQpyzaVt86lknDNbFcTn57uioK9SKw7MJ22+OXcqVCwdBtGLx6N13rNYYzbou
oXFreEHzXJgYAHeJuQQ3hSfF/UKr53/YO7PdupE1S79Koq66L2hwDJJAdV2Qm3vemgfLN4Qsy5zn
4Pj09dHpPMfOU3mqDdRFVaOBRAKyJMvam2RErH+tb72paGEISvgEP8ddxVEJYmHi7PA+SzQOza6/
gmSrAKOC67uaWDAMz+oMfc9UO6+PMIscQnl9Q2y5rtmlSrTbd9ddFJ5PvVKcFfLqoS972OM4DbX0
M74GWte7pCqR94lmSq8iFInlz00yTIGpwWN2Zos4+KOUxDA4uIG5ah3CwPvKEPZRgdr5JbXw8vEc
ZXjAUxMcUlCQy9a2oPWs0i/RzBu2vKGWnGYENJ3qIjt5IXfHxcKRDdQT1CzuYnBs8pq08vxpwvzO
Wc8g/+SxFSWHiYzfNTvsoip4QnVuH2KiUO96udAgldYd1cONgVVLpbSBFHyyIgWbTNHujJhCBC80
l45Q8hwPaB4RlwUZ5jAZgoF55uzNnLTTA2M263o05NBxVjXop45GpMVAtA4SgYFmowfsHWpSTTrr
Jv+UeIx8sGnuw1gUUeiDRF2La9gzilMt2sTa9C6dCgfZOdYVbnn1RluvbbZYLLibRtYammxOwJiB
UhGOzIZq6zxOuWRmRBxXuSYBpMcBJpMQTnw2c0fnbaWTsiHczPisVUJnR3W4AT2WeDuPp5LAbVAD
kQUkRjyeYZZTtekuTBE1zkCwUQulzvJ4yRBGlQ3NtsmyKcRQvkDqUBS/djNaAkJOm7fsR5QqYLvJ
7svGqPiIm9hao7hWuJ6ohZ0Q9sngmHfLAqp4xOs1Bk6B9cin8IRE8hzWKCD07RXxVl80Cgt6p4Y7
nZIXCYkwCcBF640CFU3BfeSX5dIz9RjRvHy+y/3qutDodpLqFuagVWsfQviP5YFuN3HRqkTXAfGD
sPPUeqbaotAHI9+VzEDazeCGw6nPatGDNtOVa8QTCKwJOMDIb1UjrHwX0+m7ubRFt0mYCa4BJQ7W
2y7uhOPDNGoJ2lZpSpS7becH7ttCCUjvsij3C08FvG5qeJ3khnmlVkb1eWAasPgTog29aSnEaQ8u
W8bQd2Er5Gt5KmC/dwStCaQylNq6Ya3MPOPm8M7KQ7fduU2crU/xtDJAbRscXVWOt3t2w5O95ZyM
jDMQRFGObINtDNhDosYPKoq2fEtUtmPk1OeY67sIHQWBh5+aXVc1zIcdm31U+grZsziR2WL8SYrF
AQ2g55Xp1TPHsi2sBW7MpjafWTMJOhh1w3pbJkLttozz83RvVHl/rQmr7680DRv3HRlNOFoVzy3h
RZE9fMQTgIy8MAfrORvnjgYaLoUHtslZpc1twtDBCZaqN7Zs9yfNF2q+cpZLRd5hW0o+dVWSoMvm
6LUemNORp3nCbrWnGeq+kK57wfMyRxczMut63c7GyhagZ4wFXCsFZWRNCR8XuAtnd8Na+mwzcYSj
YSt1qYQseO1cTwN1NO2NuMBVSjq6eFFsu1M3Va8rTNGXQby09dDnjA4SuroGvUKYgNwMoZefnL+4
g6LCyOwQI+pMTb+6c5V9nBKMdYAw8v7Ntfq6/cIpBjfWNlbB8b1UPK2KxhtJ9S6NX0mAnUGOYbh7
XnKayzYin7Tad6mYmo+IY1UftESGEEXsMqek0cVS4NlTzRPCyBknetjnneFrU1D+yMa5RXk1qIQJ
H5hFxJIz1di+jqbN80OBkRJ5Osw+czfGDGY8zpo0FzRuCDA9x1WwjxQoYkjJbuIEaot7KQAiYd6X
NCwheS1Kf5hcG/wFvX750xIT7t9giKu6k8PE3wjcRWsSn94YmjTnRDNwLscOt33aqBmhbAeqPqK9
qONj1TKM3Eg2QTHiLbyNTavwRdssBztyqEfLvXHY7BVkIzuadJDGYKHs0WWGJvL1iC3Wq+vCxH+q
I1jrh0rENcRlDvW8UI2t1xzfQ4e4YZOSMVdt7o1Vp4bHT0YiRHIdlgIprO1KMvS13RPPjw3BsmKV
lbJsNYgasY+kIcbjOPa0PQ1F5m4J+dBzXkemBJGaCQ4Nk4y71cPqVpXOkHDpD/yvZKAMPXTtrbUQ
RXjhZiyzHqzpan1Mw4g48nLB8oXPIDnRAFFFMy+ZFng1sPQvkmWK6sIx5EyoGPPgAxOqTZ8GRutA
75y0A0U2PQJjCecRIDRiI0quqgNE7jQ5UxKIku8XYHm7k1W2znhSLHCL/uhKejFhfafuUWPKfVlm
CYIktXMa3RsQCb6AUOfuqHAnMW82faTzfKSOhXNkiv7et3qyw4ZIJRpadbU81pTUp/sYUCilBlrj
tqjOXJfTocly8VbZlfumNXKEAYhpAUryYCuVuHB2AFciMS80RNhVmwgUIj+Q9WzK66/0a7e7jMhm
ARWcGcBhQDCFHzIxFAgkpWzXSEzE+NBRQDlpCnodNe3I9uXTzPG1QiVfOtqvlChRbwleZNYBs7Y0
d6zmqtgmLf6BYNIcVH/ZW4x2zYQswlmLDLbyC/qWujMYKcbXU5uYbhCbdlN/1FkUyxtDcRvFB/5P
0xbSBSqgkYjmd2PYL5mTL8lbW9FCI/91/ba3irWKqgD5b//600f/4yzMFr6ov7YwP73K5O21/M1P
5PyTj3n9tt99zJr+gXpW85tl3SRfKHCa/e5jXj/DnhcTlsXFItZC+LJqZfx//sXUPnwDErpYF3Ez
GzrmrY7K+j8+hR+Hr2dPgFXT+SUb8+og/sEeSWzFRTSwHEMDVCVwTf/sApOYIEgW0zHq8mRt+9vE
vA0l4h8oB7npyj0JMnu6VwUNO/vrbVHfuck1qeAghCJjGZlHu+yWYmkA+g0kjIcS3yEuzvkxHh/V
5SpubnrZbFJ2BaWXTjsKTGbnVlRvjn0VTWfgMJZ2/+31/6VL8aEq+O+fXod/ebX+dPF2//btL4ne
q9W8/tMHQHV4z2/793a+e+/6/PcL/ftX/t9+8rsd/mGuscO/VXiw1r8t4ojy08Vk86799TV4qUr5
Xr5HbfUP3/T7FairHyAQY1hWcTKCYVwvtO9XoPOBiSXudUrUBFLEyiL74xI0PlhcFu7qSoShZ64X
9N8vQaLhLqKwtvI7NUq9v93l/PLfrb+8btz1f//4RyswX//na9DhAoepqOkmvmwh1s//YGWl00G3
cHBnfs5RBTJU1bJp4bBJOi2OpwlBR9bTJ5P3Qw/6YWa2QLQtx4pZ5jLaE/NLRVDPEyOxgqFsUEaO
OHcdKnMA4VgmNDjOKuf5Bc56IVaaluGMrt8hnuZgGjAcjblVFJsGrIFvSrN9t81pzS8prr0tZmlt
HDukywJnDRSKJhqHa7MkM+hNcGxKz9TS+RGyNvaFpFmYPMAtjndOb6JDDCQUfXOsjceCZ2/jlUkP
zEelrxmpeWo/zUylqZQBgkw7sd09GmZDXxFIauaCUItQc8wai4afF/guVUsrekI1Vl2znCv0q1AF
d1sZpvkuOHoqQPpbWqHo40l9hb15sVngxr3ISaLkuIZkuxCmtl1vUJuoVEAkq8/YbrOjo9Z1f8WS
qTs7mxaKvdHmDJtcmFQqzV169JCzGz4mHBCZ1ec5lXl2ZhRXGUNd0Bm83C9KLq3njtO7pAlnrk72
MmFCqMFPQld3iV8FmHoCbdRrxjnpzHa2VgtR8droww0OyAYbhdkMjw1ncMBU0TyTfLTCySafSEu1
19sOv0TNIfwrTUvmZbKm7BrMnfEZ+cugrZkqcek5VCAIdsGF217mqNCOejJArhqpiYGxpOVrfGC6
rczB6YNyAeGmZxoGywFjiYKGgImrrOBOu2jsvM9xdsYZlTw3FJw+CTRRK+hD1SAQ0QvSpYkLvavJ
JU6MwnLv7EzJn7jAcR/2gwiZzNKanQdKuIY4u9Cq6VFss7a9yqayvVlku5x0ZuyrkaFCuWe70DgH
xa61JxAnGpe/pUVBTg4gYtfQMJuOwi5iq6JEr8Sw+5Sem1F7NIUyvEKoNJdNN0mQEXkTwe/IBnRp
f7Yi2+Jg5DK3xv/Tvqgqm/XVMTJdohWO70cg7RYvqzKot5EML2M6q/wMMp1IHdS/Mddg/3lAaQTP
lNirWYLWWkbXitNnNxRH0vJH6xh7a66hyvQd3IGMfvXWnPwxqhRKhsgRM4NUeJSsbkJx5eDBoYsA
k+i1mQ6VEtTTOLS4rFVMOpDCqsOi1sPFVbroaPEE2tu6QtOfqORKu8iwsB0r06gPlE4WzdYqYPjA
hYiMEnfokFoeTsTLDOZ2E7nNdGtjbyEbPDYUG82JWVh+EXfqbZGo66jcoDanMFJUlhjKOQbNBkvN
Awbv9bCi28P3bMUvrU1/ufD8z94mrbyMv16i7sl5yd8oOZTdb6/ll9+uMDt0P61W6/f/vlopQv/A
qJVj7Oq6F2BkCVj8vlytn3IEYEexhh5UDaDo39Yrzf5grsHONTyPT1p12Ml8X6/4lOpafNLSNLDf
4hfXq5+TASyK/PQ1pM+cAZVSGH9arlJAchhyIqIWikyh25jZnVEa6gzfPtJvIBrlu9hhCmxVCbcw
8iRWIubqiAmjPXOrjN+wiOGosSGIk606adlTMs8YBnAWzkBbNc5gQPNI/xdWQUZlqj850TB9xpUn
eHrHDc9flWXKxP+1+eFt+Q9yOd/wAn/fD3775WxzXYZVYmdc43/aD7qiiqCsACPDX5jQT0l77KQJ
5ZzqOtR/VyFHiVtDOyjCJHpM/yo7R2NJPi7NcDAdHsL+r2/n/umZ4efbZnhvZd++/3Z5rbvftn35
hf15Vf55J/jfcI/HpbRGrf76Fjp0+ftv1Vd+s5/2ht+/7/utQ8RxvcJd3rp1N6XqbNq+3zrmB4co
GTBklQ0fjzGVn/Z9q2eZ3DrEk6GDG6Yjfjxt8Kl1cgo/mauCE4er/cpWb80H/XBxUQGgqi63rsPp
ZQ2wr8mpHzZ6LfI4MNAIo6adhnsZvmKAzDF2gG2SVWLdAsIGKQYmER7Lfwbutn7eZVrrDyex6Rhs
dkGz6eqav/nhh6s6HV/6aISIfG3qV2OrdQdc0rikADQfukbNcbmNQh4LoFO3Sg8QFLVewyg7dkf4
dxkdmjAEGCBBZ1jHTflJjvwhAZiPw0y9RRzT2Xbi1dU3NYgj5s1ZeJNoxfQ24mCdGI8gUxaYJ4Oo
teRzq+q0KDqocriXE/1Log1MySrQtfEWC17kmUqiVwHYzZp6ppaGpzB2b4u5SD7JBWQjThpGaXgn
x+lJGOZWKLn1qqhlwgjRkHi0coOqcc9tUKFbKju/zlKzLo41uubvgbf/v6z9i+aKNVj313fl1Xpe
5558e/9Slcnrj0va9+/9fgQzPqh0C7CmwXt2dU5hf9yYHM44WwkNTIOhcw5bc1p/HMHWMDNroI3x
FkASN+ffljTC0RDoTeLRxBqZ21m/clvaLo+FH25Me2XEA4lnPcWOqot/CABDb2v0WMLxVOxqcPbq
HGtn7OrvSX3FXvxjGrGBTLuZGajzSevqj4BPDkKM4nVRlHlXxu0XmuEoZnL6G5P5XuF1AjavgTt/
tlqORPTeRoq+LTIN6LV2q83dBuXqhpsWj1BtXlejjL9aZZPhuQULQ/Q3ISelTt1VlX81DKIXdd6F
QQ6n+15Ku7pe4qOaHbo5K+4zMgq4ctj6pQvu6pVGzDHhrmraABTmJnOKXSXS62iSwCaAXmpTBYGU
KcclnhP3AgwPgwZ8HPCjLM6yfMyr9qkplgvj04uG5LxbZuElJektUfpFYs/M+UsjILiGNF9V4tqy
Yv1iww+n1fCAB90vZHjo2/xRAujZdabuU332Rh0ptWVtSxipiNLrrmqYZkb0BHBEHMIWiVnWZyTS
c2FXX8BOf2kcZV9bHDlB0D3boFcLBxg1p0tj20cObMHSvDc0AKbktry5aJVtPo3PbWP4c7Q8NFn9
zmhhOCs51r3KflkK+2gVU7SlT/BLiRqYaiig06zclkl4qkqK1CAzzl5Z5wi7Re5eRdgdUbvLdNvX
yWas38OWSE/9FbD+FpNp9w45Rt1A1pi8pWsuC9+s5UX8YAhT0C3FlJmZss7gqdlYsIK+kB3JPDGm
9l2s5w9xe5dj+GKuFiKs4nG8TybcY7nbPQDpesWxhUsrpdGJiqu05Z9aaHLZuuQ8fAN2r2c5M9OB
pL3qWl1CYVjMzTBLMnoFVcUhej3/VIZ0OlSquM1FEKdZYFSSWF3DYKm2C3qk1VzbTSMnuEkzdaYU
dhPoqoJLtOS0qTZMpKcx/jQz8mG0B4S5Hu0bS4mCKRqck+IoDsP4kgSKMBmBLbqnQ2fkLijMTVEx
oavq4jNImMOoLd0+qzF8Jfjs5uW652DpafqwmxsmaVFPrVaKyi8mm1KmtZS34Pne1/jz9OpzZZfO
BjtXTc6vxJRN2zK/1hCKF93pXuxYgeZtuxGSAsSLfhdOOJjs27TrnkeWAA+7JxJ7f5pDY8dlDuOX
GjfTTh/Ywc3cHzkpHTBhnl1h0Y4sxXxRMDTy4drSp9xrKWhKNn79pHuE+fDT67wDzOxvrOoa5uFL
xXwndGtQlcQbn/tM3+C7DsAKHaAFwBpluHxlxcstkI15z5wzvE7bPdsTjm39cpjLJFDdtvCADL4z
XsO2yPsR2LQDGob7KbJVX+XO1Syl8JLkxRoSHlIR/kXelJbRG9xW1vtNJoG1p+Y074U913v8P+ON
UVg2TPKa4qkONy0Ojfu8FBjosNnF8b6cKGpTW/uruRgXV6+iqyxdXq05tK/i2nL9EOhhFrFiA2H0
RdRuzDHaTkwhQoCikW7s1VQtgxSS8V2/fMv1YXEqOQ2cu2zElWJxi7mTu8ki44DkYCIz9G9NDv7G
xHZXtxZOCPpOcOpST1FoAHH0GtJSTGqm76SXq+/EYY99HN/ghaVPcKbKW59eXbzoQVLkzN4H9Rpl
DfqScqIWG3MJPZmMDi3Uo9GLSsk1q+0gCX8iaJ97jr6QfzccuW9qADS6LnovpYwVuWl8dtLlnI6c
OPpFLT0ipMcpbD4aU7xTF4X0aDrfDYQAAzdTACGnmsefJqey0neOmAjxwtv0qXE8OzmeNHB1G7Sz
5ZOagS4z7E9zUZwmFRhWW5R0CVjFiCNzftGoL8cLco7oxoJ1Pr3B1vMys9pC2/Jotr9gxgELT+mP
31Yw5WV3k/SYh42OBz0IhAd6sQGkLX4tPkW1BskZHelii529KB8nRnt+PC37Rpm8WO1enYYRfDM8
cNzCGTs9EyoaArWZXuZ+uKRJsyGbx3QZruISK+4lskc0MbNUjoojMXaC2Z+GEqMZNZ6BVZblWzWQ
1QxHbBjkiV/hP8W+4y63dgd52dbIGTTaV20w5ClswMpXtv4GOphy0ehpjOb0gpV/+pQ0GeWqqXgu
BWm4agpvxPCgWJF57BGEqD2ek2NYgyinV1neOGN8bxaQntXEjTazG5XrZJN3EQ8F5io3KE2WQiGa
axNIRDV9zi0JjTkqXjAyNITtXsqyBlKa9GLrANaQjOaxl4GYV5OrRKtvmEydkkp8jepm9lUI2l7p
msck5Xp2USZpCR1MYN3DG2dgy0vwvPmKGj9GtqQvVYg3mirbrQv34F5Vp+aWBEyHC54gt0eoPTpk
sjGxn9TKYy7pIu9LyGPrVh+ENCaMdr3SXDOunzjGy0sXZv2NBb/bW6gDvhJh1t6xXVeuoiKxDhyq
1dtodOKvxITzsxQzVqyczO2JCVu3Y8xqf8RKhh9V9It51rpu2RYx3XI13RwHl35Iv1kW47NLnPac
s4ywpcjwm84TV6tBtBRqGy9Y2T9HmNdfCRWZRzw8a4+R6I9dPKnBRE7rzhmoEohKlUSlWubFvtPT
/I66bf3aUZTkmA8OTvESzH/eWvs+kfXWTaA6ekYMoxEquYvtBgXLdHAYEmvGkqV31tEsiu56Zeif
FmN+VejE/pK5GcmHtGgeCJz3BCN5z0OoeKmYx01TpuOtGi0Q/dQifMPTG+KmRSc5NLPEqy4b6gcs
vSsv6hjXJyNru8C0GprlCU0cI+5qnuttK28sPN0XtRMTTqd8a/WvljPRkoolC2CSxHdcxdc4efrr
KXWsLIDM3yQbq23b23FyFRAAki7rXrd22hKT/E2FOV6t8q+nZGHnuxQ3HZUI7q5HNJveixS/KbK5
VQV9noiPcopAi2XNKy6JYYMgPX4e4Shz0tHJc0SzNbAPo42B7olS3Im0Xo4kAZu7pGdLx2HMeska
HVgjT8WO6auy7CJ08BNUbuGX1VVoZ6fQ6bZGuBGsYW73OoCD3vWyeGNC4CuzoNZWnOy5RVHU8wO1
CvIRCyTS+LixnPFTWuQnZSaPK/LxoLdjet33hbWxZWSyJSPbV1vfXliE9kLdhXquo/mq50L07ia2
DAId7BbGFl25SzeAzKtbGzrYqc4XWhG7O1x3voHuGzgd123OKoFZYdyNaf4Ff7Hu95OdP84hcFwg
j/gljIia6rgI+gLJHqjjtqrcE32k5bap9eqa+f6lKpw9itoj1cscWnO3uZ/GMcgGcQvnf9S5CZcQ
74VFfoDuXfXKxJJHjJK+DGe6aRrpqy0OpYx9KB2RIMxXqF9e+Z2hVI+WovoMnX0qjA6UzXpMxbcE
cJNdqCR3AN9ND/F62hLPPhZJ+LQshFnsWipeOoviaE90tmASd2+nqC8CoYc7M1MDPAZPhmibs81U
kqJYHEdeX84fOVR8ZJGmPBtON/nhve58bYTlXkNrjg5Thd9z5GtfldJZB0OsEgng7HaaN62Qb1Gj
LcfefZiy6IxZkiJ10QXu1BHsU3CkJFYQ97Si8JsXsA8o3+meJ5dekIS9YN65G851N/q0lBuVI01R
NWsK9GhLe/SsJkzeyYMRXHTTSyPXxUU+aXGjnA0nu2ByWoJ+NUWk0cViwNM5KyNvuKgyO8NSORqA
GfyFUl6cRtm9uwbQXXmcG04Z4PM3peaubTisj6qcteE974GLjdP0KWubZGeqy0mjzYDdGClZh8uo
lwA44QjjSSnW2lmrPJoDe2/WLoUpbcNNHODWwJ3cAi2P+CsUOBlTKzRca+Kqg8PILOEaWmUBd4J/
piu3sDuTZzwTxrmdG8Ze/8UC339Dsc5A/v2nYt3vevfltZVJ+dv/2rav5dv7//5RHPj+N/xd8XZt
+Fsu4/gVgYXK9odsJ4wPiLFsdRHh3O/a3Hd5QHM+oPG5VBdCURK08qAp/KF4O8h2xNkg5dl4WyBW
/Yo+8DOZZtWEGbTAhEKitISFV+Fn5Sybsk5OyBebedH0fdUUph8bixoYAA3/E3bSN37fDxLht5/l
8pO0VW20TYtX4keVDsMbh/SU3rWUFCHR7QC0QraG901OfTC+kNC9EkCG30Ib3NQ4oIiBf/M8eiif
5k5+TYDN7mW2uBsHbIGnYtwz2/JsZ/TY/iD1/AdiufmzbPLthXGQbYVqkfIDhfgnSVF3OAQPvHkb
hlFPUYaXaxqc/Ow48aVyyWPWOG+b2nkUuaVs7GZPPKXcpdNaWtA5KlMxY2Afy1i6MZzPWdI82G1C
94/EqmQ3nFKYim90bIt0pSkbpnTGdkoGCfZzHYEnN3lfFIE1cjpMmRp0jOyiOiBR2/gjYAffoot+
y3Cc+W56alfjb5J8KULSD/zjmNs14dEKKyv4L76f/x8R7MGem9gpfrhi/oFveMIONfxkyvjbN31X
BbUP3OwuxD0i9zY+ir9NulAFVSQH/hgwnga38CdjBpofSd9vhg3ArMzAvt/22IaQ6ldav0aek/HP
L6n1yH8/3/lc0jbGD54fgnmcQLjj1/3xbszTEKimyEoIrU17R3p0OdJ4GR0ajM8k9bkzq3xDpzrZ
k7lStwPbrifbqr9EVf5pmI2jTskkp2Q3oIVtwaPB/YrAaBCdYuA+LbZxOw0cTPpv2z29e42SadzO
NjtDbZ4htDE6V5rxOkpRfowyfBrtYRMJTqhlV9xSRpHsY4eU2IiiMdcRe+lIuybeCXsEPDeBqXE9
ApOXSvT7djxWjgbQmkxuq8SPUyLf9W87U2yTV6UO12nFmW7CvrM9WPVYmxIOUSIOP2vuCMatuSon
6zzZ2Ufd1lhVi+gUmY2xkUV/0OoiIsWbnUOcLH4v6jvmlMWuBGNEsHDK9+OSX6GR6YdQyU+2XZ0d
2rNtBONLwtyj58BULnCXEGIrf8aXuW2y9DpV5jwYDADsGO9uYP0qR5PteN/O+3Qgt8oYtNy5aRE4
WbezKfpkgN3Bp4mQrXTxJDvVW1qXcA3tMUA1/NTlqD4Zxj01FFdNPbDUV3eqOwdNX+8R4DiBtYdk
Yu9fGwdiPedBNQIn6c8rtmIighsW0DOKlBFIWj/kWchXNvaj2xVES2ltnoFagHGhylYX2s4t2kd9
otWM3PxeAhG7zKaZB6mqBHgCkoB0A+pa9Ja1kx/by65eTypZGeuHmGfm+vw/lHF4D92ZowdpGDrS
DB9TxqakE8azzDZIY8SEAqDEjNUZV/EBH/BeL5t9g6smyZ0t7R27EkcLecEs2URZd6obeuLqELx9
SqpCQWfjkFd91DQ0hqyUEjpB4xNu3nIqfifT0mHAWbtLM47TDWJan9hkEPo3wgTndD2RaYBvvQww
f11kO7Nx+Dr6GVWdHCOojX3aDKkPrOYVE/EndyRL5TTddu7L85IXT0qX3XA4uOZMucm64SEsTOId
ORTxEj2Ro5QOS6NLtV1SQ45IUra+o+l8bvJiB5OJkQ95JV/VytJHwUsgNFXH0Vb3oSbvKD05qIY4
s2geBBwyb5hRK7JeZVNtGhiNFespLO0rDoAoH72405y1dHKszsTNI2C4zZ68N7wRNK55gRFAPQGn
WA4yBUke6DpFUJvRfV1mWxDhgT2Hz+O8RLwU8nPDXKte4jdTV55mCOtHIzKhqJlv1MG9tp08RXr8
Zqv4T5TJetBbO3/rRXLPpIDuJu1sWPPZKBIvm5u9HsGmmOdmM1rJLiUd2Zb1zs6mW1dZ/T6ze67y
6TFu0tuooSm6Mu4bPbqtNeWOgyJGltbTG+BLrigf9BSXY5hpWyZqO6FCHDJz93mFDPWxwcEnfF1I
cPqL0dy2TrWpQ3mR4C+WlKmdmkKownFFHn1AErH2YV19sWV+SJ0ves7GWu2qe6AsR0QLgimccDdt
2w9bp+QhkdEQa0kh9/nYlr4oTNyPdJjSRVFs6+nJUKNTGFUb/Gi8wCBHKMXUH/iAqFZvBzMlYeOi
v3CJhkhs+lVhm/TYNDimNB44jaIcUSS2kBHy64ZOuYNora2o+odm6R71sbgeiNb77dTtskqj0FKV
xYZOXGtHZo0ekTp+BPfEeRgHfOY+s8unErq6DDhvNs6Q7IlaZBtXPLnlY+w8cipcfJKBWxqs540y
GrdDAqGUjORl1eKKSX/C4gRpJNx0zvxWcZIm7wpkfm4ITnRuumcnqQdaLvx1DGxNyZWaTi0XPSFG
fMknvIo048KE6wk+Gty6Xjou7IH0R8sub2yLm61fUu4SndHnHEI/1TtSyX3/ktjWHVWkqKjFXjPE
jW72z4S0+01oIBSHETHeouWxVphX8Wykfr0MX+Bn1xinC8MzqvS2n4ZPRRWtrV6oa23rPLZjCQUP
y/3MPskXVvE6xonhgfu6rRp1W0CZ88juDWus6Hns+agzI6AOZZVwsHQRL0rk3sk4jmp5w6MAUIEy
PotMW+6HKX7qzPIz7Jcz9Is3/OI3UZF/5HF+aEP1kA/uAjMj81Kth5XV7/UeTg+1iweOhdzNCS83
E7ptXs+9x9rBSVSQe2uoNvMJ+R/RZT4rApyUiFHxFnvcABq7zLrzlg8TlA2iAoHbGk+lKOxNLHIZ
hLAhptFkZcLrpUXu1xF06xbIQc9TXus5VCeUTtpiOFdN9GkCuuak+XExi11LJsdjcQOk7tpvOP9O
VV9fJ1hMvGUlvNXDVDM7wBtoR+VzqaXNVrB9TYz5qVCV90GjU9Qd5cGctTs5rz3LwiYbb1N0lF3M
St4U8AgY+dwRvqKi1hmuMLD4kurwjeymE3yeBGqAva9GTGYK5/6gmNy9tJn59DgNR5RNRuL6FzvV
b3g7H3lwtecsq/cZOXZmbwAYMUDe2SNUFEeBOwRn2SeyNfpVP71PkXYPFIRmcmU4Aby4YunIQAkS
Lp9DNWipNStkx9lar7aJMt/mLVLx2DnN1qyyG80xj0Xt3CZVRivs0mOXGZgBLCaRk2SMPncTYcHB
JSFnZm+d7hxjNySmCL/swo6GcBOlzOtg6nmktMqXS0eUcJwD+usSj3L1u6QuPmqAOFjc8/0w0HsI
cpHebdEGjjZcFeu2S/ZnPSf2huKouMa+WpqcYJXxlbBFoLTOaXDi5VDUBfcWwEfTpEbdiCgT6fVe
uyT1iyCz0C+oIQIgWzYcpKVeZdLdxXJsaPTEFGprC4+HbjsW8zafbduPXXmwiO76WrZ8SoTzedbA
4NhR70DpUK9nG0t4vbxUIe+T0FL+6mpiupbylmSvnW7GJ2OeTsyc4Ya5w52BVZI8R7EzakhY6dxx
OZc0lXYcRU2lxpLU9zWlkcWwK8lMg6awXg1jyTcyGS8wI6mtFIiHmQGk0mG+Zg5gZEjuPlpOcZib
8q0ZUEBaN7lgnyQwV4zS52y/F0Y5bjUZmyjU2YOSqGfdCtMdD7I+CAcTdsSUNEFUQWeM1RYNNcrT
bQuYhChNx8PWMs/kLElzdTw1Uu04D20ILip6Hqem3y5zY+wMS8KY1VfYIqn7bWyh51jRqHtV3PgU
DkKkSUk3I1+Wtv6q1SVjQNaCbTfLK55zp8EYzjzJZx6JyYVyoFebFAkqHcgdvI+KDzec5A28TDUC
OyUl4ldGf1+WTlYAevtawDcJcst5lPp8J/rkZVzmi14kOKjTV7u3pdfaBG7gogyBjvXMsyTcrtmF
USSamq1AmDMqKFdPZ2S/10YvAp6LCVz0mQQqBuYm3fdmc2nqUPW6YbxWdANLbmPcyokH879zdyZL
chvLmn6VtrvHMUyBYXE3CWRmZdbA4kxqA6NICfM8Y3+frF+sv6DOPV2JwslsatXdMomUGYcAAhEe
Hu7/oFF0HJsJWQQaJc4ETahXlPcoMhznqbvPdeNMs48acW/8qGxTu7en8f3Clbo1nX2jOEhjmq6H
zgvtp+qAv/QhsqrUx9i9PCACz9ZS7H2G6yCNr9LwxiKdkBSwkfJSYee5GFjMXej1Jh62kTsikKgG
uGIS8TtcDGNrDk5JhoMtrFGSZFyA3Sb5lk79A9RB2muaM/pwhJ4sIFnw8xJqFJHsM4TFHaZ8nN91
/5bVRx0u0H90dfkxCAoYeLRkcmOPHFjnmfPygSpOQA+n/oAYZSUF7u5bff6CGiKXHzT8dhQxP+hB
8zAlxgcIf2+QOHnXFv09azjns44fNEc2PzXxe+sOj52aoK+nTGcjye5mMd6bkXEKgWPthi4h48Ki
eU5IqMyyfx4yG9JHrvyhlzVCLiTDS5WhhJO4b0JB7YQe/P1YlKmnLyzIuc18IODCB2jUeWka3AmF
smjlQgsO/wxgJx8FdLqMUwWOfrEL2lKc63z8nDrgurIw/61X0r1o3BN6k86D6uDRAIu9P6eR9WS6
SbZn9nbEokOYJo+08uiwunv0xL6U9kTUUav+BNWyu0P/awDupPZ0Ml0Y0WokTpEgXKOp19/NPT1+
JCiz8xx16r4LsvFsNMV5EdPHoEZM2KAyXcfut6EncW1xpd/PbuvbtjhXPV1m+IrKIe7xGsUAa94J
zNFRtWOptp17nujaHRDIw5tsnL+0WaVzNRbPEUJ8/dwmtLJ1bqGUj40ufwA7Ld2W7uPAMfZBialX
ZaXfjIrdaJa246GjdpgatM9ogJMGDqgyGUWDwAHYBSXBhLRusucBkqkXIzHnaWMd46+Z/K7p0XKP
ntc5FxDsh5qQOBnKEd/I5qjiNOIFFtdRlDWfYIg+R5H41gm8QMBvP3UKotl1Ux4kww/xABBvwO7Q
zEgX58kki91B1DyqJstCqfeqg8eXhjgHbgBAbCIq44nA193iMmMNiMnm8Ue263cqeW9ArHC/aGDC
OnPzw63iylOW6L1VfJ+N7LNlNPmhMfKDSW7NDRZlqFkyvDuIbYc0XbTfIg3BZSeqYKnDJmYh4kyM
VkT2oLvaNw39LC/Q+FOYaqvUXaL3ney3As5aaI06Pmg81YfnzQXCpUWXaJD9Yr+yHgD6fEmitzmJ
YJdpMAs1gfV48WHpJHsdi1UIITsDGI4mzUbj4YdT7pcZAMxACmKgB9w9VzjEoIuz01D0u4uG9J1l
vMFgGAEEKWak242fz+2pqiC+lsglqrS0FEcc4qAFlB9Z965KO17Tmy9FiB4dFQKCYm/Newv9Z050
822nfpnGOjjplYmNFIa8uXGyir7bmU79eRoApgf18qm2IWEZ82NA9A7G+QmkYHMIbOONDqodVb8j
wjo0Qsa3RRogGtLFTygw3yPW+Ags9LEjBYus4iPUkg8Q/9+7aflJG7W7NkKuT2gtbHAccKP5A2UE
GJ1u+4y5nEZmgrZRqY+QffWvQdlpO3TCGy67/ZckeQJX8bHJcRANoza90635R7PQJm25mppkYMEo
r/G0stKq73eqiDQPl2jdE9XkZfi0cDEuzoObjMCHXGA07OOdEcRn9JR2SvDd0D+PBMRhqd/Gwxwd
hzD7cp9b7iOwmsdh0M7qBFJJHYI3UTNkJ2T8zgXjNPlseIij/tHa9UOlOoBE8qMiG5OqoK2EAgjK
2zvSzC9L/q2mxVx9o8juIa9XIPswHLqKnARsh9e3MQepFpzyDoxRjzR4UL6b+n6BxgNdCBrm+9mw
lXt17Dv0Z/DgqoeBXN9Wn2bb/ICgO+0eWi85v2GHuaN2J7WpYEZnRvlDLMhz4on1JCu+i06br2+q
O9XSnqrW9bRguEMR6APgoeZQzN9EIr7ZtW2f0unPJJtOCZWEvFClguTyJNBc7Uvlh8YTfTbVZKeq
zpeiXsq7vkt/lAFv4Qzz8DTDB9mB8vV0K0JkuUYNr4sTfZ9J6l/lBlgipTnWvxHVOmSxFMsyvbHs
laNGnc+gp+ah6A0hp4j1PxspGDF1Ejmnd8FRRzvrcRCOchbYld1bnaHtJ40yAPrkqW8GSAq0vXj/
65Xm/z/ZFDZGl5J651D5RbTVMK/Xmf/nf2WSVAFCnJ/al22mzb/oX7VnTVNxXkE8TjrLyO7RP0mB
LihyyIJ4f+DJYgKB/Rci1VIlKRDvDngZ2iUvVbj/cCgYSwtLQ1jwWo1faTnJltL/bgMB1RYO5W/G
B/9qu/iKXhaezQbVtnhA0gMSM1pgSBFQObDOddIMFAus6UYnZ2s46tzMtI22MV5nl8N1FoL8wo0W
LMW1aF+VnKhDB5SpAU1BAU63b7S5ZN18/XqSimnAu8R7YW3ekba4E9WCI8tW+GEcte5RzFn/rGY0
rOe2zYDtlXN3cqMsPLhce+9e9CG2Olcb47t4Ppg2T2Db9gqIn+YA250q58iMKutUqzDEi0Rkx+uj
rLoH8iPqKm6mpmXTjXRfjdIAytIHjY9YjQUwmLaEsYHIa67G819dp39LIt2YUPIshyVDiskClY/y
AtzfVGhkGdW8+KkJwK1zFUSxRe2Si5TZHabemofDiNh3o7IAQBrLG2+qbb0q4E5dp08CWcJdc4Jc
kBo4D7GAsAfYWxGaVnWPG5ibOMrzBIjco4h6qKrGxZKVzNqCqnZigRR3balkb1h7MYgGythKENz0
+tiaHMggtJE1Wqqv2pSmU6LuIKij1Uu9DF5iZRrgGQdNm7SXfJ5I5M2xbnoQpGpdJY85ejskKiXi
S2g51NF7hFqNnozfTJGeLqPECweIusiJO+jbuwjSv0HyK/mOJEt8a6fInbfaKWhxaLZmUa2GwCXf
7cWHxWa+K6oAoxlF43Iw1nZ1DIFHUrUZMNUk96pjO/CRm5pu+M5shAQGFhocVyzIWMSXA5dQIPFB
NRYf/Yz+YHdYOdbDiPHDMP1Qh/avs+zfrt9X64d3w+ZG1+ixmfwjn+bFa6LpBLMRNXW/5lUO5Fnx
W656GHzUVeVd35XywS9mVA5lAhigkY/3sljFOtSP21prQUuXVXksAgc08lDnN96H9uSrQXRoCaqU
FHChN1y+D7qCptVEgemjBh7sZq2r9zjJ/uAaFYMfbBYPqaVfs+HkzODFWOboGfCC8J9WYypaj09Q
kwh/KIPxeSyy+nEwgwir0Cb0nUJrP1yfyJ9/4XomydbBYLg2zpJrImCe9pNZWwwY5yjaZPRCQIKG
sa+ZTux3c/q1xY32vrfq7n1ORLjL6VztUVhNb0Tz7Qdh8YAhwT2I3u/lbHP1zecJSLmP1NZyR52i
fgwzruIjwmC7nOYkXVsFIE+L4jDX4PrUpCO+wQOn6vUpef3ZaYqDO6Hi4IDhkISVl8vYqqoqqvNU
+FUNVMxC0OlYYq3omNCOwT1WO3Da4a3Y+ypEWAyKroZkyOi2I4UKLgYtDFo8NLJ9XaHTgo2SN2UA
xFV6up6VJciO4eCAOY98BifcqznAslSY7sGIltaz0DO+G0Y87QEMI2lcN/fUFAwfGll3Y8FszA4w
HssxLSh4AGpWh1Rfm4WlwMDxUfh9Z1nZ8jY0gvxdVllfyy6moFtnTnRjzFexH2aRyUn8c3J0tuTl
5JhWHAaOqqENldb1PaBZXARhdvolUfUD8mDfS0VKIAEGOYRmmd+INT8TmcstwvAy0rAmDIuK/+Xw
ll5GUF4dJldtbabZqT9iNohudm6afpsZ/SHOFPR5MSPwA73M/S4xy+OsopfJ9UPsxdTqsE9yBG5H
TvK0rPq95dJJoI6f+9cX7+ZU2RC+iI0Wn2i1jua5rKj1LPB6IWrt8lFpuEFTnEWXuwJ9E5/q0PFy
aJrkiun99bFfx3/mCVNKkk9dkL6sgnJLF0fvaoulATx07xhkSX0xJHuFy9/1kTZ2y8VIqwPVjt0Y
AUgWBFzt/ikNEHYl6WzOVUvZOMRx6hBy5H6YRGXcmN+t5c8hB44EGRymd7UU6xKyfr30qg/SstvX
TaX50YSUWqhp0RG/TZDu+mLeWIFbH/XloKuJdUfL7dDfxKrBMfKjZlb2XREU3xfVfLYoKNM3ohYK
nce+X6LqV1MI9h5miir3K2A52trasu/tNkkD9ntZgRGrCS0PQuoOpIU5HApk1f7GIhKgfoDPYWtP
LLzcbHRFELBEIdg3c9T7YJ+mxyC1frdhBd+4v2ycOLyavB7itEoOsQ70imIu6BhS+SnyvPPjNBz8
ohhoD7X0A90ZeHJtlTYohaHwJ0WqLbr0sgs10m/MsSYjyDrCCCiVFsDJn6zny5cGmUe/OMKLA0na
ZmcMtCQwyoBNU6TZ3i4r543SD5UHSsfcLwXlfXrRwFXmNnpjpGCWqF9M55Kr8un6Plsx6WU6AgMU
oQDIlTCouclePlg09yaaZQbGNYIOeASupXGqt+CMdCQVkVaP53w8RTramrYI0EVqICy6DSGw0Ixx
f/1hXiWz8llsAWBNk8m0sUovjaxpUFvpNR+R28Drsb4+BEvY7GiKQYisrOTj9fG2tvrL8Vbv3i2J
WpvNqPl6BlcoLCqTWmwV3yWzYr91yKSeRpd+4PVBt7Y6sR/FCApcxqtLNXKDkW0Pmubjmcj1C5WX
OyufH5XORV9NzeJ9IeB09A0udwi8pcfro2tbc4wcOh05++dVdHXUOfHC/Q3VCh/RfetEulg9aKpi
HcwRLLUSZJTVaL0jq8K9C3JRAzMqmJ74bQvyPi4NTaNCc7vKrJPVmhU9d/T1rj/i1hOCLoZqTHhg
068uqYg9WG2WGmxaLRV/DG6mepmddV4NUO4wow17Y9W9PmpAuQmyM5JxJMYseei9uNSMFLfm1LI1
H7od2BUaONAJigkDPzgaeq09AsvxslYLP11/z9chgXFleiCAQqqv6g5moFtUPwMNA1Y9fhdKM5fB
Qeb2+iivlxujgN00DdjTBKD1bKJoLsxAaH5P8H92IGl5rtGnXoSZ+ClI4QxDlslhTgQ/nMlxbsT6
199Sjk7CT3ZnSKj05dwirZmPpcrcukoEucQW0lrLCT9mYPf8sE6UGxF/61sCWqdIQjkHxWJApy+/
JTJHjZnm8Kld2vCcZch2iqWg557lCRcemJyoYoKDGmEzX5/nra9JEVJeK6jNUay8HNkI9CZPIkZW
C3N8DMnf/BbBzRujyLV4eYywaTWV6yMbhP8xLkfp6aQ5NFV5Py4Le2w8QF7Vc0/711n86y+0PZQt
5ftkZrDOg9AbigOAmnwwnN18LYeRh8pw5/flr9c1OaJJJgU3MRJLfX01apGwjcwMlu+A5thhzNLf
oyEIaWx31MJmmIt/481c0nzqJZSepS/7y0WyWMHSYUgFniFpE6+tuYzqLjxoPeWH60NtZCC6ykhS
TYSKG/eqy7F0pao5QkoIxqPa+4NTOR4KeflBQboTKNsE5hiRUD9Bb/SzMuqGX+UT6NSmETeeZCsO
WAJhRwDZFP/W6xOdHiztBAbF6O6nhzEohz2hfPTxuvo2j/mECptrP8+iHg9dpKj5jY0pN/p64eIW
gUYklzvqVatjB2ctY6D+oPlj7gx3ZeFKiN8uS9THJLfTuxxLzhthfWtD0jHAU4ZMHqyzDE0vwvpS
u/bA7VHz26bp7mw0++Aw1unh+gfeei+a5ZBeBJVyipeXozhzSgMpYJR+juOToU5oH2dB7+V98VZI
viKCYdGNudwKciTOcGngn1PYWY0ZWxr448CUBwcGoUqpIEOvR8MRjb3mLS2JYUd7QD1atePcGHkr
nJOhydNE5QK6/op1ZPQmgrq6n1QACEog3vt81AqgqWW0H8Li1vbZikGSdUBnxTTJt1bHx9hNiTkq
zK6BvN7eyHv61aLAotBmR13/kD/j2WqFcksgAwDOTolmvV6MQNUBQsbs1FaZHquuBsohtdKbGDBx
HeEIB5wpmwvMnDUX1JvqPjQ6LqFOhTC2gJXHxQbR0HA0dxFHHtriaPku6IMYy5TcjWS0RzUrLR+v
oo9qEELMp9P8UQd9cB9XXXoQHZLAheqMxwBRBgQMXToELRUiZZ7HU5xE9gnL2uYeoyzArTa4vtDQ
+hvLWdtYz5wqOjKX+DgTLFbVyTTO1SqMdK4DkCcfcnfuvQVwHLVDqz7hCdz47tJ2BzTpzEMAZvUw
tCE+K0kKyLita9SokTlEUL/xhmYo7us56vcRsLUbz7mxMC4ecxXCQRDq6TKxBaIxT32r0tu3lGBK
hgqXG3FkY80zlJS3ZU5khehyhwdS/aOquCCNrNMz7MUP6CPiW0jLbI8AN9Zr1xfi5ngOXDiN+xj/
rr4AVrPg4GXC5vZD8JaufHfX4td5aPrcOJj1mN54v82pROmKvguJiyopPC/jpBJi7NRZioyTWviY
zBmIGCrJ+wGS+Y095sjItN5jxC1CiOTp6CjcXY5lJqOSyNpK3uQdGucBtNloMZR3kwAm5pXYVD6n
k20/u536Dp8WTErTNMaTSXGf4gyx6EpDJaHW/0j6VntsJhf+dN6aIACiKstZkUiGG+eqmjD8CMqI
cljVIQahNr4yIdbujbY2oXmfT7RmgqAahTdZwYD2i1IshVfXlf0JijyWvHUUiHOg1CidaEruQHFY
2vF5wpz07GZFvtAZM/r3tU2JZEeZFJlgcnAJi8miN1mGb/IuC3Xrm8iMCQlVYWA8MYoywxjYLgpx
iGz0XlDB0ACaCiRAgSvaKXryQZaixVD2NCQgah9r9LM/mzqVLukpOX/JcZ8cdkSv5lDhjKJ7jtLp
n3MuN9nBHUXTEyer1oAPnHS/jYDv36uz0A4juE0cVrTMfKqQwvzqIh//DnVNxOOx79xT+wF5WmjT
XHidZSARgE9j+yMUfZztqM0HqkcriEDQcsc4QtsBs3l9yW8FHa5AEES5EdMYXSUHCxmD3dc4A1BW
be7SwvpSZ328N/oadD+8rt1AK/rGmLrcR+u1KGsekjMKKdJYhZAc0kpdaQEudCiTA6oapHMluF34
mv2oaV9SbkmmB7STrjPs4+QpMgwQyUrLjRQz+B4vvjBGbh9TclN9WiY0gnTsDb5iz+2+hVeCB1vA
afB7rbT2xwmPyB+9MTfWjbRua/eS3RAsbNKPn+LcL3evSApU2k2mDtOg5WQ06GwYbTTv8SWrb+ze
ra8k45FOMkXNbD1hqLsGjj500r+BQFhUaotEB2ayk3DeCLNTHpaFxXZ9ZbzuWCPczL0ANBdAC/VV
z0iXZkg9BFW/dVPbN9xO3Kt5pN9Bo3uAztojPwGtC/xUfXDnUNs3xux6AB/FGUhd4eHRM+7d3OBX
m9D+eP3htiZEcIOQ6AhZTFlFMyzGJh0Sg+oHYV4COW8yj6K95ZUdwqwJhrYPQ2Lf+N4bhUSdFJoC
Dcxjaqg/yb4v0tqxx/HJHlrNLwDdJjA5yukJ8OUnNFvSL7k0PtlV+IB8FE7YR3BApvAjDrDTp3nO
g/djDSYWWeoQUwl61LcebuPoQl8TorcuKDYYPxW0Xzwb0LaqLfKJ0hZGHwc7nn9rq970JkfFgaUV
+vGX51/X6RiZJm1Nepvy+7wYjs2uBRA2mYpWBRxuTzXQfWy+rCCyntPURqygYCtcH3Rjw5Ec2rbB
auS6b6+O52ZxhrpASIbeYRxSli1bb7FcwMWgx28MtVGb5VNTyAD1RNINNOLyBQG8Is0d84JAXzIg
b8AMMd6QzsYgHA1FD3y7RG/OHReub7lzD9ulOCj1nPxmt7DQr7/4xgXy59WN2xvIZV2SgF/OdtKO
uHuIjJSrcGu2I6SdIY+WMzZ92HSqYwFBA7QpoD0QrSK5VTbdigS0zVE0oCnDI6wnY7QToXcRdVMD
3s2PHKuN94u5iPs2GFNYnMJ4m3YOFewUQqfjpP37aqnoF2H6hIoNRuVVV+DnFVvcW1p1vhGntlY+
eghUK+Wt7FWYWvBig3tDdUvJa+1Yqcmj2UxHHduocxZyUlz/FGspeor2Osg3ja1GpZxTc7UI4ayi
LDxTMJnaoPJpyOG7Xi31EfMbVNliY/T1Aue/xOw+NQq4x9YcbjQ05NdenZ4UThBc0alucFNY7T1d
QCWGFaD7odzc8YgcOi59+t31F91YcwYHDbFfAP/iJLhcc5adDVqbjXg4ZJb2tpz1Ge4KTLJs6KYD
sK7CT9WhORVmHJ76esxunHhbw2sGPXYSEMh7a7gWvaAoGyDF+MtAtS1Y0Bsu1JJqTZCnB3PIhF+q
fYhIGlpXWra0N4bfWvIGb889zKBBx+3j8vWjLLXVuKcEFwNIxskqs+57dXD92dHyQzc4850sxFNn
nBwEWBGYoJaUYQDARTIZLalPmwGJjcU7pxqrGw+3cfhxYdDpglC7Vm2xWoKxiwt0GRq6P9twUKJF
154bTvETqmcsRgM2woxh7Y0YtDWozNhAH7kcgOuaJJJNoJ0sPD3Ced83Tfpk9MVyiG0Y9hh32/dz
d2OZa8bGOie7tREsJvWRCqaXUQ8nX2iBjIhBHeRaAPUHHeg8ZSzEfyI7MmQHsd/pUBiOCwI4kpUy
fUjd5lsmEeMKRoQ3Jn4j1NA1kvVEKVCsrWsiGSr3fVkjtmtMcfNesa3+iN3ax7ZqrCPm1s2NWCNf
cL3RacvJHiHIL2bhcgJSLKACIysMP9YEhN5KcCPqSbkst3f+xtclsHF/ARfFFXGVT1VJJ7KuRqsA
fmfqqfMy7poeP9i0VN6kalYBPEEN4HqE2Qyl4IAp/HAftfnp8v0EmzwL3czw6Up39+i50oWJusQb
MTKFDS4t/UZUA5NGofSdYwJdwU+4cXpsbnQLRWx2ubQwWbe8ysaMm1QL+KapEZzqDGqk0YN2aNwS
xcoahsMkavQUqczCcoFpd1iAre3CrmigkyBcoSY4OI2GXcOc4rmvz9HWruNYQ6WHNUckWm31pKix
jMLt21+qsT50i1j8KcerUtVymCNSMHdxv/6NIcFnSTQOXaO1vnuixeU0mROBf4m6p0IbM7K6BjxN
COedKZyjXYcZ840X3dpaEvIBKIEiILHtci102cJVCv6QD8U33VuN8T12ytB3RazcI3rn3gou5sbe
osv9U1GJg9Rc9eYMYeO9mOKryFs6Jy2l8GAlWnoInLI6Bkb1R2yl0zlFiPdNlZbtKciJQdXgFI9o
fABphYJLMjqers/91o5n+6HMTpOJm/fqc4tq7Auu36a/AIVEIhBQWpvhiGzjX3x9pK2FRToJdNWm
Ru/+bJ68SOBDt43jGASgXyuh/WCbWUoRebGPnYn3Wg1/9z404l/H93B9QuqWbwzii4bT5UdOABfH
If45PvS+cT9PCCfjeHLg6XTAGeUHgE8frr/m1oSCpkMnhRIiOvWrzzzh05gUTQK4ILQzb6xNfFNa
3ALTFpfV60NtINmAA9MiBIJMqwWw5eXbxUYUCq0ZDQpnqvGbFaKNIFT3vk/C3nOrnriWu/E+4kp4
RNBC9yaq0w9FMasHR/QdqxwhZ3D21akij8Z9BjeaYqD4PZfRjci7lVyRvwLsd8GgoDl++aTcQcMU
xS6EHJTZ3ul1+K3oteYcNQhDBUOannuxDDutjJBJ1ql1XZ+ojR4KXQxuMUj8y+N9tQoQwC36sETw
I3Tm4ZB1JZCLVh0gTrXVkbMJOlqO9rAzzX9jd7mkLixBik6cqZevHY2U1USQMXCEhGKjOiFkYaQt
uKd0f2co1DNpOxoq2mgy3L3YXmZpwOSrWeltUDSeow6oNUb6vHdq5PWuT+dPnPk6TaBeycqjGAWd
YjVW5GSVpk8ULksjaZ80mHRA3rG2chXt98gp6scpcpNzPdXf6djpJE0CFZHFnY7ZooNW7PdqqahH
t21h8RbojSG5iUp3oyI27aigjrLxPuRYPIZWrsI5D0a0nWvzxltsxSMU5uX1lqAEJO5ywmb8Cxc8
u0zZw58OEbI7iMeZ9bm268brwxZL5gmdn+tTt5WBAH11qCpQxJMR4nJUQ5n7tGhHpq7u4/uUyLXL
A0Aok13GftPh2GJk5qc+t8JjWXbZ/VCiZnnjGWRYWH0+ohPoP4cWNWnQajPiFTH0SKOYPowPBOtx
bMTYq3R2gxihNLXu8myZ6CZjNt/vbC11IFUEiY8VuHEjFdqIlS8fZF1CimjsBanNmq0UBDI08Nlv
Ksf+Gk9Q/W+8s5zXV+8spPIgPT9ee7UTqWbj3x7opq+FA9jiDuhBJaY/02J0DlZadkcksXpPzbGO
Niy8midM6G7s0K0Kj6xp0O2x6MCgVHL57ct8JqNLNdN3m3G+qwcz9EYdK7eC038nhgE9MfKg/UgN
9JQZOKxXCLV53EegSOazeWPy5WivZoRoTAIl8dDmKii6kY3bW8jTIOJT3C0asWmZS+UReLqys2M4
0Nc/wdbHJvLLPhdkA0TkLt++jifUKAC8+xk9DpS/lfSURC5HZGPc6tNvDkUPT7bydNNZ1wrbEE+j
UW9MH+kEAoiICLtiwByvVm591I2s7ifr8L+HWmWRxZjNNJ9YwknpRjs8MtW93iJBcn3utm6mKKeh
uyfBM1B/5WO8iO62E9gtkjJIVhVz982i5uQBGEp3LSD7UzukREgNnSUVz7Gjg0wJDCjKwHEPfrPt
Mmn9h2jDjWfaCiPUaiDS0UrHEWt1mcLGu60nebhZ9KSAX4ENjIyKCoXe1AfdypvvcTCbyAEXy+MI
secUNW10TEYcE68/ydZKptQOvQOoAreWVUwVM2CcpmQlR0kFbzuvk0ejrywv4mjn+EjFrVRe39g6
IFY1jllZBlx3bStDBKKeoCthOm8a8M1EMf0WKqM49rCUaQlIa8RapM4+DpP6cWwi9xBPbfopasbo
zd94eerhgMT4CK/OYvR2sOMoWxbggr+OG1jLsc3q2q9buzzgJd1nN7771uaiOkZDgmogZ8BqHyvz
UFZoTBq+aoThOc+K0Yc32nh2XN86LX8my+sYhQ0nwYmdQ9SQz/Jy2ZtLOCpaA3qQ4u9ehVNE77ed
9lEmmt1QhK1vlZSm8YBwfSRZdA/5Uc0D4K4cGkVFo7Qdwz2GiriMdFV1Qvctf3BMKIRYYs8H6e7s
031HkcXUi7sxEjN2FSMaD2ZWHmuRR14xGc4hUuz6TQYZ8RDFhQ4oxb5VX9tIULmBSnK17IvCVr58
z8VE6K7H8wGLjjz2MUVwfT2KrCPyZ40UyaK6nEbzqemX7kZk2do75MQwTTFpxwNlNTKkJNdpTMSE
esduj6iPtM+hpUidpSTglqCqN5br1puC1LRVg04apl+roGFU6iIiwMSQfXoUdobGQDInegAF051a
c0yf+gale6Q2m6df3ycvB14F6nSw7Fg30fqPWnv29HhCpq1E9F2AGsNiwbDuro8nk6j10pVlNP5D
/dReX3cjkdAdU0FaAPxN/3RE4ZyRuCEzX2bUvpC3f8xZTV5c2+FhTNxb4K2tuyFYOEr2AlFY2NSr
raM0jZIjL6z5S9K7OzUo468B6fC5zNzpFBUO3hytjs3XZAaH0ez0uxquxLcABf5dm7vhQRVDL/XK
bXQ80FvE+jm8CzlZ7oY4LW7M1QZOHd8ozaKZYlP751Jwuf4TLWH5z7VOFUJP7qyh+GFMNXcXW7TH
WiLPK9sZd8GMzCfyZ/rB6WhBQKNWH1rdanYj2l2PY10ZT2qIiPpA6vv++tfcgnbyhNwgaQbyoOti
tNYqtYa4ou4XeNkiXY5p6b7McUjDDOEwNtWC6mztfM7C1DoYCsVgUsDsjRpEzf76k2ytK5idLuVp
MoFX5GORdlo3SX0uU+MmjVBZioV6ap6cJQjPVm9Zx34wvy6dqh5i/NXTvxH9Xwy/RpjnkWjm0AU4
N02t+TGgcACDhYoWujDqx+tvugXSkzd2cgwIIvz51ZaNhwQLzagEjJWGuj/qM7YCowqz2hTlqYem
8i509PYBHbaC9COZj6FaRKfKWVJvKgLxjrT+B7LU71m/5hl8poAGMZn35hg1DzSBMLHILBDxCQ7g
uWm0O31Muwe8ZLWviN86/qIOSNiVUlBfpOVxcgdAOnpYPAS0Rg8oIjgHtOuNB0Ef+ix6vT70md7v
dQ3Vp+szoW8lHLw/FVJ2rOxRXe4PpsEstB5oJEdW/zaKIPRCmbPBGYeBhwSB8TBUvX3W87l+TIal
OiBaNN4vMYa7+GUtb0o7Gfb0l8qdUdu23yPR8qkeLf1N2FfF0bCSQkPKdf5jSS19Lwb7VmdF7t91
MITjockshfN8zTKlMjRqeo58Zxfw6HMeNUegy+mRnkdz44DZuNZzpSfsIr0gofOrUIIvwOD0A220
OU/TgwY6ZKckff5UVUm5w+Ch8Gc4uY/XP9Dm+xEcgOdKaIJ0zXyZp0yqk8M3oE0j7Kw/GIPIP42j
/U0DHXbjIrs1Ei1g+U1NE57FaiQtt7nSKIzUNKhTqpZ5DtxBf05t41ZmsDkS2S11RZo0YAYv3wnC
RQ0Xl5g8dll10vMCEapBC/a6PSo31vfmUPhB/tSCQLR/lcAvNcUzcHN8M7MEbYdz+MFuSYTiyKlv
5O4by4PclSYrHSdB4rPKd/JZUHMMaL40bdidMMMLj0IrGw/wK/zqlI7qrNzsdW28n0CBg5oLmx8w
9+r25ppt6BSVq/vW6Lj7KjQzUEti2iH2e6vQulWbQ26EFp70etQ4Ty8/W4uSiBvMtDUGtymOswWG
MgY4slcxnHlUYqPBQc0EOKI0eMdERb2LHKlH4CBiDQmlPWKlQknWDUEvIrnhM4A4YCXmPNhDqL4r
9UQHCW2Uf1R6R8EAd6NjOpThMW6r367vqa2kgIOWRhT9T/oF65KNhqnbXzALSEXlXQyJYVcpbfjQ
ZMilDwHm5To2RTu7Rd+yTmcElCc1fTBRVvSCCkKQOiadjw2W8dgOBSKsrlV+uv6IG99VwvC4dQp6
iVBaLucaLeJkVEvWbV9GyjmKkP4yKZ/cpRGafdeHkktkFUEvhpInxIubEAU7TfJ2AaxjpLg3bemy
FKnBjeiykVywbug4S7UKgdrz5SjZiI1VR8EU0AO6XKGdDscWIXYAQEjYxfjhYOFXJO/cArNz4Lf5
jc25NZ+yFIsALVAvOoGXw6v9zLqeETqYmiZmUuMELd/uuzI27fH6dG6ORHLOVYvuFwz3y5G0zgBF
IiE8URmW75FBHI9NH1HGNozxry/3S060V92i/y80k5G3iX9vMLv71vz+7UfZvlT1kn/iLxEvBdWt
n+hNeBWuTolE1kH/afjML8nesoQLUv+kIccX/m/nGOMf9GIJj7TmCSr8ln9ZSGgY1ZLoOhBEBdpQ
JAW/IuO1SqaE4KEg8MA9owQOG9FdJVNF4rbYGpqKlwjtgQQi7GBkhfF+SUUglRxyZPyVAK4GtOx4
iT0oIkjag/SlJZ1bOl2rbm7/pF/VI7SZZuMfg4KC0dKUZriPhE0VBKm58YcWOEhZtpX1sRRF8tig
rWH8tYp/aWn9H6rN/T9rQi7Xwb9fisfmjz8KKTH3ci3KP/LPtahp2IjDdncdPiRFhxdr0db/ATUa
ZhO7nxsN+hr/WouO8Q/OUNkqcBAeoVXPL7Vl30X/+R+sYFa0xqkEpxt00i+ZHF+GW5IBOuHg6WQu
B4xWs1Z5QWl1M+3dZHysp76G59k7U4p6IUbZVJj0NjQ4dvHWRg4Fx6/RCU4jJmH1p8AZ8upGeWQF
NZbPQo2AMoUO/Qrgx1pbimM+aWWG+8gVx9ITBCHVqDsjOD0qH7vcrqxHpAlasvexSygqHsMZG4nP
ONE5aAQ7MWiNLk/Lk+K4uC+7Q2w4b1uliJfTi8/7/NeJ9z+KPn8u46Jr//M/Xk2ZA7XZkr1cKGLQ
SFd3wmFS7WASRvao6GqG1YXbw9/CF80YP9PljWc/16i5HscG39ndoFlRA8WLTv/nX38MgPF8ObJV
Jmz15Yy5LlE3yrLHPES5+vfGGHBI1408SXcGqgb2oYfOZmFsi/2Re5+oQ9adw24qnd+vP8eqnyi1
pRAZAq1II48iKUDQy4MsSLr/xdyZ7daNZOn6VQp9zwTnAeiuiz1rHizLtm4IqSxzDI5BMsinP19I
qm5rp9PqPDgXByiUU7b2JhmMWLFirX/I6YBM0alAZCi1Tv1aFnLly0FE5lmTJYt9J7NiQrqmnQ0o
Z1VaNCe5zZFXxZU5f5A//Op2XhyydKOCPvQxJVsRTeMpd4LTRthBdTMkTjqj6atdLvH+JPC6u2Th
OK8bFHBD1MYbXUgWK6tAjP6m7hGTPfx+hKgUMAT/kzoBHkZdgimj2zSsZhbc0RDZnXKQdsj3c9Ni
43WFddgCeS2aDKU5bG6X1PT7jGga8T51RjcYTwrhL/g8zEteXfkclOW3SQZt8Zg7fZv/SN1xQkHM
GtK5xwExK2sVrg1TJWZ+MBuZqGFPfoX1woHSs1juVaXq/IcTNEZ5l5j14n3LW9zF8eN1Rv8T9gwI
33EDZjuHa0sMuY3DzDLGMU6HTVIt987MFUBCFaVriG2/5FEcbUVedyZAqULytYiyd7kh1xlVDX5l
ErXZ4lVeDm0Z7THzLPj4PHdgpmkTFPrSsUd1IESCrI37cCMChCYRBJbhMJDoRWXNs6aiAnnZpGHC
L8LNRPQcylHS99k+yQ1YcitCWuWrWzEG/qQ2DZCK+WEQqMB/sepktvD582XOh+Hm8vNWmX6L4XM8
GkaObRrWcwKga1m5aLqmdstjiLaCB7QB+Vb0+corYkZuM4yR/rem8Hv/svOyVP+dbw2WdwiFiPDk
KVy5UEYNGGxVXhnC93EBwVYgsc193kpUlE4a343jHM9PKK2efj8ZaghnEzt71V2b1ugn9eXb3dLH
IEbulgVry2CXqwEv9ZVf9xNZwIIpzHIfzx2pDaXc1DKweK+8nkAd04LikZlG5VSf4RPPfPFAzqJ3
H3t23yBiNORWMpxa9eAw8VJkURh65eQmY24abs7Apjg6DptIdYhQv0ATqdMsSV88VoXf5D+0ozbv
qbFn/bqQyEh56UUvoJFv4ooWHCpirz/VM4d17wAtQ/D0vt1G9b2N0grw4N4pl/uxqTp5Gflx8sMn
Vvaf0RSYmsdsrEx13lhK4N8uu3aAMoVPZYqWeDZFKe9yKLDilmsQHiDrwOlVwaPbeq1xY83ZyGNR
t9VvqwPmUFAAqUzvMzkT2tPY847TZoCkMdz7aLBwy+XrvaZuNdePQR1XWKl0edFPzU1jT0YR7aVh
Wj1K9MNSN+gSIM3EqpAAsZnCrkwmHjgMk9a/jPBxjZwTe5qjylgXE2Dl6NR0q0iWF3YdxY62dO36
eSVEWdZghy0fi/IxDqb+evTy0QdwmZkS8ewEsLM6b0dDIoHf18SKfNNigjnuk85ziAopuNnIW6Pe
F3h3Eyb3qFZ3FkYqmayJQEh5y0LhP2EvtfOw1Ia+5Zy15GQbVftLsazzZpzEAI+75hl3QZvVLC2w
ZN54C/I1mbDY8NpiuW9QvWKsMerKl3twOPrXsPfiPe9IR2uruQ6tbGEKllTT+EuLQ03jcFCThW9c
llhfZbdLE3eMUlYBWTvkcSKZbIEHBiXbe/Go/yhGVTGcPSYd+Y/XVebQmOFDblcWrFt7ifIRAoaD
m1C0CrA7Kh4H9C+4Ty/NZtYKIUa/9MwFtklYqzvmat7lTv7VMmJsm6IFB4+HkdDndLB46UEccldl
8W012lqEsPD1fC4b2HvPpkKHlHmUJHpdKK8hdiZk9BD2skL6o43S9zgx06YEs/v1kPuFcxOhwpvd
N/ZgFnurxVstXKFTayGB6Dr1nH8iAo7RrTU7C/8SFM4Cmyota7s+j1trxhbj7T1B4WZ/WvHbJqFd
qDEYb18fOEvR8xvhlFhTdDHMsiUhKt1m+FeAQ/DwBY+kDOUTz5nIlEBQVspchW1NaXprTc3QbDEY
9ozvdWe1xoXVdVWBNX0whN2N7CNKBn6j/NRcpcYAl6cfFuOskEMyppuwzB1xGBPyiEvsmyw29zgu
ZL7tSsOY8OVosji5xz3G5oaxxst5K69Lwok9XpQcGh2/GT+MuVZWZSfqc7YENUKeC6WwGiPLudPr
aJLDMp+1USv5Ia4TA4n5IQn0VhmOoTWfyQDc8iOARD0NEZZovRPsyzwQdejDiuhWtm7PR9OEtkN3
KHOvYkpMU4zC+Ep4kj71Oq6yHOsR2S3S3y0+lKdzZxiz7JwJWyEBCeDKWllWGaDNzTQJw9MAIAML
2p1y0mA6+pmOcU0vbbY5h73IMDbYgfdluH7b2LBb8NS4Txunpz0svc5Kr0twCtPTsvR6v65MW88e
14p1uH7bywtsBecJZdlJr6N0nh2+n7VPIXn9tv3mulTAnbxuaTYFEpZmZ7mK34TV6/eQ+n29X42I
P/KxQPo6iIuh1mvCXCy9F+dtpjfVaur1/llRDed1lVj56KFyA73033Y9ykoZ0hIkvHFmnwyoJDHq
mCfpuBn4WDSgFw/IJVibjDp2N17XaVlT2vEv3yzxYwA0XCs9HxJvtnjkKoQlybG3NElipJgSvgo3
KN7TGitOliwK9Wmf3M5mvJTd59yIW8NfT2ZRtzusEIqG6Oz2E6uyDXF2d05cClLsfBwY4OOvu2SK
qnnTswZD5zSP+bk+k7LtCBDKcGs+EFiZzgdM6Vlc1Ix7nVNYr1tfEQg9b8hr9NLLKtc31Hak760j
0OsV8EutXLTJZsCw5lZkpd5APRjVBWhCRzVJvJt9SnGSRMLzW/m5sDujKe87ajsMQxRnhpk/pHas
R71dcDbFhgwrxLgWHdJB89RZl4Ow8WbcI0Kmp7lTW3pb7ivMEJpd7VRY/13OY2Hx0s0i0k/RwIdi
IBumtHtozNFZrGu7LQWuLEgcO511lVQeJnZndTZiHY9/wWTw7dWKHh25H6bQ1vgyUlUa6Oun1FTj
h8xAEre8f0sLrKzI5FPTz+HweTYch8WIiqzExCUvDXNeu0LqMJylQaZvunF1TujoI6OEo+c6RXaJ
pgTbPq7kWLgfcLQqeB1vuUdmdwg+r1vL1Q8pUtizOMfhoz7ediECkw6GCKKKQbmU+guRyhp4HG8Y
ahbRi4IGqdUKOKeNfcSKgFHDIIclg5k1xgomFobxKmsdfWtvXxEIkt36pGtkza15Tk8vej2nvWCJ
IO5c8zVWnSGMrhGmbTdeoHmp53PV1/rVIZ+lV9HbCblJhc9tORB//UsHM1p9OY6HfGXB4Wlikrd1
lf8AfdTRziDDB3auZ4h+zLzsJJ4YUB4K+6wskz4D/2xmhSm2eFsGySV5P5YpwWh01dcojcP2OYi4
3nrAJciV+yjom+qr25QmB502R+5Kex2IrhkPlsK4ZuOJ0sMgq3PJPDd5nozFFwq3LchSUI4Lh/60
DTx4vFnfR8N1XSzL/KWtakfATO/SBW35qits0jAEkcm5LlIJEqRfFZFXZ8VqqaEh4fuUTWFaflbJ
bPOHWDrR+mvMTMpB0dSIVRCt2mEUatuqZOIHmi0lGpNFyYS65nu9zl6ldLer77BORolSXWovcbti
bArcD2Gf1XlzG1KlMBEfMMvRk1duBBNt2DcoG1sEuyzxbiyLPoc8FFGvr08vPlT5tjVq/ZNbWo17
QIOsEMZWAC0VV00/ZmZ4UC1UzuU0DGaJPyKJXIpTw9J3RRavWxdXMms3WkE8s0dWeZ0fVF+b3Fva
Vp5EoDZSizV2K+GkldEhE1HpiTIxvXXEo3073savWfNbyG4yO6JOQG5jlERi39cx3hv9yML6Jczn
/LHvGy/FIyMGt29tJcch8SkXiMCkBOcy8RAnB3f3JbeLkDc7oQjhy9UQLRbKftIqJx8X5QBXINQk
Gq8x12GQTTL8Ei4W88bP4q63Vy5UK+/C9gadroq608c253WTyxX7TLm2czwm25Xz+iuVmbgheD+x
GLLcTE6pN3UOID0h4/Vs6nWV/i7kAeb5rKs8Vm8OfGlR13Gs3H7HpI3Y0pkoJJPLy/Ekj/KXfaHk
M2dD4+i93pmx83JwddEnXdvFQRosA2FtoOU823GtdrDC4zy7fAsXU5tX7AhD0+ioT+IXd5Za17Qw
6bL3qLPJ7JZzYozjn1+4UCPWhZXp80oXjDq0z72hc8w8FHoDxmCKlUq8Au5IoujZsXyABAhbC6RX
8ZKTxjS529WStPq0Yfo1xyx00nTAC6chYM/oR5MnhP8wMqZ21TTEg1wYTTXuisHNu+Lgo+Qwh/uI
MpvaInBQtTeOdDDrlNnAsBE1mDWeGRc2+6rVKI2xeN3GKz9XxMjZ81/G5fUYY/R9YrX0Lf2+oq8Y
juk6cQ1JZDOXiFm2XtJo4VNOTVXrADxUR9GMvJUD0mviLJNIFI+d4ehNvgK0yy+I15AnUwA74/5t
c40bI+OFFKFhlNmqSgS6BKsawXTmcPOa+WQy1jHPmXGxrDd2iIMj56jXdD2J8fCsT2oTYRYOFDMk
3AMUKF1qsJTSO104ZAMbRNhbOtEyW0SI6m2ZGVF6NjVzPNsPs4Fl77L3GGAF9djlHP/JdFsJd6qC
/ZE8g52X8adonNvisGSpES/rMTdGB6Uq5g92sm7auvM6oURhdTgMhEX4TJnAvGvruFUP6QQVVW3S
hNe4d8WY0Xwek3i+b+JCTPDvF2fZJ410ljveCa3JfV9HuHaezshKtIDoi3op7hVyg+Y3OxZWtbVH
sCLGBjDdhOppYg19B71wKgasCkW7+PkqK50sPNRWZmRsZMs8F1sJVOTRiktlnxiVbPOnXCKUlKMx
G+wrR0VtdQqFbPRPFjka4yeBPFN8NSaZXpd9leQMumpJ8H7Ey5gn0cbvwwrbmaQXPmcW2A3eYa6J
WBKT1caEcsk26cbZhT6aIR5lKVlVZ4Zk5EgegZP3O6fMTKs899K2X57eTlxvWTZpgM56XosEr+cV
A9ciJpM7pJwqk6ghgQ8QOTEwFKoHKooAKbEhxrPv9aCe8Lw11oR6/qvXHAqYtl5Val489zBRPWJ6
ZFSji8fX80URLzrVfMtz35YEOGudVrem0Fm44cjW/EbZoHlqxzkLcJF09XvfLQ4sZUghwSAaG+BN
PI0EbTtkhm1SOb6lIzq1zvJWR4u+WLr8XFIiy69qO8REcyUMsxanwbj4hb+ZE6VDhttU+hxkcEDg
8pHbKBZ/UQs4RitqGRwlm7awWlLQAadaqsUxbxgv5rnBgGNTZIOV/CAulYSupZmtaFu0KlPZmlPZ
VN6xpPxUa2jiyTeteq+rUdV00cy95AU202VS1CHc7cx0FjTNcXBBaodytOqfadgP/TO5xJDDkAGs
dI8Or8k07LtZ5k8Sczp0YGXgYlrFfuF3Lpbdi6nPU9k8FQ2u2YgWzQ8ojOvyl6rqxn/OC4d8eh/3
YuT33NnUr8tMlI7fNTIqWIy+Fo9ot/l1t+pRmcaKqTAaPRxVq0wiaEfGQG7UZh4/jH3Y+ZeIwOqd
QFn4VlNFfI1hrLiQ8kTajziumZnVWgUqKF4c5SvLg0sjrtsEbJyASfmyDw2mI7id8jWd7wALc9+4
V+jwFVkLuahn2CwKeHK9cLG0eNukddGJYa/hAVPWtDzKIP5kD363nz0c1GEJM3Xs88qr9eTLWrPm
faMVN/Ki8d3VBY3Wb/qei/lWApZBoQY45BvfUzETU/mB3g8KisAlBrEGlsb+pob5FkUre8CmFML9
aw1AYCDpHjAX4hCNNhTrJ65AqfnryJLY4IQSv5EvS5Nx8KPd2fiXQdbYDBvc/GS6S1xrGO/e9lSz
al6KpxOV73kbB3EzP8Vu0lqDthec9KAhdMBYT2LSg0bKrYcpTpVBZMa8PPcgRidzj2ly4+hds8OP
TrJrOi7F4HVg2ILBMLNOW0CiEFAO1VZFKGkhENHAmp/O3soARYEhndhSgCgIDt1bLY86LJmDlIEO
Im+HxWSMe44UYvDFkutjZagwlWhHxQSW4+zP+6B1xpA0eZ6RClp3vTfp6lDSUxE7ZNjr8F7os/to
0FAaDZEpKCAi8kcF4RUYlqVaUG3MoVTwQjpR6bpDYvg6wRdZxXvHOlv/YKSVxxEgC7JRyHYNR+Vl
/yzGwDln3OvmspTU+56XrExMci9LLZduak+4nDtROCn7g96Pbqn81E/Q6sH0faAbOLxXcMxH/YTS
YRaq2An+fSivk7ZL9rlMPIGSX4KrvVqZZalrDdHgCY7VstPFlN/3NV6EH9/dBnh/NNXhO4BIpdN+
1IKSjrF0yNYgcjtHKSfGoHP6TKu595HXYuhqZA223Whek4cEQ474MD3sqEldfOZe18BA7vbDdJVn
rinA5vm8ngyjBkU/GsnLqVvxbs8SGRj+Y6pU2G+p41qA5EcCWfEockenzlFksCVAJ+P/32bZ75/0
xU/npyd9oXSAZXZREoXJAST0uIFDDYOMt6diZEZXYU0VbDsQ+cQJ4m442ycqHW/8ZumoHqSthVpB
PtyIvOuhgITB8g3VwNh/jozcv7B7szS2gHRI6WwKh8g3UvvCf5VabrV2kkwaH8yWo4alvnlgj6iO
ATdDwPMY8G7hMj5Fdd/tingIx5tiUnkQr2WmnL23KGnfL7O/qKuxWbL6xzSypazcIvSePxhDMBc/
T1p9G0DeMN1A+h8vqmPlAyjQpsFm0MJDwdRAsXPcDBPYvzUn0jYRq4xzobUtSdub8zKTeXLm0RhD
AFLFSu1Fa8Tuj7KjCVJvPriz91AcGpc+NAL67NwdTRMkUN6/3TRy6XhFPlU3G8g5ng8gJ9dJ2eYD
4LO0ERvDk7OzL9sUP/YiTnV/yPOQYypztwzuXLeOVYKK3dx8Kuuy8K5AY3rFFRg50X+AT3q5l6OZ
CMYT/hXN/wDg19G9IoGKkzRNsl3TB+KzxIo43WJNzvEztejwnArLwtw9BJmH8GCM4qDjz1ZysJuh
tb4Es4MvgYgdQXFTTMib9166CyZrUNsktvCAdNul0jUdoz+R8RI80qLK1KlCjfl2CsyWulsGkYty
3uifZvTP3Xo1NsrILyBcJH236lTSfgqcacBCtHG5QlDVfMrKnUU+/v61BX+eT+B3QMO/APYD96jv
nNBN7pqQrFRZy5zdmAj3sEuweXvXDi+vPckWLzsPTEN8/r+4MKxhJCy1trHGevwMhJNoNKCLiEmL
rEQB9cjrW84ifpLuTFG1w6mLwU8JXMKS8gNk8S9WMpA0pioqBiDvj6XjgwpXSRtPNSpkGBZ9ErkX
fKFTJ54X9q7oWzAHoNTxNEX3WJg2Jew5pn/ywXL5xbgT6oHlak6JCazl/ePXHPxdI5zkjsNA2+/a
QVnD2vAsvOAbz0qmG9yHww2O5cnfk+N5WacR6gEwShxAD0Ay31/ZalUzhWEjd/AUB3/XjrGIf/Ss
aTzPJtqnKxlafb2Fs9p90MI/Il+8XhomNIPOhmty8feXrotiqBSGyLvAGzAIhOOhNBrFiqg3DHh7
cJyF54KUXr1LqBSV+340kPHHIzTuz2rTZHD+9iSMqMqhuoAtGunA0VvI+7oRVTr1xIG68s6LMGqe
y1BE561tGM3z2Cn/dAkVgMLfX/co9SBWAl9ABM/W4pnodRwNxNJUZtN57ISeW2JkO6sqvOsau7+b
mtbAmp36La3XxAZFnQy+kW9/f/ljKMXL9fH/dOD/QSxiJ3n/IlCnyzp7afpdMcsyGnDRaMftiPhe
sHHpv6wtszARzMztBsZ/G3rGVQ3t8Qyww4LhNXHoasTKlsy2aLt+RePtQ63gP68PPTxoBLrgBLVU
4Ps7HLpwaIw45Q4z6C8b8t1w/rooyziJcJPtvxpTQR82DMePlJp+NTYAp5BoCrTKCd4v76/sCriW
uMyg1upM7d2QyHSmXGA7lPws4aOs4VbqSxFJiCYIdyHuhdPEOUcU+8YEbYJC7GzBVD730MV9tFED
Dj/YvI6xOfrlAaLWdwYYBrTQ0ebVpOOyuFOMqE+2FP8anTSn6TFXOF7PtjBhinh2/i3jxd86s5Wf
lNRyx7UDpuIjNvOfAymBBHlUywePRwg/uhFbFiOmbKLbJZGfGsxlEWbdim6scVLZFGE28+Qhu0U5
HSTAaWLHWPW4UJtvP5jNeqt4v5trbXrAHFApmC3HYSXC6gA/TgPejl8vaNAUg7Ns8xFxvxV4oRHc
Sh+PT3U7iWBl4On8rSrIg3YzkJULhIuXfM+crz5PwgqGj0KeHoOjewu0FiQ+HeBd7eN7S2sxtMJb
IFLjQ4H29BiW53R6usvWNJMzUgvxeZB59dmow7nZeIakgp/Qct1b9SSeu6ydsw9i3hGjkCiMdAG0
M8hYEE8ARx4FH2VC/FUjwxVOvQPpDtvuz3HUu+XGs5zEXy0qdPdD6WdPIR2xC1TsBPgk39S1BlGj
QVO2kuEbCc7tulZBJlZulaNeW9Rph8G4MHfDYHOc/eA1v+ep6/sG6B28vGkfQ91jrB7uRn3OflDi
euOjlroJOGRnnweEzVKkBvs5uJVKNeq7dBIgK92Uh+k15RzVffMKSxorW6Da8YYK/0tzzT/vaRCh
gJ7CCtFoS2gOR+GCKrvh+CLb9fTTMf9WfalBLYbdhtmVHZehfzoMtLfZ3WfywvuyXihKL9MQ+942
EPWSy51y3ar+9PvhemHwvZt5wFtfCNds9oCjj4+3FVCMEXWjeOsBjeJI7rw2eR06VxzGkaOlGli/
AZACCIaPbw311x740Hj8VW42GkFWmIj2JaPyDujdePKcVunkns6IUXTeKjZQmD+4UZ+b330/1OXm
tg91ye/3D/SnHQHWHOK5bJgOZkKspvcDPS+wFfvEjLaUykO1Ax9g1hRWq7jbFuHUZfUKaftYrYdg
qasPHHH+FHM5zzCYCIWyYxLyjg/phpcj35lN8Q7urW61BAKNyfrE8XpdCRI9DWTaA6+9DPQvS6da
Da1swZ0hEqfbOfZrW//3Q6If+edXTLoOGJqgohlrRMCjANx4TjajKD7uBHX3YmfYiGOfGtaSlGuZ
Jv6lSoGy0qJKjXDfhkOVfAQTPT7zBdqelMMoiYztaGzm+3fiUe8NaogBOwtarbxQ4QKfV2AG/921
J7O8SNEVktfAePjroFDyPk10DbSvqISdSORgp3OqhlmzR12wnPNNaarl29KX6iOjHx3Tfh4ptAc0
AZWEwtH0tGOpnCAsQYDFMz6ljeGHOzJKO0W+Ku37i0rI8hMK66P6KPbrTOH9RXk5kGBwy2Pm4Fz+
fnQkOvJGMHHQGOrFDC/xycn8z3EOgfWK+vC07BiAOvkEz9FtD1T74/KiBZDYr6QtWKyrl8nyt0gG
d7Xgf//5jqnyz/8k2P0L2B0oiVT+c/9cXz6K5/63v/SXZIV339z/8+VLkud68ygf3/2wrWQm55vh
uZtvn/uhlC938fab/9t//Mfzy7fczc3zf/3Hv+qhkvrbkqyufmYRAJn7aVXpO3n7nH7M//qPT48c
sP9xnT133fM/tNX9RdYOz+UvvuPftBj/D62SorNnSKLs7aRF/6bF+H9QGwrZ7imfESr+m4jgBn9o
MCE6cpBfUIbQjjNvRATX/4O9Q1fDQsiufNz+W6SYl5n886TTBSr2Ii5iwhoEe/t+0rnG4KBHMKb7
dHH6QzBlX7jmru3FeZBJ4FK0NFb5ggVNacl0HaS3gBzPFryad+GY79OSf6E8kh68XCDXaDkP3pT5
q8Fst24VopmaiTNXLKeggnZmbX4a6vJh6sofbuOuZy8447RySucCmAOH3lWm8u9UhU6myL0PU4h/
Vqzk1h5qIBi0dq0mWuv/yBOv2PR52qxdlTwJaAiHLICLQ/VGrUYneFqs/lkUkbGNNZioHUNjW5hJ
uSEm3vDAl45bPWSmfagR0IPzhg1V72XISqO9lLp9tC6rpd6YuI9cLAjcHmjbATBwERwBUL6OsvxH
CFiRel1H5dprv5aNeIhqgb1CfCoHEv0pj0/nMdhZKZcXsngyvS7aUwJKtqNVIfCtbyvr7XJF4WRf
YmG0xg7mc2Rcqca5XpYQjcSwfphm/zJNQBT2MvsOBoXuAneyaGnaCr92gKfmvUjH5tpFtR+IM3uK
mmgM28GwwVjxOwWyHL+NJ5ygxVpQkFwBSbx0a+uL6A0AItPD6M/3PWqYQCx9tYKg/TQtwckS5s06
truGIlfWrPvYv+wXdGHTTm5FVV4b0fJlmRgn2+MdUXZcAQq6GWRzXVCcWOczz1NES7SeQs/ZY6QK
Zto679QgTwHszS0CoyIIv1KbXNflgDLf6JNuZQO5wWKulfstMEf0z1F4AUicrpw6e4p7NZ+FRtls
k8E2ttHsFqdpzc4KLztZLbN748P4zv1xWGeWASChV+VJBlbq1s0duQMQATLPc9RpGQPW6AvAdD1C
UUXqq+28AAOrFLdgCK1oTHG7qKJ5bUSD3Hrm0N8BRVA0zhwq4bLL1yzmbA3yp15VbnyadyboYeXu
Ff5Fq8x14NKOzsoX8pKioQQry9QsAX/hgsJk9z3U1RprOznW2smjEw4RaDpUDwvg4A3wjR2l7FPL
LW7LvLsOTN5+2sprAfwsQZa4LT6g2x7vdMjP+CY6qEiBAceg0v5+/ftoXbvJECR7xP3IU2pvP+f+
AZi8w4QqP0oAjre4l6txIuU0yVWhKr+/2jhYlmGkcbIPQgrefhIhUIm0cV19hXq0xMXl5CFQQiOY
Cdl//SlOX7/GtJ8pRH9KvV8uTlDF3gcW4J8OwpWwnBruJwp7RfEEtbcGV4kkDKpZgOuJNS8vAm11
HFrOw0qcG0uw+/0tHOek+g6oZBHSibQ0B45rBZS6wJ9ZCdjr8cK1xXmS+idtK7Ty0LaOiw+GO2Cb
eJdRcD0obuwXtCJgch2noZVj9h1Y92Qfg0ABfktjZL7viivZsOQREtDovejOLdponXrTPfrCF7J5
sltgvF6yLqRahXG282RFV8C9j2pjI4azNh/vwzrcDXZxcJr2UkTtfvkOPAlzHfA6wdxsrYV4VA3O
TTVjT7ZMwUlTZ4/51J8YSX8Wt+mWaLQ1w/TZbxW4iaF8UKURrhrHOodi1a25cVo0o9zmuMPEIdi8
NJ0eWye6E5AZVsiedmd2txjrcXK/B233NQdmsUJJqd83g3WTumRFZQSes0xAr0KKuOd8dYdsyH0x
h3fpYt7PoO9XWRdeIgU7r2s0/Kts2NWNcWiQmHg9i/6/zqX+Mk36X2Vc/z/mUiT4f03iXD2X2fL8
Lvfi99/SpjD4g7ObLl7RcQX5pLOjt7QpjP7AP1JzKAlbtEH/J2+yQj4EPBTFEeoVOqn677zJ8v6g
oKJdJTjd4h0a/p20iSv8vK4QYuELYLlxfue7EHZ8H8YGO0socuGNI430JEzDTVZ1p0m7/L1w8XoZ
VIciZD/gPL6oA/5E/p+XFjXKZUafyzDOamniTPcUO2gkAW13P7J9P263vl4NYwvY1rS4Ect8/1CI
wPuoky/9PuywuoI/i0jV9DUzAjTe4FutO7fZKjZ4ECfWpqNYQnXlwYoFh6HsAi+kE9Xdun6KsnXS
P5lRdCd74/6n+fGrEH50gn29x9AlfmuPSetYD9GasGBV4IsJaCqjckqnrXGIG1A1N0CiP6VWe9da
9gGQ/m1T2OAF8eZECEZdA5g4N211AvShXzUeik5pi6a/oT7SuzwupLzcI3PspcRDdu/pTeCnt6YZ
OujptP3eCaBPxe28soZuN+ZpviK3PQUR/9VVchU2bbJecnWRpK7U+jx7BeGjSwdvbRrDNzDLD1NV
fVqS6lDXAP0RgPlIQPGoIPt6pxwztLkDtGf/SMfC0GRoHHX6fWJjld6IuYcMhd64Q1W6qKPg4PoW
kOOuGonh5gc9DX3W/+ng8XpxpL+o0SGbTTn4/TCZAzbFBV5C+5IwXfkx68j49vvpcrxMkamztH8J
fs8IMTvH8kl4K2SuLinshRmeDXN/yDxoQrX/wTZ7XO3h/MR16Amh0hRCyD1ukfkSBHBepf2+i7pn
rPaai542xJamXQUOPCj3RZjjdDuXyQZZcigIeXf7+yf1CWzvRlPfgkWl9kUbSAv6vR9NT1RBWRZG
ty/AZ58XCJRsO/rHlGTneScBGpN5ymn+kjWZsRpx2/yWFJ6LAeUQnpte0aRrqrbZM1Yj2BJEQR2u
PeGoE0AK0wGcl2h2vmf0D6qLL+I2umzaQFx44D73VjGeLPnSbFLX0kgkcGZjY+1pFV7RkRn2iEWa
mykJrsai3ql8iT+jb4xUQp6c09FxDtwGBe5u3M7UOXaxpZI7V5raTypPocYgY+nG9RXQr2CLh70J
EjtH37wLwESb6flUGOWWmtKJhAcBkBApaT9I1oDlDZx2jWJnRkm1TVz15ApgMZZPDwgdpa0/Hhx7
srfOKKNzL0q3v38dL6K2P09u/To0Axlkg0VWfTzzqOKH5Sj6jto3XQw7TwvAn1O6JjTcBkStaspu
ZRqBWVOhqjZNkw77oOrck7R1zGfEw++HwZmupsGJVjUze+0uItj3AqdQE/rbGr/ki370VkkHrBLN
ucT4ojr+sekSoH2tlTwkOY5NWT4c2EQQQHNaWoNm+OP3z/mrBYbAEb4pkNB5W0f57JyYyqP81hFA
euNzCYzmIln6u3Yon39/oeO4/zKebN2OtjmHEXkUUyckrTuEGrp9Y5bFoWoX6uMhKeNMpYGoVUK7
x8uy/JYzD17rYH9Zsf/VM0Jqd+n2vvgWHj2j6cDda2TT7XsgsM+Uqi84M1rf4qX6yBT06HSgwwgC
KviAhcRVwM5HV4qX3pOlGTf7pQquvaFNV03pfkpIM2BDXGdx8/1vD6pvU3uiGAykDHmU9zHDMsa4
mvDN3Jsyc7c97H0gdKvM8+UmbqwLt7DWsvxI0OgXw8lFtRq2xfnnRe7l593RgOtfqmzq9iJxik3k
5+fo8sEaclX1wYv7VVhGp5YXFyAjY7NK3j8fuMQwauk47+2geU5m+AIBAPbIg10H1WnjTepkGuSP
1uyrdS+Kf/1+dH/5oC9ibS/ScMdT1m/DMegi5g34PHiQ3oWf/h/mzmQ5Uizd1u9y5xyj3cDgTsDd
8Ua9FIpQTLBQNPR9z9OfjzjnVoaQl9wya3LNqsrKMjMSBza7+f+1vtXuICdfuMszgwbWtb7Iu4g6
4Hpvb9Km8db6oP+9Yqawr875c1SnQHHL1EHt9lQqpHB/fGPrjvcyTsmgRLglOEkjQV+PG4y2JGFK
lae2tvFZ0D1Qy+YQRjaz75Q+TNMYbuhxlQcxBOrWUuv4xWrK7dAKyMRimA/hhGz2wo9aPo7VjLsI
szgpGKr5fvcqwC5YebAABn15h0IL55M1fSvt7ziDUsecR+R/cncHJYjyHMaj3cfXP/saKNov8ggO
91Rl32z6TF+LjXrgJGwM8UNrk++cTVeqyG8mNXiNqZJuPr7e8lrXt7ukmrLjgJfxTg41CSlgBTIq
ohXso1oVnzmVX3jP525pITktsjfYTOsNGnSKLvXnocL/Huo7ve1zV5VqqKfK9CWgGd1dwgG+O4Es
A+uPK65DEgL0rGOdT1yxKP1t7Ev9bYmzaJPl/bfGKNVxW5s55pDCwgw6NHuDrVwnkhfkqDepKPd2
bIwexPRvfaZeB4sovTa1cR+b0c+Pn/65b1tH70SXCCXDOxD4RP9Ozvuu8hIpfjZpeg9adWPE4f1/
dpnVoEq6LhSi6ysPT6i8wVmEPnJMNr48XEqbP7N9pN/11w2tzn5FWtvRjM3Pi+b5OzCUbdZLt2kn
ntvsUsTk2Wn59zpHRYru5++//8f5CEWjGuop8r1YI5Al168SJDFOnSg3jWVcy1Z6kJJ0L0d64ZlG
8PDxIz333aBhE5TDUJXxn7ff6TBG0SCXDLFMzclDFlb/2mRjeaHUeOkqy9//4xYLZL5qyM7Mm6ze
pVaAUfxSKfXMjsiCa0Wznomfw9tqbIy2D8Gl0kr4deM1RJAX/JAPShPfmaH/KFcZ6gwbk/HHT+/s
uwPKyJPjquACV4c2UukAlZQmwVVoqzwpH4PtPD1gypgPo8nk50exK4tG2cd5qh18RX+68ANWoo7f
aw/rOfdNd5+N5+qcE4+TP6pjxvsrla9FlX6WwoQwWIIQlCD7NFbJi15Gv1o1zdGXKJkDWH3z8U/4
TZJdTb2clYE/ogCkc7YWfBURwytBxuEVRu17c53+RB/30Oej6dQYQJ0ejAAOp/S+GmrtmKFW9dpe
3YaRbm5HzqkbiinJfTP5oafgJgsaQZOm6dPdaFt4uMW4qcYkOUCqd+ucHlddzDe20QeEQUqPTR02
J/Sez+hwsQiPxmkc7cRrW4wvFahIz8T/5SoaYcrtIB3SKp+/dFHEmS7AVkuONP5W3piQ5oUqoNBD
whVPPyKh+6Mlj0OYpjgu9buyNonpKMJjaBsDeFvirMIhuwZr1V7pMrQydY62XRs8jX3aw+jRjmM9
XgVWpHlJWFVI6q3YzWbRY9eix0aOCQXdfG5oIkXpDiXQo4gmdTdJgTj4s3YbjhoEFeBg2zAZ8hdl
tlVHLvxTldWD18xwNRvLuuqBSewmGTqBKDt8PxiPHb1plWNSW9JSqPiVGeZr1CA/yacDCekE6jbo
DiG9Gqel93AgDervr/wwuEixM0GosSCvvnU/zlGcy1PptUMeu/MwB04YhPdyE90FdvzAn7rwEZ5Z
l8lEoDMMDg0fyPqojzwU6XdYlR7+28ktUytwu1De+kpytOY+cof2UnThu5IWCzMpoGghDPjYSKBX
X51e0+dNGlGwycRJXxn4JCl8xY8FIcnkMUTfOgIyPdEn9ra0jfssy36WRXvFT8uvA7XUHb8M04Ni
x5CSo3G6paOQv+qSqu06RTRObKUYvD7+TNfdnmWmoOXONMEsRUrIWuwyWVkCVjQovaYk/MEsj90o
tcc5C28trcQfZSG+8uM5JsVC/dVL1qNeD5d0u2f2CZgc2CGgH2fGeue+GCrNbDuzYLXJ3CX3kq2n
4YazeQn7vwyy1ZyEjGCZDwm4pOKwOjpqYEVgM4wFeRHZVxEbOw4cF3bY62Lh8jyZ8DhsEOQj4Ly9
XdOoVmBirPvCSwb1uRnqxg3zHHlauKcuEznL7kcE2r3ZGM2FV3luqUP2z54BDqilvVt0oDND+ZAL
D6PycfHIpKX/BFzhbgrzO6NAcpzH/QWy95kN0aIBspD7q4t8bPkI/1jBE6u2ZrlVuNuEjJPJnx/J
BdmaEdwm3R8uXOzco6WRQD146Xa8q250EySSES25lxriDmp54upd5iaaOJUmmjXdfNQq8Qg+4kLv
99yDpXux+CnAQFKvenuTBvHBhaQrpddj0leabakigU1RypF7rmyNadEnJMnnjz/M3yfS1VhFXWgQ
NLoQxgFdvr1q0kMHMFjYvH62kwMYwCvcMzbzuPGqJWOAJWkSjjVmr/Cs9pSXNnmSnJRJ9Nh7Zx6L
aVdbiqrZLhim2Q1q0LE4aDVjKxVM93X8XddLaoFSsyWap3FzoRlYAupHMzFeSYx5MUsCV8pZ+aQl
neHgB76ZzQQ3OV53xyrCb6WmZg5V44Bao3WiTtM7nZ6Em9hOwm3dVICkzJo8VPQlmz6qHj9+POry
Hb17PJTSOETiMzD11XdmpLoocV8RPNBkbKZMSXfU5QBWNrJTz4Vx1KfO3JW+fJyW3QHRrNVXuFM7
jK3zo0yiS9uFzdYssoMxF/FWMQudh1HpbhzpL8ICkB0Hkb0rFuzUxz/9zMKELRF5K5o59E7r6BGM
kMCy6pJVQuDMQtg6O3hQiXFoxuDKKnmrXWVZF76dM4dGZL7U3FkPBRThdUx6mo4GnWCj8OpBb3fd
OJqumlKBKFmXKYGU5GGgMXahcPm7Mo0UF90fU0mcy4CBtE+EkryOQ/uM8h55jDzfxyADj2OVVqQV
2tKFzcKZVWnZJGjkwS60dmII3g7+smmDyuz03JPtBbMSP2m53zqA4GCvYOFe/jI/E8KPQgwyjZgq
2w/qoFzaw74bYwqWZTqYPDRaVesZdYxBMPjWkHvSlJzSSb6R5RCeIJrsUNnkk301RGxhrebSMfP9
+QFqKkYqnSInoTyMlbe3b9QjuZh9VHhpVxLQoNheGc6JM7UWBvbX2g8fGaXkIHfXKAk+Hp3v1uLV
pVdHl6qJlDCTCXhS22kPG+dA2unVUPYX3vCFy6xL4lavpiEuWT4Cu78mYpfiauOpxaV607sFf7kb
BKqginmFKHrfPsgA70inwUbzhlGvD76oilOq6Jc01OffF1CtpWW+JM2uNn7qbHV4X2JSscZkp7b6
Yyj0GxGFr71t33UBKhKaWqcK1J/aWduPX9j5iy+6SSwj7DvX8a1l2rccBgIuXkrHRU3S+fGPKWk7
Zyq/oZY+BLCtXKt+wsV8uHDtd+fM5fn+ce3VjceSFBG3wrUDVCGGnW5rsXRqOfRNgrDc/qnS4y+j
JT2NTXlFWNzfnUqXy5OKRN+SCitdj9Xrzc0RXK6de731Gk4qNvngNFS3cGf2aKwvXGy5lzcrzupi
q5rILOG+TwYz9zIoPb2lOqjoNoOBMpuItI+f66VLrYatD8AJPKuVe42ck7meuQGzn9I/qBTl/8mV
wMezLCiY9VYzjaZ3ZSVIGPc66BrbUggU9jLOMMOcpxtcpv0/uTNazRSW4NzDCn/7xjI6kkgFubPJ
JjAuUpPAqfu03Pl1BuB71NILI/Tsk/zjeqsRYg5J36kZLw2W3Z2pDNdNXR0qC3aw2u7/waNknsGJ
yY74XR8lnqgOw0nEY4RQ2Ckt/cZuCrdOM6AcyaVm+rs96TIYfyv0kKKA1Vi9N5j7OZ6J5b4mNFxC
QIIBTdLZ7bap5kOcokeQtE8f3+D7VZnOPfVA8buFTljR6gvQa1mSW395eWQpFgQFkaYcvrYVxIyg
PEh6dlWFVeQECzisNR/T/lJK3ZlV480PWH0XHXLoQQZn7lURsptU7HU6FKk1PHx8o2dWDYYMJzhK
1jQP1vrDtBIzznIebqMo4ZG9eeUESXdpaCK4ej+jUCREoL5Y7LAVrWbPBttnUCTsYYUqfYWv66PC
zcSOHYGbNvm2GeTwfipHHIja9H0qY5q3lPw2iUoQPHiax0SqfkELqZzIUnu0onF9aDvqa2lVPiay
KnbmXO8ntTlVhXYdj+o9iuPCiSMxHnol7HdDZEjIB6vB6QBpwuyzgTGr5SfqU83VRPyfhxdy3AV1
rp98XNyL5KVDAoElLXfJ2yLpLZDtGj1iAgSyz6xfRS8H+zoNjauCtPU+l+76TstOCVfaAPdFFT7I
R6XTiA/rNXx6SbvrF7DfnEvbobeTfQ+6xctN7j7J5h9lm+g3la9/CahvbUZ6vguWEJtQ23uWLn3S
4jS94iV9NVIxPracjonjC2ZH1cp5PwbYqObJNyHjFbmjGml1GHqp20hSW7hqFZ+6edwXZZo6doaq
0oQHfh/GuuV1uenf6nqmYJ1XkFEKNBa6walJKO2SVQ6U0pdfyqZ7GiRfcrRcvTV95ZAo5VTS21ON
3RJsgd5ANV/ANkD+NQhiywihouAnTddTIg+bMJn9+9A3ehfqa32kWW65wEAJyqllMC1L8XAIk+Sn
NGvVUahTeSPXbD0XF9zUBfXWjlsDMI4aX1lGUJDNrB9qOTSgd7TyYcCUhL6b3k+WDodIV/ptrimP
2hR88zNQBPHwGCnacIwUMwOSUBduayXfcz0tb/q5fuWYPXPb9kajfu7Y+tx6mpbGW+J89gPagq2O
IIw1EIDwIvTZ44tMHDVW9n1puTYGDyAjk7aFWWRsaBtre/zmt1TeeXeDj4kiGlvTmbvC+DKVGDih
GcfdCXHOWDuW5oOuIBXXjdVi2GZ1eMSF1nxSELkgOq/ApJmZ6ilZIDbmrBdHvWtGwCYgWdyYPN84
KL4UVpPuAi1OUNYPwz0sIp/TodYdpMa/LsUkfx6kwMA6GyR3tV9qEpS72HQae3RwE/pXwpL0ja/r
w1cjr2Mv58GTEIUKQNsRlSRX+x7H9LXQq6SmfFwbOQaMCXwb3icT0gKM0+a+yzvVw22RLOC7xIUJ
CUZFqnJAqmV5ymhVHGDib42mwSdbFII/XjybcrtXsqH4ZuC5Pfix8cA5OnmmtymrTo8C8lD1ov0W
aiU2A+xRvpNPzfDTCENVd1J96KujrVZY36VJit0k7p6iSdmbFCywaYZu649bssTdTLMhJIStOI6q
8WKGo3KqZAXdXZmazmCa8y2iwNodAmnXAR12Zq3jhFw1Xb1ROk5sKIX91M1nu/dSgM1MKdIwwLkN
vrXyILZ+y/qaaUasbdQ6mJFRIy/zAmtCXsix58bMYJaXGgx0B+5aE8AmnVVAWgVlTyuoZ7cEUoZX
IKhUTzK7IXbLejTlrRkX5a0k5f21mdn9sVH4ZnZKDMwpE1LzGE2SciCaVofimOnR97Hwb83Qalww
xWJb9Hrk9qTD3Us97VVnKJjJJshOV348HPqhuYEcNbh+lf8wCM0wCBaPgm1Z2XPtSsQ+VY6f+uKg
NEbQoIyvhxsjNx6ShVbScoK2qcKckiSE5Vz6+qaSRldO9Nuki++QKt4Pir4L/fJzWcc/6qkkQdyW
Tkaa3liBvId/edThqRErLjBcmGHodrXyWYLIDI4ZCUZnxVSS0/Q4IbPx5qY4WSK9n2VSI7CG59u5
kdIN548v6BHI/M1Fu0tk5bNpsGJUC8SX0Kg7YJzAU7AWeGPY3lGz+5FZjIuxmYZNPwQHJdQHlyXn
GVehT1yJ+YsLdW6KlK2t+pNfRp/yToet+blvZ5SYdfe5EdnnUOZMjnOIQ7JcPgx2+5hY2rWU5YmT
tMWVFZnbQdIRPVUPfau/6iZ6oEEMW3+eaEpH+4Ano0z2vdT6fGLPdgf5QBLyFivZzrK661wER9PK
DUexB+DX1KI2U0UhVdTE4uaG67fZz7jnAdrPYWG7VWl/yvNoR637UOjhLz+GPZU110EankKj28Jk
/Smn+ScE8QA0leE4J+pSLGUXLxCNxdqjqUgnVn9X4VA6RYZH8RyX7gvEwZTPPPzcQzDXEpNkiyGu
3CHJ71Rt3tuCuWAM0vxBUvjSkzl71vrJGeBoKkZxS6/YFX1rLP6Z72Hv98yuwY2uZBs9Ul4kvbnX
CaE4MM84nWV95Zv6mvSTa5qQFkclf7Up+AVhdpLr2vIC+0H4Yicpo/UtK5LrNhPXNWRVN+4ZjkMt
7adUP7a+oew1/sKo+cVdHITpptINgLcyjFGj30ZsSIBptvFGn0Tr6tbs6VXzkOTjzwHyxLGid48R
iQxNMXqh6KPmyxSOfXRvZHpeF/d+YY7hFo2k2AVRMh+pYP76eBt27mS7CNuh/0HzYOO3Oiz4o292
0kSlLFZrAvbImx7Q+Vkv6nA7qfItatznQB/2nRVdOlO/q9FRPmeIKPQjkMrQtXp7TKlynPwMo8Jr
mhovnbVPW2ITpMciHW4IEb/TSungy3RUibHgVf6EVnucavO+VczT3HyDogXq5sJR7f3mF5WuYLhR
FFqOF6st/6AXUhBgN/YCv3cHFYRSlrsSatCPn/r7TanCTQuE7TpqXQ4Xb289gaZs+31K7qkKzDpS
HQnE5jg/9BAYZYj7RXWpIPr+xmTUM7qMB4eGyTtykC6HFdpgqieDIQ6W0rtstq/Jbdh8fGNnjoJL
twsLDx1IID2rdxrGkbwAsguvb7ojcQNeFkqoIeudXP2vKfjfiiHPjVyuRXVXBoanCHNVRdMLQboi
tHEPFAEbAH8npm9q/ryw6F0gjDSFNH0zUVourUt9z+VfvSpT/HnptTwSVjsxAi1PExjXKcAE3tvp
svSXhwFCMqbJhj6oeex16+8ftd9cePV8G2mUiJMMC0/z7SelhsKTl7uuym/U8e8F5nI2Ww6ilP75
Qjk+Icp/O0bH2UjGMqfsJOUcNYG1cUTBnNRdQFqdmQUMQ1FULH9kr9KMeXsZQEGKmGnve93QOcL+
rKYDLSdtD4V0m0jm39bHk0+1AE2YcX4DV1YfuCw6UyXNnu9gao6AQY5Z0Uv72kpe57qkhMjjJeRb
+xRU4VGYl3SgZ75CKC90rqE3EgZnrSolSZiSVJoVvL45oyPQTgkJHBg4607RL3yJ76cYeYktZdNK
Kgt959XXMZWQzce6KjyYO8YJJAae/UztaT4M0T4xEHHNzTxurbkVjx/PAWdO9n9cGY/h2zdaSjlz
g8lNmo11WLqHvqV7H1/izDSz1IB4jdBB0B6t3mIwk887R3x/xtSecrG38FFznDDE/8Yb/ttJ5szo
XGzv1O1QtJK8vpqoM2HXoT8wx1hJ/UWtHuop+QH8c1s1wclsxIWv+9zwwAJLFR2XCD3J1dc9S9ZY
J+yuPVpmbk0+SV2A1BkvPb0zL2g5H0IPNfXFvL/65OoonYH088khSfhaL9JEQ7//+AWdvQQtAYr1
uLOYSN6OgRHXugysns5hNF2LLKsctbWe/rNrLIPkj754oI6AYmwmqDgzXNqOTksS/MeXOPNCQN0x
AQJaQ9n8u0H6xyVQvQwl5Yzca20Zo2n0oydAIJT/vrCfrRAUJSodHFTRDK8eVz9a2SgLrpOb5GJl
8WuvYTZHNf6P7uev66wemakHfWWU1PaQ6kjOnPSbwbKeKir6Hz+386//r+us1g5pmDQ0eNwPFr97
2SQJjeCIC1Xus9cAjfLbTwXubPXMuknUwvaX9cn0t52v7iv4U//gNtA12RQQTSabVS22tCYAegW3
AZP1GLf5Vd/r+48vcWYmo9SIqAMbocG9rCZLubdRJ9qUe4sZEoXfXS/ggwrkxWxfaueffWAm/Tm2
teB61306pfZTwevPvXEh9i8AgBjr99+/HdQxoIl5+UDDlt/wxwej2EVCwoPIPXRIN1B54Xlb/U6v
IleOrQsqoHP3s2z+sNQBbjXN1WIqCIU37ELmWq18PzcPAVSKj+/m3OevYw8hlnRRt77b5il1ISCd
8nKm7Go5VS6++MyMLmhfzl0GCYqN/gUU0nuaMwISKwCV72kmJA/Ct4A5uwIAyMd3o57ZtbJcmuzO
6Z6Ao1p9lTO1cMsna8mjCH1bTFQTCQxVTKcsq41ZGjspRoFmm5u2Ng4G5RzAgN7QvCSCmAehADrP
3eQ7sZDsIWZHr0jvUm0vKcoN++FjPuiPeTFvJTPZ11rnKNpNbxgXFsgzy/GbO1it+03YoASwtdxL
W43q8murq14sF9cqecm6WnsfP7CzVwPXpmGo5P2saauB3cmRWTKYI6LA5fkWFDUkcKj0xa/IvtQk
PDcI2Gn862KrqTkbse9ZEReTwfuzHjhhZzqm+PxPbgmk07IxREW52mEQvdpCIOMBjjC0+WDcUQ69
AN17yd5emBfmz/P39NfVVl9o31NzLkms8kis2Jna5BnSc6he2G6evwg6DugSrJ4LMunPKcfvTZKu
SmQsljRtpfxetklRqKsLt3JunmbH/q+rLGPlj4kt7UlCAMdMWy4mDMM+zb+BFONW0f/D21kN8RJx
dD9pXKjXio2VfU/VF6NSL0wFZ0c2SiWN2F6Z4v/qcMBaR34z8VHsAxpPGn5povKIeN5Q7nKlyr5w
6Dr77P662tpLg3Yh6pqBqwV6sx0JIiFGwplo7ofd3xafLjWlZTVFJkJfcT0YRCWXmiwmBoMMQ74Y
dpllXnh2Z8fbH5dYjYSmCyy5l0ZGgqluqCoDg9+E2j8abxh22XyyuKHxfzve6OdEPt2NnHPqtRHK
ODfgGsucii+ZIM++HBY4i6UHtsP6mB/ok0kuJ6toS8ttNMV2Uog3VSGYZBdW0/dXoramcPpddHlE
GCwP9o9PiMB7W44jtjoLWUjTqkPT0CGputuYg/fH09z7lY5LYRdDKq79duq+vVSvlqHSYXnzfMnc
WdX0jPzBC5XwRkpCL9OuaNfmcXvhou8HBhelxgZNCKHuOzJyQkiJyIhIoXMxb2XA3EV6kzXDheH3
/tPlKgbrkaBQudgt396aTeTzTHYdAyOet1hKaABmEMU+R71KVUFceGdn74ljMxVRHMHvlOsVpjIj
qPieWinZgAvzUol+4TBuP35fZy6jUMnjg6V2SIFmdVN0IdMkjKeMjRapQIV0xZ07VZdfmIiWf83b
sh31dnpnuoFtCBXZ8jP+GIHyjMI3SqzMCxqZzBWrlNsnKxbxJZX4udvBT2baJmJ7gK+rVTbIe/IL
bDgWWaE/kva8UQbjDnPL394AL/J6DS8E53j0Kas5QpmTVEtNLUNBmtQuJHzYaZJxYT06M94MOJD8
V0cjzUbo7TMjjg6+fztnnmpPW4O02ky2rwjW2qowWABKv348Ei5dbnVPHK0Hck3kzKuGaUdL4pZY
C2fpAthLrlbRvPyDy0Ecgd9DsRqRyNu7y8NCVnvRc7kS0pNle4SSe2GuOWlkgeJqLny8Z+YlJC/M
gAJnBOf91cCAHx8OtZxl3jBnzqgE38Arb5H3wYO7iaZp303mXgoubfzPTLxvrqq+vclOlMlM0Ffm
oUYgom1G5QZpjpQiMub/50P+W3Sp/wzD+YYvdR76+f8hXcpgqvn3dCk8c6A7H6Lv3/4kTC1/5v8R
ptT/opKBsRnYAg5nzDN/EabM/6I2BA0PnTb4AKYaoLRt+H//j6L8F38AVQJeHmYa2qf/AkwZoKfY
22H2X/xGoHb/DmDqtzvpz1mT0zW1CQPHFawEDsKrDY+UzR2EWzvZDQULhMPup92Sn10fJRy5hWsT
57epwlS9qZHtbiVJhBsEAkh2yNF9TVDpXPhm30nkqJWAWzJoMkFegku6msZnmO160lvmdhot5Sls
LO1Qi8behEo53OWEOXu9iOyrYlEFVSQJf85VU77Po3p++uMt3v3PM/gT44d6k0/nzbOhbbosj9SH
VB75Wr1O9GPawEQkthGWgzNbGWnYY18c8ilQTkQo/AjrdHTHmlgU1yKIxRvHojlZYW9uUfnLV7OR
K3cGggh3mjXti+pLhlfVgKDmSEGClKe7LmxJ24wwal63ZjDuGqQ1mC/kh8pov/tgpbdF2ndXehJb
1wg8w5uimeQjR5nWbehMW05RR/Vdg+PswQwLGkWZaZzsriQSCykVHhtsQL+0URdelnT+KSX87xp5
oukWXbqkJjQeToTCjaSs8wZN/05SVsrOOvnKD0FzZITTD7QKOR4LCVFJo2tuYAYPepqeRjvQn9NW
EPijZeO3RNHD3RjepCnKlUrWvptS8iJi+WYIy08DeU67io6sq+bRNTT29Avgz9pNSyW8R5gbOiZK
fBCBinFVw+F3ZKWatkNTN9dzZcwbbfDHXRIazad8yImvs/PmAFkTH2eqaAcyEUaArvpE3rVaJigc
tFsCKvXvqJairUHuObKn+HtWWWPJwUSSb/1OGhCUxEjWCs0PUbvJ0898DtBWZXKYOkWfqCQoGU0H
h1bU+rd0qKL0CN/kSlLCyN/XtkIWxsxGpthDm5ddqX8uDfmLMHl9ZVDZThY2AhVG9ipN9VFrwl/0
bbERh+2WZR2+K3GU+wAIC9Kxoj7FciP2E6LezSjS77blU6pRyKi3i+FQTuNEQLrRXue61nqdEZVO
P+mxYxjDSY7t8JMaWYmb6K20iWfcDP2MhbbQXglu2zWjIh8Q0GUbipyYAjU1fTJR2jh4Z6/CNCz3
Ujn9iJGCbSmFY4gYIDup0iAT2B3+VOJyX0z5l6SZFcRpfrsnhJVcwiRuCdo1Hknc6xw9hREtyQgF
TSsDP2reauiQUkeyrOogt7K8pdP44He1Ojh0y10wN/IdwcXTuOss30ZlJvS7wA+m/TR39ieAmrzS
itTvuZSlCGS7Hx39SFZuC5GMd5FGLI9rTWZ5okEq7vI0769yJGTLSMaYsy2RRxtupxJVuOkkQWaI
3QzhqWA22USqBfmUrDxcxd30LZLl5F6qhCcZyxicE10yr0kMJx14MBPhn4Tdl+Ft0dOKdiMUUpTK
CGNWZ8cfJpRuI+4TywlLsvvu5cIY531Nzm6xM42Rn6MPZYogzEpuobOPRpB8gfV7gF78JEelsWmJ
8qSn3PkuSSfkBc44yGZjlvlHw/Ko6YPxMMUzaXlA43cqsS+ZI1U1IOJC/ZaatvKNCQ/tnRGm8OUz
tHA9bhhyYZPJ+JrpvvRTJi7k3rY6+UnqccdqfoafwffN6odUkJhaqEm1k2C2OWk99U4tlyHZwkPt
VOOogmdu4GJYMhI6Pwo3ZtrOnjakWecaYxjtLTuePyP96pxhlJtPUyRsz7L7vao0w14dIvNX0rJ8
bGSFCmOR99VjmIMWdus+E6ehLglBnUsFIUiMlLFnq504sV72m8igdgAolgpWhd7HmBhotVoPsmOJ
MXnIGWHMaQzXu2w0gLYnyLacuYcrvesMKT4QAuYnz7M9COspJlnE8tCE1u3sWCRQlz9nqxoXwV+s
+DeRrsc7224olMZtLLaUCWX4MnlpXBOCY7sZal3xbJIz/OSb+ZU6+WjROLXfWcZQk4QVxBZcZl35
MqnzNiKRfMBEX3ffh5S8JAwX2iHW8oHcbxmwmILatijtUmPFiodNPBrDNu4axbWgTxy00mS3lndx
xmgfi11l++Ox87U5XzR2ytMSH+87Vd8Qy01iOLU9uR7Hu8AIvmqjb+duPVkz80TuX1WJmX6i/IM1
n5xdVXNzYve+T6bxCO2fCuBMyuIdaYfjHUNmvDMx214R9RkS5JmHUr1tmlJ5WnqXT1LEP2RbqXEY
fBQ8Vc+EIQccq0ls7h5Dqx72FNWzx2DK0kdVSHd878Mh5Plfd3pHv2725fo6MMwA/rSkQFNGNjmg
Nt5HWZfxEnP2x0UXeWPdM8D7OXsQou83WgUz24lT07qyY+1QDhq4ZQ3U21M9V9rLhNCgc7ORjMzH
aDEbtsoU7IKij8lfrVp0omFh1TLiOr28NkNdfC6Zh0ZHdEV8TUxn5kpBGsRObhrgw9os6DdVF/kP
/L/KG+owc0mGxJZWlMm9lhPOYZI+0SG6rsU9DUmlI4NMqslWr3JrG1TlfJuLykQCDo1ZEeQrbwn9
Sx+kPNiqVpl8MorMCPbGVDAN9GP7lE3m1aj32o5BKB+myCJ3c+6zrZ1CIN/I/VDgPh267mmq4+Qu
iOv5Pu8LjcxgTfYykc5XmVJKz1jNU5cIeo/YvJYv2DeOyjAPAOiS6iWdyZ+d/EJ7UdticEnytfeF
TyZKkIT5U1PH1UtQyeIal1p5N8GPu4ml2t6JQEevN402z5TvLiBdZDexbERocrVedUErmJAwERT6
scasFcVf6NElD7Bj0DTJQ70N5to/zYnVPspqksau6GQizctU0g5h0WlIr+NuQAxmNpXDibR8sZvR
uvKH6knO4/JbpBO6Wy1Z8nwMFuF0KkudFBfhXZ+wSUVP3FS7UY7S/TSEwSeh5D0a61wV91pddYMz
p1P2OYYXgsA+zYyjEUoYZ8neQL9qFqz9orXqjcDb67OghvXRaEDwb7RGa360YxBsklZsK7NOdroU
+3f1rFu7oTQaV1G0/J5U+vJ6ieD4EWLIlTe/v0F1ThksYS6gBOqomKc2hOLOcnWKfTJhrWCS92pa
pa5WKSNypT49jpFdvvyeIIIo6q5iYqNe5iVsK21t/6ZUqkxjByfzpflJHh0mRQp1l5FVbH0Y3cKJ
e6KKjvOgdfq1XKTqU91mkI37SH1Ku0aPIocnO9obO7a09tGHlPwj6numAiEGphmrHe8A8DTRpxCj
bMNOJCSFlvgavjUNn90ms2oGPLHGIxhAn12dyNXx7veyXKkNmLa+qexfeRjYVzYy8R95I9td4WgE
0j4lscyzVYZCRmRe1wop4abSo4WtWj93AfjF4y4LgumubkixRrk1fKGOgyWT/O27MBPIZlC0AkrU
2vJFK+bm2reVHmllpY93v/8iOw0GZGxo/O9/s3cmy21j25p+lYqaIwN9M6gJCFIk1feyJgjJsgBs
NBs9NvD09UGZecNWOu06k4o7uJOTEcfpJAiiWetvXYTnFnfLVH8hPKQdIzk4frYB1OILSBuxNA5u
poVU1e7X1Cnzd9fK7QPyBf6a7SL398uEYJlJGeqKrI/6C3L8+om+XK7PwBM4io3e5Y/csf4yL6N+
NTL5n9Sq4cOzwm82/dAERtgJ3kO35VhOp60ciR6xdR5MFO7y//r2kFwFVIX+efqTYAwubaf5c1X5
jxbzn2/TPyzc/xr7/N9w514J33/fubfF/7p9KcaXN9l+v3Svf+nvpdv7A8cxwCZYtIUOZrUG/RXr
HOh/oEhjrcPPugLI36/d9h/snWvwEGb9Vadj/dfabVh/rBc5Pj999cOyDP5dDfLXLkmryL8qj4gQ
+rRbEkzPCE8PhGPqDrKxdff8Dq307EXNILrOTozx3QDxdZsrTb6YrbvseyePi50eO/12CGruqK5d
H7njuJYbGGV71SeS5qvMp72GbgOuxs7UxpqIK2f+Io1uPnVdgtfpbkjUZeJ7cbrRScsgF6VXUZUZ
FVN2kT3HrlXddK61YDhLpXGNMYjlMzDy01qW6d5LEowvjqncsFQEAHjozaJSet5r2wciMp1sGfBw
j67Y0kPZbodVMwmVoVuPaaZZHgtKPj9Voqvntf5AP0/jjkCEZim1a0Er+XVplM5bnVWNHQVLatbh
0DVk6g1tZhMLPJpNTx4CfcekvBdybxWsMZuY7+FFhZN5wV5w3/ZhU5puHRpYzb+00lvOlGnkuwbx
wnPWA6Rseq0gtKmgxhU/x+wEj/WU2C956czHuKDssfCr6Zl1IA7CurMohSvtSOD/D+fOr9+0qljQ
6lgzoa55vVqY+AFK7OtJf1mYVstXV9a5AdEqtsRH6EeM3ifV1B+ZItxocf13PXH6u4SOLxH2sNus
Z5Sc8JoziZdFoFmeG4UmLqq6vLJx3b4Rl6BwF7WuWGAiJQ8/zB60ajhaod8nvGtj2PxBvtB7qOMO
GYN031fkiulz/6TypmaQrrR9UeZ12NdE0vfd1EaxML+UNv1jEdkJGo9P7SJ21lyncRyT95iSOALm
gAsaYdznRnvRsbedt/FgoRYI7OexTZ8xZiyb3tEyj3mZbH1Pa9IkHAsyu5sJ42nDDGtl9ZHNodpN
DM/njA7nsztcJGs+g5eXtrspfdVxUhARIMcgU5Uu8vk6XmeRvCLQanXN3cF/5F+dnkgxZ6ZH7cSp
MUtwAfn+47IYFjiQYPyq57sllckOE3y97y3abMOy8omZskwMel3fUXnb9mzaInUwkxXidiRT5UT5
ziYp1wXc74ttaVXv7oSLRVPmuE0oQ/vmGKRfqG54aStBDf3QP03mfF1Ioj303EAqYQDHpGyLUmgC
icXw7FKfy0LYVVFlWK+N29Kzm7p0hZiEOngdUFDDUhzGjq/R7zLMB+JICQhOKbmsgq6NJux1qg+u
uzjn3xdGdZc3wTegENZcaZbbQbZXtdPnkWQ2CCmLCogz0JKFyEEyfpceondTap490gmuadvaNtSe
GvjsWVL1+dTa5rJLzGlifpvr6iR3zZyV3byWek6jqy+goXsj25pKny57G2yqKN0Hqklo6pLKekWa
4zrhaHTWE2uiwwUUt7T/zn5eb5pKBDrrlMu2ZBpX7eBwN+WazbU6W7TcS3JONBIUe+KpN0aDT691
53Gz+Jp5TMh13+axTZdnPdgous3gxgMkCL1GGtt2tgNAqTYIZzvpdjI2ZIJRxNXikEUyeDDVCsX4
9cwDSF/GraLOzoosMpDvbJyITrRQZJxc6HTU7OwZ0F+zMquLAOBv7Hqp4Ia8uL9i08bt1TTdI+6e
+FbN82RfkaaA5cfA6pRq2WtuI4iZ9Dk/BtOkropCuLcoRB0RWRMjSZ6lrogSA4vY0nXyNqmD+K4f
vWVv5z0rcdt3UW575GXpdRcJnho7lO7ZppwB7EDFcqwPCu0u+R3CxZuHcr+aq4DAGqEuR+aSM6mK
mqbTgqmcP65I/cRuFNYu2UeLo+IjWKq6moXAdS4YPr45w3qHkRVAuxSFNJtAVfH7ELCKXMWJ3zy2
ZBByB7u1e1s1XmecFdRN/y7Q0/jny43iTQBlhHukRHnrW/T7l5uJ8WN2stHZjSkR3snavOcOW72n
wDozj25SDcztObYtn+3QIyi1poB3lxOwIJvHvIIMcv2lu/puQvgJnvshT/sezqUnz/Dg3OmeYYMl
hfLHo7Lo+NRTDEm7QUutjdLiR6eYHhY5uWGdNRaO3uXOWNiuh+qrxcUYNoXscKtqd3nmXgDhM5JL
wWi5mtMDGUS2U5ahjvTVwqLOeDu8o/5eQgyJx/Xi+fXhfyQOfj58A5UyrCAZX0hWfzx8t/W6Oolt
Dp/1+iRAwo7K/TzB6/hRErVmVbmBvCrAEMLazE5EodvgTSq0VLMlvfQkoVF5j1XnN6rAf5B6nNbV
RLCKjl3Ho/Dihx/b1twg6NE+7byi7je4Ch6KtLTC3mFZTpAcWP24/zgV/9/G3R+G4n8jtP4bzsSr
zP/fZ+KT4aX/Vr4UP9BQ61/5eyL2oZSYeEi1ZMBFiM7I+fdEbK5FJ4h4VuUGdPD6R38TUd4fmETw
M60uDkwVK0X8V0McEzGRwChnHaQl0KvkMH0agX81EhPrzIXy3QVOpBwaK5MHoItnChXJJ+Ynn8oc
42+V46JT2bb6eN2tLz6GiSs985m61pdiLpJ3f31N6l6rrVGV15jc9kLMbWSuL1XyvRMqgcz5EDt5
cjBzj7evz3s4Rh0y0a1FEXJCIAhp96/mQib+bNeMnvP0LEWWh9Qqh0vlDPgubUYQzXM2kMvXuT8+
VSXoYxBPLzBRmGtzRidP+eO2med0Y07Nu8OgimLDpZ/OcjcLYZcn9BxQW4LFzMYulobdMJMt7Hcy
HFL0P2H3MbkY6xBToT3a9ZN+l6wDjpV5VlSsQ08fNHof0cpeUTLU4ttkpc6/zj35mLMxWzv+2D03
RzVf16LGuW+Re76P19ed/zFzTTGPJJI5L7zauFDrYEa9bkX9Z30cP4Y2n6RFEbdgDOtEZ011dwqY
ypxXUVxyQlWd89yso2C7DoWC6bBmStRj3M4l7ddkyGvJO6FXTJN1EFzIBBv5gCk9AYEw2aiLLjLI
Yg/zdSTN1uF0WsfUPJnIJMjO7a5ddnZpO/dzOd87pMfvm0lPzqt0KA9d5Zsvsq3os2jm3o4yXtnP
xUT4QGUsJnxGPnZHRxVfME3Pb47XdGeZXbgHjM3zk2y07tWUzYu+zJW9Tu9pH3pW4+jknKnxBNp8
4OHoBdMC7zN5G6Ha7DA5WnCJ34tXliObowdwRsNa1dz1ppZtarfTwgzItavN4mmx4/Lg58YQjQIW
x6em/o3BZgir1s3fMgYl5u+G+JTr1K0s7byfGoC1Xpl9ONFuWAJ99XSoO06aH5fREc5mVPHYwigS
joqcNN4MKmmq/Sg1nM+xX+QCEYFZ3aQJk0iIKwxKZfIA8yEEz5bEsc4wzd+wcmKLH1e3Z+UB7S8p
CEvrP7pTcRFQXDhr1rwp6+LR7Cc2url+YKjsIqudb0FU7VsYqvzUk2nFWtXkrEgDGbLDBkJhnh9r
kjiap1Er5LnTWP6+b5mXnGroHpU2ZbvMyLyvvhKijkDJllu3y2Ne+vyASeLOjzqD8k5NZX8rSA89
K0snvtNlGZwIzavIylSOT92Ww+0hUJZ7aCNvctkWl6rLyidaw63XYpD6macvwtpmwyzkpTlPGtdD
aWW7avK1R1kC2QyVqQH4sUJy72NuTvkNNXECVSf3IHrXULbvejzqm3mSxsbrAy90/aGIFsMwqE6x
hmMGNE8XWHlZxPFTrqtIGz19r02XjaS+TTl2fsCikOFLKL8NalLkNVjVrhn1XSkITqK9cIisSqOa
GkhhY1e2ujMKyI1YbDqvNbdVmewGQXtQnCUXpujeYt3qv/Vpi+MvCwxYSNvOCSY/tY001e7zzvXT
7KxNtKLoLmo7z5x5m0zdQr91B51O0J7rxCbq2G6qhwfEoacL+/1Xi1zFN0hd98mRlXsVd6l9bBpq
Udqe+kcNpizpfbzq1A5qlOTum8Yu9/XSQuCt2XLXInO+9j3Eg1CBuzHJD6nSMdgWtgELlqTjQ5fG
1kWl3dBDNLub2PXqiKDH6XxoKFgvWKLOAj9Pv4igjy/pBhnP46xMzgfIb0RGZNLt0lZzL8qh65tt
p1k7Ep7P1JSd9bF36g+tDJWqXs0ZTlBnnRi7iniletiYmcrgptpbHONG1AX6tbMoLPaVF00sjBvL
afJNJ5TaaXmTH2XzpVHpJrOcMUxwCJ4S/u5ftUWcbYe0Hi8DUeahxo7+AC8yAFljdA3JkAK9NoSu
hT2q+R0LYB5KXXkqjD0PwY0hZbYlDSRa2uVrgc1K1R1IsG5N46EuaxOsJbXeR4/EyGKADh7G+Xp9
ZiIIcs8pqxxJnTRO+b0gxl24tqzKVOg0DTwdzpQ7F4aOQAPj0i+0al8pXb2ZTl7spg7iM0hm46j6
7LazCef14B3vLBfyXtJQsqkZICPc1BNJm22yJ2M92XL91hsjw70XVr1+W7SavBk7wJ1MNU+65hen
fSO8LajPG8+pnWqkBpHPHScVXTveEJS0VabNctsbwQN5Kd6uqtId00FOEk3xmNC9HUqbDZE5eUZ5
PrdXmLi4HpXqNwWkadvGZw6Zm8/ozWjHwYlN9Xeh79xlOiFms4qk6k9iYyq2aRmwjBq45Mz83i7G
5KSpxoy6mUbtfDv3dx3vyjuvT+5ju2n5mTs/krl3O07L0zJO+e3YiQa6YBrPSA0p9/bYpRTCD+lu
IIMkYgYhdNAmNYNoEiJ45EWihosuYNk2GtM/DURNSijxwQeUsvNpirh2T/FLu4GAABMgz5BEsVVt
AEa8zWbQN5SPbMOjjotCu/b1AVCknytaN+PLPDYu8hUGkEM37nIbgbnvjZQKulSCg6sRw7DwpOpz
UEC17MRgPy2Ej1oZUSfNTboi9byAOtMR9tEaU3ukpjQFUAzN2ajTLYSb7j1oRZKz4/qjGZkgJf0L
PF51OQfysjLMnQk4khfVA49uJ7RdE9557I2tyjSyy9tUEDRrAiKN9qPRm87J1KV7FQTnptdcy0oQ
eD7O55a0kdAlKW9A9xwb0I5U7agiWQPEP2TZOeAfbkMiyysaWKudmAg2yh55rb6AMJG0oiAEgpwd
l8vCV3Clc9MyayFI1ns6X2PAyziFcJ8PVZptFWku3dh+HeokPU/GQN1qU3rFKHqTEbu0S9mR9lou
9cjscrqlLN52blQQzRFyzfPk8uP8ayNT45b4I9aSdU5LBR3BU+zcO1OdRohy5iiRQ3A7mahozCn4
5gRDdT4YHQ8ZZX9VsEQ7qbz2WmuHkZdI3Ndkuogz3J06RPpgj5OZRsE8Z2I7FAze23oggaEPpUyz
5bxtE3OIel/J/MJGquOc5wN0iggtRwnvoAX9NIVISWbtYM+pGB/zYMqCr/PczWSH/M+69P9SsM1K
8qt9aS+rt6F96b4nED7+yt/7EoC/ZQdkOfj844d9iWJI9HII94lBQDP3faO2QZ0k+jUbW/a6xHgG
Yr+/9yXzD1RkvKdA8z+YB/s/2Zf+iQfg3sITsxJkFqDGZyc2NsChSHPX3al5mrcg1CEMpHPa6+La
0jrSjAj4H2KXJjMf3LJ5hGd1j0tSmoeRnIGtQRn1wthE2Xt28915/BnSsq78321yDopCOBcCCm0C
EYmf/SQqzLxuMnub5/YyGfGXIq5iJFJlnlQbGLv8pJ66RG1h4MsDGKZenMFXknbjEut70GNtvl0y
ul0ba+jutHTs1rz+zo5szWB4g+a+MvveIFE1SbMrIZe+XvkRG2BRliZZzoJ1aZBx/A2FXkCcVdrC
oMQ8h880mwjTX3/Vj2T1T18VuTrLG7+AQeDdp6W1S1uL6CzFHAODeKeqoZ92Ma9vcpAMctOyISMn
TFsOvkb0c6sN2ZfSqbUx7OaURYE2vexc601xmRE2c4Ieyn9DC2owltXb3xzpP0A5C3U8wuQ1gZt/
fHaHpex5ox5k6YmYFnUlSq+8951g25IdcoQOmy5HdCT3KlXtbmlH+3IJav8gFg/DleyTYRMPtFr2
scxO3WWedr85ulWL/cN55IBwdOCSBGuAtvt0Hl2J8o29wdnVddffyr5RYIC6v5mMotyXWT4+gMJe
IjaLia2CB3PwHP3GQPBnyuyngwDEWkODOQ6wjc+C8U5iAGkTC9ze1YpzWkcS65iUfr0Vdv6UoFGK
ZquYNxDZbYQe0UbAI/PQS+4XWCuMaZVxmjeLyUg+6WeaQyhvM00ba1zgJJJR3rB5104otXnvYoqA
WnfMKytzphNlG2yX4nnuWoMiDl08EDdfrHKz/KGbWyBjj6iwybQ3rTbdobiozxvwktBGfjSSqT5k
d6k1pYwKiYmldZTeC94OA7Fubha7WKNAfYO8porceEjvS70pTvRWPyM+dPFDlH9g0BXl4CH5duNB
tkGuhcnc6xuBJ/NxiJlBsMZhy0RfCixSjHWwC0Z9GxjijoglFTG6mwaJmfbXiX7HZ9/Im33W0PjR
QaEzEiY6KdSL8riXoUO2U+GAgdTpVH7TtMLYNEbuEEfJ+Z36Ng69WkBqjrgCHhBCzGwatEMutLE8
B8gxL7RyDWbBwH3Sm0O8rWP29tRRcq/ZTfcSk88iyqw684m/2DXzWB6H3CRiDWQkpNejPZSdvFBV
XjKbNg7qwVGQJF64LM6EltejRh29izAtnY3qjNz09FvQFzl6nmY8GFp9a9GeF5UtgBAE4A56dTrR
h3l58gpZY9pxg8uiCVrcY2MGltQFwXM/xV+QR10tsz42m3FwrDsJR7NBqXWXTaouotSfgztBkdx7
UtQiPVVa4F6g8FXIFw0j9EwERaNGXlE455x79P3qIjFTaBqtNctbd0Y9N1eGe+K0Ek2V6m/nspa7
3GvQY3R0NaJQL/oQ1+tdmoogYmuahw2tQSosSknPfcaPqEyZ7hCqGAfW9OwbRLKzCfSKxvDJRwAh
18z+6UuRBto3ym1JwVNdiixDPqsUEsqVnOSFYMatK9z4BMDrqzbDpcQqQHMxtZfx3L8yYJsbFdTO
xvcsbSPRFUmRjFtHI3iRhrlmu4iqizIupLJT5um4aNdpI66L2OmucuZ8u3WHQ5Ev1oa7Md7ZQ9y/
5YVz5RjxcjI16UVZJ9MuxeFB7qP3VRuRHRLOtgYM+pDtWUlBZpDxi5lZuzEpUArjNDbIHezMUzXG
6TswSHfBs0aHZxtS88u0kNopjdzdGbEc99mC+2cjl9agiDSZD+3Ust7VwTde1V1Itl2/4ZqcLus5
X3a5yPq7uYDHSmRjXzV0B1TQOCRPFmNUtw7RRhkY3pnTtHkZOlWmQz156pkcx+DVKhv7gEDSfUKc
Yz8TM2+Hc2BnZ3EJ9bsZipxc3Iwus73TLTfSDJYL1I4l3Q6We+k3FXmn82PSQRfxvHPOUPYle2K+
451WS/uhtZbuNk3j4xIXy1GWZXydK+jzvpzWCFB3b6wVLyKeXboZDFPs80CAZjjCzyDKZTq859yj
zybBFj7BfiZACVqa/RpStSv6ieVqFiSfT0VkJIs46VuCMFHKqPpxqND1iXLidiNkbSjm4V13lumC
DaPdOktbLTTUF7DRiZuLq6DrtA248ZOo57M2puE97XiMEXLZhMg9m2PqlrSI5UBWc6flF/6SuI8Z
in5K4idVnUryaVgasy9dAP/faukN/X3NhZ0kxZ69dUjDcqqOhocIwfOn4G6qiEbiuWvcdKjnIt3s
up3rpoxQOlrLAKFBWkdOkl0m6WDtpJc9Spx1WUTJZVdH5TgQ7G/j4+yTUTNDuzLaE7GgMZZe3x51
q8Nrvi5JXBPlBhObTEIEiai6emqcsq6M6LtND6XRiKdJGNm9nlf6O7DudM56+ooLMTv1nKA+oPB1
7hRyyqhKAvNgTOI9cJvboQgoIQqGp+VjokqTutqlBLScJ/QGH3K8oCjea++88SBnqnaML4VbXpdL
/yBsyT5uuLe8ptKjZSlE0DR+HYog2OmmrI9uO50Jt7v0Zsfasv5e1MBUodZJZ5NnbXvw6hJczG6M
fZ4t3qmdLEcAtutqKAbSdac6JNELW3Xb9tr1SOEFoW9zvLFUhuyxzdJdLOLXiqzZKEXxvSkbt9gn
cwKWPNaPbZPIF6Np6vvMFMUWoaAMA2tso3ywnRMYRHqjC1sQFmSrjUVW5t7Ng4Qb1Da3KhjTg502
3rXd+2mULk2xKwt0xuaHDtVv7cuhFEj0GpvrmzffuCcgMz+VTHz3c1BRh1J6b8rUSAjM7geBidqY
46tmHOtti8rxfbZLNJHoyc5F7KGNVk7F+h9PqCMoIfhWdVnx7iXDdNGMTRK1dY/6FAIYUr3Sr5QI
6o4oLK2UkUkxA0oJrWZB7MZYoUxOeh5fBkbvIfQTNVJMxdLa7rSh6vzTNhsJ/a38BPK3GWfdhlAf
NYMSMCXZykl1LazbOfNaYP0sLio6xJomjSYtq8zQGXqyZAsA9+JkqK3ya8XLqThvRjF5p25p4Uo3
fHq03ghaBczNyJTSNzoXkNxXlI3ayODKPr8FcCvPjLgYeD4FAMaj6/T9BS0p0t0nTbdqPBBpJQdd
V427MyernQh2nSEANCJsGXm8DqQS8uncsKfkfWhn6PEgTadbUzJfXXCZDywwLe1KKq1oUO4U6aeK
82EiVaXQAZ30xAAmxrO1LLOMFnPuHm2jMO6HFv7FHsfioq58Hrqzo0VeVgYvet5be9QT1rYSvkdY
Cpo9jxu2TvMtzA+d5GQwQxUQjbGxhtTeDsuM0mrskpmSNMuj+tGARt9o+qigRUy5yG1KCisxr9KD
Wer7Xtx7RD1pV6U92MT0usnVkGb5bkTRsuUpo5/iurLOLdeCgJ9k/MVDnt1ue9PL62j0Rjlv0zTj
2RS0AopX1egkACDio1bq8TEHmdEj1+6qQ12506012s3RHAbCmk0drCLNKKZv7WF+5Qwwpw1VXDOD
CvdGNjI+ptnIbLaUtMWZxL/SLzy+1p2ZHYdFM9pNG2fZlWnG1qMEMHpm1ra2/CvLK5KuZRt7SUWC
pCa9b8ijU2/jZZ1965XTbbtyCIOsHsqmlVEcZI8Z5414MMTXprigdPuxW5mIxbYYWFd2AqO12pp5
dzM2o3UmqxkOY2Uzhow87b7ScygOt6luyMnMxF6Yiw8JMhmy2tfxGKMoSYpIaGSkbyr6AB0EK444
lmkfi63tDWN5VhfErDpxnJIJnA8EDqdx35nX2RKkGBCyNn+bAjKRdcbLN5D15lT3KSQAMisP7crv
pBA9cmV81OJlRFC79Z0mXQggsliP9Uhz3JrHcqmNAt6ob2GQ5hoySXwQS8bKMbkfdJP4oJ7QfUFD
mWb1Mk1T9+rjPXiin9I92B68VZe381shxBe1clryg95KZY2gjia+ZzeTLMBLmydElfTmi0C6doDe
SM57XHv7LB7JtGude2tl06YhOe9WTZixqsOqD6GYu2rGtH6Vj9mrkqyi9ZzgXTcFLc4+xGao2xGe
YRASbyViNMRE4oL7tzyvP6RqA4efwPBZVqQZAOUhdBOzDQI3+oncqETyNiJ9A97Wj+iUkcMFqzIu
XzVyqdP0l82qm+NMIKGzP+R08Ye0Tq0qO/wjBNUgvJOrAq+0pIYGfNXlBatCT/f7aytOUOBV0LCR
Lqr4Mf/Q82mV359AxdSRp4bycpbQqKs9p/B4pdKOAiIpMNf446ht6CKing24WAW+FkEDGxujDbTQ
rrVveOzUZd6JA+9dnnJx1b9nH+LC2hv9YD+4du9Frda7ZMFWvdz3H7LEopjwgXlzTo+s0S/dobbr
7pxz/l7pGfBvMDt7S3b6Bu5v22q2DH1U+1NnpQfNCXoU5eX11GdFlOf+Y9I0ywaBO8Ok1b4kXTIh
fef+ckZ0HbEqrnORG+eKIoZ731yI57FXdWXyIbQsAjvG/RCUOyKO1StPlIWIzjyC1EbQCXR6YMeq
N6KenDBw2VG7wU8PCQ/gKKZwD6Iq8QGOcBly8YMRJy6J1EGQgiGtws9MeOKhmFKxcRpGTobv8Uyu
ClFGuvzUXlWjTa+mO+rpD4Xqkag2xe2M3TI0i3LexrXLMoc6qbqvF6miVHnjiC6vc1wStzXrtlf5
ChXTMoGCVS/bUOH5OU2pnwrNhqd5MBvOhRK2ubbSWtvOJEyYNw7oqyAWocXAvpMZPZRkhnovgO8P
deF6F24ei9cyL7vTcgqmLXxQysjaHRK0gLbm519icvudE70QySFoLfEVVWP3mCp/2mXulDww2Gqn
MhiMs7ocp5dh6drLZW66SLcI8lmPLE8PdZ9ZNJpXFuMDrrev+pQA0Btz7e/K1vXGjc7LgEht5Gpr
Zk+EcUueZsIU3z7gk/9RxNzN9bf/87+/yqHq2/nmW5LJ6ge8dlVB/bsk5uqleil/0MOgH/gvQYzn
/YE2zfRdG5J/VbZ858u2/iA5BygK3RJ6ig+tzF+CmOAP114r7NZMPxcIaUUE/wJ4+e/hyibqy7aw
eesuou7/QBBj8vE/QGLo1wGh1v8B5GXa5Mi/V9FVaK06O1D2tunTdBeQ7nxrejNACAGZkekrEyBk
7A8jeY/WJq5QUAYrO+NwSZ9Zmp5H5gBChdN0JLCEObmnEoyGeIVRNBgy/cRN+e8kVKSQkq2q3wCj
Hymd32NpHL1vUCtHTiSCIo7/x6NH1UyIRhxY20Jz/asyjbPTAA6RstZkzqK+cr5I0ekQQivU4+VV
esTv2IRWTV4jRCK54cJPq92oZzvUkPZW2aTdN32ZH8HQaFBzh+culTcOI8KTp9t62GdV8MyjX48M
YeGyM5mtN42a1UljpeNpGuhzFC99H5UB8Wc96RAX+lhmeym1jqBWDXZu8M0dvLU4bctS/Sla+1fJ
/2dMfP0NuZDQNnnBms756Xw4JENgus6trY8G866osw5L+dAkp3GQtuGcWflToy+mCod2fP3uov8J
Hr9yDp+uJBcNFzQFjaquh4Hhx98Ck2xJ7nVnbIeJ/1nwHN33xIRG0s8UgCt9EV5bRN7AszcdxweN
WuAj9OLXXx/GZ6EgL/FVL4bAzOYMGNYn/aVMYeMIwyRfYLTYHFeZhz4V75rnP9hmuRw4D7/rkf6M
efORvmMHum26yNsQw/74xbHvxkPfeD1Dt458wfWfmE5vOp8I/V9/t3/+unwQ4Z6+6zgGkY7I7n64
V2s8ts7i9ltbFOC2OHnlSSydflc1ph3BI4IptL5JKKNwfhPH+Y+o7PVLYvnn+sJUwmvk02fH/LJJ
XQ9Yy2Oij8u6qbe+W+WR3yXettDbu7qKCSBHiNUZywMKlN+Vbf3sy68n2gpwCiCv/XSWO7qV2Tzb
fiud+EmP5Qu73pOwcLc3jJdTbyAVcP+0PP3r7bT6Y358vHAbkXJHCPLKNH2+pDNsX3qF5QTfeucc
sizBYZX79f2vf9Z/Xj++AbWDkQgqBIXv+uffuXQGZXdd5bGaeUi9I9A38Ne57xhEEYj/+qN+8jPy
WS7MIUpKeMKPP//uszx3QhjXOe0qiz/FT3HfGA44K13PGNXrcBHtttFnUCujiMy+e/zNx//z7iRs
B+MTr0Oiq33n0zOisxdSMCw+vrfMtzaXZ7pqnz29f7aSYW/EsOGojxGLuBFj6a2uBc+TQHniLBh3
0OWdNAmbO3b3jOLUL78+tp/8Cj8c2qcLvKd3Y4wTDg3o62hWwVVg96/8NPtff8xPHpOcAhrukTLz
eOJ5+eOv7Wr4U1gz4Qxtdev13YkvrYfCwu7tDwPqJAHJlyKfRMhp5gndFAodxq+P4Z+XNYewOsy4
sAlA8dYn+XcXQSbADuSguAj8Rm49uw7QM1nNb77p+q758eZZP4WxgniZNfvr07tIZysqJ33kU4R3
n8zeXV/0DxVv21Z1219/oZ9dVtxAlLTyeKSK9NNDX9gF5V/O0G6tpW73S+I9ZRI5mQmuckKohbM2
b82/OYk/+3rWOtkRu+uiTP70OwYtyVpKdKSG1sNdgu4kdNP2tbe945hab7/+fj+7bU1ifTwDVlUn
RfwTZ9iQMWHGM9A1kDW0kNaojeOT8J3MZL2mtZhOWBJGBJ/+k6QeR29q8ze/5k+vW8hKvi2V2Uj7
Pt0fwxRrOjWVLd2R9nnAK/40A8fbYYqK1Dx8m/lZqD4WWaSIoWVuRUXTar855z89CKyTPP+hE3gJ
ffqhwVtlY6YVEL6ST/+XujPdjVvLsvSr5AvwgoczgUYDHREMxiCFZtnyH0K2Zc7k4Tw8fX903qyy
Qk6pXEAB3fkjMy90bYrDmfZe61uER9xOQrsEN3gvhXxka4e9zZoR1f4wgEXrY/n8wXtY5qfzbxpO
2oLqQcjOV/165PR5knccm2sCKfrJS3rlwk2J8uYUGHmtWWwb8JR9ShHOqjj1j+gRSW7TzWijaIrX
tjRXigmqiwGlN6gUzCmw7GCSFerm/V/07ceJQgjZCDsSfkmhn32cqlPY0YyWgIXLeIgJcjskruPb
zoSBvYeR8P7V3k6dLCXwLNFgGHyj5zHA6DCsrk0yWk5m039P0/iOfh2aROWj7e1PVNzr588gXyhJ
lm1qpjhPcE2SQKRjaqiLho56g/w8Y7ZeT0VzPZI9RwEaYVZYkx9d5cVhDDV3Q3DMsANksOlUul8F
NWOqAmBaitT+0lpOv2sHjKCyyFGnmWwmEMLe1P1CUQapvKJ4WG9kO216nPBraBbfwrY4vP/0zr8p
dHuoLTiU82GzIojl57/Mxl1lROYQpKOXNCRCIaxHmFc10iPb81nTp89JB8QljLNo+/51z78Rroub
hmfIlMLXfL4KDF0RWRKtpddxcEMfnjs3YwjvyEFxTl+5+Gg9OF91/nk9KrmceDnAqsvPf7nPKG+T
XpU1nkJOBccyUc2bJgysD77886VguYpB8iVx0Hz97JVfXyUjqCmP1Xz2ECQitZbR13mMv7SGvGhy
pATIQj+44G9en875EwUSOi0OPssv9MttjXKIHFOkk6dBrfosq1Tzoq561mrxTWRpvcp7aAlJaRQf
XPeNNIs7XfbitMu4vsus/PrCNEnbpHWc0csqVJGS1U8r9fugtfH7Uf87aPSOEjN5cOYfkeXcUS68
shxy1Nh5IWL6rNFvRf0QlR/M0eeTAb8WBxTmRkjH4Oits80Fxpi2KRiDnlvRSQ/G0NjLICRSktTF
/ftf8Bt2Gtdy0KQtB69l+Pw0+/zy7NNJ6dqMHg9zb5it67kI16GONtymPkvDKvVm+HYbaxbPjDD0
DFOz5sSpwDcyaElkziobPnTQnWuMyGxnkeQkiLUffY95tkRQs2E+HxPSQJv0RwYbKlyiENGB4JLE
Ausk88VQdOXRypDyQ5SpbdzgVfv9/UdjGbz9X2fK5dcAlYsB0VSZMM8fTZfBNgo7pfeMbNC/mzJ4
Svv4aoAz4wd2+5IOnXWP1d8MEc+44W1N53uXZfMm19zoRnHqfbrQcbo+LXdjbYc0IUL0DYWCBQVO
Rg29ZC5vbKWOriQK/z0eVrF3C+gwJbltT2ZembtSn9UvrZw1PzBK18eMhKS1Lqot7edm3YzqCltI
vsmIJD2VA2mxVYFGfarytTUU2n40kq8Ytu0DwSr6c9OK8bbNS35J4u1w/ZTbQtMeq0Efb6cMipGD
T2enWY15qmjRrOI+K69yePV+5Oa2F1Ui2bAZzYJNiMn2Mksr4wSZlKqIhW3lOA4ifUjtMjF9abf6
/MGgeDvXsjCi70RvwsdKWvzrsTpXCZLyrO49KtDmdweB2YMmgmKXz+qjWbsfwXDfgB+oRVm2g3RU
iH/mdb2+Xh7PhRNZWQ+pLAweOyEJzottc4PxIPgG59eKUTJXylrLlPHWGoLhE/yc5D7KavsY2qX1
o096voVkVI5tjj5spWT4VdbAGWB/BsvATomfvlUJU167WGnXrc1fpJqN6ku9FKiRgS69/0W/2QNz
T5RzsIAuxRae49l8p0xgrcyOKntY6PdmaDzwXX4tbfmla7A4x6hBzLnZVTaBppPy7f2Lv53kDQYu
oj0wYeQ+nUNeM3MiCHsYGE01+lJb1vF17cbOlSNHvh0rCvaInMKlt0oP9/1LsyAvX8frscz8jlUR
TxX/55+exl+muUgEbQgirfWCKCE0MU3QsQrTyfda6eAklBKqTBnj3ln14WjTVozNfPEi5VcBaa3f
RyeOP4XETXKWjON90ZjQeQIzoIKEtOEIX3/67FiRvtdk/yPrRnFKyOM8aqkg+HIQnJwqIhyNVR/R
pmq7fOy3SjyV1+jangohTqqdiZ2mlcZROiWSxSF/mN38WS+Qk0G2LPd602ifaju3v0ylK9eyLBfZ
o47uI6htrFJadd1mmr1m5+Degh2Up8HQGgd1a0c7j5adjpY9q3eRk2j35RIMtekVGsasezt66ZB5
WlX4SWAheRk7m6RfSQBtzHT/OcrL4YG6jeulRqpB0phK9ABVEiZrgj8U1wP2zoPI87q8iJusuRoV
QlOxYPflkcRRZI9208/PStopz+yzxX0z6OazOVZdtVbclNVTNFg6klbIpzGDWDIjCKKN1mVb1EMz
bEIlxt3lTDcgisp1L6ELKI1mUydPEtRdmm0/R1onaMTpCGfDlWPOpifp/+mbpiqqE8msLTmhVRGs
oykZL9H1lhtw7mG1TSQKtHWgKJrlT0HLs7CG5j7HRpSshlCVT0iP5Lap8jJeCV1xTyIW8hKOJyTA
Oi6+OHoVHQmlBaFehvbGDSFmL1Q39BV2m3h1mdIcl5R1n9hTmLD2a9w3EXGlO3Al9qIJ6Yi8xr84
pUmy0+Iq/a6GfXc9TY61nlKXdA8xQOvMx+QwGZjF7SQmurWYExStYAMaNedTm/TEi6Sgba4q3Uop
0whsoWsBe2oc5YBr1XwZ20k2LOhqiNSRE2/oOS1lLh97mgO2Sqsr5CgB5vqp5lC8La2FRIVbgqxP
qS8gNiyu1U51R9dL0ogubQLgFfaivnfyKvYNJ+4Q41nxIUpCMiRrlG6qokX1Ou5dLEHhkE2H2Z7C
G9ti8zCb0r1IddiFcxLfCTqmF5UJ9aKVtfpYY9A7xpY0kTNOoDFrVeSeGhfdgVyualMVlvuYJm6/
HWvH/hJ3VrWbse1Va2NOo/WYAheLuwKzKpF5l4HSj2tNUzDPqbmrHQYcJWt0T56YnA4Ag6UwyBDW
43yRB6O03cepxzcHqG28rRX2F2hFnOqynrJgW/bZWvaTzRNpxaktwmo9Uw+7DKzJG6tmOJSpsE9l
WRPoETpiY7ktYeFg9NpVLUvHWpEIoxzaaahOppXUdwyTp86udQTUKEsV9vZ+W2v23m1T96A6sbKb
zTbezJib7+O0tUltCNzPo0jG2zHS5m8y42X24eBsJZPmbUp9+bJTZbspstQ5wfuzLm076C/rbra/
aixB39xC4dUFefJZmqnm/3ynQ5NaXjYuGp54RObGUa08CulG484GfLFp8pqj3xT37SVOLbpVdFLF
vaBDcDvR1t8JUojWRLpXR0eG05VC/JerN1g7c228BU0SH4MxKbc9hf2tZgekg2iO4tGStzCfYSNF
4mYc0jx5HqzR7VaoQpS1qqD8ySzzxsobVkJZu56GYeA65oh6XYRpgIIzj4CXabMyX7XlrF8OrZ0g
PBAlm8UkJZIIsXUaI9bs9EsrNvtmZWXDQ6FUnlXO812Mau9kJ3y/XKKmbgqWyUpSUD11XYMd+7kE
ty3WuUMPI5iDQbyEdAcs9E8Z9JcTwi75pHV1ckQnYH1Hwlis22ooj7otYz9HPOTlBZaNFfIVwOkD
D+JzqRr8jmLsixNIxV3dBoTPZugRIie86l2n3qI6rw4G5cRTnGbOjZIUC7qpq247RNJf5rqJP1mT
Md0UbnRXDKXyYs22wdyDqoYamjjpkwrbNenJFIfSem3jIxV7JRTdBC0Tl3Mnm4XKA8XPvpJJUsND
6QvnlmKKPMx5qpHe6fCH2UfYD+ibsPePqgs2qOjCftwVGMluUH+P7hYrbrfhCQ8mRzVRiA1V2mRE
7kni81Ahy/YRU9nbKB1DuoG0d0kKrnrol7OQW+yfxY1MycFaO5VVruukfsgA26yjurauSpzwL4lQ
xk+LgplLN/2w7cUYfCJdMKpwsaF+Hpq+/JxQHbeRyysWwi6ydLaNW6cRYfKte2xt9Tu56wvhud22
KVlJel/hNU0D8xJ5a/JpEUz7cWADdMmAHMCfiodriuP9FztV0udUzeP7Uo7hNi90EzrtOGjtVhu1
BrtxrcxPitEX1QZ+jCNJGZ7znRnOzDdqth9cPbuhP1r+mAs9XcPyLjDyut3wYI36dI2rhKpIiBUZ
DliZA+yV+kFESQUes+iOvUVPJpX+nGMLRShsPA+u1hLjpI8PQeDKeUske3QKSkN/UdX4K9IX+yps
zfq7IjM2qR1WyocRsipKzoWtJ8XIriaVjv0wzxrdw9JUTxCn0r2bdBqFxxbHM7zEVSNTvKVJkj11
M2DVvq/hIxQNUhqwVnUZ3qlpf+S80yAGVQR69/AI5+DGMvti5fbk1Sgjg7WHK7an6ujonhVwwPEF
1vkLXWI0VMyxuEW8qPmqGNpNRAfyy5hgMn20m/lpio1I3bJIg4XowLauXaPnBTUlozOK3MM0QiNi
z7rLCdTkyMGZx69n8zoblAInggn+ehVpFascoEimYEOvWdrtgj4CzwSc6jAE8FN/7oLcLoRnG0lz
X6K/mVdjnFc7McYHh9/xku1Kc81Emq3s1n7MzWUfU2fukQw8goGT/mYQYbxl6U6OZDIc1S4Ht2RV
oGzZypu52vh2x34exZvY9lG2w+mbM4Gi1eGYR+y1Zn8qgtwbInpTnWILFmTtR8A3tTPNYl5JNTc9
yEdernTWVkY5pMigwPxdDp+tpAMa1oz8yoPkgmYaPfKE0q95FRWwehB1p44dniq3YnftuHvyr4kX
zbUGaJRj7buleFNX0fjJsvL40GQhM1AdTI+qitka7fO2JRkV2wdETzGoJUiBEYfoWCIgHJ10r+q6
X3VJv9abgSicchfLcdoYYXLPYM7WaTifCLFycCPI1Gsm/bq1YFSncJpunEBAuzRH/NPjFHfbNo6K
q3SQ07U2yybf1rWMThNMyqNJw/CmXtJoZ4x9p3lKrljbYEDwZNjBTuw38prt6GC5DVgixF4uE92N
OXb0UgGKXiRNXN0OOuRLR+TfAmiQxyyjkLSxOsu5GJcfqHWbhGsDSOkKZpXwIjxnCDIbx2vGtEYO
hu7a7qvxEA2jSV0q7B74e449o+sAYKBdqvaifQ7z58mGVAQyadiUfLVYWCZ2ZNDK/crIDPbJQXKh
dWTtDI3kHYZB5cVBfkJ8LE6KwbcJfhgDg1bsggZ6etS4xQo+gMEfH77ppFF6sDSmE+79eYMLfdir
Q6o/KEFZXWRFON32kBz2epuq12EXVH6vqRxyyi5VrI1QhzHf0DAdmT7FdGHPGhEbtTE9WHjvV4lb
JrfwrJB1wNJr1nav4RwB6mxe6mGR6iv01OhZS4WvfubgtiL/oDrSI4nrFX5awIEAABk83SySaY1I
Ot26UR95od6E6XogzhHVpz6/4DKRw4YQ15S/h0Rv9ulVa11PQaTz6Th1+SXB+nvXK6nct5AAym0Y
DA5YEgSoN43kkL1OVHwHsEmHU19q4xbKNvz4cAqYpsp6zu+7LFEuMt0wWe5niw1ACXmNh/1Zoq/Z
dAbO7cDk1au5Md42MjGfxz7/oSSVaWypD6NVG1WwNLFqw6lGA9+gSplk5g+ENSF4HZVDOOvJVqRF
chtn4LRFJdwnQKjFJzz7SJAXZGu5rPkiKti+ZDEPdcagYq1au3Q2vcZOEMMfhzDYUFeqVSCFs+Z4
15RaQUXVlN6YKRXYF3dd9CY4tVZFjtuYDsANUKk9vaCpnScvR5G9Fa7iBOsGK7o3xLq964EcetaU
yW8Tn9dGDW1zGzhkLpnsGhfN34SnusLCfG3mYeNzRpDoAhHTtEYtvHTO4YrjmVFhFZbWxqodcQiS
VtIZQwYsqTfD12gx88/oxpMYpVKV2ZtmMNnU6WOEzhPUjpqG9TbTeDlgug6VO51o7YnHWSrf7SIJ
H/tBj7/2rapu5y7Mv3VKjrwDtF26Ntridsi68NCYZXQxKT1zuwEWAeytvjKNAULfULjizjUQQq7l
bMJFWX6lxqJK0WcXTlsLuTJ1crE7F7lxrfTVRe8Qmqizp2tbqewqmVYe8RPdQaWK7I+mGxzErGd+
qLTEAuF63YSOZLAuOlMtLIZjx2QFvLDm/KI07iWF8plIpLlGJ0Lxc2e2LkZ5dgw2/ZAyaFlfq7C9
16YZppBVCjzjaR5VXjpkfk1J5BIosbOqdejPmCv8Wa/Z3oZ6x1PEsL8fRoB6oT5ZGPP1/pOhpcQJ
SAVpf9BkfL8F1iUqbMVRyV3Wu1rb9NH9bBrRQVFFCQcxYsMIWo/2jWQ9Je2zZndX6BwEkvtwiIN9
INRwU1CSoAIx3YVNbB2mPsT75sCnWGq53T7QRb8t9BxPB76KbaoyJblZmcPXUGe55qGRI9zZRI2w
d/eSZEgDcO92IMHcdaxRSSPsizptT7BwCD3g2NVj/fgW0qnHGxI8uRqWgCmzqIQh2LsODUjDVEYM
/CaZte6D4MK1EZxZbTNs5yBxPV0p9/Ncs2QbymfYFntU0C+FWKS5xnKIG0pt0yaz5Y3zwkc2etev
Wxw3HaDIIajm+77gD+tRAg9ziVcIwScmKs0rzirrpid2txzCijLINDNi3cSTka1sSxWLpURCTW49
K0JCrHw1psOFk1Ad0wxcNMES+5AFE+hvvdiodpp6WIrtS6HjjST14UIv0tgDRQePNBKT50wqLYx4
vCTsLGQGzG4D6M4rE4sDn1jLfnf0wYo88BKe2zB55EE9Tma6G4zan0Y4/B2+oIoV2fD6OiQlNMY5
GaCY0122KPPkmqvORsbsGMp4rWdJcxCQ+vR5hgbCTDmsKsPE+xVjiL125nq8MeKKhA2JKeUWcXK1
qsJEOzmc6F9i14KfKYpPMz3KcmWkmAcbvC1bl8x7bzLacB3EQecno2t8Yzy5q2SZ9jHhaUfL1OEl
SYpF8Ms1vyjcFt0eKJvMwlIqev1TL/R7Z8YaO+S5PJmI+laovD7FuRYjuJ1S9F5iPhZ1lXmSt7mL
S02sY1fnZOb2DTshgpMyEXKej3X3i9bMD1kTcpTk1M4qCgaUJJXvFCfSdeXGD9qodIgxo35NKsL3
LgCfUeN+HAwO19RWtWtT6zUvBo15CVnbudGdzjnFESxsIbtkhzYuP4WK2C9E09NS9Y5WxdBlrA9Z
/BhMU8nynZqnNmq1y4yoipNaYS1uq3CrDvpnJxRY6wr2DgG8tktrrHMG12DtLAAhn20xjjvRNeue
RvmpZ2uAuq8dv7qDIm/LBNh6Z3F0CWYxH6hx0z+wdKpl5mjLrdVVzY6Q7PykVElw2UaZ+9Uusf4h
rAQlSmKIQjUtQ1BQr4FSKawUkWrFDy1FHsT2zhho38zZZoHKhIVWnwMyIbGqwYY4hK0u1S56tqmJ
HCvGxI3NOziGQ1UcC1WfnI0z282La00Rl4sS2hJT2+6KZAqvbFsOJ5M1+TtUKeVO1nr6I5D5dDFm
oXxqcj29bVu1xyOrUtGyKxr204CXHoBQR8O/0TYLRsmDXcLHU4bmRq8rh6Go1Z9DrZnuBdFB/ojt
66GZjfKGt4vtue3iaBcEbHzCRE0u7DrMPFr18kieQpB5nHfGFVsf64jjK+R83hrrzhxBxOhROW80
Ln0JlTemk1V3+6T6Kd8HyzY3IOUn7BbIAvv2BBBFX4X9FF13gZLfYSmud3VssqtxUoI8vCrRQurn
nI/GW6jNQAbAjVPlB9FrPodzTKECRaXr9fnIa+rYMiRHuAvo7h07++rWrFOzPQABHk3Tva+syFxX
ei7Xc5Ybj8Wkh58UtjZ2Obmek1YlFidNVzZOVS2w/JFlIp8Vdy1xcz3GDUGvrT2Gd8zxt1T01qrB
kZiWP1uTu5TqIxs1c1tZlT+C1UFw7GAwYAFzHJiugoxLIfhMOjf70uYUHxrYKnRAlB/AcIlcjSQV
bqCR89wZHmXtXUSnYz3GRbFRHOJa0DgCukvbx5hQGYZu963uKNbU2dBsysha4GTlrSwrKoIBLr4q
is0D4D+5wq1IppBQANnZbunNIwE5WZ+2+4gq9sZkkX1RA5bo1sy1rTGb5ss0wusyO5xdHRs9fOBs
TAa3P8IJkheLAHRPvV4hRkIzN/Xcl83K6HMg80R9ryP+3AHLj17y6Kj0UYJt7joVBgflq/5ShkwU
Gui8+7TrXE/tdPg3vVlE7HJDDkaNg1nFauBNIVq1+JhG56airHXx88A9RcXwEEaFuNB1YitgEbUr
dSqjnZNkJsvu4BzjxjrAqMhgBGnbyWmpWVVo232t1Lo7YYjc742p31KszhTwfmXi633m7oyhw4il
w9zHpWE/F3AQP9eibR6pq8GzGuIpTDaJFpXHvB8hldElOEIL0PejQpmYbKvsopotCZMqTXwQ+YRK
FBByiyl6fL/hor3t4C4SMm7BsqGgojN63Twb6ISlkapVHsBcYw2nn/VOuA9FSk06k1cFqVd3Jr/V
Az2XF5YnNi1artpI9fTMfLaW7fQQOpZvVxz1MzV7wDhbHppyhu4dF6SHcqr54Hf+TSfcZJ5H0KHD
lKfxe/Y7G1SYgkFPUW+WifEwxaB8o1GHRWnIFC45Qq1mmXG0rvwe6QykhqbBMckb41I6UMhmDdEn
m6OPyCVv+2amjRJbkCTHcVCIs76nrhZVONshFDZK3g2KD/pRN4RlsBxVEWYziCkrDJzZR4KkRd/0
umNmIjTBI7G0QC3kCK9foW3OfNFtjNG/FNnBLfFxT9bYJ1iR7HuZ6M/I0x8m9MRrp056jghs1E0a
Bqu2corrbJYZqkXzmdJDekkX1DkNsVHu7Qrk9KzQbctnrUQ+qy5NqlrQTMDItaHZ8aNGfLuiom2z
U5NMA2qofQvq6kQSb74SUnhFNLh+jkVpbdKev3Ch40AwwDVgA9E4WC7ogLabS47dlnVPOQZYTT/3
T3Uq5k0dkKCmJA0Ualdk7GbyJwfrAVbSRFjfZsbOiqFXHo05nF7eHxRvlHdwdogyoP+ItoH03XPl
rjuVKEYH5KJSMafNUE++S47yiUp86melRTWosuzovnOUmOkGMKWwiOFKzCH9oB/6RtiAsELToLcQ
AixQEZ+92p6fyLhTS6+ddOvGAjhNr0Ifrn/e7x95nf5tksV/Ce376l/6fW7G/4P0X9Q6/97p9H/q
7iuKyZefXKz9dwIk/8PmZLl/4Ur4qb/FjSMYd//B/bXVv1QMAw7aQGJmHdrn/8n91f6ymLJMhBEQ
vJkq+Av/k2NlCBQMaFfcRXuP3vRPbE7L/PfrhIAOCbGzQ9ojynP7jcZecSC8kBZob4pB5DcmdSiL
fUC4G6BMLSiEId8zb1OMcZTwIKaqm30TG+RaKnN6HzeyP6gxnaSwBp5BMiH6krESV2SMyW4jQJQf
6pJwXktJ7FttcIq73mmccqtZcGb+pz7Mq/6lbrv65R+Xz7L5x7Yrvj+ziS7+16uv7n+//kdYyn8P
kc1z+/zqH7yfb/2me1ksck2Xtf96Hcu/+V/94d/fzv0Hhjs0Ze98hUXYxdlrAvUCh/+bqGYBQMOD
hO/LtWFG/8RM/02gtvS/kASa+MUswspVXbBs/ItADbfaRdfhwvdbfHeLvPlfX6JDJguR8K6u8TFi
u/kjw92biZS8F4e/g29CYKbjP6+XpjnvaQoRg7UpdeKmTBVpBi0Xb5Llt9Jtvzqxc9NVsP4jLZWH
pgcUMBmcd355Ytf//PB/jR19I6ZhsC7j0YAqZrBAnwvK4V0yGgfH2HS6qh47pz84Rf7SJMn9qDSY
RxWO5FQ2V2VRXkApHD4S85zLNJfr2zzlRaMEbf7cHOBOtRQN0tdNbrBibDgS0rYkV+xK5mYE+hQD
er7SFQKqWbhtFTaEUynEPzbpsB2yAlhqPsSYiOl5SQ4ySbSxqo7ERcIRUYhJWf5Tbfk/sB78/zvs
NIbDvx9299HLP1bPEVbX5tclYPlDf488W/sLXe+Cp3MtgR7zlzXAUf+CeYYNRCeeGMuExnj9e+Rp
9l/4NlkB2K0tf2b50d8jT1P/4q9h8Nk2Cz1tPP1P1oDzjcMih1SRjbGzJ/UYIdfrgWfWAz0dYUqf
Qn+5NnV86iC05faXh/KbkXX+Yf/zKlh2WbdME//L66uEZtcZ+qhLH8XWum8JUqHQD1BeMYbVSM4p
plQSNN+/5m/vjAq8uliCEYqdSU7nMoKbYFjSzw2t9KaaKEVlyQJ5/yrLm321hi63Rt0QeB7ye7aB
ZzuvLizbhgOx9EuRA5kxYng0GzVacNAN6TPrKZotkAFtHF5MBBhOlAuV7IAMjB4Tdn1zX6kkEtHP
zL/GwFAhqxdlp98lVqt3viZtmG8QTpQLzqCKdt2hTeV8GcMVu53COLp//26Wuf7sbjQE97bLqYnl
AB/U6xcFvsDlfNyXfjMrxrWiaXitjCKiHuFE2kNndcFqGkBjNCTmbZNa7XeGIZMtuLaOnldlDx88
3jdTsqoxF3NEIg8a1QkYxde/ELEaUeyQTOPPimMdDKGNT/FIw2lWy+lxovV7reB2oOzfW6vRoUCu
qKPxgc3z7ZeEfUogKmfTRaLG+bRslkYAv88ufDvIhk+x1eSXRBp9ZJ1a7uTXzRgrr8WOUKj8j4NZ
+OxOlVgt1HAIaZCjSFo7JIEfACGgxiaN54On+mY4LtZ7pPnMLlzIWIz5v6rzDbPVCFvi0G2A1z9i
Sx8/YT2EQehAilDHUfkuwrpP/nRAclXbwCnFCm+zdJ0NyAkz3cR3E/rhotSj7T5m9FabfPf+N/zm
OUIU4Hyr8zh5bdhzX99cqNHkFa2o/BjjLMidNvUyZ0qObVY5f3pHPy9FxB3uR1rv+tm0Fkg3NcZm
qHylbdAJYx5tFLu+ev9+OAi8/i64CO+JkyFiW5P/en0/SaGhVU+kRNniAoQD2bHT2rG/yuEWXWad
af/pXI2Yl0mASzliOX6cTQExqxXV4LFaup/Xmh5fzEYCXohCbj4q3xB8yNX7N/hmeHFBHFlQSJdz
Dduu1zcYMO3NBeIWSkBWuM6hXW4KQNt//q64CvY4fIkWooazx2h3hZZbKLl8Aa6B0k7XeAJv7X/n
KtwP6nvOdOBiX9+LHbc8UWCaBNpWgTclw9dR2M0HF3mzW1aXJ8YIZh+Aw+yN4S8g2aLiq+ReDH2m
5TZQ2xQAl+pZPObUxi/oZ6W7SpsJR8m6mO46ouMSud4H88jv3pxNAQuoLZYO+2fs0y8SbK3oM1ML
eHP01yVoVlffEuASfPBBvsm0Wm4XfAEjWsVTxDt8/VCR0FpOI7hdoBbsa1uaUknUexroqynv76NK
osnT9ZWO6TCMq30gxZeRLiWmNxMsv8Bu6NLL/vOv1mYi4/lziFaXDdrrORTNIl486U96d68EmrI1
qumjfdPvHrCjwa9EiESp8NzZp5uU/NWai9BLKnxFWYR8Bvj892/lNzMmZy8MrEvZQRPnMVJN46Ql
nRLpB3Wh7rpUxve0CavD2NjJB5Pzsht6tcjxKlnIVeAtlGXZ8r5+ahMvo+/qTvp9ScIzGiigbKpZ
bCSSOSJXYN9ikpm8WoX39v5Nvh00eD8F8yeHzMUHcu7+DKwwgFtaSt9CafiUdGZxKGg2+rKDHqmz
HTt29lC+oIkwL+H7ZofMIL/YCsz4gy/HOn8GlHV0G7OsygaL3f3ZM1CoC5VtSe9dC6sfqkoMjZz6
zAvaQF+leIs+GKRvFvvljGBS5oGbg7HxfLFvAidscmIs/MTIk5So9Cqk3WSG6Qms8LBL8xIFb06J
9OH9B/7m2+W6LnuZBcbD0P25cf5lcmhNa6gT/JT+wPHo0rIZtZkbmh+sjsYyo776opbLsPHmiLVQ
gd4462CPQCCbgK92SvtQOc60d6es2wV1rhwnLA9rB332PsqjyG8VOzvZDUJGwJzO2ury+YkHN+0N
JzflOjMHC5/ckJBgiSfj3u6Mz7lBTmZKiOEFhxWoclrDS0qrCqklgseR7v1Bp2+5KtSx2yggE290
2+g9tDPkz2S9eiy6OToSyN5u6ObHnk4y5jqCguLDBKq3KRIvP8/G9CTz2dpMM/PaH78GjMGqS0HB
4D/nm1fF5RQCu6iAqTxhdVLZoldJ//T+Rd7YLlUOkZx/2G5RDhcciV6P60GDJT2lY+HXQfaNQJKr
0cJ3EsexsnZFD5+7L64jXcFvOXuU5c3VEFh+ROyWpqcAggvkS2MNfky6H+0u3sw4y2/GOdm1OWQz
iZ7tLgBo98j9Zz5/bez2s6hr/K+6u9K0RKx7ETICNGYBHLLOBwPvzbR6duWzZ2JW5IB3oFL8nDAO
BDPmALwEr0Eed+V/5yUv0XKkJzPE3+x5+1kb1A63oFOjTyisKqLxEJl/ulFbbgi2FMUHlWrd+Sk+
1aWOlH8Z0U0nfB0P70afg8f3P6XfTBvAN1jusZUtm96z2VFVzCpW6SP6tXCqzYy0lsiXQXzwbn73
VVCIoPBJVZPDwtm7sfQ6ROeU8G7YXCCtgzEfBYO5mRDBXqKEsg5D2PY4ghS4M39+g5T3lrYA4xJ+
xeuhAggh7rJizP2oMOJHg7yjjVIP5u79q/xmkVlaBAsPCVUlYIjXV5mbYMKKEee+Bs/3CIZqQKkF
uK8MkfvVoRE9v3+93zxQXhjVFi5oLtWD19fTyOGqNCvJfaVvFN/USaqt+1D3k5KshZZstI3W26wz
xVR/8DyXjfvZAmCw3WbqwdbJOezsym7mZP2Akcefp7zemCS+rOdurjf0fZM7i5fqhXZRb1DIVatS
yo+iC37zvb66/DIL/LLMdXxEUumazCfAjVihEkPCaNXjB7uX37xOgs9ZTZdMFIzdZ1dJkfhIAri5
imuYu5Gd5y4J0XMJbHJblJLtBxPK24fKZMmEgliJ/RLJKa/valZGdtVllPklP9sUSfl5YFaApJ9Y
a7dDO5OWkXGloBUBRd87+z/9mATwB3ajuMUp6ThnHy86b7UvLVX6SZVeMUeT99r9X9LOo8ltJGjT
f2gRAW+uIAiSbdVSy14QGs0IpuA98Ov3Qe8XGyIaS8TMXjQHjSJZhTJZma+xpOeqA72ZokpxYJHJ
T0CMd06FNyW467WkUIMnVaKpwQtrzQ9XtGoI4zAoYF3HbfMoshp6ItgBS7of4Y7/g6chiqd2LVXN
C6ZWzaNuhEZzgNRG6zULR+frmM72obNGjg0TuNH3ulF6y6PGJf0cEmhGKFROY+22iY1msNy1lD2t
eWo/ykJC6LYEE4/0bhgANRtxKVZ8qPHNl9xouwtwneJHF1qwBUu7xDgzHBr7mXcO6tXo/H1HSdTG
9bkYcAwHN/rP7U/yfpmjHkHiTLGIxx5QuesFAd9hTII+KU+WI8nfG25swGl18f12lPe5KppfqHEa
GoncIsJ4HQWtYw0ZH6TUJAocQTg+KIODxr2Wv9r0RlyAQ87O6fG+wIi8yPIkIZ62NFRXN0Elx01k
Q/w8odvQQR0bgrtJRiuV/RHeOSq+UYEYgOxnJQzYusYvprGgPP/bcS8/guubJGV5o6wWPG4OhVCb
AJCQs2TnKeSbu66a7YsyhtgiZ1ao3ON+Nv99O+zW4LkAWegLTIbUYVWuMM0gCkEdZ6c2tgTU2UIG
xIlGr27ViTcO6InHUWL/QD6jAayGd2lSJfPp9o94f9SoyGI4Mo1EbmLaGtff3JGiOpOjmZsj18rX
VLNwNIvb9mhh2YkZTwTdluJ9cp9E+PvoQlg78bcn4Y8fsFoBCB9nfRVApOjQRnqp2jl5GUHRHuN+
kLzEMMp7SLYWboZIzfZ6sbiQqubOMny/va4nYbW9gnaSIVJqkDni7idqOvZHQ5+bnTt6KwjtVbqb
VPf47+pQbxvK27BJllWmRR+aXkfYR820ncxjOwotzLcvysK6/p5RKIaurMlvrECXvVbJ1A/Qkeyd
HfO+KISOGjh7AwUwWQGAs1o2Wu80tW5XpFFJVrqZPkSf8GdvPboI2L0aMSYU3dh/gHxmPOboXZPa
jeIfW0+hyI/4XsLLFNgcQDCC8Jfs+BltzcGfP241B50JwM9RGj6njSC0iufBiwQy1bu9cwxm8vq2
YgreOsaGRV1jrTCFVL9WdQpTkOtl+lnTqvxhrgCqJ3q088p+n34QCY4G2AG6XZzQ1980KOsQUYQ0
O01zrIAOy6ESWU50LOP6R2vle2+AvXCrY0lSudW4XAgnpxhV4AcBhyUMLoAIkosDt39nIjfj0eGB
hkuJGDDa9fCaFjh0DJT0JCN2+BkRdOUkNZHpYV3RUpUugn+dzTGdQABJW7lG6IlcxxuCzLTDiXgA
4GA5DYiFCgQeDo7dTCc1GPp/H09DgpVgZFWLXul1vDxv5GiYaC1FcT4fTLOLjrZR/ASL3txbc1b4
t9flW5V7tTCBNoE5QxgVaJyxzPcfObEUFqoICkmcuOtwHEjE77a0DyGsgyLMnyU5BpyHL5cSi4dE
qu5gP3gWLhy1InypCB8Ken2e6BLUwHMPZydfSxFXrQMvSuVo59Mvx8T6pwK0AH2iIN9Hb+r6p/YB
vYe+pIOIUjjkF8oPmvZMa7482FPr4DUFJPn27Cx7/11Ek/sWxRRkS9YHF4pBCmxmU5w0uR5OmiUt
FapYHOQmeUSeybwLrVmmdGLu6UEuq/hdYHA8lFdkoD7rJxr+JRiGF6M4TUNneHidVGDBMea+Pbw3
UO0qDBgaMqllMyFAvcplJByi8dWIxKkV0EZTGlq+lUdoiGD1fB7qOb4DpD//TNtY8xylk6GUjM7F
SGvhwRGBsJHCjbr9mzYOSsA8HF5LQZJq42o9wiGHnTsn4rQwpS+4Z5DhyLHiaam91+TcDLX4TwKU
1mg4rUJVaW9T3GX0otXjUy4nPHzDNrsgAPH19qA2Pifn1SI8yZAo/awuwEytZB08XcJbJcjATVU1
pHg72Zm65feuviaQLDoQPOqBK6+rFY086YudWXICfy5Odq84nyALw2ALMP2CSrGHQNiYP0fnokFI
kkIpdcvVfrTQYWKfJicnRESCBsiIEXM93dld/j/opf+njvFmKEZG3wOcJb3H61CdVGRjrLbJKcp6
bKsLVK/mSVMvZpfoO/fn2wpbTaODpQzdR1YGHtPrj9UoRdf1TkwRXhleHWDeBwcVsZNRYqVUY5Vw
ruVaRvVkilDJREsUQHV+wchruNfsKHiJYl0/TlTE/tas0KhcaTSAJMJFyEcoSvCuBBrM9A80vEPu
TQH9bsqD/lkgkIrjLrh3nAzTfwuLsCm8g13lyUy33bSX+f3jlO9kXLIbbLFOI80Oz+xLPIaNTuwc
l+8PaGqOiySvQqcEQcjVzClZgItTjwBHgYW5XxileewNuzshhFacTFOCmUOhzb+9t94vDXqNi4Ia
o6IxtlaB1Kao7bM0ik9UW4QfA1uEQgBAx7L619uRNl4fvHpI4/5Pf99eJ+UjViNyZEFK6OpCOg0d
nmmK1qp3XVFh9hVhGV0VeLgYAx2EAd2Ig4nf884l+P4ooT8DAowmjMbdtoae9DztwAlm8akGY+Qb
RdoejRHbyp2hbobBlIBuFNcDeftqwXRoQ6FPH51Q51BIAeDiHetEDjxpDkaatQEUWhAiuH4U+SUK
6hAf7fxHGJQG7kS95iJVWN9r01yddn6YSuDr3YkDKg17QNdvKr6rfFOh9wKuXl2+gRRcUA0ZD9UY
NmcDRoM75fn4lKt9e8ySHmE+dbbOc4kk6FzHuDI1IKRu/5ytxUfRzeby5GznbXM9TYY5DnpVmNEp
bEzjO7xE2Yf8rOLeAjnxdqj3ucjC6AF4QeF2KXittrABF9nUWkNgllpkVEwb6OAdnasJRWHXzHUN
by7UIiiA7JXattY9bxeoE6h1UGiTV3OudsgOTFolTmriSMcRpyOXA1Sn7tIP53YuH/RJekSPLXOn
clJPdqTVn24PfmOeedPgZGtzi5IarwZvDR28Ymh+ZOEwODR6dIhEYM0JW97Y2WAbh5jKRQMWETw1
5bPVVaPFSWROb7eaqjZ3EsqjdyCeIZHZNqIaRl9BO0O4+vb4NrYbAqzQQej/ymSbq3VkmTnsWcFV
OsEthESv1B5Nyt18b2saraW9TJ0YMcK1tqyWQw6aKz05cfE9zWNiP0+ZLWMpYYeHUhEt0sJlO3hw
70jkZfzqzQaViC7W0fIPworGpy090DpAoUopv9yegs3fBsCNuhKtP062660UaRg82iMmmHM6PQlb
rx4SG2om6Ex9R694a7K5K5YWNHBQ2Vr+/o/LUBdKW5ppBq2vMpPZNTN0ki29w9P+9oje52Og6Oiw
AMh/Q7WuFi3JmITeUk4qpqGZHehIY+hx80+iys+cW3v2Elvrdun0KWD2uBnWvRW0y+TIAEt04gUZ
+HOjkzPHFU4Melb5kYULHPIp+s663fpobwrM4AagVK0fSAm+l8gFOqSceRHDojZD33TIbrVe2+ub
vvWlVyf/8iaAiUmfgXCrKwlTbiUa5IAFIimfIkizcd0+kYA+BIZ67CPrnBjVBSVNH41t5Kasj3JV
gVhunuy4wf+TqvtQP+nB+Nkq+/PtL/0eiwsoG66eQsEO1Ab2ENdLCnNnaSLZS04ppU+cPnWEscYS
trUSD56ZCcMfkrp8mg21uDDE8NgFc3+ykBgCThPu1RA23nXLz3lDO5Es0wi4/jlVQ04kavZS0mMR
H0NhuB+z+mfaleJD2AwfhwSJD+DfNAaArR6E2Y53ECqwH6jaBtkwGmO3J2gJ+O7bGfICJwV8Ru3y
+gdh0jTK6sDBg/SZfgHu4bh5KVdoKcrqBUoz3ePIMb8WatSfp7n8D0kTH4XCwWI+v6CKrsP3sBkj
uefzOANul5pS6TgWmuZObrI5yIUKAgIaryxVu44SFDnZrzQRhbbJIaLi+UW2J8WjGm24Kdv+gLyb
7CaDnj01CIjtzPHbKN5NMs9MOqsQf8n2r+OPSRZKToFNd5UiJqpHL12PPlBlXpAGRknGPlYwrg0+
sNk5z1rOCeRUyTM1wdd6QPFMCfxStry2UXAjBWoRizvVTu9aXdw3YFL0HPM3UT5YYf8AcPFQyeJF
LoffxlQ+5CqNLjU+Gkb4Ghbjh0kOnxS0kMHIHEDNOOiFJSfUAw6zo34YR/E1q4pfS9Zq1ZXP4/gO
JJrPU+5Rs9kfU3sRUnBCP8mtAOQM+fJCsi8C8R20S8+J2R/KOLgfQ+cOGW+0BzsfucNLJikfSjO7
yFP4SxLDfTToR7ypn1UxqXD7Cw5BRPTb4jCYxbdW0s69bZwCLL0CBc8se6iQB6o+3V73m+ejxYJf
yodwrFfr3tK6sBoGNiKWD6jZaKPsZ20U8zMc5/V2qK1bjccXaDXKeOiqr0KNsTN3jljuT0mx0Yye
YPl36R7IfzuKThxKDGQSq1Swwt8aFJoMgT10qruBleSaklr8hxt68ZrDKYEeAFC465WMuEqqpuaQ
nPQO1nAYyIknZWN6uT1jGx+HjYi4C+YB5JRvHeY/8oByNESa08Q9LbRhkEZo6dgiD3xR7nVkNzIB
ItGhp6WDHdMaX2f0tR4lOifDZNrzA1pb+gH1JfuiFZhJIjdY7LwVNr4S+R1cUV7EPIy1VeaRUepr
O5zdTilV+Ptu6JKnyQz2sM3bUTgnqVYvndnVeUcRoctksshT1tWZi/SbiSQUd+7tr7QZBT84LAaX
xH+9Fiyy1CFd5i43p+rejJ3e472X7VR9NtcCdUfIXSBwYH9drzhu7FnVoi45dYkS+nqbQREP88XD
ogyPtwf0VqxandPA3BY+OtMG0m89b5j1DRLOeqdk4nhAsBP9w4ONRfBwRkwrekaeq5iPsWqJGqmQ
qDUOM0Xi4a7WMztx6yiY7y1J1pEOGrUCuxpZFV9rxBdfMT7/2wjm+SiNrfFljE20fAQS97WbT076
qEwAHNyqtHoM5Y1SxVXIrNpPoTx0mLwoQz+cxslMyPUtZUKej5fdLws0qi9iB66ZHOpOfseOr5SX
QK0dBJH6rP9m1nHS4dSeIa1VGT3q1RhYVMMhV3oTYj34YhQGCvW7zLsdCdRCz2Ar9yrtTM34BSDF
GF0to6OQW0X2XFeTr+aqYqGu36HhUuAg8WGwgWMAPFTTH2WLPhO/bxrPZjjzU1vH6MWhsTPzW1rK
8sfWxBTRtZGQ/opifvMXFOk2P0RdhEUUd7b4xpa58C9z/LJTQz9CYTU61ymNpD04am9+10SiLWYC
rQEKahACRThziNxKWGJ0J8ssXmrQn+cuU8rEa2aMT5mzbr6ryyT8XAmEVybKvR8yvJSO3YSggVXM
6mM1KJ0vG1N2dmIrlnFDUUfHhUJKNdMyq/krmr02zYVAivbsPTbeBUvzCscjmvYAb1crW6qVoCpk
A9VGg9Jw6dj/dEgEushGfJDrsrsrGlvfSYS2tiyJt8XRA8KRNt31ZqojRE0ym5q61WaSNzbSfIwQ
5NqpaW4dquwiePkU/biQVodcF7bMJ93j08Bbj1xGNfrTXBqjryrB9DgPSuXf3rhbZwQlVAekEyQ3
Y91ZleVBxkWPYWkt1TA4u4jaFBRkhsz+fDvS1jdDLh96MUVosHqrCcz7bKZYNcYnZJdbXwo1+yNy
2pTXs2lAQ1KV/8KXI9g5l7bmEzIMsBpqwKSvy4/64zpMOxXpdHSKT/mA2Cvrs79o2VicUMT6RX9N
3lkkG7NJkdgA08IdBQp5la3WQWcpudnwCkdk9eAIo/DKMv57hn60M7Ct1xmhaPJQmQbssO4Z4wRd
N6LgwW/adfYaYEF2ku1a8SqgNIdYryxXAQZw1BpY2AM25/e1WjbHcCb5DHt5j42y8XGvfs0yMX/M
s50lFSYW9DLGcTj0RdGiWqtnXh+in14JKbs4uGPuXKKbk62B3VmavCRuq5jYK9Nqrtn/6CI4R92I
Sq8rJ8OfLWT6b6/djWW0OIQgWQMFiEatej08jv3Q5nYj5Z1FegaGLvthkizy3FiLyQ01+tvxNsgi
b5Yk/zfg6jod7KQbVQDCJ2sGpxcmI9CjUKdKWCPHaeRNf6DHKV2KJM99tRy0Q5taDoqd407StWzK
1bW+uPiSeHG5w2JebdoBoy4TxwnWFhvaw+izpCid/0AETT4mOOgc20avTnItpLNadnvb6Z3oE004
nUq9QeWVIgQsjut5B/aEsLiFSQHkVEHTqTgWjn3ALPOhNbt/Zss86lPsm6L+EgzJBTzKAwncgeWA
9j3WD0rxzVKDS2pmz5bcH8a0e1U7Z9rZ9Bs3gw59kObaUoUED3T9I3uoUWG1dIgGs8HvKMmxteiK
YWe1b0RBnIJ5oMS5uESupkIAeZdzKaRHMtmD23UqBne2UHbGsrHwFp4xx7O9MI3ZV9eDkVPkbcuY
Z3MtAaEecJY/mqIVeOKMwYV+sPXgSAmKgnkaICAaIWRs1vIpa+Lft3fA+x23NCp59FmcjXRGVpt7
CLpmsoKKol+kFg/CaIpzJWnqiSdh8bOq0Kj9/4u3/J4/DjC5U1GRAePhW1OChnACkmucRXisosmg
DFBXj7fjvRHHr3eWTt8BF85Fa4PSxvpIybWx1GZF9+2O3ogXyAL+c2C3iCDPYGy7J+RtylcgGqgM
lgjZvg7z3GQuAEgNedXICjQPhcsaDeUi1+7bqLEnbwZO2XhlaA72MeoRST7MU2Nlh0ZDQ9ztRaB8
DEp2ips28Ygcelok6oNdT1VFbbXDSCDqahmvYCTwfnaOUbR4IuRotsvAkP92cjH8hNucfYutoiXX
BUpRuLWe1L3Xzs18qSNdxf+kmam25/JgpwfMXVLTVSRp9qcxlT9Cs5TRlk2r1kbZJBDZOTCKCq8H
Zumhj9u0w5RcynigSMbsKqlulB4WDnN/MKqwSBGe1krYatloCg/frvRlFFaHstUUfxUGOshHOQjG
9GBhivltCnr9BZOdCl3SfBzTe7pli8Ng4Q1W3yh+qplyhkjVjKmJgoziI78+eejrrNYPYspFcBCd
rPVHuvH5x9vffgM7SMq6YE5NSpo2++16salSmoDLsxwUDNSL0DpNQpG2dhIXg5nkoE8T9qzFNCG8
rgeu0gjL5ceVbPo4frYrLB5iR5pR30WrxSvkPTTaW4F7tTQBW9AXsyC7LtWX65+XjDXi0pXt+I3V
YDMUygfQjcjs5QaKi5ZyIA/+CL9Rp2E2SKDxhGuUmMSgPjlPH80JxHLQ3JdW/onlebw9dRvHAqRm
uknoaSzPzeWU/GObWiUiPAF3kW+10cMwa+j71ZL8kseF/lWR2L63w727/shVKXJhxYi8GcWh1fUX
tlUSRdWM0jYSzpj6yPZhjpL+0dYpBI4Jcsd1gGC8UL6P5dzuJB3LNF99hiU4Q6TPQnv8HWpuHjOt
66MmPsHpj9xMCz+YQ/5FEThmll3529D7D7dHuxmQti+pMnJMnDrXkxtLs10NJS48Q18Gp1Tk7Sdz
grriTNRZ9cpAxNNu/3XBBVA/zUFueSaZDH19Dkpw46KeUcqdSQYzpOiVIyy+M5fv1s0ShRyGuwTh
Qxj410NzxAhvIGRoVaiUl9CQKdtKaXSMmqk74vO5p4e3TNXq21HcoUlBA5Rre016zUf8ndMIW4HB
sLC+g/VLUcnG1yefXBq/1qFXS2NpW+x1bd6lCctA/wi8OloqJLiR1ObBk2C46WZz2PtB3+whfzem
k5uZtBvsPuCvNcZuNPWmV+MJwAL+IifU2Cy/nbF2MfGfexTGLvPvfVoCWZlMcKk4L7iENQxMCkNJ
TYIqOgWlqp7NLtU+luGo3ZUhK7WxY3T+py49Iaka3Ct45XlBjFV34iTS6+09sjG/Bu1P8l4YG/S1
V2lYOSYVxuxhREI8/coNLXyKDZTAbwd556iLwfBVlNWmQKXIqCUbxnCAvZcLGyY5qFLzD1Ua2Dlc
Hy59mItTjX4S0pCgxOdNxZQcLDqarhMkB8T1scAGDuANQsZiaKFQTdFxiuk4xFzroyy/DE3yoc1o
mgB4dOPKql3gD/cUVcxj07aNe3tIWysG6MHSSwTpwR683oBVV/aBpYro1DSS7g48YY7ClD8DS+s9
VTf2SHnvn8fLDCLJC2uN8oay7oePViYlc2uFp6iv/rbiVPWSSdc+CCjnXhYYHw1tEkcwY9EDB3BL
5ShIfTTNpPt+MYa+PfaNc5V7FOg6SAiOuLX5aK7ZbQHTPzw5JbZqkjaEqAQ18yFQB8ofqUkOmM57
BYKNE2jpAKA5sIDXYNdcTzgvxjBTWhZq3LQvOXrsr07YZZ8UMAKvSqRXh7yjOOympRXsrd6N8RKa
kgv7lA6RsVq9FH9mZYpjdG6t4j5U5sgV6GmD4knpY1uUEFsRQ04fv40Wwu9Z8JJa1kUzq1/UM/6u
DDKvoeqpvfe/zUjQzk3J+aT+J12Pc4h2ndfU3SMUigTBp+qnZRTNscvy9hhiA3f7w21sdgjAvH4X
nOHS/7yew64rTGNymMMxx6nJsVrLR4Xb2Kn5bUbh8bhIYYLMXJfpKXLGMeyCEH3iqvdY0Sr8wsne
2YCbHwXMGy0hCBRsi9VYhMCDakD9CDDMfECOAD8MkSqXzGRoOB0h7U8FbWcpbA4N3saiMgH+Zd1Z
E8hzOr2lhadGd35VraIcjTDOdnLC91UCEml2Ofq3FIWXXuH10Io60BMbyAFKD0n5rFem4jbKLGNJ
GnV+HmqpRzVFHIH/SZ+lsmoPVZ3KR7Cb8SfAacNh6EedirduPPdzu9jYCoUctrZmXDjz1B1Fx58S
PhP+f1he4EsQLKCKTfn1+ncnSRwHrSTzSTBQdU0ViSNEx3//lyCo/5GQLyfvajOWoghquyKIbDbt
SUtwgjLrvNw54rY+NFkyjAtKNpTiVlE0fP0Gelp86BmBinyy6kO3ZAW3x/L+4cSXXqAyi9gPlMl1
hpp1wtEDq+UkDeXkSzXM+iWV6S5hfIMEDzUaD3wY1IkBVPNcji/ouFggBIBSCpDw52HEl6YQNWiW
fNdJfStHoWgvE2Xh1tBfvf6cakijPoR97nOXdD9Bk6HwD/HrIGdzdYcLb8JrmrsFkoGOfGYK1RAz
riQpm71ZWgKtkk/6B5AAF610JHZXefw8F1hbilbyp6xwnvG4eahCyT7Pcqb7RqJlz3k5LLL1wW+a
UtnvQA9JAOZ+fCmNQnm5/ck2FgZyfmT2dEwWhUnzelJCpxlqRHclv0ynykNgS3GjAGrNv42ytFHJ
toFQLSqPq8uuKRQYFjPKT2aqji5eWvUlwrFyZ5G/P0KJwnwuJyj7ac0s1OXJFLkyBz6AP9Wry2k6
xyjzHVQ1Hs8q+JKDnKvjTlBKfO8+J2FpXXCn0ldAz+Z6Cpt40mpjbAM/7RCTipWHEieHX/SCbPmI
FcNwKsElO27pFLV26LIm/WgEFmZCdWaMijvIM5dwackfAdpNL+DEJC5h+dlMHOdT2Ovix1iASj46
gGzpAs1q9hpFmvqr0kxcbEqrm8zD3Mfyjy5VstGrdHuSKCW1mX4Z6xENXIeGLbLngVA7L9Xm5DVZ
rE1hNcbO5MZZFISuRaGr9BolcUYvNoow8ILewF/CltQ6AfuSho/91MYPddYF38dBQjd2dMqfcdhN
qSsSiIyuClb2pe9KHd3+Mfudt2r+V1KG2D7MoWwMtCWNnuXsxLwLpPgvobfOU4zAkek1OY7CIBVV
a2SVmyMZmDWUQFZMCO9zL6JfiV2xAwrRxD+lwVFwyJVGBIDVovtizhPMd8gfX5RiLme3xlJJnJJI
zfFFazsQQuBaf4260j2bce4AvDTM+jwhkf6SKfR5QR2p0oNS63Fw1ADvnKNOo0etSnL6I5Ls4Wte
6s1Lqiszdlpy82LTPcJLInsQXYYLWG13cg5gqKTgkg/BYoln3HO6WK8ptdGXKkkCDLygJ3t17kz3
BW1v54w7Yqy7Ajk0yavtppT/Ki2BW60+OHF84E1k1MhpCp4K6LVJjZtJgTP48LzDH0o+95XXKUr3
lPSRmE61UUr64X+lbYK4TqWCI4mtCC52qTsvkjBzbF5y43OKSknmor4ZYD/ttB9D8Fc4p9oC9LSS
STYFIty8PtupKb2g5519ub37l919fd5Ro4I8TjsMcZh39IGwdqwxEEnghw3SoEGEQENXKOrJaszP
/z4SyJ2FgYoGBi/7661IZlGpdZhRHUds5L5sot9tJ6on2WnindRza0wAxFTZIIkHnb7KDYokDKN+
jIjE08Cvwqy+n8vAODSd9O32mN4j4YHXokyG4g1nJ93ZVShhl7YtsUD9MmyQadJwv5MsOv2cDdqZ
i2TyIr2h0w/A2IvCHp6kyPaO1rfxrL4hP4IfIJMD0+pZHXJDqQGlGwLHz0Jz9tMRzVpjxGaw0PPP
6tTdQ5TGxS2wh4MRNPiU2BQ3Oqe4r6X2n9D5kUjDfdsG32PbvMc03fzdlejIN4lWnm/P1sZ3oZAE
t5CXrMyRvJqssbJmXcYJyG+lxS00sv9Om6w7wo/+H035/yc9bOO20enrAtOCGULrbfVitsMA4JaG
STQ+g1irZwbtvs7CKjofZZQgUm10dZAg/37d0fxZ1KoWPS3watcrPAywMSYMpWkrlL/1rTK5oZoM
Z/5f8z9MJSwn6kdsXDSeV5vJUlrdiXJC4dguu12MqRCAoQo9yXbeGdXmGicrZX3bcGwgn14PyzFE
N6Dl4fh9PQCTKYLMOjpYpx6bWXWOKTCLy8Dle5QMpfcqu8wvFZnEzlW+zN16jSOhwxsP7VuV0tn1
jzDDOJyoVDj+nCgpnosqDfJotP14pmGNJm79Wo28TlIj3/uqm5HprSD3xIHC2r2ObMhZlEgpZXMM
L/sjpsuVi++xfSf1SKti4RR+nooER2oM5Xc+8vv8DyAdtrtwDqkpK+v8zw6RU6lDOLgdKHf09EuF
/oazpza1tSsVkm8+rsVqWqOEh4peTZxjIo05Wew1iRn87GC2g66zdhrim+PhFQJihqLKO4FqnSSo
whPG8fXYrJ7oGhas3HgPbLR8j3crBey9wSWjUGpcfsUfbQ4DxIRDwkGUHCmnvtYaX1PG9FEuk/ox
p/Lq3j7VllNrHU9dhMpB5lCbe8dCxxp3BGXk+FIeVc/OhOhNWLblsSh6tMPnHnvIVkP6H2Py57we
9vr8W0cdpynvBNaKaqxRBrExp5GcET7QrOFiRaPzQU0svLBUZFnod0EGk+Px6+0xb+2JP4KuJaaG
UglAuhG0oTX5qzGDBKP1LPbh4WUvk6PXcJpr3ZMs8/V24M3RUgkFlwk1iFf59cdtzXGuwSXxcemf
IRpSF56tpelZbqv6MLVR8QkJrl+3Y25UlCnBqEB1l14SL4nVCdBhEhgg5cQOUaKfRcr7hed59Hev
Y2jWaTiDIZQy126f66qP7X1+V6PZ64YSNspBa3BGT9h2Io400TyxvhpSXX1ojNZ8UmcECjKWiA9Z
1zxXugP+hyaxT/tevaQU14Bloq2KHFzOP13s2/Is/Hh7dJvLFzlx9G5ZvUCfr2dUT8YiKgZm1Mgl
gbsoeKv7rnFI5LFG+BWn6KgKJYzuZSvUXMUJ6j25lY3zh+oul4tOwZUy1Opkj+rZ4rXF9dIWdfuI
h3r6GI9291hbenaYtbx4lI0+w1gWX8kG6Xps6qrhg8Q7zssVIXumsNJL1o32eUBazJ1wNz2mGSxq
MVXGocds6tDO9nCvSrPsDkhuBYh3nlHZQkdyzszHGBPLI/oW8mfD7ke3KRvLcxD5O8phg52uChpl
5LcczBnvRSQGUU1TNFrLYzzT5j52Gk0UHYUvGqh61FYnO5vzR72Lp2+KEorL7a+1cYSifIjcL7AH
Cl/rJFru0kqSa9aU0S7OeDY2hnIcaTtH2sb2XqTe6VCheE0/c7UmosyIA9WuSCgNyTqGWLyDgVcS
L6wbSkWTSD01azO/4DLxb49vK5ddcCuIVXJ68zBZnd5FrPRDb3DbgsnNLpiMVv09RHW1O9jmKAeo
cJbTj9RIlEsZsiHUSKDLluKKCBNsnLCh7fTvWFN2n9oSFwS8dCX5wcbmMEdlummQYF4MuiP8Hf81
o2lhWSxMJs4lsvB1o0JMwpYwjWbOckU7S2HaHiwVY9c6qgoPm9XOw5IVuTkeFL7kdHsgwq1dpIHo
5b5bqnxrLGoI4GOc6oIkLQNiO6mB7rZlk54NJdg5greWIIAtSkUcQIB5tesDA1N2Cxk8BqrEfejH
Nhp6oRzKO0vwPWWN+SR5XxIgA+jwWm16jLM4a+aaDK8ehthXmhhLTPC2CPCNpGrpIe6T/lNT1+FL
gx/03RCkcXqOpTSm/QG2kzdQMbX4341O/On2In1Dvq6u/KVgBraKihKFpeWW+iPFKBxLSgIrdfyh
Nb1Kcn6MCUhDucuOeWicy0Lc90X65ATUSEL9YzbIf4l+fiyn7C6sS8yQhuNQxgdDxlWLwnjZagdh
jWdJKY4qUsaSA60+ZMF0Wu/B4aldFWmZnfnduEgp+i2wARQpqcetHhAxtukCioPt80AC6dqBT8nK
Tj80uvGgOG3rWQswdGfelqWxnjf66+AVeCsvpmXX85ZOsujm2cTM1eqa1yBOjGcH2ERO0XsUDLdq
HZfXe/0XxHX1G4jroXabzvkp1ZSk3KqPp+cJsvmvAGxj7enj+JhQnc/cyIiT76qkIHA5oZT6NRVG
G7l1gYbqYQoC9ZsIEmWPzbtxcTKDtE5QVQTvtH4XjB0a9lE+2X7r/EzTbL5H+ja75CWwMrtHqbmW
cWSLqlpgogvz4fZUbvRoF20mA7gOiFoIxatbMw2UwCrhk/gJ/WDXSqp7JWiwUqxf5dCm9a3kvtSl
n7Bq/xiZ0m8dqowaN3tSvJuryKJ1xPvo7fq+/qAKcsihAJHmz6HzhFvkUr+fuS/zODw6QdW6VvDP
7YFvnT6g7XkOLVkgcKbriIvlM8AC1m2pDGgQZbZ1KCKOoNtR3pAz65XKCYcHA/RimMzrHR7LKLl0
XG9tOP2AtGv7eVZDTAEg7qkCf/VS0AwvaahcRpHXZxDH3cFRIuOzHYyQV2NLP5lKWJ3meWncxvlw
ppUdPUwoNt4jRqj5aUn5djSj9AlV93/fsFxE1RdM0AIy0dfC6s2sSXlTarZf9aq4p8Wn+rI6NG4U
qvXJmRPpMZSkcedI2fw05MgwnmGYgXC5/jTUw2eUWWbbpzKTUMGsTFcrKmMnQ9jadhQqYUvRruSV
p15HMee6rLVgsP1UwY8Q1pJJWXRw/Gouks+GETcP8Rw791ne25/qtEp3wm9VQyiCLAIzKBMs5OHr
+EHdV04qEV9MCVIrpGPkkiK+FCAjDm0QOZ+sNB7IAobZxY2e6rnZqTs/YnOmF9gXSD5ux3XzUypj
oFc91Q870hV3Ciz93CK54d3eBLejOPJqqxngFUcq57YvaXXz0DU5igGO1P6XsYCXUwCYwRPAi/Dq
LqVqM1FgaViqSofVQKdYXmgj4vIfxgKWBb0jUlqgbNdRUkNomd71rM04CjmQzU85aog7h/LW0gSE
B18QntOigX4dRLXzFslgTsMxytXn1J7jp9khEZMmGwf71EIzZGwQfsAz/OiANtsZ49Y7lV4XvwB/
Jrila5Z/YGmi0FFbZmtEFjpTST3D88Y025Mq2/7Rmk7yTdfEWLiYKsmzG8uGJGjnhpV+x4tTOC7W
PWWIy04e/G/qzrQ3buzc81+l0a8v+3JfgNsBhlXFKi2WbXmL/YZwbIU7ebgvn35+R+lkVFRFjBoY
YAYIgjiydbgcPudZ/svf+4Gem+8p1eDuARo5zDpKC+VRbeY+orrSUNtrPJi+dor34i6rHfF2wRgu
2hk9/411dy0nKY5X3BM+o3vDy9tvL7/US2UKuTZzY3IwkP2rMxBURiyGOieHqaCHA3G3yB44FaBo
jqeUmvrQGb21m1Rn/vDyypfOPUkSZqJIDIJhcf6mM12vbQbqnEJLFL9rsIPY13b2V61pPri9ex87
uDy+vKLNb1wfSE9XXG1gM3cBuKicQ2gp7xmj/MgdfTnB/Not46JsfJOXkm+8N8CAIesLr21N2Kub
PumznlM2H5Xyr0VTTbUv0PU+1C1aFTGZxy2AeiYcs/I5tjvvekSdcj8Zbrbr3f5nrTmvdgSEXM6x
Ltl9ICXAE58/8cZT3F5hCBJEqL6dytIcrv+DquPCez1bZfUFL0PcRJEMrDOiBEfUxM0AVUCbqWLb
vsuiOXmrqH+inkKDzQXBRFOLsts4vzP27qh4Mswa1TJSCCzzzpbNjZf3zzM/dfgolKakqUCxJc5n
tYFsjAi1CqgizSV9eG/1Xky+UtT7KdbiQxtp7ucGR+FgbsNm35qzcV0Zpfmd+ePwVrPC/DrOFGW3
9MAuXr6wC0FTuheDCqV6Vmkqnt8+arFmN1Qo1OC1iLm8A0gak0kqpV61dkVWMDzDNTUYLOOLqzbD
p5dXfy4i4yHpJJ8JEgkw8teWFQWFyMIwIwwoGYdm56XR+CYOrUHsEkgcSPThb7jP3Da612qpnSJJ
/bGfKIpzs3S1hbUjmGHfLSlQ9gpT4wNmTHkcpFWSy2+Br8vP3NzcuOwLkQ8yLbWxJIUCjFzFH2fS
LSUdZcfJ08c3c98X17VS95+9PEZeZEAvxaHxFahtaG9wby4kBYwjmBVDVQcysp6tZqpG46xHFIHe
Uf9TS6d+lw6Lu8G+v7DKIwSSLx2fLuAp55vCS/N0sBfXCbQZc1bfc4XR+pYpio2o+vx7h24K0FLy
9Ihy63aymjuNUbWDE4Stl+9VJYvv47RJd5Y5OceJsscvvDC7f3nPXVhUDltAFwGFkaCY85tjOwqR
aViXmKHe1v7ievO7ytO+hLbe3FZiKX80zmRvJAcXQjptQziRsmHxaDN/viqeRgn9p9gJEM+Ormm4
tvezRW/BjTQDbVX6pbUmwrvGA3MyTbZ3h3yICCqbIWbrMr02HfH6goE2GZ8+vUwJdV1jguLexeu+
Newg98L8ZGR1f8TStj68/Lifn5ysAs8VPT5wXdDszm9c5Gac4F1mBzje5aeGfGKPksgeRb2JIqXa
EpHdWm61dVvDazt2lR3AArJ3rSqagzeA4FWdPtzryfD6LJ3Pn2KPiZqBEOXje3/Si0pypVEWZbaD
yRDNceqYweZCGTe2z/OAwyoyQSdGY/a4njI1rW1g6dDagR3q2d4I2+n9YEQGEDyF9fBAvnVAHOyW
ZNoiF8rndZ740GgEi82pT1OYgff568sj4RX5LGxMsjNlN+ctcnhmXl8lmTNsjSKeL8XtAefggUIc
Wnc2RY48DgmkFSTVqF9Bywuv1Cmr042gc+GOpAAQNhlM78npVqkMPYMignRlBXmsRDdZkuqnARhR
UNVOtRGtLywFq5ZBjUQywsJaHa5mHyM2UcbwuhOlQjpvqXc4j3h7US1braCLS0lhO+lVBjxr9Z7i
Nk7aZvTMoLSSKlBGJHCjUR+PGmTCjc14IYDiCWaruF5IQMAajs0grenixTQDbK/h2WYh4o9xZN2p
S5J90RpNPdKyWzbe2oXJBI+Rr8CEUQ0Jak2ZVzWKJuyoDXRsKYLrEWm7SUA+zR3zesizBh3Mwbwf
I/1H6hnJh8wARogXTBJMi+cd48zSrhe0RPZ2bnZB5GZ5INpG9TvEjG6dcPz8ctS78Iwem2Tky7jH
IXR2/tlQkYQUgQuzBvzoCXbEhmBngkQ7NUUYn15e7ELMo+5k/MyzkThpuTeexCBmdJ6L/JMZYINu
3JB6WEdlVgZ0DjFAmZVifDXqnzQLeA/VLtKcICzP1xtzMfIJg8gNF2CbjQbLuXCLZOOuLuzoR7YS
hs5SlmL98TjpkNYiT1jFns1728vnQ5QvHXL/hPOXH6C84FWQo5CFoM7wCAj4GqaKBXleGqlDV3Bu
tLeh10aIEiRbqfYFsD/iWURxRLgZZjPSPn9udeFMFpKteoBZsXKteG5432aRYCqFjknmJ6ZSHdxa
TFe4j00PRdXMQTmZ01WDPsRbRjTWjWczDrWSuloQ3clz9Cm0DO+VJPZ7J17aHaBI+52Vx3Pw2gfE
cJh2puz58vE5q0DWGXXV2cLVg8yiyZ6L8IfrNtGfWURKuSAGio/deoam1UvRI6KsB/h5D0Dkqvab
HdXlx5dv5fnHgk0yZR7aUjSJmLufvwSziLIUMQJayyjs+cxh4t3SdZQJwChQiU62nP8ulDjnC+rn
CyojTO90sh3ELpTues6bit5lXDyMVZZcx7cxXD+tH3aUZw5SLz2VWDLFAbJQ49cCpyso4Y5337ZV
fXASepzUkOWxFQjsvfxcnn9uXCZjNdk+ZqCyHvgZyVID2nOcYE6yelf3JIJiVHsfLICx8aIv0A1Y
C+0AmrjEK46S80eCb5EHhgv77SRCChHqWbPXqkrbKXU6BWEp6JQj332liqrdo9Q074fMVHZ2WZcb
Meb5h8+FYG4gO7kUdGtqn+lRocH4cAIcyYbTGKItb8zeVvPoQtOaZWASMA6AMPMMoxSVS96GjK+Z
OkRw/iErnaIw7v3aramuLIH6y4xkY44L2Y0ADY1CpKZtvN9LtypNKOW8ERzdGpdVpTFlDzP/II4c
E8/VuNoZam++OpKS6EuQMfAFSov1iFEVrlZJQ6Yg6UZnH87jfEpLpzy8vFdlinYer1kFEi8SQlLw
Y71/1L6ZYNHoktLmAAJ0temkLc7DGDsU3boG42nMimudHGAj9bn0kUiZc9nildo98sKenLRIynZh
jn843RLh3HStFR7aMMcqXCu3lroUp4hOpN5ATBEnMc6XwlPBUMTM+xr7qdwPKRMtTUtSXJU7DnXL
fH0h81iiMSICQSsJOOfraShdt8o0OoGtz9WV3ie5nw+xu5E6XLwr4rv86mUAXt3VoM0SuD/RWSgd
d8fURFCGJ+UpKcZPxlTn717eKI8UsWc7RQ7iaNWQPq4/8IS+Xww+kC8PUNOhKutpF3q9DgZ5DgM9
MqKrxRgYIdGJALyaTNc63pCQPkR+Kib0eEkUu72mduaVmhqoRhRDvu+U5CdMRP0NkzwNyK9VnbRO
E9ddNnxdcugVngY2YQiL/m1ZOsYB0kPkIwgS7TWk2PedBg4lSsMSpP8SH1++4UvPly4ayZmk+qjr
ubRR94aYFzoqSpPrQZ5nYUDbgfXgBDB+NLQtTKl8YesHTFiT3prMAZD6P982GQNANYxdO5i7qkRn
v/d2Ds9xH+OpsYsiQ/gt9JgTmrv2aST/CmCeYAwwNvHbxBzdU90Phq9EyxxYC4Y6eW+Ou1mFSTK0
heajpT+86TH9uY04H5mbuO21F7rTybWHcd8vEuw5RvOVs3jNDgiYWvkeasIn0YT4I+PsYbSo1tqV
67OKa1cTtlupddRnI72pJrQF/ktoTRclTeMEWQGBUihLe52nnHsLQ8YvL7+cS2Hr6bNabX6h1TF7
jAFR6+m133SF8dnqLO1tHabGrjZ0+4i8nLXzAE3tXl75QvAHz4WQnEfJSxNBbpsncWuKKs9snYSw
PFj1bT+hra7lbXt6eZUL0RF0HEc6eqYyRq5SK1CyU2bDbg6GvMP2MbfEKTGq28ma2o0w8ry8wo7r
yUqrXVcUBlLneUQYiSJrZ+jliCUGIG1lAXLkKFjmNqrS/JmHCHeCHFgmqWtnEwU+R1e3KaeOVU7H
0hMKM4N0C8986SHSjWc8JgdA1hoPHtdxJExBozBrehRqVKVEL23UrzvF2sLMXVyKaCEBNGB510bH
sdIkkaXlDslmVu9rT/8A2zc9tRUohZd3xoXxByXPk6XkBn2yAasi78Hs2nag2JbzxnNiEbRhld2a
cLCCyQvFN6XK/566U+fbQx1fJy65Xl82jl/nanPTl/aPHMD/Rk70by6L+Qc6cReoO91QeklXFHwX
RqmqR0fDNHM/u5WuH5JKtX0X7heyFMk4vxXFYjZ+aNXtjTuaot3XOGCc7LkCeobOUf3XrFOnrebp
hZKR7rsccgIPxktqLRqEyhUvf+AVmbGN9EQciGq6WTznm+Ytb2MFVJWqUcCYMN/i9J3RT6dBj9+M
EvHcZ8m7WShXtlZ+rqxuNxvqXesou3FBgPbl1/s8vJDt0bjj4IENgzjY+dttGT92emUtAYL64RUq
b/1ORQdwYxM9P9vkKlTo0meYIlGOsp7sITdUrR4xsiWw2rimGsjfhFl4pw2tvXNUqJ6vvSdOI1rW
gJDgtTzr4Ig+TCyISnrQ60YdQCbMIbG2yqeXV3lMu1fnpyw/YLiTEdF5WN0UTSJnaXPa466ihCAD
+nG+8axoOHRJh/wXflRBobfiFOF84oulGk/Y29V78uL8ME/GeFCwDDhkxZyelDw377w+XW7t0Qb7
zvF6SO1F+/Jf0DE0UPAWdu0C02u1dMYDuBbThzG1hWy8AI1jy9LtRx9MIojXMnzzUs+Rk5l2IDX2
fsyirXz0dYZ9qppou4dTt1OMQT8qerG8i70S0KWX0PwoCuvEYH+Td/98b3I5NKkksx2m19qHA//d
aU5Tzw5iiW1pmwIVIz0yj1ZoIkmXLwj+ukqyK6Q+oZrbD81QDhDP88wnsx/8sVH7oIHGurG95Ht9
9t5ppgAlp+7kwDzfzJ4CqicnWQjaOLwlJSo/2FlUf+gGxIyFqj7YiSNOBZTfwFhQqHx51116JlRp
jPfQ6YKpszqo9XHIUjsN7YBScd5rybRgVpRs+UM//17hqyE9Sr+IbBRVxvNb7LVwbGl+M2ircOe1
wn68Lef8kwlP45B23uuRTCyHSxx4TIf6bA1RkFSNPmkcO+jj0DmEk5Hsax0l7Zcf3YVBHsvgWWHS
i6byXIt+FW1saMrIgKnMst5HRinf0XL/sui1t5/539/GGcmNprGujahCd9p94yrWPu6nzy9fyPOn
i8U8MpNIIcFQQ9j1/Ok2eqvZUT7qwTTnXylW9Z2lQICOvNwFklZ2G/v1ea7AcnDGpAmqTQNw1bKp
rQFnZLvUA3NRlN6ngdT7Q17EN7pdma8eBJ2vtd6enKlIP2Y0AkN1urXt4aejI6f5J54fhkOoVfP1
Yd52/vzyKsysxgaZOc9wVN3eUw/GLKqD03TUpM681Rm59AAtyNfyIQLcN2VK++T0wpJ3loBhLZgc
0fkVenVvSSPLQ2tp0+HlW7u0FA08lQYJPW2mD+dLlWqBogTaXsATSvXQJ0DI1M7Fes0Js42lLu1C
W94WQQSq5Hr8ia4vBHJcISg1TfOtUQlxjcyvOETAAG9CUdYb21Du6vOwyVlMUwSGiiRnrjF+hOs5
i5OKW1tUWoIjbb1DgvUrFV9XHEK1LvYKrMT9lHtbX8DzoMnSOjMCmLjkH2sfSgDnid5GuRZgdN8c
KxxM/BKDm40HenkVvmdkjlDfW7d9lk6Za81NNNx8NXPX9XSY0D7Y8je7tEOYgVIKIjsEuW21Q0Tf
CDRMeW3SFQCW17xg3SkwkTHrZuOGLu0QQDmcvBROIFZWHzNS2hrMsloL1LTN/TSa7H0T9/o+ovL3
O0jEG6XhhfwDeLCGrRoyXhaSU/Len3xoEqW3jAoy17nWJe8UF8EgU40sP8OT4VCwgWLfQE98b3uh
flJrdbky9breNaXT7sJRlBs79vn9cznUPsjISFG39egkbClTGWqrAZ0k+zBXbg+KL8PUDdroAbrV
99d+++fLrY6FUq20gRCE72HrQoFS6yQYOS8DWMYfX17p+U4l3+fDl4ox5GXrgNaipFAUJStJvY+j
V4fjIdfKesN65vlOZZTIyUO/lQoSZtr523TbEp3dylsQm2vLK1LyKCiBf17RetsaMT8i5M+DC0g0
5IfQjwUWxAjqfC2vrIuIalMN+r4Njd2oTuG3pdQtY1+PKP/4g9KG2X7Mw4WsDFf1mxSgqQiipor7
a/7KGB2qVo+VoxJmYkCYUGnez5NrfB3M1Kh3S+Us+xjPvrs6HvsSA5UFLHBndw0qtWXitve60v+w
0kF8wiss1fxQ9MuXdAmb0e+aHkpkPCg6E4p0zPO3sTtSBxRaWmuIACs8lqwB+jo51Sc1HzX4bsZo
frPanhg8yXnL/rWv36aeB4pC30Ay11chBFcnZqb2oAZTW3THZkpUatQ4/vryKhdks4i5sp/JxIKm
yFr9ICY5hYqGhnw4Kcx9kzG+K8ulQUAPVYT01hKzksJzKK10j5VZDcXUHbp3Xtob9FxDY75NFGu8
yfqwe9stWQgzEJzVVmEqY9j5xmHf0PKSgxXsntbgiwXSU94IraOjPKEtb4t4x/zDRXN4dJdpP1Wm
sviWorvqsR5y7DrD0APS2+a2NdIHGc1u74ELvaElEn632iYppDlWl18JOzSKk+N15AhpVxtgG5L2
YLUOMqFGLZLvDIoH7xglFgvEiMgufmvgHAkly4WYWYG9Kn2KmVLzgSCIeme2VXgyOrqAMJ91/Q6a
z3KbOK1zr5oTDmRq3ZXtPnRwDPNRK4vLHWqT/UHTESvZaaHlTX5aqQPsrkFvb+dU5LsUvipM4SIr
v7dWiblrqyra14QE5U1S4bhymouZ7g0K8/rBRfu9AjICUn0XpugR+23cmNM+d61+uDW8oqXiMmL0
UmLGkXSCacu/vKGeJxAgcUjAQC2AaDLX0MZRzRJ9KrM5MCa7vJGc1r0xxsVd0ykAWgovhgzelm/t
bNoSnn0eL1kZfAYdRAqHZ0wL3FIZA3uM5htLHU46sNS94ZbDxl68sApVo4G7Ciefg2rFeQwjyTSV
MaVJ0vXpiJTsgvWBOdmvBohiWiG/fcm+JPFbRWXNqh2E+boliKouubHBiO0Su3D/xL08XWWVOmQ1
VHGjaRbIRXW/L+q5CjwDPtfLO+L5CcO9APogV+CBoSBx/sRGNxsVlK94YllZ+1WTGL6ZlcsuIsJt
FI+PloOrQAGQDqwgMdOgblsVHXXeGEM96+A6zJ7mQjwV+ZeGqqq5zhV9ISIoeX3bTmpU3ihZA2s6
NkZ8ZiJ1rhQ/NRTXPnSL2X0XIh5uPdeMw6MZzvUnj753vGuEAvdNQApEy6v2FN9rlh7TvqrU77oQ
zux+qLV0q4t84Ytit8lOgjReAO92/vyyDIOome5oMLuZez2PXcQYp5XEWlUvd6XbKgelmOnIx7Hz
6jNIoupYGIwVScyaiJWXY4ojTsqri0x1n6fQ42khq39mFYkYlGA3l1Lx/AYjcL1OMrtzQCFEn9Uq
xr1ihFvlxfM8URIDqNf+iUw5X6VRmwISowkFYDbiz4s1dEdwivmxQgBoV3gIz7287S9wLOnwMaiR
XQzwguvEdFzsvOmZxQYFyOebvNOHaqcly5fICBHe5uP2J0E27M2a9Rm2lPcOF3lxdMBK+oY7lPdN
ubRXahUNWIFh4KAMKvJvSQWmadTrk9nUZOAi/Wl2avwJ+lC5EYKePy8ZfYimdECALawnyXYrnF6t
zSloTG0MxqbMbuM5sT+E1qRj7NvbG4n1BdCKnGzBOUSYEuUHcxUnSG6GEGWXCc0nDwR3mkTXSdyG
15OufrInIw0QKYFAgubhiZqj2GmV2b9JhPHp5fd26ToY2MikW07q6Wqeb5R6DlNbnboRwGop/gps
K4ccxPTvXSWi5u+KQlMGkMBYlAejHuf3peY0Dn5wzvfSHIstqYrnwZPaTmq9kQZKLuQqZZ7yxGJr
PKp5M1M0Gqe/tRCa2xdzrr/6NAAuREuDU1siyq3VmeOkMaZROUsNwxh9G2al37fAdzbqjUuPl+41
/SByA8ktXz1efLA8e7DzMaDB/RFRnXCXD0xr5wXBmCm/XTrrenJGc6fow5XVpX+j3bAFhLtQwlIq
UlRRVpFbA4o+f8X6bDlDPsds6wwNJYudhMeiHr3NTaP26e1VDAE8I5jKvth149xehyleDlUSdbsi
GcyNSCE39vmhxdXQsWK6w/SFsvr8ajJB62NQrCEoEtu4F61Y9mNfRRtswgs7CY131NTkzJNu/eoY
0WoXekTLKkqt1wjxR+2HbsHBxFcVo924o8cewNNbkpRF2WyTkqSUrutezjhCCSefrgNtVHWc+NIO
UTNVjxOkjJOYlDlqlsoX+mB0kLPK4jTYVX+Ta/U3vSh68wABOqWgq6vMBL0XLYXfR8b4uSkHTbnG
UjBtkEvIS+gdpMl3bRcPnx1kfn7mQ4XHU4krbjqo7Bvsv+ytiml9Hst7oxFHjJIzDxC6569LFaVi
Ih6GnQ2IswOlp/t1Qp/5R49tT6B3sfs+D638m6tk0ZVZjc4bUyjCR8uZCVKC1rUwh+amKRx99tNM
9bgpzTmBwQUmHUMsfzmarfeWvFh6obRpwBxJ1MD5xTZCKHY49XUwmqWzi5fFIXUZl40Ub31WsAob
CiUTOtdoSK0n96HTSJWAtA5AjkEV7Sl08lhUfpjM30rQJC/f0zPEp1yOJi/sMoD4Egp3flN55BYY
XANtGtvMOxT9PO97c7D3ivR3dherBVRZG+/NKTZPqoqrqVekyqm16r+lzchxqkftwW771tczvfOz
pamvxp6hCTDVrXLo2QSca9X5j4T2IucNDGB1reDs4oGkNKhiO75z5jq5NfLYe693dnOlKRUzos4I
G/womuoeVuZ8nzqV7P3PIFVSMxX6bmkr4/3imVvi6Bf2BnMcBg6oW+DJs9ZGL2dc0S1R1MGEWTtk
PiMOsiracne48LmQBbEK9ALaTOs+hlOrGMOEAjvqucnvEGlv32A5Nez6pLTeiLC036BGmx1i5HU3
StFnsFCePYYCmCkBOwcTviZghYWOBh+OJ0FuFZ8Lu/L8yFCRY2kytf8wYRR2F7bQYM02/CoyG43m
bBo3jrt11EVOkta96tJPh1lEo+X89WPlbOmjYwzBsGBGnjR2e103dLAQ1Kg3PouLS8l5lRQukvjr
86VQQlWSzkVtbcnchzabjau5Sr7YhdiiQzx7rvKmbGoCaiwKAxRiz1dCMbwqhFMMQR1iR6rGmPM4
WWZ8sOcmOtQZgi0T4nn7cMybj5laLgfTeDWlgGugNpYJmkdGb6xPGDviaWuD1weLC/bCSIqO46Lb
Cp8XnqmswF2TJqyKXfLqmabW4kGfDHsIr2UGnLINdxRK/U1BD2DjzLy0FNQsDJ9BJQHzWD3UuAWU
51R2DwIlV/eaGeXXVTXX19O4JYm3/iLlowMZyndBzxyu9GpPLpYxjXHE2D121HIXKUxbetfKTg3m
2b6xGO09Hr5dAFZoyyvzmX2YXBpZKRrOHBZMz1Y3iXeb0Yyi6YMomXuswwzNt0QPtd6LGl+Ll5J+
bVzWH9pY1uDqcrR78Ge91oibOfbEKdSpcfncrMAwigyXQ3P5WIdlulH7XHoX0odd4m0k4kb+/OmI
g0lGGAMrDdQRYIKNUP2xicRwADJsbbz2dRAGOCGh1mQThAim+avil4x+7rGYrwOvE+puNkmL+jHc
OjIftVSfJmQsY9Eeo30qUW/Qc8/viL4nMImoEoFh9mh/A1mdvxkqu8CPZse9nrDZgRuDa+pdPrUt
BtpxjHtSOeuN5tPdThNUNo0xPIjS1vd5bBoNWECn2zdQiAJnzvNeCqiH4igGSO0+9bv5VetbJrFi
SXCsjrK2milkR8wY0EMU17Pe4fenJglhQ8U82p+9sQWClTZJu8vt0v3JL1IfLLPvPgnTiKJ9OrRD
ybQVapy/dEl1TPOhROM9zMX3MLVi1y/N0gLuYg9DHHihhaaHW2r9e2vQcNyNjEzK9iDMr8bF8rHI
QsBeVDp+k5jmnolVNRzMVFUgDCiJS4vFFu27cWnnZCMlWydLvAq0VGU+IEmfz48ELzVHM7VEkFfD
tFeNTBxHz8eiSWiJs7GWjE+r105SRmefOh6Mlb167ciHzKC2CxGAfm32haeHexR+M1A3TK+Fo4R7
5EC3TvzHydT5qrDXbGxZZfOIbHBV0PQC9ieo74Q7bBWQo4mZZ/vCbqQn+bB4b60693rmhWMKDDjk
x4gfNuoPy4mxmV5mKCuJPYff0OdZxsNsJ/Nd3WeVdTSrro0DU0f8NmxCO2NmlS/iMCGnP1/ZXpPc
z3B4B1+JIXgfkroLdb/E9uEQejEyagal+7RTUmPCYoi6UN8zwYV+7xRdBGE6srs+cMYoydCQ0FSE
6Y0aZ1l8w6blUI+9KPaFIQBcJ0mS/8SE1Ls3xnw5mdL8clbxymIxs/+o8LljNb8MXsWJYUFDeTn9
fdbktDxSNtjKKPRx+JJbnn/LZd2phSLajIYILzVVUgarRd8v75JFZAWskyrzdbUxSr6mLO5OXSeM
jpZap3xbcnSrrtRlqB6MfkkAwNFL9fuiQMjJTFRqrrTG891vhyVnZLK03SEVwi4OUaou9QldOlwd
xnKuincv39SzkpywxEaRDjEGuEAe/vlNxXFvdFnfJEGHTTacpcHsl71pKPW7cPYUBwvJxBO7TIk5
N3LIdM1+mISX78QEp+xQuaZGAzus/pFC/veZ0nr7l//hzz8qMYPHjbvVH//ydnhour55+OXNd9H+
EvTlz+9El/J/5C/51z86/xV/eZP8aKq2+nu3/ltn/4iV/riS/ffu+9kfDiX4w/l9/9DM9w9Uqd3j
AtFDJf/mf/rDXx4ef8vHWTz8/uuPqkefid8WcfG//vGjq5+//yo/3/9++uv/+Nnd94J/tvs+F9/L
X67a/Hv5s13/u4fvbff7r4rj/UYhjKIliTYNfmr+X38ZHx5/5Gq/MQiiJ0844B0TjX79pUTpNv79
V41/RcuXTJIowakkVatg0P7xI3iQbAZIt1TamDf8+s8rfPePSPOPt8QD+ePPv9CLeYd5Tdf+/usz
EKjEzgCpQn9LXgVV6vnmKqdhLEsRI7OSZN0xpSp4qxexPy3Qf7R2ioLO0JKvqMv8dEc9eueoE/YW
S7tXaw2fk2wIiQ6VhwrzXPlRM6eGLxJXP0jb+netOUw7bUivenv4mmPV+4MZlHZlT8Afnzz4S7ex
HoM+QoAYPNHNRWXymW9bjLp40hjMzxeDjRllnxwxC1+vR+Tx7Snu7+Z5Psb13Ok7PRbkUqmYjF0V
VcOJkV/yttJpMOfaZN/WymRcqyr9LOGWEwDrfOg/NG4m7qdFfFHzLdWIR17a2ZEAmUsiGdgHhhxi
yJz0SUalu1lSR2Bagxbx+/igmc1HRGemr5VZo0XjQWrf2ZOovlezWd6LevyEQab6poxwG0mKsjB2
plGm7wa1EJ/TeslnX2+9ECy73ZPBeMX4EKOafVXG3VfAbcZVocbDdxCgOinAXJTvO7evdoo6M3tF
Luuq8dD29b2YHM+vOmDBZl6KYI6TL6qdh9EemE3IMTJbMZphCU3Ixxf5qqjybyPEWVT5D2PP/4NR
RRaN/z6q/K/ioUl+EFc+fC8qBgX/CFQyGsl/90dUwfPuN/o85BCEB8o8iTj9I6oAP/oNOAC8PUBP
9DPlcfJHVFE0foRu6aOCAhUG1du/woqimb9J6PSj4xmnDJDw18SVVSYHrpGrAyiHKoBsoKw9AJsO
lTvTGpwPKJ0DuJo127fGGQZ9XqpXYdpt0SkezZ+ffEXAmwDE0qSnwCfSouGx+ooUw6uLpRo+Yu9t
hPtkgEXvN1rsXlOn9nt4E/qtVWdRwODGOMFJwnQNoYJSlpPxdRoO2Hv2iUWV5w5oeifG/FCKHhq0
FY0+dELzvjHn/FukGNkRgQXlLbnFoByMtkiuZvQCvk9mhuWzVpU4BNodhiumWV6jpBho4WendycH
gAN2lWKqi42266oke7x1tKCIIcwNEPtazao1PSzCuRi6jxn95h3RN4bTa/x1abStimyVM0sMGeIl
FqmVJWVf17grr1OZInd28bF0ku4uySPtyqnRnQKuAeTDjER10yODETzZ/xeC+7qp8rgsACxcfWDc
GuD5zt+tEcfVVDKw/tjUhhbo0Nj2eechA2wAqGOUku2rCFVvG3Pr0pl+zHY7fXz5EtYTy8dLgPFL
kKbspVPHR/U0SHMezI1JA/4jia9+F9VNcpyoCf3GKu4qh1umhhrx23SjIFaX92rc9lfeyEZU0So8
ZK1FCzVTxiODz+xrZlYUdaaTXA2V2Vzrw99N6r5gXprmTd7MW2Yi6/0B1BJFSKkSBMSAWflqf0RL
D2PDS5QPqfrF1qNdpcBP3toa6w9eLgJcjgWAt9BPX2XeQ9TWShJlygc7Lo528tAV4kgUOE7p5/9r
J4R4KD90zcNDR3r6/0G2KfO/f38u7Pq/nZ0G8m//M8c0f8P/DlzPoyQ0L5jd+c8c0/wNKK8OSMJF
7YyzgW/nj9NAN35jLkH3mXku/z/j3H8dBqSf9FsA1tE8lDJdxmuOgnUbh04RWhdI1oH5ZRlrtTOq
uusyrJGHY9sCZGgMLdonsb5sNItWm1zyv6Bn6Y8K44hBrnklQqkcMdr5cFQEfNuJ8RjM+DjdJxwM
hyfP/UI82lpqFQtg9Iwgk4rhyBX9sDpUAkM3NHforKkbLXIZ2J4cavKmkImTQn8MnenTr1Zy3TE3
c13vj1WlQOFGfui2GMYWU+AuFsfB88SxaNUWaJLWfh29xmAH/WuHXbjTC6+OQR2uE2i2S8m61asD
ehdKxeOeXqNuMw31sLsNjer1r47EXdIFaJuzh1fhvRVxq4UZEnCaUJSbJa2T66jQFb/pXs+s44Ey
72MfcixIU6fzMK6NhYsXCObr7TS4R8eQbJ3Y20ImXHhs4DTYjMhFedYz5n9p9CJynbA76mroMTnv
SIM8ewvdfWkVajeSHlpmMg08v5feoWGYC7M7Crczb+ZqCvHfabe0INYdcbYg7wWdEuIDKcbaI7Tq
dFdygLtjpJfNVa2ZtC2ZW10BEXWu8ZV2dsj/ePsiUbdEjS/dn4v1KW5xj+Wp/Ayf1EVqqtB9Krvu
2Pc0NqBAi8NI8+vVHzMYB3rZDKG4WGAG56s4i4o0aqGLYxlq1Q61W3wnp8TeIQnUvLJ1Tr+PUIvk
JO+ML3otXhZCeFNbMYljrRXO9aL3zlVR2c1d7Vjl1csf7vMQhewEox+6Ria5/Bpq2pVDbC5FAmaK
Wce+hHrIqa+ngbLor3b75q6eLiUTgyevyaixgO6KnKW6lsTazKybKSq2buj5ZjhfZRWJhkHpBaah
1bHgA0dowdRA+EbZ6U88NgnH5J4kr2AViZIinYs6iriXJZpPVqyPdLytZJ+qRbJ/eamLN/R/llpH
oiGM/zdp57UjtxGt6yciwBxuyW5ygmYkWcnWDaFgMefMp99fzT7AmWbzNDE+FwJkG3B1FatWrVrr
D32Iu30VhDQZ7lF3oaGTqP/eHmR3G7waZJP5mQNAbQi4VVCnIGThEVioG0kK4CWeO7eHEp/58qri
A4n2Ffr4QHW2DWW0FcMllG1aD53RBlEPpTaRcQpK7OIX0TA/+FK7y+cISSEFUpu+FWyMI2lN4ZVV
QW4lki8JtHgmWdmbPxIPbMpJCD7wXGOsy73djJJVQtEvA2rFX4d5zM61o0/+7ZW7+ki8kkneaHTR
76LJvxmk6lMVQ3M5D3obV2QTxZHfGm5S8KVb7Dxvj3W1bC9jvaBzhOzUluLFbRVWZIo5vShz/hFG
lHIoTiXVwTBXzUzx8heFzRcLqWvGYQUAqojLPg9kO4ufJdNJ4N92mN9kmPSubTm8V8x4fpK0qXkn
jAHfZ3Qbvg1DuaaeItlU2bV4fbIGKSbhmNNHboDuUwlJ8oCxdbVrxe9k0QWxDqXMrQxFiNaQkfRJ
HgzR4Hxv+9B4VsyqCaRIt04ySsT/WzS/qJm/LrfurD+1CbBmQiBHULMuN5SOCmzZRVYeqIr0dZFR
rM9pHLx110Ksg1lKlQeWLsJim8QgW+EtZXKTB1mYt75VNOMZWevhYOmu9SEEfw++EqJbguO7FXbJ
0fuRpUHKAsx14x91HmvLyZS0ksaSbtM+6dJ69GpI7F65FvPfmhY7QUO96DORXHVjtas/2UqkvpuW
xnpXaCyE20jjlLnF2K1nqtWVP9WVUmGdMNYf33oOADi+FDLAFVJSEGfy1aWlwjpEd1mnTZ4vNnp/
wBpbvBoOTvZV7oTQogARQbsAowpS9XIUKXLkwaY/F4RtHf6z1Eg2VdMS+ctoJo/t2Lbvwmn510J8
6NPt6b104S+isRiZWhAnHTgKlIzLkbXaKgHs92lgxXE6o+qcap+MdTF+VHW7JN40WBZeRaY2f1xS
OatOTb00GEYgCbm+q21E8tyw75zvGWCx71FsLrOXGej/HxkpXR8/3hbkdxQM6NtdSfuDZ1emma5i
ACBcg92WfjfiUnPLvli8ZdWO2oN734NWv0yyR++WRsHlquSiU9HKaxrAydI8TC1wcRFPDypHSRiY
Wa1/H7LMDOrFLL/c/iLXBx80JPU5UekXNqib8mSMY/vSxUMazKFZnfu4Nz0cjLPg9igvR3vz3Xl2
oPoqwNlCJf5yhmgLm1PS5mnQpG1burmMhrc5FjMijrP+YNEieVgWJf6yUt/3KizK7qdmDPXTWPbz
varozluvaUq/OJMKOjF7EUzU5e9JEBtWqtpMgq6QMzY/6tRtMhxto53FBeuIGD61Cq7rLX63XZd5
HZC3CoZYms8RTf2zkgLfvb24R6NsPqGShAvte0aZFqs4Z9znrlpmhwYc1+nACxiVWgloIAL4JjSF
tH3sYdHjYBmL93Ypa5/iJGrxtIvBBrixhTymVzeLjiSLZCaf80oGLVSpFJptwPn3CTqtJX911N8q
h+pPPVvJke343kpQ5aOuRCUY7OAmuvRVIin4bMdBOiCyWKz2+kHPtfR8e733FsJEvFpoC4sn+2aU
rFmVKMXRKUiyYnownAZfG2eIz2Tu48GnFcdie2wAZCgA2mjAsZMut2k85R2kuD4OqK78mVPrfZfo
eEv21pe6Dv3UVn/ento10p/qACUV0WyhXUGvZjOgrYxrS007kPomCwosQyM3CaP+1PCEf68o6xRI
rdk/zimycqsRlUDftPgDn9L4dvunXK+yUFCgLQ1zD+TZVikFAWUZ1dEkJiPM18+mnSqnWEhhaZDq
DoLBdbS/HGoTnKpV6+N0ZCiVtNrHHii7M1BYDebEid6ZA9p5t6d2NJ64Dl5d8orejXITMh7Nzcw3
q1r7nWTZ7NGkR5iPGvbBdS+St8tdxFcVuZ1p00inAXY5Xkqu0ztyFQdaHCp3TSbruZtY4Cqw8R2V
Jwl0kTdZOHSEYW//k6eh8uf2hPe2FUsMKYy7hobY1usq1jKp6RT2cdSozccWqsRXCxyEN4Sh9jjx
lc+NVeRBvujZgxM14XmwYydz6/Gt5QfCMRxD3AJe6lNbjYd4riwnyts4mCeFOh7HzhvGoXUjE/zm
7Tnv7V/qXzS+RKGUgtvloofz2CpRFcUBsjeZt6Ig7GbLYnu5Wh/J4+3tJ4h4cJM1zgsFxMuh+ipF
kDi3oqCR4/hBi+fpXLSIZKRLIrlLnKcH++k6zFJyFegQUCCCi7oZLxtbUPuJFgXZGlePZTsqf2Sr
PCKzXcc+RiFnoMqsMrUt6aiZ07rv8NIM5Cocv9WQQQWhhDabNcbezLvshF3hUcl3d2rsUJIDA3j9
FqIcUWsk1SyjALxS/WmthuljrGjTQQDYSYfoBsMwhOQhVMG2nVFJsuc5l9IoWHO9+Jit2fIrIiw8
AFMJn9WpsR7w247PeqnW1MfS0hvpH36ACFa4VlUeiTxc6zdxKkAcwjQSZWgqc5cbKG5WAkhasNSa
U73PyOC+lvEqcYN2Df5DmfaXbJdG6xqL1vxbpYp2lotFv8PCNH2q1Si618osPrr79j6FCWGEGxaG
OPXWyx9VyMokJVITBWAQtX/hhIxeYY7QVG6f020Tl/PJ5ME4gSzg5ct1cznOMmlLR4c2Cgb2w89K
rZ1z3gJedorVeKwHs7pfnDa+dyJIu3VR1x/XeZmPMsX9X2FD9RLEQbKXTULKXnCG0JKQz1zS9e9y
anUP/Ppw6uO8Q3m8tykBO9mpRwTjGSvP0i0Sp/r79lLsrDglhxeaFPV0wAqXKzFahCzAhZJf4BL5
EbkY42w7WXuw+cX/ZXMb0cATEH1ChzCKvRxFHLvYLCcJO+3+q9TP3VMSF37ZGDPxyzl4cO4NxvGC
XiGLK9DZXO0aXNM1G3vJn9MMaDiPvTP5hIEfQGk/EvWPjJT2llAAhdGV1SFkvqBBXl3toK5RbcgH
Jqc5UAKVbPKkxMoOPFR2R6FzCvZACA5s/emHEu0cc2gl3xqq3K2RrfPTcD4q1+wEYFhAPH8BBnM+
tvJmNDnitW0YZWyN9EO02MXZ6cTZx4UeneZmegRPmRxMTXz97e54PejmHES4TQyIkkh+Cqn/qa+n
/rHpFycYu0r/aQFnv+tsewzCOjxSRdxZVKgcgkAMZRfs0qYElpUS9ZwkknwnivVAHon661ivwe0z
tpMWsBmF4AESjBx38d9fbZBEcJaMdsaqvDBzb27XyDMqR3VxmT8C8O1MiHuMCi4yAICutq+hMWyV
fIpbx4elbX+xp2Z9bNHoPkiprk1oYPWxcOTq4i3EXy9npPaV3K7oNvpmC5lyxru7OCthihJYMsu/
NGUq/TWVk99mauerN8ON/gULXHlWVzkLLDMbT3hwRx+6QZMiF8l62Aug3CUPPHP9FJeGfcJMbjqQ
01N2AgOYMvxB0GEUL7lNDiPzqAmtMHF8I8vrZz2fujBYFa21E9cuAFffpdIQI4tpyctfSb7qo+vI
cfIrk6rsL0Aq4Yd4sdTE7XEXxiKQT167JpqOpbdM0RB9ePOmEamzqEZR7qeXcbnETeYMpqQM2N6O
pXJ2aidBLVzKz1YLL+D/a6ht21GewNS3vfDx7ZL5PddEd6+q8/TUzGt48A12jsLrWW2bGMs4haFV
4U0bY2b4Gakm+c6id/KuiYfpv8wKT0XAaOAV0GS/XMChyqLUoTvsD3LbDietTuPByzCL/Su0C/N8
ewl3zp1QPuJLEZ6FhPLlYHicG+O8tLipGP3qSbG9np0JFaL/MgrAKYCtQOu2tgs5wy9py56gcj+4
TtlJbh2XR6J4e3kJk/m/w2y2XmYbqzznDVagY9N8xRqZtnco6e+UWv6T9pHyQwuNgZpAYnjygAGt
a5qwHP7DVMkBkRkRcXmbl0xWroS6jB+z1BaSCxhvcXHRMLz/MAqASThdAka4tQlYVydTkqxm5yvY
MPNPMataRAfZz+7mIDeACGK/yB5dbg57STEfK0oMgmXnTzw3Ea4PzXjQAtk9WTy0RQeEh9qW7DlQ
xOG9yXZPmkF/jmMp/4r6nxF0dXhUcjsaanNfVy1+PLBw8MrO+uIR/xMn6PVp9dIZ7s3tD7Q3FDgF
cXm+iLNshoIjFv+vzfkoRyho9Wn3MC9lcnKm3voPR5juBHkAyAieaZsGSUfTjdomR7iCVUsGV7Vn
sg714AjvJFjIzQCGhpZLv2rLIwzLDnmlMeUzTaPx0CxJ8pCDVrtD30VzE9VuH8cyrr/dXsXdQaEu
AmsCZg2V43IDjsjblGOG9VI6TvVZdMDOGIJPj1Xfr+8pG/e0GrTkINTv3baog4Lag0kHJ3eT89et
Y432wq6v08x8LqZJ81Vbqs9GPlhPVqzlb48Y6PiI8j7VfUFO2kwyM9Za7jnLyGyWpyHpq5NRTUcW
aTtLSR0cv1zQg4ALtt4OmFLKizwyCsyz8TxFsn0qeVOclLopvTbrmy+NMxxd0Hu1A4GnVllKJABZ
zcu5pfC425GV9kkY0oLWpNp9VKOkrHxzKO1/hpwYqdda+SHqsKisE9FRm1AMeiyzSL2HjHVEWNw5
l4DJoMyDyiR33gZO4Zi0LABvfacKE1RuhtaT5bDxUXf/L98VVV1YRqD+kAjYXK06IM02wxrIr+HG
fBwR/wfcPdoHKe1OjKZuR24OKxne55asZ0rVJHcUpf3eYo8OclqckqF7s304M+CaAYCKRCIQys13
jIa1S8OUUWq4A35qDT9WdNaD26d9bypwcXWeNHT16XhdbpYM48M6L6BMJV26nrUFIewWn6S3X53c
ZwDHQKKIN7Q4KK8eNbazqkme45OkOS2G1SreMpMdDwefZW+fgUaBcS2Mw+hbX46CxHjemnGHVUy3
2HeTFCkPoRQXH1FxaN9+1RD5uWeE1RTYcfFTXk1oRWQMkTkMR1qrNE9mZCZniVeIX8ayfvCF9mYF
l064yQL4YCNcDpXFymitM7YtIBbq05r3xV2tWMUJjv9hMiduyM3jmjYS2RxdTxjl20KxoqRw+YB5
+Epr3CeZBOe0ks4Uqf+2pD7Ccsj6UjoYVTSlTMzo1O9T3/y8vSF3pwvKhI2ig5/cJv3hlIRZRi+Q
6DWU+JbaVPUyvTy3jTMdfESRml7NluyY0oUQvdA3N50BDyIrZGyIu1qVHqPKUE91pMZeFSrKk5Go
SF5MZXOG9zh+tJvuSLFq7+hxv2Jbw/NbiCleftjIgVfB0cNKGrN118IoxxuJlQc5xHVrRYhQEXvF
taqjTLJJ0CvJKZdkbHCRgTsEzzcJSxdyqvVbQnPs0VgVDJyQBDu3VVp9GSZ99JNy6D7o6aq+3Twb
yAqlAJFBI+W4NWZZG0Wd0Qg1/d6Wi0fdTPIHxHC/3d5AVzpVoDIQnEOfEm9pyg3bxuBUz3hlgGv3
dfSnlvPaDEoDOb4AfimPw+yjH7D8DrWMbKpBdXWmmoBA7uKsteVaWpy37qQnynzqp6qYg7GXnTEY
ja78g+5ThpLAbHGrtmE9PspD3sC7h9w+fppbJO2sjrbdeVSmCrdAQxlLVwKlchDmRLB8vW1hXNIS
EFe8oP/DadrsG0QVarsZxwA50eqp47XglaWd6OzWVb6rR9IKOVWlf28v6/ZcvoxKkcgBfwLQbguT
rI0oK1QFMoTZNt05zXIYlf0ou2XbdefbQ4k4vZkgUUgI1tmAs7g0LicI4yI0bO46sCAFnnC6Gn9Y
V93ykHOTPsS1UM9GX/JHv9rZAW1hu7RURcmZoB6CLib2XNHEYik21HIdwQfoyx/qsr9XGaPJoo2a
u8y0o7t57eYft2e7XdiXMak8C/o/A285YrG1lK068jn1vFVPazSj3hZXtge8bjm4hrdZNhU45IyF
TgsqSsgCbkKBYadSpJVmE4Rco0i9Cw/NSub8g3h0JbN0DpZzG2DFeJTy2arCvoGC/uWHVJEyLsZx
aIK51DrU/9X1fozSZnaHJJvPSjylLi10837m3n6kxY6T6O213YbYlx9AkQW5cXqEFJMuf0DjpLkd
mnkTLH1nIf7ABecW8lwcyX9c7xtuDxoTqEAI2NzWRsUeEGwj8taBYydR6dWlOv6azVFQDqoyubeV
QTsV4EiD29O73joMS91dsKG4trcsGz0UltO0ZIJszL/j85d6bd18hgB/xFHaWUfKRRCuKJEJBdHN
h9Rqe5IaZakCSPfGfdGgJrFE0nL35ukYAKKFUxVPMigAl19rjSbZrMe2ClDemr7BQZTuyb3Lk1xK
2dGb5HpG0MrQtGY+0ChAt23GUrLWCZe0DGIJ2y/d6hQXMGR+uj2j6wMHZk9Y65BdU2HfNu3kapET
ighF0EQDaiRKr3soIwSTrkReJ4VHwnR7k+LlQ8WPdx+5/Ga7z2lbZyUvvUCqRscDNBT5eTYfQYF3
JsXDVUhsapwsovTV0qVrERtVMJgZUmSr5qWZftf1RepOCHweLOHOnPjICFDgZi4y4E36i6KGZZCZ
VUE7Q0/V+mrxJ0d+K6xWPLA0gXYlE2RDbN3Z9RCpTqVRqgDpI/3dhJ7CV62Sj4xYrs8ro1AREFYb
JCfy5ubOlxK5vF6HarDKoQ8DijK9MurBXGiHej18hNd3qJgQTUYAaLyE0KYRy/rqgZLKUMYzSa6C
sW4HVwb/R59+ONKI3Ps47G4ALCoPYjjWl6NIFLKNfM6haUyT4qn12kM4kI4ab3sbDssvwLakyQ4g
pctRnBlhh7J2ymDKGvvveOmU87A45jlzEKFqrSY8SLD2ZvXCS+PWoD6/xaLmg1JkjbqWwYBhpm9b
UuwV+D6++W7CFJnqAbmqsCl/SWNffaF5qDEwm/IyqMAWncsuB7dvVtbBKDtbjoYQhAmIAlzGzuYL
QUuPWgVD0SCeRkwR9LI4rywbgNP+zdKM7DkejkKZEfQj1YRNTK3zPimklFuCCm3v2qkNSFn7Rq/2
Zxvnf4p8fIyH8lO1OI910h60hXe+mbg6QOwyuCBkXu6RqQ3zieJCFThDtHipMtYgTsujKe6tJpUw
2Mg8jhHa2wRYlbDYhXrFKFUHILgnwGLQ8zGx26Owd506UfzHEpD30osrz2YkZ21MCTJEFQBDj/2w
GQzX7rQhCPMufdbWSPUq8B13wD6jv5pcP3Kl3VtOevpCHoJCMP2Oy+WE0mvVzYAem1U5i9dKquHT
DH2rfLvYMBTQhKQ6PaorOC6JRiEjtcEl3Bvdh3SVAHkn+HLyksm0wi0zeTw4DteJGiNSYoYuCVOO
Z9TlvDKlKCVUossg75bmkfchr7+o0p9aBWMNF+lk1QVg0Bx5fV51ycRMMUwg52bb8HjabE9jjrpS
CmNC2LzSnBoS6UuE+vqD3ar6L6xOEncYYu1Dn5SoKpApfh1A+bi3k5GduaNoLuAgJIv0H0WYfRVw
Er2YlEF2ikDpHekhndP8SZepeXdGD380VccnEAFvxRgwcTB64nZA1pPwvYkJEN77dkJXNGhBjt3h
Q+ZgNRz1B5njznY1yPEFOQmuPvfRZmpEa9so1CKQ8dH8uMY10mhUFs63F3D7LhVz4SMiOyY8AAAG
XI6C62g5lPlUBGHTI7y01up7+KoIXaJVfcIkdHLTJpbcqhmi0+2Rd+KOkNcU0GuNd/EWK9oXg5pq
bVMERY2susxDyc00nD1WVT4St73C+r3MkocTpx++CcnQ5Sz5t4CHproIJNP8pdTlO0Pqn/rEOaV5
+0HtxztzKhwyCvu+WZpTJqXnRovu2rr6dnvOO9+UsjQ5M4VIsA3b8rdaNlHZc2kFw9ASARGMcvss
W9++c+AA89oXLyngz5s4q6VQh/JozYNGV9A2zDTDj8zuCOu7k8GwmLw4BMaZAvhmTeW5bZSuAMCs
Y1/vlmUu3UtgzpCqilycVN/aD+cTChYdO5XsgiRmk6Fr4awMfW0hg9zWWHw0ZfuPPk7rgY39TjwR
LyhYK9y4wjvncqMUVjQlmpJlgeFk8/d4Vrvzso6tW82p85A3o/KQjpFyRAS9Et8Wk2NmSFwihkBW
uAlj8eqkZQxpIwCPWk1YWmV5UEDXubNyEx24NJrOYbGoH1elUE4QEug3S23uT51Oo9awcy+qVw1n
1cY6SEGuGm/8Mq4yGr7i2S36HJcLskhoxANzzYJKq0Y3lULLzeISXxndeWfr6XMYJomvytF7Ky7e
peX0XDS26qbG/PvNJwfAB0VCskuy5i3gKm1LfTQayGmS2SsPQ+c0+KMM40E03Dmf4pFp0tdjD3CX
Xs6WOuM8GKWUBnozdcChzfYh7I1ft6eyE/hgM4pPDRRaKMVcDtKVuV3ri5kGIVC70xzHq4coVuoO
znAw0s4RpZ/DRqZFyeHZIq61Geztmi5pYM4r0rYJ8a2zIr4emf/6bY2yo8fgVWGe7QJXCgNwYfQI
Re1qblOWjwmUN3vFFsXQZsT9ikhKPuEGZAS1M+cnaU7aU5fbjjsvS/zYLlXqrWZSHOzcvU+JZI4g
ExuiobU5ySJTmpWwSANFHtvzWhWSJ4GsfKOKhJiv8D0B+krXHaDO5be0rTjK40pOod1WkT8UGO86
wGlOqAPKB6HpekIv1VvKBljgUX/cBEB5ifXJCosigIAl3evh/LObdPn+YG+Kt9PlG5tRLCj23Mp0
trcTKptQc4YS1ai6RN7Dm5Y6aT7qJHLLGZJZ2HnlhBDhOYtnO3Knse4al/tUfS/g9ABkw2n9Se03
H70O2LhKQYhu2CnW5/aj3GXdTPCo6p8GIl2/M4wXoOBKRdg/rrgcLCeHXNX0CrD2v5H0Tj5PRTuj
DV8s51FW2/dZOrWaKylah0Fb3pZFMFnLGkGOwk3jTiICfpX7bqqCzlhaRBRNfJhDRfveaKBNkCPQ
inNtNvKPBL33f6VFl5eT1U8IT9qtI/+MG2lRzn0+hHe6ZKzNGaHlYnXHzAK6qSJJ7eplayUHAWcn
iWa9eXcRCgQOd1tlXeQmTXtVgx6e1uu3sXXMf5rUkDxbwTOyLmLlSSl0m/u7VR+sEpM6xc7e2o0l
jeU3UDQEt0cmvX1A8P7MVTwWuHLMNfJndRSOT0bn9rp19FbZ28RiY9HNYkBcbS7PyzBhP9o5SB6o
Deqa1YKNJq+Mt7/0HKr0NM1RNoABtjXqcmrNKBunzYM4C7U7o5jG5xxe3cHZ35sLySScWiHHRIf+
ci56lLGk6wSDq64+Y4UYBWFYSAfthuvLAtWYV4NsFixWlyTOFgbJkpQeZ2pnQZ2YsUfj/IjhtDsU
r0ghJc/7fHv5lUjTVVY75sEYyR3sMJy2Q9Cq7jAv/cGsri8mZgVU56WgS4diEzZXoDoLCqZ8IPyH
H1BfVyHTVoXs5UNbx25ezkeMl+vEjhG506nmiPfUNn1MwzZx2pQRjabTnixK/p6xTNaptSvVE8os
/phqby9UMSjFV0F6AuuyTeuyLKWQ6cR5YI7J9DBWGprysDO4hA/F2nc2I+wSNjyPOWFLv6mJ2fM0
rmXpZMGSFNNTXqjmj6yxpLeXYGlBiw6YsEqEMba5hKyuABzYorq5GOr0rHZV909fRsXBLbTzsThR
ZBE8LuBNbrFIvCrI/+GRBGmVR15cN8o9KrvK7MGpVp6mMTFPY2vZB3i93VENLnNeTKD6t7k/lMjB
XJoFRVGoaT7CpI2n9HP6bIaZ7FeRnn41V8cIbl+4e9+NOdL90VE4gl94GURQp1dFVSoL+loZ7xKn
D93GSt6qTkaERyqU3i/5pqB5bKIIS6krXdVnwbQ20bu5DvPCrYyxOoiI4thukoeLYcRkX1Vjlj42
9RnlvcDo7fTeJM+13LkvfiEqk/kY1ppBnjqwHJYCJVitD/U3V4McrF7oAYPK4/G7BX51+E+GcROm
wVrq/fOIwpc36xG2xyM+42Ont/dSUURfb3/BnScSLUQKp5SDkBIjob+cddItRVo3DUIWxpg0Zy4a
5zmpW4uncKf9mWy7/TW2svVIWjWid5/Od7EkqYEJxfFJxt7hYEfthHE6gCBjcJYlO93C/gtipzpL
dRrENk5BEC7zc7ko8qmJtfjgnO5sXgQJhawJmxd87iYaFHa4qPnMo4ysonfTuMnOZToc5Uh7E7JE
cUonIRXowcv1Re6/lUNol0GYxdC517X2Szm1cWeajtqAuxMS3VohEi+KJ5dDWZUcKo3BUHHjfI9M
u3yQk/iI7bUTZzRQEbCJuQMBam0O4zDHMF5sNQ00O0zAjDczbiVL9E6PF8mLI9O8B+959DLbm5kw
0yMpYl50gi5nloZFNTgsG8oC4eQqtjr9NY9V8+X2Wdi51+kFcsm+VEid7aMLXbMQXV4enJaRTO8z
3PM+lGmIuMlQOr3Xh5pxEHH2puVAY6WVBmkaKOFmWktT92PUUjhRKjswJL3zpUU+kiXcy9J5SaJs
xtIBxd1WH3JJLkY9G9PAycfpQY6n+X4qFBzS6iH7EEXwtUlk8nvg5MmPrlupt2Hd8n88Hv6fclU7
54ClRWANeSzKIFuVtS7Fwt1eI+KMvepfHQmvm0ZGtaINxyMuxc6yctgMujVMGiX8zZEbpmGa7WJJ
grKSyx9OorM7O6c83d4te6OQjdE54zwgBbS5+1J1AsC9ZCjFSMr3pgCVqeE59vZwCFRHqPmz99Go
Ez/i1Z1EWZk6RxmjEJ1FkkdZb/RKxVzcQsVr5PZ89j4QUHBg6AKCf0WmKdapxDvGigMllv5pohnh
80n9IOG37P2Hgdj2DCFcma7K2Y5Wj4uFKk1lmShIL518xismdpXwzaQQMgchPy9KbzTDr8RYMI1U
UVVQEcDRG+p/LfhVXYrs8+0J7SQOKE9RbsXtVLhziJD5+iO1xlio4P0CmoBoRkCdCBPfwuuuO/NN
5/O0mNbihaBfVnfKYXjwGJeMAwLRVfDi7UPlQ7R1BCF2+zYV+NE+6jhfKGhW75Mx7bwR5K5Lpmid
iqIM31qmF+OBtBelVUHA2oRkp1da9K7KNBgtq/AdeRpcW++jg/1/dchIIElKEFUV6HFKp5dLq5tI
6vLgTgLFmX410jCeZKUNDxKvrSI7MZFRhIiCKNIDPRJtplcfkGYAJeSkSQKJWkLtLkkHIERC6y6P
O+0vO3GyZ3PCd1zVWymwUmVI3KJViydLRWMw6jrsgBxlxCSvizo3b5B8bbVpPs8gCTFFlKRTm8SG
FzfDKnmW1iwfJCyev97ehFfHV8wB6yn6M7zXaEpdzqFAVrJVMSoIdLx3ulPTlDijVLaJdcFMQnsQ
LNSrzpsCT5kDRT/comO8pbToiZ6l4N2RZVFVBB6ipUnPdkiJ9EGmdhI+dJZA3ObtDK8gnJvf7bpE
z041VcjWCBd4O1TsBxjb5e/Y1KSgWtS5cLvIqJ6S0hqf40yPzsMQJk/VOllAWofSHVEO9Ept1e/7
PrWDcpTbu2LStfsmlH4AqT4i01/vPaaIrgNcSnhXVzL0iSKXCrAIlJyq3Hhesi51M71ODs7RC+Xo
4tnBSiKKTTPaAlgLYfLyw5mpFil5OsRBqCaOO6yqL9fqX3HTg3p3vnaD+qhb4Qdk+HJXL3SfV/G9
o+cjBsqtF5fLh7kcP4cjnY1JnmS3nVq/yQfNXdDqqbT5oPRxvSaiIiWIKSSYoA43JwXqtyPpdBp9
vRyX0S0rvcBUehikg/11Hc0YRzwAQI9A7dymLFGGXgbqBTau7qv2CSfi8mdF2b+gUZ8Xf61UcQ8G
3JuY4HTQ2QQKxp/Lr5B11twOXA1+6IzSvZPy7tLmOH9rwgdoTkAdBLFOtI43N4XhJFASaXbAb2in
e0z3kpOQ2fsvcwEoQoIuqgFbQripVf1aF8wl7Zf4KZKbya2LLDl4Pl0HHJIswMTi2UjGvWUlxrZa
jdkELaRv6uZkNrE72tW/JeiUg+ns7AWRzYHOQ+GMcuXmgPRa1FdxZ5t+GUXL49TkPME1i7fHaExf
msU8Ovf743HXCPAh8O/NzZboRl80ZFl+AbXn+zSgsom96+L2qG6ep0oxDiL3ztYTLDzQqNzbENA3
Z2rNyl5B1Mv0bbVXH8PYSM/UjGb/rffDywNUwNlhrqEbfrnBYe47aJeJWWlAh2IAKXedtswIBJlH
bPq9BeQuInAKmBtYpcuhtMVGd1Bb4bdQ/X1Y10Z7P870O9Z3RpvWB9vwevXE7Y0GEJ11guhW2apP
jKrSwkTzW3Ux3bht+VCTpB2keNebXbThaKlSDOWye7kOX2UIFRa1M8Oovt04P1czUzyDOq3fwjc5
qOPtzQf0g052zKMQiPzl4vUYrhMRVNVvHSkHJW8MpyLKwzcHIuYD8pXEmM/E9XY5yqJF8hRFmkob
Ok3dJBuUL1KnDJ/fuufAANGeAbJGMRQS6OUoDvqTcRVOqo+BWugjRJP4aW3InzrVCA+G2lk27k7B
sAV/gE36Zs+tOkrIlT2r5N3NfYdf1ONQWEcqgLuD8HFA+GN1R1/jcj5zE8roEzOImZcL1X4sXZNJ
OuoyXZfkRNbBjib1ELCKbVW1HHMEXotCwXS5bD+3cQ8mhWDfxx+xZxzTD0o4dZ2byXUGSS0sa9mt
IVZH99XarahMrWh+nlfTwPb09ue8nj5Z0As2EDSnIB9cTl+Oin5KIFb4emRm/+YgLun/y81Bp/g6
elA2l6lkC+4rbf9NUcQplqLLjVJmkemv2faCxnyUvxvjpvaMIm8PTvbucHA56UwjbAUmcDOpVIXm
UkSyz4FZ78taV/3ERJgpGoV1IRagB3H4ahEFAYcEQLTehdKIiDSvIskYJnqrl7rh66OJ7R02nGd5
1d8Mb2IUMKLcyjzNoBpuogiezqjPDRg4Y6z7Wx97y2u7RUc7oP8lSUZx8PbcmxNFCp4CpibKLpvD
N9dJ2jWtbPhzreceEvT1OXK0/CDSX30psee4I3ll02y4AtA30BSTWtJ134nNKJgdugD6uE73XW2B
GdXjIw3OK+X5F9YtVtqcxRdFic1OTAbaNgNiqX7ahHQS63XsQ8xDurzFBF0HDqDrdR1TmlYRd+/W
XDXcpo2mrzhxGOkJ3bmq9rRRVQfPjqdeOeeVImlcHE3V4z7dg8jOp3o5anKJ0H3xnqB1wMMFIDts
EJrzmw09pGRSqdLofhvl87cS0MV5KSXzpNXw2BBNst/NwAYOntDXMetlVCSGqYAIJunmQhlme5Wt
iPdJtMb5c7WMzqOD0sejndvYYjZ4R7iZWU0nI6qlkjUwbZ9CYPWsV2n4c9TM4e6NsYrfw/UpAL6w
l+Qt8j1C5GHUU1j6ThnrzwsSQq6cL91br1FGQY0QhRNqCMIj5fIwUy7r8Zbpkcbo9eWdPtUmVSxL
ffvxAmLBfaAIGe4rX9VWUxOUPzLdX3Dg8IwR+etBZ4fdXrG9fYOEAiBF8SBFKPlyLmopZ5Y22ZqP
q0MVeoWdzyfFgSXltubS3vEk0u+p6B0R9XZiB18I2AZuXnCktuzyObMWJccj0ZdoJLqAEWDrYsh3
sIQ7k7NVethEeKIhgfdyclOpD3IzyKqvC1lvR2GcM0pr2A1O3OduQlDEbNbsv95eUxFmN2cR6QN2
CKgkMuqt6p+55DpimwsJgzJH7rDM+ed0mq2zUi82Ja1wwFI5lD+G9vLn9sBX+SpFGXJH0QTiD5Kc
l/NtFAvRcmIPWfHQnfuxGJ4zhOnvl8FUDk7adfWMsRAGEC8YYg7SFZdjZe2Q1MOwKH6ZyJCs27jO
PeTXOmY911J2Cim5/YrxYj8B17bPNKmHs5laqe7pa9Wf0ZNrH8BurKd0qVt/IeQ+/A97Z7YcN3Kt
61dx9LWhjXmI2PYFgKriPIjUQN0gKIoCkJiBRGJ4+v2B3bbFUp/m1t2JE+fCDssSiSogkbnWv/6h
TDMyXzyJza/GwCwYm/y84wUJs8WsojE32uENUPpPliEzVwi67BkM74/lZgHOXDqPxtgHTu+eaHMh
ooSZyRvv2J9eBfsQkytsIpKjWzVUtg6AIo295vbX/ZB4NzIRxhuLbvslR4uO03Hb+bkCx8DR2d8M
YJmzPhr7XFvZcHP1NWgrE6sxdboMtOl/vdL+9CtRDnoMBAECjknhdW5lYzK0xl4SgBLq0vJOi5Vg
qr++yks83PGXAl3nMGYbBMo/+lI1mUB9Obf6Xq+d2olQRvcPBIqBCAKE+F+1oso+Npkp8mi28HAD
SpynYV8qMMowFaOOJNI3hu+dNSdt2GP3+Wx5w/o4Jb0qwpncZHuHFKLPI623nTLqoVjnB0z8OLdK
MtJbjLYD99Gp2iDYskLxM+O/EN02lqFy6u+EHPhc2PWXakr8bwFDvWeD9vde2f70YZZabsPYsewH
IhuKOUTd7Xyy0wHpAPIXaYQ6aj2IraYPe620U32OKixu3/uF0v2IKBMmI+g6m7syn4qHtO/mNLLs
ylSR0pu1j4zWn+tNLFPKkA++OLu/+43nZf5Qk8adlMIN3RR+cKg3fv31jUfz03JDwg5QihkWOjMm
w69ff5eEFeWb5bJfQJo45eWIr2LjDyAnzltqr58X21ZmbFJkm7n9TyfhSPs1GaJd9nmj+igd7eA6
m7Ly269+I4ixnBYgaFQO6MRff6PAL9sVJpe+p8/0duZctuGs5S1RV/NbflQ/aztoiwF+t0RVUHSC
RF5fS3fGvhjWbt1ndHZdRBO7noJB1BQSVZX3p3MvlIbvYSbGuBxT9yMxKu1Xs5mq8zGvkzFaygnI
1y7q5umX78JmV8U0CdMmXr2jN26eu1Y0iLAgn3ZmFCDvjJmGGqHZdm9NE34+rSg8tkgTCEM822Pv
L3bzNOidbN33iTHt8P2195ruTxAg1Vs3/OdCgEttaATH8sauPqrpR11q0m+cBRPRhCba6JL21lht
EudtO9VuVOEQKJQuFo5cf307f166wCw6Q3imqwCLx+QMRzplltgzr8kUrGdFk3wPnEl/o8xh1fz0
NnIZputYNaMzQTv9ej21ay372QiGfdJMRXDSBXLRdpVtrMXOSpb5i+10kKH1JrWa0JWB+1HlvtC5
D5MLlbgbkiQmIbk0YuVUwgyx8NXsMJdWl4eGMRnZbg5aAoipZGZ7lzlzdz8Ha5NFU5LPAsI1DhMn
hCACwHVVMHf7tBxQ1js4Ku/qMlmsk3XK2iKaB7DjkCMMbxfSD0Qa5Qko3lVbVUS6LGvpiahyzPRz
tyhfi1pfZX4c1K1/AacutU/ctIMa6/VNELbFZN7r49iloZoqjZIqEanaKbevil2SVvmtCyW6YnyU
+jJ6saiPk1FPty/dE/W8GcluQ1sjKWPLWNw2NBOz+pwvMrlDeFDeKj91v3XJqN1BsdML7Nta487r
DOPTaI2+Fs69X44EUzUABt3QOC4sZ3O6tEvDhP7szMF1PfZNEgaFJ5xoWRpv3g9ZV2LL7Glrc1Hh
ecSQeG1Q5qhcG1NGiD7dZdf6QX5FM1np+1UZ8gYgfkDAsmb6h075ZR4VraUKDDzWqgrX3KmSMLcw
DTl0bptV6NHMRMQMN4339tTn1m4qzaE9qbJ+/Gg5mfXIZFdiNbJR2PPeVVeupmVl6Ke8NR+SvB3O
82w1111nB1O2Sdwa6yCbtq4jXy/cWPhz5Ye2k9rfgz5xHax8nAWinJ2lFnlni3GtJrbYsMgn/SOp
Mna/p6pKgx1Lpb8tG001pAMYBEEZqykBedwskKG3CO1k6BinhthTagnn1ro8FEPRcdN8jfc0G7WF
XLB2oLlUQcs7nOfMxoLEGp/8xLG/aqMrsfmovPxs5ae/qrQj27vrfSrQaS2GC+Ce1dq3g7LulQrK
kapSzyRvfToFkWvOpktk2Jh9r63GvjCdKb9hEIonhVb6+U1Jbf3eT7uSIjfwahXLzmcEoQujferX
iUSm0Ssnvpo2JE3EZjdhkj5a6qzJCudrAceBSR1IJt+sClZ7l4p0+d72hXNnTsr1MIk3DUZq0l2m
ePJoWyLiX4FQCfPJ2KQaf1xPvGrBNrbmyd1AaKVaceEfRGaVgb7MU5bMYeX7MzwekbffzcZJvmBc
1D3UPmLJcKDHux2A763IDGiMkScY/eXgXnsqvejyNrmf2k77Tvs3FFGnxqGO8JD1nidkEA9CjKZx
6IPSXvamsqrqvHRt7vaUi/4JrZVTk7mX+dneHLMiD3tfiasavrCIPHvxH9uuU885eNEtdydB/MAi
miMdG9fnJshGL0Ivr9XhRBDoIzb64/2yTHp7aPB+5v/1AiVjqzKsJhoxpU7CtS3EPWBoXkY60zoj
rPEI+DoEIDe7hchNJx6XhBVSlE7ymR/LYamNkxsW6SSyKHc6bweN0aXLcDTvvdQWDPAcUfihZQzy
prRavMYICfVYlkO2+dDnAc9gqL2sDS3ItefBZCbdaYKzutrzSgXXbmr7BJ7NC5N+22j6NBxckxFp
jo+fFwL0TfdUd2sfwvuaBCWhYZ37jbu8tyqhR5Ow0BhP+mKfdWtgsGiNzJ/OBnNqEenS0MkIj9i0
CvmCE7l3njuca46b3yaunOu4qEuHbBil23dJllS3btYNLo+wMYglc6Vx4jDCuGkCFx2Tx9iHihEX
nm432MQmaIGsofON+cWKn+t9Z5vGune91unOapLzumjIFY7ByxCsQZSrIrvYkmhYG/bkzvuG103t
11k29UGNoq2B5mq/PinaXkGCySsYrHMzfC6ZSQxRxoz04CepzY7b1ljTV8PkXPhjj7q8NDvjSoez
5UZTJcZLoxuwJ6vIcDyQysk2WhMOmJ8R75xKMlOyyTg4rmLT7NC93PeFKJ8yU5vSg5P7c7qXStT5
ocSHi9aOUt065M4UUHa3GXuTSPP2CxeYAWEz6hOUtIFxR5hHwXy91ygFekqxGh6uthQR1vLmp7Ui
+vTQj8rTT8iqNbPQ4SkWPJgcxdAcVLMTWmPiNyFKTfm58nMd1wWhI/WpPXv9TNo2gW1rJc1b3yzK
U2uEvhDmU9fMoWVhJrATXpoPJwm7sR6b6ehpmMM13l2KmbkbBhxalz0vnXfmea2mY3dul2Voirp8
LvOxx3MMw6MH5vf9eYMVbQJzzOgBZVuP1mJZ2+UmCVZNkWxTV2zifeLMoScEKnCh2TWPGXvt03JO
nLChwTmMnadHayovEFENN2rSHA4jijkRmmSXDXunbRW3APMKIszSLW6TEfd4Y+dzKkK4a+nD4GjV
GDm9gs7PgE2c6aPTfmsADOlJndERobB1SmwKYa2NS1FTBifL0hlh2rpNHi+Lp12MFU6lQERO9mDZ
0r1cl27KD+yU1hy3msmBlhlCC71AkPc4VnbHhtmJ+cYZxfBQNUnZRFbj5QubqVMg/ZqMNolXWCdF
2EyTo2JemDLYpZWSjyvDlAPu2It/NmV5cdL1nB2x8KhSHwuncNddXkypcZrVWvbF05XdxlbmmCKW
RkqS2lwZBznnzX7IW5RktlV0RlQvbXXBvRRs1nkzNFG+amkbmdjuXa0l4tmv9jIDF4+FdO/b3rGe
s8BFr+sO5aTvSuljb1/zZcdQGJzXoe73bA+ycYfrou+7Z9lx0h3wRYR/Zg3JQr/Ktjs8p9Pocyzp
oMx1oi+fDGuuntVqmJQHXb/Y94XSpifZf8vKvSGq9RuZ0v7DXK41JV0Llj0nEq6JCSnCDzXluV3M
c3MY5pJxeduNvnySY6k+Ndhzl2GHAvljPnvqGw0K9V3rGu0ULuZAfWdjeFjebfXJbTYuWnZQZYab
ZUCQlwrRJ6Au6R05ThF+HnMWrfOKYkgPcnXf96b3qfUd+bnw82G8wq2gfkLHXLiRPxheH1aJ1l95
85B/d2RtfjYtu6U5tJPkOxsbZ/Ng2iBJBMJWacjvqd+Pdm18KPTKu1PdokPrqTTM5eExlF08s81p
MW9jGZxSRrnzrmiM+dRdWU5wgrfVUyB6wDglQ//qp9K7JQisKMM5azO0oPh93epNaaXxpMn6oU0K
57lAXUgVLVTwQXPMzMKQwKmehyTQrut+qS/FZMy7XBnFsquNvtpyGPLxsaqa7mnpJAKzKkna9X5C
X8eSyOfsrpkCqnYvLQyP7EVkj6FK8EbkOxQL8ua6KT5wwwp1pjB5+Zg1Wl4iz2i09mrtekOLlQ7c
Gnvs920ICseBJIrc8Q6tYYDCYhGROnGZSjOnUxkqca1P7tJ8GPKt7hh6y17jYtYhbrITyFs80fs2
qgNvkWHFUr2q+16/XUrNJSRDn9jeKL3qJWzBdavQyIh7Df1RBEtYBHgYhowUnfTEDEioI7lu7vOQ
8XQ77grppx/Jvg2+NUzM4AB6c7aGEibfXdG5BPpIV9e+VISprJTSZfZ+MjlFwzwHXJt7O1lDM4Pz
E85N2jShlvA4eR3rtD5zpDFnRF4o66rC69c8DO6Yf59lPdJam0USB2KuPARr89Z8CMuQEYEX7Rj1
2INqZxNRWjn+En52L7xS2ex/izZ/JIx4USeBv8plV9EGkuyoux3jdeJSOWYCU3PAY92x3bvJmtcn
HeqEC7OXcokLSwB+r2VQ7JPcbAY88Szn+xYYTS061b5z2ozN/A3aqNeeVbaV9uGgeQlok5lWUYFo
4rNlNbxJhfQ4SJp+nIdrk/jh6iTtxzKI+snJi9iY1/ljbcnxMYFQmUbFqLIhMifZPuZB3qcRfEvv
qRYrCa5jXa9u6Jc8vygnkdsJbU32n6TOqA/iV+U/ls2IcyDKWCC0qnLSCxzkO22nS9cQO2toMzLq
OJmtcIbknsalK/Q01tZUcXvWfLMaTIu1OiizQn9hekrkRKzgSnJwvRJnjckdwZBT0VjTFRYY9XSj
Bs/9oHm44ETGJNm1dT33TpS0xiHUEx8gDhtcvPdQuyywX4H2IidVnX7SDaVlPpTknoxX2jC0foTj
Un2ZLWnXnAbFkl1V1AluOBa1XYc0ovIBByF50xukqYfz2jgiCjSK0Yg3G/Hd6phjEtX0GQ0FC2Px
0O8WQdkuyuIO86jSCkdVB+R7DuMwhS6e0TUTlWCYDpLH7R/ygNCOyE8zlZ2btRUs51RGhEJ4reGf
ll2rw62rsYeNSuH1d6VRjN/rgh0xnoqlez8x77qtxoKiX6T0h+ciGUr2DjQSpI21jcwutFbr59Bf
+lYRdVkVGHznM2/cnE1NH2IkZD8ibB+yuHCd9maeiUs50SgDDkXBPHTXKD35shTc6bintCsiX3b6
bTt2FI3WpDdip0al9dut8cZbIPUmiGUxyiH016CzQlFb3DhpmWlLPak3IzXMzEIC5GGoD5XPMc6L
nI3nLFO9bKhA0vaTp+kyPy2QIT34Op4J8bqm/RpXQU22eDktWDZSQcmDHAF08UBOyAmVizc/Vzgv
nA3KoXtVK/FfIUo3fIT0tqsStiu/UiFC/fRyQIF642ete2tqPlu20aWVvlv8LjFD5VI9gwyLwgMp
ybOAa41FGwWZHwAJrJP+5KsepzizneW3TjBFO0HvluybeQ2S2K2H+mkcrF6P/25lqmlJQpv2xdYR
N4VJ8dhps+5Ef29devauglbAxMGjZJeTde+1QE+pgz9chCkuSWGYQwRZCK6e2jw3q7zjMwe/bMXp
AQ8xRvdhVoM9Hs/EjFwtjbXU875X9iVGmi6n8QBk/MvAl+dBpsPo2EWRD6L4GpESy6ip1tCnvY6e
FPYvsqdaX97y2P956EFSMYmK6OeYlbLgXl+FPXfIUlzgiYIaxWUlsuqmr4LyzEgca981vvWGQcOf
DLw3tj9k2M08AXe1IyBxzTtrdZx02k82EX8O73HVK043a/6oYX4S+nVnRx0OzqGzUrxX4la4VNH9
r8YfOgiHrE27Z23jK+h9r794LxUnempKnIfEdDK1BDbVuBz88kPkKtjlwFPmGxvHxgqFiagmtSa5
R6SJprr3BsoDomP+GiP9CQfGKpOpFTx8fWMwHBNXAcbKvEkVJuPJpC5FSX4McKyzldNl9NeX+gmO
xYwRNinDoRfLlONLyVm26arKat9Jb4j6rM5vhjmf3pgkbBj566kVahqIUljgAclikPD64fDh7Wrg
ufBwSgY7ilLPFU9zogDctAfUZnC73yKU/3QTMfXS/U0ph2IIBPXofStHgh6l7vCoalFERiW02IML
F2HQ/8uyPHQGrAtKEV4BCpqjd8BcB2dNHLnsbWJqwpxW5bDizf3GqvjpUb1cBZkH4gyG2cfhTKWo
6mm0OyD7Vlt31M9ruBrNLxt6bVfhP1uqOiOmYw5TWnmTZ8h6YfIwu6EDirXPJeGO66D9Yfr8X6+0
cMM//5s/PzXt0hPLK4/++M9r9dzLsX/+2+VjO/xtP9bfHmXe1P+9/ZJ//9DrX/HPy/yJeL7muzz+
V69+iCv98UniR/n46g87Anrlcjs+98v7ZxRB8uUC6XOz/cv/7V/+7fnlt9wv7fM/fntC+yi335by
4X/7469Ov/3jN5dl+V8//vo//u7qseLH4qbK6/zpsf7b++d2/FrmT8c/+/w4yH/8prn+O+jI+Dtu
vi5IBzciw/T88lee+Y6DCzUjo7rNI3bjHdQNLe4/fjOCd5tWDkYOlgKM2rejbWjGl7/y3kELMrdJ
v71R/iD6/+tT3vz+5v7+pLgpf/z5b/VY3TR5LYd//PY7+fzHNxyFO1YgCLY5B6AhH9NXWq00xWKV
044Bj++dCzCsZd9ILIv2RVGKexPQf9phEgIitSaDUPsBWkMXjkNXng+G3pixpRVpczY45cI/DHR1
GA1wtIhs+/xxHU3Q9LVsrG+gveQzFQyjq7Bt7fFDLXhZIm+CQRCaMtUEbWXe16cMmRo3Lr3e/5DX
RgM2iqcN9bC05BLmtW8X4eCJDgDZW8BkkKn5xWVdVkMa9moKSCYbvURETLOX9DA0wtMYRhfWVWFK
56PhCtlGBNvh2G1UM0as/Tp47S5pPPUcjI4HpqPV831PZV6dFL6/ATS2a6urLqtw4UvU0HaRFmR4
1gRB8m1zDhtDNEumHSsakTu4nqV7WRtDG0QFhePlFKhgPCNb0lzCpR18esx+ripeqdVESDEB5WLS
hIw9MmhY+700/Ly6Yr3KKa4rZY0hlJKu39E9KgiXzGJulIOzdTyRzPpozHVRh57LT0bwMudhhwUe
zj6Wm2hmNOl5PcXNLMfsSyZr/ZomUm/DfPUbQEsOfnVFWWpPhyGf+k9D5SjmNgF8frXTcqjiJ13b
Fvd0toUdqTyoLqw8U3PIrKy6TDylP06eL67JMPC+YhNtD2FCwYjsnxDjOSSy3jYQ1yziurQD+bHt
gsKPrNbX87CeUebFWaJZX1dvTpdwmMX6IWWkOIGTJzPDLRdezr6DgA3Mqa1aHi3NAGGgbzEFJuu0
c7xb4QEJhKQ2Kuewak1nndl2lpk0GVOiogb9H2FFjjG8R4bvdXsc55LL1lHSjEFYvOdtTl5egfyY
76Uiw/tC2Mp0T9rRMot4tVefJOI5KarYr+YS4+sEpeB5g7PKdFproFaRMhdzoiNMBhkPcm7TqJQp
5iLCwM4xMlQX2Hv8IzMtHiunLOK2sMrkoHW+fWm7lZBRKgfYDz1BadZhNhjS7It8gSOXNcP4fjAy
j74j8aYno5pmFbpsN3YIjpqpi1oyEIH7i2FiRmcyRwHAbBt6Zu87kVao9XS0hwFzFXfS8VlxLWWA
79VI3gGLuyD2+6K5wy8qAaSvtTSIsL4zkA6W8MAeRkdLfGZIuJmHzlxon+SA3244OLP2sc/VNMV5
5Tkf/WnSPwUMLZOQHqH2eOJbJAYAH6s1Z05k+XP3FDQdnme20AkiqUW+gF336qtXF+pGm+cZw2q1
WAzRYIx/BzvCZnwp4MFggbNB2bJ6XhLYj4fZXZc5WvMiMUIV+DiL5eSMsIH2VVSWM4HnRZYOTxLC
iYymcvUv2pShf9iIjtfGy/L5PhsL58pmjAymVwedEUMKqvYefifgXuniMUlo2vS0Kvm2sSElUsoR
S7oqblrC5GMqkbaJTacPIPsZkt6qYpMmw8buiUFB08a0JCBiadkBvnmXDAOMNtI8hxlGMIOGRrXK
5xmWSzVZ52bqYApR6fpTZSbjY93b4LLORNwcMtTStsPFXUfjMCMd+2ALUYNyEP9x57AIW8ScWQ7i
nzrjJ90FmwtTie0IpJ9lxsQHQXkb54qlG052xhDctyfwlpxHYMBfTdOvaZLZl7osnCnUR9Mill4V
QRWls6t3od9omKnZikylvT9ahXiDCnVcDuFUAQ8UdwKSr/EEOjaUcJFDrasj8VRcW2OXmEkQghm+
lS/wQrN/fbBZm/COws6Dn0LU+OvS1ez1bBzmHjoGLkGSaUivuZEueRnGcRWXmdB7ZqUi+TIVmXNu
rAwXYxvd2f6HuuBPTtjjatblWyI6QMUGoZHu8ajEzAarmzrX6nZuUxlnoIbqwWnF8KHLa5ui4t8l
yJ9caiPrvv7GGIFCRUV0gWgFXu/rb1zXSWAMZd7C0x7zKlL27Ay7wph4yoFsfeOi70rYX1llQqKD
iqSP0SCa/A9P21+qDv+Pld6r6vB/WUP+X1gdbqbn/340W/H5qjo89M/147fHH0vC7Qf+VRIa7zBc
IAEYuhTVHcTaf5eErvEOPJf2kUrMg7u1Sen+VRKa7/BFstHHbw+Z2o8++V8lofEO2icxlzDG4eeg
N/+VkvB4wQIJwAMHh9jQARQs29//oO9YiAqqW68TsSU0EQ125+40Qw0nziy9+Ie78icL9icR9nYt
Pq75u3UP3/j1tQwYJ8aM/XjcOYF2WYLIhUliu3EwLF/MYkN2izLbbYIlIo7bmxIkibhDhkP+wnEI
dUNERB4epnEFhQT63DiGAzw+bTxMVbOvVCM4c/uAEQ6judovhpDYHxIzSsY6btZycgTNSu0ordu/
/mrHjTPfjFYPIAc5wZYed0Ss9whlDIqEy6+aUe4l1X9kzEOz4/ToQgsRSFiOgRuu1AVvbDjH2+vv
VwbT2ZYYfLyjfY/CHfo5vgYY1dbpDmcHYEjdXt7oaV9MwH7cbLgMCkEcq+lF+F/HBG3mN0Y+BkEe
T45Qfdw7ersrxmyM9QDJBke81cem8JOS0JA0eYImnD4seCx2k1i8yCg09w7y0JnHWX+ANMV8y6FJ
+J5Nfn4LI0vWoQHpZ+Qca1JGu+MozmffEF9EP3sxQihAYJhF1rkFy+Z0nJz508sD/P+72A897gat
/MUuNj5+e+aoaJ9fbWT8zH82MtIKoQKiUdFfXC5eb2Sb/BjQiPUBGec/G5n7juUC6AJIBuUexuV/
NjLnnY8+elPOgQAZ7Ga/spHxwV4dh+Bi6CRQdGHCC7ZzzLh26dqCxVJjzED7U9Kba9gQjxJPMy0O
DIs3XoiX9+rVC8HloMISrInH289aUXovBpi0mHHPDsYg3/Hljn1h+pIST3q2TgMqdqiKhMM5qZd9
I0eurU/a3jJO9WKVeugauZ6FuTeaD71ZMu2sE+29YDSlh0Fv7VfDacJ+lBPQvaijJuht/Pjq0j1o
hV2ews3uD8x6dLqUzkcQ0kEeW5gUlqVp3mfwvttoJp8jDxSyrbnSTxkjFWdmUNRR3WmHCcj/Cp8G
7WqB3lTHMtfKp4qxH3tnoorbKct8JvOBEm9slC/Gucf3jZR0NEigIzwtTsMfzxstwVqcTlgy29Pm
r4kSqx9DtXCeBpwOI7PjNArdWXnkQ9XaF/6Xne5Nu4RDoNED0f6LDE7jKqwYxaBOK1y4jJmCoUk/
iLZiUEYq3xBhLIKweq1XI3SZU0BoEmqErggvcWc0rvFtUEqI/cimzHRULMywhNOFsnZPZl3CvvRc
4Z/rOfzDabG0iwZFyn711u03WUPzDCXqnglMSuAiU6U1wTXtjcPyxZXz6EZtCB8lpIleC/fq1zdq
XfuyRb8ywIhc/VCp0ggdxvcVGZoERRP7I9oL7DW1gwFDTBqjw+mS7mSGr6eZG+Z5bczznZx058Ag
EK7pAFFVL/SPSA/SQzXM5e6H3eJPTvef3Kh5AZGkkPZBRxxQ6RydgWXqTW1hljKmMmVWuvrJiZqD
z3kPv8+zcbglzpBR+axncZ2vcl9t/o5l0as3Rh0/nYjb56CkgprlbROAoxUmS4eu0UllvEpp7Wht
LTyohreKmZ8GKi9fd3NIR0lEcXfswCFE1/llIWSM8drWK/dz7MNdZc5gD9EgrfkE+0R3t4ldQ+JW
kjMMWczIafCQMsqkeevu/7z9bU6rKGjwtbcI5WGb/fG9gkxbe2aDxBmqY3dhNmV7CmfanKJsw1iS
bKpudSuBCl1XTM+FuZ4ttDLnY9HX154pD5by13ov+O1ZOKk6uZzGvntLKr6t2ddrGqkejj9I+Om1
KXpff8hZQiHoE32I18k14zLIL1ejPpNgFmejfy1Xaf5+W37pWL9un+s72T8/S7DrYyj6/5EGBej4
h7f1pw7l5DGX+Y/H+su//+Nc94x3DClo0LfkIwrJf5/qng32DIzN+YbjAoc0b/Qf7Ympv2MIi3+F
iUSAN2Fb/f9qT/x3+NJ4LGtQcMJiEGb+AmK9bRo/rpjNW9Sm3MAQjZ0QI5/XK2b1e0sj6Bk2vgKH
CvOGRKEcK+jTZsntJEzNoMFfWGnPsH/ltTv36Vs60+0KP38C0AvQBew6joN3TNEVDYw6b5fCUtr3
nWVFdlYbO2g3v6rO3Qz0t/1za8S4f0cNvdP1WlLBXNpVsJpivV2dOAPnfuNg+fmOck8JMGJkhLIP
C7bXdzTzS0D80bZ3GrXGdU/A4MDct8EJTACX2HuzKuUJdlzalUs8wydosGa+/2Hx/clRcbwNbJqS
rbdFqIOfN7P21x8BGjrMQmEiYduSYFt3cC/LJQliesMK4A9StqUn2slfX/R3393XTxJFC4cpdkkM
W/gIR5c1q6Qr9d7Z6XUr0rDJ8oy6yC6hKa+Z2Qa7YDb69FT2xgQkG3QgnInugO8GbdFcp1KzP7Sr
Pi2hgqB9UbcuBAxdud1jkcsAFUSTpmDBwIXnnbHCCmsF1sYchDVC+8Ba5yLMs2R1kVTU9Dh8UkMe
ej+z73V/ywnOndn0wt4Tuf1NZIPWRT7a82mPxij5kFm5+MzDEu+90rK/+kVXKLSnRiBPKmHAo3e7
wH2fLkH+BYDdcW8l7JLqgw3VygoDB7uzE3/U3IfUWRL7yiphr38o7IU8mUasikTjwjAj4wVc1GWl
PhFoDORozHbQXuFhZd6lrgcouWz45PoCVQKA0tYCTQJhNi9wZr0hmxDIjCfINDpZdBvw2byAoMkL
IIpvBFzi7gUotQklv0QcAHxKiBhQqifQG4WjkE4aCr8sgVtZFNa+foFhmUsAyW6JIVVsvkC1VTN1
WYzAIz2te7B7wIAN2AUhrPa573ES2+OyTmGZjM6Vv+HBKQRRwMdqXUnD2BBjb0KyFpFu5z9VL5Ay
BxfwMuWTHcNnFwf9BX4GmgWKdnlRwBnK9lmDE3C3voDWahZoMMwNy+4w7swQZWwQN7dT3dTA3s0L
AF6Kxh4RFzgZwPiGkScyqaIVB5uTXpuUt0voVG5L6WUXweAGn/tUZc9IYNBwWJq+qUz81YKLrrpD
O5Ty4Nmaf14Vi6fOhRbYDx1jvRuzsxpGPZBHzyBWeWvoMXO5nOfAR3iwGsGtwiamj6FjQjhC3g1V
rWhywG7TG3YJgwUI7LVur5ECP76ajWzsIruaayMOwBfz0DG17GNbqOy2LYtS2+V2G4wnxFS4eVQO
Zbojrm8WHyvFTavDlOhj9wwSNvhHi/tEfTbbIlkvCPoRVdyaVfA+94JujDLYXiJqhmI9AN9iTmMu
vtPFY1ID/qyjtq7xkDVuc2JPZfrVVouLZjsoxSZ7an03kkraYRc04qn1GowNLbnqRE8w9WlQmLia
dS3ggSTRQvKW3BWAMlfIXuUc5Vi1vWda1Tz4zOqeMO3Koc51WnJLRop/nRXCQ9TotOmHbvRY45Be
h2cPPepNgG5cj1CKidslN2S6+x/2zmu5bWxb16+yXgBdyOEWgaQoKlCSZVk3KMluIeeMpz/fVK/e
bVFe0vbd2fucqna1Ew0CmHPMEf6QhnJO+yMp0m5jG5JxryNh+9iqc/nCcA0kstPk42NHRvyswJVt
CC4K7A8DBVPM03Qs5HdUr0Z4NebtIoNeBkPlIU8xDF6aV7PiEstz/JzleWLmWWXsE8VKnWsTCFnv
q2NJwVvgR+4p5QA/ialMBew1KdVLuU+1zDVt6gM/G5aenzcABvxYJbtzQbcoyMfIVa376kQ7Ugz9
1m+NZEqoo+V9+WREFURdNe6rdFMWA0gDR5NQqahGOmxsVtzn/MTWYtzLhnZRqLg6h/GCtObRlVYj
outpWTHavmnXuJ4No4bfgDTJ4PaZO+XAL+q5zd2evQPYX2liIPcKAhi0qxOV4DLa89M8tBLAs8qq
5UCesQnxekuTVopTPYqCJm21ycdUWI73ekje79WwUgTu0C6f7EgvrldWLxQXVE80V2ur9cpcpFLx
0PkIv8OXToXwyDh8yyNJvmskBi7sCHR+3NmwUFBsZRXeS5fWSuTDZ2tt5jKouflO22aOP3WlcYeF
Sm/tykpLW7807bHaT0PPypyz1vwy0EFI3Vou7cILzS77TM3gNO1Hgp9yRzQgTJ1G8qn8ll0RgWBJ
GYHUDMYx744VCLJ9uub1jW7xrD4+Q391NUGapXAnISMrfHuCrhWsP7NLjSCBD3cNfHn1p0myN6OW
64xY+j8/vtwru/XnE9sUqkMMQ5HbgAKLY8vb67VtubaEED0Y12g4xnZSxm5sDBYcrNZZB9cAt9l6
U5yCWUiRoi6/wFCQQp+pYA/W0gFH6ze6WS+w3jpGYEPZwROJtAhdnLFcpgvNAY/qI9HXLR7wgaT/
s+Tk+8wq+v1wCj1WaK6c6OCPcP48Kc4U0x4A5yDkmw+TBLegsxzlWY/HjoNozRzznFxpVs+atKA2
YjDctVBfBPy6IVoPfyWAv1UT/W8f2NCc+2mpvauH9k/FE3CeNxWR+MTfFZH5B4oaKm0MPGX+3c78
G8UDwIcRDix7/KtNhM/+qYkUm5ENQk/U3xYNEDpc/9RE1h+vUET2jSFUwmznd2oiBD5Y9z/vC5r9
soLTDoggJCZQMHq7L9Qe1QKnVlLahDJC0ejvJU92ojMZnogSZJ5VWYuehKPcVIqcwZDoymb0MdId
FzeXIWl4KHtgxlQUXQ3wWFL02R3AOjMbia0DcDytAMcsiAqzxnx9MHNpZyU5qrbTMC5fSsdZQzes
m0GFYTdmX+sep7MAa999HMbFzZKnWu0BVUT624zsHKY1Ls86Wm86qWoO35BDBeeNKFgt6KJuEhna
fYExFF096NWHPFSrhyanGwlQz+QLqlp4ZedVCcw8QywPX7rBSbeN0SnX3SQXzi7WivnetCWIU9By
1wY2rjwUXtFMOmy1jlQJOoB9WUHDmQHuKPOfkeLM5EtNMX9RUtQlZyXLC09eleyMX9LuI9ArX3Ft
U58huCGBxfwueRpUs53cRs0iJBUjQ02CflDnNFDWQb4HOqx/zbqkSHYQd51nK2mac32aDCtAH1aq
PRnGjg7MPM1Tf1ht6U4x4Gl7aKpmDxThOkATiMjka0PMy+k0O32orY7Dbomps12Q6Z0KyTIMF9fq
wRR6YCakR4goowJIBzLxJkLcImi11nqqJNVGXU9K+gcIC/F3MWmz3cqswysVVdDExU6i1XzcEPtH
eGmaBlJBRS6ppse3HtBvSh8kRBC8jlN49BMlS0nWqt6YmdFIyWOrS3XmSoXR6TBTHe3PsRnmxEO5
bq6ghbfppuuM5GFUQy0PzAhwkqRD0HPnUJ1QNYdDDllRcqbQG8NY2HMOo340O/heePnG015fdFzs
uADiLJ+cYu8q+leZQqbm7FRmqKdKEWnVwcOB0bEBm1kGCS+R5BYdvZ6j+pNLvS+2kWID4MrsgUOM
duTbjZoPSR615GobeKnXkrWm4Nwm/MaMVgqg6IpzKRkPNT+9VlJ5+qsT+luR/v+J7pfAPvznydbF
U4vtcdIMpB9/gUEF4hPDo/8K+Kb8Bz0BMdWi9QIG0yDx+XfAZ0ZPc4zsw2KsBBRT8AH+ntHrf4j+
PGhKGW15mq7/xHv9D9JP/oiWGu1wmp6/E+9fbel+DvdCpB+kvFB7pE1HLnGyiroBBksVl7SDGmhk
jmWFuxQmxOCay7LeFWOsw8vNrM08aasfR8P01Vw7/c/CjMOnWrJ2g77gMqzWqYMG4aw28CqlbYnj
LgIis3Sr96jsrXQu7pIUHyZrSvPtoE40ZLK6fGyGTr6rUNL8s6uNYxRZjekumjz6KHk35+moxlcg
CcM9JJnYM6vW0lx16fRLW4hIWAU8bQhVtvLDLAbjgU3SXi+jRqa/zt1tVKsdVMS+MPDOTrT+NpVK
lZFZnb+AnYT33CxKb4AC1eV7hQr3x5pC3HYnduoRVOXgRlrdQyeedZ1yD04S3EwDfkPej0a10cYO
dlKlLEGoReuDaYYoPnGMXFT0IB7DorGYtU0QoLENszbDYgFMzCBmnFVOpv7IqzHaNpmzgb1zXYeT
8gXSTP1DY3Zxr0nUmoL2J+8sFZP4ea2phPIaLgwJeXMGYC2XoXiv+h4pELQXlnmY3BiNge8/reRf
tNJYY28yATr+pCKsWrT0mXecGg5AslJ0ukmlb5id40OJlM/kRfq34M3/DyQnKHDEwX96/O/SxmuQ
6H31r5vke/VzJHn91N9DcoNwIXqrZGeGaLH+FEmsP2h1CpMXQsm/5+d/RxJSR5Dh+DlAIjE4h8GX
/N1Ot/5g30MaNaATCKyO9TuhRCS1b9YLdRs4ciZEoMwBjLzT6k3GCLnerkB1xpSCeh0mX++QHoHP
iPMCplkUTLhQ7xfVurXlAQJ0Vga1lsZMllcZQwEzIRGkdxD3NlPJVLIPZh4/LzA493HckC6Uzbky
oBmWSKNzFTH53zf50gc/PfdfLPvTDjIDJNycWPr0ynGbOS17pxqv7VBJCrBvIe6jy9D5RZhcG9RP
HkYYcHRTZXI/vuZp2kC+QCBnwgbAH5DDqRgemhsQpGndBmEtZ77m5C+qVT46cvG7evinFzrpUw/O
vCYgaaKAZPmxTSHM2oVz9/HNnK4DcQ3uhqJarC6KgrdHSj9o1NI9CTjES9ttpw5cc9/Wn7ym10Lk
55OLy5D74XhP45324qtM3k/oMjBX6L3VBY4i9uD4QOXPq8L5GibG1hnah7EdvrSdElgZEoPpqhwL
e77++D7F0fjuCwCVI/eCMohbytv7NKtRceoUhryTVYcclv8FQ8bGzUYUfBgofSb49q7Sf71hiH34
NULYUk/pbVCnNUSthSrV0CweBIfnGKQ18n726oa5dVU6DMJbQz+i9PDC7OD249tFqvP9DTvYqjDf
0dCDE5XmmzmwVs6SvtIJCxKn3pN1XubSqga6mb5EQ70eoc8ekYMot8VYawwb8mfUrF4w9T3Uap+6
cVF3frZg7FHJa7xBxUS/HnT7skkg8FrFwZbMyzXNXmTO9zKxocYuzBeWSYLDPUAdVzISgQJa5nWm
AC9ncPhjzMHyt7IA9IfacdUyzS3X5NZQmscsNO86Wz9WrXG0Za6sW6A4tIlphpE+W5Q+brO2ICC4
Gj3c0hVfw3ZMANCldTchpO/Ws3LUh+g5pPUCGlv+Zi+p447ij4xMNW7lcO4DU0W2K4/tdmd2s+rF
KZfKu7Km5QPyn77RetTbyvbxTOzceiwOSaoe047y6fXO1FS/WMZmOdcbEfMSCeM9acI5xmqyiyTr
HhCz465QJwBbuBbeNE+2L6H2GDiGedloE71+w/wmWV35tafi8VGxcbwKGVnKGzQYjGzUuKPO2apA
CN2yKZ7N3Lokabo00r7aZR2gxTwbnM1i2HemKIiJ4euFXeujZ8UxOuNalCBniroTJ8+lYpQiBXPI
uySkpldLO9ZZ8Zwt2r2aqKrvWN1DWMR5UDBLQo6qXL6I9xpa5YFOpu3mcx5fDU4YQOZWvKG2O2AL
heyPtS4Fetxqrt4hqjOLh/z6GGedTmlqo7MXw4f4YkWaimQbD2GBZ70pldLZLrHseHZiXWLQ6myN
dlm2WGHYqHwmz3qJ3pKW9fVGhrzkRqgUBZ2EvN7UaeuuqoxjlZsGTAyWAoIAxvnEY4jBfm5aNMOC
dHWWizACZdJIWuYbVOwe7XBoKyVHXNPkL/ZUP6ixdfb63cGplFu5tM7KYoU0MiOqOaov0GfuUOyu
NzEMdYSPuMmxiV/MJYIYFU0qtkkLYlsKrKEhGXuGHUuzy8b8WJhMpO1qVoNE43tndLI3Ttg9QH6X
fSM1M0pnZ3ZzVNt8BUK368RJtNHSctmSTbJqyv5hNVgAkpG8SJFe4i3UPvSzlQWzDXt9kpiEkUWX
KNXOHK9OUoNiVY6OgnwP3Azq6rTh02F5EJtGpq0JQJa/RHdGgyxlHFG2op1Iyu2OOPbBXQr5pwdQ
KUuRvRgjmyxfi2cU1S7jSblQw+mqkZ27Agimy7gku2ggfAlLd2ebhGrnDpN+XENoG0032+jdm5dl
iQpimScW+CnnUlm0IwKenaua0bPm8GCWSuEaYftgqNWBtsGDJPGkFiv5Sm8DBOnEC1PoWKPvFUt3
KU7oF7EVL66eQV8xRrFFrfX7iBeoN9v2nbyuiPQW0p2ssrrF72gRJMQufy4jtizSr3ddrEiBCL59
b2V+07UPaaEe26Rm0yJfgLIRC18OEcfCnStgRIMSiToZyKig5qXphIzVaud9nfTzfi5wmBeDJOSB
5J7Bix5fokixhh6CqKlr4dTnGh1fUsZ77kJm+oppms0WrfNno2c4ZhQor8DBijZSw8CrHasCqF18
lul24jk1O75L24fWitEVHx7aon0ApSm8m/BKtsyWoGyxTuyY713Z8UueoL75uk+l2rorcnndMoeB
PwMH32urttrVmPYEKdIvPkx21bNH6W5eMhaX5OydLK83Nj6AN8iN5/ejFcL1l8N02eZO+KdM28pX
Z00KJJ1PhbJ6zLNCczkywyf6/lRmIu0LHREam1k5aBZSLejRGMpW6yZs3A1rulJ63iUN+/na1giC
DM6ygKm4diYqFXdqWdph03eLy0uRdlGCWlHeSk/LHMXXml2oOOVU1W5QCfiZUT2YVH9sG6BYBx3l
3o0SreqNsiZQmUZpac9HayHSaplUuH0syUi6xgafVAZpV+h8ZbTxlm0EhT9ol5FIX2jHNqbIXOdh
9KD1ZCa9s7T72uZxfJVJZR4YrfEEdz3zdaXo/MnpbB8VHPmBKtM4R1S1RqxJrr8pkj1v7TJcLqSc
KQaaevFzF0nZTSJLT0qDGgWkRPH+UhntfxRxpECdFDUYp0b/wUAb5UlFG70sYrOMOaUjhkF5MKM/
5DPztzdWM8oP1OLP88zxLIITCv3zXuPABmnGVGlsH16PRfLW4zK1YLsYVHmdLM7FLGzPEXVBmcU2
LjG3SaBPsg1qAoZGj9BXC6M915Ve8rpuumJcmjxWJRH8NUZkiXkpd3V5K5Xpc5TX4b6OGFj2AgpC
iBdnSn6XjxVTUdNCOYh4PEP99Bgovwy1el1rw0VbWd/1OP9WWtl5hoASQ2iyhG5GuasqC6rqUVYR
l2LDqYS4zZBQfFdyDpcZaTKXseFyPjdydlhmi0IltFu/kmkVs+nO1Gy8Tbux2Ki5PPj9bMzXuFsy
ppu6eV/ie+CRUT7YpbhNWqZclP2YZ836OCQOROH4OUHw2M3a5EWw6j2lEZtWJBiv6QKaRg+LmT2D
vK05szpAhEz1PukMnjIGyItfm0aMhagKIXKf5GkFpV45r3GQ28Qq05LuJq5E0ExfpqRVYb5hGQX6
Kvnkuq8M3zcZsYlZjw7bRDjdUwaeJIi03rsBjVNY9tZ4FSeW3/fxXtPHY5gh+VcrSC5GKKO7cpv7
5CMXZi/dK1bzkOKAaWUlLWWd83zVNVI2VMfltkHIpdmk7Xob0TR2Iwo3L+66s7CXv4OKltCnkb5S
7d4adQsyxq43zWzQLYq+KN3wI1XznRJZACNY1mMevtQtRMm4SPZoppKm5eN8aUh9ti8W9nIZErgZ
v5xNInef6Kq7Ys0ZKZiWkqiTakI+NidCdn12tdhgdNwWIRkP8DlZI4hDL5m61ZvspXCLOps9qV61
YJDUT4zn3hWor7BdmonU2FDSTu2rqtoC1pTYkm+qJCEIN5CkKebZakUvaU305GB9+Tj1f/XdOnmx
ON1Bf6MBwZI6BQyrg1b2TZhLfimeFC9Hx3iP1FaLnSjouvXbYFuMGDlVilzfjqF9KdJJdSWgF8DE
PZR+SODBMnsiZ5InUiDxlluSgUXLnnGHzPyCGIJQ4tmSjH6H1M9ZpeYvTd0+aDWZzrBS16TacbaJ
804HYzJJarIgjn01TvJg7PWjqpM6inRTWskcCpLwTmZ3oiKaBaBIFjdmdkvWRtHymtONLcTqVbXv
7I4tInE+ZVkr7ZSJt830/bJe+ZsUUg9zqnR3laMizNZNAhIeCVZvyDH+18lIzRVNHAzTIkvBPMdI
ujhdC3hnqgms6B6ijMSp4DiLJBI7MKrcNHTaDJyqctSS5gEpvT4geQ73Ef5aj6+v77dabHdVwX8f
QlT/e4Pb7Z+VEC7oTv8p8W3+S63h/w7hBchgP63zdy03dmePrNO/7lHzSsp/nXX5U/mje9N9+7mP
r/8BkQ4fRvACaKW88lD+7uPTrFcZ/LA9FCQYXnko/3Tf0KKBaKfRE6HTL8bzf3ffGPeCOmVGRGuO
9jvR9DfArL9oRpjANGjxickA7JG3MX9Z27aeAXj5nY4AnQ41xSs7E1bCdsh/11GDRgRgXvTtBU9Q
4SbeXkvuUGcbO0xg+9IYSF2jNDBJWgIn7u5/eiG/6MW9M9R4vdSrUQm+GkLx5O2lADiijJBwW2hl
Y3jqnI/2fVnMk68serYpWqCQ8ziemVko4V9SPyzWzMaUrymEqsdCexmjGwbQKVB9ikxGm+hBInyg
ZSqcVq0I4s8Qve9iM48G7KkAN8HSfYeZAbRUGChqOv6wECzWrpE9bQI7Z02rOADDxZeg+H3SCtPF
U3gbnpl9Av/g6LVADrzO9H9qheV5YuTDUjh+nULZt5vqGDXjS646+RHY8sUUxmJaO1UXcUI5MmtK
oC+mczHqyCuin+Yjb+8niX2MmZ2iaK15WociddRc1OP9LGXTJlGUhcYJytbLSkPXKEBZEYgfF8Mk
+amr26k1j/PYzUGvU80s9Ha8wbRj8JdYRxjQMsKCBAul0cVrW4gnRVQLhnz+tWslT5vH5BPrwHcU
ChuatopHEEtUDNZOpbYYvURTkvVwlO1h9lurMDxtyX6AeU5cMJhQt7vooejBjCpdeJBDZ5+jp4Ka
SGRuP17D73wNXr8K+wSDa74S+I23a3ipMkunJebAZ0yYX0/k/Us9ixIF4BZamnhf5bITJKqfxQrw
u67vvUUHe2Q0X9HB/sz/512kEE/mn69jnbQtHR0F3WxEpM4RU3bULyJ/1DistOG+nTBx/vju3zWD
uRrrEqdIRwZpdOrajvYtEo2ILODCHKJMPvVjgJbt+MkO+EXmCfmDaRWaZwK+ckr/LfR6yVFxc3wp
hyA0zv2jRmXjWclwUUgQfKN09ZfZ1vZ1jEZBqBj7xQK6tbqmhb1Oh04hAASr25pzcVNrQkwwH3dl
af1AJIUKyrkYciW8QPku8iRt2ISlOgb4M20lXcJpc+kk1xkphZLRa2LnS2soVyjW6efkiI2/kq24
TRRTaCZ4LQEiRJGh6Olm+DbM1zOU9wpEd6vWLyRrW9pxEehz12KAET5JcvojK6dvEYYiB5tST3Ki
FTKQDMnVIaRkyZcxERJrZgMdrSL95DpxkJU01pyx/JQKJEqHk0gjqOGMAxWQejzut2s5nvNmMrMc
RcAclUWgy1UagZcsjWrXG9IdGo7VuSLH5sZEqgRRVp9Zy+znhu2NfOyTqcm7Ooe1RcBDl4GZjQaR
7e2XsZwaMGQY2r4F1N2lSWCiFVpRXnx3JremYqMF2MufLOhfXhRTZOgazOaBYr29qLxOECCBJsMe
vx773tlE5ti7ettcrElruTZYFlbbt4930S/DmQm8iw0EYIC0/+1VS5RX9BGlRb8zhrOO2iuAt55t
YQu41Sg5ntQNj1a1SrSnrcdFzpLzYjR25LXxJ7f/yoo5XQEYzJIJaXAtVOskmoW9sVb1EDFxaSfd
Wwp0ykOZBmAM4t2TGzrGK2Z8XhPN7T5s05kWWW8HqiVd1mQle9ukfT1U7kyXYffxQ3pnjCQCLetS
8INgu8AeevuQMgAxwKaINU7xTbOa/Cpf8CoHXTWZG9CgCpsHSdQKm3SINqtJcwVZS6KFkQxBWhiC
bscZpSA4Cnypdava+dYVmgEEPS4o/24StUWwvUsdHBdhf0rYTXtWaXqaPbiwTS8ae7IDJlLf5mTx
sXGBbZo9mdhcudLC6qDTkk3pji59CPY+Kj2svFK3l5rancz4iRpOduN12XSVsh6s6KqxSmrIAjAT
uvDnktwMPqYeqZfzoKNoTn1zaSyf5h/g7CZn9KJ/Qhr61UlhQRcSUZU079T8x4ibuhxCy/an1Bl9
bZA8bEMCtU++0Or/t/nobxUp/70K5H+u1ocqGFH/GUz05fbDWoTP/o0E0P+A5YhiKcx3YjGJ3z+Y
IgP2HHaP8OUJiZgHMGr+pxZhnu2IAl54oaMT908tYv2BvgNAj7/SJYM8+zdqkXdnvohTEMEE2gCt
q9PJLBmuOkUwdhiMjhs1WbaLHX5y4HMXb8+hk0uIKP1TxkuoVBxmIiGuuwi21jCcajpdo3P70/P/
Rf3xbge8XgYYlkxyCxLmJNj38NiiXpZDP8ynTaUXh6pCoNpw7olhZx9f6nXG/yawci0Yv8LVjWAO
//HtLTkGVEB5XULfHsfzWOkZSolWM9JOIQOtElsFbTyv0KHTcRJPiuWyX/TdEmk78XSdadnKCGF8
/J3enXXiKwHFV6goCT+O9vYrKYiuYcI1Q1uIJdKifBdPETJAw3kkXiyielE+f2J5/NklT2K4rkYL
TDsGmYUcfS0XLov82VxiKjSkjKMi15idT2qFXy3Xn+9SrLWf1lJvM8lqG+6yBkycQvaI9eyTo+lX
YAUkf+kSQDRFg/F0IaXWMlYw7Hm5YXW9yuUj2oM7iWsZqnZhFvrFaA7nXY+0dl9dy/pnbt3v8wfe
JKI4tCcAS3Byn+RtrW4MKs0txJnHx1pvr9a+8Jcu32Wlc7DDZA8/YZ8azs3k5LumsL/EXf/JYaKK
xXK6vgU8CNy7wqj4tG3phIsdaWPBiLqINuaaflPb4lDTnUXA4wuddb9KIjTEpkCLEN9TGAfaaO7b
oIYGhUEa460IDG3KxmMpHHJnOM8Yj+EAuxvrCdn56hN4h9hv778v70ykl2zLk73ftHVp4jPEK1vM
i77j3JWAzeBgrE3OLZIX5zRHLkq5e/54z/0qslHCCJ0v6kWoHW9XYxFabLipZDWW0zMmAdd1NQat
Gd98fJnXZOj09my8/UCM6QAYThmrWmRjI9nTxMlAYGb1dakjd13QsK77Cn1qiD4j1jtRtJEz6SBC
DCjRgAbmgen/YSrzY12u23U1XClZ/dmKjmY2BQWAyl5CDUJjCC8vjLBSRpNVvnPq5op5iA/dEbHJ
AuEJbS8jDcnFcSf6pOJ+L0X6V4eKMQTTDxkM3cm7W2PbzqTecvxSce5iq7hW5/E8MpwLswv9PDR9
wHKZq2r49CT92WzWkdtnT7QEAhiD+1TTXalKvs0zFE89hPGHDOB81bD8QMB49TJu9NBAngMvrRB6
kNXiSILnT95qREhzt67pzdKyLlvk1zMJDBLyaMqyBQe3mykcZ5C0URdty8JwGf8E4knKzJhClciK
9KjSTc9Wh9xcY+xanmjE78fOdGk0zVVYPDJRuoy17gxfhgNqVJthjm+WifE7FaGPcswABAk1q6g4
ONYYhJ3hOU36jcY5+gw4FxTVNbv8MCyRZwF+iXBA6s38W7P054Vl/5g0CXg9Rl0JbOI43a+zugcB
4IawJWVN3ZXLsDHk9knVk32SltdjEhWeFLdXtMQu7GjZjma8NfBkxBwcGZnwFhH8J6km467b+VKd
2La6fV8oyQ2DtKukyQ2/XrO7EUNnty3z69TRd9DvAimKgyHqr2xbOhuy5IfN8IjDaFtFSZDXI6wH
9WuS8kZN+z4V54KBcOLiBPi7mwMNv62hXWSt7Y4EDxFIKvMl5tmKuCuedb3UG60M9OYRmXaGCSW/
pRk/Zgz1yiYsXI69nWXWNzjBHFrs8IrVupWm6TxPpE1bSgfxb1V0V6O1u3KyeG/FYdD1+QF/h30x
CRl/Y9nC2bhDETkYo3gvRHsE6KCQ1i+hZlyYBgtPWs+0ZLzoowEKA4NYZ96WGGHgv7BrJOcooo6U
yNtI0S7sPN4Ce4CVaOzwEnL1AZOPkjadVjulR7/reUFJP7VH8cOF3c2x2Q1nae7cGob5pUP9bO7x
QRjhn7iTUhzSRt7WSLug9owqQHfWwdKVQx2bhXgv9dOmzNK9aUTBBBVYq5hkdotfh/1ZPuINMEGd
7XmwjMuSaLgJ9ZS2Y3uFhmVQ6YuPxZcfNYVfTnwGB0KER3tUt5XvXVlgMySjtqC2Z0On78WrjnN+
bZJY2dI9/q5nkz4FzLh3coQHViOEd7EIiObNGFu22zFxKsfhrJ+iG5LjfbasPoyh1zUAJGK/6NHL
AuO3UQEZxatvqdGtGceBnnO6cLCa6p2tDECk0r0BtiTisbbi1Ygqqk2+dYz99GJitK3vRpyGDCX8
UqjzJxHqV0Ee60vaFljFIuB0chyvLQZAdq86vma3VxYsqKict4OhfpJ2qOKwOA3yFMNUxWSwtiKU
qH9ObdJQz+sGzWaABtlLzC5uzYhRZXWdG4vfKfo+WYrdUJqJu1RD0EjlNdq7D+JMlY3waww7hwF3
cQPJ9yuC9AckC/BFW/yPj6L3DVKSEzAWqJrDPUPp7iTNhLMUl0Vo07xTFrzHFTl3F2f9Phn6LlW1
/cz/JUfZA7Z4XuGdA7zYWmlJ77L6rFv5yzwJyquY43BqICLx9oGpRj7lWs68YZnim6S37/RyfR6y
ZdvTozMtql+tPy+n5glHbq+xCBbg1j5+HL9cGz99hZOnMY+FVHR0kX1Dmy+tBu+wuEJVp7PuPr7O
rxaHhYk0Mu8MdlkjJ4twzJtEUntNzFbyb7WsX4AUAOxi7PrVed0j5RgGlrXQKk+9RosflvYKT8KN
RhRywvZMksdN6ziHqk32xcC2jYdPPFx/lTZzfjNLYarh8JOTZ2FGS4t4txinVPC1ljGIMUHpJClI
sdQy83EjMFaDhJdURAsK4x3342f0i/pPoOkNi9NDptd38oik1NLiZpYdv1Ae5y4O7FD9npAH5eVn
5d8v6h6mgOBqUXgnLTttrEo1lOosR01ZTc+KQcMVXvVTuoy1umy1Wici/zUUZgr7H/TaX0WzToID
lxQ+70I9zziFieQmLJc+4ZJgPYOMg2MwGB61qFOT6LYKdn5WAzyGPxRVpwCZDZpdu+GU7cSKQPXA
0xsa6doULPqI5pa6M5Z8Z5r5AfmtPXLUZ10fPdD4Alwkb4diDJppDFKz8Gc+U8xjYJEFtVF0YZvF
oUike5pnt3MWB2nTXSlLil6Ec0gyDr/Y2Pft6EHmROsq2XcFaNE2PRbp5Fo0OhszpetZPgLouZfz
5tDypcXn+xklE/rhfa3tek4b7I5Rkh4CxIz30hw/iGxs4HrgVs5xAw7qvD8by+hiTlOE3fsrfQmD
kSxwgWyjgIazKbPFLoEhynnYXslETAxAdyJZmqYBz7roIdIlWpwC+pfuozh7Ge1sp1Er68N80zjr
9VAiSZ6hfm/WpIhJd6aQB4tMy+Kw7ceR0y3fhbEUxLKE6znujUq05bSDtjh/19X+fI3mSxG/l1bf
h+pj0oQ3a50HZLznnYMyeAjtVqQi4WgfsBPGwfDCjMtHZYi2IVDppgrv5Y4U3LQPtCG8ZTRAoPJn
a+91NavASY4R2WdD1mtVwDt657BYqIy28X5Cz0Y8w7FvruQiunGYACiqsxWfS1YSQ05UeTYQZ9Mu
JIcfk3SLQ9gLnkr7Kh3OC/uuHRcqPcPTnWHTy2BmOPDVjFFMmB2zKvfRiLxZLSdoe/KnPPcnedmK
REZPnXsbn3fXDLWLTpoBYVhfQuqR0OmvrHK5HJPxXM848FPeKWstwn1DzoqDYYLyKa5WK71JW5Lu
7hGhZa+ZimvRM7JD0ipj2iq1tp+K8axeQCxxCvX4uuEgeFyXxIuq6bykOK2M7FhSsKYOsEKp5bHx
4Rixv/1ax7eiFyLWiDkDCSRMjRPhiTUojlhg62eLBeCsW7e6XLBep8DR+zOT6NqHrE9bd9UW18LY
8MS7afFuNgsTBLZ0a1U8IImyE986FNR3SksmN92xpb98HOzeH34CPSDGlED7mdW9mwwqcjpw70wG
I+lW1AOqPpyvZJViGZSpvkuy6Nay1m2iL9suJA3UnE/K0ncBl69A0xJxBgRvhWrY2/O3khu5lbWZ
OQcclbHsAc7oOAHku6XovY9vl0r3NDsSzRjYlSp6Y/CiTu8X7LiEs1hk+7qR7iWg3kzyUI8FM3Jj
yauvraTxSKgcIR8GDXE4bZT7Jp4fcRK4qZcGiqSm7sNaOozxtKGQcaV5ejb1xMNt1fT0ipKT2KCk
HE3LSKaO9skBb8H9uOLz0NsizREPlyKNidJ2SIydslAUMCTGNHs7mViF0uxa0f1AymHeojWxnSaU
yRAH3YXhcA7udV9Z2gUMgb2h0T+ykhvqj5uOrVO006VjsqKWKYRQNbnIGJH8L/oFruGln8SmCzdr
9YY4+praa+ya5npZKgtkCFGB5sQoTe3BQJdEwbU46K15MfXxQ6lhWJxV131blK49h0FrUFTUxEuM
dYixrFUmIosa3uAifos5tltO/4e989qNY8nS9aucF8iN9ObylGOxWJREUaTMTYKSqPTe59OfL7i3
WlXJ7EpIjQHOYAaYGTRaI62KyDAr1vqNtOUcfhl9jV5+nEr3EpctEjr++0b11NUgx3tdr79Kpf88
9CbQclvbm2n+zjab65btK1GKAP36Pgox25Za9z4zjbWi8QW8Qjomkfex1ngR8nJM2xQDjqLdchIc
vADnvCA8uAjr1AaPOoPryuexpqa8gbN2B0qiX1ee976oZUCjOy3irqvto6Q692gBHCiZ3SluvZPH
+FjIGhqn8q3NezqWnK3YFxVoZi3V4fcPG5bZYeCxj3fYHlunfWO0uzr3DzmWR1HpvRfHLLSTBywM
Idg367akxaTn0ublH3fCPf2hCCnnYG3BTTeKeF+rXIqjIJbwB41woLbrezU3xBUMs0Nzvltm7W0a
HBEVnw507Rfanta/jSVhRKvmRxNb+arK+bi6C8lOiqB79G80e9gYtQE2Ln2KIvs+KBtEuwRSJNpb
dXYUD++QQ3nkIZXL9Ve/jPE7TdAijaRxONBovwP6/gjB/X2l2u8LDuet0yQcWHbyzqvcB/HE9nH/
W/fATKWy2eHHAPKbzrkZgbb1tiYe8U1mrJsOl5ect3UmbREKv5Z5J0O0+WIGPOPJt2PFCaAhVyOk
CfcmU7QDJf9DbMHsqchOirF/EyFItsosLAVhKsTc7eFnJ21hF6EE1dAiuRE3fZl6C7nzzMkBU5Gc
mU4r2dO0Vl9T3kqGCgMA2+nIjphMLl5TbEE9PUZUJy4fVa/DCVIgOT9EcMRtpwgSOTDRbIAAAbqh
uRH5ic+r2U7TJ7HS875bCDdzEaCkCS4Ncp0JPu0FbXFSER/AugE266xNxqEf88AuA5jR0SiD0sV3
W4m+yIN/39nRMfCTPUa06975R833v6Af+J9AG/9/RC2Kyvi/bxKCYH8KyuczmKL4Gz9bg/Zf8Hlx
74J+yX94UYr5CVO0/3pp8UHTxRHnXF9G/Yv/T5YyLCh8H2g6/GoN4i1FW12sdGRCAHX/lt7Ai1T2
6aPDJMHgsQ+1FqF6gk0qs9hMh/JgJ8omT2rlo28iqtLXwF2QXS4BH0U9anuOMa6dMi4eHRCZ96Wu
u9dVYNo3hkOrHNjxJ7fTIbsUkd2sZeBb37JKxgIakZku2Xaxkqw6Q/N3FX7OqI6NzXZM5ZrUOTIf
msZDvaaD7vQ5ilP7FnSS+SwFXhgj42UX132vYlPYRza3Hbbwu8FG1WZoEn/HxEDu7LLO/WxVynh/
8g1nGo3T55+YFqpBsOzx50Rra9L8K2NvRK9FVTZVW7jUNrVsE6dtvjUqDR9m5EGvK/DG20TCb/ol
8n/BPvtv3HcXb9t/v6XWTfn07emcdy/+xq8thf6BUMiARA/wRRy/P7eU8xdsfNCFIof8B977s9vO
lhLrk0a8SveU8/LXlnpx2ZDh0gqNVLbVb4nTI2V/XuQDFUtPH0snMEnwL6ZCMAOSgTAaET0GvS99
H4vWfxOV+BjftHkpgzfHHQv/qnSHUxp+o6P8ebTV8AawpgXoD8PsEX+kYjPYmQIIsWq1u0AysUdS
ctSIdGTocIrOq/LeU9oSI0UXN9Y2zKy94js0EJG7A2WLMOP1SLnI2GZ2xqslCbZtCI/5Fhf2mwhW
FvzJYPxs6wX0fsPpKmsrVzzVbJ+MJVMAZ8Z6x/3dtQ2itCFlH593KaWIvnabBfrE9IkhthpvHCZD
KP8yZ+dPjBEoqItUI1zV2Lj2R+0GrDRipgi/OUnyv6iW1/6GWA5e2l33QVr/n21T1bg6NtX5vcVf
/LnJVBQssM0EvAWzHSEuTsifm0zD3RAFcgAq+NkK6P0vSIuFLpohchUThybkyvgHf8LrcTfETUTG
WYSUlxftb8Hr1emqEQkPqBlK6IgoY/wqNuFJSkRxaojCVOHeKlxrPVhQNPsnr/fqferA9asMENSU
wsrgI/As8UIw71VD6DqCOw/p1FFw0D/BvAt37mjBe/OSqzKu3imdvKqbTNrYVnaPnpV8pYXdHVqI
6zoM/8hs83+AYjlQNaRMLhz4L0vy9umpRHPxdEH+8xd/LknWnZDmthCz5gw/S6W0v3BNABeE4jPn
NzfAryVp/0VPxzYASIIQ/ZsM8nNJ8kcy6xuFaP5hMEq/A7KaAWIa+NQCb9dJqDjKxIo9WZF1lvkh
gssaoEBMAkrFbBFjLh6NYKVn+SMmmNHKzdIPDVqU8AI8fR3FWAdbMiXRQIEyoXnUNRt/SQN8pqpC
BQdNDNBpYGSVKfK+iymYp7DOsUtCVb2u2nRvlPINNJSvAAqlrRy7X6S6VlZ+PL7L85KWk4XtZZw9
DqM8XFt0jWMDVY/cflCUUl51oDuoBt0CfI6BRaJ9pDXUntLEfjdil7ixOgtabdQWMAu0cLfxMDFZ
O/YI6QKe8xpW6JUKIdi0UVWCkTcgfSLf8CiON7+fSP2PUES7+Dz5vxz05VMcPJ3uK/HA/HtTwcf4
iwMcpRuxfU6fJ2jN/oVzLCqXIIRECky+9E8qJfF3sAgAm0gXyALmf+JYJunaX1BO0cY0OOIBsuAM
9hvQxfM8nBKgjBQiTqxoqwGtpHN6vqm8JLNqx+/UI3IqkKZx0enX3acMx69oe3LizGT85/Ci15G4
uU63L64d5BwoEBwjW1nhnAcAC0LpSGP6TVncSEgyXo53foG9jjc5LnoFiQFkvtVjbb1dFfZ1G2/c
PvyDINADQIVTQOYqn4CXcl0PDQldtSN9x00Yf1GTbyVa5z6s8cujEbPz6xn592iAeXP3Q3XjUp6M
Bq5o0A+tpx5TZNgKJCls219H+d9b+t/2yGaiUCMSFGoakOJJff6N4hYkXZZk+tFDBfpDPbjoY2Dm
u4niSttfHpBYWJMBEYrnH8AvSuBTOJYFHD714lI/Fp1qry0rBlSFnMaCf83MIkCXi3xI0fApeHmT
nC66NlNzOpCafqSFHWy01vjQeJ2/HXM7R4am0he+kgAbvxoVhUgAf1CfdH1qytLaHg61qq0fTV2G
wy+h8/OQoRCKhw/MIGixsNriVWCUuPfYXSsfosgrn5oy6aNNlTmVsYVX63b4omJZtG6pnz41YZd7
O8WoBe0fdeYPWBKPYGPl8IdflF2wQZu8/YxGvNq8a4fO2Yd5FBmos/OHC8ObtKdfVqFAxwpDDQsi
51S2q0EfVvfGRsfLWKaJoxRv9CjwNr4kQEajte5d6W2iN1+AzYyHuJLQHCptbQG+qpyDPF5+hQPQ
ml8C80lIiJ2vUlRXC7NGWf+oapJCoVVeYZF8G9q4S1RDuIM4sDXyGmV7+Zr2+dKWn5sEBwEsC482
IC38n/PwembJbq2NxlGHCLjWvHy4S5X3VVmNW72mDYl59obHc0FnL7yOpFJ7a1i9ufCom/kVvL8p
K3ETCNykOvkVNU9amtmNcYTsXXwym9Td0/z5jBVXtIetQIs6lqNbXBsaTJPrfKu4gbLHqUq6/s19
zJ3GFSaoUeSGPO/PZyPXnErr8L29MaPBvBocq78fDeDMl6O8/uaEMYCJY6KDvR3kz/MwlIkrrVIb
6ab0NpY7Hnor/+5Qn19pcFJggEEpUeyQ5RbceveXY786qURoMLkokVEgtqZeXH2mRF3pjdKNrRxK
hTe7uYBMeHVInQfQJ5fIMHqlHKmddKOqd8lwaMt141zLxsJReF5TZ9cgoShqbgbVUIqhPA/P7t8s
tpTGqRznpkb9Z60Exr0ulTvkMULea260R1ra316euZmBnYWcrI3KLsukiiznxnobF58V9cGOHirt
4XKQV0fuZFyTlYEFsUev0XRuPPlLh8uCct3Fd5dDzIyD5A15EwDlTN60byprmA1IeuAfJWlchx7G
eKCie++uBU97OdLMWjuLNPlIXcWTWx19/wgEfIf6Kk3Sf9w5/+0dP7MORCaKJAp5H1BhMdiTZ1SB
oFGfFKF/7PLGv2rH4hrMRbXFdfUmcvPhtvIRLPn9UXHZU2kXNQ3Aeech23ho6iKvCemVV8XQfS5N
691/FmKy1CidDUVWEKKklIaqCSY4ubGUUr5KYanGIHkluBMCQGRPgqDn0ZS52/hHNqrrtQdbgumD
5QbLIHVu7OK+trWFg29u6QFV4nlAPeh1J6xBXx4pXkJ66q3sqWLVSd1dQMv6D+bvV5zpEldyJwRX
1PlHMyqv9E5pgQYk/UKQV48NMX/klVCyEEwF+Xi+DngIl4HREkR5a6bgZlfNEL9t0ctCZVhCzP3y
kGa/1km0yUJPosgag2zwjwm1J7VJDjyuvydooWWOtnFDZVVWCMl01sKh93LznmW2k1FOkmhlMFsp
colb+u/lor6qnAZsMH1xrFPVT20B7tczoF0CvMCUJolu/PjZ8/dJ5a4D6UtX3ibBt67V0Zmob70O
geYMCBnaD050VWnGVZ/hCmkDWUDuqxz+4KQ7/ULiC54cDjUyjDYyaP4x7+gAkVMwhZsehQMjebr8
deaOodNIk/ylQ86tMQCdHv3mrpTzN8Xof/fKj17gqyupqdaXo010NV5uPwvVb3oQMJLwnJl8lNZp
pM4aNf8I+RVoyL7KfjjVF6zFVuPQfNZa+wOGY4e++CSFG1CVbnwX5unKL8FujWgnpLBD7kwKlBqq
Dra184wlbvfMNXb2Aycz74aNjyOOw8mfxc5OJsF802DvudbHYelanrtkBMFNOGig+ju9AQK5N5W8
UXw0XLFaamA1rvCwSxYSw7mT6zTKZMYHaBFwp3u2QfBUNYhySF8g8B0SNVnY57PDobmBJK7Kg2Ca
j4dxZUQ8jv0j3Bo/z3CkGBcizH0bOJz/RHglfBvI4diVLUOppXgVOeXKLu/+JI/BadWkgErfTVa1
yXHVZDWaNsHoH13lzhu0PdAwpBfyhWf37FCo8KrwnIUZ0CTXzII81XIQeEex9KX2MR+/dPnC22Q2
Bh1EaiLCp2dKo1bNTDaD0PShddy6o7aOqqsQG7LLO/r1A4hjFm2if0WZzJemjYyw8INjr6byKql1
dVOZnn89ukitIDp7a2r5pzzowDsZn42qTraehq/s5V8xd4qd/ojJIu8NT3N1laEiwC+tilgHSN8H
2ioYgOnYwIqRbl0q0szGBMgM859SA55V52e0Gwwyeoh8wutkaNE/QJ8M9RldfTu8vzy42R18Ekg9
D2T0ZlO2ljiS2mYlaU8GdSEuqZH6+n8WaJLCh+LV0va2f8yc+xp9zx6cg6Ed7HxJQ3t2ZdI/QIZK
NN2mXEPuNkjUFFKOqfTghda2HB6kYCkBmJ02BDMQgLH4QFMMfYO1QldKYXAM1R8WYiFR+Max441e
L0pTzJ58NOd4GVMFoJZ8/oH6JpWssgqCY4sZDPjVjZ1cFd1t+jXyKX+ke6y9wtWIDk+6Q+t2JS18
tpnZxOkDRSzEwEGGTbWqoi4OA6sXA3Ueau3B5/21dJTMvfvPYkyWhlrKddobxDB16Yos2DqYQ7DN
dzXA+6GorqT4O/T77eX1ODOvaH1xFiuUWKg6TI6WxlI7ElUvgCnc3YWFsVFknJwvx5idPNJgwtAH
ppR1/u1cq6klyGHBEUvNHU9j5Ja3pVss5D2zIzmJMjkrGlMK615Lg6OPGFFjFSs0dP4ghOjwwezi
f7m7zgeSAb+AMFIHx9G+bdJy57XmQoSZDcVDleo6UuwgqczJGnAw/fDqtAqOpfwYqLddn7331VtN
jhcKi3OfhKNBBfsCL4UdfD6SQHMrPy4M1rP5rCfvpe6hjpfSvJlHCc2WXzEmWxZvTlsJYz046v7Y
HLwIi5gm03PYp/khya2PIVKPd7Jd3HUhvg+/v+ROY0/mETPPQsIZKjhW9junfQyNz7Xz43KICbXt
Jc8+G99kNYx2oPTI8gVHuBmKeWXscS0b25ULq0t7ToZiZSlXOvYtPL2sZGly5xbK6QDFBz59vaha
1/idFhyjBqh5CqPjY5DIKyf6dnmUs3EE5tABtkGXZJKr63ljR7JvkER9Mnskz2HVfpDl938QREjM
4XNIf92azGTW4zOgi0tRs/Z6dBWsFesmXloSsyM5CTKZMTNVJF8bLS7EAWCvUQXvzVJFNRAx+HXQ
6/Yf7GSa9+Qu3L3ALyfh6E9LSaFysFo+lnpevjHrQ1yAzleXlsJMkkSHABNwg5a8UHo5Xwq9rhdN
if3zsQQoSUatht3aDJqN3perZJG2N3fMnkabnBzK4LpFExJtLDfWRwEdL+M7ZYRMsfKrmyYU3goP
Xcbxi/U5XOZh0BdmdvZcoYsmCwSGqk1LU2mPSLVicUYiA5hB2rTMdTN0uJHIrb4pFcddxQUs/HKI
uqvMzauFxTp7dJ6EnxwtTqEqNdZsbHtIJQ3q9a70sFiGncC0/z5cdGhaLycM4KjJRx0T35bkphQH
dL2SpLdFC52qvw2TT4HQ2is/wjbIrsmKNvTTFh41Yk9PqjrYjQKKcegjqo4xWbqNbFIU85vg+Dhk
1cqHsxK3/jqLbqxe22nWH7zTzsKJjXtylGUw/JO4JJzcxyvDuovL5zF8vHzCzH200yFNHi/w9npL
7YmRt4csewqau8FYmLW5bXgaYnJS2hI+RkUrQmx09TZVoVzv7eG5UhaW/2yeqAuINxUeYKj6ZL5c
V2nhebD+Kx/tCSy2M++9h15y2EjfGz8/yikmA2l7XUfRgoDPfGjsf1gVIguahs4hUCuZuNKT3NOu
zRHBTadDgzNQcvvKkmPEGN2ivKK+h8Z/WXVXmKt7C/M8e+/yrqETaNMUhFd+vl5CCSsDWZEZv3qX
mUO2ixqEGFvtO67stxofAJvna1E21LB+jqWrtrsOUnmhxTS7oE5+xKSmJ9clwsN6HxwL5RZT55Vc
3S02y2b3Ibq/eJmKl8+0UG0bFYLS+ItD0FKiNehc89ow8Utt4tG4jvJGX+GHciMbuf7t8m6ZXco6
WSEYZmyeBLz5dEeaHUIibUzgOo/lg9LqV6GijGs7NduN5Rk43hT9sFBDm/+sws4M8g2Sty9lzZNj
oEF6JYybgmPdkG6b4iFq96oGZaveKdgwUY9s7Ec30reBEsOvlLft58uDnrvYXmw9aXqR3oM1Oht0
h9xkY7bilRK6t1atoy+jLmzd2UUjnEP/CTFZNDYeJWbZ8USRs8cxL9ajfKth5X55HLOr5leQadmr
9H0MTnyCSEmOCQasxPseEF5SBXdt8C2OF9bKXFrF4hSqPIYGvXN6UeEPWw5OzpiSwzhgExwfqDb7
ycKtO7skUabWcLqjCT8FBbUKHEfXZEn29rACxrW2jC+xkW6UYHnfzQ4JnQjTpPNF3VA9XwlKHJZD
3BMr7G2k6JG4z37A1d8a3dJRNrsg0DhFbBSICTiT80gOavR1XnGUZ3GFxe13f9ipzc42bsbYXeMG
ma9ptgU4YYLuR3N2Zabtrhu+X14wSz9C/PnJxktri8tEYeOF4ZNfBus6OIzB18sxZhclVSJRBACA
9wJ4PYmR2LkvA+EIjkh+rwx7j+r+2i/eef7OwhVlXIg2P6Jf0SY3pOdGo1Fg7nrEHrQo0d6tFORi
7y4Pafa8OBnSNKVI9RhVUr5drRZr0/3i5X+0k08iTE4kSwPelFVMGmoMtfneS9ytj70V1hZr57Ec
vYXTaYI6/ifnPIk3OZ6a3grL3kWvuw3dtdq/jaJiFVZvs+BatIKa4JD3WYSf9fsQphKk5A2+ziuP
FRktQX4W5nZ6qESm0oVBwsh9Idtn3blutLr89WaXCHLswGwAWFGXOl/0mMrg3RoPnJJB86NqrPF6
NI1Paa9lCznT7GFyEmiyu4quMPrYZFL76ElJonWcklIn+Pq01cKQliJNVj2SbzoYOSKlI6oZanag
dQPMYZNmT5fnbvbrnAxpsvIhpza5VnccGCM488B8joSz5+UYS99nsvYHdJrwBiXGaD0kvoaKx1cl
Srb/WZDJggcjjAaMzDKz+SiR+wPEwWISN/9VEBmEviXec5PvL4f4pOo9Cy1R4qsuHaFb/xjk/lgH
CwttfsZ+BZp8fs1LMXtHGP9oFeZNoj3bg72VEEm7PGWz97At1AuRfofgpp3vm7zuLHieJN+9Z1ig
uDS8kFUlW4WKsS3jQLmxPWVJuWl+ZL9iTvZqhi55izFRQHPmScaVmRWXL7q7z95QwgIT1BMpxvRA
yGXP52U/8qrIfkS4BZntXg+eW3ldmrs+la8vT+PckBDYfoG+C/HQyapAP6YJnd6h1u+n8hX+cTra
LmF3VSGTshDqpQkzfc7TQIRDRfkOHeBJxaZqorLRwUQCSRr3FVLZNpdWFGMkn11l+ZVT78Qjsouq
bYR+izXeGVZzXzfIMsj1OpLkaDUiOnF5/HO7AvtYDaCZCpTcmGxv1W5HJ0My7xgE/YZUTkl/YKe3
6pvt5ThzRxWKycCKaJ6CZ5xsii4c8rq3YzRFUWnwftAEu/zvz62a039/chSGvkvlSUrCY5aC7DFX
mhIhN/cxH+Awc0Gm0eZyvNkXONhu4JmIlQup1fP950eGXoy1GJDTFTt40vpujJDVCHtom9iiR/Bp
HG9dmJGzyr0++TQ4YHQv/4i5xSvwbUDDKDuaUyswDaGAzDAZtOI9qp68phUmmY+XY8x9OLRZ4ZHC
JOGYEX9+kjBG6djUo5qFR1w9Hipe+yvgYfkfHGYcyTB8BZsXbPF5kCIohiEb0vBYVCmmJrLfrmXQ
QJs2z78he8Rl7cCWvTywuRVDS9YUftpCL3eyIqkLl4OcDeFxkG+96qE1YuzvPitusk6S28HJFoYo
rrDp5rcEchseGzpnU9ZGEDv0KHxEde3QesQPUm0+h+q+T5Ekcd8p+TvenwurYzYi6nqoAAAh5al2
PqmZJgexFJvhsa225DwoXfNuGep1pnuUTC1kXfpPhWHvLk+r8npecS2A+QDjgF4mTa3zsJWRJ7mP
FeRR+WbtdOzIkxslXjdf3WcqNL2ydvpjMVzpqAbIhzY6jCZy/8BbvMVy/OuVyw/hTYdLARgssNTn
P6QDTBjnXuEfneHYyBslXVhAM6VhArxIFzNYAXE+D4AlboHwLzjJqOPJUQebcS+V7jscA0BSP3T9
84A7WlcWa01y3wyNubCiZieazqSwyYBrPaUkFLmF/8dY+UfumpUXlauOjnyrlOsag6DP9BUX4r3O
OKCAkUdwfqOfjrT9+XDRuUnLFJWGY2FVKIp9qfJ+3XbfYnPnJ+HCtTQXS/CAISIjnwzWYBIrx1g5
84CBaOgzqMn9+AELWaDQmBf+dv1Qp+0KMhRYGgCoKQTKabCqjTISAEn/EYUkUfFBiZZMG19vRR34
qdAOwFFQnNXnw0mw6QzGhFJQHdAeSR6KHhHyp8F8ktJn9aPTLbyIZ1YG4SC/Cqy16CufhyvRUjWq
gZ5F1iG5IUkbzf2ouzs1urYzh4Tq+8KWV/n3zs82Mbxf8cSfn9wREoiUIK145itmvMtdZd3mxnXs
W1e20j5q4Ia9/sdYf5Gu46BeLVU0ZuqV59Enk1v6Nn7dA2UTyZf2Fl6E2ejuXCs/oGEYRu6t0xjb
Krf3blfvVDnb5IhE8QZY2B0zCQE/QzSI4CphGfGKXCa7iPaJyorp9Ndqra51+csQPg5xcFXF1VrT
Pg+Nt2q1pbvzdRLApoSiTGVatIWn9C83kRXPyWKOOdS2bfT4aOHQ515awjNFCWD0gB0FIYH64nQN
U0sNUJ4E7T4O3+UrX97k/rCOdH/t6woaa6sH49q8GjF0klZZtaBROnMcoBBP8R3nKTpxL3fOyQIT
B0SBej5VK+ubgo5NHH4oy2cnfBeG3xbWsjhZJmv5LJTYyiehbKvRbakjVNE9hcNzZrwJkmxleu+R
5NNNZM52WfZxIebM/jmNOa2y6KOl5DRT2K8RZrdvMMsKspvQveq/1uV7H81t/kd3qKAtnLJzaxbE
EamdKHryyJ5ckZ5bMt09W8ePj3r7LBdP0XOFNZ2HmLpdf9Btb4dQ7vbycEViNZ1hzI1IugRDUgiz
nM2wmyllM/S8j/tyKwq7iBJDyB3XarpwDL5UbS9FmuSudlSNqifqaMnYrGExStXHFJdlnlyaA2d2
nUnxepBv/Nx/p6rJle+8d4f+twE+YDEFTgkmCvv05ROcrKe+csdQFqNtJUlZl1KHspwFQMTUwiVL
4tktyptEBj0tlA+moKXBrUY/UYYAKm221rV6H+dvPRT5rH2h69EKSXhFh11ruRvM8tAIaFdqHB39
cNyWqvtw+SvPXHmM+9dvmcy9qbah1mT05VJKhnnqYDr+FFnlyjSt1dgkq9AP8Ej+ejno3Fl4GlT8
+clkO9CyxHOeM1iJHhx837vU2tnd8+Uos0PDEEjIOvMAnE5zlZsGJBKH7Toq+9K+0hpng8nhxtbL
59DeYLq7Dht5fznoTDbL04j2DswvUs1pxzdDjt2UfYXaSwxNos11aZ1oWrNwi83tzdMo4iA+mUA1
Q6mz6Ci+4Ol9VfvqvinutI7CwxIOYDaQwsEtTF0dmknngZLeaBu3kVgeFNK2wPnwDDOsHzobEClD
z17I8mZnj6oD3q1wgKj3nIerR8PuikyHRTWAkBnvUGLfXP4+swMSzEPSYwPGx2TpRU0FklLiDE8K
FJ+MW0XOsFc4LFYXZ89s0Q37GWgyc80gpWMvAim+cbQSVFN9FcH49pouwUapWnMVjP1OdsJvlB0+
/2eDnCyPXjO8shb3sDnuwxE51nd5huc0rs+X48x+LixhKEnRpEUd5vxz2TlcQRd5uSP51BqyjpaM
28sRZlJkuBUwEcXjSdgDnEfQ4rKLoYrAfFDTDU1Sl0zZVD7FdbDLaTdbv2dGIFo6EPOFBDyoOmQ5
po9xLS4i/muYA2G9HUwgsfv69zsp5yEmC2OQtDaExhkch/p92PabCsUadViios+u85OBTD6NZqSy
ivI2vMofGUOwrDvoHGP+dPnziH9lenOfTtckMclJdlEcYCy9iiRqXGyL/ibq3/Rhs87DhaWwNKLJ
UkiclIYwsPJjk1e3djgcMv+5Lz6qYfn+8qBmA6GjItSXMZicQuebSGoV1LhJLeVhoxePyoDItozy
YLm+HEicNa9m7yTQJMMCxlUannhuVkpObq6IF6BjfHFTvG4uR5r9TvBTgUGhQ/Sqe1cmueKkEd8J
XYD1gFEIXcIPdUhbTc/8H5djzW7Zk1iTE1YBONqPIbgQS6/Gt7g3yVfJYL+tLeW5RJUZp5/hqymP
2dXlsLNfDdUblCNJWKEcnJ8USqUmuo+L5NGS62xreXBFstS9T9GzXhV+2P/J0SfcxdEBFZifySgr
5Jn0wiBcbFFrNbKIyx6O4cKan1shVK7xwEIHQOU/nA9qLN3cyvP4b6gfe7jW7pZP8aUgk40VRHbS
2gJlEymH2sDrEyOhbEkfZO6qEMQJKn2UcEiMzkfi5gXYfIdaR2Vpxb3SFmgfSmG28ACd6d3ogHp/
hZl8ltBr9HpIe25dx8n2KULIYO3iL3EZJrs4dvAJrdGnRpK+2fZOY25dNZI3rSv5mxRly207IozV
xaaGomPgkPyOWA2Y5iJ1ReQx051/+jMni7X3VPNvEFCprjOzAzVQb3sPoQocR2z90Lg3mhOtee3V
izWu+a8tpN6Rx4QiNpkhBetpxwnoaFVbiNb2sEsfLm/EubOGSt2/AkzGphkI2QQjVSYSnhsghva2
1NMt8k4J5R0fAfVgYefPploiP7UVDm1R6T1fW91Ay84byIaNPHe2eSNlm6ST0ZhPu2gbqSWKmw0W
s6nNow5Ht/xzaWRLVebZaeUkIONDqp9T4fw3xGFnNr6rcjspX+BOOmG58qOvl2d27mSlWg89E5Cx
ZRuTPZR6KIGobkQT0NrI6qHQqo3Eyx8DxezJqxba4y/Vx1dr9CTaZFYVJzPlVOPsCVR5h8ajPAxk
ysMdTaBtW+c7qfySaANJWYOnWHV9eaizx4WBlgvVWLQNEFo+e+A4SpD7qc6ZlLZXpb3u/+T45lv9
69+fDM5t0fXGsITExU3QisWbLlhKjsWx+Wr+TkJMVoTUj9JgddwQeoHqvRrsVOWmGpp9iMeg9mj0
q8XkdXbnnUQUf37yKqyNLpS0kUGF+re4l+yV42OBEiEfNfjPobK7/IlmV/xJtMndlMiSancjqzEE
vDxieCYujcYr/6Aww52O0rBCVYatdT4oV7FbOXxhL0RPRfgVg5E/YYRwa1AURuAdhgR6GucxuBii
phw4skZ/QwvuQ2pviupDv6Q6MbuleCkBCBdlYBKH8zgNMIrYlyl0xfi/IFq5DpMPowlgtzZXMbYy
ttYhp+BTogiaqyGxl4rDc5+MQh7dWyRk6W5OPpliFnqQdbzmDfVHDNKJJkpD6MvrYuaU4l/nUwnn
Tlqpk0FqWhLIaUaQEhlKTcN4vrmKQ21D0QLv3GzVpQtnxcxGE4q4+DU7KN9SezmfVWAjSNAqdKWB
wK1DN3yr46kXqsgIDs6jYQSHRj7U1lLbVmzfyfYG6QorH0C9ilTd5IQqJbMsGrMIj6VD7c40pQ9V
EN3iYO5uUtmKf/+pwGEFpB1AKLolxqQwkulRH+t99ILLiGlR5sptZ99d/nAzx8dZDHUyj2EKCcAN
w2NNg3LQ3UNk4QLT33bNYxnYm8vBZleJ6FOglkYzZNqldDtyOM1rwyOGKqKPn9SrwtD9nerK8Q5T
xCep8FDP7s3ny3FntgB42l9xJ5+t1u14tKU8PEr1WvduZfupWhIUmQvBsLAWFhJKr14iGW8s2Ym7
8Oh0iOq7WAeld22/AIUWv3O6/BAIhXBAUwXG3GQcldk2suMRxFJB6Txn1hKDfG59Qy6A8Irfr0PS
fr4aeqUyIEha4VFkiUg0BDsTBGbqvr/8PeYW3WmYyS1ZaanLww30QxAjXxPvVPta3QdlstHDT5cj
za2400iT25GyW6GVAwOyhp3UlukqluVPvVHQ7FOwQt3G2u9TGnXk4X5N4eRgwg6xy2VZD4+a82RY
tyZC8IW/gmjznw1MnI8n175jDXVFthgePeVa71BOkrKjKPZEj1FRruK8XDhvZ9f3r2FNWyVhqxm1
5Wqs75EureVW60poPDbJj8vjmrsumT8aiRCXKMdNgXgj5vJRKrkgY1IQWlbyWdXUa7kr34RZ/a1o
d638XD4bPiXBMZOXhF1mlwvIBjCoyKEBOjif1dJtSxdPI5BqeARZVZ5uTCWFho87Rm5BVhvRcPp2
ecBLISf1IIS2XFw7CNkpytu4IRfBwEkJUfKoqmvcS7e+l/3BmS/wGz9HOTlG0OtM8xZrp2NkYvrr
m96uTLRslXWKtCr9eJ90bbQQcnb5kM2JhzpaNtO+Yj4iGFsKELEabxva7CHlycpcaCTMBoGDLchR
cHynLkG9VOUQVWjD6M0TmE2/eVhsW85+LZ6dgpyEYJI52d1xjq9TK/PiCzp1HQ2Qy+SvLsbNErBG
da+6CxnA/G44iTfZ5pGU+WlaEC8PwjuvwMUsP9jjrRLsWrXayq66SrTrCPfSpff17Fz+Cjyl1TlS
ISPkoFGwVq5THY6iaW9p/r+7vPjnowAtFFcm+20ynXaduFXQm2BvqIdb2aGMS6Snri4Hmbs1kWqU
BVOJq3NKnEe+zwrqhCChoRyjMr5pdffpcoi5cQhAHcVWZE9Q0D4/N0zV76i6ECICIz+kTzqGrEvA
odkYCCjBKeAXv2pWp0aSNUYQkPHWBwmmXzKUq5Dq++WRzGUA4I3/FUU5H4nttWjVmB7nfHmXaiOW
2SjLJQdDMhYulBeq4DSZOY00OWvNPnZRG6+5KH0PL93YSFY9QLJ93fj9tgzycuNptXUnSygqFnpi
vgvV+K7qus/o3fsrycMQMFO8YJXrdrbxh6DAJK0ZV72Pp2Zc2h9t04Nmn8GsrzTPuS7CAH5fgNu1
1dfNsQa6j3QnD6HWq5ZUVuY/lfDMRcwaON7kaenmGlI01J+PI7aAVlxvydwDa+myekEPvZpB6LW8
X4XTzlToTHNH3mMeMGcj3gF3PjjasMYhVPBAzC0+Uw9qfK/qAvUMyqu8883wUQmLdWu+09KvTejj
e4ytEjaJ8nViC+/Rnaw+eJK6NtJtHb/BeJ3+oRnsLq+wuXIt1pbAhcBGAYaYvgKSEIUJ2ScbN/Ob
sEvughZ075hdG364kYfxiF/tbZ2AEU8L31m1PjLKWXNVVBU+d8FGtbTDEKh4HA7ywmk7+9lOfthk
F0eaGeaVAWTb/H+kXddy5Diy/SJG0JtXgKYMq0pear0wpFY3vff4+nuo3Z2uYvEWY3tjJmY6RjFK
AkgkgMw857QDHaKCQGdX9ja3h79mZPr5+cVtiAwpkdCzXScQB3wph1+ZvpI9WQx4QCajW3uiK5oD
JstyLOEvFe6Gw0MEoV6eXwl3i0HizMBsDEFd1iMXwkCfmKA+hXuJ4mPsv9yeqaVXAiRQ/xnG9BVn
M5VHXZ7VER7bg77Nul0/7MDpkByjZsUhl870czuzN0Il6AacCYFIVI4aZw7ovgYhaMUZqBt8wQNv
j2opcY1+YBADoO0IG2C+Oi3TIXtQwstwFZJERnsN+Fno4+TcQ12bUSXs8cjvuLUHw3RTuAoWZ2Zn
a5Z7nJCzHgkTqOfqoLGUcaElBYN8caCRWjKoOgikFcq13vrFVTyzO1vFsA/1JJ6SGJJ34tH5hIEJ
AMQpEDjGjfr23C7aAsJ6AvFM5Iyzw2usgTQZFaxkp+2SJvZILACVn3Sb2guR8F2j/52m7GpKz8zN
TrBIU8JOruCghv+BuhKIBp7z9P72kBZvgABCgNoQvZ3QepjdAI0qlZV8ADZB9AaVChBUZToV2IcH
xHUKFhe/cSAa/gLS3KyKnm8bX57Pf2zPz7GMlSnEv2G7T+68sd40ck3RCUQK/ZcBKZ3bxpZn84+x
2eIFHVflhQbMBzQ+AzxLktxp0TZ7n8Us/Yu+XGh0gEtpQjyh0jp7dMlCkFd5j0TUvlBKKkJXWOeH
lVrK4uSd2ZidJqwFu2DaCwj0PMSOG52O6YdaRSYksAjKfX8xeWfGpsk9i5XYDmMOIu3ITbXiVeBC
y1O0L6hEmbfNLAcvoJ/BqQKWAX6uuaS2pd8EFSBphVSRUUlOhafsi3TX5fmWi9mxyHaFQdPPFbPT
2l/tNH0ifJsoRNHOcDm8oeUzLWUwW0LvKI80mhbP4NhquqcBapYSpKUllAAdBkHk25YXj1JUCZBg
xrsScLJLwxwuMBGDygZUFVKNauEwbHuPr53/zcpseJ4AnHMlTlbAV0s5rRhNL0b4um1lcYOhE2Si
SYV2wbySiK7PNhkqHDwaOGsnyWKQTbOVWvwUza8W6szGzA/lEuiGdMAjRYoCccrNK5QlPA65MaAD
MEn/45Bmh0uDPJuq1hiS5O30/kMw47hYCUvLIwKRFirNyO5OumrnOytuByWQRpjgIWci/VZAVNY8
Rdm/VUj/Xxb+JUebEvHop0NNW9NnjjZCKTPse5wlScPQqrAdA9n675f/3MLMyUQ/kmJRrPFa0KAX
i44H71SWq7eb5XGAmBG5cDC7zd8kXDhwCdfjuK/qHZDIg2/qUWyitGvKeI2NdEgOQrrh+MrO/Ic0
O2ZeteITS3EXEDcUh0BDCqKc6QvPQuEYsw4qL1gwGQ4OBnvwj7Wy1aqKmYWqyZT4+S/m9cze3OUT
ozEg1o1zK9W3wK5TqS0OXD6uvBuWoDSA7kkyUMrgHELN63JcpQ/1unTAw6HtCrPSDkY/kqLcIakG
JsAORIqBTlK836TM5AbQkz+1a9oD00jmm/v8C2Y+GkZ80WUjvkDPXtpKsVlqUD1a4+Rd9KCzcc78
NI/DeIAMO15hig3iOJ1fOZfXRjE7+6WCVWgzmOaxOgL9jzOy57IVH1weA3rSQJuhIMkx88FO7Dgl
bvDE1T3pM/BVnQaFwMy/cbw/RmaOF4GVIfMmYC4SQmEp7nTlZ+NlK263PFt/jMwibKzUmdSz6Y4b
FhvP181iEDarHeeLVr67xEDPCD6E6Yl2tmf1roxyncfdL1dLsH60oNCrO5BbMo5L7duzthgeAKqf
hDvQvj4XCy6EvBj9CKYCQbW0N6iakiHfKL1vyX81d2i4gjNP8nxzSt8kyBWktdhUo+Zp5r9Pbed1
upL0Xjqfpq6u/xiZbUpJbhQcXrj5GWKoEoH1UJvrR82W5DQDN5i01pG7OH/KJFOI9M2EELhcqlDT
K8iB8XBtlROQgGwiCgRNYHNCXJmZIaNkEvbpyiG8BFyWgJT+x+rsFSQHacEaqFu6rK52Ys2oKvDO
KIDaKs8s1hlbbexM8UPuDHsIjS+gQ46a4rtqdMfiaCdx91O30sQoc9uZFv0WGFjUG9B/Kszz12gF
KEVm6Lh2I/sWa04l+1RHxfR/szIbvJLU9aiUBk40Hm89VEqNZ3Vcy5Iv+hH6DL61KQGDnRnp/YxP
cdON3VzUTbA/ejyo14yRsm7FYZfn7D+GIFp26UBeDpDQyHHRd6487uQdrzUEIoN/Ex3/GQ/aUi7N
4BHJR3WH8RTGYIq+sVHl2ExWKYYnd786E8/MzE4ruY64qfEF7AieaKMgewfYvBGFtG0OE2AQmI+/
OL5AKwm+B7AVAMo6O75SL454LsZ+D/jj8CCkGNNfuNu5hdnhVfR9UDIeYSvoHwP2a+wObbiWu15y
AqBHJsE8wHFQ7r1cHTEvYh1k17iMZtEmyOUNcNaREqz4wNLioDcT6Gdc3Cdyh0srHKfVfhtHsRtC
/xY81FaMDgBUMwQuo1zJSBStLM5ScFQmFcsJi6tBOvnSoAS0r8S8Jgb+pw1J1o7el89Cjeplp9PC
gLSA6Al/E5HR1wU9kgmOA67yS6PekBh616exK8tvRWbjMHW4FyWgYVU4twPR4nyeWZp5htJn1ZD5
Vex6XW9PGNTAsyu9A30FYp5R9v6Gl9a8cdkmnl9AogGgPyfB6cpezCXWx25bomcahdncKRop2TIj
hiZVPPAWHu9WGEfqShZ9MdcB2pp/LM8i4ph7Q5GBXtQdqxEQX8FHR/F4aFsB0oIU3WEBEaHkVEWf
6OxeOe+WtgcuJ1MOE8RQAK5fLmmWABor5koMlYP4dcjGcSuP8Vs4qv5KMF4cJHB3k4o2JInRC3lp
aSwDPU9C3FSlvrByD1fugHZxbiuftaTuu+Il7Q2z1r9uO9LSPjmzOqeQEEdP71IZV9dcOATNPis4
dBo/Dv4OjZorU7l0rp2bmp0DaS+CDHOqIqRoGanR0lZWhzr0URR8vj2mb7HT+VFwbml2FHAYEx9P
3VlVTrIwscoQDUZD+gsNbrGHDJXW2TGfEHlEHdLr39rUiYZd3n+wvDv2a1t12opXH4M+GtAegF8F
bQ+X69pqfqoFOVK3alWY0Lca0sK+Pd4lH4XSyD8WZhMbojQGMhlYAOeo2caahYldfRgs+ydwgCgT
4q55BWLiPQ13ynDAHTpQnASI9JwHmAh3Ts8ze9aRXBpE0rTtnkvWINuLTnpmerYJ9UoIc4/hpVAl
toD47Q/ESCuQxze0V1epeaYFuV6wPwOdnVW6liq4yuNeHRjP6F+lqh/aTR1Du1DknVp2+gGElgZ/
aiJu5bxfdBWALVE5lSAKetUg7EWa6CtTa5f/oXu/fX9lYyzuwLPfPwsxRQhVmrhCRxz0b4qqOmmZ
owS5BXbolYEsG5qkLNHticr77CCMxtgYkhEZd1nMrSFhEKwTHJbZHPrxb/v+omvgBgbGqIktbt7v
ocgRbpZT912T8nQq5EJ92wpr3SolxazWICCLO+3M2swRA6mOUaDEBHLGwdPR+QEuffX99oiuNpqC
ecNw0E8NNTxA22ZnezUMvTFKzeCK1VEgpUo1g3ZHPj0ENXTBLG4lUXzVBTC3NxtU7wlq3yvt4OZW
Z9c0OuXP2rE0PdIQwepJQL5SMzgYm9vDnHztfJf9yypOOwhyK5PsxGVYrAQF7R5NNbhjuQ+Resw6
n+jlDzBzSt6XnthyG6w45dxVYBECcSK0n1CMB93V9POz1AYwEnHSZj24LM3yUJCP3VrdbL595wam
C9SZARzTYK9AYcLtpUMOLt9qrWNhYc4uRjDbv1KuJzwkWgZIgQ4WUru0BU2Gb8WKRBJRIxEo9NYk
zeYePxvTt7OejWnoSxZDoHFwhVKihnIIIpqhw+62L1xlVOdWZifY6CeeUcjd4FamYEtvkt18uspu
fGssj3h0jUnm+9I28z3MowpyFRT+keWfzWNTyU0qQwjA7Wlw1zvdFjpPBPwxTm0rjmyGlr+vncrK
3SOq8gUEc5Rtaub218qo5wfNv0b9n88A1vnSXyJcFvSihb/E0bYbfcIklZZVbYHDAtJkJu+3REMS
m18jK5xf5Od257Od8FUMCpDBTbbFU295P1q3eFhj4riilZlbES9Hh8t0hLR0Pbh67Sa1KbRE7EOU
hbr3sn2TQhw7EOLLjU85VsjY6UQXQeq5lsJedt8/UzyLMh6aJUulxVCf7uhaRXLFjaA+cjlCLwdN
jq7il/vo7eKANpBj0VTRMoWhRhytwWYLhVIvfSgDSxqecP7VQECWJDEoD8a/1ulKO++8LdTqKWOO
zuzGONbCGthuOe4ZU6eigozOXFRUUbRubAxs4RbXl8HM/V1tkCazPMG67dBrhmYBtlIjvSp6cANV
ds+R7a7drLUq/j9O9WcssxDLDWIHWXFsmcYEnQd2rWBrRDCDjy4hwb2pkDUy36XTGFQvwEGCzwuK
evPEoi4A0+yBm8gNhYwMSUEq3JaS7leLgqo2kM6b2qBaoJVvz+X8BvW9e87MzkIUU/1RSQPM5cA/
Gj4kbV592UOv5copfEWGdGnnSuwuQNmEr2TYAUhCT5zkjuuc8Rn5ssmDgx+d/16DCk4Cp66If4d0
DZi+eKShJ/hbrGuiiL3cQ2Kh+FGiYnr1kHelkLP64jfSSDbjaiqGnc0Nz5y3vT23y8fNmdFZAEza
vgFsAUYzMb3XuZwqwUCjfCdB0EfZ+x3VxRdZS7Y89muQWQFbA8p/D+vqBEJ4R88oui+vHlOTPEQv
MgGhX0kzR2pQIoytxoPucWnLfGe12rgFFzvxJTOIG5pVxT4WHruAo2KQb2N/X7F3zTi0ibdL17r9
rhqdvn3i7OPmF8Iq8jlwkiGuofCnAKHbGHde60iD6UEsGFPyIIzbwutWXH7xWNIgZYKgjJvavNE9
S/MUAIzJrOdT5juNRJPUP6D974MNiqXr3EqOcHmgZxZnfiCNgQgqAlhUHrnNEwhmd8NOvCtNYxu+
rrjc4t3wzNT8NJz6ncsBpurUEuwnz1RNxTlaKmFOcnS9lUi8HLXOzM3OvQwZj0jgYY4TzJGhS81U
Xe43l5rFfUYDZ2Vwi8HqzNrsIAx0Iw5RmBlcZOm2jLUbH9BTRSQKyj5OEBxqWcCPXiR0HWboJvYB
bom3HcNxVP23lfFv30WFD16EP0K64zKeqEzj8sIX8SmtI3YHRXwqpBW3ufbTST8G9KTo/+fxSJ+F
5hyMrpKfC6P7ltiNhYi4drG4jon/4sFDHhB/AAb/cgxsrKVwLGBA87MnrqL1YPspI6FslWgKzeQf
YrFGTro4JrRpguSVN6Ye0UuT3sh3DfOl0ZXe+oGAd3Uk3F17itbYl8TJ8S4DH4Z0Zmi2PiLfyGAy
gCHsbvRNfiKVI23GF8kU0OOtWYMVbmv7V2VpkM3NSGUad/3no/o3K4gS0ITB/i5mXo4WiA51UCpM
sKhSn1ZU3nPmGmDoek9goCCJEFHxwO+b0x6jkbnO1EQd3RTcjV1r6iWwZGY9rM3o4sqd2ZntvRg9
AaySldGNnniVZJXDpaR6rfj7VlxLw0nT4lwt3pmt2cHACchPN7w2uoMNElWrsRtTdmLS79BSeSSM
KpYx/UUrKyMajZ0C8W2XkV1FI4KL8OoNfLJ363umNTh7nJYxSPmFVMf34KmURLan1sAu0dvRbdkI
yhm4MMigMZwbGbpE8kGdiwqA3RQQc2ZYxca8bWQhYE/u8sfK7O4MLGdZqBysyNFrpj30SK3aMu5A
ifSOhghDS6k0KCsjm37nfPqA2Ud/1pRlQlH/cvrkQB870YdNLbYj4yf6FbTmiKZRI5X+66MdYqkg
F0fRANMIQPOlpVFIZamoy8EFy2X15EUk2Xunamfc3Z7FhaWaSEQhiwY6bADbZ1GsEfTRiOuYuUXE
Y87aU2G4LFwDZi1cG5C0gsjsdMbAyPwAaIumGXoWMVfLT/lD5RYYVVpspJaE/GnQScN1WLe1U2Eh
TzcR8YMeG04ooA995iIaLoxajB5sVz9w5JRtG5u3cgu5VcJZv1pbCujoCtZaUus6vlxanX5+tsfU
FFiFQoHVWlaomO+ziMgDNOCffCCqmnBzewUXruaX5maegmQyanANzLHY9oKDXCWkr566fuc9xInT
apwlSxYnj5sxGJAz/PzfzM89yI9Vrs+alLnNTx2pXTwKNpxmbxpaOb7dDCTEBXytAn+9DS+GPG84
bUqGXuMsY24WFqDDfivV1/ENZXTa979vD2/ZErLyMiAM6FSahTK5BisqpKTgJu1jxD3z3ntQ/Za8
Xzm/st+XlxFMSfyEKhNg8NJrQLDdhgV4992o1UwA/qy4DAkOXA6JxLqzy5wWXmJ2HECt3H3x3jX1
Sl1AmMZyGdwwqyjawl2g4472hssvYAkDmKBJmBtsc6sJwH2yKcAsbHmPwYOx8+hj+5jdB7/i19tT
fH13m8wa6OxGlxkojmZmxZRvQAwB/wV9paqSVnQEZssyYAcJMPQ78eG2uYVz49LeLCiIaduklY5Y
BH0Ojj3WHzlF/pRH65cOTNEW+ZKVQ2N5YjGhUNgGOTXYoS4nttCkNNeKnLlgALBV61CdYgqxXxpu
ZeKRL4DciL9yOi7GoDOTs6Cgt9JQ+33BXJ4Ke9nUdspWI2uZCFFc8pg/VuaF2krzY0AcYaW1spNI
nxgJKNucHj478sM3BYp3Ok2c3AxNiX7dXsZFZz0zPTuJtZEHSApCuG7DShrKJch3KyJKp2BVtvT6
iIS/nFmaJuEsnIPlvBFAv8amDjZZ9E01ZabCUA5/ypO3zHsqAghjdY7I+7QohC1eCnSst037eXvA
0/6/2p1nnzE9E84+o6ozvR4MOJHh/QiNz3hY2ReLke7s98/jD5OiBgLH01qmxYPuvSTSSSxNEPE7
tweykMkBUy2PrTDxA4HIYTahWaV4dVLBawY7oPIL2wyk2IBT3NTsU0aknUARCOxsBx7M+nXV+jRP
83k8tz6bx95v646LYF3dKTaqBzSlgR0eqo1mhXSg+ADq0cqUD9GB28p7pNjJWvlwKeKh8j3dI4Fm
UeeKDmnmCblfY6ohzGVxp8HWLd9WzNoqttCrF0y1pw1wjQZY1O2eZDldTXYshQeAyGS0f6Ip/wrG
jPLXiP7Cjrn5S9PS+KF6yu7ED60zs2P/Ku4bKtEOL5Js35+alWj4zWJ+tQBntmeOpimJnsl8y1yQ
75LREZ1qW90NW+9359bQmTchlEYkx6cfPwr6ouAV1NKvkUTWs3N8ftZJSA36kJAPn/5wnmqyDQlq
vKSm1ofr08Fyj9VRtBXaOI/P/V59WLtTLsWd85mbosXZNmxZool5ipkD/b3b7FM3WSVdm/z/aoLQ
HInIAsY1pJMvTRR1loxJzRC7/eSg5EFKG6nWgTvhE6sQGXdI+7YmUlZ3oOIsrETLy21atRHKQ75k
396sS1EH9OZ4gaiCgOL67HBu+E6AAorI3LD8qQWnbE277jrqYJDoZEejj4GHwfzOkfC64MmBoruN
TO/QJ+dmu2StTWzBhj6pRoGVR0T2aX7BCMVaTrQ+8lz9uXzhrcDOKV6J9kB5W9yOpkqsgCRW/3p7
5hbC3MS2ix44tI8AYjMnA1LAm5fVYuW5dhFY7DUtybb7lJ9wpYJqi1MQ9MW9jg3hPZNFSB0NKy+7
hcMZ9kHoAezfRPYiz5aOS32pb9PGc/dGQtWd+MId4/fsayDi1ng3Dr2ZP5V3jRNt6o1CpTv+uMYw
eh1k0M/53eg7KWNeoc/0QPC8QlQ9109jU+eQB7hTuDskyJDQ7Nfg099pystdc2lttmuEBozRwPd6
qFCD0uYUfkBs0DZOotNbaAx8gLaLHTuqCVwGCcnTg2r65O74qpLXo0DTu347WLwp2p3DoymAWSLi
zm1/uN5JaBZG6gxSbd+6erOXthGwWMtj33ODrCRys23HlQN8oTB1aWF2JQr5AszzA2e4ssPZylvt
5M+FBQG6V+O5OuaPmSPcBWu5tIXb9KXR2WHupamXhwOGVT80e+bA062Mgv6CrrVVLOxipENAEC8j
i8ADk3IZFUGFG6SDjvfPIIakLY+pJcX3shAj0t9eqKWNO4GEsWnQPzuphF9a8vKmb7RA4Nx0JN4h
uOu20j55zA8FT+Qtv/U2wXF0lWd575+8I+eWK9eD+UBRUQSPPw+hFUMG/8pcUkJI1W4oC4lzOaTo
/PALfFckyUdSSQCwlyuDXTKGSwCydBgrUtkzn/H4UVRzFvmHpt5mdzhdNqnPiJ6VZsBWYN7zcDCN
69zUzFOasarEIon9g+R523DQW8KVnF3WSNT5IKSMkCXgQa5wezHnV6250dltbxj9okLLJWpiTyc9
MsODuo0RbeGin7cNfXMZnMeff1kCVyoID0DUNe/XRypSyoqAgz8kpHNFWtiJGZnVHindBJcWlYAY
iOR2ejLu6s2K7Sl23LI9rfLZpUStWzlqW9g2pAGMtk8qc/p+4x/C7VD89hm00cOv2yYX5xXXd0NW
Uc8BZPbS4piLnlZzmFehcUTFLAee8G8RyFQ072HcauHKnlieXWDBJqwYdqY0e8/mcS8mLIbzsDB5
TIbcLDugIWofabWt9Bykj2L47Htk0PdlfoqSe4gK0rpzuiwgANF2xS+RhSuudZVd/F7xP980B7Um
wlDxqoE5MMCReOBO3q49xM9jjygBJJIbHZNjuy0OIU9WGxCX9hI6o1GuwwVpyqleTn/Q9FkbxIV/
UIhQHaDI8ur9KE6to1HfHXYMCESwTLnSM4gjt2sSiuIUE+bedm58tvZCDyiBXsB4aeGtaA375gR2
CJrT+ACi3oDicj7uO4t/PHJ3HUf6NVTFFH9n9gHfk8B8ga7PiVfhcvC5jPDY9uBC9TMnbU91cA+l
U1EYV9Z3zczsGJCyfhTKFmbq392O0ZVoOL8OwHlQ6JK1qXFZFpDvuxwE+FLCDBckBF69++GF1RZg
n5WE3nf6ZT5REjjjkP5Gbl9SZ8E9AGcB3tldcIi2ulPY+o6Z6a4+KJsDZ6lf9SEPCaB/JjsU9xHx
Th6yNJsNyg0oUiUHAzX92zFjacOgZvLne8TLMSeZDgJioUV1u3rp9HfUAQnkkprxZ/VDL5/H2oTz
VD00zb9qN24JcOFh+gw55JWFXdg8F58xm3odUCYuFDEtiecRMFgSQ7qXOTNud1LsRMqKtav6LVYa
bOBogwLKUlXw7L8cdZUGGpiBh/AwUUnTmAqvTUbGkbAA9WnCUjQNF5Z8GiwkHH6Pe94MSpLvQVK6
WZn+hX2LD0F6V8b1AgRmsxtoryWjFKh9eDCGR/AJZdKxh0IMeEFIsIlPSH4elLUnwBX2dRo8rlAK
HmB44iHnczl4YYC89GCM4SGtXc0uh5xodqXtItkO76FRLBm2XJqq95SEXxAGIIHu4j2U6ytrcJVc
n3/GtBvPDkguSePeV1l4kPyPXqhpgX5Rrz6ld16K6v2+LZ7EwiwyS5Vbyimvtyd+4ayEaN7UQw1B
FNTYZvFyqAIfoVqLDrH6qoOwylOoIoDf6T3XIhIKnpWBM+W2ye8D4GLroy8BoQXE2yKSl9C+uxww
BEfKAvJGwyElORIkNVVpTVQqWt2dStkb/vP7592P0YzhkIy8QgvJDEiD/EmBPgYglMkvjnbklVFG
0VC8aYlhgqKcUJPH5X7vmwUSZRFSY2vviXmyFU9lQGWmJgMkpoCCmH03K0Bs36IF9tAVTyHotooK
nWYrG+Eq9E42cMMHvwbw+lD+uJybJAg638u74dBqEDCpM3QOr2WJAO7GL5kvAHJ7oOEFoSvGMTPS
NlyfGEEwHkb6fth35oa+VSb72Vr+BllPkX4O5DUk7ylm8E22yMnOTEfdoq+Xnp5OBhEI2b4/bX8C
Jmi+dqSyHu/vJWLu3I7++J2SXW9Dc5vcITWEB2xCN1NTzVFw8MfK/N3Rj9+tFROFJLSnv9WTTEQb
PP3kq7MV/L+0sh91MlCdxNuEHJFkU05I0Tuu5Lz25o+MPLsJsVp62yevtgGm/XxGZlc4veLRiTr6
mBGH1U8KZ/I/BzCO1jyUBLZGZt229k27cGMB5nVJrsv7VtZgbn94P/DUjMlLTraHr/et83AwD6dt
ZeFv19rtPhz3V+W8bVb2oDwt8a0vmB2/KZBf4NDCF6jvjVm5Kt2+n+xftn1nmRZiPnm0OuKoxCHW
xjq69GXjWoTckR1xPkydrrnktHNufc3s8AXoXvY1hq+BuIz1ptF6ZbjXV/TL9Z1DebtADSOjh4Gm
2gboV8Ah97v9xf1UWytPSQan3zKr3sunJLznCsKb2ZvsrwX6tVFO2/Is0Ne6HgppiY/Iizsezbno
dRZjMDZDWYSo41PwxXl7qCmTmtv76P1B6TjOSLsmlySvfcbsipp1nudnMj7DfsmwqQ9vp5zwdB+T
g4Ed/kSw+Sh84M22Hxqc/65j3e0c9/FVonT/fI8d+LW2/NcnMSgeeHkqNyCxDPqQ2fp7XWeMBehK
D6mI/phtXT/XeWaW72H2KuCQqCMz5V0/NLPx0EM7p0a3fU0apM1q0wCF+MrunM79mTcagiiiqo7O
Q4ixz/aGxmlRr3AsObxxpDPNZuvvQf1zTE6DmelE2UQ4maA66VQbfYsJahyQ0HsIlmaFUmlp/44O
zXO21va/MEciXhW4pwGrPVG8zuYI+YisFrKgPoQZqDmCvPQPOIxi0ys83jFEr7FExS8dYRwaq6lY
81PORGObGXl6jLUkMZMxC+xMF0MrM8bU6eucO/Ca6lss5NfQItcnJb5VhnYc1JtkZKtmnj6IUHfO
xag+FPmPFsJKXfoYDWvKENchbDKClQIJH1JE0uz6VmpGUHYGjEACXIifDAbieoo6ubrGePFvhOOl
S6C+AJ+AaCb6H+Ctl1t3yMUcegfc8IRbTSBDbVxWGGm9ULyXW1/48OUu+smCIeEpxCW6A+Tnm1/j
qKvQk01lLyD9mGZu1eu8ZkKOQXivslI4juB6/Z0nsaqATrk38DSWhtZOClzHeyP3Tgypvpcq6wuf
xL0Si6SDCEyGf3Kdv5FQVHF6TvQHR2hZ9hS0UqTQSA0GiUCVDI02Ch9D94bBl4g35JywTZQueS27
Xs/MRKqGgES93HyVQ6S/VHkZSNsi46SWCk0XRqADTtgLX9Z1HVOtTPOxgCBYPUDgIQsFPvodSJrn
A+One4bWocW07pmdy0qWb8PWSEcbQni9GJGgbaPPsQVrE40lqWrMSOkYbhLhCMkQ1W8YyLbHWAor
5EFiGbweaqCWZlKHkXKUcz1Pt7WRARAnFGERE09q295UlYR5dGQRui/jrpZ4q5Nw26FSCfE9R2Rq
G27wKWi/4fy8+Wp8eA+6lOU8oajuCmiz59ESp2v4xaSL1OY1170Bm1ppQnUv9xw7ZGktBNtAyIaH
MomrlLS5UkAvXG06syuE+n5Ief8VuozNZyWnIk/zvlIOYhQbDbqYmP5YaqJROhHP5xxJRrnpTWHs
FBPKhl1M/aKOamco9NiHZnJf/RoEcBaYipZXiQkhoBIHlDRGkT2GUuzh7ccr26JJxV+lYnicAyUv
DvXnjIutMNcHZmfatNyD1GoK0ZO0CWjdco3vQOQnffI0HniktlEaaL3GvOpoWSVAujnUaoa0bdzL
tDFAUWNNpMeHpDYQzPoqLk5ZFiSP+L/yhPhyKIV2WhVeQ9iYVPe5FwrRngVyhYEVQeOEfeFN0uK8
OG600mj2/cCPAh2At/kVq3nIbaXcS5FarRqxtnPATyIy5rzyFeWVlpOmzxPDEjkQOJNq4KX7Suq9
iAad4g2btmq1llRlzQumIcfBzzzV25+G1AGVFHF1U5JWGYCpyTO9eeFqoYvIoDIsmu83LU99VaxC
JN8YJPMgM9Cidx5sRkhXy3H1HMfQnyYl6n+jyaV1CHpiQ/U70ndIE0LlShjpOHZhA/FCPvitACvp
U74aFaeIAkGgEqflMMmjG0oPsSR2LgD2YLYhyMuIxIR23PVh1XIHDQBZ/VBzAK9ZQhbmSGMoTBYp
yjHg8usr42nwePW+xzTet3xjOAlWaaQZJG2/On+sIyKGyJNTgWcoyIV5I70wOYyeUy5AblFRA4+I
g4GEVttBBojkHvwMkmit+sqnvYYVFbTyFwASGR5KlcR2fhRi/zc4AmMiNQAuoYW/qRPKvDxvCHJY
BmQD6iQHcGjo4xehjZuYImFdfQ4ZqDoFLh1D4qdKsM+0wCitQu98g06AtU0fZREMApPjUyP0eFpF
AWJXqxcgBSulrNoIUQsVds2LPGYyD2LOfFlNxzxYvQ5jJCADEcdp+VwUStq6nS4mmK045BDXDDH9
Spq+BA1Q2+JDQ6YmOm2UVADldxGKPpVz3hjRsql7T2jvKFEV8YAgAFOhggcbBOCVL6Xy+trM+sDA
oFUVxEW9VwnPGjCMo4k8hPpZaQ0uf6zOY0ZBeh8/ZWE6fBR9GQeA6EZasUmDaVGhho7CpAZuc5L2
VSBNToaoYIhNteM8QFFInKmIWo2YgPidaYyXoFdXxZ/tUBga0F8er1iSUPpQJFXlesfHo4cCDh6F
Pel5KRaoLI9YiK43etUSoF2imOgn7fFYlllTUN5LpTdVaHKZVpCd78j/UXRly3GrUPCLqNK+vEqa
xXa8J06cF1VuFpAQIBAg0Nffnpd7H1yxZySWc7r7dLcmJu1JwjbFdBOm5l/dLFFozpy6O1mx+YMJ
XZNL7aT43sqcmLum3dTlSIJbL6LUCr5j40H4eVGibR4ZaxGOgbR7mg1kE5nrwMbsD8HR+QYSYZ6r
M0u1PG6HVtUF+dz2vV05eQIuzJf3PSPwxCSJUynkgkV+wfgUxawdjv4fYKVhspinh/1vc3VrT8AJ
pl8B2tR32CBueZf5pnx1rra6b2RtvsKFH9RIvoay7DFanGOIqRaJvzSoHI/T0jrAyhMNTtwVxbiV
eBN0lRcyLZXvZqrVV8PBvl/TypHqspVxfA4prpu+4h5fmhSi/i9sUvPno9Te9mLBoMF7UhpQFkU+
6vUxbGvzuFbrDDm+rhUbcrVkvN8bbd2Q7SWND8TujA0sSZFGvsVcypOktgWjPuLT9ynW59pXkDHh
Mc7zMr64MNZfUW7sabfgwDgeBNMRf88UTcQAuKVrn2aAknuWm+0Tauj6TU07+0Tjts+4pdMcUbnt
FMyXbR+1u3JBwiuHUnM+6ylBIbSUSJ3swhHJKUmc5ef19scGw5oMexw2C3cZteve59mctB+YFzkI
8pQyT4dSGue7htjjJ0VgVuhgweLrLiF78Sv3K8l7CQuAR+bhmnZmEmAu3DuSMdyV2rS+B0c4TSjT
XaTvwOJbPgi3sb1H7kkC0UxQ1XJPI6f1q59arKIV0Vi292sCtyN6k2gjHlqVUDolNZMY2cPi7sd2
Wz8aWiVrz7dAoJOGQ/d8KeyKPNSEGvovlDysJzGX9TNURTf4JK93WJPtZLHdVu0aG3SCZGwYgYia
gewqc7f4IZLYnub4KxdHYVffZQR1TTCG2Xu8i+SZVHMcH7bUCXYtHX56CWPrq4tPlf1aT42cez+u
W3LWleD6AUnx5IGMdP0j53J5i6WPYbBsgbagoqubTi21ewNoURXbXXsUhfiiSLxZJFAJawh4AQD/
VHnm0zMNqX9dCuvpu8oRP/XcrBujX0trs2/CqqbtNhBo20Nls+hxm0f46WHUTifTh7QBma17MYJr
QvmB48YG+FgPBUGp2kd7WKg77Oq+I5wo+Xf4ZZV9xPjLfoUUdqIdqvc2PY9WLyj4UIhCziNyz9Aq
q8qfHU8npBsnsj2pWjcr5o/tXl5plmn6dsg2YwPi7CUaNu7S5X0MY0oRQTHO3zBvovaBJuNSfKl9
fczDsbmVXg5mFGSgBX7lHboadMJp4F7+IrSt6fuIPSQ6QqANG3bX7AnKLI4iCtVCU+/xXXHlsyeJ
T6UGX4f8u8Xq+JmNVbqexwP/2Zml4lVN6DO7FpreH3lKAoOjbKbeNkSe/C5tAqeRdGzEqwB9eK98
g4bFTwt/p2M56zvjRPKWhwZM8O3SRW25ZM0foArsJ9iuGN9gINfQsxRUo3yAiys7J0wea88c0o/7
clV07id5yyxTqBgeW5qE38Xim6bbp023A7fTCMVdZfAODS6xvNsJjgKoUaj4w8YU0+UIqjH/xKLG
b7r26XbSOBqXPp/KxnZ5g6E9UE6GwqNc1Dnr/CHA9UbpxRkHWbL101zTpxmSIxQuic5ecIdUS8eb
KD9VRJkDVZ9HZxGnHfso8OOInaB4yl0DH8oWTcji49/U1vNryscDE39W/G5xqo0nvXkcjNOs4WmC
UqP9nsmyQhFAKukwX5DHR4QkMzQwSX6IUzbjNlgta19dqMUHjE/HC5cZaB3SlheO8JXvlHDxxRPp
XxOTjGO/FGNanHJv0p8tSwDfMKdnvA7bFEMylwW/NjlDal+uXIUgGppoe2LaBXmfOZjrnqYS7uJd
SA7YkIDsL4phK6zZn/CIUIRPjQG2vrSGgHLSK7mnJbrjUxm4/hgzByScNaj1u2NJ27IjLGCobrNZ
E0428LaG+51i6PFg6o8ZuHIspqF0KkGcGy8Oifr9AFsEVB2jXEvNVtaTuW7137jDW7PLN8ocaqRJ
zBc/t5vFsYXr5xE9mDIXM5firqRm4tec+CIbssSs22sNgabAxsSdtVwKSvw8YOgbdi/1ki+9TBxc
X3wBPCWht0ojyxfUaEmAUWxfG3TTnUqbMHW4O6sfTsrye27h5NWtxZ7pjjSzhkjG+v2JONPC0Lri
vAQRAL0dRP8+mD4qivAgRdfjVOKkhmubAeveVayUwOB3vdGuynL3QEuMXYtS4Fu1xa6+ZG4SLSqr
tLnXkwuQS1ZQ23a3DMmj40kbwDhO9Q+aTYhN22R0UN+GKNK+LGT7HHJVrN2iaQV2ypW86opNcN43
y5QF1EQu/h5pvSTwrW+XeWC28giFVat8VZyTP0njkG9UtV7EwVuzyN5VjUQQDtaTQqk6sXeMERav
27Lb5lRspt46TWignRFZ/UhYC/eoWIAtQXYOAUmi7YRKdIeW/Z8BfwMziMIXDxo/O/rEw8Mfg2bo
3UXOxV+f7fwp5Ywi/3E12JJzJZFIu6Bqov0y8bweKOYfMEiB4NC2KwsfX5KEzQbRQThocKLo+itW
Hnv3O5zlOvyMkgEJuAr6QJmZ54AwInNaDowlD0HhAeB3qP1F0CKZT1RzhDQZ38Cy9cj40ifVKve+
2p18chUYBprO5Y5figIWvWzwZcf8nrAOFbj9DlfA+a2GsyXApgnlcKJ4oi4CjGLWsTXRscuwG6Zu
LFI8LJGt/O8sTJqci5LiGGS+aSPsoA/2O7rteLPTXsQhH4Fz4J/M8wOerKGoBiv1JEp0rnjqNXmP
2VL8SlWuklNi5grDlimChIYMwgMknXh6fOC0DmLgdOb2OtYsIukXnd1ns4xFctrnSjyL6QjVqSUL
+4zoVoENudKWnV5RDnULW5pnTOdK2BIsEaduZsjUvu2ly9WlmDhbBszDJO60Ix7sVMBg0l8F6FTI
641a0g7RN/QzLQov79FMqBQloQN4OTUE7SrUlUeGPmzR6lTHlKYnmlf8uu5zrE/7vrDfevHiRQGU
ZtdM81xftdj0+r62dMFl7ZJN9buXUJIsWgj6VaXSTOeGHbYYGsWFv7OpMD8CVw1uxq1sP6iAl29/
u0LrrjiSFW1wsqJloaJYYS29BM0vMCK0+TllqHebKaRLr+Acc+DyQHRkvxEkJSKiDCd3kMn2bDIk
25wWTjLse4E7thsVydgXZVLjHkrj0DBiThAkCVSycNElQPGvmD1mB8xSUnc7KRGNMKysQOIksyJf
uwpLEHh7QMr1gCyr1Q8bC0XTmwl9wACA+AO/LlwwcQPYidHSfT8apUJvtVFoxgj4ymdBkg0wjAUm
1bUBIx73eZmGCRWVNc2QImADg11YCVmfwjY47TaO4YSurudNdRTts8YJtWXyoZoRjzsgHXd5ylvR
rh2aI5x2RyKLvN9zWsx9XlOI3vlGVX0a1cFhtCIk/E2nMboUR9+UnxBEwo93uSvUkvI22dLFfCQa
5mUViATA7GDvG7Qnf5NDkc9DlzY9V6iuLS5NXuTdiLWOKfDK2fZ5ZbQdgfjz+nk1FP6QkwmpRHXJ
8TVUzmBLogzNmuuSl+Jnm+rjIyNZxNiHJ+FfJg4kDQHBS/lQFHD0a8Y4vrWaYMXvGcf9VyOvjXYO
soLvZG48+ouSAwNrgVtp7GQZz2uDI7pr4YKDU+/AsCXSg3HF99VSIFXSweVrvLi41EtHsglnrON4
o6dlJjOI+li7rd/nkDQIjoYJSM9CZT/zTQZ1YjM1RYf2GmgP293xq9ld/kfGvAJ8I8vs3eu4wZ1s
Q23U17LAZkYKr8q7WCmOO7TNxW/Pq1b21a3CB0JoBA7wjeY3TYZysrc2xUjAgqzgLtknNE+jgBsy
+i5fY8wn4+p53GNznBBIs9JhmUWeP6dhDLbnOA7+Litvk84XiXpURubABye1fc/ScskvMjnsY9No
NQ0wL8Vc9sS2RD62nFfsWtV+S89Z3PPsPBMPUphxIbHJ0jH3ZxA+OwxJypsBHM9MQgfi03y+epzt
L205L2SAvTgAJkBJ9dTro1TTcxnJPD3s+Sxpt6UpbFTMrtas47GZij5qZ3/nzKbrUK6JgNN+BlVo
v6ZiapCJW2T/wey1xrs5uPb9hGonOx053UzvTbZ/b3ztn0RUCIdLslW5PqPa/CSOtKheN1e6wcul
RAGARE7cbula/djLGw4ZIIe8Uy1R+92qEqb7Naa5OhHpymsLNCcOArMBSP+lIr3WDg3IqW0XMV1k
FKLpwP8gHGWnpHnSlrSu0wxVlep8wNEw1BjLwZBoxIVNIvAZR83ypgVfgBvvqqovs81Z288orJrO
xyYYYP7wqDwzzD/BA3QumrFPBU2AMAvQq+dWG8DDGn0ZGxbaYqxNl4QPUHQKYHqGFQ9boWtzpfTW
WmgesMVGXBFQvAPQhGiuFsb2qQ7IOncyCz9nrDLV+2XhKHrXBrlXa8vWYffZfE9cJQgUMyQHCIOH
yO83jhsQZVaxPijPAeUEgKVPiLLfTd+ia7sahHduA1cB8eqRC/XFMiTaQ3/hoCqAkwQ8eg41/W5Y
gzOQxuQDoA6PsGWPOQomiclPlDJazV2LmUvbZyOqNiBFtvmXTm1lOqL8llyytcbVOkfo/Qc4eSTy
ikJEKGSTcewnvC5UBbFg9aWOCJb54XIz/kJFhlAZNoeJiW7Va7ZdVUinCcBuIsj9nEq9nw+P/yHo
OQMR1+ROZ7D4ATZ1M71pAAtFF+sBEv/GnEuEJr5znfL7nS4VZo3XQpcLEGmcXtQHvr6SxdM06fYj
mbKumVsE9AQOFbUOIUbwVm58mA+gKj3wlbzskkX5A2aQcBEeakDEP+IUUCEpNe9vtBLjj5Id5W89
zof8wSXKzJcNV0j5NcOlHe+OkafsBZ8yIKYx2UpcbTCryx6ScszGn7syB16Y1OuXdN2F72W7IDkd
+8vD4SyvNR8o7EI+DaansBgK2XzVe4OZgTHxAsVJEkb5Hle+41gTYgPGmm2RNnu/WCXgoNBsFXD4
MWkK9bwXYVN3NLMqhdsVAhrk+xJJinex+mp65vM8k6FEmYs3bdT0tixqghQL3ZL/s8jZNgDIwRig
zYfSQ1RfTC7LgCnrIxHncWQEGSIbDP8UMOGSunv4m9YZDmzJyEBQre738AhJvwEdt4+6RgN34agi
2IkaP5eP8djNf3RBoB2mwmVhn/IFEZJDzqIAgo1uEa13qxpQ9fhN4k5w7/XVViEsg9vq4O89KCsc
0zeTCVRuqXsUm4nrxxarZQLyoCrM8AKBx/jnthbXBUlU4mq9gki5K5tgxwvUvTw96XlsYOYHxwR2
v/IDr8t5knyi1q3mbm54AruPRpQghdL8uH2mAq9rXxP4rAi14+M5UdUPAOy27YTKtPRDI121dUUK
x+0ryQB59Nz6an0z6JGW09TgHB1yCmPQczmndLxgSCT/VtSoUvDYmokMk13iTwbDT9SQbh1Hfzog
JLOXdPfLfGfbrZAPIW1cNbC5nueh4lZM3/cDR+LdPKK8GYHxxZSlHa4JW/7NkyqBtO5IqztLC1t1
rcqbT4z6pj8Ekpfjn8nSevwNpC7Ur7heczQhUd7kiUagSGKpvj8KpWoQWNOCKlYCqUFpz8h1KwoF
oMsw9SWdR0BbYAWgWIwB4Jgp2uOKk8okSCOQKv4zXh3igZRM7Ge21vJ5m1INbRw5clRpZjtgK8hM
tvSTXuXxxlGHfJAZBV4fq2r5CiYdVE6PYOVI7tup9c33dclgh6QP1BIH3LGWu3jg9fRrk4h1oFui
6ksldlU+t3s6wVBk5dt/6ZRXkOXGfeHdiqye6tq4xT7X+zZXXdxseqrm4ngcs0lmp3VEyXfKFdK2
gkpM1dGxhUayQGDfn4zxpH70SrsEWBSAMBSpFYL+cOBs7D7PvTFvpcrCLR5ZJJiynDmKXcpFAUg6
NAIIp20YWpEMoxVeiuMu0838lYE3g2ieVNCAOr/YN+1UfPOorqc76BoAL0jcjVW3rgodERuT7AMP
s3lBhxEeuYW9rG/xsjpVMH+pp2NsuroS2+dRtjbvRLmg5GK6yilWQa2h1F8nC4B0N9VrChxTAC+o
aox+aN2EDiBAVF26V+QrB+ROOkg5Rxz3csRdsAP1h7HyGmv4vSZTYfBpFEZSatzR2EU6i6cap/XX
Pa7ylwF89zJ7izoMEVJIkzyO8m5agD2d1ohOr0+5xWeaisXoQRQ++SdFmtuuWHX6Y2FE/aIZJ65b
fRBvBQqsYnBousNpy4x53WFBMnbwUz2+u0WiVFsbWZ4OFnXo1a3ABH9R8Q9WHWjKRcVA9SD5efzg
y1ZC7nAD6i0a71OA8mFCLavnfWDBT/vg+VK12A+FeW9BRAOjsjBz7zcAKbLf2Nr+iAzyyrsFxf/T
gUnCdzp5cHhjqgkcp3cfnxdiAEGnkflfdKxR7rNpgXojBXJ2v8mZV+c9lfPduO1ItMGU1AGjCkCZ
eI9o5LFGSdFeQQGVKGhmhClHYAAfuBzy3xD7gBlqQImDYxuP4iuZcbujY3LrR44HuXSJwJ3eESNI
BOQ+Zb8qtzVP26JXMBip1rwnjfU4xPLMfNg2GV/TAiYMjT3ar7EZeQJqx0fSpZMB0L+4BYhdmFLz
itm2cj7hdERVIigtv7tsZ9NF14FdGGLep86Ah/oSkKqFv8/jdJ+H1oKdUTBgNn2FCvAutIVQcLxs
7R9agwPpAH6KbxVNJYAwgIZv8IOQ+wn6/63tuYoJvO1StuV9uaCIRg/hR7xpFvP7Gr5vc6fD5H8j
WQnDlLiUAdSm5a73K2pIXwCkB5/dY2RegDRbizCf121MXvSok7qDQzfeZqMC3q8rkt1ezKoAUdgJ
g0FhzwS4ZIQafeN+nP/ta6tlT6WtwSLNtvoqiVQ5fNpy9QHK/5Bdu6MH7uW2NOqCb509UVYgh2Pb
p/aCKDesMBy3mH4W0/Rm9IF8G80tFlUxRbTAQsP6DZs8quuq5wXURhz5O9PbIYaUtUGeSgenqD7J
Y/P7mHNMnzm40r9BJcBfBD7ms6PljhWx3VgNNMX2hyJWfQEwQP9EjwjgfkPV9svq/HgUPAOE08Tq
XqS3ARZv2/I9Z6zE2IZcqn8yHFl78rOr5HvIQbVhDcb1zlksK5MU2Xf0FjfI3NcQmnkq1YN2bNkA
uGUb6qEku2NLHOvTlpcRcrSKs1/tEuwrX4ErdBbdcjwDnwwjoojy8IsUUspzdGb9AakEqp6GllM1
oKwkJeQBbrvfM2QHgfylXgOGnLS+4yLu63lGyfteI59af0J36ggmxkpk5V1yAiFtL2qizyRQox/c
1oJprvJ4W2Wz9se12jNWXMFXZAx0eSLEnVt9lOdQhTy/MEuO7Dovrfg+Y6sVQGpNmf8HLNam3zBZ
m5tP1JYUEosdVj7gv3N2zsis0h4Hd/oJAF5WFxu2KTktard4gCZUBG0U/jTA/BoKMwRTwL4BOmhb
viTQBaAcnEYExJUHKtkhAyP8WUlQ48OIMyo5yYUXkEyA3oeeHN3HdEVfNu59E/axPR+HhT1TgZyZ
6tLO6aIxZBY1QIp6V3+bFgQUkLfZftRoyhqs9goP0kO9yHtsCPt7aRohoBA/MNPUup2k9xq1vTnn
wgEE78Ss5TdJQdL8bvDj+mGdEjL1Zs1bXJxQEDjQEVTkw4EceDJ1EdRHPZgDv/ALzrSifVjHbf6G
iB8NfMyN9UuJAMV/DpHg48k26Zp2NE71z0amcABQiUvABoOJP1flTPbrzDAsAk00GlIomhL4IMet
8ByUqVWADBrGyXYq94BDNhDAk2fMKFfbCcsOqAC46gJiuiNKTNV7go0qIxEvOXLrpuetVMBGK6An
UEIUkNjco24t4BKGJAG4tk4FZEQjrlzRL2UxyT43WUTlqpvyPUnbw4M0jmgly01z8Pai1juavZYB
SssTvpwhg8GofCygOwLrWUtQda5Jv/EsvfEcC4x27kLcx7pDIEuV4txuS9svrEXz41DRNx2pAZHu
LTjeHnB88x/2cYBoZHUWjGSwGx3g4tHEbxk3uPEbsVtygn5qne8NwuCxMA8GWsxDRlGdfIWutceB
WjuMStGYDzBPn/CA4owwJy6yPDzTfUvB8Brwc8eJIHzyOLlVRPYSDK1gbbSBgXopc6j/GM5TX7uX
HWjaPshSHexerV7wZ1MlLLn4Ysn2u9bsgOvFhgikF+iqArtO1dLWaDeDfGw2RS2KcNL6+RsAPI5E
sGQ16i03cUoiGJ9inb6mY8nbu0bVIF3cQsoSTxgw83eKhD59kakARt8eyf41R3tWdSw18ebAy7Zl
CBGZi5d2VDXwu5lgBF2RNfyBYAxwWJLPCPiA1m8iF6CVuTpzfjTbeYwgW1UR9/98Tpw7p2SUapCq
iaEnhxlZvxcKKr2IzwWCBd3di2De0auHiyvuJ7mP4QHqOyt6CPWAF7HSA45IAEEBuRS7bHuX11XT
o/7YMYwkMgzLCXsAkW2sWdc3KhiQely0+3FKeYnhCT21N2FRslfxwnVjP9Hl0Nc6UPAhWT1tWb9B
x6CBfMCD62S59I8GPP9xFkRTCicFFBY/Zl9bjOlNazOe8ZKhhpML2N9OYE7DDuu+qhaqCqSjAfqQ
o/7SzmziXdHk+3yaEGOJsEqbByjLjFbhxwK9IiIsTbb5jwPfUr1uI+R5J1eKnL15B/b8B20IL6BE
G+HiXaZqQc0dFuGfDWYHHjURk/2eZgfCMRW0edhtHpdvP+oJDrI03eBnu1IYlLbdGNd5ehcCDE0/
FpgxAAwMchegFjvGxyhVAbqorhG9AR6jkncQTIbiXm7Q2p4AWE/hvLoWA6EeyWLpGRVqU50A4shb
HBE/xrs4UfNMQGKpa8RMy/zukM9UfyTNyrJ7iauH/XGybuxDGjG73M11UoZr3Hn1JVW1ZRc6BnH0
kkVE3G0VhCiPiHjCoDaklTCscscBdI6R5kC/DVJh+kaSOt8Q21Cr9sm2pHGfxZrPWF0F3bP7A3UO
XF/Hwpje4MuK4bD7DDoSghEHc6glxa3Fx7r5Aoulur24AH7xuiy25cBKK1Rzvd2wfy5ggjfX5SIr
0jO8LOd4C7sYW6wyW0OQUW4Fu5fNjlW5Q2QVLlollfyb6uSYoNfKIXSza9sKcGKbCuRbU3BRnmZH
xvkClUbgAyl9uj7jVF5eVpHiGlRpve4vC75ee0Xy1DJ+SEeCf0tg8o6PjutqfOT7iPI2CE9/pwTD
2V9SXuNkroBRkwewh8gqWID3wqlhZen8Zw9VhuSHTeXmRIMqwJ4Chx/v5gnAABQbRwAjhYM7LKcj
7Et6TnA2268ElI690Tbg+1BvNtAkAqQe2Z2jGf0NJGKXpIPoJo+DNHGsOg8Ob7lzYALAJiM1JjsT
2ZL9XCYlfNhjNjf0viLKZpfySI+vtRyn40rinLGL9+C/u80U429eUchzHEbPF7AkuLZVBywGwC4k
L2g20B87zFrVZHUDmHFI8om3Fa6PFpc1xGkmu0lJttpeiXLEPGCbQ8jQHKLg/8kF/VgXM52Wp731
WTUU3pWAidJsreCdFuT8UKnaP7R6RgsYLYE3ky2OItz5MKcAr0VBpjPiMyEYyUtVFH22lZD94pbE
tZqsEW0BgsL9b83Bwl4UBMihEyh6TJf4xpJBSAnnazdmEOBNAH1AY0CghTGbFtTnaZa6mj+5sslP
WWivgTkY6PCgu2hNZ/a6/gRDXNSXslHpO/ojGB1FPRc4+uZNT08gTcR+CRJUz90s89tetknA3p9F
qEBbVQHXtCkq3WtuTPlAjiSxaNwwBn5PKMmwCI4S4HZW8vno1uLWXxmX5chDpDJt7iSmAOKVHGoG
JSsoCjKC4N5bBbGhF8UMdtkOcoRsAm3g0sCTyB206KZ12/4JlR3/aDXP1UmAW3k9VAW0pnUywSzw
WB8fODkwbqTRh77mLcjQC0LPw7edMEz5t0pubwD01+e20dOIFmiL7xNcPfbLpKU5zgua+wNqQp3/
lVhNZQeYB5XNlOaxAGV6VCAXqz2Fuqht7L+SbLG40sql+PIw/uBAh+IE8466JL9AotgJqru1etsi
mLbetbMR/SgtFGWGJv4RRhkeFiyoUNJrGtsWhoU2Rt3xYNn3ZGqzT3Rn65MXEHp3bm8T3ntIjtOr
Ae32h2TFvEI9XgnTJ7HkdADvumGwsJ71I5yOKaar2AyRTwRx8K2GEFBd6wiN0H8GcLeDNLDGsoWI
XEz3gCkKDftL4ZPOBdVAVUax5k/QjO1Il0wyLDhudAJ0YavC39ovh8Zg3LaSs6UeqorAtvS4QEmW
fPHYPXyQbbmjhMW7APOE1CRzNtuUXeAC2kIaIBuRnWQObG1wkOzininyOF3HRBkF+IFbeZFqggEg
tivGq+vqFpPKG5bcHXlDcG/W+eLh2dCUD0nSQqdoVqSR4C7ApQWFQWD0XLm5yXqfoejABtvkerJJ
BjliqEDgosW66QerzAXMpynolsAq7GlEfMeIBT76iIYHtVESrohH908McnEJKA4VBByxZthhGEDL
+wml8XwlbZuuj6DQ268t+P/lVBeOQCy/iarsHVmO/G6GHDXcgznAbiAHZNUnMe2oBfZcS+hYZ8BC
fTVRLVDE1+FbU6E/6oFypvSyVws4fL61ZjqZShRpnxw+AcsnnH4zc4JCo6wb+blX5QpJbfRjdc1c
g89swvaUW978LdVM3iHJqV/8aKA1WDeo/e7xYYB/hTlbln6tdg/JuW5g6IQ2IP62tS7lj2DWZO1q
GbOt49VMyxeQFTmDm54gIgPNQos0u1vA0WHZgVxOIcWH1vhkkq08vrEG8G0HBGqCL7XNYXXKi9Ut
5606yqcUb6ftVWkm/eWmpfkFSFwsvTj0tPW5VPRtnA0qeoGVdQ+iBGs/L9FTnuW0be8MST2Ifokg
Ey/WUgK0c0vGHzjvj+aMEvQYBzGugObMhh3e14fkyaOs83jNj41CaxutRKk9WcDL+Oac/Kjrw6Dz
5BMmZ/yeF+NPCyboekuSKCHUwBKOlzIRG4T+hof3/0k7r+W4dWhNPxGrSJAgidtOasVuBUu2bliW
AzMJgplPP1/vubFbHqnOmZtdO5XRTMBaf1qW5XXzegiBPF6rzjX0K7ohhY8wW8shgp+dGCgjn+9L
Rkyj8fINQygCjblk5zrCTFclW9wTPEz4w0jUjZdF2PavjLlUyaaRHl+XQF887lMTlPikg3Ye7mtm
FTFfKpnb5CXwxmTccW8rtsHOtZ6Htgn8bRazD6+bopPT1VjHkQnQdnjuzYilY0CMZVx8jqkM1AoU
YRl2QR4pfzekeX2CZXL1GmgnfKt6MWlUwJX7ZJWm/eo1DGll8F8+Z9vKj/p5zUTT8L7VecZ5y05j
doWfORYu9pigKQQcGnq2CnM3ukOQmbabbgjJK6PskM0jbIpP0F5NIboORp9ceVtrEO1uLu3X3huS
Y9YmLjO03BmosSho1+6EWrTZ6DidUMOMVkPEeNWFYnOyezQgGJN5FmMlmjX6kOhpZDoWM96TNI05
EtjItnTG5XUZdCGHmheDQlNX4cIATi5eKlt3P6mf84mRswbMJhiHPtxaRtTJZcpT+NVJneevno0n
BEyKnWcz9CNohWsMR6jS1jJtWhkn3dZP2jj/zgNMkGbTofabCR88EbicxuXGd738u+Z4PNijPb2i
wc3lOlwk+qXGGWS7Xlrb/8707kbuOnbOlMbQb6wvTn6yykE9c0pXdaTmNxcPwyHXaM3ejMkm67JF
FW1v0OulzXVGuODyuMRQmevUz0AVYHnBg7c4aUomfwJltT8pgzx714X+JK7yaar0wXKMYV+bltFd
De4IPyKNcR2UDk6Uu9fdLNtog0Cw9wnJ6QbvQerJI9sjYxPYL5wLTOCIxxQtnhZDcmGWdsx3idc2
xV62jFO8GjiirUswYghQp27g4X3H65wNp2Ni72Ih4cdjmjEwjzDuHtJW0a3b0muex0T780r7IYyv
g2bq0Vdd6mw4DJla6Aq87UgrEujQrgwbNvfF13d6ttCS+3BPww4JtsOvjmZk8YzimBDYLS6bBmT4
UF00xqq9G17HIN5OHX38OnYAwlcNTgvvgn1w6dclJlprr2wG0647VGHc3lz369gerVeSHJrHwnSm
v1dt4XrberSjN79FcZIWsmDQYhUlP+PJi9xV3LlpejsFswUggy8ruRHkIr+BbKi3oQ5OMy4nW4YP
Bd0+wy4rFG35RQ5dhsQYprB/jDBBIcVIypbyU8qJb3EJInvXpt2cXI4S+S/7lJ2MG9u4zbwrxjaM
bmw7EpxcYyj0kRkpSbrpTXvS72V+0IavnkWvwEtazC9j3eXOheMYBO9hpJVzM/gL7M9ULbN7G3kI
YHZOIBYKDccRQ6C3FSaLpkfhUyBwAwWrJp1cyHSWGkFD7WjwAE8GRDxmy8xKFiLjqlSedes4wLIx
X68j8SJDROunEsqx2pUAAsu6aSPB3qDK/GfK+5asQ9hm/WxkkJIigBGCtsPORvd7kLstNiDFCNYb
KUFViK9okwXkmSpsHAfzpmHAfqnZq/AQCnINH6xpruJkpa2wAMDQs3nKs85WlN+WsOrrzs5zNqci
1i8Gzxu00WDX3xY9DU/Gnnv3QU0xk6Bq3VdfhSl7bz2U3WivZFU5/lcGC2g0oyk63pVIppJXbxkb
QMSMMkqsx0nO4c4NycHApRMs9W6a2+laeIbGB4HakhxGMCqHZjkFm+kJIa5/eHoBMu7CuisYRQX1
V27bMVye50SFxxKbkqFSFllwawNUlleRF3XxzSCSLNyi30rzW882VXw/udXiGgonlZZoGCisZqST
9RTez4ibhy9Q4s631oYb2hLhYRXbpEPlwgadBByxIAvjKq56YkMqRyZPhM3lw35w0FdD8ExTeXAj
cXLaYLkbaf0YlbGNCovzIiqS7AeUug2wh1ygV0ffkBX3WITkRa55BzlZEFaH37o2K5/yAHYHD03J
uNCKztXZtbnyeY+ipBNrJLDdDaQvfWtbe+UdyueTs3pqxbgSziy/mcBeyiPMJ3XTRM5yvAmctnwF
sXI5v2AhUf30ssYz4QC5D36mspVcUh+3RHWSNtupM4Y3KBEg2Yo+aNFF0X4V6zhPc8WJrGH9I8l/
/Q3wG8eXPvhRvUt9RErUG0js2b86p9ng+3TK28gpEgYsU+sifwmLATlkYbvleIipFdPLMciW/sK2
K/OawVuTvLq480DH7wzpKsiS5tckJ/81sRvNBlE52TobwvxYR2P41cEE8hpYmUGCGDt4C50gbOWm
6mvcocap81cz9pZznUoHhwQi9nTYMsq9vczHToarCJWcvHG7Me2/Zkb20YqPN2CkBzSq2QR+ira5
9yx0v1q5BPJnVeHCgjdT+EJBXZuVjx2BkKcoxpGG1h8lpIrmiScU9NF0cmvMyYpbT6U15J1s1ri/
O5vyXJp5o9vSGb/1rQswWJT1FO9DT3tYRtXJcweNRCm/tiCPGAxaz6XAGReae2kG9xacoutBV4vu
RzWFAU4bCQYK0ISBZvlFpTQ9T9Bs/S7WmkJ0FwcoZyuGBhfjRvhJQcgbnR1tt5dP/TpMI6ZPtE1d
iU2UGAwWlZeUj7XyE41opPTNuhuyhtR+Z7BqlBpRdY9tk5dNicG+okSPwo1tNckjAw4863oRpWM2
2dRH813rJyVVr9HK2yjg/Zjiy2ev4qNA1mGM070wSav1130A1xeRVMNEXi+cXqK0T8aXZVqAoY3w
0x5R1+k1HePc+wVQw3PIcF5Ge7vvG6puPmue0rS4Yg1tKHmS3sBQEQ9N1iZoPIuojfEEbUTLqUhq
YhejbqvgM5HSp/b1nCqc7aJMvacmbhrGN4YCCY4fxy1IWmxZPfOI+v4JyrdCjVPgPgD5T5khHAgz
XjMdJgMQ5U4e6Mvzg99FmInAoOpyLet+7LfhktnDqmfmMWJjy4bMTTF6eisITXENKtK/DrkzjKtp
yObbknaP6e95FE0X1XASa8I/2/eTzU25Gzq4iksItUGTEdhWP5DNaxp0Kas7bmA2gc+haoUASV2z
c1RewzAMnoO1CEEj7oh6McfW6nWxiYuaXt9S/Iit9Ez43XV7jAaAoOjPS0/0FOEx2bMM7lywfPM5
lA26hJOoc7RKGkc7rGzcu8gD1wCa6sUPlP9W2VnNP4Nnv3SFbd/QwKbLuoZveo4jiuW1Ny41poE+
yu9b7GvOKkSvCL4LLLdCSA6ywqGE2lcDMP9g923iHRp6zII8ksndTWk0OSvpMql348SKJHDqpD64
TRe7O8apNR8T4VT2BnK6bC78Uk2/ywYvyiqTHcwhw2v7LzAY+gvmI46p0C1yuXda9PfXBs7yR5lH
+BWW3B3kNvGT/IFU1YFmv3H7O6kh6E9CgB66o23KR28yhdgSkoZmMl6m7CpiTBtevMom1sXXMqDt
d9yoqtiCU61u2YMtZF+RFCEqAsdK9auHEokAHPw9bfY9RQuJVJE3orxyPKsZN0ZKhWUkZtzCvW3T
gR+9pgrNFXvX8JvQAa+5ocXqk4umlNXLxBA0ibIrq9unTHu1tUurIrxLQSY5W1ObB8uFIKcbbEAR
kgRcRAg686DyaFA779rBDdlgdComb9yWFRjm81LK+DhOUHo3gJz2Q26HhbnOlA+e3bnaTe/GoJXm
OqrckyS7Z7L9tpio27Eg5csPDMQwR3Q4lDQ0gFDOUMTxt7ClauL/iORvNwDR5ekmNVMRWQZSt0Nu
uDfLGKo1w+yjAxFXab8dJtXej9bkuJcSntj5GpnIffK6rP2+eM7YoFDqdbLyCk2zilRBdQHSiTK3
klWfK8YQBkHkz5fGLuzlGh9MHd7jrJ4f3SpHCjFlDa77U0nWXbU6SCYeY4HBD58HPNpUZKG1ybRh
WvmSjm60FXbJYYGEKtpDEgxfOlG5L4AuGWOD+i4jV731Q8Z+J7F5XcLQRd492LO9wu6RfjeL6r6p
Krf4ACcPI8qE7PSnoEKCQGxBcNYIo6fhZbTyHhKvZ1fcwfm43k3rTHTEuIm6mwLbK+Y4FbMd0b7n
GzXXk7eKwxKx9AAEUXMmLJCDvevZ+CUIx/R3nk2Ff6/GUaljgF8IfV8wxg8WeOFwmPxRkc3g0tRU
4O0WUlusnBGpVFaFnKbEntqt7aY27t5zEzRoOd1EsJmh9NS68eL2qcrlgHOuxyAE5xtE28Fzbe+y
aWsNWZME5ps2VtteDGWBizXp+2LjmNT32b2jqkGXzzhByi37mx4WGya60jVQa+aWewek92RgM+UW
TEK2fD/TUq6HTNDB9Z5I9mPBZnGFEz5C2Z7m1viVaqckdQmaK73Lkc50v2jgKjI0iohsoBXoaBFw
rifzncY/8DyKDtls1VFLrFwhxuZxJswNJd+CmpSfG8rimZq0Ty+J9hp+5gnWpBVSpYb9QQfuN1lZ
811uz7yEdVrrfDc0vf4yZVP5GKTFAhgxNvNrz2H9c0Cg4p8sUv2xSlJLb4jongW6fhs9bxBO8lFG
M+pBaUL3pUj0aSuYg6hcY7erCp4HpR4KQFSVq7TpCNLpPARhG8XvDFYze9GzJGoCrZVJ4+cuSvL0
0UXJBfPPvlo8NmJKvuRlOM2oFLv+CC5sNK/igo2mj+1w2EMFAcHLuCvlznYw6q400OOvYKbO3LTu
kt11c4Q3F69Zi9YFU9xTQQRdhDpXkNzCpNEZe82cFq/dokOslqOFUJWj8bvN5202yEer1wDknfAp
XIjDBhsHCQbVaAdryOnxhYC42cOFmGUH4voVs/dC27IvOkrMW1QRyQs6JLT0Ui8Z6aokd7xg7hrM
joTiuLmI0DvFSMTbvPm+cI5Tg9m5+0iHGSbr0q1Q9dtpa+5RnUzpFYqlmH/tj1N16ZMtU98sRdnv
m8UY3hLIpJR31/ORQEMJvBDczyMI2m64y5faezUCuekqYPQxGbpmBOS2FFYepEQ+eilA4fbJoz3/
gcej7C7KyDi/ie1oxHZi9BNDgWDnGZo5xKen0YsUbT2ZZksPt2cvEpuI1lC7jRa1uw5yPZOezgVY
d4FZ6megMUifOBqrFzbd6m6iJrDXILQh1VKb9mYVeEn6gx2gd1bYwSZ1M5NXAVUsMnUFUuzKPSLY
Mn/wyAMYuMwaHND0XUiZqPLxNvDQZbHlaUJE04aSapXmBRvOUMjW/zIQy5Z8x7ASJxeVP2Q3CKdc
BbJIsBEvLaoMDVQ57YFVmmbfJj2BCjJDPrn2RcZIrdmzA7FedDDiCpCV+nnSVt0O8Af2xdKGo6Rg
b2ZzfUKRv6dEVeSIEwL3Sy6FAjWfxiQ81M7YNg/wVLjLyvAUamCluWPuCrfq8m0fVPJrl8UzmcNU
Z4cIzolaHsnTV+3M2FkGUS3Q5VY6V0w4nmmR1ZAPYP91XFRgRifVBvg7LwKfQoO50R4M9X7QzM5d
1S7xgeCe7KZ3fBzYKzY4kz+WGPbUnR+MlUOV1mV4vte2Z1uOfUcGC23Ers4aGYWIenvZvi0l4/jM
BtwWoeyqDL1gnHaMex2s/h4hvtM4x3DucVZdOIlIS9w8OAHL+EHNZCs016GLJphOkX7Ljbc+XnoZ
YE3BF55eMswvtBjbLJ3Cok41SfPd1/5i0wGid9rk6aCxpFd+EO3SiOk51aY2QpBKmoVU3wRADXb1
W7dxgyYTvnocb61aeeoRdfoSbkU9jlRedkqAglt3QbTqXWf+5RLdUl8tEQUH5IKnq6cxjUp9lbAT
yk3P8IlXRXaTfWxh8k8+bTb58Kc1lGN8FMGs4GxCkSsCKqe06C9zqwyWi8odGf98ShIBchnjMv6+
zL4pL2c9Ju6+A+2Mb9VI9ucVoX/smaJdknIz2lkwPXZ808whrgLfx5VBFsJz04tsuW7DXEa3eItw
WgkaVPxbsKHIIBy+/k6skOJhyFpVfF2SuhXzyBbkw1gPgCeYdqYc6vbKImFzWtmkv/D1LKQTEGNU
IMuJOzXzx0KiDys67/EE8TWMwxzLCjGccpwjGb45mvp+chZMxAqCAMVF9kUOxv8usM9wXuhRPTh6
qZhnLAA7Z6hFbEJFmVHZcO5UNOIqkqs8iOajF0lvOEBNcYbxRXpfWjdkAmfMN343WMNA1AGPW11Z
0qgfU9LEbzk3YNkmSMJtgAaQnW1v/PZHmYyUj6OXAoEGJfxR5I78mWm0jHjmPLF800tsRXuRa8vs
oe+m56EKxl3l+6K96NpoGu6qyRC6EqIneBwUEB+yCTzA+ynS+E0J/xl5V4Kc8NOBN/BuqTlhr5MA
6Q+ySXYH8oKyaAvRbfZLuXTNtu6a+mGe/zvvXGf60riQcBsjElhMrDOVv05YN1gno3ImMHKZ4zJp
em/aR3WevBA3ktI19KW6wchK1snoFfW28BwZrFBaoFJNJTL0FdBtX+/Z3jV7ljeQ+7MkyT1gl2NW
tO0Ada1NB3YCrhx32+LBfITCh5p2m8I6zEkCZGviEtN6NKj+9zj6He0pH5DeZugpaNVBimvgQRxp
dzHm0IjIh9rpLycwlOtw6RBNT4xoZ34q6T3iund1iMw6btFO2FCzDR9UOWXbxNUtlxZH3XIjAmBQ
bOkmGtZjCypNroiz0JC0pA8fC+NO6UXYhsnJoNU09o0Y8BVAHVjgdtpMw7SxSzquNf2vjXZiztBi
BXWLlSQeiFiAkctWcSvceiPyePyFdJ7eL0JwSkZmEvTeRd0GMRYSzuuLmmTRZUs4mHxIGtISNmR2
DPf2GEJx91FE44Q+j/esQO/2pYsaD7JYte0m8MCakc7Z5p7olxQ8C8uCuQnIGXue63GK7mqGzr6E
9mw2uRD98G12obzB0WeVUffC1/N9w9NilCUPFH2jGdQKWseu1mRiEu3iZECRWzQnaFxdwgUQXNCa
OXg1jXzRp7ZnE0ligvnFvi4vlbdEX4wd4HeGuJWPgbbnDaby4dAMptgtCF1jdPR+9xP7PtodnCHg
78T00WwswL72li7ePhA0o05OZXjSFQhkjlcd87aztfA3EdqBDhkNIZoJbKV6gWgXpSle8nIsouuw
KKwJjXdhb8rMJyhAOSF/r7Qk5GyU43Lb0LT/qLEZYFK3xuwhWYwUmOiwxaxQIPcuPCXa4l3mwPDz
nqn2uradSDD4RJnqQXsxOEplV+3vyhn0Ww00zC8wVUiTDmIwvw2yNME2VM10KIG2xlVaRa765dsW
FJILN38RO7lietPsdI/ER/gaz3hY0hV1uipRCjTu1eQZOJS2kkl8WfttuGwUFJTehr1grE6I6v7a
OUUMbec6GQ5srEO+hWhCheawHVgXp8Ft7p0u+3m8xgmAYWIke8S5bFK8YYqmGh2g3bZvfhCo6QbH
iPKP4NfKwxeLpSOYFFFSg1XwyeEyTKxs75c9JrDUC5LvOAYyFMGtGrtDEk9+y+OZkHplbe/vOo0d
90DOuxhv7SGaIEywsqT5Dh1DyIs75lgCHdy/P1Iw4O8Kz8UR3RBqbwqKISAgSOF15O9FfRtgbbAu
6VoGgS+4q4ttAwtVkwWBhQZQIkWjtoqopay1YsRYvjMFjRNfVgoruE6Na4mNX0RhdMUuR5CndK2T
iIhsPXJohmXsjwjyyTHnxdchYSbxguKvW8vU691D3FoVEhacxOnIoZbgzTBrh826fAADWvBmMnlM
7sZOxfVeyRxjImRb7+4Wojm963mEdDshwYK7w/G7oTVdknVaON3PsW/cY+kRa12sVQ/KczszZ5AQ
qsq3I7bMeO6aa0Q2pffVIUoCElha1ngPRJWYZ9SSCVbqABWBt8mQu6CGEdCDYIMkqlTPaTD4Pwo2
GtQfLhxFsAwefM/ok/2IpC0oNqNBho4aHOJ1V+q8iy6L0R+CC1J6THuhRgoWDkQ0HGptZybXaJ19
RaDmZLL+qq5K3MjJYNzbaYrtWIFSJ477tlSeuREV6P7XAEGXc+yQHhLwtcxd+JDproluFCZJ0Att
WcSkLyxz0WC4tb46XjvUjPPlT3ssAvD+vWoMZD7uF4H8Dnt47pUbEcXNfWd1lbjswRZCwpeEeMxE
GpMEbwuK6yYfUfZYJytk48SdfWWhsckvJ9za8Y4NGWFAZxzaTGU6UgbKIExe6TCn9oLYzP44iKBp
t+no9wM65c6KLzEVx/ZaD/WMnQsXgmNdh6D35HVFKonuo1yLH5m24uZSh40OkaYr2hC8vf4re0pH
tFAHW0eQUxwOOWhD4IawZy2amOZrvXACagx0ZZJfJUlmd6+hTcENOIAFflunc+PeSYLpkn2dIUUg
E43gqJUEyWNAcJHF+QsZLWN8EulK+6FuWl0fHAiPemNcr22PrWrQuy08M/sSo1BM0S4s6TZPXq99
OOq+BfUYxiydNmWbeOUR3Hyarlwf3Y81uD5WgMCrI3xs/eBRKk5yvCV0evnphYNM0eV22dvH4arO
KfrzPEkTWTfzEWzB+SvOwlXzoXRCpE/dLcLhPn0URbktEeGxIOome7VY8VO8FLu+di7Dfbde86Q+
SV92/pVOGgr0RTbDQZgScvYTGr8K9KT4CUy1m4m7jrdkiGwQhtyWlwysWMe7T6cLnMJZ3121K+Qp
0tvFrXgWiGpxWUMRxP3tWDTzdjBMQDFosCCER8YLYiRAVaHY1vKp6XeWH3yr8Kxd2kMiDjEeheiT
iNt34yMcoZCTMu8+sIlQPU8ylz1BOkld97fwH9th3mflLxV/JaHrk4f9Pmr4tA5h79xsYn/Cszu9
jE4vMCf1t+H91D3V63m6DG6lte3WgfOUVrdm48YXJUkM65ppjofys8ks/3jSf61/lpkLApII4hUw
n36npdYdE03lFj/f/FPejju05Xuok8TZJeqTG+z888pBMRXTsQXXfn7lQcooPrvrmb+i10t/txCY
QbcT2xeEDyhOSqmxFPym7wR33uqT5ri7nN3fYrR2us4/eeXf3wcQONs+Pe7TpOn/JsH/kTxtOhye
A6Flt9A7h7jZwaHdZs3Dx0/7n4s4DG/g/Q585/ylgqR1pwIHw63jlfeI+a7d/iHzHv8Xi9CrwgNQ
monz0eN5Fbud70XDLWG2z8p3fmFbvw8T95MJKOfXwmdBDYIfMFAAizI8+159S7V2KDUxSumLcR5E
8CVsPlni/A1hCcdGXeI7jqRodM4mXjh6UEwWF9kBIarutgY/qb83xR55xce37PxjP1/o7FWkhpZd
SFl2yPR9lz/k0W+h3kx/+HiVf9yxvy7n7FNLmVmwFMbJDq15E+nPUB2Wz4Z0fXbHzgKfZZIXkJXc
scJbt/3B5fCatyjAffPJvvHZtZw9fW1NUTKlbnYI0i+RvIu8n169//h2ffZQTj/hjy+SFLbJUwO3
a4yOMr7jodjZw9z+D7+W80d/Nt4lGVxcVjarECK4LhxyMsKvnn//8aV8drdOj+2PS0kxClB8yezg
4j3JrV/kB+K8/OT1Ot3yPw/Q/3slVJauYwu+nLMrQSCgLW372eEUQ7aCObuyO5y4H1/JPx9KCBsv
ORR9ZG5/XwmdHIJmBqIcEn0ICZPNSBt10p9m1J8s9O54OF2OkGwwbgCS4rpnX0swVI6dzHlxSLsb
4I20vQl74pwREC762yyB7SC6CMjcLeIQBV9zAr7dMlxPUDMJ4ktFDtjHl34epn7+g86+ralbvNmK
+EHJIrYF+WepFHC98cZYGk8dw1RePl7wX/f6zztw9o0xAiPyW1Chw6AuxPeKaMkyhNj89E6fj587
v7CzD20JGlDTJi4OOQGmJaJlrHbIg8h7Uxfk6Sm8l/m0CzA/fHx9/72R529s6Aaceq6Dzvv8je3D
3LExhhQHVVkHnJNI6o6k62EFILnPeswfgjdaxeGmvPJvSvKawME/mzPyr3sceiGk3KnY8/yze5y5
iexnxHsHvUn6bWIxSwVrv6w+u9TTCfLuUqXjCywGksk+Z/d4dsII1WFXHJruAcx3RVxaQZfmfItW
wb23I1ELLV+x/uQGn89sCQSTmyhnfJsCyxf+2ZaQo/EyIEzzUZDkYdPItsRCMKA5Gx788cmpr0EG
MxCbPrgIxdvUFMfTs0ABM5MPpvfAHjs5lJ/8qndn1NmPOtsMuzSdJzLf5mOP83KenlKSEBTZYj3w
hVPvPr4F7zbF02LU1i7JOkowO+Pv/UoT/ynLiDsQxA9APytjfv3PF/D580+joUhgOu+UwCzRGEk9
H0doPNclo9v69vEK/5U5f707XMOfS5xdgzVMMqQ1n4/UQys/vEm8n1zznZdvR3K74cUvyQAZGvXJ
c/p/rEsnFgSSAkydfRuAvoQfVsN8zKu7QX8jD3FjnXx76mCF5CC9TT15k59Nd3v3QXKx3MaACYEM
OqGE/fuBtXhZGkj95WiRJt2VeCP4JpGu3HrJJ9/kv1ZiNLZDt8mIDAaH/L1S2ESRGePGPnox2etk
SkXZJcHhKKU+mWD92ULn91FVU+7FhX3siRe4I+jXAq8kOpcPt7jsZhVuPn5h/rleIADo/2tmwrMz
emY+Ah3xZB9Fm6+K7lFRPxGP35SXH6/z7kAU/gkj8IQAHw2EOHtUMkachPDFxgEfHDqZX3TNU9wY
MpU8+BlxHGr78eMVxfu9gyUDahtQCZqO8w2txNzeeuNsH4OaYNXCs97ayA+/lAtcT0ng17X03Pqq
hbe78trF+Qnc1+w9YNANYbHtXZnBaS0OBuFVFGfl9dQhcye+TV4RJbLqO/3aYXnBmy27/UAyxaqD
+1hbo3VXhjK7JNQz+YbHPPnkS/vXjXSxwZCIxRsv5NmbiJqmxoEi7KMzPlbfspx9cL0Mm87c6U9e
xX980/S2hESCs7AdOueDWIH/rLrVis+L2PBcOzvt+9t0uXLDaa2J15kw6YwLwU7LvP342b1/dKdt
hJnmIZtkQGH39+dWt7lgbMe0HAPf2hF/QPyHtRvKqwQBW+u+frzYf8MQ/94z/17t7Jbi83c4+Ybl
aH6gTO++LT+dR/tK7bJdtPEuxeUQE4G4Ut/Lm/ipf9JXZvfxD/hv3M27HyBov+lbpfT/GzD3R8nv
WWT3oEZdjuNV/ACfcM2wSOtOPvib5UI/36XHktmu6rLdZ7dIsj5Z/F21Ibh6zw2lUpK/iNMO8cfi
OblISISD5Ri3pDdhrrpOfLn3svKrU0L+EvRMOFz3VmOVxjS26dzl6//mFyiAVt5r4QIS/P0LJiGR
wxM8cmxbi4/LPIPbXkbTZszkJU71V3zSiPH9MF/11LUfL/6vN42Kh9Hb0jnFsp7tS30aL1kL7X90
q/YpvGqDtaqqx3L5HeqL/6+V/nsL/7jPCbQ7zhX/v3e6XnmY5iHkr8qluLRGLE5h9fzxeu939hNs
RE8A0Ck5Hs+ea+Wie1J5bB+5wqvej3akQBMKoR/C4ZOV/rlRAP9i+OUw5vA/WwrQOVk8u2RPOjR+
jfPjR9Y+MRcuw+1mRXrVFPa2qYPP9qd/XuEfy569N4QLumVuWNYK2p0ZLtLOrC1f3xZZ9BRFAlH5
Nonb21gbQqI3xHz11niVqnyrQefNZ+PHT1X5+UfMaQNCGUjS2fyzN2kS9VAT0Gofq7FIL9Qw/Wbc
0LifchICPn6y/3pn6YCkrRwGGcnzN6kUlUTOynV7EHD5QkLzHuWkHr9I7MsfL/UflHl+VX+udYZ2
LWbSjVfk9nGUPYYvhsqs4Z/3nlV9QVVxNwrXWmfedLM05h5W67pcvMeyWG4y4qzWRExn27ZEDS3J
118FiriuynFxc9mHmJzoZOnu49QhwNAyy6YGQSTcAmImcn4mobwQ6BvXjYi2/jCiyhbtJxv/O/KE
icwBh6gfKluAfqqziwuaLEV/aihKhCTS2O3u+rx/seWSrcuiYsyTW72RhXxZN94r5OBtGiZXhakF
FmJ3jzB7+eRsf9+A8HtcTgDAUoYIq7NijNITBDzq7WNHLbEapcjWiGu9T1b5x+caUiBIBt+4tHtg
lX/vt7pXzNvKLedYr4h0vRov6nGbHRAEZ82O1LuP36D3H+nfi501swYTv+W6sTiGBgOFFjdlcLcw
Yg3ptr3/eKl/XxgzA3x4IdcW6mxDcEmBdDWOniPGkNHfZZvgNbkjiQuv/Jfpf3Vh0lVC2BTPyj67
MBTRS9qDSPNl0I8Sp5gQnYrSAC/Ox5f1fmPhDlLCspMrGK/zio9UoWLxZxZa+pbAFtEsFx2DrS7i
2o0/qdL/uZRv8xIqElN8cSo+/zijLGcudU8DdDQQ4L/xjKXrOB2rH37q//j4ot7vYVzUqR1A6yeU
HZ4/KhKppYpZqUKRgWZjXQxX6ClKQrTq4hNqwDkVcH9vYiymiGlWfujQiJxtzXnh5S0TSwSqCU0a
MLK74AtzpfZe8NQFryUqgjR9xgBJ1uo+x+LpJp+MZ3//YaMV9elC2K5DKMKzd6VKsBA2IzNCwhkt
OyVOuWFGnP+/eFHo4gKPUsZBvHm2CulmDtT0KI4U9TbSGA9BoajW4uHjR/evL/rPZc5Oe8/gxWd0
szjWBZvglZXeE+iKGOzjVZz3dSn37FTCcEW89+ccr24XbUWk0R0z99eMONLKnzqyVKtynxe/UCyt
vJLp6oi87z9e+F/fwJ/rnt3FWYO/u8H8f0j7ru24kVjbL+JazOGVuXNQy5L8wiXJNnPO/Pq7KZ87
7q7m6TrjmRmPH7wssFAoAIUC9uaPPh5wxVTcKL3LFY39WArHL9jktRhCi4JcCP2UcvwxywFqoHqC
mYOGzKorVP/ntlCQeTTdCregag8c73AN7Ml0FytxuB2BTkD5mlkYcUBAWa+JImIPwgJJIS42GSb+
e185jmjdQa0BN18A7Oh+pQgW0Idb6/Hi5/NGiNMU3M01hB/sLCnOwzOKHIvA/+ui7wIAxVErM/zh
xBew2AajPX67CcqacgbvhWosZu0lUZVR3sM1Ax915dswS9Nhji1WjmHJuUymT0+JcOxHbhtHZ1Ve
azJF3sIOA6xC1JAKCrjIIq7fChS8aEBTZa8dea61SoB/1OGpjFfAcAcaXaWXHdpO2mdR4AwFQ79w
HhQtL9xr0aWsYiZz9nzIS2cTvFqxhhkaNRLH4JS275J2wMyqLkYOh564eDDazg0GADBC5SA4YNIT
GhincadgbApYUCVww1o5BSflD00qKTWnJc0oKm4lmgAiUdx5CdvPMTqNVh7OO8aYuUEvFVsjf1yj
M71DZ3wAZlUUhjBt/CrbIY2u+a5bZQ4EwAPn5ps28imSrL2bhAatt75/6lv+W1GtithoWhsFRgDg
75R2sDRgs1YM8Ke0ycnTnRQeOcb1w5py5BaCEho4kMTjcoaUBZno7e5g/AZTUlzsnzA0aQrSN3ZC
VaV6yj959G7s0MHL5r4BmB2zL94UnxJ+76tIt8KJQF9kUtMBNsM/xZlqlyMQzoG3oInfgfduFGj7
4zwa6+9s7bdnHsoGzr6A+MQCbJw4DSF4TDBPJvgnoDdh8jBEWxuQJDUXeCm0d5qFkz4nFzh2aC0U
FfKdBtRd06iMin+Sd8CVFMNVNuyVXtMTObby8o1RKQeNJo9YmhiBRgUsbf6paOfHKADLZNsWHH0Y
5zeBIvrYd96XNQU0nqDXCMUa3LeR5d7aDZr5eBkQKNFpGve+m4ir0d+J0a8OGxhHl1bEKzsg8Qt7
lP190qOEbHDDZ2QClokxeMbRmE0NPGQPEKplwRhl72BUMACYeRKFtIvG3Z7ffqpA3GfApgho/riN
Tvm34A0brh7Ln+XzYLWrZI1utGcPveoU9dxlWoRIwsv34I0FcWEfner+TQCld/vzsfrvIiXx8wmf
Clw5pZY9/HyxA96IWhqYFC7D9659+/dyVF5GlVdGfBTIlFXtqiYbpzE6Nf2LWNV7tYBLSuXxFPo9
Q9mnu1wca1JFnBckjojLLLFNWSn1DRN7WJOSZg475AnQR0vcgacid+ux7VYY/KRkWfd3NQHtQMg2
4A7gjVGivzVjdsTFFNhx0641QGNi9Q6sc4Xhh5DatnZ3PCEJxVVhvlCjQEOmxamEScWw89kdKtbm
sGL2oaHarBtSotq9ZdyKIYLaqClBGjFgu27Xgxm7aF7laffbe+OeRWh41EBXxZw/3epMC5WUZcSQ
3TUrVKdNTC/ptfnpH4010Ka2P/6tBd4II1+GUK8EZd4EtcVuYGoGv+VWjwXcm92tAOKoJnN+NLJf
+9JbQJ3Zon2Asif8vQe6lUEc15LVgI7UB+xOecJgSIqpFgzgnIct1PfiHULDw8p6Mzyi6L3vP7WT
p/crDKHYyralHLK7iPtlhf/snSrc7l0D1t8y7SN2V1sa3hU0Q1uHpkJZ7/2liZAyW9BVytdjvKYG
xigsxOwtANbZqil+6ryOWhZlPcun6s96iKAHzLO07SKsBwNom8hkDOXEu4xJE7PoJ65sXiWOFdCL
MW6cYQdrC908JgqC8BPZe+fQzJGj7RDhkQCMARjhDpK8k+a21nyIMWByip+LjbbnV4JR2vwLaL80
U6AELdpJILIxENgDQo2HZN4IjGIjWD5dj7TVEb5jKru4xEAXu5tszU4HV/hA+m1kG1HnDCCVGvJe
OwKrVWtNn7q+ZbNERRMJGZpZkbXcmmWZRWIoBclslq3lrROTX5Um+khs0D5RvMr95WI+AleyCLfC
8x44CMHVsJs3cbRiV3E9M3MDV7ByM7Ee+7BF/3IljPAvmaQK0zw5tVudXVqEnP/uTcZMLITwGBWK
VqWAVoBdB0sMrRR235uDZeBeboYvj9exfMxkWUH3CIoAeAm73SEA4qQMk5UseshjF5AtVrGJj8XO
MyKK36BKIlyUyACMPhAgaT5gte6ZAABbZ2vPoJ0qqiTCRXHAOWbLeU291a1qPbSQD5ritnJySoPr
oi+8Uh7howrQ0iT+WMw+ajBFYw6XyhrDXf9VdaSHytoxVyUsCMCIq2EVmY3O/TKA6HX+j9ZAOCQA
gmhcJGBBlQ0gB73WtX1scAaIpShLommO8Eot+O4zL8aKWkTFBEMjyAGN5sRSFrTo/P5sEPmw4hVM
K8ga1jOYc/DlV3jEN2ieZ8GLoysQCTsHJ4e3bGJ30KqP51FMOENIYEQQMm7TvzimNzKIjZkiEdxj
6pdJA2jI1Btdz1fMihZ1F/R1I4bYlkID9xUGTeZtAWmvwSL4gY6Csvf3z29otLtSmExEBR8gCOEU
gry71DG/bzRbUIyaEXx1CORxDJMkhkoTKdz71BuRRHAAP5cIvCksTDjIp9mvMkYGEHm9NVlz/Yvm
F5biHp6DNdxuUPNA1xihRw7ggFHeKXPcG1bFW7EZcIqU99AEYR9laffVvlmbf2SR3dY9aEeVovmS
le47gDafe3ijGuUI0Iht+SfvwBn5D15P1uzGO1Od7ey2iWh1I57QLNj5KgxHfomf3Xpion306zSX
NmgZjAD3PIqTmn/inUQ0O6JTE/pFazD+/CrX5TmZS4DRB+WGOgbMN4Ul6oMBtncD8MYUD79oq7it
oi8UBURJlIhA39Qovzd1zO3SFFPWAZ715ZOEK9jr1J8kf12nJx4dSsIF7Lh6j5lvhZFp6124YM4X
5n8+Ybbtq/VyQRnGgJnlEM54IzG1ffaBCev+zXPxrmqoe2brGfkHy1Lkfo0Qknq+lksE7GmQGGBi
QG5tMQeAildmaKrGtO33iKtb/ltopEDPBm+d6R2ad4BSmTXtAW8hTODhTJNx78VT6F01BOAv0D16
PXG3lkDrawaX8ByeZy8LsiU73YK2DaRjwTnbV3ps0hzV4tG6Ek+GD6ZOUHAD6+gu2EqHxtxVW3Hd
bEPXtrm9A17edxC6/ZpgeplDsfGlUyVpsogRTww34Hdiz6U+59mxxp6fWkty612AmO+5sxvhdX5D
vyd81eTudvtKIuGyWLkbfSFsuB3A9UBRbPWG8tQ7c0qTubUxWrhYomAD2KrNsOqd+SLruZOhAcv9
E6SKiV7a9PsRv5AKo9XlHzVIRKSImBDDxRPUoLnSQT3hdf/UricbBDBItsBQn33Un2ChdwoDlBa4
0Je4WFB2YiHTv/kEwr/1XhgBHA2fMJiJCVoCM995R341GZGb7cBJbTAXWkKxdJW5kUk4HVzXapkB
NTa2oSj02BW+LtoYmjfRrtI/aS5ljbMaH+w92WmgVILUC2rF7b4LmwB5+QAjKwzNpAqi7SfhUhrQ
xKcJi4UJOE75vjYYA6CwBtBRehM02ivKuiinSCIuAhXQWLxpXldvzfd6D0lGuu6wvPTowV/4f3UJ
vdk54kaAe5ZSpdG8czgs8zV02NaGcs7c0URvOi2LphoKkXrO1DAi48E4g21npntwGX3tXm8CjGhd
0AICTZ2EUxqaGTBegYtoEYi6FcbUQMRmNibAqix+5bkenABzkpBiF4YC4wE9OGpd1F1dDApXToHw
VKoPHINKxq6CjPerLgSYKaM7zM5KNIF6bdTH2Q9oJkMt5glzrH1wUsjUVQZpIWifsL/qyVuXe7hC
CySbe/+lMdEmDa0fUOY7oOXN1UApq3fr5JtcmZMBmvpOV9atmeyTPbhb/7IGeG17MuGpwJCualIH
Y8itb7VVo8Z5dKQTq9PC4mJ2i65hjZMx74G0mjByTNnHURv33E7eTZ/Kl8cAUbEFehCXWshdSvau
ZREWXjFtL9eAP/kqA3JPg9073QpEuvD/mesfG11xkv0cFiMcaGDG6I9dyGzS9/v9Z6mEyQM8vAXJ
AcS3awBhGigcI+hFtIZW2iIJi45kwQuB8g4/ZSBzN7JDeJrdIhgMDn91E7pSKBlS4es5QM1DFl7d
UVftLp7ZzdET28fr4t9d9tBmiZEFtMiiuYywykRIUGAaud+nNdqqO+DGw19g81YdzoNqB9bjLVvM
2pAyysBjEAFqKRN7lvaKn2bgdNyBN/HXYPLfhGZ1KU3OKbfMaAFvyS12uR3sclw0GUei5axLmwnv
BGgIhQcyH6ngdgQOUgoqtZ2Gk6HCQtH3agAsy0SWTrudLAXua1mEcstWZZMG4FO70cGNfacZw7nR
s/X/4R40nzPyIFxLIlISoAIOtRhhVcoBaPHv3UVxIwRUddv8qt6zfWmLeATwjPH8eDPv2zbmobwr
bRKXH/gZoOZ2WCF4QU/5vkNOKm08s/qlrH1D+MnqDZBGKDIXdxB9dHNXFBg9SSfveR4XV1LLI84x
enfI176FXXQwJ81u/sbBaFeyiB3kACETllMDa3Hnx9DwZ71CQzsliV2KmNdCiM3rJKniYiASfp35
2XUirXckJHiPFUcTQ+yVVNX9TAYz6y1G7b1bAw5eRxc35YAvxp/r5cx5ytWFuBoLHg/WHY+H3e5Q
n4SNb+WoVHWO+BJS5uVpSyIyyIbveWUCf/fXGzJYtWsTVMmwdtoOUddExNQQMU7FczyPmDrn+741
u+XB8HRuV7483qal+jhmrP7YNxFTY9Bk5pyPRVUmhm32oRXgeSFwkbz9R4MgPHGeTUBamo0beP3b
uSY1+30siuYG5124c05XCyLiZ55ztTyTSSJKzzEtdsX3cT9fUoGmaAJa35xyR/vx37SoEHdTofO4
pg4gdH5yZVGYSY1pDQg/w6P4o68xMGJ5gGphBZSqVfACkD3TSgoI5EQceTwT9vvYRTPDVjA/G3QB
9CZmw9+fcdCs8unJN08nmmoXEqAb2cQW1kDWTDEYwe82r8WRt+LNpAOU2+gMCJYMwNdaqZ04NN3O
nuLRiokNbZRSKPgBK562ePYFYC6K92DA2abHYS8jyRQulM1cqLFdL5Os9NRAtuOlBMtU9B1n+pvC
PqyOVrGvj8/uD4pOF3zKjSzC5UcT+p/FCItrLdDF4sIWbyO9dSXK4VvKg27kEF5fG4YQgLxY0yvQ
w99Yg0FbwLRa/USjr/72xtuA2wSvH8yV1qomLuwe99XkIyvo9CfbPOswbnhtKKFMsd2nZfUcJ7FD
2bCFGM1z6F4SMa2AaTdx/oarGBCi74cTxno+8r+fXeJdsWn28ys9tblieT1/ZBFBABDfAnCWZ1nG
Vwk20IF9PWd2c+kJb7KmxlAvWUsGiV7VuVFaQ78fS6yvDceqbbmK30VyjRFIi2HflPSXrFBBJ5YE
8SxaY9E1KcywareKbNM2TrlI5Hei0+Emj1dMFNdWZ3THWryNWqPJIoRTNm/JqVzLJBYnxSIoYBLI
5A7eKT2337IVawnmBYxJRmVl35J9emn2gtW7jwUvbeS1XGIjcRXJGVAN8TvAjIKxwa6ln48FLKWr
mAv6o00ijIMyxlfEGBIYgDHOgMiK6RUb1gM3S25l3b7unKr4aDNmVUgvamlWYP+l9Z8v+ZfrbyDC
OxA0uazBhMGONbx1vPmILd9id3N8Anon3Ghv4hkDjJvoNqGd/KVempv1E+Gi41vwyXUCvwNXrBXv
u5Ww5TDS3OmdnugAER5N2RasyoC7u1BUTzMqImaIXMFjiGCOVB+7DyDT6pez4xzxMDA4T71Oe4Va
eh25XumX971yQGkOQwK5DK5ehuxM5kepH74n5gqYKAiOMiJzNd+nN73+478q+evTrkQHDaCpuRFK
BpsT3mkZfVodLs5xroK8g0AJxdsTrWxAsamvQv2VSLHilQHPp7O77SEysoEsimo77QZxD+gEIFKg
bcwYABg1EkikQ6ViQhBFSbP9gEoi2nb2wT6E+s+flVVZ4Gp6941fFLuZwyCZa1yLJMKk0AAIPfSh
TbzVor0iX5co8zTr6iy7hUF90Vp0QVcLJNwtGNGaNiixwCBARdreXfyvo8G/sp/SmjEL8/HqaOLm
P7/aN15klDANIU6Kc31i92IeUSR8RfNH+iOcqtZFoJ3w/scaRUO0Qis3sF/zCUjcyvgFIiKKzMWj
jilWDXxrIoYLCA/HoMQC3ACZ32WvPogJO7N4QdttKVhgD/5X+gPupIR70gxdAoAgBS+Qt/qLNAZE
42BdvyRg4LgIUiauVB/sqo+lEOu5k0K4LmAnJ6GQcMNFeo1Q3/Q2PaezwjkW30Ex81gUGaFIWWS7
gBxheJ6pIStmtkz6pqY/J++7/J3PtiEKVQ1eU2M32ufDEz/uJ6SMlKWS4y+/5QO0FniQAAwAzuWt
RoMQ3d9TJg0XYOuDjclMOwsgw7q0inYj4Gvtb4/XSz4h3skTb+VlQKkNscnDRXQAcyOh4umOo104
v8CAjXfb3h0/8MsNbfCkuMwqcUxaveILP+rqhNx9AnFCOkxsyrXEDxeVfUvUQ8OWep51Vh65wN7p
ow1IIvWeCw9t3JhV/iY372NuYbIEkE2gr803cfAzBzFaaovDpilAFz6dp8yJa2mvgiQBJCbAPzrW
DTjoZW7di70xUm4sy0Yjof0ceKN4iCdnnr1Glts2UIYLHxjIKpz532ol2PPvgTGAE4d3gjXFVOZT
fKc2eX4A1xRgYgrEPakYgRQu8cxwAUm7DECyvIws1R/FUO+LBsVHZUTP/QS8/r+xmCu5REAYSh/Q
qLE8XGoeEECdGWa9LRWCIXpHJQHFdmz3zAsHaPpu12orMIWAhUIPeV3uJTOQX1N4Wl/qwWaxY7IN
bZyKLBT9NiZcq/AoDmhF7MWtPSeqVItTh62oMC8qhz+SYi+B4VEFVuQKuHhKz+gVWOJKg6IV4sL1
W64mAhdKwRgX4L4IuYzYSyB/g48KOvvrUiKrG9kDa7CamaBM1n0/MYXEYrxNVegstyuKS1SbXIiJ
yzbU00nYKD4YPDBqui56Kj7hwuepmPHkAOsAXis0c91+Xif3IM4u1PZSDfsUTEJFeIatDiJu1xgu
FMaLj5aZcSutHqtlwUYxkiEARhejLCAGJrWilKC/q5nuMrHfai53JtmpcwADZ6kl0GCgiRxs3gHI
kudqOGZB8Lhxu0S8Kqi9D4BvsEQeCrwmd/23mLFlftupG+Avi+fHSyPLhL/lzS/WmqbyKDsRnroD
1oc0gQnzMsZt/gQEex7dCGIAkEfRYDEpaQmJUp7A21Q8gYRGWSdZllOsbiEwApoI04MAENY4lrzl
F2KS8FWodZezGsz4a6Crzp2c+ZFMaPaKnMcLFmYFEg5HxeQVQBDwcoPKP6HgBOx+DPD7+0ssj9l+
EiXmnCgNA1S02JeNXmjy9cw6qgsF+FV9cJ6BEmn+pbVWOE78lpnU8icjC6Mxem26jou8sFslUo22
KdtNG6rPMR+A+oQHQ8ikxMDj84oMUHlwZsAHaSwBFJngsigcpgWYNgM4GUscMc3foioIWr1RQkdu
K8DfAJp+orj4JUOGzwOUjwy2aExP3hoXCMJLP0zj/tIl2QsA+U+ATVP6U1fua+H5sZ7JroUvwwJU
h4R/ZAHTmoRhJWrTjwmAAy+iZ2niKsq9FUAdjQx8sEX/CxxyZp2mIEHrjVRhwIqcUJI6MmX9nw/A
KygwY4Fc+PWBV1lxgTngSQH55aUUbW9QQcwdgDQSVbLcxHD+pppWWbhOQbQii59s+5S3ma2WoDMe
X7PIPz7WxpKJyzzAMDAeweGxi0gOQH4udSJomC6M971sP0ftALL1StaVfA9m1ceyljzIXOTBxJ8K
tEbyLXZUQFQYZG1/4UFIMCkJaJ1k5GDhQf7sZnxa32h5ygPK8mZfySQcs18NfJHzXX8RPOZTUJ3I
c2biwt5f50ntMNNogq/SDrlB97LJ5NHT+XjNS7kLFgwVw64xCEhWI6cC9INgEukvgHQQo1XZbqVk
F7cHdsc1VjgYOYD+qmLDgVZTnMxsN/3LJ77f1nb1AcTRQhdSCVBgWJsQMJaUpPogZbYHmlXPacN4
r2QiJcefTebOj10JnE3uyrwRwsFDJ2ObIzDIDVy9KsFKJbXynqLZpZh7rVni2sL0YGHTImh2ZGoX
D4wmC/a6Ql6FAOnIFMHgxklXu8COwDknUZz1/2JX/2wrWX/xBh6MtiIW2ST2bqb3tDTMEr5a0/NT
7VJSwsUziqgAfApYMjR7q1DGq1SmqyFLSd9K1m3iJxDRMuNZ8L5RKyCLSgXJgCjM0nDvvJUVgiWI
D9mqv/TZzz7cyYFigG0UsKppvAXPSO7Zv/LmX9ZAfpsoQCsAADRjS95lTzn4cpoOhxRU8qOKniZb
wnUJZEutwWh6J7lq26zaxg1+PjYhfjHsXAkmQkFRamqSSz0O57TigjOol58n0Lo1aHsEm44eyKB9
AZswG37LGX+TZKu+3xWN6mpI7vomMkAbuYrES1AeS/aJ91odFxEOZLfeAKJLUKGILhX1bi7h3p2u
q08msgTw6TRDm0NXcmcmK3Vqdb93G6ampD5LqgG4FPC6gJWE1wxl/o6rUxwMPdizhXq4RNpOQpdM
1hpCDd7sb57koM6RoAHWx2lLT8lH/axVFybLLGHyQICC/lRmhxu8nO9YTlhXe7k9DpPTC+6A+/3j
HVw4GjMSFtDXWQ6ggyzxlcB+CLiCmbUBlMj14J0kAcxZiTmKhxLcpH8jDLAmGKpAtGQJx+aF0wCu
RgnnEJzj6CASep1jdTn+ZNNez0D0+Fjcwk5jbX/EEf5N5sAflbdif0Hv+9ZzbCAJPhawrLx/BHxl
4FdbDLJKUKuUbH8pktooWdkas3fwCzsSOIySvrMfS1tIb6+X83WzvJJWgnhSrEcsZyOhWfrxzyYL
t7MHufnhhIsUC6GJQQOP1CJ68tja4pUa9RZxlfl45BAbs24ODJr1mpWKk+INLKeXYqor1aHyqjUf
Nrt4pNbJZ1dJnFR8k4J8BwinADglXKmEFhEfo1mwTTY/aopX7IMxycDk1PCgAO7H+K3jpJ9I7pW1
FNVVpoPrK6CkdwsODnc1HA+AEMiYYyDORycCdQ8UuNji8hTwZ8w7eeiv931D5FeULZhVfLfcK1FE
nhGVQ65VgozTUSqHMnOb17JD8wNIEVhmHX5WkhntQD6HPIsSHhcNCzeHr+qAjNB166kEMJRXFcdA
cJurOqP1oq4N4PGmrG8hrZmvvf+IITLlGvTi0ah6/YUdXTUc7Q5sg8ZQgLvtzW8dMLG04LcE9Zqe
jK1ZZe+0xuMvFLx7Bf/5AGIvm4KLqgRkw5dkNdjdpY31UAf/r1MbzfEg2YL9HU8x5i4CMZK570BB
YwwOKNl0OafOCC+alSgCvEOdSw9kv4LvjeArVGIU5ND9Ck6SWtJBBMZUZlK9RpGD/E+vxXP52tTo
XJsMb9pr7bkxWu/t8aaQvSm/z/3Vh8zpzLVTAZLTlIY5ykIHME2+Qv/cuU7dRtlNnJMWepZgR85K
ZHS4t/L9dorPXGU3wAiNW7Mp7UkCYVXAgd4ze378aYvmguo9LnhzoZkEHqqRAmtqGA4XoctfQ638
MTabIH1/LGRxHyT0toJFeoZRIUxCFZpR4iLsQzZwDKq6gBjx2NCUq8wCH9xWiwbKKVg8azPlGvDU
EXDJswaU+K4HveRwKfssWgv1FL+PQZRRmlgXdXclhThqgyZ4icKV0B2I77ceGJ83hRCAF1xqtKfH
GhSFJbeFpxUkOxoQsQRCltqyWRU2UCHyqc5u7HHNO7wDlORnxg6c4hXWYg+fZrRi1+CZGw+5429f
4tVoa99b218VVmtzDvABfwXvoKWu2xX+31lPoZ3QB7EXknMMAv75VmK7BXEQRLmAB4j4QM9HfeBQ
FfCANHwCZ6yuliDMPTe7v6nE3YglPDsweYRQbmDKTAEy7O+599QJKzU7SCAXT48FBy/zeFMW9/9q
nUSilccqFwdqMlyULhzX+TBUVg6yu5UMmCVKDrRUjMHiUMICfQVYvMjHvAqv9qkfVsMlt/o1UOic
7MiZzKf8NO9u9ivfynbm1O7jBS6e2yuhxAI7ZkDrkpDBfzK9t4k8ATzyVQ6MgDqQdFBvA195Jrp5
LHTpznqzVCKhTPOsVrMAS+X73BpcqQG65XCo3D63q2wnJRbvoaprMSnNayzv5z86Ji+VXItM0xPg
pVmpOQCzAGCrlsr0FGe49DZxvT6SrQ8M1VICggQ8dGko8x9jTTU6dh1iskD54b91WaAr3BMIZR+r
9avf4S4uo0QNwgJQMWJe8DYGpR4fc60PsSHr+ikwGFAzbUIHZOgmnPFKGjB/49ktiyQh803Abpki
d6yzN61+L5UV8+4zv/hhIwK0XBZpV5al8tPM1/DPxxFnl6uYLosFHKXUs/zIqdtTE11UEQS4q9RS
WkON0YgnxZuoVUGBCuLkf1/YvZFPWDoTahlQvrD1RYYxBCvNt7FiNeBeVQpaeXHW8/0+gDBCnJ+J
UL243QdGAJmCWCFqeOIrP7py+yYziR44f7Xdf8QQ6aYn+9nEivPFmLFF8UXDU4ioPjXpoZYANx+Z
ElIeXg8H1UxgaxIMQhV9PUf+kSoumx8GptCTcMPFHeAIOcoZp+mAiGYhI5Yq3zXDpUOFQowDI/Ns
iclPLRLvx3pYdpxIwP6/ugmzH7wcbUBsi6gQ53YUbmNtX5bRW6EdNcym+sVmYt+E6Zyy66hxvbY1
I6ZeM+q2RLvi409ZWrSIYtUXrRxejPjbjQc8ejNIOWiaWKUc3sWwm+WI6FMuZG7bpalE0/JstKSl
XQskLK1uNMyilGgi8Pe1fBTYRge2ZBvaYb5OedpzwVKswNMiizZT1OfxEnO7OnVsBH7IPZzgdz//
qIMVC0bltlSc/uOxGpcE4Y0dxR6wNgAfj9hQj5F6lS/68TKUJQjs4MSY9rmoenfKw4Mq0rz10vVY
Qa8xijagigC/7O26QJvXgAEUT6NTrjhx+9wPqZ2C+Flt14K20QpuLYS/tKy2Hq9yKRZdiyXU6XON
EEuBMl5C/qTU67B8jWP7sYgl87gSQb6RT9Iw5hkjj5eufu27Q1UNJhfYYSLqanypAIL7WNzSvqFq
yqELAR0ZwJe9VSQTeqXA5Mx4aQKUccDuPgATrXXVvnUDvBT+W2GgLQGtEc49HrsVkqzMV6shCgIW
/SxoWKnsjn8Xvue8rsSUuHF/pm/lkEdMjaMk9CGH0dYAS5+U1wLEw+fHi7m/zdwKIVx50yVSMkbo
jEGnAxr9RQ9E5PnIUsxh4eIOMRJuS3j9QTWVLG9rMTeyXSTgkjpwxqB+IPsB1nE/WKCm99FAOaHt
7xVsq8z4LZU2yvhjRAWhCBhTQtdAKUZu0HwG4U8RrQ3jGpTSLg96oNz0EWn6FniqNLXc2+/t9xK6
z/swlJQeXWdpfhynU+PWZifrOW8C2vXxBtAkERuQolGl7ktIqpRVoK5iqbRi/4XVZjp7Ft0alN7k
hW4srAwBAuWwmRJYJSIFFsUE8aBhZXGyE7rArQur6p4GYdDLvn3KWAe4xH3N6n086WgqiUTW8H0U
WjynYVdgm+ey9yh7D1D5TaUVH1BeK+99E+ZG0Q0GzA3AooPv8fYk9x2Q7IaaH/EOAhIZMFeM4L9i
ULyIo5+PFf9Fr3QbwmZvAZD7Gb0H4MiEGxRyTq3n6YmLWCFEo3d3sP3cUsYnTTpPslWUh04OwAP7
VPmYswlBOXkqmFODNqPwVyRtoiD6TNUfCn8Ssze5fZUFg2l9O28oBrLgBq4/k0QD9bkCLswT+Usn
xrzNyZOF4ZxwjYJrfAR6MG0OjhywRzqD+IcGFzCA4QkMta3bHagQldIYk5mXTa6jnIauatn4+PgQ
jY/j9uXl5e3tbb9/Xz+jxKb/6gGo8ONfbwvko46DqU8YKZjrbuUDmlvuNW6SLsEWfRa67Ay2ZNdG
uvOd0Gk2guPZwjl1JldecVZ+kC3WUSJgK0XPrfv4Uxb6b8B5KgIvH+kA7jUkPG+o+aqcaIl8kdCY
oNtNaXmYn7OYt9qltSguygI8Pu7gmNQGaNUc4q7KeFwQKeCXV+QLuw7egOrgNnqxzywwaVNiJcl5
9rXB88iOoHBAAL4ry42sEAljq8mXXD+AVFTvjdeDr/8UMZpw3L6tA73Xvz1W5Ffvyu1Rw5stAMjB
wjHnbyS7idIqfVHwuXwxN7vqeDnY3+0dkLhGkNfqH/YK/eUYFrB1uJVzfXRd13DXluUAzaAyzNOG
ElcXLoS3X0Mc/GDCszmbF/JFATIhYN7rZzTyhZfINYxyO6wTVJPWtNYmmlASkRsWzWEeDCrAhfOb
8X38KBNLeBG20z5DA/q3JtbzJ/+Jovc5TD3QO9nAyYYRruBBCb2bO/P7Dp38h8y0DwEm0b6X+ses
dDs1VAFQdtXehN6fIt145/X84J6kY6u7FEMgJ+J+2x7woOFbkPJyZBtrlSWyPw61fPF27XlnV9sk
tLcvvK1ZztSbBvfzhP7OX+NaobUnznt6r4k/ggmvEjQjysM8BE+cyRv5TnsCbVkZ4/5vN8LrY7Uv
VJlgYPLcXT0TFrPkNWLQ2jIP2QYnLNWnbac995PuycfB33kvSmhE52ATjxTV3qfAaA0GmSgmNyT8
9/WYfeU/lCFi+nDw1UuBHZWs58KhMb0vmfCNiDmVuRKRhdqQ9Z6nXFhHBBhHaEV2aDFGp7+84DXN
FanYI1SJxElFI0IrJD6jXDAXAvQr32X21SZ+5s68mdswUABA0WZ9v14lCEsRNWkmZGRRREHL0u0q
Za4ceT+psUoDjRebwNCs0viYJ/YZAyyNemrndqafS6dcl069QzeEPesgdcBVaZ8TMwQsw6AfJafS
Iys6BTpwUfT560HirBdAFkh0xnhB+6LRb6RVsmNWjeHbnhGsSqvXnxibNjm0aBlXCyJMX06rNGSU
SrmYhe2fnvMDDQTp64GAUBk60kG0ghIyDjc5wajgmb5JO0W5NMBgFTbekTkX4PCExqzJjb8H5uQC
qM/hXkAWqKsbQH9sAr1xGgfE1UfvzEMPrNO63r6nx9UFF4i3Gtxe0FuJRsOvZ/Mro43ULszUJFQv
Aka1Wut7tQIX/Za3dP+SAEzm5fHRX6iEojfiShxxRiAOHHxZpF5aIPTVaM23FQD6IpO2MBgW2pET
WMipgdT3WC6Jkjg71hu5xEnxvToQKwHLlB113azyfagPeqdX1ksJOItuT5sgXfCnX93WGACSeBQw
iJf9qQpVoC8P6sVzIlNwmw02FtD+JSUFo4khklFBLTlUTSEGaaA7rPyT5kQYClPeKOpbOCM3yyGu
HQmgZZWy79XLa7bCAI4dn9ARe/Z38nZyWjMDR5Ceo6j5xtEEzz+YPDoCePPQxQc8J2wj4W2QyueJ
NKqXZluu5XcZCN2VJQKhe3yKPyVKK8RsfKQwEVkYHkrR8wtup1thbOSVXN8F2kUoLRDdwkPhEc3H
eACNkXMpm0X1+Y8kQp9+IwRgMIi0ixYAx1AK0Ne6rQUzbp9kqweCIiWlm13Y/cKA0IlNRNwlOTtq
jK40U5ppl2wbPclPvDn9leb+EUC+9jf5yI3eLEDeMS46w8/+lgXgDsUK7+uBGC/ARQOD80A2l8ny
PZpSNKWTS+3y/zj7kua4dSbIX4QI7suVW++SWhIl2ReGbdkkAYL7/usnqTfzvW42ozl+F/umaoBA
oZasTOUk/Cj20mf5hz6nrvQsreSUi98HUcIEzoEcFIpY1yeh4YECHrnOfC3BMv1Mf+ngtvTQzOwi
a/yhr2zeonO6tDarcdRMa2M1aEyU5ya4GIZksnN4BgHWQX8QmF1+l6klcWstw1+61JdmZy85bYgR
QAEMh/CxfqQvyqf4uxGs+99syUFd2pg9rmaW62LMWhMBbdRa3Q9MhD2WfzKvXmMoWzri6jT7g2wU
g0dz2IEYBxDe5Gnw6jBw/D51/k56Ghxbtauj6O7jx8S/v7CFQhEEzAAqg3oZRCKRi18fkURoU2LU
MCjsdavYREhJ1UOD9zNCVzhyI0vyODAAss0foXFx6H4S7/4vWEpUr37BbG/Tug77IccvKB0MdJ0t
3Y08+We10XbvD5LDHfNb4tNN8de+BDiIqXk28aXpkHu6XvdglFwcdTV41YXRCyCXUIr78Q+pu5Xl
3X5Q4NEgNAAhNCDk0LO5tlNqRVU1eUVeBTPfIw79VYyhvuUpxjHBvCKsBAjTX7vykAqKCyKqGMgQ
RJyi6a5chEGDzLRYyJn0mhA4YdaVqZMFaulKciPb97+bcnMnUIbX4MhkJPqIoufNKCkCPGYYZfWV
jA9isRfyg0F3uWnpmEQLyHsQfMbx1qQnATCT8GXsn1TIFEs+ojRblzf9pxD+aLZ68JIn9uiL6GDj
/9/ljyzbmsZLV9oCZp7Cw9DHVhN4AZh4K6fG8IJGrbJyge5v3lli1a2rFQjMQRqd+z07yOEKQufm
McUq8YQiroRkK67ktAsXO6o0Zc3TKaNMIyNwi2ponUJHGZHmDXGTmBbbSMpDtwAd3crJWbIM1SgA
cA0U1G8Qv4ray2pASu1V64m4kXoWWJiez3dVj02OVZNv9IqlZ9Uc1hr9S592mlBCYRbFY5RPZ+9G
R8oipKiKAX4DnASIJYLAEtheTX1ZtPITj7wGZG3M1uhpDPfUeIQQug32aKGzBXEbEXuMLPWnORzG
0atKK9SexAZozPy7FG6Z4cptbFUeyd6SP3Fx4nWAGc5Nk3wLwZyhgi/ENg7SR7pXlbNgjF5MraDz
SuMIvaQVt34bx3+dYHGqlE/TWPMJKU2JVYQUKMdRQXpC/lQCe5zITlPk4TavarBMtYnksFJud4Va
netEExzwZL+EGm8cSQwMWzUhU8bTP3xaoRJOeosy5LAsSeayVYDp3GpTvd/dv3u3AJAJa2cCmWYA
IA/mmlmIJ0dSp42hkfhyZSQ7UxL5g0S0XZQkhRUDwN724E+Wg94zc9w11OBzT+W0Wtm+2/gCE9Wq
rk/J4FRJnju3NgNQnpZj8JpTnlm1mJ3B8HBQys7KMFhQ4EsyrX6K9LdYXPE+t8UXmDaQuSuAwWpw
r/N7GWhyIZRC6PNsA6k9eduJXitsutqJ/a7eA46pBr+V1Smr6eRfO1iYxZrFSeLUAGv7tTvQWCYL
rEpDnzam4QoE7aIuEAJ3yNpoU8Uih+xoVW3HKFD2UkRaD3MlEK8ec8eQI0zhdUW9Fk5OQfbsJyHv
NUHlATFGVNNnl1Vp6xSs9VXol0xBpY1WtiYw1ca4qeqVcjZ4DSCFDqsLY2OGAlhVaZV6dUzpzhik
NYTCbZEAepAmziTeHh2x7bz0F1IhzhvAf3zxxYhszk7DH6Gy2GhjoJQiz1KcrnPT2JUhl6C4FZTA
GjtTCkvgjwmkOY8S5r/zLacuRCMoumOfQ7tR6T5TXV08qLJjmm+6Hyq2Ttb2cQpP5/s40ezqmEqF
usj8RHFVbcOMdzhRbwHExqHStJWP/NzoD4UCTtr6I+t+Dwc6brg2rlykrwrtjW1kn+hQ4V9zHoUN
cie14ZiHvmQ8wHkETvg8EEDjrCjfN4YttVumPNWqJ0DywSl/JBBw6d4Ud+gdlR6geOEqkiU/qa/c
cDoQGhLX1NZZvm8ffHzaix85C9SUplD1qMhCv4dfeSTVppddGfSg4Dyx4vpRdJUDfx8/5HCrnwm8
fumItqCufKavxtBsqya19qkOhY0CfuP6BsqYDO0a1Qj9qoPa6Hko3tLC7cNNkNla8LsmxzbfFM23
dKSWrByj4VcpOJq40YEL6lVLTDeoMbRuR48F0hEhd5PWUchmHDCa8JAkLg2eMmYrpUvYtjEhFO2q
Z/kTHdLgxXyu6a4ElUSN4i75rWjnCBQEEwf5fqy/6abVh1Bz38UvbIA0abqv1TUM55ey6r3Fz/y+
Qnir8FgJfe1UaR6GHa2qf47Dk9nabB/T96Kw0i1n7xhpwqON4fxv6RPNtkx1xugY1p6mvku9M3xq
4S4kzwqQ4dleH5wGHtusHrUgsWTw8eAwpb2PMfRhmh6x4+5JB5uUYunfA2Wnt37CdkX6CJRhBHc3
HDXdU8ZTmh8S4EpjqyW70LBzNI6zt7R0ct0t+kO5ifVz/oEhlfsv4cILjkaTBoA+QjTUVtR5xKtX
dSgQLfRr5mkF9HytItxRy4T2TOYllhRvjNoeTlmNcTUX429gfcY8114zbG04KdXKz1l6lq5+zux9
SFIzC7sqCP3hxBWM/XoVczo00SPByqK3erAVxVUE5hjSGp3Gwu28sjx7EJtE6keukNCH9Dbn0L8p
oSxQ6ZaqeRXoB1NuYeJ8bbkLPnOK/uHsRWAV9HnBBOPdslKWYeTXwgPBy0PH/hSFUM3MgadIrV6G
FHY1WJCT24sImlsD1zEadqaxxh90C9JDlA6eoqnWMdXX5iPXnOZSoTRy5EPAq7MkdDEe1EbqN0UL
7fMOinXHSk+M10zsnsJaqA+QE+6djA+9pUWi9JFpjWkPQsIcqRCzz5wEa1DvxV+oouIjIBuEUPpc
TgfzSKCIghCh3wTytoypY+qlDSh7pW/yyoua1q3ILqWtE2XPlLwl5dEsPaYDrvzz/p257beg2S3L
0LnBNAXgW9rMkWu5Ig8az5ivbRggTeK77g0nOCum2FKwk9QtKobf2COogtaqDdPxn/kvsEnBOF5Y
GX3BWazSAoshVWaU+FrxkJpeGYKTZ5uxJz3wZe0X1U8cgnUYtxAeas2tjMpJA+Ejl157MAZEKYQU
5QxA049OALI6CWwjj/cwlVqktmX1MzLAFROtJIA35aVpsy5+8nQFLhJAUUkUgriL+ZLGZb+HG/Jo
V1VA8SSSy0ua2gr0inb3P9FN1QBGFdwnPHOAxyPIvTZKUmB8Y6FM/BKQiGO1Rm6z9Bku//zsGYml
rgROHX9eHB704a371OV9/tAa9lph/6sndP3BUYXAvA7ASKh9o8Z0vRCIdASZHLHEH5JxH9KTMuzF
Uj8FzbHwi1Fxu+xbPmxbG7GFQ5Tg9f42LiQoyJ2nuS0NuosgMZtVX7hElCaIgsgvxYkGi3YWGzDx
6bXJKS2pxcuNsDbMenterk3OLlcygCtKbM3IH6PcZlJjJbKIAaxv46j+Jigy3V/hbcEHkHeQ3ysT
WRDEm2YXqudZj+60Hvty1EE2pxkrS8hAQdvpzL5v6bapj1IZfCuQfSD8R6lwtpdZUYW9qFPqZ+lh
0M5hO4L2B7Nm0m9UdNQfbesmqVt4IrW6o2Y8mrU3nsDPYzWVlUoHttbBva0b4vfIYL+d3L2oi+bs
9+h1TqlEEurX5NRN9BKSzcmzeg48Mlp5uuOPBlqSg1U9yb6pPZX9NsxR5ustPV3Zmtuh3OmnKCgf
AC6KjzFPx3Oh52UGriy/VD7z/LUtzxV5krlqD5EbxpYWYKif+mrvyOgVK/vARHTGtlIjWVLm3v9M
S8dvchjAX6L3g8fm+sKxrOg7UegAk5JlhENmk25KmUI1BZ2aLdUL0JMq2J+/NwpypklNHWBD2ZwZ
VVkViTyKmZ9EhrFV2krYdc03sW4PQCGNSPGouWJxoQLyxZ+ALw8W2Ikr4nqdQxHEVTBgV0fllzLs
Bl20Ro58Q6ks/tIjGK9iV2xcYw0WvHThVPD2YAQfUueotV7blbomp0jCqa9r7XgSwXDCOGZd6nJc
8V23oRUKxiCgElFgAYnffNhGbjph0I2IocARgaQwhvNaeWSWnPOViVnsHMA3Y8qfMj+qREs0mNWM
iNs/ZUAX3oT02yBbIcZbwZrdW/1Ka2rpmF6ubhYna6FsIhwqmG/kqg5qlp7YNBEBScp1pLt6ZoB2
ivPN3x9THRk+Zpc0IB7nEdgYReIomBXz64FiYPY1kAsnkkOb9jnuI187orevLL4gRnTQ+AVOCC/5
9VEJspZFY4Y1YlxV9LLOkKw67Yv9KI7PJC4JeLZ0iGMhVt2KTQ5kGMWorhI1sVOTElQIxpi6DBh7
r6m0T50OMqitSHzgo7Q60j49+LNnGi1CFG1E0MIijZoFOTWIMXI+ivgc/NBAy8jAqJ5lyA9Vhqnm
PUZThWrD1vh6Fs8ftkgWJBPFQ5TTrjdIyNRBVgaV+SavnHCotmbxQkabp6+odcul1yBD741DJTiY
+RXCtShouqrzRWNUb+qNQi4H79q1+VoIpHyU8sQXsjY+kczACLWRJE9UiXwWxMJjOmbjRjUCbg95
9+2vzyLqF+i7AaEJucuvGP0irFTlkOV9Xic+qIkwbXuQVacrXCUFJcv3+5ZuR8dxBC9NzVwlmFXN
gMlV4k9ExtHuQ0+8OnDfm4/YBoGAm3gYwtznzNYhM8AfKbOGbfiorXajb2NaIH4NODMZF1BBe+p6
u9uAyyOLE+6jPF05mSSCcYyBlvvvH8ArMzMHXRhZwmnHuM9HiinlPbimIukA9ph+rda5kEddrWge
3EpFGAmNAVPyi7QZM0t/N76poWU4RAerO0pgsdd3FnpfLytfdDqZs5MLrDJAgIjEQEzwVRS5ODyR
TGhbxjn3J6lIFNx/DH51ot5vCkU0jzoGwCWdUz1phxC1jwPej7Xga+FxuvoBs6ujDloMDGHK/VJI
TWvQzMQN2ZB699e5UE3BBl+scxZXhEoG5H6ecT93tOCpge6klUuukYIL0yPStnqVyr2WblesLrxN
V1ZnzlAzqlJVTCxOf/wsf3ELvSnmKB+9jUrwrrTlve0OP8/3jS68FbAJBWNQ0yHh+8JWXHxRIZRC
cBjU3CcMGSWoUX/i0Ug3QdMyO25jsmk6qbeVNFsDlN4OAsA74MIACykAB4lM9/paooMTolHUJH4C
dr5HWvc5NN6SUGnsMCciwFhqMRovU+3tLRTYAL20JCvVY55ldWbHA+NvUUjbT0bMqv3scQqaxzjO
yU9cQTXcym1DQM5hGmWEQZICnLKlqOSlI1BNH0+hOoJRJC6rXENbojN/ERlRs9ezTMlQXDRVV0z6
6Kfcx2HsND0t2amtkj61s1TD26Coddo59z/E4qWe6MDwXuMpRHvpej+kDCpORV4kPmoKNWkdo7LE
EEQJwVk37e6oonVt2GDBTqLOxqQvZlzv/wBp4VmSL3/ALDkHciilCQhQ/IFuG1UAmLSJNYuzfRVa
smwzcM/+Ak9l70EcI0eTxIsqSz2QBlzL0AgjH9Ebdjmpn+sQOx5bJn8poB+orOzT4s8E6BlEqSpC
/huOqA4jsENOxwQ8Yr/jH8KWHkmkgJ639OLGaTtPK60WwpW6bhdhY5fqBwkeODDZrW2Wid0jTGe7
IHDRsGSSXbJd2+9KKB2nVqFbAn1d2dSlOw3peAQaCnCbyNGuv2qDUjkZezHxs2FbaIemYBaLPFQK
ZUw1U/l308VujSp/S0WrZR9DarFgH0s9fpyloZVZ7Az5zYQEAZQDjfeBPg8AOnCnLIjVrbXfl3wB
simk9MjspyTu+reSqIy7gZqJj/5+64SNljsFHwLLxJa7aKxqVgKBjW1ZkjWerIXkZsIMArEyjeaY
X5HEhRdKyiwomKZglzQh3Fa9DCUpeRgfVF7kK8/0UjSAFqSOzrFugL1sFhznehGq5RjDtcuiAmbr
ZnCpmb2h4bMXWLHWOFl8SRDeSsD2oRgEmprZniLSjBswuvgCx8CTaHq0sWoQZNWv2uChMxC/s9EZ
orUHbHIW84f60uzsnQyMKA5o0XC/0CyteNLVUyMcDA8XlLBD3m+GcrNy0JdCA9D4osaMeB5w8Nnj
1atFJUbRyP2hRTUCGCMrqH5KgK1XViO9oy1iPEWIi6hLIKoDyVxvomMFvN8Eq/X4Rxz2gbLyk5b8
GZAzILzVAaLRv3paF4dKKEQSN4QgSopMSNUNAC2ItfoikUo9yYIZHcSsCG2B8NhuQPy8kmguFQpk
uCgTKRia5GDNuv7yTA8isJuz1CdVYWn0Qx/Q54OIor6X5U3a15skPJdG5cb1miOftvrm46MOo0Df
EP5xHvAqIgeeqIXlTrX64lwJqWOOgAtQl7XcLoXMrrT3tj5iqt8KuadqFVwjssLcxcD9KKKlF3mJ
CYaxhz5+MxJHCOxVWaKFa6jguEx1G+RhKDVc7w4ZapWKXEz9OoBIp7wLqxbsGCdzDWlzCw5VgGVC
7m1OhUoNcJFrQ0XRaEYOfSc/OZYvZMch8hoCu/78LD7/Ki1pjdVxqTp4ZW92D7oxbesygr3MOkWe
8mca33j+PT48saNmvecQC/Ur+v/xei/c+Cu7s4cmTcXKGKmU+u0vZARMOaTRj1TfqFkO8ox4o5SG
FagnsHUJ/UtFDgF+Tu4kzO0xRNQcstzNkhVM6cL9u/pF0xG4uH9kVLQACWjqo10+zQvkTitwnPre
EqPfVb9KG7JoD6A1AUyVGO+c8wwNQxLrVQ57Q49Byi3KrtYu20QvPb45MPa2YNn5aZqXcdvCtred
5XzyQ1BZbyuecOExm2KT//2OWWDLWwwfRyZOwAGEJJZpyWgNWyB2xbn73XzbVM4xBbg1t/b+S/fz
fF4rxC4Vha/sz57xKm3lQiymfbcAbAUbYXlE/pLRTb/PIOFsRUgPY+cc/ry/7qWex6XdOQdRPDTg
m4ix7sYeVAvj9ki37SSA0MXGkXf3jU3uYebirmzNn1WlixMjwhoN/dCCD5bWT8Hw1oe/VyEyS8Wi
K1Ozp5QbTMkGGcuSHzkGbVCTwYxwe6g6JLlWqTzQ7x3Aiqdgrba97Ln+PUfzFosahggqItzoQdxm
BfTFbOEkvAnjnv0GRmdkDgEBS+YWL5K2UrlZdM4Xlmc+DMen65IRuyvIZ00EqI56fW9Lq8Hxos+a
itqgewWEYs6rUXYaUbQQ6E6VHCb0o+pxEWMP4MLfkay09KnLw7zyh/QuqI0tGJ5JH1Cp5GgXmuUK
M8DSe43v/O+PmbmrtBGTqBfxnWl+aqHdhLyG2NBfwEA8lM3UA3fIWoVs+RT/a3L2CE7pL2hmsM+y
ehSpV4MhVfkAwlhcJRWZfVFklQqCERnUB5iQRjdt5hNGCTQvba/To0JfasGR5e80xkj7/Us5c8Az
IxjPuXb4aMhqUU4MejTDH6Q8yQMAGJpL+9/Qot0S5M0J6t33Tc4vyT82MRWIjhwY9tGzuLZJA9Ct
dXJAj03/2qlPRC4ds8TRMQxPBhIL3ZTeikodoU0m63ZUI9ErXCiaVPucr1UAFzcZOlImILIgTJ43
KgNCRVZX+C1Q5LLqMT5lnNo9AB3MWGMdm4V4/yz7wtTssOZD17CGmfRIBcA/hdKqRHFzf2tnh/Mf
E8iSUCQH6FQwZ35vMPOo0/qIHeXqJEWGo3GArrTRBvbcItrbfzBmiti0iRIBjBnXn9E0mpbUOYyB
n++t1/a1UnoEJRrCdkberM2PzV7of5aGtjVA7kjN0JO5toYqSFszE9YIPwdoWJdQVB9X5xTwRy6e
qP9rBOytqPNjWfPebNnlFVP1mB15Tb6rVB+eBJ2v8ZksHTlYAqMJ4FAAbczOQRTFhcrknB0FoJ4o
PwHOX1ttGGVW2qw4yKVNQ5tGANwNuRSmL643rTLHAI3vkh2VvRjY6ffs/e+PwOXfn4VNncpBxNIV
7KiLjjAiRQIBupEM+1wAb2RCvfvWlleDwqMB8DJWNQsgzCJp1bSBr+oF1Liy0ZIB+m2BGrhvZh4U
fZ0CoOX/Z2d21FJhCAkTFXpMkiPLKuDxaluv3qHFYokB90QD8pX57wpU+PcNLx4MyYTMDZo8IHqd
OfwWlZq8juCL0nZfdZCEL94jDlmdNXXAJUek/2vna/0XQX7ZkqxWUUI+pvyxjB+ryL2/jsXvhEam
CKQl3PsXuO3i7xvg7g6qmLIjpjxyVrpmso/MNRnzJVcHEN//jMyOdhtlLAaTBTsyKF2xz8hMXkSm
oXBB9l0trKRFX5jquWO4tDY76Jjz7LpmmHzd4KUATUYqcOqhLX7LMXuWScdhNB4T4UVLRjvszlGt
2FVVYMDJHSPJicPvvDzzZod2tSnaVfIsAAos6CiPF+rz/b1fes9B+QeaHChioEo/25Y4FQOtUrD3
aWKb5LukQd2k/gTExyJkV8l+yM73DS5+7AuDs50xukqJtYbBm5WQdjdzh4K3JB1WoEuLX/vCyuxq
6JGh97EAK3XzOw3Bt8O2gvmqUifJ14r6i7cD09eg3wNBjfTVA7k4vXI0QCplgHtu9eCXybZt1f/6
L1v2r4XZw0mDXqyNAliJLs/cvOSYlg9ym9ZqvHIRFx0KxhNQzQLKBzP51+4/4pURV1LNQHn9PaBQ
Xev2XdDYdOV2zLPXfxzmhZ3ZiyZkcReqBM8MT/Z9i1ZHe+jjg9EVm7xs3SGxg+RnJPlNk9pDfzC7
/KTT8Fzn1TYFprbPqpUNXjwtF79ndglKSLmKtYYN7h09ottO1V8yUqEw32zCOl6DEy/eAE3HZDtG
DQDgmD0XrC0DjbQZrpwJMpBiX7Yo3OUrF2C6RjcOCFBlFTRQCIHmAyepnJvd2I/sqOrdRxEpZzmu
vIwetcxpCqBM9XgVgzz97rlJQ5hGXFCHQ/NmdrNHhoEq4JbYMTRkuyPblu+D4oNgBkctDlqWOQr6
fuh4YYRM07/dvyJLJxdh2IRrhVDETe6TdebASZLCNnmamADNrHb7pLFTofm72d6vs/uvpZsESFNI
RUoBX08ci32UgmulPHem+oTM5T8875eWZuGLMdAa8GpYMhNwlpnDYxLWJ8KRJMer7JdLZ/LS1uxM
mgCaxRFJ2DGGUFtHvpfGU5/++A/fCNLQQJKibQFgzrV3QZE4yjjHLau7jaJEh7A6AVFoJ+PaoMQX
UdHNSbywNKsHqyUhoSC1uM+DYStxb1qZ7mKWkpTcEYF3CrvhlPTlxuT8CcyVUKhLz3qSoXkxukBx
basfFXrWjLZeGIqDJYJZtfsWdeN2ECrTSpR+FxHQfqMliBRQWAvr5v2kf47YP+A8iLWKX1NKFy9K
l4YJb2L8/LQbfarKVhNvyuGXiJk3A8P66O40qoK+mXGIUJ6COtCKf168TKCUBbcbAjKgTq8/VJM1
eQdxQVwmHrCNSA1t12ZcfpNHsXgoSb7Wrls8fBj/wrgplJJQJLq2hzJvT8EKjsOXVJWjCI3m1SkH
LWdeSNv7Z3AxVjcMsAyhUIKsTZ8dwlZDmY8S2MqCJ8jlbUbdyOwsyV/AKL4XjME3QmiUB60n8+rp
vu2lQOHS9OxU1uBXzodChAKYaGa2rra63bdSvrlvZXEzAS8A9As5tjwP6KQxooj1VDj+vJhuclOf
BHkt5Vk6IagYoBU4aeLckByPgYB4JAsQ3qb1btTTXcTKLWuAxgYycoVudGnbQE2EaWQQvoHkZhb9
ZECXFXpKkMhL7EUHPkLKqrUO0tKmXdqYnUCpJqkWddN6wsqO+1M9ps5qTLq4aVNoNXEzAgszM2IU
XOJqYsIr1b2XhN9z1B6juPEoXXs5FrfswtL0Sy4cyGDiU6iBAUvyHyNNLaH98/eHzLwwMPMQeaEE
LAqxX7GwQTnOYjE0kdZCmLX9msUTkKqmATAMeC/IScZYoFGehtaThDUk2OLHB70PWGNBjoLhmOvd
UrusroUcizHLc8YTqxz8kb7d37DFL3JhY5aPBKHBoJaKQ5wSv61iG87gP0QLpo5x/Ul/A4DXmYW2
qpPSACHvsWCZW1agRpPPoLF2Q20tS5ijmKb3CbkOkPioggpAt86OF0bmwyI1G7iYKsY4HMRIbUJY
54hqa4pAAoTs0IaBYEdJSRwlqD/kAVyNgB0d1JbFToZ2vKsDHgNBRu3vD+bVT5sdTJ30PR0qZPlC
W9pdvwepgtUZKyns8gZAuw7oEhGEpPrMJZGw5U3fEHoUxNAJM2VLQx+S3YUMhYLgrRwsrd8TvbWU
MLdjDfWFA+0EK5LW2kcLJ3eaTQWeBkQzGkKF65Mb62Ir6BmqDHpJvBqD2UA7yZl//+iuGZm9mEMa
GgptYWRAaSuWBzcGmL/WhZWXeeG2ozUD0AKY4PAsz7WL0ZeJMU0IfUxCdadJiRX1DjQRXBkNufsL
WrIENQ00SgAZQB42+3oBV6tSI7CE3+EWBLSMTe6J+kHt1iK56bTN4lAFk+TIh8CCgWXNPEuIkaqa
1MinURGPHalW9nqKIeKRVN9Qp8rsNga7y/3FLX2tS5MzN2BCS7JWRVQjBihu5sHwnCjUCano3Dez
uIcaSIeAE5YBvJkdClaK0O8QB3ytTuqsto2abdFuo+ZRVRPFvm9rcUmQDhfQpoCS4zwcDobOAGMM
/LMy+PU2UV/XeloLzhlwAgSgmg4ZDgwTXl8jMW2TRq3D5JhEGPdMQXxu92a5lh8vLOPKysw1CUle
CGIaA6KSen0D8B/cZt1nK+npohV8FRCyTfJi82aBWpSFKI40OQYiyorjc1GejLpYiWSnczs71+rE
AvX/jMyWIiVRzI2Q463J9M4dO/YiYOjTiWhtWLGSJS40LwyHjnQlg1xeHGrdBmL3iVr8+kPRqGnG
1kSVXRD72BGKys3qrnP05u8TIKzvXzszD5EQM4y1FpsIscKtmb5FOigMMmC02xWnt+AgYMiYaGZA
U4bhmOsFdWWhjHFZJkfAqLYBBxO7pDxIibRtiYgRBrY2+ru4gcA8TiN8qJQoM3uy2ZSRDgblY83R
gI/hYZs/VbJK1re4LLhylCcE1ETnoiRJHo1SUmFZXR/CiYuhVYP9QmfCKQKOY2jA0mr87Kj+EYKe
qR73kdZ6UKqw2KspuqTKfQhs7e47kQWHpWIy5H8/abZy1YzUAPWT5AgVtBYpEUu30zvWNvFKurKy
9rlsiZiBh2AAkPzYBn4fKFux6lDuyuy093izyqc8+dmbm6hiYgBAwCken7muSKpqbG2eHLOB1G8N
T6CN3omR3YKSzyacp2cjN5rnVA5bd6QM4xui9EPpFHou2tT8uL/Hi6dLkzCKLYNG+gbhq3ExyeiI
0yWp0isRCjxAuuCkLFx5fL4CzPmqQS8wkR1A5gFQh+trY4xSPZoEexyMCaaue7uB41HT0lLycykF
nkCrDdgpN60i2wGYptkfjiYwe2HJuV/Thl1a9MVvmZOyy2PLkl7CwaIVsjrAEiLgdTK+EnIunapL
K7NID+xiUjak+M4CeyeZpYD5S9nI6re1rvkS1gJ59v+2dq5Mk/U8Qm2+QCPTakq7Lje/88oeQACU
WMOLnoMuz/kTrLj1pbt5aXPm1hW54pVswF0IuexydAHAJmYX3EeDcyX0WyqtTZrTEygAbleZR8w1
5ERDIuBrtQV0ixz0TOGQRnUvAqFcORF5IbrLMKPSvty/Gkt1pyvDs4ApBwmTKMYd9rXHDDmgyo07
ghC497T6qyEIOgurxQD1fbOLh/NiubOdBVlWEkZGA/dANYu04L8I2Ho+tGgFzGUQ5gEPAuY1rq9j
WPGhakecmWSEnk6FwYzOJ91/uQFflJAaQL43UittVYKukOHON+L3SC43DJlOZY05wczQ6vDd9Ivn
DmYiLkWIAZQnunrXK8LoDictRtCOhtK4tSTugJLZhqNXay+msAu61g0LVy2+Y/b97z/YJDBtKJhk
BKp88gMXlZsY8XuoxxU/Que6w2gLhUpZsmZkyZlMFoCaxyDSzeywWopcq3STH0td+8Qo+GuVt17P
pdd8momN10LSm2gR3gToLVAYoB8F0P3sjRp6VJoJDfuDnthoWRJBBCFNDzTTIZQVzA70K3u4ZA9L
wyMjYFABY0TXe2jwOqF913cHqTGzXyk0UWy4vNCJ0Nvz2lT9gfaVsc1oNdr3P94cXgisFlIhzNlB
eOhL4nq2UqHQgr4Uuu5QNxp94mrEnnumvcfKaG5Txh4FufhsakE6gmisPUbQUt0BQyytOLmbz4tf
Ad8mq/i8iArU2aXv0mpoahL1B97IqMd+T1PVSsxiY+YHAY3++2u+8d3InwF8UpFKYwAKRJfXm122
KstDpuPj9g9yi+kDBQB0aHvHqbaS2dy++ig8gSoeJ0hC0nlTp0vSMGKDDlP1h7LvTgQzxbEf+uyk
PNEHsi996Pr9XFPxWlgfjKJiixrLJGs0wzvKGOzipW70hwF4v6HLbNNgrkSYxaEs9tdbiSRAUTCp
OV3+eZ47jJXRZLweDpCHxjzWPgHVdS6eUvZ23870Sa6cG/YRbBoypipBNQnY3/Un03mmiQNthoNE
38Pig65hL5augYq7gJIHaqoTQfG1AROtNS4zA8PBZewR/Y2KqQ38mk2z9GiAJwxkSy7JdXuUPjrN
2Pz96kCDPwWgqPAgqb82LgvNmGSQGTkg2ZfsOuSAgyZFv3LHFo4F+LNRAESxEzWJ+TBb3YtxySAI
A/4A1dVq4VzGwimrQPtTonR1f0UL/gzCE6iL4WhMXB3Tb7l4EyRpTEfw42A7tbx1arC7O23elU6a
SfxnrMfCMcPn2CKIEtz7lm8edl2YiuJILACfA3Hk9MsuLEejHg8DV/tDnkDRQISclHjCvOd/MIIx
PXit/0Pal/a4jQPb/iIB2kV9lWR5kbvd7i2dfBGSTkcbte/69few730zNlswkXlAMEAQjEski8Ui
q845eH3Bvr42IkN1UaFqPAcyiBna2nBhRFX/NsVkIwEyD7dtHEag9782MiudDBX0ZA56+pFlnaPg
cmKPLhFM2EroxaMYqm6gV0cw5F+SSjXSm76W54Ca75bkG6iKUXrQbSjKD6I2EubI3DbG1mLXLLCi
Mh6Q6yEZmtSFSZcsAQoL27yKnoclP8zaH7ANu6rqKs1Lb06CJGzNITQDbagoLaInhkedTVC9qvEp
CMFgyg71M2RRPLyVCBx+bRYRbi3QEIMOV+e3sI2eo7hMrDmo0CCTSZuq1T7oXN33lRWM4IG67X8r
4ZCVFWViQBeQHeHX81jKIBnMmmUJiqRvPkhO+8FBXx55vG1mLWJYaKpljQ9A4/O0Cu1EzTLVjTlI
4lb3KtNGzNAM7TRAo9wplU4V4DvWogYISCBXxcAAKBFcD0vr9NEOLW0JlCLfgT9di6X3oXEaK/Pb
GszZRiLIflb8EbkAe5WTGeGKzIWpFqTFVqbHcrAY3QZkOJsCKgO19mq221zdTLqH6pTA5MqcwiSI
kqC2BPzfpzzjRXzq+rSV8hQm4zr2OzvfSJNT1B9aLZjLFYeE0B0AZ6BlQiLwqfd0YWdeLDximUDX
hq1SOeGc6j/K0or9ygQroER1epKXsN7edpiVBWRlELQtM9Q0PPN6AWfTSNrCUpcgmc6k7f2QBpli
OHZo4NoIwgMRNcXaZF7a4xymwh1cNwo4DHD9+WYJN902FR1laxN5aUPlxjRT0oSlvgSDsbfoeezG
ja1uTXoHshrB9K2EKnRBsPoOOrMtPI1dmyrAsw1Ci3wO0Ee1lVp0FUMVoRlDAQR4ZdZwhUI0ZG1v
sMbNWjfVXTHr1QwtAZDTJWFznuRN2g9BV4lqm2umQN4hy4xNAwk3F/DzLGuSIi9whoH7r8teJD2X
HaNVPWJEgqx+bfIuTbFPuXD40poh6qDAFDUelYyxnx3CRRAQV3wB/XoowwEbxRoUORtAaclyl05z
YPYAzesn/R3KsHFiOZXovXAlwiO0o2CAQMEQ05zX5RhBbGQIvWGlORI6TNXl4/Ze/fq8gysjkjMT
D8yf3JfcZpW6WFUmXcFgoupcJg/AppLuuZL3DbgfhhpwTOuQyc+3ra6tEkBRiH3wOwRcLtWFTy55
Hqs4UgywNUjJstM0kIdEUf/3xz7UQ1CmYKT44LLi9lIKtc9otDA6uEMU1h4IRKBNkG5uD2d9EiGa
8nl5hR3ODDHHZjYlrFNVpt4s/cnCn6OfnAq33w/S/SzqklkJsCi5IL9lVLU4lTlzXYQHOUuiS4AO
By+S0ayagznB2qbqoZnnA4iQBANc2cAwyNipANhX0Ad0vatCuVxi2lZLoE8GmnHL8iWJ0TARosfC
B1nYu2A62T2fSxChLY5+WGjQwDFlzpytRrHVT+0S1LU+HjRrBEk5qoaulY3jrgJkypn1FJIOTUyC
LJnASC8nxcm0qAlyqdnugixfRGyWK1sRpXckQWh71vFcyG1FVVmkWe06JFt9LCNHtSHLXFeNc3vo
KxsDVuBBgJyywjG3G/F8XERR3S/BeJDP8+9Q8PMrmQ446/AIieY3dHLxj3SdTCJdLkekVqG1bQAK
1h4JfadWth9DKgPn0WV7bSoFu30lXtpMJQ93TqySydfupB6hxLRmTJ0JpZq28Ib5MS9wFLSL1y+/
bs/g2h3+0hpfxhqbXtXzYoCvHqy3+hVCOYVPvPmNQFFhr4qsrc4o3nTwB0EGkZTbGVMNH24xo43V
BZUq74Ag3NWh+Tz375SejPAFqKY7rfWsxauroJY3KiPZz5H0RW5uQHs7lneJlgkWem3D4unSQi8l
zg1Ev+vPihdzAaIWfqRpj7p6l46ghVru01w0fDa8650KTnEALnA+yeiC5dWOIgIWVdVAJDLHF91+
slCzr+ld2fwxlO41TXSX2KfQPEjh398hYRjlOui3gTQbQMnrAUb50mcWOLgCvf1V24MTIb0lg2sa
H82PGHx+rahx9OtCo4kDCQxOScjafkGYzLI50axukGTKxT1iJAqwPVawOoKutq7HfVopowcxQ8FF
4WtAYGZZBwlLBFCVvh7naEOv2eoQCk36TdJAGfa0JIJw+/U0Ye0piLWQU2L9cdxUNj0FviyGibIA
5WLizaPm6DZonRa0X5Z++Nd9vmDFZ6VWgBvxyAVZ0ush9RZtJUNHOJCpqu5KHZVf3GDiH0qVCB5o
vsJ1Pk1BkwaPyYwQl8vUunnRJxwlS1C9F3WxzaXe6/X22EAxq6tjbxxwpYwKAKziYGrvx64+58sR
TE9u2UcDyv2jq1ORRs+aI8FhCfYLo3n6jF8XGWrGFBDjHGepkn8H5sSBEg1qoqDti44dHhr/Oh/G
vRZbFF3orO2FfzJdopqYYOZdgrC8H6U/ACj2oqbCryfjtQluPVF+acJMVzDJ47dh+aX9/X0IYCCg
clD7BNJP1bhsoMtNs6jZXRkd6L6hadh6cf8qWcnfAo/gLKh0ImjiyRIQefXaL7sekOwsSnAnR3ez
ue0Z0UPV3E/byDzfPqO+HojXllj+c+ECC4EIkVbDkhqDfV3pfdtOPGCPgjmKvdAWhJC1/X05Lu4s
0PF6qMwDrKXS4UOF3rLmGvOmkra3B7UWqdBgBrQy3jXA1sjttWY2cqMjzA2K1Atp5VUo/02ziGPz
ayGcLROgOHg3YRUVXgRgqowGOQxeFySEDDNxRg3a0jGo6aa49sb4d2E3T8pUncYs2moSCK+FJNts
efhD7/ILOIfH3i1CpDM4CrrUl+L2yKKmHdmHOfMZBaLcvdKk8hOoEtFN1rmTLGo5XZ1rsNdintF6
BYmrawcK+1Yfhw5zIFf34OZ1SuModX+LqGfzrKPRk73VMmnraxuGNNCqG/DiYY4/i+URmCfhA/pa
5MA6opsB/oKqC7cPRhkqlzgnkKV4w655ue2PX1MgfP/Fj3Nun+tqGy0EP95Jh6x8rOK7xQRec3Pb
yupWRksantiQA+FB4HqW1AjlyioJkds2O2gtgSpmLJ20cXuRYubasYH7K9ac4XXRknttCKznodJV
MIS6zp0ULycaZh/A9r9q6i4Mh2cVt3vHKgXvh2uOhmcObGtEEFYvuraaSnTIRjmTgyqDjE1zJ6kn
aI8IAtTq0C6McHNoyCn6aIxUDqbBfq2iflNOgw9qArciqksyddNYlg9hFkHAWouLuMexyiXaQTG6
67Elc4vH+rFGvG+eTevBrHvQXp4ws2mK+0Lz7bajrM0kYFsor6C0h7IzFzRUWs1wVlizu+mtlaJA
mtpjLqX722bWvP7SDDeowo67uo4rOUiKjTG4eRqkBd6zX29bWVsxNAp8oihwVvIxOLIzDRXnRg6i
HVXuIWkMushhE0pesY1i57at1Ylj11VURtH3ztdk51o361HF8WVArzuPo42SfrNxvNy2sjpvkApE
gZkREfHgMwhC1C2gEaChTHYzUFqDdrJQaRsywavr2mhAVwMSHjwXgeaVy+ebUIvSph2QzCBI6HEB
Fl3IQqe//n40l1Y4Z2sKLa/7eJSD8dy3H4r1Js1b9a9xOzggkFnjXo+XUNBtc9s2QfvmQEtZDmb1
MM/bTnZDsBb3gglbC7BwMNRlgNlDEZRN6EWuBAquuppnTQZy9L7AGPS+daEoZw/zRlyZZJ/Mnexg
3EF7Ef4LCQ2+2FpMKh64JmmAQitS5m7KUictmunp9up85dhATQbiXuzYgCeAEvx6TPh2uUln0LTV
eVBbb2Phh2VQVEeifpeU16b2IPY0f+gPY7rNiyAB1Qedj+QpkQ7xrgQwKQNzuf5L672W+rc/beUl
8/rTuOmW57a1J6BIg/LnsKfe47Kd/e/y0fgusMMOjq8z/e8UsP14saxpZheggYWdDkwFy90ISQ2t
9Cx7U2h7MDfb38fsrGu7+EUYTz4Tl1umuZM0w9Jr4wDTTblP5L0Wbo0CT8+OqhyMFhqb3/TEVd4k
KJRCvBgqB8lzKT1UPqhqGok69uNi4rU1OmY7CDWp9kenbhvz2IC2G/9zCe7E+CV9rCKn6CBiJh0K
8N43ixOKROZ4SVHUe69XirsWEWscIMBrg+sPuPfk0KQvJFQcdXzpFNPJUGmxLCfFe1MP8fLRjeeP
8q7NSx8Ch0m6zdBBnpZ7Mr0ZVbzXAyN6U+qHovCMT60FHYg4jy6Za/ROQV5S6U87Rk4CVgmRLtRn
BfLWarCj5sIRzBiqNPUUjYFePKA4CB7ORQMrcLRj5DOLM7jlSwy2+WZvhVBrLJweHNQnA6qWWIU6
oOiRiXeJdQ8yvOjbTLzB3ncDdF3TV+g9gdK6OyVnsLUf1I0Ohje732DSHCxLc1Dyp9IvHyRQB84n
/Uzsc56+ZNL9JG8rZ3yaXmvFSbLTcG9Cg0QFxx4Ag0c5PNm5B7YbOxYkQSvvllhPdDZpjGaKoa2v
J6KCQlY74ckhAGMWWv7mvN2YTb3sc2iLumSCWFQKDQcwT5snOudMs7EHf9s0i4Dmn7Qv1ysC7XcD
qFJUBRm8g9sfCh1qcEInY7DAXdCD6SrG8DzgvRsvq+7SdAH5qC3dadBIUdbKhtrmRpP39vwjM2zI
8WibyXBmvLF0jgQJLAo9UnCM7dhjL40zp5ahgCy53bY3mx1hL/vAyUJfpWvNnSyiihSOhZtUtS/V
urJj9DVKhzl2rTcDFMfw/JMWRGCXjQh6cDfTtLN7L8lBtRXjtRilyXKfKaf0pFmOLu2STTJsoX4a
qt5Q/i79+IAHRks7Q0wUx4Vj/HUGh+lH9xmSHRRbcBhd+0FclcOomfkY/ND3D9rDX8fd61/nJiQB
96utUvx62C1Yi8bP1W1H0LdeuqyaISn39gBOyTn/3mtHiCDg0hSL3m4/ge9fPIyRXwNdCFfjzz+S
Nqmc9+mIjpL5JMnSA/jAnHKMoTFrHIoEOmVqg+ZlhLESBYNZ9eTaDUO6LVX7sSfLUzzM73i/u4sb
iF7Qob0b6nCHqs1jGOVYVDdRNC8CdlHy7UnZFcu46TRfI4HVP44F2qEt040kwf79mkBiYtEJBtgk
2Ni/NJFUsjbklBRj0KSg1a1TqGgOKHZsQtQ8bq/h58Xky/RdmOI8pIJWRN1EzYjcwXxsogKgXfSs
lOYZrCAg60w8Wkjo+7Y8WZvvhpG+DVnlFY9d/EHbzgHbzG4gstNrP8fmoOVQtzSmrZrvBF/5NZfC
hLAOAyQ5KIwaXJITRgMp23gBES2YjyHKO/iMBdrLI9P0CqlLjyWkD9Azjpif6ZteMmqv04fUk1qI
CNQUspZLK+nYeH3v12go8XXQUBzjqAD5xFQUm6QmDqJkjneWxcSVsYOiq6p3j7eH8dkY9mWykUuj
mx7h+Yv+NYAPYOSwwadbgvTRUkH62DNdrNLY68uwbY09Idtp/qmDKz6+q+3UJ7ZTKKNPlHlfIZMZ
s59qvXi3v+rr/UtFdw2KeCiCAFPI85Ojf09hUzsGIwkfC3vblWcl0qGIle/QlloPQbx0gsxwZTlh
kpFXozSJlFW9DktTDbyxnckwmTXukh5AH/lfBqWx8ISGNtwtWMp4kQlUnTVKHUX3e4EEII63nXpv
qdRthy1Fzbk/lLOgL5vtE25p0VP5r0HOQwGRLIyyhMFx2kBJDsIhk7Gdjc0g2rErZzvWC2/KjKYB
VTm+F7uxpWmkEyZPsXZpme6gZ3Vn3EfyffvevA409CNFECRYHP86tn8tcjfAkEKfa4lgMUl3rVu+
o99834vaHVeNIGVBgy3464Hkul6xPtIzYkI7OCBV6OTzDzuU/CR/1OJh3+c/BlEhYNXrL8xxDlLo
+VKVMcZE9+OdbLrk1O4lSNYdWoFjrMRyUFP+Oy7OMWZVn+tshqEhfVHBQG9Gvy3pCJIuwZ5auW3B
Ly4McbetvqVmbhHESO0t3/Yf4ffc1f7owHc6raC4se6CF6bYmC92F1WXDhhymEofmgdNdqRN7+ee
6TcHHCCWYCuLJpA7oRa8u1bWBGOzmz8Cxj+ewCJxOwTyzOe4/1zPHZfJpBpqC1bD5u4UPwyd0/0a
vvVefJD9fo+Gtv6bwB7bMV921MUEcheVLDaatkQuEXQ+wAH1S77VtvIxdqS9gY5iEdXD13eiq9Hx
dbuinuxSt+YRNYbd0N+3E3xR1CSwdrZduh/fvJAMfWcnMvZvT50aKkM7iNcXi7cEauHCL6BkH0hb
4suOZw2b+Idgl60OET6HWg4awQECvvZIaUqKQgoRfoFGONAWkX5SoD8pcMV1P7kww/miDcHMRJKw
maNg0bzyoyvBS48B+VBjsuPInWtE/ngDfitXkAKJBsh5qCWpSpqyI1PPNiTdxsaWQHhX4JarWw0v
yqiGgWgKIOjrWazyPkq7QcV1odjr2/SoBSV1oBt2ajrH7J1yTzfy4EhnvREkvOsRhWHGZAbiBiHJ
teUO7CoZ+EPgongNGdRl17/ZRrmxioBkI1hfgTqqvoMzzR31ULConz3n/GZkBDZAODJ0CX9HpUvX
Vl1o4Hir47NOt5CMseiw1YvjIp8MaFr00a9Gd/QUbFjqnZIknh4Ffbsdm+eZfZz9Xbb9SN/9PUks
ohI4ClB4AX4I/UBclAiTcgBFLAXwJHmsxj/S8mMeXwVLvuZX/9r40iSWqkncoe9mCtKjYe7ArefT
IL43nWkHuqmz+eSMe2172+aqSZZsgv0LbSI8b5AsFVZUQXUOzcI/W/V+Kre6db5tYi2ZQBP+PybY
J1wcUJY2qHUPBFYQvujususc+346xKJUbC2HuLTCOa0BUilcPrIJIe/JsjNIH0nbhaLhxdw28r7t
dkIyMF5z5/OgQt0CVwe8+UMEmUvF1GrMC7BKTAHIMjblLtqgvADNxDvjYLvNbjhMB+sh+bX45jY6
iZRI1qLDpW0uOlh5QYxlKYAp2w6ongCddzBfbq/bV+A9c3lU/VkHEWRj+TpajgcgRW9ho/HQb70j
+2Tb7bKt5VZb/VHyc58ISgIs/eI3/6VBLg/M5UyfugoGoTrniJiPVmfsYjTM+IUbtlo+WmmXY8Zy
qPV19UmZfsXScI8VFOypz+6jW+PgPH5qwjmcBoxDevLrx+q53UQ/wbG0HxyyX3bJofayg7mv99OW
7tS39N76Ht7PQfsgSA1X9zbaakCrAnpToPWuR6ymod6pGUZsgN37nkqGo1SF6Jhia/JlrBo0Nmxo
wiM2cqcwQT9ipbE1s/3kpXvSD2QDwuldcmzu230/+AKfZD93yxx39GqpmZVlUQHl+Af6yU8ddp7m
Q/o8qHbjw/gW39OfT3j/FRz4q75zMUgu+GfFQhPTZo4Juv5xg3ZJN6+fs17wiCcw83mruHDRXJ6K
vjRhZiA7qXkaltOi38+il/m1Zya0ZfyzZJ/n/4UZEL0D32OVMFPv8twj22pv1o5TQEjX9JRD+6Q7
CwgUH4xN7Wrn4aAcyP/ffPK5zRyVoFbra8yn+SZPWwiVO1kzgcZWkE6s7oBPCldgYdBwwib8YqRA
i8p22XZTUC9bNJGijj2LAKmrMevCBOf/uQUC3hAP/MEEEbm4vVcwlQKfZ7H8q88zItr/HQXn82VS
DelMMIr8PNZO8d1QHVrcFcMjuuY+TBmoUXTMC4x+ijnfMsq5vGlFpkI7jAuv5xBi/bUc559k2+zA
gudbd/I7El7zPd0dtO+4TkAVVkTRsNIOhtPnn4lFl/n12uldP2V22+AD5lPrmIfWNX/rldOOeMxx
gHz/2YvYPW97C17Eri3ObTPISYV5BiUEkbZJsmk7wQm3Hr7gioplYZPx6sN5JJl6YyB8ESA6zNc8
eqofwDXsCGv4q0k8dvE/lrj1k8N6bMMWWyx7HQ9gw/XVfbULd5ULnpL/FJSRfFnAxzISY+6gCdsl
ls2+R0BRvZM2OFAC1N7G++WbHTnm0TqMv83eDd9LDzddaAgLtsfqCXRhndvkURgXumTBU9PchYhL
+cfGk98++shUB6+M5Kn+3RbCYs7qRQVkPf+Mmdv3SVOp9YCWH/Spo7JpR0dZ87R2n54mTXYJbRwy
nwt7H9FvsfnLjmPHzvxw3CfdexYV3yLofU3DfTdru1kEIlrNhC++jAsXNci3Sr1iq9F801UJPEmb
xXLU9yI5R9TN/ttN9XIqOFcrE3ByQ78TrhZutNpTcCrX7h5leByXqPQ4xe5Y5V7ybO8FK78aGP8d
Kf+WooR6uiwhRprWe/rQzBGgdN/Mxo+G50b5XdMfg4KUi5w7Ya/Bem58YZqLFb1kAygF9fBAPod3
5hnKshvbrSBDT5zamw6Nowoix+o5c2GQzcXFUdbZhpyEozwFESkVr5YmoBJDSRM83axmIBdWuAw8
URU6q+mIYaW7RnUU3C3s7KALb7pser6cLhd2uGTcmMssi3oWasEcsVeH77l86hXdSUNHg+AzyvKl
dNLmQXCqMde/ZZYLVMh5dHmmGB54kzLXvg99soPEe/3ttmOuHSTAZEMeBUUVE8CS67XKwyZOabdM
QTknrjlthwpZo4gGZtUI4CoA74HhCpaujUySUhZpq+Hmrh5siNjX3Vk1ROAYkREuysUl6FSMUMUV
V3uNeuLI5r4rHm/P1ppnGxcD4eJVWulD1KqwQcKnMP0lQejttoG1gHhpgFuOEYKP8qLAAPqryOz2
0N6pNma9B1BkKgFWExxIq+PB2xUAjiiCA7R4vTBp1Sq9UsJctZdcETXE6oJc/Di3IFNspFnZ48ez
HUqCb5LgBvKJ2OZ3CAML/b+P5xaDvUZOU43fV+9y5zydJsgTOfU5/amco+fO/YO/+LdXZzWUXprk
l4cQMnaWghtkAiF2BY154aGzarfPDY+0YIhqP0B3VsxPVd2gRVAGu2rTO3P0XfAdbOq4oQOGwgaO
Rz4bWO/rdWvCSO9SS8eGokluuYOhVT8JSeJDqs402ujUMGcnGWU0lSlUzp/CuNLBXpEqyrTPGsve
DcApU0/SazkDLVtODoZRTMfOsPsIbWKVqI9/7XsZphSrhVjzBQNFUkKlbmRu3QImXPS59F7WNd2q
kT27RWjEgbVoIjDIqlEWbaAqBZATX/Cc1ElOwPiOG9Xwoo4/7XZfVzruPb8r/en2eqx4OsOR4wYA
yjS0XbB/vzjwBmiz0JHCUjZpuqfXsblL1aZ0cTGwBV6/Mihwd4E1HYS3uPvyKx9pldTrMrpqof0i
1xnwnMsRolyhdDeb+fPtYa0cQWh2RTMJnkoYjIHz9tlu9LDVQzTeD/I3vLyi1cq+Z5A8rbyX08UD
kcb5tsWVMx0QK0gBMtYJzeaJsaELDepJnMVAMtiRny+Z7RGI2+17UMC10DfZ/gdzbCLxoAzYLH+3
jwtSlGOB7mEblJkaiiRSp28zmXxEViM6nlYWDrgkhmVhmu5fWFcTkkNTbaRKoJchyIMbN54WNwOS
3dSX56YTlZzW1k4BkR4aRtCkCZz+tUvWVWyZHRrawaW0+Mm869rG9pJU2pDIOrRW8VabysffzyYj
eMFMoq8cBKHXJgcrkuUwJ3KQ/dFy7U/e1ZCbeFdU489/sIMlQ9OJAiw8/9bbJY0FRdteCXLIE2Tz
TwDVO8Vp21pwOK7saoQO3HxBDKywbsjr8ShqbRRZN4BosYzfLLvyx8XwQH8qcMK1AjzQw4DXgrNB
w62UW6qyzVoTDUlKoErVcjaMvPNy3MJ8ZVKmDbEHazNPXftB7FQCTe4Q7QeDiFgfV7yTSQQzMizo
S30hV+jVbIoS1AoDgvbULht8SiqfRNFdZ6ubOPt9ewXXbvxX5rjIouhxqUO+QgmsVHYrFCUrq/b0
6RdCqE2zrYkDyNQjdypMP4YQ6d8nWbAOnn+0OKK3UecuRNOshHUBPtagVErHCnHkLeF2tAnape+q
aktl/TeVKgEIdmVD4rwG1w3D3UCQhzNKdK1tMfvw2iJ+hqJu8Q0q9HtJfi4N6mvmXwpns4IPusUY
vJcBfQx+/xOliEN7QMMuiJ28IkVzeVgdkzrz8zaCoKoRCh7w14aHxBUoXyYyJPMstmq2qHJp5moQ
xe4ioxKKdsCovhsiMEc3xxQNLLddaM1hgbPF7gcsB+VHzoO6ee7NEjXnoFx6hxEf20eDJrscXdm5
KiLnWjmWgMj5xxj/2G0u40Rqq1WDfgD2Z1BqAJpwqc2TJH7oBpGeIpeUs9oEtER15ONAhOEo5OKo
Aj28pB1odJ7Lrt0tbfMnWyL97+7ozAiOdYQ2YIwhGsYD4EmdSqNkk/h82uxur8zK51/9snodNmXJ
VlBVwi9LjuIK7vw8i+mXz+ZistWB4xOpUXyek29A8+0N/SS9gcK8AE+8TRdf0/dG9lzF90U0u2pz
F6lA9JluQ2z/9ig5l/j8EGRE4FwE6hLoM+afFymfrORtm8Zteu70dBcnNNs0TVe5lWYBG5CIlLJX
rOkWFKwNwEKgVPzZYn5hTQoVyDPqKuOdXxzgoBwlHjw53ix089fDQnppmADCAuQJru/rYc01pFj7
JkzPhEgAII07O19+pSRzrUgVHK88MQKbQsMGNSfrRgTvHU+MYORUJ9BiTM9JGj9M1fd82crDU0+3
w/TLQJMuZKdT5aSiHX6BrOKydFtZSpym3BXphylRQWLN9+j87+cQrCWDFOI2zA29yHtlbuUhO8/I
qbZJmxaaY0M91anG+GCndvE4TRaAhnZkuKlSEkAMoDAxDmgAwVTGbmS0uSg1YO58cc9j34S6NcDP
eKtGkLO4iwWSjngGM1Z2DkeKg8I+ZaTfzOilUZ/LRgOH97YwnWbEDZDIsRPGi0NN0TKxcfPfgK5b
7GlgQnCRYpH/wvfmyaAx1LHouTQD5H33aQZlrG2s70tr36pwQ/Rym7KoL4xLvtjIwcqFhMRGcw9D
9F9bzWgTkWrAapij7iTQALeqP30s0k5ciVVIIMHzCKwJI9zlxoZoLjdGndBzopDJraF36kCBQkRN
vObpEIREPNdAbo2BccGiwlU9NMhIz6Gau2rsNwbeDuNuXxhgByicqpxdOsRuBaSBAhWThgQD/Y0K
ttf0EtAfd3i0FuxzvmT1Ob8QHsKTH2uQh7TH9fyasVEZYafSM43pkx0SaFQ278boG4X9XleDO4eh
I827WftoCq/LZkH4XJt4hqRFVz74rL7QM0rSWJhDGefnAiKjG2WaZ9+IFFEGvxI2LdTl2DVBZZdm
bkunqV6MSt7l53ygLsgu9vPyvOTpk5T/p/Eg37J1QCpxNeHOpUFK8iHWTUxnUfqttO8iUYa+tiF0
vD1pKK0y4hZuQyTKMmpqkuTnpoxktx3N93DqU+CdAe67fQbwF5JP3wAvjoWGSNBzgQfy2jcyutRl
X1fFed7KSeyOpp/Nu8k8h8ljrz5I8zPwU7dNrgyOoOsKLf14PYEYGzd9gOiAi6/GQmWDajhJP0iO
LWl7WX25bYdlhVwsw3ED/ABSf0i/8Q5R2WU0l2jIA6zzudtrrYumMtd+6fpj2jw2wJDfNsclqWwi
r8xxOX/YpNZC56I4y0aZ+dasDV5fdR/JPGWADNlAvpC/xQD9n01GBw1GRawhZ9McWiVUFthMlY+l
p76hV66xnCFVLzgYWITg51LFzkIvHh5rkDJce0kVhrmk07Y4RxBkTG1fmTfTC2jpii53ZAie3J5K
fc1FcHmCc+B+imsNl/CHBUn1eMzLc0qX6KglerIJcVF9UNH15ckLQV9lJE9eF6nKBgVP3a8b8Dhb
kjl7RZRNvj7IwHEaauU1ktb6xiJrjlnrtjulFRqcJhCPgkow9tTRNMDlkpaBnLfKzg5H9CFHFV4t
za73G8QrH/zo4K6p5mzfpFV6bOvEAB1Qor5QZbHcEJPiQMcAQTyKi8esVui2yacIZF3m6yjVnRdJ
anzIGlodoAUmn9oFb8S11feC7GFtgUB4jsUBORret1gMvji4IeWj5vjH8jzrORrFQ6XwkfNPrmGl
AG3mVPGHxmpebNqL/J6/3386IS6ByMSBRWOB5Np0vNhg0wBDzrm3K0dX3EFR0Xe8H4GDNbZZk3q1
zI67yocU5P62o6zEfJwojH0PdnH/5UxXEllI3aXleSTkqbRfoRJ4tlhMFrj/Wii5tMMdoKrRq6UR
xuU5rH0teylOsi7hMeGN5GABGn51IiFf9t38dru0x/k/GDX0SKGw1yQ/yPA4gjfcPmS0dCp4z+0p
XNtq4AgB1QoUCkFayjlOaYGBqiN2ca7VRN8PJFFBDEXu55F2H7ctrU4i3peB8oWANbo3r/0kHPKS
FjkGpQ/HcjKgbw+gSxrfdf07OB++lfTU2oIrJE988OmbUCzBuw9yPkg4cAsn4UFN0QYJATL2lGof
JbFDmp+J/jyqvWPQdBPlO2JkPlO2DsHPhoQ7dYwdLtNgUz9AVQZZtpp4nX2cZXowAdTq8eggk+fb
U8OXt/7vO9F6g2cjPFfxLypdTOw4tRHwKqgCObILKGrZuEi0ow2ahN9a9DH1Ttw4QFE+3Ta9tipA
Gv5jWb1eFXDVkSQ0svJcdMStFmAaq8xb2mwrkdGvwnoj1/ErXmcFO2rNw0FeBMZp5GxQ8eE8nNS5
EmtpVZ5JkXntkLtx8Sex3036nNqPt0e4FhovTPEMKH1VFk2jYm6NRmtwNCSurtDxjphT5WoLgL+W
QYeDDYyyYGsJxsg/u0x2qxVSWyImT8XTAmzErByruvKm5I2KXllXlxHM/LhBQTccVZXrZcy0ol/M
oSnPcZg4VX0ql/MCFR2SgjEiuR/pndwI9hbfZv7psyaj+kQuB7I8Xm0cNy21MvusOi+KBfp6sE8U
Rp47ilbrLjRq58AejMgh2SJtUf6Ydl0cl35tFzMY1BYIe5rJ72UEDr6t9W5HlIHuirAadiqO+BCE
hYJEd+2oAJoW3fBoT8c5qV1P0GDLoUomnFLhZIOmiOb5ntAFbMalFIHJrRGVj9fiKrtu4UUWJLTo
huDskaWii5RX58nfT67gAXbtRodw9u+vc7t2oXTSkhC/rpHWV8anLP9OjX0Ynoz0lKrbHmQqJPIq
siUi1MQnyw5/NuHpGmAYVjrAhf16YH1V2DM2UXXulmoTZgHeLZ46zXb1hGxqtX/qs9+V5kHWeWoe
a9o79sNCg9lAxxv4QRLQTcQQQs92HR0PUK1zw+oAKpZcsgQB5suuB1GdBuZoA7EFyj0Wt97ykppl
nErVGUTAgYJ60RTekeHYghqvLtNnNKYLW87ZpH+ZGYsVw5gaBx67rmcm1v+Hs+tajhTZtl9EBD7h
FVdVKkkt1FK7F6LNdGISkwkk5uvvQnPOGRXFLaIn5mEmQhO1Sb/N2muNLRiWR8yMpPKQihFBP9Mg
kadXM7jMdHaX4t0Ds/TIj51lTY96PpWHzOhdqDgn+t4eWXbY1efgMgBrLUFwsgbimD3X+kJpmtiE
dDLXji33EnqqyF2l+POzQaYA/fDFz9uX7Rqf+3YrgI4RpWQ8Y0sa/XISkCGbutmpmljNNKj3eXWr
3dFfLAVbLgVXbjOWPh+db0UVFdXoKQ59GIbBH5oZr7/yhc5paHJ6bEAAA45iBzp8t79v654E2SXa
YhDtopV99XmNpYAUbeybeGgGwPB011faZPJMSKGd0DjjelBjYsdEKmao9HW7kwlZN0C+zQ5WAhh3
MKlD7Xq5Nd656Z0DuW6n4k2sAe8IPpmxRM4xd2j/FZwh5f0AWTTqG2KuANfInKOUHIQfrgSAs8tz
vfEmdEWdVbOln5uqh446NpS8B4lUM/gWePtDBWpSX2/P2KZ/j+IxzhL8KIgrLjfru2+2c5UCS6Fi
H+nTXW2NAOUnAMPA7R1oWH407HOagKbF9Id5j4x4KzuBnBEEvuABLoTEqyOlMdrWxahjvr4UZ+Y5
+Mfwc7hB/2qM/9hZPZ/ozypI7sKOXf4myUPq2ADlP7Pm6ywcf2rT0LU9zWkf3T1P//qZwCmBHouF
+GnRiF7dppy1vELTVBNnDphrEo+kv8pdBtM9I6u3yBkBV7EKvBZ6TIGBli9t8kAhlyhFE+T5sWSv
xldi3RfwNxkaGGs4ocqOt7CEEZeXEaJDFLxRXF9wHeuF5BZH08804Dk0UQEtwe+jstPOIl4nrxEJ
gnYZOUAgL3C4LzfqImMqoafGYw3MO4XJPVabHgrxp6wEjUfjK2TyufqpTnbGdu3nXdpd/v7ugKhp
MTQaCPBi2z7P4m7UDqZ7yIkPicjbI9xaR2QFoQqgGSDjUFeXV1kbjlLRiset5SJ2SvvEVyyD+2VH
95TkN04eBoVnHtchUj6Acl4OSoxKn+jgg4orKu6zzoTuTOsR4IIUiueKN8cmV856Up9QLHm6PcyN
6gxs4+WCh4OY9IrahifzxMds4rFLbVD6NnA0iJra3lBCimw0/ZFPddDaOYiV2paF1QiEjTMN7Qmy
cs2p6eq9HMeVM4G3bNG8grwQQlfkwS4nI8FtZ02DymNIUH5U7PzZliDBScnP2ppOlVkdybjjvmx4
eCDmQkZvQTYiXl5715YuE9YNNY9lm4ckLX3Xbk7TECONrvMpGOBaoxDjF3oXVBPQj39KCICnCh/g
LGSB+Bf6E1eJAaPvygzVJ2w2u4dnCfhNymx4DhOCtZ31vvbNL02tXkV0P9ZzoQ0Yaz1/G8ccrsJv
OrDf6AC+m4nwhTHco8/NV80J3D3luZWmD8UO+C8q6FOOY7PHdbd10FAoAppw0QfFVFyud19wlxeE
8VjM1FMhVIFKrNztUdwaNkR9luwtFIERk1xaKUxWjD1yPTHoDw9to3ut6v7VmM1R4224M8Ubd+MC
1MBjigUF/fHqgTO5amRj74rYSZSQq42vSidmHdAhEITwZ6m81LXS+hUvHuw0um184+6HtCyoYVBh
AA3/OgBH1aEms1uJ2E1eavvnRHY8lI15RI4HLOAAa4PgdA1/aXS1GtW5F7EKlKsOxsT5QWcPdK+1
eWNTXJhZXQKp2feNpcGM+GIE5lP/cnuWNn9eAyTrLRWHcvnlbhDtZPRzP4uYGYOvsnAq3hoD/4UR
uJ6QukOFGZDiSyOtSjLW8FHEM+gZeJr5OUrwwx6j38aCo4j7j5XVZuM9BRlVDysiML2dN3Bzsf/5
7XVVR81kZ2MlRJyXMiJM8VXjN9e/O+m/2VTv7Kx9JqpmnA2wM3cnB2oiCpBUbn5oij3ila3X7g0s
CkqLBRC4Tt0rFYjp8lrH0WRAP6TIMEMAU5ZepkQmwmd0GS59lQd4n+mrlHsisNvzuRCJ/219te1Y
VhUDZ7A+zaNvGEgxAk3uSCWgkIq4vfmWZV/5gNbbuw5mKqSM1sFPNZpZUresxeaz1cjgCjsouhyP
JuAmbNAaT2S6GhTIDT7YGh3D29a3zheIloGOhZwvYAbLRLzz0hpCgADUqzaexHMyiYjJ3JunesfK
1ruNEAmQrgVNClDDykdTtKrtdbtpY56BFKjhMqoNCDuoBN3u0F2gCnrOjlPKT67dB/lsRJalHG+P
dAM4BYgDZMsJIMHwV8jqlOsEjBOaI9q4sujXxnmwEoLipxpOEAm1nTMIXLymUgJr0D2doAmRa/xe
mUF+K2gkrRct3UvGbM49Ahy4rDZESp3VYUoT26lH2rdxBmwPRBMlA9XPvJPwWEZ1tb3eGVnNPIWE
oaFoso0VBSTCaHd2pkdDfHfos6aetD3w1N6QVi6Ck+a6woDZi5Wu8Yyhh66KHZd6vXdots7nEhv+
d+rWbhhTlRy+eBt3iWdWL64ze53+pdq9hpbX63r2HEBIkSuC5NDqdZNqY6Y9esZjREle1+shTU88
YV6rmSEo6m7v0O1B/WNstUGzsoZ2B4Wxyv7tul+p84qqtYHk8W0zWxfOUqw2DXhZC4L88siPHIq1
ZJy6mCM+Uquf0voiARUcxoNavOj0XNRfbhu8Pv0LwHJJlIBoGjLv63A+M+SsW1Sp4bVzPxuqoLW4
x910IS5w1WNxn/f8YEGzwwLSpt+JQ6+25GIcYsrAKAI9pq/7xJ2J0gxNWE3M3Fc4dDkImVqp/+mc
Iq+qYypdDe6kcSV0TbvJUmfbRsKifwbP8am3I5IcNOVsMBmke8jVjSFdWFt5EqxQevDiWQ1werGW
9P5gZh7X570AZNMMgh136a8C3ma1UUjlJnniOk3MFeRhyGBznxF+N1JV8RCDgRjdyM0wRaB5LNFG
ctAVHc0VrDciMYGeWCrcQ4pnCNKl2n57S21+GtBkS9S/dMqsjorLnbZIZdLEqW8Wv8T8Yu/R6l+d
/GVF31lYzfHE0Clm5LDQZognmyoycF8yyxta9cHY7YpfpvLinrm0tvbfem5R0bewxpoU5QP1ZOZQ
oXJcv6idB7WWnkB2sctTD7cDJ9rx9mxeeaYr66uFRl/ajAZY0sSWktReas+Jn5FmDy6wrMl6jIBu
LXpjyF1q1rKm71wN0NAyRyYYo1Me5uaYW0epDCDJKlH62+uqv07PYkh45iGyaMPtQDLx0pjRTJCT
HgseW5N9J1L+i4iPfNDCpvBzGgiihe00dEvNLeS5Ht+ez+s00WJ90YuHUjdCvDUCo5rQ/VAKTGhq
pp5e/zZ7M6jN7iW16njMlQdJzLt0oM+A1e8cjKs35M0yqgyLcvc1m99c16VmFZTHHVcPXdVGynfR
ugepZ6fbY9w6gQDVaBCFgP4EWuMuJzhPxcRmgUSIykQfUO4YfuoIwCRQTdwZ0/X2xNly8fiifIJW
h3V1QvaTNNFGz2M2s9kfCYfwqN2ZOwPas2JcDqiuFEt2mc3jUUcvocd5cHvCNrYk0pOouTlgdwLo
6A3t8G7/K4zZeN8Ij9MXcMZDg9vxBnbI3A9Tavh2Eo08ckoQP326bfdNhvby3MEuNuLCZAlme7K6
ycbOJLnWZohlhA6sTAq31xrhMGUqxMcKpumoRtu5z4piCAawHKOZ35mOaIyAdyDZK4C7CnhARPNs
mOkYikp9matcHKemr/1BHcqoVHjEExVekak+1yZNH4qJGCFBpBgOiSmjTDiapxBlj/tw+fLrkeGA
o+BqX2Nn5plLx2ApUiiGCHORhrpmRHUXABLXBX0HVnu931Oaur7Fltn8r80rWn4jGVxsfCpi5XP5
WnxzP/VeiZhhx5/Y2owoyIPu2sXgELJcbkYLTQ6FUzZIe8wuoO0qNCC6WeU7scFbxm49gYvWDrqS
QQPvrG9JpRI1AxZDgIsAXUvs8zi1PtDYGtA2SB4duiYPbAVqAmQIVFr7lM6P6Zx73aD4TvYT9PjY
K5pX1n6DbG/BPjTDCV0FB6XhX25v4utrDVVreCBwHwGLuUKtFkbZoLRfirgsPoKpgb4mxhPTdqTW
rp98GIFHgjKJA0nxtcgn4Arj7DrIyOnJE+/m+zyTfp+ad8g4B266I4p5fX/CGBjCgUBfyCfWSIgq
cat5LATSc1BU1gt+VPMErtWe1PCmGZQJ0ZS6FH/WxZG0wwHVW1XEXea0wVw7GQo+hnpEk/yekNfm
9CGORW0dWEsk7C73rDASgTKEJuJWv8tcNRirYzowj9HPtNuZvK2Dj4oP2qAdtPmhbeHSVJZxTvOJ
iLjPlF8loGELSe7gqQLQDg2ZcrX5rEIl5fYe3DSK4g+akICcRsfYpdF6rilaHJATIv0hSUBjIzMv
e9Fq34APU5JD0f+6bfAaS4RcCV7W/1iEGMWlRXWGwKJS2diQB+3ElOCz4ZvRFBUBJA2C2h994XWh
OBgfHT8Jb9veWsz3plcuYTLYXVPOChZTSZSPlsu/p1oXNALcBaQcqrCkhrNT4No06SIJttx3yImv
RisIp1W+5Gd4cTJDhiu809CTcaDlnoj4hn8G33DhhsUJREi43j9m5mooGyIpMo3foD1k+rkZ6QXo
9KxT6lgRV59dYe14MWvmDFwpMLp0M6HDCsWTt4969/43tEURLUvb2ALt1Tf+Wr9Or/mHBLQjJBz9
6YuuBESebi/j1jsC8CSiXzjeBIn6yx3kpHpnaDVvY6AuALbpAq3/etvC1qmwcWWCPwCpc+AhLi2U
gtaVqY0tXN3nvPo2tkeG3gg3DbXKCCETAXW1vSTT1hOMPnGgmGAVns2ykd5NpKMUuTkJA3kzakFc
PK/7g/bMXBEQanxCyLizcHvmVm9xS1lPksRsY7WdvASqzJLrkVpU34XxoOln6NrsPP6bBlFaXTSI
lv7slUFGa6L0jdaiKmXNEXUKB16bUxyKqiqP7jB2Yd2hLpYUUOy6vZhbrwU8xCVRg9oqguvVzILO
uAVREma27ReHNG0jSvIyqOkuO8PWzlyarqCIDAfEXiPRZMrHSSRZF7Op5iGYUUB/T/Fq3B7Qlt/w
3sryFe+2iqHNWqGC+Su2WeJluRWa6TOlrxBu2VmzTUN4ZBds18I6vfz9nSG7k5bbJX0XC5X7upIG
hnzNtM+du2doY95AUgR+TDSMYvuvvfmscUXRkVTGepnPoVr01SNJaPHHSTPI5wDFCBlGILKct1aU
d8OBFsaQUsm6GPf8KzBA8ZxmkWqlO0/qxn5DUm5pgtNB5YJ87uWslQwqwUZDulhmlYeyuodZM8AC
d3sTbDwswACj0xb6MdgM6xZSqZrJ5GZlH6d2qvtKX+V+M7S/JeCVUYkmRLDH2Hu0UpsjQ+IM3tuS
nnJXd1SRl7oGqRbYzH506QejfFSyT7eHtbHl8Iigtuugk2sB8l9O3tTY7egA8Ba3KgphbLD0QGmA
H+0LYgUtIGk707ix8wyAPBDuoxprQfn50h7gQ+6kp1YfV63Lo6mz55Pa1Hp4e1Rbi4UzZAH3tfQh
r+VnrGQmiV0MPbJEs68l4r6eLd941jjIONgemdlWTL7QI9kIa4HORLfY5Zha0PqkNLMGaDZp42Pa
gcTKVYQeoxsTEmWIZ/2UuwPoxxQ9Ymqm30ndlpEoan3notoaNmpS6HCG84MjsToJ3MxR5yb5EGud
XR1MBbh4oY2B3VUvul18mLC9d561jaw8IHbIxaHVGz1l+rp7zW2btnVNRcb2nOHtBEI1EKDoj9ym
6FDrbOrHvqvUAL6F8oj3pjmXFAQhg4qmEZUoxc7nbPgRF1+zenoUJJNGOdgyHju1CYw66UJpu5CA
L90qGAsju+vBXA0lxLa/0yTdQxZtvLlAFcGZAN4azVrrN9flXVaXZTnEFR5aIpxvpH2A5L0/d79n
Ph/TBIShtzf65oDfWVz+/u6KRSOmSx0gXdF+3B5q+ZW/Fok4Lp1UhjeS+yn9fNvexnWBtCu6r5EV
RKV3/eDW6DioErse49n9rlXx4L5puqEcuDOujZsPhHTIPqJlZ6PnziDSskTujnE+86gHcw2qcneV
9uX2aDasoJQLNkVAypEbXMe1DnB3gunDFAuL3BsKeo2pyUKla92d+2jj1sNrayJFAgYZgsjvcpnU
oaNzJfs5zqUN8cKatCAc0/mO43VtZYEauNh9eHXx79U9xO1h4m5vyVjJagA0hWfuwcmuJwwWgKdF
8IrWFOQyLsfBU6pQmmC7tRMPXY7OCEJyX+F7KuIbV+piCD4QYAXw7dSVoQJuqdTGbojV6UEx0nte
14/2nD8vhT7da+avVfpXMvzshz0ZrOsNjirVEodAChuJs3X8aGZMNxPWjvH4M3NDCdRTH2jGziO4
NY1LN9EiIIEFs1an1qAy1dBWO8Zi4kHpdGhirv3O+X17d29sBwDxUSSBDABYDtc6H61UdEJpO8cq
/dA0UFGaf9w2cH3dYSugUwW/DjY2hBmXu0GTMhd2RdVYkHoIm1w1kUOxxyeg+4KqVGXQgFs2HAer
fP5zww6ymojegLrDw3NpmLSWxoo5UwH1dzwxRWDTtmcFPJF+JoFNYN3O8d1YL9R/sVLoh0Wmc90B
ljlJMZgynWM+9p46HO1CeuN0uD2o68cbySjAQdHoi1gbN+zloAqkqHAnlHNcT8ey/ZEapl+oH5aU
vlXvmNrY5AuFFtw+g2CTr/XrJ2g3DIYrZnRqONHI5PM82MHQWQeizKfbo9rYhCbE15B+xgTaprly
SZAPFk6mSjWGoqbrk15NAyF4s/PubywQ6nNok8aZRVB/1f9KmAZQ1KjGtBz8isUz5T7Jd2Zt2c6X
ee4FAa/Dx0EFhKCWvVqgTCgd6JfVmJfhNH9QCsfPwK6dmgfDkH5XJqGufr89exsLBZIzG4d3wT0h
s3NpEljwpCgsRY370UqjvC0LX8mH2StAZdsVrrqzWBtbECVVFQEhEAi4flfnKtG4aXKba3H5KKzK
54RECajsgGcaqz2mjy1bIOOBQvsSDuhrUAwIbd2mTWwtRiY+y8agHTM/K9IPjX4ePt6exWveGBB+
gOxAA7zcRTH3TUX8nZdkTFqfC9bqcQMR0mR8SBUaskF4tmCHRv0xtZAMpyCI0SKzqh+YTEI1rcJ5
aE59qj02VEZq4n6+/VEbl+f7bzJXu6m30Dxbj40eF00WzlkwJpFi34E3s3Ree7PbOSAbycolvYbs
GpKGWN11j+aYOjPKuoUaK/aR0dJLjJdMsGDiESkfC+UVRV50aka3x7hx+PE8gF0Vl9qCwl6O7bt5
z2phgua30uKunFJvIHJEy2yyp2e1sZMurCyH6J0VUpqSzG2uxcu4agudW1rnVWL2qT55Rr5D+LZl
DQl1zKOOyAfEJJfWSqS80oJLLW41KJk3vp48oC14BNdku7NDNg7/EldB1BSJV3hBq9nTraJRQVCs
xSDqDK1cFl7Kc+n1JiCsFdtLZ2/sR6ROdNw2oItdKMYvx8WtoRqsKdFid2iDxKaP4OvIrRdNftMU
+qAM8e2tsRE4wn9ETxE0hdG5BI/r0t4gSMEqBtSEjoQaly9z/duoOr+C1K5lhWOtRE7yo6+Le7dw
72UyHnbsb9zm8F+RyMVjC495/WTkpGO2QznOX/lryunnSXciXqonpbPvGmJ4E2BIhTAO8JyiXFO/
Q8/dp7Y88TomRHnNovS+eUbH+e3Puu7xxLWLOVnYtKCehvW/nJaeyZJzguRB3YnAYLBpPgknhggx
c77m0DZE6t9Boar4q3c9itYJAZg2e5XN7LXqX9lggiOyCRJ378O2LhB8GEC+gBZCBXq9XpChtigg
Y5gvBC+ToF5OpyDPGo+QPlx44icTBC9sOrS9ubNWG9cIZOoAv4HPB7d8jTXU+MDMzhn0uO+hSi8V
CcpmQ9mrcmwdNzRkgRQKZC9LE+nlzA+DpVWAL+mxyT+NQx5YELkXgAKAxju8vcgbV8jy+wCGAxt2
fRe3OZTbHaPU4woilkVJA6BdQPVDvQzkO43zr6zBS3bAZOoi2L0cV0lHA3wnWLgyd0jELYQ1FK2w
0TgqjjciZfFbGdLqzz0JYiP0APchAERINV8azWy7SAmZdIAqPlkVCQCPhiz4w9D1B7vay/pcU3zg
0GDJFvd5iXfWVCSmSPuOJrYea8oc1iDW7sEhY1MjnNUpAJGCn9jN0c4eafbdbfK7fvjVaMfBAAXJ
NOwc4K1dhMQIqAkQf6P5dDXboz1ofNZnPXamk9t+HuRLTj5O1fH2Dtq0YiJlQdCEjxdnNb2anFwy
dooeqzl70uT4YIiyPlhO9yNx7T2wyjXmHdO7dDaBcg91iauWrcnOy7rAjRWXLTLf4gBZGyDCI6st
7ka1/Uiz50r+bNyw66Ei5qqhzrqAlQT/TQLC9zo1N8aOE2ou0YSK1ICxejjmahjBw8vMuC4P7ghp
KPRzWOMLeKxuz/F18whwYu8NrSaZJpZRMejZx7V5VgYgVGgRTL0CMcvx3qiKj5PzDF4TAZ0C3Q0B
fvxUtsoO2fHyxK9CDrRow9HAu4zoZh145kTODegUzHiuEhpmXS2PSS5UH/r1NLo93I1L9r2pNXhU
E0Wm8nw047JW75WRvRRgUbxtYmvllt4U4P0A30TcuboUTLCilplpxmrVWc+tjhJvOdTKaRynITL3
qwBb9rCEyCQhKkR/6cpeVUL/cMDpieVUhcLqApu8NpYZ0G6n0LU1d+8NLR/yzgPVerXIcR9g7jgY
YqrMG5wdd2lrI+CoAyuJGw5NBMsXvLPg9ILJUW+tGMUgnj65BLDpHeDS1jFHAeAfG6vpmqa2IWop
LBgYw6nx0/bkKsVZS9poUk+NDizx3Dy6LOjHJ9eSd7340PSvgxoJNL38+U55/ymrCVUnR2Yl0BN4
IVlY662/TGrmNqG79+pvTiweKTjyJjJY65T9ZLUTYkZMLGPgAqtABPWq5zt52S1fF4nshSIdNRJw
U6yuLNfmHAQAxIqTsmPMK7QWfmZjIbVJhAzqxKD3uiafpVkSBrR7djIStKTUPWnuHTPdazPYOhao
9uEQov62CL1e7iXLrYy6kokVj/2h6s+yvbdedzfsnpHVOwjmumTioDuMa930yHxO0ieW5P6/W793
g1mlLLIeGDtVulYsisYr828mGBOlsuPNbG6Sd0ZWSSxk0sqsEJgxuzzo4zFLn2WxE1ZuXSHvF2V1
wOueVjQVGAfmqjV/Ds4ehc7WgmDFQb8Ormh0K69es8QFxEZ1hR2n7k+hzYCDfp2NHlHr7z8+uiik
vF3vIM5EavhydyUgy5KZWcFOCuqqtqqgIu4mIqyLjENbhe+Nayu5s2RLUYtCqyeQfKsdQJq2EzkU
auJB/aq3hWeSRzKcq7Z6ZFCEt0GGW0z2U2YfctsrLXJ0upN8hSxU1ofVHsnzxiS7oOB+806g9LJO
EfZmPecVON/iBNFbWT8rIoFyEbRe9no9NrbLhaHV8epF7zTwurFdbKguZNAkqv/c9cBGQdIGGCJk
2tcl9AIFfHVOlnXUIcycI60OzFny/C82yzsjq11vLXjSlHI7FpArJvekPIM6Zfjj7nKQCQNTg4wt
quJApKysgCG5c5Kmt5fjizK9h/ML7vKdJ2urZAUQAKIQFRUXQLqXqO/dEy2bLrUm5DpizvLpfrCS
VwX8ZYHkAHsRVqng0HdBM4hoqTlp0nEOxVyAbByYrD1xzo3rCnElRCSAhgEom6yOoAG07lRLRmLN
fSUWZIbsiO8WyjaNIBkOCKS6EBgtf3833CkbxoGTjiDlfgLfk6Gfk/bpz3cHGg7+Z2I9jp42hVbD
hGsgw5Zq3/vmS8/Q+6LtQNi3ju17Q6ulS7V0RDMNJ7EhvhapE8zylfax7PfKwHt21n6AkqCro+9h
pz3Ng/WxpNNjk2V/SXXHId1bnNVlb1UOkyKpCXY8WltHr00dL01/316eHSNrPyIbBpZodUPiXEWp
Ge3HMrsrk+C2kWVKLiMg5D5RAEYAhBIOtvPlNiN9l9hscpGWJJYa4t7TfbuYjFDUs+tn6NpIM5oe
U6fby4eubti/hV8WVg0VJXtwbKyeldRmeoE9oZ+rhhRArSV1RNNu3hnethWiIj7B1YREyeXw1KJN
elII/dwO3XjQM/u3XWW78gerlfp7LGDNWyygHV5f7e+xyOe+M3uIvAhAcjzR5fNTpYrpyQR8J4Ti
I3RqSyukDfQBmqQt7pWaDV4+AhuYjpD0whVt3DXoTfUgTLUHmlnHHf/5OlDiOEjguAC6Xc6Bk42z
4Pqgn1Mwwgqie3rqHgrbPQ1aFZTsnFjl9z7rzy3aHJxDxQnynp9EeXCgGFqTHV99lZt7+xhADrDR
IESHSuzq5CiKmpfgsYOmEfX79rsLWiRRH5IJ0tfFjqmttQclBYDceGFRlVmNO6Wz1QKar51bxeqP
INUCVUMxNjth3Vv7zbsT9DYi5MWWnjckAcE6dTm9rBJNKXuKLVYy/VjPunkcklQerRHTmzmV+jxD
BDGoHfq5TrDOVjqoByTHTmZSvIByoD/1zjCiGxftjlrHeTTqM/XFINFHgF/2cpG0HiholMDpmB5N
QwICqQSFf8eplcA1ZvsorcbyqoprAZp+PllGUZ5SqSWYVvVL249mVPRlGv7RxfE2bICHwPoCzxDl
xdX55aQu5DCb+pkneXrsHTU5m01T/DTT9utQSudoa8IJRiaMnWtxdWP9bZiggwW16CXCWu2gtHCN
uqOufp4VOxJJ81ilVdS04gNRp6NBwfPHtJ0C59ZOgi+BfCCEz+CBrOITJevFmJrMOKfIOHs0uxtb
0LTdns+1f/M2LiBRkSRCBkJD29HlPuIgwMdVjXe+rw5TG/FD+qn96qIDMPEg9v1jV1N1nX+7Mrga
VdepWq8nMJgbo0fLUPuhgETvu/0RPf7Gd/pEjaBHlBztjHP52fV5cVGTBj3b4jCuM7hmUxBNSIIy
dPIk04B9AG3TvTQjaJpoj9YBvXpPaIHYMbq1giA3gKMKb1jDXXg5uW1lgjgfBYNz2/c+EPl5FgBS
Y6mfwTI83qHPE+yZ9accPfMs/42OuR3zyzNzNWa8PohcAO+CQ3dpfqwTCI8NiX5WQPt+KHNTfE4Y
J7NvOnDvyroZIqnaczg7WvtT0KVVk5L6rqamE6Ct52OlaOBM07oiHLJK3Ldi/Hj7C7deMPQHQx/K
AMAD99jlB2augrZUJTfOWuPMz3XZ9qFuALBSG+h+vW1q6/z+Y+qqga+Ypso1GDXOsxHakO2wzZOr
J17P6hOcgnu93lv75eBcTf7/xoausMuxDQhPhV5gbL3Z3E1cPkylGkHg4BFdhlEO+VNAIjSDAR4w
+enAfVF9/xcjXkroIEdHfnYd6qEQCbSlkRlQlXVqr+Ptl0ZVA53M3xobKN58pocq2yNf2Xr2CWJk
SFfB6QVz/epdstVkVGgOmcvMuCtG55BY1Dcn/dGdf3Wfacw7IzDGB0qaM2oSwYwP4WQ4TCBw2j9+
G9sL5x2P8MLPAh6llYOUUDep0hmioqQso8x6SVrlzDPbz0ImH6de9fRGvVObD9Q+ivLZrpIn6nxD
cX7n6dhwPiA3CLIorAFa79c9BimhLTPMQTsn9SNWGtdPAqQRBIToX4Wb7e27jUMPa2iEBeAH9467
/P1dBAcMGB+aZNGqBP+WpY1RWU0Hpyk+D1Du0AckIZsg6xia6HoIHZ4JoUD10XgU7VNWdaGyK9W+
9cRASulvcJW+1Jouv0hOdlrWCgQl0f/yadZfUzPxElZ+dGUZWhPzxOhQz6XjqTM+65W2cwtuzT5Y
7hYB4gUZt5Zr6AvbBtsD/DGpKFE53WltEVboPZ2GT9oecf7iBKzOPPJV/7UFbNzlSA1RI2QRsKW1
d9OnrvIG03M/2/d2d4ci8O3jve4ZXB5SiADDsyYL/wEaay+N5Vh6hzWFfjYN6aF26Ls69dJfcS5e
aqX0Bps+2N3kT13qCxnyJJ5M5t/+ho33DY2D8A80kNQuxKOXnwBCrrwwexcHjDpdgHbUxHcJ26th
rVvR30ZqLZwdSEEubsrqHdPNMVMdmiFokyDOoT9QVHsxoCBuC2QhjfSuHsVZJoHsipOKTCT6b3k/
R03T/IY+3MHFDcQGwNDoLyTI/XEuT1qTHiRXTzk1d47f9TOzOFEQBkFzHrD0a7wNMxuUJIoWwqKi
HxB1hZy+Zl3YQq0pCTJK/rq9ABvm4Isi/wsY2CIRtdoDhp0rmhgRZAHN5vrD5HJPWEcBxY1Moiuk
ExMe8GFPb3HDh8NtihqDi9sVq772TDU3rXDVocGRURfp1h9l0vilG7hW/tD3dzb5lM8/Gf9l0lAr
jdIruj25r//nCxZoLfqNrvnRHMi3Qq1n0s9Qjc79dgarbpPc92rye3J+lNrvVMk/0sE6EaX9K8l0
vPOVL0e5cwavz/syD0s3A9CwoLtdzse7u3ZMWUXRiKCf7VfkoEOwYuhTGfW57veudeRFPO3FPxuX
6aXJ1RUDVgZayhIBkKX0fZAVBqB+82w8610+hM5EysCErtuv1uzLSDCDAcGaOR56RtXj7a13/bhe
fsjqnalzx85wqetnV8kVwI1T/jS5M4tMIdX4tqmNCwC2CKKcxVNE5Xc1aFuBsHMNoMhZpGaUmyao
nM3sU+4GYBkGHf2HzI0tA6wpY9gktW/XYErx5k+dDeqUD+UYOeNPsmiJ+GgHRsDv1c6uYOD1q3v5
havZoDQtOtHpEPitk18mRDlpFxmuhDa1Bz6Au4Z9BHIoytTP0BIsy3u4f1R7zBBn9Vp4e7LWkC7c
lpefsnpuZwG80IzJPPfEJx/lFGmqDy3lQaL72i8h8JXvpCXXXAR/W3QXYNBbY6ixWp60YW4HKKB+
Vo0WrE3DB3vw5uFeNI6XW9pJd37xHBy99QGYd6hIR0J7mTJ+6FICtzSa6LkvfIfufNWa2+btq+Bx
AdC5ZGFQNbk8nFxveI2mRwPBl2Qv+pS1YUUl1NCm+UEkhvJhtvLM60CO8ZzL1sUFVqkh7TTQpqFe
CxKQr0hTgt0DVIw+r1MWZK4jj6nbfsf/dHYRNj8BIvtF60hx16EUENeFXqIvjvXBCCiab/4faWe2
GzeydOsnIsB5uCVrkFQlS7Jbtts3hN22Oc8zn/586f8/p1Usogj12RcbG/CGojIzGBkZsWKtOZvu
+65R/kPQAYWEji2TvlAuL25DceWbPVMgogQy9C71wemlUBwIvfVC8grbfNacAJ3dQlYcl4mrLQHE
tTsHNlJs87ClhLrwLyH8oGoz9s1e31W1F2qma5eRG+ZIYqK36mTBRgq3FIEQR8lQjZgI5zgpRizy
DNOSLL8Kc+2UmV3n5r1cfxp7u9h1URr+AxBtOmt6jw5V1CT5nVHA8l3O2jlIlPpOTaOJ2YTA+T6U
reIFcNT+ciB0cvO0Cs9S5Wsb399KJODqp2qDagW+s+QURCk+jSul105yMB8rXe3B93Yq6Iqk89TI
H95dbmSGAO+Gnhh2QbLsSy/Px16Ju7YHy9R+VeH6K6r3uxsBA8FtSBwE5mZx3H0U1HqQDvrJzxs3
LqpdZSMpQdct8j3oD+7SxN2CSIs/eZlGC6kRMVIndPlA+VyuqciK3irbWD/NUHTcZZocP6ZdrSEK
ayue3MXxnrZfeXh/3OQqVxnwtCje0iO4tGoSxFo9jYxTPRdfzUC/r7TwLz9y7uaue6r6UxCMx2aO
HnR/C2i08kXxTpWpGcOSwSe9cO/RyZ3K6G395NSqc9/qSLrEzGgDixnNQ5RIMLMiofqrhmlr43BF
DFzstLhWGQ4RmHeeypdr9i2zs31erCf0Nt0EGfqw+lxPG9f39SsBIiNeKXCMiWrmH32kN1mSXSoU
ouhjnJJaQj9ugtHPkaqt6bu1TdTQLoX9H6eBKuZyKWMmFXE8GcZJbvvToGueFX4f/fswCPfl5FOq
nT9tOIzYnOXm8aakrsbbEhTQIvvrJcXs2tI2TmOwCz6KJgtxR3YhwG8nt8q8+tvvbIs7YOXTIANi
xF5M/4k3xuUquRUaJkwy8+REr3kG1cgxmvvjFGRenowbPYY1W5QuwU8JKXIa7Ze2EF0KOppI5snq
UPw2pb1SKZ5jS0ctz2Bx+bqxneLeWmznn/yOcTKK0UyiXprrlKaSWji3T630qM8PRrvPo2NRaLAk
JnRt7TNtdxCr3m2z125DG5IdRWUdoA4V4kurdWVHNPh965T5wz7Ild7rDd4Ljgmv9zjsTC0D3lSP
WzDU628Cs4KYgbQJ4r0lb2HjhHPBe9U+qTXq0aUS39VJHNzfXtsSQc29eWllEVgmSVflQs8hsK7C
r1qQuLMSfeQj3Pl2cdAaf1dJ1fPwRWNuyglPDWR+ffizj6N9uTWYce1L/BJiOhUpSC+oiV9usyVV
sSTDcn8qK3mfRY+UvMupc8FO0IbcOFIRqC8d6dLWolXjO03Vm9wVpzyMn2cbnItv7jUY6NJ5K+is
JNvCloC/inuDutvlutJx0CujRpJcEVsq9dH3KGlGdCjRhOyCOvHyolYfgsxEog9Ki0ezSoYvt095
zZU00jCqW0iSgum5/AljUkx+PzT2SQp725XbdnC1Ut+a1lhdqcCewMTAjUzp6dJMMwS6POedfQri
T2NZumFmuKn2lFU5E7rZMfYrIp/N7Mg/t5e3dpoUfSimUW+4VpJRGS/ryoAdLqqsAl8xji8QYT9a
4QjZrjlsDUuumWOukLkK5tQpGS6iUCI1Tt4ns/3nRpSkp6H+FoU8XpStIsrasb01tLh6nVErpqqa
0EHOSmB7L7G9pcGzZWFxYkYUTR2YIRv5s5PqfJ62GHrWQidtJaiG6IkCQhD239zrYzfUutTK9mmU
Ztf/2b90T9oMMeQBMPZtH7iuswgiKIHbxxG49haHkmeJkY2dZJ+c4m8/d8mku2CXTnsPQbzB2IAN
rW0bLk4mRvSk0bwIH5Fds2lMkZ2yxG89vfBrr1SqLYqV68xLMBTq5LkQ2gnGpsvNQ5MDuY+6sU65
9Fow4j4hqJtOG0vZMrLYtzJxfJhpWusUqyHM5rJbKo//30aWjqx1ucDhsZI08NTyAyC6XbQF4FhZ
CakWL0C8jRf9Eu7gKDzd1SmUT1MU3IFQOkVV4lV6veFoKy79h6OdCR+ePFepaq0yLxZJmXwyo2gH
tvapDM6JvqtT/cucoojejBt4zJVwA/Mf03fQXAmY/iJrnfI5m4nY8qm0jqbxl+UVmlBN2aiFrO2e
mIk0KZ7BOr182uRyMHZTNssncuf+zo7SXSLl1gF8nHv7Q10zBOwF4hXmL6nYLa5DK5BkuVXZv9go
vtWQwueh89zXw/E/mBFEm+i6iYfLIvLQ8DTVwseMlsBJbj2G8afOeL1tY80VuHcgOoNtjwf9wkZY
Jgg8OI18yqrWRf0k7/t9X/7q8y+C2WNjQSvpEYEN8RHBAUmKtHCDnEeRTR9UPgUfWv+xrYpdZZoU
6x62FA9WghvkfXQHRdihniL88U3MjtVglhmSlU+S+UP3fw/Fu8sRsAW/+ftioW/+fqOoiR4O/P15
+mAX3//b3yfPEgUh0vZl8UsblTg1K5CVnV01BM04cROnvrt99GteTH1LcJcz7Iec3uUiKiML65Lp
YOQufqWoBY6gN5R8I69ZPfI3Rhax2TcUCTiPykr6aO/4/RN+HBjhd03+VgxbFbS1MPN2RYsYrTZB
kPStLJ/avjlq6vccxpPETHaGtOHIa18NIZqxdkOIedgL/9ImU4cMCUNA8QvXbz6P80cdk+Yh26pd
rLoyUYZbgeKuvKR/8NuAh2vjEKsbOoKzayJ/e9sP1nbNgKUP4kZeatTXLv1ANwYFEXKcOc+y72qr
f5Sn6gGNyjTYwnavWiJCU9sEnEQMuLQUSsZshTQ+T6Z2yHTXqHiOusWmlu/a6YjoTDseGi4aU5dm
bLBzYUbmczIYM+8+tMpeokas9IgdgVkftmjz174juuFgP3lbQ325iGolxB+FRgnhZPnSU0ynmv8P
EyN/3z6l5RyWeOUKQC+3Dakh+IJFpM5iYESGFYkOf/WYBxCPJMaE3q59aI0H0+ncNgpcpe4+tkVw
HpG821R+XNtXZPoceGRAFlH0vdxXXw2cqFYS5TS1rat3nwv72UkwNR1rc1ekL7cXvGVt4SyzWZoQ
yGQgTLPQrfVy3wQy4w8WIpCHWZr2VattySysBStKMtCEi8oMULbLBcp5ktZKa5Cm+Ec9Qm5y6I+q
8wv6Fa/Xxx/vXx/MlTyo/9ClLsm0mVdNej0BQjSUHOPonDpqMLbgJahcMJiuASj9tsXV5QkKUAFH
BzC1SPnNONCUscBRIU511SyBiaNyteyOqjNJ5hZqYu2zALJLhOSiJJtdnJ9txjOtwkY5ldHH0nyA
asTYojNZaROTTryxsfjSszkqHCOhTzWS+YP34vPT4SL7a1CU3aSrCGPd0Q/ro3/a7j/spcj9yGcM
ZE6WNzQ3aqc2Q62IMh7afPAD/zOgggqxFunm4fa5re0kxP8MEFAdEA/DS7dUwl7rpgBbCGwjjWN8
Rijca5t38uP9CTBAHSgOqhAbXSVNYv5uSpSOpl/xonUufE2oc2yRXa1dATgDnUpQzRQEhY++yZyo
Q1YSiahyGmC5GpJjIE1ubT/P48abcOXaRCxQcHdRjIfSYOHrOUp7ki7eAiNka+5Iu+5OLZotqtaV
1YgwIYpFVIwY8bhczawr01igE3Gyu2zcB5re7LVZcSHn3AV2KW1ExBU/4G1DcRFlVMGyvPD2YigM
LRzIpfT4U2w9zs3Hcj6+29UwIcgeCYK0GRYfrc+DqfM7bugUOJkgxHvMp6aHArbZOJ/1tfxraLGW
EfWqsmKxJ7P83UWnMnyZjI0kfdUEnRhRNNRJbxcXZkvPW43EWqY5h+TzgfvLzbc2bNXPYLyDeIX2
ARidSw/IpEiKwiFUTprit48ZM3T3dE2/3D6VVTfjmU7HgDDAPNGlkYH5FiNRSuWUQkm1K30DJjXd
8O/aOWx+Rg7Q2tv21uKqyDZtxnr+PKIWBufGGYyiy5WTPFfd/YBw4k43qtij1CNTK5LCvRVlxlFJ
Khy9jxmrUNRyh5jVFgJqbeWi3ixTGYPeZunyrROR80gxKUcRu4H62Dj+5z5HkqX7uLFkkbwsyuk8
HZDRAT0JrtRYJDfqgL5pPlXKaT7U57l5aJG9TN1j8hcp45Z4hwgLV7bEy1Q0tcGTLDxzpHXQWwO2
QH65RnnnTyQYieJaZXnQ9dfbK1vJowSiAPQig9MqDdhL5ymDYYLohLMsslOWnyQbSK75be7Kna19
7ra4Htat0dwiuqtgA8W/v4nvCi3rKqxZWs0NnO1HOpKe/rOqd4rp3l7XmmtwSf0/S4svr21jgn+G
pV4oK/0os2+DMXhm/h+iyBszy6Q3HZwolgaSpsb+0pu1J4ffM2cjsIufuvSHtzYWUTcYhyFpeuEP
rn0symNn7T+0s9f9HNKN1ax5HiknWreMt/NRLY4HcZ+qhxuFVEIr1Z3dzPlet6L6nhS18/KsDJ7m
Nty6Ja+WB0aSbBPsLFga+oELd2+iWLZiMBAndZ5d1Q/uh6D/2naH0XHue710o/nnkISfb7vHVfSn
zCTCMjkGkDlA+peOKNeR3te9Kp2krHiSqvtYzj46RrPBfHDdLxJmwMIK5Ih4cC6fDGmZSQ76YKc0
q3aK85f5U0fYkzkpRu+CQxdV92O+UUxdWRlXAY1cBpYYq1m+1yGTZqhBl8Mz7Ftu3BzbfnadYcMl
t4wsboCJ4N9XiRqeEYcJoz3sQZr99d0ndLGOxdb5fq9qmYGJ0GxckyodX3C5kWZcXc/iofxmrxau
J1UOj7phCs/mQ36o331n8NcBlQjlaPIxmiiXPtZHKX/e4iSG/AM1fdf44lh/p+MhGB/a4neQTZ7d
v9+teQQAUKIXRalhOXhSmVANtdkcnqcB9LNTu0z4emO/ESauYqtYGHUlMVfCD5cXsXUIQlpBrRme
ybE9SU7AfDSukj1M/e/bPnAVjy4NLZ9Rcm6bUqPCkd3HPo/fL1l09s0jg4eevIXwuvZoKkGCvpzC
E2u6unRhvy3M2sjOEZ9NRQcvhbPu3bcFf/itEfEj3lx/faNTIJkxIoX+g+xgQWoOWfbujxMrTMOK
tBYyqmVjwJ8g1OxjPTvP9nd9bCANfsi3BuSvURViKW+MLJbS9mFCuVDLzhbMpGE27PvM2tVl8hV+
o0cnzhR38GtX7dC/nUAhajUjhmV1BqfojXXJMNJW+WLtAE3x/tU1UXJdVkLDsC3GPo+iswN7pWHR
pjpWWyPtGzaWxLb6POkxjArReXS+1bLjiW+46rbq1FtWFve9noRO0dSspDZfjQbqH+VTp27J5GwZ
WUTwIW+mMhJGnOBjJJeegrqFEQUbAXbJ+Ql2kSI4UAkwPnxc1AYvPb5RI5hyMzk7Nz3kUHZ4N/mB
m+gugAm7Sx7lrtwXXeHCDHBWii+R+UtL60PfZOC1URVOf+E8d3Kj36uwcc71OxkNxa+DgQPQCAAk
HrbL83TkcCjBcRXnUm+ADiPacegUM/OiNmv2k9ZFx9vx7Pq+ubS3OFkrKQMlscLiXAE/0mfIaLc0
+LYsLI41SbtwRtezOI8JBEHmr2jrvXCdrV0uYXEt97I/hYbBEuhn9h3kPDF2pF8KPDeFuaMsujfH
jYt0a02LW7pJEp6UZVqctcJAgQ5xYHnjXFY+hgs/EP/+Ji47Q1EXnR8X5045InF5mo0H1NY3kISr
Riyej4JrFqGlxdFMRhQG6VgW54meikfj9mtfEkP8vP71fi8T9z9PdD44uuqXq4HssGDAtSrOWTgb
OTPzkf6B6bAtMNR1FsBLgdSGFiF0vhi6NINirj9IjA6fs48akrn216Fh1nLYiCBrVkgyoDkQ9M0w
U19aadrU6SKymnMi7bNSfqkK+bfe3INZ3wKjrLgZJ8PYnEXOZoPVvbSUDwwi92ZenJ05L04+UlgH
J2o+3z6bFScQ7U6ohukgAK5ZnI3MhEipZ3pxjuWguR+VOvghwcjrtpTvtkL82ta9tbXYusFOVErD
2IrmV7mq7w3j75E7Wc+VrYLQVXWERyMVW1GGISukfXe5dW0/UTnpTb5QSzqkZATenHTHsq49TUt3
vZx5RRU8paF537TPtzd0JR5dmF5sKEWlTDBD8FXRFXfxfXWXkoqGxb5NfzoxpFRSeu4iiHNv213d
XBS4GFQnWYTk+3LJSuI3SlIXxblxR/slleEguttUp1z1ln+NLF+pEETAJdLzJcuDvfPL1y6G7Ci3
UFS5vZg116dUQlmf0WDq+4tNBCcK81s34ZUtcr4a5P27Ka22OFKvs3lRQoM8RIyGCPX1yy1T7dpI
dD8oyZ7oC0rZabS6D7pl/RMx1uo6urrx+l7dPYZB8EeUq2AIurSnFZ2eIxJSnO2oyPfJNBd7CcmO
QyFv8k6ubSCaZKIJY0JDs4yFTdIZZq0l5dmp/GOjNoy9+kYHRub2Oa2tCFgRwQMIKjMSS6frlIxf
UJTnxn6Gb3AX8hJqsi1S5JXFUDwQ0C9wUsT3xTm1UWrPWtWWZ10+wvmJhf+Qd1EYISVEIwNKl+VV
GLaxhCp5X52TqHy2i/RUhPMvXQ1/GfmWgsL1lsGswRANLwNIT+jeXjpBl2ZJriBueI7j71LxhVeB
br2891QuTSwuwjbrhq4v4uxMs29E85ghCyV/vW3jOsxhg3kHCrUATXGBy2WgLun3NWTV57Sv7n3z
VIWv1fBoBx+19CjDTyNveNr1t3ppb7Ftpo+em6xiz6FeIT9OXpJDpHovO7vb61o7HrIhJHuoqVOK
Ef/+JvNSE/5DBT87l43j5oF5SqNHHXKG91ohHUKShHoYTDAYurRix0VgSvmYncdR348TbLT5brOY
dH1EGEGgx4FqgzHQZSm4qgielcnjfqhmrxgtVx+YNeh/R+HoMWxZHJsi3VjX9SV0aXIRt9tJba0O
at1zbEieMny2QOnhEJuMt9enhB0oMymVUu5hCO5y/wAWReYoq9gZ9H3GhJQD08AmhnZlNSAPhJ0/
NBVXfMUll1BiWtlZLVPP8hVeZRlFA/nT5lGJ876oqIso/cbSIo5OcyaXrYElp/sSjY/OsMU6dG0A
RBa6YSQH9OOAYl5umGpLCgWlyT9V2V2eQDIdbcHzrjdLjCMJ8Ce5F+DPxeWW5KGmlE3hnKSu3ifS
5yCbGe7OH3K13AgF12w2AosFeAnuFgaSeP5dLmaalbLWtMoHRvEzb3eO/JmGxwEZUhcRGmlW73rp
gWFnyZ5+lFQSyvYc1PdaG+2NrQGaaz8U5OoUN0HxAk1fTuqVsdPNWj9DdzbZw7m0+hQlI9oEtSNn
d7dDxjWgipcTjgh+j2aViUjA5arDOgb7mrQ+vZD2WNq/2jDea21xN0rqw5ilz2YuU8lv3D79EZXz
a6HG734vCsSY6FFArw6MeBGCB6jWGl450qnU+p2qnaPgNUfK6fYyr+M8y2RAnPSIO58u4OUqx8LR
tKEVKoS6f3AQmyM6BpNzmMJvnfb9tq2V08NRaYQI/MC1/qBt1JVW9kF0hrPxR2p9QzwpyY3Pt42s
fHkEEK5K7khGOZckh5oaEOedJDg7ZeTsUtA/DOiSxNy2srJtqG1xH9PFxDWWsV5Nu2qeKE6DtnuE
leWD1nyI9Rcl6x/06cdtUyJ7uIxVvHrpcEOwrjD1uNSEULMQ8hpfolBn97sM4nqK077WHGAW9dLy
d2VuFPevTwl7DNWLUxK87otspgtJmefQic6IQt/p4Xw2SunkQKRxe1nLHRTVacoTTG0Lci7+56Xj
Rfo4W1HSUeSMsv5UNVJFCynLD3IhkTvDG+rF7MY7PylG7yi8MGEA7of/1hbFqywOUp1XaHxu8gdJ
eRUtpfb37XUt/Q8TzMIyowVRMhiZ5VXZ+JGVq0mUnEOL8ZxiDD4FRrY1pn29eQipC64hHB0S4WWb
Jxrs2EmmNjn7QNhssBW+pe6nfvingLEwHrZQWUuXEGsCUAR9GGAptG8WQSLqtVw24HE7Ww0l2til
eBlZf9/et2X29MeGTf2AmhKuvuwpWZ0dxbUzJuc8Lz1UHF2A8+htwmXgjt1fWe329bf3W2Syl7uE
tJPH28IZ5kyNstJO0nNZK//UXTQ/x4U+PNkE9l3V1PF96JvTcayG5phUzRYj1/KzFuvlVoHRifIF
jCEL/5dHSGprJG7OugN/Rdzad2VnfEUKatcN41GbHzaTnrUdBiNoij0GxLXUTB3rVo9UqMbO9qw2
OyZ+Nc8f2oMuV5abSknsGalW7LNa9hEb6JuN7/0qi2DBvMPBJhPGqOUt0bNSJ3X2aKT5ee5sktWo
qo9InfaeHlLVtZqhPMptWe0TtezulNKJ4cUcY+c+H8dOc3Mzn/Zoovcfi9ZPT1FWFx/TTI42ikkr
Hy/z+RCkk+IKTNgi9vWB4ccZklLnMbWSfSrp9bfUkOqNusQVb9OfrQDcxilA46MuJ5GgEcttpbLT
s/9alL/jJ/COxdH8CyJG/zFRvXL0yl+adHfb3VdihoDVC2ElHvWMdFwGXEfzbXVWOP5S+V33v8IP
qvSQfYpfb1tZcesLK4u0VO+sIqPfk56T/BSQHCWlq1h/wYdVGakrb9H8mIu78X828t81LT5hQ2ut
oIy19Iwu/egNah3AXQOXtp9q8z5o2mB3e3UrgRCsCPQfQhae5+rio+2DJBH8P+l5KmBr5L5/yPSN
63ftmFgWTE+CN4W/dnlMRpp0DV9Qei66MvQMOXYeeRSFCISn1nOhprNb1luZ5tqhAVIhGJJWU/1e
2KSCFLVJhj92/vO0d9zZVeZ/wup3/Ov29q1EIJUYIBImyoyMX12ubbLDSrZqnuHoNzNUGgT6R9M0
m8fSz6v9NEjGPeXW8MNUSD9AzW61xlatw8XJcAKfgbnkz5ESptOhxcnO1ZgcwnSY3LL626rAZ9f7
Xqo/zU34LU82PGbNQ0muqT86lMpI6C+XPOhDBY7VpPLgJ67ofY7hi19/2hLCW3NMbmh6MSTz0GyK
f39TRskjo7WGGjNp+9BARqMFj+VWy3/NMxmd/NPIZeJwCSsYNKMbJlnYiFzrDvDCqHhW7Q7FRqD6
M6ryNuMVXzXKYEDBxLsE9PTlYqI+0AcnK/PzVD5HUURZSPag4I6bF0125Ry+veKQdWAKvtV+60rl
U+HsfMnZ12bgDnHshr4GyLq1GIyOnprhqxLe+X34UM5bL+O1XX/7Q8WOvdn1ruTn93GTnzVIdGlY
u7N2mJNsf/uruXYhHjPwPlliMgpsw+KrkbtqGqYEnJjavyYfNd7cs5LeQU2+dS1dL4fivCCxBOMK
28kyDLRVB5qxlPPzmBVINfWupPyoutiV5wLt0t4zkBXO2/BVST7ZssQ7PwGdikxnZxxC6eftRa+k
C7YDuohRIo0K8ZVYPYKtszWZPnic+tDle/9D6hzb+WeUPZAgHMJ2uMtmFc5s7WSPP0sjeqm02pvM
30N0uP1LriAMfLYXv2Sx/7NZlZIq8UtMa6dPexBPT92+P/SH9D58th/6e+1j0btJ7zbpoSw+zIm7
qQF+hSNc/obFtVpq4EHgpqbEvPs67EMv2bvd1/bD1qf3ByRz+eldrnVxoUZ1K0lZ6xAj991eOfTn
9l7fK385h+KBu+4heYke5lN/au+s/TPssQfpCGvwkW/rGDz9vss+1S5jUXf9sdjle9iGD9ZGOL2+
qfh9vHf4FsT7zVzEuWqs4woi1PxcJUl9SLSZ79+2ak9Ju+4oG7G2b0LT3+d5u/UGWvkKsSxqJCpv
BpRsLr91bU5jU43j/JzMktuWx6pDEdZt2vvb3rZmBvYmJpPF3BcFz0szmURaII9VfpYN1NTGDtUI
vXis09CLtsoxa3tpCjEroL6MwfwhNHwTvRxiuY1OOZ97DVmfAVi068+af4JJDTxO9bexpQO2kvcy
E0X2JLhymVVYTkPMdjoBoQrzc1rdG3J1kIZfFguLv/kMsfsKA+UpLLHB2UDBdGP4/2pmQXxBb2wv
KzYMQ/otqNj8XM//OOGxUShgB3+nVbtD4hrh4278p+gPQbfxoti0u4ge/lzGSVxgF93IgzU4qJI9
F+G98uDgR4XmzR38j9O3Am2Q2560Fs1tZiJEmVtn6YvMI1aLOe+nmk9FqmMvTPKYRjw1I6Uptnps
a55Ee1bQoJBaXUl5hvo0MDCp5+fIgObXCUPp2MGS41r+MB8Kp433sWl10BHm1cbn8idlXAasN6aX
Qj1DVs0pOPb8HJiGpyX6q2N+a4eD4sSHXm/vldZ0gSDO8Gx+ctDLrfbD+BCpX8Y6ffTN+ji1zxTq
79Rns+KVefsArirIwuXe/rbF0Vt6pFnwjnD0zoNq7RrlLggZUxFcXodgenb2I28Wri/Hu234T9Ps
elPEZBs0FAi6LAwPZls5Vc6mZB8ppNw/wYHufzYL71ftKh6VFbf10r3qlu6Xv1E78ZIdYyZe6UWH
4CD+d7Ijn9r7+9u/6jr9ZjeoHVFNF6BoYxHZ2ro1kdwcCKD5sYsKr5ie5uxQpPkxdKvYcet5iybu
+gtgUlAcAkhVSn7LbjlaLqPawd52jtPZcK06OPmOHLhSWN3dXtp10H5riJL9ZdCOa61R9aQF1tfb
Jz+xvgTQedW67dXyxibq/KXLkxWWBExZENwyAHdpCYmigSoKQA2nC39QXeq8Ps3CjUt2xXEvrSz8
p+nMLmzNHmQXUnKS0npq+cupKo8XnTcVsxsa9V7pEDeQ9sgqNG5p6Bu1udWjE6J2cLsz2fXnF765
mwx9mKVR7KjlvFKorZVHWX29fWjXQYtFMntMvNKoICxv2qiym9yXh+I8vFjtQ+WVhjuHnv81CTfi
wPW76dKQONM3a7HVKo8t8Pjn1mEsfieVx948GH/J9cZnv2rnz/cuKtys6NLOlGh6FXcye9YafE1f
lPiT03ReVD/YEOHe3rxVj39jS5zfmzWFflvZZYCtFnYgbT8poRdU+81iyHXMYOvemBE/442ZuKsl
3bdHwF2WF5jIYR/APwX7AZnj/agebq9pa/8Wrzk7sOssm5TibEa/7TCmMPkxpf4nmZtEN1vLWlzN
U5dkeZmqwLq6gmmu/DG2xtpVEaNUQTv3+cGflKcJ5dz/vwWKn/VmN5sBvazUZIH1rD+mvn5nxf3O
GO6oUbiWtoHbXF8jQddC3Jshq8XRNcoYgJ82MDb+9qOfhtq6RubijEoWedbzqAwbLrl+fP8aXBxf
PgP7mCo2VTF+xL7b2JXX3Pv6k/nx9i6uR0foVf/vyhanZ/akViHEdec4OnefDcn+a2r3Q/xtqvvj
PNw55O1O0t3zTmdEasNH/4yhXF0Ab4wvzhB+3lThDV6ega7nblQiCisZCZX8GtilG5jTV0uZaFaA
wbT2ceJAZqlV0RffNOOdmcX5g91KUHxKMHlvbIu4eq5+mQnzIq8kqgj64sCzwOklfwBtl32ITpUn
Wa70mjx3n9TMnbeS6lVbYmZbSEoBSFiEOkPLGieauB5C+xjpX7XC1fzRMz81g9eilIvAsF0e/8v6
OHVmZCGN4c10+fU4KbdIYxCLWiTDjb3vfO2rT6p9NLWP0vAazL/GauOGEqtY7igsb4CrKR0yPra4
hktFafw+I8jOZf4cOs5jq0z726ta+0rpf4HtEDXnK+6IQU4hMMxtfNm6awkDQ3YKu8Eb5OfMT92w
/Vbp72vBQi1tkpZS3+MZTz9xuahZgxoe6nHtpdZbL4yfrER1h/Hz7WUt7vY/RughMtAsKonkwZdn
pcWjZvl6rb3Yw3fLeZmHBhT8OfHvW+aUCnnD9ReR53+tMUUiho2pzy0ij9zUFZpqo/aSzJFEBTLa
q13a7PXI2pXGcJrbfqNSJz6lN47xPwbFq44WBFWQJYjcGUfoa4GrvwzjPu5eqPtC5P4A/c5GRrFw
wP+1I/jUqQ5Q81hEOi0IlLSAbOiljrXO41kP53mgbNXl11fzr5VFSCujAQkChj1fQhQXjeYYKq07
BpW7iS8TScn1tjGAAaKaiuJy29Imq+IYvMuLLslehgpGVBiub25cfOvL+deKeul7wVhBndayHAaj
DkPyodZ65ONq971Ajf89nX8NLZxcCilNFzqG8D63yz/CWm5bG3n4mgeIBjlfKlA2bF0uZp5mOgsa
H1IzJvopzqL+KdHTd9JP/1mJqEPhSlS96L5eWimcbkjVudVfOueTHTwZctF/dHz5WKr9p0DSKjdS
x/H+dohY+2iBH4M7FchgRGovbWpV2cW97GgveV3v7fqXL32cswhg47SjqHK4bWzNJ94aW0QI2x+b
NC4lfEJ9LKO/9fI+rD1/i9FkbUmCtB8aTYDO4FwulyT1bTubRaS/qEP8Geb82Yk99ayY4V2rShsX
x5otIQPKdJFlMHS5ODItraKOGKS/hH9F/TcTSGig/czafh9vYV1WXBDXAzvAcxD5iyuEsB5Muj3G
5kvgz/X9kAKsjdOkfv96RJSDjpb+P6Fu8dVCXg03WpAg+Z13qmv3xkuv1F4B7MCV/PgHk5Ff3+0S
FHgtrgsYVqGHWRyWMetQD8aZ9VLy9e0kNTM8q0KCwE8Sz5i2dIpWHBCyajjiBNu6qC5fukabDE1R
NFibWiPMvD5oYoWaL7e/R5nE/mF2MnCQ2ysUK1iEW4SpKD9yKYpy/SKud12kUe7lloKQTguodGau
lN/DSPeh8OOnOqg3PrKV8K4SRUhkRLnnan6rgh/ZyRpDe/EVKOuL75nAXTP+fHtVqzv5xsri3HKt
nasK1OSLOt9pcIvkjP8O9H/md9IWi6B4sZzF9sXymNDPMLUXRZ+7Q6YAh4Jvi5pqtSl/u/IxE3bp
tJJRC2KnhXdU2hAWHTJwLzlC3fr8Ik3RcxX0p1xL3bT94GgoehVuhawMGtunyXjShp0UeEw8zVnq
GVW1VToVa7tyHUGYIQu8kPZH9/nNSzVXBQqp9LWXmaTXQc4sVb3oQ2geZ/+lZBzFTYbg7v3nymsC
WgNqa/DuLM51rAo1MbPSeEk11bXk/NAnn7LpV9hslU5W3BSmHeafSEI0mvUi3r1ZW5NPltxKtfky
SR9s6UWP9r258dBf8dELE+InvDERz1MZN1prvoTzHB3t3LxP5KTf+XFquESbYuPlvRKh6dbDV8T2
CZGixdYF8GnGqu1z7xRRcHKmMnO13C82IvTavom3Fw8huhmqvfge7EkZo7ZPjJegpYgO/WJf07jB
Q2/7wcq3AI5CYEPFXB9Posu9a0yS+KnPjZdQ38cwdaZ56M5SQRfhVR632FtX/Bxj5NfgRQXUdrFz
Wd53AFJr48V36JkGrTf0u7b+kU+vTRoeZNXVks+3l7dqUTybBV2oxVjU5fJKB3IdvcDiFKivWhgm
D12mvTY1aIlmRCzRSqPwvp8kaTcX1rS7bVwsZ/FZQxzCCBOUeDIA/oVf5lMS+BGiPi+mfjD879pO
8uTubuge4nbjLlj7AujTApzgKJmTWyyzIk3yZanla5Y0N1O/jV3opn7jJVvcTKvuQkfTJmoKvIr4
IW8+NdMZRlOffeNFQk22lX+12ner/th2w2EYNo5uzZTAZYiAiMKFuQgcTgMtKSHKfFHc5BF9HQoe
W9NYS5yBuHQISv/aWJxQa1txqiS5+WIjmRcP1WsA+Y5T/yryDLxH6DUS8k+B/xxHWyF/7cRAFdFz
Bj8IYdKivNIh2RsUzmy+ZGZOJV6zdurge/+HtC9bkhPnun0iIpiHWyDHGhPb5bJviPIEAjEKEPD0
/1J1n8+ZSiKJ6nPR7o7oCO+U2JL2sPZaVuc9uRr5c9sP5Sra+zLPjUnu0SWknctsgn6XHldkpxKQ
NW8Ki9b3zqB5P7WZ23tiEBsEtsNxKOb6QWF9/n0aFHebau7c+zF8PAlYrntfb/+2xX3AmBpETPDn
1fB+lnKNjy61T3FT/Zy673oCrbek+F7Ea+o7cmv6n11AaRY9W5TrwPp16bsQK2n+eSaqSfGdOVS0
MC5RB+qUACyVKdhf+4r97sZiq2tvt1e59GSA2A7NQEwbC9japWmTlJNdk9g+8Xyzo3zlqVjaw/O/
XQrmLQzNaDbF345xmWna5QGdd/TL7RWIkyDfZXiMgGjGxJ/geLpcQefObHKT1Dm51SPaff6oo83y
8ewbW4PDjvQUt6UlboSzy4VatKOlWjmnuLirsJZ+jWlwaaME06pAWaGQKisVkGlMHK1pnFObbqwh
mJI9tDFIv1KuWtoqvDRCKNHC8Kos/Q0UV5WzaQRDiL1Lybb5tDqfuHhvnZuQXBmDb4U7DjChKsnO
cZsD9cgmBs48zzZ6g2bsqB5Iy4Os1j5e7gGWXqTBwD7gEEnxAlQ4ULgQ91YVb1qIsWoMeA7zqPfD
f3g8zwy9b8GZM3h0UPKh13FnpQzqj4Fm3SsaCnIKNLrAtuQZ/+WrCUZIjByJHFVaWG+0kwscvn2q
0RlVvWqbgBoyb8uVfGrROf6akTvaWjcbPJthJm0d96lgGt+PfPzJSL67fWCXrhx0xFHqRlqFwS3p
ylFSUAqj+OycgBn3iy4LeEu3t00sHSeBLEYGiqYy1IAuz+s0G+PUzgnuBKUOdM6CWT8VOsg9oLT5
YUtwNxxZzK3g43hS4DjVY6ogi7BPDoYxEW/P7R3wU3P5H6LhCzuSE8TdOIN3HCui7cFxIzdL/R7q
yo5+mgDoub2mBU/4awuQNCkC8Hgf81I4nNoZvj7uFReE5+b+tpGFTwQ4EEAhSHNBdyFnEUCfDZ6a
4WnARWGGlVHWfpbOABC2GOVsdeeD8lPijQU/HjRJgRtEaCOX0L1OczF3gcJL0/2sNBs42k+3F7S4
a2cGpC+UJfOsxiYMEO1bTh8Z0EXlmoTe4qaBfkBHuQpxu6zPkxddwuqpdE4WEFXWn3q+J/WJ5WvR
p/ip0pOKvfprRvyMsxvOHAxNaXsshUJWdWO1Vb7zCvQEykojAWPTW1/11qGxK+9TSuuV624pGgIm
UejVAmMNalrJ/QwgauK5BJeLlbFAH6Z9Ofjm/AUZp+8a7T5N0cl86y1wB6yRxcsd5XcnOTctXU06
BAhn4sC0AZua0R3bdt5paR46uKV+luDeT+J3/vB96dEnFq/Rvi6vXdeAy0SVEHT80g/geabqYH51
T11RbfsxOU40PaIIsumme27Gd7qd3mV1nfmZW0VV/nrbhRduZhOPDKJQlOKvp7obauZDhdfmpA+M
+JTqeUBUdS3cXUg+0QoEsxOiKVGpkIKpea5oVTSte0JkCMb3b1lFt9yMsqwKgBnn/Z/bi1rKMdBY
APYBMaKOLqR0MK3MzpUxVt2TloTj+Cl3w6raAGtYqzGGJ5Sws9twdj8rw/ilbiAYnYaDt9ZYEWuS
TxTSOVBfAAcq9vbyRNWsh7d2ICR+gBJ7rO4HkNwpIV3r/S+ZAfgTmk3vs3MytC8HUM1JJpToFW5v
uDfsE6RTfbKpbfuQ6Ctx0NJlhCEUJPWwCNY2aV+dvrFzxk37BC41vnVL9CMpM6xDodf2Vnc/yiv5
fjhRQwDcDjVsFIQkv5kmJVFyYiAxhbwJhMZrw0dNfwiqTF8J9xdXJqgWUL8WOArpBnIHWlnegJVN
Q7fvmFMGLYgW/Ca5T4m98g7KUw3/LuuvMenIWx0Uchgi2tOoESvzOcT+9rVVucCTtHEVzuo8AL9i
stBISLXRxmJj6RlwFp3+uYorFVT51bTlRqoHPHa0Z5cBWzvSxjgiKyr3ypRl9wZZkwVYuinE1oih
m3cBzkt/TtGwVdvCtsECN32B6j34oe2Vd2DZBAIrMQOKwFeK4fK0KSfIINknQu3ftdZ8n9RpjZht
6bwIFASGxMGngnrO5TL0JGcj9Aew9yACpLG2c/v+bnQhJa61u05PV7DvS34luOaQpKCBhnTv0txE
84JUUNs4zQXXHiyDolk3eXwHwqXpBx3H4XT76lu0p2E4AyhfPKUy6bXXT8wePASnqWH71jRvCat8
VoGdv9zetrT0seDCGLfHwhDSSU5cKFDA5pUIgweHbKGuMIDzsvkg1dv7URFBvSFmZ220JS73r2bW
VNm1CLFKvsv16tANejDXyMKod/gPCzozJR6xsxDIhVypNtpoQyodSsEkJp3vFvYHBQr/WZCrgyNc
jJ9bciqpC7hFkhLn5MW1Drr/jkE/cB62LpQyV77QUniKuPd/pqQvxDnF0Cz0n09qZe94Ybs+Bu0r
n46rQuTidpTfOoB5AS5HUQl4FfFLzrYurrsxh+4akq/yORv+KE4X2hgoGbfEwZxalW888pzE/+Ex
AuGTIBYTKgpy9jppHqDrGYxaNSakevO5datnMzXvLJtF/8E1EE0glsAQLdpil+tLm5hPA0WtRjXp
o5GiJaiujX8tHVxkxwh+QV5h4xG6NAHKaxtKOKNzGpruwL12m8XJS52q96al/ri9mqUr8MyUHG1T
kFM2UKV2TrnJjhZ4ao2vet9sPfA0ZsWKraVlAQ+NqQMxVo0ZlctlIU4YUKRxnROvNgmkBovAGzDc
v7u9ojUrkqfPmsozlHSdk4bJijmqxxD167paOU9LVsCfCJ9Drowap/j/Z16ONWq1VuDG03uMRpKj
nhj+NAJuCWzWh9eDphRuPCTJIuuTLCXuDBIrkQ/VmNsJkHS9ajXZuF1R+K6H6bfb1hb8QYwPgZoC
0Y8DyqzLdcVeYkxGm3qnkZFdOXuIQPA1g0mpgjHvfxdGTFcioIW3wwKhFbwdJIeC7eHSYgk0X9OD
/+hk2fR3Q4BKLkZlbRRH/GzpUrLwBsLnEK9i0kByClaAUZ7zzju1faBTvz3AM2KGeSS//l7Vm9t7
uHDXAiuPoALda8HNLlZ85huFhqjCJb130jKMOquQOfWZTT7XprXi6ksfC4U0aNNBpxUKtNKBir20
mVOj9U6Z9htMOl6rbG0Yo5UeOMbX/7AoQc8tkhj8KbkhQvJ68trJOyV9BJBbqT3ka/XphTMl8rT/
mRDLPdu3PEsJJpcG7JtnBmiUbJO0hLhVGRL+wVkQ8fKKZEjkL6irXikd6yMpGt5gNYPzY8iMY/Wl
pa0/128IElfO75LrAaeC/jKmXDBHI70XFHTc3oBu1gmMlMSBRtfmMQP62+ef0FG6/Y2W6gegVfxr
Szq9U+62yQRC/JNGg+I4/wCC04vIgQz+Rsk37rhib+mD/TUHhr3LD8aTqaoUCNeeHNBHsTu9uR+/
2uqv24ta3j/wNuBOBTJMLuaCwVlh7mR6J86/M/KimV8KL+Ss973kCdNe4bg2Hrt0qgA8+Z9B6UIa
LG65iT57QIQlvmvTjaq95vNzpd4PDVu5/JauChtEmOL6w0Mik/FUg6pNaJN56MSfGP88VM+86Vau
9KWvhNBcHFro0qKDcPmVZnucwCxC49OgcygHnyywCsfmH11/u/2hltbiCH4EQMxQFpDbSyWhrNMY
HD1OuzwEmLSOvFYtHkq93N22tLgiCxyfogMvprQvV5R0aH/MZgy/M15UU/MrEqG2kv6Hzou4INBD
QP6NBqP0aNQmyMA9tY1PbRzmVgClvcL5fHsl78Pd8sPkoG+Jii7ar9dvRdGZGlXV+ARSpWyL3WUH
V+sYphbLLOgazCtrNPsKxaZ2g1raHHCHK8eycjC7WWjQsZ20AQIG6bwrUkPdGEMObJahTg962o5+
B+qrlbdN3Fby7xVADhSzXKD6ZbhkYzrT2DlefOpm9SFuk+dSuS/jT3QYdhZaU5P37fYGLR3Gc3vS
jRZnaVINlRKfALH3GGQ1N8A9vCVrxLRLjct3gMq/65JjU1XBfmlWHJ9SS//lxZrjO1kRtqicANri
E6i+WVW8zTDm05prdYGlgwMAmmjuofp6dXDcmeYYGnS9E+FvGHnxle6HW6/VOpbODNjNYAY5Baoq
UlDicOoapMviUzE5FEyhEPXUcuNb15idjwbWGiXLwncDwRloEgFIc8CQLX7O2Vuucd2LuxSXjmVF
OvnT9IM4pTYkWMtsxSUXHghkYwKjAXcEvY/0Cnn1DFRwTZVTrvShWWW7FGow2nA/DUIVIzDzOJir
tVd94Zuh5gndAKikAtsvx3hxCQ4FWjviHExAh/mpkvhrTrlkA7zcmGcRyG4s73IPm1YZM2UylVPG
dcyqFn5cQgohX9m+aysCKoiisdB8MxDzX1pJtMYaxxqOoeN8JanpG97g62uDxMK9Lu+NSytXd2kM
8m+DxCe7hOaGWYXpGlv6tYMLC2j7WiDzw7y/5HGxKmCJvIxPtNtz4zXmaahA6nN4vn0hLW/XXzPC
8c8cu+dqERukwjkqlfaOeOZ81OJyX5XeGsfK9RG6XJAUOJKRmQT0DfEJU8MWC9PQ2nm7cU26c8kK
CqzAA4LvEWBtadsKwhCADLonRrSK2A1UdesAUZUxiDgYK9HOQnyKABi6FKBUw1N3RXXSGmNXaHUN
L+jAHPWkTiAzMqGRVgQK3dr5M9U/JxzKFV61gg5ZeGeFZaF/BDJhIDylz4bMpWa1hc2s2A8t+9KC
ytABhVuxre2dbkRzumUNEHbEfYqfy3arKhsMTnrjk5rmrxh9/gwuvfC2I11fW/hF2AxwywGkgLbQ
pSOl8WAZBDV+DHV9L4fRJ3YwVEc8PuMXvccY94q5hQMoRHYxeiCUH3DSL82huNiCkQ8Pd0JxKbaD
koZZVZsrsebC6RBhOlQegGVSobR7aYUrajJzzrDNE64rUDeyzm/WpgoXdg5jKHhbENtZiMuknavA
VwutW1z4czNuPRbQ4SUFShcvZz2F0/SzcH7d/lQL0QFogFDfBlhXU9G8lJalGdzsyq5VTk7FxnbT
KJpGfQWjMrnvzt34wx7aDDLmulZ8VtCY6oMG8N3OZ6zzPg5kEA4MDnDRehN8Mpc7bLGhUdzSUkB6
aKE53zRvozmsDRzKDEHIj2FFPAhIjdE3vcrspmH0psrAgl2KgfjiYDpliMFV35jcwOu2tNyw7sE1
8ieMLGx7BfNaHwcP4icIJC9gXWBCk1MjCNTZCRq7yonrx6z9CoUulwUfZTL/Z6FnVqTtrNspt2LP
UU5K/QoxD2MqUTTc3Xaf65gZKxGVIAQo6FjJh6JXuhb6QnkSoXRC6G7n8C9ZFU6fqo+PPKI4g7FK
sLsA5YcOyaVvzLzX+KwVSZQlO4CHw7x+8OYs6PNvtxe0dMrP7UhvhsPsnnU2TaI0A/Btao6NmN2r
V16LhZfpYjXSlU3mhiWWjW3LshnNkWM17GPL9svUCYa1T7To8NCFxeEGSY1qy8oUzdjUveayJJqr
b9TYUDPMNHdvKNqzZR4gehZm7bNFG388Mb059GAGW7k5ZaK9d088/wXSx7OLNKkFVWr0QmwwYvqG
b/OwOIHexfHTPKgJSkdBGwf3QdGsvI5LO41XWdQHwFiCWPDSbxqduniOhiQycz+eNkKsVg1w4MZp
5SQsOQ74dpHqoCyKGpyUuM8KqLQV20hA6PFU1xu336V8xTcXwkCw0v01Ib1zIC/Vq3g2k0gUERWj
9W3j0aHpbnXsd+kVcjWhM+IIzNAVbVtRuk5K2jTqnidyZOT32N51dROQ5K1vn2KVrBDSLj5CZwbl
PAfEGq3Zql0albbtD/NvaBduSrHAOA1m9b7SwGdFoppmbKXMt3R/iflcUNGjSIUE8tI9RN/V6SE4
HeVtvc1dC2HSV4428mSip/fggpny9vWy9AnP7UleAuFcvJsOSyOv13w2neY89mMlnNYGOd6nLaWk
BL1xBL/iVcd/SAtrwPY5spKnkZ7vrelrze5S+yd3K7917gE5QyhcJQ86E0Pd2vx9LD8xZdsUw458
UPT2/eyf/xBpxQ5JVQyw6GnUDmBV/c70l3RccZ+loweeAow4Aa8KpLl0vVAQec8pJHyjGn7SxXqg
5pXfDWvdqiVfQU8M+hJCkQHjwpe+Mva6kXl2QqIuDbXq+1g3L1qxz6LO6d5y9/PHHeXcmHTW3dRs
c965KcJ3F2GmeZdrz2nr66zb/P8ZkqKEptCAPGJOGhGSh/X0W6NlYILdpVPWRNjl/cMEmiDpwZQB
Cj4grZOf1g6n2YgzfmrKjZepW6aFdbMFM2uYzhsvXnli34/u+QmQzUlvbK+ZGcbscn4y8eKhz6eX
oZb+mJ2fiR3ptha606+JbC2ygoSRHxxghkDqjjThfVbRk6XmdfDEWlZsqKe5bbagd8980+VRCy26
oGL5oSPqn9sfcMkgsi3UiES3FqNVl25ZaG072HmhATnrQfPW3lP1xQFvbmyRYCAfFHMBcFNo2EJV
Teh/C+LcS2s6r5yGG7V2GnNSBhZzfsSluo1b97UfphNJoD1/e3nyWwQmeWQDGGBEPgCojQwYcIu6
YjVGIE4z1HqdwbovjflFVaoj6tqQXemfoRq0AVXYSi1EuP2590hmZfDARBwQHeUwi8Dij4cgxVPZ
y+2VrZmQrugMnBdIM1PUf3P9WNBui4bnyuGWb0YBfwAQHQV2HCNwAUhfq62TtO4dkkReUkBNydvh
udiT9uvthVx/oksr0kkzbY8MMUVsro7UxzBRUBpeAEVpSvNDippE5z2gEfnpttG1pYnb5qxYRUkR
60MHo0aPmdYESNBq4zXaymkWG3TpBliaUIUFDBTQNrmCOOXmXI8WrJgl8422CRzwP2GalEI24vZ6
1ixJ3hB7U6nkU5lEnXJEdWFUN2O1y9fa6ou7Bk0XiMehUg7E2eWucavsR1bDijUbYemB1wUKj2vv
8VU4B7cTqiNA9+DYovIvWWmUGgoHI2JhPjqA1SeKzxwMH9Nnti3z9H3mOcf0XAjOiNPtXbw+U7AM
J0bYimoYhOQu11fS0mRlD71xMwUpWF9maThmprO9bWVhF1GlQNSIWAPsE3L12i7NhMV4zSJPLw/g
UPA7LTnk9gqN1YJHXFgR///Mw0GgpucpgBCR5rqbtPxS28e0q7dKszLKf5Ugis+F/B0JIkpPKDuJ
5Z4ZGg3oW5gFAhsjfsuhwuSmbmiVp3r807SPBfveq5o/WQc+Yixj2AFwsrm9nfIL9m4fBWGgWLCp
GHO7tA8wPYCwSUnwSmphapGwHL9Mn4DQX4u+l76bmAAQ2HxwWlnSGdOTwmVeikwii+ddOTgP6qDs
HXPl6Vj6bhhEhNCQwP4g97xczgjsoEvTkUSaRcDs4gR6/MRU4J/rldx20ZALoWcE84DkyFIynV22
Tu9OJLLcHaP2AXdGCnE8Z4xXEvilUwUNN1TRQXeGHri8oqRJ8nJQSRQb6fc4KXIoESRrMhZXARtK
9NDqEq6I3YMXSl8HJAWlAmWmPCr6L8V06p06nLXuQM2tm1dbwD+CuQH1e+WvDQVdzVEIy0g/0T1U
AZrBib78Yno/QWDNMLJIcSbfSkp/dneqjaH0p1GZ941Ddk4d9OTOdNhW7Zqwpa9tZoa3T8H1JgNA
iOkUUHbg3gQ48vJHtCSOa4XEeVSdymiNuOaqBIMlYvAd1Qn04t/d8vJvL01eK5mT0CgpMMtw8KpD
Hkdj39+TId976iYH/o48Onm9c9OdV45PXrqvav2EG2fFma4PIUYx0Q1G1o2PbGrSw92aBOQ6w1RE
E/1p1L+Ak2z4yo22ZAKeBJgfUKaQP5L8lUCEaPCAQY/a16Z/0h4+jE7DboL/568B8QPObsw0pVal
t1URxZblK80dFIgmBNwPGQr1t71icSmQzBBKdgD/OlIeOGWx0P5tioj344HHe7sqH6mpfDj4gGiX
UJOzgTsBuFl6Ntu5a1lvakWUTjbkBQtfpz/UuHkupl+3l7MQGsASzpioTCCJlgsuDsQ/kinW8Wko
C0hDhcZECaKV/Fj1LNCmLLBNBJHxGipu6QBcGJay9zmx3UnJYNiuo5Q3/lB9IeaxHs0dLeogH5Sw
xr/ygM2hgYenn/4gdIWUc+dFt7dAToOF74A6Dc1vUBNABkX6oiClAoh7touoGXo/ycCoyj9X/GDj
6jGdhwm98P9g7z3+BzgZkF5p4U5KXQdFEZw3bfpi1p3Z+rQuW5RaR/vADS0LZq2kWwjTDSsp+PW7
LsY5caGjvYQQQ4aT02pQRjDpgDbQ7I82RSbghK4aEtf8OirjirGlSxxcYB4eQlHyArHV5ZlsqNU2
bTKXOCkFghXATp7MrCZhX8dhpkCwsOhIt7UKswsxCafsKhcKWHHD24NWFek+6aY8dMeSrgz7LH1u
NGdxrnBjgIpJuio4Bh/LqalxpXsl9C6tL4VNDwaND1MdPzblU5sBvnj7iy/6OlTiAWUSDS50pC+3
wtJYOvbELiNHexxfU76DumJgj80Ojd8m2Q1N6lfDs+0cdY35AiSTv9BjvcZIuPCgoY2H4SPB4AdM
leToVQNcThKXVdQmGGibjcbdaEM2rTwn10EQMFRAvKJWjcrSlRBBp5mFjtypitwd2kEv1AnVlS+4
dAWfW5AOkGFNrT6rsJAiBCH6r3Q+mSsm3p3zMs8UlRXM/WDQA2hxWZea8U7nKO+U0ax6ProzpvIa
b3T+09y5U+eXdWjGez1VfV5CgupI6Rs40vhdDHrb4s9UvZaPoGeYxw3vdhwZl6VvexVdlttutbAP
2GIIjQGQjQleU9qHTumzctQwnWtnE1Qt2K/aBOdo2q7VWa9mlXFDohuNeVaws7mCB/nSfefC6rXS
HEqk9lDndmo3JJkaABG+6a2j+qMmLzW647UV5HGorIIXFhzqwroUh3nlPPMyRV1cBV+V+zjzR0U7
5uTtP2ymyHYEcTmK5KKmchZBEBviqgA44lqIFSQ6ud81eZhBu+O2mfeiquRYKFWLJByEERhMloJq
tfRiRUlxFSTzntWpryRPA2r/DAp8gFvx7KGtd9nMkcFWgedGJdkCgwgatEDPQaXuHrMvhDwl47Yb
A63ufeqNu9K91+L2qPCVdGbhvhCqrOBDw+2NCQ1xk55vScfBPaU7ZUQr0EBZLmYi+zpfAwUtfV5g
wYSIDE4cRAIvrdTeOI+DbZZRw9+SUd0RMDYLvQn3z+2dvy6KoScuaD4x5QQuNHkuWtVo7uYdraLG
+eQB8ErYHzfOgwlANO8Hpyce2yvfeuG5vbAo3frZ2NEsResjcsEn15Rhk5Vhnf/RmyIcFLJibPGQ
gtYJ6G4ArwGElBxYS43CmE1eRdMUZBXHp3qpnGePsbBtuyAh9gsI6tvBRM3CPDVkpTaylCwiohCk
SHhfAJ6X7wgKxB3KMIjlqtov+eirJH2I3WHbOMozr6fvZZVACmP4XIzMj2c2rzw7S86KU4UqOOjM
EOJIzppOBHp/gElGpRorW9Y15deJKepKKWHBimCkFSIlyGMgMnPprJ6d0ow2eR2NDXM23J3HQ5G1
2krotOCqqIogeEJmL4bYpL1kit14zmDWUW++0uSRlMouVrW9RrStVzuBw4GEGL7fPh5LK0OyK+Y2
kaVh9utyZW1T2W2vVU1U5J0bQDHCCIbBXKMdXTgSMADvAFMOinWyZiWd0zJRFNZEIEj5rNINSYa9
k/CA2L9XkQYLz+OFLendqM3MbSpUByJrQvtxNu9SNh0tj694/vXHgtOrKJkBQYRCgQxqtEpIErOm
bCPV3Pb9aOxNvTG37Zgds6x+1En7vetUfeu46dro5nUkC8sgvRWhFnD9MgSH4iBMEA5qo6k4VtDA
7L1HVIKULA8NL1LjtYmf6/0U5oBAEAO3qL3LHjLoQJ45dhsVdsiGO6V6BGhm5RZb2Ez8YoDXUJBA
N0seu26FQqVHyy7SeHMHANyTy77n5A4Eklu0+L5XZGOshjfXng+FWSR/CMyRCGIq8NLzecv1xmFZ
hy2rre3EMz1QegA0b5+vhd3DFD7UFgRlpChVXFoZ7LakGrX7qHV+KtaptCoobr/etrG0exi90R0Q
gQNYJGvtejxviFNbfZQZWqgSBYFqnh4HRoOjrbt/8joB2IjtbhtdqFYDlw4tJcwToICAfy5XVvHS
ZnnedZFVGE9V5wGtaBy8IfHR/GlS636GnGueZ699noZ2TMIhe8woW7mYF+oY4lcAbgAsGpqu8v1f
zJRkcV91EZQRQnvc4KH0e7ph0zfTeNQU1a+qIWgwE7Cy+oXvemFXfJOzIEnJ3Ybzsemi/g93Q9f0
cyWqzX05h9Zj+uJspnQzojtl+F4ZOGtpysKre7FqV6oTFcls4dGFdZWob+3wi/MdFJb9UWMb3OIT
24NMCxw4oYlH9/bCr29y0UfSwIYIkCHUyaSXcER5E1JCLSyXvyzroPNDXqOj2fszY5vbpt4rkJcx
86Ut/XKPQQaa58gA4GGCk2lXx0+d+VJy0BhABAPM0FOj+PWPbwZ/KlmCisZ94f1EE7Llm3HFzdZW
LaXQ5oS+PkuGLtLT4WB5YIMYd9R6K3T3fjLJirGFXEGsG6VwXEvYTzkJhQiDA5LDootqm+q/XIOr
R9SLPIgBV2r7p5973gYEGpfzJge5Q++7caZqh7xty2prDrzfzJC2r5+bDi2qpLDMH6zMauoTKN1/
qopSr0HMkHNrM9s6OZlZq7MQFPW5stNUWhe7tLJ69TAyO4PgrlKmT8Tg5RpjvKzm6AKHqKMUg1og
lFRQlJFcmPVePurWhI/rq5tqN+6zJ2Pv7OOjuqkPCmQgfN7v7LtP1Q878a1D6KzUphfvr/MfIHky
aY2xtcq5i7rXOtuafnLSN0V+N44/Z3WfNZC0PLRNmGsrAet13oN1Q+VHoECB3HBlp655lvcp1t2T
nga1Hcd+r5fFfnTi4atTxEm0corERl6dojODsu/mZdV6oBmKsrHxC9LsdeBwHP2QO1XYoepYjC+F
OQfK2njWwvuKFgeGDvAnKqwyeRPOKXVrTe8iUuhGkCc5961hTra3l7d0DwMxjwcAXO6C6/ryjlCs
ru1Uh/ZRU9x15Fus/9aNlUhvoYyHBOPMhhQpOHHiqAm0jCLbelWHqKHHod3wTdXcc1AWsDsAYdgX
iI/e6eyhbd4SALBvL3Lxvj//BdJrU+p8Tnqe94jSj2nSP7TMCPP2d5pjJnrT3blGd9fy/nOXr3E1
LH1E1H/grmJmHjxJl9tbp0z3lLbpI2V21U9VhvAFkwHxl9vrW7SCkgIq8WgSoV56aQUcNUlT620f
WValHqjeQjMYk8Qr8MSFVBlVPQSwIIAAIhPtlUszcTtkcZ0bfYTZva35Bj2voAr0Q/1iBN1jaa68
lLo4WPLBOzcn7V1qDF1fE72POMHIrUXGHKyxY//d5HYaQiu4v69bZX7CKCFG9g2tvDPsGHUgze0D
EPaQzTwnXYiahvqI8e0MHezCPdCxHLZqOvMtUzCHa+px89LkHn2s1Bn06glZGyG6DrAA9Bd4dXQP
gAy44uKfkPqYjLhDVCh1+stoIE9d8lZ7rnii3c+sjjGHbVAwG0CrAQQ89dwdNbDJ/rztIVfHHL8C
adb7qDSY9uRsqzecgU0Z5YCPGwcCXpI2TQ5dt8aWdOWIwgzcEDU6A8PYcutbSScAtfSe46Rb9DVx
O3sErwvHrMPt5Vw9Au92UF4G37MoTkl3sqGUecKnlkcNutAhNYo/5QBGQJNOUKkiVXjb2uLmgdTu
/1kTqz6LVfXMtcoEAVNke2UceDZVNjMFy3uLQslHr+P3haHNJKaMMTIrPapl3rRj3DAeoeXgN3p8
pMUQOmReebyXv9NfM9Ij2gD0kxngzYpS1/qM0fb4qA9eunLvL24bCABAJKyLaEW6lYja85qkA7Yt
a3elNm7spj1yV9vc/jqLvvDXjAzS6j0zdweMlUad/rsbjtybgiH71Ojjip2V5RjSp3HyubYUC5/G
xaSyg25Gxnrf7ta0yMWtdnHroY6EM4RyJNA9GD6ULtnay3WSxyOP1KxJv1VODEbTtI0Hn6v2sDGB
EYcKuz6FkBZbqyIsrBB0WejugYoC8CU5o6c1VAycgo5Rr7DApUgEbYgXY2r69gdbWiEIVHFTQN0C
dGfiZ5wdp1Qj2DWtGlHM2tRmpLPJJ3TUgjbF0noXMPFibXJnwUcEdT4mOQHXQNAsbapeM3AIQuMa
qBGj8Ju2r3xHzX6TtMJsxthN+9srXDMnvVxuaxhDZvMx4pxvPWdmfgf+AL+OizG0YnflXV44zBhw
h8OgOoKZ3Sv4VKe3pZGqY1TSYm+qww7NrY/CR+GU5yako2z2OgdfnD5GNv1qMh4y5SE33+J4TR5n
0QP/LuX9MT1zjbLtgcrWjTHK6VeIkmy0vIEOybRyMcmBDIpwQkwIBXf8l5DylNzBmBtTz4oY+qT9
qyo6Qi2qfo5W3+leeqwKNdAJC4X4D7B8LgOYJG5XnhTpDFz9AslDvKQhHTGV6r43t5DUznMr9XOb
+blT3A1g257XKNeknf3XIMAqQKtA0VEOEU0Vk8XIlap7k+77IUa/dY9acvAhv383AuZccAoi2sVz
KT3L41yWkBbIqvvR+mWMd3EFqJvtJ2vgXzmc/8eOWAgq4kBBynrk6pCkcy40bb2Ehq7+6gUUbT/N
8rXA03f6j6H61KWrnSLpVL9bhT14jIikEN9c3lvqZIp406zukxdFOWb3rPCzz6q9LcoyNHbQXPKb
XzE0G5pdMwWjGbJ+e3t75WGof38BZKdwdQJ4I+e+6mxC6EtxoMN+fGp8TEngH2Pr+a+VvxXc+cf6
jbw2X29bXXJVcOeDRwPVQWBNxbacnUkDtXmuOZBRpuBL7+gT6U0Ab6qgIJjKf6iT6WPPw/siBQUS
0DbA8V7FdgVn1qAkRn3vjt2Xqv1iVuShpK8lmr6O4u1H1p1uL3DpaIhhFw1ociC5ZDyAVoOQ0qvS
5l6HZNsj16f+QLlzpO201qCSK1P/rA3ziIJnDBhhQ4q7tBwVjdYhzb34bsm+OyT7ZA+lxo22TdDe
25WH+uAek7vukO/NIN636UNC79UQiIh70H7cXrecmlz9Gum4au2cgyMla+6N6lulZEHsvmbxQxY7
O2Yr27qxjlnZ+cOaVrNcD7iyK8XTzHTneLJgdxzHrYmubuEGiufHYPdOfS0P3EYJveQ1oVstGibw
KUIBsQv6teMkbvmzSEv8DEzNAzCLWtL/kXZly3HjSvaHhhHcl1eQrJWyStauF4Zsy1zAfSe/fg51
47arIEwh2uN29IsjKgkgkQAy85yDuzbLGDCYaVggm1QH1Bm91LpJQcekTD3RjMjVRewWn6xLX6yh
ZQ69TBBZ/tIM4kRWp4PDpw6OIK0g9VMXQFCeNJtyB7AmefuBvhcSe5Efb/7zH3U/BndxZ0/xQxK5
hit7ijv5s6cStMQIUqa8E3HtmwfwcO0dBpvW5San85DP7YS50PuFOEgukiV5XYzp1FrLXk6RJ15u
JLvfj3T2ZyPbdbUl6JrgrIaGRCZew3jQoUObia6QyoUuzZi3AV6P61aPSDPvY+U2Lf5lI+G67tjn
iC/2KgliswjnRI/lZcyHNhjtb500eVp208qdWyyHZtp18f76LuOcGrCGHmGcU2Dc+MxynIXP1BrV
ahiWNmjB0rBdPEh75qJU4dedDB9GvhtNJ+gEQTmHidFGW8a0zas4ADJVzQaP7mxwQGS9l6kWSWpv
qKpvofJ4fWTrilx49Gp0vReujfsrD/ulzyQSLRyjG+NAhmSivwxqEUhzXPrW0NCbIldLt1U16vZa
e9tCKVBwJf3iL0irrOhLMDwh2wAdtkvr4K0ylxJ42WDO8jQYLQVtVHoeAjtlNYdojExC5z4XXNuY
q7YFCBUeLch/oWFiRXmsR8n5Yk4VIBG4bAelKrt1qLxO7SBiAfty3q42ViYTOAyclD1vQ73tJ1Ds
x0Ec+4Xhy5RYzibc6Nlb9C/pG/4znDNT6xyfDUejNphrKzMO4Cr3iVYTcz4Zw3ep1k9K8f26t3DW
62JYzHqVIOHtoSMZB9DtiKp79SX6FQ4ryeZ1M7ytsDZlo7i29usCDnQ5pqGXZ6RrFPhF+tz0pqvH
36x6mx2B88iOebfspupDYHL9SWYjXJhkzrNIHSQtN1avqKbvEI4FPrxzk8nwzLlz7ah3EzTs9uF0
J08RMS130T9yKtJs4s7v2bgZ1xzarrGg5YaPsLyy3dBdfoMOIkkQpddf+TLUFaMOlR4HLyhmqEML
utwZEidBG88kyxcXzOgLFbHIfz2O1j1wZoYZzEy7ooD2NByz3apls1150B0NBbbkLvFulN5bu3EX
kou6678Ea8YuE0dLNR8lJ4TdWP2I7cVfJh2KJyRvOkH0+j9GiLSYYaO14QsLk7OgIlKgxB9QW4/8
pNITghdE4jpLea+kEPHJafGqVPPPsktyVyudyp3j4kHrS1Nw9vPGrCAljCYEnE4ARV9uGIq0Cxq7
MWaqVgcDtNX24Dsj6FwEdnixE0hDJLXAsINrFzO3vVMnZlvacWDQqt32pfpsjbqor4AXPM+NMBEt
zUsl1WYDg2nohzm65c9Kp9CKSF05qTwTQvbu9c3PnT2UzpBd11euU+ZG37dUS1DUh6fKJzq/OgBY
WabbqffXzXx98sIzVfSSouFkvSWx2nm2AdxH6oxJUA5ebG2VznTT9DDIPZnvQZE9o/nmpIK++LpZ
3nSujW3APIDMGWi2S9+IID5ZGM0EL5V3MaoTpWv9AL+NXELHWwSQ5/nHuS3GP0ZoStEkhy2lrNwR
WBYhzlBkgXEOCEOp8zTDgqOgHJQCP9L/u1Tc54GKci2aiSDNioIckyO2cdlTs3ZJgoSgpVtwk+TF
3vMfZ1wtG+bUhhZJEsh1407mm2FUbtEK+hm55+e5Feb8RDtFXJjDOgSQbT9DcXv3095kvkl2111L
NBrmJJHVxpBkCYsRR496j5yJXEM8TFQc4C/5nwVhHDgL0RU363MSLEA3J/1drv8/V5zx2lA3Szst
MV2hGrlFfNeCde76RImGwHit1nRQNp0xBORGyewgzZMIUBu8GIaCE66coMNAAoS5yIMpL6aqjaWo
Fcut1dkvUhtMvm+1iHWfG07W7BlEWqHWyhaQB2NodST3scVtfW+kyZOj3bbad5xNeN0rNwMVJeK5
xyxQev9YXL/o7Ia7qHptVIBkB/FJQlYFkLzqPjvOnmERxTULoOcE5wHXrc8MMnM5yrOVmkhZBYr1
GNHcr5ub0RQZYZt/PuMMcgggPlABmsf763JY4NZum7qVk0C9A9GUcpQzoj9GvrntfXrM34w7fZOR
8SF9tw4A5u3rdCPSfvpsOWZvgngGoVa05jPQp3L5CW0t5ZMKzYQgg7bV3fIT3YP10QkPS3VnZCAM
1Z5aZLFupZ+oCBNL865vCt5t99w6MwFtnKH+q1mIhe27NthuAjY0ub6xx498/puDCWlzvDVXeAAK
zpcjdeIyBiupvm5x0yElHXMP3A2mYES8bY7bF3KsMhCsXzQVQbWDG0ClJYGpJzvHSQ/zLMqs8vb5
2uK5LhgSBSydadG1/UoogNAuy0QHFfiLOT9NkyCduno46xgrGTJk9EDR/0WxawSHtdpBvD5IbG8p
0GgA0I3eu51BslEnC/hktTgT7DruqXVulPFGqmGb6+iSDfL5DXWbMZRJszWeTeXDjOaN2cf7cHi6
7oK8cYI6A3gDkKqA/pk5jrsQ1B9h6iQBbl0SkrmRvwT2qc43fzW4NT8JtBrYD3HVvHRAsF/aZdnG
aWBNE55CWzBbWXMC1jzAoOK7eNJICn6kUZQfZftHP6MMQD9APSJHikwPc/KUbQsB0Q6bTMOpgx4c
SvocsiXoYUKGtI6+zc+ScluH9UEN72bdVX/k+6HeNB+p+YBuCsEx+NnQyPqV+Vm/AnMDVCaYr5Fs
J2uhOpMEsz/do4/1zv6xbPrv0R0aDPaoou0wMR4NhrsmcaMfKFBcX251Xc9r9pmjJLGtxYGIGgJe
ScIbwzN+TqfJS8h41xUkeVO2y9HxJR99tUP4LXLnY7HPdubj9a/gOt3ZJDDHi9q2bSLX8HN1fKxN
FEg1mzSL2+Q71drEqCFkERVMPO/QxmkNLCFQyeD8YLyvilKaqCk0CrNFQz+821v9zQBUVuxsopNI
f4oX18+NMdcpJxmdOKIwNh+SXXrfo1d5IwqD3LcU6NuAWQRqfaUJuNxPidL3UtlnaTBoaI3NTdcw
u98RWixmXTtUtD6t11LNoTdR+JoIsRr8bYUCInR0UIXG/y7Nl1XUhG1DMUYX8ZHelalX3KcvC/Rm
tuOpiTbJLVCir+W99Cq9jkKSkPUN8sWPgbwBPspCmZZdT0vtlSUykDOFpuIeXHnhE6WkfglPIcB2
L7+u+yv3AobS4SclM0CKbEdY3FaQdo3aNGi6aSePd+ON/TPpiVraRBofu8Y1vMdekFzhbhI4KgB9
qFt+URuwkHauCmdIg/7d2vWP1C1vM9A3HUXs79ydcWaHee1BE6CohnRMA8N4chZU62xQUQW6/i7t
h2YSxB/uEbe+wf87Kua8MVU4LVQV06DzfiMt9RB6fbB8Q8FSmEJdd/QXDwE0ykLNAsVutpqQL50T
UgnzV+aZO8WbWicGMCC7xPbN/fA0aduMkvKptW5UlElDUQKcd01ZxXH/a57ZnoW0jGgzxUA30w9t
Cwzmj+s+yXePP7/PBHIKaRTIUeD31Rt9Jg6IKpzixrIe8OKpTIPUAnP/x8L9scfE7HSyR4WiLSIo
Wu0DAojbosr3nX0KS9MNjX04fYsg4p6JHluCVWRLeoMyQWY9h1ltQ4ODSGSGfxz+WSVWrq0sgBtq
a8zisJn98L3bgI9D2bdP0ovj2dvoEGckk8n8M3y13nSFyDfzJjOI+i9pWf9zRzn7DGZXqMMALq8W
nxHRhMjS2zDcNrUoJ8K7mwMeBZYXYA7WG/plxJbSGCFz3XqLFx1erd3sGsfuOXHDY3OX3Nd+ur3u
odzAcmaPCSyyXoLHKZnTgJbbXF8ZI1GT/a6NN8Z8W6rC+yX3RDgzx8yhITVgGbJhzltUkg4kv9O3
S+XVgUVdozo1wkZyjRdgzgyu/372Kq960KbqEeZzdHN/vsNF4tAGvxY3IpPf7kWsX9z9fmaNeRuU
GvTqVPnTWhWoru5OZPhtuL+vrxk3ap1ZYa5JWg9Zbxvw1SDf2Se0Zx5FsNWvbRN4AJ57IXM3Ajyy
KGINFvr36Yi7+M10zP3KT9F8RDfdtvem7fydFuT6uD77Wr+cBmcDY8Lxkhd4FsfwDn2rDC5900nh
tR5a1dCXQA+O31akfpihffIsbeWd9hq79bbcQTvUB2OzF5PQnTfdX2TdzqeCCeHLWJtFZmNJQz2H
HcMCxULeixoFeNsedxZ0RXzek9gCN2gm0PkUS2mQoGk/DitkGAQbnTu56KoCrgJSHMiiMANBigf1
icTB024zSLj/6YfxUG+HX1DjDab76FgEDjI50BrbtUG17X6XL+02f9D8zu/3vVd9i35WW2FqZ93v
7IqffxRzYGmhmkTZhI+SbpuN6lde63Yk8eN3w61cfXPdv1gc2WcEP7PG9m/PalKB9C9cDxLdTdwE
XW0/C5K7Bcm2M5G86+Y+aamuDI5t415UlC/NHIPr/cIbd9PLL2UTw6Hj2/Fdu5X97sfy3Pj5wdgq
u/C2wrGV3uC6AzjdLtp2jzaZdtI2R9uO4Lv4zvaPJ7CFpCRLei2U8V2efCPdSnvd1fZQKcmhhAoU
/kOyo4f5SdsV73j0Hcwj+mOsu9i33OoDwmAtnqEP0U/NlU9ykJLwWyxwVJaV6ssqMSG7BZmNVFKs
EhC55Kle/1ru64Is6uFDyKAocECNidg2pMJqPYUx+eCQhGjbzYtCdJL676K3IO+SdO58TNQ2jAht
GOv+y/SPPjtp1e9clKrkxu1zG0zc7iU5BURhdXBEzfhWIgNJSbyZN5E3uSAdIOn26fd1b+K+Mc9t
MkG71BrJcFrYjOx5U/WVm0AxqQyzbRfNuypcDlLf7pKxA/11f2s78bdhDDdVNnnSMm81pfYjxX5c
+ltJVM0QzgYT8aa5T512xpc59xQNcLOv7XofXI6kdCV38KEh8FIcRDJt3Dv4+XwwIa0fxzoeF6wz
iHK+Lzu0ZNzpXr6pvU5wV+RdNs4MsdV0sBeFptxjeKMPCP9RJ8429UcS311fYK7fOkCUgYxtJcNk
xtPSVp6lPKIBTRqvUba5VbrpJNj0n6fPl1j5x8rnrJ7d0/QhbI1SAkpSafZJ+luZ4p1l7xy8mqZ5
OE1JRWLTcdWhctOidwdt3MWKm4ez26HFLVvyhxFEbUXfbbWw3CxVhyKfvqO15Edp43eWduvIzU1Y
Z/cO5COGtvavT9K6sZjPR+fdSmwAAmXQFzHX9koZ0dWbd3GgV4tbdQ3RtdhVo8diFKwGz71stPgh
nQRys68lgryb9GmiFlrhunpX2tlt22wS6jvyVqWPvQbejwia1qL8A8cJcHUAIR0Y1xw03LNOMGcN
XnhtEkRofmuGeKOZuD2Xi6BxQ2CGzVfNkU7bHqSDQdYd4iH1ZiV2OzkTHMw8K2hhXJHOgLCgZfLy
TYCF7JVUR+Kthf/4vfwhLNVy3AEdkn8srF9w5s215JSd3qKQmi3FcSyNQ25Pm6aZn5ZeBONbgxjj
eZBeVcC6glInuhOZkB82S73MKqrCagaOgQQaDQoEi6bF61N/MttsO8QiiM4a0b+aBCPYyj32lfo0
GQeQtjqYP6iwFupEILvhp70JprNih34HQTaKu1rQlv2vNeaFqljtZCklehH00evMdxr+CEU3ItGA
mFcpejnttpfUJOisZdoCQ+6AJM+BGmE+ffRGbJFU10VJfq5NyMysWAeoe7CEu0oMSKeUodSndK4c
32x6a1svm0JUUeQcEqiL/THDeGJb6ZUalaid1o36HeI2GyUKXamTdtOi+DXYk9feHmmSBU857gbQ
kcAAFhMynGx3SqbmTWi0Bpoh0vHnZCxbR429kWalSwFjuR57uTsAGW50KyH6QhP8crOZZatCJhtD
TJR97WroltXcaiH1JqwEp5TIEuOKkm7OWlugLgMIlRI9NhFRtSD15+4o0rTmesfZmBiPBCyhK6FA
9mmJQl0vOdiFG9LHMfybWHhmiLlsy+i50m26GkrlbVoeuoX6Qp4vXmreBhvzP0vERNyxHhyJLlgi
0NpuE9XYlO/xsDXBiqi9Zfm2sFBOM2MStbPbNoJFW3/7S7RaiV2h9AJEBPvoA5hQMo0aRQht+Vii
u0mEMRH9PuMUlha2gATj96PktyG/Cc8S3u+DzUFGcRSE/6q5usrZWTLYreXMXY7Tqqrfoeu9HCbV
GQR7iLdfz40wV+XOyLPSqNLPPYR+LwoEUKqf7P739a3Ki+WABK7NhUhAfCmH6XM3JibUk4LGuaH0
o1ElQdzh7RskEIEoRr0cCmXMOGbDbousx2Qhd2U281aGkAaiA1Hyg5QKHxjcpTmzxtyKYmr1IYj2
kyCNQVpMlLDsvDmOAKPJICxEe3Xwc5l2D2Xa3i1WM6xwo/Fb3xeGNyp5643F+GjTJRMspuCzDCYg
2ktTWvG49j4lkeSOOmjvaCOL+PG5a4mEFQQ90NCFpNKlXzZtPXeDWaNhU5tchELxYvLOLsDz/rHA
7KyhL6au62EBPcv3ZUY30hSCbWgkZr8fdJ1Uqn7oEkG44HgQsFogQMSLB7RObNJG6WJlbQ3AyWVK
bjfQY9tWp76XXaVbsUJxtPvXW+LCHhPpLTuf6rqGPfgRiQHxsKKbuf6L8/jCChPm4zjDA0WBlcq5
0aebrP+dJTe9KXiRclzCAVJnhVSuM8eyl+uOrlG5xp2msMNdZqR7AMjsf+/cIAME+Qz48zToyl06
xfW55yUEL36MmfwejW8m1XEutWmfbooo2bdSHJ3arvTnNFFIAkamTWmVv+lAaZCaNfrOtOh5brRl
3069CKr9FXULomg0v5igNFlZklhODjMyEj3PcBpHTnYszPogR+8VDZ8hNLdxYpOYFRLwGqCbC0lL
nJf2TOxsU1J1a1F6zPTxVU7NH9cnibsh0BGm4oUBaNln/ufs/NEip8szDXMkSV6y+MaxBkMsBOhE
qTiRHSaYpmFddfKMy1VclYchU3fyMhCwE4JrXjk2aSnY55wTD5eBf4bFvtjlzMyNEUJfwP4StNkN
oQdqkroVPF5EVi699X9ay6ryOcaC5kQOTy/UegpFMup8E7oBbBoiMR6Bl3FYSY0unBrMm5oiNTsd
RpDUvGjD3XUvEFlZV+/MC+rYiumQwQr0ZyfIUASgwhZGKc7BhTXBmxK4SYB+WLKEutX1tF/QfVbb
dk/SybDcmU6i9i7OLf7CCnNHQJ+MXeiqtF5CDpY9unqrbcPltOoNgb3J7ZLD9anjO/afUTGOrYG5
FPmABEV5ozumZvVIs7cqO8lmiy7uRuBwVwenAvxyuU6QNtSRi0VXU6qpRLEo+E4yIr/05S1VVzoo
gVtwIz7IJVG5coA5ZYPDSkaL1BDGBrEInJPt65g+Xp89fd0izP0dkcdYb8Am8OwsS82g21PZ1BiR
00WJn+ZW7UVg6nXnmkpkHor0oS9kA8TVNPPrtKabyK5fJq0diSMlOlGqNnRxe4GoZFf/nic0WUVx
rLlLMuQu9o7jLtP4bmRtD0L3AtLx0LSw8jQ8ornVJm2sRRHgnSG6NyCN+eRAGsMdlCi+XUCq5ZUl
UKdVndmkqEE0h6RI6eqTOQVKDMoIXS4sX4lGiRR6Y4KqQdM21yeHP/1/5oZx5diuQRWURmlQxaNX
xYMnRQLn5e57AMfQ3AQkHjToLv0JUcfukZZFNtu4U6JAm6GVORBDdOvipTWxyn/srCM9iy9mn1lp
KcOOecgdPwuJZLihjrvyIfkp7bVSMHHcSHNmbh32mblySVGJsOBU8Yn0AsYr0ZQxoRICTp0aKvjt
Eh2j+m1zWF6vr7rIALPq5tA1ZjljrqI09BvtsRktN1JPU/r0/7PDBK4i07QKGgsofWeHrtna6Ahu
b2RVsMEFo3GYiNWX0MrLNUxX+Nh/s0/Jg0hbkRsS/6w1c2P8H0saygxqbGsZVklIKwMnu4t/jB0U
dQUTxo30Z5aY6yR6FzR1yWFJyTaAkfa2j3cR4JayCE3N3/f/7BaHuc6rkTajdA5DFuqyU0KG+Aab
h1xffu5oUMoAi74CmgT2MgrypR6rvy5/891Bg5Vk9tiVNrE+TBFlBXc863Mdf5DnYO8wrRQVZTEV
aPyQt7j+Em0CdZaoj4w7HhB8r+0PaPhj+fMzsBlIiVGngT16GoB/RWuR3IpXkcHaFJyLXJ9D8hNZ
a6gQ4LVyGV+cOgzzskRSqM39NPGnYYMOvDIHsNavRD1O3Fh2ZmvdYGexDOn4MZV62LIbgs60WHAC
iH6eCWfqMuShPqKFue+RFWqpbnl9JKIV5TrA2RiYkCbVWt5YMsZQTN8648MoD+DzE1yNuOsPwhF9
RbaCYow5yiKUGPBqRWIIGfd4AeQwU0iTQddJDiAucn3vcM8zMNzBy9AYDAkrZlGiqpd6yFmj8xPF
En8elm/WWMvbqC0UL5r7xAU47Ua3Z92b+6kik61UgmDEm9K1ZAvAMNp9kIS/dIsUQtN4ZJaY0uVX
Gj1Mf4ERhcrAn99nTgfTjquCNmi3rsF9WlCTWMWPWnsUzCNvFICerbBKCHNhK12OAiSmBXKeqAhW
4zGT69pFtjroutPUZyRXa1JAu8kq0cGCBaX5Xdrbm9HoyGScLEjSXf8Y7regkR7SxivFH8t+15ep
GU4xvkWBBpOHnFDtlll2O7SipzDX0EqygpZ9Q0Pa93LQbemEqp3NwPss6scSFo6vJVLvJdh3/vUh
rYvEXq5NqISDNBZ64V+JVcpuiiurB+CspI9DBZ7b+baQ9/Gium37UgLKuOSCbcgLjZhBBTkiCHgB
DHo5OGPq6dS0E16SNNrkO2i8kTh150h1wzkioYj+YN1oX0Z4Zo5x0zjvIDupKMivJdZecfIH8Kaj
yUCpSSMn+7+YzT+22I6MQS3BCDBgaHb5BLg+iceGFM5Cpu+aeqfFiyeL8Ac8gAnIR/A4WlnaHVzQ
L2ez6OokXRLAM4tpYyj0WIItKftugwLVdnKSpV58NJPbOhkFe4F3KliAu35qVq8sAYxd6HVAEgqJ
jbhOot/Ix3euNJbKX8Swcyvr2/DsaJNTZ8HphtEZQ7qrNDxx0s0CQefry8ZzkXMrzLUtz5xZ7jNY
sdT5TYVoubocQEvmJrqozYW3sVd2XxOPAJCKsAmOFs4R6zKeyyHSBbs2z38AqCy7STz9RQ0A/FZ4
tgHfiYsNS+k+1XY+hOsbwVzszs8XKHtkbS3St+N6wR8rrAiqOkeWpOlI2Ejah443OWhhBH7GTYmi
8wTEJeh3scHrc+kCXQHwo9ahMmXUvoNu/25TPsrStzoipXZ0ug9ovM6/gIY35pc0KtxscfNyr4rE
S3h3h5X4F1hTQGbRpXv5Fdoi9Z1VVwAB030yRpu43NfJt8GcN1osgufy3BGww0/NQPSnsEsnWVAD
qxp0dAxhvh1a9zXPIKI4iLTPeHH4zAy7drFi55Ulr30Vjz0l5kjsX/JrmN5SEciHd8acG2I28TRo
BnRbcZrR380rTNGJfF8k3ww9EbyAt71QZkZUgkjQekhfrpKdtOtVCLH+trkHgZwA68X1gbNfZ07l
Bj0GWWjg1/NVAFYOLOMFQh7EMl6bcHc9IvEGAvI+A/lpXFbx/LocSC7lYFlbEdrF1Hw3awOSbd3O
kD7+wgoqDauukgFhXWZh5hi/2oEAKMi7FNSpRB/vrVnE086tsaDmi24rWV2p2pkTCloIcjtlaK6Z
Gr9G0UKre89wHqhpu3nhkGzeOfnWjLdgOSGFdpBka3N9mLz9tIqD4y/E06C8dDmZVG5SiGdjMq0m
7QESdzYVerM8mhcNiaQo/tfpH6RdgUb/xPAD1cbM6tKD/b9y8JTpptodOhA91uNuTZwYleC68XVg
sISDCy4P2nMQkF0ObOkdK6qhlBDgAZiAYQY0M3LS+BMAgaG+vT6JXz3y0hbjkUur9G2Vwlb+ZGZk
wTKqAgv80eB6vcLPwZHKbN7clqqiNfA8oyO6PVNFS3dFmbdkMBOH2Ba1/5/2mO28aNgU7dCjL0QC
wsX5rRW/scOEjCf8iUNyHGRUeA6yqlddU0floM94nUvVO3pXT0WbfZOiTMSfxOmxUcGPgf4WgEEd
1OnW8HV2VwoLO7eLCONRsoKoUexauUyg++XVUYprfEdMJ91lLaAl7Xtf7bvK8q+7CG8Bzz+A2ehS
DubuZcGDMHUeFeOGSjeaP4pa9TgXXgwTryLUf4Ephp7l5TDlotWlFo/qIEv8rqkISqDxmHpRnSOy
AAIEQcTBKIhe+8a/L3ZcmGbvvGWk2WG7YskKYPGyLZo3FFGyhcN1grI25G0/SXstkHheDg9s/blc
TR0msZd8iGnZrxVw8Kh0gBjEi+ef0+zVxuCCt1vDivYUZGPhIc3V5+tryenqv/wOZneYWTXWTYvv
oE8frWseGs8IfoSv8aZ6cg71RjqYp/zeeog8gd01Ol4+1y7tMu/9uobkulHAiaKnqPAL3V37PCoi
7yv1IHc+MGeFKM/JydXAJvJBIL1YSWFZ2UTZycsxLLBzoqIDCl9324mgx9pfe+HM8NAPNdH6IBbp
oXLwCZd2mfhtNt2w5ArmuCRSSW4Hcxt7+ql+RDcmbnvd99omENSKKRmf5x+CeV796Ms8g0oS+TAT
DC0s7qVKKGg4JERbXYKqV/PT6WM/jqet6kybPi5v0q44ZclGVQYMPHszCqhQXP+ENR59+QITt3pQ
I6C3l6UaaaohrCG+i/zRPH6TG8C/nPYH7ljPNSj/20F/vW6OGzhWSVi0IcqA1rIaIf2S19BvXkAP
IJceOt0PiTRGZK7s78ajnbqt/NxMEIyrLUJlwWzzIiN8y1x5EHAOsGw4jVWjqN2rKGHewpeLW63w
MwFMkTubZyYYX7JwjwlDS0H0jz0bGqNFA/4pk0hJ79aiZsGvrz747Zkt5i6Qm4sWzZaO5HZv/+wc
nSSK9P36aq1R/ItzONCyQscJ1ovN1c9FMyDZBedYcCvUOslH8akcwKumfCTSjS31EIv813dujAor
ZFoGSOmwJ/BJZ+enZi4z1JpM3KYMbH/zDRxPitoL4ht3mc6MrP9+ZiRtygrM+hYezLlT+qljRv7g
yGRpaUoqq4tJU+exwCbX+4AUQYwDUxIqLJc2m9TG+ZEbaTCpT4UcE5s+WdNbiSbE62vGGxsImvHE
gjDsyuZwaScBcRyUwbDBJozEQ5fmEMyhMXj6MkAbfaS/wPagCGxyY/damAYP2nr3+HIHDuNhzh2c
yaN5rJ+n+WTGACQkkasVjjtlB7u+yy3BXuNNKMRUwa0PiXi0DjCeQot0GDQb2zkGHZPkhilS0NJJ
L0X6g9wJPbPDOMtCzcnITNgZpuaHXN63NN46zyCv3MxS6AjCsY7VYXccSHbRbbmmg3EBuVy9eqlK
KnUJDaxnBfQKIt7w1cmu/TzjHFqlqlMx5jSol7cxCkkFBvxKuu+lgwrl+nn6uO6L689dM8csERTb
JDS/FoCTjQYpxzsbVG1Ckk9ekDqfMmZ9WqeL66xZGwMHBzxVp3DMPGW6MybPsX0aoeWrFtTi+O5+
tkrMXi6kbpqaAiajcls0uzR6AqkuGZBjlprnrt0qxku66HfXJ5Pr72dGmSt3BWrLKYesEBIf4ONS
vgORQxTldkEu57oh7o0IiRtIBENtDU91JqvctyqFVmpJQRu3bUzwjnUZiUYH4iN9fDtLyTYxTH+C
lGND94McbpR88ct7A1Rhi1weIagtqFXw3AiUkDYepQBYoZZ7uSkmJesgxNXQYJZvLP0RT0QhfIA3
uZ8pRZTSIK7KDlmXHB1qrwYNkJMgyvB7ZbqOWpOoimh2ee6KUhoSYFCzMcGZdzkYWS0cqV5MGpSg
cIz30aAcuyI6ZivuuzhoC30YmrfrC8oLKisP8/oHotpsn8JgabPcajq0L7WJpHiTChvQOGjxlf52
vSqgCQ3hmAksTeOEY1KjKGhHt0Dbu6l0s6JER2/M35ajUgFdpaE0gRep7LfjpjcFW5I7RNwbPtUB
VtDf5azWsTRV+foopL1dbOJKeiwcCKldn0eeH+Kx+48RZgfqcTJH4MfDqzAsNlpDSWNNrpj/VWDm
M/qc3U6itnY6W8NDKGvVfTTdITe5E/sh1wqaLFdCciBa2LtdVTlQ5kPHT5AuAGoUChpw60J5l5xe
RO/EO3SQSgJYFiTJK9Ducm0qp0fh08bNp5Iyd8ycbeyg1q6DdpggCm37NpIhECASI+TuaDCtg8YT
7miwautRYqBEJa/Xg2Y/S9axBvijx3LVfzW8VbwBdJQyGIPUy+FpWK6mWIeHpvtdqlk7cGgZKR43
ibbJyxl6BKLrFnfpziwyWQEZsNm4NHBHrum81+ptP0OyxRBcr7irZuGBAbA5RDdYwJbR1FrYDfAP
ar4AO9NujHCvjE91hcOnOV3fWNzdu1aWNGSobYTFyyns4qzJUfZBSscau1OUq9Jtmde9f90Kd0Q2
Wufx7IQzsilhwywtdGnhbtUjy7jWP+aRfOtbcOhct8NdnjM7jEPIrUWT2QaIXvVfZSKIQVy3Bohk
pSHFMcW20Q1G1Jd1bCOvrQJlqS5uN+mQyTqVueC6ofEOKnD9augSWOE/Jutl2LWLikdLYLej/dpJ
1PDmcHJc9M7Eh3AFq6ZLhLRBtARpnaouiDViouu9eawGyUfu3fTkLNd39aQ8xpICEaRCzTaVk2Z7
ZdaAlQ+rxWubtH1OusnYgKdCJnaCDGm5ZN+HvBmJBd1vT4/V6nZI8R3R1CsQLKmS3ZSNiVuaaLmT
S3P20f1Dt0OZx8cIv0y0FM1RUDwyBVPPewis2lF4oIIiD/eiSy8FyXNtl8ZCg0mi93On3yOVYd5l
VMu8uori11hqDIFJ7rmKDme0aeBxBeki5shpIrMyE23CvWQmjaeAFMV1npUH65l+yD/zX4rlpY2L
DrrrHswf6T9W2aJkkitU1lJYrbzSaQ+T9Ro1H5IW7Ufj8bol3s4HybsDSCWKKCBUuJxTagDv3ZaY
U71Gw2Ej04cmrEWTuN5X2WcIysafVAAghmDvj8hxNUovzRSAKHU3dc/UaU4y2pOcaVs7u7wYiZzV
pE8ero+NU3PDuXZml1m8BL8qDVCrDeISYvGjTB8XJalvKyOUj/kUFXdREaWAvYyzN9qGtA9V5aWI
FM2b5rzao2VApHbCfbicfRHLa2ejC66WAA+DhhKpAutHpGzUn8O7TPrSs1uBF/FCFepv0N1EDRhv
dGb4UtsqXR/DWJQCstfssxzg39zvMdfXJ5pvCB0/SAKgFMHWrJJYn6mDqBtAakdG9UHpOmK9xx/X
rXA3BXoWQfcB+SvIQV66aju3YP9sEIcs8gOEcu5BKFrP3QxnFpiDY+6bfijQmIXqngYNmrtuBxaT
neb/isnsSZ4N/qDrQ+KHlzOLTIzPDIumwzj8L2nXtSM7jiy/SIC8eZUr17bUZrpfhLZylER58/U3
2Ls7p4qtLWHnzgAzBzhApeiSyczICJAoGx+1hyQfUbsXoWi3UrwFdBqpy8m81vrSVqAPYBC7L9aU
f5YuZYYE/c+ssjk5CXZJ1GnTyGYV5BUu6FR32SZ5iNd2yE9a+ZcLODHD7uwTM5NQ5SHkm+G74UVt
aIZvoH21SezoFSl+22+u0LCVuM/IA3ooA7jVLrrtvcev2VuD+i2NF0k3FKQR0KBtgxtvr/QgLJFD
3KrV7KRgzanBJk6rp0n18kbHy+x/VNgFrACoQmAYoPSjMPgmF1shTZioUp4StCFDEcMSk080WN7k
2VqabCnqsTTECcB2oz2evx2nGjACAExgp7kf6V41d6BXvbxdF0wwWmHMms7SAXyW0WhmQqpygD6m
pz2TQ7zGuLtwwiVE8BoUbdEUj9vofJOg5NXRpBwJy3uoQA1sqx4akY4crvirxXGc2OGWpFF7o9Ct
nlzl9BsYa9AhrKLRF1wi4CTowMdA0AnMC+ZGSZaZgj6RK0oMf+qvWdtqI36tIqwXh6JbDNyMarfO
N7nHkSWIpNPJ1SBttOZ6SD0Acf7Bqp+Y4PxuZBJzrFOYAHKlKfYwAQ78yyaWqvYM4wVYjMzoo/gm
C+R4W4F0wOCEG+0Q+qmP69punWn7+biW/1mKCs5scV4eafReiRvYStNHY9grA1jBARK1lNIWY7fQ
XVBX16U3kKNCPtZSGMrixjgZKefxk6grhIqNVIht68Mk9nSIbvor8XH2kaJ1yOFd2rbueGi9xO/c
Lkgdsq3c8rHbQPP4MPnqtvZQSEgYcWsAprlVT70QrJ1ND+cgC72mSs6m50lyRW+0550Ma4aj27UT
us/lnQialyfLjr3Le2BxJ59MDPv7kxsCojtzShGfXZEh3NSaN4jyxpz9y0YWPcyJEe7kjx30q3UK
Ixp9QHidC0dxfJacyVrZ0D9oKu6+O5tFLq4eE7NUNTYaye3s6qbbS7650x0F74fSiZ10J22zG+rP
rnHQ3cqRbl6bfb2Lwci3UVxQp7uiq/qgcHO6ANpfsk/uJWjTxtvJ1jHzip25ib/OicnWlv9qVmpk
qWfcj3wWkVrhVMkMyAod8Xo7ze7l2V8qPgPKh0sXaUYNFMDc0YtDsTOIADEFioZ+xZ5zP8zQedw+
NcSLKpsS29Dz29xYubeWztypWe7MybrQEC3BsIzU8NsRzS7ZKF9Jevem9/GaYulCgIExQk2bZe8Z
o/r5PtaxjSNFwxgzWd+lzQZZNqmIfLK1NL8xNpdndGk/422KpB4iDIhFcL5ZTcJQo6wvtalrJxWL
A3LbXlPeJ+IIHuv/PSPF+hX+NsatXk6g3BD2gG0r8XSjGc111L3oRu8mdWWLUuYP6pqY2OLCQSka
lBkMG2FyPsGMkPOjBZqu0gbQvolWIF3W0a9U1Kpkp+gN2V6ezmV7SMhqEKuQ8cg4XzsrBRWZ1aNd
KZJ2r7s0Rbw20rXXMNtt/CFDCgPFFNRpkUjifJCYjJHcsI4kKj2JlPo90jZyEsjVX7G6G7pdJMc2
QeuvkX1V6javny+PccnPnprnxjgVyTSTkEJDIdQB2y2RvQrnIKrq42U77HX5e5iogLO0M7I93KGj
4D6KgKxF65fyooraQUnbbZ0HsvlWSXckzb2+XaOZWB7aH5Pc0YuAFgYABKgp9Es0LijWvtQWGL9c
r1bGtnTsUG/5e2zcvoyUXJilHEs4pfWm1S2XTv19a9LYUfTKFqAxcHkul/zyqT1uy8yJEKIpjO1L
MBkl6rEzPy8bWJs5blOIQ2dJITNAH7QudmgZqNqKE17bD8xvntzvVYoWjb7Cvis6yJMR0MF2uOXE
OxDvKRmBrtK3AozX5WEtrpOEFhMcZRFqodw6TchuCrICEDK9GxHFRE42bDPFbunbZTuL04cEIdLB
eBn9YjEMKzELZwZhSxvjfQr7zAml8Hoc1yg7F/eBgvcEI3FjPcnnc6hVRDOLlsHVxke92wpa8A/G
AXoJUTWhuQDZ7fPfT+KuREoMeKMBVFO5BuQKcKViv0Y7sFTgRmfUHztsr5zshVCcMkEfUNsQJJgK
/TwD0ySa97+RhtsMhgzYTKU6pDZf0F3V2kVzp2VAdcvjVY7FjNAde3ncS35fhjNGVllmqGtu3Iow
VlM2sAoZcoXaDun8ObPNNSGgZSuIPiFgBho+XgdIgKawoM0YNZDBDX1v8SRUhzs1W4k9FzcjqOX+
Y4ZzFnmkDy1olVA4AmMiBI6zEf1AZA23yFlByVJiCpZ4rgPLh6wGN2VWl5pG0xrjMYT0ttJ+Ss1j
OK+42TUb3DahXTwORSmMxxGMiHEFZftacfrw6fLic07iXyMBFQ4QdgaSlzyzSiHQDJI68XQE5kIM
4hYET1opptuKSrkn1Il8o4fTsOIN2fSc3I7/NgqsA7ST4TJ4lBgqzGicFbXxGNeqPrhWKOQmaJ6q
afLnRK0/NCNRn8typP4QC2Gzcp/weegf8whxYFkHdS32/PkBrIR5FnIBMzuk9Mact4JypYHboOx3
fT/bg5weO21rDSuhz9JMq6g0o+QNYDd4lM+t6lpdgAg1nY5qd1QF4qG6JHSvg74f4ofLa8odtX+N
DxUmwHWA7EVzyLmlJLN0Nbbi8WhYUJIww9pHZy96s8tcdJRQXWsAXFpNpr4IjXb0ZyPwPzdn5Nk0
FIIyHadIaY5WM6AypqW13oOuDNGW3dcmkB9TNIHYNtTLaA1DvTSxKN9KooyLAavKPwPInElFL8/H
mdZXQwX649xCoSX/IsL4oijIH1+e3l/2UFJAVR84HVYJ/cXr0IsQle2RbDzG4D2etMEeSA8+7Hch
/iiKlbv111IyW3hMAUEAjU9N4pyAhJZ20ghmd9STwS+o7Mfj6Mx9tJPlle35+1TAFMrtuAZ+iuAK
t2sgNNobjVL3R13vPH24xnbdqCGQ4OEnMagdIXDp4uSh09faO9kYzryBigo/gyRB0Bzo1J9388l9
aORmrWSDORwJjZwxeTfjfRKLDskL56UPtU33Pz6sUDvFPyguMyZzkErxtWVSoaUYglLisZauaNE7
YUzv5TH1S9KvQAsWlg+WoD2MtmxQpvNDM+OkrrMyFY9y8kxlu5o2aSQD8xitbMmFKYSEK9PnBYEr
ilDcEYikZBzj2RKPWW3cULn1dBYpgD/FqO0WtDp0TN/LfOVFvDS4U6Py+bkHAZaWdOhKP0YNcjbx
Tow+cf4n5f3ycVs0w1g5TIxPBCHCuZm0aOOumjC2+FOE/rycPukAH0zKyq3wy4vBgeElZqK6juAP
N9O5GdpGDXTTGulI4/hFnlS7Ld1clW7UuEcyw+niNSoaPh+EbQjcExj1EZtLLI7gBgbsXSQqo6oe
AUlBR/vkKKW2MYnlAKlgI3Q/jOboiB0NEGAfxuTj8rTyYSjMg5RERrEE4DyoDPO9EH0dCoDxzOYR
Or2bNr4pygxwUgt5Ka8UAyv5puNLOt8Xm0rZplAX0PVX4c4svcuf8SvKUQFH19HTbRgQwkE31/m0
W1OhFCH0eI5EAIi10AvhMKBGgrmQlNvLpn77bQNNLphvmV1VKBOdm0rMiUiAUsdBLqq2cmUJt1WD
a4kyTu3LlvgsO5tbHTVntmFxAWM3nZsaIiHODTC8BApyb/soqv4ahkS6yaZC9rVCyJ8tIkvuJCrE
aYg47ypJv22yodlnRXtQdEFeCbh+zTKDoFkYtopUGQJw9vcnLpYJPRtUwvf05m3TP4Bz2MuMNSI6
vl8MJTE0E0kYNvw5pCP5UWcSzkv8M+rIzb+N2959H7fpd+IMLyWECKhj2sQDOCa1x7twrZT7+/76
sQ63zjp78Iphqf2TMVIZb3hl7JNgNNHLOT8YeRB3yEskXiZ/l7T2ZBmSq4p3eam5R+m/xgyOH0aA
IOPu5PavKEcGJPIws1kVeRpkiVv06F028dtRsJGd2GDfcDIyjKrop5it3l8IrWQndS0vKaEqR236
aKy0Li/P44k1bq8ICSnkXmyToPMGlMUFR3c7N3KkzjVQI/9/Th93JlVNyErQKiQB2tDsUPlM4rWe
Br6b8t8rBCAMUo5o/uZJXpXQyrtowL5obLrLDtG95fX7LrV7T3Tr62ErPLSuttbq8MvXsCVj6iyI
+AFv5VvrEuhY65mMcaW4iR2Jdm5sENzHrXlskuw1l6OVZft1S3IGuVUjJEbKJMIeQQrDzq1on8rv
tf6XTvsVQ+yHzqK1H0PQ9sADDX30Brfhm6QmmayNSZBIaur2eijYBBGjM5ji5Fze+GumuH1vxEQG
CQJMTSSYBNMWLeSF0dd22cry8cLTAfoA7ArigzQdukbjLIc4XuJXVErgIWjvm1y5TsY9IXSnvA1y
tROIcJMZayCl3xcFm80T21wMRUKlllvDSgLVcGbiQMOe+lLn1OF7JVxXMtLgwOiDycrGs+bysBc2
DBh2wc+Nt6iGpgNuHaNaAwt/j2MhGuUuq6ajpY5gYiike6UDFcRlYwsryViW8WbCQ039ZYyUAHAO
CVayVsBjgtfiUdBIsenNNfWzhXMH1VQoG6LXAOICJnfxFoNJ8CFYS+lW64JK9RLFBh1CvlbMWxwQ
avVwKODoxvydu2RAl2KlSAQULmRrK1iPGblJTWklYPkV1eNxwlBlcCMGwAG8PEwXdXXc1SQN1MxG
S13S1q4gHVNpU+KGG2nrKmt8bjwkiznLM5Ns3CdXTabEMt7pcRqU32DzjUv7r8I1X75kYD1RA5ct
Wwdj0crm4PEP/zaKmAl5QfRea9whkAogffU4T4NZcfLv8iZ/Vb1hM6NiTLNdDsWEFRKX5Xn9Y4/b
+k2qVQASwV7f7a1nSu5j0U4KB3QBsrYRPi9v/TVjnBMr6kloU4WmQRpbHg3x+otMxxhdQwhyazeM
Jp4W0YrjXHJpWMY/I+SWsdfAcoIqUxpE4WB36kMl2mPmUmVwiDJ6WfgVDX6NXI02rNwOq2vJXehE
J4o4Ttiz0kfZpbteMrfCYxVNQdqihTHChWE4Zh87Vgrwe7/yhmNzyd1NZ8Nm3uFk96qkr8S8xlxP
qoD2atrPiJOqwru8oksREh5scJ4ACyiaxkeadU6nsk+LNCiuoEFiy8aGlLtEBlG0V0NVdT6sEa0t
7qETg5xXy1F6aSwwYwa6M28BZy1xFsGCMD2v7NWfCP3XBJ4Y4k5iFTJZB+D1guRp+qaBcTC/8rcu
sgeP3Eq5/UFsZf9yJUMhdHSKo+RIjytTywxc+gD+aIrqmE4ttk852dFxGm3levBFf3Crh3Zj7NwV
c+wcXDLHH85Bm+d+hLnRjVXnVf66U2+pB9m+cXNl3bnp11p/9NpKcgeTxlDZyQRsnTq8Runb0YIB
qQYJSb0hPpYPaZr4l4e4dM2Dmp1xL+lML5AzKEggPhZUrOhAb8bBl4pv8lqvlbSWp/GPEe7QV0qU
TlHZpEFYybnfzfp7LNeSk0zjGkBrKWDC2TOgeYl0pQyT50e8yNKiqeDeglZLwW2/n/xwp1x1zaOm
76P0owJw56FGI306iitO9b8cjj+muVEajawVIMNOA3O8DclXox+UFh1dTg4eukk8NLJbVx/6Q/eW
do7aPEVANoQfhE52U91r1rNq+ildk8teXt4/38R5vDyH6pmVYDqiVAhdrco6PwekxEVHaSDMg3d5
M61OARf2IEecJ5BCwWXWxH6tQu9oJj00/94jrb9rW/TAj3udOJTux+84lXaDuR0lP822c+fTEgwA
My7ae0XZdWSN4WD5ZP2ZCfb3J76/UWuz1tjqiPlB3uvOmO9623qM7sQ1HZ3FW+bPFuS7dTXU/dDN
xSZBqyV7murEbdRijSJ1+SY9McM5/VK1YpMOGJBlPcqGB5Q82G0VO3fN53S/1l6wlLsBcAsJQWSp
NcB2uekT4k5oo7bHFZN7onUTTgRcGw8Q9rUn2a+sR7JL68ehcQ7002wOU+cTYddItvTyT3bYn+/g
71bdysZOVOFKCn1bzo7md8VGna+JjsZo4zbXb/TUbWljy5oLYSh7LBtWDvFU4ypr7oVw2wlvem6r
x5XP+pUdZnHxyWdxi5H2M1WIjunp+/hFMP2i2U7xllS3eKw1pASco3Jmne5rus2sDzl9yXvwlByR
8J+U1Cs61Y7DLZ2g7egCjLcj8nWUl+5cGwdlsIk5eXmyVlZZdpUn38xd5gNRSQZpTjwfHstXEmT3
1XW+Gb3hQX2O77NAWKsDLt4CJ/a4u5soEzBDoMQIqjCa/alBT69ahbXTGkO0u7weP3Uv/uKG9xcR
q+AeAGT+/LSTvG6RjcPhKJQIMki5k+TRTuyPCtBI4rYFT5PYPSizr7fObPZ2mD+AV1iabDUHyY+d
GK2dRytbdzEsPP0mzhdTaBoK0ErAfJvCpplfVKA6kjRxS2H2lfYjg0II7V9Rw/BXJoNN7KXJ4Lzy
gFZJtWpxZuLoUBaBUqa2ktwaIMaeb8vER3Uy3A/UpcZVEq5cikvv7dMxc24DBGGKkYLvLaCi8Iyl
ENIIfQWSHf9lymuM2Et+98TWz/yfeHid1lba4t+gLtGJKAIEvnZklm7TUwvcKYfykNSg2JQGuQyN
k0ne5VWDTiTZEY1Vkjf2W78WDS3HBkiUgLrhs05Rgl5SWcRomsLDregJb4ZDN9QZr/vrNdn55a15
YoxzBfNsgIMQDJFBI3qoOQyd2xv0QL1Qxp0CKNX816QnK8HCYi4BalR/j5DzB4KO4nWjwGfKfQ74
qqMBAik79YN1a077MkrA77gxQU1V3hvCU5OvnIolb3RqnQ/tx4YYcgPvF6JvdhMhJ+Rao4p7a0B4
v3IAl14tp7bYt5zsTJDg10UZsyisPOggHxavJbG24/waClbCCGrOxInq29I310IRdrwubSLODUqj
Mc7ZBMOxsR2V7wopDDAe2VkbbhLj03i4PM6lS/B0mJyDywRLqylevkFS3NRiAb3nwYmU1xBUG3E0
Ixp2L9tbHh301JExhJvXuV3bj4IsRO0EJ7/Tqt08ACzs0GGTt64ZKPVqLnb5RP4xx+3XSMmafECT
amChcYl60TVYbhwNPQdoj1FdZKHX3maLDo3x0QJ6BXZ0i5vPui46SCSbMBgLlq0MyWzPGpIIl2dx
qQACvOEfM9z1ICeFLGkJ7uWU3MaKLc2+Ud1CVAkH1FYhfKd9qaGvgIy5sMuJkbo6hr6WFlr0rCff
wN0TI7XIrKX4hkH08o1ykCRb/CoLhzbP9adyR109uyHSg0n3jVCg9L6WY/whtvl1Uv7+AE3kqoNR
3CesxwqXs4gi6z567AtbM8F6DbTQpqK+mm3b7JgNV+Z9+ZzRjSXsE5KCWTR1ejnd5AZUg+S7pHoZ
zGOaT5v/1xppInfzQK+2Q/IFn5dD/Cb1++4mBtq/fZ8zv0jt2vTn8F6A6IXY70RhdtO5t81qrYly
8XyfzBF33uZwVPtB1pE+21ixCyKR/j5Y4yhcTE1CFhTCltiRIJzmNj2R5a4SI0D+rUOWouIhT56a
fObGVdG+pnVnd1Rya9PT+peVKV5y0qeGuWMwDxk6VIcpCcLsqYu/84cbQbfBJ2pH06eQ2t37/WWD
S1tegfyLBVTTT/vr+aVA2ynOq6KB39DSzdTeivljE2kOTdfi7iU3cmqIG1hC5hZUjRVqjeNg02Rw
NPPp8lCWNsapBe70hn2lGW2DoWQadeSsc+bhKiO3Q/peFb7Wr9GFL5pT0YiiS8hYAcl7PnO5lICQ
lK1UK1VORQs3BEQ+B113aGipU3aq5CrpmpTxbzwMnnhMBAWGRTz2eDxMKgkGFSSU4lq3/RCCcnS1
0L3LIayFFsTsU/EcuXe28wpCbDE0OzHLM91kI53FuYLZDrl5u76NXpWj6M+v4rPwT8LbU1Ock5ES
kE3oA4pjKYEcYn9QDLeN7nVrJUz4L0NCFxhgkiBo5qHeQL6o4Fpn6eqsE/ECEUY3kZPysU7qK1kH
cXI9ZZOdV5V1pYBdDSBwyARf3rFsi/DuHi0Pf38CFxhZjakIeZemgSG5at3aMdSii8kuzIOg2pdN
LR0/IBh/YC8gguQzkp3YjoVYIR0EzUlzn9Nag5aNJLiXrSwmaAzE0tia6OhAG+H5oTCavsRFjreJ
MQV9tB+qJ5w7Zf6uvgpANtV7CUx8yees+el7KLqDtQ2pN9ya75c/Y2mwp1/BeYJyApVJ0+C9F0Wi
vtFLClSqSNbgjIu5L+BQAdUCcBIq8VxAPXd6HzYpgneCdk9DcMZe9jThIJR3IbIKmulU5rV41bef
42p2jydr+KlGntrmtk4LKVCjthAG6uNtkST7sBX2XZnv8vFRFvc9iH1oljpj8yLTj6QnziT5GXpF
BNSZd33zPmkudGo0adeUPva/G4VvAk13mZRu1QRtHrmwA7eNl/RrIcTS/YadoTBmhx9BgPMNouuk
qNsJ0fKQe1H7XorX86xtBVs1Qnt+iqFZgnxoTX1j5XJYemgxQiKAQQBwBbLu3G47W1YjIkYKmlgF
xIZYysFU4mozCYru/4Pdd2KKTcHJO0snA9LNw4xyDToIvLil85ZK0or7YluYdx2n4+GeAb0ZArPZ
ini2UrQp7+N6cvQIOk5RGITRWziYnhGtwaAWo6JTo+zcnYysr0IAl3IsnilFuwgKxFqROoaC52qX
uJFSujHQkfp8NTa2mE4rvmVpBU2wNACnxLjq+HcW0QGfHwa8Q9Rx7Dy51ApfyGLBzVK9+Ad+GVEf
yDTRyIXLnRunAMav0motlqrK7Rb196R3ITjrib3ugZLo8nZZHBcTWYIHAfUk7zKRYa30KY2zQAnj
xgasZ3KSoUncrpjXHo9rpji/qBYTAC15ngVVS/RNhuewl2VR4os5esguj2rRQQEM8p9h6dxTRgST
cyiDkiIQaU0UrzVrxpAKCqLOr5N+rq7RjTfk017QkMtyxEFRwSeRDOFtM8yS5mUIgxKP6nKibJUU
ykq7fDai7tBa8ii7cpLiz5FSKJXTDYaQ3xtRmdTfkhhXyCPq8rgBoXMKGr6i1qeDOciNZUf62FTb
WqRN7fS92LT2PMWl6eAYgWx/ZfxLeSVonIGXDEz9THOam2tryklSyUqGiKny3me7cqFOkNgf6Nq3
U2ct67h08SIqxJMM4HPAtQ3Ov1VzRnDgWxLU5qek13sDd1KohjEQFWIglF+QRLFjAalnMl91U3E9
JJ6aPRRD6A/K1ygEofZpJc3n5U2wECIrSMVIEhDNYC/iW98LayDtSKM8UOPalgXRLsTC18nkWdQX
FcWmw8tlg0seChZ/+iVY3dXirkUEjrQB+24etH6LHnS3Fxz7S3mbH7sgX2UKY3PK+WAAKxCLo+lF
RgcM54PTLjfKwYIxXKlBvukqu38ieye/TffVChho4eSemeI8UhnDltyzcRFcz7FpfMU0ftOkfM31
LW6k00GxLznx8doQhhCNhKVpP2TbrtygEhFOj0pZuqGwLYXrwhPwGNa8MLeTJ1N81oZt2rspfVxZ
yqXNA28IogtFAkMpf2NDIoYaNK/yYKyvR9nLRoeIo2cNif8o/1Ufq8pj5HBuWtm5ONkkORayDVkI
rTxe/pCFIJ3BZ/7+Du46Z5IIaSWUeZDnoMObXKk6oEAMaEm0xuvPFvH3fvpjidtPOi30YbBgqfCT
+3KtCL9UjTobCLeHjAi890WICU0mCJGCFHGTZg8pY7cpvqp36F31XzMgCY74PG2LR/NmwMKvxcxL
tXnWcYDOQnA7oxWOc4stUWOl11tsr/Cu3unmDe2c0RUb8Gbb9UvdO9Lw0T5F4x6SV43ild1d1dvS
xqjx2CxWMeuLxwqAPgXqDWDlt7i1zYu5J3KFr+n2I6HOHL70wiE3UYia6LYVDsAExNqLqt+OXevn
fWMTIdlr8Upr81INFFKL0PtFYyIIqXg8KNRbRkFS+jx4ktS3uShtEwLJRu8Rzc5TV+63oRSowkum
vg3K2kW1uCI6UyhCfvenGfP8wI9VWNWmOWJ/H9Hy6e3U3fxebZJNvjPuwe9mbcBL/W654k25bQ7d
il9b2vJ/jP9KeIpxXxdUnfOAmhmQCs0hF1eh9WwR+WPF3qKQsgSGGX1u5wPUyNQYSSZiy817nTpE
BZVdP1zFuqM91Y9WbLeGt8pK+pMRuWSVSw9paFKsa5GNzO3dwSvcJLOJ396qEI+1R7tzszthr3gv
u/ZWuxofNsWxvxlv4q32XbqoAB+T98tu7CefcemDuKd5DFKvxizxQZot75s36r/HTuOkn9cg9dn1
budpgbUdnPCr2t6XBwvfWB+E40fjGl60sR5NF1iBXbuNron9gnhuA11aOtvGpntI7TUKrp92h0sf
y7uJsmojGZpDAdTH0GeW3ye6QwIot7rysycdNa/bhjfic7drne3lefp97QDJjOCfIbNR9ORz3HJT
GamqTnVAhNZWIFVvxT5Kxh3cE7JsIZK+l+2xkZyPFC1P2J1AFDOwGF9eoUpW9FVN28B8xED73Qcg
mvVT7q7lXxfyXUyc1ASsXUdaGwUk7hgMqpmjQw6Gkl0MgEF3tOSrYQC3zEhdIdtVHdqEV7Dh7Gjx
gwORAuJfRKbofeZutMbqo6osyzZQU+0gpejYteLPulf8Xqbfl+fxtycxGF+xgnQeoyL6iWtO4pZw
zNXEBLQqiBrxCurceEklK8mL35HAuQluU5rpUFB9qtrAGEYf+nSo8W2ryk1MCRiZlTthZTh8P1Ax
ZXqnJbA1tuoxIpmvhGso6DUT3IYQqZ6WUseGM9UQBdEge/B8eU1+nyXGosEWRcF/Ial5vuXiJiyr
XiNYEzqF0Ino3CY23TkpXY1AU6gavi2xXun3XbPJXenA26hiGOZtADJTRvWzm8zILvI7+BO764G1
UVccxtI0giwBRAYKaHyh2XU+yFRJjUItMI3aPOneZICRqtbFvy7P5EKukU3lHyvcdTJEtUoqaEQE
ld08znbsZlfPYWfPe0dL3HEl3b88h3+Msb8/OUtJW5SzZhVtMDnTZCdv1ms72ZrzdHlMv4Ov8yFx
xym3as0yQlgZ/fghflrjBV86rX9mDBwa54OQBqxC1ML3aI3qCXOgWT0CvACdGp3qXB7Jkps7NcXt
8yGjAJzNzIc3H1TO7Yb4j0K7xkq2bMUA7lEGB+ev56akVnGTJLAyj4Kb000iKX6tpO9tZ9r/ZDx/
LLEtf7L+lhWnYym3bVAW0LwP5eiYSMUBuKMnoSpXIsDFXYAmcwS/gH6j+/fclta2Y5ZqE/ZaFbkF
JLFU6X1GUHZ5RMvnB5E1dDEZ1TYfBA7A0FNphpm4vo4agLLl2hOsYkdBqW7EnmxEN3GoOFDO/Euj
szdG48vlL1gcJ+M6QbM1KGxM7gAnUQ6SjkJsA5K9lBaGSa6ieA1evGaEO7h6V+p1HksYpSX48RAf
iDDc5UKy4mMXnpJQfUc8DR4C7EPUes4XLQSlbWeoITZI/gWeOhvdgw4QWyKaOuvUbrPcJvOXPJSo
/eToG/DSHpzmJeoRZXqrZaUj4wlaJQ90jreXZ3khcDz/Mm4GgFapkq42cOXgEekKtRseawDdv8PZ
y2+M7SABFewaj8aN1vv6pxlAJ9XW1GDtXfPb+eAzUFPHG1cGFRjf0NC1amGGY4/mvsxyYhnUZhLk
i/ZTbmv6atGNXWnnURbLVOM1DVA0qyZyYxYEQZsalXYMjTyDgzHf1dlbaXnaa1S94Y1rA+kp5F9g
E1o5u7+vPqCewKkDyhfEXRavvGDSESQhBloYY+NV0w919n55NRdiVhhg/ASgJ4FqtMpGfuKI6k6d
S6KmfdA2Q6/bFs1E6brPUOm/yjvTSjb4s/UuCWanuGpuzoatZ5WxlQXgtNzL3/L7aKG5HbU+9iZA
dyhfARezOcrMMB4DJKmlxAULh7hNJ12kLmTq1vgmfrt6GJPBbskeBYx15nzcnZBLkVwVYyAQslPz
qXGoBJ8xpiPejsVa6Lw4NMViajkovFv8EyQc57IzGzoGgLmI+0kP9ZtRFZUdCPvSlchi0RRYiaDc
h/ysxQP4w0QXs0LtMbAJ1FXoTSVbWSuVgxKi2fDygi3OIZg0NDx22OODfcrp3jGTvopDeQzSMmns
SN5Cp15DI8TogU5/9i4bW0j3M14pZCkBBWHtHZxHROV9QDRNp0AcBevOivSmt0stArMVI7mHUJox
0ewO55g4WRTVvpG3Rr1PKoO8067Hm88oQzLahSH1D+2Qk/zp8gf+Pqr4PuR3mC6DyPLj3Gx0XTkX
aAkMQoCHD7mhFqyzS16Zht9zjv59VRWxeUEViX7tcyvGHBlCpQhTUKGh64Au/GmvC0K8a8smeRDV
oVpB7C2MCqsLThxgcJgmwHmMd3mGfm9NfPvJb3EzhASRHOqROgX6vfKe7fTnyz+/UJo4/33Ol4HS
JQqFBL8vx072mh3iAOz/NlNTfYSuHf6/Yu/3FXRuj1sLLU+VLlNgz4qvSHsgkFx8TvXXsd6MwIqa
6nEUPKlletVp7KBIZw/jfR1/VupaD/9CevP8SzhvNlNdi+iooLs28pTuoL/p9FpGOq56S/2qcMRC
s8nG6m7fVmaArf75vXhul/MAlqwKM2o3U9BZf9HKrbNtM/t56KNW/Rx9rEmTLO19dC4ymCzEoHAd
nu99pQcvc94Uc5BkMqrvZQK59zy8tZIqtHu5rFfeHIv7CapAwOSjvQQsF9z6Jk1LJlyPcwARKldP
vrLErh7C3cssbbvedIiXmP7lCV06bTo4XpgCGS58i4szJktqEmUQZzwL9MZPxZT6k9GuJarYr/Cr
dmqFm8eKWHE4Dv0cmDXUM6VwU9JNd42efzs8QP9sJZRdOiW6BI5nDU933O/cqSQtKVKJWnNgmVF+
I+KdYJPWqHaS0CibRi2DPk3L3T+YxxOb3Mr1Uj0McNKwKfbp/5H2Zb1x40y0f+gK0E7pVVJ32215
6ThOMnkRnBlHC6l916+/h879Jt0M0cT4ZgbIAMa4VGSxWKzlHDQJNQACb2vv5iNSUIJHQgydrH/M
qCHWHsiQo/pr2sM987ZvM3qVFEJkRs/BBX3kPhD/iQ5/ob5HRh0lZnNY0vvUIHszsT4x4lXRmju2
YuFkLhoeGv1WnCsJU4eXRwzpS61OmlJ/Bte2E8zeOPyNZa4enGpsFTeZJPQEoBkyiRzOEAiKnmAY
6WRvdp942zPaHq3bZakYSul9HYIucg0rqqdfpgF1RzI39UPbsfVIZt9VREvS1UXt3EL0gr/EaIkP
phhkRu5iQ970WFBvCHJrXCOKzEmYbd4/H7AYoIDjfYoOLSJyoG7ULBeSAFaNTEu/30oDZHNdoykc
l8yLYI6AoEuB45qKQL5OqZmtM2f6c03mEwiCwSrmj5/+uybnMkQf4o8ayRlsn5aaEeTTkIaTr6pl
Skrl6GHjhEnwiMhwi/i6hJLKs8oFUpDBP2Latr8j3urfJss6fBp1JOao1/u7LiWArLE79JemqxsY
SbruWjR675xc8/dzP4PEugWRw6i5+ee0sVmYsTU/Xl8R2dEBBgxqGhhH9NA+eHl0UEpvK780dfR/
JklEcT09TwMAn8aC0eePiAKBOxqaAHQq4uZqhVmlPfX1514b19Bk2fRS954dOCs6Qa6LktqSB+Ib
vHyRY3CFmG1xnDxnvQVb0sf0YSuKbWebg/4RazqTIriCAcSbJIfHfgbVo73Pxqa+ddloH67rIt0h
H9xN6OHh6TDBZj2TLRN1U+MZyBZA4JzQO9hsZvGAlJSKpVEybAPL/S3LuYyb/09jowmn0Dz9uURG
ARUgr6um2FjWer5JrU0f42nNrTXQ+m3qIstvy/XGyn29Dwyy9SjZM2dEiozZbqDnTp8GQ+dg9Lm2
CwwqfGRVCKBXdZBmueLbdNTrURuMRMeAHG2OxkCcb6s+96dkrH1FyYUvsBh4eDqg0Pj7BR3SwhFB
SxxpBp8a6G40X5bN+dG15qfMeU4NDIAgeua9JYMipJJtOid1xR0DxjMiggp1mb21Sw+Zc9dkgea0
Y9hoWbZH80SqECWLdAAG7jsoUQDGUryqV4QDk1E3xnNWVEF+N7jRkuymft/NiphAdijPBfGfnz28
kyShZuHV3JCrpzLLQ5aWisST5GLE9YTGDc73CXhQYatmmz+1uVWkfXqswCZfAN0jcOYSjS0v1w1Q
FmejQguXCSQdC5Rqgjrr1IGLeYI6OrDOQzOdInfI7H2+dMuDZ3daOOT1HA+djcq+4927o7d+LTWr
UayqZPID6RJMIiFWha0YYgK5YZidTpfCQJuEG6Q1u19szOabXzoQVGHCIGyP9gCAn9SM5gYv/NV9
6NkIJsnpsazrW61KF8XRlJyXiw/yLve56YCVP5v8vGSha+d7k9V3CVZhBGcwnVfgCIORNbq+GxLb
gkwAwhG4A7yxBFfsLY2tZ3kPmWkZ2cWTXqlmxeVa/ZYgBOcLnlz+0EGC3WXJnqGi5y/P45y/dFOH
ZEZ+apYkbv1Z8Q6RJZAuNBPMbENat2HdYDyv1T8u/ao9pD4ySNv6udDtQw1qnXoAhUkegnZhh4na
B1oHua8AYJVUSbC44HcDky7CbF8ESa+2CjG1Bh+BriwLfSqNNoeUOKBcNNCsWZVIPibHwh32ibG4
QVVYsbWocK+52Qhu+OIbBLMiPW4Uf8U92M10fNU1HS+/aprGr8uESGkD2Hc808mMtrLqFS5S6lbO
1BeuYHf2KiPn6hNMI2je34heQ5v82JgqmSx3Kr8liRdw27VFipZl+Mhn0AgVRaA9IHldfGk/z4/2
DxVuiuSWwZICFQvlJwvBknBquiTPs6nojGd3iG3rWev39qrIxElulwsRwrGZJpOxdW7hndy/oRFQ
Bs3yNZ09XGe3112AfJN+KyMclKGcndl1cVDKLUSH0I3jlUHt1o9sUQRksvj+QifhlkHMuTapDlcw
Ij/b0tuu3Lu9HVr2m4k6pZbNIJsOtcICE0m5X7xDM2Hz8qizV9BJul/t0npzcv2f6+pL/dPZXvLl
ObtdDbzNjNLBQnvGX1ke6UkT2Ntxzr/32mNlPFqZIsSWPYRRp0eK1QUuM2YOBYHVWOQFchSIG6ag
g61aQEl4df8pzcBDp1LzqVe1wcq90JlEbmtnKpb1pq8LX/c+S3ZN2wZk8w8NPeVrerC11xpEuKN5
aGqw7vXTF2dQuGLpHXMmXnBAY9mumZuMvOXS7w6ZZxRBn7bF7vo+ymJwrCt6loCGz/thBTsm9QLA
vApiXC80X25tnP4NEF2xGSBbA3CNUPWMkR7RM4GCOQ8awL01DwfHBn/Iyrpg9MydZvxVNlk0bN+u
qyd1OWfCBKtJx6HJNx972NTN935kVegVhhGUjNHwuiTpgTiTJFjLTFYyrwskbc6wK50T9XadddO7
sb+GTbOFSEYpJEo90JlEwUD8ci6LmUAimaqDl9ys07e+xNDctL+umbCGwPjFs+eMJUjQjCw2QE5r
kBFZbFqjXHNPY15hpH78eV2OsIK/5HDobpStLIxPCHIwLZdsG5i94rpM/Lti9b0QaQ0nammZY5B5
7g4dRlVva7MFsivGVK9LF47b/5MOthmkhIiBNpDL007XkiYpmi7jKfZ/WCrcZL4XZ9HE+28Hjx9S
eYA+txAzXv72IjNpYpXApcX1tENfwG3uDOHcT/uy+Wz2h9pVhFCyPTuXJ9yD/oL5WqJBHsGDxNZo
WDd14DZfr68Z35FrWgm+o256o9IMA8R97oId8u+33n90h+E4+c1NQRVpSNkOIezF8J3tIZ0jvrbg
v/y1wL9xZ296WJfpEiLsU4EVixfNr60CMTbe4JgVQjrncquaui4HpoPZrHXqva3faHXEkXg8gOy6
SCczFuGVFvWFpjhmwnH+Qy7/+dl10zSZhSFQbJlbPvjTYSj7vd88jY1KQekynuknHDOHUcOsW87c
BkKeZ9WrW2p4Z79dcEqaP1fDxFfP7Dkvx6ue6juPGorDKpXCR9ZdGDnGFYTjNDdO0S6OhsPqNwdM
1QF2xg7mRpGslJr3mRTxEPlORnT0W8SO8cVNmnAwKeiL9F29vvXWyweOko/nPSb10GMi9rBoeg83
2+kgmwdzU2A5NAksmuuR2aXFAQSSaBloaH+4LlS2jOgW4A6Xd2L7Qv4trRIDZpZTIPO+DSBzZBMK
C/T0ASHIJiKVxSsz4hRrAnXLxqtovIAgZnL0h3RwHpbV/3RdjGyz0E6D1ATI+UDgIWzWVJbTatKW
xmTd0+6V2HGVRpgKjOhHuEPPJQleb57wYtVM8P/B7m6zLGgLhSeQbovDc2MYHeT2fekJ0tlaxmaA
AAA077zloK/gAUkVxi1zN2jr+VeIcIRcpumjPiKIbfpdQnd1eiTVYZsUQaxUFT7GgGZHzFqJnffW
ZFsb1WdsfrfT24cCNFUZbvPrWy9TBY39AERHrxtq0ILPoVudgKzAoXGX7ezl3k9C3z5RVVOJ2NP3
7qDPxfD45cxB62hu64mVs1jvAE3Lpm0Ou834y1hrZKS3xE3ATFmyqHWBSrUkI7DKB9KEta2NgT4k
x7IGrJtF1upQ2LO2GzoXs8Bg+I0ma5tCZ5ns3bpa2+frayPbgLOPFuefO6NpQJqMtZmRWW8P1rYz
VOVBWWzjYH9RuEbwBuqcy3UBDmqRTh0oTVP3bhxf0LnxaKLtyJ9IUI1vs9XtPqASZnl5GgFtf7qw
3QBEquvRmIu49AeQagyOfmd1FSZkusJROEjZXemciRJU6zobtepiBGn2juxUs+nSrTF4qxbyukiI
Cxf+xubR6Pi6MTSs9iUJMzwT/FnhfqWH40wK95tnVttZa7oxG1J6E+wEKF44Kwv98XVzx+cP7AvM
gL/QIVDkHutNA9lwbSriIX91yGlLTzP7iDJoEURhyjDAJ/iH0wK5GQPIXewULyufGdqqwPVPyvBZ
9hRxzuQIl4nt91QzN8Ri5WjtnCYPbQ3gStoa9qAgyFY99A3Anv/XHMcvD4M+VuSVMX+JyuXlXq15
6vTrjOBpBXRUBsyozjiAcgsZxxu3ysMs+RsMSqHXjypTlNo5r+yjjIH0rysIbmqzWACpR2NWoBMk
+eljDPcDxnEmgR+GMzNE2wsS2T0ed0vyMi9HJG6DefxyXYbUERGwUaANCX0KYuNAlrvu7BZ4wnnV
Qc9DkO1Yxs5Hi9AaLoXCM8jCDedMlrBi/TzRNdcgC0MX+62eg8V+TNIDsbu96TDF4km3x8e8u8tb
aP4YBszcDTmnFSGUlwLCR0c9q66ZInMqNtO/Gx9+Nd48vPb7RxGbLG43D11B49Q5+V6PGcOgz49I
KL5q5m6ov9jPhR3q7GvS7QqM4fRWYME0l6gBsDk1q/31vZStL9qvcBgAR4KRJuGko9q6rQsrAeQN
7MyqPJkT5lF9UC2Xp3nxFQGEzBOj+wpoQOjnQewoBFx1YqFwpCN2ZLe1DuIp/75Etu26QjKXwg82
8FV0DtMkHIDV8JtkqVcao7JxLIoSIwls13R6QNGIBbVYZGGwv3Y0VX1MZjy8OAmqN6zjH7WqwaVA
htORvtHnCgjQTTgv9Pa6btLNOhMhuEs62u6oJeCR1r0QSCzPhnNfWB3wuzFUTyzFZqmECSevBPOl
oTlg4LbYns5N3KWB1eX71AZ2rK3KsclcyvniCbumjYvRF4BwwTFfHx22ocPRDhhAo0iCuiZoU0xl
mCk1Rsvhg1wAMEM/26WnLGu/y8ymp3HZI88RVGtZAzZdKxFL6pmpfQXtI4ZbmFdWVaCPht8CGrgf
onqtzR822rnbIM/asgkQho5/lx3pn8qV5sWOgwTum41tYZ1081vq80Fi0if652wheRK4I02eRmZ4
CQ731OX3GmWqiT65brz4Aw5N4CcJIY/hLZSODfcxDPkhI0gHjMKoMnlSIWj7xrwG/oAn93IBgaee
6ivSebGW0MDcAM3fBrr9et3kpacKYA1AZuKvm/c66tl9VmqswouD4hEIjMC7nGzrDpl0FYaXLHiD
v8dqeUCH+AO9p/C2sfMMPNJapMnnKCl3m3McDMXxlericqgwzEPouAAuFyxb+qonBO4PUzt+OH6+
vlLS7SA6lgptWFBDSDIUnk/z3sNvd8D8VTwQYPAMmeLml2pwJkNw4Lqt1XaV48Xcz6Vzm9SVBg44
r4+uayIWx39dkdhtjMkDqBHT8pcLtQ1asjkbfzMDsp8F3zzUR6YURB03XR4w+sm5Ae9QqI8H5+W6
ZJnPQ/ORhy4ozDUgQ30peFnXbHWZiwsqL9ddn4496gnVdqtNW32nzXoMthV/d12mbN/OZQrKGqNe
Ff1gw/aqeb/pzX2J1HWP9sHrYuSqeQDhQ1oclQbRJeR9jz5kQuPMtiLgO0dtYUemXj35o44xPkXH
jljxft/CdxI69NJiykjs3a30ebKbdIKt+4ExPWRW1B67aucCttA9DN9uVPieslVEJhlU6xxfAXT2
lztHlipN2YCkQVs/gU8XKVFnpxWqQS3ZIgLjC7OQLm8ZEQ2zya3KKSdgHrcO2nJRvgPvXOXfTXoZ
N0oEH6lKmCwwTDQ78mLJpUr1luMpuVk0TgC4hJzCMJNgVBE+SzU6EyLEf5rrJsi2mAiX6iUspg7I
SvvNWsIk8SJrPF23QblGHPkGVPU42IIN1mtVYEgLNjgBib6eT0veBdOiSLiphHCNz26MovbprFcQ
QkdkxjeAzk9O5OiqMReVGCE74lvgj2w1HNthDJbsQIGUpQjAVBKEAGUqt7UHIyZSSgAYbiYHwWsP
BH1F5lDm0j373z0RE1dr6iyp1WK5PKcPp7EPuu0DNTIeYCFphSoCvM/lhgBizKkTwg9N4QbE/1EU
NAJlliLul66W6+MSx0gjxnyE/TAAyeBbGvRw9J8Vhr7zMcQD7v9TiLAlTc7GxGMejfMe1D/Ofbm2
6nKILBhB+/H/NBGpnCjQstuMe2rPOLavLLkz2C5V3AZSGcTSgWRHMNojoiUUCdBT+jJB8Jt9tcaf
lXWYs7i1FTuvkiJ4MGP18gxj6XDKxn0VdYWBcPppmhReRS7Fx6wuBzbHAMelfXUTXrBmUbC4d6ob
MzvSwd9bmDCrX697L765YhUWbaH/yhHsOAVKHmkbyuKtRgemjyE6AISh8dEjBeY0frBJD5UBl0o3
IcauR1S6MV+PXPj3wn8ZH0gaUFs52cC//A/NkFU2kKLm85xC6DiUNq5L/B9xtT1tngnWDhPN4Lds
CK0B7xU96O23Zvvcbl3QWvbu+rLKDi6mB3BvA1zAQT34cvvsrcIr3V/QjtAcUIRpu3uSf7kuQlpr
Rs4NDXw2ShfIW13KcDFH3vsFqn4NMDJDU2cHO18fyNTvSvbJWh9HB6AxYFZwehXmnORhi+lYPh+I
zD2K3MJtNNe6xcYUzm+r/9LqYG4Dhx0HPUR5++d1JSWmAkRQTAciNHlnGr7UcctAc78sLYuL2blB
6g/sX3tGbypVRk4uB5rw0XhM6wtr2W5Ajm6NjsWerb0sdv86zeS2WtNjjefof/e30Om3LP4tZ3d5
qtdtSauBxWQ4OvkOWmWTwkdJAqALEcIGmS111ppAHaAM9GGZD1NgWsUTCMVPdGE3GIZQXOuSCxfT
fhyYhNcd0atyqVNpWW1f27BFPfu6kTHwVGVNiZ+6ECBoxDyMyCwD4sZNQ8C4a831kJa33lNaZ3u3
6w92c7hueXKNkFrWObk1IvBLjZpucAxm8kAldd8003nC1Mvn6yKkRod+j1/jtrgbL0Us/ka0ZYVO
wxhW/zTDXerfpI3iUpTqgUYvPh2Ka0TEpll6PWk1HQ6+WsqbyXP22fLfgy1cUb8l8C84s+dNT/2k
zRnOTuYGqN0MaOe8vlASb3ohQTidyM1b5bpBgmueWrTvsO4fFFM/IARVIddD1gyZchGvwimIUacM
90VJ7pofI0bgdte1kO3EuQBBC3duVptWEGDVQWIF839sIuSvU7yrdLAnosIFeG/hDOqdPtkoE0MB
fUJDrZOG2+rfMJMEZM0Dez4Zq/7smCq4GpkVn4sVDgrmBBkw5SoWZ8m93r9pNvLf6HFPVWUm2X13
oZ9wpy5IQRWuCf0K5uVxUpkYWxlmFk1O/sScR7YajyvGCaoZuClamajmdWSX3rmeQpicGtNomw3E
d8njxj5P8xxswbg2u9Wpwz5R5Brkq4qCAjI2KNuYQoyUT33GGgvSwEifAUTdtCONHStHRfMrlWPy
CSQLM7p40FweXryUjcz2sXvosdjGo1MfK3b0qcL0uWkLsRhvA8W4PeaA8V/C1mnELrp0wzUOEcl8
gibKUrVKhLA9LCM9SXmkYNvAufQo+UqQdQcAs+JekC/Yv6qIGDqU+Fqqe7haacVbX8o53Nq9/yFn
BIJYjuAJyBPxPtUbNBG23cTiwXvxUi+CO5qb9gOXNgbrQRKAqxXbzyPoM8dtrFqXaAOWzNK0Kipb
FEO0wmkUe8/P/x97//565ZAySNVdSlmHysSkG6T0hhth8xP9qTWOXTlFpmrsRuZhcVGghgM4CROs
JpeiSm2ugEljsNhv6i7yCdND5L9XxbLJLM000EwKGgngholtSdpmOlMO2t64yIF2YyV/bWYeMV9X
Vb1llobXC44lah0oFAguoJkGr3aYBYtGv8+BzoFnhTlRvDOlyiA1/F6N4GH25ZIxo+6AKmniZCIM
mb70egTS4ev3nswAMGD+PxFECHNW0Plmg4ldKY1j0xVoNb930wNgpEOfqnKZMguweIeHh1cXHn2i
OlZO282Zyrhv0z0eXjztfF0bqQTkSTlUJvrCREgKBqJEJAAQi1gaDTRwjlcfaK4DEtpvCcLTv2ym
xbHen8f9a0/LYzX+1NlLStjNdU2kF+q5IOH8ZynJTbuCKmh2TNLjWkTWyXlBnnmdMFwVdfMHIqxz
eYJBF6Plzx0P4/jS8T6O7lQSxctHdmhsHQ0IiIV4M4pgbB4d15G6eFwBw+OgdW5AwZ++Dd+TulNo
I5WEMXd0++N8Aifg8uS0Zd2R0YCLtvQvdfvkI6uQW6iBlSp0c9kRxZwWQBcxxWAjU3MpKPOHBPgo
y/t7EeA1tzAGqrzWZGZ9LkQ4OPACtCkGOLUUqCQIAfrBVayXVA2A1PO6Kl48InpDYY/JNE6QMJd9
MKAm2TtvuqN4i6iE8E07u9Ks1NBcIIDAZ+Zl5I8/+QH15zm6fnJUUoSQd7anlPY5pDRVWkds8ki4
eG0fJkWh6i7h6y7enuALgvfETKuDpMulQu1qVxlmnPCS/+b+ZM/VRoMbcCj23VdVsUnmpm3Mh/9i
OgFV8qUkpie+Vm1FGfvd5kZb1c3/9GnjBVmma6e1ql4ndzQVNiE9Q3wMkqCAR8CvcinTwHClrTNa
4ipNUPpcwo72gVVhPH1+u75lMklAzzdhf8AERmLuUlKuZYB9rVgZG07cg+iwyU6YzA+0ToEWLjMN
tHZxDEsXZK9iw/oCDASgtFRlPO6SNvzReR8wvfPfL6xYU02a1wFaL9bJ3VjHaLtOp6frSyUzuXMR
whnCnBbgGZ0SIrKvy3wHGM75Dj264Wi9oTQQKiclZK4H0F9ozPRh5WBKudwaAyWhCqyaJc7sGmyu
DZz6L9c14h5SPERon3oHeULiTYzZzb7rl7SDRhQ4ZiMF64r7Lf+r6/YeqcOSqthdpRcrGn94Cw5m
CuDxLjUCyxPTm7KGvKR/6svsVKNEkOrDXVG4WrCwH2n1ExwwRrIptk5m5eeChaXspsQ0yh6C+6w7
aNsarPm0T8oTUzUGy8zcNTEtgdZLPFJFQIkhd5xq9WHm2ngg9TEZDx8peaIL57cIwdJLvdmWHvNU
8fti5eE6Hqf053XDUKkhmLrbWoCj0GEYRn+aix3L74lqAlslQnA8LssSv/MgAiuFOQmslF0fP6IF
745BptzChlyam+UUGPDthjI2rXTbg9nSCDuL/HRWI91dlyRzDXgnIl2AmwKlTyFKKNKqAYMdJHnL
MGMmw5jwkHPQUex3ix4ScIjfj4nb3mztYHzfJlNV2Jcu5m/5YjtQw3K3cAhchat/x34l9OVj++WB
YYWD9bh/nN0h1RivY+IIeU3oAb2v3kJbNRogPadnQoRzqnkzyMaIV8Z5Oh9SgDzP0yn3zKdGBckh
XbAzQealabDE1921dOCJqh2fQEPmhfSKkFsWOAC+Cv3fANxAMCzKoIDva52kjK1MD7ruvgfxT6Vr
wU5x9cm8OO4IPPDRacxZrS91yavNJ71mveuimYHdBtmz93nK7pU3kkyjc0lC0OUMbl95k40b0Eyj
rHpJ2p82m/ZDnwTNdHP9SMmaikyAJvHWEYyfoefwUq0ZHd82HCzU+lmzYMOoxZ0VPXljCLoJ9h0w
pwp5MpM4lycoN5X5lBsFTMLaxphM7hK0AKn0KjcAJtBuxfgAOoqXw+y/0Z4CgN08DqPzzTeXsKWu
wnNJFxoZDmBBAJUIGYJL3fVkAgpCkVXxqB/nzNqPfRKS6m5wnpNZBbwokYXXB59XQkoNyXJB79xZ
Vg+Tq3msNb772K66G1hpWQbajIEs0pd1xIG6FQ7zHUVeCD0ArIf5MoQBBjZYOBxOCfhKK+1y0NaC
1PFL7exLN1j8oDUf16bd+Vb+ZBT3TJsCnX1fZmSUja9GPe6G7KdVjfvrey9xO/gYnugFXJdtis1X
7gzIe2dq8tj0hz34xHswnWqHvK0VNiaXw7NJuCJwhQvxT+U4mV6ZY455jaLdY+qmD2w7X3aYx5pv
MObWKjwD37o/Fhm3H/5BgI+ZqEsz0jTwbfpY6HgFrl2w0aSKxsUxFVIkBwcZ8t9SBKdtEjsnVgEp
QOOdq26f5fvKZbfXt0gqBIiMvHsJU49iEWduCMh9uzkHGFd1IOZTCeyZJP/I/pwJ4Ufl7JXclBWe
996EIgpmQ4vPifWWBbWluBakRsCLUnjtIx0jZpepVoKtgkCTybSOVN+9bWvodVSRXHx/Hfyx92di
BBeSr85qbsmSxykFJrVxpO4jSO0PjbOG82A/eyh/menJqF5WHVjVbuj3S5S0fWSbD+CsC7qdv8Sk
eAVHDPFuALqBsxxrtL+tZ/AIGo/OLbpnd2Oj7ZL+3lNFbjKfxOHqkUxEowj6cC43YjLnts4MK49Z
HXTaXXtL/5rewEXx323qTIqYsixrAL4NNqQgBEVsF1KKN9agIpCR6oI8hYeGFBQUxDTvAqhVyriU
ygoTFHg2AMY/JcNXm3y+ro5UELDTEGtgUhsBzOWiAThMG8EXk8cO2qmfmJf+0w05sLSSUjs46YoM
doNr5LpM2bHEFfWvTOHEbJk2s36EcrgyQrd8XYxjPiruCtmBwTQ9RqiQtwRngnhVDMuMRHxexCj+
BEN535MfNTmoIBRtmbPEvBJuAOThkCgVVDEK1phpCTHtzj5MsXYDrIUqSm6bpzqcD1URpAEJjKAO
QVm3z/Z099fL1y60ji/TzrlJn7qwN4P5lhyqEKcnpLc0+lIFVVgc2O30dn3VVZ8qZD6ndcySnGRF
nFeIhfofmXW4LkCEaeJ+A7j7vxdDOIDaMvXMTLAYlksPqMft3WUIJv0zGDV3S2mhj+XYOSd7igip
geCmyFaKeIii+Pep8TNHnMw0rewRCpon8o3kwbgF/Xe0X9IX73F6Tb4Nr8tDmwXZCSm/65rLl9Z7
n3rHEojZ69TuJr1gNTBe2hTz6KxqogwIzopjI8KP/VIQ3fkerjIMovjCnekmVYsLuytiIJ44xfcE
lM3ELW6aMaCB3efAYiUBCoLVGg0L+2TPN6hBunTaY8KTMwutyqKHzHkgq/DvBwmHzC+XpE9TTDST
rAo6zD0sRriYJLSBFLgtistcrj6HrsBJM9B/I7gqJ8tKPRsrmFcPIKeEAusyC2jyLfMCOt5b99WP
xawDa9qbU7Ff7o1P+rpPjacaGZtJ1aIl1fzsW4Rz3xarlgJjDhAxbkS2v2cNLDv1Te0GDVVVr2Wz
Lph6dNAUhKwuDwMvXTQDBqnvzJiyT/RTVXiY2RkCatxr7TFZyT5JQUI5RMT/3OS7pblZ7Sww50mR
iZWG3ucfIdpek6MaYGCkHC/4+W6C1wq3/j4N8jpIPw8//SUyvhfBioGHz/1n1eyf7MI4Fy7YWYb+
F2DnYfgfgNHR4n5HySrsO4X74t5JjH04vruFoR4sshgs+uAmaZcNGna3DIGvCU7U6jiXP3QrnqZX
tHZ84IbCHMo7cCmyI2LWD/Rj4FJzsK3oXGxzVCbR9ZnXyPuoOhNkGVSA9QEZnidt8SwQorq0aBIN
LXhFXNEprLJPrUFCXs1L8ib0JwxxwEvjkfjpulOUvcUt9E4hiEEZBIlNwW5LixakzDDuujT+vt1Y
uLF90v0DzE4jpoV/728vRrUdC0WoLLKL/HKTiGTQ+IxoENWQy/Ni6FljsdksYt/8uzAXFBLrHXDB
g7m+q7I0AsQyernWYEhdkJJtgZv3N3hjKTIRsvgDVvTvRwjOakmqvOgdAAjo5Cs67sIZMAUY+bwt
iMKMZGaLWAptaugUNbDHl9paS+l4o5lSaBt5w357HViQTmH+t4ezqHgfyO45lBQwCoK+OLAhCF4P
EK+ltm0unjq581Y33RxmWkEU1xz/YPEcEtyhGLLjbHLv9NRn13hP563EnQKzcXbmcsranfVaZzE4
DUdVMVjmxc9FCX4FDXCo0zYQNYf1FyNmzw26RoMPHINzIcLps+tso3SGEGJG38c5aMpgCostMIsQ
U7HZ6bo46eqBag6kUw7ouN4Px9nqkaL2Ci+FtITot6vNy8/BckoXAwgdU5D0CjOXeWYOvM2ntThR
hHDGiZcXvEcITnO28rBqk3ufsZ9Jl6guf9lWgYbCx+Aev/vF2Gd109SnOvBGBqu7cYwpKsu7bTiM
bWhkd2yN0xYY5u6D6X/hdKvznunuTT+BE+Nzaqh6lmTHwPOBUYA/iMTE4u5Sz3oH9CtgnlkNvfXI
UOzytDcUh012sHHI0EHrwXfbYtcaGFettVnsIt6m5JAxbVflaNfP+shf8mCojn07nQrSKC562YZi
2AcMaUADw5tGsFZA4WD4A0WQOANlENAeSEMj5VUrW8BzIfznZ0ZqGLVtzOihj7fu1Gxf7GxTHDpT
Zi7nEoQ7INmQsHFAPxBn/mPtjlGCQX2nrI86QCUqsgVlyp/V5agds/KxoPcaIlYKwuOWHppymDHi
Zgd45e9mlqONkzwU8y5l294GBZARVEZ3M5h7kqvm5VVfLVwadO00DE/zLafxWu/SxQsS9j1n4UBV
rk++zwSsTfzqwKm63AKARIB208clCSQA9CvlgYaUIjP2172RdKPRLI+JdkQBGGi4lLIBP2GiCaRk
HQioujzU6NN1CVI9ziQIG631xraAERtxqYFG1dkNvSyuK1V7klwK6NiRiUHt2xH0GFOblWOPU0EW
Ek0o/fAc1rIerusi890+6Kj/J0XQpcyTNgP4ALCOtnszcSJ/fkPRb+oYgtGo0lMFvYUsRAHlGXgX
0RGDLL5gbTVAcu3SB1ZIXj0gn1cu9H4EyiY69VLFcZQuH9qqkL4GkPwfRBp5l9CqT5ZfUJQrIgZ/
fjENFbKrVJ8zKYI+UHWrCUd2BSHLjo3ryZt4FfW4gd33+kbJXDNPMYKuCHPK6Pm9NGvi0m4gCTaK
uTncSR22TuiwbxjVaGy6M6YdMqTXJUo9w5lEbjpnHjOvSKplOQ5SX09RYpr71W/TwJvSm3rIvnaJ
qtQiNUUHnWWcRhbTT4Ip5jUtW7pBQ1p1PqaXO+dmcfvbqqJN0LIUdKewpwNbCtVjRWoqZ4KFTcyA
hLnkFe55l4+Yj/em/YZBK8X+SYWAiAjsphbHKTSF1UTTXLIlQMtNfOuAjlCKLErvKiIx6ZYBOQw1
XHg/VxyBSZOsx6wYfAYKoMFoFbfLVx8424NdH3w6KoJmETycP3pskB4ZYEHDIw8d4pcq2VUy9YMG
P+g1eZAZ2w3wKn28tCZUxFmQ1WF2rx/LAPQf7EDcHWk/XTdQyeFDpyhauDk7mU3E5FuWWprhMEaR
m0L63Uqbb23Whk09kzBJa0WQIhWGZCsmsJC01j3h8iJjtzCqAfJl1tcqWjo2hfVQWpEH4LQdAlIV
cJNUnof2ZA76gWq5eBqo54BjYAAEwmJhwHUyjpyBV9+qnZlnf19fSIltotMaJI6GhaDaEzPKZeuZ
jY7Dh3I5pgdStiCthOH4yG6SQmE0KlGCU+nBAJRpgM6JjQQZgHwMjKUIOkM1ryJLzMIy4Us4pC6Q
Z4UzPad5s6K8gNla91MeAEE8op/prR4kj3XchNPeOWohCGlury+k5PxdSBWcNMKCQit1HkmFWUiC
N3Kg0XUJ/EwJL1Wbww4hKMCsq/8ehJ45ZY2tUzkSzGl28wT4Gd3bYyr/r+syJFcNrjRMB3NuZPji
/0vade3IjSzZLyJAb16TtkxXm6q2L4Rarab3nl+/hz13d6qyuJWYuRCg0UhAB9NFZEacOIfKu4VD
kGulgs5JuYLEBFhAdnyQ2HNhS41gF1H2Duqolvu+bXRtYwAZAuVCGR3zqDtfOpNpSOOikHTcQ9GX
ldQfKfL4HGt9VkIMilvosEOWBg0TNBg3U2stbvGA2rdBYyaG6PDBk7INNZPnnpnst2ubAYhfOAsw
H0mALlyOKJs6leNnGCvyl8xQnOhDin0yxJkJQN+/mDx0AQExv/Cw0opEbVnWPOhFMK64kAgkfnkX
IKzMLOuJJX60OqozU9RjjZtTvHFKHGBo3oHZ9mMYnib9vkaepCpZgXlts6PxBM4WWS0UL6iXfteX
XZoNGJYRPPUqkJ6FzIjKa3lKhK6F7VNH+gcN8ZeLFCdDqA0SYgi6iElgVLjzQjSqnswk5UjUzG6U
fSlIfhv8v+iJXbgW8ZSXdTT30hte4tRkCGI0D5cSad77ysST/vauWAshEkiBdDgMuParpKQ2hDEy
auDFmtJT2o2kKIptFBt2xCqDrx3ec0uUt+3DaOpiFbQzQVuXphCpJYn9UTR1JeUZDpBlinKx0qzH
Y1GAh6QKv8vsu68/dJkBalqfNzhyHF0k51Xq4NZqZqSFhtHwcmwW3KLnts2LwIk6RrhYHwtAY8uL
GB2/9P6uynSuS4xlGO2+8FJcXhiJ6fWh/G2BGooulUEjY6ftoRf7CcyQD9V1xhFiDYK62PpzV3XB
Qp/ki+9hSer+18wKeiwTlM8BlUoegssQ3AHlRnYUwza82ydlzamBoG4hKdcQXmlHo5ZTaEwR2D6g
KlF3JfGru8TfDPrj1207aw7t3A61HLWUdHGSw04PIQHwq3Jx5v5zCyDFRoLFQHYUbu3Sn+m+YhTa
COasWrCAh5mkl9s//wekSV9Azg1QFzijHDjRTxZahZQ0UmOLdlGYKNAFnjYfh+h7zjcxyu/ZbA99
aZavLTiaZ7NKP6bMIPE2DjalBX5hjkUAsrZHQDyNtlHc9wDzogY+TRwE83R8l6aDkZb7MwaPTDDu
2vKhmoUCGkhGEGspNzdU0qj1moHYl0OWDm0HssI4r2sFZ9y8/jZBDcMPxMwouAB9w1nsBeLdFA+m
OlpA6t/7MdDnks8TAaDHsTq1tU6qY1JYyqS5hZBYUvikRLu6ZOFa1m5NC6YF2wooADy2LvfUJJV9
0nf4pkAr7kT1GE5fQlztxFw61JK8gWALC6a+jPJqkwHesrx7ll4zaqJTfhZ7EDqCL6J4EITKKbWv
bslIZzs1e769odfwZ/IChsdpgbSrSD/sSn8uilIEexZkM7f5nvf0O8lqHWXXe6IFJSczs9VjdNfe
z5+gKbRkUpqTxQHW05qylTmayxOV1aO+Vn8//yi6/j5ymaAGCT7KF3GI5NjDtRvq0bIX8bqbTI3V
goRS7u7GSTb1KHrMm/FBb/VXIH2d2/PD/BTKZ6Ey0vqNjBDC3Wce5yWHbOs7wqvvgXdyH7vdJjre
trgsLr34WHU0ZKKrHWzJlEHZT0pxXGJWh27WcCDi+NqXoA1nZA/WdvW5GSpuZdjpIhdiisf+KFZm
VNgIwokH/9QyLK1VpaFkCYldvKrQmEATPQm13EuxhhpmV8lHQ6m/jKDdyanSkjk66bKVJHYOWINf
a5ZQq4zYtuYY8bTHQwQvOgFR4fL0Nh2XiRU4fveJ5PqzZlZt6IwFC5W+dmIBzQaUAUBIpCip2Qyk
SVKqGJg+uAqixhUHNGaOZlq0SJS9/DtsOEapatUg6rUg7sZOQefZ5bCQmWrbUcWchht9o0ROZtYQ
crdvb8XVuTszQs2dIA4BiJploAZRq+lBQ1gZH6LOOGFrUQWthv83kuUjzp70c9gDgK0q0d4hjKX/
oWagj9L5j6b8aFc2WlIuP3qyUysjyU5y4xIINdlq9/yf5jF/mHfCm+TEG9nEa/EBbAiQmH5uo63O
gp5Iy4Lc+hYqshl8jceOgW8xQivYhV+hqbwpDlBTqISntr+V9oKDwJY7wz5sd6MLTFHyIO+y99Eu
7v3f2X17SJyEjM8GwAbW7XVevdWcT9TiLM7WoA9n3g8D7Ca4NxussPAHdgBWOxtitxmS3tvy3WiJ
jg1tTptoM3KH4au1o9bkPY3xKGBtbOpFqomTGM3Lxs6QokpfIivehAzY4pqH/Xu0iLOXo+X4sg2h
QoVtbXV3qlPfMabz9o5GDe7y50dKWvAKh6XmbTswby/V7elBv8Dlz85lfyiUZaVwq/wN7WmTt1jK
X7dPvUJjlwwu8XHBw+er6o7PtoPqCTqjhMiaoeXfz/Ybp87dkC5wZK7f4oySRmCpRrDm6cqr+CEq
OMs8paSXwAsK9YSvBOw9yG/cXpG1wjcI1//XgcFXXQ5GQNgLeh2mLL84iOY3gLbvsZUcRPsU7Ibn
qCJ/wNEoOsmDuJvwmnaTt/459Vhdu6w5pRxMzEP3OwEkZD/rd8WIW1rIupwv+/b/d2G4PFwOdBb4
oK46hAMZeGuJJJbw0rqoYN5zA9Huc/f2vLK2IeUIBqipSXWKwJ3vnfG1Y9QzVqs3Z6tGJx8kNWzq
YBlM+zUdOHM8Jm6KTNRERLM84nEXeXV5GIq7iXVVWM3Nn1um3IMY1sUkVBhYQUrLwG/7uCeBJ743
m2ozuMYBrWwDBOMY+3SZrxur9wMlPztzch+iNdTHNp3BjayTInIahfRWPn1L+jHsGJuFZY26n1Ta
yHEgfI72tYWuzbfeSzaBKZih/V9tEhrtMIacPEbi4kg4qwpLJ5FSu1IZ8WJ1LFAPQQ8QCn1oo7jc
96nWGSUSbxgLQne4BZpMssPRzF6nHYs2bX1bntmiNkcd5qEaxJg3ngMSZRSJMYtkHDW3NwCXqSeI
pLwJBQnT7DHqNAChU1fVFVdXs560CQsAvupTzr6Gijb6KIbtpCMUaFEfm/OoPcmlxERbLz/lamee
WaH2iiZPg88vO9O/S63Z0Tzekfb6HteNyOkdVkP7amQ4s0bFHn2SRhXZYkT/iGTo+dhog1Vq/+ZS
e2aECj/FkAjGyC9nPBfsqXqeMo6x81lLQ0WdTlbaKjNgwcg/smFX8CzExfqz7WwMVEBBF1KoDB0s
cNJL3Mm2H2+muHOyxAaWJBq2QthbBSQfdGQMb59q1oGjAk2RqjHfLBsi+462mVvawo57lpH52dy2
8/+cth+M4wKvpX1iHY31aAQd0KhiAv7fvFNU0Yy6pIvMcsxywdL5YlLwoEumgUD8eXiMBR2CwtWs
zZCaKaTS60Qhj1w/z1R0w7YRwqGRSywqtWXA1yfk7++kTkjYo8qLhAk8kO/II+7jdUnsQHwYB8aM
rF6N8ZpcFEvQLnSVCRZmUZWWfqI68U102BB/cvyhsnruD2PqVw/9mSXK0fF9JOnBFACt3aRmrKJt
xriLudP41KKT8VmGQIUKjwaxLUk43ja9OkaIbCsynuogS6X2tdIYKZdLGSQbxYxEsSSQXjds1Ze2
WGfWfX115c6MUVtZmvmi70Z0rYTR/DENgbTR8nEpr4W8WfVolZqgb+boU81KCK+eIejlQtsWZWx0
4F8GLaif1kqYASbc+p8GsqPRcD+J+2Bw6uA+BpoIoJTb07o60jODywed3S9SReD8sIfBqRlcsB0D
r3QYwYYTCqgiKYoVztvbBhcfenUodLRZAOyDPit6HecKyh+A9uDwfsdSvp2E5kUV0A9028pquICu
qiRDI3gh5bscVhFBWE8fm3jvaNDUG11oXsUyCVg8hquVWIA1lgVDpz1Evi/tDMALTlqB0eRgNJjR
uSj+LiJ34lIi1A9oTCVFBSgtq3r10ydHTyIYTbE/0PiKEhw1vKgLix6CKUsH37ifPHUbusNd8DE8
aQPpHrNHdYMo/ClyZN6VXv44OQXSv92x6kj9jNS7y3pNrbrk8w+i5qEdYj0Jlg+aTM0x7MTWzMKt
d7GTPMtOci+9x48zM9Qt/vPWLFDBNEwnafB9GOUx/vjh07dqm3NnU9j/zh5YD5u1HXU+Qsr/aGC6
0WruZ8pz5w+ay0hu396zPwKBt8ZDHf65kZUoGmACxaaDAZXmg9GYe2Rad+JD/VR5pdl5cEKOsPXf
g0297Tb86+1PWN/PZxuLdgcZlGPVDp+QbhRLdpNtS2ri49XLegKsufOz6aQfcn4t+lliwBBofOr2
sSy34MGGYNjL7QGteZtzM1S8ArBwhtoZ3BsS5TyRTBbcVGJsC/ou0gdzras5xiHdV15njyjC+Gb5
Lm+JdigO8iaw5+3oSkfFHJzJitw0J7Kdf8bOfJis8RDuh1f8dyuS5DP0clNh3AzWerwAMvw/T0G3
ucRzHCKHie+b8pcawL872SxDEqWQXDKjQ27x2qdv7FQ8U25P/Oo99Nww5aLGJlAz8GjBRZmDyZPY
1HYy0a1sIxKdcXDWYti5Kcr5zHlfZVm57CVb2dQPSAvYS8aTMSDWVqK8TSC3ErSWYOVu/HpINiNp
SG/32FN/ILOxMe4zRq6DNSrK4fRCO1VRCHutpdqG01nLuFiqEKxjSLkcmS/1yOhhZBYId5i3CWzc
nrcfQOsNr0aDlRTw/mAY6EZG+yay0iXo0s1iK9qqpbyU9/ym683+Lj+MLwXcd/f1CxIwt79gdYxo
6lzKsoAtSdT2MOaIj7UZMdqoH9ETa4wfjfSsdYx0w6ojAH0K2gvRFgsmlcubwIRGp8DPWgDPFVLl
nQl5ttiw5sBkKkqvB1s0CED6FTcOQCovTRVgkswzCV0C0lED+73uDOh80aOXURCcXhdNlGBJh94L
rZPBM4TmuTsl+5WBgeT2vK4WWdGwh+5NNNBBqnV5LJzdHWM+U8fYx5CF1hzKr0B1qtLuoSrxFvEf
NaiU1HkkRpzZmbKfpS0LF7lGowAhS2C4cccTFi6rS/tw7qmujAs6vZTNLvktTyORwRWZD97wncXO
ACnSYSOM29H4Ygx9dbXBPbY0DgJrSjM+83qoyGUIFLmo9wR+dSzeI1AmoBeJk72i4502c1GEXpr7
cW00W/mRbysyTyVZ1FFYWlpLVL46YkAcQBcMDNGg2LiciBwKakqZLr1oSa6TtOaOXWEcoxZ6egZa
Ku04jUMyAP0Niq3knTEVSwi9ZZwKsUlb1jVXouMCQmRWWAsnWXrvgz16XDZzLB+aDoxpWWAX3+G/
UBGQgfVFBRd4cwXys5fDRpYjKNoOfTmQfmn1u0jfD+X9yGJrXJvcpYFFX7hwceKoXZ4XUa22qoHo
Uve7IMq3YtlhZNWpCkW8ltpfcy28gSDu9+15Xdth52ap5IHfzOgvmmFWdFs0JgRlZnN+Tnytumun
jnGU12IbQPvYyQboaoGmv5zJSZW4sp0xk0n5DTHBAv22TOWotXgG3iNQrS5nVqSfto2chiGHhBd2
RmAW0jtufXKRW0lsTx3YgQqB4fZXM/YgZEetHflfdApQbpIXq+Kv1pxSQWW0+RVUIP+vGpLXj4bX
pZxThqgyoWuaN1BBiLxKROK2nW291H+VIc8onq1OMTppwPsC1QMgRS6nuOP4VOZCrKck14QTnhMJ
Hbkaq/9u9doFNh8FiSAQI+J9fWlmmOJSTHQOZwK8LtKmaxPCJxr6Inurj22QrsilGeUmaj+3t+vq
8MC3srDpAqf+U6s+iwX+PCtZ2MZQwev1RW9BGVVr8BnbdHV0YJxQICmEfQTE/eXoRKEVU6nsgE6P
omKn57xkJlIT2obPx5t2FlsH+U9pN5X4q0J/l4ZK3XXItjNyUWskH0BfAWm7QPeAk6fugm3dxwaH
jOO+nx6CxKqjgUA1kUiKp2l2MdsKJ91BKKqaGyvIw3dR9nz5jkMSoli0rNvA++eTf/451E6HNrZS
o+EGUFMt9jqQvszjc86x9taaIwQPJlrYwdaAnnnK0UNKOB+GClEmazRbMz6msd4VGpqDVZA4NsFB
EytSFf+QRRnRDIkwhHg0CKCJCX++XHK5hoaDorfCUa4zUG8Oscu3yORAuS+JKkvIun+2kWl7dKO+
j0bypFUa4TiqmwbnU4bTnXkGDog6LVdGqKnMhAJSHhEGJQ6G3cno6phBSPR8e1fQ96MrK1TkAlAM
QMwaVvjH5lduVe6T/1V7v+NDlZgsEhPqkr3YQrRaSHLR34PC+jLis/OfDYYEPU9eOBZ1rewN3xee
/ELhP8Oxjq1gMBSGO123B2aNRacGFAPUDMqxpLdhBXu95k7KbkT44MTcmTiNcbbolMh/Rva3JWoW
B4Mv6oGbhWNQ2CBerAz0ted3sSVX7016DxKFYWAR1FMn7S+TaH1ABxgIeUFSfzmZC6vDWEiTcCzz
edjwdZk+9XWeO+ijUe224+cnJa7TiWSyPHrBKEsbxs5ZZu/sTvfXB+C2gywtsHdXIo9iEMbt0kR5
zF7iL4TM8aQchrfsgd+3h5zVNLhyGCB297cxyplyfdqqBawdm6jcZXxtp21iTlNrMwbFskPNKspu
RSmBUOE49Hh7hsF9V+lWoM/bStqWrWAmeC4pmcIRNc3vy8HY6Emy5cPETQLREqbevf09q4t8Nmzq
zgXCHyEIBwXDDsC9ISP/Nd9BR8acBGkXpbLZ5DxktxvGLKyemzOrlDuNkyhXmwJWgeRxWjVwfD+y
klx02p6lWcOYbzrFN3JFbGgDNlErgFNInt+05jDLGusVQKe46M36c2k4cz19Hw+4d2JIfPadaW+g
Adh2gk5moUDPkIgubM4LETJ4dXYKTiZgtTLVhKU3xVhNOg+ooN28CHpsLi4rSTQoW32sD3Ks7pS2
t5Sq26RpbbcSa47XfDwOjyEgGbCItPzkCs4GH1SJzGkRB1fxjt5DAe2pZDa3vZs/llC7If377U1L
38D+M9l/26MOaxX3aqXikntsQ90rwQ6Fco5dZL05lqWJQ2zOkPTNFEiTSLzZGJHDsL+6qfB6+Hnr
AkFLeWPDSFBB73XhmIMhSJviO9x4TV7qDzNYVntjcJVpNrtJ3TXzXm6S44Syzxx5KgeOY4mRoVtd
87NvoZ5o9Si0yD5g40kpcg2x2cgE/SuTHZNhjsjIYvBYPbpoWP95QmgCPXQ+4Kq0UbHU0/hegShr
dgSZ5Kw8Fl2F+GuFz8xQo2oEvckHrRCPedrUzpxB0qYHKVpIZD7uORB6IPllxkODR1MT+2amjADn
tuVgS3phWI0+J1uxGdH30HHApovTe6SN1U4zGh80Mplsz+LcEi0pZitq5P4QZGW8ub1JlqcUHb2Q
kgHZ9I8em7Ks29mZGAKjV2U5EI+JX923dXEMOp3759dEcHshPi7CvZJG0yxFetz1mhBjltRp8kC2
rW30RgArnV/oDFOrDg7cI7jlgKQNraVUpAD/iNwIUSketUT6SGLVUVN3EA/gBSKKcUzAQpvyv8Iq
MtOksZWxCMy8MBhxYwmOF3OKVj/IJ4HqCNcBlKGp56s2ljNIUZvmxCsl4fvUlCMfcMLvUg2sQHy6
vYDLgChjeGdA3x7VTbw06I5nLuImWeD65tQn5ZGrxMdoLJygbDtS8vOGm0vse7QOMwIynVdF/xma
N3S0HUAUBn1SEpVGCyoOjGrS2JyaeXL0tncX2c3kEQeNa2annd5qaC/xp6C1e9BFDM1mHlwAehiP
XBpz/vMZ0PdDXhME1sIVj3nSxOEw6UZzmqPn+R68xqCxSnsXSS5fQfEIEsScrYG8/hsFs6ncRaqT
CXaHEpodKtt28viBVPtQcCMJqjN7v0DrFYjJdwDrdtx9c2RxhPw8uunVAspuoRtTsFi0EkOoVVID
iZvmVG60z+xPZPdmhf6j2fOtdsc/1LaEeNR4tdM6g9ftazs7DrvWmu/5w+Sx2od/ygm3voZyX1wh
JxxqGs1JdCHYbDdmZ0Ng0sR9HYHRJ7//TFZMvgOL8UxYOR8iUk2qgOsyMk40rCHr5iowcr49CRGI
NwuzE181BVNfwGPCd94+H9ceAYx/6OVD6gGZEGxaaqdWDbB3bYudGvelp+X1KU/ejbp0k7BFtjDY
F4lgzYICov3hu+X+dPrrkAqMfXp99Vg+YsFXgOpDxy/KJSDzL/ZcqTanxACtiFpvpCp+DB6Vwopl
0ZxaCy2B6D3pIUk1aAS68W+MWVhxE9IiaY53J1rS0eh36eeBd0djWR61Jzl+9YcWvJV/4kDcSFlO
wDZBQPlWJuFmfGlqyJjelWng1WFrAuOiBG+RkJilKDNuBHRJZDm7YGjA94BCVNUUOkfCQVejqzKp
PYF1AnWBfVGbXOACuDuDMaQwFGvsvqPRVeOHigciLCvtRBIZyYVl3qkTALmFheQSPfr4jXoaq1AJ
yH3Ep1NQVAKJjQmE0gOENBizf/VGxFCBrEG5C7YkjU6v9nU4oSjUdyc5NJsAglZ2or9E0kED+d5w
8guLL6yu+2JYFa8GB1oFsLBh2bH1IF5yuea9EXcJH4fKUZ894G2mwzSa8tgTRdmhho0bAYHQxejN
zNfM9ZkzeAFZawh54S0BGQvascTQdtAqUT9anOdsPiOAXHDhNk11x3Al1wGAskQdLOi/QwW+hqXJ
LUGyC+Ie8idH7XwmsolakjWZjkBCp/VA2+j1duTqlmqNpmBHVrjNHH4XOPODYt2e+R/I1MW2or5q
uZmf3aoKReogySXoR2jEmKMVf+nbfJPve6cCb7u0E7zUSa3C/ANkTG031oBfvKU6nAsCQBfqniR1
E6d0Uwae7OoSTn0W9SCZU4lvUKDUj4MpwLxm56QknKUxhk/3OCOnfrn81MYTmsIAzuvHTvHCm0A6
gr/+FJDfr7+AkCHN3ic8Yex2unb+l1Gw8osg88Yjj8Z5GTw3ZEqu6MfZGTDnkqd4sxeZwjYGeiSz
ajM27zm0A2wxr+7t9V7GQy03qhRI/wDXhgjzQ+h/tty5WLXiGPXGMSxOunhXAdIW1+9ReZfGESOc
rSwhUrxoZAZKf2H8oO/rUq+GdVxyxwhA+coEUAeMw2KJewvyMRZfMpZSvh7ZuTlarHUWwhlbueKO
GmjRq/gza/7x1CEmQkNbRMO9hIfa8gFnU6dUoyTUdR+dpLZETaAheukAJWziAmEKAYvR7HqhBNRA
UYoWFjAxLo2X1mQuaJYECKzpIfGlgBTv4qvcoGmJsUyrhhZnDyk3BBb6ipPKU1/krRSdRB2lbFT1
TyXyZ5VXRYwoer0fMGdARS61SLDc0EEUwFswJXBRfNKOKWoLoZzaBYi3KnQWFiTiRXtkcfZcP3oN
NBkvFV40O0OMlF4yZPqKEjDi+NQ60F25+5S3k/nNkfg+gyBF4CZmb7/zVuuW+IXaEmNHXueYF/No
41dQtVugFEvUO9sxutzy7Sil8Ul9rszZ8p3Saxyze719pOnOWriTSzNUCBuEKq5jQIpOGfFdhShk
slGcNz/Bsbyp7cAF7PfQWbUFnLEpkffn0gwsVhz5oeO9dCyXH0GdjhQXFq2J8BHlW+BxhEPrVk86
uO6ZRES2RvsBrLMmujtI6eoEzjU1lXsgORj3l7XdfD7lVDhT40wIVB5TrpFJuJegxRCTsNwl9fH2
pF9dUjHnYPkDLB+U46ivU8Nt5ElV86SNTwoSg3oeksaUeZFowuOwYfM1Lhd/enLPrVGjqrouKga/
iU/Nr8ROQRlnEGwnU7dFUwQyNwNgrXPQmUFGa7Y+n1pvdlWwbEdusVdMiKxYLWidVAJkKald3sUb
yvyuSexxVgzhFcMCvtHiNizZgp966dVng18SvE+KglhHfXYYx32diHJ86h3J6nebGZ11GpDMsyMu
XC1kMvlta5Wbyo2d4PGpcwZHJcUGHUcpYu+vzMq340iOkcU9hO6/WD9EJ3gHVD5BJnJ5NMehRbQA
1fCp70AFo3ttN1ttJXgq7hmxRDL+6ba9qywf9gsw3eoPtTTIMCl74PQwMq6vklPRqJscYgCFv1E5
DSpKDMDadSqXskR5g7qr8KgbYQnNtZITQDKtc3xtl1aubHHILbzxxea/Gxt1FsIaHXlcXmJskJyJ
w4duPPTRSFrWyK7nUAR/C4KvCuJxvAypC0WUJblQJFx8EjWr7nZZegpwGZ03oZRA9gTACBn30XnX
c97gJkchJuWfhuXTV7/BAEMb4hjuUTQVJj8PIXorouSkTl6t3fvRDvxMovB5e0ZpkAtcuvi/9Xi8
xgSDGuoojnh580lyGh0DMPvKzr7Lh9gSN4Dgu62HYhrhC1Ixqq8Ms1cJiKXvISgmmG33kJZ9LB4b
qwPuf952Du+UW3A/43NExmCvXTYuiDiFS54O+V1acTZNgyFNxDE5hZzj3wFalniTjxSDwOB7ptsr
lknFzYMHTkeFkjLkMS7PPB/h3VsGfHqCLubjG0gCCS76kQ3QNhnJk/uw37+6fx7+/PHfhvvknitJ
z8KsrgwVueWljU9dkC4StaxZZsRAmVb5yf/IHe6XYCfMQHydKcMoF9IpsBZLoN+lr91TKVR+X4/5
adrKL91HeB98AF/hKh73NIEnYjj6r3CsdwlPitKKWWd08S6XLh/WIU2JNC+oqQw6gQ4ZhDarQik/
lda4R1VgF7ivgqmTRdUrvZtYb+rrwHhpjnKrwpT0aaKoMLfJvOwR+kuZCWm+Q71TNwDDe6DPeFYO
jdPahtu60TF/Nk6+zXvdK/DI+oF7T59ZN6GVjMLlN1EOmDeieFEFXaaAt0tHNSs3dBR7sESrcPwD
q4Nl2TO3Zpza1WXZR3VUaPmJ48Dhoz9K6Z0y3cudadTPEuhMYuu2b1qC9i17VFAvuV4bFRn2eP8g
9qklVbtIZrUhLx9NGYH49I+UGrKQKBbg389uzpEaTJJW8+GpqT954bVkpblWBgHyI1zbVOSdQINN
DaLPjaIHRVF4UrSvsX3gcjfyWZCjlcOOWz96QSGZjHuisVwhz8YwKpkxytDIOt1Llmw/iaRhPKiu
05J4W5xboNwJ0pI555ewIARPxZhCYO5BSO/4yS2UL110ipMc7OS98gutACZquLf3wUrq5Nz6VbBA
RSoTRXAon+SPoDKHl+SP4sy79HOwgjsieVNsy5uo3JTPEnp2GcZXwjBmFdS8oGZfIGRUplzOc6mT
6gpPnowMeOx49aPKUqOg9yCuGMjFw4gIrQwZHL2X69fMQ9SoRVCcgomDOMZBR0aUMYX02aVNUGc3
73ytDTKYyNE3yf3GcF6qF/FXtg2PEd5KyjbxyfydHrKH4cQzfOdVov8v46ClxkxijHSGoa+HutCn
GMZP0q58Dc3wqO5Tm0OPXRQSVmSgTxxtbTktZ6chKcaqHBdrxZxaY7sHbJj4/cvtCaVfZYsR3LLB
MLbUu9EedWkk7o0ZnCh8Adero23hOcnMcYYM1MDIxV+97GlDy/48G001tGhNqubiJKEp2wx2xXO6
E7blASyXrGWiQxxtipo4dUYzj4jO5RO38+/KTXofuME+fIpJyojdayt0PnmUv6qMBG5XhSENYmGy
/1Wpmzhxby/Q6qZDaUdGFXiBjNMpEUHlpMSHAM5p2Mo2tkD/Wb4az7GXPmsPSkwy1kLR5QzMHpKd
koqGAgmJO5laqBqXwnK5kpykezElw1PzqN/jprmTvqN7llNa2X0XtqiVamcO5LNcWp2SXYQOS9+r
nO61YOyH5YecR0Z6QNQqheh/NjQNRsJN+iB5/L2ITuHbi7Q6DqADIT6GtySKXpebO/L7BMJgVXWC
sOMv6RB+SjURX/1ft638ULdTI0GIR4kZqHl1qfddmhGVJEUXTlGd0rfQHHdPruOMO4Kb4sEnr+aj
F5OOMbCVuYNFEFzD2y31XMo9ZMaQdAHfVKfsKaiIeN+62Hb728NaOUXI6yt4yWCzaWDwvRxVkHNJ
VXBcfeKFuzg1CJ+ZQcAiMlgzgowt0NNAb4BUmwr8INbJhL4Mm1MkbGKgw5LQ1QEkuD2S6/iH59KS
vUcxcNHxo3aakhp1VVY5sCFaiYJjqkKlAPIZ9n9nhRoK3wF+XvCwIodHDvqlxcjsWb2erWUg6BQx
lgYNhaZnVAqotDU+THTCdpZ/8ZzhgFlEVZGOeignMoE9tS9MI9hyEnr8IPLC2BKrEwmdIWw49PZB
deVySwiJmiiQem5OY98aJNOqzOzqidkYs25mkUlVUD/Hsbo0o4SdP00B4DWgW+YVApZtUCHnvSk2
BBBJ8Y1PPvr5o2ssUMUwxXnpCxm2ogqUzeLY0bEHIOGl8ZnLAO3zgc8oJ+jT8a++igYg8aWJWbty
bTHPDdGTCQgb4O9ac2pzVKdl8IWUDworTF1VRenhLF9xFt85BdwVYQEQhAL96k+nuRs/gz95YyJ3
5wGlhJpgZJWuB16G0amtR5FsQ9IRxVqy7wES7ccO//vPD8pCxrwIA4D5hi5Uh3OhZJlQtqdGi8Kn
hX3amueQJWh4VTL5GTkQ/Qgi2iKsS+0ibZ7mUNe5FsUEfSvssifLARePI+zQHAIShm3qqTvUfEXL
NDaMYP0DALuMCNhEZ7Yp39lV/UIRA9sF4V7vUIw2S6veqNv+vnGQEXaKza/CyawXqLI7qX38uj3B
V3UUeujUozPtS0nogqA7AYLp6G55j5Zfwrvlxk8JcuyO4o6ehoZ/FDGexP14yLesqvcVRoD+BPoY
Ddk48BJmINDRUPSpvY7N1tfeQJOrvcYytB7xyGucpAJJo5tzs5u1BihC+fxrkioAZfZdQlSt2EcJ
ZxVNbNYFGpatzMDfzk9d4BbjH2XqySCaXeEZvHN7Alduxch8AIW+CGQA5KZQ6wcxXzWMOmBHAnSj
lfsmsFVuB0341/zO2LOC+Zq7Q+RD2RLprsX3XB7RshP4uuL47sR3v3o5IcIQWbfHs+bTcC1B4WJh
EgYq9NJCFEeyNsZJdwqbON2ObZFv6lyvTb4zDAIIfMWwd5W6X1YfqW0J6K+FxJKG3DVToqUclPbw
fFHIXXxU7rwjIG3ft4f1U2ugj9m5GXqTaamWg+2/O00u+lC3ylH5Lewc506w1Ifa8/eu8kFcQp56
8rQx7PiXzW0eH3kSfjx2wHscwWZJvhlDl5azdeubltU+c7h83cyK0eGbVDDr6btYA7TsiQ8dA1UM
VBORSXzMnlHVKk+z4nRveULA1QhE9v+QdmXLkSJL9oswC3Z4ZclFypSESvsLVpsIdgiWAL5+Dqo7
05mR3MSqp2RW1t1V1k5sHuHux88xvXo3ggm98dtnNbmVP1t53yg/bE+BDOohHD26lv+6qHSKqyTc
DSxv2qJtsu5JSW+b/qhW7g4TEm0K1/Zc7vBb/NvoIIL2E59tXeXRC1aFJb/QDNfmS9ibytATaB+U
3RPPt2O6BTC9JD+A14qYa+8kO2j0GzsPcn5fV5Oj8tus2sfkR2VkbmY6qJfkuatKbxM6dI8m82zD
G+3HHnj31NcQMGs3XNnkHP2kn9WezV2QjixtWXpfpv5guTZE/ro7Wt0N4UPSOLxq3HA0IDvrQIen
/53m2w46bP5kbNR9/BMEV7dWBEyzEw3hyqX4lc0W5gEcISgcoKcKiTYRMtnYDfiSja55evu4/wHQ
jOS0+9opHiTnRwwqj9iZy8/I7kOu0on8xJt/Shf/jP8ISVnn7u7GvyHOzfds96yChyPB1f6N+hSg
qxEp6z8/HBQuOAPXj+HSaTdxmSO3hGepqojMxB1jeT6YI56F5j4j5GdsdEftNfluSjvD3hSsfbK6
lyRhm+t2551xMWOQdZjx3jaeo8L2Vcs4C5G1a5+4Djm+Zqo/tMR+I0l0tONpTSFn6UowVYAnUVqB
KwX24/xcqwmLi86YcbtqdpuPT43eeBXRPBOZaeMtUe9BldnUa7nJpZfEmVnheNRqTZgyw4Xt+xfb
qR602sm+pTfRM9qXgVtTfdlVHGlPPBlpNmnf3BbberdGbX1RCYCnQDlnTjDP+JoLCURuxpUm9YBs
KuRm5p/fKEnktc/jN3BKDCoACj4CxHttTbFh9pXiCqOjAILUwA/pKAGdz3k+JrnGCN4xkn4sIWba
gFrv+h5aHtmJCWF+JVojJzWE7VMtbyssJS2cXqHbPtqk0k3llhWev/wHxBf5y3XLC1kDzOmJZSE5
YVSJYucUg0MQs2F7SNfgJP/unZ8/gW/AcsouwyUVeTZ+1jDxF/XRrwU9MS68ORQtKqaOUoBjj9pN
jz5O+JTohsKnAA+vvKE3a9jWm3GVGO4yB3g+aCFI5mbIIkvCdDc+A1SDuoYrAzKYHnSg4FUQ1QMu
UW6KIPVsAF+UlcLpRZ1BGLYYE9h5GPWlCvPSbXWQ7sw7+3F4Ne/M47DtftgP9LiWtvsvq4wULuDW
aBQRUcgsUnojGnBywsHJX9LH6hvdTDvbLX9SDJ46UP2T3tWnb41PIif3wrs18qmFROU85f98gbDU
RAWiINew1JXqm5kbbhuk4Xcpuc3Bw6lAu5HUPuG/ru/ui+Ltn5kG2QKCaHSsWMLTzJJIWKgNnkHy
z2FvoJ81crQP4mvqJo72aO8mD/J4sBBcftOyJ2hASJ4CEoiV9Z79w6X/+OcjhLcYb6CURg1MvpV1
3KcyfDWP1dLtjer1+ngXPZUN+WXEClCGuwDCRoOtlJWO9orpt1IeCWvd6wbmVboYyokBwRXaYJUw
E5O0T8NBetN3OgKh2+nZWJmwxVsOIlf/Nw7BHcoTK0yVy+1T+qn+lN7S3/azddC+1fdFuTKg5X15
Ykrwf5Afq6ZYhSkwhysfE47CMaMuNE76W3IYjjZ32vfrcyjSYgBrM/fZ4jdDQ1ZTF7ONJpnkvM5x
/CGty96BW3rPb3T9hnvDS5o4za35lL+CggQyvyuG590urt6JYVF5SGuIhGeFjU4QBOHsYGztN/u2
PsoICT7zTfywpu225HbmFBYuTbyLsCmFdUwKdKEWCiK+tj4iqKYG2+rJM9OeWT3tWoh/oLJUOxD9
qKXRGchO01xWqLO8cFfesDx0i7TYlcWmbNaWfWEqzr5MWPaOM1UORwQd0F9S6lsd3Sf9A1Xei9TT
prtQ2tTv7XG6yZIf19dgvlnOlkBG3xxAyDNNB96qYiMysyhvOzynAvSj2QD6Gy4uwcdufKhD5ss8
REf/Gm78omEPHZhw+l8rAOI1JITwTSexYAyZQBTOqyag0n00BqEteYN2X7RA7LCb8ZUarmocym6j
cgdJsGTcku739VFfZsHwCYAFoPNtFhIC2Ov8E8rKojS22yboTLQdO1LrjuQjU1qflmQj65JrmIi1
7uJxn9V7k3p1/qBIn9M4onWrvre3BfsVSY5quZ20siAXHm3+MnQg2SADwiUkVqUnve0Y+kabAAQ5
Xq8daumzbZ74+NYa9k7FdXl9Ji7ugtmcoRHoZkD/GeHK+US0ZS6BHYQ3ASTAXI3e2kPsGs3DdSOX
z0nBinJupdStPBuNoQl4/mm2oJpuTc/ua68hyCCRxzTdJMquCHO37nbF9DzE8cr5Wl7wk3HO5+9k
z5GO6nqE9uegq92EFltTav2kLlxTGvfNVHpy7Gpp5YDtNk/f34f6oKUfbfsMShk/pNAaudHMBqR4
D+g9k6Nid31+FhcBydhZo1VHYU44EKVSkNhIpiaYAEHoot0QNm7W7//eCJJdM9u4pkFrVDDSWVbM
WjNsgt6SfjRNzHbpLGiAmvoatcNllhPLbaio0YMkD6jYr8j4ZLIbtaNtV8lt0EO014hDPxqOUwyU
srZVIIYMNom580jdFbnXqI9996gON3q3ix/q2yRE91TeHkD+RJUNRRvBR+wmPkc/bB7e9/W+7Lel
6XDwftRuXa8hNhb3yfw0mwGg8qV8WjmkhjXZZhukknybct2XeO+MdHyM0dyilZCush6k5jPEQtEG
T1PzB+Jwp4kfeAxkcZ45abZR3jrEJ23lZRrxJOzq6wt5+UTA9IJOyzLR5INKzFcC62R6tXFM6hx6
7UHNPSoDBVcWB3SRh34P8fZv5i9AOEfvus2Fa+LMpOAvWzmJdIPBJHX7/NgBbyQNj+oY9AhUiu98
tV9w3ozCtTRDZFFoslFq1cRaVwwHiYxT1AXdZ9uiOd5w7Mc8fBwf+MAcvFN3sb7SkLZwBsGeAE5C
tJPMbZhCPDCoQKkWOh8CZHMmL684+kUiJXUbYtIVU/MrQxjc7N2RQ0frMboMhPc3KW1G5XEaAmCu
vEqBXtJMrQce4ujj+qotjunE0PznJxtF7pWIVS0Zgr7dmlkFhv+bblxjPbp44+MBcToa4U1lNQ3u
2Aaj4elrlPyowpfrg7jMowkGhL03hrIRJxEM6LIjmzswldJxg7YIlD0Nr57u+pd+5b1/uUDgMZg9
GFFQGcfgzudNU7osNUM6BGUZl1uqV+lty8noWdMItttOWZOEu7zzUd5AAw0Sduj9hYTAub0p1BNA
MtgQRLG5a+8zLXLCsPGh6u5NKTZ8lKx1gV8uGgAMwGYoMIv0ndiD3WugqUIxbggyy0baNEbLd1qY
a1YuIwswIXwFFiYCDGx4YSLHTO+oFeuYyL429yzLrQ1wDKCWJlXqdSyvdlAuSncZQ2zRjMVnb3Wj
H0P41onyIfLB4hQ5aDHpN4DoRb6VDtlWjdhaknme3vPzOItVIiCYM3lgYhV2cNzrsV2rdAwgOOzY
duwSoA5lbnkW3yQgdL++n5em/tSasNiNbTe6MuLd29elFzX6TmuKFeDo0oDAsmjhYQ+hWVNkWRuR
luy4lo6BCrBX+Bzr2EZHQ30h8uP1sSgXYQsWGNTJoJAA1Sqa+gWvmWZhrGt5Nwa0Kjc0+yBsYwFY
n7TucM8ezAjtDdYrtbhXA7pNx484ecyjbWLfgumgQu9x/1N/L2LTsWZOjuHH9a+7dH/g4fiqpoNl
VkEZ4fxYcdPM7bHmY1Cn0SHWAQWx69GpaZGt3MhLSzoLNSOwREoWR/jckFF2psKldgwmq72LNLZT
cvp8fSyLJtA/iWlGPQGGzk2YktY1GsdYqEwRshSyjsGQaWUgC08LTBmwsLiU5kZYERo2loZcM0Mf
wSVbgNsQfmEbmXLrMb1sXdpZ46seN/2ukChz83FsfAMw6JuWscYFibbiXR/00gIiPjOhWI/pReX5
fNBZxsuKJfIY6I15r2PjZF1+D3qj7XUzC+4eka8lG2DjQmVbhHRlmYm9YZAxiDl9LMCKkU6Fz9j3
cY1tbOlcGiqgG6DSRRFdfOdPemMotZpOQdMnv1lqewV+c1An8kAZ/FS3zVp55vLZhpj+xKBwAtpW
iVSLRzDYtVsObRi5+qkVTxkBcNtRrJ9q71+fysUNZKD6BE4VoO7h9M+XbALBY54DqBTkyY3cqZ4C
1QsjA6NZ60QIqyPt19hpm3GK7k1wvzbFGqfq0jlBMyIoFefMEd7J5/Z5ItcquCynABjKyWVqVG0l
RV2Twbjo8Lfg98DSi9oeHnCIqITjODIq5XVsInlhpju58voRbLKO0nphbjjJN9XcomkZLFzbSrK3
VVd76qTcgtmnQWk2Tj8g85nk9Q1r1W8r83/5cMaHoS8HVJ4yuDYuCD2VpmWFjg8bpHsDMBZFdank
K/W9/KxWm1j/4Gs53qVDiokAoAjQbHQ+CXGloqFUnmrqhNMTgeta3QBTsS+ytQhk6ZDOHbkg0VSh
HiYWvRSlsAdotU/BMPQZmssTsFdYNXMMCgIlTn9dn8eFFxke3+ByQo8TNrIoQ9/SKrWHNiKBXLZk
W8bps5VJuksitT1AFCHf5kw2/V4b1hpXFk4sDINBVAMtgAxaq/P9C3SwpY0NheFvyg174luFu1Nx
037K3fv1IS6s25kl4R2Sk1yVqwRDtPNiX+ug/AC1JB3Nh+tmlgaEYsdMhDb3U4oOQcuzyW6Lcgys
Y+bijNQvj6XuqtQt10Qxltbs1JJwW4wFiG/CEpZYurGN34ARuowEKfq3ifXU9Ju/HxdQQ9j0AJ5f
MqtFtCI8sdkYmCTzTRoBiCV7quWNVu4Q8lhUKJCGT9dtLo0QQckMxQQlzkXXlMImUPLmCkaIjgQt
GNHSDea4AgSVmz5ZAeut2ZpffiexYxZZVpjZuHuJS+5K4PhBU6HclitWlhwpWgWApZ6p3meOoHMz
WluauVVrYzDaACB25X3JC08fkk2YGPs0OySSz4BA4Q96zLfF1L5IyDiEv2zjjuhujPR8MFq/uunn
9YlecDZnXyWcwkGSuSTFeAYNETqerX6vJCDGAT9YCuLg66YW5/lkAoRjGFo4hKRDKiVStMxpClR9
lOgXanKOjZ2bcCzxGiP4wjMEJVdonaA9Hk5GfO+MRZQm2RTDY7ckCKNtFRLfpvs++6Eb/vXRLTmZ
mWhRgdOG7xYRb6E8pT1TyykAuK7b8dAaN5KGUDBRp3p/3dRCWQHwWYxJBnZ2dp/Cji1HA35zqqYg
zb4x5SVPf2fmz/beSrx4umvZSya9FtVtm3vAVILJbk0DcGmoeHgAqYj+WOAyhHuQWFLDoW2GWdWG
dJsXzU8rnqAj1aRrcttLLhXJVdwOc7iKws35mVFA3WePMm5cDl3cR/VbOd6rt5MSg+BgE9G1Dbo4
rhNrwgZlw1RFUmlMgV6j9tgDJGzFft1FKzHrJexuzkbgYkdLBSJKdHCcj6od8UCPNGkKtN7LIbWO
dHsV2PZ7AfnNvAHQq/ITfddLzOXJL9Z4IbIj6QOksZP0poaas5I4UJnMKleZ7vThKa4sJ+Xm0ShW
gpKlA4vsKxBp4MVFB4iwzuFQa4Olh1MAxDa0yZj60IF63u1TJrs2jXuvARm2W1rtv8gSoccAGRvk
RXU0RwrLXo9N1ZjgzgvMtxQE90rjWREg4vu8Hrz89fphWlh0vLJQ8sZbElh0sXcwRafTiOCPBBRE
gr5Mc9mp2jL2WZdVu+umvrIRQvoFZS7ITyAoQtJNVDFJEptzw+RyYJnRk5GR3CtDvJyzQVbcaWQE
sgxoQx6YhEb+yQBDpT7Jm46RfBfBkT1CV7Y4pEbMnKkzUqhL6ObG7Hu+UeM4clhmd8dEgYi6lcns
UKWl5ResqzIkD0P5Te2Hzke2WfWBhcgfspHQx4FGlkOyvvQy9HuteKmFm+Wr3m4hNEJ3sibs8qpr
64R2hRqU3SFv2TEfH6wGJQPLWtmmS+7w1JLoj3Ial/XUZ2qQmxvgFwAgnfASYj4typ0c35kZmMH6
2E2pU2rRJvkYw9uugBzsIL1fX2ANB1dYX3yIgZiQ2Oi2vZBQQe2P2TY+hMiF12hIsK8B4i5xWzgW
pybm7XzyWGmlfBrsIlWDVL81yjuTocEAbwneKVtzOAzNnQkkIJKq2XhojdFVwE6U+CpQP8njvxkr
wiHc6Lj0xJ4qOW3SpjVqNdCJdFCl3jXTeC3Em0Poy/n8x4awhRLWEbltKzUY3UL1MmObu2Xmmlt2
kzK/Dr3s7f81JnEjKT3aq7IcY4qReteBzAIE+7qFS3wNsEFoScGRAF0PWtGEIakDqyarkLSgGfaD
8dlory0kwX534Sb/WSu+tLlu79K7wRxaxlB+mb0OETxp0yoToyDoC7AzN3FxP+Q7kjUrRi63vYoy
kqlqBlwkCq9COAJJlsZIweIZcIrW9bFowcqNqtLKMZ9n5nwzgHoAznOuJeE3Q8i3SE0ONS3J0IN2
Y9SgkZ8OkivFAdPfnuVkDR+5MG9oq0QPCDqwke00hadAlvZRk8aRHhh1fqgBHZO8Qu1X2pQXwAJo
SUXyCGUJwKYvsmRsMAlXzQZDCiu2aeSWQTcD4juMjOmhGGjsG9pkbeqUyztemaB660x6Z6ptua2V
qNxxPU1W1vLyxYxP+koo4dLHlTi/CU78C5sSMBP1lR40vmW+ScSptZ8ccDNpe31jzhvvfDXRX4ed
YYCPGFR6FyxSEPMCJXkjBxP1dKI65U9j2OjjWovD5TpqioZQGa9yNCwim3w+HDrTH425ISOCrLMt
6NRKR2Gq7SOfxlZu94UAb7Y1n2voP+F8C88lG1co0RtdDuTpNW7sVwgg+gpK6ynxeOP3Zux2ZuOg
ZbG1JsCutrGh7FIIMJf7WAJA64lBSBf4m/7X9Zm+YLdA4QttvNjI80zjGS34gNoA7XuM2lXAQaLV
ggm04w9V/dbU04++ld0aOcusB1ltRFw1uU/KGIW/e1a/loQ/1UCKGIXyS52slcDz8jgDD6VhouAN
kekXnYbcc85AdKgEsnRj5qXDx9JBW6LF6KacXgbJqcYV777wTphNwtq86eZr9HwzDDwq5AR/EuSP
Y58DrB96SZklTkRSV2rxbiCJ5fR3te0YqXpPuU/0xA17cx+xbuWYfSWDzvc/aI3ADzw3fYGbWNz/
Vl2mPR+pFnAW2r5ipvmmDuVhB+32Jii1ijhVKYVAi2m9E1qlsZOA2EYfKu8/V7bH7J0vvsRGUUBH
7QHAVSGYTFmTG5EUa4EpD45OfVN6b9GB3ViJI4NBOLtrXXJbJ5vK9K9bvtwBmIITw/O1cuJqSJua
aqNhClK7AqfkWKLjJUck6+b2jZQ+NHQl7lrI2IOXGVUPRQcVNw7E7CxODIaWJAMExYyAHkr61I0c
BOBbKUiQgoTcXNEWjs6dxlY3pFrBQSz4BpiGu4Pgw9zRLKKhUzUPpajvjECF7F2cq46tffAQIBY4
B0JjN85AM7lhla82TvQTbqJkfpXt7LDajdoxTvZRlPm2Nax816W3nz8L1QMwp1joyBWWQLEgwZlo
3AgkXdmpzb6KQIk9yV5R6pvw70Gwsq5CIk1DKz7EKgE5Op//nsoaV/XRDDq0wNYHBp7UOZuYjJsk
+TYC/3vP+LHU9jQZb0157TF5eePoKmA2BJkTrP9FerbjBUokdm8Grepz0Fwa4bc+OSTdt6z/ldWP
5ssAuuxiSLbT3Af2CuTWOKy0z8+3jXDUzj5BeCgR9GGzIeZmYFSuLG2U9AXYUyRPj1Z7m4Aj/Pr5
urz7zgcsHGzVkqdCkiYzQPhrQP8Wkk1mNQJLYpVrAfvCSwa2wEeAXzNfmtgBxot2om2umcFA0VRZ
vVCU3oxbeQKWWyvbPbITCYAXppeFx7R7uD7OxYU9sS3MKrR9ErDTqmZgm9u4eijDxyg78BXn8XVC
hbUDskPFMQGHMTq7BecBCINeNJmaPGoSwQ6ps1CLvcgMe/AgFE1Se3Yio5Dc1iowHXELvt5j3cjD
a1xFVe0k6IQOdwNp4u81BGteJduGqgyKLMVdkg9gc+jLEVpFNv5y5BUkQ19GH9Mi3LVpQiy3mrLJ
glgGsLxeH3HzN1qT48oFW2+Zu/Egs2dL5/mbRkfpeznN2QCcgsncJmqO213nk2ncgDBE6jaaViFN
KMfABLpSoc3/01bKXJ622fd2aqBNBMYPkJWqIWSSMgYgkkHT4ZWTLuReERs92jRVOXeLREW3TtnW
ZuGmEFJ/S8yhQ0Sml9JDDjovcIShQKq7I3QErYeB4e3+GxTlKjYBH5DBAAJ8/MFy3hTOkId6cTfB
1712TZeBRB5tG4dUzrLarViYe2Ae46AX7KxsAEVWKx0mokYQj0KGrfEMzE3qcX3iPwyDNrnb5D2K
L52ilPZWmnQt+p7bFTwO6fSy3sSlBn7NMS979XmE5OthDIFQW8n1C+cc6B9skhMhSmFHZpmRjUBU
JofK/MyV3rWy3p1ezAFsrMj3oQLu/tUJ+I+9WeRidq5wb+eOdWwG5OAUEwLi6TOYO+BObywARjsr
uG5H8Ch/7MCDIXkJFAGo8c7tRHETRtYIiVhJ+6SS5aEjxWkVyf8XVtBoCL5r1LGgiC5Y0VLe9m0B
DdUGBIDd7ygxN9H0+7oR4eb7M5QTI8JxHuu8rrupSg/YQ+5Yf5IS6lgPE/gkOfOum5q/98RzXJia
/dfJs0NC/XxoBowHlSHPOnSQnbhuQHhIXRgQlqVApNqRpEwPBldfZUqc3Oj8gWl7ICFdSrS9FQ5+
nKxq+QqO98LufAxOBhYOpT1EBQYWNeGv1kwdPR5+TSBKwPlcI0AXE19/jM2iGoCUgORY3OOMgKkz
smCsb32NBmRwifFQ5Burvy+i7xY4cq3paJrUqYxjRN4idOOW0JYfsr+sflx8iJCH0Ctb4RrHh1Qx
UCbKs2KkTjVtry/p4p6ZmVUNUwdG6QtueDK1dlqVPOqxPeUo8sycOjQzVnbN4uqdmBBWb4QCiSH1
2DVRQ++AhPJM1myoqf3KIVR3fTSLfuPE1LyBT0YT1qXG+3k0cfNJKvCm09+r0cSyDaSHAH9DEV7E
UeuVJnPC2/TASOFa0m9mgYp/jZN9zYiw9pnd5lWH83awpkCCBjnpj/1orszWomsC3uZ/RyLcHhxo
Mw0N3+lBydEmCkJ/6UkuwT4PZqcyev83K/PF7IliO7SxzldGIf0YQYAOsyYjGGHPlak5bK0ZbXHW
EF5AiRDYU+SVzo2g+5T3dBbFNpsQcZbO+501lOGmBfRkZVOvmZr//GSn8TKT5bDE3IXFS9HlHq+D
MV2rEy4eTrB3A5sIzTvI+J0bGWcigFDl6aFh5jOfrN9SE67sATFX8cfL2F+0oDL6Zb4aT04GkpvU
0HLQqByQ9ezAitbfyVp+W+SZF7XdJs7bhxbHVOmTo1Slbt37RhHFfhNTL1WjAzfClVzl4sSefI+w
hoqc9iE1hnnM0EDhYOX4XaUv1zfjgkeapbKQFwFSG4kh4R5jRY9xdtgnRdfhrWwlW0OpSo9m5uhw
staZLcYs8xSfmRMcYKWAOTcasIxogQBJBdwF/yFP5Nki/LVgEFvI9qm5lxoVfem5X1SFF6+xOyw8
FBErAemEHhcoGYtMWNIQakYx9njqJMwhDeRkpA5QnsmnSvqQDAEd/v5eOTMoLGNqUDLabEoPLVAh
zlBDDBT64daKlQUPdmZFOCANog6t0DCssfxEtFGhz3DLjcipUv/6jhFTOn/W8GQCBf+Fd0aXtCXW
cOweqRFUMfc69Qg+Af0hxVnRSidkxxYCVd1adP1fTKOygkLujGNTz72ARjKLpEA5HmLjW4rbOao2
yO0QqDHLsW/po6uXCOzHx8FQ7vAC/Lvg/j8DR8eGgpDbVsVcJvIUZCxAbnmY+txLW0R3YIHJHq9P
78LDErl3U0ddxwTPvEjyblUZ+FCsLjnEnwB7siDUbjNo9mXTAQlLvDJ/Xzcncp38GdQ/9jQhjqmb
MmIEcskHmm94saeHdEeRLPI6fk9Y6mQUNduPRnkaiwzChX6k/WbNL1m/DzO30CHi7lSDL99LW1le
CehWv0y4+CH3JrepjpkwUE5XHPU93OIqi3f0YH+rniLEm1srkKkvgSazdtGAhEQqIQ9zo+cO1Brv
9v76VC1cQaCexcaHGBABF43wPYOZtEhljYgwtc/B+CitlaVYPMEafkHqByB8EYMqJR2R4SuSgzbI
t5S/xL2jUC/SPy1bWcmsiPWJP6uOWpMJSQNkokRSy0qJ5FaJES3LspNKrzz3ZO1FaUHeBDycmj8p
qoz+QvOAtBWIGzbFcE/1Tc06T8Lz3zA+hpV80vIHIboF7QxKBeD7OT/ZMT6UDjY+qCM3dg+mLi+9
Azx/EykfXfGYZbe1aTu95RXVNtaeFa/qPiZtR1FJsNEW+S8Welatw0pAO0uUEzTRGDSN8ZQcZs1O
XX+345VLd/GMnxgQbsEJ3fjAG2Mnhc0Luh62vB72qnWj1z+ZZr0P6gvIU1fGNLt/ISBGlfifMc2f
dPK2kRPsg6qHySJ71uKbKEHCLFO96xMnVtr/bKtZhRqiUmBAEBN28JmlnOQWrFRJ6WcoOPop5FA2
CqG4a+223UCfE8SpZEi9WJPCbS/H/cpFuDi5KKei3wJJ9ouadW7wmlMqwYFW39VX7CIfcWtBUqDj
J9cyg+tDXnxN4BwhP2lAfVWEIPZEDaMcwpqHUdPv4a28ASnFhu/0vrhJHwYCeeLrBhe90IlB4aCE
pKRMHZAP6ttjNCGAgITvdQuLEwgexrlGblhg2j7fKmlcyXpqxSkQJimIe7/nnSs3bvHDSP2wqFxJ
X3vbLxvU0RyDZJqBk35uMKnAsQI4RXIwdQo/rh2SYfK1JPOjHBq9uqcRn2prJMhiNfDPXkV4BIwG
BqqJcIO6BVIqiWh6oC3PQMGAHn0IWhtep2ThNu8G24HI0+RJGbAvug3eDHNkj6MdxSv7delkygCw
AtyJhvYLOUe1sNs47fAduTMzQrnK6/XlFKGPXwM9NTB/wMnRj1SJywOaDMCAonr598jnW/kt35kb
+rMlzvapdJPJHw/6lj4COg8SYz+9S/YoQjf3awyliw7i9FuEtyPQ7E2WUHzLLEO8lUviy+pnr/NN
zgLWfcjhgWYrznbx0Xhqc753T8Y/TL1UhDIm+DhmTvV2nJg3Tn4RexzxHNwC1Nf+sgvzP1NuzKE3
cknAJ5yb5KHdagPJkLNITYfWn4rxfn1RRVKtCwvCIS2ZpBrpPJHoV94M+85rU1c+qPEmvol3YHXd
NaETr5OrLHkfgBr+MzDgnM4H1o6kY1aTIhHXO4lWfFe4P9ySrn8vyn4/tDNLfjS8RMVzBC7HiYBf
zVhxuMvLOfd7qDOAFIH6+SdoqPAkOdIYB6Otfqd9UTnmKG+ypASeYLjPzGwbgQAV9V0p2jWRcqMU
ym5l8ueXnniZzjQXaM7AVKCr7/wTxiQbqqhB7l+S6Qv6daBQAt84SW4OeInC0NOgoKxfMLdLpM2g
/Rt/eWpe2F1ZTzABFq4AHfqhWli5tQ4++l8y1VyiuoR5qvmXmJ4/2+1kxMJ2k5NEr4dqvlS77+io
BYY2xS2+xrW+dBHMoLmv2jiIPQRPFRdtSUY5BNB6ypyW9IAG+4y/qdEHKQ+5Xm9Uja3kWBY9EuAB
UBADIQeetfOOP/EOaWqnOm0IPBIQAI361g5g/kve4jz0pgLi8OwYcrDH9nwl27R0ktBMoIHwwUJr
uGjXpL1Sj6aJVHBqONaAV+1auDr7UnGXajPfC1SE5hqVcFB6Lo9NKsEJVfZRlUA9E790Q+0M0ef1
4zDv9mt2hLgop0pLpQjJ+UIbvKwNY1fNwPemKx2uFdywiCdSvvJGWXp2nY5NOV+1dqoYsSrkUKd0
Y9Uvwy+r/Og8ZeaQ7dfYs5ZWCs8DFNnRgo20kTCPEctVNGMxuNryUwprx9D/jkjj63Ah7sHPzF5O
RDVJewD63JyQRp++Jc1RGkAB364BQUQ0zB8jNlpHLDhN9MoJTiMhRRTZGZIXbdwquxi9Mt4Yl62H
jmTJbSRV3o08As9tEduu2medZ3IA1Zhe62jlZdVH1qcADVleGYWhS00+v5ZG5g8ls9ywkXLXziJ1
5YwsPY3wKMKbEF89c7Wcr3LaqTSJiYSnUTu4abO3LMfojZWttGgE/awo/OCMoNP03Ihk66hOp3V2
AAtylSPU/dDah+snZGkHzUSuc551bh0WTkjchZqF5o3sgCYBR+4/i3INO7t0HhDFw5OgKRlbVLiR
hqapNEowCOSKXAmxRw4258Y4wl13CmplfMVtLk7aiT1hN0FByx4spIQOkRKwXNv0JXdXc9NLg8LL
H1sXZRmAKIWDR/VeLxSzQZueYjhjCpciT75OBt8GEURXJuC2WNPHWVqpU5PCSum91JSQnc0OVfQd
eWqPWH9Lwfh1EE9NCJvaJpnespBnh65GuxNojxQ3JpTf2nUdbQtEduDdb6dtRczyRoorJF9UbJec
ZnJQtzZZkx1aG7EQT2ZTJnWmjhFTRHupBYjHGoJh6VYHTRWYFoA7BehNuNV1i6Mnr2yzQ1sGuH5C
T06OYOA7oOM5XKHWWdqWeBKC1x896iDaEsKL1kBXad5X2UHvbxXAXDt0lUrP1w/z0rUKAgsTtQNw
/F1oN6dUZyyU5/UrbbcvOHBG+062vdUztjhvuHRmRUwUK0Tv1zG1GvsCcBkcEXcapq1GPhL9gxb6
TUjBFDSaPl3t/lt8XuOaAGQP7wao98z75eQ9BPogSapkMzsoDfA7XA/KggMqqd2U6hPvJ18dX3Mz
dc0EdVLKvdAGG/X1CV56TwDRDbwLwidgVQWHjGuoR2dnOI+bAsyGYwj9iSJx28G6Gc3Cl5q/bLqb
j+RMxwQyIXDBA7AueLNJ42WpDDkqstIEbPatCcoF7X6c/oe069qNY8e2X1RA5fBaoXPLUttyeinI
PlZFsnL8+ruouXPcTRFN2IMZ4DwY0G6yyE1y7xWKwC6/Q9Xgj8fHNCSYgjq+LfhvtzMc06FJpxLf
NdVPevGFzj/bl7p6WGWtPcE8wt4Jco9gPDIcOjeqghYO2sA2cHn0aMYgsVkflq57tobVh1jny/1B
icopTN0Eco5veFve2rjwMtcZWbTOIbq/jpCtqDtonBRtDhGSwvtUemQ8TKXTBxWoa4GamvBZLts/
JDm8fUtsT+iSMJm1d9+yqbVW1QZCTkrbBGP9cx1CF7fRQSZiLtidNrSP0Kth+jGaza3SHl7SdJ5r
cmpNFDknWKS7+2ZveAEAmKb5ixay67zwc/4OyL97p6qjTaqxgE2YVRE67OsXtT9oMkstUSnexqpB
itMc1iLlzkDsdTgAx5jBLt8BoK/DOzo2wz4NXN0vLwlKDV/W7fxqZ74V7GAQK+sFCBLsTXzugKzz
jMwZ3IpO8IPxDfWjUmeh5kHWM18lmUZwwUCBE5dutEDACXqbiatcZyTa5NARwMcqjhQ13xS5Djy6
nW6myttRyCCiZq3LNgo7ULnnko1DEAwRXNXAQ+ASLExXwQCNe3JytCl/mDv1mxbbAE94cer5U1nV
gVuDmRCXrvUwJGu91d2ZPs8FTQF3ndYINkN4fN/fvYJzE2Y4gKUzsgr6i9wnN6eY6m5ckBNNRgJh
mXIIshQJyRl1GZxHtIxxSX1LfoBy8CirtoDmUpp75clZf9ntchhVSEHjMbcdFRkwRYRfwxkCsj54
FrgU8FIEtWZk2phRctLadnoYUyeOYjAFgT1Mk8jStQzalmDsZkAEBIs2AfOBUyKap6GOyqntIm2i
I6AQ6nScVzpv1K6pJBMvnA1GrvOAcGY+qrdnQW9Qoi5LS9B9raptUdXG1qKptykquwQV2cwezTim
+/tfW7TBAPRkwD4Qvd+VPLo+M9YeaMzT6gwPiWM8LsvXFtadvgod1PuhBLdL5iIBC1zjjajF3f20
ErhoANXJqW4Plv1UVrItLBiLAx1Fxml6Uy5j/361hcEvcPs1wSeurcuYXZTYnzTwq8zd/XEIvtMb
NRG6ZawpzyMh+yxBIUVb8J1SnKfuQwk6mQXC1KLDMGb+eT+YYNKgDotbHXNPBNeX240aJV5ipxp2
I/2Q92dCZVo2ogAG8h2TzECvlUegzR2FeWaO0XSQqo4KQwMLqOud7f1hiD4N+KlMJgpvXnRZbj9N
YUMQfYwR5TuQdB6BzqRfmuH9GKLvch2D+/w2rbOkmdlIgBZi6soRoUEHHMAf2tuyawUj2/47GG6j
LljG0E9HoAEtA2NeA21+RgFTsl1kw+GubGo3LiSuEEUZtnN9aOHf4O7XKsiqPyMhvRsOd3uJdbtR
JhOBpmW7goP4Wn+fltCW7U7hQgOUBa1nzUZZgv371e4EsQ4a5NQlJ89Ep77FIzFCF02mEStaaExq
3YDED1B7PL+7A5mjQru+Oqld/OLFj3HqwIrK3UGuQ7KkBeckYDmopuKZAFoKb/zeG21mNKuJ71M3
zrE1u853UpPsMjMxovsrWzAodOsRgqH+UZfi3uVN684pVTxycpUyXJrnmrwaXQ69UslrRPTgQ7NX
h6Et/JyYGd7tN7IIrZ2i1smJ1R0vivl5sH+064laqj8pRzdYjWCCx30v2bmiwjvowQaSNyipGCOX
5dI5ZrcLg5zUqocJG6zDxotHp+MEKQV7Ts6V1aKCdXRgQfjnMwt8N8DrSH9gQeu3A04GL0YLC4uS
vXB70/CT6ts8+6r+/Bdx4FtqQfsV6jP8+6tWWntuNHzBpIHV3OxX3WFoz1SGxxOtyTdWL0goyFH8
0ZR0gGbXQ0ZPpf7aTGdv/q7JJKXFIYBxgJ8CihG87N+w4r6qOoSeZuU7db6nwIVN5dP92RKkChc2
ETjwGDUdR9PtV0nJ7Ka5Da1xDMNCG7Ejf/M5rgJwGbyq1bm1Icp/ar0zEN7rWvhNe5Z2Q0T7lnWw
sKcAQoHoxO046kSrwdOq6anRzsDsGk6IF1osS0SiKKghQF/LAG7gnTEaVZextbWcnrTxWLswXC9+
jMnXrPp6/6MIw6DMixo8qsrAit0ORll0uGQOAz0BPbwlUQcGWKP3gVTTn5dyZucRlNH/DfSWLK4O
isUpilapRqywwYPyYh8h4KYssidcGrvxyN492QQXNutTXobZZk3sk9t5h3WGKMUv1fv0x8MGnOft
egwcEy5it8OGAlC99Ck6Z5R+N8dvsX1R7MfM+vPD5CYKd9gn9TBVGkUju/SmgxdZxQIVKplGqyjN
Mk9nE1bsbFXyWpNglumZY6J7BcRFBW+xaYu5bFQ1iEvY8MD60fZ1Q+ZZLUgYTB3aZZkPqCidWzc5
qbUm1wFGztRtyqiYyqPWSw4uwdoEixp8Q1yzbDTNWEK5WjJo1zoOHRZQvMwlHKckWKpqU4BwFUPR
4f56YD+Xe7LfhGLDvQrltYCnNy5CLerZzsdjVva4zOxR8wKf81fa0V2iRfdDsiV2LyQb/VXI2KBq
N/fA/rvzcwNu+BGK8n5nraG21JJLp2x03GpP21XVFQehaiuKPy9N9ZjbRzp8b+3HpvgWe7VkNkWl
QmgxgmfBjIHgwcAdwNgUcbtAu++0dhAC0P1WSf2lbqLVNMIlTX0zgxlxoDt4MJDG/fMWwU1w7l4F
MRGi6TW+pU5fJx2a/8aTLTWYYCPgv971CLm16fSplbouGyHqZ3lovyha4MBrT/Whc+mp/qL4tNw2
lszqj/3de3G5hYpHcrJMFIPToC821kOY2I1k/lhWuheCW5hLv8aJGgMv0aXBtAUA0Q66sNvLGvyy
kXCLEu4WwIklWnGaDhuZAoP4b9tvL2Do1/MNBjAouyr2MEuo0eon2eEhOsuwwv7987wVTtXZoxaz
Tnu5X57NLflFDl5QfgSC5UMbHSolWCJv38Mc9n7GkIzK4y4ecGTu6slEJVHp2+6hS2DxEGuKs78f
RXieXI+O27zE60o4LWB0wIn7fTj7pV8Fpl9GMtl7UVpi+F1m4YZaHE98Vqjaa0lhoTJ6RsNHOaYK
IAAh2v+ovkimThaKO4nRpjGg2odQk175hjcFSeqGWouys/616/fFcKFQyrk/kbKY7N+vEryiLpC1
bxCzQi+7nTYAtfltvukWeFR5x0H95Sn7+xGFC+T3hL57KOipgqRsYpTatui3IOre//uicitg0Lho
4CECFzb+wQOThi6mMdg5jhF4p0t9LA5K5Pyotp3/02j8/gLLu00W3o8qumpcB+Xm0aWTMowOgrZh
El1kDpCiYxgaMtCYgowJM/i6/Up6hpezYnoAG+rfNFhMqurOJs94/JS5BCMius5cR+LWYOykmpbm
wLo4TVhls/+jQW41yeb+bAlX3dV4uNnCA2vE0RCzg2kOpqkOZuu4dsekeNapBt4Ww1nIilrv1x2T
38P9Hu87vEUtbmRUTzJXsYB+6QB42GjaBP0lVbYMBJcKFgW1WRXmEu/9sO2lbGajLEu0x+DnVCqb
fAwaw9rqo+Z3yc9lAAt2zo7j59iS7Kv3Xw6RUUZ/K6YCws7NKe7X9uBSYG9GzfM3kJKHpFcoc4OW
BHmDd12lC7urM9yngWww9fMEcU08XTvjOTYluB4BB/ZmMHzzr5wztVx1AHvKRt1Vydd8qPG4LKIC
sNK2/6I3zxqqJt58glch2Y7UAf5Bg2CSUkvoX8JVg4oeevIquFbveHBKa9iw8ClPNnkw0Hy01uf7
W0ESgCe+GcRr66asgONwGj+m33MZ71NwVGIumTgIg3iytvht8ihcYyCtg7nUU3NXdNam7h6peh7p
Y74MPhRfyln1kyWXnCzvb2gIy3DnKLszfSluvy2Wx24gM8KWEZ5g7T865GEyEvWqG0qxi8JZhIcB
g4yw7cfdOmYI8BTjzIKlju8oj3hMS4bzPsFjOKz5AqIanpRvJkFXKz+PLT1dU0QoUhs36MUfwIOs
KpmtoCwMG+hVGBTQAPNkYQggVkwwoaPnxRr+ajAMuerCSQMlyNsoeQt+9BCv6CER6I1NT6BTKomk
ti8gWcOGEUsOUm+o14ErywUp0fY0VcjbkweT+CA9eB2ejQ/5sDX171ZnBEkMu52lgD5JAqi6ZF8J
U8h1eG4mobGnZTHBxnKXAG/0B2J/1GG56apnpdR8MoYKlPbI8N3NrajXm51TQYZMYaKHUkmP98c3
M6RExR4VLOif8dZnble5MTGxA81t0/5MshZ08l85mOXySWdgxNt30W0obtfNSWkpeYNR5y3dxs0m
TR6WrNhU0xKQLKzg26BNAf355znsenxchqljux+XhZSsMOuYz9UoO7vZH3g/KhcsB9x+cIZzo2pa
tVLVFehAVcUXdKImuyTJc2Lu7O38rCiS3SHKXAa8i+CvA9oZ6M+3C7dc1ZqaC6JlyZhutBrqG/Gi
LAjcFXt7cEp/HEDQh/lOeH8eJYF5bI3TGtRyEwQmrN+xS6awhIW6tbWKjylQoPeDsfX/bk5/j5JP
mW6r17ldINiU/eOSc7xI/r7oqnA1izycPC8BJO0Iu49Urm+Zz4mVQCCY+hqVXCbFiYZ52LBSH1PV
v/1eDtRrHBWGOacFVcSpfyVJ/1Cn5+5npRx0WJkbW92IIxWqaaNxsGVYXeFHgzsKdBxQCUfV6DY6
Q+2RYUDGNsBlTfYopmgXuMAGzfTr/gcTZpGrQNwwx1wx68IC4rOdf41mYJ9yGnWDX4KC/r8F4nZb
TpZ5WHuMKP+WwizHX8IMJBTJM0100AGMgbIpGpnQ4mXL8+qg0xsnr40ao5nJd9DYs+5M09f74xCu
QDQtGaQeBxAv0+BW6VzDSQY3/kjxSaAFsiuO8ItcBeDGMAIsU8w6AtR7LYSdYwBXRcn9840e826b
XsXgjmpFdcq5MhCjOtj+s+kXBwC1D49eVO9+QeE9iH0ItkZt8A/F6zYI3OCrsWmiV3OnSH6J8INd
/RBunatrXubGgh9iWPu8f1Cnjdp8vP/B3t4o9wbLLXFIX7V5VyFGe4JjbHdsjsVL+tN47WZ/jiCL
uhkDq/Xri/LR3TXhIJEj4C2dsRZxeF4NkVv4TGSRaCvCD5GzwboPVp8cIEpAIFJ7NH3Fd4JqA8Rc
4uef66j1M2yMNtQ+ZBttS1/Wz/oP8kOLtL2Of7k/M8IkAwgOkwEAhIHXAhhIYeSDYiBZvxihBcjj
SdvZeyfb/W9huAmwczXRkwZhivJA0rMxvbaQiqE7o/kHqNq/yQBXY+KO2XVu3TVmwHJrTnyIU0P1
MpgMSXtGuGphlQObPihNQ8vkNs2YsVcq7oAgTvoM2p5vK5+7VmaTJQAvYOFcReHWrUZA2851oNUd
fJtsCId4Z5inyfo2Ot/Rem16N4AsXgHYKlQ8738yYZKD6xgIiwBYQ2rgdoAGPCwzGNLhsqIN8zZZ
DdNf3FYLNdI21G9cQwYAFnB+MVi04PEafjtvuaxnukkPH3AXb3NzDYcGTCK/DIshtIzzVA8+bp9B
i8u+9VQkaN4UQFGYkpUj3A1Xv4DLiRpE0iBoil+gBpP1pYV/bk635QHgDSeXXQbF8/t7tNwC8ux0
wksiRkpaoVGS/pqLj0oMDZD88/3vKLriQuhDY6I+DA/C7wbHAravz8nJ+prCAN4JO+cLzZZHK/mg
wx1cb2T+EAJCPiS/cSqyMhVk/3lXhVm3oJNUpgCgeK156CaIuvZGn0cZfGUgJ1YQ6EPZ6wZP/Gw/
LFUagbyn7Ly+Gz5MRW0EzCzgMPWx8qny4hfqkAHtclSsLZj4BBS8Up9C2CEayQB+ER3cQ5G2JjBK
s3d2tcw7Asaa7O9PouhjQfAfckUANcMoi6NqlXCJ6AAhLU+K221QjYWfTxb0ahG17p8rmWD2YFH0
xvHBK1e/3XewU54KG2qvJwuHk95GCW18Rd3cH4+wdsOQkYzlA614XgSDkQLjLkVimX8O38Gtr7Zo
UM64YUJTtpOkSuHk/Y7F60pVfW5mhY5dhcI8bQ5WdbC0vWrJSnuiFyp0hXAnw3sOpHVuoavmajsJ
w9WviR4H67QkYe2O30y6ZoFXTS95MZQbrS0D0yQQpByXSDKnLCPyl4yrH/BunPXYgxcClHkdoowD
/ssnPfC+jD+S0VemcPybig6kjWAbClMr4AS4ZKXD+K9KYLZ9IuUOCNRlY3myEQmnFBhq6LGAVou2
2O1azEy77ppJQY5qQyi6rfB/25TmOTWe3C8F9cdv92dQdO1lkO3/huNOu3wuM+C5kRLRpP+nLZ+1
eNwmeh3ZJA/7XnIpY8vh3dfCykfnzYa/Ei9yMMMEqPXgkQAZGHiEbpSfZTc/5O7ecvMPQKl+maFX
/xfDY8YUWJ8MMswlkSV2mrFLR3IqSB8mzdEeQC8DBQTdv7SQnGTs478bHQBHoBpBnuOdtHg7FPqi
FcDAV027aZQ6UivvUNWyM1v4xa7CcAvEWVGVIvnAwoAhVKXbETonQBaFerweMhh6S16QwjYIQywx
0qDDWla3K1JNY2h9OmAJ6dXnud/lELBsabsz4TRpqUFLqy2aV2nzte9MSWjR3eA6Mr/dyhQtVLsi
pzEJISYewmnNSuZt3ykHfJjAm57urxbRF4Qem47uMC5EMJu5HalWKrnemKBOaN0TtbOAZmd4kkmW
iej7XQfhptOe4avgxFgmpbNLK83P8yqchsArtgORYfqEA8LxCd82MFcB7eMGZLeVOaQWEL82MYNR
W2iwKpC/hK2GbFjCUDBaYhxPjICXf3PWTnOGccKyNEb7mGvrElaqu9cB2JfsabbA+X0GGgNjIOIl
gEbt7aAqY7HXpY6B8nVruKbN4ZB+ViFBVsjcz0VDwqLHWLAWkLW45VDTEgbyUMk/LcWhgqAuTMj/
ZihXEbi10A+0dxcDQOm0O1dFNMKjPt5TWfVetI2ux8HGeVWeyQt1hDQkxpFZG2WFyv54UU2/eXZj
GrnD+On+JhJ+nqsxsX+/ipZCEX5wGKAdT8E5WjMDRMnBCebaSTemgwfV/XCCwWEdwKtVA7kXtg5c
ODufLHif4Ezp0tlf1sNk/4DIpd4faPNACkmCEIwNRX/gN/9jtsKLMHnVUNXTwBJSs1u6E/jgqR0H
oxvdH5Ng4aGTg9Mf+Mq3bHQ7hQXoDwkFquykgg1tuUEzHCxFtmEFeegmCDdxaC7MlsHYAAWNhjZY
xjOktmkDyRVJFhcFQp8N/r1Mvg/Z4XY0xmKti1dgv6JzmCZmpMzfbaX0B/s70MaS1SD6QADZAvCN
5h4A09xS1/WFKHmsgISibeMiyqsDBB5XmeObLAo3dU5tFVq3IgrRDhaFrJCvN0+57LIpAL+APwrl
SiD9USfCA/124galgVZKW9AT0dHUNT65LipWg4lT36lOXmeejO5VAeBMRS87Md3XQjW36TZGSyPV
jgaVNQFElRFoyQBvAXEhJrrAPZN6uvTUBIER/agonVPfdQEjVdqzViV+mjyaZWB44TB+TTwK50rt
1/1N8SYnw+V9hAcuFzhgeFVaXLI0lX6Zkw6AblpksIA+TNO+UY5tqqDlNz7h1Nkk3YL6TBe086AG
Fn2e1AbuAefZhqjC0VJ+xc5mKLbT8ECB6Z3g1mL8oihqKPox07ekh3O15KwXSORAzoGBDcCMVIEp
5qasJaoypGsH6D5MczL0TuxkV3pmAIJPGjj/EMuvkyVStDVwlNHHrxpVv8oeiumszbnfwfsFz9UP
Uyd78bK5ejeXuoF+PmjZkIrilpY62yPevABpK3qVRDMuydvabHpJ21iw810V9XpQ2Q1G9GD/fnUU
JLPZpl6dAZBWHlQIGxsveC95zqOsBS7glwPnj8IZe8cw/W0u0KDFnWm1UFvwPqbTYUx/OvQbhTBO
ZeRBqYbttB7nLvngveTtL5iTwfT44wBPVZx9jlrsQE2XfHdBgmCNEFCSAR4CrYv7PROWggMoOdPj
L4K+HF6HVd+uuXOZalkaF4WCwiNzIQV7DJNwO8djnK1xw7wMSFaEbrrXrdyv5jzwqAw1IY6Ehw0I
O/ik70SrzDVzzRqw/6+9t52ah9r+usiAT6KuARQ7fwfhLndo4Sp0GhrA/HUXNlNeoJQ/FJcGVmI9
OPM/3Ta3UE1Yxo1r9B/TuAtTmCsZ4yZBPRifE0gw5dT/OZAOtpOM1YrWFqOtcJ8zV1wbfq8ABK7t
Vy3eZNPBrr/NMvqaYE/eROH2JFVrqwdHEJSAbb2TLEj2C7n9DstEYGlAx0OhiafIW9rYrX0MiG3f
HUAEJQfLO7bu8fV+ihbcW5DmwP7GIxHsXL5+vUBeCb19CNChD+iutQ8slx9f/iIGjkMPzR0XSGvu
Um63QPrDrwY1cv2TtZ5IAhawjE4gWumMXfrfGNxJs6gliZsWMVDcBWDSDPJig70O9UsvvD8a0TfH
ssLtFYgu4Kq4lYVEMdZ2CjBoVj2YGfTHE5n0ruB+7F5H4FZV7AG/TwgiLOtOnQGo8jZQgQJtAMQI
y5IMRzhxoGXD6QKkVvBobpMRbJExcSNgQtnFyqLFRDH1kEb3p0y0lKEygL/Pqt0Q+L2NAVRPqy8x
YmhfHfcHHP+G5yYB41NyaxXO21UYrrTpUDw9nYEh7b4rQHvCZxBq8Oon1bl0sluCoCyGOwKMjxju
BphPbrlVOk3clQK3Tcvug2N2H71EfSht9F/c3P6kKeoW3H0QWMgs2a+Cz3UTmLstK1AGKbMaGUdP
5rAzddT3Ox9Srb6ptpIEJBojrrE68yAAlJuvFCewsUuUEfqmK+6Mq7b3pn/qD8zC7tlQu6C09c39
VSK6EqBr8G9A/tWBWspQlD2uBHHVaI+W08My3qDFQzL3JCLtkG/aUu/hm6eBPRHDA8oA6iTw5nYJ
MgiB+dOYjZsFBftPZCozGwRFi1YbHSKRG5iOzZKGvKjIdvNz+Z0D8VXDTSDA6hLjlHrPaZM95rCU
NeJj5vkdejc5ScJhXnzX+vNHrcdSDxY0QFnv7CEKMBMLPcVMWXgJ9trij9oPV0V71VYkuVtnyZk7
hph7EK5Erov04HGbKqa0cWodlxWjg8RwE7l578+WG0IsFb6lR4McE3jRoScYdC7d5qmvORva/KTZ
ro+9UK23nh1UM8rHEClfej/36q/GINv5onfO1a98p87ZL11SxtUAPgqJxu4bKmb+snwYjWGjQCQX
QPAv6bR+pe2+Gx+MoXi8v3IFiQeY9jd7SugP4Il+m9/0tVaatMA1q2TKYU92TAMFPqPj4iexEQLW
+j/G41ZeWU+Fsk74Jn12AsfINyZzn3j7uif+iOaf8lfhgMaDQjp6+G+P3qs3Qaak7lw4mFxIlPqK
+6wYnW87k6/A9EPRPw1JJzmT3vDl7xbdm/AJo+fjXL+d0BrJjFoLzGWsCV3fsQAlMc/81OgPrWKH
NeT2DLpb6HObt7tyUjdZ7ARusz6TJd7H2oWsp9owIIqcf+irTeVtEsP9fP+Ti/KwgbISLgJoUsBb
6/YXunaTOG0GGo0+jsBnKCD2606/qfUlsldjkdDtRKkYU8+mH1dtYFBuo6W1M+gV7BJORVVFZmnA
ygubHZwyI3lsOsvvOv3XSu3d/TEK7obsmwOgzAQb8R1uo/Y9hRoTEMIQTvqkONRf552zfr0fQziP
oO0yfhew8XzBpFIb8PEb3D+d/KXvbcZoYFKlmcyhQRQHDwFIwjGcCMCCt2OJSdL+R0RWzw+1t/jw
MQ3osLETWTmL/SF+6V4H4vKloncGTWxcRLt02JAm+TS7T3AwGc1+O7dxZHTJ9v4MCi5X0LQCeApc
dQbA59YGwC3V2L+hf+PnOTHP1DyrY1C7zoHoMrk7YSyosKIjDqEliJfdziJ86cek10DHcDMTGu/T
EFWQK629h77IdnDukukVC89YFCH+DcgtwTbuy4XYwFNn5J9V2ZSp+aypP+DYEFZDMCdPa26GMbY5
1Ij/YlZttCCZHAVMTLg3Cy29sYOtLnjlNCx90wiWNCSyp4QIOuvh9YViDjh30Cvlvh2kmK0uNwH1
bB0v2Y0Kg8V3zRo662CiveQqW2rH5ZEWTXK07WaOcnd8SrXE+5g1unXWoI0gSb2iPW+p4GdBfwNa
13zBsHPG1GvKCVj5DhwL79Vtn+ZEdrMUfla061gxC/8B4e12HTW9Y4+DoQFBZE4PEwwJq9kJrZEc
tMTGf/utnnlhp5gHa3gq+nVz/9uKpx1qOox/gWzKk0rpalBnnhw8FJISzm+xPobNkpWRWqd4PE7N
GCD19YFZ0DjMh9kF52mmQW/j4ToOtXJSV1gL3/9NwnkHhg01Jhs1cP5VqZK5KjOL4chgmFzkjr8u
34tBpnIt2r/4sq4GwUFm9sftX9ej3VBNTHS0a8IV4I9IzWvPj7Mh3zYDeejI0/1hiQKiyIV1xGRc
cZLffmjPhljxOIKP1+X2mUzfNBXU57O5tgc7K/b3Y7Efz2fe61jcolo9O55XRrTqUmYMq8dKlCym
IzkUhWsXvpDAMuL9j1czO2mubkOV6ZZT4mHP5l5TbyBYk0dp6sYbaMLByXWZ5p2lDktkzBqN7HL1
NJ/SuD0tLrG39wcsOmoYJQr+Aeg64Xve/hKjahd7BA/7ZK41dHhHAA4TCGNvxqSYg9JIe1gYeJ+m
rB8lSUJ0mOIaCAEscGEdvEJuA9OkSc08xkyPxmuLgr1nnrshD92/wDyj/uUhDGoT9jsniFovutmM
MUBAhnDJcc1ihz5BE/ZLInvQC4eESpsNqKEKlUgu3y8jDoGuxslmGYD3tv25MGD9W7zi+S/JPqKd
jmIpoEjMngpZ/3byzNqMp44RFkh7AUnfz+DypZPlL/IJjJsMKP9iZaDWfBsFlHIIxY7osVa4pZ/x
XHjujdTZrV4SS6ouopnDHRG1bP0Nksdtcb1KvcRy0WDNWTpvfKd6mMufVip5bgun7SoMt7uXlY5Z
6ULiER1cPXtNJsv3ZF134VBYFwDNHxgN8MwjAP2L/g2/6LVPaVyHkN1z4CuXkpf7G1c4lt9x+Pci
mnW0dSmOv6xrmZF1CvOPupBkB1E6xJMdbVwmg27xKnVITHWBgwTpUDMglUTCGIvt/jjE8/U7BPv3
q1Q4LQpVegoQZh1vaeyGpv4IIqH6FyByPAx+h+HWsov7X6u3GEkJpIX2PHj7Nv51fySyyeJS6dy2
Q5WAUXbSUtdXmiZIVEeSNMUf/fcouH0fA5mimA2TxtYcaDm2aeiCbAbd+L9JMB4uNzhybVAeeY8P
oM+9xIkRaDCLjaG/GAX4Me7r/QkTfXq0B6FvBkVHsK7YhF59+spOaVJMgERhO3rO985SfNB9wjnv
JcuYTQt/qjPVMTx+PSCl+XSZ2fUSrx4EAm3cDMunbHwBv76C00iqfGnnJNLmP76yAAcORBSAc/j/
OzxCUwDl4UzYnMUMisfyuLqdrybA8uvFfmq//ek0grgG0subZCWAA9y6K+YGgiMUeIGOwujydalO
9fQ9gVbW/TDvbwqQdEapgukLa/haXPJUSn1d9RYFKn2bRVjcUR1pQSnZQ++/FILgOg8aBDxsTB79
rVYO8bwWiJEJ+h62Groq2bRjjQNugeyRHeAEgcvysrs/NMF9jMlVQ8kRsqwOqsfcvrKMaZlIilI8
pGvzbGsZr8YU5z7AbYECCZzCLPw5q4JiXU5q/Md7GrFReMSuxtSCtX27C7JSRRWoRKcGh+u+NiAT
Pc2gjsr2wPvNdhuGy7NmlfWmW7PHaNP5Odn0qPnb2sV2N/fnkiXS2712G4dLtLbVaHQFCfvkTiQq
GsBvp/Nk9MG8fJpUmU3o+3zIgjG3QywY3B24G5fWrHmuTCluXPRDWX7Quh4qCKf7A+JiuKDlgJKK
9gXWJVqpPAdeM/Uu1UmeXfCufMzdLEqKF4ic/XM/Cst1V9PGoiDf4u9Df86GwgN3AyIWabwCjYAL
TDG/KHH/4E5gwt6PwS2B/8Rw8WB9g+khzu1Kiw1tTMxZyS8tyYMxPZLp4Hpz2P4hFPA/cQDLgKgk
6zPxdTLFiHuIEZbFpYfE4pykGzeDbUQDrpvkPiectKtA3Lad54RqcZ0XF7X/EdPntX2+P2GSv88L
e4zwzAHmtCouQK//8FTF9+xBwtjgqVj8ZPFY3dpaKrCJSHEpfPfcjkGK/8G0eWNPgbqH/ozFJMhl
zF2elPIuKpfM48YqFUPByGDAvFl+xY/mHq5kp/jLKjmcBLsHa+DftWByOzSxldHuTKyFGXQemK6v
fp8Nm9kDLuj+t+JOjv8fER6xcH1m6h7cBoJgndnDbaK45GWgB27u65PfEt88USBwJLF4YYp3wbjp
G1OAT1cYuV1q9wN5mR6UxEcxpPRCmD4ckOvOdLv44SA5psRz+XuI/Fxm5qJPSlNcBrNGX7/Z1QQM
rWKI9/enkjvp30YH7JanQzUan47na8QNsAl17LhPZaw/rqikx7XlD4Z9WPqnnnzLNJlphGif6bgu
majuGEi13MCyPKNxOSTekzF91GDNA33W+yMSBsBAkJBAvwVo7Dbz6erY2Xoyek+ddzLdDyv0IO8H
EE0ZqrzM8QflXoun/g0WuPatE8dPVa8HMVzs18XPOrIZUAmYn81GlVGwuGP27RsBdAM8PEhY7Opw
OyJIA6+G3qTKE0p9ZPFt6OEP2ed2+gxr7j0Z/Bnc6uGjV23c5bOa+RXkW2JvYzV1kFeSLPl+WbID
GDAGfD9wbt5yzfU1vhqLqqln5QlcnMBo54jALdbLJe0rvuCKEaNYBF8L5u1so+jLPsFVmFJpnCam
eXI5/lgu+VfLPqxba46qffbTjIOuxo67/03fZ5Q3Qo8JRBAsPVWeB+CYCzVTq8wudm+GBXJJs27p
Y/maZtomoZtM5qUgSMootKAIgoIyIznwdwBHUeeZFrhpVIYF6wGyNb0vHqogoaUFg1YeVic9w2RN
MkxRWHiDoQoJyT0mpcpdC3LHqCp7gOVFh554aLsr2RBvdKLYaKdLThq6dzyIjnv1lO6LrNGevYLK
bo3v15CD3wB+JIr5gKrxzUllJKDldGt2qbMFRGvFwfbpK2VfW3ET3v+s73cOwK/smgUtPnS6eDyj
My7TqKk5vTgfk86HJGh+6SRXxvcr5zYEdxYZgxWXdGQhNN8FTnnwHTRYqfu0ruWxTHZgl0T3ByWK
iNT5ptYFryr+DTgmGXGht0YvrR66ib96IO6eEo91uEbTRKddsmhk8di/X21GWDFoRmEhnumGRF39
tI50K1qLA84Gt/ykX+4PT3DgoqD2e3y8aF1c1mtWZIgH+Vu3f7Fb3xqO6QrgSr0jVTCCjZHte9DW
jdYM0idQhomMFsSDupGAWA1MxxmFCzq0atgavhoz6Up1LJyYXtCQgHpDuzyMykucnLXhE6mOQ/2z
q3/AnMR9nbWnHmZAtNKCLivh8ZEd0XOHygs5rMARSaZGsJ7xs/DpkR9BT1W5nzW0aODhfMDPIqGS
nGz3RL5pLwacVX31R/Kxgxjo1jpP+26jn1ZZ8hCsA4YeYhsX0wOE1+2c5H2pNY6dVxcNaus9tASQ
/OE3gitDcWrKsyPZWO9fMPgEb4pOKOMANsdtLDoMud0aCr2kJv1UXHQX1yDynEjrnrzy7tu3Bg8H
PtV4+jGHrdtxdV3bL7leVpepfzHNyffi4xRiX5Ho22sTea9ZfP4/0r5kyXFdh/KLFKF52JKSPDsH
O4eqjSKrslLzPOvr+yi7+5VN65nx7l3VIisEEwRAEATOScxzre2NMAedGFBO7u8q270CdDoEQjRp
gL5g7m9nMcnHVhFDvRbV59Ip9vkx2ahP+pO8jTb+FjwuT9bP4Lk/ayvPVe2KWhudE0/YisiNfMaq
NHMYyhRDKs+ZXpOuxltxSPzOBp8j/nk0QhlM5Q/WmIFG1+PI/r6HXt2FmbUzB1JV+NmACK4+yzTb
FG68TVfNLltjBtUddsM6XPkb3Y3W/oO2kZ+UR0CjuSBLXyUrXkPw7dE4/5K5TWF+w0drCWNvfSlO
IKSGFnTpoBYfqrzFpQnQgRtNWCn5c6O5/cCDbmL70L5VD9hnPJ5jiAIFKSZZLfWiGMqw1J7Bl/xV
YDjLTg/+HuQfjx7JH5LVfUu73WkkGsgjkeAgy5nrKNemLo6mXreyoD+/Jw/+TzUD1TzRH4oDrmpT
ZIucNO4mWs19M6jrASADbW5oXLiWFqP8FvtJbD3LltN2m0TYlSodMSPCw5u7deFZEmgbMYkzp2+s
B9VdWaMgn1jP3brbdW/ZqTzIPzy335vr+CFa1U6wz/6ovG6TxfVdSGX8Jh4TlNQ9SB2DL+9J6L/Q
+UCalRFUvLg/f+nKS5j1MV6StpVfDzU0WVS2l7+BcVtblzppnytxD7gWa3yVg5+BpsJc1+CsjIHK
e99ybu48uGrPL6qYstfA/cDeuL1CjIxRGbznViPhWtnF1PdXR/3lvpSFZV5Jka8NRkq8Iu2n3ntO
iftG73/71r+ZJTAXT7PNBVEc8fH2OGrEeDj3j15LCiJjyzii5k8x24UOK4RysN6AiokdCSuTSB6E
XvGexSc02Qq/LTc7eT/EDQw/Cqn3Zj1OnJZLdpAQlE+4RwCfBRCaaPgDKM216rxR9NVWk/yTsPZ3
YWcPO8tyhm3qntq1+Ks6mMf8TbN5wwBLSsXMOaqY6C7GrZ5tzNH6UpsCNQhOYPPGbaWmfUQUMDAp
pHJKt+aclAtWiE4jvEogYGI25DtzvMjKwG5llX0WBqds366MlPQKqR888G1yCnU3qQd2DmnWPHhu
oFlaYzJeHSSt4STEMS4NeAz4zLvTKDQE5C4cr7q95wJfBA9H6K6Zj30E5utdq3IPfaF1kJwwE2Ku
9D+VSIK34E3AabAP3eCP9jlw8DluVMhIZFxskD0f3Ml+cpJ+Z5jeeZuAtoppS9LxqBhugiMjiDFI
tR9KX/SxtNAnA9GejRqMMev7jnYTLxgZTOY2yp2RSDhiTt0MsMerVHF3ZxZ/YW4DHlHKSMHng3N+
rGlkG8dYX7fvNjAqwH2ILnYecPxthZhZERPoO0/x/HqCyN751b8kMsUj5pNjNluPfj55CidQ3WT0
jLR5Dy8WaIndBBBTSCthfgnxHqPWRbY3HaxHlffKvCQLD8DIc/FEijdFRpmS3FqlVMvYq5xgmFhA
iQXw6tRcCz1Br/B9w7ipASIaIRf47iNDYYdFewoGJZ56vDefTCGIHtqor20gWPJYkm5NHKEBTyuq
NcvCwPS1+gKxEco+yNRTnNqd5mi4FO6a/HFSn+6v5tbMIQfXPZwmyNoALHItR9XGJImEVj2h7Vlq
MEEm0ND8cV/GbWqoXgth9idNJ7Us+0E9vccfMIfwOXCTt+xV/919xG/3Zd1eeL5lAWVpRgtAbsjI
ykQZHMfSpJ4ad4h/qj+zjuBibSm/U+8xjjcaAHWSeNenVEfNW3qSZZ9UwAHcWBrRAZ+5T3js1Ys7
CTrn//+DGLfrwd0VjYmknsrXdHTyIiIR8AAT2RWVDWfts1Fc5Qbz2tEiPE8pzD28c4C+8DmlmFqM
wmjqadfTd4v465+qM4EMJbBDOtAf9fnj42skp5YoHJ+4jfzXgmcHvRDsl3oWN4GinswXtA+ZdvTh
bwJOQL69z1ytDuDu10JEwIIZxiRDyKE4FZtf3iZeWVthY60AVOfeV+VtoYgRxpyeeAFAeRZZ76mr
1iIKQw/Gs+KTFWm24V4n/mN31D1b4Olx2VP+s4M3bg82YmsSIygyflWARabS0JGejINwQEHVub/E
m0SEWSFziFqgGpAiRIWTXT5tuleBU2K5zRqZ7zORxZCGNm482L38lJY0ku3gcUztdqI+MZwaXpna
gGD+PY0O2LXuL21JjTgMQHWIIjhaIVieg0IRerzpBtqp2gOpdeftG8d7gJ2s6t24+neyvtPYC9uP
rDwtdc1TT+Jq2Ec2+f2o0crJ9zwSenYkEW0sKJH9XdT3oi8E1UE4qUJoIFSfqrOrNKTZiT/Ux2xX
261tEoVWL4FjAdPoEfOmnEXe3DoY2XPkuZDdgclkVFNLPVWB4++8x0cyrYSfIOv7AnZ/MA+43he4
EFCu1soYZ4k+TvAvQqkamVzR6dbWqiKxfV/IQkZ0rVHGRNMCxMblIKinnkab7LE8+ODdsCsoVKHd
S7Bt32pOEFs4DK7WxZxOGGyqMq+EYZqrnOwHh+PT8w++OgC0uXqLHEhElzKYOGe1XmyTGjeDMkSq
fgrASCEVb37C8+p5o28koNF7pskDjAM7kxFaSTrfEI1T8S5+GW4UwZmFmoxuglTcie2AlynfWIKm
4JEFPSBzbxqaiJklVWGupaEi+ecaiF7nKkepsIJz0ywwItes0OkAFmH1ubMCXjC+CZCzZOR6mP0D
bgS4tq+VGSjA/J/SwT8b+cbETbdE6tpzifnmU+taobMUlIaBUYprLptOep4fFFGE9Wll4Coh4ElD
UJ+j8WCl1tNGN2I7WUkNb1BrSatol8SLJGoJKqBmr9emoLGm0ZH7nNEwRCf9gFczCpZYAjxAKfqt
JBPHn2/sHo/lqO/M9U+EY3A6X8trFCWogBgenMet6PhbfyM5PecCf1svmGXA+lGAnGmr2Le/VBhC
K+zU4Bxs1O2wH3b6pt6rbuRw2/wWLONKEqM9TylBD6tqwblyhbWwxtT1tjxU65gWjreWnsKNtI22
Fa834DYBYhbIKDEWo7DtJ4jtt8FjuFZp9ig9/YiO5cZ0edRsXG0y1p8F7SQIaK09x8czSHbV00Sh
y0O55pEmcJfFxMRSFn0v9rAsYW2uDNffep+48GwlR1wHBx7U8aIhXhjJvLUXEbJPTSVIMiwrPD5I
b9kHRnLX90+Vm8vo9y4BtgmehT48FqogUzBIF4tKcAYitaNv/fWwVlbeA+og9+Xc5gMQhJcytNd8
U2Cz9o6if67HehWec2dyZTrZia3tup1ux5uJKmA4yMFL3JN2/coRfBuyVGA04gFNn5FsEbyuddjm
oN/wCjn6Nn//WcNLSvJlrNRdRP+lJGa31EECjEoHSY3dbSbiuYXzpjj1Luecm7eZACZIL5c0m82F
WQR9HnrTvCQF16bjz+7xtwv06sPoBs/+DzyM8Y5RngqZU60Yo0koGsgbEakEajit29qoqEqcK+GC
G2NhANUElBRmxDBBfb2wMEnVEqP00RllTTyv29LRfJCcgJQn9fn+Zn03GF+fZNeimEtgHk5Ggpab
6Fw61T5xS5rYPzs3Jek6dIZ1X5DxUX4wH8qNRsW1sRmfh9+fGBPjTcvyfofO3BOjFOdt2eB39Ntk
I8Ezmj3GnnMiguY0c33HX4Wb3m3f403yGh2tlUIbCoCeDdeobo+JK4XozB0yMEsTGSZ+SGE3do0u
cCo8N2+/f0SkOlSr0PUcz4n+54YuWLKC2fy5Cxh87zrjMnEqg3Oph2V1LrobAAYCvorJo6YtPpT7
5mNLo6fiUL5JPM7m28B6LZfxoDTJ5mIW5Pof6lbayRLek0WOid2G1msZjDEPRRCamC2YvUYgE/ml
294pdXlHxBy+WDsGYSj4ezQ0ZSObvXYZQQ4B4dGocBkNo6KPo/bpjbzgzUKZgC0BS7kQwhyvhScV
VTtCiLhSt95K3Pbfb/K1G6LBol15q3pVraXt5AAw383t3O3XvHLR7WVBxZSHgpofYObAysdYymg1
vhImdXLWs5EMSkdiHqT1vB+sJi8lMDaRtFEE0vUqOXdmDD7tYwokNoC4CzFRumel4SKvLMlDXx+Q
aGRDFHX2xQi0G1Fba2p8rpWnoaWNgFY7x++fBQWj85KjoQXBS8VN3sqrSnMjTJVnamvnGCsv9nqQ
kyJ378fEJVPCDWLGksCEpS4yplTJaQtXlKFiD9TXqK9Odpok4K7sqo/7km5LHjAoPIPPFzMARsK4
rq22nwDvqfdFem6/6qO0S+ne35S/pZfowEN8WTws0f0KEA48DQJtmkl/izhqQKZQpucpmUYZLPd+
8Uft21CgbSDkf4ymAWdFYDTTHiPm9fsoD6NOE9/rD7rU5DJa2awIF51aSH7Xmt6WK44q5qWyZnf5
+xhVhHo0+n7ZpOc43w3ZuLc8DIRNgKUBx6ucfOY4E1Tgro5+aSsvwYBGjJ5TVV9yLUsHAgZahAFh
yfYJa2Io9OmUpOfC1LbW0J2EWuU98C3IsJB9oatHwWPEDcFFkaatjzpwejbBDblCl5EPzoTO4ljw
0mZbmNydW4gQtDA3f21X84Cqqk1pdq7szp5sCemsudFtFS3q1hYP3mud09lx+zSG0AsQQFVV8Ogs
Y2DmWmImpaogS1l2rkmJ+qfvWPTR+ShWa+ORl2Au6RAYScATQ4MUDsz57xdpn2Z0ZdF4OXrA6COv
vrqsuYuPM+uwvMHIxqrIzl7d9g+WUMnv2hhVT0LRtjSYd5ZIM7Q2kQejgE0WtRQQGY2xCh101ARW
jZlKCa2LZO4FDyxgXt13lNu3EmAFoSkC5Rq0iaFHn/mFjWeMPsBZurNY0Hn+M6jCnpbTU+n/aSK3
RzuU9dx3m0gOT0JgkbIN7LE++20AuOeV79mK4FgK+hxK8NBxnPi7gefaifHbUMXCazl6ETHRdr01
4iSWiS5U/Vko16UvuYX3qwVKXxGBOKmn3gTIpdqJtZKkhhsK4cbr0LcFfIMU3Cs5Td8H670R9mhb
yRNX15wgXSfBVwsYPPMBJFAO/ndbHSKAMnZoMgfYZDBQHZhgeeEIqGiJeNQr3gXVrbVDWdS26P3O
xNwJjuGftFtV8S89erd6UqMd/v6e3B5hgFFTsRuYI8QYABtbEUSbCPP//TlFNwLJ9E53xDYRXTUK
v2oVqCudbH52rRA79+V+n/aMvlEMVTB4gHIQ6nrMWQ2CVD0EHy+aAYc3Txs2g+iCkyfPnsf8WQwf
FYOE3qs1vIYC8uWAFJbkFA/KL30jC1sgjZ8iw45Mk0bHYaSFTzXpIajRyblRd6rparotHcbQsDEh
a4yY+AwfZQBJAr6tqMhwyPVVF9JSebH+yDxcm9t22xlpEcsC7jPw/k22pTnT6t7wKqE/i3GABl/Q
HKsPlrqudWoA73o6tCV4XkPbeNKovtP8k24cymogRrQyj+mMu8DrdVXmkMmq+vIXMaY9VOoQj4HX
n7sQHJhuX7px+RhbtPYbCpbC1ajvwYSDV5F8r2/04AMM4QGphEfQZaTNu9DZmNn2zDWM8TAGzmTY
cgqkJRyrtoTGZW8dJ+Bb0unY7Hy7CR7vG8ptooH2eklGyRCQzADeYN87YhA+DZM8xGeN2N7ojANu
rs5pJNpjwLnLzOHnSk+MJOb+FMtGqAJfLT4Dkl3bDJok0WoCAk4PkH2O293cLGZR6Kv6ZnHCQccc
BKVndkk5TfE5JsBNAbcg2mSqkfDuyDfnzSwGJMioLONtCuhf10GtNtsoQQc2xIALgCJDaqlsNrxT
7btmzCoOoQPbZOBd1mBvMJIlF6kh1/m5rgZhnflqLtNCDL14JZV6rtF8NDDLkzRqtZqSFuj9iQp0
cdrHYwwI8VJE75MAtOaCZrKpjTTzRqCJe4HRo/erCOtoFbVt5x9DQQgCMmBkRyKK4smnslAsmKaG
Bnea6iNo2Yt2AmmIGMQ9omzlWShIBXr/kViA2XfbKQsUMPkI3c8wj0qBitVoCJzAdnsMQ+fKzNmO
MSf0lrPYE6JaZX1qScl5cJtNeVTsehW4IZ7oouOHuk4GkGZyPOQm/2QkMrsMOKlu6nxk/cDg2x9C
ZZv2NNwgwE1uQwXbe+b2Fy9IxCLBWoB6Ptj/2G6RdqzAwoaGKNwzjo3b1y66i3uU/ty6c5rsVd3V
nwFGGZAHc5Z6U8fCGY1RZkwzgB0GODJMBiEVpjdKYZqea8cg6vYQUH3TOOPZvi9nPnwYg74Sw2g0
MYIxbVrk0y1NX36cvngNZbdlMmYdzOlXW0WQ+AUEeCtj15D9UXEiQv/3lkZGDFPAEI1uKop6XodT
kghhxiTHAA0Z9L66blNoRg5zwmgAda+tFNuCJhgXS3Jdn6gbE7S0xjYivAG3pSMB+BQA08ZtcO50
Z6JnV4lmFSqzOLt3mo38p7ZJ9wpUyLfP+wu7yY7mdV0IYswtGKZo7IswPb+XZNqB69FJXY6p3T5H
zDJm3gE0gaJkxT6zI0fC486YQ4b7ALVt9vH+9MStyy557KUU+fokiMyyxEwZpKDsIBFXWmO+E60l
Ly8F/eJcRpeUNmNCYEwN2Eh4k7gWNUhmnEihn52FgLznAwU0hU/W6/s7s3CAorqHERcRD6bAGmbW
k1eWUqpKi5sU8X4qD9mmI2KzojWHEmLRUS/lzHq9uLG1SH0FIYOc98kj1oH45yYh25PJGwNfUtql
HMak80QZFCuEHO9JpjXVH/Cg4nBM7SYPhKVdymCsWS2Dti30JjvvPI1grutzyDi3qEXPvBTBxDUB
VC+d1dZQV7KRVyIVHOGnQk+8p9dZG2x8vhQza/NiV8SpUbRQwkqijb51q/08pLgxqmc1I6fghVc8
XToNLqUxBi1JnWSNNRaFaYSPOCT0i7Mxs+LvLIclxUhQLNQrHTf3ZqPa0Zbz9cXofPH72WmgIlNN
FNbweX07o8I7OjlWdP05UoWUb/fdkmcAbEnUqHS/q4IyO48UCSc4rAVa2mCow6wMty64lAxcrovx
TWsQuy7vqnlfkAi4ckRiN3QFm2NtHNdkizZRrw9CNcHYGns4dQhnFQ1tn7dJPBtgnDNPhrEfYyiu
/IpcdfPH2m0wlKk58WlcyzsZV6vX+1vFWxaT4/SRoPnFCIF2+Pwn3W/XvCVx3MZiYkHuJaKniBDw
rlJprf4G39Lm/hJ4Epgw0Bel0E4iHNM87CZ3ILhs83yfc86wh1kA2sgk1rD5PdA5ylXlbHFFJ5wT
czEH+GvJmKC7jmdjmwiyAa4oWPJIu31Jxs/e3a5NKmw+76uMEwxuAHsqH1x3lQKnsQMaWU9750UU
SU/UtzogGeVNuXDOz9ubAjCfJVGYQ5trayZ6g4uP1E62BeWpcCnBuVQhEwxAHi95fvEdDDTS2Sat
3MnW1tVOxYAvpQnl6HEuBvz3mI0pnust82tTzStldp+Y/FR2ka3b+5f4gedE989sjPVei2m8Muqb
EfpD2VDd1BuRrDkLuR9FVZbBV+zFQQ4r2B4uqs3JfAx21KGm8U9ubpf7w0SDrKibXgD8x1n8IqR2
J0oDXAx4UfR+RACE3bW6ukyRslFHGtVTPHOaFB3ADwENqUq6jwz3U+Or3QNY2uFd6Jblzt2QqFRh
CIAJprEPOD5UJxC9nco+1CQNCSdcLweivxIY/aUg/RbFPMnO0il/FmizVfBQG63uGwNvGYz6pFLr
KxEYEMiqf6IU766Vx38ngEmlRH0IUTWBgHQiCcmI+Tt6uS/hv0Sc/yiKbcewWozLjCNEHHrT1ul0
dJTM2dLxf24Z/s6m/8qZA8RFDuoFHfIqwBeiRiC+AgD44SVxOL7J2XMWuhC2ZqplA6vqqUUETLgN
zrY4cIT8l5Tt70KYyBkVnTZWRoQQ45qrFP3PAolXtR0dkzXPPedb2W3Q/CuKCZpJX6VK2uBqGO13
raOBFY109Md0yOiaVxVbDpx/RTGBUyqbro+0EK962/eQ6CfOUm67fpjtZzw+s+pQqlrsjVRvDSLJ
tqQR6Sgc8XZDgP1IHGDn2s/P8Z+QGgORkV1xAsKyoYNy8xtTCZ28TESQtU4rgnZ+TCQyHTYSMdZo
NgJ6GOWddbMF3GzbhSQmLGDas00KDW+y8p/SpxVKOgGx7N1wKOiak2wvlU/n59j/rIqJEEaaJWnY
YVUjxl582u8/qJOst1+vCrIUmWP7sxHcWRgLWYDaWI9yMIQFm+BES/d+KFqMpn+XojIRwiyt3EOA
yM6vP6eAPKe/T/e/vxgeUAqdIRfm4juzLSW6goEAgfTXHmw7XY8vUUqQWd0XMn/kRkUXQpj9KIqy
KqQBeY65wkG6esHMx7+TwJLeVwJGkAIfKXbwPhEVptWsxDUnPVzc6L+rUJitUIr2/2W9z6snjsUu
7vLFp5lKlDyG6OOsoSD5tV9pW5moa84+8yQo2KKLk6ZoCivGcCtCGXrrGufkPf/LJTBh2UOXG3pk
ICB57GhvO9wr9HKsulASE42BkNaPgQFTBdDO86+cPva2uK8oZx0cW2WfuxKrAhSTCinj0/sv6wMZ
5ue/cgY25AaW0EitDAHBeVrHq33uVqv7EhaPrQtFMT49jk2aa3hCOicb/0UkIbfcPFv6HX9WGH82
c/B1JfM9SV29VrayM4M5ZoQ271GQsxA2tBpqP0VxCbcojz6Jzxnl3cwXNhvtRpqmoGkDiDPsO1ta
erhQNEqOtAU385yOLsl8nkUtJUdXUuZlXvoeRsqtooKU2lHcXxLZxBsw0eDm8np/3xd8/ErO/PcL
OVJeZoM4rwb3/82ssJFnuwsbAgIzNLmgPxBXFLaLPlaVLECLXY6buCsnaGcdeNy+t0OsmLm5FMEo
axoLoK0IEOH9bJ3+9aFw65fCEW3plcafAeF4+8LxdyWNUZlV5NLUFHp+fvcOrlhSFQgaHbKf6s/9
reHJYVyyks2+SepZDnrMB6IcqXfkXbx4MhivxBkiaHoHzY1UX3lPqDTa6J0HbeD5/loWzsFLnbGV
5rgxeiOe5QA9meQdt5iwEF1A04YLMBpD0U7H0rJYTS9JwgRdha+9UxNzE26IgnyR7/5LhawrUYzK
PKEHfpsMURqmYA1cWtyAphQWEDigOHvjFXwWd+jvyr5PuAsHrSNQJ0bzysC94Qq0o8fY/eIcL8vR
5kIIk6bIqj+07QAhMYk2u9GZjqiTvDzdtwGuFCZjGbXGMgIRUkpHXR3iHUDxX6Svl/GNI4inMiZv
GYopRpvEt8raD2mtn5zs59f9tdx2W80cH/r/pegEviH7FJz3Ul/1hjpfkb1DfCw24zY9equzZ4eH
8IBWiP2P4XXc5zb6IJz7sr+/zRylV7KZpAbMLyaY6SE7DWjyWdmhXRdOZ1fBKnV8dd1Wu7zEJH8F
incbreD1YHcKFZ2RAjNk+JGnM1ZIuMOYhvqVbg2n3CpukhOzIunBPMjbWCX+nzImVUTSX5VC1JFE
7/0+823fW7d+SpVDklpEWosfnrkSwNT2ZsY0GD7QdRhW52ZadZkTJRswC3Y8tpiFwxeoFhpmKzG2
gJ4fpmDdZRkAwCsJt1/JLnYgKHoJbfu+enkiGF/oDFxtFaufa+IydfX9x4k3eLGUlV6tgnEERZD1
UW7E7JxX5L10ZKr4YJeEHp94s71L0epKFOMLbaPmYGXHamon2hQJfQcaYkXLhM7vLsYm5ZyNC3H+
Spx6nU5YgQzM/BTiduIftEJJP+7vzVIIufo+Y/pgrUqaCR2j5+kBr/wGOroCmpH1a76Wn++LWkiM
riQxOUWJzgXFlyBpXMn0UK/M3+t/J4BJI9RYqyJFn+ZHJJH+0h8rzgIWouDVApj0YZDqPMsiuApK
wxvVqRLysf7ibDfPV+bfcHE4lX0o920MQw4xc+eOrTMqa1696f5GoGvwWkYVe5WeG5DRfh3ylWoX
rx6nE/++pgDOfS0hVqbG9ETshPeSk+7cW4TmNuWcsbxlMD7vlXonmSWWsetQqH/p/1dMshk14z+B
8WYCJ5HqQSlFvKbk5BCSyH62nJg3icFbAuPcQNHP/KEeUfcR8SiZ2KXdcTphF+4KV6tg3NsTMh0s
QHP4CLfoE3ZlXts5J4Do7KvTEIe17HmQIOzE7WF+NQGU1uC++DZv9vW+b+gi498iavQTqD3hfyUx
CfXRiVCuufF94RXtSmOMlxc5YKDjBnvyjruVjFPeoOXeeN1yUqr7cV1ngWYwgpYrmYrFnDfgE1/d
j4QcTbEpLqxataIEHxc7251I+ic8NCW3mMzR1LdlXMSqPE3Vug8QD3uquD/nuUqdgDyed93lBJPv
J/cLMZ5qBJqXw8A04rriiX7mDifoLkqQAa4NMgNQNNzcdXQT+AidAicx0E2VT0R7Iv0nJwta6q3G
XMZfKUxorzNlCn1LhqOsDWLXybpE9cFtgK4LwOyceHjc7lYimopzJBbxUV+tG4zit29fzof4sOXV
URdDz99fw5oIcvFQEUSsOSb5z9L+gf5qjlYXjfBCAnMI5HKe+6UHCU1DLNC573q46307X4xuFyKY
IwDDkEUmZxDxim3TISXn8ULyFsFkexEehwS1gY0nle2GxNwHIDmkHNPg2N/3S8qFhSdtUMp9DyEa
CTpS4+ZhPbgYi8nP99XFk8McBmpr1mHZQF0j/VlNroWhCOpoL/eF8DTGpHnVYIa1jl0576q9i95E
u3rlMS/zbJc5CMKuH+K8hwjjwe120ZoX2XhmNS/xYj9q3citssZ+YNB4sBuAC5/u64gngAkFVjbh
XRvx/zyd3rXn1uX2VS+G5r+O8X3ZvliBGg1BnM4Q9cDe31jkPT4OBM+aydZ376+EsxXfg4IXgtpB
wUCvAEHZ75w8wNPDT46PSxyrlRknr4W21VsJu106jS25ItXwrpRRAQ/NIWZKu4oaT05FTp+8ZniO
JbPs6ZoatPMM5KxEya4j8rbtifZ5X3+8xanXpgYOpWIsSsiINr1jvv6WVsZq+vPv4sv3C/jFJg1m
axWZASE91XLAbtkS/VEd/6UQxu8VrxwTwK7A78tXBLBjusHQFeW15yy9Kl+eouy0IQ7YZuxmg7MH
a4Vx2I5umnP5Hrvqr5265om7RVuYbwEXjsSEgqj2ur6rYXzv3V7SnXB/OGMK8TEeMF08bJVXSofB
xjql2PnC9Og/rGxc/AAmVEStn2gAApiN8OCv/a16MsnJsM1/cmP7K4Z9ulW7oc+C+bB+F1e78btJ
BZOE+a/71r5cp7kQw+QEU2BkRelh9wYcDeiD+/zwaLbi+NTS68Xlpn1nYhf2LiJYjEYAnaGXtHdA
XwRWX5QR8bAUyIeIFIgePOwY7sqYRCH0QgPDcVCg3WQkj8gH6mihuwb5yb9UIRMxgj4qRzWECnEr
TV/C1dtHRo1HXkWNE/vYN7lEFDwjlbTvlt+B+JvOEZ//5UKYgGGAgS/VBog4pGvXjT6z2qXJ+30h
i8vAIOPcWWOCEJtxXzO0yqHKTWQKAHX+kQM8Tl+H/yTwXchgPLSIQ12QQOp9BvNRDLRcaau+jzte
EXXxoPgr5eZELzUND9b6nLtFP5Qn9OHPzb4GZy3Lt/kLMYyD6uBMnQzkb2d7pMGjRVTaEGnbHNf3
9+W7o4WpuGNo/D8bwx7qYG4w/SaHnLhYGY7x0yMz6hihDjA0N9tjfd5FG8E1tzUxcCMqANSLiWrO
FXy5lHvxIxifnTnf9SKcFyvnO/8JBEL6CWfIW0CEVWrzzpLlEHEhjvHcCWTsgzDCUHYHGdOyttTN
TTLyiresxeTvQg6T5odp3qd5bcxXO7xMkPfO9rfT19f9HeR4FkvlWqVdEoJeHA0UOSlfd3JPcDPC
MMp9KXMMuGcmbKY/WIEH8Ga05ABoiPSgovlHuf6FspgIMWZpMJbdbIg6UW0MN3/+uxUw0SGUG4w3
9fj+gFmQY8Zta5iz3zsaYg9uDIGPY6xBQ9/PtO4v3wk39CNyeGgIS5MNlx7LNl4FvYyqmICFzH0N
Mn2YCLp+QffG7f/nWBZ7eneD7uWejxWlBMDPtCXB02uLIWHhIXgsNpW46vAqjLEd43x/pzgRlp19
F8w+m5+h51u4dRIeujPwAlw9sDkmvbg8gHTMvX5oMmf1iPmzCvHVQtBpX5tdvHmJbW4UX4wAFzJm
o7lIgMY+jIW+h4ydvsr24layBzIq9OOf3TNNzO8CrxLQUSz6AWCz4tAPwxx79ZqcAbj86pMQmCk4
mu5vzuI980IQE9P0Lm3rUoxmQQb4XDAdyGszXjbwCxFMPgIm50lKpnhuQ5KQnY5OTf8MFGe5HRBe
lXnR1i5kMXFtaIYRHFvQWxfTI1D9cIMIbYuXMyyfOBdimOBmTeZUGBHEvE/2tH/UH9r9U84p8y3r
DaydmOKHNYOu4NrY6m4aQQSRza0OnZt/9B/IS2ltjzlRXdnmmtycgdwEvL/ijNn2L2y7jkAXJohF
jsvs5I6vQCkkjxP13iWHc8Ita+9CEpMLlVZmdZEGSSIYsR8CWwUvU4oF8Yxh0bYv5DDeCsrVVlBA
HXm2Qb0g4JwT/sHss2WgQwOEIPOIOvvI3/ZqF/dpBXMDmqRO57xjLjfzO9mXzutLQYzKMs8b9NRr
ZjeNjyEYs7rKbva/BlLa8m9YRL0vzw39Jxt1KZVRoCg0njqNUKBCpvcU98oGIPMdakI8QfOHWNu7
FMQkjIPUCcOYtvnZQF0w+aHSmjxnZHKqY7HllAgX3epSFpMtJpHoZ02JPWtcZHCjI81e5dZ2gWjB
I61YCkeXspjoqo0tjFDHtnUzWu4akxy5Dbh++34Ml3jWMf/9wnWNWrFA7A0xBd47Z9Rh4Jo+gKkC
Jt/RxgELmY8wyIWF44llgi16ZCWjseo5QE1utQHIoa1+qA56lxsnOQ4/pVedz2+/5NSXKmVCb5yg
fTkGniE8YcpJ+zo6hmu41nv/EVAfD2WGSUXNSR+5o0Zcw2Hicdgpg6lVWG4FLWOAjRY7QMgAO7ZY
ccEoZiP87w5xw6yipIkuJ+psOK48I6fvXWmv01RzyHjiWc9SUvNXo0DJvrYeXLMjocGYDIw0+ZQd
n/zu7Xbj7Z44Vjp/596amGjS90Xf6AnkAIXoV+oE7p/GyY4ySCS4OTVvSUw8saa48PscoiZXxfM/
CIbwsJ2h65Gb3MxfurcoJppogiqLQYmNMsyIaH3nKsqfUX2y8PiYiXaFvLqy9W7dNyur/SiL7n+G
rUYdFYSp6jeOGsCNGaNMjDCsgnqcmy4NvAkpOEydAjf+jN7fvWW3+4+c7zP9IsQg49YEv/2WU//s
XcnJVv+gfxSwmUDIAoC6iQEnZimCqQpNYgyzHWL2cd4z4aB98FkMl+wQnK8G3upF2ZLZV2m/t4Ta
B9Yt0ApE6mawjkdt9RK7n/c1thgvLuUw6/k/pH3XcuTIru0PHUbQm9ekKbKcTJXUkl4YUkui955f
fxc190yXUjyVMTOxY/fEjt5TIJBIAAmzoAjNFPYa6ABH/zdW7ZLImxxjI6D4HFisXv+vA6AV8YIa
fUBjJMuZL4IalgqTt3H3e37cstCSxDWzdEmEMhWzP9RVuJilASvqMiL9xnPOUicCLCPr5n62HLxe
bwNPlu3xM3a3hsfa1rJaprj8AsqIpBEvZj2PL5j7rVLsHnZ3wbEjPDkOHsIunaH1ax7ukhplR/y5
SzRuBjUFqANIZHRP7et1LVm7V5cUKPsxytMIJYVTCV7RW9eHpuZdJ/Bz5zIsxCUFKgbRxIlvlQY8
1Ja4gNrMVo4+cI0oXkaeDsFdZKZkcG7lwBofbOt1m5ufLCu59jS//AQqPuk4zZgDZQm5gDeQIJEr
kk8WtjuLBhWMaFGGXS5LqNU9eqXd2q+BxWJjNa95yQcVe1RN3k668qUOGrafntFFbPtWj26TB35n
3F4/OBZDlPkIU14ossV8SDfOQmY0JxQ+rtNYfuOK0aCT321Q+M3Uwk8iESS+yiTD6jbsVrCuU2Ho
OF3LFqdZjMYIVAaoHcCd59A8fl4nwWKEMgu5PDY6x0FYVoRglyTmbCbomGL1Fa7aA+BF6iqgC2WF
fpIbcSkURc8X5xfJmb3kVnavs/FztfVyWf8QoB/hJYdlzlE1g488tB11q5ojQCBiIhakhlc/5rXJ
XJe2atQvaFJGPZbSINYq+F0gwpsFUTGsvUS3qtWbvGNWN/+VR+qsxKoo6ySDEBG/yyaHpYjiQ+ok
pnruzdfQ5jx+GXDtNwwtXPeQANcXRdxhSaKVvR9KCWCbAtIOm96Knxsz5Elx3sYjs/6xFn4C2vZv
SpREORnGaJJASRGh8a2jkMNYWPOmE5njRCxSlDAHTS1GIRQXD+XEVnLYbwGhz67CLj/zw1BccEQ5
QsD5Rnom4cyaxEW6GLufZSL/FmxzmB2WfrBoUS4RAW1exilYmp0eiONxCEg5yWxu7iKMqLByRKs1
7cuzotxjMyh5BiRNjPoAgUmys71RIxHQbpZXCVoGd4WLcpkZbq5f9FV7dSFPyiMClXUs+B5UJX3T
NI9ld6u3G+WBTx/4zsl4cp3aavUR6Urs+wLmMpLjlEiTUuM5PpHwSrnxHLTbDYf9iO6xf1OxvSRD
yRIr8EpAG8rL29wgnUyEXfmivrHu8XJ7furiH2Yo2SUtoOOFAMygp68i4dMyDLr3ifYIdMPrcls/
pT+UqJiiw8rfuTHw6OHtzP5IyX55QrJiTObhLIHAxdOqNsouqJbDsdL9IbeAsA9PL9msa7Xuu/4w
szB7QSb0NZlTQ5DJby1ntDq7eag8/jS+DiQ2a6tjpK+Xr75ySnT9jEuxcqLwcYuf5pyUxxLdnTkT
Y+rLZv+gImOHOUBIlzXTi3m8YErgAD4aVtC4BUpPcJ4iy3zsIjNxJTd0xDM6873+PrV9lhKuasYF
XcrCo/1BVssUdGtUNF6qh9vq9u667q3K74ICZdhLdDHGSgMKO/+A4UMTdp1xQiweKJs+Yek9ymWg
gK0rmRscRx/wcDdD4wbDv5neRYr8zzlRBkjJ62CqeNDCAJ8l3PMk39yxpg0X6/JdFwDijfFqAKAr
WI9BJ+NlOWjTwpC7s+Wx3Ozyedd++vtxXz/Yn9Hw98+kDlaZuykMZqkDokrjZIfBMVkFV5YgqIMd
AAE9BDIE8XZ/y+pLZf02dZDq2GZqp+G3M5O5J2zlffVdNLT/CAyuA5h2d5as+8YCXI+9D+B8T++n
x+tnsDIz8J0S5UNKWEKuX0SUEA+oxQPZwWCcVIs45uk+3+xeLNw327IxemgzOgK/CtHXlInyKj4m
KpO6hwIcnJfhIXrQ7cz8APj0wepv7kML6949041OttlZJ/eYWb4ZOIb3fl0CrHOknA62xsZ8X+Mj
nHvkRhl+86er+S5dytV0vT7xk44fH8kH65avpNUuf/zHlJ3eKUoTBEp3fkxs7phtyreUAMM9frA4
1ga169eeHrf7LwLHvsvvnkoU/LlWxEXgt4yjZH0ldd0rrvH9qIIu/+dfXihfeNd+7iTDX0wVsKNZ
jZ3XFVClYRsnjs+iYcJXK4QQRlZ8JU/5XUeo650nWRsZi44A/f6+MWyxeLhL71sHKWVr/77vgBs6
7fbSY6uY2iF8C0cS72MWFP9Xr93/fdF/zNUNgj9p+nLHsMzalEiCrYvOfslrNyR3K+fpYSIb1/78
j+pA3exJ0/Ke4yHYkZiMn5ZYqkZd7LFE42ei4rfxKEsqktwVm619s5/IvWnddWTvvprvp25nbqwF
220rxVbFimMZn0Dlua/fyZ/rlvRvevIVml8oeBQKGOeYwc/upSOocMeWc/C9mojE/sAWgOvUsGfv
ahihfpm2C3KDaMzakEItK+JZBvFGi3tLyHuCkmnjcsSrHYwVZqSoiCxbyfGABhnF42wvdHbehPS2
GBDp7UY5PrW52Ym78whQf2zLzeyDQviAVHZQ2u7sdpunZnOj87b0W70TsN1tI2OF78bYS9inR0Kd
RFg+OW4rIFsQ/SDcAxWEBCHaUlOvS0l7q34K6KL0AL+A/8NsRbsRmzqx+muT7n99SjFK9PqxtoRT
k1vxbe9jhcd9vi9bu3jUnMJs8bncb/1Vib86IuKcDBvJwW7Rxiz2PpJL2UbAvo/DbbHgpX0ceK91
NqXzYRAFE64eKmYmv63swwCiUeKOVtyhpo2UhvLG2/NuvKlIf7rR7dBEIhubyFQztEon1smTVxEs
mIY3K8zxBj28DtcSz1E20FQjM/EcNQEbLJHX/cYFFsS9tolsW7ORkT4Yd8GuzFHGuNO3mQ1oz8Ep
UTpP3xRs0JvJZI2CaXxoO9GTW6JkqPgeb0OrGImnRkvflLpDgu6uxXrNwbfeFUxn6KQazP0r/5Zt
tr+q3bGylMcbsbd7csL6tNzKgPckeZx152/LB+2slASIq4A0xtIgm0NovAHgsIC6hnrsB2tyedvr
tg/FW9aYyia0TL0DbkzkaEf4Prs1tRJIXphrQ4sGdATLBJIZ2Tvfs0v3NBAJmLj55/tgiTfu+8Pw
S5EICbeWup08/R4DF1t0y7qk/lAHstmqUP6ZI+3BJDkiD1OG6fqNFU1nTSJOjdUV8YdmGl58RKvL
DbFPNUntykosIH312HH8qzd77HHaJtZnJwAGyq2Jt5UO5nx3jByeCPf1QwgLeEbgi/Poj0cP/7Iz
kHKE0JC56vEtVmBC+q76flTQGWTq+FFIgjOfQit/mzcO0Nlz/E/B3mXEwa6lXxyK/e++XbwNgLhO
0Zwrk8GKSttI7aP7y0w/5M1NsTt2JjgFoISGkvAmwn6Uc7kxbgVhl5LOSh4+4OUmaP7e3wM8tjy8
Y1CUyCV5512RNO6sOdtNui3IvfEe5CT8jKzpyXcetFusrC4fOtRctwVGji1cNJ6MNvL1LpE2W4/L
LT+AVoZ2Z+YHFLw3pvL+mphAj5XuF9ifbWc1jUnclEC0v5EJ5bxj2pLpptmldp0Q4np2BZB4w8LM
dGCLtxzineSmJO5k+pDNJ2wV8EhJu3t4f8puHjNnvAsP8auVj87s8rgMXXrYquD/ukFbc7MKgIxk
TZZkDPnS5lMNY43jIr9HD67k4OqP5CU6Lg0ZqdVmRL9RnQUG3vBwVNsIfd8Md8SkT8VUwtxIdSob
PeAjhcwUdtH57ETA0+8c9A7dFl6JyFm6NWBG8wPjBfHFG+Xcv/FORV1qFsZ8roN2NZGXswEUg8j0
CbKU7nUhrzT3YALhQsiLQ7xwGjwfaBgH5/rzkxXZB6DeSMfqCZdFwTpfjV3j+pld+06OeoMFepvO
ao0zLUvy61l4jMlOcHABWGytxH9gS8JKFUmUVEDUfWdLLPtQ7P1gOBsE1f6cd2AhMUpf3KLXPQYe
VnXLRJBbqQAsvP2hSYkyqeIuC3TQBLJ7HsINYrdL5HwODN5YIcp31q4fP+u3qE8epUKM+xIRinXP
+Mqf6Z/vsQ910GHQCDXWuS0BuEESWzkqAO4fSMEgI7LoULE4IMgKrklB58kBoBohhxvOfDmcAxuu
jrhYtvS4s3lyenRZ+IorGnaRD1K/am0XFydImkrIltcLilms1wsrEqYHoDR9LAdueb487nrHCa1z
jD6SnPw6IwBx7olre8pm+xgSE1Dx75O5DSxWu8xXDzhlgb7xRwXjviymVTuCvyfLOty/39y4FXlG
aOnsCpLZaKJ0HOh5Ye76nW9h1RTw3wJizSiOmp+bu9G0T/ZW3p3gGshtZN1/wll72w/348jDQ/2S
yOEQIgRzdfu6Rn9Nkl75broOxxl9A8AGRMGCc+NbB+9gDfjUF0dxGzwbMKyWORLZY4NhccOq4DNu
09d74EIl4lnAMuol7ZOZNkvd5J+luG8Xih69UocwH6vlMWGdA3LwFklvTPvtjJaYkCBMy63Ost4j
vAUn5HSWaE2xTIRWKsHTiZHb/YLxvybk7zbof6RSTblExMdg74LlPd3/Cu5k72lzsLzK1G9bYrsb
k5zwT0zOoK1AtW18oLlxT1iyCZgMl6WtjMtIV6C4UNPVfjl0ICqyXPHCC82rgfS/hGWpGJn44UrC
KcjaDEtz8WCpBYRBw5PuYkyUs5od65TXrNklLcoeKyH6ygBp18NqRnbv/vbJaTnL61dkLbjAquo/
HFG2efKjLBlVBQhP5iG5f8vM9BXTDEwE+BUIAHjDCzqUbTZSvSkMBXQ0PPgG+0V6q7ESBGi3OYDL
ObTkY8spsR8+a+c6gywpUinQrolR4U2/pMjbwYsG33PSBsJqimOR0b/HGGFsTHNUgj0r9YmUEf93
BqVIcQOvs7Oa6cGgDnaIisbX8sXvhJRQSwp/1BGjHQQMb8Ef1C6HF2eI5qAar4jMCpzB1bz0Y0FY
qBiXfa2icEmduutCKZVTVC3Uu/v7xsvt9+vsraZcLwlQSj+lTS00EggImZNNVqHZom8+Bx7f2Mbj
5Fs4Otbiov+DJvAhNVETsOucOjt+9hNuMnCpDwbgidRtjMR4a8+2mT/8K+7+UKL8KIdtrZ0UgzvL
f4xnq7HweE2szuVxYBwjM7maAlqmc/8/W7TzA4R4XvcR2CothQzYOSkQ3+MxqQQIfw2oRITB3JpT
uqT3vXL1P4k8zkEmgLn0eXaV48YUUYgNt8HpOp21pxgsyR++6KeYHza+HOE5hERK4cqW1DucXe7Q
SiHuMizoSg8+4gq867cxaujqsdIIy6ishfffvoG6ByG2vzThcpATEkaJ3br6XrBP1dt/Fip1H/yY
4zCdjkOcsEMH8yNYpeM86Md/Mcm/mOc/QqXcQCyKldFPXwwtKHYZgBYGB9u1NkyOltv004X+oUQ5
gkjV5SkdwdGyL9QAdFaP8XRMzx2X6TkfsVKMPEWEgUomZZaCUq4g57naMITlnjuArrxVLW4TgKJw
e11B113BHwYpcxLLYc6FAZ5+GWZGkk0KzOXXiNlNJC4qdk2OlC3pJN3AyiWcmHw3IKOKnb8mAIRR
YCwR2Bqm70SAGt30sJ7b9MB5wU3jsvr5GEdJN16kXJOJvgzfOpnNQ9cBM0YNSksN7d7//McyBb6t
KosiAi+A3FJHlw1TWRccmO2dpwYgYTUmD04s37qe/7igQp2c2hnzHGAb+PnRIKGZjGQEYmtAGktE
k0xqR05wmt6YVFcO8htv1EHKWSrJmQy17J2vmBJvVcFGLtLZMjdvrBzYBakfsz6NL0ZBtdy9jPCY
jVVs0TqxWnAlFhHKDwiqWgUBQB4xXGHs8uccebLWle3qzrif71J9GWFGv5tZIlAp3M/6TnT3sN45
2T4gR2pZGEG1gF5j8a7BbLJfi0K/CYD2HUU25flywpA1r5uVaaCX583f336Uu18lOgCJ6k6E8yYf
VbTrKrzmMxQBzaCGjOEZrH+naOcKHyRxDLswmZgF9Pf715IZHn5NuFNW4RsRyjFlQzygHxREKjs7
Gkf5pnsItqpXbRQ7uksw07v4xGNuu7sRqfDPDg1Zn/kdhxQ6mTBowUperD0vvn0P5b+MRBmrRsP3
1M5BtHmZbEa7P7Zo0GKNlzPlS7mwjNPKTm1AyvKXOkwCDOSHk/HMejGtmPdvHFH+i0e/baqEIHN4
C7a3OlRmIKp9XVdWr9CFqlDmTuwqvpIn0Chv/X1ty84d3vCMUJ7FB2XsElWIA75F9vUQ30b2b25T
4wn2b3zuN2lRxg1jPGJc8+Ckshu7sDsbTdhw7xl7ofJaGH9Jim5oTwNhVOB4hzNmlIm2k3YBSm7H
wmkfygOLr7WkxzdilJEzZvRCyxykJ9wITzwMycHTUP0ULAfDhi/ydjoE29RSYU+s584z81fFLUzO
3NuSTGDafGJW3jY8SKhDoQhm+85x6/bP17VoLf317SNpixP2YpkuEtFHDCv8iiQUvzDrrA1O0buh
uukkUkhWVG+AGR8LN9FEZsUMZ7PmzTSz/RjFIzTOT6Udh1Y8b+vyrqk2fHlifObyGVdslkbZrBiS
VNsWZQfe9LfKr2A3flU+Nza/A0CwGxMTAnp7rwCIEjmPDOLrV03VJAxZyNheQx3kqKqTUoQ4yMkc
Xp9QqxxIi4J5bkXb4ZDqqO/NZjkTOzrLN/BcHf42IcPOsEqL8SULpR9iwA5YFWGOLv5Yl8mLnBRw
2CyJwDjukSgXUAZH9faj8m5HN8Io0zNqb6eYyDtMwVmsoaZ1S/2n+MNTljqXat8IezyrpM5MPrB4
NPNwSU8MLletzgUVykgHSakKeQBx82b9zpnJM7LyLFzcdU9wQYQy0SkgoUQ9BhFEEo8qhnQivAaH
M0/urh/ZSjbksl5Go1l3fMXXcgk6wBy+F08SXoDudQrrRu2CFcpKz3WmZ+2innBq/c3Hc+oWFiO2
ZoqLstGSgtHeOgeNCZszBLfc9dvm3Yw3rD0Iq1ftDy9f33GREg/CHjWzLw2Ddo8ed686PXJU1yW2
bvQUTZJVJMhk5GhxzS6oRDIf5V2ZDEibAlvEfzQSU9qhVwRhte6krvm8vMdEdGfJyBIoj/XmnaHi
60HmxRdQOi6HadDOUjicn8acAEow2PY7A50Ly1hdTPhdftCPwKHE5uV8w3xNrBrTC+KU7k+GJHNj
AuJjhyFtLyf+3ia9bTOM9lpbK/qfNVWRsfjUMGSKySgOOylU6gF3TEanQh/hTAGmYY45drEdIlfe
VkSZrfZXF5PmjC2Cu7KC2eJjgEWqv5IT/nRLVtfYqnW5+CiKeZR6tFlNe8RN2NmUJqZ8fgDgf/Pr
uoqtXxhdkDDgIsiS8LWL5kLFsGsmj1IsEDlP2xmVpGfzgVloWMT3wxnocAM8r2LagF517mMpwhj6
48JJ/qS+7OS79Eb1xvsxIzl29b7csRpp1/IJCkbiJRwn8kCyRh1ogfl1hfPT4Rx9Jo/L3tklsxyZ
e+fX7yOqOAHRDsLdjL6bU7gpY8IQ6eLjaX4BKoo6hC6qiiRREe9U8MUY89kAUzphvqI+JzYwK/c8
lreOmxNrUllYjMA1cpRZjQqhjPSkGgA3g90Q1dEZAeHvo/vK5DYKCw7tq9b3g5qIvQqKpuG60OMC
QV4PVa5DX2prdOJzm5mBZqqglrq2uX9+nhEMFs88JqLfGWJdUyPxgjIV3bT+7BdR3wx/weKjo2q/
ZDawAvdddERSIcPHcIlrN/CSIBVyBpPkF1wHVkOfHKR9SpSU8E7LMvJrVg6qakiatmiNSqlLn8xz
WgNAHN1sOpGwDrDKzUa+y0rsMOZfR91ROcPEqJ1pAOupOPrpc8a5k/YahyLpy20hoL0x73uiFq4Q
YpifZ3zgyqyfghbrPx9IKVgjFpFULrcJV0lzkm1AgsOHD8iM58Dk3bRiw36uBSOXFCkvrsZ5L+kB
JC8B+a7apg2sciMtXYic/6Sq3nE+GCgIhWaPGB94FExU27X4VYRN5A1VNRRVoz4gjDhJm2J8gAK8
yv29gaGC0TxyzDzuuqX6Q0hf8rwX5lcf6mluFx17BLI7hqKeEiLbhpOfBGCXb2VognV8FXel2eUk
3hq37YGV41qrwuF4/+aVfjVIvdgnfIVP2C145r03fFSH8le+mzeZ94opUqy3d+3YduONf2QlktbC
KFFWVUxXCpr4AxB3Tn0xTcsJT+pqyZqh14/Zz7IyHA71vaBBnaWsp+jBK0Dj0N7mibnkUrYIXDYP
yEsStNBwFivlsX5j/pCky1W+UJXDNMwDCtHKLsMrbGmWtW8B2B4eOEvwqjdm4W/V6VyQpKyj7yfl
5Mdwstay1qy5w8ZuYI5h1BhawwaDWaWmSFiSqqiyIeuUTPk57bGlRIZL95yIN3ML8EfqzbBvX+Lt
xEjurL7mkCv/X2K0y/G7DPgpDYg9asi1oDYsYH2TCGCilBUJrmbNL0lRUlSjNAFWrTic/U37DgCp
8ChqXlM4+E9lhyjHjQ/KZkbacegYlZa1EifW8/7hkvI2RpdO6pCBdOto5CYW7bYl6JNI71r0ZKAr
nBUkrUZ+lwSXM74wPVleZQn2lSw5plhAihEGDjBrhEPr4r/x3Iq6LPSTdE1UqVA2wZtsygxlCQAB
ZYJ2quUNMZq/RcsNbXZfwepDE4GCLOINhv8qlHZKicpxQKCBVRklNALrHdfPhK+T+UbNsAOZ9F1h
tFaZaQAh7f0qqkib1kKNRYh6p9p+J7afEqcJv6+L4WsD8o/QCSO3+rKG2RC/Wv4uBM7PCVcIQzKe
UzzZZFPoniZxm0pk7AZihIWjA1MmfeEBwCpgska/j+ffXUIq6S5FiSh9Ul6NFD3tSvWWCndiTsTp
F1J3dlMfCukzEyszRVum+JaUJOHRGE6S3FTrzdR4gGrQVEZFftVwAyAHUTYwoQyal0KJeW2Q4vGM
lYOx+tGf8gKwpK/JSXq4LrX1w/xDiS7MVZoQ1KIISrFnAP4bkxjB2zRuE+zCwum9ROEmRlZr8Bhk
VwqsCqpz/8vg1zjixWEt0VoAcLIRo44CeuxQp5PMbcvM9K9FOsvaZLRqGNjPqlGxVTxKM8+hhnyO
sMh0Pja3rFzY12uD1rpLCtRl0CWuSDA+M561Av2qnE/UyZ7sOsc4SLSd96NBei+/KWVTeRJDLw03
fom5FixniUg3uoBna0xRsngJq0WHA498Wgxtnc2p9PRgw22xBLJXj6ludaVrMJ9Sa7ExbKLES7KA
jiqFNorSwCdZCUdaW9nnoedM1Suxb8U2y4/+wA771rT6khxlEudcHmpOHhYbvLzcDucckGCa/Wup
i+j25wlJU2aSY00DLmlSOZ7JV8YGneoD9qYjj3gDNLAC+11ULwN4xz6xCguxn6uwIHlWA89LstQT
OS+7LJpnkC2AZQ08iBtAKMAUEXlAdC9bS2TEuwMaGqtdsaut+FDYqHIy0kuL7tG6uSRd0AOmalgf
TulmoXR+pjf80l7wllqaPZuv6YY1b7Gaw7qgQufq8hiPuKCSBlzlirzdcAQlFBOr+lrSnpJ9vNMq
1ojFagB4SZKKI4pWTAERBcYmW/6Yz5bzYvV72Qpu+43sJr9Dm2Gt1uKxS3rUPRm5nEcnJ+gdSuxX
ikrzYz4mWPSNgszyPntnpT/X3uIKkJwEAReTx2Lu77FDyyVlNvUIyeTeT61Qwwt1jNrU5GbAN17n
bV1H/pCinsfD5POi0OlIeW+kp0YhlWZpGNLiAOYrOrPMoLbqbhRAHMoawKN1tNB85yxo1cgPZXBm
IbRt7outb8G93Ku7mNkfuC7EP6Qo29/1EycMMcKiCds2R2+qiG+huwAltNy2mhPnoWmApShrD9tL
9qgbx1fzGKHBeXnY8mZ3DOzfnTWjdSJnlu/lRQd+Xu6/2aMfQXU1NBIngVSaQS9aU5BDK1VNAX1Y
8zbprDJP7fR9zA5FEZldZ7X2MD/F+kwGYJDlW0k+GIM1+MgQbqPGU4IAqmzWneN3pvHSGee02Pmq
3ae/2/CpKQ9G+D4DwCR3p8QJgTEW2AVeXrWv7Af5hm+O8ej6KWOd6erbEp2WmqAZiiwBJei7tiBx
rOspUJjPT7sXXjULdHTa5p1hfZYYn7OYTUpfUQct00t61PH5vFQ0veSPwOae0AVpAHvkEaU9y7v3
7jXz1v71rE3EVMzU3bYb4JNgdXJwg1mE9+t38ivo+vEd6P1Am50oKZpMfUeRYN1trg/T+ekJOYsZ
AKrA9ZtdtCqMGBshe2K/xugm6Den0iw3n9gsjlrk7u76V1CWAQjv2FqwpOt5GaG+oVDCz/x05OMg
TPdycRRn08gI9xpzOHZzOssauU6Muqw/iFEcT3w9l7oQpPsy5u+lyiB6Wx3EoWHYHwZPKpUPymq9
0OUCPPkAnZzJzJNpIH5qBuh1Lcwh+G9cqZSfqnrOzzAql+5VjDCnzaEU7lSNoSyUHfiSHEDddF3F
ejqZp0PcTtX4IZyzdM/H2CjfvBhdQIrp4/rxsIhQx9M2wJRPgf+8zyRkQod7IQMynpyYEytdtnZA
KqYVDPgHTcGl/37jK7BT9mmR7ocM2PWJN+pE6T8GQdlqnOKUGTpOs4yhFGvM4YWg8EueDn8sf3/x
FhFqVRvnvkz3WsyT1PdKPXCiPrYalWHP1pT8khDl/CR1EAcxa9K93qRmwm+L6J1XJQY3q0RUWEt0
pyPq06lYxVBmwBAtRMQwhLA+WnFjBIwVAys0BPSlicrSnSbxCqXX6LrvYr7hs70mx05ebScDy4fQ
GfKPlU4QBRmNcPxS2qLLs/UQpZNiyNk+H7g7FViFeqObmvIcj5vrhOTvrnS5QiCkKerSByvLBqV0
fq93OdBgs33bjQs7lVYyKCwne2HQ/6IgCjwMqqyLBl2j0/22jodSyPZCc5cMpYnsu5lGh8oInEZ5
uc7N2uHgXf0XrUV039V5nNSkj3kcTp4a9hDbrYyl78M/V+UlNSHLS6YFYeryERd3JkhDofdLKds3
qtbuc6lIHa7u+b3c9P8Q3Okv2cELoU6gYpU1XT6Ocz7nxD7N9xG/advM6gwvqmuGrq0JDe9gcfF0
ElC6KKFFuqJLbR7n+yC6wx4GIiA9qAmS+c+PRsFgOiSnAlGcXjokB5kawrHle4tr3Dch8f7Fz+Od
grZRgZdVOpPbG0PdlUWR7+vQFpSDlm/k4l/cfJjlv0lQN7/VYnlKYnAwzLY8P+XpVu8+/wUXePqo
qqSgck63yiQxx/MlqnT7qJxNAESSTFaxPYGhwCtGX0ByHZBHEkDdVZ2KbuJcQIDTg0ojqNYQofQl
3inKM/bn/JszB6A7Vhig2okK/feboqZ1qTWBkO+nwjbk5VD6/PW6xNasi/KHBP0U0PqmktNEzPdG
cK/ID42EJHqkEp5HfzJX2teJrQlukRoqWlAz9Ih85ycFeJCg1Ua+H6PciwHEgfsoFLkVzr1zndKa
Wb6kRNmYTuDKOejUfC+QZ1YLMIuL5e8v7FekAmAnLLV8r0Q2Jx+a0G6yw1gzZLVyMOiRgApr6lLp
ligqsQAshrDk0v2cvkxj5wm5O/ORm6VLEyWjDLDC0Tday7dccMRPqs6FHGgNW3mKrBbgOPtUYGnz
GhX4FgXNPAJq1grFUS02XMH1ebbn2xzYPlyA9TvV7xl5bEvjMxas2pfmUn5zcWV/k6OYmqc4TAAm
DHIvTdiQprlvstqRA+wzqjdydVbGd6UmEp5isaMHe3mjYrx22BtSYMKMWPzkciwJrHiKb59EGY4s
KOIsNiCBsN91+X4ebkLV/ceKDxLAL0HrP/y4QYVw6FeQsMyrzPbihM1Kwb1QP1wnsM7DHwJUwFOk
vTKECwFNwyCD5OX17WA4/40GZScqrZamhquzfaef+uBh0IFDkjGMON2cs8QG3yS1MHqh9EIn9zFg
KyEpRe1MUYjak94YuqUqY2CORdXeSGVQOOhgD+05TQoicrzgRHKbeO1opIBxFhXU/vvk/jrzK6br
23dR1yQAoIeWLALW9VM+vXP923/7fepeRHw7yX4A4arpbBtKs+vChFGCWtURdJVhFYkqIfyhzm/m
mkTteEREI2DPT5ywvfsXLKAmg6gbbxVeoY6uHxMt4BL8vgDEczHcjg3rpq4ewgUF6hB6Kco1f4ry
fdHVZoY6usZ6OKzKCNE8/9cziI6CJbinQOXmbM/Fr9G45fOXJmfYguUjf1jACxIUE5M0qvlUg0SH
TroMxQrR4U+T3jDi3zVZoQwkoVDAqwb6Fb9fJJlv+rjq8ECJule+fWmkkUFgTVQXBL5wKi5u6uR3
g8BHeMwZcrnhhu6QqfwhDpLP61rFIkPFp42aBPGggozcA+MefYghxwRCYMhKFr/LahpkiRtnEawE
HRH0s6i/X2di7cwlQVJlvBKwbJOOgPO+U/h+kVU+iC72MH6o3LHUgpm0M2uUYJUXES945CVU3HTq
3SPkshaG2F6zb8rHsVdJobDgDhZ/SCsw1hr8TYE6Ea5UjFELwYw/V5+5lmAkYvCKqjlr8tOYHGYt
ZFFk8USdD5YVz50mLjylCQF4fdqx3M7yzT95kgx0GmAzhm5Ql7LLYgEFLy3b90HaW7UQfhhibc0J
mugk1UyQpuZ1jMEoTwU/ebyvO9f1Yy2slERN0tHqIGHP+SKAi7uUT+U8jbKeIawskb4Mw23Vy1st
f5wHeVPzI6tRfl2gf+hRpjqYS7yfVHjZXnmIURruGa5gVd8v+KHE2YjdXKgcft8RP+WnZ8avr5oE
CBzZCsBFoF35u7SUrpUlZKyy/cg5ih6Rid+lBUvnVo9kyU6glM4jWU7pnBTgwVVoQb7PpvitSpFa
DkZbbdxUlC1WxvcLZeKH+mEBL0A9QPFHp4uQdMHQRsiIDGmPhgKM/5F+CmZ31qfeFNCabfKJop70
Fn1NwNaPnbip7so4fu51rjXrcpbNPggCSzBiw038FpO2VYkVNUb3/0j7sia5bR7aX6QqrST1KvU+
mvHsif2ishOPJGoltevX36PJvUk3W7dV9leVPE3SEEkQAAGcg2HtDbe4+Wi8QNaLzIG8svk5qWQr
mhTvrM7x6p9cb7Ezv572AFkbuhttFEvgKpWIfMhKm8q8QCQRhb4xuX4JWQN/v33pFpX0TIriId2m
tXLThpQq2jT9PrEfJvnG/rotZHm7/lkKSKTVNBRHA/OY4TUd0ObUuLukf2n4iohb65hFKPZYJ7xP
o3m30mI7VKfCvq8qfzUlsbYQ9T4gD6pFMaSI9sdYvXXyoZX7/22vlEeMw9FE3PfzQswn1HJc4zRN
298QgcF/FpigTQrGh0vTYRdlyVksiyBkaM4dHdCqapgDhPzX5ragxUNx8dhjOBEbMfeloCi0BOYe
4DnZ23JnDIlXxIZHCNhDh5WwflZT1XbMT3cgNwjSXmpsofPG1I0GtoOCrlcDkX2/YeHf2vhXz/gh
zr+PNFxZ25L3OJeoXM+MoVW3qvMiYLrmpe57KErv9u6trUm5mqyreplrkKD1w0F2j6LSvYacBAND
qgzsZpvyr7clLpn7T2vjUMx1QWb68rwwm0ovUhf3dNDxfvHG0keLVvHNDl9vy1nSCyTZkWEHGaVx
pYBWX060ElDAiR0q/iW7a6ddmq4IWTogZKVNV8ecL2B3lO0b85zn7WTDstGfFkf/Jv+Na4QEGDBK
cPIEczQvd6tuDcJpBec4xEX+lWZC+oTmccA70Bjf3jC17fYzI0Ac3ZrRUDZ4apTFUKsJMR8HVsGZ
3Ngrn2qQeEY82epmUOlAJYHCVjo/czSD3ha8ZPBmpgbiIvcOoNf897OYTPCSVnXc416JcVvx2HeT
nwBC/7IQCwV5VN5MHcG6Gq3TmPeDGQ9pQJ2MvMgqAsXtYA2nqunCtRh3IW5HgIs23zlvbaPEc7mg
KpFtH7ExDcok3Ik4+WLFw64zm80k9gM9heWAUENH8731Zg4gV3a7J9K14LRlLhp+UwN98m6CUjSm
t9zehIU7cfFhszqf7TTpu0ZP3S4NMKL+a+xiginggiThB05XbKXaND4r04Uo5VCbsaCx07ZpkLbj
rtA9EZ+S6a1lrmdZXwzrEFYBGYDdT7ZDyuF+ks3vLBU9zQRIGRO353KppdPpWYhMCXx17Y3Rh4nW
49I5mtmft+UsKC/W+Z8c5YKiXji6NXHSAOw54Zemz/Ojk4yvdVc0K/dzURLgtoap44ZSdcwtcybN
6aspDayo2DjOtzjGBMGB7G6vRwUa/HNwZ2IUK9AJEmaVaaYBAQyRuomPbIM3FeFuMrofaWfDBoht
2sj7LgK2t+x31G32tjlUXq5PWxa1vt6vIQkXl46rCzPuzqUn5ZskIZOgPS5UAhor8whIicdXSr8L
bgkmjxD05AMZibjlUl+mTCtHVLpxZ3WWHGQhN5kzvBEpnnK9fR/YsNY9uCgQg+oQHM2VOle5i0PY
ixgvtzSItD/i0tnok1d+bdN+kw4ft4900RydSVKuouUgNiYCksbx1TReNY7GcWApCEOyf9wBjHBb
3FJm2UJiD/8iKUJhdS+3kqcujwXX0qDn+uTrIudbp+rRYmfpkd8MoG4cRApEF5C3XtpmaPLuInGw
q8LAJNH0R1g1wyaWgBze/q5FJQLyFaVRy3Ywverys1hvDp2j47Pq4oQ6sycm6Znty/8mRN3rsW1j
A1SHAchRAEQMemPFWS6YcBuBLkVhDDGB4yjhboGmvoobFN3Bo3Q39vjUzpm0qHoCW964vb2YeUeU
gBeybFhyNHggwFZsaBFC/FDBtjmF9U3K5hC39eNtEWqf4mxuIIMiGEQUBaepvBN42XU6LbBhzSSO
BQOnZ4dHN/HcGnA4E70+4r0EUjovPUGyr2bP/WgYNhQFiB7A02JE2apZ+6YFTbn4JvNSU4TpoFDH
WBq4qfXnlEyHDE0Tdp746EPvh5ccY5cLo9t0zYOUNZRZ/87N8psNW5nayUowsWAmLr5FsUtNyDHv
OUIfHNoJ7SPpMurp6VidaFsBgjVpmA2QT/3+9qksHjzQM8jGwOBe0bUUSVz1TY9DEQ6v/Squ8fow
9Ol4W8riNp9JUbZZjzB+po1chGTx3uVfCJhOw/fbIpZiWhutKf+uRNm+PqnBiVth+3JM5kJMZSL2
0uUHiz5CMJPJEUNjqXXQxBol1+I1NdkMDQHpDQgGLlUobU1ZtOjCCmx9T/JT3H1v3vR6xRYsWVqs
7j8pyuWpylhMkz1lgZY4QG6ZQ7PNMsxYkVVjZJukM6Y7Slz5B++5PFbtoD0guwWojSYi39BAPcR4
jZmoPAxXwr9lBfrvw5SjzeoyLvqSZ0G97R61FX+2rDf//bhypqStxxBGEG2beuHVjtiMw8+EPt3W
nLUDVLxFb6dWLRkUp40AWI2o144fdQxqfbYGeFmTNC/3LCjXi8aduSzR6TDsIvN+OnTTQVq//vy5
0JT5I86ENHXatzyCPg7tScz0keGRgbrj9p4t2io84CzM9ENpUsXepq1Arnvu2W04pvu0O5hLXv9w
wcBSfr8taVG//pOktmuZeTPh8OHLDdqfpvaZJ+R3jNOZBOVqkQh5+9GEcdoU+oPRPZbk7fYS5pj1
yrmeCVCuSJR3nDccm2X0DqzrKRexl9NHrr/OgUkEMOi49oJYPh9HJ9Qx0RWqZtpJaYQ8HtHfOnV5
vZ/qMHqq83AfoVk/h7FCFN/ylVUu3lUHr2CUQD4xi5d6V8IMQiHwmhD219S9qwn3HG2tA1GFjP0T
RJxJUfZyImwc8oHAk/RxYA9+yTc9CFwGG3BTE/RAk117mPz70iIA7ZnEWIy0BgoVb5YOeVw3B7WF
A/ZmB9OR5LCx0JLVOJuiDZFraV+oUaxl3RYicpQ65vI9JqUQR02OdkM3dwPhe5Mq9kg9bvr4L8s6
ZfqfzT2ha0/hxTMgM9zYQi4CFGyXZ5A0HEtp53icyXsdbmnftKYv7N5d6aNaEzT//czIdHTQm7xE
3ITWAd+hT7TBSyMavdsXZ/Huny1HMWWYja51GcFyUv2AVvp2JfZRQf3/KBMOBQ9thtKrqaxCq9F5
xiVWIYqTAcYTozimRes3OUowr0VCNlGzfaGraLLlZbk22kbQRIt62+XmlVle1Yg708A0n2wa3dPO
XXHKi1qHJNv/k6CkKjJKB2AR4ANat/QGi3pmon9LojutEhgZGgeDvRZIz0byysadSVTe7WMRJtU4
Q1OyWDtUJAYyrtvStkBkD8Lf2D2Q/sgNfTPF2R+1WMsA395R56oihHkqekqxXkmKo9nkh1KseNVF
1/3v+hy1ICR5jdBvwPpEb3ntFD2yxP7S2MSz+Ro2YW0xiolr43Zw03krE9Rr7teerWu/roRUrdaA
OGPAVonTsD/cvq/LFwpwCoJpHgBVqLvUJVrZTyk+vRStL3m370qyicfpWEzGn0lp9T4KqS/SbV9i
GQdxu9bVv7g4F605gGO5hKp5bdZrVDNmYEyNwQeeCbjKcyHk8OP2MpcaLpG/RncEGPGQo/tE3p5Z
P9eMcyvjRRYg8+lPqJYPubGZHLwaI9Mvqzu00DUjiCVPAB4mzbRNO30XZvGhSTFKlEa70RBHyY3d
IJKgj8lvREznX6dYzaopcp4M+Dq9zryoZl6Vvt/egKWABq953bVdgyHQUwyY1VIrrQSwQHl2jGS9
5YnYdf0IsDaiA7znu0Nh881tmUsRzblMxaSlhBWlRuc9j77zzvajtPXz6jXEdqb1x21Zi3pszIhw
HXVNuAnlknR2Jjk1ED5R6z1HA2Eu3GMZDV9TcD1NBbm3wWojo+0QO9+SFJMDV8Qv7+9/4mc1P9Mv
VvI4Z9GYBcCRgcoj3aN0D7ia2HdCv2+a50iLNwNB4668E6gQFX2MWSVIHmzaeBO3cocmzp2L2GsK
J98u1gZhLPl+YwZmMDY3lqpFHCNu+jh3sDnGuCuTh/w1rVeii8W3vGFBCFbH0CmivqlTYsnSxWu3
xMzHLATHVv1sOKWfR/pzzQxfhuGW1QBgd2tbP5+s6sfOJSuPASMDp3tn6jC+/eQlNcbo9A9F83Oo
forhp2WBwqVAh5m40xBWGqG9rdeMy/9n7fMsIgocBGrdl4evmxErOyrhu/XKp+KpZKBZ0XS/Gyd/
MtGz7uanqLmTSbdivRdvGDJANsh70eem5sWb3Om7Luqx6aEZ5A5wMbXlt6X0KKv3IlkDMS6q0Zk4
RcnRwJHJJB4QMUTPaS/2WvzkruJK1takRHhTIolR2i3SJpb0hHAxEOC7kZ9ytzoaab69fW8XhQGD
BUgh8s42UawGK3sBlBx0x5Sun/Rb6WD4hv6tQiJvSlZ80JosZffKTrBCzvmgpNjyGu+5+seoeS1e
P8QWa8PUl4If42xhyi5W6QCfMguLc8yGoSdmmDu0+/oZ7sLtLVy2vGeiFOdlJZ0e6ZqJxAL5kcvy
LjXvQkfbRrz0R/oDoWvH0SsvgqrqViK8RX20GVir0eVpXgFcJ41I4hYwugaL/ab/kInw+2pFyKJl
x+vMRFkaBA9qTyRo4EqjabGTRsz2LDrVPN+kHYx5uGu6V6QSvcZY405cPL0zmbMqnXkTiu4ykvaQ
6cpjbn4rbKCsrXzPHPp8+/AWBWHr0FNAUQv/tGxnggB6Y0XXCLjobBj35Qg+yAZdmJtaj1yvacuV
N8figTHkRP8pPzPlusVNJEXTww9lUe4Z5luXSI+sJQc/Y7krh4DmVcS0NmLaK2SazruyqWAVezBf
NaxujyFFOdapDD9vmVeT7E1yvfSmv3id7Su0U3TGLs7TwwRO8ZGtlbYW99iFazQB/cYeK4cpGz1r
WxdaKtsHUWP8Kitbz7anrcURBNw+z6UNNg3ga8CMCHooFfIdOWHZhqaNKAgdpxDVdW/d6o2fDZW6
v+dClAXZpt7UyeAA/R9XG1mccvR03V7Gkqk8l6BEjqA36c0mJjjBMvPN9m+j25PY8hrUeU2A/24L
WzofE/NIQEqBuiNaaS8v2+jipR0hfEPzSemLgp+qYTzW8YPV4jbcFrV4PPNQ3JnPzsJr5FJUhRYS
BAEsC1LCfQn6lBrdVWsQwDUhyiXLaTPmMcHmOe5b0dVekmyzPPsfV6I4Mzs0eppYFLwW3Ylphk+K
e02u3ZxFRTvbLuVkihRgoEpiu/TeZwexRtc6a9GVHqPRHQyDNuI2R1nD1HLuuBOQhR0Rr0iv+nJK
McPJPg2mvq/L6q8odle2bVGx0autO3hq6+iwu1QAcKZqqYW3aJAkInAIWmusY1KhcohOZyQ5b2vb
4vYRtA+DZgZIJ0dRhMqyQ1E3KcD5egNfDOa9PeNW5d+WsqhuBJ0SAIMC76TqdJdbRawNOXCDKch1
uSls3yatAX/cF/vbohZvKmHAp8NZAa2tZKwGjbuO1AFRdHt7V9nvMo52A7gOKX+4LWh5Tf8KUuv4
DTpWaVgC5la1rie7Yev2b2lLVs5nZTkq24RoaryZJpEHDg29Pmc/JHuMM0wtItH29nqWNAE0aWix
Q34RjJrKAyUdy6y2SZQHYOVHxxWx2/QvIBPWFG5JuzFABFQQ4GsBNEYRk3WW3bYE3qcfu7tRg4ut
oupn3BrPtkRlPA9fbi9raQNhsS13hrqjy1hRcNbnUSR0oGiFlH7BfnIT2ROt3hX9021Bi7Xcc0mK
qQDlZzT1ep0HHEQ7vjnG6Jh2a+epthnZRTpL/WqUzdGO0g44DPdnS8LIby1dA/eOG3BNEL/Oreg3
7sP5VynWREt40g0D7kNlvVP2t6GD6vMU52tMeEu3gTkIJhBhA5phK4s3+yKP0ZwIO5JWW9KcZm/S
N2ucQkvWGBQV6NNFn9fcw31pGknGmDWYAASaZR2BfHUTteU32ohTbWpb3iInnRgr12JJf3AngBZw
GFqhVLJO6URNgTpiDiDlZHlx94iBx+BXzXRwq66ZyTVZ5uXy0FDWMMwznqMM+meRbNuMbyIkBMJw
2txW1qVbiDQfUPlo2DHBkH0pCZFTCW5QJw8scwi4YwSYoLk16maPGcC7KktXemCW3kfoJWPo3cXE
EXQBXoqzDWlXeYMmaHD15h5pyUM9/Gm17l3s3FloAcL/dXIHsmKhVcK9z0IQ+thMAvwTBe2Icvcx
YYQMWgyYrRMjqxQ3T2FSfymQJMiZtbccZGynws9Lfq+L/o5MoZf09W+YHxeMrmAMBgTIVc2dOfJk
NClwuO4oTr2gf+Tc8qu0O1CxVh1a1B5krtG0jKNFy9flJkMn09JwgG4ophHcq/0DRXNgNzr3bDX2
XhCFagz4gjDZg+BZr5xn0RTEdTEiMGDFO5OYhNUOG1FQ9Au83dbTRUF4CSIQAsUXUGyXazKNyikE
xQkK495hzmORfxTjSSP01x+djg6kAYhEDAN5DsUrOTVLkRYDisLW9GOEtsZcr/e/A5m+kKLcOmEP
cc06ICcqpK04fUqcyOPlb4SsF1IUK2JNTVzFMwqg67QvHXoyifZiahjsg5Ryk2xCujZmYumeQeJM
6+N++gDllECy3ztJNSN4KME4HZL5bvpEnPeRwKNX21KWXhl1ntD/iEAzB4DO8baWLDgfsHEjbJlZ
ZnDfFc0v3ULr+lLHPbcHr8o/8ND4HfKfCxnKc7MmqIyYLWTkduWhNG4x23Py77+xENT4MS2Hwueo
/R1JlqEWWYHMhpsftEAqQj5xd63ZYulOmToITBhK4yiRK7vVTkLvRJmVwZTY5b4dSeWFufWz0sUX
MGrJFU+zKA08rmA5QAUR4i5vcMvtwXFTBmxINB2liQk5QrxgJtKmKNamDS44NYzmmU0tumOAEFUU
X3dA2pjYURnE7psMvSk/cnJH+4O1xh29pG8m/BiyNUghuSoURehmVZFQKwIiym0RNifkh+/Tznr+
dW04F6OYi4ETFwXZtAzqCS+lPc09t1/Bk8w3U3neAkb930qULTNZPRSOxcug7zLP6D5aDMv4nUWA
vYyhUwYvwFk/zrKHbR3rJW2xCCLeIYC4b3r3cVvEQnQxY8H/FaEoNB0aNiVAwgYGAMheMnbSc5sJ
7QnbNAHH9mBvNFHdaTl5vy13KeJHzhcYIQOlFQepocu1VQWCw4Y6INkopbV3q7zaV4nVekmIcWa5
zmB6EWjth8F03nuLAoJcUT8tuLVlnNpHlD65r1cjSCtvf9jSnQMUm6LrG0hHNJsr3yX7uHeRtQ1M
Me4dl+IxMu1G676c1vJiS93fINgGB94c1sFFz1fl7HgHo6vxIMBVMLhzHJnYTenREmxLe9dnja+j
lNon7gFMP3706DbOLqT9ZiyTx54NvilfiL3WLLWk0iAmwOAALB+ZVOXWyBHsEVFSlkEhHOExaUd+
bIedf3uLl0zAuRTl4si+N8vOgs4NQy1hP6XjmzGYIFk4VrvbohbdK/wrQIQWaHGRqbncY6sszcSY
ihLJoA8qDL9Hm1mVzEXKXgeD0V1lHAbzbizQ6O3SIxHDb5hw9OaxmfIMQJNPSP7ZGVdRzkleyBKl
yxPGSuTf6qryVu7w0n7iXUfxFLFchJTKqY09RoY0rcCp1domyfaTDDfxsPIMWROiHJoz5KCOoFhI
ifY2xF8MvNjmGrneohAkG+CKQNuJN8jlabl6WFsZHSAkfkJOwBfyvuj63zgS9MOgCRTVJuyXYnnc
Pp9KhDwVAPl16dHsvur4T9MBIjH7nXABHVLztFX0BqBgcLmemoOGrmlEFXBZ73mh/RjNv4w8ucPl
va3nC+4bHsK2cK1QRaPqfNuR6wl4l5oSLDlN6LmVttOa6MQonha83zj5H7fFLZzThbjZjpxpNW3C
HHmwugxYO3ph+d1IUWcqxa/bCSByPwtNDIHd58y7MynhkAs9DnXoNXqCi6beR4fESVe8+BJWkzBg
GOfzsYGYnNd6LkWPodFDVQW1xva9az/G0VvVJvcgnN9NdbUpy+9opfULLr06zPdoHvHTrFm5XQuG
F+U0sMh+soiiwePyIwCkKLKkrauAldWxlPJUrFHvLmgIAH7IiaO1c7ZGytVC1aLNWp5VgZzJ+sOH
2N5HmCFm5bEXDmuubWE5SFYjrECdzKJMBYBQEhWMZmOF1IhhTRtov/jmxDGebLf1cGlRqKpjfBHw
WWg6U4xSb7fhNI0m7IXbZLtcmMWR9AXfdYVteGEFnB+bYntFLRcWh1gcFSasDsTZ6pCFHHW/vgNJ
W+Bk1TadWowk5eZvQN+xdTaOaoZHgrTnUiEagzmaO7gVEBgu2zeVlp6S2NVOdjnUKzdgYRPnUyLm
DKahGB9xKaqQeoukLuolCf6D3eB01skWbeKRiVi7okhcj5aNtZI0WNpECEQWjaI4BD7VS6FD47Za
HhYiyEL5XYvnFnU33N/WjgUrBZQgAO/I1AH5qNIhJqGjyyG2RRDX9wzUG9KtwFyxxoS1JAU5MvbZ
YIn+LOXqpk7Ii5JyGVhgz6XTG0rCUtv++krOZSiXl0eDWVs8lUFWWv5eAP9npCttGEsHgs4BvGoR
LblEzYA13WjWrE8kvCI/sEn+zPnvgLhBPQVMGNrkcCbqI9NqDEe2ViWBZCb7iGLknoi2bRsebu/W
rDuXDzMsQp+z3DaeFiA0vtStopT1BCZPPNJJFEj7GzGkJ/MGA4TXCDfXJKm3lFcZvHtcAnrxQvnX
PATGjnxJta+3F3R9NlgQ7ACOBo+1q7OpOSXNaHXw7j+M0WvWnuRrP6+kGSrwOkUtIqIA09k2Dt0U
Kdn8bwtQQi5bkCSKWyyg39Z+e7z949cXEE8V8N0jvILTAVvu5XGjYWFsKoLPl+GeuhiH3byzeMVG
LspArhZZAwuKpXZx66JAYjiiOAH5xJJ3UBfr5tvtZSydAmzIvyIUX+aYso7EQKC1bPSK7h0EdLcF
XCsrWKhgcOdrAYepXgu70OMxw8DaIK0H6cVEbwNpVKjKVxX3B62fVvzkZ0hxeQ8vBSq3oxp6wJJA
RRPIzmfjvqo29VsntjLaaaekuDe6FUVYW6Cix1FR2IOOemVAytDymS3C45BrXwsdjamWzOWKxZyV
9np5YIEAhpsixJ8P9CxwzEMtLlprwvI0q98UDaBWNuIAo5dbs/tbWM1mMErNC8d+xb5dO+x5X+fB
XAivHMDHLwV34ZRQDJtBzqbb59UuL6INZgKEdewn6dNtnVla41w/mDnVAaBS2c4BHeNtYSLAcqkM
crDfUUxewuwGlu/MkHslox5ZC+quLwLQhaAUgpeA0yZU2dcyLS0EOXodWNbPZqbYXmmlXti+i99X
tq8wOe1TC7/fDwkSDw+hx6MvZeKlbGXzFvQRjg7bhggEvWIqFcRM0elak1kjqP+7zx6gCw4weflq
ImlxQbMYkGsjzlFnn+R5jZn0Q1gHMXEOFQUvymurlf4kulPmrNQF581RlB4uHIIQKOCtpHY6YF5v
Ppl60sC3Jl4JWhs7xmvi622tWxSCOSRz3nPmelFCKllqU8RsCImwXyV/79pdVr/flrGg2YydyVBC
Ks0Ap1QbZQ0IZXSfZfyEeaP+gDERY6Jv4+qn1afe0JjJyotlUbkZRciLWAs3S1E+2dkhGce8AfvI
c1E89f1aznhR6fCaxZB7VCnAW3lpHDJWAkxX1k2gi8dsCJGjGTawSINpbm9v4MJKUB/GgC1QtCKH
e7WSQujW2A9tkIDCYWv1ojvWTeKuOZHZeysKh74avFlR+UYHlOq1Gq2JQ7e122AsJj9zs/cyZved
Yez6tPFI3j+Pbf5sT8XJSfYkPRnsnXTfbq/0WlXQdoX2npmNFu8+1dDDP6KySawO3ClhsY3RWbDj
momssNmHnjTTbBtHKM1jtMnRGcb8eFv69YFCOhKHDoZaIJek3u6mQljYCNYFANz5nTt5GSbuMWB7
ycqT7NqMXApS7K7RsSKMQtoFKT8U2a6vdj2gPdG9RtbOdL6/l2eKSjscF6qN4CpGkH6po3USSlaT
DnOpey5SkHhn4qRbBdsWIM71kwkMlq6bhz66z6VXDZGx0/S63N/e12sjg48AmgYPXrxGUDe8/IjE
yAlvoMFBPoWbIQKDBAbyatJeufALx4e8LLp7cFFQNFQT0EMYFqPTg46R9Vv+WEczVDKIq2JFzLWO
zm93EIBiagQeP878GWfBSI3aSUZTCVZBR+h3ldVO97EGrJPVZd8bClZuMur1wc7GFzSiWysByWcm
7vJAQdMKdA4o5tAUjrF7l9KrqZvYUFIjcEBcNNoYhjVhAvF99nfPN+mdOz2PJvd0jIdsd056ap7x
Q/sxfO0+CvslDY86Sfw1DrbrfWczjBksi8AlIvM/b9jZhuRm4QBRHJtBMtTVdpS6pE9uwTvhO7FT
AphXoaKzYhIXgEog1wORzwyYwFGr5eGuNbOuySaMM6KdZwF6lrst4I3MA6mpZwt3U2Z0O058K8mv
m2MUbTEzBNBDJMKA0rtcb2TwrKwzwwisXMMUvJQ4QZ004vX2pVnYVTQDoZMLzwdwm6q5IpHJDv3v
EXa1SIyj3hGpeSXgeF5r4aHdg4pgxShd31L4MMSDaCKbuUfVPJjg08BoNZoB0JUmKPsIuLR+ZNKR
+T0fyoStaPLCmwXVL/eTLwwV/qvyXylR1+BlbQQ62eTCtymmuXmVtQF9Pga8uQ85YDjDL1v4S5lK
KKLz0JE9K41PMoyqf2w3pYOx4WtU0wsmAiyx0Er04oGlhCkPzFTgUYFMnxHQ3O6kPzmNkftZKQu8
W7JUlD76dTE3hFXNtIniCRC0XAN1420FunYyiL2Nz5w+OCCueJ0xuIxpg9bhIzTD3CPHxDYDOM92
Bpf06EzJrm/tZOVaLsmcY3CQsiF/gmrc5dUAUf40gF7PCIaRBSOJ70dUAL3SciVGfehB5PKVRS7t
NLo1UPCjaJ8Dxd2lwEyzarsBl2FQFP1fcQywItgmzRwtlqCdPBQ89bWy9kQqV7R34bLAC+D6w7ui
DUbt1zVkbMpkgM1Dl6C2ZUPffC/N3PUbXnfjihNfsAQg8IATB/4HPbIqO7qb5wg0Mc0AHE/Rc9MB
xp6KbUvARYTY5LbOXEea8GqonyLtAhzBFWlu2muV7EAIh0kAdvxdENntTE3qK5u3LAWJYjR14t6r
fXmRk5STAQsUoK868fKxag9p1a91ii8dEV7v+CGoBQqD87aeuaW+b8o+o9wKWJZPgW61H3YcNb5A
J+WKVVmWNEOF0XqL0ojqk3HTUp5mVhBmzo+hd15Gp3nQuvDn7cNZFAOvj+ADITo40y4XhHI0yqdZ
bqHRxgSBzxC5+zlbcqiEPq0k4WYXpkQZWAuBe0UYDsc+PxXO9m6KdUerI2KCEz47oTHKt8QfQup+
3j1amrbHP7+8NFTkYDUMoJYwTFdZmqDUjFs04gft8LWYMs8FuM1co425VjtUoaFx6MBE7pIyRYhu
Z4kDgnACEmUbEPVq/MrJkK4YpEUh6LhCoWUeZcAUg1QmEvo8RBBi162+EaJE2a9nFUt+RxDIwXHJ
HVSTVEiM26ZVWTiCzOSawjeLHHFPNBXN3796Mjh+1Esx6gRmHbi/S03QJ2lzDPkkGIha5/q2dmkn
Dt2IEMhrC2Hw518XB73TUYtDZQQP60txbRNKcLrFNMiobL2Odi92zA7k16k60HfzT/Axo0UtRczU
ih4k1AkNYk0EsxSQsP1y+sZFrycya5jWg6YEld7HzXJSZlpEg65J3vBoCVHlo3+LjK0h8a7dwywI
rLWfSUoY7cstsznKvyFLKYqK3+pUey0x4ii3d4mxliBYEuSgng3PYGPalDohVfatHlYxKJxJ6fpR
D4beCLB2HczOa8dzW9LVqM8eLZp6q+N4QJu1NZtvFqs2fQs2TLbmW68DFgQq/64JAyAvNy9uhIsH
KSRZ4b1RygdwMVVa/WBEAo/UlWzo8qpgFDBqD3Td6lu8F7jGk8D+mTyJ/SIy452skscyL4u7gtUr
F3fBEKG5DH0W6DJFm4+6shbE7W2u94gaYlTmPc2I3ik6nf+6fV8XpcyVMsSZiMBU1HWSmk5YmMIE
MxGvhFdYptwbCP5+3hYzm+ZLfwSa+M+2bWwfYktFx0VlNFGVgyC+oVm24S5gO5mmW74gxrC9LWpx
RYCAgHoFOBD02l9qRJmYRtHXDSI7O+l8cAR34P+gbKWisSxlHv4M8wADPv/9zMGCdndiLO5AdcFz
9xkIS74jRcw2t9dypd1g7oXRBoCN6kggqh2WWg8ivgikR0GbR54M7WcMjNvUFtw5tV+ssl7ZOrXB
B1UEBAxYDLZvzviqzsKpW1a6POxf73SwEXntQ7xDNL5Da+NWPg37j9ur+5xjeqYVV+IUKw4uKb0g
AuJ6v/TI4N2TzMulL7eWb7zrwdb8+iB97VF6fkD97Vuy++i9fJduTmssrOq4n6svUeKlEhN9nX4E
xfU9o5tv7Gf65O6QEX6m1Z3/9tF8HwM/9tYayVelKkrkZm3T5RWkbqLnXe7VB8cbfXOLV1D34Vnc
xyu+2Mf3a/kelQbxarXzbT1T3i5zpNAZ9n18s2Kv0Y7kpM1FHX/A5Hn9z/JxEH7ytXlvPsQY+ahe
JDv3dbL/4A/AXBSg5vpxWxGUR+DV9yjWAS4pTusa+5B7VuHt9R0mcfiVv2K+P1E8t9RNCfNrVyd1
JyGm26STXxx1kCN70cM79753W++l9ZwvoKGKnk1/OE4e9em3ZJ/fm38+6Lv9V/c7OiP2oef73Ye+
6zcPX/Wd5T85KzdezYv9370A1SOMJCZqqmCyMMvTFFSYw2vqdZvYj/1o2/niGPlrXPmrkhTtS8I+
L6sRkqbdZnjlm8xLHxs/3a1su5onulqRom3UHlgSglPstZXet+5Y3dlenXindHNYS9usLklRJExD
bSsnw5LIffrQPrT304O7r2ov26/dXZXF7WpVijJJQnKwP2JV1UZztiHVvQ7Yo8E8GtQrPl6G+FAI
rzrluY8OAsHASn4EP5E8RXxHy93t+6Mmlf/vxwCyOntyVLqVj3ELzPo2KTS7Cu4ZJnp7ILyKvfT+
kY5euftgB3/a1kd+J+/7w5rCzqbx+lb9J3t+ip4ZEzLh3WcLbMQgN+z70N7JR2mjHdlvtuS1fHJ2
Tbyzze63xM5QMDS76oiQlCUPIPn6P6Rd2W7jSLL9IgGUSIrkayY37dZiW/YLUS6XKe77+vX3UNPT
ltJsJaYvjAYaKEDByIyIjPVEXQRqcwoCu3ABIXr0PyMX85aREdcRETCM+VsMKWLuBW8Emwmu/3Pa
N6QZjtU09nKpG54tbTupgI1N2k7X5FWX6lMecN04LSwmUdDfKGAh+P3pyi480bbGzZZmtex1rNbJ
FpH++Vh+eEQYJ1rSnLLtcjA0WzqWtgrJ2/Ql4l0YU8n669S+OWEe+6BKknk/WN9Zc8Lb1ga03Emd
VUbLrlsrybPKa44YlP2HYKJ4/N+jY970XsuxmK8CV5mRforLKRV57hKPJen+cspem+VhCQoy0bMD
1jzDhrZGa/FyEiyM0I+zY0yokyJLGoogpFryjHhGF2OjMn2bkaVf6dVrQ1RDpY9lgp06+oumhhdo
iqULWC54z1yEoCuIHdBsqFJR5wub2S5vgfEU/orTVaSHxvExwUFhf17XNz3murqLEDj1BfRK+XOu
NM/pO6rY9bNWZhxC414u5un+yxlzbRe0BARxfWlP5w+3JQl9kvS30G7swm45JRkeT8y9abHnX1Rf
g4Mnv3oJcQ4OLTiByPibd8MN++YJUiKVg8MgfAXPl5LEBEiOK1efcIzE+Dt+Q4ixuJGPscq+w7F5
X2cYWXOBJXOdPiOrf2UpUFpCtX4QPHaWrxOExImx/ApPa7B17Z1CX6OTT+zH8jb+aN6QYfipRVcq
gaEBv0TG0DKVQxMFOmt+eg0+SyM6Y5fFfL1uPFJbk+UXkLmylcNJMY36vTdfwDwkdZ/P3FzGF/gI
f2hLCnNqqeSXyzvQwX7/UK0bOkxI7PtuWqpZOhzohfqm86Tq0uIt3Df2lCPwHI7Y52qKPLroFKCU
GO72Qg+OHSwwt8axTTwqzHvVJ6HvVzmoiMfLaU59PdMFs//6eiwg4xbw+9hYC4iBGh9rtEDG+SPu
kC61oj+aoeqOOdmHRrpZNoRDcDBxD+6JxaRLgOztziMQrE2F7JJNabuWuNx2RFuspovHxHhnyBhB
IRCaaeWCFtbT/rpA+GRjLZ159SgeFcYAyh6q1YAvak+zzaQiGnGJcFQ2Kkk4Ij78DntyGAtVkelG
OySWSuDfb5zQZloWotQF3akUatEIBCfXa89LrDpteLhZo1E7ajVIOyITiBTTwPMNrVju61C4RO1J
Ie6qfkp3Wqr7ukQUa2okDkGe2LyQlerQy/u/CnBuaIuDR3JDGzURNAmFoG2Gu8vOuTzVRvUqaLpq
OInxWEBGxf+WFqNl8rzDUpwUtKpkJfXvWMcVenpXLUJDdfRAeJoXKLwvCn0G7ZOs/ydxxvsoHSUO
tSKEIflyNit9ThvLRUg++FelBRCsPYfemLN4yyzrfQh+WEsR6OVocDLOnjGhwkLex6sQvVXGm0u/
EocmnCdo1K8b2l+AZwTMA8RQ99eZqY6HQbPhCTpsTAC2S/QwJ8hazvTj8WvC0ZFRT+GWGuMpeGIU
AHsH1EK926YBxZQgEhrLvuO5JGN27JYQ87LmiesH83ncnnRMtKHFm8yIbX85xnzLC8PZoeWrl3pL
ilH8VPDzqVeApzOgH0iwlX6Jka6S2uAJCI8nRuuDuXeBlQGhlQlA6Vdl5S3Kd1t3aEV4rveY0bzh
SWKUPHbdaZd2IOW+oIxRrCe6zj03Hg1GubviEnoheu1OLw09r4Ltu6ibFx2FLiNKCT0iGfbyWMOu
ueMfJvpb1iVGo9GmPA+rGuZktStoYHx8ZGSxMd/Fi3GSdL8zqjUVVkdXt2m7oXaM1Nri06ePP4Kn
cGyHqANoVdGZDre4Sc3Ape4CA53Utl3z065jHrXhEB+xzLyxeZaLedWD5Y6eFRLu5vqcTKlPFJ0H
h827TsaQyE5YClkGSgHRva2kuwuVfIoc/+QKovKDH+CKA70dT6wkMAZEbdIQi4Wn0GvpV7kLZ0b1
Vn/MyWyNAPQgkrlh68did6TNCsknsyMNwbny0omjT/3NRzDGpWzzaaJc8BEv+iZfX56mpln9yki9
OLwi2ebycB5Go0WUxv5mmrEwQVLnheKDXqq/nGs9o9nvLaV7Hl/Dz/w4W1TogcAAHDigIN8/BVHX
FWIayThbOBZGs7gQqvAegNGju6HBHF0aACUswbrSkx79ihSjtjVjrq+nz8uKrDYACeGFv6MZd8Cx
/c0Uc3ZaqeXAygFB4f0da2SWgWu65HA49CSj7jKydovTRc9cPV1mxy97n3zs7YtBn6nRftWGS59t
etzD9vEEeeDz0VkztjwMVOyIBEzW6Ty32lW34BiZwZI9+PnrO3zjpIXY0qpEKX4egNyuJR2XS3u/
33Muc1Tjv4/2Gq3fEIlqZZrlKohcey/1PERlgnIevcE+sYyg6IjGBOxqQ62TOSchn4oVknYQ/ctB
DKZ6Gsw4JnKQ6h8UAEKFPmyUHOes1LtJkEo+8DJOceObadVQOWuoO7fjnPfiXV3jH6QAJQds5Rk2
FLAQefUsq4o5inynzYc4twCaWZLozyGiF1MzpCfLosZReP3K34PfNLd846tZNaSvjU/OvV2byR59
B/PyVuWlrrK67U5nfYNlpWSHcXWCJkt8CvY0EIvm5Ih19/j7CjcNaWtjxbnW6c9Tn4uAfFbQ7wa0
O+xwx63cyE7jzy8Yrimb0+RCsG9gWa8jQ/JJuvLWpaHBvS6tmd39C7/mnuwgbjdkHXQj9o0MsjJx
cAHqYq2S0OA9hdfS+/0Bgww0A0YbSXq0cN2TmTZFLjpV15zmliwQZ+nGhkbiY6+jHKAR7cN/ygJd
ouk61nRM5JW/3N8xqusFus439Yvf8rzhn+bg/nsYLZqUPWDXex+hTKDJtZ4oWAczreTmKxVSgLwV
U6C4kHyaZSetq9Wt0IiKR4SmwkCVIyVKTBopinkm8FoS+nlKmM9FwQj96eyAeaT4MwcdB8jFkwSA
AiRY5gIRt7NdoW+/Yvpcb47+Jnl9bBp/PnLDUXwTZQRPEMV67ihT1ACs7Lkwnd0RrpD9mMZPwwhc
WDRUYWBQGsIDxnvWZtjjNM+UQco6IzAuumy5FCkUjh6PpEPv6TB6HEalV2Qp6GDlm+m99Gb+Ot1G
i5SUlJcYus4KsJd1yxPjO0+DTvG1BLSaZbw+YYBql6FjQtEvgSEuzjAfy5VLZBLSaqXSUp8vZxjO
M5LDwnIvuv+rNySzp4a31gzf0ZV9s+6IrCu6T+qNzs1R/Hw17g+GueSqDTA7A/mGZIWLzNicVF0x
Zos5WaaWQznXMCZRtyfD2JRc6OUQyGHDbZ+h4ZtfMeUyNKbAtzQY59rxq16bSDj94Z6HsXzXKG2F
TjaTZUr/99zm/ekxfmCmdNkFOJf/0ctduXJMw9V5K5LGHoBbjhhH0MnmCVo3QSTbTC10FvC6GMZ1
EA1EwK1D9xLbOxm62ArdRaj1QVLdP8avr2L18m+0/JsCc0xV0U66AJP4SMJ1hq+ntkoi3dW5ZnIQ
1p+a902HOamumiv5ZGiVkc3dOaTnhJjqW/0SmVznfLAXjygxz5brXOS8Da8c7TzL1yMaE4TBjc0N
gscV9Jsn5kEqBMEXtQyUsHvtlBE44w2RjnOClhvfcvVsxcN9Gck8DUL9N0U2bdllUSr7Gk7xpdhn
9E9Pt9HO1eljkRjJBd1TYSyyf5GCWpujEiaT3vy46MKbs55StI0pesB5yLgcMRbZQ7Of4Ay3FZHK
MFGR/dxO9Mr+dyeHaBsP9IA4yiJ2zIWJW8iza5vJu7vH+5wSlUyQfiW8rrCR3AiO74YUY0qbuFWy
YHolhWyFmdDLq6P75mTrLmhsRQXNOC/1+BN6Q5ExrMXcnblpjIqiv2j1j2DTLnu02bnmnuf8j9qj
G0KMtVCcIi6kANndzDi3CiGBHlJx8Vj8BkvwQ39vaLCWYlLnnq8FLerl5xDaFC45x8VjgjEQMnYk
K06KrOoqXGD5NwkWqAypxmMuxOFXHrHBGAdgkMnVpMJRxefc7Oj75bjBLDW8BEVHV81SoNNFRHId
+xTQIzf7lN4UijWmpmoab3PsEjILvXsKFkt5AQjmx5/G+TI2rK6m80uSZZCWjbTsEVh3uodrfEzj
GtI+YJ8Nq7W2rMpIApGXOiabd4eG8FlkPdc36pMj6S0VyMXYLg9EMzxLOOnxH6xt4vg01xblRx/B
GJdc8Zww0K6GTCPCZoO6WUBS+y1abJ9psvDM+YHnmY8IF7JO0wEHYWhq1hjh0sK28AW3ak7n3kSC
u7QLPTn+76k7lFjgWAxdzVPMNjJ8DRtwPWdoY8HGLRPpBLNe4S2gEwuwAOTLoZ+PL3PsHIESOLRQ
S9hzBGQEyPpNwJkFsTTpsE7shH3iNELIuTETdFXCIXU90pkAvtZjSz0A70o4PCYtjbzmd6QZViez
2JNjCcY0+6r1CdJdmGr39eELzpdNqr+jwZZMthnB/1x0hTbm7Ek6tvRXcGy30orSZL3UFoPkuWZo
KU8c72mkhombuDkZxkefyXUuR0O5C33edIrQIcDXyEbjk8o8qltj62zlBa/kPNJxMVCV0XkDZwCj
/swLgzHzPIs9WDARFCtjqNeYoe5i+xhVKAqoy2ND4uVEl0mKiI0nDcOvM1p1R515beQIgXbuIEcu
WDNrMzOmNrx4o12mRHmPreQ14Yn7cMcswTl2eQGQDF16P/C7AyfFBLgEdmWSL6Z6ZSFuIPJyshze
OF7ccB2h+EEN6AzAx8fkFTi9F/Y8rNo6UFDaQMilrExTNGdLhfi7fAUQ2u3ESg3D3qOdnBj0DYtJ
n7mu8nB+Dz6AhSuHU5lcyqG2UiL2nMJziCwsM94kDdku0QsrNgT1P469HvP5JGC+a0B0wJgRxnnv
uW77eXRJRRVp0NmyM0TTRGJv+4Sqpvv7sUaPFD+wmPCGEqPRAA4SfA9YUqfAbtELEuIJ7M2MRFTE
OhjqnmK0T/f0yTOMybtPXR0jzBHxqa2cpk/c2vyQxGDP+vZjGP2VO6GLpTrvTprTtss4FYN3Kcgk
kmb1ZYXtwx511AjDG0KUWxJAWWynQcs750R4H8GoM4ZPvdrNcPbi0dcWYUzLmmC3cm1Wsh4CgvsN
sMQqqUKaopsUQIyBKau6AKPGQzMbNfS3x8GodgWMbiw2VFA5yfTJWmppIlpKYksBxZ7jdrnxL7Tr
toq78MoVtvhZAu0+FFF/fB5jKbU7CWG8zLycYTHXVIODAknU5zqGCtaOjjOh8xU8iD2vvDL2Zt9y
zXiccYTRTjUG16WewCN6fautjvCYGvG67phiHIMY+VpEBWBKnGHxJ5lNU9LUhrcoFNphWicKiNQ/
TbXXSvv0a3PuHbzyJGButtxHcsWZah7Jnd/rIGPjgmEoOIwHbe8TsolIX9F3b+svNvHCX+SfrqEY
qaJ7C8Wq9Ji8ydZMN9SI6rz8xkj3Pz4Eu2+mIsazBsiae7MzcUrBkT23O72053d1847aufYrtLY6
gTc8eMSezksCjovXDU1G51PHV2rBB01hL8OwTI8bz5YMMSJPF720G1wPpqUcyksXjLnEd7wyaj5p
ur/EWpFRui7siWYrRyV+LzVLanUsDEfnZI0mSTMKaBau1NgUVWA9PYvTJVCFxegVA0SXwtQaIvQr
JS1IVm7KYJHm1D0+1sCREAwgRcN8OJ5bFTDv97dSCHNUVjKvO4mmRCdUW255WRoeBUYb+rSoJ21z
6U6R7esaDbdU+3zMw2Akflj2Gx4YEZ8KVacJ+cADET9oa/HEaNRo/P376Dq6PyMH22ZnZQcO9B6H
lO5K8kadj8c8XB05hgnAXQylQ+AXAF2DscdhhtoMAoHuVCxnlmTIoHQI1hr9M0d7XL3nuh4j13JH
j7G8vVQChW8CetpxyMYjO16gK3S+cK3G1CwFE2UC2iFOj7kcsYzAmsWMLnp1UGi46utNdBFMxU7O
OxTyqtk+nmDISNtK+ZRUpR27yK+n74/JjVzcHTlG9LLCTbTSBzkRajhRFSLF+0pVqT9NiBa9AvmN
ph4vThhxYe+IMtLoTrM5EMfgZwDc/aWyqk2E0PA38CafPfQcPmZwsCOs0Nyc59Xm3pxnNykjLQxQ
oL24+SlILnreXez/HwnGW5SqbtbNQpCIKo/G+YcfLv4FAcBtDIBIyHeyONqagoWB1SATagBHVElI
8b93ug6YKN8UmFdAnXiK5zldd3LRrH7RG47qjjjxdz/PGPtQVCuxFcGAN3ufzAJdw0MLCFXy+JjG
9PWWCcY+FJMqdZXhHmSsHlQroP44GAeKNaqFv2UeaPvImPH9kTHWIZyGitdH0+60Wm2uJXfkvE/h
71NCyYL8XtfGOliTN4x00thYHrFHg8abT+SMOUzzjpZ5nZzJrE18D58h9DUpxN9NLZMy48WBo1p0
Ix+MmShCGSPVodCd0C2NiqDbmO18xhGSK7zGD1W9IcKYBV/zqi5BDII2uo3ZHDyCKJ5o25b4x8NB
xJ5nuo7Jkhw97CfaHb/Uw9dKO32uOuuxGI1l4W+kFZBd94+ZMimDuo0grcL+8tQuokO9m9rRp4sk
ecK5vdFzxW7XofdNht83uycleVEFNHjcnpPHRBU/LxXX0Rp9UG5IMKot+6o3jzqQgEuFovxm1y9O
sXlqV8j9WZaxbvQUnbQlQvijtvj65Nj6UfG8oc5o/iVoMtlXcKdafpaz1zg2ooJzX6MM4vSQAETH
DzAn7s+w7Xy59WqvP81m3W+AaOiV1lK3LT6rTCiNaeBjbUjDQwgZ5QtLS+ZY+YMdFAqjdlKGRq/e
C/pTnm2cYJuXT9MJb3kNjwbDWJWUUw+Qgv3JVz+SqibabDlxedjzPCKM0kla6ISC5sN0ASRcFBd1
OjUyuP8cnRoVdOxXAZzTsGuMFfReSftq2if9tYq2Uq0JmZIJdcyYTKxE7wivNjOWuBoAkgHwNYBx
wpu6lwokJjpFbdMeHu+mRhpHIwBwPc1ePnbJ3iSZvlZy8pYfoqecdItjTO39Y47HMjt3H8C8D5Lc
llkUFv1pdW494sKTe+qMzUdqmhE9eDTTjUpPMxr/MpYzPUeFytuhKMvL6VyL4j+M6s05MIJaSL07
F4usP728bNL1e0E+uoS6xJpQC0N97tN2hlG0QAcaFfERFnDUf1Q3b6gzIqz2k0lbCXl/qtO95B6x
KGstpM+ODPyeGk6tw1t4zL12RpxbQXM6oPXi1NG60RnvO838KDYtWfzxqGX4yEHnNDke9xN9z3uJ
xVFV+maWXUQiV0EVzbSB9uqsWu/+57v03MOfWhDLqI1Gf1v+Oi4b+2spEPpWG8azT3jFkFE1A3jm
FLDQIpAWGXNbSo17iQDUfKpnf5LJIZdOj6Wa9/uMVrleI03SGmrsR++B+jyfcLLbY78PWBpscB/i
PIDH3mtt7s+KaVvO+5MyT87iJT9rSUsfszB2SwCS1oYt8ShK/WhTDOq+zy5Cf3Iyj2jdopJfkk5/
TGMsqzIsV/ybyMDnTdTRS1rh+3IPrZPNORVCDGLmx9NrNNPdp9JoTHRjVhFRThyyg7vAKjuAGvEW
Ai0PaLSMsguKH82SCm9947cTn2KPYoe+IlcrEyI1WMeAtaLAfqaRCGO8mneatvH8qRISwBlJDqm8
NDSzECiMHOs/G/kubEUDYj2wgLEHmf0ub97kMVooprD+kxm9oIXLzDbR5tSjkjB5RsnVJ0ttCSiU
pW1X9ov9vx8LmoBFgFUA+0QAKNX9bYiqF0Wu309P+nkjUW+Z6XDJv/YcWzfWeHBLhoXmz9QgV+Ue
XGZGRNDTE73nhvvG77QZPpe55Ts6jJI4cnjpogZ0Jjb8uc3uowWkEO0tA8aNHPc27w0ZS7ygVQRt
HMODBgRIxoUUXTfraqDXntA2mpDLbmHBmK4F01hydPPnc6FAOjADib5wDfgbjNqo4XyWeRUGLnWz
IN3bmvY8d2fEub8nwVgwR+3itslDOPfLfkWM9XJ75C1fGxGEexrM0+9mXj/JlGFuFJXhjC7IutMN
zlGN1KjuiTC6PvPgXlxKMLKaEOltixYCqqPFhfeqcQ+MecInApoU4YUiKb0RMacSH3iT+bxLZ7TT
6cokrfLh0ot9dz7ODxxjzPn9K4M3tlhr57D4CX6/QCgZE1paR459GeT/XiHvroJt7/DEGh0BNSjI
ZJiE9+jFtu1P3k3w+BiM7A0fbtpHWS3jIoJf2i+glvFmP0Zate7ZGNi8IXDxJ1HZoysY8bdsJxaO
agmp6sieh+4z0kx/T4nRc9lPkI+WQKnfbc4VPZ/fL9TeJfRjtzFTDPO0mLbcwUvj+OQ8nWEzyELq
YvnioPzT8/tTTcjaMHzyzNHMn+Z5YA5TEBpSuLCWjMLE/rzEfoUEIyFoxoBhRoBB+rfHIjcCtnZP
hFGaXstmk2IaXy3l82EHoK3WPhzcTVXqh/U+6HUtJS5aV5HV5VDmsCcx2ZFLPczBz0D5sq4O6HlZ
Fxm5mJ5V2iqOdHpYk1cjWWA89xl9psrbl9tj1kqlIlcfRspld2dw7Za5kdd0AhynXMBBv6jPLxu8
GOaCPCl0nRuvxpbyhPYfDOHf98qOmhZqobmXGOSyDNUNlOJWe/1fmapvEowGttIck21DYlzPSJDQ
V8Di+bx9GCNl7ftjY5RPK7FKoilxgRvdNM0/syfraW0MY14+fYk4/jz3jpjntlUuitKlODTk9Hpz
Z05xSVZux/YaNZsUHaB8jKGfDv49f8zrWwth3qSooZz6VWVS7fRY/v/BSn7fEfPuynUsxl1UgKNz
sN1g6viE0iy52OlW5/ahDJ/682H5psWYkgC9df4swenpmxZoEFj7ha4uYhw9dJhpOu8BGCmE358c
Y1QSXyocQYJkrFYR0Te4rsXiqabWn9I+wLtcYsBYw4AH72H7B3/pbzbZ4RosRsEs0gRsRi6V35cQ
RRWNYoXNEcbxB/SbDOM3J4DNljGmjUxoQoTFfKfbDa+xYTb8xoMbYxfidlHn5RoWGp9W+tksKLpZ
kWuZ68Qw6DG1MLHJCzp4TDEmQ+4uTdBlWXeaP8uIMs1FRP9IuoUhuDeMvPKOkHtVjPEQ59NSSWSI
SJwAmMzdFOclpuv3e85VjbQS3omizNiN6UVMXXegAzGEzUAdAJ2xlkENW1toeFA4x8h7T2XGaPhK
1mtCmOItidCge31LTn/Ib+THEVNR29X1T44d+dnndM8hY0e0iyR5cxcUA7LRm01h4k3Z6RwinMea
XUbmO0jFVimk46yjh+1EFsj5Y6QXs8Mr1eDp8Ujy7Z4lxn4UQTFrpipYWoHcO+hdzAP545iWEaM/
EHr9tf/8FDhwV6PmfjZT5SkyvUDrYSQSQ1QF/HtIilKR5Awo1cdHOK7RN7/PSGLadLEj19Bokbxg
guH9fbdAQk8iaAZScZS2zRHFEWgAnOINQUYUW6AGTJH4h4qh/AWUsiGwp6Zq1G+PORsO5oepuqHD
CGAIhHC5rnBwsi3pzevjHx/JgN1zwTxd6TyPlEl4PTYAeGIUej1dinRpa08N4bqCo0bwhhVG8Cql
K+b1BAPfboi0AYqEvMTEuD36psC2EbjY24Md02AnRQ5pB7P+ZzBHSB4AUoRn+0Ytww0t5p2qxQ5N
kNhadtJMf5faqHZeyP6T51xw9Oaas7vxnsvwv9cvHj1Lth5f/0j14+76r/b25tfdQqircHCWX1b/
6Wh9D2zzlFkLC4n4dU8b3dhuIz0ybUR5PNZG8o331BmboKhdifU/OMEVmpb7RTjFFHqO4XezpLT4
AFyi/Wkfn4UVdyRo0JkHOsWOKEZhXobVEBz5FQ2dt5Lk3a6emReRY/Q4An+1xDfHq8WTOHCBs3xS
dupCRtaUI4PjfvuNDDLGIZ/2k6BMhhPUUcuAl7tDbFWikNHodNnZvLoFz1xc5emGobwGOjUgqoeU
mYJxBvM/RlY3ZLrU/1UW4IY3xlrIWiwpsTrAQ2BKQKFT640u9/uSY17H48VvMux4Yi5LShoMR+i1
RIAoNEAsxAz8TOFE5LwHg8XXb7TsL6Fb6YIh285yl52f63eMMXFf+FH39oYnJgfVetNkGmWDWETk
JSPl2pTX8CoUpIMB8GQE5yU37B5+8oFKscnnDlC4gA/FbSErRfSCtKv8qG0ENLvwRsHGI+Mb7hiz
UWSzKpJ9aBWinyH4+QM0MzgvBrW/VnseosB4EuyGGuNYCKrfY00GGNNRK9iYkYHWocWh0K23pbHs
yNFGeLL65NjlIRz4eZrD7mpZGlYlMm/LrG7nZTpF9CoCN3GXHk8LxCezBTFwfTbGgr++mmvGj0N2
/LH5JsvITXoRJ6k6u5I9n3dzmmALgQGnnsrbwamnX+jjTdFnLtgoy/CKiiP1i+E5+KbOxEgemvjD
WV6iLEbLtX963yxIS0H/tN3y0Ln+wV38psXIkC8GpSv3oLV6WZX60BnmEfNglSg1wHYacLwfH+0/
CO03QUaMMlfKhHwInoeIE2YTMKxz3UL+az/fcmiNR0k3B8m4pmKkFfO5MrzqgnXGTN9mcIYd89Uy
tr8MeMOGbnO4G37xkbwy71Ct1r7fDt43XnISQWTQumH9yi0uyv8/+Azf58g4rFkkFGk6gWl7KX8r
RIR2LKzY7uHpv2JPSE8lE7BRHPb+4Zn9Jso8Rcql+CuZWhilvrqgQ0VdEwuzrhWln/Ji7+qfL7yO
MI46oM6OM795a8vyItXa4Mvmun4W6Eaxd+ijLvTWqjj8/cOz/l/+sBnxntTsokRRNMQy79rO0RdE
Qs6dXiNqXqOZOBzVP0sKVhvfkyq9BlAHlyH41E19N7joh8gyvdU7kpzIwIC/9dqwp5QebR04a7an
78NnXgptPDv4t4Yo7GQ9TLoS5crwQEL3zZNHkI8h/RL5A+7Zjr/F32fLWJp6okxEJR8EFsgEGLSM
bQTY6pbzYsx5ZBj7ooqu2OQNyKgB0S6YPjt3VPwdkVIPsaUR9eBax8BaQRaxis9Y/Las9dtyibjo
aBhkcTEd/ffvVwywnNEPq+2TNf10EDQvlwbC5yrhhevjCaqbC2BM1GTuFL4zZLd1wOqlC0w5T+A2
7DlmaTxE+z57xix5mMJsnSHpkGDklk7eBZPubR6o12BxHkk0Y5GUaZyo7hBC94tMd8iAdfqYjfGE
zc1hMeandmflrGjBRkCQPNyf0asyYOcdMGVGSqjq1qDeE6Alj/sVF6X2sSeCcdZ7ffVT2dGEIULc
gGpBNUP4TZduSTgsjruPf9/UVV5ujF2gFoHfDjkpADsOPha8VasmayRkc3oEKASvhMMx6cq1BnlD
MOlaRL4+Um6r92wYxYaDdXiaA8FpRr6W2K1w9K3HLPJE/hof3FCs0hbtTNda4HzpNGS6hx2QG8Qb
+v+TEGNxyouQduUQVieW84bnHtsN7CNXMB77igpbpPWFNlDFFoLxskqBgaJthTfvGNL91Td8zNE1
Hn+gYldMu5ujqycz15Mng3S8bDZTPPlYrEOsgMY2asNHaotvCk9AOO/U9cm8IRnIajPVYhzi6oKW
Xlro7mnPM0+PvSYsebnXLRdI9mUQga2N7tlIfeyi81f2iuUaCCm48LfXpTiPDpGxIpdSbOJpDIlv
Tf19hbnJze60OHibP6dwd0BvUieSP38IoQVazIEkpq1Xx+DY2TbvZDmuMPbb3bPtF4hO40H1cn11
ft+Zpyfs7MGjf9wri5BynGGe2l0jgZuL7ESvD7OB7Yltphfi2KJBB2xazmVyXgE2Tyd7vos16VAH
QOHWurRRU9KHusDTbR4ZJkbyK+evgotpyjYK6Ro9EPpriRo+dI/ngnJ04Boa3xxd7/7XkKw2qHQ7
TwCMe6zYPMeTTcTVJbI8xRxa1lk6Ekq7hW+Wq9+w+sOgA6/Xm2Ox2GxcG6Zyr7aQBG/5B6Pinxxe
eFfDOBtyGoluNtTQdbRvD88J2sctY7gZVN5eOMSGH3ugzGwi7tKGWEvcgRcgEbyfkDd11utrmWMV
ffDSSf+Qufr7cWahYLtU88R0kO0q0gUscp3bvmyH7TrUjmIGWc8kKy4PHQbeCvqYT86Zssm5uA6m
Qj0Fm6vma/aWb784Wjsy33ybc/ix9LKqvNCPB7c5+rVB93lArYW5kSwTonhwLZSfydbAIFNDvtBg
xZF+LnEmFkon6H3OC3CXGGeUK07vpr6SNtNMb2ifGk61V3e0e9X39tcx3PgJzNbq/2kd2bRdWfnz
XkWnBMyWDlBmeMlo9wjxx+H1H9Ksf8vQdU7vxpbksThtC2m4Se8X2sgUOjuja41DhScuTBCEqM5P
2iGOzRKa2nOSnDpezzjHJopM4NJdFNUTArStICr3lopl86wUL+5nl9tNY82X3QIUzptoK9B3kiIn
BUBwa7J4rFy8KJhtgatEqazmA5BIQ7H5Yu2SwDpYT9v8gMo9h9T0sb26pgVurt8NqqBp8JycdL2Z
kx495OQXMpkXjpPNEQCJcS3CSVaVXg+OEEwmgLVFsCJxajqc7BpAlO/dF3EipGrYIUnaUADb6Dts
bHXJH8TTBFOkW//ahlBgLRsPJH48ZBGxkU2TMUSnXgXn5gxn7tRR3MEMa/aLGRinuf4HiRoDVfsh
W8LvKR51T2/oMdrktJNL4ce4M5msWlt7Dj4eC8V4Lu+GAKNLJUYjQkyYQ9IxBWS+fyDoQ9UxJORt
i1rZfvXvpPCGIPNEx6ISqJUznCBZLCzHRNcUcYzu8JivUT/jhsogpDf3pKZR3Cbe4Nb3OnDieCZ7
NKlx8/OsH++G4UXLBlWa7z0rJNeSAMeQ8mSN9dGxUeKvYOG8AkrX0Bz/B+H4mubUPiIzxONpNMvw
zRPrpDe9qF6aITt+WX/gahTsgV7NgeWi6dO3gleJGzXhN8SYZ1cWtHg2+w8xfROawm9b5/Ezau5u
SDBuejgPNM27ZjklOj28IsuPAJXnnl/D3h9O4A0V6V7QqrAuIk/EqYX6O9b5/GkBf0UAz4MWHjc1
Hgs1lxhjDTK36TpRBTH9fM7XEVk1VEJnqCm9CeouW9hFZXIoDp//iD3WPGTxDDB6oBgAKT+xCLLD
BAUTW17wpJ13XYxdwL4vuNJDQy+K6BjUQUuUJaPkvEaxBGGptmgw+PrymDueEDJGYoLmkTgpBy2W
cjIJMHvCLTnxzo8xFKKnpbU2CGG88DbtSqMt+oe/BufOx38ckR/P0XwLI+uqV307zzQN1F42yOvj
CIEhqx8AgIU/VJ4GhAWsFaiIgJL046McL9HekGZe5GAWTPxOg6DkgCkdgEoV5Ekbqh3TnUu6p9+N
WS/7pbhxA7jQtv2Y+vi0wg111pwEWVJHQ7/q6j36U5gyJHSvGi882IzxRMYNHcamSH3nzpIeBywS
B5D226jB8p2lffR4ydjxBM0NJcaueLNSa3xpkM3N0B4IJPkAurBEXc3m4b6Md2zd0GLMihSJ0f+R
9mXNiTNJ179IEdqX29KCAIMNeMG+UbSbtla0oQ39+u8U38xYrtZQbzzTN33hCFJZlZV7ntTECD5A
7RxbF2UuGOaGYBUFxuRQAuLcFefV/eW9FyEWwFLV76D18TOE47bcoxCC1gFsnOfqZ46lZj15TdcC
obmCWmtvKhK60gILbjjvbt6Jnxwgo0gMMNRWNHPerrIHrD34UtbamYRY2LfFDp0vrg/FY4rRKkMb
iGJsgN5tejpzrA/h6f4t8fxC1osfU4UyBRLe49lFkqsjv9Hia5ItUr07X3m+T44jE6w/b5p6bioB
ZWiTOdI2J/qem0HhuITsUEob91e5oYeGLjuy/0NHEVx0K7u7mmM0eYQYJVHo1sUwShDaYIPtMuZg
8PF+nVEMZaLIikkT1msdeKaX5f2L4GnS2yaMieOcyVaZX2T8fGv3K2egC89/j6tqaa95Ljp9FH+7
FjoiKdWiC64ZnR1r6JCqEsRw5p/WsQsHuxx4GxdnM3TKNwnmJgJBlwszBwlPWstPGZG56oXHBHMb
lxHzvucAXgtanjeb9iNxFAA2vF1JvsAmNnRDIV/EuaF5R+mbKUZbm2ba18oVJOWPDGuEH57c95XN
MajzsYeKpVCAswVwLjtnIo1mJHVlS/2+M7naG/hj6JdpCOafMAcIM8TxH2YVwIQe4z5IvXJu6Kjj
8/g7w+COsoLe5JwbjwQjb0rdxVVndfSqgCeANrJHzEoskW1Evg2GNeVVI+a9Mez3USzFAtgyi0Wm
Xa5qMVJ40NY+k/hCRp/CiVCv7CNyzHgd/F4dMKMRe/lGSdY7XgPbrGhOyDPCf9WDvGsjkH8Md3BR
vkKOIZ9PwkwIMLIvRLrZSQFFJiXRwyayH73EaV+WZC+e0Ak4LA4YvspeeCmY+SzmhCwj/zhsI7yO
+vA8OCM5v8QL9NleGni1HP5m5WVCR/8Z2eXWIIhnE7vzXl8N3JrpXB+rN45MzhryCQ0m6KEtho1R
gZe1EwCxCO0vKHtr7ycOGXoTf6naCRkqKhOljv2sdaTSvYPVPsaylv2thxElq8OVxxB9RPco0UOd
UEK5qs+MMxhKOmCSNRebeOmfcBFqS15odSsV/XdSMtubJWtmVOkjxG+NplD9TyoD71qNF3WI7HkR
EWxuoSjfkSduT87OSDCbvdY4IjLv+P3nYGW2aSuPm8vlKuFgHScrCUGDX07y/eHAXbfDkXqZ7dkq
gcWSWgHWDa7Lbo3K2Rm6wzeWO46kzHoXE4YYpdEnWS+kQAV7TjIvzENy6TKSAMa3W6oikaRV7Cj6
OmiOL8L41Cheby45H3BfVP/GtVCaaMwTeqsb0S7fL/E2A/7I1UCOMHCNkhe3zlc/Jwwz2mREwbCW
LJyrGi9NMSdSarcL+Xf92iq2qJK4IsNiJZ+G9ehq0VHnxXmzHsqEPKNkrN4I9F4FoPL5K05J/LQK
eaZ8PpKckGB0TIiVwMYlgYxirhgwT+kappxgiY2x+qW4B4c7lMVjiVE2qZaHopHRG3T6X9gxTNPj
vTO4NfFtjmKTebQYddOFWJpjxqD16tA9D4WL3S9Osd18tKNtHkixfHgo3dbTH7Ua4AWpw0s8cOiz
nVlxrQNk+wLpyZ3mc+vCDN1/DjwG2Z6s9lyVvZVSI3Q8Bqtl7EJ/e/IShTua4nAKf+2vdM+3HW6q
g0reHfXKNmcNALuOC/ownE15Wg7kuf0TEq/0A9UGtLavPd/ndD7w+BZTtjXLTBN0GA03egXp3Qh7
MdIH3cuRJuNQum/YZbaGU8Ya9rZSHUf9squNFbQPpf87I7TjdvurwAJsh+PdzueNJswxWqYo9KJU
Yzzzwn1Vv5pVmZEVd5brvsMn37LHE9ubWfGlVUc4fJiAF36r9rA6d9gLff/0OAbipk8nRIbOHMuE
vm5v/3X/l+dbHCaHxCiOsu2zqqTrDGqnNZxrbKd7Q13UgdtVpHy1NmiKav2Ch4PHFTxGh5iVUORd
g2OLIjh5ZAF1hd4vJPZ4QzOcF8XWc1qlHoaU3k/6KzmMv/z7x8dRRWz5Rsn1WBGvuJhNsPAM78xR
tRzhYnurTCOtYpWeEvr+UhT23wHKdp8BjmSxc5DaVZDCsgADwRLTHxfOFlhONAYA1J+eqdS13dXo
6es4bvoV7cZuHvLYu2Q2ACXRaro72Lb7vt0vSo2ncGYj9m/BZjussIZItrSGKpzV0dwhUip758Sb
hZ0P2SdUqPhNXqZadhj/OoNBoCxL3gcFOFgAVBnlE+y7sbkdhPS87tiHm+WakAN0SNzHKT3PzKkb
YssE54hsMQqTXDebd4CMZpCEEHNYAjRDW5PjsTgfSj95HYNDxIv5eIqabbNKBb2pW6reau+yCZDs
qBd8IIr7UR+2e/+8KVkqglCh21KuWLT0Vm2qjtg7PhnOk2WHHfPhIputjFisX21023xK7Q71O8xz
XR2c3Fp54va38uIhFrtWTBUxO6sgafjIGLsE0wy+HXonXtsWz1awPVOWJibShT6pXnMKrNHdHk7a
CQU1Wif8H2Mitm1K6xVxrBpIX4qCVvzaYStf53RYJXYFxltNzGblit59XXjzQe68rhuA6uR1pXFa
hEEGmkoL8JB9Rn43gGoC9BDHanCULluMKVpFVoUES5WshsQBufCU+n+Jr9BFgk0tpqWyUz5V3HW5
bGFpCtBCnNwT9unm3cbet9Uh9hwu/uJ82QKgnv8mx2j51ijMFhveaSGBThTu0vWzuVR/x1hVaDn+
KiH+wd9xTON/uaxvoox315aiZJ3pUpLxce0tPcEe91hm/8XV8DT4/lsovukwGv5yPXdKJ9CzXAOc
83EZOGgZp4hUNba1AUePS3A+m/NNkPocEylsAGVZRgEI1miHpPNvGNCkAJrUU4ZdgVnBOL3DEf15
R+abKKPsRcwktYoJkXxdg6S36Xvs2nwKDrIjAk7f3lVr3ubQ/6L1v0kyLmAlVk3Ui7hAAMxciPn0
QKHuAPLF4WzeZP6HDBstRkDUG2saeLxmD5urPXrIFxWba0zXDHPHQTnCcuN5cnfWRVA0ORHocjDP
+8if1V9pSgLvV9G6HL54j44NFcNUbHKVrqjC3FC41jwPo+f+kqzQa3B42bZLBZ4Br71n3pn+PkvK
/oQ9oZQC1SwgJWfDCbB+Ooo5XPE0FxsmGgFWTxsdVSXYtSqTo7pAZfe1Nxe6h3S6w7EyPNlgdEhh
pWGP4hsU8RqjfvHbfdG72fo7qoONDbtACfNUu6ko5yivsEUbS0Y/KeTWgImT2G4wXv5wXqK3JwP8
lpMtMPd5/xO458kok7JRyzgdwGH5cN5+5g50yOXh4e0B5sDntdXOhviGYWLLpYlFp6yzX2HNqlyW
CfpDL8AvwyYFD5AmyADfZ2nWwZpQYe4sG3r13MvAyBQaO9PcqnA1LAFLlkm5PjcccZxtVNd0xaDb
jrBljUXpBxJBFelXOi3vQEd1n4UN+DLof2v7R3ee0J4ceu069PTtKQTgqelyrm/uvU3JM7Yn1yoT
dS6Qxw7VAp1Z0Z/7ZzlbTZoSYMRDCuIrwMZRAVxvvE/vj75sfNrQi9JmDmE8vQrefYKzGfUpQcbO
SMY51/sz6oHAKVqrbunHT/769T6ROQmZ0mAMyzA0qiXGoHE8es4AfKqk4kTNs+mLCQkWSj9t6j5R
6MWsN+Uheat+oz8jvNgn7lLkObs8JUSDtInG7VqpM2MK14AxhWAVOE9oEMrIA/VJfd3lHBwVJ1Zf
TYlRz2RCzBzaQYkHELu4GNd2edZjNlAxFE0D8L+E+jabLZHCVgLstEjbHAxMZEsNMQG8VoOXnVAS
jF5w+JkThCk9hp9ORht3H4OeEpPkLSPRLgcu6n1hm31CUyKMTQyluh86GURq77iGt9a6H/l77Mrv
F4vEy0ZD0r8Hb19+INrJouICQ9ysCHtr0w+gRm5ya33YxLomjFASKfIrm89qQRAGSgsyur4vcVqU
uHfIqN9LL2gobIBdEHM3DrDd9WeavLuCS472m3XxDVVGbVnSDUU2mZBdkSVhrHp6f2DsKP1LCSZb
cn3j6Yxb+P/XKU5oMQ/tigGDc3ABrde1QbyP8snwk8cBtTinBlybcwhcNAEebN0DTiCMGjePPH+w
kw9ghDVNMUHXS/gA5/gRAAcREYYPb9jg+Txzj3x6qIy86uG5UM4l6KyB/VK+hYf772H2zU3YYKSx
SIUhGGr8fIY4SVy2juvXXIznuVzOlAdGCNuoKACmIeGs0O31sSTxorNV5+EtxzSt3RJp2XMcxdnU
x5QiPdXJIxvDoqiCAhRpOuLoeYJ78cjhwJ2B4nHGGOQhVnsZG2IoxBPmvS1QsVfq/v4VzVqvKTOM
EVaN6yBlyFtTrwYjm1hIrxL5jaMYZ13PKRXGDPelNIZoIACVEt3JI8ThbOfrhfuy8kOPpyro6/jr
+cJHQ9OUaWJMiCGmFznmrDQFxBq6RMOVUPj0oRA5J0cF6w4ZNoloBVaiipIKMrSf6Tg4xlYl6C5H
be4fHd83R2wi8TJkWmCOBuXI2+QOauG1/WSTCC71afg/9OXPa9sJQUYBhZGcyloo0/EujJAdPxVH
dTJ0nn7xWJttWzcmlBgVdM7ExEpTnCKeErIN0dMFqAYjWkjWTyIq19Cv8UFcg+5Jd3kPmSMobF6x
MMuLGVQ6IPad4GlcPBxW/pe2NG3e9VF7cU9SGBUFBHorHTvQWfcry8NIwNu4k+ydhpbF+zI574BM
TpNRTXEsp5fKwmm+psjTo8HOGzDPaNmLxWKLt/a18037PkmuqDBaqtSbYqhSiIpTO9qtsW/wFEde
5q+ys+Kd5KxKnPDHaCslkkMzavAQnI7iGCjb4iho0PLcBm/e42Z0iDrqVZ6Y0PEikg7dUthm68vv
7VeP3GXF3ZLDuzaVcW46QSqT84AzrD6UN8x9qQppXPLiLko4+A2gMHxTXeyQaIeqqbgZ4lkz/X2o
bO93OSRqLNWg/npxsVI83HqbdqGcCXZOjbt38W33yus8nrc6E5KMfgkACZqLWB9MW8egNPfv0Jpf
WAPxyr1IzhtXGf2SnTErWl00HK1L4V3Lhgiu+uaf7r+CudBsosVU9adLgJZIoQh6vLtKWcTNQsA8
5VJ8s5rNfTKz/hr6tbFwDJscNZF53nCMTXOUTXQeL8atzx8NnT+s799n3nLaiLLe6fj9ynWAH02X
ZbTe1cEc6n0+5h3cCSPMO44BQtEFFgihyd120n24CjejaOstqTc7VP632vPAadv/L4rqmznmSRtd
nSWSApoawLeJ6GKRM4rQv02yiipyOnFRBWZlQlcgxqKEczOZw1SxyLkLqOTV8Ew/88fzi4a5igap
2OaltEPAWPNHLikPf1ka3TJNdPQj93YDSJu4pjLGEhorwH5RgCkA/1sgmh9JtrwcaizIuZLU83eZ
LYv/yAZMyDLPOarHzorlZISnijcmJfbbi+23a1/hKmaNvtd7HDLvWWmwi0dOQMrRPwqieLmD5SPe
HkMSb39QYH1y396vnmQH5GW1WqHj9EhDG7gwqH6dTsBys7fviKV2UDQc2zsvX5NDYHRAiIR/ahb4
so3ia9BoWyxQBFyGtOS8Hfo7906A8SZaETBrIr1jsLYpNrJCwqVd2l/KU7HWXQ6xWTs4YYrROL3a
6ZWcgSl4nkdsPUIyYSvhADObl56eBUXEyrb/yC7zXoIx6kz9SkkBBcdcHBXspAhTN3jwKbKP79sA
t22I3mPQH6P+1C/EYimMd7RrxOPc/NSsqp18DauhjCjUMhFLc4/Ox7hWWs+yb+Y/elFDwp1Yurma
9y6VUU6NYDSSrIAcrdKOTuQt98vo0cxtZMXixPGhFAPblP0SqBQQ48OKbpzavfI84llX4JtrNpcp
9kokpTFkC1fQux8XbAgLHpQFputR36R7vE7/LIyakKTO80RljZfEvGZXcB6kxKtWYkIE+CALN8a2
Dl97b7ndBJybNRhlFQYRxm0EEFyrCzgf0hk1l5W4jrGBCngVJ142aT5dMGGQ0Vhqgk2hY0fpoU0+
OVwffR9gnhztw1H8BqN80jIeCs0AERRQz4AQRZmWm3/mqF6DUTxI1ctJ24R0TfHaszxNtF0YMuC+
8jAxeKrUYLROK8B2Chdw8wp/FDtVBhICh58OvXOO7ZZmvvPu2N3Y597o0N0b0M6B3k4eDMwlQesg
YyttRUB3X5ZfO5RyAlt3uZ4pR48bjIbRgvYiCjWOM8WyDifeKXs6d4nxEzsXyP+mxg1GvSSqHuJh
U1o1WR83cm6LpxIldqwwJZrzz2LCb5Fnk7VlnjdGnlIj/XFZpC/hBgCMB8A39UR44GV75t2s/5gN
k9EfcR6dy76AytpAZ3mfOSLefA2M0/jgr/+hhzzhjFEemMm9pgLQdWgTY/Q4IqTGCfIGx3jybzIq
Yxgs2SxCqoaddDcYqIugQdJBvoC3fYJLidEbbS+bcltD/jFidUszAv/oAcWCNVfP05O589JMRnsY
aZgqiRqNKCihdwbQVBSEG34Lr2eGp29NRnnIeZkJiQJZXx8vm47kfkmARyRz55lnuy4mDgvr4Adq
kefnDmd3XUQFgTMWu4JrWHbwkDekvDplTXRyeYC3dFpH8dbq7Puv+tbMd+9IGQ0iGFYRJFeICZI9
GBHVbWWNTcqZE7uAUVsGlR0A7Njr0Rgqx25omz4saghfgsY7fKQkriwxSqaV5HOqV3j115XnVbZ1
xap4YCsLS1RIsFXxPvPzKeXvl8huME5HaSwUEfKEBOUGC6OWQHje7N9Mgt1l1vLEoUaFhj1qU8Ua
DF0xsYf7FtBOvJSqlbVuNDK4g4pTbBQMCi78+DG3T8nmhDCHQ23urUypMSI8IolXdBaoYaqG5E5s
v13hnXAj1Lm85JQM43GPWdGhK+V8cxoEkgIP0r9+8mpMs2IxpcJIaR7lcd5rN/8HDf4xMNwATo9q
FrdAPtuAPaXECOC1SqS0C8BPjfJgM2LlG+babdroiPjhCzGLhXWjvLuai5AmRG8fNZGMTMuDa6TR
uzo6nQj+HiKKk4gA6cQTQh4pxtRp5pgDYgWkaHL36FhIX/TkclTPoPZ6yo7/mxSyEweGhOxFTS8u
WEQHZST6GXVdWm1IePgds91R00NkDF4NFPTQvICz66LCCNnaw2Sxic0X6HUMiWY5FbrobXFNyRtL
Ay3GwS3py8WXmfUHpx/C2MM0kruooS/P2ThNQ0Ada8rx7ws5AyRgT68cB3S2CcZUTQvRnaajm455
HdFZ0GKhvMCpxgQ1pPXfSEucu6Tf/bf++ibDPI3QalrB7HLoL8x2YeAecHkvtJzD88Y4dNjXoEqj
1Jj0CSIOCXch1hXFADskOLj7DM0a38m53S5y8uyMCA0BoQKGYHc9irQ0+ANw4JHNozYHaYE1L8c7
O8c5JUm19oRkqWGPlZmBJBqbAWXzsVG880rbtEsRlbgYdtW5z+NsV+yUIPMqlK4TzL6nPGaPFWCU
/d11wSHBuy/69wlP/VUds7YtwdNxfEgrYu0SeEu0b9Q58bYISfNG9D9CyI7hZKqeimIHWX89QmU5
OjoCAG/kA3mBwxWV5jvSfptcn3ClmWKoy3FF40dHtB8ju6hI7avPxurrYLzTvbD/h82wPO4Yaypo
sg4cJxAdH1+xz4GmmBOnXKcP6TNwVXitj7OYUVPhYBRH2BRxnklUGo9ed0gCB24eVnahJvx2+vri
AvfPuyTfd8coEPESogKtghzFIzk68DV9w+6fuQpk1icxFRmI6Bb8LZERyOvlPOi1aiKVDPSyfqe5
2spOZC9bcOPvWY4mlJiApJVTNTTBFA5Qe0swQIXhKWEJnAKOqpordmnogJVULHqRTKyq/PnG5Oic
N0Gj4hmri+fy09r373WFtqF1+Hlf7ufqiD8oMQ7CUOuCkJsaKK2Pj97nc/O2t9w/vwkifYDYZ3ZP
NK5nPPPWMPMmiZJp6bS4wlxYIEZFVYTW+KwjV/MqkMKuetsEmK5bOS+HclMu/jXLeeIprzl/DzUw
gAPIhqKKaCT8ebDx9XqWUrUQoZC9YPVM11uT96uz/YUtIFxsv9tEE6NUflBj1H9Y5nV2HVrxlqIt
sJIML/yX5V3IZ0gSbw8cm+y2c/D9V701PYz8lTbwV/w1Qq371zwX+ugyGJeBQiEZ+k0MJuot7rSy
zftIRPVsvZHdSkUhHF61CIr+l7Wki5g4FKkyYXj/QZG55Ea8xsOA1R3P2RMKw4YBvFWkg9HzdH3b
wa9+5SdaZnzdHxSZ13nthCQcg0SkpciN4gTPFPkM6RbucuM5T+IHJarXJ6eZZ+cRIL8ppKhDfvZx
HB359ObbrW89n2AHZQowaKNblGel1BmDocuSbKE6DIgniPBPwnUhKwjzMgiURgavgxCPD4DTcbHq
3iCwkIlNq6PIymBSoFqY7ya6Aj6zN2thJ4Pdr30suwEkth29lnv7/HhwOl7acK7l/ccXMpfQRee+
xkosfGG7QmECqyo2kLexXjQusAJxNDaxzYezSjS6a9P8BCJjx+t7n1OfPz6CuZ8qVdNzJOKYAGet
EQzvoibhmSThulv0vP8S8sl9MAY8SUKrqK0c3CLq7g7y+/nZffmqPnnh/Vyl6wdHjOnuxxGuXQSO
2pXj+FYD4HFUa4PdZq0RhUQYbCy9dGNhqgAe7QIrnDfYUwKBEF6N1Le5VeO5oOfH9zC2XU5hifWO
XrPjfKrv46fuAIcFaJcN6TDySHNG68DiJHDmYr4pVbbpRbgE8iWTKNX15rqNd3IFWMDIeVKXi/Bh
QJoAm7ki90qwOALte5f1KXSu6/aTp9pmFc33rbPdL4kRRoNl4jOuKCIiC7Ko/cAbsGXVwuo1jhql
DvsdCWMR9/qwyCw9q0TYZzz3IHG6vY/EBHfQbV6nTZhiIge5jdRaaG+EPKTFM4VIIdLigy1gnAMD
HTaYC3PurrHbYd1jkFFpKcCYxKIrwWBBrm66KuzRD8nnoxeVREPrzTbLSOHASS0Xh9WwsLfAbLLb
GHBYVMPSoB4le9NO3/5J8eqHtDGqrLwUoxXpeHPQp0dUrzDjhd16fLvFUSI3pT+xJkaShkCZwMkH
u6tUknMQEjP4Ojth4kXFrz4g4egICcE6DWt1VT84Ajbj0/7gklFhRWmpnRjg/JGMEm0h9tSTGqNL
dCw83rvhWC+VUWIYOMxyyaBX7dDFoW6Iaf0HGs61frTgqUz63X/JlaLoomVKsmawjU9CK7SX3sCp
ZlfPIlm/1YNf4tow3H9yfhM6zPkZgxTg9EDn1XOChCBLIqJ3mMolh9CsJpgQYk6vV4beii41PT1q
4NNV671HsAb3ycx118I9/D43RrMjY9hoQQAyrd043nWrrAOAOz6Q30tYlpz4zeaWucg23GTJrCR+
U2ZHbRPVDLuuBeUBa9He/gReeErIONgZFBB3Ddvso5sQYwKBVgcWhmRRdSe7FzuG3QqgZrA86cCt
5s/Ep9MTvXkrk/edlV2E9SrgSyGbtYRGds19rxe8BAbv9Bj9rRmBpqklqAiP8K7eMQ2Nfhe0X9j3
5WMupfWDG1ZfWzUQYKm864btyH8CB3jaaokp5XYpOP6JtrrEj7sdh+qsyZ1cF6OLTTmvsj6mZ9jZ
2aP50Hrysdk65cuX4JyiBXd99VwJ4gebjAt5Ns9SXRogCFACybls2pYcvtpP6Cru2nFpVi9OmGNU
yOWSi+ZZo7SwlOqjIt4yJBmw3g7c/OAcAOMPthglIo4JhhDOIFU6jUe3nMaVjcFii+h26gr7c7we
7Xr3Nb74h3zxZdDWIY4VoBTu6OWbfE1eA7YMRZZF5YfGoYWt/37ldaDNBflTJm9/n5AwgcJxrhqQ
aO3bBmBE28KI0fYvH/iZ9okHdTPvOiHvZCKyFiXJZJ7EOdWES49ZlWd9VZek3xR/0s355Xfkr5rU
ObSPiHnXtKDJOcm5llhdntBlHsVgtIlUNqAbPayP9TMSUsoKiQz7gCZCzgOcSdn8IMU8BzEc6vgi
gFRKsmdpi3L/4cR54rMaecIN8wrSIKxL0wSJ0tk8dm+Gi1G5g58tePnC+RB1Qoh5A2YlZlqrXuEZ
1D4Sk2eSfqEqhLk92kMou7VJpH3ttk767LolZtA9YdcjzCcvvJ7muaegSLqI9WkoICE1g6cykdPY
iMRA00eajCpTW6mIw3OCZvM+iiwjGpPwn8pC6V/SNLyIjUlfm7cPOjdAU2+9sL92PZpQMALMucM5
p2tKjjlaRSuS67UAuZQ4Hx8jeVwAfToj2xef2zE0G4JOaTGOinAVYMQvlDXEwJvj47MHuOtF4KtA
OEHynOt/zd7W91GywWeGxK+pZf//KHV7OMMZQqT9HC4GFxCrp13Ey6XcYjtWVU44ZOPMTAlGxAYG
3ndMlM90XAmSG2NX+8pcr9wFxvv+kIeAbFeEogzp+mrnIJV30veARfsVAp3E4dzunBKYfg91QSby
Kpu1UEn0xMWzW1/Wi8U+An7v73f7ilbIL7uRvX80xKtPaTJujXBVEi274AzWx2OEJDF5265kP9hy
3Ccea4wKNxXhXFcZyOD1txJWW8XDrpF/hYIt1gvLeLh/kjzZZRH7DUUPQ3TY4eU/h4QuQnOtxF4u
FgQt4Aj1cjv5Ax1ecXF65jwNRUZDiiTRZLDOnGaHWiT2hgQIVgQgK5MjQOcw7VgMZKhslGZ4AjPn
k07JMad67mCdLheQgxPVPQyJnfj2LsAY2/L+ec4/zW+2GEMYGEXRXahgGvsDGhQxMXr/92ct7ZQR
xvzJQRYDcEsAI84g29FBWujHlfqJvfd++Mgd7pr1safkGFMYNrKemFTVYClu5jil6l+90Hav3nu1
XDUfPnd8fA5pEc/s+wQZxX1OehMjEmAQhercwfof7CCikJGLJ7o7wKbV8Z6Ybkt0l3e2c+HRlDSj
x69yGspmFknPr9cFzDGWN6Y90XmizxERtk29LsyLUpQ40ubQOwCnQIMBR4XMRs4TRgzK6EQ9Vpe+
vI5Y8wIHhkJVAuDcpsOUe/MB4BHYzffrgFXNJ+7dzdX8p3fHdqcrXXwdCjPEATqtK+DmkLVb8Nz2
ueLxDyqM6shHWau7HBLy6nxkCcGe5vBJJC8iQe9E6NDtWDz3lv7i3+bvPzLJlgkHcyiV2sJ5tjWR
SLAcz7RXAxUE1Fy/OJc3WzJQsDcDdRUVnTUsVE8y1no1aGfpub3ajvgi0XrVtniyTY8H3zfXbapP
STHKpGsaudOtTKImzRHDZYyhSbd9XF0ll9tqNquBJ2wxmsSUswb7M3LIxtFJ3dpXbAe4ZZzgYNbr
mxBhlIfeD718aUHEMSsi/tb9w/mNo4CppfhLFiYkGCXRqeWYpTWup4cs+KH7fCGVbS6ND8leNToX
+mVe2r/pseqiKkW57k3cEeppylryy6fybJdV6QqWE53Xw+h2Pak9K3UArC+XmNxUErdon+6zfXPP
77DNqpQ8x84MBUnT5/XFxah72UGr0InpNiSvwQIzDiT/3O9RTHYSTwO8lP4cHzFDtly51VIvSLuE
l8/tyZlV2JOzYdxA/ZyXrXZNpOfSJGnvj6ONVNOVfOlnjlnnvRSD0TlWpeGpCLiFXHYiC2OlfrTz
Vy+rqiRc7D0qQfeOmvFVtKw1zvEVR03zIpvNMgHYWUcWDw/vqxUXpXGuh2+qA9jBmFgYz0jlgtpm
iAl2XSa2egzeeBBys5kJRTMU5CaAbaGz6871NmyUNinwbOxwqzjVIlgq+9wf9ipdulsjqEW9DPUT
5ZQS/eW+8M7bwwlx5s3GSacHal5J8GIAb7x51O1HeLv7Brmt2h1sWp33HXX/j8zGN1kWZKPMpKrB
NizpWSv93N/aQ2ira7RV0OUi/6gAPDngW8VyYvOHQGqUQMIBo5Fl03kFwfotq3OQ/19zwc9mJVRX
kWQCPh6adpjz1BSATwTXmtoNT3Z1GwHv/jfBOrHV4QtAqfdvb94gflNjjzGWg7I9Xy8Skku0KBeu
hk86opqWDvoIOLRmDciEFuM5WWerHDUFnG02SejovavKaKKtvJfm45BiLcyCZ7Hm8yITiowOS+og
18Ya3Cmk83LZflgB3tYdXNlC8cY5jYf7HHKuTmEUWVKXQTEqvfTs9YvcV72DyNmuzb0uRn3F53QU
sh4UasG5PjXAl02xQWe55k0NzuvkyckxsVYeJarS5jg5B2m62EWRGGOQ6Jbng6PPuuwTSoyf1FyA
XaBdBgnJpKNDI9VniTxXL4W9NB8Wv2w7ffQPmXuA98nrs5nXmxPSrNvUan0q9w2YXH9sPrzna0Ww
SZHYmR8Rkfbq73ye2uK9AcaJGtNzGagNuMW5apItViR+ydd0+v9wbcghWbWfxed9qZwtPAAV4t8a
hd0uH0lGpJQWaIoLROhoT+vdeGPVtrCwL+Uqs/lJtFl/9Jsim0RrlT43Ig1i+grwnshGv/y4qJaX
T5MXVt6e1F/2fEKJ0SlJ/e/z1AqgUqDC4VHt/Nq9oytpk3vWXtv/2T9jq2T7MvhChAahYqn3qF7x
4lsqpvc+hFE1ctGo9SBRWQKqQ/2YeTkg/Y63S6UQp+jl4Nwq592w+CVGWNdFluCFNujc9z6apUUu
SNuve3ga3kr/RJWOQ3E2UpucNaN8srqNLWVo6UuVHrHg+nprQVOfx5obZSu842T0j3yJLNEcQaty
a48uhTjmD1fbBDZzQTBEJy0A4vY+uO7bQgWkEGZrsBAXpR/Lcda8g+YJM6OgNFnV9SjE88kfqIx9
Xmz9scaD5UaMlKd7IsSoIwkt8OfAAs8AslcXgE0E6lryVsJG5q79v8oro4iaQJJyxQCxJLM3a++z
0uyyXJhbB12piR3/E4RtfaKEVMatKSh2oy5CXNfwDhHXxcSyYSH9ANmm+3J6c3fvnCO7IbO8XFWt
iKlFeXWKVfR4STD1tVw+5k5lCxppFjacxHVmRxsgbmabE7cr9rZh494XMFopPAeJrrdXmGlvs8bW
l83jxf6MSbpaUlB4N/NXJZG995cDd+qM44JojBoKz4OZdyHU0MZBP+7ljWfA5mBWpvd4+/vEFQ46
CatbpQ732Hkb9KopXukVL73lWi46pxC1HfrP3La7xQotoIvfnf20fzovWnSkvkTA8AFCx2JciI/b
zsXG88z2X4d+MXAC6tnMKtaw6jQaQiM/2xUUXxpDqK4i1VSCjwHmbDk4l9TRYk/ISL+0Xlc11q2v
d7z80mxNekqYecJDF1mNFN4IizuN5DHBwMdxI14BvrBq38Vqg9F6Xkpy1iucUmXechVmllQBbOgZ
mcHj4+a8T0NbOqObTuU8rVm3cEqJecXnuNGBlEQpWehzV+28sTuc5UpxpY3xfv8dz/aBToixnULA
1W7VIgWxNUaQwspLP6JH/fkcOe3SLgzYnMr1sRLs7GzdrWKvctfHw9YNwrN7tEDLvubpdzCvWYwQ
eBc1ZbqOHGGfXYldriiK0X1+ZyPpKR3m7UphXg1nawS/GCN7fKzsPbZeLQzbJSvYNjqfndi80vGc
vpjSZEKWtim6qBrB29Dan16CYgAatldcjHSeiN4acSZqo1LTf4noujkoi3dADu5Mm2epqQNy76IY
p+GcjKGOy8IBWo+bTYpZbHTsRhZtaz3xa5b0Ou5RY/yCpCsqPQpALagJputXq27xq1ztONI35+ZN
L4jRKFbcNXkTStKznC6FPerRY2QHAm/ie25ASJ+SYVSI1lpyl5tU9l7RmvSI1qTlnjy9uYBWAqLQ
mg9IzbsrRpOMg5Rckoze1bpxHA3ADy/or36svEhD/y03qzLnu074Y5swhj7LMAEOckBRsrx8jREJ
7JtBc8T9NzxbQtR1TD3pmipLGut7SKMWSQoQDJ+L0TdoGjexx88+cl5WKOH/P9auY0lyHMl+Ec2o
QABXipCM1JWVVRdaZQlqrfn1+5hjOx2JiAlYze6lD93W6QHQ4fL58wSxh7SCcy1SPpcoWKdOK5Wo
1AxEjccGIGIFgAUkk6iEPT4qkob2VV08O5xooKpo6ftxVRLcolk4BJf4evsCr9qjMxGCPWqsQcG2
AV17UXq7PpGvYNzpnRgLb/8rT3YmaNXPM4NULGqWxAPOMjpu9lA6TWOvc7RHKSvbtaj+/PsIRqkL
IzoEMb7PcQhsRNmHO2x3Tu8fn1f2IGkn6Kqenx1LMEqKoXTJpJjwVfRn9U3DQohcc1PVRfFEypso
0zzBNEXR0Jn0Qx2Om+/3i11DHdBBBr2BNHuQHUswT7VachAc4BIrFyxFi1tu6RflADMhaxCur+XC
qJ/dn2CWVBBEl6wja8XwNLxoTwfd/bJ63ttafrXydKYUloAJK6u4YXEBMSgom9u30/fv93uMYWDV
qe+hI/nFOUbb2yJllklkgBxSpRjUFJoBBshTg1RW96Jmk9wdq8RGMvR/vEhLsBUja3qDqxD3+qbY
5h7oAiA2bh9JYo5EmEtE66nTEoiIEnv8rQI14Qy6TCOue0Z0jOk6U00JFyxSOGORTArGX2RUwRa+
cb/Z/36InS0cI8iXHCwkldfPrkacZzIF44QNjmYXhRZeMca/vg/+fKeA4l8W+30EXZfK/s/RBNM0
dZMe1e0qBqOboPVb7GqD5dqoVQWODFyzGoNbsgTDlDfjwHJkDy8g49eeAvsgTfquq8M/pxHMUaw3
RItqupo+5CZvp9o7TRFIfY2T+ZbfV9s/O3kUc924/yNTsEvYcdSAvx6nQrnxrdHtLrKpl/0IK/sZ
9WqJb7xub/8RJtimRe+sqMtwwFXYKd7ffk1Xy8TWv5XOUgWbNPVjkqQGzkI374BSPz3ti91aDQfu
r8R+N0ci7mr4fCZOiFsqZo7BQiBOQTTxNnrVc3ZsXsHl4koEXTPpFM3RlRzZBHhT0At1jIpsBhoD
Y7xu8O0hd1HYx9yiRMo1D3UuRdCECVMEad5DCloJHEV90/YMD/vwJKe5iik8lyMoQZLVozHXkPOx
RwZkIy974GEx7/vjBxapy8CgV8GpZ+JER5XqC2j4c4gD9467CRFPvGzuqd0Dw3KaHwFWoPb9Ospg
P7Xf5oeK2A/e7DdYmoqR4F1xeqy/gu/o9lVfLbKc/yZBc3KshK6jdv2gk3t6wYS9jXWwAA3BIoOM
9Bf3Je/OvGa7zgUKvoxMNDXQY9cRfejbdLbN74gO8j/oMIze6d6OT0+lk21e9k9PoNOfnOQVNT7i
gKE95wCyeprnFfadg96ZjKXvmkU4/2GCb6rIpOhNiR/22gAGwuV8g9fs27kAwRHNRV/2U7Ve9ebU
OplqG9t/MRtq32Te6Gr541yW4I0GPhWtur5TgFYxOIgKSOHuX0B4q377mXy17HJfYdz+tQ5kEDTZ
La7//SwVMLtxIsOq4wZ2zvO7zLutr1erkecHEwyQnmdRO398pePb9wjLn5+o50NbE2yal5YlrnlB
SjnXObbRgT1AuEXaaeo8IWR5afoD+Jz0Tbd+NJb6jEqC2KsR5bko4d4Gte/mAiMxL0dwDH7/Xrhg
tfH4NncxuSwxr7JTCVcI6uFoIgVEqdvX07v5km4kdvUqVOf8MIL9XkiHsfMMEqrnwcNkwUooIdGD
6y7in08jmG6+EvTTECLc1W5gYeseAB05BvZqcnF2FBHVNi2VaSR8WPV5s5lPL9H9b/vninDCzOqf
ebdLtrLP8x9M8r+PJiLYFnAATerSwyu9nTbgXIQt3D4gRF4H92QVj6v9nfPzCeY40NlgTRrOB2KM
l/IxtMNDFgFcb6MXuMW6Ree5qu0/ID5XHlY08y+JLl6tZZ7LF6zuOuWTLDrkz1sgFmAUAVZFFiDz
vas6iBHzuRjB9lLS0WDpoC6Ye2nt8NSt/RKJTv4Ho/vPhxPMRcbANpHUOAvKINiabac9SCUTO9+4
1bZzDn8wRvf4J8Z2AMlbuBb9nR9OsB0VYvWmLyEX6gIbz74NO/W9fZeJkd2hYDfm6X9N79Flj2/c
PvU/up3ZAZWW4KuBeXi7omckZ7uWvZ2fTTAluTZFmR7jbFh6cMKyv9KOfsgOJrs/wZZYVpBW1eos
Szt7MNEB+Rhck2nH9cDn39oh0jWTpkl7ZkAFoedks39PD5gaWHyEe9zB846e7g5OfzSP+hEzEpJb
lJxQpG+2CqLA4sOkHDfaMTxwp97EmyOoFiVyrnv/f84oWBO0ivVeW3CTR3Qyp84elRVE4aKWBQrN
97xDN1y+j/HqJMaZjohEzgufVJX3ON3Kmgbs0QdRIXafYRzj58PW/+ZF3scwRitNVCRPQhxjVSsy
ozW93uu0uJs9oIVg3XhWHlZ8Pxirpd142XcULEw6LjMtDdwvoBnYH2vssIe9dYDy/7buagg3QHZh
B/XtjyrzRyLVc6bTCtUNHBKzwaCBhK99+b0FZY7vYSRfdqVXpTFNZcQwNWS0likEkDzJlSBdj3ha
NigRAW1g1+5Xsj3ghIDd2pLTXbvSc3kXV9oxM1sTIDDhHVA8bO0XQMPd2bCJc6duDg4GFTmAMLIa
zrUoDNPPVCfGGlwS7fM59ayKhhk7naG0m/47BUC9kj37a9p5LkJ4jSSpY81oNWin696/j5tniXG+
GhydCxCd98JDnWQQgJrXmmQAloH8GfNPHmZOsM9IIu+aBT0XJ6iGUg51p8S4MtbYQwis+W+JgKsY
13MJgjL0JJow/gEJ6Bqjc/du52sEBBLB20onlSN4bNCRDUE/QA4y+zcwZ0bOy5Y+IvQBf4FE1PqT
xcjn/EiC147iOUOZ6+NILgxjttG2YM3DU5JV1K6mZueSBFfdN3WEvbLLapyAFtRaULSb3Wr5I/sA
Zl9XznZ/LTg4lyg4bkaHskFRBZ+rts0XBHRyjyZ5pmLNpuyqKCUjRPQrQA+xI6JxVKy/AiPx+Of1
9reS6LfYVSiq2khoPOECZy+KN0yTL4S+bu3+bXXETkKp5G2ZB/hGpPPU5jVNtnSyI8VpYqfWwCZJ
M1d3q+nl9sEkhkhsLpTNzItxvUSwdSSgpTrsHNk2h6u1vDNdEP1GVmAaGe9qrXi8vVmOCZpKmCLf
i1/usJVZqu1XWxnn8gRTYfZpyobVGLlv2pv6p7Sb/T2QqvnWHJ0F40W7Q6nZX+rIfnz+JX1qss8o
2A/SLuYyzqtwd8TuppWxUWY3roVy5+cT7cZUz5muQlMwOtE+tc66Vi1/uNthlSxQzhLNlxlES7Ad
wxzMehatGvJ2mkDNuHlh7tPWnrZffknCmavFifODCUajrQpsrTXwysDubuzan+Tbr9vafjUePZMg
1gyWASsTsFsahznB7xq72MZw8PPTOnkC2AKQe9vnEctWj7LOrsTUi4WDgkzLoiW4xHj7KAVDysy7
ODOrGUNaqz3++qtLfh6jPerV6EYOLyZxsgx0dyjzSLtq/yEa/Le9EsfZoixgRAk/fArqYlhpAiLY
99D7Bs6WH57T7mWeWWKCxQFaA9TjE03WiKZ5iB+eZXzSMislDrGlGm0yAHVWPS8RX6Revmvtkx2H
thHa5gC++D5FECB7zdJ7FAxGlaaTAUqIVSWx5XrZRe66uPsHlg3vHoHc+T8+Z3HhkzpMubVUeAGI
b04bzX2psW+YYFP4Hqbql8xUSXy0uOMpICOpE/3jvZHN6Xv0K3xMH9KXcg9b9f/wEAQDUll6mNfT
Ks5FkPh2elW3b3yTaE5Y2sETGmIxtk7eNimyxycWD2gTLKCI/bDGqLxs7p+25svWOxw+BvSkTG8S
9yKWC2oWG3NBccIRoJq30ylAm7n0djzxHmX7LyShARNylDrvusU0Pr5d8FD6KA/I+jpXO/Nn5lgs
DwysBORgTYPAFo9kGYzq39Dbeka7QOZbrlZTz0UJGUqa19VsFnhmwHSBmAy5Ocq3IZagPjDftv1v
2JOCbT3Y1bMuBpJRCcmMi7j8CWjiKNQ1HBSEEJvMbXbbreMBIYUMZkVWSJKYD+bkG5mFWBcYSDKQ
dIa43kGhGqVxbIiebIxYPmztr37xA3HX8/z1OXusVmZ+6cTZVRKH88sWIpQsp9ZEKeSndgEEjukG
sf0HSYDknLKAgQmxCVhnYkUxVtuJ3nruRcDay8rTUh0VbMpsKRRbllYdRYqx7IztFyBHXKkTl4Um
4j4nDaXOWKshp9m8ATyCvPMlQyc6cJ/2nW26NpqrjufsUsWRFSNk6sKFgscAztElNSD6bcXhbN73
WIIGrzDt1s2y2+kx2Gwte8LOFN+5w+CD3R4V/1c22rKKj2BxoBA6NkxRTohBTUP92Pd13qGMWlCC
lk3nZ9mG1LvvcwoGrNZwRtOLZcAMIYj+kMWxx0o1uK5SQoQkgZRLN81B1/upikqoxh1ecCffmOHs
3HYQq2E5e4urIIBMqMpRNiMaEadlg6kF/42m937XD68hm/MN54ohEcKvXJ2lspUSHzdngvLjc82q
1+eqDPt28RtSKoNjGXMWOlkxmO9ZkFWdSxKlMO4m7MDJjkmS9E/ciBjfpoOV0VMZlCaxWWOwxcZi
5ah3W3OyfhldRSovIDT+zkgCRB2AxdiQMvFusScMLdwZ44hGSq1o9VPeFNie0lUlfy2nyPhTzmX9
E4QHy32WsPSlSPXmMetmxcvCIAc/ADXQgNSnASv9jDIr3Wrpx6dk7vP7Efh2VKMpV3pvMMb6p16U
6Xs+B/FLEkRZYZOiKh+DdDEzB4PW1skAYS14socmMpy6iaO3KNXV2g6GUQU0ORrnjb60A98C95aR
TT6UafyC1XVYWWdkfD41YIo2N1GsK4cJFcF3C6T7nR2VnaGetDrOHodcWYq7Ila03FnUOey8qA5M
QIXyUXkJ1Th9W1Dt+D7Slu7BJTq/wSClma0mfVE6RtGwH0WSZbXX5uWguUpQZrGXDX3/HNb6oG4m
ZiSamxOtTjBBWpQoBEVdi+3zvW59aRdMInptkZSBrWmc/4jikqS7fpoT7NnrF+VxQF8LFcq47kqX
t5HWeWkNWkx7Gcj4LS7Cctn3uDvLJsNodPt5CnNNonwicGRVcYohJKDBLYYNHx+dxLN3i83XUauD
N8W3MG03Odo8lK1tltYYbdSFjxmohKn61DclKgx5xuPnruxojAsxCtMe+hKfQqv50DrGrOU/giqb
uE3TRPd1bDTLHaIVTYJbIabl6pXFBi9DkRozHFacU1tLaXdiKVVzO0bejdXXBh1qx1R19cSwksZr
qqX+2QdLU7scHZDfShUWqVsMDKE9GynHUE+qR8ex4sEzjfNc2Wl9lvcb2g7NtO1408+ukWVTYWMV
BX2a2lFVXWUmYeYN0zKXWNDVhktl97VBsViqadgsmYe/Yqsos3SCZQkaDIlYpEnmoYoKax790aqc
btxaRrQZ6t9KVsgy8LUsLBgrFLZN8H5yBkPCBMfNAJ7Fho9w8lkSak+LYk025621mZNK9QrEUHbc
T11i1wUDJkqBpegDqmxKip6qSnjojWaddPZfW9CVIwIkEZRg36QleODJmFKrM/PJByJsdgyqgJ/J
sv7cFiKkl9Bhw8QoA5yPTuEViGBAp75vyz42F9+iZMOG0olod+hbC+Xz+TcPIsmbuSaOqCqDc7A4
1UVvvyzWYJZLqPqlxch9H5jJhlZQ3ryZh4cyX6hjxJPq3T7jpR7BBammTphlgudDdBIZa+nYTsri
x1XCPdL3SHGbsj+Q1izdkhBN8uGEqsfHnRIVn8y0NIrB/FXbzuzC0GIns6pHqh8lMXXC0KxOfFAG
l2C7yeH20YRE81+iNKaqMNEMHl0I7+loGLzRE9VXscx4T6zih94xjFzGoCI0g2W5KyytczJNqTe3
BYuzgh+SsX0XyEtOsCbiI78/O6SqFHGITSaLD9Z7h9e6p7JhN/b8EVQ1zmwmrj69DF3qLMY+LtvJ
jsHDb1dBIkm1Pz7e56drEE1FIGOqlsnBOvz5srlqtBxDVJpvEkN1sM3C0G06WoOdTEXtRZpGvb5q
LAemcnLmJa4cngztJo/7FP/LFNr5OPyuY2o6vdYVx7xXlZOqLsuXbmzHDZY4NS74RLN90Ux8V9RR
9VwAoGnPxRxsijyp71hYds+3L/cydsKZ4Fzw8RDUcLH2qFaxXrV6r/rGNN9Vev21qwzZsOcVJQV5
EeG4NrAaM5HEoZrjpkdEM/lL2HUnXZ8CF/ocv1O9l5FNXYoyVYgyNfRPkfJ9lBLOVCUHuV0Jjgrd
L9PatDnp5l2bL7ljookreQ/XRFnQA8IxcA6PIWRGamGVyYTowefEs0anDbZjLnndlyEnrgz+Htt7
4FaxxuezwlGTR7hWbviNGtdHvWtnTx2I9VTkRntERGDZVm91Dpms0OHLPEQS+SJACS9v/QGEIHrH
wAKzBGfV8KwhRmAYvjZtCDam2wFP3DF9V0zT5bPXsmprLq1dqeNmCEunmPe3tfP6D+CEMcPkOC4V
fAbLmcFza70BM3f7KfTSHgT/an2g5vKqqV9qrd4X1PAThd2rY2sPcevd/glXPjNCLxPvg5oUGzQF
s1f3kD8PGsxemQ9fGs0sDwnNmOlEQaA1kgu/8sF1RAcaxOC5gOb58wcfDZp0idmpfq4aAOImdMGS
0sE0NzRtx9dRiQOv1Yd0U9Akd4yFl5LDXrovU2cGEO5c16F0YsOPRZMSQJtUf2g1fiRzPHjQ8hYx
rZV9LwqllFifS58CeYRqoJc14alVwX0FmqIuNSeqHxeJtaNaURwAAMw2LNSHhywN8jslGM17VtJa
YszFwsaq2sZ6z7rJdXBqi9GIjuL6CPif6mc65mBL/jgn82upgOOsHzGPyB+jMnppE+IsZi35yldO
DdGMIZ1cHZroSePQjCam4NS1WqxBgRMM38rEx+5Ku6KVE7fb2yr8H876j8BVx8+sohEHum72EMjr
0VbqbylLN62R37MKE1VJe4ij+FDUdWGPVJPIvvJ8DKpZ+L6IxZAQ6J9FL2lmRJZS676FFQkuuFs1
J80HMHOifCYRdenKTJOaFpYEAlCioerwWdQcx1Fv1IXubzB+5Ny+QrGHsKrL+R8XfVhc9WBWRFPQ
n8oSSbhdTP2BFdZpCbJfatzeAcDsKmm9r+r4aVwiT38fx+FrwlsvVBUvSLHAVV3sJfmj17MXjtbD
7d935eGaCN0Rla1BJ1zg57Oz2aJVMnW6T4zIGazSievvSYEKNqZRb0taTf7nIAgXcSZJ0KV+ASdJ
MUISjbxKcRNqKw9RdvxyW4rsPILdV8vYUmsy6n6aDq46nDqr2wRkX3Hq/heCuEZg4TWEl2LAYFU1
b6eg0f2i5Xdj8z3pqg0biU00SSX12ongQDHJTQ2gnkRqRZJMk8aw+d3PkswtrB9lZe0MY/SUlEp0
9do7QGqJXA6UJaohlsN4QOlAzNDwSdIVu5DmXxBHDLvb93bFMxMd66SRcuCpWfoHPOrMpmipYmlh
lmq+0QahM7J+3GPXWrjYjaX3dhmTxbOsqd01jFb7uep7b0YYehoZ775wkw6S6708NEEUBktuEAa/
KcaxXaSYQ9Skqt+2+mJjA3C71eshlWjLpTUjiAN0E9mdqjMM5X1+ZmlK4T3xIf18SPaLFZy6rt+H
liSyvPQPCGBhKg3sqEVVQpwz6+ZcSdeCuJ/qrdfl5aauCKp4y3FWpx9BrT8ak8R0XionwT4J3JvK
KEJvcdYjN/nIB1NDZgMK2Uetagc3LQLrwKx+8ZXRmv5aRZFFIXQjDGsmcErBVCso+LByaRDWdXpx
jEqr9QcrKmW26lIpLNU0kYsjwEAQLSZsSUNLM1Yn0y9zk7idmbbbsQz//r1RVLkYloZBKTj04rNS
ZEqTDlELKZGZEzedUNEp+5xJruxS9SAF229R4eaoLIh8TAvNi2DqDNNnU1D7SB21d7x9/li3reHd
ftuXJh5qDGko8VkEQaDx+UBtri1xkiXEV6ou2ZIqh8dSC3WXZ7qxnZNhfo2UXua9r53PQJYPP4sq
O/toEp3ZkymgQV6UHfHjxhxyN+qTZLZVVJhN22zLkEjc2KVqUIayCYfNh5FEcvP5jGUxYyX5WBN/
yUGlwIal3/RtJ2MLuXYolDc5UlHUCwwxR+RVOiw1ULA+Be9EudzzNNxpiS6xSte+F7J3ZoBwnWIt
jNBcys2qI3qXW37M4tYZBjPbW5kx7lhQRtj9iWZAzYZQoiRXjsZxb4jd0VEiOhe0vjStaeC9SfzU
qgaXRdF0RIZY2bPGO4moK/ErhSyO9dY60hOwr3z+WMZM0sYMOPFrRrNtmc/KMStSa2dpTe/3tAn3
RRb1u1mxDMcc9eSYT7Mmw59f8XgUZS+gOE0UMjVo6udfEU9DCORqYflcLZAVTIfODD2z+GZlvlVo
dql1dmihc2Eb+TOVJg3X7hv+nK1lagN1h/W/n72PquFqGCwq8aOUxnbSRpNrRnNkI/auJPd9VRRy
bfQKsXIbOcpnUeGkUKXvmeUzK2LqkRjtND4kc5zpNleGyZCQwVw+RYaAVdVMbumWST/Kf2cny7Ms
qs3WsHylDIKXJqPt72oKVImLuzzUKgXRAUGvcKXV+XyodrEUWFfV8vWGNT/0gRubzEC7y47Ttpc8
yKsnQpyHPUocJlSEt5dUIVmmZNTnXTSCDsZox3IzlsD7S5zCVUEWtdDM1ZBlieAfrWakaAd8KTjr
4jULaL5TFbU63fYHIrYCyc/q3dAXYKhK4AkKBqZN0PAprTjwCfYXv/EK08gsaZX7ZmyGQz8S9RhO
i3YoJmX2EvAzbtJEzbdtnvdPtZbtzQTUkGoaZB5N6mDLlMH8rnZp9zWp5uqeRqPlDk2X/qJoLUrM
/JWvbjDTZCY+hapqfDWdZ7pFxwapf9wGPs3DwClDlFOtnDyTbJZ88is2Co8T2gXfhfieiCyqPZ3Q
gSV64HdwX5qtqVH0ZsFXZx7qJvHPurTqFzPq68E1rCEqNgz8MK9DCqYJyZHFadr1ayFARTgMjUBL
XGzmlBkGLtQkYn7AEgzSJuoEkmfQCbosTDd1QoMdqBcDN80R1jWj0njdHNzFOW/ux2hMT1nKXs0m
MY4ZDL8kTb3yORC+IB5bKWsQPguRhar1A+/6kPmst+YXK0RbsszD6nFBsUXyNC6dIrI5Bg8PzUU5
XkRsdv1a5Sqq9DTy3LHyn0YX2k2f2lhgawfVXxsXjllNDS8QKbiOf35Ws9kI256UND+V7M7iWDmx
2BaVbN69vLu15YDqIKrosFNiMRhHQXct1dPTUqAzm0/aL1MbFscKUbO6/d4vsgEDpRpUUDgOhYxK
bGIZKS8ApiqzUwBnep+l8Vp6jaiTBSQ54OkMm9vyVvf9qaSwAlEIW9NvdAdhyz7fXqTSvOzRXT8V
uWo+zyizuIPZUxDUjb+XoCNAp3SLq0UGf9LVqZBIv8i2IB2BOwrdsA/oTgiOoa+Dzmi6oTwNaWie
kmJZvEqfpm0bdb9TJYrvy0htnIin2vPtY19o6CoYga6BaAK+QuzdGX1uhEvOy9NUD3yxDSOsTIAX
glCzZx39ok2+dM3vpJrmv32FEAwDhUozcj30fYRXGCtJixUvUXXqlwI4E0SUHtQptlk2dpKHcWkW
V1lE1YjOYIEBO/r8bRNSJHpm5NWJ1GPgFk3F/W5CmIYdCNrDEqnRHzYk5iHopgQrTMNYf9BA37C7
fdPiehbEFPgVFH1SNBFhdj5ods/cwMjCCFCGqjotWmM9mwpgKyqZVvQCNXAB/XJKxrnYqGrZP+cE
bO52nKXzI7gWMnvhqXXoFEI3XcDf9XApNgufN5PVKA5m9aoft3/rxTP/+KnoOKDxgkKbaL2reCAc
pF7VKQ0S08t0dlcgyt5WBTPeb0u6CB4gCXYY3UzVUNFzF9qZaPukmqWQ8rRwLXZra8hsFBhyiR2+
NCbr6wKVq8kw6Yfe3GcFiFkb1LFVG+iABlhvWg+FjupvY+WPXasmo2MVHZn2t092eYcgiDZ0hCpr
bxOwus8ykYvPGV615dfmEi7PRZ2Cv6kAvqi+ryasnPT+VpyJtrAKzcJ7ZlwVjkjAUr90fcb8dOwB
tKLo2rIT9oyrxI7VKGz/Gq2xws/wovAXOLyYWOuqzKatlZlRP9RTI7YDlSVYSmHxKJRE5pf3aOJI
kKHBfyL8Ex4vVGZp0iJm/gSIn0MYxWJJQMXS5zGISCxRlEt1/CxM8AKo4EUEjNPY1Qx8j42MCgvR
poT9tbVH6rauMoSrwXpTMTRnbRkt+aBQPwZXwdZYmgHGlmiDHZsr+dtIESyQzsREk2GlEpDRpcFH
GIqKFxoxCBYQUgtqGSRzM5KI+wub3GoIjvEUAx3QviyDtq2Vl9taeeU+QSdsWVTXTKZe1CrDbi7H
BBGi39fZTO2ZqJnidMxKuSRcuNAS01xzHA4pKl1LRp+PZTIs+RxYVfqqle5iCn+NOXjF47qsbyYT
JHhqq2YG1rCUpZ9Zg6sXf8rxkVaxxFdcXBtOgwxRJRoWFIA1TMh1gmBuoziYSsCGumSTlOVLofa5
pMJ7VcgH3AqFc44M5fOVNZGSKQGjpd8PMYCMJOzjOzUsiuJv39R6mI8ddShXoKAnfBrCM5SMOCv9
KYyD/Zjz2EFfuZVIEfUaXh06jTAGoC4VjVzB3EZdDo5GpEZHa3YqLXV6kLQHidfQeTuFf2naIQsw
PezN1lGIwcMUbm60ZkoqEpBjpj6wbnJql3ade/vlXIQLH0KsteHHUQABjOTz55mzea1UcOuoJpYC
DGuUvC4mLV4HpESHeubhW4dc9bAAo7cNjSV2mNGaX9XeCh+tqcm2vcIKuzHD9lBUWYPdv+bPsuRG
a1uJGVqSgEGMX9cfS4ACsRiwoXA/69c5i22Q3wUJWwrrGL7SytuQreYNp+Hb7SsRsfMAgKA3hUqD
SdEdWDdKCVKMZW5YnrEjAtncGXKOSci61jaAZIMZNigmt5ib2uummrkJi9M7q22nrdJZRYiSYB8c
Sp3VHjavRncUK15PVInLl04tuyc+TMMOktX9skRB4jZtqLpdp3EsD5170nomBb7bjjQgeiWWS4xN
cCi+VroZBeYTdVPBoABcnS/TYrGjCSr2stpqertX+u8p6hu3r08mSPxG6gxcR0vZcViOgDY4xmjY
eXyfDq//hRy4UVQIUdVGU/PzV1r0outiE3IombHD3vJ4EX+vzNqbFrq5LerKo0d6+I8owbSA+qNU
84ixY8f7hyC3Xmm96eZTR8BipI8SeykTJnwohaZgOClxLnDmKaF7UpqnXSebjbj2kTgcogaQH7Rc
zMf0rI+NAajvYzYs2Oth5MW+LRu2Y3N/Z9JZk3yr9VucZ72r8gH+AfoBfCpEV0JwpQ5GhE1wEDc2
fLJTq+jdRo9l9NQiLxMyCM1YgeMa1VdFF/FLKWpeCQfNoT/qcVU7MQmDyhuibvjahgPF5mg66j/a
sV1t6ZxFkzO1c9876qR3s5OWvH/pmVpEbhOOYWijrm6EYLcrU9PA1Oa8vA9Wnj1aICo3vCI19QDh
U2hoP9WqMYDQn/tmZC6aPkhnYz2sZV2xC+NnaWiJrVycqE0CXSg8rNwwp4UkRDkCwl9/Gaht7VTN
UZJt0Eqe8EUmi4tEhKujUfoROIpTiFVrJQVjfeiDgKPb1He1XbzPjXsAI6zM/1yoBsC8aFzqKJUh
+b6AY2tzHwdUm0KfJ8DkDOwRiP6d2RAsEysUu9O+D3XolkaCzlj+dcG/SvDczX7wZkWG3bx4eZ9/
ChWSxBzlGq2Mx9DvlEOuJgjt6m2mb+nIbKoU27+0KR/CKNwZQOIgHhSEjV05k6ibQz/OvsaG4g3z
nyF6ycrsOExvt0WJsSS+Jna6oHFF8TXXoZ7PllLpQMTZAh7ua0nt6sFhwpzDHN3fFnJhUSyED2hn
grMRsTFCys9COAEvmVrS2G9yduqD10BLt2OU41NJMosLeBKOA0k4C4f/RRwgGMiB8yCI8gkgMk05
EorFbAbyjK42yuexNuZtOpWTl2kk3Fihlj5MEWs3c8RSe4zYsMU8jv6ojoCtlxpC6xqRy0OAsP6+
L4yncuD0CQBl7Dq7fTsiT/Bqmji6/2hnr4E2AuHP12MGmB2JxzjxI4zemHst9CeyR783f+AHDUt2
frS/gsDdBI/Fb/zm28LXv/3J+n7IRgYN+4uPI1ZTrSKIWg2NCb/PUXNz2tJfHsFZwZPtNNq1BJxy
0Tr810n/Vxr2b30+6RwDwg5+k8Svk19RWO/janb1xdxSwjaUYxJpPg4pc4uvsKUZXSRnvSoezWFM
AqAbiE6xIL7G+E8zqyTxtXywzboEKC1A+5IMNkaV7Fqd4BbIAyHfwuZr35pulAChd/u+r9gRfv4T
hKdQamlKUmLhvucfYfJKsaMwUNyhUx1DhrS64hOQUq3AafT51jT/82VHEzUr5NmJH8y7sf4zBYsd
Dt9zTDnq4ReSykasLx+5jnr5aqtNZMHqx+jWWfw9FkaXNXof+VrsD8xywMfvFsCEk/z99hVe8UCQ
pCP9AbQLUH0xLWFBHOoJImh/2BBbd+pThqXWkWVXbitR2EvriKoZYAuoxQMEgv7J5ysclUplpWlg
leuorxMX/0Pat/Ymrixd/yJLvht/bdtgwEBISELyxUomE9/vd//6dznPec9A401r9pnRlrY0EuXq
rqqu6yqScM8Jiwg9wwz9B5VpsxYuCUk6uiQbCtWICqIXOJ3VO+5GNR5V2fJMDosPQ8bLMndJl6Qm
8by4pDBO66aNQarIfnOc4R1TfVuXjEjsZlBlYggNxQsYNfhcEl1zUsOhCrK0ChxxVTxKZ97CNB4p
teWx+Ix79Emmz/clYu6aLulR1xQVgyKGDehlAJyKczP2UXoaWOnNW1N5zRWlT5EyVCFXgUowWoG1
RI+TYJVH/bfMyDbSc+A/8jCFmbDIGhK4tAPOaZ6kuaoSYBblVZOSB97LVpnmPy7KaJmPuhGklVHK
Z93Le7Koy8M4cN8F5lC5xr5/rjMGExEUAkOE1mhLAPvX4lLAjc61JAkd7SAc1JfFl2r+ykzeLg0P
f+8TmxPNS1rTJV+I5tgPuT61WzlVuslFDDRpn2XRkK5nrXSZkxboMzwEBBwIdie7eUEoDgq/iBdd
6KhYMpV2AWkUbIQPGT7PTfl5UgKMSiDhr+EPIo9rMlM7gJdWY+ig4HwMH9QNekKTx+SxPQlOYbhm
FqVkwNKzvz9FNEtqGCdA2h8pz2uqvozlRaMsh47HN4SDr4JxZ4IcTSszXK1ZqzX1+0kYZcQSD9pJ
1RDHCxDTwDkrS3Ug47Z7wLQk1mojAGJYrVk5vKRFvZr5GPZCzIFWZ0xr8t4r8govgUxLQzvGAz0d
0LVDhCLNBVvi9QFWJS/WyA4HTmUp1r/6cTROoaKMDhy8Xtc/zgut6HsuZhyqsH7IhARoynDMzL8X
AfTk/pcIxQGiQ0Ed+xLupOIRNa8PuZSRSD965YIhA7NnhSy+piNMu4XpFOWi1/WoCZ1QS0JScuGB
5zpWlWf2uUfzFZyKCSMTXcfXh9YXWV6WMfR1ENt+VfoCnkl9VMwSDcIoTyx+DQDmQM1Uia067XXL
7fSQIRS3XhvGgNDiB6gIqDJimOtPQDjfYz0ZDzsYKNhYqC+2JcbQLZ+XvocqV8we6DUMmZ+zUliR
g4oxavLwPChz6I7YfuxGkyKH+grJmtFG8BsZIXZsMZibMbzwbtDmgH4+zGLTZXA155uiS73IEZTv
DOcHl0CKSmMapL0vmDMsXRGiLtLzmyaXQy50FDG20KO+cTvFASCGdZ/MzDs9xZoYfxGmPA9tAj1M
6bdJEEVO0OmFlbup15Fh1D/VMKkMFCN9Ei5cgdTpovMw5d8xW6Dm+fzzAdTVjVxQIrjJIqcS+LPI
8auGVw7xwNkur3akX8j7UJVeC6+wh6byCEqc6J8Mi9hIwsY3+zjhSYDOZIZZmPuqCVJ3CgfQgEAX
oNMMvXhAd4gcv1SI1odWPD5qucLIUM4JE8ptqDojrYckERXLFqHkN+hhm3ivdkXx4UsHQQxsHYma
+7c8x46EFAkuGr2ZmPW5VskAeaiA12OwI5WWAIxR+AtV8dclHRXjcRdUaIPdSFrnVknkNJaKHgg/
fRaq3xlmrJ/vczOJPvXqoEKlTG21GN7AHN41N53U6mFXjrHDiXpqlG2eISTtrPtE5o7skgjFzKDU
uexlfOz4sSFZIlB+/v73NaTrkArDDDjcn2smEq+UqkrJ8RxUZzF+CUW7DL/vk5gTL1SiEGNiHyRg
FKj4RSgSrNnWC5Dw9on72EfrxjXVZH2fytxtoAkWjw2aCkSFRikqGlcpewUWUcrG/DeG14B8qWDO
mWF45+IkNMb+oUO91GWVZ1wn+JGTn2N4g5xPXCEFnIxLeK82yoJfuUm8ifOCjIMTa/4+FWSGvs69
rlffQF1aVsVNDtgprDMBgtYXqlbq78Vbvi0Xpp9Z/vH+wc68oxheRv4dnRvoPaBdb0SFQaV0YeRk
nDMEyaGPa0Ot7C7yLT9njWbNiDsSqEgVoByIR5TuzG/KQPYA4xg5ST+SWv32qpTEmsJQqhmJxAgP
umdR80cG7QfU9CKaaLnC79xywB0uPvm4RllmCRwaXCKrn3WWHSSDMR2GjjWVpyxr6C2aoupFPNNN
ScTMM8ZxM6SsnscZ0Z+KqNP00zTdKFEK1hVpUIWaBrO6UCGNnsFX5b84MVw9atbo3ZHRXX9tJuKu
Cr26UiOnKH8F47FtAzzPWJRRPt0XtrmbwWAexqYhanDcqANTQ1dGX7AOVuAHS50PnCDPkOIVoLoY
ijx3NTAUU+8mAj7gu1xzhEJP2aOdN3aUBFuj5FcdSD1a+PeR3WQqpj7eCeiE7nGP2qJ1k7YCERVY
sgtL9w6CvytiVnfJdCzUU4RS0tTJNRWT0GFLMYOpkr5KQKeKXBIEkVWWwTpSC7PGcFrmbfxmscEg
BMPdnQvxQA+TLRALvOg302NJUw5jJ+BxcsQjJgYawq/SwwLoKmbz1UZoyWNc2m16dOqf+EOQEo+c
DzFgFU0ET6IVm9zzaKWWtL4vg3NEpu40dMMhSMJY4fVhRsrIJ0k7xM4oPEQ90QwxR7/f8kvOX+8T
mrPjCl5F5A/R5498L6VVYbjA9uxWijGsQhJrkT5Gyzgi2sv424uMgVWzmNOtS2qUxKd8XnDIm0IY
Ww9d5Z+y15CWrwx2cnT6JVocLylNBuvCvo6ZJ/gKJ+MEm+2oxXb/jqcx7axaNbLIaKNtEC6r3GyK
TbS8f6Qzj9XViU5af0E5VyUp6XURU0273Hd6q/qqGrL4/N+IUNrWeuMYeBqura9W7+FH9DZmhvt4
n8acecIgNEJnOP9oWaFp8KXf6EOcOFUdfmUYvqlGTDOplfm/kaGeDq7ie3/gksTJK8VOU389xsO7
Jocst2mOHbiAP83qiDJoQ4hWN1dKxyhxOkxBkwbjNcuo86ZCg8LKps29hng/0OQ04SrCNb8WAXSN
oAFKSBNHl0LVEFwM6qrY0nH/3GZ0CS33iMjQR4rEEO1B9F6p69jpAoNbBYavAEigEg2URtETx6A0
l1nGJDCMnoDiPYo0lNpqi2IRN4s+dsJm01Q+Ueq9GL8W2arJ0Xnxi283Q/CZeB8oPReCYgw1y72Y
5XUC8UEyZ8LRoUKQ0C0zqe8g7hlvawja8mDZucG0sOb+mc7UVBESoqYC9w+Na5iZvL45vwK2I/5L
sJZZWsrGaH4mm578JhLy1il2SUYorzBIzgjLFUlKWMbIGyK5CxJUPdolv+ks3gqIX5MHYVOs+xW2
uzMozigCCGJ6XEcwhJ6P6YMuDJQgZIre8jCNbpysMuCBoTrF+Q/32ZqxgsBnkSfwuOm+aOShRs0x
91G7sRNJMkZ3V2OMFRHSsXZfuIqRMp95LOHWArlDxvwJcJ4og1sX6M9RImhbCvAb0iZeCEjAMFkl
g9yv8wbxZIIZzF2ACcx/cZKYxQKyGtKySChQzzSSNaKY4I+jyU7b/m6csP37BhKMm6FfHTV+yCWA
064vS2rdLPc933ea+jNHGz6vYBSy2SQYXdVRiL5/aTOSgYwsGkfQ/zaNl1F6DgyzSuXGIXBGPzfS
YlN5MikHRjA3o8vwDuFCo4EX4TidlwXIZyJGiox6mHxMxsbklW9VR03j77tHpjmvP3QosQg0H46h
jHKYpjyqrmY23EeYPaKpm2EzZiQdNh7J/8k0QgYph3AhKH0J2NrAAeSptUDAYAaKgNK8AOczid7H
NhcY1zR7gv+liJ7ha5mQK0HKMXcQOLkWGzLCfzF8TIGxqvIxg7dZgbigRJvDOA9TIXVRUqxctFJ1
PBhUP/pGYwQpLDqUDdSbop8gAwMnKVDBk0JTSRBGsoBBJl2hfEI4MkjPyGgdRIKO0iXMr7mRskjR
RFEq/UoXIruVOlaYOk8EnYkY1kFXIn05UVcpfBcim4Uq7Kh631o0fN3X0hl7Bzb+UKAupfW8qIkF
UIj4yorlDyD4GiWv2ZywA26BidDOuE9wjiVEwqjK/4T4NEBCo4cYAVZBEKXeQwpkBH4oX+6TuBUA
aXpt0cg0tWjg8K5FGpg/bi8ksOFcvjAyPyJ1/dmzaiO3BzcRATTchAaM3nSKSFtp0dggT+5kubuM
dWUfSs+BKm/9vj/4SQ24Fs2+z9atpqK1Hw8EarkwRrCp12yVLifr6OFOHAxpkxYPUf/gLU5t+NcG
4ZoMpT5yo8c112SJgwkC4CtrzX7M9yqrS47FDPU6BLlb+2Wa451VrThWAhJUyDAmRUxK/ff9c7u1
qWBoKiyheqehTEwxJOpcvAj5LkFH0MEN8pca2DZ5X4Et9ND6qnmf2pxcAGoACXQ40iiAUnLh8g0H
rxCetB+ish8gOcb1LwW2kxZl/Y15J3ZS5kbcJ+1FyQze7DSkSKPncZ5WY01v3jhyHJZmhRZNE0hd
mS01PQsraIYUfAcgN6BvAQ48HSZo6K3KBl9onShw5V3Sx+c+9MTlqCnN6v4x3pgJPOloi5ggPqZR
JjrTWLqqyBVF2zooqZqclpt+zEiLTE/plQG/pkD3RiRurFZlDl6grRxpGr6xQLFcjmlU22jeCw2O
L8WlrFS62Ue98Hyfwdtk00QfTzzqpmh8VWhkD3+RCSmc0NZpf8niUTbWgkYAnoIeTyBnGiV2Ct0n
eCOYP/SQxkDMheIOPee0SDI1Khbgt6+M7LePbijg0DfmyDGe+Rt1o+hMMnQREbSF62PkUwSdfukp
BdHEk2eW0l5kFuVnpVH7wxGlalIjh6KrgyNIfPECYNl18Fu3alJaAXZU82a0ZNwZi7Xp3y9Y87zA
L1o0UDi78deDbwqbv+4/ms4O6N/IfKJqjCfsmgA8dq/qCpzd+CsLjNHIRNO6LwU3dpeiQBnDLEfG
MZmkoFK3MWBN3UoBtCkQkn/dp3Mb5lOEKAOP6e1GLBQJ6hU8hpUZlA+yTGrbcVuSxwS7IV57aRUp
XyyYJybhybJcXFKuFN4YeyCsHEQ9J7zRLf3CeO2WEm8rm7fyIyeMM52Vw4tbm/79guJYF5HgC7i1
mn+JpJ3svcQSA/aFRYIS9cwN+CEIZZym9ND2n91il0nvjBubPP0bg3jBBiXd6Fsck2QSvshPTMB+
6b4hn/OKRCYGw9KVKzIMxZyJByIiBtLhPyMmpXgCSnooAXu1dfigJ7yLx1jKGSTmju2SBMVS5WOc
OvSCzhF70q3VbcB47FksTDb34uaxjCEFDbBQh+9ifQjbR8adsAhQ8aAvCVxVyH7nuMg+5GsMDhT+
XvroTu1usee3z8EhNOLjfaKMQ6Mh3uPaQ+us5nVOnBZmJhRGhv7EVGX0bc1SAd4GgA6nbMti+veL
o8sDYA/EKa7G7Q2RoBGgZAQac+8dQKb+S4ASL4DodHFVR52TfqF3wwiVU5Ws2tYqg5XMKkXMGh2E
aNgLskCxD+Aw19z4aeyKQBLqnEF45ycY8iUyVNiwiDVQC0N+xyUxuJvzXv5LcJqRpgi2UV+X2kTQ
yCWDDwztswZKS4fVMsiQMcR8/ij/wx2I3TxLTdQtwqxDInP41gnpvz/+XhoAhIQYF/MYcI9pH33R
aB2G2SBzeXlMw1Ps74bwdF+sZ5i4IkE9SFmW51oEsFNHFN6y+AvqWmSHCvP/D0LGUNuZR/aK1KTV
F7ItNjmmjrHixUniComOD2nx1mODiMCKQefpoNiLUuzPjotrOpNx61oJOgQR0LuFkS6QyMNmGFln
ScCM5wOO/lCiDN2EgCEMGpSpzkIjwr4eOeWsSDI4tycq4/RmbB5AoxdIqWCAWkcvzzVXHj+IwyKP
O/S4NySVR9Ih+3VfFmYPDrt7fsJo4BlSxkcRpLGOcgh0x2+SwlsCMpHIqi33iX2f0Ny5IWGNijKm
YFCXpyRhUfRKJ8dNj6H/hgT9Os5fF+nblF8Tmr/375EeR3l+2h8x9YFcH1uchV0QSFmPPvn2VHEk
Fay8MNBvEv11axKA9C4pUUyJYeZ1vFz1DjYeAIlKCn2jKVNWIH1bTZ7IoNUA/6FyCMf4miHAPXma
ErS9U0tG7vCWm614zu5VMsarYp2xpnPn7MMlOUrsukWiZVyPq/KlaKt+caJnBsOr6FmCsEKXMWPA
Yub5u2KOuq0BeUm9j8Cc0oZmkvEkcY8tC/uQtRuaNqtAvIrKuMWqu4iYu127Lsjn+rQmhUly8rZX
jGlZ7tG8L/L0vQH3YMIkgMxPYAi3w9ScJOS6mIGov65NM9iU3xubtWWbUuAbGpQI9kB1CdECiDWF
768MlaUD85vfpoyDgGVdwEfEby93/frgrUOyMWzXYpChgRxvyEwsXjwSLSe6FVDYsMZ4pxDs4O2x
JvzXg0OMvY29u1/3L+WnoenCub+hRnnCNRaCAYEZ1LZYE75833WPh/Xjr5XFrfa10a9sgyUGNErF
DcVJ3y74GxYR8g3TMZo7YVmuR/PdN9brNclti6SktSTjOSRP3/qawSo9FHJDmPLFRpkfIr6cCLdm
+zpCyDubyd1kfP75PFFMu+bOVf8/d9vYwY7V5Qn7I9eh+fjw63VYGgb39sVQq/kbBDodNomifQL4
rNcUF1XfjKXKiadzbe6WFTk8+thMjlXeOcEWOLI5mi+sWHpeRi9oUlaqGbrUdUNXPKVrflztB+dt
QfZWZlaHaeHv0xNPnuyX+5L6k0O8OdkLmpRqB3EHhKsGNE1/vctbA0sav4RN9gVhsT3ziI21DIJU
3Pt/8nJBkNJ3t2tw6KM+LRlGiVI0Tds1vv7VSvQLIpS2h57UoXkPRGSDf3Af/9dDo9QbiLBpCABO
8ZSbkMZotNpT/zmEjh2v7GejfD7GBosk9V7eHBul31KXcEGN0P40GFkMRPzzL8NId9r6aG+MMl8e
mdJI+VI3BCm9jvSm9MXAk06m+mV/vwgM/4kelqN/n4ZX0ICqI/NYz4LV5Bz2M2f4u3oTzY1PbJMl
DvMLmv/Iw00xJ/J4pR2hzRj7N3YJ2R0Oh9P6UV3/fnjA5tuPD5DddMT8Yrm+LJ2mB2MB7VZJnADK
23Nv7nxjuV4/EGdB3jzDML4YUkKDIdwcKmVBhKqpegwhSiff2Zrv75WBNA95UE+reiBY+f7lfTKP
dtY0XxwtZUDKUsqyFr0Cp+12iXe1fYrNauWbYkgE7ETvtnb0NBAPY83MR4Fy6m6YpSxJuciwYxWW
+1QvX3Y7/2EX2UssNV4/yubK0VaOIRiiWRr21/G+CWNoBt0f40WRmgEoSTx9ntCWS2pG8pF5iZR1
kYO6jNPp6dmZvbnESp/H1QOxLGvz9M30VObdr4vro+yKtkgCL+0gMdv36qgb2YPpmTbDR/gHJYCX
iOILUEF+bMGFc4KdCkIoCZEEjt6xoRzIq2T9gLd0E2Jd0dE+HlmARnSG6D+y8Yci9QAIAPURhoni
Nl6/t2s5NeB4tbuB2EcWCsI/uAp/aFH3VQaN1wtAVTkl5MV8F8zT8hGW5deKYDb2+el4/GIc509H
/u2b/YcgdWeuLKReoYYwzeZn83jAkHFjegBEKHoykjUR18QhvfURnDf2E/rsvn0SH6fQwx4fIoI3
itEBMv80/fkc6qXQu1wWogr8m5E9dCRZJ09mfL6vc/8gp/8lQqdJ6yJFK3wNnrPIzl+Vckns5439
0pD/jZkfUb4Q1YXYaPWYgRnlMzoZrtEQxWSwMhnhO9dHT0PkcuklXuJLpxfzoIZWZ242ZkfstiMM
QZn3zYGI/h+9o6cUkPH1xzzFoUkEe53IubMQYwmdaTLeHebtyNfecpumdejnILTlnvwnt7FcYntP
x4AnWwapf3jK//BEWf28j8UoCCfh352xJpgMBtjKyDtvvSfP8dY7HXM4y4YR79+Mp5BlmydG7t0d
ZVe6ZpG4fBVMqndevi/Xpx9btiLEQtj6jPcOf1nyMv/O/eGYsi+t5lWjNtFsjBd1A5Ca/QbuCvew
/bKZ7sq8d/6HFmVasqEpwiiHbG63g7FbcmS5XK9asrIQQG4QKN9XBYbloGGQuqIrgDoHauaEg3Ss
X+xvFkcs0ZSo0BGpz0b0+IkjhXSbXWdVxilHMRa5TpbtYNKicmhKxo9YkTVp9m4JOJzQgP1dcidW
DMV6TyUqOB1qtHSpP7d0Hgx1tXv/JCfy8Pr21pkfCMAZt8Rki/Iq9SFNfDWahF6Ai7dAbGgEZmyY
DL/qB4v8jnLRTX6N7scp//OQnHf5+v2TI4jx4dARzVqRBfkIyTO2GxsDgcvAMPuzPp0CzAE0kKPZ
i07nKhLsMfA8JQQIlTUezS3j96c38Ia1i9+f7MrFs6JKvZRUQwzHXEcEopC0JvzXsGbd1Kz6XpCh
jKMMG+wqExsvcIa13d6aguv7OjsfuF3QoEwgVtu7VaSDlQRggDASu2VA2i2gn6JTuPNXudk//I8U
KQPYR57rpUk6XY64qs0zAEEi0huIaGzW8zLvOF5wRxnAoKm1MNIT6VQuS3O6qd4pY/P5yT5+s7Kq
PyX3e0JBOU4LLJTsZBkn2YCOufRN1bGgvkcWUwzho3uvsABCHmUVPIXAyzo9fXfE+2RcEUPw6FYa
JU+1Lk9A4mUnG4CjJPGA1VtLpjWf9OTOkf2Yqgs9EqMCpVEPdIbV9qyu3pMN15N0b9sF69Dmnac/
kvAzyn1BSl+USeYquJ3dLuRJbsGrAD4enlxm3o91eJRxiF2uSJoFKBXW2Twslz15TLe/YmLBwzW2
L5l9/7Lmn48LzigrMVbuKLQ5DhFQvOSM9Ob68VEzHjC34rzZUwmdeW3Tg3Tv2iibERVjj4ESUAxe
VG7VG5ZtH/VT8hqRf/c2XjBHGYss9rywknCY0eTxagTcrVeP8lSFsYwNLAbj1aIhs/8v1LwgSFmM
At1CWL8GgvxKfd/uDst1TcZ99cuwv4/Hf3GSmErAEDVWrwM3UqbjoNbVgVQg13BnksgelxqRj35h
tuKmTszF631B+VkBe31t18QofwY7ruRWiApo9faM9BUSO+vVSj+iZoI/jBdyJhN9TYxyarBfrUjK
bCKGFCcZndInvrkm1r5qppIQi9wkcvd4o5yaopLLFmsQpVNVAq9rMMRNQbIJVH3nBIZ4UnrEMAbj
fWbRpBTdk9MhCoNSOunYo5pamSyQjn8qdAYZ5lFSCu6nQRL3Angzz4iMOuDHWdWw3KTWk22jA5V1
lLf26/rmKO0WQk4XugZsbc87XiXpB+9A0e7L4u0bdk2DUuu0bAOvSxvYyM5cntEr98A3Rm0Y96nM
PP/XZChlHso+Qys2WOmMLW9EuCOPJMZwkBujEeBwsI7uNhdwTY9yAbRFWKtcBXqmdNiVp4gj4w75
MKaVYkgeHQUNIya6SvHnipLf5TNL4KZjuaNMND5nDhdjVAvcDlDKzxACKDA8p1/n1pStxH9kra6e
LvseOcpUcGgsGPPp1HYvwYe/7B5SllFn3As9Ttd6USVgczP8jON5G57kzlS5ZfySI7GwZUj2jEN9
JQN02MMpgZaMC9B62Zkc2RF33RoIsZ46wkqZzzQLXJOiDIPmi7W6cHFwnE7CmjQPPuiwskEz+clr
KpQ98JNMrrMFqLzszs3L+2DpZMw3AHlXp8DxyTJU8hYTsufetrstd9htTaM4oG6Mys//+l7+fOuF
F6cGWacF/ST4gUqa1e9oDXB2y2b3YbAkhrIcER8vmnHAw9wZqAl24VozdM1IVWIaJkPdGLZQooxG
gybbqvZa5CjJ1sxbsnCGX9ETyzQxlIyGTh4BEo01EZNYKmRnLlYAYXw/nMhqFWIlBXlhGN5J8u6o
tEy5Gmnp+hHP457OvWcppHRMnXi5wVnKsfV37LrH9NTeo0eZkErMStHPcIY78+AXGwfVVM0whQfd
bFgJvJkCwZU+0Asy+UKs+Hg6STwq7jtc7owsD2uUdbx1sHbQG8R8LVnvmDyxfyH2WuPWXoFuRXgA
591hR5JdtzaYri9LRChz4lXFwq1HUGmMDnPNBEmvOiGEe8bWNlQ/VkyCDE+DnjWshkGPWwlSMh5e
FkcgzNkNMxU0E/hdXxflapR+VrtdV00O/dkckfHqTXe1A2DVfZFnHR5lMMZU9OpOn6xkAijVlPHr
LFMvU0Yiyf2Sb1twkbxkKllsgtyoFms5INlSf9NZbxjjYuiNemlVDbpS/pxZa/Iv+lL8akQi2pXN
KjizRJtuVAwXMTZpSiBl7uDcCuaS31XL4g0vGSspSG8QQWh3JQn05vlmKAMsdwIpFT0DZ7UEEK1O
DqhyVWTtbfinMrX6VQH1/WaGQyyjQQORF6laSUOO9wRo2sjEixb6uQAuYSY7zdJXTUvQx/9sNEZu
pjuGMWa8L/TiFDGNmiiZnrK4tuTROHFGvDCVkRUNMW+SMh+CC5e0KUFnmBTNNxF+xUvkLOFiMTia
SbVd3yTlkmDYZkikPpfQsfOyw9qB5lHZj+9ItnkovTETbjTM343gUCYEqLWIZqcADE0Ru/xzQSZn
bsusck9ffecRUygTgj7eJOEVkOmMl7N2WJqi1TUWilGjZdnYRnffYM1kOq4PkTIppZgNkTqFzC+K
AP9+O2Lea9UZZi9YUWkbJCS2rZmsRTcse0wjZXqxDDwtcTpMH9NsrmHwGJL69pYs73jeIAPYGuO2
qAPQTYZR1odlFw1wjhsj5gl3lCuD5VRNbsztjf2hQbk5rS40g193k/Ha9q8WUhzkm1VH+Ye0zR8i
lG9TLJKyH10QOU9doJWxTgw0He3RcbRJV/a/jF/+kJs840tfI+okvhrgBWx3512yMyrTeEIakXF0
kzG4d3KUR6OqqaSOBZh6yXmC8TWWhZgO5d7vU8aorcVFJJT4/Yi87CRT2O8Rg9nMDq15lf1zWJQh
KrK2d3vgIUEAqg99OW53S/xBk2n9pRvpvghI5xiDjddssTS+w2eGCs+/03/IU4Zp0BJXLhuQXx6W
6IC2GpOZXWZdFGWUgrRQfVmZODzjgUYj8uF0QtObt7LQBI+20s23bn4zhGPe4KpAyQT8kwTkoonv
CxnkAMNU19qIkAhYz060j9/43/KhWadWhKnbp9Bm9i/OnCR2wAEpZNoVAvwRis1ewSJAtx350+BW
o4XctvfmYScyyOc8anxjIDrZQh/sQMdoQ4YlQHv4SOXfDXJN7wzQrqe9hEAkVbB/4Jpt9IkJCseJ
/CmvjmEMzMvUWmSv92VmJlKaWkg07CHUMTNG76bQAnfgs6oQT310wnp7EjQy42H5QTandA8kJgAo
zFxjWyfFxkLBhIFYlCLc+oic4zWy9u9eaRxi1Bi9/WEtbB85Y5XazqtKMHNHwKm4bJzK2VvP7eqJ
IUyzDGtYgvqD7or13deHGmVioKRNjuZhHykDqTCVigUNNeePKIBQwo4IYEgA14SiESeAjPJqD95d
bZxHM8QkmUY6QLIBuHy52aCHvg9Nde8yTnpGN4E4JwPXC3AqQGahXnBvIXpyU4ogK0ska+0W6AQN
00OfDD51nUA9wJZmzBlPuF7Ug1D32DdTYOvnyTwU7+2r63CbzTd2tikP5n3RnFP7K0rUoxApnTfm
PiiVy61GwpNuRYIZmfYWsI1GubxPbS4cwIQIwKFxbUAcoeFls7iQ4SDAskUkIrsitVqRjB4SIxK6
ZB5bQ8akRTXuuR2mptrVM0pcJkM05zL76FjhAW+MNRxABqEucPD6vpRdDi7zRtx/9nYNKBcbDrrG
r5K1ESxTwxwPnX2f8ZkGEGD3YkQQOByYeLuZDQsVvh4HPpFPUrkOdbvpVIN3osoIH/OVrmKxldFo
BMvNGWRnnCWc9YRer2FqECjf14rId1HCaa6gn5AYt9qtuC7WAMx6PbJs+U+fESWwQH8Aj1iUBBBc
epFswoVq2hcSCJnDYJjFBz/1F5QvMTmoaw9NlRxJPlr8n7QTfOM1DFAnkjY8QTvpQiPCA+sNnfO0
rz6IMg+hoKd1DGD4E/aV7XfxMthUxrtnc0Tbx4Bz2IdW5pMjqzNx+tV7x0Cdt9v5ruLxOIY4IPpj
5ECRnhiiNONjXzCG4ebrKxUauedjwDydhtbEas0g3vZbAIkoLG9uxs26okP52YsGCO6CBzrbcN1Y
g2603VLfy6Q6GVacmoZUkE2YMazrdD7/fH7AvLxmLqzlxGsAUnQCzdECnnHLm5n7gf2irqGcGMpx
/7JUumMJ2zsUucjVSWbFDYaeza4i4TIxFJXsN5JhqefMZKZpWUQpe+t3MReOCY7VLNec1Rv71GBt
eZhRRh3Q7dP6qWkHCrCdrk8R+7a4OOtc/SSZEklXKcDcTYBQGt4zd6jX7auyqp5DRJ5YaaHsgHSs
pssoMjwU6NbjY/4OSKuaRPHJU1bu7/tnfss94BV5Hq4KzITK0zlqvu69JPN99zQWplo5tZasM1kn
Qos24TheaqyZ3Ft5Aj3MZQO+FRA1ACO7Pok+5cU6KyL3hH1qp5MPJHNyZj3W6nRl10J7TYSKCFS0
fOp5CSIv58Pv5XK7MLbIdS0FU2hJYmer3dLc7jCGcFhjptWz/cPD22Zj+fuP/X4vbZIHROPHEN15
m02wNDabJ+ODlbz5aWe894nTvVw4914weqqr4BNNdNh/furInrdmhnbmXUFOq/0GTVPjZiMYo2Wj
VcAzmNCyk8jdfICCDePTagj42pRhBF6zIpal66IaOC7blij2aHdv+UBiOztwb6weltkr+UOODmYS
wKtFY6m7J3mRG6F6VgpG2DDjfuLSLyhQ5tErpDrrWlAol+k6qMh7QXir2BSGbvh77y0n/UtpiPZ9
9RFvjbIOhDENK+4AocbjMK/vMSjyRZ9mqTxNxWakILJxCMjykazQd+RAnJ7RMcMSnplpGvgQ8EXR
BI/eTiSwrol6VeyGVdDJJwQVgomGUrTnFKZ72H90JLMaS4Mv9/Rxn9Ofki0lMFdEKc1VUyy4lmsQ
LU1oTUUwlhT8ds31cnfefunm11dmm11rFxnUZpMaxlFNCNCTji/3v2Punq++g1LuBSe0XF3gO2Qk
gpbZJjaDo3d0H9ZkOKeW+ip/cox3acZGXlGkdFXEOqIhLBr5lAbkPZeIui69JcsLntHHKyKUPnqh
CNw9BURM/fCu/n4cY9KvUEQ73j++W2flSnToXiu/SrW+FFv5tFj5h8cHacN93SfAEk562mQIcs3l
dVAYD/x7jUSQZGKiYL0isun0m+4cE+OZtZFuZoICbKnYlixi6QK2m03m58KcRkOScQBqx+lhVBwz
DJ51qnYngt2gpN8+rjRjZSjGE78dCHayfx9ZCxJm2ryv6VMaycm96CdKPylHggbEqYqzLIwTnJfd
OjIeXqcZ6/3zk7/xsY3vyLjTmeToNXVKNeGhpUEYgfv2HHyoG2hmb6PhEkbdenh1svUeQA0AMWVc
9IzpuzpzShER6+OfpzOfBlDN5UGxT2uVwxzco2ZZaCrZfA+f04l7psmsYs1qy8V9UyopARka6QzQ
RjuGh1LgS/y0JuPRspKHD9kJkYI29H/TD3F9zpSOYsdWq43/j7TvWm4d6bl9IlYxh9tuBlHRkiWH
fcOyvW3mnPn0Z9Hn1D8SxV/85jtTM1MTqgR2N4BGAwsLCk65NMxEP8P5WSIgmO/Kkj7PvIkhCSk4
EZESsvbTFlsZM0QTV+VwojCfT25jWxHZgojAQD3C13uyhD6a4fm4FTjJb6RgSqm4AQI3+g6DKW3o
0EnVT7JuAWLKjzErRQJisdoz61qv1jmxW4yybgDuh1jgS3aZibnh0Z7f/lXOm2P0Z2x6WiqIzAVe
Nzs7sVRliFNF6yCxphvdDFe51ay615Rqp2+gh6wKlaaPy6XYhdhlzT5KB8VWjcgQ9wsOfy5yuPmQ
idHylSdxXowPCYF42ZmN3TkEjSGWv91uhXVG1qkOZBH7H9Rh56/Qq12fWG4eyDEnhRCdGy/As6Gv
IrWKHgEvuzou9l/NRPw365yYqugITdeU7LjO4KlJznVKJYUUrBHKBzlceK7OZM9u9XhiojwjMKDp
GqUNtEngB9nn93UJmONxrIrqj13g0kaqk6e/hJkuroMhl2OZyOTA9o8KGzp6xn4eMIYsuPkZjPvN
2lTu9pJTC7UYhAJOT93la7C8EGKhmwjNbGg7xjgIX1fshfXdFwRuJU6iWzBfh35YQaKEAtIf0wrt
1YKE2XjkH1VUJ36nHKpYjVpIyHRTWrmE2xvGfo3nDiKfpWTn/D15JWzibXxBKgQpwXE1OqY/Yei6
fv6ND55U3WKsaBWbDAZqZAtaMh+cXImduBxPiwOeCyE2JpvdDs0kiIdMW9UJ+SLbVsdTb71yzb+r
pWacJRejTlxMhKkzUZ9C8MvbBiGJaXLwMOmFMYj1tTXwqlw/M3oCZsGALunqeG53r4WrNU9cTFBF
ZSu2EJ0S7wlDZwg6FnCZbAGTND4M+oxU33FpkO+iOU5cTdyrAXLZEMqOLVU423NMT7blmNaeB6pq
QXWXljhxNYEXRppYw9VsNnILuuXn1ViJ/m/aI26McDqiupIKNfRUXjx7794z/1dGDZV5b8nmuKSo
v/DHB4c2HTfTaRwjs5iQcn7xwH0b7tFbvatfii2nf9o57SpyOuF+3O55tOLvZYJwfmso1ruD0dwj
80f4+f+3w9O0WeC23FCP9sobHMFxkpBaW3TteoZ4eixqBpp0u8kTP1QlYJftamwyLJQh7Idpd4QQ
n0JdL52FHs3jz5KJLDhXbeKNGuC9IjaR8GbJzOiAIUasDTzDijK6prebZ/DuuLr2zmzBlfh4sb9I
yUfnPHFIQeBKRVRhsWFBdAUExxWjn0wkJ2srd0DUSoBbHutBQMnCjjb65nn1TN/fXxGaDPR9D4jR
4w+agYvf7v7EUXliXngZi1tA3uXGJ4OXi81ZjUGRPanJ38fCliLAaWVEZbPS60vse/iDOYcGEm4m
uLBs3+Jiwn+9j+2KyhbJDH1FP5APhqN8/AHj7j7a/YmXkr2wTvpAxKX6+YV5qY9/fAZZdLuVE69U
CqnQui3ONoDZEvCzGfsP47GMhccCCFdvA5FuqHzMC4Dnk9yNiZmXA4mePIq2EgZlQ4a0tYVHWHUK
iJFrK5YklwXTGXfobgcxi1DGUFQeM78ngRDr1K4faBqMNdlKn+IXWKMWJMyGJVcS+NsVFr1QARMA
CaF35DH3odZ7hkoMeXm8k/M31pWcidthGkfxhAG6yFLUHw3r6fWVoyP4ErHq0oN9XjWuhE0cTlyl
KT8+t86VRorsoP408YUbECQnRnnuN5iICXKLxwscDffRSU08jab2TVJy2Ef/562MXlJmXasLRzX/
Vr5a1sR5FF5QOlysopJL3kYarJG/4nS5jCRJC8e1pHeToIbtKlcue2zgxk/0YSPqg6rri1Hqku5N
/EPCh0HkccoYLr6h16hjSfTZGaDH8PWfdqWBzOhlEY84L1NBRgUTb0R1ylrBBhquItGT0LOlRwc4
QlxEP+0Gj5jV38WC/2g890rxP8KmjVuF1DBpG4JOGx3iOz1SkRlUCQV3xaKk2SsWzMb/b1nTHq5c
7TkeMxckvC7QiKSR9G2Rx3H+xXklY+Iq+gJDiCXe+U1h/MG8ZIAnLJ6sQU4UWQv6NwNagHO/kjVx
F+lQcWrvQJa22ukCcFkmb3dG/L6vl1rFhXnL/WfrJs4CkJAkZ3kGHhCHNJam/hx2tZHZeknN8+l0
sjSaGVtr+15v92CxWP/8gCFwsc9kBvJ/u+KJA+k0x3OdAoqpmcnYRe7YZm3zmyUQ4QzX6K2ciRMJ
fbGuA8eFAWwaPcdFhhwyWDqSDfJBqB2t6XNCj0d9iWhrPvK5OtGJS+HaJnKEHut7edu9KWa9G477
y6g+dPF1NOe9RpiPjDnfIs9Pe/KauskFp43AYr9GOTQlco/0CPPi2+IbAi0Em383+mPvP+rI1NB5
TAwexzMICsYG3t6iLptnRREL0lmUU8JjRFO3BOMZo5mpBEzoBUoQ9TcMyZyoh4QZi6nCjmsiGUcK
Qj+476U7bDbcuRYy0Y2m9iJGbVIJ/elE/1N+hHuWvm3in92bD5wUUj16v/0P6G/n3OS12IlqiGIq
O9kwit1VuuePjf8lup6dc0VK3QIZlFHRNZTy7+NDm82SXMud3D9iWg9M28ej01Sw3l+yJHBKbo0L
eO2WgpI5pbwWNglX2VStqiLOpPNQUzXfx856+PAiS9OXGClmLe0fSXdBa1VKjcPz43a+AQstvIbb
dXMB++DSimbTdNeCJtFpE4eSV4+CQlSCwCBsIp8Odl/rCV0MvCktcxmNP/i/GwFwfLdmFohqJdbj
gYUETIRAedOfv8ssFIsbOLl8Ci1rohIPVogp9DfVUlDuVgDjyjbeCUNOdX1pJ3+bPh8tbHIHDYFb
Y44YJCJX/7aTkKp+Y1YsprxpuvxF9dXLyFXbr/GXdUSn7eWyNgb6mkQAZVPQ2yx9z+xVf32yE28j
CHnX9AK+B1UnMzZSqzs1xkpoF58FcycqosFcGitAABhMTrQAH1zdxS0EMQnZaW886GRNF/WB5yVj
nwv8riVNDlVsGFULakganhE+MxFViGY28DSAgcKdjolsAmVacDFzVn8tdXKwGt/HSofJBudAI32o
xxZbIXU2PKHeM7Jh8cj+/l2qt4y/OVUmUQbkE6hy8LpPkU5Njf7Ropek89sbB7olTMfKCUc8U9L0
bJUXukMwUJmuj7RexQ74QpdGbXBLHzA51EZ0ECbyonQGHtP5iDOTPzcr1qNu/CGyFPjaFJ0EfW4J
vvV4u2cvsOulTw45wEBYpouw9KTEmDNUaNl3jW63NVLPCDWIYr1SFrhI7zgsTaOdfeBei56cNBKy
rhx5EJ198UZXnEXelgF1rx3g4Fqdf1ffNY2yziYEWjxap8//VSUVE1ZHjBOgsNwU6s9qCRY+eAoS
0SD1Ouxe0pN79CJyubSvHuqafxf2es6gruVNFhzH6OeoFcjbBBnic4+jst4QB42A2SvgzMh/9+YW
vMzaVgJzaWp4Vo/Wr5XwX3S2aYAc8ph+ImNiJaKw21sBAzbCkbxPOUfoW2JF4inH1pTW1Vhb6Vft
5/EoDgTAnSU7m7HtG7mT8CEuFM9Bd5uC5zh4qUGa8ZajpfX8OcDWTqItnr8SMP+uhz/rardi7B9l
sVds6QsmMUVe8aD34/EF7kp6RRvyJ3pajy9v4vptU67/uma/Wjj0OS0fOwMUCWgspKWm7RV9Bl6N
GDCxcxs++WdeR0Gn38TmmMY5lhvPkt4fa9kvV8fEmd0InCyxx9wrN2oYaBmw3VxMPXrodH/FNgZz
ie2P9bOzf14bxHv5rS8BNADIQAXC6hA9BAufMl56k08ReaQjNAzpRnPElLmhTBW109qSOauuGXaY
66Oc1c+CsQr/SUKfEpetW+E9HRQitT9xaob1MWh1X+uIz2Yk4z/ybCcFBQngAiMwga7CYItpYXFy
aFTadDYT1ZRXzwWz9waMLiPRd7yEF517Vl8v4bcucoUe6rO0rzK5YM7cc/kjVDaveaD8rbWdgwk4
R8bOHdrU58f7Nhcm3gidhIn9IHOYGJMzZ4bVC8ROZvCX4QxpgwGvmP9A1APlduz5wgLLclxCY849
q2+ET+6iyIsVL9Kw4qQG2Pg5jFjdfZKFU5/paY7htsyJTxbS3jMNADCRfxRlShmRC2oudmrGnCWe
5qXpqJTjiVZ/N5tPUAYL33lh118O+VIkMojwiXnALcUdC7oqTpzzEDHofOOx5wLGufH0+3QYS5OZ
0TEG2kgxj2K1cMjjPt4YB6wCfUmYichjuu4dtZlaqyxmwHbO2VWpuUv32bNoBKaikAj1wr1BGwOI
HhofFozyV2MfyZ0oV5GpgeTxkFtydvVabNwRWnIqqbBCIkU/71gU1CKTWKVpnRPdtFwrQPgcePZz
ZGgywJuJFVHh6fFu3Cegf3cD3TbYCJAzTd2kxKadLDu8c85fNJ+oZUiaTxSfPvNYL7Rnhq2JnC3E
PveaPpE58ZRqUzmJJwoAWitfwkY7SnR9WaK8ui8p3Qq5y2im4A5F551zRpIsXuHSU8jbJtMbz5Cf
QgvNNuqT4hhST1jQApm4gVHk+wGNBD/8aw0fvwTQel7mJIHDv9ze+lreNxGfyFiu4KDgf/g8jITS
GJ+aOOiwWXtL85zvs+8TgZP9ZXOp8OJGcs5dsaoqgK2bv/VO2Q1Gsd/HZ7hs00d2kF8taPg94vJW
7nTWRtJkiYMdd86b8GfzFu5TEhseRpX9cczX0B/BckAZjK8X7en4HB2fjwu6PGvZ/2y0MrEwFUOy
OaFUnXMqEbYkFUsqgznGT4hq4LAfC7vvHxkXi35VkcPwB06ZAjlqt9YqVvSY80a0nGPwlGwdoyeB
AUwTFdegCQfOFEMxXGtAP9B73Iz1efRyPf88/o77OGfyHZOYkkNHXZpyjAM6ASvMSaoY/JaGuq/7
5k9gVDn52cjGY5n3jbQTmRONVj2G43jVZc56lIJRttua0dfZ9ENytnek/SMK5EM2V/xm3b8eV6vI
UD4+ev3jgih3KbIdVXnqVDFUGfBigRvfE5PbQ3Nzt3R6RDroHXlxkQQczs3Be4v3Ig3XqtXuWo6s
I6PEU1JcaevqT7Au6DrniL7U1Tbr1a4/ZZKJ6IWuYJwan1JGK6l67VgqCZv22eVIgDm1W8Z+fAj3
b1cMGQc1J94u49rR6HDrVjK1rTB+CFaOOKXew48aHQZdoCbloUC0EE3fvaBGWbgtFcxChdBpQBmz
SpxqMpRMqmgPfrpkw6johdprCxHYfaLzVxA6JDFlTsCpThZV+UFd5EqAgITo8an+04RIr8oH6eeD
1yOjuayQ8lcWyQTus0i3YqegwSZUUqQ8Qwb5VT3EXooB2eambCJoXxqxNOc4MP8QY6EE/I1HAHJ7
bmHXammQQlYzYjuOzcoUVu0l/HMe/QUBmAejv4xn8TU9oF4FWM0nzKbd1HQJXzx39d98yCQFkaq5
UqcJPiSXibgPtLXsGDzt1GOtfFU0rknWLsw1uM8ejvt8tfaJuYZZz3ZDCJEvm12nZ39N88+f3Waz
WWVgsysPCaxYpof++1zmpL4Y8ZkbswL5O67nZDlJO0qbOA+8wsGtIGG4JodOpduT4Lg0RAFGYs6R
a9QZ+Ks2rHvIKuJpZq1ZakTlbu+/ax1tG6vUzAX7vXsSj3uBKwTpUoAm0H88kZ5polfXLZyoQpxd
gh4ln7qB3po8OH3/puNMkCWK89kFQ6yMLmQML/11KVePqiRgwjCtFeaccocGW8umyVIMcFfexc9j
uCfWpCK/IcnTPc0ct+vr2rvw6h4gAxoHthAeM+ZNFkF+m5gMjQ0ZdACO+5II7+pGGCg2uM/WEr+R
AmPQnIVoc9be0E+uCOPwWQ2TnG/3mde4IvWB6bgMzNGr7C4/iu2l615LZPcyqqaUz1/4viJC+dbw
ejAoRjOQ4SVoPxSFNuhRVtxUFwYMuP9mWuprPh1Ss5V3iqA3wBj61VK8ONaupmqJTZQEgOwV/m4w
s6tkjhj5jXsRTMXBLIToTVQQMFYJGWoiplQVjKSwcpf2eKLFT5G7EFL8BqTTDwChgiSLEg+CiCnm
UKnauIxyybvECWp4TyoY+HXEcYndflSi3n4MYJ7Wy5ch23H5e5WBKEMGs7zymaYU0JUgD3TJjMFS
YKoVrYUxtykaKfMxnPJLrFHOJax8EjXiG01vsJIRKyYrUM5ytppKNbMLbfk1G+iw9+3aIehA5zQ9
XXuy6aBD/a+DRMS52jkUI4eCmAgMqX3d+2gx+8v5+9hEZ92VJmiiCkjTqNWT2Mora0diHdm7MAH1
DjkJ3niqrj0a6SYY4SkMSDeAR0zI00HUo1WoG9lpHZofysdKsSW9MrVV6y6md2YuSQW1MrCYjG82
cJlMHHfMe6Li9iJsbNhxGfEHmj3VCkukwl3l+a7Z+TFlIpI+q6meMCvJeS460pwqmdbiknXduxR8
C9yYhjAYWfxpGNyjypUMfeBfKnQmZ3bP6dEHTjj/lgKzDzuShefCpTynM9J6jINaUgYN6VFScH2D
j0zG1iSahAbXvLbMUnR474yQYMYfsCXELahG35p+nAV5mLaxf/Fs5s0zU+epDFbsT4mn997JSYam
6pSEzNfwHYd/AnanBWgWYFf8v+6D1fAdGHwNEhEVY8mESbycdp1cVG3hX6L+SXuG+Ujb+IIyQ90f
mdoHi49ZfMvIwA86q1r5s9Is3LszLzMQzaDCwo3XHCajTTbCZ+Kh4DwmuOQAGDS0HGiq0PS7dF5T
g+k3bQ5GkW1DinqPcJUpTl1q5q7RqiT9dA+htHMYhH1mGRyCU1VQaSEJMXrgW39z+3Wjjl1dS0Xn
lYMwfl2Fdl2PBj4uJrjgYaelJ4clTaU/tuuZB7KCGwEVCAFDjUdml1uBeTHUfTV48SXgtxnmYXyw
jlEHes5u0p3jmHAx/pktVpxAvAtGow85cZcQDPcJToxBZwW04UgsKmDcNAx0kiJgGyFMLrWVYNrN
k/MOiBe8q96+1nZ0Yd2Fa2XGUG/kTVQglrOqcwLIS9gfDdcdkJOPd/U+nhkXJCJ2RyQlS9O2kS5O
OMXVkuQC9koXA4F/2s//oDttjIomunIjZaIrnIOuStktkkuj2vWx2whmtdHWSFa7xSrVxQ1TL9jO
qAtTgYKmKhiCAEQLP00qAO9RMYLgpRen+Kk8s6temnRhbPjM0xFcolcyxkVfGUDqj7Nxc8jI7LeK
J2ywkc+MxW6KHlWpf39KIh5XcNcYv65MEe6OFrt81VTpBbFE3RvIdiXgHS8N7oVZ7CScO6trWRMz
y5o8iKShTC/KV1vA7xB243nbMHhhqoP8Vta0bMwoNR4vcCbPisAT8S2m2SO2Q0P+7WYGdS4kmq9k
F6+hzYAAQnkLE7thTIwd9oRtU+pxaLBPwk8eDQT57Co8u/WKObralpH++FxAeI7k7koFHKslUqDz
MY2SlaK8VcxLXdpDaail3fjItqx7RCZo0esRJwY0rZ+dpVzpvfYhR4nLazQrhNPT93CWCI3nt21+
8Xxdkv6kyU6sFx4i994XIpBDQAZB5vHiHsPRK+WLktJhHG3IL2D7Jl33XABm4J/YVlr1dnKUT4+P
577koKkgeBNksEshbkDm4lYc0HBCz7JlfkEytKmJwtHG9grLq/eyXerFiTtJaMzWwhDx5l85t5gl
Yxsd3a1B4wNgzRqyd4hXprQXQRC3Med3WG8HsB0o0Vyk/4Ecbkmzc0qqPdWrTFy4ce45vcZVXwmd
pCaVrmWB3oTQXXfmL5/mZ/AcDXq04cA4s67Q2GEaVLFAcvIs2TRoVo83fe6ItfE1AbvH3LGp0Wdl
4whcW+UXadAzh7SdaoUdUMWapicffkWlkqWPJf4yMd/tssxj0SAA4cAbeHvMkSZUTl73mNGkC52Z
oq6YJBzheEP9yV9qUBXlRDMShjqsHiUG55t1SlqRDifgbIi/6WWaoPL2kQfI4fK9jsgsQqtRgaFB
Hi0iOri0fOq+k4x2gIzUdgb2W5/Ww67zVkW8kj/5kjbMKs+MDG+TReas+9kDeEiOpHNYmAKStqkS
cR3vq0MjFRdPIGwV0ah4DWLq5mYR9lRo//ipxTovmmeG77106kRdbJ+FbxSZJAmk/TTRwOBmCqqh
xasA5Z0SgOvCbgCj4nUWT1GUwpSV1umesqk5PdVM/EcJ+ezHh6TeX9m3q5hoJZdHmcxKcnFBS7uv
6QoAR8pOACvXsC1/hk+gJVACcqzkG7PA3fdBtYPA5BTL6amirsqAhsOaZ61e72U9qFZtYmnDU8Ru
RcZIM7NwqHeShEP6pPzxT0Jm+MKr22KiJArLveEexK/KMZR0ixmJzmvHbApLkNeydlTwqPvOA6uI
dcZ/CTWrDA8hZw7MyglNXqLFPsWbO9v3QWaETU5FjwwWGiU8/Iq3ZiQSyFSA+G2ZG2xhcg3t2yfv
s/b0XOORysGfTy2wr560sJ33vZ0TpRjvwytP6lelIBeqWFz4dWDvmLdDbcU5iZBLs1gd5J0ekRHa
kuE7w8hevF6NxCos31wq/0vjsU1sj5PRNIDoEkQo3O9r4Oo78obxQEymFhfh0P4oX+k+31e2Z3Ig
gXDP8dZMMGvm0NPBDPcuUXaSFewxQRXp+UtEXinYLjGSiMUMMvQasvQFs3wvK8niTf8QLLweZ1KQ
6s2XTh5GfZEKYckoxYVVSpqUP2O7tvycnCQLpxqa3pK8OYW/3plJLijPOkEoXOwMdyjMEvWacWLt
AFoQVfdMx3ZMbi8eIswurhc88EyZ5mal03KkkLByDJ8B3TiGL+6mkU7Du7hrVVqWRK7fh95G3JHq
QbhOJagG//zY1PmZW+96p4WJqbeh7ED9sdPaiqe+SzsknYEGenNhCcQ3UZPTBTvdJFR6d2i5To10
I9gjOOXxd/wvuimDTBbNYCDmm5yAhEpoG8fjd2zyD/lY0m6T6MVg8jJenxuYCzvOe4zsLCH1D/ua
PXW5niPRsq/+sgHVvpRVHMdEWudW2hhBSBzClETLKQNmo9octSY8tGeGs9ph69BKj/Vm7/Kk/gyO
DZzIOtQdZWFNM+E7zlYRgCkAmoJXfkvRV/bGtX2kxYpfXvpW9zoEjz9yqlE1iVY1v2XZnAY5sy+U
f/1qhlTEUMgpqBqSL5MTVdkmlnzJgS6LhhOR+qXrPKL88TZu8ywvMbrOVJtGaQrS1Coezcqv77ta
Yy7ygOQwQXnxkN0pv72KN+VqV6SvAAaJ2WoIvqTGJ5Vg+ZhYUNMk4hciilnTvfqASS4u8GqvZdOw
vIihHQEkirDbrkJbLTfdgpeYSfvdrnXileQhKTxBxVrZ9Y45BOfBZD8OoA6SabyqxlY2ZPyqsW2f
vtag8oltvNVIRBNaGR8Zyc2fyF5hcgKuKuqaS6+qmRfBzUFMDAgdg0Ifi+PHhTaXreJAJHJ3emyl
94RRuMkUpBfxIEBvyp2VyomMtGfl/mp0UL7n0jmSVtIhDsG/qlzkfpPXFpOZCpiEGCAmdnmFPK1R
de8deBF7i/UPjz9oJmMzfpCCNx0+BxWbMdN3rX6qG/WNjNNXcIXX3r4zW8R9iJoqzABltgNG+Egs
VTWAeAjjPEVU+hutkyUA55wO4mkJVkawbiKSnjwtgVaWs1yqoIPg7K9z0/FehvTLKQEwcLqFd8qc
LPTRKooyjgsWp7nLPAvDtpW96gI8dvWFQIZBhhvJQtQfkPle2F5+JmJQR2QqQCoKgtrJG9BTyqZL
h7y6CO1G5d7UHwacw4oC8h8SupYglVR1jbwM13y4kF6Zew9y16Inds3JWZz5SVZdii/uMxQEKvS6
KNG0UkEe5dOS1KKePsuS1e1L0acJUAZpsVGXHtozJWAgwq62YGL0adKmGGpcVhdMFrbPwbMEN/eu
WM8qksUHRecXTGzWoV7Lm9hxI2ZuxnKQ57BrDBsM+V2OGbNZgIrLsWpttaZcSFiOKs1KOWvNgjed
jbw0Thhx978XyOTENWFwUqaqq0sdo6CSbTLREHPqdLuskoxCC2jJoQ0gJ458XtC18Zen0em15MmB
90ktcyVajC5B2ZI6QVCsxDQeDJdFJfA7LPWh+kjyr7h/LusNr9lu/xpXtHt//Bn3DDBjKRARsgCf
wrLCb8B05VFCzuukSMEG9AiCn8CCLup8QvNdHxDtkv35UfdHCTUc3+ToRbLjjWoERk3KlWTzSyYw
rvhuR1BmE5EJHlkrR+u8+hQv9GshT+HSm/BPv2tyA2lGdcyM9C2GaQ4fTLoJRVvxqP/GHdRWT7PV
4834jf7uvgCso0gQqLjdlcmZ8OPYdb6Mywv3lhrSU4uEYMVHRGQN1t/gnQKIU2kBL1x2Zr8Bt4jl
RCjJB98VXlvrokAdzH/DwN2d51Kpo4pvAT7YtMfHXznnEZHT+5+PnFho5uS8FkjYpiIlfU593K7x
Js9QpnUposbHwu5bq0b9QIEezSks1HWa95W4GPNNywJXIAVBlkzsAf0CeGjq/Vt47m3PQOpvoV41
axlXIid6UCtJCPaqsrxUIbKJeLh6zj4J9EBZeAzMFBBv1zY+Fq4UrqiDFLPHf9emgWok29ZoixN0
ZO0N9EXYYC7dCiA6i4wElNKP93X2EEdE729LO4ghb0VHSdQoWd2UF3XNHVo3osUAKUF9iJSFC3S8
jO90+krSJD7mhjbTIg+SqgRE8m3CSKZb5q+PlzNTxhm38p/1TM7MFQKuEUGmdkFK7cJ8yj9BvkqA
4RC2ckLY1PZ2pbOQTJyJAMFVL3KczGkSj7kct1tYt74rKo0EeurKMwL4xjB7l4QFHfl9kE6270bK
xCXUTqf6IMkqL+26p6JRf+cjF3am16vcqPToyd0Inx2SchxlzYb6+LtAW7sxWLtDH2y3D5+XEPIz
qgOtAaHvWC1T0YN3u26tkJC5DZjyErWvvoJR282xQVuqbwp4Q7dN999s85W4if60vhflA+OUlzz5
rlMMV1E/s9BfMIfZsxTREDQep4w5K7drQgQeDBVG815qjYbOTyygmyJcAgTPCeFUFTcLyyHBL02O
MuO6mumDoL64juGKmJhbgex8qa1sVmEA+0E7F8ovvDq9Q5hCFhlEivWl0CO70zld/PbAQTqgLbVA
m6Sh2j6NbfUQ2ngyeiewjIPekAoHQCsMccXrBfl5bJszyB9A/JHnZ5FqQJV3mgfTWkfV8jStL1xC
ciu/cJ9srbuGRkuzQo5LoUhKo+FYZEHjoUvbDRqvFFOkmwaNYR3JN9HSRT+nwdcfNDltJRy0OhGT
+qJwJ1+mabRh2rUf+roaEFd0CeBoSGeYsUp4oV0Pb7wlY9jGi9wvuMa5CwADjDRtxC0DgTZ9yHRc
V6hNU9SXTYxCO7jD7OYwrJRTf+jRDY3kemTEpNnq2ZrbFQvX+IxfvpE9auvV5eMIudqELE6lQ1F9
4HZVly7c3aM+T10XRiaNQDdML1GUiU/uB7HM4qGuL0IMoFm3q7KNU6+i8kl0zAUVG53AtShtxOGg
hxE1DqD48A+3i/EbTlVq0W0vbqtXb4AzAZJlAViRgPxxh0bOfuuCjUalrb5CYfGx8Lu8E+oPIvo2
gEwaxxkpU9Tq0KXikEV5c04D+22AiVWfzgFk3+02XbgNpor7K0lGlRBDWZADmk75bKLaSaOAr891
RPg2Xmctu/MCTBLzqmPQ20DOLmzsVEn+r0CQFY6wGTTvTVyW7LN8UBVqfWZ45IPRN9iI5YJ/nxUx
4sZRegcmZwrKwSjxKAk1vzlHMSq9vIfml3/p3H8XgeZDwI8kDYXwyRNP1jwmif2iOXODbDLaUy6E
xHXzhXXclR1GMYCQ4GjGPkdWE251sJZrrhlGMYUuW8VWtdS1um5f1LW74vREZwzF8DHTJrc5qlmp
ne1r21vxpIW/W1DI6UUzfgnQciIroiwG1u/JgrlBLQcES80ZhRZ/hReVCjoCEjMYl7Tx2BW75VO7
/kw3Jaof/160qiEvgyEWSMzgOyabwEaBWmhhd5ZRSfCNfpdiOnywr0+h+CyVZ7G2G34n809SYgR7
MO0tyJ+6HKxcBbYK6VEBlzhmF03Ea5mXB2nenX3fozkD3KN6QTWqFO1SWXi5CuN53vqcUZaAxg7g
OIAPnZy32opM67o1ZCkswdWqBUex2Yko1jHoaYY/R/VLaWI9wAtOVqxY9GhT/XVKQxYK0hevXrkO
s5e23ETodRc2IWelieEEJKuozK0Bw33mqrWcGlwItGMuLt099y7z9vMnJyUVTssUCraqUmwePbAc
QcXPPYXaTxQSTSCRRqM//412cADVigBTQEEniul7ohN6XtOdQ1WvylVpCPUm2zRrXjSy15R77sGT
pNlNuJfea6AD/xvpmDKDxzUiEW0auKLXv1LYoerOdXESu5oW6D/uHQJzJg5gjwJH+GyVqAXyMDYT
GFxK0/aFU7uF7xg39lZvNPRC40qEl0C0KU50VAZiBg/Ljj2zWcjQjBdjxJp9suAExtfHjRQgOAC0
BuM/iz4RVCFvLSFPeabv0JJ9jtSQCNGu782WfeIC4/Gm3vXqwtogBzX4Xznw4rdyoEZO6ON/n7uD
9pwWpFx3dklRDj47W5Uhhft/SLuuHdeRZPlFBOjNK508pVarzekXoi299/z6G+y5d0YsEao7u2N2
sDiAklkmKysrMkJvt8l+/6fbDDt/G3CU2H5zIv6aV3DwAkg1lUzn5lulhbJeBvPS3usPQWflwZ+W
w3MiNwFyR4q3N8+Hv96KyGIRXyURCM65uaGRe9xGYI7LLwW3Vop1lVqJAB2mUA8qxajHfO1DRLlK
8kPYNO9BUb1D/8oIh1VBC/OLMwzcpCxjIeEiT4y8MEZpxk3f0pcgL+7j1RgeSuYUCVSvp0Ek1xLg
kYLMo88O4Z0Y5FEqRDycBtxFqixxeEgvYmqozDk589P7vo87TDmYXnPsGU4HiMmMooSSsi9NMxqR
gJ3hUasAncB83GXVzZUuj7lL3P2M2qqOH/gGJlmwz8cXqWApac9NVXKaZ4yriqYQ6AzIN8dYNqRR
7yosiAbBh6I/76Bg83Y8bi6bFtTU+5fGBNhbf/TRRLl+eL6/pZbm9do2MdqJUPGa5087t3ea6rnc
FQD91+PqvpUbfN6vi6oEWBuSu+mNaT6kTZgEXa2k3OUA38AOKa5wz4G8nW5nxgpk/6tVBIbozYXT
I2vUwWb3JFj4533quh/0HyqF0M3F9a8PQg4FVh9MNYmOahU3jAvZZS9mC0rlzLi8Hd5eXw+RMRqN
3a0KM3bK1W79+Og4D2Dberk/HjcPD5N5xDCokmoqpA9vumY7gJH7qOIuSmVVTwnoGmK5NATU38O0
gNyhoPPIIB/a8U+ipFvtRDG/tMcUIPJwKIKs7YaDKxlaD6llyV0ElDRjwLvLdenHwCs9aO1b3yVo
VH7qecmqJYgVRqbQXYpkUkK7/xlTzCB3+sQdyyO6CSKAAfNFoaAtKfLFnrvwsp3FVtHhVfs9f+Yj
u+2eAiQz9839PsmT9gDFRxBDCyVe84gYVjaSWuURx13kzIk4qKCuxl7DaexAH77u0AEwSmshNnvX
1lyzyp/CZxGKd3K06uWLkOiyt5clo4f4UDhabGtAHy4pP4DtijdZfxirVB8SK6cJ/928GU1LBckl
JgsRCfd3fj5KQ1+D2aPE1kGu4L+OuwCPYuKaA8PW4w+YEO+P0cLCUPASCFzypP57Q6AC3FsUM9Ck
vQivQKaDg/r7/u8vTPns94kpGGWvSIWgBof6F8ofEnp1N+1OlVbr+2ZuMvPpDfUfN8h8RMPTStgO
cOMNdxBzMBvK/qUMEwmsSZTBKwoGv8+ZrqkduD/3P//moQ5zPvt+Ys5raWhZucXvT/yQCv7tHHHb
bnQ/MDKKrYUDYGaKuFhoQpcruQZT7uEjsKRD+HDfF9pQTQnqVeUnD1xJGKbf5398G2/11D4bmoHp
z68MBEPUNNK0pCId/Wj6uFfRbmQ2e/Td/0y8A3RWOMoi/qVsvbI4un7aAbsmQn6ogsqbph85HTcw
gEM+gaWzBrt31j80ENVCUjKbp2nJXxlFi6JQJgnchHiFbDDva/X8dX+mlg4lxBiUl1AexI2JvGNG
jFxF/SSedWAP6SNnZNtWb04hROR2HeXVa2GDzkwRqyIMgl4R0wFSbn+inWKJgc7vaESrNBvEwtBa
VCt8ATbYwqgM3Xca2oBNBxRxoKi4XeFCgM4X3MmJvePHClszMTctPSDqDIAGVqCoHXSanZvb89RC
dmWHGC0oQfAig2P04uHZWnzfeBthFZ0AoXVoLA/TL93ziBgzJsrdMg3gEdj4XcpVdHE+rrwgckBc
kKQsCvHbSaUDG9vtqfUg2jgRe0TMpDKvJj2lC3Rdz4COi7aAvoL0TNuMCxFgNiHTZr3ajDJg7eXo
w9DOO9sfkSFYnUlJjhb2+8zE9AlXJjwJ3QohA25/eXvwdq7ZWt2GpRyTC7H/2gYJsArBjiqHoEK8
BOdmFT9rJk2Wc9EAUmxQDSHHVsg0Vwk93gWwCumEzpkegM/3Ixbt54kLMjSL8kxM8PPVT3jKVuMA
afT7FpayL2DP/vGAOIlVl+NrFwFgatjPdKyqc69/b7XV4zqmTDjNGSKYKEOWtj0qnRdTQvWkMbIL
xZXF3QGBWbw8oh/kpkgTR4nfNhz47MHhmumB/l2ZPFXXbeE0norffxshpqROh6KNOxjxzdzS/nUZ
cQqEV79OzAarFFIxNPj1DDdl3rBBtyNBpIqWBd888CP/mtkh5sILgzaqUvC7m1AFfnhON5LNrbmO
Soa8GEeu/CECezcKHYIW/JlylwSK8Jd8ZVKmfTHsXtkgQjrmg82CEL48P6MsD+QH8hVoedeezu8f
Hh5oUNUbbB85dtM6vwpcmhzUbo/T/RKsNwflbDw9QiNp9+qY+6ef+64thsgrz4hwn4152QWRhtTy
IbbFzX4EhxvNHdroEZFe9KMsVGt4E24qPdhvfx7u+7CU6s+WGhHnB7QlQ0YX03PYeU66uVzONfge
dIqZ5YWmgfwM1JA8cPjzSRkjNS1rSZqUSVN0R36jMeYpo7HsLRnhJDyr4ZAHqxyJrmvBMhKqmQ9i
XUNdDRaHmxFYAMAGf3/IlgLltRly0+ToMBsaKCKoq2CNu/rKowCPl9bVtQFix7iVpzD1CANAwfwU
T/zrZ7gdaNtyKRpfGyG2iZt19dCzMMLG0GOsdOEh28hHbuuZ1Tr7D875a1vERgkLcB3JPWzxK27v
rrMNLZ1fnhK8ASp4CwPygoj64D0Cq3MPfY9RQx+pLm7CETnR/Wm/wS9MgQXEFxIqiKjgaL/teVeB
pZbbMCpdQcAN6FUwy5d0h2qMkRuoiSKK7SCL+vyfWETNRQX2HOV3st4/st5QZ5BVuAR6dtC9bdav
+m3rGGsgDx8k84uxG6M/0mbrRgPj19Ers8TSGDI3dJlQFaBFYUqsHj6maH0Du5358wB+t58fdB7i
72qtApsqgdOMlt3+VmPJWwCogv72m1gvLDRRWyXDB2CkRxtH4PNzbUYHxdJPp/OZcx5/fMu3ftZf
98ebn47vG7sTRAVds1PXCbGz09btEjYPp+MQltFbmTzJ4MzNQc28dQyLw3S7lxDvdcAQ61Svl25z
vyCV/7VObHup5YOw5mH9+RnWdzYXGe5G3nirP1u0yT2C8zYw0xUN4LaYa1ybJWYbqhZcLVcw64IW
TP1KtxAsnRRc7o/tUmy+tkJMaR/kIuuVsMLK5nFiIe11XCM5n5LELtYQru0Q56VS1Q0Tt7BTbcGJ
mOmH7twcpNgEturhixJDxaXD+doYcapFdVQzUgxj4mEqlHWxLqzdk3b+AMPYW2eFL66JdH3q+O7h
cbtL5FPGTRzMuRHkEHGqdeaUfoMC1DMff7ZP7094aqAcvNKUKt6saby/4hkYDzySTITG2u1kKVK7
v1K819d4o6BIpejqauID7dfTVFw2G/E0cICgs0aUWPrnZwSycsgAl+vcqgG3rMzQUrH8t+uvn6mg
5dmp8ZOvfn6+qDFvOfig+A9IgwREBwnCEXgvzoYERaDK4h/yfQ8xnEu28m3/pdzY1arSvY37ma4E
Yxscwa9oZiZatjf3F+sNDvs3Al59BLGKwj7JojHGRwjHeC+gmTV+TA7Rk3YoYM2z/V1xolErTrHl
Zp4AUsCbI7rdcEWaZ0hFp5RCXowo6eZtbkzEUAYSqZyyDRfTPYETWORgkKMCHeDcTN6pGZr4CihH
vaL5dTNuOhHwDBPgKouy8hYT8WtTRGDhO0aQEyUTL4CojRvpJd34BlestLcfJQQIk9dBs/Oj2p4p
U6iPlvKna8NErGlVELIKYy5eyn1gYfcZMhoGaAHtFggHBS4cUjzAaRoLLBRxRyurMAD2SBkveVXo
0vAS1o9DuCpEafXSx4Amc6UuprQnqwXX0C6E928A8PBfErqb9uIQtnXLXnaaZFUr9xO0QdmRxtC9
cBLNrBBxLRbrvOVxb7uE0o/3zjRGC5WX0Y77r+GrBl2F4lNfmW6PXuz2qRcFrMWSxCvEjouSNlYE
XEcvOeRG3FiwtfG58vHWjnY7LzXytnwE2LoSDVd68nmbst9vHZ5bJxzO66Lpi5brLmxrjuh+KGrB
drNAz8VNXouGrKzLiN+Bkoli9/YAgV1VApWZADZGViQSji4eGnVQM8CSBjtut4xS6WM2ArWZW2Lk
+MNPqdmhB/qwfidJ0OzQlDOgvKs6M9z2q24o59lCKoDPAQng1FEMHOvvWXKV4YqexyuRVvYX5bMS
H8byoRjXGfPW/sgtaBcecYY2axo95EKYmBslxiAQkfdyIqBZDFtbKldZZaO3/b5QIE4ZrofhlalB
E7RRs+4jM4fw2HGgJWQCfUzfB/FQp0+UOZkOxHkgnn8PESHZou0CrP7+MhbmkO6UCAdjZskpmj0f
PO406HyYmVSc1G9ueWsWJDWgT0CJiWy9HOMuK7i26y/slvcMRTwrVb/yeGlV5W+h+kdQ7EJOnDAG
J/+jhn7EPjvk1SYaN0J7EGIjKU491+m1fxGGlSwe1aCgpFaT3/c+kJin1kdLW8UCARh2wmuuMf4q
aPwdk/IjZTfeNAIDGYtl+M9QEDOgRIPPgM6zv3jlc+Q+KuB7RhUUffhRbjPyRUHz4GAKgD1hCJJt
WRi8e2Cqc8g9lPEjx9us94eyJpaikwIYHxom8BiOhrX5qSkFY64KHtdftDhQeytN8sjwxEh81wZ1
tFOp+K6BDT+WUuFaLNfvmBAoSTxjv3exmlCKkFMsupoHgIfB4AsY5oSjF8FhR0bKJus0oZD5AyB8
yWjIEp6AAzC4fDZfAU1FeDqi79ki4iIrl2XJpyp/CMAyvj93ue7+u1oH6Q1Zoa8qbxTlAN7kuMry
6P7UxS+80kJHLKddsCgDR8LmJSilSBDkASIXXJV6dRhZPQcZByhN1zwVfkmcKH/5NVFUamhmRx8M
sVuEOO6rTAqFQxK6duvvhdLU2tR2x8zU/C8tcFS2NoU8oewd8v5zY5dYqXLVpVqiwm5VGONeLvTE
MwoQwNgq/uYO1bF7yf/lsfGXTQFdCYDmTdyGRCYksV2cc5EvHLrBStadrCOnRL/LZ5EYIq9zB+0P
zeTiVAI7BJJNEXRrErEuq7AoxSaMhINWmCqIOkQzlfTga7iET8DnUTY/cSD85R5SElQWQUcO6OV8
82dBpcZNmguH5sc7J+t2zTiC0z9Hl8gWabQei479bQtvunNbXduMUqelGEppogkFVEjQvYv3hRPn
475bROpBeCWQ4E7GE8G80cGSqhpSa1ef/U8O3iBqakUcGzd2ptB6lVNEYinz0WSH0dlD8AbUDUoq
ORp9jOg0rMun6kPZdIouP913jzaQxJqsStZVRyERDm0Cbs/UKoTvZDRrdVP4eybcFdnLf2eP2O8+
L7K5G8NNoIJd9CYDDV/q0Sk8l1vm9N+ZIrY4G2hx0YdYj8xjdI62nuWmenYZWIiI/XeGptPhaupc
pmU5D9Qfk0/qM/fiMnoQgKyW8wyAju/bIi42WCYypKNwsqKPAj1Nv9RuV7b8boxiSVO1Q1+rRhiB
2iTOLT4/xgFEeIuvACxn9w0uREo04U9dkNLE+w9Ggrl3URHmKtdm7gEqneAHq63CVTegE9W7oTFT
7DsAH6MSvXEg/OHKU+Mx0H4HUOT+Z9xuj/lXENsjZ8LGy8bEPSj89xChKeJYKKv/zgSxFRjk9C0z
xO6hEXk7jDdat+1EmoDxoh8yOOkwfxOvI7FW0K48gL2kdQ+VV+ltfqqLfaNRQDu3exo9nvgL6GyA
0pEmz2dMlAaGi8fRd9RoK4GVIBfQ+vZVacc4lfWqpORZ046d5z5za8T6GLJyBBsf5zue4GlGA6ZZ
tEmKJSWrJq8/WPggpZwaiNAkApfIPg2/85MwV4LQqcd0k2SPgajHLro0wTYwmGH+nJSeLvuRpY16
iWqNUEDAD2j/KD6GbW6Fcmu5A43MbZqsuevzbyJcL/icqaPOC51Q1LZF+ih0YMSIH1pAT+8vzYVN
OFFUwm8RTaEC+kLnUxo3EvBg0IB31KA2C+UlTzNwPLhHzze1B4CvHR5i0d+aRAmhJPx6GnUgDaY6
CprwhBseK2EMqhrtoLHTWMNqgDyAjpu1GdreysO7IQPtFtXsjRKkE4nOm6i8r2Q7Arf6E/dFg4mR
Cus330KEgFEL6xCNsbET83rrn0ZgI2o0UQmtnja7lvvgIjR2fglgzFMVQ63aFYiUmXhdVQbPvNYB
pI6CxFSbHcNY4CeSwpc4fUx8kwvR33ssCzMsjoOkx29CuQGEWmVfNHDQ3p/H270CQgJkgFPXAjDl
JJI6HKOBL0o5doo4+1K5DIlR/3jfxG2AmZsg1qSfs5pYx0rseCyOu3bTy+ZQ0gpfUygkFv7MD2Iq
wHAAldIKRtiV9NmsQJqO3to+XQvQsQJlfFPrfG4NtKSP5hoRoIU2kAZ+gFWJMSN2V4Gjnqdcs8i6
77TIRMCqFXAYoHNIJGMni+Y9ya2qzGHKwq6UE1c+ilFjAL+gp4MZSxsNdNZdFYETl2L6NtGcWyYm
zu36RhizOnMS9fFNyEoLGifT8u14yiIkK7I3PhKzV2m8nOZeA3W9yFaA91ItMLkGjN6pq/oAKK5P
SSEWPVNEdGGCjHUKJfPglQtJEmp1Bs/EP0xd6q3CYH38KUC0GvC0BGkhJotIkf42RkRKtheTgAPe
zAGRiRGGR6F5V7JV2XX//jaH+QLUF+wQuNLhnWDulRIWYxk1mC+/A26V28j+Fkm7ArwOEx4497GX
T2Wko0snayl1++UJRE85OlKgnwAanLlpbUwbLmOKzHHHTekzZvIUo9k0W4H8TGFPpbvvQ8pBQHK8
TWsG+njypJLHo1maJKJWqghPIr6cO8E7CjmnD8boTiJKSxboEEx+BxHo+AnaT9b9YLZ06s/MTkvr
Kt1lq0BthlABoWzzLn4nLQ/anRj5hVWBVy5by53lfvLhSlQP3XGINBDPG33/R2ktWfYo30JWHm+G
gBj1uvdqMZeF3IGmuiHYoR098Rt0eUDcK4qNOgTPymi4um+BQxePfwOkVMB6Z2UvYkXbwbcZ3nw2
pj+/GpZxyL2BzTEb4QYEqQ76ilHjMtJ1a7CveHzbh+sfiHExJzxGbu7PyO39A5ZR9MbbCnJLPP7P
LYd8AZRUmuZOhg6aQcLtdPCMqLdDHsWhXPeEgeLrokEZBbyJaU9QJMJgN9Sej1t57lTSK/gCDLY7
hC7Y9mSnyjo9odEuL4QPPK/grjORoEoIWHP/CgWsMkPD504y+E7kpisGZNgZ7sbggLk/kku7WJp6
d/CwIaNGo5KTKLCgOi+DwnmroHcdrVCc0Z+8I43BbCmHu7ZDZs6eLPjcGMIOCP0voMh8nXTcwyNj
FWa7E5HEIZk7oOfDdO3eeAdr5KNvqevEBobiw3vUNqV93/GFJAjfAwIQSHuhRiyTe1pOQwSvpHDK
HExakPDoaNwOSxZw8cHDLUIkdKWmP7/aHnzehL0kpIVTBQm36xUVVExKQzvWSBjMb0CAVoMgIFPA
bY58itayvOXKoi6cfAOFXl2wozVriZAk7vW9Z8hrsEqfc+OpM5XVU2zQanvLTv5jnTh/Mo3J8pRv
YF2tSitJc+7E+8FAiXrkE/+Nk8RsiVKXlE0JJ/ltemFegzWud8A6mSvOEPfqJFaa/aHcXxc9A1fv
tN2xLQRi+sq0TeIqGgonGnOzTHZgjqAEFRIu/pdXVyaIlETypEKto75wwLi8DT8HdFH8kc3Sqvac
5e7kD89MPu6v+sUTFOp6f3tFzNdYcWKQVfDK30ifwisG9Dk0y490F2wGMIduw7NqT8R1VNnG6bpP
JOso/wIlNnHRTNXn+W4IgJKufA37X4KWjVAZKBa5ILJfaavUO3C4Jagh7Q1sMbZJqIyCbANnBEem
fFJa+WqE8rNTm6LBW/YJbbo6HVswffqNa+iAwuYDGu2m2z3uG5cRhq5wBF1eRWsoVlnIhHyQZIMj
L9SbnfDVoTP5J6Tp6SxdyCWE7f+z/DsAVyGmTNIhAYsdBhVC8uWm16VzvBOPo/Gumc1OudxfPNNy
nPkJXCOesiSIRCADQ/1vPoVSnjV5lSJkguQoM0rFb9ayNMRWiZuYed8USUauIHee2SIOXN/ltDD1
osJJ+ksSfn0Pb9BqqU2m3g2QDlLFY4WnkvzBTc1k0j04hm/47/BRAnH55G0qPNB7NHrp2yBEfBNx
VHZl43GFim+ShdfeMzll43OPjP+nGH2DBa042EFWoWJ6kFYbVmNnKBzlzLq9F86+AMW7+QwImtAr
vIAvqLsfd+2CDQ7Uk8URSAwTYhGS8pyNz1yhUaLvzfqeqi4Sdi/qTHjLJOddyNk6aOWmcdQOLcvy
QwsKGCU1YrBy1d7X/Ym/WWPQNFRwLIOTDZgZtLvPPQwUoSkKWS6dIolf8wjYtZw3qqZ5vm9mCnOz
pQwzeOwD5RK4QnlUsOdm0l7qpHiEmWrwrEx4DKR81WV4EqNBZZb8uTZExNuowtAmDQx1En8JJzXJ
RDuMYkYZtgV/QO40FceAeEaNmkgYFdCZSUkZwJ/cyUHyrvpPSm5nGu2JeWEpYCEgz0CSi/IxGcW5
QIxCsRtKZ3gWQf5qlKcCxI804dOFQZtZITZ/LnetCuKy0lHY1KjCU2CNqBnfXwG3ewn4SiS9IsqJ
6D4AW/d8CdRhnINAKawcTmbABdVCEwpccyUgRUNuZqEkG1HlRsAyRYWh8V6h9xUTWW0d0V6Bl8ZU
xgaDutf0P2S3BZu0ZZdLQuGwCpjKJRHc6J8RaExcJTBFjVbEvY2sE64UcWSibZ/YoYilEqZhx8eq
Vzpj/mf0PrOCxxu3KfB4aMMbtNBlayY/xZn/1Oe29tbV3qpOzIFzwM4l8a2BtwhZaaCLqsftUesV
GsqKxJOgljF9H8qTYB3EIxO5lKMyalO2UwunKbV1naaG/OmDCVIQ3rhtWBnRJVd0X1gz7DaOoIwi
bPL+UPnKSoW4ungoNd2PKcFCvA0WUKtDqXRSQ5voFeYrpWnGqO5VBTnuULwUYFevI5GSbC6seMjH
gfJk8nyi65ubABGK36ddUTs5N5p8sO09WY9kSpBYWGhorZy4UaHkNe3huZGgqZRijKrayaItN/4U
0HYKwdDH+6OuCDGlOrsQkWbGiD0cZx4HjYCydiQoMvHN0c8/2/w7kCm8XdPPEIEcc4JjCWgfIOFI
gkO8sPRt6WeQBqs/GJDnqVqpcx6vS/yBZ58kPMXcDxu31y1cBtCdisqegBeJG7k1ofNyQZS7xvHV
lVCDigvnvSlVrzVU+QTNqTZprAeKNXxmF3YXbTIQsz9p0RYr1ZF3lbi+/zm36wYgJw6JJ1jKuYnq
cT6lcRIPTCwGjZOkp1r+BnwpVGhcmUs2JvJZLBnwgkHwd27DF7OYSYS0ccoQjx3eMc1QZ2r/bd0Z
Lkz1DkwinulQOp0bySF+U4VN3jijDYlPhGJPtAIXEkz2/QG7XS9zO5OzVxkzZDYB9KphR4UIl81a
argKk1U76mpJ2dK3UWOyhD2NuzlgKL8L6cqSj2bNHI9FjdMIsm/UXH/kU4BU/7U7KGWD/wMsxLhU
ka1UVeF5I2QoWic17chAqRky7fctTJFnvsFA1HZlgZj9Ri600JdgARAXqCBlRrBR7QdavZxsIkLU
B3OWijdFYKVBuE8GwEDRsrIRwtaJxeTQXeQOGXy90QAX9IOnxH8Ym/yV7ZPNULnbeLQGF3Iaol3J
otEIkKzyc6uDKll8gFy5UDxmQbaXx9jWMkh9nO8PyMK84ksVJKg8qN0g9TFfQerQcLicFK3jqhWz
qeMWItXV8H3fCMnm9r/j8Y8V4pTOy7Iv86FqnWQ8NJ6Rikbs43wW3/2TmPSGdPQ6UD9p2aln0+f8
R/Zt0Ax5fEyJLwvOghEa+3568AZqnviMNoO4qZpWgxPysq616CCjOEqS9E2OwgJiKjJKQKpJvFab
Ch2bJ+2AgkSKCPoancMLhIr29amCKJpsQlbuFJxU3/RHq9rw+heNxGIhvEkskuYJy8sD0UIscMaP
uoip+MGpUrzdJ+h6yHZxVZv3J/T2OISbwGiDQmxShyG7XeU4S7KxdweHS/u1HOLNolOMNH3haQW5
28cKDCjaKiEyJYO5Cr0p8/XZ1VDmqatydCDfBp0SYZc/ehYPyvXOTK1hN+jByTN+wGb1eN/DpXG8
tjv9+VW8C5KgSVmmGJ1X80QrUk/LjAhCM5+m0b36bRFMv3xY4rc1cMF9tLupzUkyHiKbhjpdyI7n
o0fkSEOpMGj7gaXB+EhWoZkd1I24SdfjqnqtzPdqPawYW3amzr7OKE3XovZz3vqKtFzjkQND7wNv
a9MJduXrqI5KWnQZ7/RDFxmpEoC38CVk0Sf7LbFW0hh4vDQUt9Pjc8Y/l5WdldCQTLtj4Fa6Mump
y+MaAsQjpHvVf33cAIMF6hpsWpAQar93qqtvK/0E4F+PE52RiSEQPnKiOfKyv477HNLgINcA4ptt
8AwvyKv7q+v23J4sI0dWcHEXIN87HxVFzVChRfHSKYEx6YC9SFWwEwBzv8mq10ClcXfexj0AXAQo
BAPrg9yfjEoQGQuZMQxFJyjlgwQdK/QwUDKehUwS3TPQ1RWRkE/da4RL3KAkeFPURAcaDfkpBNt8
vRlV9Pol37GT7HOHZ/QIJMx7yFwKol1D75Y7cXZgQg+XWkm8jU/zjyFWXehqaRK5qugMD2xhFPKO
Ew0FWVhgBCBNbdaqnRSX8RniXUO95m2t2dyf39vCNHhnAavCKxToWlkk1/MJztSiG0DhKjqFyADw
aQjcQ7BzlfQpD3ldbraxf+CbbaRuJbABj6qhxnYofYTNufu4/yW3L1W/X4KjF2yeKFeTVWNGKpRC
HkPJUT7VGKhvKIidI+/IGMFJCo6JZDUMRDsPxY7f+lvRCR/kY7mNz+M351q8zr9wyhrQK20tqGg3
z0bKQXKbj6k4pKA+J0NDAQKexERFZcVneYivG+rPBhKItfaQCD8/YmuWBYNr+cv90bh9o8BoXNsj
bqaMiGAkJ7DXtytl2+0dbevqT+/OI60/lyRcRCYAS1AawJgDgn+D8vKSuOPTKJIcaJLGoFrX61M/
2t45sCLJlks9XnWq3vVn4PvKTPd2xbPG2fyh/TO+Ke2BsUfR4mt7VB4keZ0y6PX3RquwmVUg0jgl
bo+6+ZcSKUMdlXWryIkEkAzESItOH8etJNLADgsHASogU8oABBAAQUQplPe53lOqTnIgphuVo66J
uEWcAx7qHD66FX1dFOtJBdumZURkZ9lfM4EcF72tYLXFA+l8L2pShaZeppWcoPiUdmDNTcESX5kt
FICGdR0cB4DCG/Y8BhSXF8f1yi4RA6TB5Rroq0mIfM9lcEkx4/l/NHfq1JOjqFPSSaTvZd0xQ5SN
ktMEtTMq0bpV65Ug9ZTb3xS85xkLlsiVGSJxxmOhL2t9LzlSLK2kLpYNZcg/SxRlY61NrCBuckqS
tHBCTgcVauZYNTwK2/NJ45LCjYERkpw4/xOVu6C2q0g6lzhXOiZY+z1j3Y8MSx5OdKyoI6IewpGC
gJkcoQXUkyWn61N0fb5IfLcK3cc0Q7dbmVCcWzqPJ8AtSnBInkE5OHcOEgl9wEq85KDTStaZUVOs
LE0VSmxdyP4AakXREVdpRNgbLme/YaQmBXWeI8cBMozOkKJzEj+LEnpyREvGQuktjdV7q2utVBnx
4BSldqFt6sZQA1sT/oQAW9UQQWoSi1pQWEwYZEgQTui1qZuGGASpCcaGj2QRil/xti5U3U0ggI35
RYOGL0ON0cfF0IVguutCh+w9hnBLU60SzgALiqetc+lFE3X3EULpbbOPA1pp7PZ9DAEcAkWQuZ3I
26DwMJ+kchhroYMArsMNpS4JBg/NpbJau2aT6++uCWh0I52DU8eo5sA+UUn0FxfklXlieHqwBgtY
7khOe4gE1/7QWUFYFGbloYEMowlshDbQeGaWFiaQ56DjVgCeAS567jOb10qnDDi0XL6qVihwhaY4
aLFN2WvTt5PhBCxJOPdxiwSsnggnSo6GjKgTkCtekOFblqifNWN/9nT7TdPtz1WgQ4d7g/+rOIxp
WNZ++2J96+/796fHZmeAY9LXt+tHC1TZ6/XDev16+Xl4fM50c2d6zutu6xq7Bxpkamk6rj+ZOCRz
tWvrasBqrUdoM4ZPyrDrlMJuuSMHuMb98VnMUq6NESeWm3hjpQ6i6AiA2OflFoBHXnkSU5v7YApb
FK3kSdiq+xAyPyqNW2Dp1Lq2TZxaeNkRqjDF3AjxHxHFy640G1rWR7K+/x7J10aIveW5bJ7X4Elz
Jrp3SCwaEzcb9AZ1fjWRhIAF3IrAnqCainECV1u9rfa4Hiv/D76fpQQU0l1Y9FMlXCB3eSQ2ghBH
OGe84S3r1+10TnsggT8G1Y6V7DKl6SwubTG8iYCJDNEfCRGx9otaLZgyANSuAAWFhBYqn/KG8Hu3
IHcXirSIXRxuGLiDzDcxEAUpYFyx7NibDWNsoN/8LZui/qlYivHtmt+nwChMWQdhHJh91somfgXn
j6QP5y9aI9zSPr/+EiKGqUMv8mM7+SrtBscVwN4SvAEIQTnofifpnsfT5r26yFey5w+pAo8TfdiC
v+hV0z+OH5BJ18v964d92ajmdwKKWvBVG6fP7jUFv2uuo8DcG7z97utQFLQfdpnV7J4bQ6J83dKG
giQbmATA7IIWTmIQxsJX0yBvZKd1Bb0Ztq2wzpKWEjIWR/rKCDECjFSXms9XstMjVqhAWEIqGtrJ
SvZ+PzQtrt4rO8QBUSmoFtc1nGm8PjUapUKjSBENlPxoeciUqTFHmjoGpq+4mk+2VFNtbHvZgXQs
Lgr7dlhzAq1IsJRhgq0NLw3IkWT04s2NdEnWen6ays6gAjL5jJ6E/Enp0SmK4kT2cX/YFqfnyhYR
0HnWlcQyTGTH03bjJxuaeVEaXEVLmpeC2ST9Nz054/SWiJ3PtU1Xyn4hO3mud6GwqSrWGPzC7PsH
JFM9HhM17Xzfs4VzEfOE6y2OcZA8kdqcap6GXh4LsqNJwwApbR9imQG3GnP5UKFKZBRjQLG4sAQV
5M6AuoJxb8ITz+dNG0Ql8RgEFaHkXrgQFZ62utx3amG6ZiaIKoESZHzKNognXCTqAmC90JoSQQaX
ZOZ9QwsLXUG/AS4B7PQvCaqNx8CrIw6GiuILyBAf3fIDTVedZoNYFGMN3R6lhI06eoMvjbLmeopo
zOJ4oZgJPhkwuCB5I6ZEHtr4f0j7sh7JcaTJXyRAt6hXSoozU5H39SJUVmWJui/q/PVryt3tL4Kp
DaF70TPdmGmgPEQ6nU53czM+wr2HFCKw3TQ+mSae+LrUpBRCH/vri7bkchj2AnDPMCHkIXZx1DDP
imbqTV9SC+Z1rADB8gTtpaBhGJ3KIrZtC7ZygEURlzljQZkY0oqY3EMjQsSqtWXAWiWT8YngBLyd
Wcxe4u1L7fZegXQlopUDZrkvy9s+3N293xH3gY6bnN4ojuo6PVXp7m+/ytq3uBBnv0lIJTIJoEJw
PcB7bP7Eo4E4CWlzt0IjRrfBB22UOr2+9Eu+dL4K6uVGxzUxFUzDmT7BYGb9EKv7NFrp0C6aQDgx
AYGYRzMFd+3zITMl9NR9fYJc8uOEMaqerJzvpRACgNk/NmZ/Prtf7LCpJagmIE5O/e9B4b+lovGu
r5Q5L4WQk8zikf/YEM4E1+S6RSUfIxWH8fACrQSHOBy+g9f0N4Fj/XYkTnt402i9QRL89FU40uxY
CVwLwwuF8/C1f8Dx2ZsYCIocnUaO5QQMjGI6rb1kH7+YyGFeO2i7UpnuDPd+rXu05F6mhoII6CcA
RhFPNSQ4xmEsLGy2EeobcOOZ2zAr3srR3Kutmp1MzEytxMOlQIKaKVjHAfzTlG/Sw7ONQZ6eKL2V
Wr5hPY/pHi+gIo4dtVijMltyMtSVZt0pzPVbYkMkG9uxr5XIQhqDEQY51wo37dB97xsIaFx3hMVV
/McUmqWXvpbmRl0ZhgR/burHWO9e9EF9tSKFQ1NnNBzWDt3musVvjS7R9dDenrliMXOJmuelyTAl
sBlllv/G3RlIjViFco6bOjHeWZj2ctJTQyXabbhLvN55Uz1oUZn1Ds2A679kcZlBKmhgqg8zz+Jg
U24Y1ZDqteXb0kEy72X5y0buc93G4voClgLZDginAmx7+bGSlUAwJiwsv2JT7KAHdtcUOGGGgZqy
djfF2+vmFj+JzMAOkCoZqLhemgO4YFKjgFu+nkHDB/NoBfnFp+frRtTFc4CODVhoNcAoTSGyWyPT
pQhk734djJT1R7B1dri3x78DvwNnckc2NsFwpHxXmajQ6duqddLgmE8NzXeR9DB0CUWfgw5SSMeg
vw0ZyJNSt2nv5DXo8c+pBFyMgOgiuVVnjTORy6UfeN3UfLT8gGWAimsbxo89HnrhXuWuoTgmxjMc
CK39h32YhRD1edYL/UYhhNe9RsDaoVm+0nd451j8XoL27DZAsXGls/ndmRCP07mp2QPPglLdY05A
imEKXISbAX8ZaJaP4HeddU8q/D16yKH/PQvYVfSENGCA+kZ400GlanJSehduv0KP3kRYBcpshx3u
71tnTR5gyS9ByAUOB8wyQIty/vdnPxIF9NxIwSDiR5P5hCToyaytClrQqrxy3r7Tqx/LgWQfmppA
jxIRacymtEzHzEaMxk2V7hPaucpm9Bp6QhsLArwnqCt0sxrQDaR3QeQKkgh0fUGUCnIFfPj1k/L9
vrj2a8TzWOUlK0P8mtQcqd669ttY/JH6rcG3QX6cWetY42gmanY25nM+JQXw+4LWzX4sPL1XnW4a
NiBZokoFWLZ0tLU9cMtuaR7HZqfFRxLjOZ04nEPaE7Qf7JANEW2TU9NuGkiK9nj9Oiahsh+Z6GBl
jdubAWi99kY5OiAuXPlY7OG1b53TmrM9luKBD9NgISp0GDaMwCu0BhRYijtoFaNfPb/pUJ+9tNAk
SYkzHhLfGu74pNI0eiJa7hTtyhW1VLHB0JaGdgvOMAAYwplC0yKMWI5tq3FuvlURO9dCboSeHMWt
BFoMG7N/pgNneghuQu/rNwE1sE5NWuFgcc+Rf8/pz0iJd5+4qERQN3bWGigLFQILqBVcXRB3hiqU
8NLsKpVbGouJr4W/5PFXPjRgNPtV5b9so/J0knnXt/cnGQdC6bk94SqLq6HSeAl7FvmUw9tA21Tp
DqxqvsVwa5cVlSsn66meuvYxinvHHjYBiG2RFJrjPVcT8NAMTqp42qjBAY94mzsBqqbZYwNJR+V9
VJwpCJ1MomX1kHYvpHtMAmpMyS6R1iYrFq+Fed3mIQ5gQkQo59D2RVgZGfHTPRneA3DqMTSb9vqu
S46T7q8yec6+L56Nc3tCzsOsBOrjFex1nDtTkb0a9qvcMsc8GYUT2vcllLkLkCNMkWcm96AvDIw1
IhKRpP/7jXj+G8RYxEBUME8j+ENwkpkT5I8W9J6jGpLPrm1vMf2h6vfIYBwQak6Zw/rBs+RfclQ/
1GxXMggkr07tzi7zY1nmeRA03kE1YAnXJJeZXEcJXKrH/vtahQpQ8bssHdM8pOGuilci1MIYytxn
RwsV2TvE7EVB9Kopc6kIS+JnBsYiPePOAPbMD4f3yuGQvprA/1GslAOWGonnNsUeOKrsZWCGBZYd
CGhQ+GyYM+wkD+Q99I7Q1xxxAnRo7gjJMAxiu9lKb/zn2CKO7dk3i/WI0awa1sz2jWHDG/PYgavW
zDoHY2xms2Vj4/DmpMUYJz7qqtsUa4Ohc6z8ucf/rPk3EuXsWmiHMOZGD/uVXR406Y1ojiXvZQ3z
k2xNZmzRn5D56iArgICqiOKIdWaMJKhxrMHZDvYox27cdFbxsI6SeadqFbh6VxKO5VByZlO49lKt
1GoNwF1f0zx921uZY2Fx0QgG8oGa/LV8VoK/10PxUjaF3jueh2AUwlyEcJKJEVeaRHriR4bs8vxN
BhqnSJ6uG1ncN9RqVeTOeIqqwneNdavoRU0sP4baQ6Tugj51rcDjeuNI4cr8iigX8L9jE3wE8GdU
6PDqhROdOYkpQREQjT3iY/rbjffxXnYwifgt3KijSwQi/ll+mYEFCl24yZXoJ7pgO/Pmrrjp3fcZ
IxXQbH/z3NM/qZMjlQM5Croo6ub5z/VVWfQwvOVQeMDC/HgvM2j9NXmPQG6w3CcBPHhMjknr4hWy
ScbhI6krGuZv140u3fQEWwAAzQycFtMRWSla9MNhlDQazRMwRN5k2xY0+G2BnER5vm5t0bvOrAl7
UfE6iSsDDm0iJJbqp67+GfFau25k8Q2JfALjjdD0gB8LPjzaWZKrEkPol16ytoHI8mfX7Nv+KQzf
Ur5LOW0B7JMj3Ea3ce5nEAU2IJIlF8CCfMb27TgTBbSgoRpLD/IArzzk2zralmRb9rvrv3XhJCBD
AOsPlJPAgSJq8SW6NrF+xPKHzUjN4V0PHjA5SJP+ro7XCK8WZhFmpQMMZaAAhBAmvpQSG2pzdjqH
MCT6yEuqHWPbydqNtU7jgQGjTCeeuAlUVjo6TPg/VVACPxn9yvFfjGszNhCcZQqKbKLYe6hMvCql
jvhK6DHDK4pt9tDWjoHCAgM0Wnlo1q7nJTc/tyhkA1amh3HM5rAW4a0eTtJ7mCdeEXDMeP2uk/6t
R0pyfWvXTAqJfhsUbZyOMDkmUDfXkdfzpyE9FZhSDtPe0yVjJdKtGZz//Vmgy/B5U9MNs8FDcMia
6CYJ/lThgxWZbh51u+uftxSt0HHDcwnYgZnS89Ka0apaU6OC42cmih/1USG7XoJs9sYEgS55a6WV
BGuxtocJ7JlFbR7a+4aOnH1eX/c50BPAqamAyJDDgFdTuCvvtA2YA+mH7lXUPMw9CYU+JSBP6uhT
40wWnr5enq5s7ewtQt4BTSpwRADMiSknS9haJexGiFSgPgxH9qzwUy2bHbcILfo1bqal+HBuSdjT
VCpTcG3AUhp8cBlS4HgLKaR10wTVMWllSxc/S4ewBqb3cPmLKxx2LISANrN8NJ+QQcUbXQ1pYxaO
Iq/Vhr+BTj+W8HtEA/gTtDTnm+JsN5OymyCmHVkz+iSK9xgEmKy9Wfye3E56TwYvYaWbPLcS5Z+j
chM1owMeCMBh2r02PI3mVk3WOpJLUQniU4C+oZaEoCxisypoMORShuJx1mdoej7XyoNOPGZ+lFK2
t4o7LSxeNO31+jFa3OAzo8LrLUFvwRxyGO0Qc6XhC8hFl0OpD3Mi6F+u3Izzmfyx6LgQ0XDFjY/K
8eWiy5CGyaMWxuQoU500BYJQSqs1zo9FNzqzIpyOdopSuZtKFOSUw5ihE4duUIcp+D6h0bgGmFh6
d4EXZlbwwVcB6Slc9r0GMkBc3SiDvXHZ/ZxCqgUg3YlvyEP4kq4gjBY/DUuHM4IXPjQBLhdwUqo4
zeMGZf34nXAEcf2zaV5VaQ3UsrRRECeRAZyZZ6F/JMhWlGpdNlr+QJ6iySf8z7/3uhlh+50PE2gf
XX5HbXUBx3SE5YOLmRrV+wASCDt/qfSQ9sYKcGYOUaLTYc5mXi6M4vwYia+0Po5jjLlhItSb1JoW
6mM6oQdz36B8vRaZl8prgI7+Y03kREU/JFWBn7b8vCF7rbiVCzBLxe+1tFfyXwykWoFTG4hsLD3G
KdRqawUcP9NhSGvPVpH/JK9D0ztysyfsxRoyGtinoL9nhdcFkCKh0YAid3RMqoMi7+cx4Kk5gHdi
D65z0uHgPmBEGOwgNIdUip3fgMS6HamUPVghtM7X1CQXruCLbxVqlqB+DiKQX1h+o7KHnm+JKTmA
xGOS6oiRn37PlbWW05JfEpy0maEE8A2xpdcje9QSdE39zIqdOJdviVTur7vm0hGDcAMG5nCqUUiZ
P/rsYrCDth1BU2n5SaHrtEtV27E0EAHIGSpKZRhaK5fet1z7D/+Eigr6rpiGI2LP0JJZkrVQe/Zv
3wzqzsKH6vZlrvC/fdx+xu5ngeLsG/4eUrSknbmur+OvrZk63fP1T18Y+USCjpkpPMbQeAav9+W3
M9BSa72Kn6IPntbSzHIz85iwndnu5WnfDYnT+7wB0/dBBthtYni3bJC7gyWRr9F3LIHALx4Lwm+x
SQTpFVIRX6p2Jo92UuWZeJyMDwXYXe0t6h15/DfQnBrvqy+QiYxrneql6tLFLxDukUoZhlQb8Vxh
6UdhbZqm3XcR+OKMjWXQrr+fZz+mrzKFbGSxH9bQGEuvyHl8APORKB/CIYUMhbRpJxUdJyDDxjxz
rW7abHrUgbvh6WOsnaB+o4ZeGP/m2V9DgzzPfvw9gYUdqodN/C5HozOUFJJotFYNtCQbqqh/+Hv2
OFgryejSsw69L7S80ZqSTYAtL72m1aWwC6uG+IH9hndsmEE2HqOG0P69NcbMIXpC7fiYcYfdaTZE
vYLdOLmYn3GVtTVbCA82OAYs9IiRPqFxcPlLulDJorJX8PCeQEWSH9I1vYel2x4W8CeDDMEGA7Dg
lSzUitJsDOJzsm0t195J/F4xbmc+meq+NHVaNcdojQFi3mkhQlwYFRyxb6OmCnKd+Hb+ZNifc6ML
SmUrZ39emx9GUAwDkRX0AYHKvFw7eElXkkJCJUCOAVLOwDyvZ3oFdELxnCM8OR0b4s0A0DF6vkO8
A01jfSvHLbk3LcmkSmn/h+oqghHgu9hQCxwYwtujUas8Uzh2k0u3UBAM7iTjmKKEnz1c//SFBAF1
QEAaLVQDQGckLG/Dq1ivEixvgqKQjLxfTY5ts0PLIkQ2x9aqD0u7eW5O+KxRKcagqTVUvKJbrv4q
o1sDdNz/f58kHElbSsp2GvFJcYvqf0FJuVFqjaqVZ93E/yHfxoA5tknRZp4lWfAcovI0afXC9jOM
EyfKk9aiQSi9teqaQyzNE15YEkKiDnqrIslzsOOo5WuKGaAxpXmtb5tgY/XNsbCpVf1qWjzlXL4G
Wl4Mc1AeshCOUckBRu7ygCiF1thtVNm+utWnbZLcpRAPCFpHU0+JYqOztzfaB24fSu1JAqNv/Kxh
0LpdyRbm+CKe0jnAoW6tyiATFTZWH3UtaozG9jvM9HMQekwG2uR16DRkpZoze71oyQQPA/IAUHb8
4NPICzXi8STZGEjKXSO8GbOW8nivRPekf7nurUsn4n9M/WAjzKGEMNhdGPiZfGgCEBRgZBzAgOtG
FpIbxDUVVUfMa2I2XATVFUEUj1IM54nSx8pw89Qx2jelwYMgug37fQokQrTvsw9LAmSn8mzwIrZb
4N+4tLNWREZ+7iJKHAqyLPwDF4lY6EgBtOOdiROTlvJ7oVRvALlAjcbqN6nWrD26F+oKmPDG/C+K
naC6xozZpePKlQLEZa9gJxXDAbtUWc9FVwMpOolKZ0w3MtVL7/pq/9xS2MSoDV6Q9mxWeOD1CWr9
A48DnyMzDPmmVZnTr8CDlj/szIhw3TdcHeWIsMBv0r9x/GBv8pyCMNPc19NvSZPdfFp7F/+8KqCl
AFUbMEegaUHEpcQg/SgHaKH4TAMEN3gvItOvQ33bsT9pfgNcyr9fxXnXQP8EOOEPCpZOLxlIH2Lb
lzGnOU6Hai9X8VoTdYZBXh50fNOZESGoNhpYEGqN2b5utJ6i3RRQaYAKp8rVbR7fD/arGfwZpXLl
zC9kUjCL+8K0Ae8Ac6aweTnu4yaZcAb63C/U+BBA1A2aGLTetzNMyNr0rNvWYeSuYpAXnhaXpoUL
y84KbhOptv0abcwheb4foFe3G1woQgXxNnfJH5uDOKDbWIUnGU/X9/T/8eEoIwMYgO8W45ClQwQg
ZfN6K3lL8/4rBqLpVlN3+YTbbEKx09HC8LmZ9BVvWiBGQJVKASRUBzMgbmrhUJpGyesox+UB+ZiH
JxAUAev824LoN3ElZ0BHEiJ3Xkg/Jor/iRL2tn5wx6PtAmsFtURA3DfXl2LpNJ3/HsEF4irTunD+
Peaz0YP+M3RU0+tQ/FTUd32VD2f+OtHPoXALqB6G2hF8BT8PI8DPTMJxmAh0FiI8iCJjW8lvfWBv
6po5pN4EOoKVQpw6QD9qpIN2aw0TnndG44yRK7d/5Hpjpagdge6y2VprtAWz3/38haBExlwuRCnk
+do4Kz0QRUtCk022n5vmHZNYSOs6fLi+5j+vdfiAhugLrn5Ag0WFykJJedOPuAxsUEs3YPqIh4em
6GiFt+0q0fHiBqOzOPdoMA1pCSkTBv4LAgUaHLRGcxJljxdhCEAtIQVt1JzGmOfWpJOcbCNpoJI6
OMTcFuWEkanEa4hFdfIUjmvzxAuXL6bONBu0SBgGBYz1cpX1tGa6FQW4DgFzM44BCmsKlC8avnLc
1uwI126r1s1UyUigpFa/baJ8hzHBg46nW7wyt7FmaN6FM7eJagb62RqGxsEzbMqzLWPOGtZm0TfP
Vk1IPCOlyEq7wV1rdskvwhJgfKDPct03Fy/0s60xBMS+jicLSPLxJVPgBEDZ6dsQfvP824rdsL0b
rc11ews0DTgMBEMI+AdSQhE/ZFixnCpjFvgJlR5lAB/Z0+DO4IwnUKBzVNmsrQmGsBvr4Hcgqrlu
fekkgrFunmrSMSnwDa4627ZUH/QZpxf4lsFojtwPU6Na/io3wCp3K2NiS+nYuS0h0mJ+XpG6LEc6
1m8t/aPK7itjxcTSWZ/57yzke8ATiMD5qAnSAJ2QwGcDwHeuHSu0HY6Btle0g7m2c7O3iZESwyqw
hM6LjDGSS5c3qxzDUFMDWFkm3yA5cTC54kpM+jJRCK+JeqP2v+t+5UW0YlQkbOQRj0pzLAO/HXOg
llEWtY+1jJcf2LH5lGIC2gLGXGVrSeeiXQgfoj4MOnPMA11+bIAjUSR1HQBApB94iQNOp9EJFLc5
GGvvy0VHObMlXJKtnpdZLGNhw/xvmTwR/U8l/ZeEE/3df75HCMBZ0ISSHuN7DBOw3oO6rz1oLw3j
R5zcgnyyCA16/aQt1A3w7DuzKIRiTeOgBVVh0QyGU8dvdWBbZBKim3IbFg8lasqg2DWVm6HPNrXK
divm59P1w1vBd6+CB3yGmwjeWmRmOY0ZzBN0oqhiemP2WSq/tPDeLh+VbGdzjcoaTZNDMmpu/h9u
fON/rH8H3bM4M00zCqTkAdBICq0AMjIGa2f1bgYNYHPlzlu6JcC2j/+ArAJ5luCqca3niRLi2YfW
FhQM2Pb6Si6eBMzAY7rPNkGoJ9wPIwKB0RoIYxGyOcfijTtEhuUUXbDtOm9444UDmacVowuFH3jP
/EdjxANLIiYMTV/ZpMwUeE/EnQJcosBHSbthclOIRunVGyebkjlR+BFhsmwTF05VvbbKqmTo4tqe
/QzBiWX0mBOzx89IWg0aTrQ1H6fSC71xY2wHF0x3AbAnoPqrsCrSig8tBXcLah0oVuhkzuQuQ1BD
onAoIgT3Md7x5B3aVsAY0zKtaaM4hbHG1LHQegHzDxCIYOlALoya36W9mFlgl5ex0YBuOIOZPXf6
vrIdPTCdIr/hPHJksPTWcuKV6MXIINZs/8N1Ng+5qxi/BOmyCG3OyzGWpQnBHkOTjhJv7HKL0ZSg
clX1hpQrN8tS1D03JuTJRO3a3lBmY9PzPMFV30Im7L8EwXMj6uWaknQaw0xCaEe6EdS1m6gfqQYy
buU1CjJH6cNdhgFj2vbTpszdfEjXztFSGITzYD1lyLKAe/PyBwSt1qQsswI/Ru0y1R0AcFzMQAC1
hIJbduTdpk0/SXmbR5AxijaW9PLvo8eZffH+BpcoJiVTM4AYppc2eGwO6UPljPKmNLpHGY//aHUW
Y+nMAt6AowOsFjDbwsaOchxLnWrj3PTmNkt8Q/091a91cJSLdBvoPUKX5UJuT+GfVRh7oOa8Ne3V
yvVsRbx/kOMidQA1BSoAwoWrcpmX4LyWEDYxCTI+snZPKpCOgXQw5KCWHDpqgS+g0mK/KJTH66u+
MJsx9wRAiAOxRRD9mMKdoJK+ahDTJT++mdUWhw24tFFuwQZAD8NPtmQfeVLmqf0md6rd2rtl6U1B
kGqggI1xBLx7hS1gbd/UiapLs9ubaeKyaJPpD52XnGwM0HmBerfyvQv1NBgEuSymAW0I7wmxcgis
LE1SVfIbS3Z4JXmAuLQjFOkbSoKtVf6V7d7RVk/XwiZfmBVegUqm6CV2T/KL9HFQ7tQWpMYWATKS
guViAxpL5K2NW7M15vjlBQZwDfhhBTwkYjFbYRHTprLFnQ9GXSWimJPKJo8ToMcpP7Y6WFfXWPxm
hxUcGhJCEF0BPGmWHhFCWYSjNpAaJkcJ3OXQxmLQ9QiNI9gn9td3c+HiI8jZQIYAMnkTbO2XMYsX
bW/GEi7driB7gioFiY5ZRnbEjBxFe7XAJHrd4OJxmalxwE2CgQFN7HqW8dBUo64iTEtog6CxBPo5
DCgN5j4iGcbI7qG37kCswVMK8OBZoHAGrk1HBQdZtRurb3n4qIbP2loGsJRDY6B9JtQFsn0mkLtc
CRYakarlseR3KZSqJM/I8d+bWEPgwptPyWkzttuw2apZ71XFGhxkPjTijp9bF/bBUMKwbVom+VYw
ZbRpAC8yfLOkVWeAKG0Nirm462CQ0NEvAVpd7PJHaa1COKaENUiBshhunbW7UYuQZmBCIS2hi6Ss
1uEX7gqMsIE4AJ2FuWAmPL1y3kot9lMC3gMKeqrauvnJ5psiOOVBSTEmASpb1M0YGFSLo1qd8uxY
DCtX5OKHmzM5pokBEChaXW6ylvRpK0W55A/mllR8Y1WRa6FljNNca38g1rXi7QuJD4g4IGsJKk6I
9OhCStCY4P8eUPGBdrMpu3aJBk4kKbnbWcUagcpinFKwuBArxzlGmeny2/ggB2ESNrCFWoUDX95J
TB72HeBXLkmL29DGzH6SFsahL9joMMVcu4gXVxe9Djxd0MBFg+zyF0gjS8eWyZIfwHPtFFUDhpbV
sQVjTMzfWfq6EkqWbiJYU6A0hOlWtD0v7U12Pw5Bht1ssmMQJ27zVzcdgxsnKD5YRkLx/JbXuo1L
B/XcprCjCeijWk2Bzaym5lTS0msxy5F+Bs71j1taS0hFzwTWaBjr4rf1dddxybAlvzaD97wqNmUK
ykxQH6UfGN7QebjSsl2yh2Y4Ou94e+KyE56eRaKobZZg71rLiXm0lU7NVmlVR66ehmx3/duWIsG5
LcFPkiiSg2L2k36YaNQCcb8WTpcu0HMLwjmvcm7lvBwl/4Vx1TOdJpI8CWDR698x77UYtAGWwG2B
AicqdcKJM2uTK5mN1MuszNuB7MLhiQT7sgL/vFLhAvHY/XWDi58FFNrM/44G2zfU8qzUYehF3Myg
BT+fIEkl2Q4PIASjyVt5Tf5nKXChoY7RC5Q5NCigXR6tqlVKNc+Q5JXGS2/e5NYbW5uEXLxxz20I
R6lK4Y01Crd+AP7qwGteJrKzEgdLmFPLjbQv+4usteRWvssS3HwgPA2mDjZt9W/a/iX2qezer2/S
YiA++y4xDJqahEKKCffWEIPk9KiAAFnz5WCHenH9Fb5O9Rqz6tKBwsgsgMPAk2GmVEjJ7arnUUvk
8GSlvexOmjHSKc/XGDGW+srIf4FpN1AwgFascINnUaCGdVkCnONWlDnoMIKezPJK7/25BM+lvFuz
uOTv5wbnf3/m71UTlIGiAdJS5Tb4mb3O/uxqBezu9srBWvw08L0AF4yqOzBBwgqSknFCIhOtWrt1
E0xZRdOv6oCph7wHiL48JPUtszcTLplRQQU+uDHj92x6WPGcpcvl/FcIp84omD1JzAIEK/tqQdNw
4G+1/YznBzDvAwUdugzdEHco/CFyAvUGv0Rqb6ZkDfG6tOwzCSJUfkwVAEXhYKYyeMV7dQh8sAjR
MgEMNL6tJpt2CV+JoEuFMBSh/jElXjtmOJEsJRMgLtAXJaAiAy7hkJvxDmOsp97uUI56SHIwiRPl
1tAf6nYFY7N0ciAQMXP9zLpN4mO2icvGyHO8fxr5dpQYqCRWosHCluJgziizGWOGC/bShTvTKiwy
5eGpsUE3FoUICLjzkg9W4UnXrCaBC1tn4xmHYVdwwCOxF8ylpdKErZayU/ZXP2DY+gSSjEPmJbfD
A4YpgscQhLUxJoM31z139oiLmxASp7POBoBDMqiyxA5AOKaxVnUWO4EOftDcGXWgN9ADoUZ0U1qb
ql/JVlbsfYfg88AwTnnPC9hTohxSlh9MTak0nuzmBQqIbp0f6vju+hf+2MdZxBXFPXyfbQCuLhzN
VuFh0Qd6eOqa1KtyfVf32zS5r2z9OZDc67Z+bOJsC7ghoKJmNjBxOimryv9jCygsQGW2FWjHuCVt
VzEja4aEgE6GrA3jhISnNrireg08l1AqzlRarRESLBrCcwsOOeOQReJoggpVjRdDeBo6zY0xI0T0
u3iy94X6eX3pfgaUee1wBHTcT5D5M+YDf+YZaSyDerdn7ASCprqH7GQ8uihyuHpWHAYtOqYpsG3g
IsAoD3xELj5Wv3XJN89/gbCoMwtA0Q4JOwF/MQTJXuoOjQkxQD1zkwbag2nmKuHX9c9eWt9ZdVLB
ExPdC7FxZGllk2p2xk4yHpdgldB7kEcF+9Xe5rIdC+T6AOzhLMz//mx1uwZD18ZQspOe7uTwayZe
AXkF+9fUv9hEPM//MSNEsbjCqKzJYaYLR6+MoKaXgBktaZymAg/LmnP+TNhmczPcGFAFlLLF81ZW
0ITGKwzm+OgoiGHvcdTTgPkh6TzjeZTeklhZOeM/YXKzUajo4e2AJ+wPBGk+jhVPR0RqsIVtpV1/
H9+wPWt8bWuutdbm2CRGZ2ISlOhnYRBUyC93rSp5NzClZ2AbxpDKTYiDcBtEz5K6ZWuOaM9vnh+2
Zt8Ax8kMyRW2LpQM0o28Y6fj24dFG+90UujJpn82m9N+g9mv0+ZEH7wHSDDQh4fY3Xw9gejQQTrp
Pn15d08fd/7rFygJ6Q0YdQ6+8+57d5PjM+/P3/sXe39/HJ2dRVt6AP/t++7x/g9Y5u+dx3vHO6xs
0FLAn+so//dDhICfFhj8s+YPCX39jtN6p9NprWAyL/y1xZpDydlxSrQp0rpigI0wRu5jtiYSvXAt
KfhOon6awdWMvB0AcXGEFxSJZp2AjvSkGDE1i1+dHlGWAH03/oY69KRHjpoN2670UJer+h2fagcM
oo6cPNXmQw4Bnl4qMBCmucB8ba8HrjkYXvtpgmtiBAZ4K6lG4DpAOunXChRjcX3B3Ynnso7IKJb7
TGlIo1iZ2CkBYV+SYrp/JWNfMoCxVYjKzgkebuzLDWz7RO/6wsbJSg2E9gqhio115V5fpIWoO0t+
IhOA6A5yVOHRahYJ4O0BQVL3QO8MR11Jwpf84+LPF+sxQYR6Hp//fEydTiwDzb/iWfyEhgG1dl+l
9UQU14xepCwF1TcddLccaVLuZeUvS1NkDf8BKoqO2fknq5cL2/HWqMiIhe26TD+R0lD2WtCvTJsv
BX70INCJwPeBI8AWrLAu7yI0uXBVJwzDQ6AI3EE8NtbuIZCdULy61qbpf0KU5+86syiUjHpLs1Il
gMXpN+DI9Im4T5+nu8RJnMZ5kzADi2ce5YfXm3dvcLw/xDnQXzttWDl1P2cvhZ8hHDsQmfCEaQE7
acmNTKBVgRHMCYXMud9UpSaw4bf6GLup1VKrJUdFY9sBUhbKUSJ/uFI4xvhZqu8sfOoHDGpuu9ht
DVB1schBlEAEWkm+Fy6wi1UTjlmc9X0XmhIctAL3oOzGgBK2YOuw09cirTBDXnjXT9xC8L8wKOQ5
SRY2cqZjfdDiu2N24Dby0Q6YKxUrLriQLMIQ9MjRcQIzhshqp/WNGrE2gVSc/F51gGTmrqaAT65x
Mw1SaMa7Mb1d/7TvfqUQcueMA5M5ePJi9EmIJrpZ53FdpNFJq98UgsiucOhhM3WrSiAKD+w96Mk8
Wxr2ZvSsS5LT8rtJBTCoX+NmWgieGPNSMOg1N4UAPLo8401Uy00R4tsHS2GgkRxBGZmV/5rhZXb1
MyuC7/BcHnMOaatTF3/o29jYtuyF5x4os6+v69JOgkoC1jDHAtoaIV+IWrxJeDvGJz5hyssvwkPQ
5SDO7D7zjFEb86YO3j3XbS6di3ObQv4QmEEkZRJs2sgfMfTq6V7Y3hbMcCDK8O9NAWGL2TwIAmIU
ej4xZ6mKWY0RXohFfFK4082a4x6QmpV+F/BbabUstBgmDRV1DLBooStrCh/WdZ0CogIOa5nsSZBw
7OK5N9g/SeU2CJXbqIP2KpR0zXuJbSpgLGpMRtnR0xBjyfver7qvXtJ+Z5/6TdM49fALCr9V9Nqi
0Tgg+YmbPTN3Fnhv+D5WP2J9jX5nKX4AJIj1QtaNp4MQPyJzaicpruJTNPEtGmEAspnZTaaAq3Kt
g790ikCpo8DlMEcP5NHlxgQ8SlLJTuOTGv1BgTleK9Mv+bWJli0Qgt9lMuHPb6poNOwEW2EjMZW6
aR9Pt1V6A+0hCkxizyFBwf+19iROEcpJGLZHfxoJj3Avx1YDdi/IO51yEyNDWkfj+IDC6MrpWVy5
MyvCXazjRYSeUI+VM2ObZpz8QaV+TexvcfnOjAhBDouWm4rdxie5+Dtkt4btKvmLTHbMTCgp/hdn
59UjN7JE6V9EgN68kqyqdsVWt9TSSC/EyNF7z1+/H3uB3S4WUcTch7mYuQIUlcnMyDAnzvke701f
b8WKUB+/wzmA/b/nZx/uqTQoE+EcWycFbpg8pWJsGyrMR/keJ+3WEf9oaLWwdtQahCYxJBufRa05
SAbv/3NkNMdcdW/7nk1TtKGIm5YS6hqryJTwGAlzw21qa1fuX62ORq/gWPXXWPhz29RWWg4fGOA9
ZdEUp/x9eZ1ESPxQ7CRXkgPtUzbld2Yt2osWkJ9Mh8SfXUWD2Ngxhbco2sNxb3w7bBvkaMQEC0Xo
pW01VYdUkLHdK69leZcjNIBL31MI39jNCysr36QHo2BRyQ+fO1Mq7BLkqR4/KQhWj7P+mqj3Oxu6
/OhVuAGRDah+etkMp61FyiY5UlMq69FzF8vio5+klSumBiT3Zd4dAjFND9owzKdRqiDTLQ3/0Wii
+Bzqhn9ktCqnzVkUX6eBzLM1umjnZG3cTkSSKP7jo5f8auVokHeTfEJhwi8rODUQXVBW/92qmT1m
jIIrvis17Q/k1P+9vSlbe/JO1cTjvcDI159AQM9cHXlMh7H8kiTZ5xxCOEXZi2K38huI0BfGuQXa
pazL5JrcBG1sJOkz5DzTCWr9yu7mGM3RwBMAEchtQMBX2KgedUSe5Z7y7cYykT3kDv1fqq31K9gr
spJVWZ8+13DdJ6Ojf58RrL69ldddZH3RVvz/RlbvUzIbhtBaXfo8THY1QfOuCjaco5Ud/1u4cIcd
w8Ntixv3B4NM2DJrCT3jupoSi3nk+8zDPNe1mRw4LOK5MSULyFwe/mNITfUpULM9btG1UcqToA8X
qm3AJzyOK7cU6qKfRdBePA9yD473ZASeBgit0o1TrOxUTa5q6IsxxlcgbGKYfoGWXvohRQj1uVUw
Fojfyw7ua0mw5RJFe9htzGfLcHvpe4dAVSbaviE5ib7TlFufm8W+hvKHDimQKlO8ubQ/6r415rWf
Pit+alPNHoGJJNr/YmRhX+EzQia/Bm9kND+sBMT4c601tq59G+vWFnYFVzeX8sHK6pUMZuQsxCTK
nif6NwP7VyzcHRB33z6TV0ndsmX8A/R8ST74fKstU4cmHlopfU4S6diYiA2G+RsDTqp/Jz0Y0knU
8nspM4+q0KIU0sB4hxT13lVcpyPvPwLWQ3CFC4PoGg0uSbXQdyZbCoLRdFvfhWXLaR3Q77bw8Pn3
77/Z8wCy4/bSt27GoqRAeLpQTqw7yLRVg8xMOSxFG77CNEehk/PpH6X0UIh7iJ/Nq7Go55A3U7zn
ObvcZyORQ1GplyXOKHWUbk94RdFvaZKnFCWaZLyPrNGuyElmJBbK8G8Gz/H/sGKZtHlhLgGqtfoN
iLH4VY0mzrPIG+KYA89qQHh0mAxmj/2y8e20GKO720avpoT4uKhpkPhR1WeyeN0kgQli9gcTqxps
LIL/o5jv5LH4nsqONcDtAev/4MLoqVg/RS1z7alFNYMWt6LtVEyuvvfSRgf8tEhCmuRYy59/CHDF
rvDTEKzqi6kI4kH0RUdHMdSZpzmgQKVBhFlkzen24pdb+jGGgcyZkAz0Kq81pZr3OdsPNgUtFMZE
saKXop1CtwllCVy9PO88LNeHazED9x7vpQLtxxrGo9YLIZeKGYhb2uFPW1aOMknHvI2OeglNwfCt
ah/DqIcd04sqr03bHZ94VQl+X+iHX7D2vCDatKE1oxc9hakmdYXpsU+eNLX8Tjes6yWb9mI6ZugN
/RoZamCu96ErITvT7VY+C/4d4zXK3m9a0rCLzX8vO/DSEp8ZoLNXx72cIZjPOj74kEnFfVTEwylJ
JelB8RnQroJasee4kQC1Si283pp+Tsqiddsmko8iyqif1NBcZnXbdniYW2m2rcRPHaFEFFPk8XbL
rP0aaupPoUMdvrKi+BCGFMNuH6B1ZL8Q1PD76S/iNDR5/WURg63SSU/bcyf53SFXRd3teYFO8Rgj
G4GG7P1te1e39d0ggDDcMKNInJvLW6LNYSgIbdWeQ9pXefZqtq8y0VFfv/b1aBv9j3qQ7oV8OPnf
mvshfOy0n7ivOTR2Hqb3utDHr7f8EHhAIOOQ6KXhOy5/SGD1uTkUTXtG2uM+kB7a4RuyPyh/V6ET
BNFBraD08x+tHm1uAX2V/lMQHvxPafcz0PpjGZxzVb8r6u/MHob8HwFzPH3zPH3VBek07BF+Xg3M
v/9atD/5MWQqcAld/toxombXpmN7pqTzMBa21alQJxv2lCKy2H4Jkg5t3T86QyeUhx+UfD40reai
vZHp90P5kNULyboXNpqTwyqrWZ+1aVw4TXfgL+8Z73pXmVV4B2gR2K81cMS6bmF8TbtzamTlbNeD
Vr7k0iLKK89hB4YqECPVTWs9tewuMMJHeUoj365GRN3FiE63ycgstIVqLUdfqhIYta13qvkQV/6Y
H7qslrw46ZjxrPw4BxUlmNmvOQ6Ar5dBF/+qKm0I4Mmuy/NIQvEjTGqR4q1cx6Or5q05H3MlUUAI
zNkeGds6xli+kEq9i9eemRxmKC+/kKpG0E5pVB0b2EtLP3K1/m8u/WjDCTKRJ3NvUmL92rybg0tF
ZUaTudx3l/3B80vz1OmBgTngWn7FSXWPNt/69m29WhMc5zyEjOeB6sVRrIJEXRqhog4L4RxE/jlL
fU5f/WBo82MinNWkJXfypW+3TV45JEzSUZSIPqGFQCjrchvDOVBqOrrCWY8f6PXeD+15JEWM1Lfb
dtYvJ2+1wgdZVmaAdFiL6Uld0PcJJ8dLHNvc8S3Xa6AexEwY8RhOlQz+cg3daFWGPpEJCXNtp2Z9
V1cP6EId+nLaCX7WUfzyLH+0tGqQZuWQ102qB95szo4szKItDO1voTV3+lxXp21lZ+V+0qbqAzpF
2FG7JwJNt8yDRy3IGAWOf6X1XvtgeTkvvAgOjiByIfsjuoOt6nIDp1JNjKBkA8sngpnz6Ltwq2hv
5Aa9dLx9Dq6P+KWp5c8/3KNeKZQu7DAVpv7D8KpUB787J9kPIjyih53DvWdsFTEIUmGotC3Zxjx6
MBEbgQvfLjONoWqwYM1sQ2J6e3kbH+7jTq4rlHrQzZCxYVHNPkcJHRLTd2foDxi+DYO/t21tHPsL
W6vD2OudoCalFXgiwIxocNT+KSfTmPSdxGrj0F/YWR3GMWqMXk2xMxffQQfAfC0fpXLnXFyVb7ha
F1ZWjohYeoRTASuD8C3SzW+9n33NfflR/pK+VKorBNGrnDMDp80dCog7c+nX3unS+MrxzkVpKbXk
cyqNN2v4M2X/MVd5X9wC/GW0j8j1nbLxw6nXC98fslkIvNSCumGUtOhzp8uDE0h1eeyrsvCqbtyr
Im99N0gFQDUAt4S3dOUW+0yYpyFqQ29IxcGOQbY/ZMaU8ySLe6a2HAjlkyW4o4JCt+vyVut6HZEU
NKHXqlUsHOCmIJotmgzcL8nUp7TJghp+yaoYT9VcdQdfDPo9DsGN67BkSwg4M/imMnp/+RuyFNcS
TFHiBcMQ/aNEFnj9zh8O0tgKzlTWzU4j9KqoykdFntcCvsfUD72H1aILI7Xm0WoTb+yR3ZN9uB8p
baKPGNTDIZmTU+z7TqdHngzp2u2rv20bUB1THkQKoI4uF1s1k6rNmpR48BunX2OrEE+TUqH+ZimJ
M4L+hitCEg6VJfzTSsPgVlUR7LyFG86VMJ5qJFVzlEzWvbnWKGNZGJXEK6y+yo7jPGufm74GB2Ra
YVEdQ10VU0fJqzxy/SgJ9yZ4tuzzTKIhws9gsnL1vVvDzwU9n2NPnBQ02+IqPWld07+JcsAQCvn5
oxgK7cnQM3lvzGbjqDH8Qk93ibgh1FrdrGoWJynpugyOeCl4LmBwO1lt7bt5YR77ulJPt7/2ljmy
Xi4X3AYQkK8O2hR3cmPUVe4Fcw4bGelskXVOhStmvmhPn/WqgsixZoYSLVK+zzJOuez7B1+V96JZ
D+FceHJrukbQ2UOq3/tRdJfI5yyYHWiFBsG0O0l3Mkl4Vuk1N5ny2Bl7T8LGB0Y6g+miReKEHGm1
y0kTtqGqV6VXUWEqDUgFwuJkJeZDWY+dE8fdqyxEh9tbfdX2Y/XvLBawvywU7+sqYrxUBhq5q7y6
MO/64F+heqmyb4b/bCHrC2JAi9u7aPocyHss/BveGjy8Qb1b5kvDgnq57eZUMHYu5ZUnqfnf1ggO
sTYwWRqnOw/tlh2QFEvHAq4kADeXdobET3rftEovSfCQaprptv7VTzV9x87y96xiSqoNCycIV0Rh
NPfSTkzDGa3ZovKmJjpkNZPk1OW0ITqq6RdF24mXN95vkwoHs85oCgMYWG7QhzMbRJ0vME9NKSzI
ihdJyPNTAAPmTiC0tSTKf9Zy85mIXOcwBSh337Ci2isVBwbmO3OSTlUcnPvmbRD3EIIb95ATuMhs
85wuz/hqTRxUwRosZPPQYe8aW2As/mHqyAHbZ+2UHfTyhz8/5Ui/ZsaP2No7jtdrJRuEBIEW03IV
1uMTojgUk67EpZf2zFAHP0QloAZ5z2PgWpFi375115/v0tjqNeuSQpiSMim9vEX5pQbiv0c8dDXX
x0DSwoXKiwkJL19wZUKoozYzejPxkIc7Fg/SIzxLf7S7ximAXII8722Ut6u9bt3yjS4vwWKVfoTK
BB2578pzJ6Y+IGiBVUlMDyMUUglDX3HjP2VG+XJ7D6/v9aWpVfzcIWq5KBEmkOc1ceSaxmuS7qGZ
9myswmShjoUaStGUYcicmfq+jFI4/TPT1Yu2/Xp7PRsH8GLrVh+MVs6QlaKVeFlQ2XNxX6UcQPNR
VApnNnc4sPZsra4a5XYtjww+k/hS6Edt/Nr+RGzXSbO9gcqNLOfyKy2/5IOj0oBWlHGGJSYbi9kZ
4XOxUuqLkxJ+DsPaLYXPWfw00MQOgKgN0l7QtLlSXlUgpoAtFWX1Ba3W70KaDxzIIXfyoP4WN8NR
nEI7DUj6i7fb3/A6LaCcxWvGuaO8wJDo5WpbY5r1UUxSL63Q/zx35UlN3Fa7E5Kz37yo4u/b5jZ3
96O9Vb5vpHIxZRr2oDm1xUPuPr/+Ku35kMG4tGNqSa7XN/uDKXUVnMhzk1p1whBZGxzE4jEL/44t
cq6TA8k1s9GMdLa2RXm4HPsd01ufkCIhuLjlAzLddrmpST2ZyqyAwK9HwY3sQPVMk5pn/ivZm/3f
dJofTa3uRZhUhloXmBrnbzMTARJqvHJ/9Au04e+KZDophhvMA4zGJcw8lRP5R70Z7Qa15tvbfaVi
uLjvj79kdW9CX507TS/wPPeVNxx6F4rH1h0O3Wv+DETre3AePrUHeMWR80tK28lHBxT/7R+xeZo/
bPzqNCPvUwUo+KaeGvzD+zH/A8MbdFPdl+yXmO8UJPZsrU6ynxKdDWaZekZwysOSYRLgLMeqsrPf
cMxq/R6byXWfaNngZSwIpAezYWv2sIVaxZeMLvVm4TgfG+YPhJ8ZWMFsvpPmV6H7rTz08znS0fnN
3Lk+TN1R3ytDbmS1eCRyScBQ2lKUXlW0GoTkp1hnh7MK3prT+Jj9wxBqRr/i9zzawV5Nf9se7gnl
KbwUt+nyKtWCkGRGm2bIU9SKZJPsj4Gdx8hIOEHcS0uhyahaumRd8Tej64EClyiC4q1qo/ofnjsm
Twgbl5T6aqCyicexFSsOuKY2RzG7k7nTU/qYFc9jOu4c5K1n/KOt1WWqxJhWBt7Oo1kUNG+p8Emw
dhpTy11Yu0dqDaADlqiDT3q5s4mil13X4ImtZHDRHqf84IYmVGkws43fzXivALVlD7JU9g8KPmgs
V4GW3orqnPdV6vnzOVhkN//o+n3QP076j8G6u+0HNp8Z5D4MqNUVoOnrxDQKI7OYRAFjzdcptjO0
vKEvi/sRWmvJFoGdBbojVNpBnn9Ne6XKrZVCsqjQ84PPm7L45c4WSp1HYZ9kniBCfp6FZyE4ZgZy
kl3iCOYBJe3bq92ytySLQB4IG7Q1lqcOFCUapZEh6kh80IRHsD2O778Gqmvk8M50sPbcNrjl+mAf
Wu4BW4v+yOUC1bQXqy5TMx7xUo/t1n/5M4X8+9eg+RIoexiareWZizAHZ4f8cT0SOxrdDF+KleH3
fDuAsEcPoPnIHS2i0pF/LkJ/J1W9glbw7ah/oj0PRyWjmOshPiMNwEc1Qu7NM/AKCpRdoXhT9aZ0
j63ypbeGl9T0z4Nil5pyYGbFkZ8CmuGgC8u5Z/BZc+folxA9dN9u7/s7ZGl1Z5nnYP4IBOzC4bC6
s1ZQzn7gp4Vn5vF91GuPdVv9VKzytwb4GVLJgQOnMcuuNuKpEmSnJhEN7SAkfJXU4ujXuiPW8ych
PlHj3vltG0GPaoC1ohAEBxYX/fJQKHo9KPooFJ6h/xn96XmWY9tEn6KY3UB4zaFjqV/0OXG7PrRH
/041O0eg+iz097OP4Af179s/aLG33iuUleiaaiAx2a/L3xNnteoLQ5B5vuk7msporGrk52iIZbcM
Pt+2tbn2D7ZW7rruc1H3Z3WJBVyhO9EIdSo2vkndzNjjtd5b1+ryZUGUmpQzeRqU8KAwCCx/FsT2
mA872erW08vxZ+ANeCBF1PVgT0zNyCws3Fg9IL+TqCVAigK9S3h1EtHpEtENU+U4M2pnZHtz/hvv
H7ZRAAUgSbtg3SmAPWGKsz7KvKCrnSIy7pOpfrN2WcGuYFzLTTdFutLUbyw4tFauWkp6wWj8JvMU
gOx1Mx7EaHjqgs+d8TMNLLfV7VlX3cGP7oJm+FdV39JdacHlzq7PKcxx4oL9ZizZWCULVVcr8+zn
uDddTR3ZLFA8tPQ/tw/o1oNI43hhkAbbowNHubwNAGWSUKtZaJT/NdPgPguzgzbqv6d8fNDAuhqR
4WhB/qQN2tkU3aYb3du/YOvY8iDyKAIHVK+oaOWy19QqrTKm7bDWgtVBYClgZqgJph3/vXV4OLPQ
NSzDwrSaLtcq5wofa2gXcI8o2WZnCXAsW/JB8qe9UvymqfdXAv1oykfrcJjpFJ2h0MVUfhgD1Gen
pnmKKBrsuNdtQ8sXRFIYltnVmshkqzYyBr6fosKU/BYNYJOTnX7ZlhGGdgBsMoAPFeYqY1aY3ssK
i0BCgHP00Bvy76EuRFtv9T301tahp5ssU+YGAw16/fIT+VlRiqVPBFELA8WilyIadzZsI0bRllvN
IL6IFtpayljre9MaqyL36rkv/IdsbOnD+DRvTqUwtf59KCjkyoI/WbEr0EE88VCJ2eH2od/YUCrR
tCsQulqagKtbB4v1VIdtn4PQelVNqpqdbSFVfNvIVlQAESRtawnsnkXp6HIzsyINTZ32oRdl7jfr
0Nt/INF2Pnlv3w7M/ttfOxsqiZ3Xdav2/dHourpilWamxhlGk6Z24cNHg2REH2kqmkMd37eWM/Zw
kR189a5MvtbRgwBh8e11b8SFULLIZKHAi2Vxvbl9kTLJpCS5B6JNPxpR6B9qRnUgfWYSy1TKY60j
3TYr5V7hfevVACDFEOcyEATMenUZs2gs5JD/8Xi5yn8rsR3u9WJUHXQRhvuoNZcTJcWncopGxqQr
3RkskASRFGcvTBgKTqrkzfG/bwZ9VoNThufjh12egRHVxrREWcSrhMR8rAtLOjTERQ9yWYkPQWUF
h3ooJ1dTQ/H1tuWtM87QkLIoF9Fnlpc//1AvFcOph4U6Lz1Bm49+2d/lsTNV4um2lY0Ii67Rgrli
w8keV65JtMJ5bOei8Dr/UFX/yv3dt0H7u1sO3TLDpAAoQhwtRZbVl6VrOzaFWLONZcJXTGNCx1G8
H2bluehnzaUIsTf0vuGo6CER5SzpDa5idXvnLByzPClK9JCUBylnjBpir9Q4F4rkauldfxLR9Lm9
mVuX96PNNTIzL5UWoiH6tu3w2QzOkfijN1+7VLzPqMqlyrOKiHQjf5oBpmb5lzooTuVenX3jBVha
Z8vcEPzpPAGXx8aSfKFmbrgkr5odYfzRFHvxq8zfsAqsEAmBUIAGNfHG+o0RgdQkeTXQnE7upPgg
gsovSRoPff91SL9KU2cH6Zc0OexpgW5EOkDHiQWoWuH711OU/aSPvq+QPXap3Bwytf1XQSbFSYxI
tLPSLN3bH3Pr/MBqs4ycUWkm6rncSFFIii6bpoLAqpsrW4/E0g7g7H2Revo/vXVfJTq6Rn1cIYgs
iDux1oYTJmglrgMHD1P4ev6soLBtxJFAE9ICHN6EDrpJSXqslbtByBdXvDNisHFsmGQmDmKiBL3R
Na5D8aekV8qaPmT3TepaO95T1tpYENVVaZnSZ7gDINjldsYpYJQetJkXK2p9F0wQrBfaOH1qlDTx
rEIGNSXIAYzkgbHT4tpwpEulCiFEk07k1RzAoIxDY9Zz6UGVR73Kap/6brqL5/+hlYuvYQoTvAqY
s/WAA2j6ThqmhLb/PDphoNuBcrh9JLeyDWASwFVpKS3d6dVrBJlGVsgWEI0gFx5MnEw/t05luKZf
20FfvIZGA2uP0btDZdp+mx7bbE+ofuugyGR3KIFLII/Wc7uTrgZIZAPW8JOINtqXpvtze5F7BlY5
f9+YMzNYaeU1+eMofhsLf89LL0dt5cAAfC8QH/aRIGeVnGqlECqZz4fK02OOAO095DaqWzR38pGx
Lamyzb3+ycbzZxBKEU5RAAM5tbKYh1UWR1NQedlCVh2KZwO2dvVQKBDZ7gQsW9vH2NQypMVBIeu4
vGfZXIpmWTSVVxi1dCiaWXSCNNrp0Wyth9hEAlSgkt6vD4EuJnLRlGrlqWXtdLPsighV6E1sQ1D1
Qka8k3NseH5SeODnqmwAd1uj3OGwHM2pL2pEoGl+BeOD0aknBQ9thzsL2/IV7B2J01JmvmrDUFQW
yWqS2ktiszqoVvU8JF1xl0c7h3xrAxe1sQW1s4wGLW/sh+BuRiRgbDq1JrhLj4MQelJ5YnaRNn/5
uktkvnEkUD0ihQFhBbBAWt0ovazDJNbTBmm84utsjU4eVztNjy0TRFlAduBUola+CraSbJgGeoRg
x5oeuhLDjw99l+61OjbOgUlYwyooLBF5rNyf5eP/UglglVybj70R28IMRZOeuX10uu2ENiwRrIKW
Ydzuvdlx+X0E+q2pwgydByWKq0a/2+KrCD3hLpno9b6BRVuUQICKUaZaQ8VkIStztQcErc+i+Txq
5vAjqChv3l7NdSiDFdqb4HEoyuEXLlcjRnI8SAGhTB72T+qQ5zCIoC2pBK1178cwIIyjWaIS3AgH
s52sw23r13uJqyUmBaCMwwCUfWmdofKy4MUsvGYokZBJY+1F9Y3U9YuRGtlohDur3QAyLr6d8ipI
Dyqa60BxlCFHD9Wy9JQhAA48C6301IixaaeSYDyNTR4/zw2hgFlnwJT1xtf/0fsSCaecGbLj7cVf
X3Q+Lh6fX8RB4jNcLj7SsyHUfbK4SJq+wp/4pIjf0WrqmsoxjD23vJFAYw2mIgiG6WIQJl9aa5sk
HNC1WRCOcpG5TVNW3/Ew2mCrfSq/jEVBbVvIKyh4ciFS/4HmSpWfBuanQ2dIahgulV6oUAubjXLn
1d06BcvEMrBWXDjl58uf1lh9ZkSVWHqQ/kzBSxu/1JFTDzux3tZ2I34G7Ax8NtnsarvjOtDiPvOJ
9ZpGv5uCwj9pfiQd0iTWXMGPPsNIJe/Y3FwZ9VCuMNB7c5309ZOYx2pMONHW4VEUhGxRS3wwqrh0
Kr359/Z5ug6jl+IrHXviLwJ1ZfWFpazVilzGWFNM9tIPsSBoRCp28hO7S6wDFe+dx3fLeRCuw55C
5oXjXX24gvCZGACn2ySfZfFHKR1C40EJYGhs1N+xvufjr19gFvjB3OoLDl1jiTBfAXWJ209IJd2N
+ndQRXuSZlsHBdKphdrWZGpiXctW46CsjJx8hz8+DWlwbMbpPPbkB3IKrD7eOf2b5njvF6pjphvX
NbVuFKKunDj9ZiKdohAs+Wx1f2bF/ClOv0J4RW6fkk0XSLqFFwDZQq18FXAuhIO1qkqlVz8lyd/O
lY+16Sa/mg5VK0d6e7ttbuub0dRd2iw0dQFYX97tJOmEpm/UEqwng9UN6HiINaxpj8R366JBwAal
Fq8Yn2519sPAryyjm0g9UJbMG7F0Jy34Ps7qZ0HVv95e0gYqiOFiBtYZcWCshtGeyzVJjeGHQiJj
jDosqlh34VAcR9lh8DFSnFkjxSuP8vTVsD6LiYpUGcHb8Cwa5yk63v4pW2cHr8JI9iIweVXsztux
UNLKrLxqOsi610SPTf3FCO40ccfQ5vPx0dLq1CRa6hd+aFRUfm3dcLpDYae/tMhm/Pm+gA0c+czG
nfdY1DYaomw1dBbUOsnLUFG43OqonZOS8KHyZpRgJYq+MDrep/VwL/qanVoSvdDxLS7Tt7ncq0ps
4PwW7nGCyaWBR/Vj5W7qDG66NJ4rrwfgR3LBxE5dndv6e2aodhGfU+lVk/8VGTBv/cekgOQ1Ez6h
8LWTd2x842VajfiMwjfBwupnyFFa0SNi5zNmGKVj5sgDN1Vxd0KjjYuKEwdJsDAKLhiMy51Gh2NO
Q1+ovE42vBbAYCQ/otf65faBXb7XZX6Nk/tgZeUOpqKa5YixNy9O0wddd2AMtam9HNp858BuLocy
BBtGS5uA53I5Q1BEmhZVtWf23UE0U4g45PtWGX/fXs+mGUMXdcbu4Whdpx1CF1SjP7OeVFAsRnVl
wOxV2p5Cags7jnvjsV3ygP9najknH/JCQUSnFjrY2gt7DkBy1uLACWPhc9RCUltZsZ1U8Cf5e029
7RXSnTSggqJGttrIqDf8WtHi2rMIUtO76Je/B6jdPBPgDemgQAYK8OFyYZpfEHZX4ZLwxjYTFoeC
6FeNrUNS7FylLUv0cdGMI4PHaS5r/bCFXdU00xTXtReArIhS3VWSB4agj1X75/ax2PJbiBaQXzAY
g0zJOqS1GqS4x2CoPamQupekmOqjVE7zz1yT21NdFojMSOpjHxnzcRblhzYq9hQUttzGAt98BzgA
D1r24sNaYzhWa2Ycaw+CO1fP0FkevwTCMRLUY9X9D5fto63V0dSFzO+ytueynXr9j/ls9D9v7+fW
h6PfhfQeWSrzhavnXShgPvSTufby5C1IUXr5ATbTl95uW1mcz9o5vT8yjG0SQK+HwIJUK4dGkWoP
VtqiPCnK99t//0aAzmwsiC0ZyhmYpVeeXLcaQW8TghQo5LLnkHV+z4TiQYz5r8qMzEPapqKNeup/
n1WnRUl7BHwBc3Ss7fIsBH0jjPrAIFjaHUrruxa+mM1OU2LLO300sbpadZ92eaiJxAcpXY8cbiuR
bmw+vapWexDFT6l4kKvT7f3cOuJLKY5czqCIvy5edQ0Vd/6s8rhBvda7vfqjsuy57xy1DnYoDDZv
NDzcBLGkO8BBVvdJ7INI6k299upS/leIROnYG2bg1KpWuUw0SUdJgdmgyILcbQIAb106WP/+9/Wi
eQyAgzyZxvPqJ1hZH0CIRGWwbR7KyHoigfkcRNFJCqTnVt8p2y0fbH0ZmLyk3olOEEdndeVimiV1
H0Ut4r4pAlkabFapL+28aVv3+qORlesPmhzgrBy2Xov4+hCfZuuTMNjl/D/4fYTnaX3SXQKhsjIj
MNkZ+l1JwG6N4lmWMiebjIcmtlQ3LJTYvf2ZthZlgZzVF40ehO5X3tBvc6Y+kHH2OAYV1CTw1rdS
PbipVt35etvumNv4UHQ9l77cO95lXdUXY4Neduo3Xt22nD3drBxaQQkIunBPeWsrC6BJbzEDzaFA
eXud+Sh+YoV113pGWJYMXvzNY4DdUaAq7jTOltcy2XQ0Z0G9SztROTZylj8PoZEfwyw0wcGW/c6X
3Vg8jQYIbhb+HFDRK7dTRebUGGPc8MoBOwtMW+k7V1d2HM3W5adBw/T3UlkhE1kVOix5rLqwDjtP
P1nVg28eouqxNRoaa/dFURxlI+Lm3//nY4RNOKrJ08m81gycjWHEDAqnnQfxmEmP2UuLf//70aGu
KJLGIupImrVyKLmfjbiZpn8PKTvttZQUO+5E578v5KOV1X1o0qBS6rnuvWG2y+lr17qF9GmgU37b
zMZR0IgfF2gpWTlf6fKRk8fYT9s8Gjy9+D2ED6HkKO2v2yY2bvY7nS7U+yD2zLVPhAulEOktDF42
n+PorQRW7SfywYKq+bah94u08r6Uw0HfUJpfErJV1N1M4gj9ejN4XQz8fgrLp7r6RmEcfkVlyJiO
ZOiGMrVi3RWZ9FobUFx87wOnkxEk+jnoP2b9uchju+KD1ip1ik9p/qz3b3qkO9EASqxN7vS4ern9
q7e2B9gfbSREABHPWP3oKIMRY/alwTOi2M0tF4kau9HeIj3aObfbhji0MDcvldxVIDVNaZnqRjd4
TZmdYMPpK+U1iIpPU5AmO6aWU3P1IUiHoZ2kggtT9+WpGmdxHJNEGbzpFMT3g66dqKLG+mDXu/Pe
1+EhmnzcQw12Ehqa63Am6tNxFGM4CPQenAzvRfsYu1H4q5L+lsLf259KvVoWBBKILyyfis7zOtRV
UFif6f2Qh2ujPeLDxz3ygevriA4u+CqT0iZl1PVhqOdKD5psqUantexSRLMHFflSSf2vYpecNSb0
kJeCyRF4xfq5jZtZJ/iLqY+kemuLYQP82DyJEbyISebMqegNz32S7sSDGxtIVUhbmhbMBhIXXp4L
fzTSZp5IWiW1OsMk+EOy8h0nsFGpBc6xyKMqyy5ecbmMYmPqSUTI2UEj46azZDiFkT3rbZi6VgWD
LEpltZvUdKrk0Gzccc4cH8qMnSuwtdR3QC1jMDyB1upad2VamoVIKQUV9EMi5AfV/3n7NC5/w+Ul
o2/LTBxFcM4+KMDLzaRx4vdhQ4mrLEs7i5SMfkVPoav2z6UqtW5gqn99GUynWO28TdfXm1Cextiy
MIoba5Edodc06nxG7UVBeqdRWNHDc7CA15LgSVE/317mtdsCewdnC5yjtDspqFwuU1ZBRDMq23sT
4Mb7UkEJQjbD2A3bdro3lELc+XAbi2M7gTiCcSR00VbRGlIJhZT1BfaK9g7M2LfSh/RHQFnIVqf+
QU3U4+0FXnswFvjB4Oqk1MmUBaVc9V5uGXcyM1th5Rqgq2ZOaOLLJ6bJTrctrraUxx4MHAktCTUU
FldZiqQGyjCaTXGuYgkeUn3M77UhNR1ViufHtNX2GtYrr/Zuj0ow8zESzz9zHZefEJlIU/PFojwb
TPipNE8jCvyV8eP2qtZgrnczsHcyu7mUfMH6XZox1MZMaRxiJmY2BRlG7QFmXNje47J0ZmNQfrVT
mrz2A9yU0jQZj76kjq6cD8PDFPnZTiq4OkfLrwEsBKoSsSGinnVp2CrpV0ay3JwFdWr+D2fnsSM3
kq3hJyJAb7Yk05RhyZXshlC3NPQ+aJ/+fqxZXCUzkYRm0JgW0IAiIxjmmN8clSX5XFrpq2kgvuJE
hf4ghUh73V+BG+vMcwsqgI4Y67ytWJRFF2H+qHWBxg6GfCzFSOPGI2HOEu9soS2W/216vIBUiTEQ
4B3ZLLZeFRoqzSpOTbGSWUf8fEKwtz0EVidLJIL8xMzQNu3a9mtcZYN9kBTMOdxKk6J/Q6xXv/Xd
IH3I+rm13aJfWsRisbTWUD7Pq/bQov0FS7ss5diFYVzv1F22zai3X493lra6wfLeXsWkI++G1dhd
0Cp5PbpZlDbnyFoKv6os3Ai7YZToT0TlsevN6pRJk/wTyKNQ3bhvpKPUpEjfyVL/mCbYQ+shctVD
HbY7n3ObQL39yrWPsqqiUbHZfs8sW+I5Lq0usND1QPgibT90UgQ4bMoXL7Lz5ih1fe4ZZuzQ5jGx
+sNkcedDv52aP54ZfsSaJFPPeGPRklpdnqpqDlHzpBgWLGGGZWOhhkbkq9OyEoRDayLPqpLuC+c7
7I8xYMP+2IINFW45T9E/4xBqAMxG0RCZKUPzzi5mw2sNI31ElKWM6JfYc00OOiEDbMexWf6TzNMg
vBJBevKEIdJe0dEl1JK1cFkO+dSHHXphk/z6t0dHATeEBp9GBXOFJ1/Osk2W2czGWQSVqlSHsu0U
aMmkDoPh7Ja510B7u6K8K8TH3MB0PzYr2jdrkirLjIUKuR9GuYqjQZfiBOiEtl9FYfh5sioglFI8
n1ut5yCoy3e8mNOdDbYOtP0h3BYIuKwC4shQXU46qtqklgz2V2VNDpY5yWto5tm5HBNKPSnesWn3
d4/r22aiIA3XdbVGxhf5ckSr04020xcRmEuNErZF2CUWHVV/FJEP7LPxBBROPNz/tptA6b+DgnMk
OTBRgtjWIZIhwvUzVUSAM2f7gbZhgqxRWflW088HosHu1CuxfornOfbCxSz/l+EJtznHKz91i4yQ
kVAq+p7Pbda4MOtGMX7HbEHBMkP/lRVd8WDqUudlQ6t61Gb30Cbbhuw6e9opxGq8iCsafZP2GTLt
bjuUhsCUu+RTbnZYIukyerX2ZJ4SFBUP2pTMh6mvei8iej92opE8wpyPGsAfTzRq41flGH21BrHX
nduEPm+/jUwdFCqQPZX67OV2kPsJapYy1kEUUXmwBSyOQbc8shPFbSjcfbBppL2vc0fbiWCvX0re
SArC0GrhvV0p19FLqgdag20wYO43uW3UQfZ0JLOXT6HOwd/ZAtcBF3wghCUphFHU5lNcznOx+nhM
4ZEEFQCID7kO50s3u9mzjRp2R1Ybydf7W379CzcnG5oFN+ObvQaCopcDJlEap0vitIGkpstRWjce
te+9btnNaa3FI2ot1G235GeaNiMwtKgL+ik0C08og9ZmHmWrWnqfhPlCpCeF2rjsZJE3hqUZjlz7
KjyFmsxmNc1kAQO4Tk6dfygGMDTA34WEjk8kdlKsG/uTMMpYdydwwyuTZKtWnJZssgsaTOJEbniW
KQ4mJrY9eK3aqk5duacGcCOKJSihwkATBpIaxZPLT1ePbZkNfT8E3EzO18jIv05mXh3qvDD82MAw
zpm03BsIW90MHzOPehiN0UQ3sKEcwj3pxRsbCT8USMqk0tzXW/bklFZ12CFDHUDn1T/GU7Qc86Hb
q8bfuKEpDaLNiWMyCMkt6bumwdAkiToEmV68653wmFmyP0uoEy0PVYukmKW9jnq8E6Hf2EdUjWAq
g/BktbcX86QsZWmN7RC0UT+4MYAcRRQ/5C4+N/r5/nm8ES5DjVh1y/CF4q3daiAWFVl4FxpDICsi
+aSFUm+eCykdHC8VYfrOTPvyYxbatePGGve0L9cduFHRNsUvLdKz4yhXlpvxjL2L6mR6T/H7e5N1
ypkYt3toM0l5P2hYtN7/1bcWCI9OSqqY86z0hMutGIEP66c6GgMBK2Y0nAHUyfBTm5raq9v8dH+w
G2eNSufqj0FMvpbzLgerzVEr2nJ9p6Z28OZ2sdw8z3+JSP0RD8LvakCZutiL+26NikQUdFR4JAYZ
/+WoaW/2Vl8nY9CaxqeueF6af4f8lIXEIeJgYGpxf5I3Njp31lpye2P8bZNCe0xraRLVGHSDeZ4i
C2nRLyW6rHV2cLTyVP4KcZy7P+S2/bQ+sjQq3t47mrCU/S6naM8wfjI5HwNrsdG+KWb7YchNbE8Q
yz0JXR5OiNFW5yiZM78w7G/EmeKgUOt0Cyc+GbO9xwO/sa3WR5Brbv3nCj2v4H0RpUU3Blg/pU/o
o4rTTGX6pHIxPEj5ssfguTUegq6AOjh/vInrHvgD1LH0kyL1PPOBoi9+BUre5eT9jLTqG7Go+Psz
A7qRaIaS3Ao822yoQjjCxA5xCvoo/d5QwnGW/9TG/Dkymx2Y9JsQ1eaRp/YGJpUmFBn/VoAx5RFK
ZSfpg9lU51f0ND/3Xfpdbobal9NleYrU3PHjVrNe4alUXj527TtMvbKDJScJ9tGJkRbuXJe/zd6c
GzgLTv2pY2LHkAquG6eh6qZVNp1QT1GPI1WHnRO/7dewM3njaNKtzAKykG380FWSZbddNgapbqUo
Dkh9/kDqYH+KIu2YDUN6jgrRfsgTOzrHFgLNigrqfDRLMt2ksI51rE3IXZqaL+ianNomdY69Y4hz
NZQz/mmKwJvODF05tz/GRSr5sdOT58Bk8wpuIT+r88dkGECfDmJPB+PG18GDnF6LTfQF3mKL4Z3g
czltIcagyfB0A1iUfEqHLnpN6LkdxnFoCzfutM9Qi2dPLNp4LK15Oqhzm/pDPy6HfgYeOnWDeERC
O3y0uaC8lgbXyTEi81TORuiWcoIhndbIh7Sv9J2NfP3y8/tX4e5VZIM7aw2h/zg1raxmfWgYYxAu
dQh9VapRacJS9P7tdH02GYUAkkefaxEV/MtRbDjlclZyF+hCEn6ZKctzpFbjMbfkwbemXt2Z1fV9
TzkegMtaIySc2fKDFLPTumWJp8AsBtXLbGt8RsBqcfVYGw5WVsW+EHaFzYGxJ8N4a2TUpqiiACMH
X7aJ67IBjeSw5hbqpjo8JWr0OV2QbB0HAwVoWZ2fhdBOdTft1bOvnxwaLtpKEKZ2o0L4vlxhs+hN
yR7bJRjEiQjMRyFo+mCY3aMineba6/ZU0NaiweWttI6HPslbIdKw1//+x76xaCrNZZoswViPJzVJ
XE3Bsi/60Ci6t5R78h43Z0cHBBslQhReucvR5n5dcKNfAtQder91GnAcjqRx0g3HVWbrRQJA6c/N
WnUyzWVnN93YvRTSISKt2TVlxM1cJ2ozgBFZ21E9ztNDGgdD+8P+nwYhy4LqjcDUFsYnai2vyhnF
zFYRPzql8JP8x2j+jnE3u38Wb3w5ZuMgQYZAPriGTaAAcc1SRrlbAug+cftOTl+M/rOczR4KYfdH
upHkrDhPJsPqr/hc9fKzxVMomXLuzEHUkrto4I0PSeynmddRhNA98VWI3G1VgJGGvzP0es42+3O1
/QYSzq5ZeYKXQ4dhNQg1WpaATuvgUaYTo8cbZB/ZLcaTM8WNKxkJxTkjLvzZQiApboZkJ/XYdinX
pw99JEphJmtAbL2593K9b6fO4leUqq99DV+pfPimq/q264FQvj/lW9/1z7E2kXXU9bHd6IzVJ4uv
5+5CVUd5NPLY443Z+bI3bjnSZMpE1DY5D1uJx0WZ1GmqdDmg7vJMA8AeiesM/q0h+ie+qXW7E1Ff
V3Koq3C3rRBvlnQLrqL2PlVZMytBYuQPElnDK8bTiVuX0h5Y83oZGQmLGUxagWvw6S43jlnHddeN
oRJ0SNmqH+zm12A+yoJu1hztrOKtSXFZUzMkqqOVs4lY1VZrLSdP1ACfQ/FUtnaM+Y2kHftaSN/v
b47rZx63mf8+hbQZrnyZRaO0VmTMWpAOZX2g29N702LvTej6ogRnRm2dgG899FtWyGSVZSGPshr0
g/5JxXtDbh03wfO+zfccTtbPcHm+GYorBZ4WWRZw4MvPRGZhmnNiqQEqau812VfkZ0xWjtEsnxBa
OLVUbWC775Skrj/YClkktaOoCKrW3jxD6D6NmSMGDQn7EElTmhkS9hQDOpg7O+NGNsdIqxouDwGh
8BZaU7ZLlKcF06tNoQTGIH4MAjJfX5r1saii94qOq2sjId40WDgnZUqzuFw/sbsszbsmEX8pkMZF
RhMD+A09TiIbKoGXy02pbxi1UNaCOivdtvithV/ub9AbBey3NskaQ7PEVzYqthG19tIpGu6Mcpq6
Sq91qJqEqIbrM/eX3Kntl6RJxtInzyCv0Yw2B0kMgk54XSL102HsxSR5sWpUsZfLMbpPTi+KnYN0
o1uHtC35zOpbBV1ny5Nwmimu08nUAqvudDfPcuvUZ+3wVEVO488QOTxjYddrWojhZ2P/00v9vLMN
bxwzRMbYgrSX1pbO5ooajczqx7bXg9T+qfWrnNa5dIpjEao7t+6NQ4YeEp6mHGrEA7blrDnEHivt
Ox0d/hloy4CDam5JptvWeXUy5Do91M2UH6VcxKdh0nbVva9vLbIFyrLo0Kxx11ZlK5LqtFWGSQ8g
LD3pVeKmcvp+Ft15kpOnKEPAQHvQk5+JktBHQIHbUPDkfT/g93Z/c94498DOCMsIZ6D6bMEpVmhM
PZUHPeC6hiGiFC6mLk8QyV/vj3Prw64+ZGvysOI1N/GSI2eiTdXaCBwEsJ1uOc2YgIxDhEb9zkg3
Z/THSJvrU01au4rsygiytgVM9zUpksdO/nl/OtdPKfkkhGs6MPRgiGwvL422rmkii8kIUCjHbXWc
Rg+n0M8I7aAp0MNwm5W+/R8+FRIuwJ4NwMFXSFe9DDveEdsIppHy7jhbQD/sXD/WotnzRbrxtei9
0GkksYWEuW255bFmdvyfHkR1/d50wNPF8rPR/mrQ1r6/kNfhlr7GCAiEUJ5fCcOXCznXSexUOOcG
mC49StZjrSV+LKMqr/yjtb9L9Xh/uBtFDcaj6IQGJH1Shr4cD8jdUPdiNoLCWOTeH4gcVLa8Mp+U
fplab2pi5ylCjPebXZQImQuakidLKqHuz3qDItCozMZLoziJ7A4mLq5ebmiroRN0QFS4DBH/0tUi
Bodv5WPlStEiP8+WVZuullrJP/dncyMLYTZE4EyJGJzi82Y2oWLiAa4aAY5LapO4Vji7uZSdakjQ
tuylCiYq8rsekPw8Ti4z3/l6N7KA9a6mXsjo/GFbLNQ1oq+1sBNYUerpVfhxzOG4dV+1OH0RXy35
sehHV4hjHqt7GL5bzxUVUb4jMTM3+Lb5PzUZgDuUoQJ1+pkshgdu8EfWvUeYl1YhrHMt9Ux1qqGf
n+4v+423g6yKAjCAc+LpLRqsyFbugdGYQTgAtQmnaDjEhZDO5eBgEKHK1cFubQXblXpCP51u1+H+
+DduOJOSKaHhCrgG2nL51RtUjImvBmJRFI39aKpy3wBA7DWJ1u1kXm9z2QSjvA3IQSIxAZlsWyAI
48XQ5phoLV3SA7K1fup8b5LwXQZkM9S8Oe7ga2KLFw1Hs32N9FVm/DyX59p4qaPf+Xxy4sRVkB3v
KKKgnkox5WgJNCq0h/uLcms7rFUM6pTAqFFsWq/sP8o2oUX1SDNzLdCV72GT+E3n/KIT6dvq81pz
6Ovh2E7aucv2BEFvYLHWDuMb4RhLAJZqM/JSSXZK4EREG51VLTqF4Zmv9s2uJy/MgYU9y01+1jPj
ZGnCD/tznIhzWE7H1ojPeWx+vL8S12/T+nOINHnV+VFv4egfC5HATi3ifDbhKhxG25deXtT5a7Vn
hXBzFM4S9Q+aXdfVVStbjBg52ABn5sqrF0T4s7TVDySv5CqgfqmE2H/9tK+KyYAwV8s57vBNkjJr
qV2HYYJiZ7eMp7ALaz9V1cIthjk931/E6zO+6lYRq8vIppHCbqKIVq5NsxW6SRTheHWuoU3TeWNR
vSyTdrSjnrzPJLoQ7+8Pe/3wMqwGIWCNfjnhm6Ndx0YMks00A6l8ndv38fRvHlFv3Xt1b87uj2E2
74YqlfksR7YZaGl1pM7/WwGvopX9u3SENkIkilihP0o7rK29yW1OKAe3LHpCgIB3NTtPVmA92nst
8RvbkgVEzZ6YFZrDtqU0xH3bWCairk27Fm5iM3qKp7p5yPOy8G2pFge7Rjvz/le7vpDXr/b/g26+
mogX04ozZCoH2Ig+bSLK8UP1LWpCcbg/0o1bjqGgbpA3UwO8KheXIpyNMWNfls7PBOsRyzlzM3lq
Lp9L9SlrH4f4HNd7++XmBP8YVb284Zp6MACxMyqXOaBhYt3BjfZQMes1efnUrFNb+cp8Oe7wzSrW
iinFUWGYdDZ8ZTnvWlbdnsT///2bTW/WOoilgb+fFM/NxWukfDHDPVmfvUE2e1zN266U+vVkTYrf
WqYbpsZzrf91KsBSgcejR6sAgd9W8iInNRGkc7h8nSg6dFQPvb4of1H9G473N9zNj0K0QYDJtiNl
vfzy0VBPjSrFVpAaACtNJW28GrDG/zAK2oprt5HiAyT8y1HsRm6zVUkoGEulerBHhQawTfx2fy7X
uQZStjTsifxXGKO22WCZuQA0DoUdlHKBdnrRyF7u5DbuXk73iNTO4o5V80+O3M1OmHxrYCCjdFHX
B9nZVjVwJplnSZ7sIBwXvMvMwjzCKSwwFE6Ww5Ra+VkRancysrI63J/y1iuO6tbKLkOKjJCA0Ggr
WqRpIwh0abQDo35d5C+4CB+LZDwvBZqMyY8JRG6mnHVDOgzG47DWdWiQQnd3U312na46QzB6tBHE
SuTk0epWUONun3l9tTfnHg+bt5CN2irKeJcfPyrytLYSiXMv8vQ3Ei71ay/JIYFb2LzTJb3y7EbL
fMoo+qk2F4qhGIUgxhl7SBZKvh1r/bFRRuMdfVDZa1Pd/pw6owkW1Gz8XpH+mYol+5jI0riza2+8
onBC0M8k+SEN2pp+132t2/nMrWgtipfOhi+XfjV8jeWHpfpXNO8V4/v9r3njMBKREALRrIOcscUB
z8ns1HNYoihlSP1Bya0foQBUd3+QG6AGcnGO+uo1zTnZSgpbzVChFhuaQT43QeUcCuuJQr7Ax8TN
Fjdy4uMy/2OGv8s0dov4XQTRKBRPkfmi0XZTyvGY2ONTRzrUutl4aO3X3j436nPVQQ49ZDEN1cFs
d+KmNyOszSZiUUCRAD2EFbgVOZd0Whsht2IgL0rF3s7b8JNits5rIkxReFOmySe1t4YCAzadA66r
sROBDS7n//R6AvOyoc+3HJErS4A1xE31PWydJHItNZSR+rbyEpTziBxUbGWq8NUCyaTYKMS/02Is
mJyNWaL5Srbo/6YAOGJf1ZJS9jri8A4t0nCAsFeJPj9IBsqofh2nfQHONF2tfcrZ+WE0nWW7hlQ0
wepHnQHoDVERUHMD7Q5Rq0tOQ3juHokZw49YISrf9DgLKUF0KvWLysiUnrsslCy3z5Us9ZBFdU65
Pepfo0VrR9eZjPaziAs5dduhK7/m+MIIN+qqiKTFcHqEMKM688FuAugIVSnyJCfhceyKuev9eUQP
79EcLPLLtqVIezD6ykxOKDqZ9UMnuv6HPEiKepBQtNFPpjE3Pypq4d/NaCjKI0sURp7Vl8t4xkrW
0tx8UY36gJ5q+UnuaRXt3LdvnNk/dwOEXapytIFB6dPO2KLU6KJpksTFgi1ougjXzKI2d8MOtLKn
qqkyuVlPJVVDQmlyJYkWrR47+XtLwp3YjRdnfqoa+L7yYqtHbQDy5iqDMv5y2jz6UhRVt9NL3cas
EDcwgUFhgRd95QhuApOksxyxdBKFvUSuT5WCBqtST6nvVEP4lIyqOISx/LeB8n8HBRhL8QgHaGuT
4MitksjVkJjBnJ37L3al+0t1ULqjSP62XLGOhKQxjztPETygzfRaOYZRp9XkNI7mhrH5xWn6B+pC
f5ld0A3naiRvgju78qk3MUSR1HotFzLlIIkDa/hqiM7YeNK0PQrIVdFrHYkrhueEXBQm8CYazss6
XIZBGMGc/pq67p2WNqdxeE7KwhWD8W6ytZNcfhCZ8zMb91Qqt28OYwM5A2S67hVmuhnbaJxFWkIi
v3Be5cbSI51WtyyNRyttXQWKp4JQX78TOK1f6PI4XQ662SsaeK0shygYaPHPOP8sYX2X/G0OtU6M
3c+yoh3KHzZj5I7ZZYABzaBvUjcWqd/CKYkwmdl53bbRBuMg8wSclDIINYQtcKPv41BRW8UOlKq0
T3lnQxQHPe5BS1OOai9UP8rNyEP6owMOYy/fOrOrj/bgfMsstX+ai1EJ5pBIKW+RBp4NoQWSiTWj
JLL0QR9Q1w+N0jyGSrynYrw1S4SFiQ4WHWHU7dBZYO9dBkrJgjmi3qVhkOSRq2VL6cZS8XmI5KMc
Pof2qdGfnNby5FWhJJSex7k9lPUMyK736sI3pE/WGB3aSHFbMCGpvff7rqrRlH8pE6LLyE8Ds6Ru
fp9os0imnh4GivI75iOmzVHpPmQHvYn8Ul7wxaEYpvG2Kd1z1e592W1wtI4O2A8joLVwY2wh+KrA
8Efr8jAooLy5VSLJbhyaOxHYzTkiuknvYD2DV04BkhJbNZLCxBlj8x/NAnCQqufwtxR6mhQkYfdq
ROPRiJQjosP45u6hvbfpJZPEfkTDmozKFGLkmxQmrlSaP4Syga2XbiQXRxkieQdn5f4p2Rtmc2Vr
ZhhH9jBLgZrMrjBOUv1Lwbbu/iBXtYx1Mit3ARcEslmCzsv93OU4R2ShIwWtnZ3UcXAR2zVH4AfG
93ZAGDzvQs+uhZfP+c6Le8VmWIdenZRIBKEFwLm+HLpIhQQBJY1eQgVdPsuXdOvM6Ib5PlQE0smt
u2jGP7k2fJJ68R4H1n9H9I2FTog2PaqlSQH7fZJ79vzx/ppcBd9vPwxYFwV8Foce8eUPiymRZ2ZT
RC9Dd0B+BPcOT0MEqKmOufFgwXWHJhSVHwtMxvEJEOg/qtXH1UQIFzZfKc4KqNw+/ZxWB8f52LdH
NS0P9XRO04E6dOsl9aPd6TtmdtdvEukCSSavImt5pWACHC3VQrXmN0vHGTw3I9H66hMkHVPLs2WW
rrYhUkGUvr9a1+/SOvAql0NYQft6u1hxqhswuKMXJ1FfRmt0Z8QkMGU8ZEX88LdDvfV5EWFTKfED
vL38LrliRUqO1fBLE9q2L6z02OnKcojKHxA9jn89FjMC4gvhcq0Eb3qUOZULpdCXHGssYAn0985R
GT7S61u5lzsb7vrboaLyx1ibkrql5nUDqQmr8zlfGezh6Ffz7DtIERzL2P6WSvpyjOUseYjktDv/
DxN1CNbAE9Oe2Qa+Tch2onKRv0jpsxwdzeo5bxPf6fe6WDciNhC9a7FMgbQBqm9zn1HNbgunSIsX
cjOvj9DxbT/X+n8oPBwWOr354I7xqSkl36isnbD0+lky8Ix4o8usOfVW51uzpzx0BOa4/DLxCVFf
5akwMu3D/ZXcVphIeFDRJ+eBKYNo8JYF1CC1YVsTDrLGECaPEx06D3htDaBoUhMmJ2ufC+qIONm3
bbizXW+Nveolc/7w/6EjuTkaqGOVk4ThaYhY4Ij9l95kXiyhU4NkVaZqH2qt/vb30wVMTFmLvbMa
SF0O2Si9Kjm9hmkt7srJwp7VTlb6jXU+Zp2Aivzl/njXGRqYFTquEHg4/4jsX45nq3NVapNRvJQD
xHfKHmMcSX5dTWP5vp2qVD05mb20Z9BGmf3r/ti3NtAqd4WVLLuXCuLl2GKu8qbrFlxrC3iEyyzo
nmp66f/9KCsIFYoRFwKUictRVLzNwCTJGI2LsuBuk5V3Tq3MO+XIG+ET2BWAtXAVAZ3zVlwOExWj
XGQiLF7oLLqWEXtihDo1nGU4BHE8HSUjOgjTjQv7kxT2QW7vRTY3gmi4P4B7CVJX3eHtbpUtWgyO
MWPvCk3Dlc1UHBureJGt4qdq9OER0aXYzSqL62gSoVfqy0+rEee0ledjiIXEqRT5K+JghZeRjLkr
RtGLhNofLK3Qjwmt179/eUDHUIInUQftveUwNgse9xkSOy/CkY4IQ72beOG79n27q8h86y1A4J5j
DKUNaOZmDzSykzmNvi5NezSVx+4UHZLxMYXVd8Cb9v5+W2/cy5TSgGFhr/xg9GXAMVxuBLhUai/L
Q/Gi9mH2Befg0MdldHo/5o7OzjPUnZ136wSTLXOGkQ5SUVe8HM/qNac0C06RnP92nMwF+1PwmI+P
ZbTnVPzmAHo1N+C7pGvksld6CSbKl6DVJdYRu74P2YCAjRop8tmInOI5hq/vDwI6m1xI7cEpJG5p
VHR98GbpKTXb6qhphfNMpJ96AI41zxqTwc+jVvpQRBFke6Wzz7MjLL/rYuMpMprsRPv2XdTU0kFP
y/o0plr0KGsjcHzRDL91O55JT6vcw2+zQWZVax9mtSPRrSz7SFUvhDqZiZ23/darQAkOdjv3CaHs
5gMPOXhWSop4M0rLb4L/11gOXUXJjpwhT+8ib5bB9P4Pm4rW78qjQbFzWx8vJDtU26ktX1AKeGqV
GaOfZz0uA0t8vz/Q9W7iBuM+JteEnMr+vdxNmRCJhDUQFtsETVjCF0ruCy6PbLHeFcPyen+063PJ
o47UKxwhSj6o/lyOFi7klI5Zly+a+e9gnVeGUNG67fgfPcqfwKp/xC39/ohvGPPLLcyQ6IcBfgAj
i43N5ZDRJJJRVjBDMWLcz4Asz6JyMylxfgnEkBa3gl5LoqY5beVRc4BDMOLE9k6Lp+qrnFXGZxVx
otm1hnrpXasytd6t5Ux7WESpfq/6sP7kxEbzMwJFMvhyUUTQII3a+NHh6HnUAXDuTOjWB4MaAOrm
Da+yfd6GqGzAxY3liyTgcNWySz0cnNr8mtmjZ/TpnirprU9GFkevjyXkf5vrZoqjLiP1qgBTmA8z
3OwgKudjjr9sHMpnR8ugee55zV6fOC5NcKFIseEZwZm7/GbzYOIlPkfli4lkWO0cS/NHY1ePwBK6
OD44JNP3N8mNqJoBV9Y53JUVvLmJqu1CTSwQ2liyy5KgF4E+wLcCgP5jNNbhZ/gu9uAVWmZ/ikGb
m8RoOeXQaaiQh4uNCczz/d9zc/6IeXBAoH5BL7ic/7LkDnX+puRJyTJPT+kSxuWAoeKQlbQQnepD
pKPuhR2uszPyepdtTws1WbIVLB3XOPhy5J4uiSxnHFB70v3BlLwsO2mx/NdpNstMoE8jiqXjXbkc
JVQmHALDuXwZlTNqCm6efhxo9YzV4lnyCC8kO1DW2AHkX0ef66AoZyB3BBRqW3BSnWzI5Xnh7hnR
KdHfkR3vRJ63Fg+pwpX/CLOd2ubltJoycsLIWe3jEYmoiP2yIN9t/d86/9qK1gZgADRwm1LHVqho
xGzlS4QHcgbHopE+TuGnECRStHy8vw+vQ5tVIQHNopVEQQq/iXFFNDXaPGksmZYflkEnwO09rVwO
6tDtKQau33y788CDocJF+riew83iJXMr4tWQPpOqpzD6JNefZd3VI3xcCG1+zvaPztlTdbu1JUCn
sQnhAGKrsRkT2nEHGhKDcDqZ4bGzjMVPEQc53l/FG9VBCoOIIXKkkD0gZr+c2jxAL9TUrnpR4hp3
FbrG7+Oy8cL5tTxjBu/XtuFmexHErc0Ir5MjDPmE53ZzpQ2ayKxFhT+tW0918Zobj628V424dU/9
OcbmbaCOUw7xgIF8l84I1z4sNWR4NMWRj9MgNO7sxls7/8/R1l/zBxoUmdzW0toIWzMjP/SZ6pVW
7Wr1l7QTZ0Pbs1q5tTeA1wAWQiWet2FzmOWxT1NpIL8zDMAiqSDOQ559rwN344TBj0M82CFIAU63
mVM+KY1Yyqx+icyyPHSLpTVA33v1NE9Fci6Rp9pZxBvTYk5kxxAM4a5sKXmLk+Z1mff1C5Yk8TGi
7+2i9vOXdtH0d+hHAR9e8wYbFMPmYE22naSzjZ+KPqnhu6FHqsmuJcvfOVg3dsTKpYfEjzIOI22G
kQC1ZzgVrK4qVGXH13qKnzP5VW9HEtz6fU7nWWjzw/pvNLgOGuomMfY1OFC4VTEcKeX7YazvlMne
gGQXNxlVRqo51Pv4UVDhN9+UvHMwOub8Mlj99D2fsyT16hSmsz/OenUWjZbIXk9bIPW1JJP8ITXM
k65BofOVvmgMFyt462cGNuKnmEOcQaJGqC67sO28OZ31D8iJtXAUWic+hNgNWQddxOPkNS0sZoLP
RkCQQDT4l9SrenSUIJObHo3P8Xfa29N0zM1w7D9WpSnGc1u3meY26Bd1rjU6anKIrGGtXJZhxh+j
2QRPUSO6u/Pl1ivvao0osVHuZtNfmXWpmVOPTh2bRLGN9mAW9UMoF1S9u1F+KEE1etYirNlN4rhT
3a5Fg2Rw5NVYcEyebUwFdvRbrgNAXu2VjQTkBmAdZZPLuwX3JnJRUDcvfCbhVrn2UBXC15yTkmvI
10aPiFcfF8heUZZ+WMZwJyC6uqzfhqfYRXoJInYrdJyUuWL3Vm6+jF10LBtTIU9JvDiskp1I9+rG
XgeiarD6edJ52+oKNE3ap8NSmy+VXQKGQXMmb8kgCrcVkO7F8xjunNGdAa3NEXUaRwPmVZkvMD3c
Hj1PB03grvYVQ3et7LfkfNnZWWtMstlZPOggsIGc89hu206JbcVilDl9AMOHAzdV9aQl+n+WHl4H
ZALMG5Nq0V+7BsbCUGrVsR5H8yStzj/3f8mtbwpqm4/KXcg4my2F3bY+4JsFmKxV/N456cqBYt3O
97w9CNAXPipB7Ta0IEArTEQlzRcBsLGjw0lPnHt/57jujbLJCgqHkk0UlozSPQqKmlZ50o2dAPB6
o7D1KYTTKKTewR8vTyACr2g7VLr2EkIZhQuoKucwe0DbzNPyL0pi7+zLt47M5T7hpEEvoYuynoZt
4SOWcexpjVR/IYQqPHDAC8rUsyEfiuSDmr2f9e+y+kWmRC3rpSeoW7XDfMTJOoh06EP53ot5a/p/
/JxtSiTMaNKijp+jac96iMyn+SycL0I9TunTWO70WK4jUmBKBB3ACFa7C1b7crHZ+1lqGZKFBbhs
Pk9ZablRDRwyJJo7gjZtX9Qi4i3gSfkwGPX/kXamu3Ejy7Z+IgKch79kDSoNRcmSbdl/CMu2OM8z
n/5+1MY9W8UqFOFzuhvdBoRWMDMjMyMjVqw1OiWq57vr++MsEuEb0GCC44QqIIR2i8SMrAQxyFDD
OCbcj1S6NnH6+u8WqABwB4NFgwJsnvNPAaM5U1lZU20eC1FQnZjNvhGTYk0d5sLKkaIAXko+Bo6m
5ZFa53WbI3bLkdr2O0H5CwD4Xggf1APClxue6f98rJARoYICcAOom7Lk9OlChFs7IWbaTPFWk0mh
Z+i1qrm+pkh7vump8vFw4d8gZ8HQns4eQsyFJCNqgGJwd5fVTUh9PnySPGtlJ56FwGD/P9tZbny5
plAhYifuJ9uECSUOvwFG3hZr+tkXLvnZEpATig/86aOk88kfQlzc7GYiooxDYWe2tWKLvp/YLVjk
jZd4wqFrJu8GUmKYzbxB2LVtpnH8ZOb2umOe8SjwnFaR0eN9oSlzEL64FUWIJgXD9xC8HQW7R3Yt
Tb8F8jZL1RePdtNyb0ybshjcSMuei2F4oT44A16TuFz5krPs3twZxmU5hx4cgsumCN0vQcTWsnXk
jUI9WcrqQ5kY/c2oZPGWwLuj+dSTdmXjGwdvlKXD9Ym4ZJ5GcJh/WRGFNMOpjwV6WURWhnmht6BU
9etNYRAGZpGBlrx1mCAb1zO0a7WVYZ89HD5wVRyBJDZnBNri/KurXNQiWEuO7a8ytkGgeHeDaqcr
GaeLo2NO/7+VxbUZsvlDf7YiPolO99h+7SKHOsnfcq1OM2/FxV0GTOy/huaj9pNjQ/TTqOmEISW3
SRV+S/5eX6bz6aI4wDOYBAYQW6h9Tn9/xMVMu4fWHtXR9cJXjaRkOP01s4OnrTyezqdMJT8HtQ3Q
N8iYlsA7bxRiGMSq4ThZ0OkKLToqgyN430mxlr1K7lNw4M5eCW/OTyCMzsgt9O4QgV82tYy9EvSa
Lw9HSfsCXozoA5b/x0wfV4K1C9PIW3i2hWYRHI3zzz8tU92KyGIFxnAs6b6E7cduzYw2faD50rMU
lisB1cchcuoVKrktEp0kPKlPL8vt0Gd5MaWK8dhtOE1/mKU9mJzhTqnarWrHugMvjb3/8fW5/V7t
hdvkJyj8Zh/ugsEu/g5/i6fiNnPWXn7nrspH4UjQopDnO0urFL7Y1l4fjUcalO57EB2FgDBVtka1
fmmqyV3Sz6NSKTl7zw1mVAmUJsdjXdO93j8GAdj9zG7g3v536oD5vf/Z2OIGa00aMBBuGY/GFOCe
jphXG0v0H5Qkfc/UX1V93wnFfV7chMKKR12aTYKOmUNjhv8t24hFQVQ7L27GY6AfQkM4ZLGtg0D6
590PluK/Rha7f8pyeojFcjySvd0bamgn/XjX3vvBdhLW1u3CVgR9zT/kw+a+70XINtDXaBlxNR2V
CNBr+EOpZUcU3wxlJei4EAHDm0EUgOYIaC1gIqd7sTLYd5neTkehoj3C2JuvYkM/2yYnxodefJsl
K3HbOWAEQu3PFhd3XdzLMRwhWDTaaWeq+Zf2cYKMzSEfhXbykN8PZnGTDbbcrVj+eAQuDoKZXR+s
P9S7549EenHaUJT76fj6+hDau4enu9z+6Ya2a9mpXdqh/TBsCPHtwCkdf3uIt/H8BzvYvb2Vdm1L
Nr1S28cv3+9f8lfHtLvtD8/+GtijLdvVngf0PtiS17bDjWw/3bDdNsbmeWt/2d/f374/3QX2+5/3
6x750d94bUSLm7WyzMGoe0ak2bnt7u7uup28HbcAiB1rhzzKHTAX19p69/rG+lnfw7apOaHbPDk3
vX0L9N2+UeyVy/7y+n6a5cUlHMXVoOv+/E2ul6XbqtinpLJ25Pb1+Ff1BCyvnr6shRjzL11MBMpG
6tzUCo/AWfwG63w/lhIScVFETjwUtnERr1zJH3tuaQM2CvqYgeXRJrIYGG2mYuxpuXiU7Nx5Q1SI
v9H1cxL7+9dfgS3aR/XLyvpeOAboDPyvyfnc+3RTpqHaTb2FSVX5oTvxTbIRnMZOnZfX2WF/wsNh
17v0VWGKj867eVQO4PVsfdtC2yju4OfQc5u7Rd796Nc4VS9EKCeftjjspTGKQ0Pi08RE2WpCwbMP
1fewamrilHBbj+FRqeFNUcWVY/jinABLRulJoe1jiZ6SqPpLo1KJR6NrH7v8JksPtfkWq+2P65N/
PsAPEUd6QefjER2A07kHdlmNVeRLR1h/6+beKjo7LVD83oxy52SSsjXqP9ctXjiM6WVWFCRhOCNp
r1ps53RSk0aKdekIO5s6pXZUS44cvfcJHF7Znd7exl1/gGb6ccXuPJRTz557qOnRIQs9U2QuPFvR
WpN3syYds3vBvJlUiYQ88ivjb9j16YBtsudSz7aSsb1u9zw4mc0S/wAYozi3LM1FSctZ3ZrSMap5
ecR3sfCzQWM5dENhJQNynps4tbSIOLtCbqRoMFjLJrLbX6L/IovfsjLeBLcezJzXh3V5GcHCEQ2B
WqKD7dRzxM5o4DFnXPW4nVyLSAHOGE9DajSSYAH1oML643PNXjd7aYzMFwVqSscqz+pTq6EF95qm
ZvLRNOjptHZB82ggnes5bfhLEFcm9NIYcVFq77MiCBw5i5OpEsN4isxcPqZ0YPb9JqxtlabK0tym
3KTlg9DFdoKM1vUxnu/9ud9/Zi0iMapwhZ+OsWgCfZyiRD6W4gM40zaut9n44rf9Sjx5YS6xMw+P
iIiq8eJwK71ECUu9ko9DUTtm/itAkzAKC9B3HPiWdovsyvWBnUmakQE5sbhYvSQbukkzalYvj+04
Qfojt7PuFWCNoDjlUO47YaPWFvqghk2mzxYCi16RTc4fm+F3rZV3nrVvUrsv0W3CzerQ2Ge+vk9k
w9EUmlyC3fUvvugBoDw5LmZiSbzudC3yKJVbvS3lYyHsIo/sQVRtsh2AdKmE2bS0PYM2/zUu3wu5
K1hgCFXJkXBUAo06tRqMUgGqpcPvAu0POmXOYIVbUdkUvJHFPzxe0RCo7NaAoj61bq4Pef7di2OS
KwFvpzxGg8OyH1XSqn5qq1YmKDc1KITqfDd5SbwysRfuHSTfCFDhQIPvxlrcO31VTmYaeHhClD17
w3QsJ8XJw3Yj6BnUCCLLqZANr1cO40szOzNQk5IDAslyLtZTD6q+EsiUH/PuN9SkPRZGAa17WyEq
Nu0ws5W/tSBvrs/pRbMz39THNgMxJC8WtCvloq4E6g/0aI/VrhbGzaCntjkcdOm1iIuvurCTw3vo
Jlci1UvL+dny4rbNaaGIjdjXjvlQVvT/90QuDSpk1wd4aTm5BmAKQeUNbdzFtCpJqGSRF2jHyKMC
H9O437yP5UFAHMHvum3/VEbG/rrJS1sTuMvMHmgRo4HqOZ1TcdKoErNlj35ti9tmfJbhnS2jfZ9/
FRNj10+xLa3EEOeTyeORYG5Ox898s4vJHGFBENBymY6JHCnbtg31Qy0Y1eH6yC5ZAYtCaDSTPZ7t
wDFQJyUPiukoT8T3Y4g0HKTx/yowRTzCNUrKhOIC/R3LyK/ykH+Iy3I66sKU7swQsi5zUMKV0+T8
Lju1snD8PLV0wC68kzr0wu8N9NG2SL4S3cumcLA8tV+Zuwv2uDdJOYESoVdyCZgdrElOvDiWjl6k
6D9zzRp3UmcSHmheUNmgiqKVrT2HAKfHJXHsB7PpfyLaxUE2S4BWPMsIuoDJ0GThNQENl/A4CnnZ
dCvbbN5Gp8Zg7DeRnKalmm22LAcF2QBSFO3KY5WKtjHyah94l0dfNP/vZN4p0coWO5/MU3OLXT2U
Qp9aYMOBOEaOlowOG86pta/VvwMyTg3Nx8unF6BM5UltfNEAvpb/TorkPgijyW5lWzYCWzDuBEGb
qaNbV/V+9IiwXd9vc9RxNqtzPQQqC55aSyIfwyx0KybOPab0z/8Z/YP+o0j+xpBGXrdzvq/JrM3N
X7Rf04u19M2kDoNSQMv1OFX+W0p/DBedl67ccOf+iBFaPcFC8HonA306lRKKooOZp+bRStLQAdjL
mKg10xrU9P+b8XwytYjm9DQz9QIiKsrHZmYbapFtwwEu6v/FrH2ysnDC3p+iLh8ZkOmlu6aZkL1d
o4m75ACf52zhftD811nnszCpscmEInNSkACt8WLqCbxM0dfrA7q0qz5ZW5YDZzqgXPeYNklL6p3V
eu3Gn5rn0fLv42qcVvzhQmEAh6BmDU8FacEzull1qquwU0rzOI7ZRoYf0Wvqh9qStmJkbqbu1mra
PRqoB1VuHfE2HhM7bKW9lLc/rch7Lb7EnfHXij1bmfaKxOOHUmEQS26q6PbobQwoz/CC/UgzTq7a
XdwRkn65PmHnyzP7sUw6isCCG3Fxh0xVCN88aDo4LIcJ7Cx3u7xpho3qHTLVXDtjL6T2TIM7kRol
cSkP9oVbq0NSWBpNHwTf3yPrhg70NEeeS7CDCnLcsB0db2jeFeExSGW7TYV/JoSgq3gmByaoIdSg
oHO6g2thhpwLhXLsYJvdUCNXbDUS17BhF8InOi5MbBE7zOz5i1jGLwWBHr1QP5ZKYWc1osdb3nzG
N3Roq5fezYJq5Zg993vqYLDJmbCYQKf+0X726ZC3cjq+fK8CItUhDSGY5fciJekkxj+E0upWwt5z
KiVg+TwtYJ2g8s4sLo4NtY0h1Ap1MIexvC2zicq+nO0BfvG+teQ3wJMRkucmJEtdckg99kXTxHuN
WpgXHhS5UCBKSapbVerG27HS3q679AVAEl0DiOEQeYGeJZ48XWSzlWiq8wLj6JvSXS/o91XjPcOg
YOfWN5lnEJrsG71ub7w62cFTnKr3mnJbS+ZW6lx5DT3+Ebee3oDz18yNwiDgZ5TQ6df0wtBbngfM
RP42EFiYUCH8sCBPd2g11dq38LfUO9aj0d5cn4WzjQ11IrAs5pvbFYqYxbnb6rFcwyVmHacu247B
K9L2jpA/GtML9NfXTZ27+6mt5albAuOkHIMtBXK9b9575Q75pt4E8r407bUWo9m5TuZzNkbbFuV+
kCegPk7nkyYKNc2iBmOKvq3zZ1QwbAHR9YTaSv66lkA/21gLa4srX5E6v+D0to6Z/t6MtU2HJ4wI
P2YV4OuTeBZbYAiBU1p65759/PZ0WFKlj0JiBd4x0Ue75BqWg59Wu8aCdmk4c9YLC8wcZk6t6L0f
oT0RekdD3sTWBih+GtyZxUrwctEhQMeCqvrgwF5C/iuG1ycGZibQBk/TTVPZfupElLS6xPGf/33m
yOgBsAIhDqpi4eli1KpRIUQez5IKep2NlL0p6cqZMs/+wuloUmc8YKznlq7Fe1im/0MXC184anpa
b3otF2yll9PD9ZF8cBScmZnBITJkSeB4FsvTRIkat0EiHL2v1aP0okoUvZz27+Tb47i71b9o3ZaG
YHjtV+zOn7+wC8KXrN8HmhmCkYVbGFolZIooHMXqPqLCP2qaXcc/kb/umsxWvY1cAMCTVlz+/Iji
DWlyUPPAppFiyc6Orp0QaoXiu3S52930x2pqu2vfDOkVqbIVW+enBvUXcr4cGEwuvnI6wjLqoljI
psDts79DKL2Y7YMYtxvQeNA5qpt+TRv5A/h5OqXYIhvG/w0Qng7AU4NtFdTVhGiXq3I+pfWv1olF
F801mrAgVpnuG+13Dyll236hWwpRWrpHhOYOrrF9OJeJXpFdMgpozC02TEUVZY2g58LkA3skwTNH
Y7x3F642jZPuWWEfuqZ3Hxc+CTJtJ9R/C+8VwdKV8+CMcZaIiwwvfkVnP9tn2f7WaZSYPWQ83Kx7
jrIfXv91Gu9HCKM9vd72Eh79pxTskPcHDenZ76xyZeg41e9doUA1NYm2gghNM/dX+GuI7POdTTSI
389UvNwY6sIxxIaOqzFVIlcKgUvXGZnzZPCslR12ppnADODiyNxQ6QBivsx1T6NHohcSFFeT2cxN
s0nE+DC/IgvI+XzhscnLQ1uIG+O7N+Q2mRQ5AIECzjb1Kd0l3+mHdgTeF2OxHaNd8wHmHuBT0jZp
uLYv5wNz4bogx2fpDpgR4JxaxE+gNj0jGMXYbQOnzp7VvNqVs56D/tbK/Y2XIve0cvBdcEbwtzxE
KTxRj132NgSZLCWTYcZuZd0G1YvUPob+bVPfA8pfOQfOXyDUfea/ACsiYksgcbovYRMvIXn2MjfI
ux2waTuMR7tipL2s2YVfuSQRcENvE4/fJC97KIfunwfL3EJ+QAkK1DZdJKdf0IaxUfReqR0FwXLC
EbBFDZ0ZVQ852ZsriJXziYW2d6530Uc1vwsWS+nrY1zJZsi9lWnNLkwFwCaDJt97uUQnl1qrrtqu
CoRcNgrrJhEASIozaeokmNLQjIVjWEjIgahBbzqZ5UvbKQH5L4517TS0M327fomdn/CA4Mi1Aq1g
O5/tMCnXO6mQB4EMkFlNTlaEmu7wfDcrTvi89ux69Cyqp6FYi1vwXumaCu8F14LMlJ4nkoiggBEU
Ol1Y8lOpKvUTX+D5QW4PCQwwAH+D+4zSgNNlbNQuSbONAJ2vnaUxvLF6dUMoK++1Bja06/NxHlCa
ADCRTgCvSBly+UjrgzDLDFNM3EAcpG0myIODTSABRbsWP1wwRdKU9lhAB+S8lz1fWU+Guwqs2K0H
RdnEM7Z0qGh1K4dxjSDwnKuHMcFqBdAaPQAO1dn5Pr10cwGQadhGqVugH9nQU2aWNQyyldPd6cQq
nBvy8JV9fM8h0o2brDJumiTdF/XO0HK7qobdmJZvNV3D8speO3/pzZo4xBaw3hH6ns24pHRJEDRp
6oqehRg2V72078Z04xX0wfyUqtYxtJ2CcmGzb4y7JBX+ecVhvTPndlQUoDhfFpud01Vt5NxIXU+8
VTOVPZds0rXS0NnmpsEEslQ4bMxZ5fwj9P80/77asgcQvyKuUW8DVXba+smClqbVXCrQu+s+fP6Q
WFhbDElThbb1Rz93J7M7mGVvi96hGDZfI/hOIbDRjrKyFimeB+GzTQih5gcSi2gsbBKO1Z01VLlb
w1ZjB1KXbyM5e6LP9FeljvWOyyq8i7oQhvk2HTfKWEe3EEDAyCxa+abwIuFXkAlrdetL804WHRYu
+O+gLVncW36njM3YjblL5QwvCg2axJvOoOch+hn0Sbmd1HVKTJnNdBIJMBU8RyBRJWFGkL4wWpmR
Xve1nrtZj0CTVqvywVfpFS/71CeVVfs3pu9zewmCsNHj1LtDxf5HLhnloS8b833FGeaQ9OxrSKPM
oC0oXZePV9Hsexoe5dzVno0b5S4qSCvZnT28K3C52+Ehb2x6L9eAtOf15XkSGLxOOo/S5Ec27JPH
FyJE8Uap5u4w5TelpNv+UzUWm7qrbQspxli/bS3EzDYI1l0f8MUln99H8MWIKG4t7hMrHCE2mfzC
Fdvma92O0dYrYcGQtUndR5loQIw6ZW/XbZ4d5QwW9kV2OIlQ86x/VhPAzAnTlLshmWGasCIkRotW
cCo6wLbXTZ1F3rMpCszA8Ij9eIScnuT6NNbEWlLhGt5PRf6qW1+v//6zgGDx+xf7WBICTc8itXBl
Y+N9ixp0LOyqdLJkj6NcNzXvg4Vn0h03NwDxyqTctlipBLX0yEuMwo3fi0PxGMe2uSlbp30J1P+j
pXn9PjljL6EPllhK4WqWa5iHvNs0sTPUX8ZnQdtIzcr5e8EDT8Y178hP1kJ50vtkHpeaPGvhVtKe
gl9++rKagLiwVHPjHxESN/r831M7JUJysWaOLBWy9nDu9u8lEZPoP0NF6sRDubm+XBc878TcPOxP
wzItYSQIxNyEomz00q5BGS65A6g9YDTQFhCEKae/3xJMMwtJ/buJXNlC/aKPt7H37pUHqXR09KE7
uFiuj+g89iCtwXOeFybpPSjTFyZhauwaP8bZaV2eiocQSR54le5JNv/xXqASyc1DBAPBWsPPpZlE
PQnGTVJ98GEuzMokLWk4xEHM7C4Q/K2KmN31ka1ZmH/+aa3qQIQwzsQCHYXCNo19OMdGkvjXrVxy
wP8QAYHaIHpbnBVES8BaFKzANSm9JOpBqekRvInGfduu7KnZl5dnBaVwHcJ24idSUqcD0qNktOIw
L11f3wVQzidPcprZg7ECcr40b5/NLFamg/Uur+vZDI7QZLeBfHN9yi4ZoPWKzhI4lNCxnqf008IM
jT4WPHhK1zRrR0ofsvVYf56KxVSxg0BjmLwiQRstjoUEsVWNPFXlGu0tUij0WumHfhMT4ivGTgwf
JfmmG51hO9xY9dcwULeyHcV271TtRpN2lFXStaarC4t38kXLkyOLyrQeDAocQnMjxuLsi3YWvHfi
P9cDyJNBu8Dw4Zagr3Ph976QE+hJRu0Ou8j8mvT3xVrN8MLhfmJhcZVEadsgY4IFpR8dsXvXzbuQ
eFaKfKRrnq47y/y7FitJcyrPckqUcCMuJacGUU/KIi0at0VgxSHXGPBuiJKbJAJD8e+mcEq6OCEb
ohy6CCt6vSNyDOrGnXrJUeUHKSLxMO6vG7ngB1BRzJE4VX828cL5sTuak9E0bgo5dpzChhPHv4x8
vC37YiUKPE8rzBlTa5YxIltFHnVxNkV9zRGLCoWLUNedVO9HA+dXnxXj2aD1MFWjXQwNuCeoN7Wg
74Nkjcv5fKzwC5CdpwkQUCccl6cbXYWaGjGRsnb5EPC4fxP5xRM2A4L11+f03Ed4N4PM/aBkxeUX
/ogKRxih+Fy7koAURZZDyC3vhXwtA3h+1IPMY0Bk/2al9SXZb4NSg5x1U+NmamT30kseHfTJGRX0
IcaMls7D9VFdMEcGjLZR8PT8tazDDo2iNH2sNATU+jeh3QHS62pHbF8qZyrFtVLs+Z6Gl++/1s4q
sQNw3yCSGrd8958g9TeC3dcuSdaijXnJT7fzqZmFS0oQUKMZMjaunv0eI7pijbuq/CEhdultwpBQ
w1PtJvpzfSYv+KGCzAa5LP7DnpjH/unC6fN6sIRUbVx1D5PQl/Z+DTx0HrYxqk8GFpsaxk6rjSMM
QBrm6I5k6xtln2/C3fVxXPDzEzPzZ3wahxcnVVqhiuyGiOSq3d2ci/KKlc10wRFmDDYvZQhZ6AJf
jEVK0qIYc69xkwL6DMhmehKgXga6/8kzipXT/cLKzCIraE6CQSH9szDWdOR5zbBv3THK/kzwLUWA
4qpJ2mj92pv4QqALGdoHrBYE0ZydOJ29ZhT1XvXl1g0O/rE4dL/FWzSm981tfN+8e6/dyjxeyECd
2lucSmLqCUMkSq3b7JoDkceLeii29Ksd4Lf9Z784Gdk8y5/8QurFqGgUEUvqV8sv3yYr/jn4/45H
IXsEzoscOQkucrULM62mJzlhTOv20YMXuZriP1faVhBu9epd76Hu8Sk5WtJNNKWQyudfMv/m+jg/
OnsWpwep25kCmvsTPbbFF0yiBwd2m7euZSYQAdu9qNiBfyfnO097nKbNlGROZdhjAAn2Y0MOrrDu
13Cps0te+4bFYSLLuTdOQ9dyC5Cqbe5bJbk3m/qmrkq6Y6Yfk7imL3Nh28PEoJNMA5XDRbA4M/NW
rnvQ2q0rjzfB+DcrArvIdytTe+FgPjGyeFx0Gfz5Zjy0btLfdQYIS8kZNMhgxC/KsE/8Q6V/D5+v
25xX62wmAd3iUwDCzoL0XI5SPYWHFrcNHQV1TsT9su+etlZeuWgHcmF4JMlGAvU93R6TbgVpoiut
G0bWrx4JRTMQ3tLo+6iuMUhdPGMQzfgfU4szpp2MpAc13brFjrCg2TSmXVS7PN+1vR0kG9qDqmYz
/FiTPrkQ6bE1dWVu2QGoiqLLYohdJE1iwRCtKL8P44emzbYlhB2Ucjbgabb9RDmcb5A6D7K14auY
1e71xZxHdraYn75g4T9CPVR6iHiqm3TVYyQ3X7VgbR0v7oNPJhbr2Eam1WdAqly0Fra1FNhWd6/q
K+P4CMCvDWSxhGlbjjBCYkW5CX/WMNz/eQskO9zKEM2XdgoQ6a67SUgfk0V9pSRf3xR/87dscHT6
J9C4pAY8ONHfVRzK2gQvrhPFC8Lcb3GtUc42nbQ1+rX5vey90GbS4gagF92GUy+S4Ac0EIVDuF22
1ZgW8yHYVIff8rBrOzv6FR/kL9ed5uLO/GRw/vmniytUYDsK9XlMt8lh2IlOr6y86c6rfvOl9cnE
4rhu+1BEE9marwz1JSkfQh/KFwfBwaK5JXV/0BL9Ngsdlb4oeqWOsand+7pva0N9EAvq+mpnq8Jo
awg/mv1KpuVC2HjybYvoJymJ53qT4ZfboilJTzzpT1L8lf5Je9Afx0peeVFcPCZA+5JyMQCsSOLC
t4M6bmtF8Du3bb6II8AYK3zwwhmhJT9Mw5eMxP1EDjAV632liTdDUKyRflxaceIHYK30dRC0LJ6E
Otxvoy5PvSv0la34+1rubaX6ra4ps1w6K2apVuRhaDjSljjCrIYCKLakniiFNAup9bepHFfCrkuR
AGKOML/AlDTz+J16r4KOSiUb0eCWU7mNxHtD3g7N4zB4m2LYrgkpX/IV2oJpO+WRRkltcb6mVit4
sp4OrhB3Th9Ee43+XE70ssnuusiwS1jixXFzfX9eegt8Nro4cSuBMnySxgOvtb9BvDMMMFWven7g
4Xbd0EedY3HqElQiUjajCYF+Ljyz72DUz3UsGbnvVGHtZGZ104rNC+3zGy9+U7MfWWOXYe2GtL6i
yr3XpR9F+CsXup96aO4nSNz0KtsOUuIUircrEdhtn5sSYR0xXYvsLzgxGHGSASBxDOPsJSFpQYCm
D2uRijdtvtFfkYj0h601Jk6avDXb9HdID/xfOOsG73dQ2t1KYmeejOVkfba/OKfhwB5qQGf4QiQf
SkN4Nod8LdSenffMBnwjIscnBaplBtWoQinRynJwJy4BFEp/mspR15qHNHeDybRr+r3y9h24/NaY
tLUJnp15aRxS+LlgDVybbNzpzkparVUVrx/dpLV6RzbHGxEFVTrJFe9FCLs3UYG8ym+EfVjK5TYQ
0cNujWgzTFK/Mg8X9rgGqRNwcbLu5PkXN1Qn8Opp0ogvUcUfZf5XtNpHlImdXqDz7adorTVIXDi3
QDtSpac2Qtpn+fqGAFlT+6YbKT0WjuQPN2qx7YzeGYLEngKIUf1boH1j8StVv1el5Va/Wt+7TaI1
5rLzVgiGDNwbeYO5KnmmOWJmtZn49TS6TeZGcMG1gS0rd0a3N43t2Ow6w9oXcFDBQH6Ye3rFcCfC
TSv9zTR/xdsv3Vo0j4IboYaOcpW4OPo6Uzb8VhxHt87v2oLYqthYnT0BvDzK3dZ4mMxXw19j3Lnk
gtRtqB4QzwMZWOwxT5hGSCHTyS2QZR1QDg5atHJQepooFQCuNEkwynbsT3aBGLxnWGsJuQsrQAPG
zNOGSCsrsMzj62E+VIamTG4ZfYfX9L7+xRTdlZFVOmUPU5RXOILoFKNNu0wl3PgtNFH+ny7L/gTx
2/Xj+fzAgXWQ/DGsp6wDLbOn+9FURhTOZXFy2wE4rV5OB5hF1iqC56fqqZFFpCbFmRYg/zC5SXOb
w9xUUOHarpJhX7ICVh3iCLhmuLQXV1rQ9ZpSNZXoapHv5IZsQ3DznnQv/z5htDqzbmCEua/nY+VT
YGtG6IdqQim6+jje9bIR2kpqPl23cSHBRNs7tybvTfq2rOW+ECoglPREim7Q3nrDDSJrofDQRMfE
q6nkKhvF8p1AXWsLvuQL6OlRoQZIN+fDT4cmFxFCPR5WkcEcbTgp460BUHwlbr+0TJDEQnZBt9jM
13hqJYgNLeFkEt2c31/F3h743jOC3r+KINxen8eLA/pkajGgycoSsUk00ZXUaduND8gZrAxmzcL8
88/egP6xUpYqFsQRaGGZ25aSrMT25xcHOZQPoDyVK3xuEVgHUSgblZaKMyYmRsxPLB9yaVoZyAVE
02zlP23MdEMuo4Iw79K2MNg9WQdVncWbqLWVW3mT3TYP2c9ixdz5vJGSUklpwEkF4meJ8zGCupMY
lOz66DI01T5Blfj62p/PGr+aOIOMJmgLYKinK2PVglBHdaK44gRWL6m2PR1+Kfis62bOvZlIigfX
XPDmBlsWIIaKFG3eTKo7FjDsiIeG7qZJuw3jNTztBUOcBfQbzfwRPEsWZ6ghpHLXx5LqZk25i/Tw
sfDMd6Wml6RJv18f04XF4RGHIBwUsTSqLKulvN+yFNkUw+WmtAPxZ8FBet3CBW8DwAYmmvIhtV/E
BE5XpxlVLZua3HQNcHrpfVOOT7UncWr3ll1HbUYTiPBLC3sQF8ODhX7QygeczyboFE4g2l3ms2hZ
gQtpgxwmNbTcoH5oWxF1jwe9IoUXruB/V+wsa2/D2Pl10AWWKwSR44WR3YH1la1Dl7xdn9HzaHYe
ENqfzCbl9GV0OYyiXI1dbLmF9TDKtyQKbA/C3Tb7JfnSgYb0L9ftnff7zu4xP8Bp0qBHzFisYK5r
WQzBjuBqQQPfrXxTS7di3j9WpkiTdudAhANfGD3jD9b0NCWBXQt/il4hkIE9Bght+O9h3ekHzUvx
6Si2zEY2EtEUXPmpTGzhVWvsg9c4/kt22z1UD8Lu+gRcmHDQXDDwUIVHEmM54Qr84nNxPHg0cmEz
Cb/iVrmphHIbegir9EDwVqHcZ76EIToaCQkIHdFfnfMInwZoar3vyX45i308WyMCKoJPyrkzhPce
5fTro7tsaz7TeBrhUPKpraZqqzQwe/3Ymtp4G9b1V7NGLbAqK2MXaUqyMpnz4XXyKpwpXWgSACtP
XMxr4NRcVaCJ21QabPjdpmiRFND3XdU9q7r3Te/iNWtnCZe5V3juCaE0CZxVXBylflGoTQ1LzbE1
XnXje1f6d1plN0YJNTqpK9V01HZtQs9HiE1iK3Yo9TXW8XSESeXlpGOgvKi6CR7csnkkttxXnUfi
ORk1R7NoMru+hudbdB4nm2JuMKO2tDzH+ziTijZuzGNZQQGNzZvc0Ot97ovSDdiOO6X1ovsgFpp9
nGc/clIODjR0ha0Fk/6cWyWykPUjaCTP9fQp2ZTdKj3Y2SWtUurjLpvXHV7DJWTG6AUrhH3HPEZC
QzcwlGR+m0JTkD6vTIVy5mAYgoWcyJbjCjqJ0+lPBalDBNWHif+B8X6bmj181R2Kus1XWmLs8Fl5
Hw/kFNVmLeNxdpkyxJl3jQcuncIwMpxaritLDbq2gIQ/SvqdVNG4SNefuRIjnjcoYIanNOEh7wam
cxHuaJZfeFWiWkdDrPSfo99y10iBar0a8lS/lU3KIT32vvU6wVBR2q0Xxr4tcNYUu2HsYSZpw8BI
boIp7/ZpZfZrOh6XpgEBHeS80QohHTj//PPh5ddi2s7STtXkT/doX+V2II/9fmWdL5jRuQHpSwA0
TKFjMQ16Dg9FLXs0mRtNcTcR/Fu2VMXgatCStfVJz/exMZpbNe61o6QAlc70wneaPm23ghkZ26KV
E8SW4zXux7MzB2DnTIQ9ZxdnvrbFCVeXQxGLUZy6qSwnT2oYSHvfS5onz5dqJwjpdaQzCA5Psxzp
y4IZ4/rEnG20D/Oonc46k8CPl9MfwFHdFsH/4+w7diNXmmafiAC92VbRtBdlKDMbQpbeez79DWpx
P3V1o4nzjxYDaIBJlsvKyoyMQBuSlhlm3vORlcx+hKRm9Z/hkCq8jY7IUUHxV4Q0zPlKT1WUggpM
D12IwwxfaYYAv4+EejM1KY/2mbB7vz20y8cyDC6Tu7QNLM9W5kWeqLnSpVEQuWrzKY9PAzSWQbBp
R14pQrAtrGyfo5y8xkN2cUNC8hguC5sM3RjwsMxOC0IIuVWJHrm5JNcbsRIDu55b2UrUpiTRlK+p
UFzEG4w95kYeoChX4tmOUWr7aniALmmCJhAFOVqaQVTt9pz+PvXPLmRYQ1QD0DN6O8BuwHqttg3T
Bplod6AQh9sYVmr2Jgh8Td1MTfCEgsSco/aAouib+Jm5nUCVnA5rsOjFCvMVCzUmj3AWXbkQgT/f
SpwA8ckODdJupiApl0OeN+5BkyIrH+BS/UjCQF+JQ64sKkI6bensWRoJ2WMidrLMVV2aulJ0EGZI
ds+uNzVrhEPXduyZGcYZCFUjQ2koSyGcEDjoCtPyYC8EkVMkVhH4NEX1u5P0TSnoK8/uCy+EcO7v
+JgoBMpg6aglXOLyEJdXxn2c3lUjmPRc1KAISPnVuLRu76RrS/jXIrORBi5pZRzO1K2nE2fUJsRE
gyNX2jW05m9burJ2yGhDSR4pfQ2PV2ZSNQ4qkGIkZq5cI6HeR04WPUvZcJrFxrxt6cr64ZIBtehC
JIQYiyWp0OvYaGcxKdyp0MBdplDMYzRSSHzFWQyFI5qjm0iJ0RS3YnjZ8OcHAihm4LRQs0CzG9zP
+YEY6iISB20GZU/T/qtGOs2kQdresMXQarOtkFak5h0hSjfqKpve5fye22ZW0khbsIHxAmyPjyFo
AtN8k3UBnV5WxngBV0LHDx6wy0ZVUDFkea7zuGj1OKkKlxPcRgFJbRM4o3+IjT0yxsiJginBVbjP
21Z/H+KXM/s/q8vJ+ROfTFM0anlRFG4PB5d49aPykdzHd/1eNsFSSwsHqOpDYfN7tO7eTYfyFFup
M7v8g/gwOa2tbNeO6qW/P5uG3z3454OyJXXQdk3hCi1ncuDlUUaZZvVW4CG0MtcUKqNvt+fg0jmc
W2RutDoc44CfMfF9cx/wcPPzMW/sKjKj4QR9QrRaOLcNXgQliNKARcEhWhL2oAE5n/M2K/MeEUvh
ghuI9gJnBrq4yfIVpZ5rVnB54Ad3GjKBy9Pgz0QaTaUbVTGXruQTRFncv1X8zmU2awk3sV8hEol0
FiCM5yb8YMzxXA8rl/PBnoQiRG8OEFQlktRIVlvhd82Y8GYxQno1lcbsBf0+GW0CrdzentErZxQV
TZBYoNf791F1/iH55EeIWpTSjeQB77VF7XSHXhJQxK8RVlyZVWQHUD8GcTbq5DqzdkWJQi3ScqVb
dBPJ+dGtgUOL0Thye0DLzDHHEm8nIIVxHyPlwfaIGHKWKHOfVa6ep71dhTyIqrt5TUP8ys5HwymK
suCtQ06QtdKEc5XU0VS5KFvbij/sQFVxH++5aHoTOP19SmenClZO22XtE0HGX6PLR/3Zl+EQTF2h
N5U7ccU2iZ+rGlmxepdxPcnrkWhKByD4dixpznFeUEfu7Zm9toBossWWRU0BGHfmWPSiNoZZL1Su
3yp2N7a07zur5YqVu/KqmSXHgtQ4ilbsjeXPyGkZpVy5IYeCbgWcHdfq9lSqX7eHc8VdArn8PzvM
7aSHkTIA71C5irYVqxrN8E9CDsr2Q5HeoS9/Bd61/G/sttQXqrmlORX9bszaBV2XJaFS1+7Y5O29
XMTqc1ckBkXVEHJUhVhasRCvkdxdczMATeDBsXQKXtJHaSlSrZWc1a4Shxu+xeGuiCJ8IreaSA9g
58L7qptzh0vXuCuvTC74vlFWBUAJlU+FmVwBEAW9BCuSOysFdBT1p77SC3PMk3sFDa1Rq2vU4FAJ
vb2kl2d/KQ6IMIp3CHIoy9b6c0ASgBCylGsad9JqICaENHxuVDW+v23lSjC3yKQioFOQnUAql/Fk
eZXxXJTJGFw2JZsmnNSdUhmRKXFKACoevnkoqmF8jrkO/dtqx9kJ3r+blY9Y7tbzDYWPQH4IwnXQ
AEBl7HysaqK3SSoYjSvVlUigfY6cW228C6AT3s4TkI1av/CH+EpGi7QrrDSoDWRj4//cwLmkkJCd
xGsatRlAts6/o2hAVY+kSeN2yERYAI+0mznOqpWL/9rK/rXCRBq9XqNoFSG5CArawcKbBaRrU9Na
tyf18pAuY8HFu2iegaiBseKjm7uJMsyp0FV7qfVjUDmpn7EYOkEQKDRUuxWIz6Wvg0EQYsAkENs4
L+eTJ1ZRJnEGDCr8BG3zUPgUBb9Ay3qtrXjVy3seD2IVbwARwKUFjXBuCRlODS2Mdes29Vc/PksQ
2sy82l/xqVcm8MzK8hr5cwBzZH5HqSpaF6k7KJSAoZCEkCoGyyGIeHM5QVtIrq0R1rB7A+EIisIo
LeE+BqM8m8GbanT8GZ1Su8DNDLQsqxoJ8lBeeQhf+FLWDDM2sS3zeax0ANr1BlxQIEOCLvbw7UNE
VGzutfB7mpotOl2K/7hHWLvMtTsP5ZgiVVy7hvo8xE47eWP8fHvfL77iry/5NbHMISJRlBpYhxbI
qAynTdC4WvJPbCA+DzgptNgttLOAyxvdNbJCoNu84q1/FaVZs/AcAKssHAdIeZ/vlmrO6rL0J7hr
2Y7vIk98U5+iY7/zD/mPRoNdgYwRVOlps02DXTyuuBR2r4pozIDbQoUcyaKlrHNufYLaoO/7KKtE
KVE+8yHcxrpqVoJiqrKxEjpdIM9ZY4y3LtNQDLNAaF0jRRLJ5sEUACm/fELbWQ+xLTJzybQbR3in
jZyPmmpxYt6EtO1qcIQqmuJHji8Y/dK9Xorpxq8aTadpEqE7To0g2G2WfcPPG1FNgfORSrVJaTX3
88/tfcI6EYwCAFCsFFCNqIqwrFl4VwZqm869K0197HAo/zjJFO7RhBRv/KnO1+64K0u0HGxctUjm
AcHAHLmoLAYpS9PBRWegeIyylvOaKdO2ajSEls/1DdxLOSOxyDc9lZKSM8tSAo+vGvcUzzuRFrO4
icsSuUaOE7cxjCH0ylY7btgEBOZlIWRU0WWPKAuu/HwrBdwkj6AuHty48w2iisVeMermLZ2F+pBK
sURGpAmtSi2iLZp2hF0NgZIVYOTlEV7QX0t5HfAv3LKMf8+HXCqLQhzcaJCHHdI+Jw5UCq9yXbZW
xI3FXRf5nhZIJ6Hs1/jYf0uR5wd5KSHB8yObjlctC35PxSlFHV0a3TgQq7s69UdbEaUJ5aNwpohR
eDuR0BLYCVx/MGaI7apZH24A8y6tLCiH9ziN81PSSiKNBw70nKkyIIEBxTdpbDSSDJBvTMMKfras
tR1E8iqwNvXJCfSHA20N2Sd4EIFktvAVqvLTgxrNht3zfbDhevWxLqqeouHT4hAfkiFroUKV58XK
s/PK9YBqLOh7Qd28xPgsAC8PkjoN+Wh0Q+OjK0QzmCDGGj5DRmujJ6I7+kBjiTYCwUd84e1jeeWY
nJlmbggUiaFHM0FVNxeVk5L4j7UqvI5Gcmr6XcIh5X7b3EX8u2x3lN6XvndUxMFNf77dmxLcdyOf
jq4Qx1Alk80YpL5AyNJUlEjBtVRqiy1XArYSyPaK7cvL/tw2s8/lvO+0WstHt9cmqItVaMyZRbNP
nY57z3yNioZvTjn4O+QmcYbI1nidAjItpWvQx2uT/vu6ARstOkvY0M2I+bmvxhrrHXcEXag84oAe
PX1T8wPExUrwcW3UuKLwscgAoCjNzLg2GY3U9DMOWMyh9ugrwkapjfq/7yPQPC45GgnvJ/TKnK+r
LoWZocf66KqZct+HUN6V0SD4JRugfvFW1vHK9KEIJwPUCX8F37n8+59IsdCCFkUkdXKjttpEoUJq
/bmatjIac6aBI4Ix75TGuMuhIRii7oyxTkZICm3TaJ85gN95nTq3P4mNxeG78VBF0gFFLCTm2Dme
xtpXyiqa3cCX8TrtxgasuYAfRxMu4tumLpdzwUuinwKDx+XNvo4NyHlK+ZzNLnRcBxIh+Lf8QsrN
21auBB24iuCOwH0DoDySAMwc90rOBVEtuEnQt1aaRu225OWClLo8OMPEifcTCvcghQ4CO6gkzURP
vGaCXVc3lX7uHSH1tUNiFLkdhFl1bItUcDR+0GhYd1CPDIVOujdA5LsS8F6JC5EogWtRkOpFlwXL
rdGX6aT3eiy5U5CZyFjIVmh2xo/cEbW0FdCvTTQm0BgEDUZkgmAxf52Xc1eTci2ZeMXVnX/KspJ/
tinq4hqnZPgUdafS3A5Nt36HuqxdrYU6SyhzfoVC6wNxNEAZi+Y9S48iGUMyCFIuubj+SGZVO8GM
7U9p5+9zmjze3hhXdjps4cUHVwqqW7adYe4KPlAF2GoR3+flMwRVa2MNvnQZK/6KlyyQWmw/gIPO
Zw4UqX3YxJnk1okH/j47nhorHSAoGa5N3eKWLqYO4ZwC7fClKMBYiiSp0lu1kNz0TeU2mlU5U+zk
tY2cGrebCzpsFIFka2TTV84w8qAiGpKACVvSoefji4cImzSaFbdW1N1UTTJVlMSw/vNKwQ8v6p8L
SkdnGc8lcYjkMal1txX62tSSNiVTXR/mNloTlb+yJ7DvfhVtQHmESPZ8OLLYp+IYiLobK1xkKlrU
mnInZ6ZRgNbm9qCuzBw6TnkA9kH1hnYy5jLjpabNwljTXa6SVUiZiDrUOsc1ZbSrA1p8OSgogaBj
rWhcI7XlyOlu1kj1tkcUGuEW6eKXFpIm97dHdGELce+izQK8AdIoKG+cT57GBWVaRqnhNiJf3Cd+
UEg2J0ITndRozlulEr00B7AMaroS6IuXTcHEQBHa3/RS0zjE+ikxIJdj+P80aYC0rzN0GZGS2Z0q
W0aftlpXJKh9B7+yeg5lyWAFrbxcIX/PHlJ+KJIBnPUbCl5o+IjijMp2LuaenaMGKvDUv6Ozv3LC
Ly6yXytL5Q8ZT5ATsioDA5+WQlLKufdsFyS+C83mCPk+3AB0FxNwkW+mzbB5pKA0WJvrC80B1jSz
tEhSBwE4/XJvb9rdd2jO6P7PbXBh9Nt8A80i+pMei4+htAI7aejKDX5xE7LWl+n/c/2o3QBIZouB
15+NBQa+UMGt90SlZ97cGZ1V2/cDuU/MwNysWWYP6a9lnBsgBNGcjdTkueVI4sIMug6Zl0qfRUxG
NBqqVUhiNCtED7r+3IRO2aZUCbeDSCDDRLp45UV1Qb6wfAICJOxy0J0AoMf4CU1Ohynn68wbQTig
O6CkhCxaYIkWmtVFOn1niT3FJp84s7w1nORY3y28rI5sq/o2Pwjfc2YBY97u42iTK+7tE8/ebr/f
BkQHvPLCjMRiNIc46MUB3cSeIbShyRW6aFdTDtNxSfukFba3zbEn/tfc0hGHEw8yJrbVZqoFuQK/
X+ahyL+ZsxRqKnV9j7YP57ad3wwOe56XuhuqmgDiXdD6SFNSyD0Y0D21pNpHX+I552YIvwXKPwtv
gB7z30050mYgZblLtnVoc7U9R7T9HEeHL0003qa+NSMzKu+CaCOIu+RFPMgPlei2SGGNVPwJMmuG
4PkaN+AFYcUyR38/nTmp/iAlbRd2uYcs3jBmFLkBtSDpcORr2u25eJtXpNgMd2v52d+X3sWcIezg
0fwvoA6yHKU/hxTKD5ofaPCBPpQCDhAHeErAX9abLni5qAI+OKclYUOqr8hpPNQUpt4C/E6hn+BR
bQ6RvO3WEMQXsjG/c/Hnk5b99OeTEI2FYT/ik1rbnCzZmr7treo6ADCTz/JH3mxKmtk8CZ2OiiuP
yN+s7a3pYJJhodBqYSXMuQdGvPvk/VX+uYsetL26zQ4RrfcBUtjWD21MusseI8BgTgIN7qhE8Xtb
NKMVL3KRl1mmAv7LMKAKjFCU7dvhuQKM51VWeHI4JdU21joO6SBfyl57iNw9t1Ez9aaEUj4AMmKU
P3Zzxj9PrZ69FpKRrtFKXvMbv4BrPLMRFrO0rVMIh9Loc+F1bTjbfFMgupezTxTRlMe+5tdwg8ue
Z9ZigUMCQQ2WQrBfMEGqMWpxpzRa4SGXK2/1CDrFJV8JpsYZCkXYnBFI6K2BdIQrQQGg84sYE/Bu
UCdh4hNxEhK0EbSFJ6amipd9bOFI1sVGeqhb4jvC9CCb1bFW95KwAeItqW15swaGumhlwLrjQQDG
SzymENmytTxpCidRAT+Yx6EZ9ijWZJBJdagSWwGNcU47k982MirTltjZc0nKT23FZ1/beXCiQNUg
JYo2yYuQOgygjatUhffxkVgVzf4VT1C/tqOP2z77N7vMLjLaNiBGg26RRRXo/LCXuSjNfIiRAs5P
MNBmfqpANNFiN1WJ+EtUpJJWUGgScKSrAzrPlvKcGB2tlLW6/wUr2zLtKOdALQTqtoi8mbgB77M+
DeQca1/bbbHzdo+cuZMPIUGQ8vW8lilgn36/1oCrhCQiMla4Hc+HXvchRLGVqfASgsAEIcC+Rkt6
TpVT5ZMOKFm75MhaaLTEHRfzDXcC+rAFycTCRvU+4YSO5wtv4EvkqatJI2InyJtSQSMXV4AmW+ul
ABlr/WkwAt+Zez5eeUKJVw42DhcWG6EHKg5sJQYonNjHycc3+D7/MkYB95WPSNGbuehL6OOoi9Ag
CKCGJwMSInghADeknfxEMUKn8vskMZNwzjvCjWkw02rquvhgSFGTmPyUiC95KckvGuAaI+XDBj2V
shYJuDO0QjgEQwq9I0Mcwme/FJXnOoeGgZ1pnOxJfV7q1u3tfe0uWwDlS/kHNXL0Up2vcZqOcu0b
ZekVIY1VCwK3Wj+bRUJQkKVc9SG+4XM4kDmTwh3QTg1kufoxvFa26lNdoEOsEJVfg7tfdM9g54FR
CN8DEj6EgSz8QhxRvOxCIfAMuXQ0S0A/oy2cVM0ZUbXbBSCYHlD3TkdrllaeXL+Zk/P9h8Qh+A4R
nKO3F0oB5xNSdYEMcr488szXf2j92B5ns91y5F9B/mEiyF1DQQpBCxqa+hb3PSH00fy5v6c7nwzm
4QA3aPY0JW+Ubu7xZzORx8ecPpY0JDkt6W63o49r74nLew8HBl1G4HpauD3Ze69ry6ySIGD6JFRv
OXoPm3abhG74X2u60Eg9M7P4iz9xT+gXit5NnP/Uoc8hSE9o2iWapNBs3ktZTVZ25mVUfm6N8T5B
UeHiSWAtGMyJlluNQCz3pzwcj0f7qaDb788JtGm7kZLD/JO4ykr/6pWTcW6fifKEvq0HfrFvqk4b
kaP90dCABGQru+4Lb6N7CQEVcBe0I92KA1obOnPn6GKia8liWvNtufwRkrsEOlm353eZPnaf/90z
zD4PgjLI4Fb8pzD1qq4iUbtykq7cnJhAlNygww4WEEiknG8Xbhh9kCEW3FO28d1vZ9z1u9NAjK+j
RPaKudZucBkWLdYQlcMcsq4ssJGvVMjv1B33hHwfGdttBeboiTtp1UervgzKSuB7dYXgm5ZrCg10
BnMRg7hfnrmphzUFLfGNk2nP0lSsHIErMQ74EhY6GJDjLGKwzBt9msFnogNu+lRYiZU5+kEnu5/A
1GmyYumaA8G8yNC8AwEVHlrnS6VWg641o889jUFmj+UubiTSNMeq/e8hM0b0xxAzb1IjF0pUwpCR
D3i7SaSXIRyJVF7Ef6ZQB769x6+EqefmGI/VNJ3cALfHPe0VkjwMlnjP4QTjff0pUCu36E7dryQr
rx2rRZEK9XpgKi5AbrVUSeksY4BoGrJUSPkpeLffHtWVvYcAEMUbdFUuKiLMYpUpmrDEKAu8VK1f
6qg+VByKN2GUWbftXDlRgKOAgxjDQbT/C5j+4+51LR7ifm4CL2+KnRgId76SvBp59CGhjFhlvY06
/cqxupKVAiPmH5vMgo3yGIaSXgTe0b4LSGwGBH+N5Pt7S5wtwWVLdxvIL+NN+7gS7f5WIBmHeGaa
cVcCKg1NO8D06ytPn1XreaCTU2wUYtr21rDwCR9Pi/9HvqGG+gIaUVTSmbR1kCVsNvvSNH82txfg
Mgw9n4xlI/xZAI2TjFhpq8CLImOjzr7VK/yhGgUzq1vaNOLK5F81t7CzLD3BqBsz+yoWSt0XsyDw
kkWN0YogQajqm6Tdl6v8/tcu16UbeFHTBkwMsJbzoYl90rSjrAdet6t0dF5gQiWS62Tcxnetm5uK
T6EG2aa4YNGZjOeG7D8VRH4fAD8s3sC6dHumL8D/CG3Ovoe5cVsQoVcVJwae2VnC6zGWaWxLx/En
bkhA/ZWbcckLsDvt7+CZq3cMaiXpGyPwGvQxPPQHXti/K0gkKcepXIlirrwYMTAIX4NiDjVfZB3P
J5obWz6rkjT09hk5zkQQrOnra/8MRAf9GjaAc92eyN+FuxjbH3vMeyL2QwXNzLA3xNu+3Qual+zD
3gYYPeZJ5G+QH4CEcAf54jQEb5a87yNwNb1mxlZs94PF86TkdlpuaQrkK/JDAtDJ7S/8fUDe+kIm
azOF6ewDThJ6pkwrYtgoehREIQgvv4IdPQn/xNiESJ31/XR3Zz8cOCc90cd78/W43zzKH9FdZOZ0
41tfmgm8E9lUL7e/7/rR+N8MstQIORSOZjlMQk9U9mAHbl+a2DQaEqk01naxsi12UxgjE7EVzfR+
Uo/VUyOQ8b19ACJq0u7LcCUZfyXhdLaFWPAbciMRiH+wpIp+bH104AiWYmwkvzSH1vCUwi4aMkjI
PYEcsk52TYm2ZM34rvWj3gck9ddq31deh/gglPEBpUVWAgj58z0NWtuxyvks9CB1spOtxplfRDei
/OtgohsQ/bqUXzmx167CvxaZa2nKRSNrwyL0tHqjVhQCkykQ8v+Qmg/XcpjXpxuFCHAhLektFlfS
IcPbKxOmu5JtKaNiZsqP9SkENwAaDk6AFJhaeNdAhRoi8xb6WtOZGk+39+B1d6gAroSEAGJ3Fn7V
TWqdGUWHJQcxh1pbHC/t4uB9CGglIr+bx9tMTxzR19Dj0lBlrSR5LfBdemoBe0R8g6uI8VpKr/Z5
msP+5Cik+lnEtklREIHSxF659696yF/1TFwBUBNlw6l+DgNspyn0Mi6zg+YZxdzMD82evxchIarK
uO1pBFSj+IZacMCZvEZXdZFXP4LZ0nNp8OGYzaHXaY8gzTb0jRAf9JGgrWe6T8J7oN9NoYhMGVW5
rYgnvlqLa657ud9Zx4hCO4iBcV0AFsx8Q1LOEPhu8Q0ohdoZ+k1b8ibR/JSfPM/L7MQs7JD8wOWt
hMzXB79kkoEZhzIJiw0bG0VvA+hBeSIFx60dmxz1N05vWe8K/So+lJXU8dU7CkHO/7fHBDpRo8nV
qMBetzPHQ/2Uu4nVHrRNcVTN8L3eSKd5xzmnJiclTXch6T4CM6XP/4czhi48ABvwXgVQn7kp66Du
xCxtIo/rH1PejO612hIKoDp3mnHKkkPwxe2ktY71q1HuX6vM7QcsYDzWPayGErVf/x3Dz85paEPs
5R58xcs8304Uuh6WGlmuSlQC7TSFnryTvgEdG/Eep5f9GkPJNe+6tAaBc/sX28t8k1EmrZFpfuhF
pRO2T3W3z8U3TdqHY0HWZn3x1OwmX5wKcntok70QsEryoJxTiUd6b7AiEuymYwRWV0pPIjo8qfB/
uTsRW+oLmgTC4yydq1FnVS0lXOQVXWAp8megEUm0yhGytIbdqS5f0KixuOKnrb6rQwa9dy6m6tJY
7qTG2uP7yisfyGngWxe2Mrz0mXlGGayqokCMPaN11HQj8PeD78RrxIiLb2ZmGCh5ZGJgABxXLHRr
BCJfSicp9vp2x0m0hdi4NYWuPn/dPkDL1zJ2AFfRZGwaRAKIb/Hvf15HotzpeqtwqZd0pTmOEUHC
R+620bGGnIQYgDfsv1LMYCEBSBNBMAmtYeB4Wb8h9GqYjEYKP3XX7iZ7DWl+pch+boDxwHUTT37e
wUBxmve5KX6Xe2A/EO8RwzSeho81zrwrGwIDQqYbkRSgIGz1tsoRArQy7MkT6ZsX8L3l8y7O328v
1JVyCoaFBrxFdBzbz2Bf1llWi00VZ95zYxUgdjM1Ej+1h/5QEeGAN/VMHnpSWm5Oim2eW+2zgDT5
4+b2VyxG2O3y9yOYF2cIgFPQQ5PekzvJkueRFMHHbQtXZhM1woV8ELEpuniYoGUQO00YmgpArREX
97yN0PoEKa/AvG3mykBwaaCZBoawF1mXUud+CtUwDKTus2eNR/e2UNdrNDHXIrAzK8xgehDEhXK7
IJSMu77fSQc/guBf9poKx6l4lWanGUEhuRaLXRb/UPn5MzbmTuxquQ5n0GIhsk+0R2X+aeb7uDrl
wZPQ4D20jYft7cm84kSWXgs4ER4oqAtYOvhbjD5PkswbFNK1CaRJH6bxrW7tUexIGd6vvccv9ggc
Igyh2QBJY7xcGKfVa2JaFWqRe9EUU2FclJMDR4YwG9rNxJWNcuGIGVvMEsp6nY1CnOSe0GgmiJpA
HWtnTe9E/mh2/OftibzYlTCG9vslLWmA781g7pYi16ZGi4AP6uGsgv6jr5uv2xYun32LiQX4gC50
5PrZUmUppHEvCD1wigBWhKgJ9a+vgk9jxQ5ccb/n1jbj4hHOPAYQDjhegFig4x0apcxaSWUVR0kq
lyh/w2Fte5MjyAaRb6BqnZkOJoLh2yO8fPozFpkVQx1eHRNOKr19Oe4/AhI5PY3od2yDg3+y6H1H
vjY0+TQL67bha1O7JP1wqaHzELgO5uIpItAPxkFUeXjdmP+Mvc8R3yaBaL63jhGbX2v1hotjh4EC
TAHQNS7ShZfu/O4OokLV/XGoPNkBQ7dohTbEZqFtUH6PK0nNi9iSscS83OPMQJpRg6Uu+kpV87Hj
yeO0Jt6yNpzlcPwJRZQY/aSQjqi8jMgTzeWNahBP982Vh9KaGfYKU7lErH2h8ioryEgQIxFtWElI
hDflKVpTwLwMRpaZ00GmAZqJhXGW2YyIE5UEx6PC9lf/6f/s7J/RnLrte+88DiTt17bgRWAOc+A7
A+gCj370LjGDU1vIAZfAXXrAvWpkH71Xhd3I5ouak8fAVDOyhvK4TLQsFtEbjZZgBJJwLOerxvty
2UTBUHuorkGQHa+9FMoaJLzTkLUisS0/KSAOMzWf9uljyz2k3/NaRHmZaGG+gdk5fZTNeAK2tXfE
/ROA+tosoRUVUloCKDCuKRstc8h6tL8jZuYYqHbw2xpj7dV2sEn36doaXrkEzmaU8Zh8E+pSoTa1
V0VbnGtiHm29InzzNibmRnK1p9pecVxLyH1rRMwmVZokEaHVVnu5cVRAUvzKidg9cXZf+TujAWyW
rKUCV7cNE6OARU5BMy22jVQcwZE1Z4CfvshWmdnxZwk1t/6ugKR5JgItDWAgEbiESm+AyiirR+Yi
WsLmAZjYQJsC1JFAK3y+gSFZDAQilzWeEDxko5nqOdGE3ezTdtjEw/1srdXYLxHzuAXR8wGcJ1i2
0cjHbCDE8FMXJX7jjfUr+JFFL31RkJLMFph6fNKJdsz3w0DmnW5LSBTdXuxlLZm1RkML/BFU84B0
U5mzwvO9FKeg8/DK7jXuaG+q/WNWEl1esXPlyoA01gIl0BZCIY1ZYID9Ml0ostaL44dZ2mggezpi
I0FWclypzly0doNRD42KSz8kNI3R+sfcg8iJVB2H3LnHWx1yMB/AGWl2sIu8p2NcE52870RkX9CP
x5PcCe5ySq2Hx/p7/1oRMyFrCkzX4g98DnJR/K/eCIuhgG6bAbYttfXSjoaZzdlZZeWHaK+NP1jZ
TUo6Zzb2SbtVQIYQkgH5ds6UT/pP+lonK87ksjfkd27+9zHM0Q7mKO6HWm9xqfZfyf5jsHrAXMls
Q5GAoOJBSAJcWmhpZNgH5n4tdXPFl6EDDXsAgSa6xNiOc6Ep1Z4rp86rVW4kviGB17WUV0d55doD
vyI6E9EvCKzH7w75EzrUQyb5HbeYQZelsOHE57TeRg5Ul5oMpFVU24Q9gRpcMFtoK60ApoY4F1pG
+nd9eAn1fSzvuw7k/m+3z9pv1vv8sAkANENzZnli4m/mpOMxH3daJo5eDYntB5+zJqevLekzMbVN
ypE5cEIQWJd0qA7oEB8KS5Du0phApk2DDmqyBxi8cybBLJsv3xQ4Szag5WT581cirnW8XZDjopX1
7FuZaydLkyIRAn70GnLErkSC4R+qBgtyYCbIr1lP+b48KfQxpYgkvm5P1G+O5NZEMdsUWcZIL6oZ
Qq/0X0qPk4WcZUJG82NJnj4dDfLvJSJv74ojUI+eXt5X7F9CXBZGCETSqNjj3IJS7fwS4Ax5zPVK
GRGmoV8tseZNBvhhUps5Qd+xqZCB+vhZMbtMKTvqv1YZx5VJRqtD7WX02vE0KYjP0sYsjE0mrL0U
pMtzeD4+JkoTlVmGABbGZ2fEvjP/TRQaqRYEqEkL+IVFD8hSf4jIYGeOQWsimjWh/J7CW5O1PPVl
Lwoz18u3/jmsRp6NaiX4o5c95wfpRSa+OW8e0HWLH8DBKZhmSPBlxMS8R9nAtFb7mC9v/PPJYE7l
DPkLUejwAUH1JbT7PCStfEg6mYj5WxKXC/AzDdZu/avna2G5A6cLKnJI450Pm4uCApzQHIZNhE87
fHT/bbnPdhvbKinf3yFIVaAx0T9JJHWgJMIBn7Zyxi5vZAx7EaXDbYyeB3aPK0FkiLMeTB7MTyk5
3kXoAtoF5OFb/nIetumjg15BhYof8ulr80NrulaUv+zcWlYeaBwer1Y4a1bRnuPSWPazbPKe9693
x2j/IdnV6Q6lqog8lHvHcU7W40R2u/dme/J2qRUSgH7vN8+3J2JZ3otT9+crmOUX0haS6GKKeRBp
X79oTUKK7r/S/C3eFMsJpi+8iUBYwRxtQA9KrQYLiRfNlt9oFmjw/h9p37UcubIk+UUwgxavCVUo
LQhWkS8wkt2E1hpfPw7e3ekqEFuwmbUjrO10HwZSRUZGhLvrz4cxt5z3FiZHuiidVPSKvLfLGHKL
QgReVhzc0HQZSRNCPDf7ljy3+MP5MJ25e5OTk8v0QaewUtrbmfa626FYkJJNf7rddu+eenjJdy+4
4jVwxJ87Yg3QqbFc8sJtrFg1CdF1O2WI7a1x2xHluLoEZK0ne4Bj7e9E/aM9/9Q5zzpKPSHEpUcB
icllxlNjgTbGYWtjtFUIp2B4z3jdj+WFKZm1g4ZuvB3QLvuLUT5wBhAJjmcqQy58TH3KCK5oEQ0U
1ffzEc3t2rGwDggNGr0g8/LoPjKHy5peCXsbf6glggDAoMi2pEEG9P/LkDLxU2WLuYvGQ6rEbw67
qWibY27PTczO2r+xKJPbFjmeMqv5oLelELJs7jbGw4AJr262VKtbmLRpg3FTCxB8ZTBpNd/hgZXg
HCbpAMiRZz0f0dz9erc6U95ZoUp7qpdgCATWaqOgzp9W/4t1AXkTQly4TnQzT9alhupsSkdFbzdh
rTERmkfdvRAspGt/MYaPfuveymRpWqlr2TyBFaSKtvH4OLntDrR+MI7ZqiHnbnM+N+pbo7998Cz5
oIkGfMbzqZyNBe8/YeI60TvROHyBDZhpt01KJAVuZmcYhzOuKnPYH7lTQrYfeqpdVuijiNQF1zG3
lD/AmVHQBP0Nk1C0HyUbfvZ/3aFJPE2IHP4Pubv/M8fAmfwfC5OncZkFoht0GGAZomfB00T3NWOW
OvT+Hyv5z8rUYQgxK5URrPjBKiavu3TsTjhYZwEZcfvcHr940iL2aPRW2yPaG+cSGIwF/zh3AO8m
84e75i7Wk9pg5MLHR1Sjf1T+CnbkGs/3y5wJFPHw9gOAEkSJk3PBNF1eS26PcwH0dpkIhpPLFmjb
FrbFzEsaxUL09IAzGGkNgD4eHXAUBjxXs82AfpdKG7sdOwvgc80Kd0TfgktNLdbSR6aulsBlM9nN
B8PTxh5P4RJRqGCYA+mlKX744aZ8p495QxwA5fiVckw/n0/pXGiBIJEe0Zq41KbaMzRTBBWXloMd
o4mpT3QeTQFBfcY7+T0MFrI347RNYwrYAZYfEFQaj+THaU36PMnLlh1suQcZf3SpmUzLOELfqOCk
cNk6XiQqm33s3ZucrGRQQRIBjCsDHnubXq3x1mRVd/XOaS+Ga5O4VhP0PSz1DP3sw18DRW1IRIYC
mIZpLqBlkzAAZdRgD6GhRAbY6UgXQpiZu/oUaeltXetAq1rPV3Km/sAgZPhndbyK7w6gWytdouTO
YDe12oskAV25TyRebepvRlXio39kQAEQ35wlzuXZdb0zPHGjRdTkNJvBMKsc/TUD3eLwjU7fPM4E
G3yy4GbGH/ZsbiebKJUcKGImozH31FIuEf5mqRl1p6Xekh+15d+GQKEILwBqqmm1IwSw1o05YbB3
u1LdGMgirZqX3KZ0EyhGFZrims2oX72hf5xiuIh6lZnfgV5vTgveaHbAoCUCOR2PgzrF1jK5w/mt
ogw2MvWcbFQrzlMTdbGyMruId2am81qmNa/0MJNku+bQ5wREjUFCFFVWXit26YjMPpFF8C2hMwgB
9S+RrbJmfHSWebTNEMui9LOrvxw+3wWARg+flnW2QK5iuNRiX/LvG18aGSKBAULCGm3+k5dUXtdJ
XVdUY9MDa1NCpgrckpf7oXV/3DijjZH7GfVACPhObKSF6+VgdmptRDS4iUVV+WQ2uIlJcrD+Jquv
a0JA1LNflxW5rGwQ160+1isQ50iae33uEmbyL4+fMk7HnUtAh0EmRW7Y2q8c4Q4g/yCMgQccWohi
E53SFm2Z1zdg5Pbl4XLKl/pUf/cx4Sjez8R4n9+ZlykpTvoQ5mX71n8D+68eGGKMxhHfiduvK38Q
ydt+X6mQ6X3/RrX++fjnV/vfSkw84hDypRhWWImsv8bVIZcWauUzu/hxgBPPV7VtJLmQ4kP8WmiN
cTN4dRjRV5VLjnqCMs92ra5Wf2RdWT0f2Yyzf7Q8Oa5yDeLDIo1aBJYlqKcgWVtpiqvFCmhPQeQi
lSslMj3mUAjHKNnE2SLaeNzFz3b55GYdKpke2hBzy5FbuH9HMcbTXriVZRFeM3XaWGfrCzziUpQ5
E5s9DHwaA0re0IXMaHfTIDQDz1dkvPw9B1fdIWvV01fUcQWw7PPZnknuPxqdPJViSgpiNoXRVhVq
onXa++6zubyEp5d0bVmmoF8jJK8TQhtvCA5JzYwl+JZoS5HpzKX0+CGTB1MvtEnq//iWXB+Pc6u/
v1cvCmnGBM1OVF8C7WwmGxJvt2+poO/hwwm6D/B2Mv8sbMGl0/2zRe9ON6vUeZom2PzU6vUGvosc
sZWoGhZErjaedv4r6VtdAsqfJYy9PinaaeF0L37AePzvPqDumj4GdV9rs7tKAxMZojvcH5gEn1gd
MbPVkZLUq66vMQPR7uSZCy/o3zfz42JM3Fvfy0LcULDvAV7otBs5sxlQmzhQ+csX3pG/OeceXekP
dvxurIEMBlhldKW5HqOkt+P1g6Wz1lFn1nuVxUWiLW36xemdODeuzLK6zmASXQmCwWiWd3FJM8YF
eFee0e603cYaHPcaiP7rnxP3Rzwv4fpn0siPUzxxc1LoUL7PjqcdpAabsVEB3Qpgqd9iocMNfO0m
VCX1eL3WUDl7U3WwfINZFifROWQELepY+tVqYdl/GLSeuL6fov/dWoRJnLtFM37UrtUPyDXibkf6
82x+ETg+/wif72K3L1F8/jwbntj92SN3dgfFo+JwtAs66V1MtGq7MyRgbR3tfO7OW0KdsBXQZYd3
6cJRW9jpP075zjIIniUH6q9w9nluIV8F/aN041euGoSDkTas/tzfzrRNPCz7tN2tKMrUizPYK7Rb
/rHjtogHidkaKNEdMcSLa2gLizrzZns0OY3aFI+lwggmM83ZOaZg+GtnxR+cTb/kN39nMR4tTdxW
FP/fG2zEau12zXZIyeGQaLHqEmdrHpFyS0Sy5/QLttGG+x+/nx6tT5xWpXRlqownSozNqjQdIO7j
Qo0GC3z02vNl/A1Of3Ra09R8KDtZViiw1Zta4JMbrqicGCg/YaDW+SipX/LlLYUf0+zvE+gNNgvb
9kf37NeJAS/8qDolQqtssqhyH5VBkCBK4nebW43UZq4a53B3ll/8VjU9ZHROlmdUG+6MqkWKo+Mb
anIaL6uVPIw9e4uNnDMtI5j/u0+arH7u+nJRQUnb7k98CCKUHVw5saQB/aOO8UX2SNFdVLwFFqZi
9gTfmZ0sO6CBcR5zWArQU2mimslvsZ+pTm7GSzq/P11UzyZ9EnWnkqBEjYJ7QyD9qfkaH8c0gn9W
/UyAAsXS4x9m81JgF1g41fs9q6H4m6ICCJSuUbxurxzaeGmQBTXkb1GRM2tda+Mt2AtrHSRB2gkw
AXZHbcV+aZLGuX/25ZMbj4UsSsfzcWvXDruvQ9qmGG6pPj//JsNWHBvaIQ80rYjkTpL7ijyGTchI
SWPEgmyUg9Mv6cMeHWlAdejAsKwgR0w27ucqX4SP/d4L4F+nFXDqI4c6AlYf46YhZ8sG6uIolUAk
M6gqq3aoQqWdeM/KErQQpUh77giYMT5+nNgHi9NCU540TBt4SW9rFEvCv9BpCHR+c6I0bMYFU7+9
66OpSajeg6cqHDwMrlVpUzhsNrK62YELCzGLp+ULp2rcyr/GhcovPMyY/5p22DFNWhVNh3E5nurn
BHhXTV0Yzxjh/DYB5U803kKaaEo765dA+/UDCrGg1xhB9+/v7gq0BAO59ge5Jnv1NCTGc5szPgqd
8yARA08/8IWAWz5uEAU1uy6o3AFzWOstGsY+D+dhJWqlgT7f1CKqHegt+Q7UpXhv5hZGNz0EQBnQ
BAG2MMUxOyFeFFQt9HZQr/tWzyQR1ET7skJLF3hfpeoLhA3giF9KKs5N8r3ZSZjZsKzH+jnMInOq
46dTCDK3gatS1vOZ/c2lABn7e0OToxfkhdR4QKvbr0iyJdoB+ZBw8wKePGD+lE2pfpbmwddLlUG2
MQKv9MHa6uxm7Ws26IZNOzXEVWOu1425z41LpeLvdWpcaAJRYWBvlxpZ5rY3KI6QLhtRxiAfedwH
YhUMUSZ4g830l2ST57biG2G7JD8x89DApNyZGd3yXXTJ8GWuFC22G7uuTzkPFMdXRExd34+Fqu9L
pKurylhdVh+htqSyMecKkQ+EKx6VsLHfH02zeRZnMcQvbNeBkIlycDj0o0E4lQNvOS+bz1d/5uEg
g5xKgfaFgpI49BofrSlOgCpkirpAsqU2GUjysAUoPB7OkvqJGt1Vxio6hNohe1KYS71Q49aaOpJ7
45PFZJ2yKOoICV4X4tqvmYhgR0KWl/0u4baKHAFItUg8Mef3721OVrZRPKVxYwyY2XaA8GYrSVJ9
CvzHBUd6VEOvuXR6PsdzHgQAJMg/jqRmeIpMAh2mhc4uFzGNLV3h8kFpnBo5r/HKrrGd2MKd/tze
zKw+mJsEO3URU7nb0Y3NrwMNmDhwbjKxSpVH1zOdaoFVY2a3Phgbf//uoPDRIFRRibHxqkQZfaLl
xS0/VO5CnW52DhEZjJ28KNkCmPxoR2kqMZDTqrUhqxQdRSHcyW2aE8/pBb3OC8pqR4klHgzWce0p
psD31NI1Pu6MyW7FQQGPP/jVxo7ayTWODlVo13NKY/udRgemkI1MltQ6vrLn9DP/5FoSfz5fSXEm
cngwORl17IsQI3NgkqfNrHirPynmk/fVzN/QCWFyzQ+Jz1he90ZjmTtNyHZ5csrAY5uYnbKLnNe4
P1RopxTAefs3VCrwva7lTu36XeqcefzfSqSLiEqweMKpfwd1gdgZ3qDFqVrmqi+bUWLWGWkvw5pD
VbL6E4A1d53Qal5dvehLHFUBz2Ktcq0llKUaO1sx0zvJ8td50IDjpFJB7Cr2C0rBv1kJoVaBVRBw
GyvA9v2Sv+lq1EgKlEz4bDNcSkaljJo/hP0IqUq9dd2ByFnnZHCzHxNAsK/dUi/azOX88AETJ4LE
Qx9xiY+0R6vxPYm/e+8bJeq4MWtxYefP4AswWB5IfIBD8GL82SN3J4yjs4qtcBnZbG4IJNs2Wrbl
NMhBNkZhJGZkbWRP9YxhE9uOMURIK3KqY8R4wl6k904tIM9u7qmFe2MGQfP4VRMnE0E4pGF6fBXo
LW+CQ3Zomx3bZyn9RoGor/Q3tWeqmb3gS2fcDTh1RrUcIGagdzEJVmIxE0EnHHV2MojYorSa1AiO
kFLOAdsLbs+P38yBh+4W0LAoyo1kAZMQDAVYOUrbvLOlivJfG7xOCS92zsJunikfyBwjg6NvFHxh
0Nzx6NoEJfVYR0abvhSlBDoGRuRoSudpoGrKGlJI9oDyKqr0DiLcWPM5NEW0atRKKt9fxGJdluCu
K6hV5ukMtxB2z5004OoUtArhrAHhMnFAgewyfThInQ2JRqYzinjLCxk55d5fFlwYKFaCURhv6VJz
KDXPTZcmz5dg5mk6Cpz/+4BJiNDEgQ+HjNbx+BUMX8Z7q9809zMkp+8VKisr8Lrmrsq+NTSJ+w3+
y1IObuakgwVgbJhGL9YoMPe4OGzeQGWmwHOqQO86skVOq+3ClXEYCH0QD+3WP5ZWsF4tjHrmCn+w
OtkSVTuAz4lF49KmMiJ0TJBwnxPOOBgv59j8W5Fta2y/JBVtra217na2uvABc6/jhw+YnDPMBcJT
fnwd4x5gDFD6NFr3wbpo0bos3KtzM4zCNw/SAMDpQYr5OMN9SlOi29OIQIE/E1Co6F6T4WWIV71i
SfLSYZu5USHgC8UWvB4k7OmJ5xYRKiRlxwy2F6vcrf4I0UaB5NuRiNrX9bpvdMBjQZ3491KEGOnS
tC5ZH3//zpdLHpXLrQTrVb4DByf8JgfgD9SJBtJzao5QBsQu4UryVPbFy/ee/nxfzZRowcyEHmpI
1kigiJUmo4/CUAyzqkdrlWTkO48hsvuNRoANlHdB8rZ1hcPQrNyKQAv0ueWZRX4wPB140Urga+rw
ngpWLLN2RcLKW4lvSMqqXrqQoJh5IwJJA60RNKUKAt7tj7MMvaeakgs8Kypu23zyynfRvSjSwohm
2tHxMhrTArIkgDJk+k7L8UJkKgW3A0dee7XVhVvwR/zutowBtntVMHLyPhiNRqvDVjbbD8bYvZho
bRjU7AO3dL5t9O0bYA5r3dxu9Y/eYnQesk3WdVC3b+v192nBk82tACTtGARNeIcAFvk4KVLS0G2Q
sr0dZSfQVSq5poRA2lQQnEHQ/Hy1Z8pCkBK5MzbZZwVArbTkw9hmdxA/Ig106zaRztXqyzR1oKJB
IEmBc529tosOe8Z1Ppie7LRG4Wq0YDK9zZo5wiKffBqbP6+7Eiiy6FUx1x+UJSx4sDlv+WBzsuHa
MkucSoDNmOSvErkF1o7ZZ6/BgvuYe6zz6MCWRFCPIEUw3dgRX5XU0GBaUyTAEi1VRbw5QClNW3jA
loi/HKPS5RskIQ+UJR3/CC+gvXhZkvOZKYVhde8+Y3InNk7g9F6LzwBhPAMe332FyWXXw03nD5Td
fAJr2QG8B85X68IATygsbK9x90weYmhBx18QvgTORZosMe+UKWYBJ69P/5bBvpTPz7fvTzPtbwN4
XLBAZ//uQB2CAcXUruxstHO8NxanDVv+VV6jd19EO0GkoVxgFnpo5VAcNO0LSiOK9j2KBIBcjTo2
ADBWUA+CTitZOsXzQ//3ZZN7GU/gnI67qrN9iS43oSvIe0GOLs/HP87fk+H/9Hbf3VJVq1QckxUw
4rBvLOvWrzkEzHWglpIFTe7Z4QDuhlZ30LD/yq26PYALdY6J9gLvksvA2nNLF/6SidEv3g2GE0qh
CZy6s1/rXo0hAIElPWTGT0/QNrYAPxQ59W19QY36+SzOnlbhbnDTtWI7amB+LN/Y9c7ggDNLzbNv
InDXck1/Y7E/Vt+KFaGqspRZm13Cf7an6XIx4eQmr5vObkRh1dKvtPJJi4P+fIRz9+zdAKVJ5EZX
VAd+ImxGN/1bOZrUXRnfCLxY+1+YAeRkpBYBgnBKf9yVIPBpuK6zs8xV5erT5Ywmu5R4ej+3M/fY
Qbzwz9Bkq8RDCB4Vtu9smSn1OAFaW3AKgh2UkgTAbQ+Nw6GPZFrAfnOBpGZg3msalKccgTdyqbNc
ln9VunhhB49Wf53Gu6+abCNOQDO8QmMpBxQxX9hSDg0vKtAoWaH/xPPy8NQ3/GdBydxCK+HMWxvT
gaoHMITAbQrjybo7OTGkQRyBAiq6zKpTy/p6np/64VVI2A2tLGXcZ9riUd0B1IDFCxjw0Gkiukso
vPpz5GWdEs0yviYWJFHQMU5KiOgNf/gK0L51dK3A5AK6ju5bjNWBA/PhQj5z9i4fiTHG+hnu2OnJ
EYRGgXANuoDz79i9OQyvRZyeNruA+5B4I+ggogNVnUG5LWy+Ma0/XeaRxGwsqsk86nePs+15bEM7
jUuj2YNWU6SJd9Q+I/HRuXoLOZS5XCpoLJE3EyFxgB6ESbiS9F3jJmw82BpzZUBq8mnWKHYnpLzW
Cz5wJhjDDQohHhQJBcTJE0tcKA6Fk6CWEVhVrXZaiQ64rifReellA+Lo3/OH7mkgXgWwMPBItD/O
Xx2WfBVmCPoVKJbslG5wRB0yurVngN6YkUmUV6yn5oPDd0YEzerPvOOdW592DWXSctKJxB0fhiT0
cCTUlPME0Mg2IpX+7TivCl/qBMKGwEjIvEtoF83vasqzYXKWRLdE01GRIw/hR2kWbeVK8kVdzHgl
1dMY2ds/YRQ6tAE1OQjMip2c+qrMC3SvFXxDJ4fOi4VRcgyIZX2ElCZGUqOTlbBcBdIFBaIQHHHD
vve1rnUD0WqHVjlxcRNxh1RKu2jD9ynr7grPLyhN9CiHIzHDZrQ5pKijbECswAaHOKmE4ialUpMe
m8AvFKur0C1pFmXEZbjaRR89okMb8YbSRRyzSbO+L9ZsLDpjDYF1xB3L0DnAKa3DMUYSle4LfKDX
XeLej8qdJwiepBbg/IaanZCDcDYt/ACvPIUH6bki8n51DOM2C4wBHWO1GaeKXGj8kPWAZvQx1O98
hwrBxMNGdK0LDst5K6aQOx+0Tjkd2ikfNcmXIMToZCfegCzZZ8xmLLTMQielvD3qA3x2EuNW4VdS
B2L+k5TXHjBlfcFRhK3YPNWjUop6TH3R+YMqt3EavydgrBJ1HwmD8quSWbf44ssamvaqNJRUsqpT
XmnXLkUJwSsYbbxA94CCjV7SMGDDnBQlkHRQNIgDcd80kuDbkF9wAWNDDQggeiXsMtR7ikZBUt51
a8lXm1JMmLObtvWgRfh1XpFcqPHvTEkSO1Sg4au3mdu4m7JAYuQ7chk/atdlEwnenqprUXjDj8nQ
HhFLbfNecVVVQb4uUV6iIep70kHMkNXzOo5SzclByKyzmGl8kRJI3b4qKM/T6z5gRdNNIyhk16zi
QSeM5Z1Q2CJBQ/kbp3DoZEdFSIiZcCAyfigQ5htu4GuKxE2Tdnrvp4mr06lT5rFaFqkQqnIOPDDo
r8qkL15cqBtyAZRTlDa5ZFkmDdtEyiE4AgHtiFJ5CvCoFZeELKeLEiaJIRmSFa2Gb6lcq4K+agK2
7iRh9JoquHiTp3SCyfPaSoBaKqIaBtC3KpQ7ArCkQpGmbOPciuOWyY9gIIgktPdCb7xfOT5V0hdB
7tAyMyhiIb+7rSQFn0NaZILp9pRYovAh+o3eOJHSqyzrN57BiG7IYam4jt8PIliScDZqyM17vQjS
ioytaTMqiygBY0vOKF9UEkMQgXZrV9AG6L39VZDi8QyoWLrewSsyj9ozRcKEehS7eaVTst+lBuOz
dFaQhqaiQXMBRpG/2yShdNC1DNcO1D4uVI/a7u/CJTNzpYMuGRVfcKUBCzLlfuKHJsQtnA62X/ko
KiubJrBp2pJ8GzVKogi7Lnlv5Jc8/EQ/Dsk9/7vrMk1x/voxeF6V74XPmbnz/sN8xYHBDQXvyfVQ
xENCs8xY6nYNqiIQrWNMpJNlwgianJvPrY0/bHLBoqqO5B9qRhj9FCSdKIxDgXeVthNRjg2Okl8F
2TcSug60gO5j47m1mWcHrjzIWCFqAaPHVHCBK8YAvAGIsQ+EXEsq39XRN/P23AgzawVoUIgooF0B
DL2Plx5X1XJAe4AvRhQA5niO19meqTF9FZLzwoswAIhRETy8Kj1yQamhFFoqy5q4iE+dwftC53kk
sAFAnMVNNUkvRbkfp10FDBxSiDVxHF1eo4c0ukTbZjXcqNwsX2VL1JhNLKviroQ6i9l1moSypWvK
5boCd0Gmv3oGkgXBaSkMmQmh0QoFGijIEUoyI0ymyU07NJD5DW07uViobZOjbsGEYD7B4SRs50Bh
dQCppN9R+cITaa5OBolTMAkLYCEFYT37uELKkIdJy7Q0XriEPQ3yuSuBXO8/pXURmgpj+LzafXdm
m6ko8lR7/8XzFyLaucBolGBEOhTc5b/YqXg2L8IQ6QI7EqJWG5q4J2wOwHfmNEs8BHP7EeJDqJUh
thRYgM0eR0sLuHTRzEv/JE6QAEWD63t5y8g6WzjMM328KPveWRpHffc4KWvwy3J0TCPl1oAgCSQq
ZPxVrXeauxJNSHuqqFITFEr9hqzRwiiYYFmpX3ptyYnNba77L5k4MT+SErES8CWoDo0fsQN80DwC
T1dq23UAXORCIncu/fYw9NHJ3w09q3CNJNx/DI483FrTEGRYx/E1uquqKpQ1FzJuPxfDxHk+2Jyc
oKB0Wc6tsbBoXPz8VPbm2tVU0LAupm9HP/HM0OS167dSXXe48IGlMrRhkxm8pcZas9OWHkEzrlNA
BVlhcS7BoDLF0gpBnMkNuqLtlLi++u4VenEdziE6IBwyYv9q7U+wcP3O7RSRQQsQj+IdCmiThYsC
J2WLsqNtQ6BU5kwN6vrELunlLRmZrJSIZ6SQRzASWZDW3Co4FSqaRRRt4eoZP3a6UPeDmSxUJFFl
xzLwqZC4Sa/RG8SzXwPl5B3Qcwqikw2kXhCzRYFeybonEX7pFMxtFFHCbYNCDygY5YkDaFMFoWHf
MjZgVpVDQoi2gswuMuTb3lbDJaDL3G6RkXYHzSyelsKU/l7Mc1luHb63qZSx0nLDxPRCwDBXMwHB
wz8TkwHlkhgLA8X19nBxQvDPfbwbQKZaxQbE0WdIBBFlB4nAhOxR9j7hefHn+YLOddg+2J/4sTSk
ZMgFYoiyLRRAdGnvL4gRTVnzzbBdj1BCOJcVBd/i6MKfJRDl0gRPzgbNdG0cyehCzaJuL4vpqqaQ
B3o+xHEE0y17P8OTo1FmOJZtIaE05BpgKtYR+cpZbpRO/vK/MITiI1ghUWvjptLHQuEJ/MAF6DH0
xsYJpfpOB4PnredWuDF2mI4HKSPUQNAbNBIt4PfvLgI/8rs4lR107nIE9wBz69VbcdNu6OAFF1as
MsDEtW++qusZgXRxv7nY5VFdctnjvnz2FZOVy0MpDoqAAp1SdvKEHSVu2iVSqLmFux/oZOEinwFS
BOz0aINLSSj16DfrSVGDtZJTn8/pXPoPLySwpzPI/oGla+LWKp9jUyhHjxkr4RavmA3QHsFnbIGk
NkIb8Odzc7Nh8525X9nGvJU9qASDPgaPdKAC0PbTaUAQW6mKOsEW7Di6/eYcrl8I2KCldDnVZFEo
bPYV9m/I0zR+G/tuzA8eavP9LpdAiZWdaFlzUe1qgRoWyg+/1qnQX5rpmUVFCRPXL9wpxHenKAI0
yrphyCDhG+/FV3fsMqnXUrFJjWCwwEAAnDDVqso2LEi/1AQ8V5oZqXSwxqjgiyjxPZ4cKYoiMchr
2m7cj469pNHVr3icU8IPH7EPvbT26JXh2gv5S+U3VkA5Zj4yM99qtLbFlSr7qxz4mOoj91JNcL+F
Af1AS/jameONMAE9YRyD1CkAHY8fOQxixIY8eib43e6G1sz3De6F7qsz8F6JEKuk4Afdo/kJ6uXA
dr4+35lzSeJ769N8au9Cvg/ZnMHuynV9biUSS1eaMjru5JeA2BZLqpMzREOQdsGSCMhN4xX5Kyud
yk3TMCIKAB3ppUDtXEV3fEfvwz2NHA/v7dAVuKZfYlZn0Qu/MNwZLwYGDvSKICIcyZwmvjQQab/2
KmrkVyr1W2doaW9GlA7aZvQpNAAC6s8Nzl23DwYnbnPok6GTBZe2uxxdneiurVo1bZD8CLXusw4H
Ikdqgc7GrPlyXTPL9hRzoDhNxPtGNFveLHwdiT2+U1R3qRYzE9qJQPYgBQ2m7lH1+3HjQdqEqqgY
1HtIh7/LoBH4KMOFotasCfQQIOJAJxJkwx5NFJUTKEWDAxgTSiHDSrG718hemOKZUBh5w39GJmsK
xdS6EpGuA+qv0FgwnPrr2IRjFVXNGIxsm1jC1mhFFRoZ2FCVCReQX7w1vUl2vrGUg5jf35CyBsIO
WgVgC3scMirqDetKGW27Ev8V1L7OllbRhjoVfUMYV2yNgPpb+wb0h0iy2KEyEy2L8HcsWKBRWvvV
MiGlSRdwQ07bbUeRrr75hK5plRZJGKFdeiBIDRAvYYzUGwiVvUbB8flazJX3RB50pEBvoYiKxNjj
6OtoiOXEw1o4waUWbxmS9Wb9Kruq50Gkgb9wKAvxJQ1ZTrP0IOSgVfWBA5fS888YXeYkVkEnJ54M
0EmBvtmUEByp0Uz0I5G2WZFw9DF/LRTNt0pP4yF72i90bo97+Lcx5Js4fqTam/KYSXI58C0y+DYj
o00f54jjkSBfeAfN3aI4p/9tZHJJ9HnOdkEDI0ppduIrGOcZZAKb2/N5m70N7sxML8ywyUuWpyjs
n15SJeWtal7jYON5J1nYRZ3eIGvLWM9tzk7fmBXmoB6K0v9kZGknMUiOe4wNsT1l37gLP/5HjOTX
8vz7+dMhVWHedDWdsjbnumJPSpr3TzQtZazh0mKUEN8dkp4kQTJ8MG0RXyhIKfAEtZkk1wK841B9
UJC/J7wLaW+j7bNIDwQHRJ+tgve3ntShsu3AY4cbLGCQTXeqGi+aAUqtAqHlHFrZmQO2ST1uqfBP
F0f1u4dafEu6YsCNgJTSAKXyvu1YFYCesfzt9mFA/LJlEpMRmrZSM7wyQKZP4SWsJlksHOgGwYke
cxH/mjKJzGs9WGPBqi34VWpm/eAZgTiAq9cRcupWtEXXGc/XbH6f3E3qxMmVTRorqLniVV6VyD9I
K5A6IS01qL0H9YPnxuZezMgy/vcO+Xkf3b1/6Jbrc6oJGLvYMppRQk0isgbDX8l/DVatDsMZysv7
fiuDF83b1C8BoBELXzATOj98weh2776gpnmAe/Nxj9JHmYLELmpRB4Hb5pGeDUeU37psJSeyFhUG
nd94UdEaMdF459R7RliBVEE+KtESnHvu2ruflvGpffdRXiqg2inCJUSlDs9DD2rkXNnFFqO5K/ze
zOQK78sK1dsMZkBWHnBbydMbxeSQaorLhaM6G66jb5UfMTfgg5uWbpRhlBJmsNACEaCmhbTuBngM
iBPE8KgBemnpLb/yCLuK1sGp/YTiaz6mnBezoOPu/e0y/n3HZGbDzEtSYNIZO2606lhBsnIjb5OB
6CgqX59vrbmM69jeiFz6yEz5S3CR9qKu7tOEsWnouJoASDINihaacnJva+erPGTQsrisFozOPTnu
jU7W1BnyuO/FlLE9C2FZSRJxnOIC3SiafGjsIjOiJfWM2QuMgzyHNHZS/2rWZl3PgXRwxiDtxa7T
RKtLnfUWrv3ZE3FnYxJ8uG5WxhkDG9AypU9iotOJnaISRvolaNrspQU9H1xXeLABqfR49rBmiVAC
BmrLkelEn4K4odOFsGK8935tQpkbFWARPf8Xad+1HLuVJfsrCr2jB27DTEx3xIUvR1axWHQvCFp4
7/H1N8FuzanaxBSmz0gvOqLEhe2XyZX5AwRcZ2Mn9IgXT1lmFtAtQPOTt80ljd2TfhUsUXguWaOm
bvC9JhYyWCtduwew/dad8iAR+rzzhYTA7H1yNq5pEc+uLXasI49vYUmJjRo+sL8vQrNt39ByeH2X
z+0G4Phk+MMTUohu6OfLwfNr+E2n4CvyQIZYB4D0PWcsWMCl33kPz21Rg8qQGuvSpuRP4y0Lb0IN
NIZ7F9C7pWZ6dluu86W0ytwGPDc4refZLEpNQORBhcEIzRVh6gjkKf68Pn9zW+LMBJ2zUkZwTAgu
TDSgbjXH7Uu7SR8UzvAXEiCzEdO5IcqZyDuwqREPhkgBLiBP0f3xwQXrfPk6Ys1AQN6Lx+ZY+I3W
B9Lq+iBnPZlz49NVeTaRSp95bZyl/MlXIcdlYPGgJc4hDX4AOGVJUnRxqJQj4YICqWp5DLUqrbjW
s3jl5XumWufbILsb2V6PaytonGpRI3Z+v0zUFmDVgFDE9POzYYqVWCR8XPGnBOKNU3rHUED6KTpl
ftvfxxZJgRPzTCU3AEOSrHERczuT9wfpC/hRIJ7+rQB0aZ+vMsbFGUUmrtbL+piCMcLodWIK2ZoL
bVbaVuKqFw11rwYLkdNc+vzCNHVUGH4o6xoR64m8W5FDrHGF41luIYwEAkcL+vWpXugRGIlW8kF0
QAYUr/kNz2o8/mZsxha3ow7gZG1f33lzD+KvGQEQ9XJGQgJFDWSnIXwA9T3kX9FdcN3A3PlFCwmA
1ACbTriASwMeU+S925XcqUNq1c59o8s1dLJ798i6LjjIcw1n6DVDt+CUhkGfFHX/DRnYATyxhy9q
cG+uAVrVNUpIh0nN6N8fFB4PlOdAmyGBiv1yUP1QxpHXcdwJ0JMuah1XzYyer8yujYyyLDTgD8Eb
smB0Du8goReGCCiNsdwPoY/cldl2yBVE3yC5HwFDHMxqTx5c4HbN6LjJNku+/Vx9QgKiCLr3KHui
5DPtnrPz2gpCOw4ACk7s4eV219mxrBWW7hni3fUJnXVAUS0DWzCCWRZwoUtLRV9GQJe7HGSOXzrm
k5FXnfchVavUzO0y1HnfYFmzLPXgOew2BbfwSM9t0nPr1DgZsRpUN5usS5sms8XXwnuMlFXp3RKk
hRfbjGeuIbTGIS+ENm+kf2mW+z6o8KMh4EELF406D1E0VSvGJyE10cEBCDoSRWa5SyMnea8K8yjG
JohugQR3yAr6kb33lXoTA/bz9TWY+apJtRidMaiGAPpLPYDVCJ6nbOplUxHFj0UA5valuuvcCb2w
Qb1zzZC0Ep/CBlOJVscklsiIW6k6dY3Tl7vQ2/WM4ZeKnmedlRW3XPl//gLq6ELug2/GCIXvbABG
rrXLEZF6JZo9vDOO2dSut2kLwO7dWqu63hLVZFVUCyCp2ZkGxwJoBWQRsQi13UDEU/VNzw6nQWhf
elfWmTBcWMwZZmZoUJ/ZoFxpRc5yuRgx04M92OHWX/mrynyBwh3+tmutv0N2afVNP70+NtpSCniu
4ADzQD4CvfB9si7PM5DB0CrvUWGHYNKbh449RgfdohPpNir7p4mpCTwCjm8flqS/Zh60c8N0oW+o
AdSQVAALGijOSzdy89qlT7G0UFFYskKdFSUbs64tsYvqJEh0tWj2VaI4Y4icG9sw1vWD+T9MJnDr
0P3kcRFTpyb3/5rMRq+N3e42tSo7MEftTsNsgr68WYEM6/CxRF85t00R+AGWhPb7SdKZWsOeJQOo
ugAskNaRd8dDWPn6wL4vOiq6REz03xZo554T+rBEVgtVWa0bdGUHPV40Qd7eY3NCT/lB3am7Xq+1
90TvsW9BIG/wZr8CfzvqKp+PGrOubaJzOtLrOiNo3VICf0aeBxp2Z99HLTMT18RLA3wf0HbILyLr
F1uhldnZzt27k9aXeQMmuMgq7cSKTeRv0VzHWKkOp+P6TM29xBdfQm2BROlU4B5GdNF4jqiDleMF
Hbm78WYIf2eznY+ZuiAlueTQbI5CcIIhV9OkY8jKyjdaDagc0HuDUBteYrcBG8yCh/PtDF7bD9OO
PPM3ItwmiSp92365H2EbBEuav0o0uB0aFr3X9u+NlZutVjuf20fQdmlopUz1eOcZ1WYRJjT7XKGC
w3FT5R7sg9T3iGIlCK4/Tq3WJfownOygGF15IwrHhOMM4LkbRYtAYrlaWO2ZTC9E1n7ZpbwhaOA0
Sh3DLm9DQfGp+nRVDT2+jvF/tDNdc2fz3Qad0HkR7ERabbFrg4ygNuy0jwUzc7elDNICMBrKKOTT
lGQtBDz4QupYmCHvt1DPs6GWx4bG+IA+MKg+uzcL0dbscTm3SA1sRMuUwHWwWOT7lKDvRdS7GOlE
dOO3W3+nkht3CTY0F8Mr8OiAR+fRsI664+VkMqwoFWIPLOSuNZD6ewmgT7hSJa1Bw4q5MKNzG+Tc
FhXpBMgLK3w0IGxrtN1Tp6A7Xx53hrkoGT7D/I9oAyPiFZwCDt7K5agUf3DVouMAsmYVvbELeavi
FHLrZGVrd5NerlVZ+le6U8DpYR82wv2DePOgGlmFq3BpVafjRl8PUKIBjwpI2dBHQAer1TimnIhR
78In7yDr3Fqv7Um/9wuHf2HTCjMZQgz8lzHq7u/k2O28clrOzWi9vVgvjd3ZytrC1r27U/VWizf7
+0/z0Xwt9MfS7k+x7sSmanjH5XhzDoWt4FvYSWtbIYQGSXS9EsUqg1pA3YrpZogSo1RjBWs+ou8Q
0Po14RvfUMc+u2UZb+J4GeRNlErZQyCl7IqgNGeH7CjftFkw9ZvlnY0eK/m2wl9a0Hjqwg0267Io
Cph70GRL4LdQNxgzBn4+Mu6UVzBcW2Y1EarCrBE6Bt5GdXXI3r4YA0IVq0ZT9CW4y9zSKSpwD6jg
AO5Bo63BH6D4XYYMfDWaI/cmcPcDY/laToaFB2vJ0LRhz+5PJUwE30Wy/9TKpxexyfWgPeSY0HyJ
U3rWnT8fEjWfoSRkGBLSKHKqQSoQ/kiD2q9ZPvuKRtDFB5VMLdorm1xnGO3DeVi4b+ZO3kS+O9VM
QIRKL2eCtkIvTmA+Lz09lndE+BRDsHcHARrsvr7Zk9Fq1xaoOGpVvuY8MxLH++sfMbunkB+Y+m4B
jUaf+OVs12nuxkpUc6fUsyftA/X1sbLsGlIz4Er1nm/W64P8jFuHWxJr4mYeMBCogzcKbWy4DmlP
WEkYQR5LoAebdaRBsbvqzHHAfINQxzkI+0ZbcPfmlhvCUDLSLtOkoz/3cqh9pMRiMM33RkCzdK89
ll+TaBIkHTSUQlJdNYpNqgurB8e5PsmTT09dsSqSdAg0JtY7dNVcGi563D9CyaNvrbPU9KXw3utu
G0NdBwB7ITRAhLIQA0wjuWaQOkKET9ExiUTbKXznsp3MlYakLKH9Zo4pAm2OBWMmOppxIV0OKuFB
+pUVsJG0u6E1Rz0Y0SS3QGAwBzq6sEJtT1HKqtwPYGWsdG99GxwihzVBZPfOqx40gSQHb6KTdA9s
bi5sl7nM4JRJQIoOrZY8nonLAQaSLwZqi9tWSaHEoRxVbpslZoIu0FQr+sYomULrP8ElPTB6XJ2W
NBRnho7LAWRPU4MLvFaavCHIRS5px5oHeJQ/yO8TFCMybU6+YZ/cQHOAQqhM1xz31/fqjCbMpVlq
XUfRZ1LQtPKntDxIg2fwKVB1O9VSOqdsNQU0+blsqQY+IfFfyR2LPAcxxG37oEZgjl3wTn7eEfgY
Hn3pGD8K6bSyWut1VYRYlof7two0f7NQiJ2JRS5/P3VQkEIXuriBahvwkpokr8TA15Fa1Mm4Scuj
KEErrtqpoVEMq2zc1e3SHvt5UC/tU5ONJETfJtP4+EHLHvt9Re7dyHCTu8h9HV8j6VbudPkjA80M
AKzXF3rGtb60TR2tXB5aoSAYexyjBdxqq1xjsn3/WFROCaC0KVZLpYTJgb68lmBRBEQPlQuAGOnu
qYavh4iA2eskRHUMuCbbJrImNzE6KOVOEo+Ry7PHpgpao2jHkehd6hPI2ZcgddHEggW2sE2IMFh9
oQSbMYnyHHzPXf8Wjd3wmrHJ+JHJXpGY1yfq50V3+dVUWDCCHYFXJSCEStEHT6bkCABuR/6G9JUe
KvGCtZkdga6FCbg7gT1/kIhwXJ0rGbqlTgF5FIuVEt4njXV9QD+fI+jnQR4RYOmJOoTuhGpipRPS
oZ0wMNC3qmJ9KKoV40eGnD8IsdHFiZ5lSymQn84O0l1Ar04s5ejLoGVaZbVRm0YUARKJyhBEPPFr
3/rMgus441PACo+aCqhRwOf3HX+c+Y5pJyaeG/j8SaqA74/XVakF4q7xoQ8Ru1bbFqFWlaOhNFaQ
PJWx3SSHBNx5JHxfom+aKb7gUwSBgKMRGWm0EV0+H14VNVLUJvzJ3eX3YM8ziAlS5XxTGaaijWYq
asKCLzdTgobJCfKNtiU8GnRKgPGVoWEJSnXDIdPA5Qw1RtHgbnr9JjLIb/hvyEKjI3si2edA/EOd
CwRNshx0MUAE0BQwAWPMP9hXXk90EHRwkBbWmicJ//Kuewzt6xt4JnJDNRIzC8QR+N3QJ3w5t8Eg
MS4D5+PkZxrqWOAidNxVvZFBYwedutpcfxYr4O5PCB1X103PXGHnlmm1LPRlJrHH58KJayOdyW0W
9H0doJvmCE65JUqcpXHylAvC8GOXMQzGyX7lRnEjGCtvnehoB3VvS1NEf5iLBGJtR75WLNXTZo/S
2Rx/Bw5nR6lWRjFxI9jO932tNXZqeBsBTXc665s6A16WDeZXTx5/I+Vzsbi0t1zDg28iGYbl3Ihe
RT2+Jf2W6Ow9HIx4Sa9+7hVEXgm6OUgNoltMprZSWiO5pqg9ECr9pm/1VtU+PGLlqgFwdOe/jtUS
JGbugj8zSJOO8iOnQqC+xbMLBD+oWXhwtxjSFj3uZN1tX93HdYwYZCl6X7JK7SQkuvu66GEV5GZs
qlcNaM5/a2TgjZAQzkHhnL7imY5v6igUgLfhH2pGXAncaNRgjyT8qRA0hVklrPLCpV+VC/omiw8d
xnW6auEJmNaL8jEIWFEANcUryoGS+/JqiP0oy9kgFU6d3q/it2blWZjPJd9pqgxcsUIvYg7OJjQg
wsokmSe+9EZjcy/FU7ZCGX8pgT8Tt+K9R+A69bmDYJkO0Ycaz0wMPkAMyUgc4Mj5VO+hNvbevSvv
J15TOU3a8LvxFh2/viWA4vwuXYr2Zu69i2+YnKSz26CvRhJlBN8Qof9G1YNgL6xdKIW+LVL/zsRd
l8Ol3pUgZkO5mYYLhm7pw/Zs7VET1l8Z5G6rpWLUzLGYaMHF76md0rGXw2LKwQ37ydaOmB+Lu2T+
tyOGk6QJqPgNij6btIaXvEwVMgHM4+k9r1uJA+7IymAtM3vGNjGuP01zwQwG88vc9Dln5spIVgDE
ndZIK63qq7MBrMZzyN4222PjtOFvHQJxwnMDP8MCMHtpjyhckUdpI0ACJdS6dSuYvLIL34IDOFw0
cd+Wd+y4rdJFMa7ZvQgZKfRVggcJvKOXdhvo3XBd1PEnA6ycI0KVUL/xtf7UHZE4OizhdWZAZlOO
Cq8AtNLBbS5SMWKtRM3g1zmAJYmZs0ak6m4TGDEbo4kxMr1YMcBJhDnY5nmgdXmm+cKBk+GA+Z3Z
Dicu3vjjOgZLdpU5NUAg+TbiIaxx7DhdLHXpRYCC2GCw7UeMOsqSFNEMew2+HlUGdSpzI8tNTZaf
AzXdkYY/PYCZTWudVaS3DovLEREeyG/TO35jVDLyxWDUub4fZwheLk1TBznsChIlHt6c4cBDzb40
asM9tIaqkUATHtnSNJ+Re9PFQHt+tm/aHcTpljrb51ziKRDgUSFD4xxCg8u90nvo6lJ5PO+CBq1I
L9NdDsy+aAg9dL8Ry1+YomZacgPghEeYejCMJ3FdeFrEaNyOhYPmOOIC2mVGhBKTi6yiOkmpIZ6i
rCH7JntlhKeVPFWv7IO86Y32XriJzHtZt7ccOGTAsncoT8ejcDqVEKJ8TJ0tZNHXxwN0Tq+v9EyW
5uJbqIWW+0FIwcYFODY6TcHJZBERyy0uZSzmzj14TNHnDuwc5MOoSlVLCjkalFE41eQuVLUktT2z
h2uYmkF0uj6iOc8bjJe/bFEPw8D0vAv6PlzdBppj1CMk2N+CE2MO1jZ9hbb92sn1L33B6lzu7cIq
daO2qHZUYccLp6kEAJrarbuW1u09lA325nZbQsjydRx13yF69XF9wHNPFQhtkBWQwMUCNO/lOQnc
Oh2bSEKkoeht62ndMeyer5uY2yXgiENCkwf0hXwHzOfP0xiAMq/C4OIBoFwVtLzNNkzW/kLKcKan
bApbwKaBvPSUZaJ2I197ipwwGEqHdrLhwXtE7/C+AiND62iQMH/HBkVI/A4ZUMZ8EyrNH2xuYTal
uek8/wbKC62I6IP3URFOGQG3pcZHVUzsVBjVR7Xwi1MdZQM4Fon8Kbmq1BhZ46JdXGR8edd7I3oB
1aKtE7PuBjAoFnExCBqJ4GJoUh6xb3wiApiTtSgqaUXBVEQXPNBCoo/ETdF4y4Ux8lQeSd9jSUxi
S3IT2SyZ5m1Ey8nN4Dc55LbLsXkGHr9ZjVzfFEaiMuQk85V0D2rceM9nZYuURc3nhQ6u2SLThVQS
PLMCosnDP/vDc5jJJXKlXJ47jJjAMatlFYBzP1R2ERFiJ4/l0fFzyfvgCWq+eiMS0PendcppY9LW
ayXlmVWcgxVSi7lcbvWcj5sU/fIx25lpiT5MDVwCgE6nfvnKxl3JalLXNa6OTt3oLcFUVdok1tb+
jlfza+mgZnJ5ErqgRWcnpDdO4X2hAORMjipoOflMY1b+xjVVz/L8hYTcrMt7bpO+bRSpGlKUXE/+
VtL9421oeAfO5kAMEZuxTRYO4kzNDycEFWR0UOO0/+gYULo4VcPUxe40/a3RWjvo4RQAJmXaE7kF
BdprloOS1JBiXWcy21h4LeZHKyG3iZrKxN9BHQ4iBu4g9Yl4ElujZQ5jdogeRDQKlRq7wp6SBTAW
VbumvxmWsHHTb6bDNuGXZfoF8TI+yUcSiCf1ic/1SBNKm8+2WWtX7X7BHZi9AeBbgAoadyqhIR7o
CQXRbZ+KCLif1GHXtAANLFQv5m+6Mxvi5VZN8oEPCAsbpbXbgF0EpEG+cffpWt62hbLQ2jl+OfLq
QVmMf2cHB8ikyAFTjdhp+vnZVc4IIzNw3iieNgHMXH8mJsflxxqd/W7KY2uQOpaF6XcPJ3N98gEA
vP77Z13CCe/518dTnpNM+hDsmTCghI5r+wAWPmUtSnoiynlyro3CIWskTc22Xb3gtH17m9fGRj1N
Bbhhk7yA6czc7V5uLaC1tK4A3gd0g9ttsbq5WfOacZRDDRrt14c9642fD5s6db0X5qHns+LUdrAb
vl4Qj2iiiQah1V28sfOvx+fk/mZ9AoLk4CCH8FuH/tes06hUhstZoQsx9PaJ295OAYBrQKF0uD3W
QD/a4cIumr1kELDB70d4CpA9NdU9mLM5LsCVGgHtuINuBDFqc7hfg2jnw10idJzzTM+NUXOr9l3o
jQNBGkE0o7Wsx3cO93x9/WbQd/BGgdFQBbDEIrdPnYu0jbzabWIRqQor37CW7hw+nCWp5NlcE0J6
5Cug50V4lvZAcS4UIuOGDErd/bLeCi118S68qZvb1XNr+nfg/L7RQcZ8ak+Rcbw+xjkPEUC/iXMX
Urb4gstrJZabRIBam3gKpbdieB2y+4R5HXjzupUZQCxm8swMNUZGENJYqgTcXk/Trenr7T4EYqrQ
3u4h543zIGraljkoWrfVa12KwF4ZQAqGgUQMyLsaVByuf9Ds7gE2BOhUDogK+j3Mfb5g+UEWT+wL
cxt3ttSsMt5AB4W0UNufNyRBOU1F2IjlvZxfmQfZdab45FQbimQJb6zrpKnZRk6+xAstCDO3OGgd
QL09Ce9BFO7SFON5TJ4kMJWZFZSOmONojYIer1520HPKj2ja/fSm5FSscYf4y4Qsxz24NJM9upID
A9x+p+tTPFfNQL0ZREiygNQwiGUvv8dNGJXzfGwtY9fpu3KbaSjr6+VjvEm2ZO1LEB1fOrEzCtTY
xWc2qedZIa7P1DFswtFA9gP8W9oL3pijhW2m2e/a1qwL3XQmDtaD8bAw4LkFQNMR4CtAOwE+S10X
VS1OTAe4b5ljHquWED8p/p0AnqA+NUF8FvY5GN9tuF8MdvdSEn72jT23Tr2xYtCOmagM09B3RrlX
H2UWrb+aEupfoL9zFsY6bSb6WYVXIE04YeTH6QzdqLg9xwSSeErQDlOvIGJZ6qkvG1HYoi9cMfrQ
qP3360Zn3/Jzo5QP1ARDWuVwb+GzPzy5O0C5tN1tpa0+u/1+/5htt4J+ozuO/rB0Xcw4SOAMAD4A
/juI1iTqFEdF6IZSlZAT/wWSkg5pXgNkNf2SPuz0/dSkXpihTkwmenFUQ/4A2ZYxt8dQwZwyQagP
LioQ1+dyLtsCaDc8WfAIgl2XDtk9SBqSsS3ICblIbaJMvbP3tl5q/iTguFk4GtOxuxgYHjdYw7mA
ggoeGeqViUa26GLidadUiT3DbzCwpvObhVfmZ+J1MgONPKhKTM8p3Y/WIRNPSk9pT/1tdMMZgpPs
kBb/BF+XHehk91ibolEZantYGJ764zRQhqmzRwISpmC06U6edOOWG+ZYr4RkFfgWUK1t/SrzH8mg
+7q0RdNNZkW+9aa+xqIJwehYfeYr8M0byR2EqXfFaWhWUfAIfoqY1+Otb5euVrXozqiMCm6z6d1n
t1mst1v1xIWPSqL7BlQoy/i2z21S6FUAPjAnP0rFvuRqrUSDGqOFTvoK4cJDpVoejzhXdHK0+a4D
gEDDbcIZHW8keoQaJbSDPI0oZicAjsLX0E/tp+79XUESDY1BKLbXzCPYTJAXEE1/J76F1WJr+3SU
fmyVszWcHtSzOEd1AxSjFbk9ETT0P0BHVajBh7zlwOaHj5EPhDEr31wSr/vxTH8vIGpSHArhUASg
343IH1p5WkDO8m9l5KpciLYu3JlLNqjbq81Q3IewRXfaiDa63/INv3Sm57fhr1FQDxBUJwal8HDM
wFZvpLdQF2sfImwRrdi4rwv3x4+7ipoxast3Q5GSlptsaWgWJJkjxCY53LharnF6YXUbTj+q/7aq
12QUEBjEwHDewK1+uTmSQSqqmo1gtK4aq3HjWBu4qDezblUmQBz1NWRwfXaJseonLvTbLvxX9LgC
mipSE5tkYQIpUCxdGL6wI/rVeHTD3KQBN+GJK1YTQDnZ29JHwG/zT/a2VAzoCmhis78+6T9yKdRn
UHMO3OSQsmnYTdX+1GJQBi8xZNcMUM8pbhN5Scj6u1r64zCiiPPXuKnDGJJsFPsa8y0WVu1rRIVk
QBCuStGo3zOiySMUBDJwvunSHtrxySqSneyd+2whsYYQ22Q/OKAIs8frs7C4GlToV/lBk8lQ+MHW
y2Inau4Ip/tvXn6v6gmEhVbNUxdsI0wJxLkkI2I2wXB3/RN+RvZYCRnsDHD1oNyB4urlRoQOGBSP
ctKdKmkTSMgR79O9Kug1pMjzZ+KmWu+QVItXBYG4AlpGQk2944LHXrAGiGqh+RPNLwS53E4TQlvo
dpK4Ios4m7mrdHoHJwZLOOF09n9AdUzkUwkfWWrSOuyxgNIhFVdSbXu9HQfriLxU6p4Ix+uz8zMR
AKOgQJiYMgQZmnDUAgmIKitGgsShj4s7uKvGXh978E8XwT4UXnqJBaXPuuQtDuLsDCS0JPWlbBaQ
r3QogCZHCBQo6NWD2CmL8JbauxHjyhVp0GT1JNpP2CFKqCnPCCztzE7soNGBVBucyEIbyM69A7LK
kHYpoCTk++/rEzJdD2fH6MenUPPBAFIGNP/InljA2oWo0yL2BmBuN1kYMx0D0IY46n4UQMHQRgwM
lWA4DLiP3t0rRa6B284kJbHqRE82QgN19PplaFLr+iip2+mHccrJ84KxFbOKZU91dp+9uslxZNdB
6wScwdWWxCwk16jX9Ic1yiXnWEapmQHLG6GYI90HXQfdnMZIytsEImPXR7Y4r9Rxh8wV22cEbZjp
ijW9yipYJ4UyHwh3Qr3G7e8Qs1+k1/heLXrbAG8BYgVOAlfKd8B/5gpxQTnII4/VRDm0VWzos1gh
+LQhFwH0Jfe2xHAzO8qJ0ghXBZR3APO8vNSakAUrKqD4p1A0SayT2glXquAUwx5OpB9/Vapd4sXl
3PeF6Z1bS+SYWaQNwUYD/O6l4TEqZIgjo/1MaHz3QWqGzu55VNQgmMZrQuIPL0PQJg8Q6wxXHCsP
TsIMaMOLs+dkLL8iLunsShazQwws3O2Y8cAtseQ1H8LMuf6lcwcZhXB0Mgm8JKo01rlPWD+LXXxo
UFkNXkOfszNDUFL9uhk6Xfa9uSdPAwgSacJKUe5o27pVh3IGCEFLA3UiPdyDpXOfHCQz/OjsGjz3
jEnMrWwFK2J3RrJirQKlMpCbHiJDXUG1AP56YDFLDuZ0hOkdef5d9A7JON4VBHyXzH9KSey0Vl0F
Zo+0jue9yB3CGCHVyT+t/sd7/5/eZ7b/5++v/vFf+PM7BBLLAERy1B//8f+aqi5f4+A1/UNrys/X
5o/s649j/VoHVR28V/81/bL//p//cflH/K5/2TJe69eLP5iQEKuHQ/NZDnefVRPX31+Br5r+y//t
D//4/P4t90P++fc/37Mmraff5kHO789//Wj18fc/J5/xP85//b9+dvOa4H/T/WAilPvnb/rrP/98
req//8lI0t9E4GHxln4fye7z+98iZP8b2rPBowTwJ5TSpuR0mpW1j/+Dk/+Gn0C0SyYgO0IrD67q
Kmu+f0akv0HVC/xE3+gqdLYKf/71VRdL8Wtp/kibZJ8FaV39/c/LAzE98xMcDOD/KYE99TNenlxB
joWQ4fpxw/mkSktNyaT4UJdK7J74NJkoMaH1+HY2M//6hnObVFr++0CAygmpJ+QW0QZCe+NBT7zE
BQhsLWvggbl73N4cFyFol4/ZTxvUwFSoA+cSiRT0ST69IHm4dbWlcsl0q/06TD9NUA7KIOVJMaow
UZmHp939PjT2o/7MwsVemK/LsPCnIcr9KMQyHsgAQxtQoxmoV2IwibF0aVHZlx9mCOV8uLzPsWGG
ZYnczsgzW04gvAP2ZInPNZlHbUNIDFVxVPnIZZHOJq3G9ESHcLFeA4khiOsoUSHF1yxcWgsrSVc4
xOGvaR6t21tVt2/KRVmnJROUL1IMLIEUJkaObDNIXWrthgeZx/VVvIy3QZkj83h0APzEo4AkId1B
lHvu2CeqXNuZLHZQFnF9QwoEAYSOjLwQZk57+2xjfpsC4fwkAsDhFqGbdnPGheKoWtQ2Q9zs3iPK
GqoLodMxXrTu1K7WwAK+1PtAXSSQ+AOfBqQGIdkNFTyIi1xeJNEghhASJ4lTVFxljWwnaaRtSiPh
+XSd8HJgX5/Ob6aB80FOBtHs9f26ApdBOzsuExZgjuRhEMzbGl+KkimmJTSMSSQbTd4VRhQVrl2H
vmqC+FTeEFLmTsV1CoBUXmF5Ud295jmLFFvNcY3u5hNjdRD00MsL+tFgeje8Y6RE0SqSqDvZ9cCg
kQSZ45W5glxWW0+0XWh/VLlkw4RRYU5SlYbQFIVFoFeuDzK6PqRI4PBPCZix0YdnXZ+DyYu4mAIR
krFIAQNIDF1ryKNeznlWJ3KSNEDXCLnPgiUtjpGd7Np/1wr63TjoxQBLA0Z6OLKXVgaGCG7EjoU1
SAmvd8RtLSCjygUr9PGYmIPR/AQlElGcal9U8DGWTMSTIRGtulbLh1xJmXVckA6qCTK34ATOmAJp
Ico7eJXxzNLwXj4CuMuPXNEaPDk1IlgGTLluTHTvNHfXV2jOFPhBBJDrgSwDVHuXc5clA2SvIRhp
jZxHgB0mIdSfU6SVeV9duF9+bAYQyeD95tDgBYE6CMpfmgr5dMzRxidZSK0Tc1Tyzqhj4OiuD4i+
WkA+NCl5wCVBjx4SudOAz0Iat2rg0HVq48gux3+lOTf6egmKgK/YVXGtjZWcH9WqVeOFR2DaZOdb
HTlRcD+DjxFJGyhZfLPDnNlleZ8tarF1bc/zMlGT2rh8iknURZCyDYLHmsjlcwBfqwAyruKXZP/o
yw23G1wxQL/QqcMDgkUdtCTh/bwVK7CRRywEz0cv44gDxc+p07iM2DserBRLVJD0TCOM4qcjBw9w
gi/QLIhK0pdJnTJgIiuywMGt6z3lUjcpT8vCZlTGzIQHWy8cDXoTiRNFCrq3AH5HTyjgBJfLSxJ3
TASiZE6SDqjrsyTbFZkfLKQ56FPxbQVQbFTVwaCDQV5agfqON+AAZk5RVwlEBdEUI8WktqKqX+pu
nTHFA8iPSxKqqcgh0aciK3p59NPcqftMRpd43UKk2lNFnzeKAjfEAvfCT3N4bQESBJJWhEdPlyEa
JXP7iK97p2PFGGkbwd8oQhLoadPFC8Con0sFCDvIZbFD8N7K9HkfG6bOfCINDuu65Q1x49Jmc7Vf
cHLnrEzgsYnzDVALGtvCKCrryUk1OFwC6pq6C0qHKdK365fKjBF04OIiB2+EiDBkOn5nh7uqsQ1U
JuxQ1uJGM+wygBjDwG++rpv5cYoxWyw8FHVyHBB1UXshU/q+ELm4cxgcvVu5Kdwtz5bFDkUXyNYO
/fB+3R7lVWIXgPwXq8MCnQPiYZqIgSNx7kHMoAfthOgdpKhmTE6AsFuYJIVRqF1k1HnNm0roSqta
CJYY82f2ooxkCsiH0IuPpvjp52ezGuEmk32+7ZyKBIzp5gGDVhsffO9xIbWn60OdWUEQLOFJRWs8
asS09CMc6CROW65zwFIYoaYTq7yuemyw1B42NyYB3gGS91PrKd0+5eaVEIaCOjj9IKavmFG5gtJI
FSCNA2PZ6vqo6EAVYIGpEV0R1Om940DVfTmFVdDUgSzEjANSDUGx/FgqlP3Ea/WQegxzAxawpHoO
E1W571xFuUvLTFDMwmdBAJk1sRou3JsUIgfOHtAaACEDPYrqGdZ0WoazJfV6KRTDjmUdD/PQanzQ
Q3yEkVM5tvjRh5pTUQ+kMgMe7qiBi5flUKuWWiCTQz6X7cjt69SKicxAJ5MZw9jww5p54Lxg+P+c
nVeT3bayhf/QZRVzeN2Re0Ya5eQXlm3JzAkgCZK//nzUfdFws4Yl+dh+sE4NBmCj0WH1Wm/NsYJW
5+Xzu7sA/LoQJJEPGLyfd8c3ul4GOm2ewswzvO9VpDFDlTDwekyE6TwqM84uQekDW/aUdzb1Se14
47sndFmfDgIWw9e7I23wuh6toLKdwslqo4NZBfbRUEN6tdCM/xoNdvqqYu87RnNnoixKTcWCpUlH
nzdY2czcz91oVtoUpmk2/JUHQ9Ef41zWYPONSs47Ud/magZkVARm8CWs+bAalY9icJ0prAYUG73M
A0AQy9aDqNrUd8xv6zjRksd1mlw9EGHPrY9rH6m+4/IVnQbtF8kQbnqCnz+oU3WuPRNEjefF9k7I
+TPoeBb7LSfK68D7zRQMpe3n6yaGlcyeHKdwrjsBP3VS9Fezs6K3Vuor+5jpVVhMw6VpvPyLHqvm
jT2657iycsTlBVwo45C+NkgoiqNWxJ25EzLdvSr8dgRoPpI1OiWt9aloqacVSs/0cLI755hUcvpY
9DHD/lrXiUdLL/Zyiq3PwACCxxQnfCRUFJ4fR+Rlqa+rUg+dgmmDvKyC160l60+N3cbnXlj2tVa7
3ZrNRXGElB1tnZrkalG9sAbNScwZghBVIAeR2eLsDGb7wUxF8j6xdGZpsqa2vJ2Pv2HflBUsC3VK
vBWZ7vPNji3kekiV6GGqgsY+5kkgtXMRDf53l4/75WV/tbFJWo0EOrQGiBfX/RptDKIi92hPJLmu
YUUdzRIndfsnlcjqzO/RH6Km/z0S7p9OfRnxIiQBWBVAxf18i+5g1YUl3DnUqVjCJGvYbXvUVebF
55e3d/dILw8mUOSfB8kcyeob+knCTDy13rDM9P5EqpOHKKbvEZtvrYKcKNMyZIlEwKtgTm8jbzS6
2gi7WdTDiUGmSj8ZnlPuipcuacLKLwBUp9CFJhAQuPXNq1yYKKNcM8JW6Pp4nsXEVFYT2PHMcNdy
fAYV2o+yi23IctFOgVhFmDI+aonwkmOnCt076I2Tp2Hqp47YsdytcyBCZ9gD672XqY6CqGpSKBnD
rPChxqiz3JEX107mvcR/64r8utDqs5JFFtFksZBTjRVEqFWLIFsztsV7Q7TWvLOtu0QcFwcpEU0k
eFiJblcXsm27vlZ5hffRNA8RVkv74madeZPjWH4oHem9SYUpTkFpWenO0hvhBPhrJncX6nHk0FYb
nSKVT4WHL5jKoPro+HOnHwUM0e95F2xYX7tAfxVr0fTAtCa4uaFo9sb3N74p6R17d5kzhOBuZdue
Wfdt4Eo9dMusqA+VLqUChiebYIfWfWMhLJv8kyyZG7uu4FZTMedV3nkhM4n2qSia8SSnrvz9p2vR
JAWNxx1a+jHPPY+0etUF0P6HkaO5VNVLNSLVp9LyXxxRkh/lHNlfX/ZBG8bqLQUconds1l1Xbc28
Tpo2KYAZaco7idiTZwsQwAMpYLSTum48zNCuYv5EyuTk63eSyMg3is6wKRB33V9lHldvrSDSGKZv
y6Y6CIYx+53Yb9Xx/+nL4QlbAEVUMsHxr0zUqUUzGQYAzdKcW2japxmipaQtYeg0kvZxVlXzPm7j
/j+7s1R5cMF4vKuHwt3le3A3LIhsmkIgccLCbbUK1iiPO6U+Z244dD3t3XwkGrl0Rte+0/TYdp8M
XVjV1XeaLgNMEwhxyEfT+beLYR+/mHnngloeqsE5u6mff2YKqq1PkhekvqUZEkKHrhCJfx4yq/tc
VanooTeJTMYQBjsrjno1Rx9q0yi+gDEvn/RklO1XCxYzKwxyY3xTup4CSy8txz0NlJzcaxI3UXPR
isyyjpOp2eoxydvOP842M/HHYFiksR2/NL4LMXT/EYC29avEdDSI8JWZf261pNQw4M7zzmkh6/dO
P9jeIZOaPh8aKb3hDB7W/pf5X/j9Ya3uStBlBkeiJi342gelh/ySPea0651B8y8jN0MdkdkcxbHM
regNnZuhfp8xuRidPGsIEAymOuZcrKwFPmmTBBqHsvVN2CUre/zL6JhjeJOlvXg9KIfZHzdxxF+M
k3n8xp6h/S2jWvdvU5mqCQplZ/rcDU3/sekqkIgWEigfrRRl5EmY9r8JSZ+4GoU2v3ODojH5mFlj
HebIDKZTlJPZEYbDl/quMFwRn4bJjN6JVNeYwbdj933UOJl+MKo4+jepOtTshixqnjo9GryQPQ2f
6r53ojduH/N6OG6mt+eiFuVTXxkNhGjUs8ajsJQmzsqpyr+UTrPgakm/+DQqx8jPUav67zaKQHHY
8zOYHTNkYhydSHf+9WNDsZ+2qarHBG3tCsrnsU0glchpVrh2b4Ki6vmFLrKM/faSVmSl73TwVj1c
Ba1hUukdZX/0C0uPblqZTcOxM3VlQhgy5NCbAhoNc9HUOoCToI5APZfSOsWt0hGNH3ILlGO8oB4N
A/W53BND+eBrDUR6ZT/+Swg53yYvB1lWGSaQK8dshXUR/hj9E/t6/Y9tdSXq0KIv9KMX6Vp1ridf
+6ohlStPzKeLdw1hBFFEr/NrYGdohumd0g+OZimJhYx0wFTB3O455pH87/+GfFSjzFqL51MuP3py
RYDebdrsMSBtvNMB75yzgIGoYKwlqDKrCVotknZoK0skB6EXbX7OxzH5yoit6g+xI6pQaFZMTDug
S3562c9vuR9YCyC6BdrgEQw+f1pKS4sqpTdm2OEmnwS9hFNZFMnOKos7XUWAZL3L/kgPabAsh/BL
PWSc+g6qoNIMTakNNUTIU8HL7+t9OSMAm1fFsQfL+E/iTbL+7+UNbr0uPM90rOAhXl7R50vbfR0v
oYIZTkXWlocqdaartPT5vdP43nWU7reX17vfqgtQQ1/qPmSb5vpliZqo0oxEOeEclV1+SAZNT6E8
UE3/qOWz4x7gNJjHSzJrhL8vL31vSkzYUQPzqSHSyVq/2bSDjLTVxuzWTHEWnGu4tf6J01zPjq2u
GAEsa6/qzz0q7OpgJkmwhxTcKMNRuF3okklayM3WiUs3JS6Kw1l5cyEYjsPB9RM4FtKqRhI3Js4+
d6R0xkFoqbRC+gCNdhls5Hfw/3r3ydarKt85kvswhiYbNS36+ITAmMHzr59raWuNRZrfWoHeziGQ
InicpOE8DCL1/375+O8tjbW4ywENMBTl/FV+2MROy1QakhGVb/XnxErzM6DZ/nViq+Di+EOys7d7
SyNnoZnPkVO5ttdT+MOQ2jAWz37op1l+BavjH1xnLl9b2WRcU5kbhwl57Z2bvHGgS4EQmC97BCix
8heWPoKacKwgxHMXTzzkkD5N7nyOe13f2d+9a/IYMCT8pG2CDOq6cSLixPU6RwZh7aB6rtl9/tBl
014/e+OreTRnApNyLT3mdfxlRDPJQtMDl9EzjSck0j5AbjWcU6UrbqmR7LSDVgQVS+hJJA8agq4d
V4Vq/HOTzMbZUiNZG7VhkwEjK/Fxf9QzrPZxVC0D+m2l3JvqclkelRFF0TVLjOSNVMJ7m2p2Ddug
Gmn6ZZHQPqLaIOOTIa2yeJ2ZduUckE6Z+6tsnO5dpndD9ORVk/2ti6bg0xwTCl1eNvoNe6BFvxD7
kJ5AEbX8+S+ePZ1MQkuni8IRTKsBQiNqkzPETp53mGJnzH/f/GC6AnwA0zzg0HUmpEkfdgMwOWHT
9v508KuqhLfIasVHuyjrPWLADQsECoQjWuRHF7/6fHPtZAjNS4wo7EpJeBkP7rfeLcUOCmh7FahC
FsArMy8rvxEIViiKKQprV0sIRnIr6z/pI/I4OwttvA++xfGBdKZ7jEN8vp3cs4fWtZsonL3Um0+E
yybRny+PghkLiIQiV50bf0xeIWBV7hUFtgxlKQeQvmL2zCo8X7ygXqwN0oxCXevSj0REnfkVQs3q
k6kJu/n4+1ZJaRD0JTksUK5V8SOWfqyCcdBCTXTaAWbkIDvUbavfBiNId27AhgPB8KnvAnkgyrgD
xIxzldvGpIVxEZSnYui6kx6b6gJ49Z+J67HjFTe8Ps0KEJlU0mj4rr2io3fdGJSGFtIaT96YOjx3
7uwWr2QOdX/VDNpNGKW7YznLx3kev4EgoaTP8045R18/bd2QdCNvtxaaTclQSQw8OzrmrSGdc+/K
EYRcqdzgYKWV+lszI//KqOVk7wwibO2cPh+dIv6B/Wp1G/NqdEvH7bWQwmVphEkdAdkaYkcpJsCH
ST/NQRzLox9N4sPL5rR1Q+EPs/+/mgSq5bntchWToZelFhbt7D6W2awdY9LZnf1treJzN+l/Ea4y
0PN8FalB3yP8mi+bT4l3UPThrFPVB9LbWWjLYv2fARqtbxoUq+24Q2Dny/x+WHhUk7KgQ040Hb7b
MTVXEZd7sNitm8+1cJaoiN7zerkuSLOisXw0aCtpn2yrlrSfOqQlsuEPLgc99KX3CmAMU1mZiO/Q
4Db7Igr7vAO41ftZ/05PSvie8rIvwYraDdvL2iD4fSeAP2XEm9h3UW1fLTzXmH43s8c+6rqQsmwB
V9nsfioG6jMUW6vzyxa5caacJe8tNGAwIKzjWqegqL4kk2FhOOPBjIzsNCW+RfFRyp1q7oZZLnzr
iDqCfafIuXLctPIryyjaIGwyJ30qzCp56N1hj/Z8a0OEYERHgAqx/ZXxx0ADFEMPREV5MT76MuvO
cWvEPwK43k4vn91q/OZnBMbbsLD149LQylntyCwaYagiC8IskPXNpr5yGSczW5JvNz7qkV2cig55
7SLuwc/JYTg0DNV8EdYcX6NC83fqnxvPckCuiENbbv9d2lZQ2CjFuLz/sslpFPp1c617MTzE1NGO
qRYX51SgVkKdRGt3zmLr2C2LRgEYZHL7tU9NAXZBTMPa9FpE9kq5I3Aov7LBy7raOO4R0G0uR46K
21noC9dfObXSpq8sh2hRC5pb4o6Wf8Ik1FvVTM4e//GGm0OOg6ief0Pmvw53VDQHyh/4zLMHyNkY
R+1AxGMdIsAXjFLrwc5F2SgqE5nSGQQ+bPK/dSzsagPkc04HlXMxd/Oh7EzG+3szsefzFOlCu7h1
FGePlPllfi1jOUBRV1kp7HTlOO2S4248lws9jYO+OUoGdyXuTNnShk04CmHdLO1jQBGmfRB1WSdv
RC0otyZF5kfnaNaG8aQVef44lNn4w53c/muCTgcaiH3hxgd/TDODd8GAgETveu9hoqwORX6k2uj8
8s3c+mJLdPGzNL90Jp+/gFWUxqM+J1GIdKn40QRW+k3P8/obeLliOlXZ4OxN8t/fvYU/F3VAkgpS
2rUr8LjnTmKgxDvZs2qvthyMb5ETtfoJdEXRnWWTivwEKMf+MEsZmDsmc+9b0fGgRcbTAefJXfLZ
OzIP5ij3iassERzH2M28Sz4C8Nt5n7YXgj4Sf0cqs4blJmBy+4U7NIS1wL9qSVHd+s4ed7Zzf73Z
Dq8EgDWKLdjc8+8ni1i4eS1ZJU+KizEPNmOioKjBJY7Xl01lc0OkQIwlLQpz66Aimeo+AUHshUUE
iCYAuR825rBHGba5IcIICodUdYjKnm8I+Ks+y8n1wsQTSFIFRnsUg27dPE38fpTE2ZFKU4w0FkDS
KoIwrdhJx0ZR6sdVHP1Kn85NkDDPPdV72oCbu0Ickn6Tz/O3NvqqJMBG/MwL52T8YgAWAiKt5NXP
G7XztN1f6AVh5aGjxvg+wyarTaUOKMPZHT2AXXV3S43Kv+hlDkF3UJlMIVnObzsQ9kRyBAAWhlxw
9s+/V5RYZgW6yA+r2tUfaj3KD20xy3NlyeFouGrP5W/sD2uHgA/lSv5eTyhUOWyxZtbhPrxMf9vT
6n5H3tbKV1E5OP/qUZ2ZO5nYxrdjOgHwJoC9ZX5odcVi1Ym81xo/TLSe4eRa1Qc6+N5paqY9Ne+t
pfhwBAeEmgvX4PPD9Lq6Az9moVJezf5D4nTyRAtoPFV2NeyEIRu3eZFrMgjHgO4TAj5fKg9ay+14
dEJroErbCZmfRqGp48s+Y+tr/bLKz/f7l1qVZWTgeCfph1wNwJeBOdHzm4aPk5924Vi67h9YI0ZP
RRyquCXoeb4rRfg20c3lW9Uw+dtVHbyDG3Y6xGNdXWw703+/xuJTXmHyIsAwKCetzF/zB48aX+2H
3hDFZ08G/cUFkEeXa9yb81i+yPOKAEXgn+QTyG2BaVwt1TuZJCCoOEuhm8euoTGV21hkXs75cVaW
HjY+3eeWGYKTkwnz+8ufciOGZ33gCVRBANfRb3l+tl0954nlcrbKy+wG7oM4/xG0c2+f8tT30O4x
XVm/ndpcoMErTK8lALLkh9I15UNDiYxus0qycseON8IJfAEITyZQwFSt07JKTFkvRsuj7uRMDSSH
tfE6E5H3d9+3Uh1pOwfy4FtD/5/RQqC1s/rWLaLLxQgKJTZm/Fb2Vi7Q6DYg4HWFJk9j4aZHxBe1
28tHv+UWMC7IA5iwAR+y8ulJ7NljqtF28PJ2ehJ9lZ2zYfJP/tj8+/JKGwH1MjbNS/Vzloh8YfWR
uVIzBR4/BPIwvFEVYI2jQZ/DPY6wXH6zK5lBihPE6qbrJNuBoej2dtpeE2njXKEGQPeHnh4JxbpF
0FupxejLFIRVkORPfd4Mh2Gqfhua77JZHhO6VQHowrVnF66dm2g2BmFUZWn0szoCCntC1n0nSltO
bXV1F2A6IxZ0GZZy0/NTTcp4wVXE6BMleh2dCqlZ7UmgRPi5KCI3fVBZ0b62DOifduxzw//Czglw
0mXC8r7zMQk671VdYJ8wLrzqOO2H0Uvi13YsOqjYfff6B/az4A2B9nGq9J2f79SrTWLE3KBKYlvD
t9yPmteuhCkusugdJCoaz05KjMoganCVeVZelNHtGc/WpmkfYD8M7qPCszrt0e7mWaZ0sXrh5N/G
rIbcw/XKLDg0FRQdZ/7DnO88PBtXlBAcIgMa7ryr64eHsoeyyoCHzu+8/ijmBDKcOmgumZh+T3tr
qaX4wEc9SjeLGyZKfn7ElgO9Te8kvHEAGZD9CmxYFerZOSSlE+/Rw2y412eLLRf1lwdc19VYORNZ
jNtD9oxwtci/9XMhbyPwseqQzLHxFrCH7x1qEMJj+LI5bbkB0o2lsW/zQdfeyKT3aAeT5oeaqeqn
1M7VKyYFzJ2QeevbkUMtjsZcijLLn/+6x5x4oukn3OvkoINnwfk1TgsLYNtEO45ga0NUSmkhAxS9
n5pBxmGe9YKoK+qz9pZHc3pCYan+g1WAYC7Z9dLIvQMFdBkzdlXuhklRJtc5L+vTnLbNjslvjNz4
KHzjVkwm4GjGrAyRAvbYzG6JaHJbNMzaGfL9ZGnBgQtOTc/O3WMTTcm1Mcf0JBs4hDRG3V4BHqNp
affaSdeUcfC8VjyVWVwfojlzdr7slt+lTkjfl8xrIe9+/mWjYQkVEwZSg8zsj3pdwvBzOuvQ6J1H
w/F3jn3z8fx1udVlYZayTPU4dsMGrYm/o862vnNVh/LS10K5x1LYeZg1Sf2RQQG7eQA8M9jnIJrb
PVjIlkUzXYQzW5rEREXP913bJgwc7uCGmsq6r0FiQBFqtvGb3Kn2RCW3LNqnCb2wMi+Fv9UR8+UT
t/Inj7FOzTqCKplPcQLm8WVHsOXSKfQHFKoowN+F2cCoVerjZsIkmbxbIn3zZAHWosxRV29be9hT
fdkwHAsDQA+URALdl5VLYOit6Zogcgnr5/4xGiBKEHOpPXECI9xYTgV+Vf6BY6f1jcKDTkmHGtmq
hWrmQRT7GotaXREd8qoxT0ppTmj2TroDot44T2YQAM4svRMu79pSk3mA6CLhq6VNcHQNOz0NTR1f
E1+iQxrXe5S8Gwb5bL3VeRZ6P2dDlnlh7KJFJFLTfPJqOZIhtNnOm7G5FN0Ma+HKhlpsZfvN6BU9
eFs3LJusPMRAXt+oVlOfajc6/bZRMm0PfoDm0gIsWZk+/ImyBdgV31SN3CaMhO1ZSL97nBXE1Bnw
653gavnNV1EkAsDL1CXEDMs46fNbPaQlShlWF98s4XnFrYuG6lNWGUZ9zGtL/eW7Y1CcF2YHpMLQ
zXzs8iG7vbzljdtOaQN0Br0pAtp1da5LRp33149vKEsZZ6ch+eMNandu+0bQgetiGhnqjgULsrIW
xyzSom2tmCCja17B4DG8dv3Ze+0J130VR10dnDihLj54XRC/f3mHa6qfJbxamiXE60QElOSWq/NL
NNCRz5faWCW3xKuDlkgA3DXdoNK3X/VSATE22pr6IFTWAkzwIJPowSkQZj4MWgn3sBn19lWMrj1f
FiaG+dD6mddfleb7qCb7jYAjwViQyp6y270Rgq2Dc5ip4eyWf9b1ox4UudU4AcAIyrgJzESad4n6
JHlbpHP3EOiAlfxc6mdvKv3zy+e2de14BOg0LcCuu25i5NVR4XejFuqlrk5BP5vXqHTGU16PascI
t+4BIKGFI4Eo6j7H4NLpZTWnt6pP8uDagviYjyCdYX50I8v8yx8s49uo2SBQ0sT2X+UGGdDO/OzW
duEHQxucf993uqwi6ISd9snNN8b0HPgiOk9e/K+cknnHy2w8RTZVY4qPS5MbApjn9pjlWazbUwqw
Jmh695CkMWNSaa8JlNtKwJGHwQ06dU6Bmu9Rw2+8EtR7SKCobiwQsNXSpqIuag1SCy3q1/3rcvCz
9iCGmpy/5s/eSzvp252XaeNgUZJfAEv09aHaWNU6xiQ1myDLtRCM9Kei7apPelHCiewPO19w61w5
TQJAsERQASx//ss9Lzyn1wyzjsKiENDH6lAOJzOznA+t8gZxGIAWVKAm6nIvJ9/aIdOMpAF8TjoP
q2dj0o2u7wpF87noEv+UN1qlH5jly6yDN4p5JwTecAlgBfl6CFYuFFSr8/R6reApod0sxsaMr0Hn
MY7qT4PfhXXmiBrOLd/9kXhF/KHSYjn9vitfRnE5aPJiRhJXJpRrQ8J19SMAGqb2yQhK5nliT07F
QRJmjK96Jnnr0PazWtzaWQ3a55fd0oavWLhpqN7Tc+cOrbYPAVFtTCJLblk5eMN35im65KHG/gb0
SxWDD43vZRXjDzlMWT3Ifyi+A9n8QWF/gfsDRHV1GnXrSwwQrp3yBjiTNsr4sfCR0vWLnlEhL97j
Ed+YCfdtn4bwMuKAZa/T2RodgnzWPC0UravFr4PGivUL9CVJRQ3Nsm+1VzcMIPaahBshcfVSfgnK
OBuPuhkX3qUdSpFdPeYlH5xR0/pHpWnT09jT39kxza2LwJfBtfHg3mcpTqkaPRCxBppa9Q70eHn8
lzYMwj5GuYDJ6GVL2HJmGCGtZ5wpH2N17co8gt0qB6CYVC6JkdNC8m37yWzdYquJ/065P9Pl5SU3
oiVeRMDicO9TM1+XL4hx4DuA6uNmT0Z5kY1XX2bl7gkQrUSWfhaECFTcAJUjvNldHzP353SsfYeI
BQrN8nsb50b6KB1jSg/CnPPxkFpmHDxMXVCN1173Zu1W98phugXwVnaLTavIvrS2jTDDJCyhHqNq
6J8SlbrdsbOGxjlOc+ZNDHJAX/tgZl4j3qdk6+4PjSisO6iyGYlqGIHY42nZGG9Y5O6AvzM0CI5t
fX2VbYw5ANf0pgWFFdwMd/ZGyghAXQ7tNAXxa4h9G3E0IxhVjv0sOeHSsaV5sSyteGqCnNG33/+m
1Iq4y5CWkqYtRv3Ls+EamtSV5aY3w4uaW9q6zTEpgPO9vMrG1SCuAZ8MZp1e1rpw0bamPwjXT2+l
52QPOuHw27xDN8VLK+Pby0ttGSmBGx1w6pb8tboXc5mJVMwcsRnDnD4CvDgajB/uHNvGa7v8bK45
4zJEiCs/XOhtrlO1TG9dD65b80RboBoKmKBumBdrbLN7HRtJc/2TvXGIi2AzbCur16eYB6tqOy6g
GRtxeQgmW8tOdesXO2e48cgyfLPMFsA6wUjD8ue/GEWkfFm7cZHd8jghJWKPFClTz7SaQ5lX0XgN
Ij9tnqj6D59gXcl+HxBNvsMGnWXQAWjLKpaJ27kZ7Ry+FnsSpGVoGh3bsm2eKrFocnVdEr58rhu+
lK3CNcSQCMWR9asO50PcUElNbqXTZZcZWHBoz411Sqdk+qKPyJ/99nrUMyEDBmRAY3eN1ADVhRrs
3Ma3MpfNuUgy56CytLrC3DSGelv9wcsE4y/jvD740vu2nmcpKHijJr5NgwAP0hXNZcKVXxgf3RtO
2bjpLMULCOX2wiq3vn7pmKmkzeObdNMAoJxrPrZ6Y9wa+MRuL5/i5lKUazHVBYiyDkLgOTXQjSc7
HBTTpnMmi8eojf0HrezVzsjNxnWHDZOa4MIISFN2ZZBzDW/50OfJDRnDqXocZGSJQ0NCaJ0QrGTC
eEqyLPrqlN2cfHl5lz+r26syCUVvOvJLLkrsu7r0hpO3pkN3+lbPcD1dAZEwyDn6Qf1dJp35mI8E
npd+biPrRNN8gqIX7Jt78dw0KY5u1vfTUbMa+8sglxnstu+9V73Lfzi7TpY+xTpizDtB6taHAWJv
MOBF9YEK4HP3kTObBKplCELVOvExZnAvpApUPJD57JH+bdWoKXDAk7W08O+nhzQbOARN3WCBMZtP
qWhtAuFanQcTNfuyTZKzKuWIpluanlqR6Me2S/doizfcJewndM0J/XgR1u5KSl+JTBdL37UZ/qvr
cXiAI8M+RdCMHic7Ve99p/wRZe2wYxsbbx3ZHvUJMKOkfOu28pw4NSy2NHzzIepCqEHct96o9lhH
tpASRCwB9wwi8vuRqXFqemvUmdgj3M4rhuw1OzpNadcnF7O0xDdgMNmXrtSGL0438H+wswThxDGp
EdDS5iR3r143B3uy0BtOm6IdI+gGfDqc/+peFEaBukyAbUkh8tepF8//uUE8Q4k0JYdmipqvL1/E
ja8MDI2D5gvDtHyHF1ReDFsSvS4l6LsE7n+ekb5JBJJbsftFGNbfdQVc5eU1N/zOMnjq8Q6DCb7L
dqViKEDkIwDk2Kq/yQhpMt2HSDAePcq0c/Ndz117x9dt3F6uLokFF3cZyVudq4uIQ0foy7BFkH2j
0tQdJcRTEOrMYqcUtPyklWcjFFzA3DS3aRWsgihXOC4UzjaN7dQe0qPWmdAuSTdrRoTbuW2H2u2c
4VQnRvtPLGYZHYNSaL8PhyMO53T5pLTP1s6qFoU2pC0FBaPRzPLg5br7JD0nYjDI7ZB2f/mDbh0u
1FZLk5Ga810g7MgRSKtNsUSlfQESpY4/CyfJjqk1tH+ysV+WWpzHL0HckGpDPJZDFKYyq65tr32z
mkxdEOFSO3nh1k2koMOwHORHzDiuXscSbggzi3pmZspRuzVmor+aBc7Bn+ru6I/Svv7BIRJzY5sL
zHX9IjYo1DI63EahpeeQ4EG9rPdnU3blD8uYzT2E5tYdJDdaaF7ocd/1ztJKb3XZucx6uI6MD92Y
ltkT0q5OfjKnqaHAkpkGek2gb/da0lvWQhgOOBknv7Qjn3/CwBpdlcBaEs5+NpwXhYenqi71o1Xb
7fn3z5QKHm1lD5DXHSZLG1N38hPmnto6ni89fdajtGM9NHp/rwK8tSvwwVRIwIWCVlpd+y4Z9AaA
uhfmtUIpRTdi7t7kHYe5afcmOLZcDIETbcGl3XoXaSsvqFC0pDHY2L33toUx4dZHtv4OaD6kAUan
5GvSLHljsFR9U7Rm9vLrrVcDLCU6msyQLnqFzz9hbKPxpEqHxDCJIv1mtlHVX2bKJj/0Io7+a2Gb
lqdYFQh++zOCm7//VYOfvBUU9u+xvgE9PNoOgRd65VS+6Up3vDS+hK8fDPmXP1jKh+aJYAS43brJ
5dVtkjo0fMO6H6KLyKz51A5p/qBL8w8w2sxSUr9nIb7p2mUjnUVupbGUDPz5VeNaMMUAcjsmbTYe
hlzsGeyGEXF4C5gGHNh9cyRGMbRPZ98PF/SvBPvlzJ9aUIyCSlQdf5ucnNdLVHAqkUTUD5Mp0x8v
H+5GoAcogScZL7tMPq2uzBR3YrZqgENm43hHIbviNMBs//s+gF4hfUoQFow7rdttlg8NopkA1+5H
37uo1k6YIjDHayZydyew+Rmart5+wna4wRgf2KCeSEq/r50+CMKh1/MhdFSaW9Who7fxD6RhKvhi
NEWESkPfF+JHrHXOq3m00yejiazm82xDxnO2h8ZTTwq+ovGiunYqPmtq8MQt7ybPgNCpjsvXpZGU
H+qGvsuBgaD5yR1krx0nJfL51dAY+gcawJ04a1CH99d5iqbvQdbAs5FG0rQuJtKZpx5MaHVUU5ek
t7qA3H8pOxtQOTFinDxMKjqIoAi+Gp6axncQ8wXyaFqpbYRVKosPxixRk5AMjQ8nUwb1f9LuC0DO
jWy6Y1ZWJhx3btr9rdWtGcGS1mNKfiuT927uT+OhcXO7uhXd0A70GewGdfAqQMdC77MOAJJOm+xs
oG6IeHTj209ZMGX5FzjyLH3HNjbeeGb7SLa5BRjg+npPYpizfrlzVLW0o1JZc9OsDCKsyplvA9KF
vx8osd4CdILU6J4lBCmoOHIU46lIuXnvapQ3HroG4NWgBzt3y7mPQpFtoNrMjAl19DXmuRtgeIFp
Nr4ljp3XF6+v4vho5LEvL2aaVXsIxI1wgpdvEVZgbItm6/oqt4AdyJ21sAcYdOF5jD860ygPGfTN
pwxV6xOVY7Vz3Tb3yE9dyGTBNq1vduuKVoJHpAs5KHnj40VPcGi5bxh07nYMZctZMn8OQS6cUDTq
Vg+e9EZ7UlLQlwCwMtARMmOKFo5AelNoArlxq5hq+5gWuv3AuBVkbFniWW34ssPc2jC4o6Xlysjx
3bvPaDoCtCPVQkR840+gZaujPQv/c6mZe2ruP6OwtSvDSqmdg5gFm7zacZkKz+pg1w4FgeD0oQ+q
+i/6oV5zaIrUTi5FMf+PtPPYkRtJ2/UVEaA3WzItVSXvRhtCaqlJBr03V/8/1NlUMokkqg+m0WhM
zygygmE+85phOnVqkKdv5lgST2FLA80VXWJ+T9Djf5ulpYMLdWpI+QHRNJPurQGiCQqSpIsPcWg6
uYeTlhW7UtTVX6o0T2xvaFoZ9bE2kTIvpzfyE+yG+EqomksnyNiKjwMRvnwDAidv6jCI/wPbbBGb
x/YOI5JFaPY2sBmpyUmKqUqo3mRfkkRzzuWEg3cqj9rOt9x4/BYNDsZBapsneDlRLxKZtheqg2AD
JyZpU9TtM+7eoox3LpytShKlZlqNNGa4DdY9iqIsdafOdD5jrI9PVaEhi2EsWt6OwhKLXNd/lXDx
j6OZfB/6KEawSPnzeNduXLL8BKpIgHY31GKUjkJm7kgcU9QALpKepINbxOV8BCiknJQkD3dAAxvH
hGuPAj+Pvb6gr2+XtpnNZEgblEcS4O1uHvSppztSfO4k3t7Hc9v8isTAXHt/62SrU1LNoyaMTpMu
BlY8F9S9psvg1MaOMMXWKCTWC6BrUVVdF4XivMK/ZQikSxPqEwYqAOPVFgzv47ls7pUFJIeQKiX1
u5ywsKXYHicK+HJQW1cHSuwlHzX9XW9S+Taccf6XnrWMoXLvmE9aZszRAQSY+eHxz9h4ShBUwVub
v5YaxvoIOkOG709MWT8Zo8sEy9Tru1ocCU1RfnbG7kzbcE/ub2vQBasE/ABsOWyM2y1T0ZnK9HCg
yx2FaK/LUuBrSpM/p6h4Yp6QVx/Vrmp3KgwbjwqqMWxQLoLF1GN1BdRNFZvjiLBJGMXlVwVx0mPY
VoAUZy0+jFKdvRkhqnvRyMup5P+FgbHgTbCrIsG5r9rIaFQt2mycS5qcz3lb5gfFKf8ENpXGhXT7
6qNCXQNwBzh0mHh37S+htEqpqk1wiWZL/WxpU7TQXaeds3+XmS6UC6BY+gJ05q/lKL24Vie1aquW
rsbFKRv7Q93X5bvOUZtDl3bW2yrTLEh4JaBE8EuvTjQYGlLJouVIOZmY/nZojMwCgZ9Ddxn7qJPd
2YyqH00wz5Nr5UawR5G/P62LdDjJNy0p2rW0JW6HCydbnyHZDhcxduHgZkaKjCMLX7RvI7vXpYNS
Ugj15rxMJviGZari+z3kxNSGIcQOIGxj2UmQHXqWnJ5FqOf2xwjRmnIo8p6550jLJgD3s2PIanwT
VWd/t+Wq009ho2HROkUGycTjO2NjeCrKywNDeMRrurqGuznS+oEO/4WwRfOKlsKS285m4+ZJ3D81
OajOMk0tX+2yb68fGaLzklnylt81Kxwckyiy1AMPQFCjUVKmb+Rcr0ZXz/LhrMyh/aauq+4AtDq4
Ph565XJOXI/eE9hGAm5aRIQrqx2AQhkeII7BDpit3k/qVk8OUx6oB7WP5vOoNNJTKTrtf87U9XSN
sAwWsha4ldnMSw+zdlHDi/7pgnxP9efuNl2EqHjw+RvIIVNbIoIXh7DQIEZHQu0v3SCZX+0cCay8
nK0zHIT5c+1E2pdOT4cvj5fjLsyg+GZQzIBxTuLDg3w7aCVRyAWN310G0SGXLAWOuE7yJD6Pej5o
xxph3Xznxbx7l5d6n47AGR2bhc+/3vXouasiLPuLk5P3Gmo8HWXK4MfHE9scBewQYhg8FndQscZq
lbiwG84WGfkvzYnyt606hzuP0dYo5Gi8QuAFlh7Javn01M7rmKJFPdjGuenHAkseZ69TsDUKDXtL
BiWLfMQa9tZMJY6UiCBf8rKQvDIXpjfZtbVzHdwjkvgwwHIWyQi6e5StbydTVlQqTLQGLvpg2edO
LcL6kAem8j7VLP7REgN1Bgogxts5Lor3OHAW9oGYVIMZnLb6cHj8Be+2JuwNcCSomBPQ0FFYrq+X
58GCw28p1byIEyQYiudUXRAgl4vINZ1ClWh8j9Pvx2PerfQyJuU1nOOged412dqyiPoGANhFIjx9
3+lt8zYrg2Fnb27ODLIsTBjedR6k25lhDmkY6K3OhDDI9hY6xoqii6uPtG/VsxJHzh6V/+6mpx/O
UaOvRpBG1LQ65eGIBjdffbrMqS6ODnC2JyuvxadRi0p3VELrrCpFdQnbOHxtB3EZmV4C/+GNoZZ8
O1UzphkECkS+SFJVnvRMiz/oE70E05HaPZfK5c+6Sb6XsXjP+HoLKHadHNoaXM22lOYL0Gb9WAfO
9NTWZvRpqPVsj+14H0gwGKp38IwIfolglm/8YneOdAiRncMaZ0il6ps2qNEb4lE7PmVD3Ttur6NB
5raN0f4zhI7+1u6d8Z0QVAR3Yoj7Hbs0aJeuKehbhZbN7e+ww7bssT2ZL2ql5u8ha7QnkGBoRT8+
GPdrqyBrRIavqvxdXQ9jdDypkzXNF9uORte2RuWQYUDulrad7dxDWzN6OdTq3PdZWxjC4nSwlwPh
hhUiG56jhONemr830OohShQ1k6pUmy9KJulvRN1XxyxJ9wBem6PgnbXwff4ySm8/UCs30wRsdb6Y
CNH7CPoZZ+Tuv/6Hz/NikNUBn8YhxekGkx/DFlySeTF5/eJ+lohoOvz/DbXM98XG16qYMmyzzEeR
ug9JGMg+Eg7hKUIp+r/shBezWn2gPJ8UY9Z7Np0xKme0kzI/rAZ15wRtbW3aR5R5KGlzjFZrl2AO
pJszJxn/7Ol9pE7VsbUEjs+QNXaGut8LpByIjEAmXeLQdbggSSJqG73XLrmURAc9AoOkd80eee9+
Qssoy6VEzRyW9PLvX3yhpeYKahK3AVywK0+d0sEbtLH8FHf0Dx5vhvuXDMgNnllwIAC/3iXjQlfT
IIll7TJB/nZtHKOP09zYxzbL4sMAnngncbiLkSmuqhAAlIX1AbRXvZ0aERy2KV2E04qT9mfs0Kof
RSFQHw7LMD6KFItvFzCuvFNK2lrRpdOBpiFfjwrZ7bAFJGcLpQv9AhQ1OoA17L1Uod1fSJq8c7y2
VpRq0gIIYVkBkd0OlYeTqGSM1i5VmlTXqO2SL2Flzk8z/it/nImi887Nvhyi21cTtBxhH+8Zb+ed
YLSB/G9cRvBXB0zdfqJub1U+dHUoFVqZFWg647JgnNM6w12QXsU119Xin8e7aGN5l440cR4BEbH6
6i0N1KFJyzhHQixQJLdzLKwrk0A52rZ4tdIbXR1OB5uW+Pa+NT1NEX22EGI/IqvRGVqfeZhZm+Pj
CW18RMg9HAogtnQD1shXSKxG1vMYEG9VFs1FAzGQ0ugOUF/LM84geLI+HnB1sdBL5mlGfYUoGewS
JZzbXWOBY8jpkaVXakP2kxEguN3q0V6GujEKJG4CADAwQKTX9Yq07jBhbdIUxlGSv8VEsz7Mhb1H
U12d8WUuxBcE37SM6MPdzUWvkqQEvHrVlbxz0y5Rjshy/LJ6ZS5dfUI9xw3Bcuys4OoY/B0VSA9p
KVVwOtGrmLxrWwWeSJ1eByPOP+Os0/h9gO0sysmicNwiqRYidBeDe0c0SHuf2HQE/8tvgNfN3lxY
GGvwqKTp06jrY3pFf9r+aGiEjPh0WW4VBsIz47l+liSncs1JZN9TvS6/PN5EWwsPwJCGJOUAMubl
3794N8qU5nVf1MWVRjkandOg/S+wzMolwmw9VVLzZ+ht3HqvHlVDFAABBJAG6Aittu481GPjTFVx
naHLfQhbWT1X5th8beTRfhZl8icGRfL98ZgbG5n9BebAok13X39Sijxt57rPr05Rae+qQqrcSJLT
y+NRNrYUAAoeYJVqE5yBVaUJrSkgfpWUX9EOtn/YlRDJcaiGpLwQ2aDXlalhXuDLFArTTQoHgZay
Cer4w+Nfsazfi/t92dgg8WhOkKvQiFs354bWdjpMqYtrHgTN90Dv/5nyyXCluFM/Px5pa1X/wiaJ
c7nI169kpJQzfotZca2CoD05aWicZm1Mzo9H2ZwPd9zfp4Li+LLqL3Zp1MRRrddzfm0EyTNN1Not
tMAi15JeCdj6u3R4k1AUgaq0+HnfDtUYRiFyfNyuljWqXwcthdPaSZzdZ+SMjeYaq0VvXkMRifJA
KdXIXnk0dCBUvFFcBaRcaLAtC/5iqr1e8laYdeZHmRmKg6F2zaFX4Lq5dpxk/Bd6IlDRna1Pj5d4
VS7gzlU5jjQdIBWiQWyqt+PicKaVZTqnPvB5Go5qSWiFpe07CNMynlmiOfVVJ7/L02zPu3n9cRkZ
GVZqjhDgVWLyVSQwZpnE02Okft4O48EIo+jQ9HN6HAEi78R06wx+mSVfmNo3xs1gj9aF4MacqqhI
o8KnoqRXrkVb6ViqyngSsChDl2pKderMgvq3BBr4UIxVZ76pHK379urVphy9QFt49wB0rOZcSkYc
pqqU+E7Q1c+RhMEZgB/7YCbBn0SNm8/o/EyHccRD/vHA6/O6LABlZjJTbl7izdX2KpJZm0rTTthe
qvNMAVJ/bksRHx+PsvVJUY6mK7nYWRA8326mPEwrIQdy4qvJ2HxW5G44qeEUPOnGmHuPh9qc0Iuh
VpUDQyp7aww0nH3G0jw4ypweLLkLdkbZOB2AdoCqLQSPxWvxdkKlM0Rl0+apnwxD9jOOyvCLinbk
mV7RfNVFTljQKkaOLbvZ5V8ez3AVWP7dsy/HXu0VVYO1JSNE6+s4QB+13LE8s8I9g9tDcWPWdmeL
rGvC/29AMkkyriX0M1cDFpVADUgqEt+eujByVXjUV6pL9jejKJLiMHQzTn9NG9UHeUKO3G0hsz4Z
YTE/QyHJ9pRdt/YS+xBcMgHKUua7XXqhz3x9yRE+pr+liqaAHT+T0cBs17Wh+/z6tV4wPORheHpS
YbsdLJXUkQhsTvxJKX+grE6JQwTDYbDr+IChcnF6PNzm3JD1QVKAq56mwu1wTmRVWIFMia/ETulH
ut4gtENDkta6sVOU3drBYJNI+hZ1CHpNt0OpURUM9P4SX6u1EiNCJ4g+DFKBF3XUKeMBdstcuKC0
gvFAqJi8fg9DniFT+Ssof3ffgeHFtrJc4MDxbJ6StPojA584GmrZfRCW2BOo3FhXuBULJ5CiAcJx
q8kqA/KMBMup3+Mh+t4xOv3fKhyq/2Fug0rBq78h1yhvCmJeyFKur3LbQEe2M8vUby1jfKJ3Ylwp
3BrXzpjqnVtoa1pkK7SdaHIRNq+mleOzaZLocnnjp/N2lgZEecKs/yykak+caeNapSe5NEUWLQPK
L7fbJcFBDGlPPfHT0RDvRyPGV2Mq/8N3wriXlaMDSot7PSElKGKzsmXhN10V/W9q2sqj2aM9912j
7YSQ6sYBAEi6GJGYMDkgOtzOCJRnJjB0EP6A9hIOsqK06mMxcJWcxiwFdqvVmeg8owtj/FByy/wV
5LqSghvW5B/t3A3JAUbblBzppSWfm2zk/xK1g5keYb41jlunIf/cGhMOjdkAXtXKMlscJ1zGsKuB
Itd7Do6J8QE8Bxs+LDLtTxXVgzjJRtB0btzawV4TcWPDkAiAZ8N9jO7een37OuqcMcuFn+gUussx
nY4OHed3UTO8f3wKtlYXJS14Mgvvnn9ara6dBA0O3bFvNGrsgT+QzzZIuXObGYWHPUnmaV04unKj
7zV9l03/MtchoqE2wUfF+xiCznqOndXWQaYWwtd7kR0F6+FSTBjOog1b4MlyvzPTjZMBlwSiGJph
SBquZxpGiEBKhRT5namHx6II5u+oODg74fjWlyMeB/IE0IoIcbVbM9w154DAzA9mDLlErw4fpaEG
0SWXe5H/1lDwGsE+UjkGvrX+dLhyGSGyHv5Qo2ZTxWF9EjEUx2Tow+PjXbLEfetvteQZBPzIz1O2
Wu2SqRsmWQ1in5akNJzNVqu+q1KopB6OvrTRRpF96I26DF9/cXI3AzlaOtzEUqvbrBoUZNCEzbiL
Yje23uP/smB82wVW9fHxDDcXc2mWoXMBs/8udkol5CcMI/YtKUTWWg2RLghQmp2UYi/I3tr4yxYE
gYg28N3l2Q6dXdnJFPvRNGWeaVfZzzTAvthwwunJqjDGfTy1tTDLEhcuVCYCI+q1bJf18wNOKMxT
J/GtITK+a1OufqusJPkgU+v8ZpRZ9HnEehiVMquOejdUA/XfQhLzJ3uOchnKgiVNHvFOWh6svsqv
o1Mg9243UeoPYZu1p05Y/c/eaOzy0DrVSIFkNKoMokVhvNHx2m53dsW6VvN3PpTAgcCBhAP3e7sb
eSt63Q5G4eed3fscg+x3Sd77q7DoC4IX13G5DWt1PMzUDr9oqGLMO4/S1l2yFKMQ8IHDTP3t9hc0
hj0iHWIJf56N4ptmhopXJOG4I0y0depAPYGd5MvZFDxvR1GDpO0NrK99qZ5yVxVxc4bE+MVBrfLi
qNieO06sXh5vlq1zAGGJOhuscaKj1f01EzI1AS7rfm9Jv4RTKc8lfcmLmrbd8+ORto7BgmRaQjDa
eevAdg4pUBBwJb40y9IPW9KVn1qTJtib5nPxBHTF2pnach+uLzEaUZQruPxhZ6+WM3L6nCcwE74V
gZnkSEyY30ntoZRs3ZXLof2qNdJ0TEEZHh5P9f5DaiAqKBZrUKbIUFYjN1qDW0fBTY3ocHrEtB14
OKyto12BqBu7zkYmxYh2ds/9dBn0b+uNyikbaP0lKyIYQb3Sl4I2v6iS/muAlOSlc6h62AAZ7/C3
Nw6q0xc7ANW/WMTbhWZkTiZKN2iK3L0W9mRoNVJavOxFmXyXej1FJyWeZ4ynTC0+gs8IzyHktPjU
to40cO8YztegaYq3VT5hHN8Qwqpe06eA9R9/iLUkAlchP42eCwtDr+eujBJWaNSRFJLPAFv4alXI
i7lGk8bBwVD6/I9i5shxJaCv3zVTm//KwpmASEf45X+JXvSzi2RgtucDv3z9u+Wi4gt4CmApFbXb
Y64UAKTTjmBazrr2ovVCP5mYMe68AvcHm7IC8JMFDs0BWNcJrRwaWE//lcpVhgm2lNiRB89FUt1O
x8x5Z7StzUcKZ1hLD3ipx97OqVOy2O4wJPeTKJbeZKkhu46cjkeSSfmMXQW8mrDQ3yB89kr14r9f
eAELw/he1Lqs1bavJjvrmk4lXRh0Gd5UDTuv4hmTFOr3j3fT1iSpA9IGAesN6G314SqtQc0vW2K9
MMpQPSuM2MsDR9IPdirloztNgf21CpryjZg1Z0+b6/7+pFFBuEKbm9roXfwcCizDdL6gX2lT4000
gz9YoRW5czGIs64m0c6b9xeStd6nICGobsPKBnS3mm5sOlNcFX3kN70mnmO1HQqvL8oc5bW8BkKw
MOxrPm6dNx6tRppPaWCFP60EP4KjZXdjcRVJM9Uf5TDvtKdZs6UUL4Z4eNtrc2t/6+NBao/UzET2
DIC+4FbsgkxDYTuDAYe/2Bic2xnCqdsEk+IcIr1RxGmsnEY7Zr0czb6mB3njUqroNHeGe/k8YFfZ
uvUcAAXm1QveZElfRF5hz+Y3k58VunJU5aqrp4X+HJR4C3iZPvcles1t8TG1YmEehlHSiiPNpyxG
fDudHddKa2pmIe9i7+Ka2BvnVtdm1euBnUpMGsClV5aQWNy+m7TRMyaz/2VIlOwOgzFa01mq+5RD
HqNX7uXNLBWearR17/L+5MNhRrYgceOxh72LMWyvYtQRmPZJ7eJIcdNSzkbOb4RyuySysTt1tMeq
C3Gc9iXLSxmB1EQOykM19vJ7uR6gn3WB2UeHuR0U7ePjI7CxCUkL6C8vZYAFiHl7zscyzE2cgTnn
ZeW4mdxm3lQNEFr53b/N0Oo/Px5v4yWl1UyTnlsFZIm2aihlSjG3UhULPy06VYL09JSZVpS6gRxq
v/tcbj6iDlvuvKRbVyeATChQSJuh4rba+B1dOZ7nCtKwCLUDtavwKBEDn6sBx+fH89scyoQ8yKUJ
SHCdFMOjNqDMpJEfOnN24pauvRDH3jdNIe+s5MaXQzWNJMSGnsfLsLxKL/pVxjxZWH33sS87paG5
XW2Kj2Ra5rkd7faXUcl7kk/LH7i+PqjF06MD6H3fwkHQuh/gT8b+lMEWcaUgrGAFStwXO9fy1swA
5FAIR2OEGtVybb+YmWwikzWVeuzPsqi9IcADuFOq1qXs2JPBTONOOrL1zei/AZmlyE1ssdoeY6Cr
0Wibsa/JSCMOY10diqRvPnb1bh6+ORQEFFJHqAeUhm6nFvKa9thGCN+Uu/5NWJNEKqXWHOGQ6f9h
JxImkORo0HDBxdwOBZwPGWIxsop5rh+lJtGBNkT1MdKTvWBha1ZLpQsJNNyP6NLcDtWa5oJtTpad
MZq2Jw2juFSqGgQkmdkrFSCX+EChar9Ir0KoASd2Oxiw+SnNZJMbS7MTT5sdu3OzSupc0drluZ26
9C11DG1nj9ynrPQMqQlpC2ELe9PVvVWmRUY5gXgoQw3hF22p6oh1fGW7tTHO2ZHuBejZ1ux14S61
+C+h1Dm7we+yjqsTCEgHLh6S7MuFrd1O3ZJr3h3eTx+Jb7Tg0aSU3krOECINFlXpE2JfdvYx1DWl
dicsS5CYR0r+SyYjzetNGA7uwXg2DqoKiofUZCnw0sS+/T2jkqm9GRexb4+FeaX6Mbu1KFTXiOrk
aLbBfHp8uW40yFCtWWTE2WQb6FGHlwmeMiFTpArVbSdnvFTdbLuYoViHxKiSi2kVIN/DOTwm8ywo
NneBP9uz2HlRNu5CMBcUP/EMJoRbw1iV3pDjzObZFGmK0XRgxB+cTA/+y3wpI9M8om0OfGZ1sGra
nY3hpIkv7LY/yXbmnPQq0hGbno03TW/nV/QsO68lD/JqA15m2CjqQafAvhM7bpxw/E0pq9EB4aes
55sGelFYAxKy4zSGBzR/uEyMZPZMNd6rdm1+5IUeBcIekN3dbZJBCYmzRIt9PaggR8tFYxuHQVbr
38SI5bu+sMWXIu6MixFNT0OAvVxDRezaRE1zfbzfNoMV569qMMkIb8Nqf6uYEllzyawNxOsJwdL+
Dd2t7r3Zxd2ZZLz+StUBwcFXD4sUDER0niMkFNblsbBtqdBRUb0q+WgGbgFTTfG0SM1PNUyM3Msw
pZdhxtnNHklxY8Im9zi4Rp4N/qxV7lVaYWNi6OJcdaNFI6PMAW0N1niW9Lh4IxDfPJVzHu1crRtn
CfDhX6/vBam9nq42x2jJ5wwaK0V4AiOD+UhPjePxom7sYBt1IijqiNveV6JRAsdRzSisq1Cs8iBV
IjzUunZqBjl4/d0ADo0yNHcRxbF1OIEzV2RmqJxfS1AX7qjV6vs2FHtmYxuIGoTZmQ05CZW+uwy9
EanRtmpoXiskZQGdt5X0UaC4TMQ0hLHkzl1p6s9yiSzzSVPKqnStqCnCp4rCjji+enH5dNxQi8wt
m3a1b6TJDKxAbkM/IFk8YVRufhkSCyc5ax52qo4b89aJ1NSF0EWBE2ee20NJ1JvmeSRJVzO35qcc
26uJd05RfjVqNleeUJyqPZblHHzCklxLvFw0/TtcNrTfj+e8/UOIFnmQFj71etJ21Ud9xw3tF5jD
HwqIZl5dA11wKZQFB5gOyqmJyslTY3U6ZPGoumqgm38e/4r7bc1qIOVEtZdw+e7wAOU0yrIvpWsn
lzhm8XvckWvFqwxjjyq0OWE2GjcELzBbblUTKotMj8BZStdk0Qb1tLDCaiIGD9i7KeiJCz7Dansu
IlkSrhX0Bu7hRlj7VW2rez4IG48EXD7mS2EU8CwMyttdwHBO0hpGSO+sAT2fIP/9SURotUNO6P8R
EjIetJ70j1NaT9eusLL5mEiNrrk5ikP9zt1yHxze/pj1wigyyfM8hb6ay/nHCOZL4g7KZD1Vohy8
dFLsIyJ/aJfa4Xt8NKedC2fzw1ANXWQL0FMCEnm7GFVTal0/RZEvSNEO1A8TTDnrQfs1BhOhX5qU
ztupL4JTCFvmo4Uuh89aSPnOLXB/kcPnQdUAu0CSmztuj9DZjKHZhX5iWPDcDXOSvDmNm25nnPuw
kz+bNH7BLdJaWX/7orWcCMu/0G/0UQKeLsBlGgXqfgYKPghVSB9ef8ZQ1uZFXuwj4W3cLm+kLTvJ
GbndslI6NGM5nuu579wJ8Z0dztLWcTbgyS8iFMtRW0UcuY2Qhz1wpwgD2kJIU+8Q2nPxo8llfU+i
cXMsMJkgBTUuEH21ayxh5FmeJ6EPc6lxjRRQpAEOHGyZsddu2xwKXC+FR6IpcrfbFcRC0lLGyJSu
fSpHHzCJ0b9k5tC/LbLM+f74Y21tQp5FGqVLeE45/naoJpCqOTdF6Fd6j1RdGUgnK0mzncjc3hqG
chlVJZTJmdXqxdOyEImiYQquTtyN8cmKdbl9RrVeCd+3htJ9i+skVbzMmuk+98jg/YxDGgPnPgzy
xIsKpzA8HgicNVrHEZ8zGBDiFPbUit2qneTfY83TidD5WDReYUF690yrTTEEI7KYD/08UblsIjP8
N9YFgDzeogBQjIYIvIewrtUfFoB2686WEUcLk8j+N697ZBeQnxzfQ4UaA5cKUTq+q4KC7SzbY956
g6Pm5IyitvDXQw9D9/oIU0ae1FQ7dToZ8NGgNlMf+nYcnSM5f9K79giW6FlWZ/uLUJIxe5oaNLVo
/LfVcdKFkR2aRNEvqZVn4EMsyE+XOTG1H2aqK4GLKGcYHJOxz+azlcJhOypt0ZXvSrlM7SfC/emC
m0SeuBLejG81qQATPQ1S97W20yy4Rlpd/ya9RShFksvkeZFWGdx2yGoUTWTRdsdWljrrGARxh+NU
FlaF28hN+ImEKctB+8UqEhOqM8RujpZXCUympm4WS3rxk9p/vGeEtXEOQAMtTVPo2VRAV7FLENMO
VqMCXIk+oMKBP9/spiGQj5lq8x5De/nDbqsF5MLAZSyeatiCzvJjXpTRgroutBDBBN8xoevRTxjd
OY6h781ye0Ti4JBnaXxQFh+nx0fwPosAOUMFYqmlwRpcXyxoGXSQsuzI1+Uk+Sr6Wvo2KIOwPZKs
9jpmCW9xW6LO+HjYjVdYRUvvL+UMkPla3MbWoqCrkkUaMiqadzaLcsm19t2g2/Mb4ej/0NaUcNTr
KcQXu3ZjGz1TynmLcwYPBJf3+t5xjFnRs7aLfQRLUO3Oi748TxFlILdr4e82td4XvtYEauNW6pz9
AGfUvYfiRTJp9kqCMECtneOoGy6PV2Vjy1GpWBpNNu/XHYDaysJsjmsZ1FRhRnBtkbQDbTceRppi
O2HQ1nfHkJhLlyyAZ2W14eIZv9hZ1JFvZ7HpCzF3Xupkf2QNU16B5OiRnvFeZ35relzBi5Y5/D9Y
jbebPBJTlg52wNvslOqJC0S5BrUmPQlJ6Xbu/K2hEGkliSQ7pwO7CgOSFvgZARbbWqHdatD7OfS1
0p/GJJ/Ojz/aRoRDPkwnmfHIw9crGQyODThF5xETU6C5iMGHT0NX9C1td9Ge4xx/4J3TszEk7cil
H4kkPD2F1bsZFrGTd6Yd+lFSRkdBy/8z/afw5ERVTWltlHYinY3NsjR5aV7gIXFf2iqENlDBkEI/
dlSe6G78lNdp8QNctunNXJOuMcAf3Znk5qCIQZPALLijdaCcAge3zNEhd4wr3NV71XwnTTnJ89ik
3hTaLXacZb3DfdkIFUhTqFXD00IHy1zFWWbtENaZxHQjDCfbDSlJWl7AgbB2Zrf1CZdohBiVnBQY
3O1ZUELMg1oTVy6tmTOXhkbkaQLVGGmsp3MRp9Lx8S7dnBgemdwviw/Mmj0dJEEmLKw6r3VSlz8s
O+88OzH2NsrGsSPMp/JON42q2PrYSTECuFZiS9cUM6TzgGm9V8y57TVFbbz+2NEhhJ9jsilJ6Vcn
fBonp0sdhtIxMXkeJAgfmeZ8F6Kyj4UD1Pjx+m19rxfDrSmLAgyzSX+Y3H0RoYkiQzlPCO8cjChV
j6DT9sr1WysJGG0hn1P8t9YoplaLmskKRuc66fPgqkpX+FE46l7XS+37x1PbGgpQ8uJjBY6D7Ph2
K04lNA6l1p1rMyXLXIryopcjq9hF/c4u/NvIWsU5HOUFgEZ/974O09ScrcSKrCv7I7+Y49B0JzMI
wi8oDOPFmRQpvOKkdpJj6hjid6139YA8Kwgbt+kmTqSuTfZ8aXNtytyU5Nn8JMfO3H62mlFvj7oI
wXaqtH+qQ1bMsvE+wkLrbOeJ8U3obTF4BticN1Gam5+sYja+tcImdjdNTEDfUpSzghPPfPG7RPi+
9wIMM58DcqHwl03gObnwPsocsADAMm/EzyA+WGDYkX5CCRTzDx2IvOuAq7B/NXPfyscIzPCPuKvb
yU2NQdavdp3LgxfEcv89QWuvO0MlN75Sj+ORIkNJxUGLIjIhSQkTt8cyE+zBZIl/M0rndI4ef/eN
mJMyBP9Z8lcekmVfvIg5Z9MUZlxW0jVSE/NNOiT41SijfFwaRCQfJM0SIJE/qWwWO2d3Y8dRdIU5
hFMlfk3ra6JRCKDkCsmEOjCK08D/4pBG2M9Bvx0/Pp7kVr1lgREQ4iKNy3jLM/NilsgeteDMNOkq
zZZ5QfR8hCImoWE4x+xAKZ0kl8dr8OrI1N/pufazU9Lq1UUJJOnBp9OeQPMZnubtb0DbKeuMHEhi
hsG8ZwLj9ZBEnT9rLQrrj+d7f8+DGl9CA7q7pLrrpc0yPbdCk1b1QGMI20ucv5DL6P59/Sg2KsBI
ddEZv6uyoD2TgkUifB9LW3kqpkG/6lKi7mG+lPtbFxtNjGQBn6BWC/D+duHasSqSDpwVaD27+4Ac
V/8z6cfZ9JCQR2oEiDUldNmy23dks+2XFNWw8xRDi41nxfwJeTX+Rwy1A1hZjj5PzSgjSiWbXx4v
xl/0xu2lRpmVlhNuigS3d/VNyjWpaudD5Pdz2Pg47OaTK3dR9m8v2eGFtCLXXRVq4NOUhz15bzZ/
zuZkOJZCsg5Gb8mn3urMd31kztfHP+3+oC3dGqQdQf3S4zBWj2TU4RJqCy306TX051TP6osRtIaX
m0p6eP1QsAaA/OJRBMNlFTnZkk0bDHNjv5U6+SCjTnFGFz44plqyq+mxscmBo8PE4BkBy7lu8GNG
Dxa7JR4NIX3/7CmhZm5BmTE5B1o3/DSNCHPOjuQ1dCsj6N4Bf+l7F7RP+9OkrNE+taE8nUe96XUg
YVR7DuPsqL9KIF7GuwittBp7rmkeT1Eot5T28B1I3KrXms9hmsXf7DobIlejzXuZ1FGkBxEGylJ6
KcYfjgEY9yAbXfe+XLDYB82cS+o/klJlXpaNSeThjlAakKdk7WdLD4byb1oYmE/zhvw7DkVku21l
hiYNCRRvPLUf7YBqdBF/qqLZ2cPvbOyQBVJJhk01mpbQ8u9fXI8SHa+kiYrIz+y499Rxzo8qsO0P
o1bsQXeWzbY6JksTHpkiOg6oKa42Y+ekhhY4pH9zLn4o3f9xdh7LcStZu30iRMCbKYCqYomUKEqi
3AQhcwSTmfD+6f8F3YkI1mUFu6Nbgz5xlAUgc+c2n0FlZtUcvI9wR4tNv9PfB7AhYgWzL8zL/po6
1/NyAj4gDQfGfTrj2n2ZZoA48AdJY7i1hB6rNuhjaMhNlAZBgr1No4A1NtdkrS49skWGv+kVoV2y
PxTp5Cmh2ZJyQi/8Q8v85dy73YalG6bkA7oTC6CURCWnrK7oKzRDC0T45XO5f26eGKwgQcne5Mv5
0E8/MFkHtml5X5/XQdAQZ/Zwln49HKbKVvGgTBQM5t56ZRm1Id24ta0NgYDf1d6TaSqqtCyLsTpP
qW4drWSowmCerqEP9nt3W2XLWrmFNo2fvUeSBVGVaiQpz5kh7VDkdX2qLZNWrKZdS1yfzbD+31p0
kTd6CISi3eYVEoiTriGM0kFHnE9WmzRdmDeWei8nOHfHGpfBu9RtxyUea3MWdyb2zNqhXbxmigo9
KK/F230M3H4Q/asNccKEFWDL0++K7kM6rMbCw49z+asxpx5OERXtlT7RxWU2UtjWn8RYY7fMMHei
QRqqOoumax9SJsVn0mLtyuWxT0W3h+GvJ/xsotfEhqcP0+TSbOcAupMzBoI8kDmiG1tqKIxjn2bT
G3vJmB4Vo1acKtNXxuHlM3LhIblNEDblLiE6/O0X/hMESdlxJO/W9jw3rvVJc6rpjREM11ANl/YQ
aDRiAWwN2jd7sVFkpSeycdWeU83WHwOtTe7rVvdAKBtdVAsbBds+06JxXPuj7I0gQhii+QTjSlxJ
Ei8cHFA/pInwM0lZ9mp7+Ty0Zp+l7RnLj/Ld6DrlFzRBm9C30vFKqn/p1QINpX8OhYz/7r5sUefr
bBRucx4QMD+MJU7J7KFX6u3/vbvo2QDkBa0Je3kX5PC2TzTSVHHWvXKqKAwDh6eZgpEzitKQfqR7
173nepmukTWfPd9f6Q56yCQioFL3MtGyBL9SNLhAI06bfrD6oQgduxuuTI0vrUIeR78P5V36N7si
JgnavvQNUWAY7A1hicc1tVJz7aw/36A8DPGaP4BqMJ7e5XBKpjliXkl+TseGM74oHCdDp1VB/W4U
1KCPZtavOmQPs7OOoz7m2+3tlNqhseUqKM6DojDPL59N41ls4EdtmA2YXKj9sI2exoakLjsTNExx
Lmvw/dxbOmSHxU4VY6OZDXfQVbKca1gCXpj5RfDLQigsCTED1ovbhAkzquW9EKHeGoxpZ9fqvhkL
TrTHNYGM2bW1KCMtFflrM6stn3L4vUiG0Xfj9n/6u+1hLLOxsMTZbuz5tnDL/DxXMnlopQquXLfP
zvO2FKgiuqU+h2wfv+h9lY4KVnHGelbcrF1mhnMlvBsqoceXv8allYjPnDAuNWZju+sgVRV+RWlf
cNAYEfZW259lMoNoT692LM2t7/Rvvri9QLzNwUlsmp1EzacvcGw7kQZ6Ic7Icpm/KxtRdHyKreBR
w76Xjkov1feGF/O9KHQBShuLdT800kH/hqNxK6OmHcCQNKQ9w1unHp2HXvaOdgCS6lW0b/zyp54k
thGO3Wx9rvwxWUNTKgQLptRarvVfL744mnmbgxap0f5omQ22jXR8irM3VTLCMK4IG71tohEV7SsZ
36VgASoQEivvj7O8/0bzlJWY1BVnO2eYuw5LfodPzysF3v+GXK5sth2TT5C1u1VwX0PRxvOKs1sE
flxkbRpV+eLGL++3S8/CyeduBklN0r6LSJ03rig3D/nZUYsT0wm2jnQlute/MSI4JMrN2YxkarfT
csxJs4ru23kSZvoeSkYXMzxXrw/irEKmQ6ttK8d3z7Jo7lSi78Aq+tJSbSTiaCfTNfD7hY2G6DVi
oXCZSaf2Wt8tZBnKRkEsKJvFO3ip6KowmX2/DN0akurx5Q90ITqzHIU/GRk51P5+FyoDvN6vxRkv
kOVmAOaMY6jEgjkYg/XLbGTdIdcL64cui2sidNsO28UHk64euekW9mBPPI0PXea5m/Zkca6C1opb
IG4aNrfGat3Mvl69NbJ5+lyCn/rTa8L73ejO75cf/dL6qHFu+H50BK39+m7iiLKkVX0eS1UtR7I+
v8UqXg7+2Q2ESN8WZtM+dHgtDQciVlvG1uqLa73UZ/Udk6qA/yBkBQrpWeosAXhZSdOLc6aP6mQx
HNMO29DwQ28U5cdMFLkJvKa7psZ7YZvRwOdiZpfxEfbbTKv8qYLLpM7u5FhLlPhl44Q54iMYreFZ
+foLjiKSQLOpbyJxuM/vLK/zMgeEc9UALg+N1W4/NH6T/p6txb2W0l14o08W2+6lf6oBAZTdcajK
z94g1K3mgz52erAsXfGoFfrXautZv7yT9m1ObjoAyIyqA3JIHnAXf4a8n5qgtsXZka0YQyGL6VNX
Knxt1JzrPt2jVM3XsLkXrle6dIQIBIxoDvi7RUHnaNZYZ+Ks/GZ9CJo1DbN8Xm4cOVpx6pbTcUSo
Ip4L17hhWjlGRdq0B/LH9icY/muAkEsvnYsR9hNTZvxvdhgtdk8+d6ZPYuEw5en0cXgzB359h7Za
ESfUTcfBFNXy+sC/BUrSamaVCEzsQgitJlG6iLidk16tD32F2w9cPP/n6z8vsC0g0HApHXefvbfm
OkNeJJFZM187llrSHfugaD62WE18EMyHrlyal84mZ4RjyXnhqO++rNuTnneBxru0kOYd17k6OOng
n/BKeS2kY9u523szkIzl0tnfz/rszlrtK3F2W9MBpjb/rG1jjZbAMV7biPi7EgQLFBmRp92HgKLL
NQ22L3FuKMo73dOmNwkypDcvf6oL1xntpC2LxrsCU5ld0h7obTd4E4WWXah1vC+TDj2mOcjX5pAP
ZdECRkhhFgfJ3HhvSvqmf15e/69G4u5SQ5CNSACDhdxqXzWsdud53UoqL0of4iZIGp0JwqxbzK9a
MX21jNyTX8qmApro9/WIoIO2qHTDJnrV4wKH2o4LeASwwp3CLg/lCqDzGNSBMb7+7PBLA2Ds3AFb
9HoaJjGVKy1o+OLcdVQ1QubqlubGlaNzIf+DBc8mRiSFhGYfGcfERigXK71z7jvzicIGrMm61Ff6
IRfi71ZbsokxK6RXuvvqJc7HI5RZXAmn1vtgJEt+3zlz/mOpffnYbC3+K+/u0oKEAsYlKEei2Lu7
zzzsq7RMjelZq6om7vPVhAmcLm99bf1m4RNweHlX/U0t97uKZ9tU/pBdelYg1onfmhNqAudeNdUD
I4mMidSEdVqMPUD50ZiSsXrrJ7qLMTTMhRvUK0dYw/a0vHGX1XSO1oA0TlxSqzk/ikJZCguFzUGD
WeZohfqC20XUF+UGUGAwjnCbYWXpwQ1yS8TW6Fv0YTB01cJSFYYG7BU+P/eJ9JOj1FV1DLxCg3yQ
+BYCArMsrBi0SovA/xRU3rFFUzJ/fYykIU5Cwf1HfbkvmSuztH08y9NztdjLYfLFFDE9sOKk765N
Hi59bAAK5OIc661B9fSgSP7RRoXEDHIOlnMC8OFT31fyO0bVepQLzfxfdhe9TNomDj1/WuRPF0ww
0bRVOmg3kzF4cVpZ71IDritZ4IiGknaN33HpjIJL3wbbFLe0FZ8ut6KAMIyoj94kut7FueWkcQ3q
50pkvnCpod9lwmjkXW5g1aer6I2s0yZwtRvD7HV8fBvjtlNt92GycvHx5eNy6YH+XWr7oP8kgLgB
A1r3mZx3luwjBtvq5FV5efofVgEkRVMAdwmG1E9XAXMyZ+Nmj5rKtg0FffETAkLFlVUuXGgbjGjT
GwR3QLr3dBWZZ7M07DI9J57FpFEY2kG0a35Mh9F8o9w2O6W+1ONUEvNefr5L2z74a8FkQ/Bhgv90
5UHvTUxmOWHDvORRx5E/VaM0wkDwuNOonCsJwrardzFuE/yE0AbVjutot+sD/NaoQ73srOxFe0Cu
xD8K2n/HJTWaqHMLeQNK8Zr708VFGe9tU6Ftyrd7vT269LJw/Ow8GSbY+Gkdo6HNnLPfmyBOK6e/
CeipXrk9LhwFcJgowwBhBkS919byOrdJNK1Lz+xU410t3J5i1xs+a2NgHV/+iBeXwjQXDjfXPEf8
6UdklOuOvuT+LfPcPw5uIkOlqfQdJIbf/8NK1HgeBavhOXv32qJE9kPVdXr2nQa8p5FLu2bAVqlv
akim6fDyas9gQYSqjYNFWkEnBoTE7gaGGZ3Vvciyc9cPw53ta+Lo2RIBBN9P3Y/d5Of1wVHrqiI7
6ezvdmU1d82q1DWlqP/PD9mGXxwWRou7bZvWjddUssxg1DZWnBmNONUATo+TWVeHbAw0asAGkRwI
t37kO4qohBr6lddx4axu0YE7ClkNijDz6WcGHFgilmOl504MQzgX3m9lAX4PXOHQWHGvgV8v7Spq
T3qU9CyY/e2KPVlNtplUo3ajbf09BOSHHC/qPvvZY4Z3TYPiQjRnNzHnoou8KR/s4tBcrU0NcUa7
ydU0RZbRtW8WoevnlzfUxUcijaAdCgCGDu/TN7gowAQOYvU3c513I6ie2rlZBB6+4djn1reXF7v4
uaiDNolegPT79DGbgORVJvbS2Tg2oHn6ii+XGExBisqIp5W64ErIubTiX7KASaMLDaxdDlPb3szd
0nL7Nqtv3/m2GnB8APfyTmruAgxWKu8aReHSh6PoY4TPeyWf2V75P9dwg1Rg4MshPRd5wTFUdoAj
pHttlUsRnLSMvILOw/M+doKRLKM9UvG21AY8KxDNa6BuGc7RH63+tmcKAeXHyq7hly9smG3UDG0Q
QDYq0rs3Gkw0l1D8ZFs6hfEmy+CeCWvywgTYwJWP9wxGt+VlG3BhG0VB9tyz3LW0W5egGPPzmKVK
P5kq6cHHljJZo2EyW+1zMjmNe7SUqfKb0nW0JkLbCxMRc01wEdEL3f+o+xlz1FRY1Y0Y1PgoVVe4
x8JJHP1K4nDpzfz7a3cRsdWWQvadys+wlYfYXsYsrKceUXtq2NfnDGAomC2hF2Nwze2Wkl3BDIoZ
Nf2fdfykz2sVVSWjY0vrmnu4bXbc9f1wevn0bl92l6hsmDUySGzosNXbXT3lOICxbskZvDIoHtAJ
A1isGVk0CMuMfFdqMdhp+xufR4/HIVAPLy9/4SiDysHeZ+s1btfg02OFJJvbT0WanV2ztMo4bSWD
U9/plXlKZ1Pm4aJ7w7Ua6EIaSnkAFIlEl6pkX8crteh4Vg3ZOdDM/BY0e3d0pkmEqyYNNhEtVkPU
I65K2St9Vrc5FSQn7IY4YnTp9487p3UhTOyqzlqduPcAQWsGfmh0mFAnr3zYS28Wvj7GIVA6QArt
Pqy3uNgaqW0WUkDoC0VjGSflCvPk1nQuU71Zr5yUS28V80yqIuAH2KTsFiwGVViQ/IszNPn0y9SJ
GsBVUxxaB0L7G8jcQRUSMoMj1bumriz+92/f7WPkxUi0qfnQ9t23qpzBSJhqN7zZISuG2Bw1xL9k
ifAL3DlvbqGQVSPzzjHNYqun5GUKkulm2Fp+ea9l3fSYthoOYiI1u/J+5mJ2ojo1kjeeNfTiAR5o
/xC0fvvWTPjXorr26/XY+k5VXjkRFy4aYMxM0ImQmznB7kTA323sAoWIc1MX872z1EYaDlnnH18+
eJeWQSlnq08YGD3rMuFxK3INndVzCaj/zh/GLCptL7uyyoXo6XGdbbN52kvPBjNu56yDO7nqXDsY
hMYWZp0qDLQahJxNW/j7y8/0zDCA4+VvoE5QnXDFnw3hRq/qarENSxILhccj+pszPGNlmB9zZU9D
5GY1qq9s0948LeZSF6EgvxgxpZoX+V2ZTrEeeY5cxkuxDL+txF/XyJ7NVt54qBgN0ay0vg+HwE+6
U7Wm88OEi+V0b+tZOn3s8SMSEZD3sY2GJkm1Nw0fkxtrHOStnQ7lg5P5a/P6VwxzC21joHc0Wfb7
palApnmDpciWS7VGSTNOJyu1s/o8FPx55Y56Bi/fXjHVP9FrI8M9i51IqPTjijHDGUqy4UdD0cNW
H5DyU2HpyHSIMrNX3/vcFvWdbiPmf6pTrZhCFCFpMGHB1fmhBvtxoD9vGVk4rapu4pf3wYVdR24B
0pOBA7OsfR1c6oZa5xFrwrLw+f56PRy1edmUCiDCv34pBGWAfWIcjPr/7rT2dpVlUuJH6CDqdhxk
2/8CQVtGg7mWf/6HpXykLym2QfDupRDSbbpdJ6M8633lH5GQcONey31cqMpPL690IZITQUkIGd0z
IdoXKVMiBrF2Sp7pxnwHY+4fAlRIQl2K9cEOpjGCVSDiyaiLK6XEhaC0abQR+khIqPB3VwhkgFRX
Dm+zqvr6YC2L93YB/PX6+S3ZzjYk+GsQtZ+zyc6WZdd2bI80l2gKaPUhm1fvrTYY7hWUxZay7W6l
TbBxww4hvv8MKpf3eqIMveCB/DTDwGsqo9alIsuHxeAC0rIIUdfq8eXPd2H7ByAg2CHAEZ7jnZPe
I0qMuIzmS9sBhuqS28KYvvuVl195vAsbBT4shJgtxwBHut/9uRm0RGNxRil3XM+BiYTEm4xgWkeN
NWOEuRbVPL8bgZq6H9PUN6+ZfF0qJrZpDEF5o5M+gz30S6v0tNJxu9Lt/Fei0bO/EXNWfDJc1NzD
znPVJydb6dRC0incD9pS48vXkvG64eDY+b3ZSxhlo+k7t2C8fI/sPk1tpHwxOD+8/F0ubAaKHgaT
3Iib4M72z/8pIXPPHodCME2rSclOypzdsNLFelM51hpJRX6fIP37ShMp4jWLUkxu4D82xa4V4NcV
OmXeKM6DJ61vRlDJx6VCanha7exUIDd8p3i/XG+6c375cS81k8gwOMVcx1TM+6XpHi2Iz5jibHoI
K4S5qv08xNRzLSKZlER9bhop42GFvRWNI9pQkKh9ywj7EUWyl3/MpTPxV4nHhiaGe9+2k/9591A0
qZ09R55F76K9SX1vfs1TuzGPQKT7+cqXvhDHYHagzU0vdkt/dueCKltlVc0FBPTPg+bQGaEyk/L1
1xyxBUEBsE7AfvY95pR8hcbhwCrS8B4A0Vphpi/lIeVevPJA7vM4tjll0dBG2n9riT59fXPtiAbq
Ima/TiJOnVIe5ktz5n2ZBRZlzAuuWug9/2AGvAaG+PR3GCvvr4JVJ1i2QaHOpmwNGqH2KNs4sOre
QdZwvcqae/6AZMJMP2ksoxJLpH76gCUUQnizxBF/9JsqGqqiS5kPOuKzwC69Ptuq83G6wku5fgiq
KUvDJAmAjy+toy0nl4t4oT+cjskBG64iO7iNPZUHBMb7JFSO1div/iCwlpBS3rKOvyoWT3+v2XUQ
LSYQnLAf20MezM4bR9T1DUdK3PdBv15Z78LnQFd5qychRQCI2TWIwNPV9F2qAo2MwopIO9qo8NdN
J2W8ZtZhPG9JbK2vrUFKMwqax26tFMIZwia9PBNUli7OhnFKbtxspFieiVOfKsr2b4nsmuq0onA0
RAt0jTlEOaZA1b1sarhLvcrcW1DpM25oafAbEFM7hG0w6/AYUmQO0fL23Skei4nb+OVQ88xpAnwA
AxG4juTIPMWzyntNrNprAFDlntG+T2i3/YQxTVyzFxO2KDRj+z8KxwAWlAqIQMKzi49KCLXcuSXC
y2EGnya/kvRc2OAbIm+D09N4g3P2dMPwPgcj6Lar2qjqT0auuaE1oawyqtF4rIf5y8sv4cJyW+ce
xRNyLNoBu4CRa/o04dAmMRmmHsmaKn03YIUQMTSlqWOvxTXWzPYXPs20OLpkxQAC/AtYGfj0paUJ
B+xP3ucfpgxM9qzry2HBE+iUqGW4AbX5WjFfvjQtJOpnZoocxv24BDZABYdNjOda6M1h9dECaUvT
O7/8LjliW/jZPR0jU4pashz4c/vus6vyRB+FRBUhba3s6MJiSd+Vi+ccAmPRMtzrkLWLpmz2vhmY
M3SHzJk7L566ZlxC5Wvjb0VBYm60NPdrPzvpfZ3ITL1zmm5Oo9aAbXgHq6Tvoqmcl4oxc5ulQHrM
tDslS+JNKID38/i+m0rphrgsoNgxi0T2t+ugqzayKi/40epS+2o3jnqvuGVT2nhm8tVP0wxNA0la
FQM71P4gPd8ucbmO1TtDpf2PZZmlugvWef6FEctYQI1wxjKyBLyOiEdB4r8w+l5EAMa6z9sRzsKZ
tqhzbHp0fKM18BbxvrQb+UkvlfjqFWb11ZiREzplpuw+Zz597YPx14RGttMEO3dIhPhPavgKnwd6
Q1roBzKbwtqpZf9xSsoe5QRspIV9miaX0UmgDUv9I80teoTL0jgfNL3yf+ZT0DiHnDx8Opl544oY
GbO+vRMao9I7BV0qjQdnluJ2UNqi3wIat6yfo8R5CAkNY1p/EdEg3DqNNIGrG2uZRHmwyLfKdDVu
vLatjfeyTJqPmGDAGYYtMgf673VuAqQCzGay3hZWxWw2HIFkmYRmTytle/Y7ATD1t+njcRmBw8KO
BD0v5zeThdK9pYBfTmJZmy4aIJF7NzMdp/FG+qP8nSXm8JWBMZmKAs7wiDKood/McvMGA2U5lXHR
wzEOyx693ygFc19HtMOmJgJAlP7xy9pCYVpD6ygckAj7Xi04eIauSieGFo3vfyjqBKp3ge/YF6jQ
dQPFrJXf+ja3ZQTplpx84bILwLgB3DtUjlANWompsYZqlUB1ZFsGYK4WS/1O0jaAvWwA9gCOny5p
DE4tkDHt3vkzfn/GO9KY/hsgor484AQs2sMo06kNW9NHTMLNkkRGftBXTdQ6a/eHM+7EI/CKB2To
yjzMl96907AZA2rnMXhUUGKNiEpEREVSu0M0Bln+oHUtJhtO16LW5dnNcCsKX1Yh/2s/o8EobwvH
Kk9aqeqfi+Wq4GQK9E3iDqkVDPSmxHvAbcQtQq2EWR2x/fFi43rQLZxLHO8/Y7SSr6uZohSLHv98
gFUj62OpS0vGvc49c5c1jQm5RNT2m4x+dRXq9dTdDnmxgNz10uTBWPX8a8AVikzRlKcfK5EUn3Sn
Wb+jSdWtETJ/xhIVZpL+svMp08LcHGUeCViWaaghELzEifBK/6Y2+vmzZTbW+wBBEswvq1R8nsXq
PAapPUzR2izuu0GBLI2z3J9+Vba24DA0VvQvW9+vMhhcg+WFaI4WaWR4CFHhzjkuQxhU66jx/w/B
ofCHNonGtSruxarjrdaIHGGneOgqp4lxu8mXX9D21jXsgtzJYhSubXmj9Y19pxiZ3a9JFsRo+pd1
WFXDtITADu016kfov3HFcE+FykUCSMkOd0bLbbt46Sfz3k4tyR+bHbSq0cKP5nVyskgFQ/k1F638
I2qsYMKgrA2+7pJ6yHgtZfm+wZzcw+UlH75kqezSqJlRTQvLSeeAjO3cl1HulM1P4ZjVFCYEM1QN
G9qHxz5z3c+uXkx/OteXn61yEPOhR0PbiYLOzd47tYZXFnhyiEBL2QxpnMnWGYBo0QjE2Jj5E1lO
mnThlGrmye6EQgK7YogUjmnXvp2FqQsinZoeE9Ok+VXa5M0hRnnWr1zP0+ywtM3SHYVYfFo7TF++
WVDhs9inVYZvjGnZj52GMF6EJJvzhf5e2x8KLW2rEF7m+kdjzrvR2GZ/DVdDW75UM15AUZBq6qa1
KaqjqREG+jlOo4nYZc8EoaHV5Xs4bsVXABZgwMauH+cQ9av+e5omzRLpZaX/cGnPfpFgLZow60zx
XTqL2xxSWxIegqm3EjzgWSsq8nzjWMA2c8Iiyes/Uw6EKG4dF1PRcZw9L2p8Xd6b0AEeDFgJc9TP
WdZH5OfW501/aMAwaPDrx6TX3R5E2lj+WDeACcfR0NrDmpZFfjS92oo34TY9Fo3Zt5HvZfPnGpYO
qSnqZs4BmcmpiwU2EEPste1qhGtrNjP3nzEj9l6uq3fwtckDg+NpwBfAqSYYD9n1cq70xElOHWZp
MP48G03O0Jzp+EeOEBDzy9o0MEidNPMz7YGqCQExAdAbqsr63akgeAv7CLqhh6/FEjaqGsq4tuXy
YM1jfeeIrPNCO8VDKeKKFPeL2S6PNn7yj5Vs2KvpnLt//IQ87lCtpNPEDmG+mQsx6KFsU7852nOD
iBxGAWgG6YuOcgiiFLa8s5rRPudoRv9IK8JCOBVZJqKlGJtHlJIzcSxGSC4jbf7qTV5na8P4x+7O
c90ZPxqRIlIx1vwNg2Z2OWF+0NND2XrTn3pcLQzyIPbQTVYdYVDvquAtJIckjZdh8U6GWXZNZCUO
6qLoJfb/OWWCx9xa61l2LJbeU5yyNPgDiRslz5Jogp55xW0ZKWCAWag5eSNDZtDqz5C740pukVX0
oitpL6EBrKBHEaNNZWhMZXCfpVn3ZkTWdsZlK1AIcVhN8XWUQ/ZfVZvTGCee8he62pr7kFp6xfl3
NLtk4iQdEowOfWuchuVv0fCdQ3sou/vVNwc8NUiZPyQadLgjxk/meXDnJIhnlZAc19xEJr1CTPyA
U+eez3Rw4tZ13aT9YtqVuQLCScWndlkDLAUrALDhmGv+fY3eADY3c8KerMx+7m4EbLX/rFIr3wut
tFToKFtNUer7tYimIhjneBFb1GKKsTzMKPm5NwVmk29RFuyhmOTthudw2vG9MEt3OS0VJP8jUUJ/
j8VbO5MUGAvKXAqVaEr44iFYwOEeWrvxVFw6C1C3RdvgEtw3SKQyMJH1Qc912Yd1qnPtpJabeaEc
pJ7faVpaV2HfVrKOUDGsuR/HueaIEu3/K9e+eL9izOeEhp2Z6KnQODNv1r6cfwfGkJ46t3QCzks/
f6rcpbrNFqv/hL4r16DelcwfyqZrcEQwibBRA3ZqCpWtc/lrQujyxvfAHbjt5H6TfsEJ09fWepMU
Cl2/BeCHEyYtQTky5ITklq1lY4VZauW+pZbDetpL/K6O7cIa9MMqKtOM5qwhLrbW7DgxIB1gRBJ1
BpMjEvj3gIAKg38pS1CnRQm4ZPtl2l2HKIUK66Yb+Yf5GNxXkrkd94ynNPS4gmk6jT0FCfMzSeJV
tGnyX206Qw4znyQWOKUqnFB2JnslWQbxe+C3JaE0M+OjUnX6qDlD8NXrdC75VBLTh2J29NOUZUl7
bNdeDSHoYKOlQ13jS9Z2s6ux4UuNEQqiVV/HQB9rOndiuLGXNitv5Jxbn1Q7SIv6w8itsG5NMI3B
0BrlUW80G0C3A0Yjxv0HWzN9KpN7JFU9ClybSTFYJAfReSos2Yb1YmbTMWNU04cVuKst2/V0RL9c
R/wczHJtb1B40j4opedF2AFUf8RDRuWR064jFYILfDwEHWHelEqbmd+hfJyH3EnDxwBZMT0SvT9+
73QjvUMfeVgi0VoS6zTGSEUEpYKbRKPYEaSHyn7X4ibHbBD3jDfTohnTSQG760LpT8On2ekcfrXu
oO1mLa7+XdQFloNuMuEY4NV4zPVNPX9pAO31YWZ07hQGUMXnKMMVqg/B3yd1lIhJZAdjIBGPgpLK
JmarotrDKKn9lWH9bURtkHtFyC2j6W8NDSDILcWBJzGDNUl2rdFUH5o8r7qwKqX5C9q5QwoSlOqQ
ek2tDlNRssnsvF+mEMGP5n0KpLEKUR5IflqD0X9ea9Ui5kryUfKetkqgVbNConkRPY1zfxZtmDC0
BH2DddfHrliDeyY33P+ru7TTsSNNssOiCdJffWMlPxh7Gipy/EYfIzexMTrVzXx5VzFHQjnPIcPO
dPeD0iDnhqXWincpUs0FuY0z/5BTYPOaDHjQEc6h3RSjp1j+RKm3/YJYcK0dJ/KRr9pqDH/QK1YC
DumALL4xqaUPBdnLD/zgeTyzW0a6y/AA3iXMY6ajqcn8FyXa/EfWqLoxEJBsUVvVraCaGNF8LjKb
IJzMDj94mgxEW/BLDlVHiymx+rcgGhw7EmUtf1l+1f6y04BbQ9pTJ8Mm61bMDwvN/moP1GaRPXvT
VwpaAhkBC5ykT3i+E6myc+ykc5z4SPPq7f0oJEX6VS7fndlt6rAdV2pLx1yt7xBFyXwQr+xn1FMD
2cJfGquvWNtMv51BAeUoFKUTnhypdk/G7lC+Do1MTmOjjCkchn7mM0vM5A4WJkCQF2g3IOjHVOab
ykVCe93bpKq54Au0b8uKaNOK5aeG98dtZSIn/lAaQIEqTbmfM4ji4lhPSwAZoaoD6xZ177yO/U6l
Jz9pexGTd9YAWIwF2WI1Is8QIhpqpeTZSYW9QmMOVM7KNjnWapaRnrhbw1ilXON567X/FQJL7HBa
1pwakN6fPGyX9vdVs+c+RI49EzExOnk3N1b+x3V7u4jx1JEfRlPPy3jb1LeVCjwS98bVmwhegXln
Qdig0db1oOcmsseP/uIObdRN06xHQEI0rj9NDL9FssJJC7S1ckKK3Pmm3HyPQ1Kr9jH1F3+OvAIF
ilBrW+2H5NL4mcxu9V1YKV6QkwwGYr9T4dVSumRdhj0bPuGv1oKokHX3ZZGoqIctKqrekXt/+Vjo
Vf4DmEzz4Hmz+t66q+Gd5hGLuihAyi0NO3epuTFUOVRRtiqP8K+AA4eKCofiWGT2j2Fo+3cWxrlM
VMpk/D3XAl/aWlunBB2BwuKq4a52Ir2Zp/fy/zg6jy1JcSwMPxHn4M2WIEz6rKx0lRtOmU4QTgKE
BDz9fDGb2cxMd2QESPf+lv/uharXzDnHvbf9KonNfymNbrKidBBe8SaMpMATv7wM+f8tQnmNrOHG
NOVeH+imDZCDURlFfaUdxFvL7HvO+jT7snscco5nQxNx3um0yZUqs//I/CGcjGFwmo7ZVIbdiVyE
tDkEac2BupW2/2Bq9O7tkO5LHqrImwuVePN8ku6Y/l7LZvsKra9vI69BjDMSHviP45pnJdUR/8Ks
XwZOSRSDVe4BAfzTW5Q+Lck+7ocgbsQf5qMszLfUGW4xZegElGJBcQAeMBL6rnZwpHl0d3tuMtsA
2bsNt0e8T0l27SPpzw2b+XqZlKkdTPGR4x3ruZsf0K1s20HoVEguphEIanAqfv2GkKwun/2h4zoL
NpveOcq6b0s9LU9YvhmG9rCv7xmaWde2uiM2c4hm09Oy5gPYid0JmAtR+lGHqqSZj33kVz/cXneX
wffli93n2Sm8bCAYvPTIwixsWScq31NDJ5vfpSnh/fXG20E0cABcZvztmIZ192c3XvblOnpqDvWY
eRCy454tuUk3v8pVCkh+WBYVvAaukV+Nzsj/F1NqLeDzrNwb9sbFMrHaSRwqPbneoQZYpjE5XdXP
KlTsG7EZ60fXybrxwERXOyeMibAd+CCjl6aOvaHo/GVHvgjAteWhFxN40iSr/Bd3Rs95ZZKduz5L
5/e2WcsXSxFeWUAy+P/N/DWPbebjJ0y8Lv2xCr3yGfvm6kb2ky9y9UDx2uaapj2XgNp5OGXVb91N
S3Xo5ai4Yao6HY+Krf0/P7BpXWglJdeKpnA2j1SALVQiLH4sg547dQSgmU/E+Kfdrd5H8+R0TU+f
rqOzZxVPCwe04+4AG8kU6MIBbR2O1L87PAww3l7u9rt/KxcZh3zgMv4kywU3W9qZ/gfl5vXDmtHH
BaK3yo9kW+bw4MZifbWNX/F9VVtMzbt0klvkx6kHsbRU64FLPolvy2Bav1XsrG2h0M99q3ADlqmo
s6RyFTkK84ruln8qsgvNfbr175nMtuXcX61+eSbAeA7roNaniTH2a8jihZwayPi3bG+WmoV8biQd
vkv6pYasezX9yNBCriwuOIwk7GLtLs1zlsmmZtOWvncM+72PsVQl7k8IQWe6GTS7dZ6VfvzYRWVw
m/Di+jl1JMvXWkX9HyY4/zvoN7iAWoTGOVgVEOSjCBusmdh2bzqXg3Dv8JCqCWF1KdcitZX6LYJl
S6HQsmomxCGL56Peq+mdUoDFZ3ivWnVkFgBaTAiWnPO6r8fvzh1daoCHsv9rporjswOzTQubSoc3
b1/7Zzol6m8UOuzY/riY192b16ctrO0vno/gJSa+8k8Nykmu/ow6NPeicvzqyYt4qCpZ+ee9NdXv
jYkxPUwNMf15lrCM5Tt5ox+VNcOvvfXcT0PT+0/akP1Pp5+n+GzRDz7h109+C1GV6qhIN26KEQRu
KHbHW8/o0lAVMmT6/+2owH/NhBh9dsParweijlhcmVT9f/0Gzl+QJBXzzC28JEsatATnuV77Gocl
8XmtXyIqCbn/qd2uNcnTxNxn0yFy13U9ZxMIC2OL1O8Q1/6PJsnkzyWq5Z03iqS9aBof66IlGyQk
2dyHitI11abwu94+U58RVq+0pGwVPJzffNisdjg2V+sGR0mm9n+Dk2zAqVA+n7tYes6MTqgQaLt1
1RHOx96q2K4JqodEv3uVX48calWQnIc5NGnOc4nkmb+OqIFtce85iDjeRClLmFflmW+khJwq7lYn
3gFySTonvq8r28dj/rqpZGVf0Gw5N4FabZRvEh4xV1m7pjmjh/kacQ0MObaXFCyuYZbNOxq3hnxU
IlyKRXPC5D0CbAFlsvBgBZXf/TcDMIBney5izGkOhlOIttA7hHoJWJ/rCTsuNhGOxtHpWIl3RapK
HgEUboUEPa2QknTd89KOJd+H7WPJnSuz7FA143RrfeLd+IiNaYo+qYKHbuyz+NDVrfterlP8PUNf
/CSolRlDtzyfC0rfCZwwkiHH0+wQ6dl1w4dPcwlxUiIRb2YJTPBmJxu+jEjJ1HBKFaT3B5z1/N8y
+g5n/JwugWRp5q6LzrFo1EPrZwv7zNhP955Az3EhgM/0x2v309fC2XHDZLj2p0ahoTh0sZb/QlE2
+1GWXTrl8RYDPbdOn7E6S7O8jbOtQVk5s+uzSfTykGmNF1wklfmuR3vd2FgQf0Rbq5434SUDSQdT
YBn+aQC3yvOfW7O64jhi0BJ5Kuftu+nj4E7WyfYaKa/9IMoyjoo9Ge3ztgbTb9mM8fsA0Q6CJmLW
zSFolrcOubW8T+YhndiIOstaOfoMz6b3SDPtjYnYJThIxfioQFcn79LJNDAtIEy0RTSyRe4mtYua
KfH7GLBgmmmAHpYhYcppNiZ3F2Fwe6wnr2Tn8uieVGMH+uwOFSnsTrp6bjFxvr41Ths8pyCnjBtI
cf6zhON/LO3sfE58Fi8f3Kzc4IVmD3si2/q/RAch9AorcnBAcdDcajAtVdSzuuKAnDKP2vU7iQvL
p1K2Kfk4sBprfIs1YghPbg15+a/zcCsTHzstmtS50jDJZAyUJHKx0XM4IEPTZLiVsSgfozV014PZ
+uznYMd1vPhrSWM5NfcNm23bu+riW5a4Y+T3qyFKd6g+BgedLPDFBKTT7baOD64kKr2ot3rXd25c
NeVxDfYkK4YhTnUuZpXYQl5bYRlL9PCCY2NrIOa3ESl2Yvki2myyPwEi6C9qss5N/9VuF8EKpvXk
3s6Lt0d5wu1ZH2YVMJ7ptOxaXibG9DPE0H7x54XFYYzV2Bdj348b+CnWjWPgDS4LoKhc0riyDYHH
SXZkfz+TCG6QbnLHffhU9wD+D9E11VGFQe9e627Wd5MsOitskGgczDFUVh4ivtif+PlG/0CIaisL
Tfv4HZd2/2kmG1yyphv/ttxg9cWgzG1Pqd365hSPY/bUm7lvC14WIITGT8aaNSNus6P0cIvmFJQy
IAoAdnW6Xo/eTWWFTB4aFoW/ZRfu391ogl9S15ssms4bhnwlnUUesg6vCqlzu/cdDSGTTQ4cpuOz
lyhfP2+RWPZPQI91ftiBwONjyBhT52Vnq/9w8VXb2YO66+96WkNZCZY66d8lGaT+yRv9NCgABcPx
BmlxUxERPdXyMdzomcoruyfDjQVOn9hEQ4rteS8YgkGjxXbbB+HsfXJssdFkCheCyIWdljjvBHfw
4+p2Inp2MoJPgtzJtlUfMY92r0xVZXzjA+NXT/FoWOzaNNr8onfl/k8KoMDfy9W8edY8aJpX3oW4
q4XrHQOOvOYoKvx+B6PrruTUHXrvNKbVwm7K8wOV6llC3EQZGs3/UpbhLWlUsb7LrkP3m/XrdP3b
dM4y8wZz+OQt6yPf1yzm9ZHs1YWjTV4bxtlZg+AhWVcqwNl2+5b4b78BSLe2Jjm05MaP/8o4UtkZ
KL+vDl06w4/UUZWZI9xE9l5vmYMWcNz9v8EWzutLV8bU3knbthms6qDnBxsacgvqLBzdc1f7vvdA
wKzjnZ1GQOo5E0fviXNu/F4DZ3JPdiyJbaCKtTt1u2f/qaoBB2nLbbUML5n3bfiHm3sguLE9BYCY
+o2csaHL23lx1vs6akxwUJgTGG5J4AkO/NGj+SSeZ7mnVjaY/nGRpJQTzs3gPTvlmAaHOlWZ8xwy
sCnCGfbFPGalTaEked/tD0/Sm/AANp2En9610e04r3MIsyI33942W2r1A8+8R4/YHlMhAy5o+iKU
uOJzY+bI/evBa08FmdDudhPYrlM3wLikCaC359LQ+A9mzikuh8sUaVWTlybsfPYX5EM5TpXNf6WH
OJ7zvrUuYI4LdH4YN7kOD0Myc/Z37K1zYacBQTolLw1tDmrnpEYY4d65nmkAmUQw0cipwkyzChGI
epsBtP3b1QanjBZ91kcWVXpuq7Ek+a/ifDB0jI48N1Da+1poRh35s7maJbibBDE467IuTiFpA275
mEvZZEc0APF6KKU2X367EwieYYTecx4wHV+qLmn0aW53qn3LzO2qoz8Y2temsFnaYvahgo4liXJ+
Uetw3D7atPddyMlwiV+jWXnJbQaXylJIjuEhcAY+eNUM+m0a1xJHi0TMfjCYStfDrNW6F6Izhl5E
vWm93s7lJDaSyUPRHHHR+PxZ8Y5/pnYmKx8zO0Qv/MO5ECV/3Pus7ewVu14y4izg8f+xOc2PhB5V
24VWG5hP0bLf1zQwuZS1ra490YzOJBFZ5ksYOoexjqqLXt02leYebGtnjwsUHztst04C2lGBTcfg
NnN0+DNknUVt12gC7XLAyXZgTSiX/V1u7tjnfhSlJXTCANMrs6UsT65xQ/UG8TDzw5imr+4ALmD9
Z6E1mDJ8Vnzs1hrhITqzGeq66jzzDuxeV6d9LUkXxRkRj4VKMQrf1lGq18dhSZyHCDlFegN8EKvc
Ua7w7iKwjjduo5JqPXAFzncwpJ8+3wJIXNiG271OEBpS9hlk4K5+rwDkvL6sT5ruhD5vqFdab2l7
IQJ4aIX3AhDLRuFTYY4qI3awRPJLNF916Mm9kHYX5aGPdzXn5ShDUTQDcp1fqu8ZdAPYKBpWg27o
LpMUs/uUtVgmT73pU/fBJd6OA9uAEEBhQosw5OAECKIj2aoNKZWQXR2FHAMmsmWacfLUDQUGLx5C
X+cxKFGb/4iuARwfra7rGu7XQM5SLFCy5oYIraOfKhauKRZDnvC/RpfpCDfAsdkxjgPXgMW6POej
y851DicQysfd9xpBD1FVB0cd2UxfhiqkpiVDDlj/XKZ1YnrABDecVofgcNWZTV6snfVrT/z03TQ1
KXnuQu+QiMg6iqD2ouE+od1I3XCp9QgLVwEiIvQMLziJwKwnQjz6T+CtMj6IMS3rPC2j5Zs8GeQ+
Yeua8U5VExlMtHp3/5Ty5icL1/WJlX39P0zigvtrvQUnkGHHvxEgQPVrWmXplts5TMbCp2uBGsWd
CZgywQGOCzFBcBoGkgJfiapBoZ7IYPivWeZ1vx04A+3RsSJF9MGJdzOUCpbG8rb5L8gtpHQPfQva
/Z/sbNecMZi2/WGCtk4Kf0hicxpDWHlcZKuzUGOY7E0r4tx1jVEPFSnihnRiEJl7JK7CnOJGjl88
qUx0ZAUKgMTMHUjLqFZbciBWVXWY/R0/fmf26YPloTdPU5TV95iIp+pcT5sJThJMGFDAtNC0c7Z7
A6qaISgL5bdtnE9Wp4h54gkMcB7dMMkjTGh9vjqBfRBQ9NlZWM6SgzfDEB6ifvW3iz9OLG+LM4vl
NLSjOmu0VdUh6IK9vvfhyPqiXDAIX1LysBDdbkO7FVGaLOog/c3bC03x5nKAUuCC5lYXATR2uDiH
LUqqh1WNAbnpg00B8rK2ftQoNhEO1UvEHya8/RgLTwfnLRumX80wVY8GkzLSF8Hn9sj/7U87a9N7
XY/x48bnHg5ZmS4s25WQH3bt/N9kHrQvYdSpLwoaeoQWZg/356vQJn3wAgPGilRpJrMGjFsdwKLk
nlsCY7+C1k/a09S1yLRc9IXnfXWG/zzBG33q1lIPJ7oao+jMW6jTo18npjuREIEYSsttU2ffidv1
HKMcmA/0SyTRCePPXL6ahaWYLvPwehEM2v3gH+ZN95rB1Pttlc6is5SO5xeytnt9Umk8Z6et8Xb1
spRGvIVNyDsr5FT+atNsBqlYw+ALWge9VkM82E/6SDt9XCsbfU0VVpF8ZJGDE2Y44V3nRHqfwdbq
Q1lP47elF7gvBBzQI8hfi3wm1skzzYQTIoY0Ms0JFn3lFfLr0s3dQAp0RXJxB0IBqxgEvHeHt1qu
2VuzxeobdXDYPYQbhUxQgjgcfCO7/pDIGiwtcoXCuzbyyX7qaJT1BYmW5O43INSvC2X2IyocufyI
7bj98dDc9IRKpuymKe0b/yDiGnFP4RYXfRnHc3gXbHqePy26yORUUuBN32rNwXK7DXIUZ4x5Yi3G
OTBoY3zbYzWlyIn1hsnxZhGJ/kkEL8+m48Tqq8ez9seisP7hZCQ2H4aKMBlexbpKLs1KLEARJ1bZ
Nxo6DTqqYBHbpd4cI8+OGdcXs1qYH0B9wl80THxW+Nf6SmpDOg0sVws6AZRijUW0Ybf5gmBpsQX/
V/cZKxGomMSySH4oey0t3Kx9/0mTrpBQWwLpPFU8en/bYZ2qPKCfwwetNOt4g7iPL4EBQuXzMGz9
Kai1VxfxqsNf7BFIAwDLtv59kdpycy+Gy2hJJex1jgdEkoOs/Lk+Ujw/NQ+tbMR7bduuLUaZee6x
TZZJfiZjOcT8aAFsCTUuRl9cT4eWBKHe/aNLi0AH0X20I52y5s+snZ3UhFEs+oIiiGqEJIrKFGjR
cBYkfhs9uUk92X/duIClLAE03MG6M07hbnBqiZJrisWpDhsyZDOy9UjhC5R6tz6J1qfJTpO9cBi1
wZH/7OBHWNUG7mOP53kee23xnYr906ubcjiT5EvGGfI8WsFKHlTgXRT1b01XucnDGJcVmoRKe9Vx
rTVYuZs58e3mLApQqE7GDq5muk6mhF9GBzrCEYZUGMwBUSu3RHkE0TLcDF1GepsZ0mot0LjVNXIS
BVxlVKX3vFQpKKAnE+d9G3o2Jr6uX66TzkBbCrsYDD40b7GaGjoITaWL2IGj2cnXil+52JcumS4C
Ev33PgtgsgSM2DC/VS0ThqjHV2NEZm7WevX+i+kXLo8TOPePZp8RE3FH1jgoVBJfaciebl1Ej1hH
1jos4A2j1xHZTHzEulD+R+YgGpxrWM7zHvt9c87K3k1uOTdNWzBmBz53gxrZfKPdRSvE3l6fKsbF
9Bzxw3+7fF8jc61OxLlDkNz9nicS8XNmDbjnXCSDfwH+p60HAGq5wdOWtVe9y64OMYU4svCBGscX
GYOaU4uTAubNTeqtd5ybDY1tmUqP6dUjlmuYA+8SEdDan1mIalx9VVt3tyiU2xXxZTRjQE9A1E48
4UP74CEkpVyxBs04Yswvb4dpmx5qzc9/2uPF/QlJZl6oMsm+JpQW4PkkAkkXHNrl4UGQ6H6LKXPa
XENg1gWEjxec2myFxABt71B+rQDeyyiml8SGri1Kvmysm8ug0lwjkLMIlGfrH0HXKf5xPOGjEweL
F3ct3SUTtjhPVxD24FefyRBI514ETABFNkL3Hq6VvPbg176z/0CbAcKmxzKLC9u50UOH1qt+2SSf
uMn13s/LAfWJeOj06g1PwW4nyLx5q7Nz4AhxTcyfvRcXvyUhfI7w1x9jJitMwq7S/61SN/ZuBeuV
T8wi2zW7IC0ZhAdXumcoVuaQMNaj/wwCJfXRYWNWnK5p8yFn24Z5UPrR9LqD8zJHtRUYcMkI4Xx4
4+iY+63zYOF2TCTRIzBXZ060BkThmyO7PSiQb61AxLEI0ut2YvFoIE6qi5mJVuStbbTD16Sy54bF
DJgaAtS9IFzOfgWovJuTXmgrRNLYrUgWg2D7u5hs4w5sabhHdcNGnfulrr4dNWXmpQocODkMRn3w
HNbphloUUMg+78FivhDOthPSVRR6+Wj2uD+HNLT5x0pnzkx68zbT8L0m5nlfGt8wwZbyl2YCqvCZ
SOfXphymxC7ycS9lFAja1xS/h/4bA/4iGQ+txgQjd7X+3CkIcZ81wBDSCH8Jw/EirOGCqlC+/fCT
LQzBO6LsY/A69/eYTcl7gCJ/ue5346++6prsp182iMSpJ26ye+uqqnte9+CKTKUiHc8+8lq0vAGa
4YPyIXV/7AIE6X6axjG791QCjxBq0/6M8JPGj45e/ObM6FP6R7+FMLmpEKtRyaiccmKjpZV6vW8i
cKejXWLzN+OqNYe5VoqjepbucOq5t/HCe94Mxk/O21OD9rDPaRhckFkMbMDPG0CRLMj0GsqcSaPX
p1DtncmRv06kYEbQ+ygkr6kFLFyGqUXtPr+9TpHo6XAv9SGZNgnkJf0lOFR870RULaOVTBdxqg4u
B+51dsUfWEia/mYAfLSStyWvYHbYBFjloR37VDK/qHE4EHfMJ0wz5U7f+9oEfn3VQS/bccr8iHJ1
4O9forWdzfF6Bv5xobgyfJgnye8YzoQ0P5BfgVRaZb6aXzuw2P200UVyfRozwDccGE132ON56E4h
kpQNyeV1rSGxA+0T9zWXoImjT08BKB0Ycb3+3DozpbbWtOLVm1Q/H8zcbE6xrKhxYV4DtMkhOPXT
TtOGc0qjoA+Og6oqdWu9sanvwlQZJtXAoMXkq2H+HITdHmliq4jyGjtJiurayIZtcx5mZu5su8X3
0XSfOJuTC8mgy8sY1MiE1lGp3zZKum84x/SVFhqg78Uvkdnv/v7gu1H71OFwfraD1NNxhZFAybls
/kvHIAy3Da39EhouIbhLoo6YjexE8WHnI3N2l9mc7DAH2T1wpJcUS1rPX7wNI1cpqz8UuGdpb5BM
ob/61BhMEduE7G2rovS7WjO/OjZibtcDArhZXWg+Dr57BxnrMe4QT7BBpr4gIndsVAzv3K5/FqT+
H+vMHXHlruP5FO5j6z55G+f8AbrCn24CsZT7uUWa/gs1FGYHf+vTVy/R8fSkEONpoKrEs+AraSmf
lnTjkJ5TQ1ydWdPody3aJjkDccCKyWoWt0GyZZgXSKrvLlzqGolpUrnHJEqm/oh2FZHcjNfyblc7
TERDVmR929OH/EPqWV7KQSJc8seSP2oTtmSQkW54myY9p2wwyfmX6R3fPSV1w/nOws4hy4dkO2pF
F4+/PS6UN9pLqUisicEJjm5UB+mlFwz4R1xPoWLKGSIyoMpKJvhbFAqyJrb937VLl49tc8bl1klc
e9PqyoQvyovUFuZlv/j/qiSBRQsHH8jfkhn2y+w+aN9IRrNz2jm+CuTkzYAHV43ZaV8i1i+Q2rXu
T56zegLDgl2ea8cZ/pHvwTq8ue70Re9xI08Is1AnN8YA5MtByYgpfXA/BPxE/Yrrxr6xp+CgW9Mt
K7ad2xONRODipZm4jTcG9j9dONm1cOTCcTalVzGWG6SInXs2zMcGheUbNl/ItXCsx78JyjSdp22m
7pJAyvCYlgtYzry34g7kg6eIfNt1PqS1H32tXtW8byIVST5Dj9T5tCHqwGktdpOHXS1QXV2pwvuU
ppn16JUz02WiPXThWKwRbtjA8QFQ5o2sL01uxmu49xUsBaqIv8mCt/kmMXbHNe3u8XRKfGThh9Jd
g/EcMKyVVxY/EwcDbXEcnZoZjLx6+VfwOlK9OGBSA0r0/a5wbMAxuzgyBK3iD2ru+x4CA93+iJIE
/SBy+cFnLTh2c+rMR5VV6yM5STb+s/NNkqrC3OjeqSTs8UQ1i29OtciW4BjbYGsvXbKGI99XxEnR
7Z3G32PqVRQsN6TV5yvjJI+DC/MBJK/kF0lbWLz4KQJRwIRe5UXKzf64Cp1Vjk68E4+7O3fj0YlT
lFzMJWHIlxsOnNDDaMrlNGGNmS+pA8QOcbujkZ20xzM3o3SdC/pDZIa+ZkPQKxjCselVlIYdye/2
EbLU+rFlh3tIEj1XRVLrKrmPg837E6wkFcOjGhuewZXW7TyLzKrf7ZzM/kEYFPG3V22YKijBAAIB
4UtNETsVni4GjDS9zJ5tmod99ORfVuTthVOtFWd8M+LBmeNFne1aiegOSXj2ShiV+DvohbJ0haY5
RAQ8TJR9yUHUrPUEdud9Yrig0VANgt0EkekBawHmI8jaCoxJsiyeyEejvG8UARc0srtoP9vG6PAZ
G5UnTqWvm3tCl3d9nBl428eZPeM0LAEpW5kzTpyZwpm+qewJm1tkhuYzC0vxGLJvsDJXrf6vit3k
UwWYrB7TzE7ysk+u/pF0a9D+csEh9re9Mra/pHqrNM8onpFiSEaTMSi0yXzTVAk3DEeg97Z6ZNwe
urDjrGPk5/DlHlxIEWV3msme9Ybw7NgldAqcCcML8LX4lo5x/ipEe2x3C9whQsGl/+30A3MiTYDj
foEhisWR7u2WIapZ66MvmivBlQYCORIz7f0ErjAUo4soFyd70IbH1kucCMx+T/4Maw1V5xl8Qcww
Y7sX64Cn9NglAvWgIXQtuMQOepFzs+z+r2RBP1V4yLC7sxsn5Z/Y8lGnpVzIN4J9e8IjgrBqWRHB
XLNvUO7oftj0TQTyfWrjbR3RN/As9djfhumjbozjXxAtkjc4BZFdzyPQ58ih0Ke/cQwHPxBT+H84
2018VU611Qmscax/erW7KJT83NT6R91aCX+DprQ8Nv1KhbFZI9FePL/ymbbjjRUTUfsgCwdw/FOO
dbicg42FCwarkv1D7VOZgpOvlMuzW0dqLsy4mfvWtAPqUqSQLFABvN8DNgvpIoIVO1R/Hyh6JEMt
lvXieKDbOQCrd/FVF7uoula8PFg05qYg/me4i+iADZ9omKinU+xcwZjZZOKZDzR8oSrm+8l3WDGm
ts2j+Lod/Er9DMoVymPZjUbUS4A9Hhgrt/m2SWTWHzMXPVqLuw7lPdHk6ZkzzjUXp0auihQimzkd
wcpfkaNvTNHR6FcP1bQM+tFm+77gekx2tAou5geIC43DZV4w1p/7qSyTFz7UAHyLUac82NIN3koJ
jXtQnmDpTeo6K5HeDRzGGd3K3FoLJnODWOC+9J0oOQ1YHO7alof+R+KSk3RhW0eOz6aFZC4ePaf8
7Np1AQ4dpP2OkB3sNyxf03p2IHWDW8TxjJvx0AYnhO0dD1Ij2odFehYtKor4V7xSaL14TmX3wgia
/UXg2OISTqplPGDg8tlbiQOtX+Oxrn6jKkq2kyK4M2KfoIkPf1aY+KeRzlWWT3LxAt47IPe/vlU0
raOebR5AiiZxS68DFeh06M7fq18DcgMJofIfiQjkARoHfm3B+L6f3GhR+63kVa6KLhTiWVR9gx8j
4VV+53YeUP6jA6gearTR6S0ychEUS4v5FGkkpG1Rbnq867ugKQ/geOnHSMRUe8YpyDyz9G2jbpLJ
a+tbzxcUuAPwd9hxIJjIyqxABfOqhOU+TF04qw8rW94y32+IsCQcjdIDere1PgJ2p90Tslyy9eN1
w4uy+ap6oihOcuuabj3CAYTlsW8sCLdygvRtqFAz8ZdutnzgJUNQcV3pfrpV6C2Xbk+ZXMok5YiI
I2xJMdbetJi9mas/C5SM75c1wWSQAAZw+Ho2ebBtvH+KKUIdN4PJZ4c+KOHcstZls/Ebsz33/Hv4
VvAlCF5gxT4CDj2Ig4tYIDoG9GzYYx/gAjwOXui4nLCge/kyoas6xJUfUrnc+m168kXah+fVgSol
gWuYzm4qENOO8xaISxiXIjwZUQdXtVjUPGltS4mirY3V095PYvjB+yvjm9Jz7HqDbQLQuAuXpzrB
N3uQqjbIQ/kSmcgJq/Jd5S0P5AGt6W2mpuGx2rCv32QbGSOIXdqdTUJsKVqXsvne8bVON5CbLFEA
U5lwn3snSlVOoFob8rQ1e1f0uo5kMUGi/pl7iPtjMjtyOowJSBIj1l79mHEBrL9HHVBzIZjY2mOJ
FCQ+KwPZdVFmSpgcKUP4DrgicXQktDEVbuw3w9ksobHP2pNtjJWv294TS2o//4q4T7EnBNNdKtfK
PbsalWv+P9LOa0dunE3DN/QLkESKkk4rq7Pb7XgiOCrnrKvfR15g160uVMG7mIMZwBizSDF84Q3d
HNCdQOCBiz0PYCdSjap4ebIE4MtmTJTBD/Vj2h6U6FLAybqmfrqhHdTbwBzDaOvUU2XsMwSsvdHl
+tyCrUTU1CJarnm/xrr50PTBrGhT4aVUEDRJCFlBN31oEt95F9DhMQgdAPDvdNn68dYAhgS6uQgh
OeeINcPhSK1m2Fi+XX2jE0LT3s1dQSYrQ4CFLE5E5YK4MDkBHTeSvSnsmYKN6mREEwwK8R6xnMA+
GDUtAG8COEPpKgdsSgiW6A0lQcB0u8oeIm0bJw1vm4/Oo/TGGfj4yRoz5yedB6hXFIXiYC/GahT7
ucimD5xiuolQL6eNY0yFcRQ5yrPIJ/TypQJtWNwV7jC1N0Fl9R854IsfX98F+8wtip+iFdNvwLkR
fLFKm0CAOQTPqgPfyaPhwHYq4yza627R0u+GQucetbGZ6+0Y+P68r4Ugi2K7PxUgon7TQnd3IP4W
5hH16frzPPVzzI9TxMID6QZEkj6oHulRVYSHIwgXj8h9cIjL69rZFP7MrSdcBB22EG3yAoN5VGK2
hPRauhtDROA3BLXTp9612veiMpovY2ZPpxRRouimolp9a+uOXCirA1SbFNsUULs2av9Utvz4rgLx
9tkMaycntCyMEtA1Fzdb3q7GPQpWPnVNzFXskzNoTrKbRAgRyB3Q2QgdoA7HElgfAg5a5YBHcIL8
CVuw6gvituFzNCXaF6PLae9kNq/JHUpYqdhTruytLTB3586OR2gj+OtIYE86Fn4isYFHZL45nJYe
KJ09IPZU18HT3TdyLL/rmB0P+26UyA4gnwBD3HaKQB1H3Dpc6oIAjJ7bSbkkeLw9G5Il92MD8i6C
JeN3ClEh33qxwC7HR2oJ44udzdUnJRNMpoRRhN9abr1xn1KF/l5p4Ls2QIqD8YgGvf6NLYFOKGmK
Tl5kD+MjchJy0cebLYlrSJ0k+8btmuYJV5caCLWYjR+qmnOyEbpx+a6w0c7eBbNdvo/Q+hH7quyC
pwjBqJ885rbaaV06maTThgBHm6fp95x+3QjgvLLJa+ZBgqkTCY2tui8AD82CYB6L93RBwjqJdbJN
krNtCMqeEpKJ4vJG1ahRbE0jpK8hx8BFkSJCvKilTdMdk6DofZ75QX12dGOAzSIwoQ/sgFzIiF3x
ufdtk+5/YY/v4igN0lsFbOW3svvoc6OVnOWMs/WnUDp3O/TtMnuLEFL40S6KuD9V0Qw7ww5s96S5
whweYIPh6tW7Ywd60ozEdOMoMKYEjz01kSLBsXSTtKP6Mg0jKIGxc1v/mNCVvjWg6EWHEq8UndCo
WYrH0B/lcdbm6a6r2qHzTAh37k4lJK3wCwfXvqVX2mQcwopfoXUF5WhYmXFCJxQFiZ1ltHH5kAc+
ghbsXv1Dwm2RHwFo4eykiWRqnhPVxU9JM80/DLgN3mjAoVza5BPkw76oggMYPGuGiuRQtnZ95Zpb
WRIFeLmqpA4QRUNhTkZhEhwtlBjoyVuyCHajJL48UpcPja9jMw4vhey15gCFUd3PbZDVR4UAxJeo
I7OgyFpmz8A382EzWCwc2wBdgi0vJtoag6/m5yLtrGlDIWECq1trqK4FhgLL0mkTKQ/Z/hScAiqV
e1MfafDHUWZIApe++tmaDklCC7Kg3bSDGiXZzuy/y7pMaAcBXeCHnqZCeXIwxa9uLq2M0orSn/w5
yQDYF073eTGMbkCH1SWhgsxd62YGVomxOxohjzlKVRJaf8DWWiRQHisXwP5+KntrPsAyz4HIQqPZ
WEiPfhtgzlNFd6zmm6uyUPM66m3vK4gJ8QYudPTQAh+OaQqV8smgNs6GmwTNAXMqIv8e4mEEwTOp
3cfGSNPxCCET911zadGApanea0ZLpUrPTTfcW21acZK0uu0e3SEYg/00pHiINUi+FyduKoIvNzNw
8mVnpngGjU6SsrVsRESiHBRJGNAu41JqHXEsTWmB5PlTLMoWSihlDl6s7QSx+9Yqxp7NlwFnIoYK
ac0g3tKBCTRoYn1P6tB9jHnpkIXhTfmq4HXVN1HoB+ZeG21KEdQmBrG3EReJdnBu7WfTnw2w7qIM
M3wqavupDSsu/KYj3tOyClosWjglVzkCiS5tAjcNxG5O/JKCm1naB51GFWCnPBTWtqMZQ0FS14tn
4jViuqHQDThuDTfWcbbE9JgaXKebfqKvNlhxtETTNQXouVcxRbIiCrfRCAB40/u4KN2KUk+bhYdC
VPmd9Ma2kQKxzEfWmWfFsnSswiDST+8kQlyf/KJqUF0IBQD8OeIyOSDX1dY3OsnMczDYCfx7q4wA
C8Gk6jdFDA79ngoENbGgaORH30n8pzaY/Xud1o1/Kws121vENrRh77qDkW3myVAT6B2JcNrY6tlv
bAfLL1rY+R8nUKOzt0hx/aYbEuFkloOJ2Djt3CMHXoWUyQzfze7Qheb+FbIPvyNkFNpH1ORwSZym
dFJkQugheJpdVo9+WBmU5BU52N6q6f3xGcIcApOlfHGyNdDzEPFhnu2cuqppShSOsZN5BtAVl0Hr
RJ+M3gU4mdjfydl2QLEBccZ0I0m7/BmyQ/c0xV3/TmRFw40Nkr0Bhh+On2q5pCoQR/obRBgAkDlJ
Zg+3XHe+/p7dCINCTSLvwa5ZlrEPfOomMEABsm3IURfFfb0dbn1nBDRpaRYymXTzsq1yAkMPNgne
Sr8qWu4LeA2K8YYqfv+lMxyg36Qs9XPYlmD1kcG5LVoVWXt/oieHYFMAEc0XQfQzqDpj3IEVR/Nl
EcswNzMYEP9gUYJpUQoQ7ifLN8OPaLQX75Mx4uBEMm9Pkyp0nb5MKG9h5gTmJmbToPlP6BPvrUQg
JzFFunss3Fjc0aZtc2y4qXs/5l0KOofKtfXSuk7fbMpO1BwEgEA+lYWAx1MSSTYPsx9V7iZApcra
Nka+0LcDQpy9FhjxZ9XE1Xyo6Lx0T/zU8bnmnUKRX6tciqnKEu1+hmcAsJJnTLFcFi3PTM7NR7Se
aAelqVP+aNzerjdGoBxejbSDsgGqAxCJrFut3QSLK8I2Fn4WHWt9LGkbdDWeHRSGRPNgzm70Qu1f
WQ9sxBSxUFN1/t6oLJ43ugH00oMOmDX1S6sK9noyIAXD/9pXe3SPESyI7RkNPIiMqPuztpCtqCRR
g0XTwY53dT+08aFByzYk1wr7B9Ps9UU9wAnv51lozvvAl9NLthxGKhUxCW9ZuOpFBxKCroFVJrdB
7aQCaR23+dzTBR2PGeT6h4y3AR+1HD/YgD5UwSvRDV9bNKF/IZUg76SWSTSNbMd3toEEPX0DhU1H
urksRg9ZIuumrvFa3MBoASYxE2SxX0n5ra8GtdFPBlBNIihASNQ2wVfa75WZinLf171C4oa3edvA
LvJQoOirI38WJptmGOkXpKYq9Z2AUpQdHNlNX1N7oMg996Eb7EyS4ewr9VlnD7d3qe6ImhCaTE8T
J6CF3U0vekpKmlNZhCi25X6jnWamsO+NcHkfkIWGKJEO4gUJNv392JjpD4198qXJxuI+lMG08EV8
blDLn/IfMPT1hZpsUDlzUa/7FWYaLnY0ZNS4mXi/bl12+nSbyix90pI4sbYzAOF4Y9lgDz4jiRFA
c8OAGFoausyU8GeSRt4Zus+7diyH5zGO5/a5oH8HYcqt248Z5UlAoijQfwZyMThH8GSiAhaUc1Pi
Bmlbm6oiBz0NeqE1X+mU6/nWHKKqvKPEUdwUhFrzsQYnY+5DPdDgMoDpQp0nG8N3hCTmVyPwCUTz
GRwJ4O0WNNysx1WLjg6WD5uKRlNBhVmU8XGe3QkqWZ4SR5dKd9lzYS6JmLkAx0NGNsctUDRG+ejm
MnmARVPHd0OZWmCD9AwUVhKIHNhwLIO9RVm5JJrsl8ZohfziO+TP4KxbRuTkHrAZJbYAtfxvSG8F
8VPZWXV8wAPDzPe16Q7AMx2zesC5uao2RqTzq2HYmOaN6YADB67tpMfUyNLwhlppQQiHLxGI+byZ
9M+tU2o/ScxzVnco7HeTyiQgzCmu1Qa9yC56XwVzcxDBOHX71BxJ/mezb4DCCr84ALOLnwwkjtCI
KopyfoiqSuA3C8cG5zdwuEH28B8wgkpro3bwlNOHN+hylvZ9b0a+u5ntaTR2/zF9UUvgsZk3+z0W
WUaWlzlaOzJP9wNywOMBOLpe8FfNoBSKuJxOZT3l9j7teLGmjg8HYyIZTpdVDM8oiCoCHHQ1kXUl
XVn+/C8FXrqhEz2fsvNQitaxNywEQBGQvCYp5zWR+nNyiTb+Z45Cg5J/VmKX8SITCpWn8zr0EXY+
akf7SJnOw4QqzJZikf1V82dSC5c4kCY3YLSCwBwGYCyuyG6+VQJGdFPgGU+HyMaPaaUrq7GlqZzp
ndfYc3voEMJEHzvqj5fX9oz4pbJRhXNMsdg5iJXaphZQ0Z3ISLzOr9/zAYNPIiRt5H/QPEoJ5FNV
ChP78qDG2VVG+d4A2Yxr0NrMJIf7OPjUH72h740ncA3OUZqGtpX0Zg5EXUgWAbjZZ42ad+WQVBtc
Td1tORTX3HjPbS30uv7nhyxipH9tLWSWartWLHKfZcjugbtyHCO6hSfaX/FmPfs5wW/gBLUour+R
dlWjSm1Zd56ilXwUjrAeFHpxV8Sqz45iS5vVEgKk2+pz9gBWOqMRZLDYslKoktapGGprf/n7nd00
f42yksQWbaCAZY2dV8KG9rCmCPYOjaJPSHDlN3ENspKYr79yHs58Krx+dNxLDd3GUHg1NZzjXWqO
svNshBD3tPDbhy4ZfFTb4Ptdnt+ZVQQcCsxGgV9Cpn6lfN6hsgRAJO48HOpMiLOtcg5gJ+mj/+s4
JrtBF9jeGGjQri+bMOc6B9XC7osb8VDMJtjReQyu7Im3grqMQhgppA058o3ULCqNIMQtdp6PzuLB
KSrzg++O2ngzR7HpURL0zSue7G/F/TGi0iUWArqNcvx6r5t4nNgIETUeIUL3MbRIM7Q4TfZjrgK0
lBeR/0QVyL75pnlF8faPccBrvVu0n43/doXCaNVevu3fJ5oGDIywaPbaXlOGl4D8RXNJai4JcJmb
hdfbABG9uiMeO9EgUBVpimHddB08hUOiuxV5lQ+ZmHY9gi1Wak/ZFnKEb51yeLTgCTIEQGm6Om5w
k9kWDfkSvPcmhYuf7fGBAjKbIXYCdDCd5Ytdz6K8cn2+3Z5MkYdBAqGRmNasbAcNNy2iKDInL3QS
9YJCFJCGOdTfXd6cb8/bMsqyX7ihcUVanbc60RJJe2Oia4W+QKgN7VbrQ9Mbyrk5Xh7q7IRc5Tqu
RDsRPabX30yHozo7gc1QGGXvE0mRdsESXjnV5yaEuwXWcUJJRc399SgoR7l17UrcBUEXbafGQvNg
JqmDxHDNZvDMAaDIqVNmJeuxadC9Hgqwcw6B0Rm9gASp2KTZgDBUNyxaRigXmuEd+qrht8HtwOGa
qTaFVy6W5e9fHQKH4Q1pw1WlRbC6wCisxlknq9GjXKJRTcxo3RYDuD0qDrdVpcc7JYpr7uNn1teh
GGhhUcY1g2Xz60mXfhnFdltPXqxFeHmoId3bdTfsBXo3//4pGWoxSJBYd+Ag+XqoQMWoxyfszViO
n6U5dvC8aPsqIbMrI51dyb9GWm2attLQjumyyWsJQp+BcamH3C0muDJm71XIm9CeddTh8nk4O6hL
Y1HgoKMTcbyeHsw4EmgHhkcDjuM7Jyb4kZUkL04OhTczOvPbRBP2++VBz30+yZsnWVTp6GuhcAhs
Af2dZPACSC83VQbbSpNQIKhW11cW9dxQjjIl4DzXMJEifD0/RKdJUYdy9AaJGvggK9hIUf+rGwf3
ykt0ZiXBUegWHRDeAsynXo9UTbLIe0MNXtz07RPyoeIw4RrygS5vdef4AXjGSP9xeSHPjolHEOwz
3kCgmq/HjCYqisbSKe3BCWc0gJv0NkVbfheNKCYhDqCj+zMBL5enywO/feiFYfAeYESrq8XZ4/XA
wOLyBEGkikfPCuFR03dPMb/4WWRd8UugThJc+Y5v720GlLrFO4vDh1qb+NQcvCE0mwoRe60hZ0RE
Lkui5so3PD8KIS3Bs8ndvdotRpMj6zi2lZcVI0gSFxz/OzdW5pXJvN2UTAYTWoen1Xz72QxKp7L3
29qrB4TMAPI081FRTxx2IbLFvy9/qjODqeX1xo4LLV/LWX0qGl2TXUVh66G0o922+A4ewtHPHia9
vOa0tGzx12+BUCa2EmzFxU1hbcnlDpZFQ8FvvLJsqvYnQs1kUWY3pQ8oEwKj7ulD9jewfvwnrItS
Ml2Dp/7ydM98QtSPOH687bjArdMSpB9nP6Gk6ll+2N3pbQfyBQLSx8ujnFtUohWXbA7jIGv96jnR
XLSgazsvzMzw4M/ZNzi82d6WwI8vj3TmpC1nG5dvm+TVXM+H5sIQGqNdeyqe9WM3OkFMDRsVaNrP
fXdEa7X9d69pckIcfHVSIJ6+9ZtQFrgoCDQKPL3WxideA+SE1OzemlB0D5dn9yeAXG0ZHnDeHY70
AmVdbri/YmiofyGQGNSQJGTQ7GZxqqtpnsPX2UCzkDeNVRe/IMkO33AhMPfcg/qLib73lfvszPdk
w2CGwk8gblu/SICcR7MyFwgD8N4XRGvpWDpRo52mDLz95Tmf+aKuQGmY6ww7JJ7B11O27SxVXRR1
XgTQ61YbSuuDX3UZDMCGQhH6j5jD7P51SAminKtTglXBQWh1BwDayfM0ihsPbwkkHSy1pw3b7HT0
zrf5AHf98nBvzyDD4b6Iq4pOG9FeRTLzQLkrbJ3aC42w81C+gPbJXK+M8vabMQph7+JUplOrW61j
CsRY+oNfe1Hrzg/o7DjHNHDBWS8aL5cntB6KL6XbilodL4/CLmv1LmiVRLK/0+il13110xSiAbRq
F4fAiv41YPkzFIddOIgNum+8GmnAACirU93DQiQ/EbR8hkk4LDSt4Mr6rb/SeqRln/519AykHJKk
LXCmCMvhMHS+2kkNHY/LS7d+E5ZR4NTopOkGWdc6P+njyeCl6AzPIBpBatVSH4VwbY+Y3d73rRHv
kYN07zFLafYj4oZXDtuZSWLRJTjbBnEKqdjrSSZ4JGNahFakCf7iJtec7hQtvIPLk1wfaSZJOIQ3
CdY31DfXxlOoeCkZcbN4eWJBVs8gpkbod2IgEwHwxgfmiqXhuVn9d4xisifh5byeVTdrREO+pns0
BvV+m81J/LmubYToLs/rzL5n5YiDHAAz+puXoAf4M2m5MqGzYN4KjTqeEVdqKeRCukHp4MpwZ6YF
CJUFpBzmwg9bPQZWUQEhh4pA2mzBSqri+I6Pa3uXJyWW1fn7zeFrcdGTdpi6jQPe+uIwWxWTzALI
48Q37seoyEMKHLJoXqpSAw7mYOsWUVMJwkMumwnbi8o0eW5n5DGBsvbmVgsiA+kTp7OjQ+Dq9Ym9
bTTb2nEBO1dzOGF/wLUKT51+3ruizltth7KOepqB7VC6STUhD2pIIvcLisxT8zUszR4oNtQCk6YY
Dic3o68n3RYpmTzcYs+jAyMH/DldeX/PfWAHizZDp+dhU7B4vZHGwESABrlSL9Sd2JshIG5iLS0o
JsA+u7zsZ84IZVOWHQ/3M6WkOEbSAiH52dPHsP9kY13jwU8bdp3syl/j1F+xWV7emNVHFrQOBEjT
pT6yThiceujyWWc4/PkQGJqD7DcOk86HAIuKLaq35iMqH1g+ZxiVXJ7on+DvzdAWqQoZC2XQ9Wub
pUHcVBXIK2q7gXVb5jL6DB7Cfe41x1pMVh3E7MIueJw7rfpsZl11AOKvXiq/MD8NbZ899pQM95d/
1Zkv/af+C1idRXlTrs9GwwiiROJ/GjbWKajb5gYFkOIDYLr4ygKcH4rWFt1XtdT1Xm8qV85oG2iK
L93qiEUWNWgdK8rvCw2Ayf9hVkuV3qQIxP2+epiz3qwwVOe1RNIEGhPq2O0u1cLwGQp6+3R5rDMb
WCz5k6LELXEsXU2rmghB4saZPfABc/IxILb7MAImuO9S5IF+mOakXXm8zo4ItXGpPAn+tRox1LIo
MJJ89oyhtCHdoyUJAA6Lly6gDpsG1yyp1+UELkbeSWHRJSBqe5O/Nb1W2lXSTl4SBuZuNKFB9iVI
KuAZGaDR4IfuCvWPkfefMdmTXMREPLQfV5slBNKZBRYXcG4Xz4BDIHiCBj4WQxr9P4danp+/Ap62
oH8d9M7kzaYTR/sc14F3WQI2aKOlujld2ZpnF9PCU9ZWAjPDdUyARrByQmAgntsMxu2Asv+xk2n6
e8HRn4K5LD8iiFte2aPnjp4JoUvSw6attH7aFlBeOXRUKy34Rw8jyoLHtqwjhJEgdV8+DucuWMr2
DoNJR9nrUx43NcTv3B3h7Zs0KYKiOsFYNGBOJmiADUQ/+GFhTwoW90qV5trIy7H5+zuiehprU84k
QSZuq8wG/eROqImOuXuSo9H97MMGTEGtivzK0Ma5sZceLocNT1tn/axUVtnTgE/4qn1dF7zkrd+D
aJyifoc+cOxs8RgJx11OWjRsFWhjb4LiGqO977s3KGo5xkaHCxBunVwGaFtDl0YYchp9Z1NbVYNL
0WwOEKUHhID2lz/Yub1BFYjgh76EfBOJZ2HmGxPCZ16VOulhcDV7h5ZASvSoO1f2/rmLi4BCN4nj
uLfW+ZLeo+0sh3n2+rqaDkERNid8coqdHkzzHXoh0/Hy1M6dNTQDaQMS5FuUel/vCJDBIghQffV6
13fNg+xEdw+2xQ+eelGYjpf5i8yEkTTt8+WBxblFBTECE4Gnnkh5NbIKeOd0FC+8QhvNErGJSH6r
XexfvNaunPoowUE4Byy6kmg/1EmI3EEFEwac5Wh9HtBRyB8hoCQmmvIRzCa/kIOzK7Fqw9gSvYHk
0EAD109F1ccfMjTRFvEcv+wOqCigrEG3F98CQPnzhxj9UZBKk6UAkoJhk1/bAH72FpJS+2Nu5xkZ
CQeg0A46TfUyDbGNNrNTjcD0OxTwbhHTEdgGXV6eM/uAmi2aYS5vCrH26nIf4xztv+WO4NQssmal
kWq3cRIOXwHdxumh6bqoOvz7mIZNoYxqP4X/dfRVYikR9q1GHb7QUZOpynxi83E/7IG9+gbs1Z7S
x/9lTPrQ0nIFhd1VGFIH1IjHmjEnaft8BANYc8sNcbC0cXzf6+6Vbbe8VKsIE9gFD6YuKMLT3Xi9
3xEsFL2PBr0XZFg3bPwWF5uthW73NfjMmYMlqVBbJEpKER2sPqCLQCxMtGz0JCIQIcITuqGBjM8w
K0WqNUHlP5znu7iZ4m+XV/TMuZIShWWiaP5Fa/j1DOchbpRu0eEzURnHHUJFk7vHsUf0+960zCtN
zHP7lD1qWNJABYeq3OvRZDaWUwWzyqvauUPyqEUXVEaaOe7sdkbGRKFffuU2PvOQ0Miw2KKksJR6
VlvGKcKgFWE1g0tCZfO+TRa+sAoTBfAx+4Zi5r2d22Lc5k7rX3m5l92x3j00TZckwLCwBF4NjUha
rjckqR43S3XiCUj3WQtMr3Zk7GEoK08K16pdXsfavCn7qr6y2ue+rXJJsfEpEFTwVruXQnBGiG5w
K7T5OwcnIQ+/g+8zJizHy5vIODeSjYT4UgFyicKWP/8rUkiQ3xjyoOK7EiyZj2FsUVqFfqDlO8R7
6Its3Dkr74XdQRbG8iX/WjVVfgKq5XzUs1yARYTq+J1TUKmbCPRK66GsTDXp8u88c5x5tDANkSax
FEWy1z8TpEpru9k4ezKEzGl2LULgDbTkK6Msh3X13SHQQLenukitex27aKaBgSAykZ7B258e/T7r
ylvA18FNhz0QzOV+qAVEGyO+tfHhRAQqyOcvVHMLzEnHBIILMPr8qNsR0H8bhvHPRgffjbCyKfA4
mU273SI0puVHZHwgmpBo4vTlZxOkj9h1Y/u70ho0blGE1s1bssR0OjlNheeyknYyIGya2YgGl+3E
R4qSEv39lsv6rp+m+Psow/KdjILgt1mqrN35gxFA5/XxX9viVYpPDUL59Y1ArC7YZZqacgxyBvNG
6E2Wf7m8km9AhSQtihq+seSDdCTXqWCKgCzqCYFFMt1F5g9ig3L41aEB9AnCddg86bKRZL5Rr4bb
qhtREM35MOGWctr02wYqnl15gM5sdOr6HCWqdISm656CY6B7mVaG9EQB9n0TWMYHcn35hPXg+P7y
5M/clWSGdL2wTBdMfbnY/jpTulvnQ1FaWGtq3C0ovLUVCjuxjcVw0EIkfabZEP57WkMxhUokYBqG
XF+WwRyZEcr/AnmITKkTYYMbHQYTC5rPkzTsaz235bytDooDNshCV2/J99chRNhMtBhnQ3iZgNQt
4C4ca4UDAMLr2SdA3MMh08t3l5f1zHvAfqKErCQdDWMNGSKBtPs2DyW9bRsUKvpHi7O4kw1PdeUS
Q1c9xapgTm7hRAfXYM9nLiD86IE8AuDhSnZX33TIZkj42C2CTUWwG8ITqlrIqv/7NcdDDj6Qfil0
kjVeboiwTkmmXHlJZw1YU9q4bIfGNbv7M0fBWXBBC3CTRv66Nh63lutLAjJvRP1+5yLxhdNaq+1F
Qf/w8jd7073kHiATtFCwcl2D1VvW9a+zABofKi8OzV7d29DNVWbdSaeN9pFmzSd7sifqxVn7WXa9
2IWaE+9mbE+urOqZ87jgTvhylG/5JavfoGAiIDUV254F+ehTGlstGueGfyicwfqETXhwrT18btZA
i+VS3TOByDrLL/pr1k6TqhLKj1qi3Rw/ewvSzJzD2XStckdHCdu+CXecZBgRZw2iAW/G2b5y4Z2d
tUOUT4jIj1kfl2TSpzFMdRvFTlceEmi6W8xyELACWLArhB1fS/zPHBFXp3RtcucvKO4VEhImfKpi
v7M9mE+xg2KImyBgK/Nd6+BsYpdycb12omfgDyhJOXqDqz1V/8mK601P4XeHHL1zjBCl+Xh5E577
YVQ/JTZSJrIx+ip4MAoU6Qddszi7jny2CXE3VtcHV+Z/5kpkpf93lNUNYaGYhBd6pDw9QQGWZ+8r
tvTmp3GQ33p0gW+aoRVXwtQ/7Z7VNcxDQ9+a/i50Gne1s1GqJ2R3eGXLOuu0TWlrXX0o8rHEDQVD
4E2LiwtsnRQVgcccgQsYSyWKQ/dm3OXiLtHb/gsartMJkxu//xKlmsT+wcxR5JmQTkE1BLwWyouQ
doNtPQzJs68GzIwSs1dbqqQLfV5Lx490cjQMEIOgsTDnsxp7F4FbOYZJiyibwPkX3iGq/jjG1LHh
7zAmsfxnxx9BJxViqS4GAPKDXTMg9oD2riWvNXLPHkhBwQ9WKjQHXZqvD6SNWhby0o2iIFZM7iGO
Cd6OdWXr4clIsHzdNLV0tY0xRfbJUN2EIoMJBhZaVuir4+XteOb6XRo87EaIJECyV+fEjTpjMX1R
3ky/YR+rAHe02MTby830K3fAmSeToaiPL4DzpW/4etqJlUA2ckxerSAKfyYwnZAzLrEnDOrpHvrb
eOoQJrihsW9dC6X5m9c7c8E2UETjUqAFuxo5QxE0nmblNTNqcLll9ls5Rtc6ZueWkk4oWSJRFq5f
q/2PKuOURI5tecM84pUYGBk3Wyw+oV/74d8/GjcbxAYH0BQR5Ov5YJ6BRYzIeJld7J6TJCq+AbwV
91ELqOLyUOcuEirG+EkvwSrtwNdDaTmSg2XJ/shGW9wElla9qCwz7yKS7jtzRIXdVvWV2OrcQrpk
V9RnOBxcga/HDGJU2GLMSD1bBJ291wjCMqpmfblHcCW+khycH4y8AEw2Qau5OoyydqsM9x7LizAz
52YoFllzIz6h+SSvHIC3Q5G26gSM0PIIj8VqG05RZCWy51J2zXS+reoJFWvfmt+Xc3itorss0esd
v2TIApMKyrqEGquhEIBIuFRNy7Ng28OR5pHPUEE8XN4c6u2RNpZrDKTuAj97U7xz+9APzS4W3hBY
lXsc6V2Y76yuGMJbfJ/x/8GVq7td9tXPHNsKRI15VlEPa5IXHAz1F1eCLtzWWVyhY2XEJs1z9Nts
1GCxUsN7oWmNehf7rfNxtBUMdCM0898zDIf3fQlK/+AXSlKhHH3/h0phNG40Kww+wBcrsjsHeTRn
E3fUHjdQLTRj6/S++pF2iSWOEaqBP2wLxQXEszXrF0a94keNb98jtqrO9xbR3WJLCou1StKbJb6H
ld0cQ7fs7BcYZ5S4knmu+udmTOP8NsGx4d2cW0Ny8Pty/omBYp2d/AJN/900AAxCX7MyXwY48iCR
KrC+W/BduXGgJocRjEzzQWwCxAJ+pIkf9vtiilukQwiY75NSU3joZVWr32DDiEigoWf6prMXlfVU
iU5decbPvE6033nC7SVhpMKxOhBRq+uYKSTCIwrGoBHdKzf4rlchryGVtsiBP5vEWFmGyk3RR6es
iRA6kpHoKzilW18Jl/7Ew6udDESVHNJgJxv2Opfs235AO1KnN5GF7x2cmBH9iJEnw0R4rO+dyW73
eDujfhHTvSo06e5CGcYIEAlBm0lDSoiS8svlfW8sa7D+UVTJIWeRSNCDXV3Ac1YgMpkWpifTqUtQ
DnG0/C7KkeRgq7nBJ3sGxnIa8wh9lgYx9Hibufqs3UDPadObrMzG+CCjDH/KKz9suY7XP4y+MlE+
OG/qlKsfRgcMqOlUIF4VFkWPRplfxvt0Gir3fnL17tusucm06ZvEKbaIO+p4BNDLwnhF4iH20cza
UT9pKD+JncAlt0QZom2/0aGfHsvI6H9e/rVnLikTaI+zAKsJPdapkIWxJ3aotaBfnunvE9xKx+0k
kHW8siru20Wh+g64GPQvo6nVG9Z3cLGcUBeePuTul7QPMHUAx/koiFNRusG7JkP2eUCOaGxSJJAq
7BWMK9iAt+8oTwvAf/RHqB0CF+Q3/pWEadC/EQ2quJD5j/d8Ugft2MxEcQQV+QCh28k9pSAjr+QB
55aYV4CWDvh4Awj062GjEk2npp2pfM29if1uFt+QNZhXDumZh82UAkQAZluCVvZqgf0UMj+0FOnR
AsAoBOEU90fnlsE7CUg6PvzzriHLII6kGg39bH0/EdL3Y45QtleUmeVNmIS8m9s4uFL0PrNwZI42
BV7ar+AdVlOqBieP0dMVHjFlcOPrqNzA56oeLs9l+VtWxxXwBoA906XOSzrw+vPkc2v7YqgGL498
3/3tDqZKdlALJFqYDQfwPqdtfWXMMztRQmeAa0xk8LYlns9qdOwCBphRiebroC8AFRRHNjZKO7sS
JcG7qcDF7/JExTKT1UwxL7CofEBBoVq3nNG/9n8jsKyORtF7fYLNyX1mVsDlkOuncQKiqX5iebC1
wma0XeRkA9rc6H9Z+8BqwnIRjoeeM5QhbiJRlsXGLkBfMXgcIRh/GKKZJteC1bi30yrHyyAJS+Ml
DIh3NuDxF7/lhAv3m8BwJflSklp909rQKE4JF0YDlsuM7MOQJsjGZoTWwXPq9JnahMV1fua5tWdP
Ac2k9qPz5V+vgh26wpZV23pxLKb3PiYvmIcgMwiipTUPI8Vr7FKM6r84O6/euJF0Df8iAszhluxW
N1uWbEnON4TDmDnn+vXnoS8OLDbRhHYWg1nsDlxdxQpfeMP4fHv1N7bZ0pcDsE9zDurtcn7/Wfyo
qJFz04GwK/CoPmQhiuhIA1kerFf7icuq27lwl1tl/bEpUNKIJLtdeKKvx6P+1RM9gyWPp8h4Ggul
/YWMV+QhnIAMadOJX2Btag8BqGJnn20cWxJL7iCDvIGVXm0zo1LbKmhogPY6euQ6kmMnIzSm0+31
VDYWlBE4RcvtgGzYKryuhZ2MdWVCU4t7VEs6I5Dbs5koqm9WoxmyYctUuBgYSdIhQ4lI3Bste+Kl
x4A0dXFTDrrfTYhpwB0X3YDUmdqoQH9KafykYkWt7/zejW3HbUlTbaEvXXOKsBzBt7hJ6OCh+EBv
2Kw+zFmGIP/QaWnvxk2Q+eXUZc7h9jptjcsVDZgA1LOqrnElVaKhHYPwvy+VVnXO+i5+0psSP+Ah
Vd7zTLbIszbx59uDbnybv4Vxyn4LQ3Ld3B+GCX31hUKo2aJCL1HG8cke7OPUl58DfKf828Nt7DhM
/+jM8r7KtKRXR7opUlkfsLH027ZH/cMaHKwZ9Crbw2ZsNLGAxFOoIZTBXIOL4vWhEkZNLxBDS98A
Di0OY6jFPwrKS4vQbzFjiRw1uq+g5juA00jjFxn1dfU06LWB6bmqzz9uz3vj21qENBqfieAN/OHr
nzMFhYS6rNz6MXabWHlnsfVUsY9PXa+W9ylKY+pRyaLy7VWWJVLkWGjLt71q9og0lWP6EZAKB2TB
gwArxSwN2/NAWHC8PcWNuBEhZoofJLZUWdapx+zMJKpx1fqliBTPCE3FrRvZ8eQk7u4mrQpOSiB3
dzFn6S7CWe/j7eG3MjE2Fa0k7lIKFGs0RyKAt8dq1fmoZ4jgoFo9qkQFpgUfYqSrUXYaagOVIYtX
46jFmU6JNVHCL3KEDvDOjb4R4VnEkESwUAaBIqzu1YkUG+FHyDsT9tMHE4CO6erS1DeHdiibvQb7
xhHmBofEwLkCjbZ+Jkl2QW91LfSusQS010X9mTSrdx18dQ4I5hc7Oe/W7CwuSCoZfG0i5dd7OcKt
rdKcpPORbYa3XTca/kJTMYffcOho1fe3v+vG60hHlvSMh4qttR6Nbn6FkGLTQSjrO6+XFCT6DaX0
+0SR7qwJveBJsYynGkGonfvYUJnI64eZWssSNjPNpUG7+oxgW5KgzOAQQfJLOaoDofpBMfpcuNQw
ZPpfsEceRWaPL04SYa5Y6vb8BSlwaTwA4wsosdt2YB5DIWwbXehKxkbKDkY09MauxfJB1FPszjgq
KAcEoarm2I4Z+nVtCFLmZKfltGiqC/RBQy1Q/uQOfjTIOoaz5VpBZb0oVStlrkDO7DHoFeNPailS
dGdMtAx8jYLJxzIM0AUemqIH5dH2L86IBsWdA1cDJcDOkDQ+3oxh5WCNzoDwn5mC58Wg7GBATERg
JwrGP2WExp0Pb6+zPLxgjOLQIDcZeAr+wVPkGjkSzF5YR6axs82uPzxHGTgntTKFnGwNbzGTGa4f
amw+StqV/rJoMTh/sNzqoxNq6UBJoryBbpJw3wYuIZu6h3vb/gHERZQtZOUK31eHETZvlsR7bOpd
8ixagDVoFrf1Q0g0d6JhlDyC7Gjfz5BKv97e9ddnmnhp6XcQf3Cp/b3s/olB45ZGm0g1gQIzb4Js
ITUqYy7njuio3M0jYdHt8a7PNAEHQSBLTbqD4MzrM52lVlTjAATVQG+LY4ye+dFo5P+6oR+92yNd
v4SvR1oO3T8zm1S1iPGwkP0OE/RjNzk9pkwDkvi8iXdqhCGQMc316fag12EHg3KKbYV4nlLUKgLt
khlKesT01IAK6hhr9mWY0mYnuKE/fH1jEEX/LVjTvL26+It8HjvqJ0vLPCnGz9qA4u13py5T7Udl
wau4l/VIHU8QzjBW7+IGtfEA1WtE4zNkFo96qzq1T6iSUpICuZa4lTl34oAzr4r/b5kLw9WUrqrd
DLOwRUOvqpL7xMmoiIdmWvVI8ACvPXDR9LXfVno2fCC2ECpuAPbwu9IDyLFRXHcoUUeBkDADULDM
rNPJGg511HK3Kq3SoQOeBRgOhzjcDRBpZq3/IEUWUSi47mj6CB5I+mTGCfKYYRb24b0x2BjNYTgf
/glMK7UOeoVg7aHuY9qOuhm1rhgRH/QETtjJiaJ/9Ug7O86OS3VJoNwSm+91GiURyiNd8askSLzT
jUB5ssG/f2j48ffq6OBmGkahjIMlxmHtQQhKEahzJ0n9Dk6zQdUZBfjPSqfYqRfhSzYxvU59HDtF
JF9bgWWdS1m8o8we4KTK85g31Xc76e3mZ5eVFEVR/XKiewPxwPlRyFLyuZvnKDjUdTuWd6ieOqdB
LbTuFxY58QvaoXl6Mk20os82Zl7lB7nkyPwqqAk0zFeqQqwazRYYVyfUF5T9kfNqxz7JjtVU9eWH
pIad5smTYcc/1Jby6KW1G54WiYXRPCVvVIQNjWJwztgABLHP4UVARGC+AZG86pCiTxtlvmAba9te
EcHCe591YLIARRdYStg4gATfzCoxL12n4u1FZZzavka596tkNO1APVxJp4+ZqFTnYEOA0d4HcaJX
R4gPeepZSDjbn8cQ9OA7UQMh/GyiyF3+CNNUUlzVarqz1iDBRq1ftiZXTxAKfSd1QTi609QTXQn6
1fp9I2I9OYd52ZBPtYDJXXSBJQVb7NmMMeAWdXuHZiKvXmY3NADkxNCqL0MbW+OX1pBa1c1qVf0R
1lrU3pdxgRNI2EZoGk3cv/J5xkF0wltkCeecTivfG4bJNQn/0pLvMKiQ0XQ00eidchC+Bz5E0Rw6
avExGrSmoifHrsE0HSieyC5yiR+yJypD/Y7dXoCwLqZ6QGWzbn7CVAu/PTvEospBuVnjv5rTQ5mn
c426ZhH1Xgq64mcQNCa1oTRPqvvCdqbfTmvFvFFjxWenUDXhjx5ZhuRbHWwFN8O3NcZ5lBjnmOES
YbpkEFj08TSrmdcOdqfgrm1rPxsDEMSRtg/tfTxFkV3Ko67ND6HayPGhmKQ4Pyt5r+Rg1QLE++PK
ST6XGBrfm3i80RG3g+xJNjrTONoJQPUL1J5hvlSOErd3lrACnzs4Hd+TScQPOI/I5Skbza7x8PDm
YFnRTGdxiuY8fCcr3aids0weXzLEl37Bf8dpV8/QIPWEYfbRYRyHECudSkoQfjSbPvWCFp3QE+4D
4mFu7PqeVWPRaV/Tx6rpP+XubMuFchSJg/EjSBSz/zzJXWP9hvHRY0vb9ph/8S4EGFg3Km/vbBSL
kR54EJhcPFm/C7w+lF+TKg+fp7grPiiZqnwyYMqEpzjKYn+c2lw5zCVGZ4AW66Y58Udo/mCTebll
Y9CvQStoL3jd6MdQq1zal0t+7VyVX+20MuIki20/6OKwJpqL7Ds9V/UfOhpyL6k+a98rw8gemkpr
HuI4tO/aUDVH12qM6Hs4FFNwxCUUxXpMB5SdnHQjxkA1CI0BeP/qdZ9fMmPVnnoJtnoQ1B7bvrqb
HGe6L+RmvpeHwnj7y48GIAeP6jcAaXX5Pf+8/F2IvV1XsRYJeeFTg6vG5PKKZeeAvRy5RWw6H+cy
6D+/+e0HPKqQkBrUEq968jgOoZKbzpbvoEtxIEkd3gU07e5uj3Kd/bKEFO8AvVPnUtatgx5kcucE
iuVLmeZkLklhgMV0MmqPBabzn5s6Ku51oxre4TA4PotG1L9u/4CNCA6NK5OChwoxRFuX4E1VTtSu
YXWxkukOrQYIsQrBx054ZZ1vD7W1cTQAiITGS367RhzIsFLlqVeZK8UxN8DEm5SMRwGleedRgQW1
l4hdR1VLAd6keIgGwVX0piZti4mBZvmKGv3QQ7O+iMwxn7NAyDsz24gTHY4qfVygKVSnlpTgny1K
f1xNuU4A3oURyVE2Ko/GMM7Pt9fvOgRGMYL+Bf6dMKsQh3k9SjCbaj0ok+0brSTfJ0ko4T0aWSxi
V53pCJTeqLJ7bg96vT9gjC8A+YUVsfAyXg9qCszQ04GCnoqHEpqM+DrQQDZApA/K8X8Zip4tO4Qe
3vosYOFRB/LYUOaacbBHDlJzI92YT3kSRDvH7vqDUXICp0RPlLN9hbrF4iuOCOxsv45A1y9o9Aei
3nqnBnG94RmFVgAKNSD1qLK8XjuRgaxJRt3yuckD+QhiM8xcLTQszKEkTNjRs0Sw++2L6AC/p1pK
NZpX5PWYctJyGjB0Q9NUXWIqToHi8RBLntnV406u/beUsSp1/AWm8FKxQ2h0vR4tx74VJS3b9Mfa
DiUPSyXjkQ6poXt0BZyP8ACSPzDxDFwSAWxX7sKVaLy2GQsTmw0Qgi6FfKu6Q4BVKk9mMIzKAdv7
JL0b7B6HBeyVG/sQOmbVfBjzTu0J5eeweAklmBMPsxBoo0DrW0ywqGViNYAkzegBDLD9QTQzzZck
1X6BIenVnXvzegdRYUDqisPuQBxZo93qchAzIlSW39VFco5w1bwXctEfbn/NjecBRcCFDYVKLUKW
q/V1nHioHIkrrER8+bmfm/Qb9phl5Wpqp2jYWlrRpcgxJHDVpi5P+LXVX976C4Clm6jIIgKFOOi6
69y2bdRhm2T4/WJM4SL6E0bnsc4SoM0jcPXDNGk2tvIE75gqg/I80NSdmp11+Kvo9XqjaeBTltr8
Ugu/glzIbZw0AcJ+vjZahXoAd2IWL2NaNf29XVAi9cBVO7mXkSJ9HDA3bTGRkrGMhrwfd98iZGXH
QydhUHWGzYZ7mIyEa31fJ6OlHWdpxLJIwV1yjxl9vUnYGTSeqUMufeD14mXCkiq2rk7RQhHHOFFy
fMXw0Lj9iTau6OVMoftE3Ytjv/yKf16fEf9Pp4kdwy8WF+YupUngVjHnTNSZuiddtOy41YfQkOnj
1qRsvHAKXg+WYMHShTKsCImc2Oudaf46iNFK8FuJ5g86QWrt9ZElv4u1blfZYmM9NWZIY0amWsKS
vh5ck4dQS01A9rVF2S6czdTrZmPvcfjLUFjPEbVmFlNH8wFo++thkEVprabubR/B2u4BMh7TmzFR
f2pVCVk68pJZorAmd2pNls7RhPqSkhWkhaSNcP3lUMHw3hQ/YHCBaqPyGnJWy0QpXTQWuhwrHVHg
IEJNPzvaadJcqg5ct4eFavxQ00sHhZz2zTdzIOLAaSqy++Fg8frLR5h4zi9b6RDcwilXe3RysnzS
P1UqPSR8cOfWRIHYLb4RzptvvEUNfylogj6nJLa6i/IhD/gfE9u3+zY7YmWtnTVgOG9/v9B/pAfC
rUP1VF0FOaUjB2Y4kV3EUPO9qbNSzAYKrJXqee/12tpN0JnQFZP/SnysipeDmvGK4nFJfNjKB2rg
xiEiWN+p7m2dzn9HWU2Igl5S63rKsqmxALVT5XfhFAwfEzyFdobaCBCJQlHWWDDYRB6rLxSMcVal
YWT7vayMGDHP2E3yguB5SW3onVPTrIctb+1EiBtRDvQljuOCb7fVNYMpEB1mZArFSz3Ch8bIxHgn
jzhH0lCYjg1mSh9uX3dbn422joWTGPvrChaYy8006ONo+Slr+Sjw2vYAn9k7oc3WWi4tOG5WQjf2
8es7wMlADMUDmmxUIJ1vJXbfDgae1FUmoV6qdpR8PKSGPWnxjc0Cv05feHYEpVcPhk2JL2uIZ/xs
wu0jrqTQx/IN5zgnsnei7Y3Pxu1NI44kF+7ZOpvgdgenV8gOglNRQc6ZGuovSZOmR7o82QN8ynwH
nLfRaQUkhwowoH1eDpq+r5d0wt8hxJUw8Kn+hg9IbFm/AUpqX6hPOR8n8I+HIu24EEXqHFI1N5/q
pAymncj/OqIC/IMqN2IfJqCJ9ftFpFMiCleGl9KktI4DfDLei2SekCpBoOBzRFjnYFsVpZHnqEVI
kK4UVbxzyW2s/SKAg5UUMSSCl6uVsKIcHjUIbL9TZDG7jizlMyhQaf5TiIArNTKjcuf23ni3Kdmo
SH8BKED5a7WfdQMN0WhyJGx0ROxP4Dc+lNjleUM8N+c4qie3cCLhDmQUpzefV0jtCyoT7ot29dnH
MDcqR1C8NKzO+jCaWKk5hZPtnNe/l9vq0UarDc0kstUlSlw92gks0lA4tYTpwSQr+K4jSjUoeH+6
6QjGwAXLLf8nS1b6IYEUja+VM8fvZaxHf6iKMMTHPEqTwDUJDiOyJkNMj2Wcl7kLvhx12UqpTcVz
pKHDnCWUYuWu6xQrwLIpkbEQ6kOHQidW8+I4wGR910KsRLKkz5QRdlOGRVhkzjbW6nM8pu+GjD6D
OwBaN85VGCofoTE441kBXU1vIxy053Zsgy9I9cTPXVNk6iHFqLs90kqJutMMCfZJIIEFRnxc/MA7
cndg6nOtY0KbLn7DQ6xPL2YKed9LUeGbMFHvlfeYTpg4lhl59jwUUW4e8FAtPg5Ea/g92hWRRhdI
mFYZMbBSr5nyBjhm3VntIR+cKvc6nOhMtwsVDOcM+kPPPDMD0P4qano36qeaXk45FU9GGWHahB0D
VuJ2kU3qhyJBdQjIuIZ9apLa86UgGf2TG536pw8BeFcza3wcwz7/ji5l6rgT5ezWk2lc/4RorH1s
8jj/SUsz+NY3YfPLzrBfuCR9Ij5BrMIXz2aqDbobvf0OHi0srsSSsjscw8g8A+pDmGSiK5XBa0ts
/VMuWWa08/Zu3NxL9A0Ai8bzwgF/fbnNvd1qSt9LkM3jL/OkmnQHGsU+6noR7zyAW0MhJY1CBnE4
UdIqoqixO+ZnEKjIRTE9ob1Sfigw2rrEuL3uPBIbb+0CaVQp/kAOuHprafAlAT5ytt/RMTmn+Hw+
zgmeWbdviI3r0F6oEMaC8iOfXq2dibcUNvaW7WNaIn3lA9b3UezIMTQVzSZlKu1yONwecmti4FBA
/oCqkgleVp8racOEBh9lghnNDckahodMhbh6e5StL0Xsx7pRHlyqWq9HsaNRqWPw4v7YKuKQDvl0
0PvxF3CydGf7bc6HGxbC+kLI1ZZn758cUDelzDQj5mNhTn3GghKP0yrY64dvz+f/R9FX85FggRZZ
ARCNYmfmpUhfnGgcxV4HAfZ8e+m2JsR7Rdl/UbpB4+D1hHC7t1P8/KhjKXjWt5S7freSlfx88yi8
v4sj3sJMu6ri4IZsZ1ITOX7YDvlR68v5TinL4u2nCAKhzKMEpo6QcrVsCdoPOT53DsYAsa2QoY2B
c8Zjeux2Fm3j+5AxUepaVEsXLYrXi9bJIsjztqFnUfX9x3RMAAqoGgJqdNHrcCeI2RpMZ6eBrwLT
dcVHUIOB8ktHYgMZIzhAsQeF2w6Ti7HYni3cRvDiAAXGIo0WhUWm+3peoVkQuaj0YjLKH5KHxSf9
8SC1E82dS6nqAAQM9s8iwhBPIe9+ur1JNq4nRJL5dKQ4hE7ruyLSkK/KBXV3rKxzV5olTEHHqNKh
2FbzR0RNwp3PuDVd0IhwcGkJ8Z/V3hcZhbgEcIaPGkT6C9wvnrdDG4gD7b7sUcrAYMLIkB/boUEi
7/Zkt74qNAkapKhMUfFfj400Wdwv2RXwXnHpzMEg1DEa6wH4h67u3I8bhxx6l4bdCRkBglqrwVou
kEBYpQUqLzSPjebkj3auZjujXE8JSQq6JjQwlkrtejkHrcdfsW0D3wHucAbZ0Lp9G5XvJ2vXAmSD
s4aoMeJjBiwdh6rpakYATBW61FHgFzWFngNZ+hwdlrJRTBlDsz+RUjSjh3esOR7aLm8nr8zxQHf1
Si9wxtV14sOjNbXmHsz2ek8tP4xSNVwMOGtrBRAZeSGzLeIlPhFheEfdM/2Jxqh+hwmxUqG013a6
p85hE7tZiTPq8fa22hx+AVLRmeCyXZ+hyS7x3JCVwI/73sg9PLPnAW0j0J+uFLbl/TDK2hdwkVl8
7EZkzd4cYegyYR6FEWS7ua5WF0jZ4IuJ3UaANjisH11ynEMhV8OxCBztOQ/TvVbdRq7Lg0JebSMd
Q767Treapq7prJaBL2u4qQ96B50UqQPzNPfYnfZKJx8NJcEIpLLHD1gY4zCpj9Xz7UXf2vgkXCBI
KJhaV/0nzBaGtnUayY+mUfNmZ4I5m3XFUS0sY+eMXZ/k5QGlZMqdsfDYVwtspa0ZlmMp+eqES4We
kE9baq79D7uIHjUiaTw8i1r563fAEl1fFYW9rGoy38lKhpNjVyTHKUVHqsc95ZClo3aILRQcby/l
8ie/zi55vzGKWPQ0QUyti1xRDzEvEHrgI/1rerWp6Q9hXxeeLUvFe4kOxN7ruiGYrUP7Xs4qY153
ezF/0/H66hxfAA9Z8rY8Vb8jDxbWz8YgzPyuyPvii9V12qd2KPTMszC1t7wisOMSi+qy+TNA3XvS
ypbqzu3F2LrlwEMCql5ELUByL6f9n2jTSG2RyU0FJCMz0vxuGNP0RTYTFb1WpPm+jLOsVHdwx4vv
suSEuos6fvGkxZbaHMbeSoRXS5WS7mzB68oOEFTCEU6dsdSZVj+qTRcplMay/CSWn+c+f1eiRH6K
nda4zKGSHQkPfmOzLQ5hVmdfb6/IdbWQdeAvchjUIq4sAc1CjTQzp1oYKuZDX6SHNGo8gEjZY1ZG
wN6Q2jzfHnHjbIMOwvqWZ9OmG6K9/gRhOKSSVteO7wQRAHBHHo5Rpsi/K2V+O7qByi5BJc8Zwsa8
IK+H6qsZvhf9Wz+2ctXTpKY/QPnqdj7f5oRgmiz9TkS31oFHGmsEqZRgfGB6+JmS+JFhQDV8EaNG
svH21TOgufPH0CkkLH89JQSoVD2YSKFDE1Ah2NPigB6OgdVzsJcDLttudXMAxubC4t2jgblum8gl
rHVb6h0/N4w+PncDFDI3mHDHcPGdmkpPNmOQ6Opghy8yro97h3Xj5mJ8wixyAv6xBvhQ+7AJsbhH
ZFsSBxtiwFFoXX0orSHzIK3tSXxvvAQAwZmwRcMWOsvqjoZ/qirzksz3rTE+kAzpCOvHez3PrVlR
bIGkRUDOA7d6b+ZBog9AYuKHs2PGFyNUypc81riG5coK+iNKQ2/HunML2zRzkSTYQFaMuEq2akgW
Z43af6rcNu+qXAQPVOKyPWrn1llAXBY5GAoveJqs1nCW8t4Z2aP+VMkj2q5IHjfUJD05QnXvzSeB
7iDC3YAMFlHQ1VCyAAGjzabmRxYo+qMY6XxQMjOkP1XUpvnOA771clCahWa1XFxIa6yGS2tFjALZ
Ih9kZ/1nzDWUwMAdy6mbZOTIp1mU5fSsNaNAcD9sUIcZHNjThzRVG6qwLWzW4yRXcrbzvm/sWhtg
DCUo9hLVmtUdh/pJneYhFP5Ml5ovQg6/TEYhPd9e641BnCWtI31DmeqqUyZHgaZg2Wz6SqWGnkKl
0Jdm0P23R7k+GktBC6gGOHbe53Xo2Qa10usLcLG3y+pJMntnxrYrNoHgiORHPIf6zmV6fcMx4CKg
SiHFQPtidRZTZC6tVkFsDx5f8NSZen43xU71UoIbccUcDV/hGhWekxjtTtF/c6rLg08ND2j2+hpv
laDTEnmwALlP8wnUWEUzSTM9FcItnUjt7aoICLgbNDl5N2iEX906qWPS4a+B5QbDdCqnQDk3w2i9
+WlH62cpRqmoERMDrvZir6KySY3I8iEvw/OStfBd0YifjjqUb18/JEspFC27no776hnUrX5I1RFE
JpLZ6qPaO8CiuxbR2UZS7oQcGztVyuswiU4jRBpE8+gYI7f7+tltrCGJTJhXQAhQPk/MuDlOKE14
gxRMFynRZw/Vnrcal+vghhZWtslrxDO87vgBzHBU0Vb0VBvHPMQlDiFsqOq4yL9/un30rg84qEXg
C0uHzSFPWVVhAfv0jD8F58mMo6ehHRvfrpRxz1nr+nlYhuGJRW6NRVyzgmetQ+ASbt+5tHWp8iRF
KQ9QErHhldV0rwWwORh1LyC0ywlfCySjj6xzNebBeZbN7NT2FZZMZh2cI6XeQ3r/7Xu+ipXQrKSt
T0xCsdy4oq8p+J3ZudlEF2m2wWVGyHNYR7lPEUJqZr37NefVOB1KZNdNV24ytIh6oyt+FMJJimNo
GQXy/dNUfymMMv9vLCg63fWin0sqDVn5M2JcuGL1WAeebvRW5iWiBu88abZkvddCvpnqhiGWtW4m
Et1C6CjuM68sSuR1cxVptIPo0zA48JjOX7Q6qP8b5zQB1Qiwq0c+CkAHN/uMsPHCaPU01Lj4P0Ux
Fseit7rBq8agfm9IghJXLsIIu0qh5V/4F1DIEk0x/BFJ2JzBFRnKISocBbP2sc8gfMgifZ6EDQ3m
jRt2WfDFR4fOLJXGdc4EAzEvAkyQLsHUhgdaPYVfqAAcbo9ytYUA2XICOYNkXCAJV9eMHElIFHST
5Ldgwj7pcqUdMqH0j1HAm357qKsT+Heov2oRjHQFV7YjZCAMA3SG1bTxURsa9V4U+R6IYHMU3gHq
SUtZYB3Ti6zvTfQ9KKaNmXNCQlI6FvDXduZy9boh14J8ySLyCdHiqupdCadJBtsIfJqL6jGwusxT
JDX+Gjh9ctGbKd4zNtj4TlS5Ec1dgG886KuHh1ZYawpsii94e6NX28rWKQCL50bRsJcVXQM6mRxu
83Qp6GIuwvevn4JSmdUaWKbkiyioP5FZat1hKaa9U7pEDC7FjWE4xFmfjVAdxchRiczugmtg+Jyo
yfSsFpP8MhlaF2FKN0m9W5ZqYh85uMVPWs/NXutr45NzK6Gzsty3fI7V2ijCTKYOKptv5UXyJDd9
/B1ypbwjG3RtncKyMATdDtqgwHNWL6QSplJWmw7EKluKacJH4ejwJmukGHMDV+6cDpMt3DaI0Wed
Mb6SziFNe2zClc7+kceOFj1pRSgNyL0PxlfMgGBMRUhFaee0SJvZpf/YWcdR5vK8H1DsST0jMpro
SQmm1EAsJjcTNGTVzjhJcSy1HqyD9Ecx6cPstYMBXhFZzIIbDnlB7WhYfV3fRRr6dJS6ZbAW4IzE
H6rANdy3IFD3TKK3vgKhpsrf5EXITL/eNZKRKAbWBdRxEz3isq3nixbUEEpv3yJbB2EBd6MehNL5
1S0ytOpoFH0R+LUuFb96Q4seKiWbdNdEvf7NmC8+OQCz5WlFiNNZp0TKgMgH5fnAz5IhhXYoVNdQ
s/wdSLrheHteV5H6MhRUGCpV1Ayvut6oqPeBFtCdmONJ90YT3Yc8zezjLIvhXUth6yQVuOnUk2n+
d3vkq+IcIy8CdFwuFHCv6sNDhFKlZI+OXztAFN1qTo1znFMWQLix9iQbPUbVzIDX5YY4wgUodyLP
rY0DWoLEHVEorpzVxhkVIfOcto5vFEF0GSNTeKgB5He3Z7m1viAYZIq2SA/AkHu9PRHLFIMRSI6v
Ww0Sd6g2DqfMiLJvC5fvLEnjj2a0Wg9Q3psrBqwvHaflOaLLQWz4emSpBLyF2XbgG6PQTlWjyacJ
lBPo4qp4a8WA+J2zzMmgl0btZVnqf4q/rT6g8Lfs18Bu0neFKhf3Rd1bd0017GWWG1+NrQoiZFEy
vi7TzUuJDs2V8IKcePu51sKF8ZkPO/J9G18NWtWSl9BeJldYrZ1ZwimZdATotMFO/4TqMJ6KAYbt
sWpG57tQco17zSiiU55Wwc6O2ZrhQtT5C9ddOkWvF9NKJdvu6IJdqrI3TvDvtfEg6zCuDrd35jKH
15E1QGdqASTo9KSoVb8ex+lEWtA2CC8Cdt8RnPlZ5MPRibvpjKHJnrX2xoouVDVoopQ62M2rFZ21
OdbVKIwvkVbVxyyznLuqn00cdczkk1arta/aefO1g0CyszmvMsyFpAJPhuPHNUfT7/U8p7R0EKFs
4ktmgvGblME4dVmWfoQxq91novkDPz7YKbj8vaFXiwuYEwEuHCpoTK1v8Dk3gRlaWXaBmlAFR2rL
EhJCdhm2rjXa/XTs2jJP7ro4KbVzMCntcMlBtAFbG6LwS4al7+TOqMT9gsmvGu6gx0V1pOyPbYjq
9IabtWXbudrANnVbXQpPijSZmts4jWFzjRny+ynSlOzSDGZXXdqoCTq3tDp802PUL3/b+QyXQHJi
f6j6RnWr0okfwdaGX02sd78GoTz+iUMZj66wBuvlRp2j/gJvkX0rcCoIjyZiQNGjYWDJ26WG/kyD
VjxabFjI+kI2Zw+h5frj7f26+R059+S3IFav6ru1Uyj9mKFZQI2cvlculE5xc9UZDbfNw8o8jTPO
bd4EJ1jbOZIbTxVJNQNjnUqN4i875J/7Db2WGB3zPLokVp91p2xIQ3CMbagbz2XaNg9s+PGnBF76
PWFxr75D25W+1u3pX9dJ2cd/99QSj3M5rd6rWNGyftTi+DInaZc+ZQbPNnhGOvYQSbiW3B5FVeFJ
GCj/hKE+fZgwK5IPcHzbyFNqa3gRg5ZIOxnJdVubn4W6Ibh7pP+gyKyuK3Mag7DtuCrLom2HIwO1
lTfUFcyWiSak4jq5EhsnRRmqzmvn2shcozX1wrUzXdnJKre+E5BiBKU0OjlXSBW9BzBBOSC8qHAB
D0ub85hUc/CYZWCsgtzEolUqikM8wUZLaRr/uv2JlqmuDz2ARfp+6D1eJzDBPJRj4+ThpdCb2rWl
2XgXEFTvnIONSBR1cVxMQKmxKdd99dkmA4RoxSghmSawJzRRGOVurMXe1bk91NI8pbULWnsVvJCG
tlbgpDwRqeocu37Sn7REGQ9oWNQ7cej2UBTbmRYc3HX+XIU9UUwShpckHztsrWT9kBdCuP3Q73WF
N7cs6Sx2W7hgLmCj1y9CM2ZRUeJ96GdFat6jO1McpUAzPmpS0T5OcYlCmFxknoxC6F03KTC9tCD7
fHuvbB5nEP8LkXNhBK6z3RpbsThSCGR6Zba+0eaMiYHrpnrfylmCkgmusflpSvVo0f3menvATKMU
hzLUxm+lrkiOq5qFtudJvXXJsoMXVwpslq7gqXKaC4tbJLzwtg0/0WGfgLJnofzJCrr2HklNeL3q
iAvc7dX4W59cHR1Eo8hEiMexI9e1158Ew8mBDqIUX+i6IEBf45ryswSX/qOcZvlbofb18zBbWfGs
JkOJckkt97IL2y9BXydrSEqdrrOeUcBJPglkdDM3t4T0A2PAofAK0SsftcqZIzcu6npwZW2UdA8V
G6U/2GY0U1WQquZuKHUVzrfDw1qPVQsbr0+sFwwRMuOiwf3DZypqsK6NRNR+p31RZPc5joe/cf0d
yPwzqzpiB/cXqo7MjYcCUARsfc6S52Su699SEpejV8IDACCP3gnaSHmUaMe0KIOWm3Euf7S2Uiou
6vU1umyJln8gNZTKr61tlPcARFvtJRRTesz1VrT3dTslv+ooM/6Lw2j8vfNBrq+yV99jdUSqcLbn
VGN3jkb6Qx1i6zg3Vu0VeirObx4J0j2QdVicNDjXd0w/kziNxEGXWQf0ZgyYdhXjYB2KeDI+3B5q
+dGrTbb0NRajTNpD1jpNKdoaAWapiy9D6ZT3nUAZwSyb8nB7lI2bDPVPciH6XghYrx9ECxAsfgNT
cqEk3n/RgzR+LJzg/zg7rx25ja1tXxEB5nBKdpjhjEbZtnRCSLI3cypmXv33lP6DX8MmmpAONrZh
Ca4mWbVqhTeklwrrnIM081abFKAkSSbIFsAE/NMmQNOdRc/XirNwUrz2Wzep69cFZuFfKtovH4em
n95Ooim/ae2YNg+pmkyYLE3G0Jwn042+3n/undDBvcubpaxHWmM7OUosEMZjS34C9k28uP2KBhG+
LBcmvs7ZqjP9H88q7INPulPEuC7tGKIGCNUbQQ/hFUrV1loStmhtnSEjQO5AAPklHkQfYGASf/6D
h5SDONqUO1wxhLmGNeYpwyxN6TFJtfKPsVY5/GORRl+Y/s+rb9KFMg4i5N7edZGvZAYCaOQGcUMs
RNqJmW2YUO6mvlG5K47Uifvh/vPdYszYUdQrEpdu4TyzvYcXrMl7R1+SUCQRFGUAguMn1SwQ7e4j
E9mzJi7eKXAwf7RVND92Y1MgtdZhzXqeyqkN+l7NtEu7ju3Bh947VZKbCJGBzX4zJ4x1qBJiSMj+
dS1/mRRnuk6R6z3na340S9t51VJwj2KRPER2p17fRUUy2lXdtEmoJ6P61RG6celXWJD33/TOcfEQ
mIXHQLDAMGxzdPGxbr3VM+Ow1blwZmM9pUMULGq2BFEO5WpAR+P3IxNwDq5ZWn602LehdporVDd7
fEwrqyhOph2rV1tjIG8j5HIQ1XfOJdhahOfxXGDFbXMBMbFMUYspDZulU57GzB1e1jRTlqAg6+8v
lVLrw8EJ2ekwUBRKgWKJ/mGo/PqzNSB6tVjjhKhGId60ZN4fO8ddnpAVVcMkTYYny+5chQlfpgzn
+x9zZ3fKQ8M8Sx6dm/n8qK+2U6o2bcTGKK+mk34ZW6V+p7ftf/cX2tubuErATQG9DhRgszeXHJTR
KI9njdbwW+BC31TgBgdl1N4iJP2glZEYoYu4eZOYykzGSiMi1DpMdmYURJNzYpjiiAa6dwS4DCQA
BhTazSZRLK1Kk56HGfrxY0sb+srs2rmYfZEKiIxqE6QCbvXBPtn7VtSqIMWYO97isO0KPRhs+ogk
ihm9E81UBq6GL4xdL0cOzj+j5SbjkPx3WnnQsAism5odxobRxXZThJB45+iiD12bvUUmf/ifMC2U
H6GPoNA297F5Mug3Oj4zjP5dg9oE4Nk1+ZJlI2qSTho13zqgQj/UOB4+VkWP5mJZWU3rT17jHCXj
t5/fYi4jswnkioFl6K8PEkfI7JZyKcLGcPEhGiLtjNZwc9A42FtFzs1U2SG7ndu43kCy68R0yKYq
PWXoopyXNm9++2CyjQ26NnxqiNw3QWFI5qTvWyQZV7u4sOGLqxBa85gL2Ba/ezQZ1kAnkUNghjY3
BZ1wM72bpix0FLD0TdE1Z1GXRwJSt2cG7hQdII6LRrN9Ow0sl34o4z7LQrVH/9XX+3btA/QxnLdR
z2TW15tZE+cRyMkRFONnDfZ6MzORIi2QcyJIkttZsE0xhbJkWobggwyZiHS6G4z6IOZTgy1I4mfa
anoTRVZcd1f6sbbtK+qsfmsKffhcIQ86nqZsgFLJbWozbBq78kdb9homUm2MpmECJiB+9uo0AfwK
TPw/2pDzWwv9VDuAFGG+Nb0k/dBqNnopre6J0nfr0phPa68VeP71vWuf0So1gJQnsb5c+V7VEqTF
inK7FY1uAYO5MwUMba3sA1dIaZaiK800qBvV/Gs1aujSo2cRcrJ6oQA0C+EiJmTxr+/vldsYxKu0
yNvpnaFkuJ0vAIsHT2noXI9Vn10LPL7Pet3kQe3k3kEw39swkmsP/xeszo1AThMtyaQYcxrOCJz6
IFbt72YuwPk6o/gIJwV7trn7bSwulyDzWGIsXTiUoDchZBx6zWhz0mSQI9pDt0B4UWsPP7hZV07A
OduDs3fb+AOuQkFnU9yBab7p6HSiR+moykLNra3ilOaJ+SMTdqRJMmCOUiw30MVZvGo6g3hxfuhx
i0z5/W96m39Isw3SHQzT9uS/siRXumgk/2iyKgrGaIk/0YsunrplKp/tXm0fTV0MyMrw+w/W3ttP
lJuMOXjtt4hyARBr0SfWrorCCyT+UWoom6jiFkcN3724LZ3ObOoQOvHbV50rLSVOyX6KEBE+z27V
PNRe2R/E7dv8EXltkilUT+gIoez0+g4qFmPl3Np5qCtlUBdleY3ov/tqi7QLsIuDXFzbeX94Dsmi
lUe6lcKIsyJXrBoMTawPOsoAS2w/ZKDfPrlJ1UVnGQ3mkxV38I7dkW6OL9pceR5LUEUiTYugUvAt
fLAnZMOCCKL6U6bGR2IpP2F1m/hLZ1lOsICAcnFu3skcE/HQNeMui3EGuK7AX0DCMBHAlqlHHvxZ
Q11QPbdDM7yNo9nsA3BeY31Oh6b4pOK/+D98gMv1yVbT+tHS1V7KWgsTh+I0c842FLvspI6pCwGx
UJv6saD/pYT45BRj4LrSDypCiGU+l5Hd5WAzs7E72MY7ewugEYogjiw90ad8/dVtOhnpMvAZNNRA
Ppml6fkGOtIHGoyOVHHavkjGqzh1wnQAMbl5kauRNtzjAI08V8xLmKIXr/m1zXzMR3GlEk8AOtHc
HtLW0t5bTW0qgZEzvvA7S1LZdGB5JWpeyxQFmaNWH6N4NRH1gJE++/Og9rR0O3NA9W50a1/H9qC8
eAPgxCCLq0IE8by4b6hHgDAudqOuwaDm6Y+8NwdGkav9vRxW44NVL5Pha0DkUl/tkjQ75/rs2qd4
UKzu1BVQus7a0Nr6aRoZ79Jlcea/amGUZjBOS/xQ19bU+2WqqV/bJo3+K5vIftHsBRcHB1Dsp3Qq
jO9Q6BFq7Cuv8Z6iCvFmv6HxGV2WfB2/iDUpFZ8gjtJCESvZdC4HCLXPTkx30K+nSREnDx/lz2RY
Sn5ZMRp7XPJC/deNKmfyFVP038t2XDi/YDdjtFBQRffpbKTam8xs5780ge36xYUAb5EXLMZRubvT
HaOKAaLFU9Bkv7llFzvBiQgt8EfRzUgz0ys9ZaaIg1gt57eyT/jidVnNxKyv3pRKP5x6ZiiB4wz6
QTQzd+4G8qWfBRU4rlsAfqwbZT4t7iOiJYZ59uIxaU5t1rXixU5rb/AVesr5U+55U3Yte7IDFO6V
PH3osllYft97k3cFphUtF8OY0KAvHaRVcnSQLd+iNe8+MzZZhv9UTaR9gFASbe+S7fJZHayuwP51
TZCMjwX8nlkZ1fpDM7hjc6n7fPpeFg72AOiea/Ub1129N/a62OZJJLZ4l1lK9o/b4O4KGcPMS/7a
3PHL+3JZAqVzpsxXUBP4gsCd5TysiVlOHyCSc0gWxNCrcFyGOpy6dMBHmKAynwpv0d6qxopFnOOx
tw4CyE6yQ0Eh4TwcbZIBea38MqgdWwRz1rn2HnUVW9xWL1vP76mrTpPGd1fyrj0lZLcHq+5tNJZF
lAI+OUOl7UguqiVIVyjuY4IkgZ/ZIDamvKxPaTMwwRrqInDLLgr6jhRU1ZvpCaUtcTW65QhWu7PP
uJIpQfgtsHtvsCPoqmeMO/gh0MlOU5uvL4o+92fmT9ZLP6gzSvalc7Gso+bvzgWqSz0LBCBVqX+6
idwOWAHPaOQGV73qEnWZGmStZ16kPOP1fp6106LkcmJOSPeDT33Tnpgrxqsm2v+Pbj737xHTwec3
c8Fd+52xMve1y3x9n6UjMvtOqzK9hAQ2pJ+GSVm/GjqCCS2CjDCc/DiN1Oq3UWVg/clcJCuS6vmm
QTNjszJJ+RBXEcU5T8s1NOapPFhlb5/LaRkxDWLIDbaLPyjLBWI9foaZwkALsOynJfeEvDEGL5yH
3MGC2UrSo+xP28m0JZuB+boF4vUGNQcaf3L6NlEe46jo5rMhYimUWHoWeBX+yASV3zdoQVvj8n22
0vk/4k//gX3DQLXKFw2j3sTovbOtRVb7QIaZ66fIaca/F8BlDPCcTLm4s2Bmn1GHfjjYOru/Xlaw
pNjAqLezGVrIk6bHcNKblUgFdpQ5tpUVHcAArTSfFwPrCgif8aWpNfVpjmJd+NTCVgAHzHyZ8EcJ
OmVU3nrGrFxWd1A/xks3PYA/Uf4xzG6+JoVypOOzkwojksctRr0M9HRb8Q/e6nReAsyYOFI8ZmuZ
XKfGLP/L5jn/lJaKdvCSdo4ypBipvkTH5LbFmOQtPJKe9aBMFT8KWCVtUI+DeBdz0R+xDXYXownu
YHyNCsO2Jd0j2I9Zna08LvOQnWg74cyCQvQD8mvW5f7H30ku4acTGiUq61a+sUbzDWEYnovh8Rxo
K8rR9WIZB5Xo3teSuGZ2NI/Dd3t9A/GEpFBJRV1QADdp2rU4m7SFrjHJzymp9SNc3d4L5Laj8w0N
baeHCv1EYAkSPc6lPZwssqmzgnG6j4LG7zdOiexS+IsJjIb99qaZaUaRMxexfLR06Z9ho6rILbsY
fRVjehDfdp8KcC4tO8kNu4ED9BOj1SFXHs1mTN8Mijc/0qnsvpZa4vj3t8XRUpsPhsGMlsxxxvFC
iOXiqC7tNPjDn+Mo/W01e7rpXAs2/2NCCp7h9d5wwP1NUHujxwwbnsQfFkMEGLxMD7NDELn/WDs3
BK0Q1A9kEc3MTEbCXzIhRfR6Bo4Ejnk+xOfOXLOXpByzk2OtX9sh+c/stOngYt55k78u6W5ygKla
rXy2Vu9Rs1MoYTjazR9r9FJHEtLuCDaw93y0CMCp/EQ4b1OuVsJqVDw+HhvXrl4UXGme8rYznyq7
Q3F2iicuwdU56KXtPaG0xJCdFnppWxAr/3LtuyFy8VVV89BOBvqt9apfYmuqD7blThzB/1KKaTHQ
Qtt2sy0XPFu1rielrEelP61IMZ4mo8csz0zTgPLcPt/fL3vrSSFWiVvDLGA794URHA1jhaJDPozZ
Je2n9d+ps76Yfa+HqT16BzX4zpukIqO7w+iTdHXLMU+1tFIKIfElSYIOsYVTRYnZzhU5ySOPkd2l
+FY/789b7uxcp3AVYRiEBN/p2ais5YVOj/1ucOEX3X+JO6AuC+0zRLpQ32CMvp0BWHaB05kdScVR
T7vMS6kEzVyZpxksxlXRnIVCZIVMCyntRRhN/1c55VWga43yFMd0ue//nL0nZ9Rrg1VgL91Mn4yW
9WtPh1CF0ul5gfT2QE6nnGO6swdIlJ3jiOYMO0dee1x/+utwM4oxmpwRPh/+Z8tz09Xxg5Yq6kWs
cXEWnfVuVursAHAij8CmjQMSgHuIET09059tnl9CnNqVBWL2i/KYdVV89pYqf8/8QRxoFO++xF9W
2TxZo5a1jfOE8jjaWUoNjpWln3lt6qMFDWDp/hfbqyTB5MN35WtJB+/NFTFExWr2WL49Qu1wvmGE
bj1OyE+cxghWAKmoZ7xrcWl76qPZ+0trc9MJ0tUAPtZGv81sp7qAZCEnFJQZN7W0ISjeM4PUrFnU
Iuxtpwi92Duys9h9vcjaScka6PrbilVRMyfOyiYOO8OaQ7cAOONaSf/ieeUfDOh4p9AASJMkR3rz
bidQhFnbApx15wTYpe5VD8VYfrz/BXcPglR6o/1AM357RSA+4Ak3Ag4d4f/hL86CD4md4y6YIX07
FmkXDHlyYL+19w5/Bm4gO1xPW20QAEna7CCKG5pL3NEP1GsMYXmbeQRR+P7j7S4lhSSIb/zfthip
CZ8FmmVoRsO6C5Ylx2CjU8vHCMm2g3xdfo7t8QbIgTA3pJFbMDdTM1GrLbUaoqzFdRhcFZmVIb8g
nJqdymHKvlCAWZ/7eP6DNjSARJvkE/SKZHC8DmbTjGgOAtFE8aTxrjUyWycnHZaDocNe+KLAol1C
Oi3nZa9XQZVfmyyXow7YGP0PoaiPua7nB3eAtrchKRyl+gAOWzD9Xi/jDBojVg+ZMkVYa+wjS9WC
nO3HRfNtbKnEQ+Ssxn8MxRieilWbm5PollFcy2K1ZN9qHhuf7n/vnRzPAUIr90bi18Va/qtWq+jO
tDT1o/HP3jaTwsnUNXRSSGFf/2hdX5MZUqzyWI3qEq6uKH54lW6cbWfW/uDAOsD1mdwhRHiDIEQb
S0xqU9DQqEv3JKFTfmqrw7Xpq/GS50vll3WdHfDL9j7KTzc/9NrozLubHQaa0UuECsRMiaYRvUcN
20vMH865pby33QWKAjSsPzi6kgBvU57SpNt2pjwd7oyOT3noaLH5Ma9FGqC+LX4szvrlfpDYObke
AEmSSZmh3+zsMlu1psuAtikV6kiMEEzxZKSx9oLfnYelpBWXH+3ebNYrcNKjwmfnWFGbEuDpRNLp
2UYoJ8PTCtfXOLRmALe+JlRwmqjeqgevc3cdemB0wiS2ZNu5MOvITtrOghkv8mbyR2tyLhNW7d9/
/11K10fweir51TZKJCXqEas50sREHSlkwIyQ1QIAlBlvFCI13wdeDDUQm4+jcn/vAWktks96YNtu
WjM6Ay67i2iziqEcPzDEaqGYiKNLeS/joR5GsxzRGYczuAmDEV4oztJCU00SKcO6pm3nniAoSF3d
ZllpY05V45zLzCsjHzrKNNO9TSYGJKsxOIEhKqM5SGb3nlySZ8EtgNC8aWbX7hxbWQ3jvjTV5aWj
+wALYD7KznefnAKPYkECQHn+10HOKhBFbCCoPMKI0B5mOtMhPln1KbahdRiFooMBLeMXEDez7yXD
+Kj2XnsaJrc96Lbs/hI5b8cqAVjhDbVusgZl5NC6j4WCesmpTIAtwAW30vZU2YtjPyA7NCDcqLa4
TOsUKucGYRZxMYAXuH6u2FN28JN2LgAPBD1wFVmL3qiQWMApxWLl0WO+pMVFgMx5NrJZu0jA4B98
bXBoUuEC0P6NFnC51hGCYin73FGTs9W32VmZ2yPS0U59jVwiGsqkE4gZbm+0eakio2vxorBzUFNJ
28QPo6rlwH5EdGrW7Mf9sLH3/kC78ep0uvU3rDyPYrouaunGa0PrVwVyEE014hoz5sXv32XSnlFC
iySheNs5oD/RokcVKwiXpdG1M7pM8U1bNM9jt1oGmWiiGX5uJetf9x9x5w4lzSYqkpqgrrTFVtYI
qPeY4lIq4b1wFYMiQtdZ4qcoc7G7QHYgnDvjKDExdrADHiQSAgMhn3Jrc3MnDZR2zEPJ7xulMs9p
g+BSkCborzD/qCjHIG8O4YCPt+FnRiJ+DMLFnstpAcZBv4y46NXcVE4QT5zloYeekfsDzOc6aIVY
hrObFNP7ZfUU8CYiBx2qpcOc+dhvZN9oL85M08u1TC89kkf/4LiZxwEcX/FF7WGbvOu8ccRZDuDT
Q9YI1wlGQlh8kFLuXe+ELFRJELAEdbSJW46SNGnbNLSclaRGSH528ud2abxL62R0nsukqx8TL/eY
/zTp9f5H3wvNwOZdOPmE5xtV1cKCOF5pLcLdup6eh9bor2UaHSEH9g6rZ9ALAU8ll5Jb75fOQl0y
U1cnrj6lzYoHSxUq2FSMnqPGwtakNvKDvuJPRPWm1uGS/f8LbnaVaPBrhGyA0qlT2/TXuzKQotxv
4xlQIP/k+eaCGVIByM3XI7S9nJRJyf1Xu/vQtACJUvQbKV5fPzRu4minwEUjZDTt21nxxCVdYz1Q
WsPyY68+mpTehig4OwwTyEddZAJ/Thp/eclK22Vjgk4MniUjptGjidoPTISzHRVHRdBtqHi1lL55
tDoDVORlUqrZdarva7lOgYeCUsDsznjpmFPzjssjeSDZYX/9TXkoKdfMyE7aVmy+aUuGzXSTbzpn
Ou8z8sBAAjw5u2lUjH5hd/X7PKb75ykdplOF/dtex5IlDIpU44hCGN8WfnlnueusD0loGGXyNpnX
6tkd2mZ9zAC0Rgc7eO9jck6QPEBT9lb+qhu7SVdwrw/zOC5ejKjrcVCJ5ndF3WcH9/XeUlSFqPT+
JFxsW42zGS9mJgoArbbXnPrMxVgIeYJzl6N4ff9I7C1F/wt7MheW2Q2lTRVVo8Y9bNh0SZWnRVOK
fztj7E/OYsyf7i91e/rogdFrIAWTYnfbvlExlMrCtQOsmtpT6bgtLGOKL3k05SeaJOv5/nI7KR/r
Scs1aXxG7id/zy+nT3TZksYTOrnII7qfRlFF/rxGIJCVUjuPw7CAOrONCy4Mywlzq/y5wboqmHPN
OGiD3N4mtFpgG9AJAVSOI8rrH2IXUzI2Iz8kmvrsnVdbXmDY1KZIFTiBOS+Wn7YKeO9qtA5MPHa6
9a+XlpfNL+8AYaPCGoclD9tVVTuQOl3TW2fVyvM3q4sun9+INR19Ws+QhktNGOGAkUATDkWkXjou
5p631xpHgWPnNsB+Bp0LBA85wjcyBvPAEGukPg/1CquIqursa6+s6SUbZ8q9smiejLHLTv04unw0
kVyzelL/YOtLxUVc8ahxb2r4ztSwqGCPhHlvOUFUCfWLNgx9YONodvAd9rY+vR7piE1b9gZSMqpx
SwsJ8lTerH8jn1CpgYsCzUnpGudjRSfhIIDsvl8SGJJVpKaNGy6lkZjoU1hKEkbZUFz0RKPDlS6l
4Q9aZJ9qIzLPliBu1bqWvLVaerbYDomD/sHeU5PJSBwv+Ss19uvNhza9W3UxDDmtzdyvqujtt+OS
VxekNLonkwzuSFRsd0HeL6ac4IMYrL9e0NGyLCo84qbmsrWsUi0+LEpWPjmTkrwv0IM+SNX2Ll0K
HSQWUHUggm4iTJ0MudFgbhuWA+oUzjThLFjNmNNVQ7ZQ2o7RSWSm8eF+YNt9StAdEvP5s83/+imT
mMw/G9EZEt44f5mbpPcrJcleJitiWBunR13qvVueUc1PPgx0pu0tq7eiVPvKTUKntXHcm5CH0crx
y2JHFjr85YpZYJIHC9WyXxXLv/cfdm8no9yEjDxsEuL5tqdnjTVteg/ryog5FY6CsYawpaahMHRV
enu9lFhlhbrQnQvmANMb2mXGh2pcE+egXJeRcpPraPRjYdQhBIbg8+Zb2601J8U8xGHBPNsvEFX4
2EyKepBk7K5ClQl02+DQbNFbLm/YLVxmRUvaGv/SmfvcIkP498E73bmQqNNxy2LMTx9xu28N+h7t
IG1x1EpZLZ82EW3EdE37N4Pa4N280CEIVTdx/uHkFjlGigil+tUIutQvBnC+vpJEq/AXj83oYxU6
xMFq4zOOA0Rr9aehGqWfZJ3nytGlLu/K7WeQrTqC6J7ZV0Ge7aWlRilum60XKFOyPmdz0rnXdEhN
9SEjx6lJPfX+n7hUR+vkuLP6pEV58y3uh+jZrgu3PJEL1L9tOSAtz8miEHkHWHbTxpzgXhSVpQAq
U+LpMre9cUnAz/+rF7X6fq7WI/G7va1C5kJDEW0EyeV+HQbYKo4yIuwc6nDRQ0uPEBwa4M2+u79Z
djhx6PGTQIFSolq8mYeh8aMkdMHisCyywvUhxiXfksg2P3er3rITyggFQ+hI8Td9cLT5jbIY5QM6
RWIMVhiv3Yux1Llz1ktZk0DpnL8kjg1CoHF1xX1wrMIVCAmNyz8g+53vYsx69arNnPiT7WYtYgdr
WX6s3QgTUZ+Zjts/TKiIeed6qPF4s6Ceuv6K4cR0mWZkGR6W3l1WfzHr+gl0nxf706jlH6ul0e03
apINDW3YIRZXHazEV4f/SP6/PoGTDrRWxM65a0iRznBk2vjjwZvc2brkvzr+i8DmbiKZo695vS49
rFx1MULQ2/bL1HXVw/1Vdu4k5oYETKIVzbFtnBq9tIb0z9ylyWr1STRT+2RXaRcWa16+wDj87NWR
9s/9NXeKCMoiQgm4EMaJ2wl3PzadXtZsfbQVmmAuzfKxZQZ8gjWSHgSAncsP6ABEY2bpyARvQxeX
fla0K6Chpa1/NJ478k3z5SMGH97bKPaq4SBJ3FkPrg49A3kBMvSWofSXBHqJ3BhQSQlEIDIWSJMS
MnBpC4WGVawYYg6gWKrZ5/vvc29RhhIyZaLgvJkN4sxbtMswRo99qmjnddK/O8na+fbSIMfYrEc2
EDufj1EW7xK2KIF126VvnbSDlMR8YhD1RL4dy+jN37bMoE6N7OAL7sQtwJx0brknf+aGr99obBpN
rLYS/1G3qEKoGOGBGTQOLtKdV4hMJzhYFEUkmHuTChomxOvGZrwqVIYol1anO/HRnrwECLQn1vrc
iDq2T/e/286L/IkQotakXQs24vWjYRJrdSgIKo/tZLboHK7KJW8yxoMUuwdvcWcp5ipAISQXggHL
5vmKbskShMoArLRjfXEoX9+MjZGUQVscBi5955PJNJfiRQqK3fS/oX3air4aReigtVydx0iDgmmv
qjX6ljUK208pI3+IwUm/pmU5lMjDjHMONasw/8vzrH1DxG3WkyFgK5+bXEfXeY4T92IurvYX/B3X
DhKv0T3IVgO8IGXqu+/aqKv/Gm5sY5JSZ9NHFwetI0fyveciydLp7NPSuWm1mvNAh2BW8rBJPYHA
/dKcIuxDDiLy3io/eyt0PbBb3R4vk5vImmNqcMtci4dmQtbGM5ajXtjeKqAaYYKRoJJ+yHvh10AV
a3HqGmMRggTsn1O4WEFX90eGikerbMLh0LLMpHdFmFpACYzZTi663ap/sLllOJK8A1Kc7X0CPB/2
OuSSsClVJZgM+kXM3+qLCTj1IE7IH/w6nwQrQJBAAPf/CVq9fm2gRuauW7M81KI4FQHVhDhHdul+
GDW7jE/GZDkX1H4fDCdPDor02yNMlk/b9GfnEouVzRH2yAttdTbzcK3MCjOnVPUNc1zCRBmWg+Jl
7ylBLTLAciTQdosLSxCcq6i6i9BIILZdky7rhotwZjcOigrS/A/dGdEoMEsjCvt5gXR7PzDurs+c
GaIzmSTktddvORX5xCSat9w3VvVkrlP8Qv9U9d3OSh7KZM5eoLGpFxhl3cHKuy8ZISsw/RQNN1zu
Xnf6FJw4K6+qtgb4wrvfLViese/qzdG+vT0dKAFx/DCVYcmbPKiammLoUO8PUwjY+MovyTPMvOF6
/2XeZngwBoAgEbfg9N/4hWRGNTHnrSBJI6NXodg3W+UJ7YGu9seoJba2SR+9sWm8HA2NdlqqkqyA
BgiKdSSX230k1LgaOiMvwxrZic9RLeY3RZHZ6rlEIexH0lvj+76rnBOq+sNTbihxHuRVURe+7eIk
9geflrYdTGowNLcE+hhEdYaORkFvs/nUJqXzmFiJfoJpnHz6/TcOWEKiRGUeuJV6AmWs94OdlCHI
9AI9YU99v0BT972i6T4Jb6guDijIg6HzTucDUR3UnuQgAOnAbXzoxpbebRmXYTXWzWWxY3QlNGt+
N9FpPg2O/u/SDt41Fz1CjEVXnel5HM2C9zY0X5qdRt9E1i2bc6tMERoFTh4KGuTXoXWNIAPXexDu
d58UVAJQUpAotxNnxXRjTY2sPJw9UbzH3HT0fFWfvcwvtCaRKPNpea77ODm7dlrWftXY0+cV18Ij
cPJt1igBrdK6HsC1exMtIn2Coo61XYiPSr76jeFM35sc2idymXN8rrT8Tw4z0zOCsgYU+oYGJAb0
gwfyAkkhxp7J5XJ9mjqG/kE+RXbrD3k65oHQR2EdHJ+9b/vryvLPf0kYaH/jZdRlRejWyvpiTq0d
YlgsDjrfu6tQ7dKiYE4H+vn1KjMN0rhsIz5t51lVCAkwQts0jQfvdP+M7n46QCcIOwH+uxHyTdSJ
asPjiotMvb1Yxr+oT33H3EsPKg+55vuL7YRgogFxkB6sLA3110819OocO7mRhfmk69kn5iT53zou
Gfrb3HaiK+YH9aOqDvPD/WV3nhFqHyMt4gK84G3LpzcXkym1hc57N4CAHleqgyDKaIGlet496dUw
HnR/bnu/CJYiBolqLXqBNyLvwDrHJhX0mu1qorvuT+2kt8+u0iugYt16/LCq+mhc2iotkv91qFD1
l3KKe/PT7z84YFkpVkh7/+bjoqKk5yydhi6A6DdQWutTo4sRmFwdPyfOcCQEtTM347kB0qNBDd/9
his0EhAZjaA24xoDxlhJ1JzGdDGfhbv2V+HY2IUkOTJLi94F+OOIAPvbp1yJtS+kdePBZ9/bbfLe
BV0lwVvbWxdh9sE0aeyEdZLT0SwGUykvVuctf7XCTU/jYHaPXqPFvy83CN4ZiCv4BQm02vY+YpTb
orxkahXHUXky16o4CfeilcD90/F57L13RuZUB9feTsAgScWERvYGbgfSAIVAMIweozI1QrKl6Z0X
b62PuGA7aSGroPwnJRSkUt7rA5x4eulRKCFyailpADlDXFZtiU5LiU/t/b27txREPbmLJDZ529Kv
ALTUzopwk7dO8J/aXuD0lPdehILziGvk/dX2QgQUJQg2NPglov31g7UKLOMuUbKwVGfc2VLQLT0A
ggdvTb+v4Kp+P+pSn9EeA4xEd2Cbo8TZWpup0LNQ78r2kTG3e6omo3ukRMzPWWR1B7nv3sukCSfb
0VTsN4i4CuGQQVdYb5y6JEymaD33KOmcaiSFzvff5O5SEpnJxH6HclJo86KkSKOHSklS0qyVfs7n
Tvu7x3vp4C3e7nkIZbrsraPsSZTb7Mauiz0va+Y8RIme/JLK86z30CHvP9BOmsUyJpYy3CA7PSMg
+DYbX2cZRIUDrGXzqyxnzo0Xu9D6DfcdkmHt1UHG1Fe02TzZphAHN+fthSJ/g4PLF5U9SnubjHLO
euSDFjJKyxrYMETxh3lUlueM7x1MjTdbPvG89nH6Qk9nyY640PK//7reZ31Q+yjSsmNv2uNqH9uo
CrrkI3onMt+2xVPuduIcM98LBpA//tisy/veydODk7n7kTmYtNDwa2c/vj6ZvdYNSKuXvP0y6c8r
UunXrjKN3961PxvjTEsl0AS2x+tVgJNWaZsjXjUnShTU/K1gEppzijuhHAS2vVepIWvJPJTM9Qbc
LXn0itc3LBX19cPkOP2lt+bGd9TVgzc1qxdQlNPF6jvriKO1I5DCY1Jn61RlMH62FVnXmr2m0MYI
27Fy3s+1mf0oRwv0r5xEjFdakxhyFImSvmHy1rQPXu+kZy6C4WTPXfqpWxOwJgg6/nZLh5/F2AXA
Ean1Dc4jNsaxUgyLvDC22wXkVhZ9WJGC7E6KEICG7x/ovR0FqwD4ODoMEAw3O2qOm8LBIjoLIwSz
DR9NLPdT6/bd78v+8VQcVgCxkmS13VOpw+B9TeuMqn8Q4yVDxvGziyDwiF6HOz/VfUltDzm5iFEh
NKKDCkLXdo4sykNozALZvJXPd8yxaHqvzMJ1Xdv8g172MzplRrzGJ02qDf5dzs2IfFOlpeiJTdmk
LycDJJvh6xqCb37qmk2CF0JW1b6Sggw8zVbndg/Funb/9LPeQMkYmhENxyWyL025zOmDqo5G5K+L
mRgHAfD2WkGNTXIuKIfYu9vepoXSbVlXeRYKVS/DMp/nU+9axUO/Gkf7Yzfggx3nmKCkQwtsE2z1
yNPabhyzMAFM9bYeTQN1MlSqzguabOe0Tec3rjUh5wTB7T+3T0DkaVgl/f4uRcMIGTo4esyZNhEp
69MhtixEY8EZ9i/zOiqBU5bOQdzbOwvkqPjPMYUnb9w0U5Eh/j/OzmNJamVbw0+kCHkzlcp1NQ29
8TBRAPsgkynv9fT3E3dCqxSl6D1hQkCWpMyVy/wmzlsX2EImqv7Bcmrlgk6Yu9cg2Pp6rIH4JR8P
PY7VG517ty+QmGO6Wmv2IVYTO2haGJuejJwdVvZtJkcDAmQcOl/A0G8UtwjaA8SUgSxnLtsnDVF4
bNppWY691h9mw50O97/T5m4BK8nUjD4XXZzVK+zEiN7i4r4kZ0P9iRrQ1B9bJ+/NR6k5uXaoaYZX
vkRRUPpeLgrnOely950qWihM93/L1mtGh3dpc5IQ3VQe9GwjxZ2QcY8hCR1csw6vceo5pxRXup3H
3lyKGp4ZL+fkRinRBEUCGRRYbwFWsD9oUm20pwGdrwDDFua+9x9s66NSV9I65YPegkRi7FBURxGU
VK2VByOQpscoBXvgJaH5CxDmHrx386OCD4FpRL2DDPXqjtBLVNRpueF2Ew669NE1lI9Ga5rlBW3j
WQRDQfcAdaro45THaXUswzq6iLE09vozG+8ZQeWl+Y+emUn+9TIxaXgrg4FeFy2TeQwybcZFBrhV
eunzodq5MjbXIrhSHzCKheHwci1ddnxq/GeuwJv1i+2l9dFz4NMJDRLK/Q+6EXcY9dJvYhVG6Ov3
Gw21GUMjZvsUs3rOsqY8hWq4x0fZugPJdTATpRvDVfjnM//VrDOmEdouBIqrjUKr6SNCOf7CS0r7
DrDJfWtoeYE9xxDq+WNX9CWXIX6D4w/01VPviEJ7+an1JrU7mkj2X4q6jdTDUKaD0HxDm7BC1UyU
qoOUyrv2MTQRC4DHdY7mVErv9UcbCAzFMLU3uijrzA2fcSbMKBZfFdvAhrdyNV9mkbgIW1o7R3vj
sLEUoZNrBwzqutbI+sTo9SGR1wJN8SdN6Vo3qKEjfUs6ZTwZZjhpO8d7a+NBcYE0REoM5nvZLX99
pridUevIyL5xppieusZ0z5UStYgmdt5OObGRfePcAeiU/BdM5vrhyqmYe2h9TIHcKHlWci99mGth
F2devvkEZc65MtessKCEZ7jzDbc2PUUMeQwoI3L/5cX/9ZhoSQHdyFg7QcfjOAHGPLZW0u484dbL
XJSxuNIJl9y3L1cpjF4L22Wa5lVZZfvAmix02ZX0tz2b6U5fYWurgCMF207NdEu6QlMzRdq+lXiz
2ekx0ePycVSi96XeF4fccYcdbaCt5YBRLKk7pAB2zMtHGxAfKgfgdNe8yMxDw23zOeqgNytmL86Z
Ye0NsLZeJS1jcjA0oxisr9IWKxFObZqZvM5o0R+EPoQHtmR+yA3l9SMjvAFoB9E6hON/g4GhXkFL
BZTWVQ378FEr++qYRtneQHnzgRB7YGgCSOpG5RB4ddeZLm2udoqcYKQ3+7YoPdOf0eT9dD/C33Zf
eSCoOBC46bnftApFX4COKqW4unU7nxTiIjOw2H0HdDY7N00jHmQVqq/ugrIochbky8TJG4RuDoKv
qiJBIKlIla1I67nLyn/vP9nWLoSUQl+STIux1/Lkfx/jDJt0Hcrs1QDFCwW99guvmk7R1FcHRct3
3uPeaqs9aFZ5w7WA8nVfJNabUmY/0kqI55ajF5TNJI73H25rhwBmI1enzYO++mo5T5/gVeSRuE49
PIMOyEGgxLBPo4ITcH+pzScDlAxUD4XYmxQS790ZEWM2o6ko3ikxdHnRm6gNkjRRj3U89qf7622F
X/Y9bHZQxre0O0OfPSd3abx4QpMnUvnyGi5KyvdX2XqB5E6IW3BN3864ShP7Xq8rEIFze+9oQcM9
TnQqL1Gn1//hWzFhoEJl3EKSuPpWLi1jOdiEwyjVk1MRJrFxUMZ5PCL43Gc7i219LQdJXQY7dMlu
mq1FNDt1ZBALlViFpKjFQ5A4CDmrM/M6p2j2EChb8QPUDchUSIMA6Jbf89cpA3UC8yTnGpu8LP9U
Z23jI6CbnJKyUT+hLzMf9UTZg61uLEqSyA1DJczXW2dZ7MOsFkufnBfQXAuJarIvW7sNJruNAlvJ
MDDu6ubr/S2zuSoxclGG4uJeqzQpjg7H1JnTa5Njb5hQQZ8lI6KTrGPnEZme/DTPhfb6fboIdjKb
tLSlV7+qcMrem/syrVl0asTbLp/j96mWiEOmj+YOWGzjSFD30wyDX0Rtsf6UuhObXh/iRTg6seae
QltW7yIBcvKhsCltdkqLjY1KPFmwH7AiFxWNlxtnxMFDGnFIPS6k872Kq/Dcd1VztpJBaXxmrcPO
pbP1+RhCUKIt8to3sGNe4pz3PbaO0OKUIEnwD9HNOLoYsd6fcuDxgalif31/zyxne9WQX8qBZaz7
JyFafT69crvexpr9WuVa+exo41vKWPuUOHhxOnGVnKcoH88jBl0f7y+89TFZk/IA6bvbvpSW150A
eEIjDmGvNMCjB+nfbIDF1Nt2+B++5QJap+1P3L5pT006KQPq8MnVsIu4DdDFL5ugNMqYZlgBperZ
zbnod+6ljXuCC5B7HcV20ArrrA+f2WzJeKHDLbMW28vlk4vv1s4H3FoFHTEKLDI+YvjqA6Z2BS2q
peddZVZ5ENPSbiz7fCdqb0DPOG+M/ByIPxRW64dJIzmUSGcD5NNIIoKeuu+rV5XKc80xTAOBakXu
N3mVl74GE+gQRaYVH+YEoInqGO1Oh2H75yzg1IU0vdifvTyckBOKDAQj6YUB1iPqiyzI8cx4o825
/QVn8PJrjk45flFKdpHM3Q6dqNqnaEQ18v423v4ldFYXNbcNyljsjZKTq1FQS2HVwTSayRsrVRK2
tC29axNG7dtaq83TVFjTO5Sb1ae4xkce55z29TxXQBqqx3Zg/ozm0eqtYAdsz3lBr7cW8S+J5gxV
W9r4iK7q5yFVqv+w9ci6iPyE/VuccCQbICiWTUqppfN7y6nEuxiows7Z3QgUBpm/hqvDIpa3bmAj
vmFPEbrpV8Bnw7Ex3F9TE7cnUuVy537ZiIUw/gkSHKOFt70ctb9ThT50RydXIePXRfnDjIt0fMjc
Rr5VYS+UfhNnOZiXCqOLzh1t5Xx/J22tTuMXeVe0mgCsrxKVaHbLRtKuuCr0XhkAA7dJq6Y4afUY
X0Rl2uca34GjTiDb+Y5bb5g2JDN9AjF36/LL/nruLoq0aZIZrW5VTMfUUdxD7ITiTKeq2IkjG/Nn
wAPAI6DiExLXOxQlF6JwM0RXMTftVVXbGuuQLAuyJho/Omj4+zkWaWcnxh/SZ8j6epYgBfhyCXDj
EJjXo35sIwYMu/nEUy+OMFTm09zO8GzaJjnwZXde7MaNTsTkZ0I9oM27RoPgc16gwViHD3nqocak
WP0b14mnoFbr6SCY2x7jQY0+3t9HG4zBhQGJpjPoAcrKdbOyIfMuIsmNoOIaMh7nyGEqbM92lh3n
qsDVpQcthnq1IQoN3vBgv0+tNoaCb9lhH4xOqX3RtAjbAtcdfqtDLKuDLrBiCOoqU96IMowkPGsd
gdoaxyvn3M9j9E+ija2Jg1BbPoaFmFUfWY4oPbV1U3w160KbztRSQvoM4dsfjIuq+MSwq/6MLW1i
8tFRTD1M0kvcS27ZU3LItKh4zqEHdocOaUj5i/Y4xR1aDvNxbjszuoxVEWlfdL2dPuI52+whJTaO
I4qxUFMY7/Iy11NXgWQiBMckvloyrM4ZTg2nvkMHTypl+r+0ZCAzhXkMGSdRL/c/4MaugY5AAwfF
OjLP9dgwDrWqzgeGXHoZF1e8JGFvjnH3D10P9DH6qEYQVexh5zcOJvk7PHpsRUA7r3PrSmKZ03mw
I7MuKo/eLNWDQC77S6UbEpUeWZ7HKO+DxgF/1o9F9+3+M29kMXQLFqNCYEwLeOJlCCqcPhXQQknQ
ECJ/aBInOalyrneUQLZWodMCiI88BqeGVYAvM3yxvEksI7a+iHy8e/tDIfNxp724vQzjiKUdAeN0
nZI1M9dDDHrRGuY887Mpyn7kcbHnbLFRoKBtRMAmoP3JMF++s2jRqWHnY/EYe9ZT6eJHlDSG7jcI
JhyKYd6bZ28+Fsks+jGQdtgkL9czBtyhvJwkOm+V8pq6rfwwyn5v1rK9iscc1OMu5o+XqyDsb3UR
Vz39PlT+D9GkWkEkZKK/Pq3A4xhYJ/cdWfgaveGk0NhBIiFeNJht5PdaQb1VOA205UEB5P76/c1K
dIugVamAU14+VVxoeppVYOZkjuVZXYLIjutdocGtmAXLBhYwaRmolNUqdtt1ZQUC6WpGhvKW4+Qc
UsTd3syuaFC2HJ0DESUPNG18vcj2H2sqeDc6Shw3LaRZ8eCKCWCj2swAcypUrOhmpfsH1uDX+29y
I1lhQr6gguFkMMpc7cIhdo2xzrLkGtll/62w8oonS5qPI0DpnY+2dcAWpX2owAyVbtzMU6833KTF
xxnPT+YQtXdtdSkDO58/t3H75f5zbS7GN6MfvGz7da4A4d5VDGFi8N1F7ZNnJbGfdap7KnHkPo68
i51Z2cY5Wx4LcQFa+DS5V3slmU1dDkaBRE2WTicSielhhkt6uP9UG1+LVchnyd2g261Ty6SVwzhp
IwbcejK/GxvccGymgW+6ZthDcW5sfhuMzeIozgG4SbZsFe8gDFDiK4MWz7ymqpDpwZ67+lK4imfh
J2in55pN+tmrZnsn5G89J9BRSBvMlKhLV/dXbhT4xuAzdB0HWYtDOGTahzAd0vKgxvp0uv9St2pO
8AQgU5hy0tRcnwFFRmFuV3Z+lWgYHrXJCA9CHaWfOq1y6h09vCSa95FCEd9jK/cgJWvxwe3EzlHc
2LKLGxv+D1w/jAqXv/+rbkBrvgrrtM+uUi+ihxwlnGAEq36yMo8krU/3cpSNL7yQCJcAt2CM1o+t
q4ViVomTXwdjVGukRZL4qzoqenNwtHAic0nsd42Ik8MEIfHf++9847gA8gM6AlaF8dr6uqjcgcs8
NLNrkwHx4wOH1nOkOu2ehtJG8gc4jbwP4D/GJWsOu57NraXA0rzKoY9QJu6hxnIfH/MGkF+FpHfQ
1E12+Q8PR8cRzA9CpzeFb5SW6KHVWn41Q7V5zMw6e6iHtNopr7cejZoEFixtOPA+y+f9a7uAQzVL
oUz5lcmQ9avpZ/0Sao745pWFAZsmQsoJ7WGxh1nf+nLLSJnGiAX4eK2LC0wF+GIY53TFRXcUtZMg
uqkPO3CxjQDApAeaARMhJBzW/bGQxjfUI1lcVaMsVB8Yj/GtTpuix5Yy2jU12zgJNKQ5efSmNYxX
VsG7asnQeiXkJIS2111cZ2iemLb0XxtPi/ODYwCdDPDW7TTwl9NYWOf7G2YLAMwPgAjF6JKCYV2j
mKEm2DUuU5x5hJwyd6ZQfXBi9Y8m9lKM+CqrnC89YSP2HRFl/xo41X/GgnT8WbW6m9JbbiPNV+Ba
hzu39saX4MbmCGmAvDYgV3jGoyFo89MitFTVyJ1OjiHNC5WPuvMaNgIgKQgT8D9R6YYQpgDht+mB
SXK5qjxYc9G/wRyxwxptsVuHcr0ThDZfO5GWIAT049aFXLFkBLsY5Efnhe3bJrWtZ3L/yj3hsDq5
p2RUlRn/wFGohwbJZ/tqSLv+gNoqKu5Op6Tqw5wJ4wIGHznL+1ti67VT7SztQGhpmGq/PN1KGQ+F
NrIjitTKfinJBLddQeIjHCzz9TBv3vhyASw2gjfNX0V35Ui+gT6Bkfy2QtN749ZdfzJoPnx6/UMx
24KGQguSiLy64UYYQ2GiW/IqJlEcJjVJqK4QmMv0ydmpR/6UuKtJDJPyBWxKEX6bQuOyaU1xUmXX
Vobp9yGv53/aQc6hPwhPPGiDZ55tOjC2b6YZ2jtuYR2HlvbNq4+PR2BhxOZSIN9iVVItV7y0MLJr
ZWiDGcAs7MQBrNsCapv0ek8m9HbbeDTrySCWcm8h+73cNoXoeleNQZc7S9gsxCQ/T7b9A6FX49WX
HCsxoSQfhQh70xzvudXzEPH5q46Dlm+p4fxQFXIPf3N7ybEKOkyoWuKQexMYaZMPRu8mDCbQ3/3E
PlEvJHHilwHezvHV2O6OvYrG/M5Xu41EwMFwdSLwgeu76RkJ7uy0SkdECWdbfkAJWIfRXDRv7cms
onNvJJp+un80bq9VVqSYpScPL+AGruwUNQWaZSbXIYlw1x7a7KCUjrYTYbdeJ7sClsWCg7hJu4yC
YNcwrr82lYwudVFoxynr3LcJ3monSoH2wyLn+fqjyNgeodw/hR9/rDKVOKFQ0Waq2STNdV+EHL3Z
6+KARuH0oUbZ9vfAtPRB62p5QoQw8ks44/nOJ916wUQ5gEjLNIek8OXJKF1z4J0wzKGTnp3D2Asf
SV722iC3fT+GhvAi6VTZIJTXYRt8x6Rh/ZBeS0WZuvOUmN5F4fL+GOlo+Z30tldV+O+xfA8AN+kC
Jqn18+t3EghDOq06O4m48/JBke2L2kyP4Q6EffRgGIp2GBDL3en9bZ0QjiaYTfpXFvnRy1U6XnLX
YlBz1d1oDqZs7J5FraOHHkU/UwnY5f5DbcU1grlNDwvg8A1CLkfFBWce6AOqRnBTasPAlSZ2H1pk
x3Y2ytYZwcVRWxBySzm22ih9phtsPwdodyzLQ+dZQMzRIoVh4tjxorLcRpc5n7rP959wg6RNVwTy
7sJR5tpf17zdpJSDWlBwR1Y1hoEL0CYYx1B9EwF5/W1lTd0GcOa1sxWJyfOpFc3wWM2z+w7PLYXx
Th65v+7/pq0zs3zchYFLVryuSDMUEN166uNrMyTGTxG5+bPZ/wdD1+WapgsFxBII9boWVFwFpkbN
aMC12vDqDMiweHo/Pdm1uieZ/2cg9jIr4MMigUcAZFx1g+ekFkZyyiOwpyKRmLmi5vCmyoZs8mej
asBoiAibtMhB1uuUcoV+xE0wi37WURHDHtGbL71ddu/Uts3qQ2tXvXF2HbY8Lbp2tv05LkzNR8LR
YAYzgoo9ua1nHXHMKZuz0qnlsWxcU9JOqJKvreENU2A0PXMAbZxBb3laUjjBDF7X8EdNafqd6L/x
ORfJLvqlKFHdCqUiOk2up4CgGAvvo9ZJ+0kizL5Tlm6cVBZhD+PzQSxcR8DIkHorWiO5Qi5qD/iF
MxPQ5+rR6gd1587ciEGAc8GELJ/ytmrSY1FO1YJ5MQdVQ1N+Ht4NrR4/OfOs/8jVsd+JDJvrLbNO
9umGkFfv5EjmO9zRikQkMUnsr+hwyktP9/IdCr7uzr259bnQ5aAupJa6ZUkopdejjhGjU1erHfM5
bTzCUG93Vtn6XjwPWsR02m6b3FU0a00B8/I6TjJ91Dq7PBSKrgVQw8qdon6JnKvDt0iGkwAs0uHc
UC/vjAI9RlxIADjEtTX9EmhNBh3z+8vYyS4oFTd94+AU9dymu6ZVGw+JaiL11DKVp52vv1xZazWG
iwbiZB5tIOuErqd4m2Rp/U2mSvv9ftDc2CWAlOgjwPjila5VhuzamJBWXugE6pScsHEo2qAzmRnn
olFqv85NfaeA29goGPNSVTF3gWC3DqDCMOZ8TMrsOsdKEdh9bpwXz5nj/efaeofQCWhPLJ3nG4ci
W7HgJM5Jdq0bkw53FCdXjHrtAFDanlTH1lLkUMC4yS/ola82CrpXnYfRaHZFh2v+gaNgFAYM5Oyv
CRy9f+8/1sZ1jyAMoBuLaSkX/mqtnuBsphaGqYU+yCdtHKY6CLNG/5CEepL7o64VqKUWcicWby9L
Ew2rOI0Zz/JN/+redQs7uZzA0dbumHd+R1gp/T6W1jEeTcUKalTLrpM6eHt2e1vvlikMqE9w5GSp
q+edOCX/TyMaxs4+JPgLfswNnE+zUdXf33+1W0stTVf66gsbcZ1JKcLSR5E5XAVtbqE4g8C875Sm
PGaDAdzh/mJbwYX7BhQu2Jtb1YkBi+Qps/HjUAfL/tLIUUPf1micB1vW1kM6l8ZFgz30lOapuUcK
3npQWszQs3ippqMbLz+mCXJ2MluyCsuF9lJU5nxUq6Q6JYkb7Zz1rejy91KrfSO7QUblqDE1drP0
lKducxq4PX7PRoLnUBWHrx+1goDGVfBP828hV7x8NkNpqjLJcSHotOF3YvbhG9kke2At7hn+m9Xd
sFx0bBdaQ/TiVhEaIZSEMQOgqbCMLfNjRnkzFz5seQVebqerJzknjeOHoS7aADEdqwtiFPwplyGW
YL2S51ngaJ0yne3Ktctgiiz1H1xujC9Ok0WOD7MmrfETyEbroJqysZ+nWdS/BRSl1Hfd2vsYCSvP
L56N3MTZcCstOjZxXjS+gkD3VWoaru5eJkI1iPNx+G2ruYsDS+GqXzU79/RDBEryn74fwveit+fm
OGR6Xh5sfUTA3Uuj/o0yek17qrzU+OrmytgfTNFFVZBLY84OkjGNd2isqu98THQVBaPReX476kZp
P5RDB9Z9UIDcBx40119WQ2H5PqTTRswIbaGd9bJuoD9OM33aHsm5YEoKIYM2VJzRn6yWkfwMbBFP
xCnLm7cQjnAarqQrS7KLYvyZITiIwjW9JZApeTR+HqNRfCJKOfO7xnOYS/lg/aX1L2KTI1IQjRZ/
a9IqGR6y0vTOWQ9n5EHRhyY6ks1raWAI1ZXHUJXCPqpZZOIiYUa6QVxLDCUojDR5O4MXkAe8npr/
ET1G+1GXY6IfI0WpwUUNad5/SieKnMPsmln+PBdV86FMK/sJeb0o82d7GOvnyS7j0pe1PX91LeH9
Gux5OnkjHlZ+lyD0c1E0u3bOuVplKBwOff+2E7kunoZm6Acf/mnkHqgrB9L7zBLRYc56uKPCG8z5
ouKNF/mRyq13RKbfkQdt6sw6KAcbZ8OS3lRzEWqvZX4ky8o81K2XPObT0HQYfwvvKxpkgxu0Y259
qjyryX0HsI77pCvDcLVKbZAoC8P5DVQumvHSx8VUIfvgZmaCvUmTaX7rwZyC6FMO7UGCj6oeNBHb
eG9xWVS+20ftv5WJzJ8fSsWusKtj4hw0uMirj2U7W587JYwBgFlpHsguR1TRFsyo/QmUW/TcU0w2
fubalfI5H2vdDiLo1VelbOYPRorI/XOOze7sk7OlPZvSm/qHManqT/3UWK1vlq3xpaz0WTshtGoX
v7Gk1LNAx0xjr4G0cVdSF9L/Y5JH3rGujEsxRjD+IGJYXWY8A8QNP3qV5/7KqM0/VI32bz2W0851
chPSFwIGElBckCQ7N0rpjXAHp4JBgJ3OlATNgrUrEyU9Tor18/7FddMyosOPWjMlKdqYrLW6kEfa
+qo1ONnVbnT5zR297J/IaG0wR17afi3R5zx3oik4edP4GbxuWh7v/4CbR2XkRB1F+5F0lVHiKsKP
6djMcqjQja684p8xHiccGsOBsq0Wp/+yFNoZQLu5UtYoibTP88hTIQKGA3zNLI9m6AmlddKVcM+m
avnV6wuFbI7RIQo2txyFJJ4BO7o5895qqP5d3Lp+aR2Tstc/0KKNyw25aAatu4pRgrYbYH6qJ6Pn
2NbzmHqB66bWj0U+dt7ZlFuXJAUvxqdA7hZw8cu72GxLY/JyCigBU/+NlxjDuWdAPJ5tYyRtrbxk
fDD7XDsWqjbuncKtbYLzNW0xps2AUFYdv7wCfEeLiFPYYB2ZtWat+jrrPuRK275eDRcQDbgAdHmB
rt3AaXI7Udt4po+qa3D+hU6Ictvx3GBGsvNO/yBPX2yUBbrIVckbxbf2pq7RbcUukGRloJ3KdDgs
DdPHqfaan7OZu/+zY5P7Ss1coftZXedPwq5j92kyS0M5tLHiylM4yuSbGuYqI9uBwvb+Drv55svP
w24NJgKz0ZsdhmXnZGJXml3jsM4DPNW5R5p5MA6y9H70kWMcXXeUQRjmewSqm1STlakUQJcvEFJk
Ol/utkJL4iGquowyJByPipFnR1mW/dkSzvxGT6xpr79ys8OWBan4FvouVcM6EiI9XIVVzII5rsbX
YlJHjlX5HkqK3GlS/Qk0648Oi5bChEEkLcHlrf9VfuF6M4HQdZhE6nPY+/oQgdge9cGKDqbR1tyL
YeUWPhnLwqqs8gpJ2ymtv+siLf5RMXH6qFuJOR3mCUb8pe8Qy/bzxGrii+FVzqesaewBI4hSfAcu
IL9JPQS7NI083rHXC20+DpUx/8pHBbHPsg8BNyC4qkms8+pa/8ye71o/beax/6eO6dQdnQZSKVM2
GPY+aY9NUw2U3rcqiqzRpxxwkgCH0dTzuQr71o8K3F/eErbEhxoZqNDXJnf4cn9j3gRYvha8QXrW
KODBj9RfvsI8j+0xzpG1T3jWoz2H7ScrUcRrcXXLKnTBGGfCwLkJBKqT4n6lyuyqylYnziXKU51V
e6qWtxAwlmE+RfyiCLmdDiVpKm0JpvQ6O2FyljIcjuQ76mFM0o7vr4VBLHXzXZy0CS5z1vw9rh3j
3cDc+nD/rd7kOssPYQxI5geJEBbUy7dqD6FKJ4u5fyLM6YgZEcFeaZhNq8Z4EK7CniQ47hyHrRjD
chwFE//RG2odJ82bF+AJPZAo/19kZf1DqkSu41NfOqfQLMzv8MPSpxBR7j3C3dahR89nQXaDPyAD
fvnAbK2SQ1bmV7ubhsdalT14sxBrtN7bk//dXAqRY1qqrHajbpMqJeXeAl1CjNqlwalEMFUQCxjF
7O4kOhuf0VUZsKLKSlOOfv/Lp6KKiIwJvZ7r1HjFeTJFeS2FYx81Rg1BWcXFo+qE+c6iG89HQwl1
GHCTTJDWyUhtVDaZ+Zxdkdpuvxs4Up6Tums7P9FnZw9Zp21cD/TLkAqiHb5heknjjAqiZ9PUlI1+
3Vvag13XmV80EnHCZFJ94PrpsRad+3tgVHgoEzB3wlabSwqJ5qzks/VAF6xd1CpnP6zUPTWjjcya
cS/dIISaVLCGqwtsUQ7SxpH7JLEc4FMIPGYES0TqTlg7FB8xA2q+zuCHT6NAIwq1DTld7p/mzXe0
jEk5ssvEaRUjKxe4S02pfZ11YT+qnfWMQQXKnEMGUwqHk51cZms55jo0gxlb3koblnaVz0ycsmvp
asont2gQHrAylEfLXh5nZ2rHnQVvUTa0IaG3YDYJRul2aNn0Ze7JrAWzGtrlW3BE0TFryxjdJUuk
3/AmGk6yaksnMHJv+hi2af8A16nYyZG2Nj4tdyj6VFG3/qD6qMg6MwHZZHaTPGawn9Dt7Su/VbJk
Jz5vvmKcs6jTyMUAj7082JlU58oVQ3Z1pd0enSjxzuilyItXRs5jO9fOt/s7aOvR6O2bAONApPCM
L9fT47EcBruDDxvFzXdWsuYA5WXzk9X3tbnzObceju3DoWPihN7q6sB0mE1HWFgJtJZw1xaamM9a
pVfnAmGSoHPG+D88HFU2jpi0NNm1y8P/lYVJLRdOOOOUUHJSznOYv++9cTwmWKJ+fv1r/Hul5cn/
WglUiRbNpEPXliHzAViYoO9F3w3/2L2G6dYXo57AGmkhRFrrM683uMB4GiXh1JSFX4Dje5JNi6sU
7LdP/+GpFswo3VD4betkYYL3ihkv6KhUzdtr4nDYD4VLfBuwYVN2St1lp61S5gWybTA1+KN3tnqF
glaZSpcovXZx1AWDa0yPcenOO6nI1ttbhDVJza2Nwm9o7MRsgcOiUz0bn9I5FsexteZTOTd7LZ6t
B6LAodygslpmgy/3RC89+kkVg7omkqgS0U6+At7ZQ7Bt5FZsBJJXrgGm3eshCAbcdjpWuI1B2EQX
VW1i33Sn5sHq7fgYu7Rnk6pvziSEe6Fq61WSoUPhAAd4yyfPbAmqgEsNWa40ga+hThe6UCKQoyhO
9zfi5qvkhgMlwsD2hrrQ2CMmU7Etr6TXsJ2nFk3N3tkDN27eNmRTML6oiZkPrq5T9LXjsXGWkiP0
umPapDONUjX+MBlzeiK5lKmPPlJ7NMRMp27oGgyLnWKHm3KLGubOW1gp0Be4+G4y1rBDz5PiR+Il
3urRMdVDe6SXnpqnPkWKAFCJm8EKViDa+0Xu1d25KDIUjYXAsZVqO8t8oATdAzn3XtNra7MRc/hl
9Exuwdp1H6V5qDMEyIFLPw52xRDDdpTnLCl+DuGo/vAQa/veM3LYuTm2NgChgeKBOu2W3quHrq0Y
Ximvo9rbT047JF+QKtmTptrKqrnlAe/AV8PIY/X9MaPQc1Fm2dVJnOhX1o3RV09pJ18bIbkDIRp9
bxR77u5bx4hHWjR5FkDoOsi2JhY6bouck5VZ6lOmTVnph57Tmj6QLP3n/YO09QEXBTicQVz63WuE
tF037qxmLMaPgVJrJEN5Ri8iJD+uY/OMJlD8dqzU4UB3utkptZcAvgrwC1aZ+hKSOx2fRbn6rzsy
LmWEKCfxkIGS+b7SlH/FKL3fWHHF1MBdX++MMjf2zIv1Vl+zjkO995YReCu1Xvq53k4/vVlPD/df
6eYycKHhkZDS3OTghH/ojbEh4O8XypNSwVdmiLuTyWyFJgQYFiYl0A/zRiudr6kyt8TGrI/1vr8g
NEQrCbt2+2An0tYOim0nmm/lna37cd3WuY/LTiIPGX5jrx5HI1iFfCsAX8pPDsrqplYdURP8yBmr
IvtuWAIXYbezA1Cnxetva6xNsEAgJuMKsh4dqKFZG2mL0GTXZcXntnDpWuUF7EA52f8hM1g+IoKW
y6DiBsDbM9w3OkkjzkVn4kPpCOtdnJbhwRl7Z6ds22oHLU1BQg1NCU7+KjXABiRX7AZVNasxO7gn
k979zkRZ/KzVqnwzplp40mRTQeLHQ+0IhbJ/0I2803y87Iyd/bsRf9hRuPWCPEOFwvNeHsupqUtX
0UiSdTuOvnT1pAXWUNRXKaPpeP+o3F8KoNTLpQpsjvvZAyYVT2ESFF1XHRCtyt4qBoXz/aU2Qjm8
AZQM6cN4C/7m5VKNgRlwsyTksdDALDnwE8Y4TR68sRXnCmX0yxTvYSduIwHIJeCC7FcKOG7wl2uO
elK1aV7TSh9DHNjCyPpI3ajuaQLfxlGWYTPSAFry8nXJZsSRY80evcS+d6djEiXGUzMo+SFUcvtN
0jR7QgJb6+lIG0IJZtPSkX35WLqoCmPWaPskcan5TamFT/oQi7e60dvglzDOuf/ptl4jjE+AGgxl
lx7wy/Vye/TapoKn2oS986FTNPG2VbVqZ5XbvYhJFMYTjCQNMpp1GZWY1PI2ogjXgdT/F5q54Ul0
8fhkqGJHKO72zmUlCtCFvU11s64DhMk8a4qBz0EpKX/NHq5JgdOq1tkNR4YC6JY+WBaz18TFMHLn
GGy9S9ZcqB9UPPhSvHyX4DhgGxuA6gpslR6acdTeJGO5hyTd2iF/raKvvpgZxnE26Tk70mrV50if
xKmMp+lka903BeDz+f4G2VoOf8XFvICM8AYBmXYk5rDkkTqeyjbIB8VJfQwsosfE7ppzw7/Z0S/b
+oLMRcl4NeBmNxNsuzG0cICVeK21avTt2AFig4YCUn9j+EEBu01Tsk+/Yezu7cWxP5Z/L7Mmek7g
otg/S9F/U9+B5+8oqLLrkE4t2BCHDMpvcQPXgp75yMeyEhpRVAWJYoTdVYyd8gbUPkZWmEF+IZ+z
fyCxKmrfHbM0Q6gq7Hf29y2zAFIuw1ROLCnlYkHwcpO5/8fZee3IrTPt+ooEKIdTSR00wRMcltec
CPayrRyoLF39/8gb2HCrGyP4s8+HTapIFqveoGbGSLMBgh9YkNcoq7Lj2AzhJzSMhgc8o5czEC9M
rHMsRURhyy6azZoXDa39mFdWvLOxf8f0dsUA9PCLeBRzGm9+jiGDhkq6AbYthP7S7c0ibLw00/S7
sRjtxu1jo0x8zA+L+SiNVV359oQCqJsoWm57wJr0wrXDxrQ9wLw4T0dKFyfPadq0ltcNKX5kVrGA
vUpimwr/1DWqvDOFdVduZ8CdTA7CkQBsdN0Af2bKwo6rxDGLO4e330GniHTsURiCE2o3j2qIuo+T
IxQ312OJBmuzp2V7Y38ZGGyiz78CZK9eJJjwOvilq+WdPTTS0ygP3VExcuPUVLPjURPak3u8kdyy
mTXUF3mYUEnfnpBsLqmMIgxeROrIwYxPnycM7R99cirhGfOyYJNUVyAQIGsPH4Qwii/woKa/XXUQ
uuyyVaQHBYyre7UqTXzi6WYGOMl+FY1ePEN/N9e2q3Fu6qZ40pYGFJi85CseywjeP9SuEhb6UytF
GEruqhG/ba4wMROrkMkMHAkuSAVu7Ine0fBI62E6FioWpxRP98jXv0+Pi0hDMHsF0HJBWVARjc2b
bLKdxU7l1AkcHdnBB001Iam0Y6Zn97oxOV+Qm7YRecr7xDUbWzwPfS2bLq71aexnyHo9UcuTpXPo
zHQOlzCLPpYE7wfZRBd10dvlnuxB3Xt/XMUnPxpRAsSWqewiurUe139sDwrV05RXkh0MIv4nxWDu
pFtRdmyh+ntdq4udrPXGcOTFJoRTwO/XnB5MAdtwNUwNUGucXkOrbT06xPh/z5H03RbNp78NBMio
gBMoqq3CndtAsK1IHnT8X4NKKzUaWlnYP2iD+lXKQ/25QLTyDBK027lSr7IhHDnwncXzlcqtTs3y
ckmnohYDbyMnAGw0B7YubE+fURccR8QN35/fVUrCUJTpYNnRTARotDnchr6aorCdCDkTHT/fRl0u
OutgQH68P871Z4OqAE1oJYOwoFtFuMFgN1GrsgIx5raf6rkUWD3wnnBJkmNXC2UnTK4ObfSp+GwI
KtFTppy6icpOHW1RqK0dGH3UvDhZ1Z0FgIpzZNTVnTI5gytZVfXBntA6n7Vir3x+fX4g08FjBy06
6tpX4Bah5468dIoVFJocPiHtkP9L27JnVKM03hA25FJ2LBH576/ydeAwLHJcXBYkSFfJet90qMbD
sQhiS1pOGfhiD3lR54iWeLoTODc+KARNkjCKR7Q+toETFRGqg9ogse3lzwC01WBMZOuIHXfpD/WU
f3l/ZjeGW80/kOsBLs7O36QRqBUW1aqLHqRmMxYudK/239HOkg9TVSDEP85/jYcCHQFzjo9IW3/t
6F7uwbmFQEclwAnssbQ/SqKW3RTNx6/AzunuKM2v9+d3I2BWwcn16c+xRtxcDtfj98dbVXGCcH3R
jXBtP8xZrzxpkiXcxlH6YJG1/vj+oFeZ9DpHhAro9Kxs7W2qCA0FeMrSOEFX6E50inA6q12nWGEf
CyijLEDEUXoz8lL5VhVNt+dUfH32MDzwjFXVbT2GNt8ULdZ+NE2O8oZJH2dby84hk9ypWt0ahb+O
PCv3OJtxjaw/7ic71bQ+7GwnEI3Q/xFoiN5VSfTXdUeDYKHhYwBqgdu/LacWUTtFjgR51kpKyvBS
qx76OtvLpm/s74tRNitmN7oeUedHVG122oNwanDDoSa7VB32rvUbywZOmJjkTuDrbA/sqCLs9QhF
XatbhK/0sxpovR3uHFg3R+HTAPVWqX9vuV9TXDujREZPf7ZYAmXKwMpHy1/7FvJx6FZZ9HEgVnAh
XIaAEilKIRrEHrW0/LJ0YX4qGiXxhGWOO1krxV/+1mUOR56+YjLQvuNc3EIG1EKM6pRgmdyOtvVk
VSL6OqBf8aQscpy6vZYhMZSUiT65Y1UgsgYuRM2/lIMBpT4cehMkZByD69XH5IygB44LOkXJp1jK
01+ZGsEBYUsD912ZZNljYqIe5sdpL/8nV7HZu1A11FerswCJlpT1cJZMB/0xtot8dgud+rObkdJi
4izh72GBuk08p0sG9ZgrnVA/kZQXsmugwTMckB+3SDTzQk79SuAS6GH8Sq9rtirz2VyyUubNI1n5
QRp1bjanV+wfup3JNeyFiPsmayb92Z573kZttDiLG49imT+Q5Br3RtugGDlMtvytmpz0Vxxr1gsU
3yj0Rwm9edfE+eSn3uTla54jOXcqOf2f0EgKK380LfCXci9lmjfg+vJPKpXVWzv0heONhlHYfj7U
4YgDphV/ymyYNX4H/e6ghfbYn8N+Mh9xhC+HF3OxtY+14Uw8xNtQ+5p2EDGo12srcCfOpMPYa1Pk
mogxSsdMScRDMY1t4o2ZlL0lqFYl5xLtr8m1WqVxjphjx6VnO5IARJqg+AAJZkJzrFcN8YTJmSL8
cOrU2tPzQujB0qLshKhT+k+FOLzAhjGG5yIlSy9co+1s0zWzeJB8aGVW76UV/1xbMuonlIulzBch
jGHfJHeT+VKmRBmi4xb+MDcAoWgYzdq9VVhT8yipxdy+tJEm/yyrRdG8TCC94A5CLOJZDbPslJoV
FhsRhSvJBfDS/FfzsQdvXLIw9URbQhzR7al6WaxptFwjdURzllRV/EKOII+DhiH5HiqMGtdI7NR5
NtNalZ+GwaQ+w+ukfeDARUcBOFwNJMvKrW84pMQZTKmhSF9DyKXVjmDF9S5cW/0rE5Fj+VoWI7QB
RukoKQfc7sa/QxR2X7haBv/9+/NqFMiHIK8wWCJ/vobr1PEi0QnHMg17oOxDiorUm5UYzk4qe3MU
DjDSOfo8IPwvT69iyKTQkszsbuD8BS7T9HdAevLzX86FM5L6Ag130EC0Pjf5jpkIRYaTl9zNXTTe
K1obHgyzbHbe1bcuMJvbmKci+ekVuWfm8powd0Ecph8TH1LUQvu+T/0mHPechm4NRdmAes2q9EaX
/HLZcDZEfjTJkYRfJEyUeLCBLUmyE4/HdofqfmMoMlM44BS4brQ3ZLWtRiMVUhCmnealoimOtTCj
B60bnD3A0fq1N/cLZCUsA7iSMTzd3i+dYWImBxIcYwy9P5iznB2Mysi/SUWUP4yYITY7if5V+JEy
UbLmWzEijalNZprDF1aroQyDxWonv8CmwhccTHtly5vDrK2hVcb/WsGrA2Kd4xlLmkYC6ueidzyn
wcLdRiHENUdV/88YmuxszoXmF2ZU3Q9i/s7mzP1oMcvzWKu91zXVsLMtbuTlFK+RqePJARJhmz3S
WMLHZonsoDVr/AsiJwbeL+RDZ9nVmz6bxok0dg9gcyOeGBRg+Oqde02PDTnClxw0dtBTavZDBESO
wxKBDegla+egvA4nKtlrN4Ra+qpgvn6WP7LjebHRFjRqNVCiKO/dOJrC5Esjw58ey7hNvlVjuCcM
cT07wonWPA0Deq4U+C6HjEoIuVM7KEEyjbbfIJ55CFVA72kp9g5oUO3b7cIgvKj4v07yCkRSo+k8
24LGUqoPtjhgG20eVTkKTa+LUW5w56m2fmUljuzHLO9S25X1wrKPWhXWqYekv/VZpacX+VQAk9Cf
xghiKYChiXu2sio309RW+HGPlzl2tJX6lMCxnzBXrkjz0AjWs6PUjsaz0+A6fMrLuXvLwW3/VNKs
+GI4c6SeHEr0TiBHWAo8aBxZulfQkeZCdSb1h9k1RnvERmP8aqEQOJ9rpIGsQ0g58N8SB6AE8nLe
LsdOy/PjoowDLcGmMqxgpY7XR8VJZ9s3BxRB7qW+JVWJUNzRfUPPE8eTpbFHrQIrmPAQVxN4YYUU
8a2AOVxhlVGI1FVhEBh+Ykud6ja603xsW1jPpBo2mAYU/izFq8KeCgPa8JqFBPjQxK40dVXoSo45
q66eR5ny71RUZgUSvs1hq2Ra+t1ImiT0yAKy/yJaYvqxTBznq1TbEFmcqMzvW8UJm1NDplN5uW62
8bGHdP89K5QwP/bG1L0qWd2nmB8k1eSWMNNyt9J67WFclnG512onjh6dTLIHLwTU9dUYE5NkNrbQ
oC6cbLmP5XnMfRtNl84b5AYDc70Pqx8dprR4+lXoBPpKEmYSZG2tfrCdPBs8VGZm3U2nSPu55EXx
lnWddo/BSjUe1DyaWtey0kic06yVzzhvyp3bOwVAkLGUfqgm+oe20hhv8+hI52xQ8+9904qvTYlF
AwSIVwR0qj5M9HMeas7HOdPm9NBGVZ8c1tMQ+rJZpKUbL+nwk48uHlOtX5RnlP5N82CrQ5+/YIGF
k+kABbLxhSrNn4ZkgnJU5MNwktI50Q56WHSIM9SJ84TWkyQgoY8JjRRz6Q6FraZxUPZaWHmkPPVb
nsOMdvWkMbpj6yxydrbMUP9ZTbUjfJ6OEtC2mMzHz/sFGuuUGeFRyFFdemqn94lftn1ECMjS1Mzu
qEztawiXfzUArzTxIEe8HtyubA3LH+VQy1w8B2GeT4vUnc0hX5wz/QnUGydcYJ+EFOvsBnN8XarQ
eWwrXf44xzQ4z3XU5YlbDGb+mUZcPvM19ag5iM62o1Nrae0b3BbYXTWcxuFbpC6j4heOUHh+ZLMh
TnECO6BI2iZzl05UsRcrdj36dj0U5ylR6sbnEFZfOyU2lg+ONLX/NpXpfLcwJZDusYSXu/s4jnhj
SFFS3Y+xGduHqEtHMD+TlisujIjuqcm0HEIjXHLpNEvIakEyDp3POK9N40c0pVhKNSXC2Z8c8k8V
KUT3EUXQpH1Z1LKNvD7ngXvHV1HB1S/dPyFyZcZJL5f6U101YvHfzwavrj0y2xVSRL8ODM5VNmgX
yHVDM6PrLxJvgvOIImuvH/KkgaC/tOZhqP6aRLMOyWkC3HjV6toyzKyKBiFABrD2xTgeuwSvjLpt
Yp8iRRNYi5X4g57OO+/1q6xjHRSI4araSXdvmySWdfVbmRpm4NSGX3o101943O0JkV3deL9HWT16
wWtQ49vceIOiJfgbR/AmJlF4dEQVDx6+eO31ak/1a81qL9LD30NRZV2Fv5B52tznPHcohqOlfMe1
MiTu2Nc4njQZ+EWUFkK3wxwIgFOVHzMtib7+D0Hzu29Fc5wSyGbsKqGW1/bgqHDQsry27iyK7Pp0
yK0OZYUpySSPi0B+e3/UG4sLgJE2JT0Tii5b9FZRxIhujKsURp3YDzlO2a6wpPQNFdS9qv6toWiU
8AHxJOJjbspv8H+7cloXd1n0zBtm5LYVrSj9Hl+Kv61aUgtGChURBHLO676TZoetPuU4Xail8pSQ
+d43qC/sJN1XyR/JEZieddM56H1ev/kAJperehuia7C1IjkdDrZBQyYRpe46POV33hLXC0iVWV71
D2inU5LdvCVGOcZuvoOmH6VERCfJ2j3qq4sXQXfeWcAbc1vfyiweqe21pLI1hBK0WEzuikgUZ5GV
2aHJu+4kKrn2UCjZbd5qVzuPuXFw8YLmsQlm+TKtBWJhmF0yZnd6l+SzLxB4lLCr1vKXQkqX5qeq
ZORGsaaO9GazeH4uJ6yfhnhWFHeeU/RvDILr3FurVfP7W+T6lOMIh7HF3lzVkbeHQqjHxRDr+AlL
ud3iZqWEL23Y96//yyjA5PnAdN+2oj6O1lAOyWwqn71a+xJi2x/IWIYf749yHUJsjBW8teqF0X/a
HDJGB9uN2wOlhzYOsU4MIxdh7/hT10/NDvb/1lCYJHKQUtdHu2szVJhhWpDBn7gLOzV9nKfceAmL
ZZzcLpvGZGdrXH+j1SuVGg9tZlCoW5QJVFjNiUbkTlUzk71Ri5OjpjR7/JQbU+L+WaXPuIkQH94U
RWYzWypK+Sm2utJb1paFP0mFGiBEOu5Ew/VI2JOusEh6sMgtbCv7Qy+Mvi6RjdONankIxfwjt2Zc
2xPtr92y14iD5rve3/Swti16PR2XFp3SDL12mMRDSYUWQpvkqnG9h4256iqvQzEZinHAkq9AKR3A
LhlNaG7XCpHGqG+sfx1op8ccqc1/qso0PzPlIaiTCAauBBZt57V+zUZZfwCoRWp1dLXx8b08ZIbB
Mqqq5gaaO0tMp6JMTMfVhOzUB6sOy9DVaNZZLw2Wiz/trlYyv3NoOeDvGaJTkGc2wjZdbFpupEjG
X5O7+XE0WADtcABcO2GgeOVorUGhUo9S5a5eTP1EVV46Vbh87pxot/JTyiMqnVmU2Ajoy3VA3mkm
reNDYL8LwbdQ8g9maWbuOIIDceOQVkDVLnu4jFufH9Qo8JO1aXpFMe6wDEBzHe18zNKNA1oLnOSj
ME8a7/FTR2vuM8LXi5eN8UmJ97ybri80UjpsRiiRgTW+OsQtbcT4rybPEZJRfcY4TXIj9CzdsNCy
zMVCR96pat5aYyDNELzAoFD/W1fjj9IQ5oVyKHWQHCbDCL8McSR52OaEbtaNxWNfp8ta96h3EvLr
Y4NZ/v9BSeguB4WhzxGZJqRY6JWfDETC70ex0snFrjz6jRMX3AMYyfXghUi8iSGAwKK3offeDZNK
MYTa7pMcZnuXyPpXtgn5aqixKnauYprrZ/1jFbW4hywdMiG6ZOorbrfFsR2M0kNAS1fcairMUxqP
XyWl3esb3IhWxIoA23BLgpO9elAJ4JRinqM7kanD9wj5q4XxGoXmvgpo10U4zBEvdWlZ/2lzKTf3
6Jime+jgG4usQk+hNr460F4pXCiDJuBPlxFG4OYMeDOOjrpU7ZEfb4wCH2VFF3EAKVd5ZbdUE5ku
tf4UmYJ7Z5xiw7PS2t6LzpvjUEZEPMhZDQM2IQMsY+pMBO6gTCcKnrp59JRDC9zZAzdCBtQjzkTU
+M21J3MZMoqdmepYSFKg9kXp0ah18PZWFmpGQv1g16nqxQjLP0fAx/4+4+F1aP6m3YDH2F7aqhHL
Q4LC8V0ShejVGVJ4QJ7d9vtoiXdOlxtLSUmWzY4CCfauW+xJpA2jyuGNby7qBc/NaCnfYMilO6Pc
OMOoYvATGeo3Q/tyKZdEJL3Uh9FdZWMqeVBEpP40MtNB8mfKG/sIa6WegirirbPztrpxkP0/ShZ9
LnBSWwBaXg5NZatANbqRapkTZ42fzEvtT6UUB3+dEpMH2xwuiMsCItocMaPSJjlgNrTk6wTPU94P
JUDFKDlicqT+D9PiQlibamC/rurp2ZChdx5aEZKGUY+9Sh6b5xkiKm3lpBz3XDpvLSJNF55TAJFh
vq9B9MfhOTaG00hJm9xlgsvdQqTJH0Vo+HYi7TV6bsXj+igFsGeRsW5rNLaqdHauLryFyzB6pLw4
nyRt/PX+l7rGVmMDD5qZjAVkDc2jzYQqpzFGk6ztjtdRfUi1rHlBNgr/9WbUDlPaCZ9eL1akqWQe
wmQ0kOec/xoNw29Y1REQdUODh9P5clHjxOpTOSQzH+VCBLkmlJM2IqkuonbeiZZbi8ruXgX5FC6A
q8iUEkdOSxRVszzuzvaUzqcps5MdaunNVYWMDISMXhYSLpsZUVCkAwqN4E6uFdWPK9U6VkuxuBZc
eK+X+9wfURXzKpRo3GbuixcR6n/NYFpXFUoIiHu0267wkMk8D3kk1wl82qo6JhRAQF1WowvyJd9Z
1Vu7gnc8ZyekeNDXm/0eY4Vd922DqfsU4RnWz5bbTFPzNre7CIebQ0H1BjfH2+oqexGWFusGRPM7
mPfpQUUazdemBDJ0ov01dhWJFZCWbA6KBxBUNvWTVWFMc3KlgGjfNx8BzlhfUCdBMcExY3Pncbqu
0CYpW+EUDEcPHTGNzQ0rsbstvUTXRcq74SjLcu8uKw9bbVLpJJe1/f39fX9jGRmP4X4D0a62vSz1
aaTKCOf09VLEKBCr3YPGc+wZzFa4Ex3XUk2UDVcYKcVDUhWwKZf7m/N/nJ0Qd5ay7zLDpUVeBFo4
hM6vGTiC8p8D5Lp3h1nBUIWLOTkDW5wldzFaSTqsgvXPY5baX9SlNH7pYzVSI7CQr+CpIzWn99fl
OkU1SVDZMhr4GdxvNz/VETqxZeHxXoDFQunWHkOdzkvSjG69Spi6XZKolmc4y9ScazOK5c9K0up7
SkrXxxQ/gysNtyAQ98TF5YqViZwZEg4FQaM5s0dekj/rZVfvfJjroFtHAdyw6oSRNq1B8sdl1mWZ
1dKElIK5TuD0G5ITv04RZS6vmqtGPdI0qj+9v743hgQHZRmgUgEzUx65HDJC2Y4idRcGWgafxW+k
2jy1xTA7B4sG8EcMeq3P7494HemARRA04MznguFtfjliq4R9BF0mDJq+fxZaMRw6OOmwzbI9383f
tY7LTQzWViVNpjYHX0leC7J/rKeRiTBL5k4KxsmUHvXYyS1MXAF9eUk9Td8JuIVuuJrCeNHrspiD
LFWS76Ow0tKXyrr5RuNZQzZKE87P0KQp4uqSqTwaGf16QC/TCJhSpIq3KDJ6YVIhye2xGaTSuJvV
OkKuvMVK4KfSckh5aoRVryuHdeTQop+aV+BNsHRURCDrU5epNWqJbWQioUpfHYTQrJWHYRADcDgU
Rr6b48D9j7KV/mlQFglp2dopn6VU0gJHKbrFNTtJd17pGcj3wHIVxQcgalaP6rRM3QsAfZy27D4t
Fj9UcqCAgy6WFx36uuTZpZMhFFmUUnNOspLmrF0KHG0ltdEBDsMXODmIYecvyShpaGNWqIr7je1M
hkfj2+q8pFflHl4nTjhC7pqClrtlPYg4lz/3rSl/xCnTbFwplobHJBc10uMoNZveMqGQXxWO/VHT
YjNyc7AUH7S0jr/YWJDYbrXQSfGxwBH6MQbn1CEgl06LX6JNKBBfHeTJh7YRNV7HugzuEgEzdEUZ
xraP+IzNeVSEee+DsUp7v5cmGVEJyi+Gm6HBSVFYjSQZ+8y6/FeaUsCG1AnTL+8H+/XrAjYLlSD0
0FYZtm3DawASb5eghgIZ+vqhk9Tka07L4SgXA2WSyZiO9Nxz//1Bb2Q7K4eGqCdRJeMwN3EfdxJ9
a6Mxg5mUmatfFzrJm17NhhuJAZ1eEznQn3mjgeJ1q9zmk6hxM+f3dgoyYWcJrvf75Y9Zj9Y/NiF3
Kx9Hsgy0yovILwHaHypTYLot72LFb6z26lxM0kr9H1bWetj9MZRlFmwsgGCBwsnpJWi63vVGFRfw
MhbnuLBRHjuNlPn95b4xQQp+K7XN4V69SmHzDgGgvhi0YODYPIWmLHy6N5U3jHvt0xsj8Z7SVnOs
lZ2+rWkmnUnrLQUXhVFA7ovOSF87OZbvRW/EX9+f1NW98PupKK9quNx73A+XS5mPUlIPauQEtSq9
LizrnTK2n5w24WG8aNHepXBrOEweCAZCFu/RzaWglHpFMRVeYwrw6rDEnY6qnaR4Thpqnl4se8SS
q5VkejwHfkvA8e7fVi6Bv8RGKC9OoIRW8TkcuhDKqgR5py4Xqdmp1lzlMOtgFNpMqCz0VrbXOtD3
yMh5KwdGliThuVQpBnt5qRYHAX+z95ZZACIfgJxEnJJx/tT2S7nzArq1wOR7eOjA5VlhqJffExkd
PYKwYwV2q8yP0axb+WloFVUc8F8tsQdQp53M4poJz7RJZ7DOI1mHbL5JLXRO7yKraieIM9tsz0Jp
88XXgA1P/iJb1uAjw2MfSiUxVFBQfan5SjeEP9pyVIPO6ivjPraz6HON7HTrGnWbtW425t1fSy7w
M38rzPHuphu8BRtK9sL1I0FxEhb0fJVWxE8Ly4zD+/vpVsDRFKApBAx4VXS6XH9HFRpNzwwmE4Kf
b3UBUdkKZ4rz0Rjv2equJ+pF2sOMLHihIFLR/bzaTBVGcuEC+STohng6kBP390mdqDu3zK0ZUbFG
8JnDFmro5vOS3RVFONtEdTpmXgbA61RUML9Dp9rjzNzaQFDrefwB4uAm3dxn5thCI6APG7RKiR2o
ZQza15p7+wWZofCf3KrjGAxf1JC6hpMGiC+tdmmwtzYQOFE6+JQQqAFtTyiQmqA/ZzuA3r6sRBdT
WG5eoyPhUliQ5ACazd68b3xIYNzsWp4E+trGugyamU4dqblqBjxpbB9LG3HW6GQH74fm72rxJl54
Ya2dOeDbtMs2y6s3io13NQjmaE6juvWrpR2bA/lF+rHoHNEdUtrStq+0ou3AQ5rUpQCS5s0zZbkZ
1HdiQPsH1iMZbw1ov+c+BN3jUjKIIk9Wlm7+4JSjGX8Irbj62lVGJ90j5d9l3uxY0Y9B14tVmrVc
jtSQndaTDTCvOk41ioc3C3Y8ZYvSA643VfilK630h91n2Uf4nZqNQ40x22dVB/zmjY0Y3mRrbmV3
0sfxv7HTqz1duxtBv1b1YXSQWYGJ2Qb9ONhWNoLGteymOSly1B5LyFvHqsv21Juvkhn4PxjHcctj
xM3FuBmqzOe4MSXopTO5ttewq91Wj1Mf1eLlZKgFTyZ5DneOqd/lxU0sUHjEqo5sFeHobchVNYJ6
htJxaHejdORdXvIcoIz9scL8+S4hlYwwrR6Wx2kQxtPSZsWjVGTSU2dmaWCi37a4HXqQbw415vj8
fqDe2A4Gqw64imITv24Tp1xcxpLW1AJULBr+CyVjeZmjSRzfH+XmuvOcUOER8yDeJs+rR1iXCNig
Ej6VQQr/t/LCPNabBysUWo8Selv9J9KMLtn7A9845UhF1guCB8GqZ3i52xs1R7UiHcJgiIfMHZzO
8ZfJCb3ZTMvDmFbyXYf+3qFToukV9tnw91kK/XIAs2uAI4i1iTfIZnNGu9ghuTT6oMa7yJPSvDjn
TV8DS1Tyh8Yp+kPbj+qxzg11pw9za/b0YIxVtAoszZYeOyOLmmODSgaI+9YXCm7ak6FVMktvKbCp
29IXSKy5PCBHb7LkYmf21zUxthvtOjqRq3wPq3C5+sx3tsMyDwMdBDLJ4NSWz6mdp4rf9Yv6PC2q
VPJCbMTPdBljAi+z/hVGrN+naTcqdAIWbTp3+AS/haFOklLqSfQ8TTBwd8Lk1hGEAQKqjKilsRM2
32luMqibyLIFZdKIt0lNLeRv0pl3+KhF484lf2PLoXmHXw6YkvUNu9lyVjRNUhPxDFDHOvIMqzN+
mZPc//t+5N+4W3k/rU1TqNHcdZu1L2MllyWp4gLKFvMM21L5jGZsd0RPUJK9TqQ7yL9bs0IYjTSM
xHSVjrn81pnWNfXYxE4wZmV4aumOpQer6Jvi9P68rpWWqIcjF0jLgbuVCsDmAl/U2dDClMSlVDqg
ILkymzY1iF57AygqVR+dcB6+t6pOxZeLoPum5okOLMnRRXGwyqS+S606+Wtblc2PUi9nD1nFgr4h
bBggzXykARq+qLDgDgJZ0b1dtfZVNtcJ3P21jbtqMpBcXI4ltBI7uVq2g0kP+9MYJ7KLER2KTJVT
nwtOGy9TWw0bPz2BbjNRpOrLPNsJ4hs7hoMN0BwELXoU2ia88IhbMmzMyPC5bh91nEv9sanCu3zJ
9yDqt4YCf0OpcQVSXqX5Zb80s1EQWZXeRb/abugP8G+7L5ZZfXo/tm7EMIG7ShfCWefE3sQwAk+I
dOUjOTGalIcijKpXbLOtnXb/jZ25ogApvGNBcl0eXmyjnI2GrBfi8vJFjrv0PAJCfE5Y6ghbvN7c
6YOsP3sTMLwm1kYP8FAaZpsDp0uLDkGd0kZYYoBuZI0iecNGIJ2+xkrhWK5eOfG3pcn71ynvuaIG
J6cm+f7SXtfPyO85H1ZtKdJiYP+XUaukrdWKcrSCMdbGt8iow1MD467FYk8rUzfkCRAjuaGVCw2J
prnXS225m23wOzv7Z+0ybVdjLS1xH9MWAPR0+UPmJURzCNfFwIkpf0a9rbmKMWaHVIlnv6jz7mXu
F8kz2rDauY6vJU9ZAxK1tU1EHkgF6HJoDDJyC7snM7CtGuVuFI70o5MlIITqqKnUD1Wo142rSSI5
V44Wfoo7K/yUOtbyAVHicG8L30jKAGDRo1gPETCwm2gPeWLFuPAYgVpgxhQj6iTcsUPUygTeeISC
Ux/solm+vR8IN/YY9GALfBu6/bwvNxkZB/qkoXdqBkVvvkGGL+8t2tQ7lZkbRwaCE5AGkLYER7e9
z3lW5nLRMrUOc5a7QkbO2S3nfv4OCNvc08a6OZgN2p2DY+2Fb87jMI1W2uhMPTotqqB0Wg0RQLhB
Tjvqf5+tU4FGZAi67trv2XyyRi7MMDcnI6CKY3pGUXfHWTaynR1yM05JWiHocC0Cutx8o0kutDGc
UyNY9ElkB1su0aad0c14DYWSdp5YlPShT6o086A5xB/6GusVF8tWaH6lXIx7qke3Vnj1elhLBTI9
y820Hatq23zOiFS1iu8HCkuVO8ZDlPnyYOv9ztV2K0JpU2MlAHbpurRIrVKfFrs1A4n2HtaiYb2S
2/KdJ9HNOQEp/a0qy1W6mZMOdG7A+tYMYAgDHNKM0ct0MR+VyPprq2+OHVCA3GeQk9AW2nzOnoTH
qEuGsjU6MjlAvcBJJ8cPo0bZOeZvrR2hyQm68rtozlyecHHSSEsNQSSQLQkpVMY7NGLawyHfuEwg
H1FiBPoMnuYKJOtQKrGdam0BJYXzo4MfGnrh0nXIj5gzGokKguo/yJHMg4NLew4DtSozX9NHilrv
H2fXlzm/BNgExyeVwasmdhvRMbcTxQisSVSPQ5YNNYeoGQ0wH63iQZ3RRNuJz1tDUlRS1p2w1pc2
kWO2s5VE5MgBQv3RWZ7CtPHoe07HCFzr3aT1e9Xc61ClPKBA8EBFei3SbG5MiuhDodmJFUhKP/hp
0URH6knGoWw0a2duN4eiIAG8xrHxZtsMpU2ylo+ZYQaY7RbHqpABIoeyfhRtKu88WNZluswDmBU9
HzJ3aHugwi5DlQyMRjMo4UCrG+uA/eJwnLvhm5JM+iFLLUqiMSqfhS6qO3lO1T1FiVsxDKYcPgNA
Ybr32zxETjUpnjQUiSfgdmAgouYjMFDlXh5CCG5CGU+L1lS9mwEnTFytjMcPS1nuYRVuLThnHdUw
ICvXz0TcNOrU0CMrkFulOKoCrqeuzflZUenXv79VbtTB4IRR4VsLIgTU7+bGH63EpUKbKZkovcYt
rHKvpf3/X57GM48WW/qUg2A44a7jfGwaJECnqYTD3SMg/7DkMq51NhrKfTKkr1afTb/e/2n4x19H
w2pBzHZaO1i8my+jQU9tpg6cOkC/0xm+kX7V+sto5IrkaZKGUJC+mB1gyBA/ogeUAmDmt7M0z25Y
91BRphhWCvaUhpDb1ySb7NR8qWup/D/Ozqs3biVd139lsO45mzkc7JkLkt2tVrYcZPuGkBMzWSSr
mH79eeiZOdtqGerjjQUswJDU1SxW+MIbBnHtlLZT3hPxD/muq/n4cOznNg9Hr+x+GO3st9+XxpXp
vjNqK7+WelOY111Ad/edk5MRhAq2sn+JGkgKXGjR2/VTVgVDE7mDnZdIGyJUu6MClhZPgH66KR6t
RVkHzbNq40L6BtoogUhcO8r6SSU/PLCjNYiDOZ/HiE52WtwM49SnYZGMzhxjde5wHdmteqrcrCj3
cnIDGWe1PRhRqjnZEjW+qmVMfEtPAqeYbMEjwBwp3GvBUCGEUHSXasmnJMzXxsd6x00a6G+zZd77
eUsHpR86fKbLcjGwsrYQaw8z0Wk+SKN5/NI7iMBGuZmpLNY7DLVDJAuye89EOP+yRC4nuUixsTN3
QLOHBVuhYBo+lMqqTTf2KI57T+vUG+m+sQcv2QmkEpcdhG6c6UMobGv1CDzD3+wFcqO5mgpnafd9
RUrwBV2wWY+G2XZRHJhNu93ljSrtEGnhqX+jV0Krompdl8995zR2nJRJ9VYuotK+QEZtb9O2tPRY
tV7jTMcBe3aBDIGb6vZNtXRKjzrbmq/H3uB66EbpfPGU6ST3hjtQ7a4b0T06bjeWsdk6gMeQZgOF
VQvN1DF5S8w5NkWjj6A4E/NDK9zsu2GpgIjLnOfrujOD6eAKls+D0yb1Ey0O1Aup1pdZOOqZ8XFJ
TG24K+Uy4yFoQD29ps9j3eKOtE6RtdrFN+W4qfiQpVW1HKg3T9fSF219v3IlZKjrO2YRFvD2hxAh
nPmyrrUx2U9rO37wuO0DzCS16cFIHOdK10vtQ7DwX2Svy8IdnHt1pJYs+dSS1jmh3iflGE9yWbUi
DIzGCzYP+WyNAlW1TzW93DSyMf697ylyjFdurcs01BeeMbRqZWHsaHXgSTPOl/fe1MgnOfjKjIO6
oHOhg9dRV2XS19YBqTVLXeTYxn5HbRhpgQYG7Jc6UGWHGJvTW6EgHd2v0s2fckfKz7UHOSt09cov
WehT8D4fMt2g71UaKkxHNb/RhEYsWBQiH0J8rdY6VB2OI3s7a7Ngr9GPiQONNDyek4QeazZ6Bjke
4m1HCfF2uSitGi8NXdr5TQGN6ZucfNTJDEPM75FscLMYNW//3k20ukFjrJ8RZ5uNpLYjC9kzZ093
PS0BnogMLWqhDP3RQieAq7LahHl6JP0SLepd6S2xNbobsC9zQFo1YsMj9rZHfj0NWZDEqZocIj+F
DfODZ4vau6LeJt/Xkj7fk7+Um8XToJLsxugLw/0Afri8IFitQSW12SBzjJjmSV7NJSIid56Z5/1N
4QivjdJcBld0ymWxS7VguRGBPn9BLZwaGKbzxRgVRme/EVmJQv7qBSLgKEzXlZO0sr8atEDKKFFd
MF9a/mCPBxqRw/VMIcANK+ChadiCrEawYvR0eZ8XM0jKZOyA+a+mkYWJZfzUYSmaxwkCQrufbLVi
3p1Sm7tXYqhutTYBKjAmohx3iopSyqKrF2eX2Xn7INrGeIfwLzOGVWb3dujKdvpgZCqpdinHy92q
ZOHFdavpn13hd2iEFvD7rWHQDeR1W6lCRVlqCZ3SX73Ql9K792Y7t49cdp66NsSapW+caZEf115j
f1gpQua9y9reZ9wHgEX70o90d+6KKDDRWYpc1CvcuHHYSI+WXpXLPrWAs12hJ5fjTpTOefuYaYM0
DrZR9G8ztTQeIunkjrdc9ouKgPCOdyJp0zkCEzhNN2LxgKINZu3J2Mr7tUT5AiluhPOWoQ7tTs+q
yGursdtXpemme9EQTnPFbfbIFta9bwhIjHbv1EB2ozwdQX+Npel8VfYsjbBRZoWtCVlcSCGPxbsg
GRV6S9U+zCBfvhiayr97Xm/dVzWOaqEzNcU3JECmbzq+rUUsxnTwwmnJVz2ekOV4S6W8AJmKiKMK
NdbfIxfyUMeBapdPgdElb0d3Hq5a0Po/Zh+57ZDzS70fybs5J5oZx3Qg/d3jhFsXTLBKW/t9VRvN
e88axCeRGPlbasnIeuZlJXbdJLGHs/LR/+yU1IxhbTV5GeMG3f5wffoCl4meje3RUKgKxtOY6Xet
r5XdsVmm/HZV/uQi8ueiT47+mJtF6Exn7ysqih5JCas6KnSvFkfUDmUR0/d2l2vZus5jBiQoCetG
eToqiGL+Mfl0bNwSYZzILzx50yNcbodO7+iHunKd9NquGlGGlgQQ9WhhiBAn48B5tnmGUwqWEhe/
BHjgm5p+C11Omc5rpDVF/nUVyWrvSCpy+GDSHj6PaWuIx3n26w/0FicNIcR2NgljMk5aLDA176gW
kR19pAJazg0r+DyNi/hqO8q2dxxFtf5pGefO2Sd9YvR7gjnd3slONLemV/efrNWvueQnU94orTc/
Uk+Qa+RYg5pDayR/CVuTzzsgbJ+7cTfMwF5CWa3Cv/SKVVkRTzZidNpXyPhI5PfsEHh/82bCQ9Oh
9F1XKkoGPTkSSnofXZI9rPe8KXnnNwXNPH/phv6eENLkfqnyTVQmKIIWzygNY3BvRCyyVUhVxz0Q
BXJHz12sS8Qi/SL2fCQCdpiezvrBHBEcHwzpObHWFmN2XZne+tCPbWcfNl2VNAT2NH/oK/CUkZIm
wpGZH5R4iZcdCXfZA80FioRb64F4QWAuptblwpEe1y/am+t7mWY8JZXA5aFu88mIbDyq0eTZJLKz
CI2D1f3WyKHrH18Pe1+WQsGabPUx1O9hpZsnQe84shvsrDSOtVfbx1Ir1BRLvez10FpIgZCmSNKr
wRqK60J5RncmAftN6rHJU0GeohgO++ckj3WAElbcaMYxqIItSEvze6fFnkO4Rf3HxZYNvEitF9s8
umGnuR4Hcl1pkrM4QQwoRjMpibwkGS4WKZrd63P6sgJCGgW/IYACSnX5NINtLR0vlKlzjs1gObvE
II1FYCB98/oov6kBULvGsBYVOdQvTju7rayVrpA/PIIh1tZQd5T4MHMmvbWSqd+7iZ5+fX3A37ws
5M0R2aAvgjj3abY62gjWTVUAIJO4cmeM0ryeGm+JsFU5x5T6zapkKEA6SLHQ5zqFS8zjtCwmfAOO
ntbodqub+7tELElzIRNtOLgjlDEckKeGu1EYmfzjis7WnthWJJWBzWvxeSZYlwNa0m0LIFSm9t7T
8+TKrMDW2gFe9ZA4lzM1XdLf3+SeMPs2b6Kt6XRan6sJ89fRN82j7WTak5jdJAnhNDWI4K69VUV9
r7AUlc04jhHKp/oalsMwXHdoUIPLaqap3i2pLdvjHMB45HsX/hN+DUMfoulrFaGd6mMX9zp3KleF
1cqwRrvgaUE6JI9An7ROXHllCkvLNuWjnY7a/Dg1nVlGwm6cj6Ne2hxUWl4CbF6FezW0qPuGOhIy
BbTi2kDCq5eCuGlMkpxkQOTarjQDmVzyKcl6JeztpCeyN/oY+ywD0TEfnea7BNzJ8jB0np/vtLEW
/mHuquy+F/pif+4Na7ZCzlRHuyCgNNJNHs7ZtFy44NK4EgHqXXqQm8mhlRo8t6Zu+ssgGNqyj1A7
RJugqA01XwC1MJuozpvZD82u1txI12WiYju30ODxC10zDpSR5zLGrN5x93kwG01MENSoD8Xodu1F
N3uE3Caun8Wd8FOtuITN0BXvPYcUP/Qd7A6vzGDpNjUIW+RRBvcVfVAL+sd7mxT+bp3B2EeFKy0V
IZ+3Ir1jlYB+3QF8AzWfRb+fa3+sboBzO2/xUC7aKAtkue7g/6PIZQRpC4fVHQtA5TQH7AsxtuvT
PK/Gh2Sqe67iWoj0WjO8oQnpb3H32HVbD2GX13l/AMfX3atgg27lK+wA4iRz3n5xtvqd6WnLGHkU
u7NwSbTVpwuYCm0nxz6XkWePiK6MyimGqBHB8Eaz/JqbgXtM7jXZMQdR2S7Wu0a4lUrDOnAniVSL
qrrbOsm7/kex9s2jq+cu6YNjL/5VbvjptVu7CMmQS5UqArmTXHZ9KfJd0Gi+tR/0qh2u68kcsKjT
XBIXWzPqD0GDiiM0DtNhHwACeBwnlLuFQEjgMCxGcVVx0C5YXTo9wnO5k4wHpF0MROJcv/qoEL5E
OWId7SxEXsZ6qxwRfCLNKd7OQWdepTQitQhjpLq6Fj4o2bBvGwyuNgvjm8peFEFpuXrFBRp5QxIN
JY2CvawKAocaMHIbG06jkLzVSx2pxs70b8usYONUcOzQ4u7SRkTuWLdPtr1q/E1XBV/ttM4m9s0q
7B3BFtKFaZpCT5FWZqyRCRHGQcyoHR+U3tjltV6h/xGBYkse7bpea3yB/PwjMaJXRS6u5e8CyuI/
xrXT1x16KfO7cp2FOmjGrMtdolnbZxYogu3LfnQf0lVujA3dkxSCGqe5xcG+a2l8OtY3UoBVu0Ez
Ub2dGrUR15pA03eVn3clNJ7F8w6Jr3LKPZvS9L4Fq/Fdq1yxwHABKBiOVm3VoVc5y4OL4GETIYTk
mXitrqo+BqLpD/lQB0GEvt/aRvoSpHpECF83V3MOUC2aAj3nZSk59NEaKKsNM6y9djnKQwHShm6H
u9pQWWR3UCR5qZqzt6ZM0d0wkvlKmaMqIhoPaIybUtDS9lo5ocvY+7Q4A3N4V6AjasbAClw3Mhyy
LzpPCLGuc9V9xITbNg9Ol85xUozCDju6OFkk00E/lr01j7u67zUVlQvopuNspui1G2NS3JNzu59r
U2X9mSviZUyB/gzaf1SqgXJxSzy/kipj0vWREt8R3VgnpBU8xOaYBufqs9vHPK+IM8xmsQZaC5TA
aZ3f8BqSkq6wjyBjEfmcnGG4CxrcHNnPU/MdLaDmbhka51BmmmHAEC0EphyNNC+1wSo+vR5wvIwC
AM8ij6vjRE1oevrM/lrWhUcN5BjQJrsOEvJT1M/VJXU/7w0lviJaq0CFvl2Xh9dHfhlbbSN7PxEn
IIROO3Oy6gbTGwbriPWw/2ZWs0GOsdR7W/nN7WQk57wlf/uk+MfQxnLQPD4NrezMn8QkOuu4hXph
G0jM2Dor31dJ+zkJavcjKVJNrbL/Y61u+h50QAjnENYD+nYSgGvowI8LXPUjihprVBeOimez9Klq
6cuZAPxliMNQlK88F0AaLs8nmQaljbIonNQ6dlayxlU9pDeSw+wuHYwCUURanqPruWciud9sG5Ck
W7RKXR/I/jbxv/QbRncZWrUW+lHaXXcMVPLVWfT0TLz/m9UCDYXpQwoRlbfT1SJGbOowWNaPsyHd
LvLVVH/B6lreyGQNut3g584ZRuvLUBzgF1QAuja8NPcU07oZPDpBaq3HpeQE1R00BWZo+Hul+fUZ
xMrLHpmJMxpIjYA4mGLvyWvDeMIcW0cZRy1o193au+YX4FHJAU6bfdnjYhKR3/W7ylJk+YOtnTmR
fjO3mxaLT2gMZButmecvMM/Kyqto1xzHPFO7fgTCW7pFQli6ojAw2f+LDQEuZQvDGZKe7jbzvywY
jMW4kKW+Hh1E11Ht7Icjzd3x6DhjdQYE9lJTDPAAi3OD3jDBHOvPx+odd2oc5erHOmnZ2brmDU/D
CEs0NKas/xogC0R1rrAaERZFoBURKd8sYYr2xq2SHUqKpaePLRoEQfPHySVfjaxSJ0SlxX46DXYn
B1cRex3HKnceestavhjjXJTx5Av7qzAonJzZqb85HjjpwUUhr7DJ5J1MfFfB8nO9ElIGaIvjqCN5
v6zWQmwtsF1YbT9S0FZfP+ZfbiMqmxuJbMvz0Po8eQFt0MyGs67W0UlauTOmhp7SRJshaKnE//FQ
jASymGoLEhSnJzw4SjdPKm4Uo3ESumuTqrAJU+6yKxVCAWcm8+Wxx5EH9Y1snYMJXtrzlZUWzHGh
+eZxHcHTUzt0b1ZpO2eOhpevDBQbGFQ4aACtALM9H6VABrerulQ/Zqae3/QOMW5u1u41Lr5rPOrI
fS7oMD+9PpG/ezQIf2AI0fdBXuhkUDxWEs/Odf2IE1B9NdgdZlmB8s6AWH73aOxOMIpUWDZg1/NH
86HRmPbqGUdIRP6dCcyBJpsc7lH3sd91XaAn4ZKBVP1fDMshB0CHFeKhyPF8WMnRk6+50o+GJfQ3
Wl7o+7Fy8v1IE8yOjBJ6AtFBMXZnxv0NEgFSChPKZvgpL3Sy+1hIpj3CYzpSvvY2CkxPZxadpvVx
KCowNd3UO0k8EILuRT6vF9KQdR2XzeDlu9ff78s9yTeBnEN/HgPSF2GCJuGfYBpFBLqs5T6hoH00
dUwKjG44hyH6zVDYKlGl2yKDl1db40mZ11t7xu7EbZL78rY0pB7D2DfPPNTLRfvzSnFBYCEMx9Xy
/L1CNxvaAbuco0lfYJMacuiHOW1tnNmRvxsHnBc0Hh6Lw+Zk2ZpzVuX16nN7zUV7Dda/iZfR1OPX
X9FvolWCAYiQkNo2QcaTp6GW2WCHZOtHd+YigE0DvWY/L0Vh7v2iE2PkSFV8QZ2/pZU8NOW5zfkT
TnmSpaD4u1UHcX15GUpCzrBV6i4GUR1lyHBoMLSM5rIh56fzWAky2mXSQyDp5gMCFrTJ4YnaXzUn
DT4GrrC+6ujIfkw2bbewp9d6qzpK9tGcIWBPzuMan0trMscn01DDQ9DTvg91BYz2aCFwcGeRED2V
me98EmaedXGVutoQeYOnPvdOgQXCUEoNDXo4HrFYqNic2ay/CYkA7W4X1mZYy6p5vpicwm+HErDf
0UpBSCwAAGJdQyOyJ9WO4Jmpi9df9+k2gRLmbw2CTWJ1g39tP/8lJBpqy2x8F3KeGrOexhmdelur
RKTVmTieGep0rJ/8WqDBAAhBqXPoPB8rx93Bpyg5cw4VdPyGxBhuK82bzdu1BEiPM80sr1BcwCUL
1f/sE1cujrvOGNh3RCv+9byCeQnhkmHOJWmBm1ExtX37sbCTxbvtgARHPdjkpznpgvxb71TBtT7J
QZ9Dv8tcl8LR5HRxPToIuCJk4WR3QzY7dM17odoIr4taj9LKTVLo5p7+aV2C1Q1Fm1dyP1e6LyNT
dP0cawMmypG2sa/wjaigWOtr36UXatbnR0fDby3yapcHlDVmCdjITaK5n6Zp2GOwMS63uEVQyMCG
OQsu7CnIrfvORLk7pN9aonlCkCqOlPjy9NBSH3EvwOks6Q7yS+G/f/2NnF6EvBDuBYycOLgAy5/G
qEisVBr7Qh1zX/gIQOgqQ3U1UdXVSPd9vKDqaH4M2mxOlzPL/MWdxNAbMn2juhMxARZ7vhbchAta
09zxaGFOUkZ+JvLNyq5NP+tt6Y1RlpuLdulKw66PhtSMD+xW/C7qagUt/8ezQODGVtPpVQFt3bbk
L1sA3TZQ8VTfj8OAjQaOeIBhjML9GtggGlxRYy2Hl8SZw/znA/56zDEBtHdAyoGZA+t9iqRFLI/C
n2jVcQInN5Kiu8GdgadIF+vVhJ9BYc9UgzPUcPWbek4hUnRpJ91YK8QAZsdIi3OIxZfbE/4G9wv9
LYIi/v98HrIGp5CpTJaj3bTBXaq04ujrkxWv3XBOgfD0KvNgNaHXxAIgIzBf4HsrWKQkv9NKC0gV
F7bE3UAAvzu8/mJ/NwoQZWDu6HXpKKU+f6C6DNZEM0f9iLd3HWdrCfu4r87xTX6zlC3qWNgk2AB2
6W6cxOMOok945nJk55ZvUGZR+iW8tmHndcqIzbLO3s3Qbdq8u8LE0L01mmY6c4i/3Md8A2poVA/R
y6Dj+/xB22kAt4O99BF7ouQCxF1+0UHIRS8v8Y6l1S9R6+Kl8vrsvshwt5dI3YUdjCsN6eRJpGCN
AyZdk7seN/GMLDQTD5sXDY4zrkLNrB9HUXY2PQvKvYa5DD36SXp3Bd4ukyFw1fwy81LNAyeJbsqZ
7/aCnv/zu6G0AMmBu+bFtValAdodmVyPlVGZV22BPCTNJL/74iElvQBqGev5kAkaN/GwNS3ABAVr
c9TH3s4iINcpCrEWHq14cU5NHsJtqs2LXhJtRJg2ZXinIfrVR5YkT4mSbHIfLWtw57AXSNHEyuyG
e5cke450QByfcgg4IppFN9JAobL/NLH77+Y6K/ow2cKZsJcdHqB6qk8/xiTPqYVKr8hDR9IuCCtw
9vd2ndafdCVFsXv9PZ4GfNtUwRtAQYbXBH735CS2XZHkgRzWY+8Yya3uNN51XaRzAcCvDL41oPJ+
dCpR/d5re/fd62P/5hSkDE1NBnkASrEvYmcYZebA/lmPgHfzductpvOjTNGqCO0Sn80NbJXcdYUq
qmjgcMTklSDisZJzDanfllTLX/9C2159fipb5k9nMyQ6ODdOs17HSVGs66R+5MCeNJosSzEij+VW
O8NaPKA/WUlvyADxVceLjdlLOOma9fT6l/jNQWyDYgDKAJj6JclitrUmTZZ+OuJBVABp0JedrpXJ
WwJBceaI/M3JYUOMpnZLJYhXcXLm20OSEOyvMz7YS3DXyZJWc92JaEqFftlw8sd1WVT/muT/+jr/
n/R7e/+v+Rz++d/8+2srlj5np53885934/deqv77326exPA3DoRvTzJvm//ePuT//dHzj/jnTf4V
KE37Q57+1rM/YqR/f5P4ST49+8eukblc3qjv/fLwfVCV/DkA33n7zf/fH/7t+89PebeI7//462ur
Grl9Gi5UzV///tHx2z/+2rbRf/368f/+2e1TzZ9FuBfWX3LWxb8+7D9/8f1pkP/4S3Pdv2NQQ/pK
XMD5+tM/cPr+80e+8XeYUoQOiKJuNjabtWDT9jL7x1+G83d0iqhL/JTb3ejTf/2NAvj2I83+O3RU
1hTGh8iwcBW6f/3nyz17X//z/v7WqPq+pbsz8DDPdslPJS1YRtRrwVGwUewTZVi0/IWnZW29z6vg
sFh7yA3gis7Rmp6nQj9HATUKeYLIDE7YKdIm9+Gb+Wqo92zVfeOX19Ps4QAw31aj8fDL7P/7AX99
oBdDQdiHqe8hRGbBdnZPtkEyWBZ9XWoxnl+GItPCAFCoXly0vb97fSRezy8HDA91MtJJsOlOem6v
/Vb1sR4m+201v3/9843nO3obgMiaN4CNxqaA8lOz4ZdolsZeLulflnu7LbLucRnIk/ayaaf20S+1
uruFG906e0dbk+4HmIzZfevSbxDHcsBA8oMg+HS90FvbZbgStSbHixarOC+yF2mPH+qgsfC7G/tE
3b/+xV+sKaicRIMGZZTtPDoVj9XnVhPOUhf7fHy/1JgdQ/o/55H5cvJZsBtCzIWozMI6idQq8M/1
ODCGGlU0O5dOe06P5CQY/Dn97FiXyj/93A3k9DwUU54skI9M8n3iyG/CaHaWgWf3BpVJxvdcOSG0
iLCzE5rsZ9bw86vrPyNvSiCMTEd1e/hfXrzeu1466ozs3qQPy01yLy/z+/kwPb7+nk5EP/4zDlRD
DiD0GU+3pTMMTdGaAUY64ecuFNdWiLFOROIUBbv1kL4LDn3UnCl5GxxdJ9uG/YnaCEcB9XyWyvOH
awIvAetagUc6VMf21rmQF8l+vSxu3QvtaBxff8QTe9N/PSK1JwQJiG19BKifj6ZppdMANcz3U+Qe
7EucA2/7ox3N4Xe5m/bjbtyt0bzDFibqw2x3rr5vbR//P0HIf4ZHqABZG6hypwmFR100MXMz32dH
97LjYeer5Ai7M5YX4wXQqxvvwXlwIA6hlxgC/fWj4nvxXftm3fu37q13DI5pHMT6lXd0zszMz3l+
5audnvwImuj4AjEzc7rLsl3K+h6oFx/8KhJgxfuwbkM6ILoI67deEQ7FmYXwU3T8xRfgnMafkKCV
GuXzV4P2+FyAgcz3WKtfWPsg1vZwp6Lpwt+Vt9pH7WN+JQGegWkP7fvkzt6bV9oRZM91+6697y/t
iyU8d0+9PFU2YzKOrU0UkTbm6ZYXrfCCQmV76sBNdkMDrH8oDOQXzpDeX47DHYjGPdXsDT6pn+yB
Fq9taEMlJ2Sr5ipeKpMyEuddPu9eX/8vj2IOIgcdB25eEwTxyQNNAzC6aeoYKLW/urXyo5G9Eql1
9c68zhf3LjVOmiFUoKBqBojVPX+bFKW0xheLtks77QAUYmcGl4DyI6s5d8Obz1VV2FTbUIg00agj
dAEE83wolDCGRA5K2yFl+7Dcyjvti3zrXPV35WWw8+/K+2bX3a3vZ2xvP+tf/DMPesKN/Dk8RXX8
pegEw7A9TSxgygSaOVXA7vbi2B+TSxxR4yCqj/RcbutYRN9ef4eniwXmNAY8dFvodiPDcOr4Y7g5
XLZtn6B4tOvx7nL+rHlPnIFgi4XJIdYOdAmpBJxMqMrMRmVLvqe6EPn31UV7pqrx4hEAWEOIAjNr
b2aDp1OWmp7VeYtW7tIZDWp8YoPQlpM4s9hPR6GFujXFKEUaeHy8aAZqpYswylIbkAbWdG91XXaF
l4L8w2ehvsqbJ2QmOMBg7Gce/MvljOQ0yD2rxPC108QNBs/JQ1pX7eHPXjoX40abJ5lH/GSTUHr+
SoJqQgBmaetdUwz4I4t+ijofb9k/H4UkGYVm+mt0FU+if4Hh79zLpt7NCfKvcT+wvyNTwp4/s2lO
z6HtcWh1gLZHSoTq1vbqfpk0LF6CNDF7HmdsvRDd1SZa7XqK8q1f+ufPhPcQweFGuke26/lQY1XJ
tteYucx0uvea0sVt1QCaen0UyutbNeXX+2tr7LAdCT/RPqbPtlVjfnkmD/vYoQrgHUEhrG6ttAGW
e+cOjQTpGXe1QAmcUiOcykHYrHqnTNchnh100ikJFdO7akXvC4BVr+v70tFhoiFuOYw0PqwUUpQ3
uT9grVp3BML0t5tK6ocUzdovVtZ62U5fUv2+cC3RxhTfaj9eKLzvsbddZVjYDuUpuzMps1et3aaR
VCaC4HlmYf6aLaPzzu0zuJJF7xsXKZaN1RUgUsjDgYTCvHPVArmjlGpIIFXm+nrl1ZR34iZDQCU2
K72bPxTAw9yoLq1gfmtRkqTHnkHBk1FhbUB2v5JY3Dp1PSu+SDm+GQAimvEKGPsepys1H4zVDmDq
5dM7v1z4ooLaeh1ms81XnMe+eupUCr1l8CvWfgkF5MFFmu+mS3Q54Jhb2140Cs+AfqmqwTgwmShd
526V3CGLCtyVt9eIGHkkQ2A9PS6KbqMYv1mpsLww0Cfv1hVqRGV+sosCJ5TcfTPi2YbycrHq9R7X
wrGiKTS2tw1fSkT0XMxHJBCxwc6zFD0iyvldHua9FNM+n3sg3BlO415kSGSqI/yYpyYeEYe9btfV
uactM4GtXeTahSs7HtCSbaJEj/pnIy6XCkQvAu9pCuKfJWtFrnAbKK3BJD531lLn5oWxeHoP0afy
fphgOETkAZhrQ+UpqUdjMUAWoFYKUQmmkLZEZdFrkKtzLbkvV5nIXYaPRJ4fK28M0uLQg2N8Ksyl
Rq8eBf1850ED7aLFtOB6Gusy34DP9wfshKgohsoH0B6rwmm9Har+gRYH/Th/ysq10fB716s+LgKL
QNEvWrBQlmrnXSZKOOWmrtlVLJpJLlGRN0sSmnXdv0/FmAsQ8spar8fFpmcG413kGKjPib9zphFH
7axhBYZdV4q9Y7TmYambyYePQA00rGwQ3GCPm7RjN63Wo0cx/gMtpuqb6dfOk9fqnoihetZWJJ2W
zM3jhLuYrNx4y55enYvetQpjV/DbTzU2rH2kAWP5qnIkbELIjeMP1taKlnmTQJJc22DBQx1nvxHH
hEGHVUy70TvKxvYruJ4WomrFXAXwjFlOS7x4g8F8TXr3KXDwlFtCKLRaDdls8N+Dimd7ddKp06gT
pd5cmIiZIWCoOENhUCetH2cgEK5ElWDWOLoj/gILhgzrjTU24q4A2+iH9ENxTE/xjs+ONJU2ZT3y
oK9DUefpTu8q7a1OTTsLB1TnNNjqnkOpey2wLQvWzLewKgTLFcmgqKpDbhWliJJ2Kc0QioGR74rC
1z/R1jJN5mX23ptTPn4STiHSOMUdZqchezpGdWpVh0ar1K3voW7EZq2da6d2ChWhcyvfK8scH/CE
Hg3m0QUD3CHwNBw6u5BXgyYqHIi4lb6bs0LWcqI1f1sISgqxhT6BgtoNLPxtNistdWMjoct77DLT
z6NiyYsfJcG1vsOQfEpi1ht3Y2cG4xJDLa77naOcxYzbOa0h0udwycKlb+0iDnTViTipUV+R5vzW
aQztjYmqQh2POf4E2LZrzvdUa2yk30sbeLgfSNcC6z/kEqyUYTe7SprVHLsNvKcQ/rqpQ09fjVtz
yEUWBU3QjOHcDFOGUlDXbCSYWQwhPbTGiVXVs9K1xE96JGBwpd/5rajTw5IaqRnLok+caMBtpgn7
LCHAtTNRqKOXJcg0pqJEjBOpwiWysiD/DCMoKHeBra31beqV9duKHVXSeO0WONxTr6YIAJLkMG0h
lkT+KAxOpXWY06hAv+MpVer/Mncm23Hr2Jp+IuZi30zZREih1rZkW55w2bLNvifY4OnvR+epSkVI
V1HOUeUwzzlCAAQ2Nvb+G9OKlsosjStY/41+YXbaQi7bpu6vGfg5Ry0fehHmeWfnEDR7AWLE6JCU
mTJbfvGG1tPonXtdGuAi0V6j36qjWVy5JSO7ZYnnBVj7+WamDVJE3aK1yE8lrgaFoRKTEgrXaIFn
FV42MHXd/JrASrYCYxbZ7y5XUjvipMdgnJF8LehkTnTgc7cntM9SIPGwJi7aiSsQxF8tEvLS7xTZ
KD6oNljLaa6g7hObnEggeJnt5+TQP4VbZZCKuB57aA7Qr0M7TVwdiQ2X0FpnIuHag2AhOcwODBF9
VZXUb4aypfGFGWRD68JrnmwnHw2cqrVlgoeT0N1RhKW3/gTb9IqAMrEx2grxAF9xC62Dn5L13vSU
CGNpohzkBBeBlY8ibGNs24KBRtpXJJQJPPGcND9jIZOaa61qtUO62C5UEFAWzgUtQz2HoluaHxrK
Xg/S2zQCJc/Mn7lXiyvPxULHp6tcwT2yDUXnJqjmu8ltqzRo9dn4KdtCtnuQM2oX5PHqTaGW9XHq
L5XIHrpJ7XJfAUQKkdsY8Koz5sT8XtFG+rU6XrwwNIampDMJdC9v6kkgnHRZ9023/d8zXhPAqaUL
0ELd0pIBspQG93mG3r7CN2FrVYOmRWXD0b1Yask3Dgx7Up5GR5Ox3w5aYexSKCfflMYRna+DaW4D
dlz+dTR7Iq9qd+QcJjimb9OCjmbQdcj0IYdCgX+yYRdhwaSOoN5Ks1mCDmLMHwq1+tue9KHzndns
9WCg1IpwhSrHpx7miwgVBeiMzzNdfN787ZagclHaCK1c6z/lXLRaZOP7/ilehKdGsYniWGBL4pxD
tvjdzOLtcGBcZHIYIOf/zNUFJZhBUbFjwiIeAvhtn02Lu+f2bYadoBr0vUfjVQYGR+pS9LmwAgKr
9aUszEwEeLCnN91YoTvg9J78uDpJDdV/1jZicTo/Z9as94FVjH0djLkVf2zKJWZ/x7PzkNnWGqoJ
ClC7TCuscWfCkNQvZIyLFJiMjIoyejWp+DZ1LMiHWqjOb0ndIY0Gw670sJyBLu+HaYIz0sSzMewl
scKImtkwr72uIx/Ue9WqNr2KTEYqxYtHDwESuTcg5H0txMijW22GNN3RYYwtdFVKWqJGIhGkR+Zl
uS8n060DPO2752Qd5Bi2ytKWoYXmzO8OcAx7sQfvG8Gqtnpfxa70WmhW7vntWlHlnUuLENcZ3niF
r6h7xWafshD4TkdPWraesZuTYvQiqzTy37Hb9vYuFXUcNdnYrrvSJBlCtIkkZtXW6jNsFqHdZ2uu
oM4Vr3Pf/R67TFkfqZUbax6QGNE6U3PlWVba2FhYf4zTHErS/nmv6LYUF12zDPYT76jWvk3jrp1v
plp121ujSuLiwzQKe7wY0lGf9wUeRoY/dPH8Nc0o+cM3wBPI57FSr/sOzaQxzAvOXpCXHZ3odM4X
fAWywsk+uEpP1ohYjKrSztBWz89RJ6pC3UjSZ0rF7i/4hdxJydKkaDF3VWF+Hp0aBZTKMdUnk5+b
oMFbS/XG6AapHWgPZOaAAD3kwE2CVufbizHulussLhbPCiqu62tJ4YqUvMyrCT+sKVNMO8w1q9B6
YmrselFhZ+uPSV88I5LIRH8b+8T8bFCub9F0GWm3ItfQKTd5TqS98MY5Rv1MCktDHkTjnl+g7o86
RZwMtYm9igD2+GW08FoL9MyMh4zo0mtfC1e4uW+jVpvsddzhkjvItcZ8oZiSaE2O71RRLyxbgsnK
pvmAtACxXFtdez6YEPHrPcbfCcHHjL2SqBp7D6MrZPa1Tur1q2JQuNjHEKTlAedR9RmJpgx7pVyd
5ws7nswkGCApTlhwpOls7XFIVLPLjtYQ0IhKak00oGmnfaCqhn0T5NnOiyZdIYqoY4+YseNOSRk6
damZH/NKbRt/GmI4/L6HTNMvPSnqBXFV8pwDnFVsy+FAIm1R11zOd2axVPoeYqFufULvIFe/TLIf
TNQqFTy4/LYo0Fl0SQ7tpwxpSXKsmdawH5OHjjeDKoi+ozCG/ruHYIYeUWzwNlZG3dm7Uq/N5B7E
ZLqpPkkxR2WuwidC2mcpInWu4y7M0fwmk6wKCL21Yg8cHWPAJRIcez+wkFDzeea1dRz0OeaOEXHE
zZ4EKizYdY7NKj52CZz36zEzGpemyWYVZldKY4a2UTufMFSWHydPuPeLGIxmD86uf7YqR4oDoIGi
/NDkxvylS4Sn7IkGHkxNr29K9G6qUbsRajOpUecsCKMoYCvmJ31ezQQLYL2Zo7oSmMkkZqxpH0d8
V79VjZ5pKEDg8adlssWgXPI+uh1UPlXo8DnVg1OAid/NfZ9od5PTF/JyqnCo9TnOA9DYzFMAoISL
6kIwnxQ8A3kOLNWE1xaCdAG+auZPaMRKd+jaGAqlj6JNOyMAo2RKiJ5BSyaoTlyzyUrJ5dY2+rFE
P3Zgs41NmiTQGtzUumtK8GBXQ57KBakXSrqBKTJouJTimy3FUWMNSbBMViI+GHrpmp9xYuVqLNt4
+mHGNkkI2KXPsYKxVph19vRoWH0nPsF/xkV1g5/8QmFMlNhBdcOzrrhQs9N6lQf4okqxB6oqPzXt
1HaBmafJr1E15z6EOV4aP6uhmeLP/ZxXX9cuTbNQyqy98TKpI40O0o/mWD/zUjEpH/x013HJLyu1
zn7rg8RmrU5bq/mqN6ohQstNnPqqqXrlSSGX8i4RZIQ8Y8m2mniLZMK+qsWScKI1UTya9ei5eMbr
c39PfQmlFgsBuoNWOGVxidRMrvgVrPAvHSCHL1MbY1jJE7UD4WGpXRyCEUF7bQLNiR+8ai6zb08z
iadttyA9twhV3Y2TzR2rI4sO6gvyEg+4RV+uy4rw4ad5aRkIirUecxuKCXRr3WiPaUVECBT++KdC
Tbjr08IaxhtTW+z60zKMdXaven2tHyCRj8P1pPAYQTHY7rzkulXM5gcsNYdqythOdlTVPBnCpGpl
4wNxlvWu0e30Q8V7YfRrB9b2zsxkbgWU2Ks8mKweK8qum92Okg/MQH9A4US/gXiwaldZwmP1mfys
8C7WDuAquiTtNF6v0J7vRZm6U9Amhc1LDrUbs/DF2tfP2KXa97atV/E+HxckqZxe135TdwFU3bnD
2O9NN09TP8dDSA2lwA0+MrhmRyKBUZdbrs/7mvtYXwNlQgAhTI24Uy5GUk5Y3Db5ip+s85SHrhNv
Ygi8PO9XOFLyuhSpCvxnUiCaPzlp0j6sKZJNF6jo8bhaOaqWv66WOhycZIxnf1XaZPZLfYWnTrY+
TT4WbuUSLHrcdqGTJ5DHt0b4t2F0YWb1CnmFvxTC+DynuXyyS13/OkOgThB3zjX0etSVA6bg/jBf
5EmaZAE6XLK8X5fa5AQggRNOljQRsDdTWwJnyhMvYNHXMowREZM44MxAExNeUYa/jJ37jCYh5zfp
quRGzwQiCkNca2skOh0F8XUqrPu4V5xvsUzjj7Dk4vjKTJUCEjOtmr1MlZmWlyg4eYVRuC446Xao
9z1v9wMAvmU8gFxP7zPgeYVvTbU8pInXKmFq13wgHhk8l1vWGhfacqCctwjZP6DY1ZCDdbWakkcP
w7ekHqxP5uTIT/hUSX64trhDoHuDBsg6n6fvrdkuPwxkDpCCoEY5oYuTDZcIcZollo8cokiLm+4R
/Ij6ZMR8u2jQLfClLSpD/MsOXHY/W6fRBlTCAl27fTnMPtA5oHK6u2r3hlN3LijYjltxQJPh09w1
7oc+Sau7paZTAJROLb56qwHse0DiCWGMIR3AaEMtum+NvMYc0nCSj33nOHnYpMr6sy5thA3rObFv
CqGS7TvwxszAqW37Nivj0dpD0UmV3ZALBaZ/BX4j8Oy+v5+tibsc8Wk6nXJRfmdJxVvKTY1EiXBT
0vUQ3fsy9bUC9Lifu/RLLuMeEZbISkekD7WUAgEJS0JlZmi1dgl4R3nzgeMDSJE/TmQZatPJAopN
5rUlBicJC7QKATP2a9v7rp3Buu9rL+Ud0SW5u9fJGkh8bC8F7pHO39Cc1NKgq5vkwpQw3wJIz+an
Jradb2KynSZEgYuPS97T/QaOSdDLa1mPYaXHFB30cUx+5ZM5PHt9h154JdLst200K1Vqba4e4d4v
T12qVncemnHtTpmt8W7R6ynd7qfhF9Qq5WkSM6ICRZOvJcVq2/rQ0Fl4tNoRWXhkH+AG97qQLTe1
IggP9mzB7ijndL2y4xXzIyquaphppXrIirhDvr6MydX0OHafOziiVFOzTF7ZXQd2x8ta71Aag6WA
6NwyprGWqxlxYZN9SENAEXEaKrcuUpbfNoHN7e1aawv5yeYYZBai0IISsfbnYS3qNSD30ogUMApW
H8umFYVQ2+40vuWK0qOzTDWEWdgTiMBOeWC7hOsAVbcyjuRa1x/WTK16TndDqtzz0s7CKZnJoSGc
iDSYkV1LD14zVZ/QlMp+i9zmwkekzXnIE3N+EEKvVr9PcisS5JZauEjUh3gcV55CIbmcfqZI2IZK
56B+yBf+DmieWiCZXv5Jq2Id3m5nHmy8SHaYSqTCzyb6UH7SeLGBc6g9f3FI6WKeuHl+B1fBe8LS
r/rdxvNwoeuKISIqyyO0B9VRoKfib6unu8S2hR0YXjvfNbzIHmQKd5Y6W3w9Wmtt+ViYTt+g18lh
hwBqdUDJy/lpqVmJBm9mGs2VmbcEGYlt+EPvjupVUrvajTKr7RgoSil/KmifFz4l2uFrIhfx1IjZ
pTim5Ot3r1hWgMa9QzckM638mud8CWiLCjNCFwbU5SD35PAdZqPJoXWM5TcqSyp/LRfLI4RbA/wN
DTQRqFL1fpjjxMHj3PWAcwmRMpTt0HwzlayUgTbHG2qbnAW1u252PhmCRyy3WituUO2SGNuUJBO+
Ojl2SULtmj1Fpwbrd1TZyKenvvrpqp3zGbs5D9ABHP+HTB3qR32kngF4damG0FkXBzRyhr5qsCCB
kIa1Oaq0Q4osvh3XfrB8BGc2dYyy9r55aVo7VIdi6hmG1LqPhpO2PxLyJ0RH+3wrUyh5/QtZ4eXR
Wb3+qzUvNSfTTH9RpyTExbS+mhA+TX+dq7J+rugS1z5UtXjxzRpx3Fyb8i7yujp7zNMBWVMV1/eP
ZpLzDs5kPDZsPpByYaK6pbazHGUjKNuz4/i1Oxtt1HaIrlMSI0cIRGuaP9dERxDOab3qp6TcwVmd
HakHRZsn3OZuWiPj0acGRykuhmd4tIvO75uaG6RFNBVmV8EVJQuZoN2ha4g+dnEGCkhB7LSPctOr
yXAK7nLFznXOnK1P93OnkRUVo6Zx+vvK+4BvSvUo1bYzfQ5R/GMRdC99l0RY0NZy0OkBhaveYR5s
PZn6lpRxnQkb8Io2W+B7PW3QF/ToQcc1CzScwOWR1m09sjTxYflyZg2TWl6kaSKW0awjchYuWBWr
fkMdgTnHmVWFJYuIYGEtkGD2ikE3EDyNJxvZn3UT9JvaNIvobMbiYkSvdkBRk+fIDdHf1v3325D6
q8Yq+AOHzvpm34Tw9ynNNqG7ZUHDLKPWcaOl2CPdcCm7O1QmD4P5aGv5Hl3zHeiBqDHdMEGFQLGG
SGhXFORuNR1bKfPWoOxHtzu0ErGzpsuJ2mZvLpeVeyOVc4YFr3r0NioFdEtRQ9vYQuYJIKVzx0nz
xFhGsunir5uG+a3pKMru/WU5BaPAR8HUEuYLSHSdEse2ai9as/kAl1STVh5ZKBQ+qHM/3VAmwP2T
1C9yC2v+SzzPn/FscG3AEVVg3qet4JECChlQHrVGz+t9zUkqQb6d+dhvzgpgJf8l2BcQwMezErRc
gfqYOfBndZPtUtoL0yKhNNF0uWgBvp5BB5ziT2nY42q3CZ8DRNaQiDgeb8UDxXIKxHqrLeIspnmr
zjapNSk99WXlDk+S5MwUT7czQ6L5x+xcAoQJav94yDzTy1TQWgubBv3XRqkoMY+DFRpqfU7j/PVQ
7EMAtpAlLdc27RPsgzLI1bYXgVCk7tWBufFhe6Sh6T2X5z7c6aZ3VR3DMjAp+MBCkTodirBiryPT
hVCcUhVLe9cO+07j+fL+tn9rHKQEkF/ZNiS2RcerhyJuk3hxZobFbBgX2JWNQbM4+hkAzOttsXm4
YslDXAU4dEo1bNeB1jSAopDav/GRgOuQVil6tSvStPgmypqGhQGD8szWeD05dBJosgCZ1/Db/APL
enmmS1eL55XqUW037Y7qCVq+Vpvu/nYJwcoBG3dASgAZtU+WMMu5BBw4rGHq9tPBykwQkHP/t/Hi
D3JtC4EoitDhPPWhsZYi1Ut4TeEEOIeXtjoFZd4vZzBEp/GCUYAZbqog7HDQtsbxdshGHjWwjIzQ
7uVCzyLWUMxba5+ysRVWatadwX2/8YWgP5pwCdCY0OFDHo9nzZ01U4fEyLjUxK5XvOmj0yzLr/e/
0Ovtt7l3APvDAmG7+7Zf8WIfyAbUN7VHg6Kqrd9lkJT3wuqGh7h2lHtZ0ARKse20z+y+19Fig6gS
Khyw0gT4k7X0hPSSqUwNYiFkdC+hbhqb6GvXU/sPofavODX/Kz/miFPz/8i8+f+QU2OzV/93Tk30
LL7/bPqXlJrtP/iHUuNY/9rCz3YLgtaFasAZ/YdS4+n/4gLZkiFC08aC4x/9H0rNv7jGoFIA3gPM
D1X5P4wa618q/CwCGtoo6LD8DZ3mj1DVC1DYpkak8qtgbIAg5o+dnAFlaURa6FKJZNHshFM80P8M
+up3jRJkuWCMV+9F+R2oSulcu84U8Vj1x6W57BSBpKa+T/U+Upf1DNj7JBLwqwgEm2sIryVSn1Oo
WtkAqsGnwotAmGCRhARDMA+0yQYAYREWYmd10raE52gZuMi5GbxtJbj19A079+KQol2dT5wnO4Lk
N/CAt2uruh1tacf+lBYtgArD7Ht/rtFSCmxV5KlPK0T5hMYYiuJaPEy1vyRdeSvkmgFFT3A6RtvB
GtC6Uwflg9al45euWOI+wiKZaoFBR4anE2+/r+1C0xIbgFR+SfPR+qYIZ0n2sbeu7RZv5/xTPWBL
FFW6JdFdhc0b77aZgDcoBWBL8C1WSstB7Uu/9frMPeBjwNcs87qYKFLr48d4gMAbNGspd+2iTdY+
k26yV+jRoM+qiNKkwZKKXVolqu03rQH2vynreZ91Vmf5i6jzL4lVGQYAqFRDGzevc6qI0yyeOsQw
MPgYYN62SBpunTK9HNBixUIxzAoTUGFtLR51IS/mevcSmOQA7yqpgvZoajq++C1YATIK8tmloZf6
6PF13qFIWuQ/s4qA6uPx26CWnszr3UAHtI1scA48T42c949Uysb2J9epxijBqSD26xQvkUAoimX7
qlpaj0J28JCXxrU/LwhGIgFZztp4kahtfqvB0j7nOr29CU42E6R+1yDnBXXL1XK8mRS61uVSrZCV
MmO4xPbBu7XpkbZ+o4B0wyJ3aS9zmYpDqvQU/LHmGc+JHLzezwiNaRubiTNNcnqSLA560vJMtrWo
6R3k/svtDR5sSsD5QTo1Gq6tMlcWrTegkf7iUJPavQiA9/+e7Uta2wlFG8y7jkk5uGPPIpkETn3y
CyQWNr2QhRrN2Ww8YI0x3POun8NVVP01aJAabe6k3qGU7wWQltxrZabV4cQVSNsyRbtiGs+Bek/v
e2fDW+v8IhwSNQCyW9R5ccgdxW6zVcUiONXi8oZShLijRtM/vj/zN0dB+AdUHjkFWfLxKMmS6Hku
Mvj3xlJfrVldRmUsjej9UV6xvXC/Q3+Ljwyin7TJObngAdhgURszmbYp3Htvcq2PFBfMX5oJjk+6
5i1GKV+JzGbYmskQIOt2zoj+ZI9Zp7/gZKJw+VRJz18L50X77ZiAV5sBvdccNY3G7gDYwCT2826t
z+jbnRyvV+OeXFm4BzYmPHUtnFIxH2RrK4e8M791KQBcf2y7dkeJZ/251naWBpXarGfSxpPL6c/4
gNBVDR0kzeCcH39gpaZplJgKljxFl+xis4qDNLUElhxDeXBQvfxx5lOfAre3hd6I6rSoNLbUqS5S
xrMy1qWthrrXF6ixpE44qK3+mJa2GugOfUurLDzQwMp0KzVr+bXalfOJpiOifu//lNd72/CQMCel
JCdh+icnqFGJzSv4LdRrAcZyxvSPGAsWH94f5TRjZr6cUCSYNn0ASiInNZfZbTSDnq4W0h/IH3D6
lpd1sTgPVgoPA+F2mtVJWsZntC9fz80kn9q02eEw8hI5GVUAJ8arg+1Me4BrFsXfSE7ZOdv2bXO+
uBvYPFR3WCGUGTcfYHM7VC9iUNMk1srnVEOEXdLdUi3dniJ8f11pefn0/jK+3qfUIxBG3e4hWGun
ek6SZpABL4nmZzrNN7U3N5+Vpcb1jW5u1LRJfkZX5q2pOeAs4WZSD4H0fTw1ZUEqFNCjGjZZ0+2t
SaFoVsx5KFCbODPUKROUsEzQ0zedhD959SkZMHXsvlWLxI7GbphklGi1DV6ejv0PY427CdERvdhQ
Px193Rmp7Au03hpEy5KuXa8rp0W0eky65X6mQSuiogU3cLNkaED4yawA4nv/S5ysDL+WxBqNAyg+
m+DRKTlGJKOJ5VSuR7T0ltCAJ0OROF92qoEQ//tD6du9+mKD/XusjSG/FfcJUicbTJNCirpY9UjY
Qv02IzOy4Uqt4bGvhdcHw1qDH5VFisI1UmJGgk2Iax7gDM5rgKEg7a0BVCZ44Ux63yvQ8e7OLGJK
z9VimA+Ypaq1bzeDbobS2RQnY22lsvH+JN5YL7ImSlyI63rbU+B4JxUFOvnIzhqRthrutV4a7kHq
/XrlTIX4+P5QJ7FmWy6iGan9Hz0Z2knHQ9VdOhS9zfVsjkDRpGbKD5aMB/LKvB8irVbjBwsRkDMR
7k9l6+QrOTDYtoub2hSJ2PGwjXBVtmJlAKTIho9518WADJH+3ml9jBzu2GsTKGWHqvZYLNpMC0zX
Nggs4Gxg2nR5qNT3muMjeWwfMjuXzV6Au9lbPaLpwTR4WX3QZr20rpakdOo9lKoOJMM4uaVfaLk7
h+8v40nw/LOMNvxCPhncOPoCx/Op3XEeZpVHit4n440nWi8E6nRO7HSLIKerZlNPo8S7uTz9yYle
BE86hHPVLi6Q3LEur+1J2D8bO7eTKBvd9EBPv4OYNMvrWpjeg+BiOnNFvDE+cmWWBpcSiiqCNcez
BA6nDw2ellGT1Nd9b1y1uomUUHeLV9uvSpiCXpTzGTjh8/urexLJt9Wlek7djf48Ep7eyXnoEI7M
akpVUdUaU1QAqrtUUUsI7KnLohEeyJmv+XqelEo3ljPKbBtn7GR3Ana1vURp9KigYXXtNUb5yazS
+nJTB8TLC1pWBKVU2Zv4+QVOZtrpmSh2Is6DaBL+9RTmqF+ppFqwVo9XGt4P7hZOx4zTOf7kOJXb
BysGZ2C1vRFmS4NAJEUIW5tLvylgxtAuzITn2xBOHnGuw/L4/U/weoNTunHYchQBWJxTpjWNQgDq
vWFG/FNQTV39GwOqc/T7P9P6zwYnyYMDSCFmU1JQIe6esv8dSxkHrDDUSC3yWPp0BK1nNNe0JXQp
F5q7iuB+n9WaBcp1RMQ2HAoQZvtZrdPfNrjkJ2TmgBw6YpGtr1S04Hx4RcNV6sls2BnwmXQqOA0a
rCbygV+GopDVRVK4MAL63JvrvRzG9df7K/en0H0yKdoVfEUbPW0PWerjbwmRsmnrzASFWFa7IUE2
VM/t2ddEZT/LRS6YLGil8i2jIQ0FY+rEfmzyZSN1QS8fcIEMzKy2Ppg4oj2+/9OO7xmWG0cc2Ko4
5PLjTJxyT36Zwrdei94B4pV1IeY/sNx0Cjgf3ESzPv/lWEhQIyxn0vyk5EY773gsIeZuoAPihA4X
c9i7SQWCWXbB4oAW+tuheCvYqs4bHAjrq7aKl5p4YK7CDakmYci5zE5E3WbaIxfnnHkLnTzzWcLt
XUL9EgUtZCtAoBxPq8RqUJUtY+GieCv5VcQjeDei0pxnD9/BCG9drNAmKXaq8PRDiuml73UFPmAi
b3dwTcwzz8NXH3XL3rnTuVi3R5N7kgDp8AwMbXCYvWKuuwF2I+W8GQ2Lfp3+eqGPh9ri6Iv7yDF7
Va9LhsrSpo9WihqBM5TEyVEmZ+LPcZ6yrTPlSbqbWysB1eQ/qnMvhsI3rvJiQR9O4tZ6P4HB+twA
mvool9X9MA2JFhZlbZy5714f3W1ULlx2LlQxbp/jCfZrjVLohDflmgBDKWAWwCM080uQLvpFUsYu
tF+EbIx0bSIbU9NrQnpzn9pZ/3PSeqDyk2dNHyUeV3//kXnV2GA3KRLTZTs5TbKe8qIuRiec3cXb
td0owwUG2Q7qnBr97WlCOxHNSNVAAwai4slVhC5oY86VjT+nbNQLIxnsG7qnxe0mYfr4/lDHl8yf
j8xQW7V/u2aoHR0vt9TaruFkM9QAL9cqQcepwK/P7Nrjus0/o1A7Io2iv/tqFFux+tY0Yod+qAOg
RYci8YT5J/44+HRIf9I9cYcTorxysQs/s41PLvZ/D44RNotpAn9C7fN4igMUcrArwgmlbYgDdXSx
S9BqvLOrGPJzlXr7BKO4z1Q1yl3ldOUliX/2PXHm7pw2+XGS888voR+M3qNDxeG086EidAeEsHao
Uq/lzSDj4nmwu+W2AlZ6YdT4lDiN3j46syoe2kHUZyAYbxxoJIw4U8T8Pzf+8UIUOJEiBq/g62sp
y1WlqMZnqOTxLhfjA4k/yJZCpF/f319vTtkCQ6BrXECvbmIby1XFXSonXBpgZoWnU7Lj7XsJg1L5
wfW6XklTqz7Pw7rs88peHt4f/o3I7FI5sjdhDWqw9klkBt9Y5N7SOWHsajjTuobAm6yIb0ZdFz/f
H+qPGM9R0rEJa7wY6yQ0q20z9y6KvSChgUHyArcOTT4Y8I9Fd4Uhcn/hFA4moKWcPljYet6qWDc+
1UZj34hiTf+LGEJZhLOtblrHf6SFXkTv1VwThAPYa1jy4oMJW5SD3fwmGfo7AZ1/dvWLkU4Do5LU
daEwUo3zZRBTZ4tqDbf7ErJkeGaNt7/1eo3/Myv9eAuXINpQrxicUGvt+U7aVRLhy6vfYXrst3aX
Ry7UuKDsnBgJzcyYbvp53mEpfe5Z+Oa+2h4MlCYp6//BnL1YXUGd0uQ6cEJjWvtQbhr4+jwau0XL
3DNzfmsoA+MZErmtAnyKJUlxa9LKgfBloLGwL/vR2undYoQl1Z2L95f3+NH37y/Jftl8BP4A5U52
sFe2rmIvJKdzTXMRJH/9zVN7cYWoZrWTmTOe8Uw13/ia3D0ERABheCmd7JxkFbwPcJkPtQ5RFUFT
KoBNv5y5AN4KQZgvEAQo3VkkxMd7BhmMSu80RpFSGw7dLJVbI6VUp6g9KL66wDgb/tVNZRr1rTHP
50Ty3oq6L4c/2bKLMThOP21B36JsXw6pix21Xe2hyqkoUIxWQJ0o37//Jd9cWfCtdPldSq6n9Wy0
TVQUtIh7cw2jHyWIEn+l+pzk9JtbE64iaS+JPwXf45UFOVy1psPUcgTj926Ni7EKdtVxoLW+P583
gytnivoAxXJqmydDFWiH2AXvHDyPcXsE/k8ZxM7G5aIsRFjHGZa7mDvtpHmBW2P7tbMc+Z1WOmKy
LeXcMzvqzXOCRu82aWZ9evpbs3fGfmB1IQvoEeCn7sasDO9myI0uFPMoLt+f/Ztf88V4Jy8eNV3r
hVY/k4f6HXQ4uaIQYpxzbHlrFCqDmBW4QDS58I+/ZlzBTjJUYutQKtVHrUfNRJlT9b+Yy8tRtj31
InKO9Vxt9ELOPE6Ye5E0zm5o5TnrlbfOPIk6JskUz3gGn8xlgBWq1VDkw6zs+gP88Ezx8WGYn6aV
7pnfGFlH8Y43s++AMtT2pT6J6P2P9sbh2OQUHXCGxEdccI4nCnbNiKeqdsNlTsSVSIXcxbCRAggA
5uf3h3ojxIA+Bc2D8Q3l99PWu61Cs1kUJFGwb6yfprKH5U/JaBia9lvPFbYrm1jdvT/mG7uFMa3N
V4tnGm/+4+kNC7bj5cqYSdZJbB9y7aBaAPv/i1EAoKo0yJCHPr38nMmWcu1LNxQD6FZXb34bnfGP
QjM4sLcFft9cPhAD/A/4BHfs8VSwshKrrfGlMqNC9VpR3SJCDM55ko7Q7ygvFx/mXDPOhLQ3F5DK
2wZ0NHQeesejkokbdjoxakdt4oZyq3lVpGcbudvtcpIwAQJEFp7ajM7L+iR0DKg1iAonXfCuQN8L
4fRfxgVmgZtWEo7lOD7k0pB7OG+o+6izvi9afb0cMMK2fKXrzpWk3lxqC/1tYLFbjDlZ6gleUwPo
ludmWsMTmfExxupU7/YldAFCdzXfrCZCCWfW+o1wsEEh/++w2yq9CDppljoKSZMTWus8RHo7xb+k
0joROghYpCRdvvqO0Xv+7OI7A7UzOzP+GzUrsJiUh5BBoz/KST3+ARmSMmPZJG7Y10vxmQsOi0Gt
t6ARlO7gfHcna/4pBxseXDKq2kMD9/w79CA8skaccZuolRaesqJyaMa8f8L+GKi92iFUNijxaKRI
p5fZaI+psSCgFpK/ghsRG4NIH0sF/rVwYQQq2tdFmPt8GMsA2glevJaApyXs9UHOpvlr6OMnxynj
QMnxn4K6m+/UzM3vMjvDaxnK1nSmRPTWwaFDR1uC0LUhFI7XcsUj3q2A84aAXRABS5z0Ut1IQu+v
y1s71UN6nJYvyuPaqUZel9YdDc+cLwYjHP/lWVl8dHnnnWYky96rVyjdSaNI68y4r68NsLtAkkFQ
bfBx4+Tmquskzx2PV4SrtUmQgu2Jeictd/mIrtT7U9xuoOMvz1AGfSVwSbwwTr/8nLeK8IC7hYgZ
VPfDLPA+z5EVW0AruUYVFYaaX4tRdf6HvTNZjhtLsugXIQ3zsAViYpAMzoO4gVGihIcZeMDD9PV9
wMwqkyi1ZGm97UXJyipLiQgEBvfr188tXyD5TX8yjH3MvqLy55IzMZMzYIJt+/HhPjaQKEs/iTc5
iQs2II82/5prihoKr6F9ygozAAukdGL4WGRdtm4/3ml6yaS0s7omZYkLmtwWXBVoP1su2Ria2hqj
0Llg+iOQ1Fmy19vBfk0JjmblbIljgs+Tyjz5c5Jnoemlctwmni5vKc3Nm1WYfO0IjGcfbinqeldW
nbTDumynq6qHHveHCuHnC3llVyL1rQDadS/mxws5YMhsVhntFiz2cdvVXnYrUTn/tW7JUVZbBvcK
L62PdUijnJSwsBztTSqGOtUS7Jxl+ArKYfqDReJX15PJt+Hxto5lP0q3PiZDmGQcCcdqc+Zllvmg
q8XaWY1E5NMgmH1j02o7ao71p5nAL0+lv7rOiUrH6/LhrjH7nKARB9WYps6owxGe2Jb3arq39Nl7
BhnV7j23acIEDBFsLl6FklH1OQ81+HasnYK3iW8cdkFvfn+L/aJvWdtbuoTVuMV/+VAFspjDO64Y
EKDmzrEYO3XmnYsZ9J45kH2anAZAy5IbxZc5sbSBdW4f7+TicxNGhK4lLbvQav7XOiCfCaA5rTCC
FaPlH687cEwicIPZ23BV1qci6+NQqWF5M+yaDel2WQogdMmfDDS/erC5WFOZaa641o8Ga2kKbkKW
Bwg1gWqamA7bjNJ7MyYAHn846esX+OHB5lBamC6XAkUxptAPX1AStRYEKJ2bls3No49bOWxY+b/l
caMuUp8NllATo/lS9OQtQGxU+7rybbTgNrs1l7L54rNF+tZMpn7taoA3woLd6T88fH8qSdbPyIWB
G4p7hZCKH3+EOEk0AUSEz+gU07WCVvEllnH82uUueNKuSoW+b1wxfVN8tOfZXLr978/ST7fMhw/w
oRSTYwVMxa6AzKkCs7kIHpYByPnvD/LTI2E9CA0YhTWgfuwaP37LrPeAuPGegUqnXTDKO+aFVUWT
Zl1IZzjvbefW6eQf6oNf/vqYYOm50JWYsv54zLEFJOOuSBkfjkEVjkmZ8NhzJd1su0+rRHv+/Xf8
4ItFNlu/JFtIVNl0YWzm/XhAR8PA6GlE+nq6ijcJCNZN1gXAGVhylN+moWw/kzHm4O2DSzO32Ajd
8k/N+0931/oZKBhWu4bpcUH9+BkmrjOROLW2STHJQjiE+Qn9xzmpRjV3v/++v7xwvjvUh/qLGWeC
X4YLp6om+5h54hb0V3H4/UF+9SOSzubyn3d/34eDzJ49TImWQeVk3THeVkuzAFtsfX0fl53+NOFz
//b7I/5U8NHNcpaITFzdkiwz/HgGNSIKMWG1AWpS3J0bfjFfQtssboopYZN7IZRpVy1sNv/fjvrh
UZXHPTtTswzYAw9qVouV+81sV4RBB3mQ1d3mQpvBSv3+oD//grxd8ASu60EOHokPJ7fNl8WdhBlv
7Cz1zm0dkJlhJMUflJ6f732OgjWFEgcIPMf58YSurCZ/MYd4UwQGcFcxYLsXNhPbdCRpEo8tVM8y
n4Hf1VmR/uH6+bnjctajuzjv0c5/TljJYQNMRU3S7xyY2alb26xoqPr23rW6C5D/RlQVbXM2d8K7
89o8eKVF03cus/yjNAJx7nTtnzr+X50QSj1WrFgGWL2SP56QJnVSWa3rFxl0DIx+dX6YWNJ+jKXR
x5Ft1qCbKxfOamUuf0paxRjBv/3jS5EdEYenBE7Wnxyho1HObGgMJFlYUAGT1dQWQcNb1DbzGl2n
+6f6qb3GucoSY+pCutOpifR0LHRuPJP4zwTIngxzp3WdPWjh1GJNRi+eeNuLJwaw13Vswa9tGP7Y
W9EJeEUit6oqCmDgMFauAW5tATzaz0KpQOwnqyafOag7eQ2zC1hFpRnjje0M+pUCIZ3CLyilAoSo
8UQD81Hkm7bzBzdkbIZdGmwxnqSGVUs9BEhlvbFsMX2rMN9fBEvegd7zZPY09U4FtpQpLzr7tNh3
VjPXjxILDN8HJuqjQ/D8ZTx4UxW2BWjakA1y/qzihWHWXHlFEVX43b8s/WQKVtZ7jTy/rHGhBUDL
nY6ePpDb28cSeKdRj82EGA5QPyiLlrXVBZpqKGC6JBeaY8642HXZfia4Kkk2brsQfEs3/TThkc62
rKECJHMbvxY32ggTofSz3L/PYWDmw7YdAW1FaEn+AGPW1w56mwR4MColjWUD9E965oPBrIjGyOP7
le3Gxy4ANNgpm/ghTSxGHKmv1/cGPFff2BPeU5QMBkeihitLgKglqnUk+k3kgRXpsZe7G8dVkAyT
QjAp0Vrde+0n9pflwPAryoC9FuBfgH2yQ+M7VN3wmGBzOxN9P4i+vIsML52+DjCXbxoG0l/FmHs9
HIVSL6JCAxi88VlgWB5hIifjDupenB861waNtCx634TTxGBo0xiam0YSxCFwZBKe7oyuQsoxCsSs
TdM5dK1m3kIGKgDGLVuPDTVAhVoChAiRGyBR8w4nCt5BRWli4AbqV37RvJKMpneoEfsq8hqlBdQR
ILsY0vY7Ail7xyFV1uCe/HdIUvEOTBK1A3ipYYZTv7OUiNCa3xgHQFiaV9hS+85dMlYE04CbsYMO
tJKZ4ndKk+aU+fP8zm4apFlcUV76N/2KdsKUAOVpaesGudOsjOv5nQMFjkOSWm6tfKg2rjsAfO/c
KAMzAaRtUKJ5yC8HWypwJv2TuQKnUHpgTzkmik60JK48S6WuDyHkGFuCswBaxcB5eLXeSVZMA9kw
BFYN4YodiOXOiRP9jsGn+eK8s7Cydy7WrBZ5X73TshBR4ffm0O3djalSKD2qmUGYIZekX3srno9g
lQFvdUUqrmN7xXFZBjzp/B3S1fHW98PaEZPc6O8gLwqzjDF5gge8ZUqYXPidPd1qK/9rWUlgTuf1
4uBmgvXFIs7ZzI59c4WcAg+ztWzlAFae92VUQWJx/a2kMe2dOoY3EDqJD8XXj0rmmQu6uIBSpnQL
YtlcWfZXUgDhmIEKgmmWgEQGafnOOivo6azQM6c6PRMyrz61ZlN9Av1jPXbvtDS9lZDTvBWi5r/z
1OZ3tlrwzlkrSxKwwj7Nqz5CaYTFVvcONZm0xH7MrPHenXLz0DlCY4kTElrYLEeVF+nnacZMBkKr
yJ4FHKE5BBEveQA7jvxcDnDfEpzyRtT7bv9MPrhrHFzHm731wQCoCKCTeIC05z6Ymcq7HTy6qdvM
Y1pOn1DNrGkzTLaTb+dUmDdTGg8TOEMNkGWQWrr6ksq2gIg8Y6gG75l2Hpy8WevPYttwrR2gvYxg
im5i2B0QL1PDfiYTI2o0DErbOSlyct6EAn+p95N+BMCgF6GLfK6hO+f6S2Pn0GBnu4Y3PhQaeCjf
oMsBlzfo88brbGBxkwJBFbqpyRJFxaK8C7eu90AZd8mj7cDkDpcO1HfUDIoNs3nSNeA3mVvoZzVA
yQSEM5aqA2Ga497PSFWDiZjl6mAUrvVoaoOK903tyvKs8wbY1Tp2pyDEOBTz55gk3k7pcZmem+6k
7YXo9G+mXPcJ7UnP1UXhlCMQsoyKOlIdTPUHwtG76hq0zlzvoaj0A9dL4vJP2TDNwmZgcLcp/Hx8
VkTPV+HspHkQGfBljUPVsB33YLECW771eTaOG8Lp0ios3a45NxTw3MRN3Qe9DZZnmwrU2vIEtZcw
teL0CTIm+7zZyGbECfSPVW9h/FXZZ/LfizY0CBH5hiMhYDCqqwKt1jJmPQRrreAle0J7HbQuKNFh
kCY2BZDPabOYIn3B7zedlpI8hlsu7ZHUjKQxDpmRal+kbSt1Zqm4ftWZleQRe8bAlHriw3l2BH2w
WMdUFbwE6krrDR68wWjvRgw+zhYTJm4CVg36fOvM7vyUlr3xqBG93URJmvOc0KhDXv0U6iN8I2mG
FUQ9oG92b98nbqw9t5090LJbE/2A1g0WTH5UUsBRMhdPgFKhr9Y5sKkSG5G5aevB+Ka1Q/91tJb5
E9vSIzceQP1zLwamRYEyg+MIFhsYldD05nyRKMm7CrZ/si+8tDhznM6dIdRX9jVCSvFiesI8Sacy
p80813X/YMksvQS2ZslNUC/tqeP/FYcMZxt3qxOJ/lnAoRNRmlWlEwF+pZxz/Wz4asK4W+BJxe5F
1ujNi6ql0sJJN/J+O8w968cw1Zzzvgq6/gzOW9vv7SYn8swoKhOficKvHNkD9AY+/+LIHXs39o0t
qukursDP772GcPPTsNgj3PYRGZQyTgUeUwWu65ANkLrlTYqrPaQLqsQG3qURRy7ZH695XwEYtbJS
66KB83KpQaYIQq9mY5xF86KGJZ5NRyJqyCGwyq/WICYwkK2tXRaWyPLNwtjGGV12m1MuId42aEjD
XvR1fl74Tevv9GDMPtXcj300QKeHAiQbtUDztrVnIiu4CZ1edK9ynicnGujgnS3Bw/6xqi2CO6Sm
s1xpYJ97rUCF61ZBmMfA5w3L0jT3WS317nM5eYkOWKow08j2y5i5xRSsC6lo0CCboXOnvPwBGVvZ
WOvwe7XxXGpKnPCOVflG7z37tgALiMy41BH8JL41mbCUx0TF8CoZzaZgIXCo6e7reKl7PLDaCNBq
aqp2C1tmOveJhQAQqmEc2HpjAgGeJ/+Ub2CFedu2rNs+ckXavtnkvnzzYaZBL03c8jJg08YJEzng
wi/mzCXXpQc9G9E2SaL3zEXGFETsX4dxjFAXGi0wqohNTWIpqHx5nAUM79lud5yq25LkS8QMTZb5
J9X6fSzwYyPBHgwDGP5cRcSP7lSQtM5KRdY2rKQINoToY0igk3VzDps8CGN3to7jUs6Hrmzng+/1
47Wz+O1mKtL4LnVr7UzrvOUQqMS7LZfAQZhO4/NKDk7ogK3e10TZAumyybmroKBCHMC8vowwPvMO
9mvTPvy+G/6FfsN6KTvNrNfooCk+Ls9DJl/GuNfjzerb3xsAX89sGNNR09jOJZEcWVQYcXaiwBbE
IrK5deqUK/7ghfpZwGF3noae/mw9uR+FYm8KRkmiS7CxzYKcEz1TtzxrKMeruf33jfkPh/rQh2pa
37Z1htLRVZo4iNzo7rQEwl1FE7EvZhYllqa9tymPn35/pn+hO7DfwyoVcBiytN5b1O/GsFA9QSP3
eUBfIeE15nm71QBtbH9/lF+eSezMdNi4H/2PyuqiV7lfZFmwYUGsfCotz+/g30GHRXX745LOrw9G
O40C6IE++CBykG3FUj/RFUgpE+lgNUNSKs/bYKZv+v3X+rl/5wJBzPjPkdZ//t3JAwUtcJ/zqzEQ
mw7Ci+uDP68UR8fDuZs0YwRWRdz//qDrx/9wryNr4h5ghZSb/X288d1BHTXGoilUsJkXSWic6eWb
VD+J5sKIycT4/bHWy+6nY7GBxBgHEBjf9McvKKuk7juvDDZxa9pfx6Bzxo3l9PBbp17fEN1S3YvK
Kp7Bpxr7qXbMx98f/xdXJ9Kpsw4MoDMxq/nx+KMbU3ab6MaWOXqPbcFWI3GTw9/juP9HF30X7v2+
HPG/s4v2an6tXr9HF73/hX/YRY77FxQPlvBR0hnoAS/6L7vINf5iJMrLBy4YTaLlcAn9wy7y/0K0
XXkF66yNmf3qePwnDtz4i79gYlRiAsHlxX7Ov8EXsVn+w3UKWpB9OUJJeV8AWVvNjz9eJw4xd24O
9DcSSPsG1HsgzcgGNQFocnKpYhjhLy8Di70PSyMMWMt+kKWRswDkYTLZD3cja9CEVZDl8oIdFAi6
KdEcsBxo9zNd+Nu4NAGLdkl1RBhrbsciWTULbRpBtBL4dG4RtazDBxqS25r22ou0aslvlOqdC8OO
Pdq5STqPU05wDY0ladhrCMGIHGXPNlRiHvh8YFIa7sZED4jwibPkudNVf0pFigTVjbHR73RshgSo
QSp9JpkpHjd2ZZXt1pyQgaStkhsg/rBIBezur0knaP9lndDJ4jOSaIojxYwmO8o5XUwkEckygQzk
dr6916rKO2/N2EkAL2t9smmK0qXAsznY1jBr36B2NZJPfZeoy6GnsQyJ0pjtcEjK+UYYbPbtXTF2
x1L3NbUpMS5eEfVkFzvqH7hGZrsGTOWeAkNWQmGnlYRSDKUnyUrnrFl0FokS12tOYyJoqRJn8j4Z
Th8TeeMlzKriLg/EmTYCZAqVN2QO535kbT5JhxSBqAWxve8Rng9UlcRLWKNzl8P9v9UyO1H7ETsZ
nN2iN261UpBs0fLmuLT5fAkWG88htAuo/UMiY88OXV34ZwhiMRFxXkuIh9DieQ41WxBjxDlsqrAo
teCzKyeLgCLX6T8bkwNkw8qNZgAxUDp3Tp+ynuprxXA/5kTXhYbdzbsmUfD9J0EPbCrnmFY5sNYx
hY9Sq6C5HMrRAcREWJtgHOcZ33zNIucgnlchVLVG13G20VroiwMtC5fCtFuydKRLp06R1kB20vSr
TNnzm9XV9dcBWMg31GT9ypXz0u7jyrSAXOtYIKNmLES7zfMiYNfR1gh1ojBMPwt37Edo2MtMwet3
A11+3LyQeSySaFarWlIBtj8ULnVDuDjj5YLJMd1CFZZaNFJm92xOSvmSjcwBQneEzF6bQ7oz7Ly3
ty37l0cC1qioPGQKlJ9EsJlQtiX6imvWjfw8a3Fxok8u1HYRXnem0sTjRLIzam9nPP/O3jMHAth0
V5mkEHTOuZFBsd0mTdPc23pp+RFj2h7gv+mS1km0SqUTuZWXy76W2XAjGXFkZ9AAUZIJT7CMyNcW
/3NTgYaPpJ0aJhFRRu2eJs1U8KqzZbwyjJZeBxd18dYbfifPZeCJi8Yt2BO19Wla69MGHb23FmJB
m4XfYm1Hmm96WQlMHUX8nHb18kqUgiAIS3PdTxWqJb+dbjefCqE1WlgnGdli+jjr7IRkTpmF7RKk
ZTTHYrr3zcHJojE3hxOQXpGG5FaqF4cc6tcxt2cQ+hnIsLAcq/yqWhbt1VMsFW+Y4gdvXpdoHrDr
uLtnyO/1ZxaPP8EsoG/vKkYuN1xjVsfZbxonWmgMs23cIRWSnBZoUKktN330ST4gtankwqVp180E
RByQsG3FZpRiYtwExlHpzTidBjudvLAfPeLu4mlQ/dGtA06H3SJjRaWzduCK/MiS0KlFuvcMIXIL
VHtDlolDvZbxkItVWU8bCgJ1Pup6nZ+cpku9rUT7gV5O3th8mY2ChVEDTtlnLaMfCmMGkv6+KOAv
R0uqGxnlLKFOVy1uiuzQWlBCLmpHruwPt3FIk9Dm/qZeOn2JbOb6MUIwi/e3tqEJ8yjZY9SPWptO
8VGq0oH+tqSuoczQHtrZnUIPXAMrkNJIu203K/3BW0Zm2WzbaiSG2OyKYRLTuL6FsCp1Mv1klo8A
uvria17kK9yMRWnEdX5X1AWiLuZ9niiUYyAa9hM2UP+641okrdHk72/KyTQ+r4Pkz2DXQcfLmN8K
qTcdYc75ZX8/cm6IZCUlIdhlbedNO/I93GnTzUKcHD0fjx2zk+eU+CUFUDPILheIpcY+Zm5Rh9ns
a200jnXzJemT5QthCPKqbvPspcGeeS6EazzF3NBfjGYUSzT2ATlqPHRQ+sd88d68cVQPFkKgHnK7
lT3Z2bHK4I1DjWUWRPbdRnYxBT+hh/6TNUxBfe6iI0OjWsp+2rb49rem3y4lbwkeOWpcCKSI3Zqn
DVM7i1S7eamNaAh0MszYKckuUi9Vd6gD9nwYu8Z5rEfsO1E2qfkBMYBrb8iLhDSzNrGH0BpH8gzT
Hv/rLi9luWxqcIKsA8slaY9GihBAwmSci50xkN0W5ixEUrjHrXqkqrctkiRtOw4dQ8HqLxY8gKEa
rewh9cbOj8B3s5PYs8tJvgIhHlDwgji/WAI8okR+6O5Wc5KFyyytzRdTAVOHWmAwTvGLvBh26HvO
iwtVj+yDAPoH04tG7jDcZZ+qup4eWUNxmN/FuvuZwLL+HiYByR2lPRHkU5hdwFt86uGW11oAATvo
3vx0zq+DVtU8MOwBUrZ0VmGR5LPiZq7SrJ72vG2DSj+vmEE9qoxggahL+ha+ea8F3/K6nL8NekLi
kN3oPJ1K+5RaCwDlMpfdlVNp5aEhFeGyK6f+ufLbQmwsUsbu085p83Ah76kNFdnDaGVG4x18bcD2
XsW+vCh6BH1iLSur33p6ZaoNlr7+EMceOEdjYX0iEv6M+o77VX9zx2mZN1PDbOAwO8iEGytjHq5P
QwA3MTPNezYH7fuqJtZkZ0IDWxmLWczQFGbghTFl/n1PfokbkTfJqMxr2D2IrLHUn5mtD8+BXvXW
ljkMQ82qs6w0ZKFmObGxaKhNp1R3hlnWt8O0KbKTspNiOJXIsHCh0NAeeKPo+VkW5Maj57XmGFlT
F+9Et8Z4TJre25tZ+GaytTxFBo45VeSuV5V0H3pWSomno3J6Xi2kYIDYe7onEbchFXlMk2jQNb1D
28uLCx7q4rUP7OGtVHnyRjU7fy5UVr/48Oh5CpF8RqgmQUZ8So+fOuKeh51gNOypRq4b99epF4uH
bir8OEoU5Vg4kneqR7GW5/djpuIcV6fhfppVtpxXSeq0O8ci8/rYeL3hhhIFxjjr0pgRmM4A+rEt
h/qalJ66PNRNMb0BtxLdBpQv8nisRrGRMPxXHrUS+F3i1jvrVTaYYW+wiTAuS1ZsrC5zj0tFeHOk
Uot8A6JRyDXkGs55aZqDbrGl2cR73xp4Ni40htsFRkayYzgOMz+pJ+OZGqEkMAaGFt7JNuieRI9a
GnWxYvjTJJLYq64Pyim00pQ8HkiSaUbiUQx1oZJLcDuTyEHOtO+N93bWiqeaLAn0urKKJVK5KZ4q
bR6/ErJTJJsqp3QiahjFNsprLT3H1ChuVNtpLYyo0bsvm4xROO/45JRKXxK1ojdk8AVsBxFKW0z8
bb8RwWnxDAYGGbdZZSnt2QIhah1IZUfTqtVYHbUxZ9w7OLNzlreu/ZANWcMDFuEVjp7TxVeDZfIZ
iDgLyAycCV4NR2u08igghugfb/7/N8TfN8Srm+h/b4ivXyVZsq/zDy3x+lf+0xLbf+GfWcG8TF1h
hqxssn9wvq75l4u513XZYuMPvLf/bYk1I/jLXOEn4Nv/+Yf/7Yk10/vL1Qlv5F/KtBbSz79rin9o
iV0bzy3cC3ZioG6u9P1V2vlOJprz2jdHN2FtJinuKsNUUHF4whIq+CdO0Ae97Z8j4S/WsUyyrvBB
JLKH3DU0Vm9xd8zzqVG6cz3CIt+SMVn/QY/61aFWNcGk4+e4H+3ZyESqN3u+lC6Ma1F0aaQZzm0r
4z8YtD9obO9fCRc48wCfNQvO4Y8nD02jBTYbZKCPTJCp3UTDyZPBOG98emgnS/Kn7y6u678lte9B
qes5+k5o+/uAOKXxRrLq+7fA8d2vRUy5neL8YhpXyeIqqH1aqExeMh+2AdRDOnaIkPqTJ5d0go+H
BXyDlMiSJsrs3wrN9xcJvr2WzGqCVJHfvGtGTsXXqpnjLUNycbAI97kbpmY8zfnsba2+aw5k+hVH
TMPeKabJ2DjSIgWVjL6ngGJ4lyVyPA5ostcLhpbILqVzIWYlzwKd1AeDBv8uGxYeaMbEEAGKXBwt
ZcBeelk3/TlZ8v7RJSH3U2E65RZpn/ImJzmqi2Te9BByZUxNVfAKiJehJ6oq9z4NTIf35K71dtiN
nXaFC8L/Euux/WLz0+G7WWSDFymfgIKqfr4ALdsTs168iZy8JBAyp6HzsvOUEO6IVPOAOEqrzzgf
RMpMqWNEbWkxQJKyOPiMrMO8T7Unwxb+yfFassTKod+5riIVaqLwfqw8p9uns0yv8hHCXoEp6cyW
QX8gkvRVr1vzELerbtECa6G8rI1XCRDhrump70MdE5UKy3n+ouMYJdlnJKWdLlvteXv5CbIDI3jN
VcSjEzPFCS6wFFw5VFx96LZT8bln4yCKe7e9EMx9s6hTOrlXpSafh6LLbw1Cre5J7DHO/BX5bGqL
i6esMj8zP9EgtsL06ygDrA0kXu2CxUVizlIQy3L01ZcEakQYi9i416yGCalfx04azX2ZXbi1zA9D
WcRnYKcJN1/aZBPLoCPgzcqvskIm133RxmeG1y80OfyPB1XqmhFlZVEg0M/OLk8zm8wicq6ilMXP
YzN0/R3Zua3LKLEaDeqE0jsSHCw+Jbjnibb34xqUceFGi8hZWFt064hgXr2aCZmAWDsy88sQG/Tw
edmpwwi7ENdXL13KZukToJjSSbWdJN5OYdmyy3rYAw+7wmGxdFG7qDeYkvWxnALVojbQZoSWJY3b
Xu/lV6Xr3XkWJ+6Zq3NyF/axd2mHmBjRbLEgVrUoH41JvZMVffvcukNy5g6ZFWKiEFuiQWG3Wtj7
UdCrKiSgbtlY8zAeVuDhI/pPfW1CTtiKpMqJt2/iJ79fssgAmPWs2YT7+qXIHx19wH/btsULOA/G
mPgEyXn1v/ZGVe3IcfSe0TGoV91+vk+DMrmtBscFl2cHD0TnmWOYuD757HpyDHpRXercfRN6g6E/
WItY/X5NfDJgJzCyXBhmC7KbyFAb47c0TcQVlM8sWmYvPw9Y3bghnqd79i0Kxxubbr7Y4jioui+a
wPi9NeegzA59Nev1DowBkwNvCVZrxizgHN7KvLPafTKYbXvwJ3cqbwbdzMSmVfjb3qqgGIsd5SBG
EaIy/WofO35KCFlg1fWl0Lv4AAoxyB7yHEoQYY2F/tYR0OrtZvwj8zZJqcii1q9zjEkO3kdUpyn3
o3ju7RciPt2eFd3F83Y4HFRP1kluk8abNh6iSOJf63158EhtcthHtvHgyKCxyVIOZirLyuHDvvre
rMgprO184+By9Lao0fal7y8dLdpsl+NROGNcH1muHJ6qUrcH9CJrei0HBPWwtembInKtpy8KsNKy
V3QjjyN5v94x90T/rWy6+Y7YZ2HdZ1iT6aVKV2MMUpqLOCNPk9APYuaa6Vxk9GHMS63ilsA1kiFT
LIZxLvc6Lp8Qcz7M8a6/cHQmY3PCtFp2+ONVL+PdMCC0omo1GDXGY+ILUq4YsTLnjB+tIcXxWWbZ
N1vMS4QAhYm+DZqCYtWd+D82vhfaWt3vE8c6yopeIydy/FxTLs8LzseZNmhfM8fDKmdrzXXfpEak
FwpFi3kRYTmM6rn473Iur7rX4UUb+UHneHtjIpy1F8F9p7or6bqHuCp9IiY1X99hG9g3iXuEEISp
slIV7lDbuDLt+RHJParYY+cNtPVbec6w+9wV2lnZeOcE4z2OY/vs1OwhTfH8xWmNV2tow6y394Yc
LlDyHnxdDA+8h/aIPQfdpekkatEJizZVdP49iqw5ojwniliEer+YjhayE/2YY7dDicJFShTLa5FK
wuHyS96SCNPyW1cb+9oiHdluNmXR3NVtcVNZQYVDwN6PLhhWT6gXxbMhLOGLbEjdOvMGWra86uzT
UMXfhD3ep7K/InV+r4IK+6Y6NR7BC7UInuSKqw3oy8MZW8ku6bobv+E6GpaDp7fnokD+nSHiLpn4
MulBxJ5fmARf8Qhi4HSCDRzAx7ppekJBsfVgdevJtyavLbYio60uHGf6lLregb0LsKJTBCAnYkWK
+GVAkH3/Kgc+8WJciHy+YqKMhNa1oTYb1JsN0aN9u+tY6/My76rvxhKji3tKapP3vqUuHdiFd5Bx
tywA7Nthusd4muPzkPVl68cHFBuuI7M8OMrYzWSlh14xf4odxElMZsdx7AHswzM18QHysNSwKAxk
zI21Zu8VTk7ixTU3nKvRjYxR4knxW6xQzhyC0Y5qv9BC0zP3a8weSpi81kTWPhmk6UUNWQ9XKvWu
rcHGyRHjjb4oFkX8X8tYg0zko50OwYYOElNrXtynDqWhnleXiFvJHg7bjrjuM33x8a2L16LO3ypL
b2/xxG1nTxBqahKy69Lxr7kSiA13Qemfz21iXWUY5SN/1IIDB+DLZ9XWi+dNIy195/Ua+tDkP83x
/NXGmRe1OIIjumHB41ThLe0YSbm94d2YXtacUh2LTEGUBiEI8tQ0ZY+5UVM3eHkJjaydZxL7OGXd
fB54WbxbbXsocfo+afr+dpCgqOq6HXelFh+CxRxfTW0Sl623eEc1j9dxWh1mEuMim5nBZa45Z61P
ni7bBGcy6abN5GkvFu/6g6GmISzJWWQocVNNY36QZsL2LpLvJ7JJI0TwUyGC7lnQIUWjxOCuOnM/
x+NtVXb5plfpcx+43U5O4nl2OeLIAaLJn266IX2sjfG29O3zYOwIzzNrcjkCfIWjaZ4MT7scEeki
wa4qdYG4m2b9ZFjDmVU2N4E1H1VKzrEhpylkI2naBILICxzAl6hTy9bXyxcyd89dWx7qicjJliW5
WZkXtjPdNzNZw+l48Kz2thXxI1SjW8uxTkkuL7xCXOeBGnZADyEYL3pYELoZwbf84iJkz7O2tXP/
LOjloRuJz21tsg8watn+vMM/fMnIhT3APNv5fnrCPvfZmkrcZul+6JHh05lHkKH5L4bd3ibz/7B3
JstxY1m2/ZcaF9LQN4OaAA5473SSIilxAhPVoAcuLnp8/VseGWkpUVEhyzcuC7OYUCTc0Vzcc87e
a4PyxFdylxdlyJQ00gvtTnZlEeAT3mjpqpxstf7Qr+pbrSFiwvy4SZU52zRlw7iBLcuhM0hUlXzx
xKW9tsw4i+0SlX6KgBzJvS15L62ndtZOa86z3knJWtgwhcoyy3hw2v6i8UPfNQcNZIDSBzNppr4Q
dHh6MTi+B6he6bR93bgiVOXq+BUB0HsUiXqgSP2r6nIRC5qjnmKShVooX0RpqmgoBvuANhc7Qdo9
EXj4SIqoAmx2xCqMQ9rvdMtjykl+3b0l2zW48Sr8RNfhmjXgTAd3/DImTRzUozgP9qQcMI2HK482
t4r3EUrj6yzrjdPl6+NKnwxPIsreAodc0IHljMTkaVE/li9WPy78yenTUmnnquR949ga51YgJlR0
xKPm2jWbfu7yr/rovGHW3y6dclxk8/mmAoSEE9+xTIUQkQoyaMs+ErBz/NbW1ihP7SSSf7Skk/FR
AnTEBmHv+f58Fbu+5Jn4RqbnEQ1byptmJhS2NbIg65hr60mRHmfPZP+Woym0KmJrer3sjvHYmVHT
z8p+RXyfA+huauTaRb1tVjtXkaGKnD1r0gJ6MgafRN1v1ToItHNE59KiylgyRR3qZdtugaNbNary
XCA1VufntVzmA3Ml6wt2h+JD4RFJ3xEqSSRm9bhiAkGspNSbKY31U1WAcUV9bNNNRxWKdYT9MYbx
6a2WDEYCvUrJtDEa9zEDT4F+jZrv9ixy1yWIh+mxNN+0OV1PCl6d5zGxPDrlaBj7ycD9b1e52CwZ
cjsXJY4XukTkBLfEqwfar/ZnkornnTSN82rEaTQBEbmUi559y4fV6TdI7e1XhRihYDBJiQmYpaSo
WOMCr2fr7fFi0sJj6rTss4ERoJ/Purtd65qiKdEq/ZTGc34ADYGscWrbTZ316zV27TEiQHi+yKLp
H/u+s+4Mp6jOsvA+NStGy4yp37e41LTYjzNIxpWd2EFScI82Xt+cJKvg1mQOdxKysB/lUuehagzW
pa+Vwm/0cgZZI9uNUGj+Ei803jF6t5+XEXQhON+BImoR3dmeRufYZVo3kBTcxffCgzRbaI0SIFbm
cRrb4SVbUv2IwUe7pzkgcuxgRnHGa5t9QPbP9jdWUekGhRUXEXes84XpGNQLXqAvM3fhd8cZZDjm
k/6GWr48qYiZg8FexDGtJHJNaeXsLTzSXkgUTibclRbP/qGYpmSrJ6Oza824P1sxoZplpn4bMGtE
SB/6jRmn7occKP1d62nt47TqymbpJrZnlbZPwbL7xeh+HaXG1JeF5NBBqC/UGS1uqopmOTJuGR4k
OUV0NZycZIUu19t6g2BJyw5M/BVU5Xhr2TXp11Llvl1OagWj0f1ed4Dmm9C1uB2u6IuXZTirZptp
06a11yLfkC5ElFDvL4zvjBCyeC6DcortKpxLp2zoeCnauZNWbF7twtVeerNCInEb1CKUMJvkoTKX
k2aZLK7oovdqmpDhrGdNse311n2pF+zo/coUwIynqmKJgafKp2cjmhqIoaUeaVrZnoSrp4BW3ZtX
Z1TDZmmH0MIcGWptFW8BKlsRTKlpNxKUmyOlDKWxtAF/Y4MZqmYIRohvo+VmgFWw39AndE+EyLmE
t8fXdmK3pM1k0lK1zduGF/8a5LlO6pXD5SrEiB67nA/M8sSWkv9xGQns4QK7+3jJiGDq2zDvp+Sc
d/Mn012/2dmcMwjDnjMavRKOSmocUjr80CEe3IIiB3vAIYHpHnhNMp7mZOk35apZ0TzLNBzFMBx6
VDNn0bsTIWRreUxRzByyvNXYYRrGx9izv8w8z9sE3+rGZFQdMUUjICwelrCpzQ+kpuycxeoiBnhE
UPV60gdi9iDr97F97PXaDSxLgUtIIkQUi1ru+8YCZg5/gncltqTLUIX25GoROdrKxhEL+fXW+ubJ
lDsPIwKuMMOOFq3lwVp0MDJVat9bpnmUaOtBH68nPo8VWNgeUc0Wees3HrZ+4ar7NWucE48yaAEJ
iFJBB8ScNDXvpBAXoEDePrXVPkrM2Tu03oRpkyZW/tI1FVP1DhPLfpDlm8CCtLFLxPwIpMawc4tm
Oy+tGZpdYgWJalSbbOo+Z8taA9ysm6DJXCVK4wQfDTLgu7YZHhhd2htHJs+jyjzBWaYilO3yOvek
Fgt1jMNKb7wdz7uzS2Z7CVH08LYe1aipaEOMhDd/XKq6jeIxlaRskcA1ucaFVudyIZG721BVVhtK
jOFoFcxxja5Q2BJZ1hIx5PEJXFyCSuPGTNQiRmWAKBywcXykUPus6sV3addHcrlRa61VecnhHZ8z
L75zLQahltTHTwaz8b23IGzCZW0wvdTj1m+1oX6yRlbBskruyffITq5Ss6ithheNap7uXNNSP2ks
zHtRqHLT161zZonPA6sFAEsZU4a8CHA6uE4ZzCS9hot0rL3aWUNY6tr8caW9GnYQxE/0wau7fJ4W
Cp28flNizJsM+q2ckbCVf7L6uggFcaD7mC8fdgS+ha3em5NPCz/eD1VaHXTQGJEqe/XBE1Z+k2gx
mk/Awj65xBqhHTHIpqvq4bGuFeNILS6wPDrtC0atKdCAQyGNqL29EmOy8s01p7GJN4biKPcISROV
G1/QpWsIptrnZSjW/RIXRjAaDnenIcUGdEPFXKv8rBN3j3dS4X6r2ufVNC5aItQ73D6g/x2PXZnT
1vmM4G3CNFAsnvOs50oJSEJPtrMnlQMppeUtlq2iCdE8FeiymORrTdykThCT3cRmEbXEhFZus8yG
62vW+pHbId91cjXDfsp1RumNp/n6yBYUYxq7m5E7xWSj3GmvFXr7ndFrNJ0NZnE8T1d7HjvgRpUb
DQX9+hzXZOC5wr6OCEcvpjQuUmCW81eGoLirVHuvNNkTiaxPmovYoiMxzh8bi/3f0hKKVktWCW4J
V6LvN8YiMHr7ub2JZWoTn1K1RitV4lQQYTbU+JHEJyd3d3lsXI3Ffa3m8Y2tlMUWNx+37eT2AFHn
r6ZYzSg3uyqMTYeyo+ve0gQWbCGWfZspFHmt2u81OVlXnjl5XpuiP0le8bsq17qNyMpll7bJHNrC
KKIkcxT1WuhNccBQdray5cVol88KY0Yqtml5rFe1ezAnGhwQChMS4GRlh3qv3wm4VcxAZyT81aRN
pDlMx0EHnV3jtH2Bbzq/WIagjjJc5dwMbJ7LzGSIjswtcbF+YjF9tEf3GejMsUGjG5VVgW/J4g0n
E0bHc/sJzHC70eNpK0YsuU66Y9OwoaF7WkhSfm0X3qNFqsLaqHejMzxOEgXVTGpzsT7YohQYVZ3I
ymmFZGpzdlfmyKNdoz7GZFTLLLufZLehAb6R/FJjcS/mQ7uf6mzvzNbFybyPnlSPORJLYerbNckP
SWvu3LX6MJsqvE/EVWo27IaG9dLL7jtl+DCm4paPE8jG3dFTjdK5CgfaIV41HpIu25QpRs9Y+9Yz
IOjgty12d63BTb3iZNhItAGlxst2Fd1GbxXSQSQAoWV9yZ1qt2K3slIrKMcb/dLxy1I5ypant/aO
hqNFBLFPAV2HaFZmJI/dlfiPyLOqZ4FeJc3kJ9Drfkc3ZrqVNmtywOeBnkpEhaZGJmqmT2NlR7KA
ZNN2vpA6ckREuYfFs59iMQSAmMPSHLiL1o1XtNFSMNTP0xjGmhLYOu83h6g22u9+Un2tDNFe5srr
dpNOfOOyHiZ9Eh8nwzhUltySI7U3U97qWTzvk4RE5Qb4pQm+lebuqScrlMKUezU2TnU/7WkYBHOK
gYlPWiTNJ5HLDVaxgPfHpqrFlWnoR0dhGXQTXtqQpSqrfqg7GkhoamitkFWF5xcMt8ZUQONiDEHu
2KfZ6bapPQb0PK6GIYwgydMAuUro9G6keEV94lSePSv+0MMPKPQvxqSfuiyL5qy4mpN5JM+ngKvZ
fbDj8rq4Kd3lmT9C95lix9PHaEiSU+I1DJqy6jFW23O50P3ijW70+mZFDLGZbVX49WTcJ+nQBqv3
ulQKpGNg5rw86I8qu1nP4RauOnqM+YSA5ty5gvXCPSuDOJZduyktnmWl2dcxZf/AM+bNDP58MQ1E
MDXVvSiTkzHmr1M3XJekzhgh9Ac9X4MU89IDjfWFbUC5aeKhD20LbPVgzr6i3BqYErVmM873RqHT
1rawJK99fuWFf1/a/Zksk2hVCxoIOq01vn0xzmz2vf441ulDm4nBl854FGUXpgON2HJSt1kKZd/U
QMSTcdBNBJDTdrqiyT2ZRlXCfZseUDA8ksq2cXL9CCdsDGqjm8LBIJW091hNYwX9bNoYQ9Rn6i5L
Y2pP7itq29DOzVfDjV06EsOnxhyeJXGsWzQU66bA92rq4JGSUn5Vp4G3y/B9Tuc95pW92Xibuc4+
jalzz8ToCYyRS+d9eC2N8bgWrrdnFvHBZNUSzAaZcZ57L31bxuWQjl4U5/Z18fJd4sYslwx7iKJE
yRJ7kaPJh8miqaBPXhZo2XxsTW1vFRWprNaTuyp3xHx1yL9XpGaJ+ThkdRfEsg9QC52nsfqWN4Y/
k44rZuXOs9PPXjcqAX0XzLsUfrdSruGrT0pzR22yMdTiaJXpMfbmh8JuHwZQwkFqdYdadBfef69N
5pkB/KinkhznbaX37J8cN0yYCgbVWt85sjhJfSi2sbK+MMH2pwqkPBj/Mq1X6opYPbmrmj1qCXU4
8aQYS1emcgTtJew0Rn14XLPqQ5FPc5DGtEkKVUkWlKySssuMtb3jYSXT1GI5TZo6+qW3XoSEq+B2
PBc8H+W+W1pnm8ymeylZQ3Z962hPy20uqCZQf2rNJeHU0XtvX85Il/WhpuHjyhr/NdvZj0q+kCcr
HW89ZiQjnHXL6oOCyNI2alolDTUpb1sg144YJDNEbstiV/Rl+litcf5WGHp+LZeWrk/hLS2yP+L1
CMPSH8Yls66Gk6p8GQytuyou1G8jcBdcrto0sBDFCISSeCWIRE3fypR83h159Cbe+zwZPmGFB4hi
Ts101doBU8/suQMvKx27OH/7bShjPSCxVN63TA93TaE7j0bmrS9kLLh3ohrdi+JBuw7oG8nQy5J1
042mGqYSyhStQ+NTrKTq60QneddMN0W2VcYisjEaBDljuDLMkhsT0+mrKHay6YHcFCVc2N6EsUD4
iTx/DOsuyT57rWPQsViHjT33c8BU3WA/vrD65P18tIbZiBgn6GzsYu/BisuSGXNH3ViyucCEqehG
pNElYWEnKhD1YHZ2F8vmGtX69FzW8RzEVO6H0Zrcz2nl8X7W6YImxWD6rjuQsWeW8xOmBaR4RvKN
RKFu0yxLhj5y4gUAc0/sOr0eDu5ATTRl3dc8TV+d3urvMroHoYYG6sNQmergm003nry5aPbLOhSP
0qKxKqaMpgx91Q3GJy1wGou0NEYpakXnJ2ahZChJAxXM9BsEfxwWqedN+1npyq2AlOn36upEjtuK
Y9vImgeIpa1NyGBstEtDzz2aabs9eOpaHLPe2iJMuGc0ZDyAZWUf3Er+uYqqZzO7dR2O7LZf5m5e
96WBXU7v+rrDT8r730ow7E/ZMoY9LVTyX2k1jfBnrm0Wu+e4cZTL0qSkFTvj3AjfymAupM1Y3unL
xMisNpOjKeeJd8cU394mKC78CevAJUOmiMlby48xXvZ7kkdeW6m3Ef2fjvgMuwTds3rIVS18xWrD
i53Ag/6ijk6TcQd0DJsKzyoOg1V4j7DYPNR3Q9N9XTUIKDeBYBW1zjTcuUKtKNdsvMjDqg/bcfLQ
ssL9nSnxHXO7mp3s2RbkDNMlhCueNdon51iCnurcpD+YhSiRubYrjm0bWMIYVfOc7wYGoJizkzxm
769L8wM0TbInrNlADOipdACQH3t3AOFwPYhFWdgx9stlLgamWloCXKHTql0xZilpGagN5763zmge
G/6mYl9EDCfbQiDNOV0qZHd5o/v/vRJKZ4lBo5Xg6QvaeTdR9Zj1OqaUaMpY++jZuZ1+xOKHV3pO
mWzBeJpVY//ffQrqpGUUGSYjAivGGwRCMRvrW/VCsm3Xb/+7wIjc2QaNCpF7zLPSjGMFC/f4HORi
SZ+T2KAm/kMr9H/qvB/UecQ+/iCg2nzuP//5w8vn6tv//NeTHN6L8/74jX+J84x/qEDGHRzkVKxs
e1Dg/SnOs9x/mLi/kIKgIjMxUSKJ+tOvphjqP2C1kflq6w51uXVTsnXN0Kf/81+KYf6D3wHm9q8/
av9HjrX3uivnFldEwIKmEpb3SwZKY/ejaU6KHq5VrX7qyltzCjX6h16d6Z78cGb+Qlr2szcOIeDt
WJpqGnxjBzniTVP3g7QMwW8GWr0wQlIBIHPEdnYdAfpHRmEO24EklMcib6gQZPq7BPRf1GW3I3NM
TH7gk9z3WQTubLBJ1pG9Fgnt88ZCtSsYDvz91/tFEng7CMFMoAUxikOY/PnrVebQG0XDQTLLfexc
hnjQjYt18/dHeZ9Y9M+z+MNhbmf5h7OojU3H8JnDTHLMLkONwGJqpfJBmAoKctYegJWzQ2c3LVmu
SGJ+yVaMcfOQ/Eaa+AeU8yep4B9fGJQi/5kWCak/f5Kp1KbUnbieU6AGOAOD5qwEjAUDa6vxf00G
AJED3ac1HfQb9566MqjeGGgdGJ3vfwf2/MtrjNT0X5/m9vMfzksNDsA2ldIIxylpKOatkwIR4T+8
xo7Ko4oskpxU/KQos38+iGku0xQPtREiNbciRS/Li+Bt6KfG3Oz+/kK//z6g9zQQRAh4LaIe8ae+
OxQRWOys8zVUEf/5baFzRXvg6H9/FOOmHP5J8MlxHHzjGvfsDff6PmdaHRRmZDnHKeScx4halnTd
6c2wdIS8pHG9NcchTbcQ3cw3gwKEGEg7NsQrQkFix3xHdfsRWaUas1ucJiLCZjeNxRY1JGqsYmyx
vvgM1Mw70NzEqWT4UwF2Mdtm+mZ2GggUXScSUpYZM0sqzZJtXi3s5h7rCQIac1kgBTVgpsrAUUrd
PVcLZ2afF9jEiqxZLuSP32NeOeU6vRW/bNUs8xWYX0HnJbOGzssZzQ3CweXJmXrkInJsTdIQ8BqW
u+z2/60oss7bpXIW+aOh14K2ztSi43Rb8s821IneMyacOEaKNiQemhfNYh63ECnt65BI8i9VvZro
BCahfcJJFCs8exi9wiS2tN5XKqE8u0DEYeZ4SBFkUnf5tjfNTCKhcpMugtaS6gFAO3PbAVaB+pSn
7AGEVmmRMXcuc6s0Nj7OqTZlG8PN+v1c4UDfJasCX2V1moKJcO9+NZtZaHdeibsT7E7S6/48xsg3
01LLGMwMqnLOTEKotxOOyiWc7NL96qk5Tc+t481w/5SF7+s5CxYSxXBbFdVxX342coMes6zGdYnq
bEbfU9AwAEsl2zpkfFSDeYoT7apLPYt9217ca1vDPmIy6txLrbDfLJ6RJijLvnzwxlQb/Sn10Khk
hSGw5y32Om4MUJbf09mQw8ayMlCBcq6YPAkznT4U2LtnZl3TajF+h7bqsyGSgKKEXn7h/Ul/d9LG
9lNm1n0VdKmeIt1RgCrxFjW/KEwXLonJ/MjngcXLlYoUFbFwkoSteJ+Un0yvLjV/MODCBZPiiu8F
PtUznf/4S5KI7sq+e6WIzeZEkm8/jHfTIuoX9H0ssIlIkrvMMJSUBlHh3ndo8VffqDtcI06mjI8z
g6ivE0hyeJLxNDeMdBVp+qWtpC9rO8f5piILHBtWhnvONzVZXlCm9QUFu9ufBlRvCNzsbrzXB6PE
F2Is08VIDPA65oj5TOoIgTeJrnZPGLm8Pex9iX+tdOwEG5Jq8V5QFag7S2UWgZKN6v2SVoN1y5MW
SFyTGh0RTk38pwDY6jtdkdkKSM2BIaiUNG5M3DGD3xUaDEXNHNVj41XgfxioverCaLUtt5l7N7Vj
zUCr76c+GJxSfbW9Gn6jimpJYGUR5oMXjzyXsTCb7wwn7c/9ujBZ8WST32QgWn5Xx2J54pZCEJ3g
DN0gmZxmnrJcIIpjobxg/OE05TQAHjrWEI0uEpeBonm5acAYPJ1jqzKhDtpG/3EZ3YpJHdgkwjAd
96Gq0YqjFJPVN3iGiPdkbhTctwtCEU6OKnhv1YAsd2abV0eL3G0ZuGZewgvTebgZGcPkosDF5o5a
xmEwsEgIIgGtaqYaGariFBPZUgyBnormFdu3wyqgWeN11mi3Q/py22+qqiADtg0d1eiiaPPJGurS
OmVF23d+mVKqRU7mrEWEX9Azw8liNhC2dmyBvxwtvfEVoDPzvchFXcC+bxbmQpWAGao3neUe4k6A
4FytVo64FmfkfOaKt/Ck4XF8pnIasKRiU39MO1OlzdYZahrE2Wig+sRyVoZpk8v1LDAAX1fspzou
UA36s17jtkvQXISWhrKcrgXz31tz2aJzEg9tvlOXBZQknbXZ2Jmof7lgao9fNLFN0QEs1wCSMeb0
Hsc2R6tSZApNl1qtVXtr0zdjGZS2gvW40uZxC9cfUY4JKRAQ+NLgg5wSPe3D2R1ACVW4kVe/c4TK
hJNRnIqYXlQiYoDrTGGRqUNLK8bFUFVYjr90aTk92FJkNLBiSzeOq855ZkK5zGj5x7R0d7XJ+Glj
rLN1nfVJikA4s2GFqUreSLDWGYIKreHDR5XV6MoR960lAeARIYt5nxU116R4YoOZmKGbjuNF1VTF
DokQKN0QxwMqywbgjUpGOP0Iws5p6gVUw8Sn22pu6ycLfwzSycQqaWKqKTEbgvC2/oNNQ33a8OI0
XqwZ/+uOGcnsPSh2zAmDktDOUaqrcobHBZre5/myGiCFGtAsrNnxiGM9M5QQbZSh+kgW687XvD4/
s6zmHs0uhD0mAKidKpL1UYMNhpZ/jK1HpF4m6uJYr9k0Lq3cWAMpWT5wT8hn8OMg/Z3gjE7fBTRM
RPNV3oqg4n1OLb3W1KIEJ5jdoYSTa1KbV7cRFd8NpEXt6C9U6eXdUuj2x77H4HFSUqVrWMkUoSEv
NI1Ta3QIIE3y5IpIIoF+/WO/838l648lK3Ca/91P5n+T1fD1J8KKzi/8WbDaJpYxuML4vhD2Uq+y
XfyzYOVHVDbgV2wXDrah3X70Z8Fq6P8wPE21HetW/RDzwGb1z3qVH+kmkFC25exiHbSk/0m5av9s
TwIWAIRLc2yay3grbHg8P++KW/KKbGZ/Mpq1Ag1OsRXu4E9AH8n7QIi3ma0H6sDNWCyXxC12mGK2
fCh6zmPgpdo5d4otelxQsc/jWgRaxzo0Q54GvVj13S7uiFZRlAOYTvTrX83+1XPw0bbDzk2TF2Cb
T8NQI3ui8ZvmO02qQU3gfN5Es1g3PX19hb1fkveA7dKXxOyYywDma9hyIE+OkTEr6KvZb52w7Bre
TsJzhiaH4CTDB2pVmJLJ/PhgqBZaEnKK2XZPGe1vRiFQlY0CTQ7DzYG/g4D4N4XAz0azX0+s8fOJ
dVV7hDTSyahvm8NNWDLZVxPw8Nha/+wa/a+JWj8XNr8e6fbzHwo1gbmJtAcuIZ1IRf80ar9JsLg1
aH6oaG4HcAlOsDUwQfRVKAh/PkDrKLSW80lGbnJGdYwo5pF3anFjGQKmVT8kehN4gjFfW1xEejSa
KmJB2uT5Xc+wTPZVaAhkY2V66BRrY48vg9FtVO155sZJG1p2ZGKA1EKqz4LL3+pbqNJWgtYZuYpx
ryyUAkgNc2zC6ODDRTRhl3d40UnrMXB9KMUOLB57RGR01qFFCvfD8/wXfZZ3Mdl/ngANltHtOXbo
O/18ArCIOrGYRhlJNoFpg8HgS05ClDe8MGTeFdoNoeGbhOFIwJQ1J6XU4yjm4/395/jL6/DDx3hX
LFcIqG2mxTICROBTePoLsYQaDBo4TL+5p34uYn/9xu+aIo0wRyIOZpYFtB060O8YsQvwgN98o9vC
+OutRU2Oao3FzlbfYcC8VMLuKTiznf4hFdY+V2Pmkfmtxtuyn5feid1/0JsHqQ4PZIk2t6H++qIz
tltBN9RChQwZxvEbqtjftCZuNtp/d2P+dQr+/dHekafMDmF7lw8yos5HpXLLg+z8YmB33SZh0rXb
0VZCBSrU/89F/vdh3y3InjIvsRi5yK2NARMzTwOcqBNjVP42rPvXhYPn+oeT/26Jqq0Mr+HAoRYw
RB2knqT65+7gP1iafj7Cu5UjHaSKhpgjTMurdLD7/GZp+usngvgIixNG6Nu7B9MGxCxyh0V20O76
5cvgcHckFnu3L39/Uf7yccBxfUOe2bxz3z0ObJ68ueo4DlAMdnVbMTyr6+PfH8M0//KOI9qEvtGN
pvg+v6UjdU5VK+44XK2scFMEMp/Bg7vXVxUhEdJuN2ZPuKLcmqLMPnYommjRoKcznucEeZdwvusW
TsdpuO1HIbUo89PYD/jdMsDoWsY/pSoOinjcKdRJ1fyUF+rOxNCSQhmu0/ROQc8HkyIsBemy4mvS
T5FKPTYwEe6dL2r7FTlHUDjioAj1oKWXkREWCH3f6qcA2tm0horxtTOfmImuqC3Z4Oa456gx9uCa
NjWBjyUCGkXxECrWUbLG0VTlLOFiHxPClKpEN2U9UkrkWNoBdcSOnsCuR2kkUMN25UWvv6mHTGve
Mul8t8zxGXTsoxvPD72z7fULLYX7oXS+50AUgZ2jTJFhnKuP6ciJy9Njz4kjg+K4NnJDM46az/Ox
XYYuEan2dJVl4ivTqyygqZnG1pqsbYPLSVT0g5ILusiQW+Ra9cWl6PRT0X4d2EIgQb3v2y/Fuo15
N96+AiyzKKZpsSgPQ/O5tr8k6+tgvsgCpWfz2cqqa4yW0V6GDeJPsiLBSkKEaCZSCTwvXGa0SB0k
HxpIw6xvp/QJEXrUFs3B9rZ6hYqCdpS65ud8mSIdZfntdlGyr21WRbOabx0zfeDybAAkMX2LsR1b
m6SxTojCv7rDHJnoISYYw0GmogXHlHcCoHNuTGy6iA0vxjg9inbaDchw5vYxTkvfW46Vju6nzcIB
JIqu2kf6bLQ2b+xeLH2WP91eDxlXe5ZAjK0ApKA/QHaBGc698aZU0PqR4ONUBMaL/tdH64grZdm4
b72nhOhLwszT9jQJ905ybHjKLJIG8/yzAViXyXXEOQfcuxn7s6n+c0eAQThXhp2T5DcTeXDrAVTC
CKuGnIXR+1CNdzemJfsQb8HWwravH95QV0s0OJ5+aQZcA1fVpFnT4pDu0geEt5FhmIBpqo1ijB8x
7vP2uwlYecoKFK5D4tNqjPScbsDgsR7rZy8dN1DcI6spIdaaqNXz18xc72q7uTTr9NBN7qliK0vX
DBPbgcmW77AJ7Ycvg+n5CAueDaSVsfM0QthpUhDdzVu/fJtM/Ma0V0xmq9KBoNYveGm6R32tqaOB
OHsMlq9DhpAo/6ox7zR63oeaFmZ8fAfkcZ9szcnmPAgcqeykvQzsmYL75oaRBxS1bHJNCUvMFwKp
BZqyY9U2QaqL85zUr4K/Nuh66DZ3VOh8AvpFOePV/g7wN+dhCpnA0pcco0yBap0/lxa1Q1vtGO9y
Q+L5Fq94Fa7xYISpjVllWmjSigB1He7ZR6RnIf4GMlCcLRQ6SO162CnSv20mCeLAlnkvQQdOCDiy
xdgXaCKJcolo8AWWim0VvxaDXYIGpgi3rl+nYQWjzWznEzFrdyVtyRRilUUXAx4jt2XV7T1UJcqC
WO/Wri4p6PmGhds/2t28HfVXJhxhXj+iZC+4OGARuqa+ZhUa6rp6daVynyE0gwN00hes7cm0nZUT
4FkQ3aQjrq+5XmwMroLFco1TJkRFEfCM9aKJNA4EtifCLLw34zKSnbkz4mE/E8+jrmNkDl4IMMAv
Giwu6vWWDGrQCZ5sOowYHkHa7RJlsybTifZxyNhoGxeQu2Ty4rFAKUhIK/27Cjm8U6+pNxwXCIOK
TW8gOVlZcu8AljPaV0tPHsgj3I/jWaDcMBYvVArMvnodyZtSpN7XOm3FstgaLHcT+iEGGM8SahVS
26O0xzvNqc5rgbvfQhBjZSGkt33WPcpk/M2URru9Sn/adlHUMjohr4AgUOwp717pyrJ2Ka04GVlZ
c7hJhW0aKRY98gbbmaqX5ERSEqIOnTFgKAj9mASHppsei1E9I8oLpDvi9XwukLP//Qv6l9fzu0/2
bvvtFC7NxYZPZhOBaUAmUeE7Itjzre655Fp65NuBQNz8/VF/2Xq8O+q7rYcx5L1caERiDUX0bD4D
XtpCrf7dZve21/vltGuQeEkuJsjpj+DaH4rI1Ok0oCkFX44Gsz3YO0thtz3010GlmaY4G/D0/4+z
81qSG8nS9KvsC2ANgEOajc1F6BRkIqmSrBsYiwKAQ2vx9Psha2YnAxEbWFZ39UVbFcsDgPvxI34B
jKd/mhMAqD/7EcS2O7UPXel8DfgUDAoLvQRFGW/t9kFvCqgX4WuNHvbmBnQ0nW/js1FiImvQDjNH
JhT2DhkAwLOcGuuut740H5roU6OBrXODbVxrG6Htu5OgJOycHgDe1sS/AOHAvWZ8Lfy9MMhOgnrf
FhAZkN0bQ/OIl8D7SjSeYU8HR/yK4sCjI+bNZ87Sui9mkH5VYJ2aU+Al2BYlboofUXZwg/4Lcnh7
x+2f60L/q0/HrR1+tALwMUM1HNJx+lgr6i7s2tPMnQfQ8zVpgg8TpQmCskdF17cJ1Vhhy99DScLU
4tWdIgSZg0RlOs6wb5Y2m6k629v7Q1v5cq8l1psvRwjEDklN5m35XiUmhtVHQznMbRxnch4xwyyn
L+19W+dHYq/v/ri9/EX/SNPpb83NKOz4GFrP2/fN6nXpDGZlsHqeH+uoPRR34fsoNR9pV/+zRf+o
0/gpT/nrP+Y/8yMvEFsJwuY//+Ps/72LflR5nf9ubv5Tx1/5jDepl//Q2b+5/s/Xv42v+QxTOfs/
+6yJmvG5/VWNH37VaOS//or/+if/f//mf7UYP40FwJcfeZtxkj/8CqI8e6tNNUtj/7+7jx9h8qZ5
9r/u6uR79rNe/sF/upDMov83TrH0KZCzetuD1Ezzf5u4AoN4pFb6R/75vzEzJpAZGyQqfwKUCTPt
/9uCVDTak3OU5m/ZNA2h3v5JD/J18v4/sWdG3jD4h45Dmqm5hmsumgBI8BtVYqeRl9MfPwnNzU6T
n7h3wnCV+1wFTJ+6CdISHX19M+8wtS2m3MuGTH6dpP/rzevz/ln2rV7Ta5W1/DVMUKiMMRFHt2nx
a+w0GBrD7aQXNwVutmAIDWyOhuSTAFT2qx+Tut91MkXdYGBGCVYpeFZLCx3hqhApInDELwQshPZJ
jjPPujCikukUE+gcE7ysXzl/+vnx/+flgZzgGFo6DPQl3EDEZWuBZYhgPALD3uVdX3yquryskdux
Fc8ZwwItGRAud1mUdh+G0cyDrQiYIced/l4dNP1zVzjDpxmsZ264M6pfCU25o4K69vOou/FvnUnj
D9MIp89jHRcfY334gI6G8uX2ez9vRvz3c9ADgtcNfGIJZtJQ8CEbryLP0kF+OwGmZ6TL2uH2Kue3
6esqyG7A2lDReOOvRUMCHwMnKpsh8jDWiHedofVQgcryAYuZNYX9OVFZ7CMXvw5wo6RiumsvEpku
jtzCsXggJWp/J50JDJeKoVZAMFSgzP/8uTTNAI1C7sTAYN4lb8IwozxTOJUBAMxpjIcAtAmyATCn
BsGtcHupKx8KwCOdYAP9O1cYi/OhG6gXT1MlPZmF0aE3RL+fGFeupD1XVzGRLjOYTfC1Fg+EQJQa
QcIA+B2kEht4spAB1eyVtOdyFQIY7RZHxSJ5BgeevzZds3p/mDTpEZSQ7mohePiO1FeeRZtfyflW
MAly9Dj51+A2vwR2NRioRlkYsxUQ7sZwMg1PimREHVFa2kHKCyyZDtujM+ynIUc1B1WPFZ/e87R6
3vgmMD1cq9AOBOhoLNqKElEn2+pi6fWh/ruFqXMUOrOccOaoIZfebruuinZNDmPpT7cL/iO8ZRqq
OqMsMX+CtzszSfwOlJH04F8FuxYQHcVOWax8yMvDNoO6II4ZeCgZ4K8WqzQzXFSPpKeW+Cmanfld
H7MXBZQ2lLqVA3DtVXJV0vVmZCc0scjIO+mEY20U0muqRNtXXYPZcEafo0QOdCcGt3ycDAMWRQpA
6fa7vHI3oVLLJIZoQp7Olzx/TAzfnKz368Rzhr/iuntnjIAFaXw4UoVmqnySzLz1wN8OGf46trpP
p48APr5XGlnsiLoxdvFx+/P2j5o/4PnmtgCquMwoyRHIMhav3sJ8UDfzKfTcRIm+wNV1P0jTr463
V1nANOcNDFGNG9kGmzRPPhf7yIea5eRtKOcbDV8U4cbbvreaEzoeERCl0D7ZgyK/WVWbo8WhuyeJ
zQOcpnzY3v4ll58f8DG9YJvtxqE2F/KbvWZUjt9J+FY0TU8IoTT7uFEHqBYz/EPNDCrXKWJqWoUr
K19uclbGepqnF67DNOr866dCYywCps4bQhcC/Ei3B4enbu+C1kMsQqor7/y84H195ZSC3F64GhI+
luvpGopOJoQ+L+qoyyZEadF2HJRiFqQXaGMZukAqDk5teofB2CHM/GBaeeRrn50sFL9SOEEQ1l5n
k2/CB+r7YjSQIvTsQoNQ2VCzQXPWN0UL26Xr4OjSZmw+ygEzgTy0rK3TRdx9IixWRg2vPs3n+9xB
Op2rHHA38dNczIPaQhuRiknRXkboYx4DIokHjhJkJ1RSDbUuiSEg6kWIHTwoSrW3gEzBzq2QX9/m
yEWgPZgqnUcXKPP3OUJ90I1bqdJgDAC/wrUaLHTzavhFSFH6zmPVZPq3nKb8LhgDFzbvkDVfgV4O
H1LZOu2WuiubdXuUD/YAny1N0IXGFbYesXEMiup30Y5ohtze+5c7kMx4Pon8lyOvzn//zdeIAEGi
khzXXq50+rZOSDixkvMhs01MI8tIfLy93mW6RgKgOjha0wgibVu8c2F3jiXLgfodSu3JDAXi7iMI
ApmrfzZFnzc7SxG+HPBEtstXPn80rS3KEbJe7UVcyPdKLGamo2odbj/QZbCcMxp1vqpcjLqXt2E5
tpEzvDYkVMGOGYoXxYBF8y8WoYPGbA/MMxn1+aOEZQd9Fhc/rwWPdEgmFKVHd4p2f7yKYBMInPS4
dMFvn68yKmWhQ9mm1RLoOKd1/t9xiAvJny9C3kKdCcsBDbrFXeuMTdgA9Wy9RG9rWOTdrw7V2ZVF
5ltzcbJnVWaqUNLneQp9/iQNd7zboPXoSbdK7gJzrE6KqyZ3aLgF+2kS6RYXiLVr5MpOAKVGgxPT
NC6RGfzz9ihZdmkKexQsqgJ7iBHn26c4qa082pUDZBKrbIodEqOLXZ1mWmW6Q1V5cYTMlVvOnp68
AJyYoULf/lSLRtTrCTLBK1HJk7Ejd7y4GEVaOx2wv8qT2NUwXErsPVRU7VC0tv/Ohxz6qEMu3yoS
nGMe6eW+D0rxMcEdb29hCf5Z7xvxRz5/rz8J4W2N6ljYBq2FxfYZk8iinZ81pGqwsYU2gSEtMGmF
K9mtvGntyqumlqBnLbisdFzVzj9oU0AOViuz8dAnC74o+IgzngkMAE1x1R/DPINjqU5Zvzc6VStn
bP+YwrqUQN8DBhASYEzd1IfRyV6iVmF+Vrp5umbXd2XXcZML87XhAnNn8UJwpVeLocpbL7VNf+PG
cNbNIWpXXvu1rXC2zGIr2Hahp3QRWk+rQudgjiJ4MkLkDa2Z3ecrenMX9LbmFaYL1Vr1GSUGvXKU
KMcwcQiGrY1F0P729nxFsi1OucvMXXc4Dq/R/vz7ZM0Y+qNm9l6RK8WjRCB7gzCK3e4wj+5/WBom
CZsQwCWOAuVMRUZ6rfJoBBXqtu5AYjOnClL8nZ2wCLahHTL/CbF/Qa3fbRt7CyWUGU5ptfUhNBVE
eE1Q2MibgMT0rFz1o5XMSMwX0vJ5SAUtRDQhYvFc58/jIGoQBLnbehEQz30cVvLQjcDO0cN0MLJB
dTq15C9p04Py67q795v7Hjmqttc3MrGq/ZglwWFiyrur0D7fiFGne5QkOg1YvfuJBJ+DgHMG9KXm
SSPT/B02reE5Rhcc8kjqj5CGs7te9u7RiRwHTbi6vlN0gLmIu467DtjHyrV2ecCIlwa1hk7zhlp9
cUMXqg0PP1R7Dx9qZRuivfpiWVUOAk3I59ub5fKYIHnPO3UBWlr0TRc3Qjm0nWFNdu8p1SiOYZ38
KuNOO/2LRaDziNf/2cuzqIiyqcKsGTxabf0uRzp6S4tPX4lLc9g53yY0vAB4EpVo1NLKPd8mYxPn
E4nC4HWy/hU1zr20mZrAdJ0FvdaGEdc+EW6nLIOkq4Ge//lifm8gopD7g6ePyEIgUDYeUsSXNmja
JSvn+TWeLh+M64bG57wad+n5WkA8pT+a8ehVAVbObuBE6OzE+kFnIL/rMqW8d8e4/q5Flt5s+XzW
g4MMCmItdV4ze0e3rsEzuhK4iU4ww46NHfe/JdYBazTNK5tJU01bALGdnQeWJUxfg8BVuYVRD+qL
rdqCV7eqIF2JB1cqJVoDlMjCAM/Lvp1/xpvcvMTdz0413gcXnPrJreMOnafYANbVWxUS6ZWtVicZ
5B0c/LrW8MiIg+Aw+EH90W8RGt3d3t1X9h1dOUebG05cvss2oRkEohJRMeEYEWnfHWnZG4WuyVNm
z+o+A/j12+tdff63Cy42euhAP6+hM3j0q1XEBdzkWBk4UyPdGtyPIBXQ42uzE/ZU5oeIefehSRJx
QD51Lce/cghmy0xBf4YIQk/q/EOEgY20XzpMXmnr5RFJzRQlGaXBFzFYo09e6Sy65FqAc+eJxVyn
n6+VRI7QEaWcaAg54tjRGN4ZAToDcYwUvhJ2xl63kXep8li7lygrf/IrTa7svMs2Ab/BIfehW6tR
FC7islJUTgZRZ/JGDuvGZXT6Ls8CallZxCfGNyOslgYJQyF+VFWnrOQa106XweDahAfGnbBMuzQ6
340EFOPpU/JVlHl+sGJDrASbK1OW2dvlf1ZZvGdMqEqUMhTNSy1UZgB6oR6r6XUhd67WNE+TYWGJ
lvhJC61N1JrXBei1MJhOrePUOOAzBC2xT0GTIMY4ombYgSJEaoFWupsfFOzmfzhQyUAzoQqhPk7K
pKPVqDryMSsxMcK/IkTPdeXAXJxQh8adEBQGKjWCWI7dAFgN2B8pwqscdKP8qFCOblinHjrWmrJz
+mKEu6gyhN2IQc+f3bpQXzCfUTtcwR2kQ43WnCCnuPZvtOgVlUulVz7GSqd9uf1Dl18YPAL2kUJX
XUaNLmD98z0eRY41TjKvPV9TTPJDMR3xK45W4sflKjZlORY9OuuZbObzVXorjQV6Ui2tBvmhQ9at
ApWQaNnKMsuXTieLco9BjcFZYYC5WCYFDY90fdV7eprajwHF5aYYYvezEmXo6YMJ/Ljy8nR+99tr
EhgpCQyzTNJeZg/OYsEi0RpBAqN6finsHw02hf6m1FBgBEXadcE2wQoV7A8pLzxzms7IwCVIsWGQ
qQU/axFjfFnV+Kduui6MXuyyrfHUkJmL4jaqHQgBmjN/IiWRSbd2E1pPWhpBq8T3Mfqr5k/nmwwP
F7mxsrb+u6q04F3dotcf9goa03loqhD4JpDlmHb69LoircL7p8grOHqyjhpGkjpO9KTqZuelbYGM
d9gbo7PBFwkQeAN6BBqwKYp3keJU8UbSU/lx+xU6ywDHzY1WpGNC00EslQLvfGu0LdJIWYZMF4Y2
6IxQu04nt3fU90aJD4ZQPpvxNH6bDGndOfDbMBVpkxzJGF2iDGRI917Np+JnpjEv28QTILldKiOR
bBASVl7Gztbqzdjb6n04A30eNeQU7yJfC4EdNkbzN149RXm0gSCf+Lx8mbR3Q0+trOoTdDsa/kHi
WNt2qmIVobymEO9a+MXDxm/S5h7jCxgSwhpVuoIjaqsb4JZBiWxXZ3zBHyWvNkEtFfRlTHQPChde
GWpdev8unEoYxiGUyC+A6MDgz2qUmBqTgcTbOmvbAhXQ1nxmJle4e+QwwvvRbIwSf2N/2k99gzBV
5I4TmlmNXU0PSi8T/V7vjOazHmeAT7u2bp1tUIGhe3BgyrxTgql7znMHsmISqH+xw9p0o4Yt3u5Z
4quYvdrIjW6ovHpnG6MM0R5Nvad2LMoAlTW9w6kQk3vsevrBiWHQFfGwT4MMsv9goGibpWN4gj8L
KbhCcfeLblBOQCyBd75JJ9RmLW0As6ualXO8vYGWoWXePxZ8LkDqQGPV5Wi7HtNIbwu99dTWavZa
RucPuqU4/PEqdK8YldqgFpiSzL/iTf6HrTOM1iwjHzaghwrYuHtkG9eKsIuMg4dhGYsHmiF67lJG
wc+btPWVdgQ+hWuUajUIHdAK3Eox9UcMjb+beEBt0FsGsN1S9dZuXK8UTnNlex7SOIvcfgwTGYPQ
fzx/UmCq/qggG8EsU9N2GZgKXCoweVCtbJvguHkqJXJQ7vjr9gu+mL7Nj04kII8noyXDW6ybNx2a
ik5JD79GfwlOiFK/pLwG2u6K6/7OmqL77QbYVCNjOCFbhI78IZ4m14OMa2z7NPmiZX1mQIxvO1S+
xqrZOD0EYnjeerIyrrj6jpgREbeox4A8nL+jOutAiLcGdOmuw73cgI+daj1Wh3RWtjGSr+Cc3YZi
yC62t1/Tld1OpGTYy63NmG6JJFTNDGZxYnVe26M0i3MnZRbt1JVVrsRk+nowJGeLM7oK8z37Zrdn
Wt7Ypar0Xu8o0QnDJCDTTjR1YHVIqr41WRo6WFqX4e8maqNy65f+uNaCmb/3Yh9y0GYIlFANAt/i
XpBdm1TJqFBa9850Qlo7OgaI0D+bGQIeSeV/Shtb/3T77V601tiEs/0gTXemB7qzHD+qFnOeLtBG
L1JdqBvNhizuPaXcJ53J+liqWy7A711i7MA3ewWhPdFmaKLcrfyOK5+Z38H8GwLp6+z3/AM0ZYUb
VBAgjI8g3Z0T6hgvoMl0nwLlmkUVxHbQUSHVC63YUxjASTdHm+kNDhJ4INX7NNOx6BarqfpFHcgL
oupk480BioJw0XtMKhN+SMwPc7oWL9U8xG2d9gfygTkadYTG0myAr3ZB/D2RlnPAQdvcosGvrsTj
K7uDUwDqYv5QhPNFtHBzHybiXAAHfatv1CFrn4YOWVwV9vk2EDhhF8pY3N3+LK/gg8WenNNKEmZ6
8Q5H5PyzWGYiC1GMlEOgdI6+1eH8UsT1sZ8UxBpDxGo1I/hYatiwGwoaK5VE/G6kcw8fpnGeqbBs
DEEyhKTDuHw0JHY6ShQ0DwB+lEOFu8IdYtjNj9GNegzH/VkRxUl2eqcZ951qfBknxPmJylQOfHkU
nnMFLDDKA93UQ/HIspS+Y4VtuGoz7kDWnOFessOOSrzDcyd7vP02lsk2W4H51DzY4Y2YFxVObdi+
7JDu9eoRJ2q85hHIKKp0h8IhKm76aKxcTMvKf17PUCkULSRaGYotglLZMC6PW5+tp7e9F1sYaScx
UgsyrPLj7Ue7cvzIRmn/IjnCRn8NE2/inxIYXMJTjEa0plknjLWNI45CazXitVVoMDPo1QF8oTh2
vpsiwIwyNzvVq00yWj3D3KFTOUe3n+UCADq/N4sx2AxPFQiALmqUbBKk7XWoeX7CJQt6ZU76BEn1
M8LQ8bdgGLoX3GDC5t7nST/kwYAtTpmYdnnAJU0tt0leQSC5/auuPTu92RnbzB5ylqznwkffTAtd
FRljB2BHXI3biFi7ssqVpGKeApLH0ClziRKLMJGbjhSRnelebE5yn3duMO4CNY2wJXOT+IvIZfhC
NxWyGAZkpSc70VKixREw/X6qo78Y5xkROr9p9rflhPV7gWFFvbGtXnO3OMMFzkpYu3wt/F6XAdJc
yaIOtvi9snPpbY0mLQ4V6wkfy76dNuLZefvlX57c2XN2BhZR8hskeecbj0Lfmaw21z3bIni0GJZS
bInmcaqT8CT7CZ7/v1iQJu18k4PtWJ4nrrpgGutJ9yzfCXdO5NcbgEXavqe03A5R4u5ur/eaBp0H
ap7wzYLze35zgGkRaFnZCt3LBIZtdiR32EngYmI/ygIta61HqrxTGn8v3d4/pHVkHGnYoFbQ5uUH
+iHZLsj68T6vy++YHkoMB4R+l1mTchjMlY9xGdb4qRBSwdDRs7CXKX9mmBLECT8VKfVox/XabApA
jNvIb+KVpa5+9zdLLVIql4xnGujYe66RNjt693SYEkPbWP0YHmARrqWR13YzpxvpC2b/Kq3q868Q
GKOkOEt1T+AfcxdEKk815v3KU81nYvmtOdl8ARt8ibUkSSDEhMFYrLO5zNJC26u0vcyK5RZfYKQu
6ADsQXa5L7d32GUF4OKfjrKe4Bwx8lwcoUzVOnznYuE1k7C2fZP8VgsT/x1Ttx5rtaAwd7vpO36w
9kqEuPYN54dF1+91hLYYzAhLHzlhUniDWUQnovaIvn4+vTfQi4ZKqrf/Yj2HgMTZnRvRy/5gW5hm
i+Wc8JCeo/1qKtE720V3KA2NEdpSmq+UVleOA9uFmgMtTYsqdHFblVOi0ARPJi8i3YZgWhn7jLnL
7Lra/2FzG64DIENgw2CGWHDZLURMaugjs5o8KUr1mIX2O0Cpa8i2K88DMtdhVsEijI4W3ysTg+Eo
DlkSylv4tDYxMsw64xI/r4I/f3XMRABAUzcwJ3zF2L0Jeq6bop1VKBOfytGfnFprv9gcv8dGxsHz
7e1/7ancmbKPcigtkeVTxX3CeEvPVA9Bvfe4G3dfi9p4yeNIeLcXutIRcUld2Hi2qQKqXd5VY15r
hRlZqmcV6nREPL96FmGqbkvfVw+c0fAQOKW2KRKnO5hNld3Xfays5P1XnpbfYOsGblYCpOQijmVa
044pF7fn0Mc/4FmLiI8lxVHQW10JZldCJvmaSokh7FkWZnFxIRnRWBbYV6+LdP9hHOBfB1WlrkSv
heYKwyyuGiZoVIBogzJMnsPbm62Sl7mTdnOeMdpO8UPgqrAdBLq6Zubr97WKnL7aBP29jnTctu1l
fYoaqb5PZaA/KYXQTrOkIM6/4E1WPvdl52FubqC1QlIMo2qZEzuVdMZaTVW8BVrYuXYfPpo4wZyi
Ovo2IOJ0BIcV3SdJ+qIHWfZoj0gp4BOQ7rJCmi/KCGS7qRwADB0A7bI34e5n1exPFNNHWslqrm0L
PpahW8x5GA8uamEnK2PY1abq2Y0DSRFvmA+dbcy1uL/G37ly3cyDSBpzACkZxy+W0pFjsRIz0Lyk
gfNsMmh4N1RJ9r5Bnxw8LvbrkKZUrgO9+Xn7i1x7SMI/4jezIDJqhOc7pY/0OsR8XoNdgZBQGE1/
1WZvnhKJYdbtla70Fqgn+Q/DAB38t7o4Zo7f4Dox1ro3OcX7nLb/UQvS5m+rG7KPicBEnoZQDfU8
0f7Shlz/bKLBfxJ2tHItXMknCGzUtaqOTAgYzPMnHsIoyqeq071Ar5BNmoz3We9Yu5a2yG6STK5Q
D/14+9Ff4+Uih2GezfWAZpnJvTf/pjfnsbA7JR58U3hIRVYz2SFMHo0BftOGWWUSbwhq92lkQTbD
kBtLHyeqTBvqf4KziWmNsZeV5m+GiVWIuiJmW+6oui9YNFp/K2SVeJbZARpOTlQAQ2rtOPstZT/0
aE3VBVbpXZ2iIKXYQu4dW3HQgC9d/avWpuP70Rz64zQ2ioULeB1iXzWLkrDNMQNz0vTBj3uL+esk
y4aJhImHT5T7BhoAmLI+wAvCcNSa6hEimBom6Q49+gmdeUwARsxtNOtJ+MzJ3mk2tgyMPCAhgD5G
L35rmS1+ycnoD8qpYascUS3PHlSUBH/A1LIsTH0i5akmP6D7Uxb4SdMgzLdl4+QvQulVfZf5k4NA
flh0LwUGHUg6CfnTN6u8uGvawJxbe5iSb9KgmDWQ3BxpDx9r+pUYcW1TA9VB3Wtuk1iuuoi0E1Mn
V5e18MDFPNlToWGmY0+fsYZvfxtYrd83sAd3NgO+b5nq482ZDviWaFOenG7vsSs3C1UP+C7uaw16
zeJ09UasKNhKCfqpWXDH0BAKoO0Exz9eZT7COnxTCm+k4s83MlLpui8VX3jYfjsHX7fiPbzm73+4
iE5bRgOKo6I5b9GoPV9ksHRkQ5rG8qKmL/clGti7KYrWruKLyMcqtnDBxNlobULBOV8F7wM8Cn3N
9gYMszc2dx+6vKM8lbaxFvouwjuTq1mHnb/IsckWz5fqe0AVTRQrXm5LsWmT4kOsjpiKx5ly3yR6
s1PdcNg5Rr6Ga7qyMJmVSzVB6IUbushOTTlNWt4LxbOYPz/bFS4tSZniJzWlP/Fzxw0unvCs6Nu1
3fhPzX8W8gCez4gWSHv6jD5YhLwS2CdCvlH87NQ2FSktnPBQ51Pyrq2VaNox8VKYBmtV947BnzyZ
tVnsi2gC8IvB5DsjUOlSWKniPhno+vxIc2l/ifAheurUODbwdK/z/BNdFPSBi3jM/IMW9Ph9kPXk
+zKbUp9KMSzrfSV0NBXqesjvS0vXMTkv8rTdEV7tp1izG2zMWisvt2g32SlaOGF3qqYiKFDJmAbP
Nd0gQr8xiZ4txe2ek5QDuB3zLsPzJnXfI2mTfJe5hkWyU7tIkSQpcPtYseIXGY5IS0OH6H9Z1dRO
6NDU+i/NnpXJx75MN03vPmARZtTviKJSO9ZaOb40Zh+IrQuyITjUtTnr+Ml6+Dm0pviZVoH6O4d7
SwkqazRHZiinu8cGFMJxiGj33WhGsbmD6ln/itPkTiEyEf4DHyqNaNgMJyWO+8dRusbHxpwUHjJK
rFPZTxY26dZoT/vWjYO9nYJI2NShOeL41Ij2ZxfCl9lGfYd2W6eL7oAwWVbvaZBHJw0Z9ABZyZbO
iVMypLcz2uZ+jjyKGih/IRMdv6QGgA2+Te4qr08l7yn4DY+uoHwxnLJGdsUPMZduu7D+2hh1We5d
8i3PaSd5MNwiuCvdOP6WVC3qsV3RivehCeEECfqk9DcDgPRgJU+/SBLm3UvLgRER35gmwOLE4j1h
kxpEz2od4n/i4iykRVhZt0bR7OsCUajCwlThdty7bOUy7rAhARJhcbF2lwxFVSmNzGqd+FmRTN3M
viy+QNsbt6WiFCd8cOTRKbPkGOdM3UM56SfB+HaaYu3Brq1opdy86ERARqZSoevCzBYa9hw/3+Qs
0uLzurGfPvM7wr1u+GKHi6exqTuoqMHouytXy2UpSC5tMpRk4sCaUA/OF2yTBN/7uM6fNRljf2Yr
01HizPM5ztP6aeqc8UGNLZW3n2rHKE3GDxrSvd9uf4KLWxTTEThGMxKDnjJl/flvUB0ldJxM6s92
4OcPzph0D9gAjisf+soqs6AE2cLMnmYUcb4KRt1VadWhwRhSN0l9TAt/R7HWDry6CvcajVI0/vQl
1RZk4UT+NxpelSrtERhOuAkG31lJ6y+vGIvGIhkB6KjXL3f+LGY4dJNaxYY31bAwQuYbYzbKY4ZU
9L7vcpveaisIxpb7h6RssJlsSosWz0zOpqw4XzjDtSjFLIvH091qawFN/R4MpXHAwX68j62+36E1
k+9t9OTXduq8C87vNlraM5yc1i7MaHtxNGp9NJ20TE3PT8cvY9xYn+zWkthZmeG9Nqtg5eV4R2AJ
dxYufO8HDQtefKgaJfz79nZ9jQjnv4QLliYNY3SInjQVzl+Co400hUQhnzERUPBaDwMsr1L965SE
ylHNlGCHQbR2KjQ84rDyK+5igRdFVQvlI/eNs/djKU6WEzunSGvt/djCytVwxny26yy6b8Q47mEX
eQgFxS6oNlHf2zUGwBYYiHs9tbWdzBAqyrgk/jj68Ip5sFk0FrzI8utahWUlbmuaXu137ZM50Q7Y
FF2ln2QK7WeL9Hzw+fa7nJOw81dJz9UGwIiks8nse3H0uellkUbC9CAvTFus7NLHyB6Cu3RM+qe8
ch5kkUBUltwHAbXV7cWvBD9Wh13DuBBgACDH8w8pwsx25UDO20U5yiJZVJy6YKyfst52/sJTA7Ff
ozZQpYzS8hlgUbIfcrNaMdG5DPnnP2Kxr10fO4kpCy3mOJ26HVyD3dTTFjAbdCpg6EcrsePK9kUH
x4KdCDmdFHIJdxlgH/QteipepaYK0DiZxF+FJdPvJtfbB7MAW7ttVCcJtk3RiK9kQbj9MjjBTTLC
tgzDciwZ2dmILCeHFgsE5P4A1n4lDQLWhyuw1WxKoLbFRkZ1jDVAY4LzoI6DX9FEytdaVroC0Sxu
T4mm9TW+ir3yY6jI1Fa+79xVON9d5P4MtqFIsjSA0vPvW+YDCWTlYKo5MMHPa0W5c+vKfc92bg90
J9WNyswqFJYPZrN7khJwtM2PLZoQfV9NV9dmp5ffmh9ESTI3k1Wo+IsNV+t53/V5aXlg+qrnLHN/
EbT6kx2mzkOvD2sjwsvLiOXY3MwZyCkovM6fPwLOWEbmYHmaFolHM0/xIYy68G7lNV/eRoRBIOCI
dTB7hvJ+vow5Y8kJyLZnlIr5N6B9WhJj+KxFuvuk5yiUBkqjfBWjUn/qsF14Jwb50EhX+QnLjFpA
TwNzH+i+E+9UPfU913eDnYqVYbTNtG5cQVjMx2m5J3RwJjN1lrizTPdwJsFO1hktr7eDCdxmgJQj
uEqYhfWaJPWV90JsmWvpV+jT8qDFVtFbUSFsL+7z6Ri4rnZUpgqFT2VITja9G9SSe3dXdY66csYv
w6ptkkfPySSc6osGf5aIZpJ2GDxrtd5uDRqAG/pNwyEIUgsFOaVF2zRj/qPKdM+gPvvzwEr7mxSW
WTiRHVDP+Y6oLT8O7cEKn/s6fNaRW92nXVneU7kWu6jUjc0w9RPe5r6LraX8JpCHWHkDlydt/gUo
A5Kk0HQ0Fls/NxpTV3MzfAZNQ0UI+3+LQWy70SYgji1A5z++OlmPGgI4DcGGKc75E8cqHuZj4oTP
si3ro3Dq9BSUqbHtKgdNI776yvNd1kozQgh6lsU1bQKWP18vBPGcjBX9BdWWqDXg9awH8q4YMNYc
E6gsSYje/Mo5v7KmSf8WqtCMroHTeL5mCyabeboWPetIH38cTRgO2FKlifEuGJWw3fpZUnyChQko
OdYbmyuiyxNssgAyQigKAulsDL3r+40wUD1uJkv8SsMe11NrrNMnKapsTSTyyi5gsgT2l/kdWJ1l
ZLJclD9zJ5bPKZugqWg5YUFkUHAb0cZCNPH2C5rf+XloobQAXgiwAO0PAv35+6nMcDIbSF3PZoLK
K4gqudPNGtV9usnHf7MUyF403+ZKefEpEprpqTY50TPYNGfTylw+4hyTboO4rld29uUlwlPx9lwm
Z4TMZbO1i0slqDBmexZTGRxhbCg7nMv+VHtsrvrfrjJHtDeFr6Kl1WRKVglFZW9bNQEK6LofHLXE
v83FWfj2+7u6MZgJzKkfZibLrawOfWc7nSqf7dE0PpZtMW27cbRR0FTc+7YP11pz144OlFZcOxE8
Yw63CEdhpTpG0sH61QH2HSBxNru8sDD3wNdoayKgv8Oa2PoXDznPkUG+85A0FM7fqT2mQQu5QT7P
zJgTMubhFtUKax+G0Y9cyLV0+vLSAWzOZ6R9g+gMG+F8OXx9lNBo+vhZakq2sUX20AzKx7Q0fuud
eHYH+Wik5vuhzP5UcoO9w3SHin42EQR3sChKQ5ojppYQC/2W4B4FNsKu6ditvM2Fzi/zXZYh+NHp
R0wHZNFiizaZX/uhSnsKERFIG7CmmpcMsoy66WOKsQ0oC/NOJaXZMW+m6dlCoQw2PuZMD5GOKjgI
KUP91Q7w1aapz7e2P9Xm3unldED+e2o3SC3Ea+2tKxsdIgenFv75rJi5iElD7JuTr9ARtvt0nug3
5TGy4ugYT9LajhAxVy6JKzGQ1GpmvDPYxKBnzonenGM4gcno+JJuWtV9i2iD38m6+wX3ZU1n6UpY
AlEOD3zGCrHk/OBvFsI2z02Lzk6fgyCCo/x/2PuO5ci1JMtfaavVzAJt0GJRmyuAkCQjKJLMDYwS
Wmt8/ZzL1zNDghxiXnVXt5V1PT4mMxlBArjC3a/78XOKWKetao0rk/7N8AGbjQoiWuCQzDEWbtbM
JkUvOj07QSSx2UVSgX1rOgkv5Bnk1rW9Srz3jaEQF4N/RQ88ltBi/LKxnnqpC/LToNQ2BWZSRCsj
SP77UfZsQAm8OiyGUzbqwNIXYEeLU8d4LMGzznCENtAyhZRuM6WjC9ylcqg7u7rQ59W84TfTbCO0
FIUvJGvRG/h59IfOzoLAnPJTnHbJ3pZnZz9BC5K1bba2gr+ZaMwy8oKoTyE/uURvtLaexXOLS2V1
bLE6l1C5Nctg87ND+NIvi92NRkqADuAQ3mOGz08UhzAeqHIUJ1kGJ38IObydXxvZ/Vz17xt6ZmlW
NNCbNw2OfE7hlolaHcEAipyBYVRuObdo4ZHK17osIhfYqJzXPqYBIlPR1uzTBzU20FGtlvNzgDY6
qktzuHK0+W6kAEtAQRR0bwhEFlG3NAgWxt4uEIPKCgxwY4JzIlzrIXlHiy3CHEFMgxOf6NMB2Ovz
SAVo8QOIzylPeasnWI5xH3mgrge9mtRlWso6SHo+hQl6gVmlttrdPAWlRQZd9x9RjVBO/aiOt74a
lNf5bJpPfj41jetYdXwqDNV/RsucmiO1KBDVddwqJUlsP+M/T/d3QyUS3yLj/E5N+PkZZqfSqqhI
ypMG4XWQDrQ+ZBWazHn4+TJfe1+wqlAMFGzF6IJEyP75OoFjluMIMYOT5vugMhjuigEVlARifV2D
pH7D9U7hcQXq69loaDcO22aQj8X855jg330XktKohaKwguypvNivGlr6MaF5fDIhlERB8DZuY0Pr
qRY7jefMwxuk+dzOb+tbbczTFfDHN6OAGPU9zWYD2obq8udRUJJKjtFyl59qrbfQI6qMd1oIoQP0
DJleDJ25hJQapEgMuQiPA5g/eWn2toem1JiaYW3wXNeKFU7Mb9w5zJfoC0Q/FFBAzsIzoh8uCEMN
iT1LG4PHukkm9OwCr/Uwmb2UEalSCwiXTHYAnjg92sdVDWlLDd1ypAsU2ecR3vWUWgqyvWMUo32k
rcY3qJSgQTXOfaggI1CR14oY7zHb580HcDnyCahpA/4ImpTPQxlDUzlF9yiOT41en7UqNG/TQKTg
AtQkwNEEcseC4ejh+FCls6ot0KClBwboSKJDBMp5Whl+l7hV3ulPhS8rxxYP56r5WGOfjVIPTI7Z
xWj28yWokjUAn6NN0exUQPMnNbnqJR3dN1YpNQ9KlOE19AHaA/hRe58nEP+4tKdoslmpVUPJFfQ9
J6x14ulodAgPGbKcI3p3AhutAY2T57T3S8l0tQrwWw5F4iigXa2lJZvlykKuCgClrRR0obyDsWw8
5BTUjCC+yE+mUuvAA9dzDYGYAHyFABFIDAdA2sbWBRiE5qtyAC5jNmbzuQAjS0V8XapvulbtEqrK
4fAo1xb0cAHuhF4LhCzzZ9/vi4c2nU2ohSh2vmltMJ+A1B+qoejQDbQUNruHYu08jhIkfYbEhCou
rl1TBfYdBLm+BahJleXGqU2MSkWGNJheEvQXVXRyGhRNY1AWmSRJwfpIuqax3ya9RB32Z5vjfLFt
YqsJSBsyniaSP4uFrUm6EaEHZj6ZVQLUEOwBCBqrooSIthLZKTqMZwuxXzc7uSc56SDfxoacuj1U
biMGcIiS7FEGHEsocdfaqzqO/o3Rt36HUksc0BqKJNgdYB6E2Al4cn+X/ey3FF1ywx599TIaWjEF
56jDeY53ga4+RHYbZmSaa3SC61oNmb1JGffq2M7oug0h9+vi12hCGk5+jHJ1vivkFBun6qtSY34q
p1cK2KxQY2qnJOXo0E19WkCMqYQ2dZk9QRyoV1mh2q3KBux4SDc40GinXWrjVGf1pfYwRnmzbRPw
XBCQX2aTZ8T91JNa11F+GdNWrSHXAG4pq5kA3Sq03jFcuyt7hUjoiGjRmC70xqwwl3leTBmL1diB
ynAFroUqMMIXvwyKCBjJIExplipmuEPvHuS7/VgL3+S5DX6BTTO+VsIOCklVbYKtrxSdCDokr2WC
6obDh2wGJA0QYNCyS1o27xM0ReccDlJ/AIesD2PZBcGjXwVosh/UHn1wgxUKxSbAx6kkVf4xTLKk
uAjaRB12sW/IvWdPgJq5c10U1z+vsS+ZTdQBBcYE1kMAeuRFpBFGfpxGXduchthOqVGW1k5X61Mj
BzVBhAR9v3R4akbNWYlwvoTj6EdA8xhK1ShbCHLmz9ZviuNgjuepPpVJqtGiA31xEaigPPT1ymv7
1W6yb55TtKYjewQnjsPM4jmbOFdGW/dxvdTfdymqbp2v2YD1Zvuuzj2sLQg7qtqfPtAiCsUzojUe
FUYUPReXVc1AsWe1b06h6HgWpOw8NUGC//MkfonhURawBPoUECVkQJZxXAM56ECXs/6kVNZp7MLH
VNadw6DX6spq+eZCCH0EHwrA0Vg34vUPRzW/BeVNoHbdqQCdEsOhBT2YKAm4SVVn7s/P9HWBIB0K
2BWWCFL8SP19vtSgAKiA+HE85SD5pbAJM0frpL23ptSio0C7/3y9ryVEpHo/XnBxXou1AjilbhxP
sz4q3EFPIHUmtNpriQpyC3hDTwFG9c4w4JbLEEpeyJkXK8HsN+NrgOMDBzJAKBxwGn1+aB2CYk1t
O+PJ0fK3wjGSYz7NCqIA2V453X9FXuJxVZzvETNjzSCz8PlSZh0nlVFL42lUlcKTMrPf15Cp4rU+
THvIkdq0Cob4nBd+vQlw0xR4tI5JlbF2J9898zuhNXJNOIYsb2ScYtDRVu1wigK9JuNQGdxsw4Il
0PhlK3P83bUEihCisiiKq0toJKheANhJ6/HUGJqXpMHvwbajh6qqiO37ntaFLNECbxqrLcAPe2Cp
b1osQ1JamnS06klGt7C5clz95pYwAcA3opCI/MfyXBF1WmTPnZhyc0w9kDUOl/EAYGOtIqf05+2E
IKrCudgBPgsp4M9z7lRpP+lBNp1qowUgLYnt63iwQNaogSDq56H+WptGzshEDREiFGg8A7zl87VM
QJ+kMNCV0wDgLs5/spXLro7YKye946CXLxriUqLQtkTImwkWwVtZUqRD1IzgpI0xZCqZLaO4quA4
BzJ1PrQlEE/HgrcUHQ2tn2kcwD/zaUYj6GUawfnSehzexrlInuF1OggHDtK8RX8vXLM1Ao52nH3o
I67spO8mEHcnTofvFJ/i9Q82UR+LXgsmczoZWqGhMQRqUyEyWmfUFaqV49e3l7IF3QP2ChKYiz0r
9V0vTYk0nZypn1guWPbCDEpPwRROa1tFpFo/HU8wfwDTgWUZuVJhhD8/FtjdCnU2cS2jjSxatFDC
0SUTHOM5KMQ1KTyiF0ZiCTrnN5iPw6A6xcrAiiss7gDi5bBQWEJgfFk6GxQ3jRHB93RqUiD9we0l
I0YLwC0qzfgr2NkfUrnICeLMbM2hfuN8hLdGJRxdfegVWzgfFLhmI+zS+WTgXAOVTpT/anOocDqC
2tc0Kn9+X6LGio5mNKAD7rvkkYPabt1b1iSfHDT0oCmtutUyrd2OA1rNf96W35h9FDdFVxOiLxw/
tUVA0kFJdi7T1DjNQFPc+g5q+rEDeVJaVWjiIj1Ic7eFBBwCtKRT0LU4szOqLCgTYHqqxrr7+Xa+
HnAEEB7ZX8wv8oLLdka9CnqQdVr9KSnyBM3DtUOdQf3TWA3whAMtKPSdROpmuZRz1YmqSq2MU62H
iTv0NZ5Z1eOt0kLXMOlbZSUh8c1T2UiOGCIeA23fEi2AVDwoNoJaP8kg7SFDjiRYXTjtnw6QRNYO
EC8HblxUqz9v0K5sauTKG/OU10a+S9D/sukCLfRwjhg3Uy/LfxbdBHsg8tjAwYuZWvJZ+02VzpM+
mScUVRSaIa7lnTzEtA9SZ9NW0N77eW183f7o9wG8CXUaMKTj6+fny3J0UPZKaJ0UZ0RDKLrO0QLT
StugQsJNmeuGzrltebMUvvx84ff5+Wx44I7f8Ymgd9VhBD9f2Qxb0ITUGFmoUg1vuo6gOpBS6H91
0i2GuDmXKJKzqLEBtJdT9OGUkARFhVfnIEGYLpTQSKkTa08NIkQQ+YX5yQZ3sOu3lk4iy8g3K/f7
db3B++AQBYv13kW78EBNAlmtsdOsU5VKOTfRIUStrokf/AK0bPIAdkjHHyKG49Z0KJq8xOk4iLjS
lhJrLLMkIbrsaTIApfPzjX29LwAoAGgQmQsUd5ZICr/HcBjBGJx9Ffh3xNIqjUFIueYmvnoqtJjD
IoFkBdeAvsrn6QI+CwrAqGOfJWQmT05VSTiJjx3wE0rZDo/F6Osnq0L6gM6oq9huHIA2iEaRohSg
9qsHqN8mVnGZwt2h+Qqa10+Qf+rUnQ2Bok0eB44XxjGwZLZfRxMZywiCwVPQVDObDKc9TZUBJS8z
x0GbyEZcQ4vVMLI7UHrPe9PM6wy8e6GDBghgz4koO87cCuNkEztOnz1YUEcAlUVXQYQ3tcyUI2lT
/HI69Or3dZic4Z6zFyuI9HYDxqn8tqp1J+Z5Galnf7YsFyea7FGuirAGJYc/ZszEw7wCaiDPBFZo
flC1BFJZTTuBS0IbamjJll3t80GplC0QH/FLVCqxDM+GnmVqZ3pdgaLOLPdNV8dvFWJSsImrwfyr
KlTzMq66LGHFnGgXmQpiQc+yoDcD/u2xD0gHWr2R1n4Zpl465D1Nw9TEuqqQaAVuamy5CmnvgxT4
IZBapQ6N3SY2E2VlPbwj6z9uX6EEKSJcDRE1FsayuqtYdRSaOCqe8lKtQtZMUplwNcS+c5IqySmg
okg0GGhZng9OKYXovssqMKwEutPe2/hZn41gT51Qeu4Ujc2anYrs1aBHvJ5BnUBkvTHRaQlID3i/
8jk/+FY6WAREtxAsTnXjuQKO7oC0AMTn5SBqHuyyByQfKNByIKAU7Z/0btZ/OXIZHapCRmJAg62D
LHkOqD7NahHvxkEy3tna1AKLE2d7SO0YYL+Ic5VgwEuV1bA+kleY5TziZJbmMWIj5GqJMmbRmpCD
CCs/DijwpaLigP0FGBpSktrnDQYq0q6y0jY6xy3I9B1zUJmWWe19o0sgwdH6dldbksaLCgXEGQx8
K1HvV0eAy79nQlEzRJV4EYxFM/R1dB+yRnmi3WdjiA6gMDGpNUQm0tpWd4VSFJSDezDC/my/xC/+
9NygpkXYCXg+ToXgkV48txlBcacDIuOMQll9HAurZ3VogswYiUbX8OPgiGOUtGI0vwy2gbMO4iHY
MsA9kAP4PNhSCkMHA6WeszoMbkwboxtBM40HdSpD6zvxXSymmORJWbyg3bla8fLvAeDioQE0EZsH
PlDGUfHz9dtaVQbcgX6eQxPIvrGzDYnHqjFcjvakXChxiPS5X6C0Skw96IBt740HrdHtBs23VQ8N
AEik7nucMge3z3P9onYGcF/l2SwPrETACW5OyEAgT+v4uTvEQQOIMsiNCPgJO2zL0dRjphe6s01w
QkR4P0MwgClKXoLQDUUG6EJDux3pu6gCw2NgtQgEfp72L8E/hh4eBX9A6AwsQ4tTltnG9VAjXDw7
SHwD+eZkyDc1s1vWQ84hYxKxn6/3ZX2LlOR7YhL1aiBTFiMeSKBPh6iXdm7MGgkfIKmFIsLQ3lRy
cZPUsvpQFYPxACnHZqUH5IuDFlcGR6Mo/CPQWVbzUiuoLQ0652dj7iamNhBGT/3h7efH+3rkwFUA
qQStMcYSlYzFeGZONg5qWWnnaAqKHczdcCdpA7qugxqw3Tm1aZEa2kHB3P42puTebvVoC17vNVK8
L6dncR84dSMlgZASBe/PKzst9S6Ogk4797Oq3Od6H7lOiaJp2ErB3c/P/N3AfrzUInZFhJzpOqzl
ObOR7B1LKaOIM9eQo19NBfIdONEgOwrGYcB0Pj9QZCky2Kk68xxOmuImcpRtAcXXoC865ZuuLJVd
oGrQCZO7+TglirJiHr9mTAEQQ+0AeA40IWA8F4FXpA8InkxfP5f6aPPYzrwojFOit9UeoOCHPpcv
mrnfFnp92VvR2tXFGH42VEBC4QCE3AQcPorhn5++HyxJbvPQOM/zOB+7RNFOoCEOj33SzgwMHsM+
Scv8ItHk7DeU5m/zIhLMv3W8Fn4LN7C4EZwWRM8dpgFFlIWbaJzOmi00iZ3lGscxolgDkAHgs2kv
a7x2ZWaQuCVVPpYatUEL+DYE3aaFjUVX7tBMdG7LSIFQthM//bwIv2w8XSR40SgHX6ICx7ecnyYJ
AGkH1O6kdlPgjbJxsINJ21h6oRXQ/cmmHbiPmysjARapijMJaZ0kf2wCLVrZDl/0MsQhCl4N/ZkA
uH6l+ZGDNleGskquAz2p1e04A3FD2jAAh2PU241KYJyS1z5R0xso9DRI181Je622nbZBzJ0+RUqs
A4qMDDFyhbEThBR8u0hdKBC6WTNXYtV+nE7cKzQ9gCNAdzvQSsvjRDobRZPFuNduNEBZmdhpS/u+
UrxMkztPV8NiGypF5qlxnVxPgpoS0IueKUOSUCQ912hUlOXygmwKai4AnoiuDBjrRUAAIt0IgCxJ
vZag2wFO9A0y0lwxf0N0AizlpisIXArzMVPiC2PGyBX9Rh+TlaB66aNwE2hDgLopGHHQb/HO0PEh
yQl3LkkOakzXA0ALdCwgzNgjLNxljVyhHac2rxN7HImaKCt1wi8YJYRfSHi+t5bBf2Cvf97mbdca
vmVm1vWsXkXpsVEuC9Rjba1jYKFkQr9MB/FuHJ/N1oFg2v2EXi9NL2lgHDNrW9U213OFOOqvOI89
Oav5+yb7U8rw/3+y75fla37d1q+v7fGx/AfQfhesR/9v7XdaPBfNv/yP/etrGuXB//xOA178gj80
4B3zXwFxQRbHAfAPobyovg6vTfvXv+AVGzA3nIiRxUcvAmb3f2vAK8q/oiaNnwFEAyBU0eULBqM2
/OtfhAY8Kl74ATBBoXSEtNSf0YB/F4f7sOMB5lahFCMo0gE+BVhzscNAnh+nIw4+ntlnxOj3cbCJ
6j1IwrJs29bMBGc+KHZy5Jx1qIXJm7HdmNoe7FZkyjX0TexyOJwUlIQEjE9lBL7ZjTxQzdzVNoQq
uIm8kE6bklXNdR97muRJ/qZOeG5RozpkqkBPsdB0rXhX51ttOPjmdgi531EjZWbrZeO+BCt/4fog
eppushpglWO4t+6am+wFnOdv4yPgH/rFlAEe/jDp28xfaxwwP9vELyO0COFAPAMVhlBXPVvize/p
1fpV/K5+qyY1fsmvfUisJ6Vk1lPxu/jdveYhSRIyP43Ax12jkcF3u+l1igDswLYlRYdeqc0Q77v4
2UyAta68eD42Gp1idyqA7QCtEShFH1LpDTELBAdCMsZXw1p9453u7YdJtxfRoJWWjeYHmPTBui/r
k51uZHtvSLelig5WcjG/SSf7vjtkN/Nd8qBxKSXJA8ilqp5CXcCpKNga0QZZngefTGB+qtEVTDT8
4IdNdfXH/fxL3mVXQLm0zV//snqbiyjnv+g29ZUFsixc/wMskDWrsOy5+O9nFb6Zc1DjwCOL8jWi
TJE++RATZAq4cMzM1Lwor2yC7rwUQgxIJPsmS6Z2jShh7WoLI/3vvNoy7BAWD8yX4DVCMgBN9EtB
0VqfiwAnRN3rqOlNFMqZNGYxw6anDoeJpzM+DBox9HizgBkrOQEEml9N7scbWEZcWZrMpQ8aUU/3
Bg6yPqjdoP8Tsp4pGJCIcT/R9gAcYIvGxBv7cXzxIX9yi6gavPP4U2oBeCPJrrxGU0uF/r3ZQ3eZ
9hTtspFCXljUUm+z1+DUopRj0gAqsLfShWaRdh/dyujrs1A4IAjJN6n8b//QSzJaBJpBQwzQDzrV
iMWTgiCXnDQ8bknrU/MmOLRvYcakW+kYnwdIdiPFvguugof5sRxB/0Lzi4H150CnfkoPPukO9Z2Z
0jIlB6sm5r1y17z0XnI5/Rr2AcvOFUGnX3RGHztKKbJBbjR3xNmlonNKC8iUxnQI3fkBtbyQgTY0
egvx6lv5nD+Xz3VMhkD8r5XEvHiRLzS4XSF+gRumWnmL5DRQkGniAR5bg/cH4hiQbfit7iPW2Cjb
EZFlum49H52uKLTvAQROV1JN69O8sO//nOZ/xGlesyZLver/aGuySGT/YcwEcSTYE1Xk+oRt/WCp
q35U7HBKda9Ug9dB1cGiUEWktRpoSYHhi0qavnZgXLvkwjn8R1xyme/44zHR2IdsEPCJqIl/fszE
UJMKwDndAzKdjqyhN78AGryg3cphePVCi3D4b76Q+p3Tg8gMDiUoakFXZDGKkVqEqt1U0FfwoXSv
2cVAcgvKXkAvbNRoHN2mHION5aA/SAOjoyuhNkRqMzFIXU82F0ySUE6Ysu2kheUuhOgG1QG6Bulk
WLnmBMtbX1QlKqOmDZMc+0nO/ORmVPUUHGXtWg/3EhP2PkEfH2cxQXmTmFEdxbrnaDSj4UDkkc44
Nc2kAgWRTdOeBjlLIwZn1oOfjcj3IzS1qis4Dr8nSP5Y4zF/TDNiAXxK15zut9v04/0t5jXIUhkK
A7i/CZH9FgR75dZPCWTO4uv60r43N/ZGvS9xNrAvh6f+OHr1MVqpv6xN+ZK55x98yo2Ff/vPnnKx
4hanQMR2/2eDLRGRRZjlsiohzKseK7CboHvpsekIwG0rjn5taS2TxH+PpbX2rItywd/8rEv67Pdt
Luj3VaDZxH8Lq9X0YRrPIO307u9lenkZkJY8PNxeX69kJd4nZzl5H6+zMCeBnYNiT1xn2gXndgsM
G5F3vhds2u1Tua23aI/jJkWAvG3ISDzJ0yjogQhiu0N5kZPHxx3jksd3Jr6JuuVFSX7pxCQ5uYBO
FHFWg/qlDPyXgVnal3q0owr9zV6BZPYZ9s9Hm9TJccMrJeQJrQoqb+uZ5qDLOZW76rKWKSQwLXQ8
3VrbnxMLa/fyXtz5EBOACOLvdi9rC+bd3364l791wXzrtz8smCVTvREGSEVmWDC9C1ouc9f83sLJ
FJ7uoJ+er7KSrY7xojI0xFUjoyikey0bn7OROZfpDfgGDOAnQhZGDP4OZfTWIvFGi6ij3SQ9koe0
YugwS3FcWqtsr+2Y94n4MND/5TtmdcYW2f9/74wtKUSXO3SJxG3MzumTCCskz2jhyTgWU3+j60x5
02iYQKuTSWtkG6urZGEu/+6rZHUQFnb1P2IQvksgAs0KYjfRh+Z8aUfR4kSZB4DCPMZ+F+R36Q7e
8TdYftm9GzPyGnDSsIbZlw/01HCNbK6vL1BOJRPb7Cd6v2Gb25hsfjaRQAZ/Ex18uKmljnzatTY4
l3FTsgd4F4OjoebJIKMb3pheN5GehT3+1eyKfbPDRr43j0B8nYo3iNRRs6TSZsLWb12N3EnuS7XR
HgzWUWfj02oDLUBu3/o4nJx8frpD6/qVyaGpRLTNFm2A1GbmFok0Om5sFnktsSg+eUu8K5T93HEf
uq9guuEzbVjJX+u9DmG7myukpiSO2Pm1OPpMv2rJq0S9beJZvMcAmoTyh5Yk+PUJtV9s9prC23Fa
kx14Ad3wCa76KfAaF9KpeDN4YunzlXEk2eHKZhY3+NaBh7JoifswWUp447ZE3vbUwrd1vAPd/zTy
/EP+K8IlTWacrQuRLlM8efsrfmt3nfsLGms7PM9zQp9NdngY2K8Lm/xCeov+ujpn1IOK5iEnxRYE
pHDG3i+8BFJ4Yux23CZ4u7ZLRe5NdiG8S3YX16cTEJYEgCxi8n3Dxcc9aLDJ/mW8BG+/29GaNbxl
+46+3Kkw/RkBazWL6YuBnwNLNq9ZfshI797vO3JMt8DsMjgINtD74z7e1qziyA5dhod9fhC/rGS1
G26HXX9fQVSAlAUZ6LSLD/G2AwiTovJDul1MIYZ1pSJ9GB+mnXYpLivu0Kc+Pu8gkouPhLxcPBie
f2mTx81bR+7u5BNwuiORCakOIFnEGJe8YfI9f0i2LTdJz4vtQ8M6NrB5N7jWEcMs0ZFsA+JNZCKb
nG4GPN/KTljgWf4wi/93dy4Zd8sOYDA05OmeQRqe4knxAEd3W3gRuTyObHbzw8DZleWhMXn30Gy5
ssMtupPLKVuJ+tYsxbKH6z/FUqyNz8LR121Vtei7F+MjFpV/tC4HfgQ1Jqnob4XNzCEZ3T1OB8o1
D3sgJ7IbXB12u+vTyvCsG61FmP9Po/VPo/Xf02gtYse/56Zcsw+LBOzf036CwPCbqAZlLSgyCVbN
L3hqSW/9OQR5DHxTzWome8I/Nrx3e7fjHZ/dGV+zu9EdXdSeqHht2lXwku37+0RFSrwG5JpbPOZb
xVVcezczlSrMcFUe0ownPOIxk3i/sc79pt9I1GQIaJiDrxEiagNt+AR8plbt5ncdG6lJDh3jPTd2
PX8MmMNsLjwpOGW2A5euJ3hRQKzcAd+FuB5DnQZndkQMKaIaWNOLmITk9lGjjyW+L474CBq814za
VwW84znxrs46axEY9eRc0IPakeTgXFTPmjfTAzxtTg5Xh18PJpICIdmkCB/uCuKQ+d1rw02/7O8M
xArIZ1gEEeBEDXLqyIsYmzdxQ9dvcN94fcDrIqh4eXlBNXRHY564gZt6GYJXnUxu55ZcDAvaEm4r
Nrmmm7HSE0EBenZY6v3stzGfK3O9COUjewzzoC6Q+cfsdRi9jtr4FDOvwZWLmdz3TFQ4xTTqu4GX
23xre+V2ZBPXXBmlRxVJlBJReMQhbOUGPHRj/CtHfj3jaJjGhGvMckNMv/he5UEsE8mM2I14Q1O8
jne7BY34vMm8BK+Om+SIMy90feTLrEBII7szQlBQ2Ryme0jp4n/9UvFqPrjNduYTQ6Tvc5Wo7siB
x0Y0XSIGw8PgQ8FdRdzHY5j4nDiiN2Yh4q54R7N9xbVL01NcGYmgdNu7JYOuCSJwA8vexswUbkvV
TUlpDjwNDzekupG384V2Kg7VVj20Hg15wNAxQmMy43aUXb6JCEF4zisvdzPuDtv2or2QXZnlO/ym
44mhT4iGOyiuUQggYAmL0BMKNTRFIInAkEZ3Pf6d8oKN+I09qsmQhqLQhWAtbzEUe+SdEICqXsFt
buLTwgMhaBebB4mBjXVwDpG7cWhPzJvpsnNJtA22FNw+Xri2fFZNxSJh9U9T8Q9rKtDP87OpWB52
/U6XEjR9i+RYA0PRcNPrYfBH1z+N/+YYfOwlFTZCvGLcgzAB9kFhMp+wA31PphNQEjmL3cyT6HOP
AysWLd9G4He5b3Ac6NjMMxZhPVvYhClNvR3Lj+1x2Jr3I9azTnzkYefddAnYAcOuCHjuogFLnC+w
eyeK4j9+pX4pkwv1Pjy3NN0529ZrPWw+V/OAvtqGF8UWRX1qv+8cWDv+s0kFJcPKOC0qGnUfo5tz
qHVPQ0pA7OiO4iR/HKhwjx03nme3ZyXc4uwa9+l2hlXSYSE1Juyk+DApNIVp56UMOF5YTJ2nrPFi
N8S4Bfg7SHA2AfcZ2tDwNeCFF+winrqNV3nKk7C9CSxrDvsas8ILr8XPZUCniPdGpwjOF5A6Vh3x
c7C9ypP4Dcomdiv8fMgwNzyjPpMw4P0+88S7/nhn8yreUeAjdMWfwS51o52yqTx8xRUjXtHGy3Df
EeYldSF9jj8T3FnCM166uCc8Yw4vADEB3IGw+j4L8RyZh89j5onnEZmLYBezeVOI+3HFV9wnnqTA
u8SV3z8vhZ8QPwdje9FvMphcYXYtBBAWEgoRvUq2GWKGA0TsED+kxDkZu2abnuOzfl9sYb7hW9uL
5kbZDWx0QUHnde9BzoiTvQhm0E7HFNZ5OWZBpyFN4OU6Do8B+w2SHq94t9EFay9mDutOhXdRMV/B
RqzHEXMgY5f4vKQtranMwAl2NqiCgkLCQi5dRW7ihjzkDETICE4kJsG9C9dVwSHUrs+nTeoFcGmT
O7EMr7UuMgkioNBxr70rXHXoiTwFmFjgBND0eZ6YQg+2W74ZCCx8Gh5BDccmYlyhtrsL2HUB1I8H
JUiae/Y59iIGN+/Dr/kUQcmEvcXB+kENjCRKMg6yQAUFr4lnUMerts2hOVje9bGCq6zhxo4DfKiK
G69pwu4V18BDNxighpdY9mJ/gTkP4KfE1WgAINR+s3e2A7kTT2hjYHDLuH226Tao58LldtgguFtW
844VSG2V3Dqh5xHXdjiB6+sJsZA1mOntxoefR1y2QSp822y1XXNQPPVefzafGzY9B1iZDUsO9qHf
bHGuLugsDtpEpQi/MrJHKocdZ/fe7bl0xNQi8gw8oNSupN3opZy+gdiMvr2l9PSCcjq9vr14jMnt
7UBeEPX5mDDabeJb84LtRbSnkJmcRYqlITfiKhX+UuBaDsJDcGHigi8vd86mZkiDMLHMKj5snKsA
M2xjpCrE0xOWlphSg9l4e+0i3+QNm2JfYGKELRSj5WNqKqyDiaCdlmB1sAOAV0jvDa62Czc7zKQI
x0FShVUnFhOq5VhCPo0pgmUsBwhdw7jOvEKcSS2v2FqegoHTdua9hNRQ7uGx6IXKDDphYA403Ij0
HuGOxzWeXQaXbwVPEET4WPs5PoBrwyMIQ63huw6m0GIgnMavkVZSFsY7/GVZyPtwIlmmdPQS0pv9
2KBO8p6tq7j6fiYRG1ZEqGJToILyfj4Z78XZQ2zo4gLOxw02kOV1Z1bfGK7CdKocFBjY7iLYW/h3
u5W5FpFgo1Oxd016FGGqcSjdJ4V0t7BiLL98j1Rh1YQdQ8Tq5m6y67wK9g7R62m67bz6Glyox8ZT
CKwd3gdL6Cn7/8Xedy3HkSTZ/sr8QI6lFvftRqQoDVQVUBAvaZCptc6vvyeKM8ZiAltpfad3p8eW
RjbZJIgK5eHh4rgfsGoumGYOoYEzvFVM18HyRWwzYihB/ICbYaCh4U2/F4/iMdg0T8JO2UYbb6ns
2ofM6QmH7zIsFiJFZPXWgG/AdCHTwwLB3JiWxcsQORHurQpd+OOzOfzJ28ikhMckw4aF2Cw8W8cl
Y6fEAoywrdeC1VP/1Nn4Vwjntvie7ral6rJfQzM78dGz2BzrBQK2JgJ3tQULNr33zBg2NuLSD91D
6TRmAbszgH6L8PmQAgskalAvIS7xgEd7hDS9lJTCrC4hnjgnnKDvVK8xnJrcFPfw43D/mQsUOsIS
0VBIIcKlzLrF763NTrpEqJU9nUw1s+g6+z+EGfHkFwDylAjGwjuFIMJmcIKbATFODp+YOqhDxaec
f1hoLwrdxMKq0F3YDB9SLSA+3sCs5qFhDaeDu5V/7oCFtLUNC9JqZzXmwXbHl0yRZPgV7obNLPEG
IdYeu8a+vbdG+AoGfA6JsCvMrqsBhW3ATfWwIzH2HD0Eb5MHqLmlSxO4MzgrSEIC1cYcXjieQIyy
BEaNz2fuTrPkCYUGx3XSzk/ReWcWHD5Se+rW3NLHZT7/sONV69TUWKY7HmDJ9NSulC2OiwXdif/C
7fGQW+5RRXIAorRzTX2J/86iqAOu+uNB7Un+EGEKzIlQdrop4T/2uEb37pI74GFeJ/ftol+zh5kJ
HPsE9GbCJzKjAkaJnZrBgjmDIy7RKzzvalmh/CEgeIfwg51GCKUt2hvR1qw3JsgBjILO8eECwujA
FiQbVOnd5M4isFNK448GgWodp9sgEVLg/AwzgCjXDviwCkLfIcfYILbb8sF3mFQzD7l4YLuNVxHO
DmT9jj1D3B37t+xvdVot2P8ry9ARD+zlZN6g78CNgjeIf00hdjMG4ayPPS0T/+1j//axfxZ4CHPu
xCRcj2JJtG/oEI0LYfyyh6OCkffC1KS4nQNlzjsvbDYXAIDfzstv5+W38/LbefntvPT/x/vIvinQ
YxHQa67LJLMjcEniGUx9A2qAmPTS0WATzxQBzo0xAQj9f40x74RNUgW/nbDfTthvJwx2128n7N/v
hM1a0ZNE1b9kRWsz+nhaosHzRZQYPTIlHZXPeY98yRLn6Ua6YYlVhhxD/pEgWIHsrnLOIebwTTXE
jUdTtkTkMRTEmkbEYVh8+0fUCDg93Xz7YHHZiH5kBuHfH8YVwtuol7QUp0PYALwNtAfoMTM9wN9Y
QIbFPH7EWdfMP57Dfc2udJLr+M9d6Wz665xJv/CM/pemv9Ao8juDB+3pWOMg9MabQsi7skWfmrZm
wo9oHeJ1LOZ2Or2fBvqKoCqaiZMT/iI3EU1fAybY4VeJhdZZvA9xqOVovh5GclPgn1YUQfU7jtwA
SrBKb9KbytFv6wfxVtpJ234v3+VWjoB2AeSIhnRVhdASub29fUOPKXKLqGZMbhGKGlfjil8Ck7oa
ncJUEOpv7AzRUd8WaLYcAGYtTAYJ6eFc+zbBd7dkXD3FRNt/fh59ckQaAHPlzPfA3H8iByBhDRES
e6A6oScG2+Ts9WmNwPemIS59fw8psB/I/CH6fyrNE1IbiAsqbMGAcAIV0rDf2VfY6vcn7MV5j/DJ
YEo4/wsGKti/X89Mfh9FvziZiW8fB5ER6VEjA6vMfqyR8qHPndWbGXnUiH2HQpwHEOiSQ0/uzrXs
DsDLxNoQ4F82QNDco0bGAtWJCWIcwtJ2LZIrdorkVWgFSExgLSFirqd3QG2G8659AvsSWp9z1Ehn
OOkXo/piJROjugfBtNKLyAeoz/mj+wGYtdOttGPwou7RzGrf34K4KCW9D/5lgtJH3iBoyc2NRNvq
RxQHymClCFk1Tf+avalI8pkcsNgg03NR4UVROCjuVavtSPt0/QQkBvO8Nu+JoQ4mMHSZdXE30AQ4
QJ72g6VAE/omIGdkeiTYghbpPrETO7bQOv0YHf0tSHWRuQuQEWIxbYYPvj6nc4HdtTlNzHpQ2chS
lLPcCjJUMkUmCqkQya43OnBcLJ8HQAypFmesCa1Rxi9YGZBAwkNnr4BdQsUUMpvIAlbnpAzaWdMQ
UwUmBjmiDinMeIucEaym1FGeUKI6gzxGL6CZPWVfv9DLITonawGH+bNsgY75siQt8gZbBvkZkLJl
2QGWH0oBXOos78DgSy0yce4JuR/g0eobhkar7mP8ztLbLMnsIv3M0ukMzsTS3wxkz+Q9oAmy706Z
W55sSnvvrjTWhWwW6IaOwPOwCAG/rpDBrMxg0yNK96LejNaCQX50muO5R+IXp6gjcVoh79fa53Qa
gtBsxvGyP8OSDDMCfk2+YXiF1pJWPEyEFIniz9zp1u/vrvX5eb/5SJzDbRqRNCW4f9BRgYlffNzB
46dhVkCoseg4i3mzd5/9Cu555OfQeHrZLNifWRaIxcqRXkRwvTznk5Gy/RfFS5y00WnkNHAHCSKf
EP6MQUC97oJtb3cvLQrCsmcB8WkAVQLFu1pBYxxzOpCc3vPkPjHv74+ZmdjnFUIn7t/fU9TeMS16
/R58byH+1CnnAs0LOeL7NGilBhMtDvGNDD5FE0gzp3UyhgJzShzSuBEfZgadey3PtT8Xo/5+Lf+n
XstZeZhA9v8UeZhTxuIk2P/vuy1zaveMDLwQ3N9q96+ldicW0l/sVZ8zlM6NIi6k63/CUJozOsWJ
ofRXMTrnzP5pu/u/rtmvsWjCF1MVnbBZRzEFhQkT7ahkhYemIzD19P1zC+TOTdYvljfpsdoKC4C8
zQ8gKayYfERbD5YcsAdmcw8YPQ1WMC8WyQrYHgKwD9y7t54qTgUsGXpWOao9bjNEYkICoF67jc64
ipSyKgP/3oDlHUTU3+cOuITCfVmQfQxPD8WaM6bs7PIm/tl/2PLUbxPZ6CcuCCBfAOUXK0W4uNN6
UiUBurWiWHag6V0DiIz8oJmPzDRnWNjehDFOyzu4H3BAokW0Vs9Y0YI2W4YDDW1WJgIqTxWUKQRs
njHD7bHiATO8AcjKTrYGXH4GOWqQIWeAS0B5qIQzRYdtB3SmJBNIpzqKYBuNdd2Qm13cxFr4j1qc
9C3y++LkJvdu4CMvFdFF10GYQCHr/QlxjdMj/Ghg73hEQRznVkbEpaXn6OStc7vPUS4jUPgjM+4E
e7a+aICLmUyuSOGik1GsYCY39nJ1vH6Gs8ucvJn/jctU2I5eW+ckUACmuEBtSoRqCothSaPdiCCN
HUB7vbLgy+tyJ5KXp43joX40WC13CNmgOw2+cvMKsCP+WUYRQ2NhhcF6lpxqKdvJrbhRF+paXyRH
D03fF9d3j83o2ownr+PoGlqm95gxetvaawT0rn/8mebw2udP3PwazGqZqEF7lGA4RjHQQKPTKysm
EzYy5fF7CgSmsmAITYZEj01hYQtrBhtnHrxv++ahQnvszxJV+YhYdBuJClAOLpFofBitkgCcRtrO
cg/XJz6zL8bU/+1VnvNH7Euyf0Lp2H7Owf7+1fh5JaZt7vOi92upwADrGlXEIEww0S2LZojtIYTK
kTsmGSN871fEVe0lcVDJluIvFPsV5B3kAz8/btHr5r4kT2B6IiXBLFHQxiKEPrzwVUkOeAtR4HRE
HO8TfFGA5X3OnK7EduHK6U4Ztbh85ELexyKgVQZM/tEgjwUCwCxa/Lxlf9Oa4B2CfmdFUJsndnic
UxLz+mHN3Ttjosb/+vduyvHwR+/dnPhOFG7zp4vvROn+Z4rvRF3/d4nvzOs4ZeD7Q6/jnAI+R7Iu
zLe/jAIWv98VJKI0MLswPhLonouJpxEnVIrayc6rj/KkysnQuAfBxgfoOnqEiXIPfWeiloIlqWYq
FwSeKYyviu3n4JMEaTzWYsZJPeprE1rsQlQUjaiFHaztubPXTWJJixRgewbnN1BM1aPZFHCeRwWF
UK/r8uiBRbogIOir4MwUqOliGh49NaRFa7pPgKTbux344alofoZYBXjg1zzSvyFJUJWTmRI98vjf
Ydk7rNQoRMA+sPkFGMqIhyoSJGlYoDW0xEUE/yexQysBxBpfRPWHCANaNHlTNF+YHV3gC9eVLfpu
zmzOxCMYigBdKF2cjKmhknpAMQ3T+OsMT88As5L9kYfq3z7z52oaVluDamP8jUYe/5nFYlXYPWrL
JZu9ERlhtQHPBr6zwF8zq4lV4rB6RPZpzwXB13788G/Zv0H/YDiFdygBA4ifwfxzJDOQMrREJAd1
gmpD2qO8i2XZ0XKL/Rlwf1QkoSxcQ8VAey6wAG8VvmKlxHB+oPeFlYAHqkc/mutb9l+8Tz/FafI+
JZ6QNFkEceLhJRXk1SPLgh7uQHTCTMOKpKbN/oLJSGKly+fnh8F8kCg61+Uwel5e3tHBBm94SN73
n6sAUp9TH8KQmHNnOyv4zMK9uHX/mwT/27ZRuv7zFCePalG6aZsnOMWzOc8iFewHOzRmvoX23fIO
NUSoJUIB+dnoD3C+d6+v4Bcm+8/TCa0HPj509H6K4A+7S2bhoZ52s/r8/EQt4XFBPzmkY9nhrkTC
7jM9okQvQIlOjjq81EGBG8vXhqujbw1kRufNrm7yov9nrW5eaU3e+t9Ka1ZpTVzDf5vSmrUUJj7m
n2opfGtoGwIvgNBGEKVzcOJCX7quGsRDj7cQrxToi3GlMyh4tLobyepFtcFYu5rR0d+2nNUvhpws
NxC5Wg1FDOlrwnvP6+hKoZcgYKlfZR/lp63QOkkolGYUJYmdjuiRKgtoNSpHBBxQj12HRvtFklaU
4/PbpBVfc7+gbTqUjqJFFTG6lp+b8bcGw88ZyxNTLgmjSHErKE50ImlRhwtIjk/zpUSGLeKDNQp7
FznagNy/MFDCauehP//MC3yO8n8x6C6mMDHoklIDxbWMKcCxZir64FmsUI61s4sJawvD6gY94IT2
sK6OnzGwENdtAJFZRddmMLGakr6pIr/ADLbMO37fb1lDxBsbPf1q1tXmfhWS/cyQc/s+NTv+/H0/
dzK/tuqJPVHlTd1xHFYt2AUsOeDCCorYF0IdBWAFhTPivrDGCOjk05LO3KGOj5mGCdmnQBMEJgAS
wwJHwqxfBWF/RDkAUvo8Xd+p73XdhXhMnvZebzlOTDHNE17rV2ZhwiqD2YmQBjNpH02npehHlJNb
1mTxTUZjIda20dmVzA9hhd2LxR2zBNjUOxaPoShEP50+j5/XZzoryOzMLxTOny/Is0c6eUn/TUc6
pyYZa9nlRv371eTcbZ3o9cSLpC7KIYMJ2d5uZuK8Mx8+xTb/sQ8/E01cueVnfMSFUIa9pPBuhycJ
t6XCBRbQpgSNSWi0DR9qsmFV8AGNdxkgVQ1ajqG/Btp95WSH5gwM8fTOMg5P1vWbMnenp8jff9+d
FmaMiGkT+T/DiJh5jc6bd3Fif8JrNCskEx2bjIGqgWsZQsJTtBLzAOSFtYQXoKKs9S17Ezjy3Jvw
+R0FILoBAZDIdnfAIjrAMh5Rm09nLJPZOU216V9hThP9+mdepj9Eh/l/m6ouX+LgJf0bacqPl+Zv
2effjvVLHVR18Fb9B1BfMuaYa9SXWfQd3yX7rh98l5ygaH8HXSpoaFRQJMuqji/9ILzkwE7zd10G
5YSugdNVAOnlT8pLHTSZPCD3kiGLosprrBHKPzkvReHvoM5Gb2xGBCvp4Cf7I5yX7I34qYgVDXxt
qiJIIHXlDaTqpckd05ReadTSBec4J8LQjbySyn6mObVCXCTUeQ2shh042cfxeLFVtz+GuCQ0ZHbc
ZGBNw/aAWk0CdeeU3j6Bca1UXikfwFeTmZnmI+Kpjf7y+ijY3l9HEQzUJ6CTuC4hKIxihV/fdCVt
wyZpan4/ctKW04oPV+AAQuX6VdS9e3KYrsCdPfOO/PpyYksnY04s2KyKy7wPeX5f+S5JfA/9d6oE
LUd471bP/0E7+/ZflZ3++hL8GEwG8SkPvmkwO6tsAy7UcsYlblsbGMxPO940gPoHQ1w0mAFKG44J
3/n29Q0VfsXmnAdUREEXFJExxevTso+2qaTSrTVxX3rRQXTlalO6xTKNoqXHdXelPHDLQMSbLS/c
ZqfUo09mJsAk8hfBEcBTrwiCBhYrA4SDEw2cSflQGnUm7jGUtGlkcRcYWe4UXKctuqxBBFSt0EOn
zURT9dP6GNmt2MASz9PwIQjSJbesq7beXp/VlzNHd1VZwa6AWV4Ea/TEYfXAQiXkcaDdjnIDfH81
DAQAJjSGyrVxoffFnIxNUKs4BgyogAVZBJuXDrrxybmXrVqpejGqt6lieHTQg2MpcGshyQs7Dwd0
hqrF8S5OQcXsFxxVOrSX6Tr0hM+HfCmmCrq9JtnRazRt5oH8ok8wLxTZSQbqikHHO6Xe4sU+6hJj
1G4zHlj3WFmiyexzEjaFBQpfwfFVftOUY7gYYqGcCUh+uyeGrPKqKkEr6tP+K2XsaVXTYmzNqzaJ
Fn4aQyvdC15vY7b9g2Y0N36NBlijUsqWLMne0kDoI9Mk9Npvh2Fj9K4448R/JxeGhmwUWIU1Qz9H
zy+uJydCv3qFiGPKy+iW18EXW3vNR8TJT2mlizNSON18xrSj6xLTdSLPtv9XZdAFrit30IIH3Whe
jEJcljlnt1xx1/fisz/W932AnqPp6M5ovPOlv7yTBp43ScAzZogSeBKmCcku8HOUu4zCQTaOgZaB
K90z5UQi3spDgyuA6NDVramJgvZ2Lji6g8CU5mpuzg/GlzmIMl5bAc8qRO/XxYOYWJLHThQOLcow
thpoOqRXWbQbdaeUFLLwqal2HyxUDtRiNM+ov3RHEsp/VD2dt+JiGhP1FDOaeo/DNLxPVbbLN6FZ
gJKybCmnrdSUug0J0S/xRS1NTVjJc0GjiWcAGWMncTH8RATqzEtcfsDwHRqcCAtPXLSBOQZgi7vp
uIV3LwtniuLxPkYjp8c0vq1QVfJxXRmeKYOuHcVEOTVhkuqyzAuHRk1Abf3UiqiI00vS9m8pv88h
IKUBv2+QZ5TPGS78ZWBJYA+wJKogqf9VBlq+DLwhiMWDjNbTPpV5xirXeFTtnXY8uB5aJEoLPA0k
6rZh1ZOyex6zXSqvhs7u4jsNvF8yUq7S0W/MJF8FoNCOqKduRXFxfYvOdtWXmeK+SHi58YzJUzFR
uKbMIkk4RKXdI8vYkhu1N/WeghYbxVcaugKjSTG4wY8tWim/tZ/VUknRU7KHXRbbeeoUza4QiGiQ
FAV5Jm8rpyozG582GpEFajQLcZwR7UmA5IdsyQIPJQNrUQeF+6+7m/u6m3BSKx4iVHxFi+GlFDde
S7j0SUPr0oQGHtEWgYzJW0Vood5u9PZjd9+jz3Vq9lt/Rtudo8DTPbycz+S0eyHz04xrMB+0BU/o
4FFtp7dbDxXVga1qFshpw2hbeUupMv3eTor7UFoIAypQmxvvOYEiivcJv1b4BR8QDpXY/EPQkTKz
xGKlgSillFHz5eSBo6KT6WOk72N3oZaEP4D957o4sAtxbSUT3WXwdd1wNXY2GJ9rY2Fodoxgs/7S
DCdJur0+1hcLzpChIFU8k/AvBBWM978eo8z5imGksnAwarDYSHaCxqvuwtgazxqoxq4PNompQGYm
g01W1qG9vOZrkPMGyXMJP0ldWoGKqKdmadlKSYiRriLfkaN124KQmHKwn/rxECAxAbqU8KZtdqhE
5HP0aS/QCy8jyp7fjBFIukiFSuIzCbJwDI5gzCoQLn6UbaB/I3Ub+gEYWTgidXeVtBjbrR9aoWwm
w0byTHxz8KZmps8dxHR1fclfzJAfSzYUHmYgXL7pmw9rU+bkdBAOg2MA2FDQBB0p36THTqWVaLuB
A3xiq5mBvykiWhYzt/QcmPtFltiO4xHGb3gNYCD/erxcF8tGmGPHDc8J0bITLQNHk2lgJUVJryZY
Q7hLFSfrAKXulYUf0/4dRPedbtYCSbNtV9i+a3dBSMTwxOplY+IizZLs09aUcdfizVid9IzIR3EB
wLwUWeVHgQ6PyaORHTyOCpntI3uk343Cms/RREPPzHSWK2vqhpw3GRYVPGARKPMz5OTCsKryytBG
D5sco8nkSCNAQ154aM+TijBRThthW3i22K9SBA53TUtqlUiAeFR2qJp85dRz7/6Zhvvrtv+c0OTh
detWSKq+Fw76QAMEpsRTKG86tAC+QcFxG2+L+qYNblp11YRrQV2lo9lwRDwqJfEB4FVJFBIZ+tMz
K9dMU7guZo9DSYl3o/vUz2jzWp20t9wcDv5eeVFdoh0hXe64tFXAWWKS6aQ86Lb7qIpEOgkR8VQi
f+Jp0RXSnZIdbADjxrgNARpN7K6lIkclfJdo5ivu/foNmAT8/3HpdRUhD4Q2VMQpfhVBkVd5gec6
4cAdjRvlLXwHzavymojrWl7ygq1ydgN1vSlXykc5Ei8kxQ3WnrzAEDceAYLKXjjBTHb1QbLyU3JX
LJXPcgeR4xOSPjY6rfHovAWHdOOu05Fwe3QsXmZz3sTUdD9LmMELIuxaXdZ5ZmxfSJioxVndG1gE
NrdEi2xgiEuS7Dg0OC2dXCFCtMCxaR81CLxSeBVoVnl9G88FO1ORYk6ejAgGfO4p83tXGVyi+r54
8N9TIMPufbR7daLGNNBspCOIysSdHRs2lKYSUv5RJPq6uksPONBmmeRmKpNYhmezre87n+jAo3HO
9RlOCOJ+HLSiInwD41+ERTAReiPRylzVsUdgOwMQJSb9Hd5/ZW+FAa1uaxTV/IsDTpRbGScNpzLJ
Sku4EkT9SEEBwZMBvWMHMm5l9AyFVTdH2jq7zokspFHq6gmTBfd+fKtF0u2aD/1O2Icv7Ytximfs
5y9uHFT3xa6qk2ACpyb/GM07ueg5AXq7F/Fd8RkjZDCb554bbJLn9sZa9SsFrtsAKrV+KTXUG26y
DBCzAci67NHXEuABYgJ7KgNYibdljua6HeAFdu8abZGJt8a4yN0dr3hEKU9yupUhbi08L+XGLY5Z
P9e88lsD5nJ/JurFDzmukQKo2gKde31zuE+zRYbewQGRkAF+U0KShnOCx+yUL3fxp6SrE9s37epY
9XyM6eIcBDIMFmfYaXWEjcm5lnTPaWZ6CD2CpSu3bj530b577hBX4UWBxX35aW0f53Wp3IyJeHA/
+RdvWLlPhmClr/lakAlX3wTJjG391aNnMvhzwDOQ/1L7eW1aGVkhHlTDEnWzB8m2YSfDXYq1KyDl
xnUPQLcgrjXYWRGv2mI2s+VMd3zZ8YsZTASzLY1KljQsub0rQQPYmD7I0gIyRHfXdcoX25uZD1Bl
vKaziOY00el7ZdcPrssfux4+Y0niZjUUdpuAIdgXSWA8XR/ua5xiMt50XVGTamWA8aLBivVFk1h1
68TgAFLpCHaYxKwTUyz2sWZGcJ7v230F+kMriGZOeG7Zk0vU6bLidi2moQsrHZ2s0cC+WgneU5DS
RP/jWmay6Mn1UcJs1F0fo3E60dGHB71oKhucmbxCPFA2yFar3iRbHXle3fL6Jf+UxkTytqqEbIQZ
uQQ/PXTvDkwuo6VKCwEhTYTxaS7a14/nHCT8RewmM5V/ffaVyG31PMNMY3QZr6mXb3x032+dEJHC
nV8tvWyde84ABoyRSKWT4kL0rUiU4a2Qd3IOG9sN4AEnppQjmFBuO1BiFbsIJS1olM6JtAfjT7xB
pRBJPKfhfarg4VJpz8VULdDaHO37uUUmgAEajmqhHZP2/foKBbbXX1aoCpIsIViNtM8k9KBwftgE
IlbYpjfPuYHeZWjVoS5L9B+XnqRoacC1H2/jntYqnRmavVzXhp7aC3pg8D6PoX3Z0gwn7LAJtEE9
ExD7uAooCJ0rm/r6WLDzvFjtxGJI06D7x3nGm4xf8rRvV61h8+q75uPCbSXD0qoZda1+UdcYVATn
uSqJusKjIOFXIfI5PlD5cBCOiMLVxVLmnWIgvoTgjK34xACoISbDiYPmNEwxWIWRrfmOgEhcZ4uo
r6zxai4TdM5H7/ncDNF3iaOuZomhKXdEOXRPxpZHd3f5jXsenjzIooePrk0/JvCP0fSoPZSSLYOI
J6HGVg8IwoyVAIOVGaoB+jjpGyNvSC0/6IVTeyu9pF0CB2LmKp3fxOlpi5KK/J4oiRoSmr/uQmyE
jejVHH8MRoLxSqTtN+0nqn1HW3NvDJTzpSakALzs/muDvH5g4vqUD/0KNHAG0e+4Q5SRWMcGbGHg
yb7F6wupsht9ETx5d9E2wb0kvWIFOgi0HX9YN5Xd60TNiQfugf7e4KxG/my4VcxTKaNdY48hCXQi
OggVjdjMB19FOP7DRacg+GiICoczJvwX4+osBz93YKJka6MyqiaEvFfivs7hRjgBt1CXL0WCkgNu
ef12TUi68IRNRpsoWZ/TBy5Vsd8IsizLNw1HraP1fgH7MUNpR0510M98xKCTBVo8dUQYzaC87+BX
vZXPYUTw0Liv0VwE6Jsrj3g0K1xE+gOQ11+FgFc0PojGUDiWoDyqSOtR+CXXF/7VWGELV3hVw8dj
oGnEJS2iWEjKXjhqwNGBqQaFHxmp3+NXTyShS2tw5KIoPCept/Aero89QWn+Y9Mvxp68F1IvGb6c
YOygIvJJe+A/9JyJoPLQPnSozwlZFbsGd/wJ0Z5KoN6Dy/igI+y1R/iZBsHfPeqXGzGJtnkGn3VB
3wnHOqEjCHH2iUJ59Kny0EP++rq/ukSTPZ+8IqkxDlxSjsKxGtKFHiGYh9to8iDaEjYaXnUOjovN
8duhmVErsyNPHpEoGXwe1USQqMJEgKtAWQQYAMEcAg9FJDKodnSigGJo1gtkR/lFn10c9eQpSaJQ
lgYFA6vPzal8goypL6NOwpRwJ+7D52kBnuaewDKZ2evvXuzLY2Vq5sIYV6ok1LUIe61IBwnkNq3p
FQ6/gwEp3Qwv8kfTO7mEkx5nxGmCHf2ncLN0O68pSOpONLgRa7XUdryAfAgNQXImUW6wS9dRjNoc
nlW9JY1/V2aPqTYSOXwLvONwP+arUnoqBIEkwm0XIQODXCxSgS66KYpUFQciBSWVxAoZFuv6Rn0v
/j+nO9E1vpsLbY2Rjy6CADLN8c5US1c4If3YFHNh3m/feBbcknhAIRCH/PVQ6phjbA25cExrq1DR
cSLvqYBOhQxqsPFzjriBnfur2dCnxOT7ixheDDyRhoLL9LxRMqwSZjvo0luCtFERmbFo6eiBKJOm
NZPWHB+QCIlEuwbnagNsvwkEv4ECcclqQDbXWD5I2qLl0K9FJMNrRw5tSd2o2r6Vjx56FrbLtlsp
zXbsHbeaUdjfPos/VzCF9+tpIHBVUkCsZFojMl1CPhANHcKnul+MPuydyLwuGV9DkkxdqcCMoOxC
E+UpQCMWRjnralhkvraURoWU4aYSGvgfqSnHS7ExK7ABgeyJp6W8GKrE7uEDChJV0aOxtOP0pCTb
ON4i6Cai22lw049bXaQtZ0oiKfNl0W01eE1a9lDyTwEoolprjB9jeVmmS1FfxCjujMZNnoDGPS6s
NES8XERMRTj47iaojjOL/XIPkACQAEVRER5H9xxtopuHQAl8tYchYOTbDKadrIPGqEaYWXeSU2ks
tXof5je4rUmy9pKlFtpjjLTsXqlIrhI3omlOu8A0PmoDnRSEwfITMxLNBrYajDAYDzuOs0oE2lP4
bevayWOUjcaD1Zd2pS27RxHFqXh6sSE1mrek++vLO2dxf7kAk+VNHgBOGYe6rbA8GSWaDTxEWqER
wotOObBAtuhViQJalMGWe0SRNREbb3naWlYQkLJlEO4pJMfaZKqD90+0UJ9rdJ8h2O1Eq8E2SU6m
0lCgFefkuYO1JwkaGcrpseSJHNOuWtQaMXTK+6aySzQqhBRbU+qm4tFktNXoJWmsWtwixF4FZiOa
yNiWCWlQu1KQoCcRtu+5L0j+DPe1FO04H4nqUlm3S+UhNzbX9+qracT2SpUNmed1xI2mmOZSCAQg
bTyYRrI1iDbvR2Ssb1MvJzUgQahCkmnV3HrFamS2d79S65lg5hdtNZnAxChFl+CuVgvYf3q40Iv7
vN5pKtXEdefOXPGvfu1kpKkllisSMFEwtnnXquFaDsOjoO5FbVnkpMlWhruIyrUWmFlmVnNdUYQv
Km0y+MTy4hOp6F0mkwUalgxUjU0DwtCveM7p0k3VLhXfVnrLdVdB6QjhzisdtaQGmtfiWZwLnX0F
YExmM1EAYymnghv6wjFJ17W20JGdaCz5mL0Dt1cAPlDN2WRfLJTJgJMrCUSPXI4ilg+AYzq8F+0y
0T2iSg98ckgHs6j2TfKIXYfp4vbV8rqQf3V8gHoReQCbDE0FYvYL8KsS4z4d5eiYKDnYkHM9JXKd
BFZtjE+ulqFTSjzKcC6bZ68w/HXE3K9KkTqz0uANpYqiOEPp7roySak8DJ+6mIEkU+A+ylp9hs03
OFIyvPme3Y6dtsWLdTdWZTljbH2xLrEICe6yoOuKpOrT1igsVa9JgRAdy5SBKtSit3o8W871vfoa
D4E7LqiInAK/gfTc+esXtmSt9RIXepp/LHT1qc+SEbyINQC+WY0UU+QKFqDKGwNaDfA0ZE4bJNWl
dm6tX9XSeRaAj6JPg6Hy+iRA0pd65nnu4B/VHqnMqPJMvVBDmjaVupRLM9MBmzJkqbPgoSfZguM2
VSgetUK4b7pgnJFedhsu3hOdB6RF1ZGVNIAaMvipJVf0fVH7rusdewxiFkF89PtKI3ztfXZlyc0Y
P+LkrrDhFNlASAoZPQVg0YnhGOmpwo9GhrW30kYVAxCuS7VPi1q8d2OPxLkcLGpRKq08TV6KCJ6U
xGfcuuLHx6zFK563GkdkNS8sL07ekAD1mkZZFK0Eb7OXJRpAsQhKFy19VYlnrN4pBohNnmUhdMgO
zF5+WrgzDJkGSI5iHMQeqY+xQPiwFFLZNtxo6dbxVuE0YZl6fU0KLgHjqpdwtlcih5QXUUE0NTsN
WRGRgBeXYq6DjlVfq/7AmaGGTt1Kgy7OijR3vpN6XxhC/BlmJQLXwiPUr0ws5m5wG1fUPP7Yq8LO
T3jSFXJodnpQrcfQveOCiNuLyegh695ri9jPUyutRN4J9W6nhHm97nsECwEv3QxBMiwbSaC5q2wD
4LrJwPP+rYt10qYZYQWoSrvz+abbBRwf0iwJR3r9Bk+1HVajAoBlqP+Psy/bkRvJkv2Vi373BukL
3Qnc7ocIxpKLcpGUEVK9EFJJIulcnDvp/PprzLozo2DkJKcGKFShkIkk6es5dszsgFPseRL/LBIP
r9N+IpzmU6999GiMMfoRaeAsMBZyJ+oERCz9RXput4dzerwNIxBpZJ6CBWcQs9VFN94SMgCNQmW5
SJvwQSeA4KLJ28MYeWvqtnpuqTQIgixcQvoSfSZIHQZ0RHb9/qcsayGgSoMs6jse9p8vZzbz5ac4
w+j3fl76H3VZmzuSDC8UoWbuyQeBhbQ1Xok+rEl3FBOwUjaK4SGPQWhhrkpvMzfddQPRtyzTGySq
JgDdSQeU4bp/fc2/pWX5kPxZm8b8apeqFTD1/zSgnCdR3P77sfxZfGrrnz/bD9/K5W/Oz/vPX23+
/fpj9JYKvrXfLv5nV7RJa5+7n7X9+LPpsvbf//cvOcD8m//TH/6fn69/5bMtf/7rH3+armjnvxYl
poA25fVHNz/+9Q+Js+e/17fsE50sf/s/dC1S/RPbH4KWmWf7l6IFPIl/eiBe4lSXYOWoGbgpsFzi
f/2DuPSf3HN9hTgUvGQHvP0LQQtCVFwCYEzNmRkOzP/44qe/jmkM1n8riLiChxDmQueBC26mTVCI
Wi7XVKWypBVY+SfLKnsLUULzpY85+V40tXiMWTE9pl5ugxD52gPBir9Jx3jcDhXNnmw7oJr525D9
//f7XedydeHifQT1PNcB2dODCGWxXXHZxpEzEHniVLOblqM3d5Npc8cn6W96X6FVNzEFoGmqdlmS
RaAilnQbtmm+gsQuAwy8yCwVkJgcVH3k6538280fTpSFhd+5p7Cos10cxeidbafm+P73XnFwQVfB
BzMX5FbUP/iynmozj4Qt7cMTwW225YLB5T53YLUTS7CcwlYdRq+9w8EwbWkzDT/HskaPiVDIG0+n
GnyyOtvnbtUdxjwCD6qYohs1hOGx6H16aJskC8K8H++8jIz7tKz43nXi5iVvy7zYACjzd7yocTUy
Gq2ETsuDV85fNgtfZjEX5Vehk7AtzXuUkE+kKO7KjgAHqB+Mm9xXBXI8WRxdjlKtFUFp4OkQJ1tm
QZnrUCkfq2McIQJ3wj3Opw0t5G2em73W8jia/lMrkJOS8EAoMgeygtReT/v81nDRVZ7wwNtdYHgU
5z8b2ladYupVR6JSf2PLaq3k9eZTQAHi4EhAnOIs8p98DI2nkkKdrOjEVmqwj20jx5VI7Ypb+cqF
QqSPMBlQPyRil5s7YpWJaUbjc5/Z5LlzQcpAk4YR1NE0yprnuuGVs2dKJydblx2uBDrUH2Ll1HLr
pbyodm1NB/RGz6qo25STl5td7ttJr7znG6NBOZgaPhecSrVk8KRZnTXgLoQnXZZk5xMwuqltxMrR
8tZWwzrkGHCHI7BY7uihrB3cSiQ8QRTiHnuTlHcVdUrU1USL61sgTGl0s9O6bA5TMaqtbSv6ya/S
4qugiQ0IItHtUMfJ3priRxI3/nFAIvWkWy/deHHfbm3nMRQLGzD2pn4KdOm5e9vlRWBSiOpyO423
VFPzd1GLeZo58iDqgoU3R5yX01zkCaWgu6BzR5gNt7XFl3i1/Y4bKD0oryi2ncn6fTeCTqyrtP5Q
SFNtjMn4R6JBruwc8FBFkq6d5fPV8VuiIBWIItBaURR1EQEjqrx8LTFGQNJ0G50jyqO7MXERFBKH
3amwMne2Ro0Rx1r9ocmbLnj/VF2kKH89GYRtQJeA9KD0u3xyy6bOS2IdnXOV3xeu732SRP+sixBq
Nu01KyHmfCUtvxMZKMrmFLRDPO/yaWKAMgE8//jsZylACiNBVh0YWsCYvAnKqgQImlRs5eJYIigY
XOS+koEyOscOr8rr366nyCDY8I2vTiEUqw9xUsptwXixpbwwXyAPlTvLizPrpukg+qFf2bHzJy0+
GVJCDtEIsmwft+TlJ2t3SiFaLnF+Rb3YMi/7I3ZMsc1sulbNuYKi5w+FUgs9mRX1Xb6M3yvuuyIT
iX8ifd2hwVLVeIeocIfvfdXFx4oN93JQ8ugO1XeFKttz2LnHqR5F4EfyV+/k6ILFPPPEEvpHN4bT
kVT8K+IquZ8I7TaWpj34wAXZZzz9lXI/eWAcsjO3SMVWe4IGJgnrO9Gx8+RYZ1f6ugVUhiKA2xF5
lzQm2VlVl3eTCxyNTt6Oy+6pyvz6xuQEWhOT5N+sEf62dUR7Y+oh2o9NiYb1tW5QAJkYOObWWTnq
3liRchadcIYgkoJvejk9jRQj68tRniBd9Pe0B4ie5yEaW1U5un554Ab3eb5GNHxjRYIWpub0EegS
hJ2XD9UickpWej40GMa7H3uPBa4syDHHWXpjrBXbaALzfSbSgek4dCsb4o0lqXDUIIRCZgRkYrEL
W+Ggn06WYp3EzNl0OW2fShY9u7kxK5HhFV6Iv6/oHCDMlCBcJPPB99veq5NUe76N/ZOXTMWT6pwu
YAlzgsZrYKwYi2GfynrYDsqybdqDHOq1g12BFq4DZbwEY1whVAbtTy6hhTFvhoEIQ06ZyXlQt9Lc
56VbHdI6HzehZPUtnTJ2T21ijwAY/H0Xm/jYOFW8gsS9cdhi0sG8xgXuSneJxCVpz0dhSnkaGzc7
cISmG18b86Ct+NhOjrt7/2x/Y22D4w0nMESWKLEusTCodXlfFEyd6gSU/xJ6+L1WxrknzHqHTFv6
MPjej/efeRWg4LM4sjBcZqBNQLp8OeFDNtQTdwd1apzY29mk+FaPqVq5tK4QeST00InhEhGY09lm
4PIprURyn7ZDcjYEuKyZqn7XpszeDIPnfQxl3Rxd5o+3UV7hPqub5BC7lNyWid8+5HC63vWAKdaW
+rJsi3eCFhc35Cxex12zCIczpyhg1dogtOiKAiI129/rfpgCNw2zYyusc4gZs7swqRJAgWq4bQZ3
OAAgtCvT/sZ6p8LFJTCbQCB2W4bMxrhZHhmTnGUxs5izuD1CyN4/Im0N/5CC9rtklMXBAEw8ijhP
b4sezOOqiNvD+4vhOqwB8gxJOeAxvAuS9Mtpgn+IQ8ewSs6C6MoEtk3dz5UbIRVusniEwzgCvhZF
rCg+t6ozbCXauNI5KJhAzLRmBHzgNiN3vHw+H9Hvo/f7/hym1bQ1JWW7wYCxpDjqeohOh+NAwv4M
YBYF73SC9jH0K/BWC3XWIR/vu7Fv/hCeXz6mnEafOuugJN5m9W0z4S4EkTl/ShrVBIUXk03nhXLT
27E+VhmFcCgX7kH7MAgoUscPdFb3weim3sr9dX2kgCiAEwWxOgpxwJkvP9E1WWyN6+TnyoRjUNYZ
PShNvcBUfn9oRjqujOn1/kZijUAV5hcSSfgS5Rd1NjUlqNlnkfcJML+pOTAS85Ub6jodg7wHkIKP
/T1nlnKxmbwqK7LJZ+ZsPas2USVuae5DHmGmcce0ZUE1jR0qxgV5zMUQHaqk+TEk1PlTp1lyo9o8
2xeqSU5UsHDl3eYT7DKgQ4YOGRwOcWQ/V1GWyTPS5rRIzzSJWFBEJg1MbdizU0LT9nf3D2qsiJMR
J+BpEN1dTm7NunKkhhbnyRbF01Cb8ntndQXyXTkc4kYlzy5tu30CW4S1E/b6NANjHcAEmOuQVMF4
4fLRA/gOzUSb7AyrJPopEjggmITg1mk9i+aXg/muQ7AYEDmaHy1sowKpCGxdGrBz3h+D6wU+J2tQ
HYJlweA3Mi/I3yKIahAxGoeI4kxckm7dPsw3HgSWsvDLTeOUa1ysaywGB6DwAPXN3EKQ/hYZoqB5
pguaF+eETeO5FZOGrNJp71rWwPdPyf65cgds9LxGzwiqga2MebVxdEXv5Zihd0UIVwA/RnZcxDm5
TcoRkY0e2EZkSfQBta8OdRRPHESubKChqd/4thvvmFfWz2UFJ433h+86BsApjqGDa/kMhC8z+chk
Tgj9YHxuxiH73GgJQRWPVNBXtX/oaVMHk9BqLeKaB+lyjwA1ELDLwDji30tSTG6USuIw02dclulT
mLny1oQ96h7iD+V9r52i3uVE2zs95f2DLuSawu36lIJ0DCChwgWIc/81U/pt0TQtdQZf59kZ92Mb
cFs20M+U/crYXp8EeAq4bFicKAXhrrlcmjZ35ORVMj1zpwFRJR77u1SX8kC5t+bG8+ajELk6/kx4
RqHs8lF17Mlx6LLsnBmTbxoZVgHT7EULqKfeXzBvxFYecnPOhYvzdybyXz7KT6CDEzbNz0MUyb0L
bGBPuqo5yoENG5US79A13RciodWyrW2funRETbsb4l3t8WTnF/6wkkJfz6YHnjdOAbCOEFwthcdJ
OpKa6xxvFDb+IQeGt518spaoX+8USNYlmE0e5Ia4VBdDLN3QtaU75GfINJL7XvYe5GhjsW9MnB99
3okA5qHDyul2Na8KtiYSBGtg5xwA5+Kh8IJl2RQreyaS/exEHe/7JqUwGGjajyvzerUn8SiYHyJo
Ro0VNf9FKuY4kWqd1EznLs+S3ej5/Q5oKuDvqCpuoylyN2QCpS9mY3dfdKhZdgPPb95/iauZhIcM
TnJsSg9IxdU70DkuVSGn50FCc1DIHrSlQq+pQa5mciYkzd8JF2H0EH9tRPHb7gcMVBUOYeW5p3Vy
QxpX3DujHQIwIaZ9pFV4bKtSr+yby3sKESYKTRhXB8wH4MfOcnhTlw91p/zmJRLevdvp52aYVSix
e0qK/Nf7w0gvx/Gvh8FgDVbPEhOK977co5bbNnfLqHvJYTmENuOtKEHsqNMDFANy2xrfHjLVeiAs
43zwa5c/RnlT7FJJxA0umf5u8sCMcHTobVDgs1s37ptDmrc1JFoQYNad7T+6MvO3yJ30QRVWHSrR
iG3VNOPKXbEw28C3KJjRYaocICIgky075iTYcmQKp+5kS5Lf5iSFISPWyIcwq3L0rkjozrfgvDFS
5TsTASUB16WB+QxKIlxk8tRKmuwczstdoXQPpiru0DQv0pMjs+LQVUP9gCWtbrNRqF3bDOknggB2
pyqIPCcO6bVG9+c71DB+jdofD1URsjPVEuIGB8xjBRI+mPYjen27hUxvOWyn7lSEevcUC3eXZE4J
RueAzsgucMX3p/lqljEyoLHMS2uOgpdq96wdXFsp2Z2GRqP3hteyTTngUe8/ZRFrzxOAKA+LFvm0
g0LOlSIzjHO/5aFzsr2i+H4Ld7Gx4EHXm/7LZFM0aZ8Ssa9qIo5hojKkQDZB2JMlG4r8477J63xf
dx6Y20yWK293PQYcMDHiCCxceE/NNoe/h38qJLXNvQEv56NZNXfRhh0FL39l8y4bibyOweyXCKYO
rj3UmS4fU+i4cZNOOCc1RJDT4QwDGb6rIafi2SNK1fhWN4zVjrG23GJcqj8cCsXhRCzEfMKByTrc
DrdhqVz4hoj0AWWGYWUkLkHDeZoAn80Qg4AZnItg+PIVeZz0TqKIe0q1EAEyM9BSkwG6BFf0ILgU
aIpdifjQkeiHarBN3l8llxfVX09HMIXCGArfc+3p8ullaGJivIieMjXq206Ch5NEwChzuH+tTMbV
SQq8CjErfGSAjaLpzgI1CNtyqsusYCckE/med24YIIwttqyk0YccYfnKwC4K+6/fhhQaQRzs1HwA
OIsHMlR9R9z0DBB9yL/anLMbp2bloz/TcARQhEBbOPOgsM9uCJn4ltZ5uJ+6NH1K03pcCQne+nxg
CuDRwBtC4qK8HOnYSUmCwWGnZChtAABcbEYkQBuWtjwoOlmsPO+NmcWKB/wtUVNEsjDvwN9uSwqC
R5RWkp1wwId3iAuxhszoPnDp5GsjPe/W/8oL/hrpuQTnvOoaAD1fPkuEncr7Dmu4a4x8nAAMB/1A
nr0h8nYTHyQITqVzdqSWe5Zl7rHya7pFlmoB1NSfKUiFgf6OboRG9Tsi3BxiPHftQnrzHbHHXBe8
TwbayeU7elkel1PI3dPQU/6Rs2L8MDQm29myi/YKtd59ro0MTD/pp/f32DzSV6MD/p6ElECgjrOY
CYKMKeKF7+Kso3Q/pHTY12qq/1YM9joHADBAXAOZCf9R83r4bb6FBJ91Sgg/qTZ2N1oBQG3ibFUX
cf0tWL4zWQN1ZBi2LPaUHGPtx1EG8zBglTtuis8179dw4DeWLke8roDDAP0CCnb5KS6pjasGK06u
F3s3kUOiI+9McedpuMH97bmBWQtINp6Lg0kuOwfbFJQgNuFRbRGHIFCiVFmwvFu58d9Ye8BsZxNU
10WxclmpQOoVe1098lOCQOcwRVIecqPF82CH9M6acoTSGJVqVvvO2tZ8PVcWq8/zOEyPwJ1DHLvM
+7TxWt2D8X9yu9GHGiMkNtzpvI2+ZRlW/SbGpQKZllvquyTp9UvdEvURyFV16+WJ+hMhcfWhzDz/
7ML5oNhOvRt+I0VDniMmyse2zFQDRze5b7mDmrquZBJui0xP3yG709CYCSf9NrW2cHceyJBqS1MP
uACqteW9P9Foz6pe4xIY3BQdtkpVf4P1MCBIkgh1V/RK7OBaBV2qEkhHbReWcdBO5Vhv/LoVf4ZJ
KL/7VY/uJM3E4AQUiday+zhO0PirAJQZZKIrzc6VjVfd1Rkg9G2iaucbZ738QXhbit04jcMx0Tlp
t6lrqiyI4rT5ZHmbfGK8KzlqeCZ8ClnzITapybYts4VzU7dc/jm7zUIcUjbDDgHjkBz0FAEy1m6T
lnAhMPrOF+ngb0I/gReLV7jtfVqFEE5UAMvr7egU8qsdsCxhh03VPobOCeQfyxArh1nfTLsmG+FF
VxmWPVSIxA6zu7kEO55PLTodi/rcpgoYVIUKeLwfqgHXqRjD4tuUgx3UojwW3RQDxfiFzLIf/dgC
7EJYh8O3KbyHCiW8BIKSrqi3XT7AeMX4Ws+EYAMFiphiJzlSpws/9Rh+qI/Soj9FPfF++R08BxKm
zeOcokBYjhv9po+K+gcLZx4/y0uTwqKgp86m8cLuhWZ6LALkJe1LWU1DemjdtvuiRiWOmo7Chc1i
LX+kcTbds7GB+21ZyhaxmdE9uq61RYqwPbExHAzBxIH0S1TZtuQws+L9VKIcDfu0pzpvD9KOnB6t
RrK94V3IcjCca/ulrwiVWwcNh26ziJkRPjUCHHaqo7HfZDSsvlKsR+TIbgtX6dwV1VaSukavNDBh
fg1mBJ7mwiay3TjOxM4K3qzwdZkmH7KwhN+3keOgx57VMg24N6pH2pbh1nFl/MXNc9Zu0CnA20dt
obst4OtG3JhpMr/eP8kus+PX8x83PagAqJ45c+Hg8tAkU096wJig0eFueRmNBb3Nr0YSbkYsfsiI
wmjXFTzZv//YN0JsEKQZsHxUyOZa2eJGyGRTjnEowhN8ncSHKgmrs18QiPR6Uf+qahGCBdLpXYRC
XlAOXRX0GQ+PUU75sxJJAbMYSP1thdwPW1LdpoYlKzfjcmRQS8QpLlG55B5u32Wu0dUhZaZI21Mq
+uQhjZpsp3ott3xqoOVKZ2PDmq4Bzm89VOBCBnwAHBHo3uV0wKwdJKwu7xHtSr3VVKJhYUSnnYPO
av5e9sWP9+dhGV7OHwlUEDXKeRLEkmrUl7SzI6n6UzhVh1ohsx81XAs649ZHUIFWLjR6iTqBSD5H
GrjKUP8D7Alg8fLzKl54lvWiPw1TP+y5N7VBBjbrY2yS/qhxM2wbqJB3zE9q+NPo8Bgjx4MhGqNb
XeoqaFG63so483d48WoHU2p/S0B+38WJbj74obTB1Fm7chu+MSkgLczRy2tRbUlb4FnT+LFIhlNK
rQfLHq6e3Ji62OyFe6RVF+7iga1x+96YGTZHMkBdUUYGB/pyqIC8DFlbFcPJr+rqaBUhxx4Mvw1Y
p0Og2z5fCfzfeN7MIVS4fMB+kc4ieurTrG1Y3IynKPI+JppWqIFGYpuW/m3Ebb3ytPntfw8vsBDg
46YAQM1ZPFK8xdfBsH0AQjWemppAIxzHkA349VqG8cY34XsAJiF6B/i3FAD3DLTsdKzGU9FWw7YX
Nr9tB+8jroP2Din62uZ983EScwVDThe0tsXqRrjmyCih42nSdQ6fIzg9CZCgbywpfwB4Miu76Y0x
BEgGPg2iNAB/S/aiGfthCKfCnmCyFO9BUTZ7IyP35W+fELgdpD/bfrhzAf1ypmD0ocIiF/bktOKb
yLonn/Y/Izv+lGNf7N5/1mv9abEsQO1lOI5QVUbziUU2EsVKjiU4I6dc2i6gqUYLNkmmXa8bfrCy
jI8DIq4NUX1y0/cJ/EILNgYyLqJtkyVsWzoiDgrECO+/1zKzAOAGHQwSVMDzWKuvx9pvSZKfZKSG
02p3IlHf70ulWQC/GXV0DK789x91BT/Mz4K1yEzFhAIHXPrL8UZJTiRJqLpThxB8A6o2+VzFob4f
Sq/cscaAqsBGMEB9WJw4vmtvR96Uh3Aqs5sWkfjhf/M6OBeA1KMMhBro5etkMD92DI974AGkupko
rl4QNGaBDB83dgL21PSGgXoPph4NRzjfdlMVdG7RHJOuGFYoU1dQ9+voCAHXbZxQCB4Wo1P2Jo9k
SwAPg1995/RQWIgRoawPGkLgUbiP8jgvDo7N1KbMk/5hTEL/UCmYZ4R2gOoewlE5tfnBRwV3q0hK
H5spUztRCvLQNUV2O2UUWnxI07Yg/o2wuoaUuc3MsEIQml/0cqWz+WAHpDC3mYBY4nJcOz/vewIS
6IlmE/RbxmcPKUeKFcets1GxH24zlBDuuOan92d0YQk+38EMBF+MHWR1IOK8AsC/LWanZzVuaNOf
cHTA+5vY6TNIqQiPRwlLH4i9gqaGin0QlT006LNwsLn/NdEhfe6msjwboeWOICTc8shJ4KYkyMZP
XbGrB5S6FSMEWgQfK1fwJujqmO+9qg+hsYIH8+TH5kVlnYJnB0Ndy0vqjRvX3Z0LxuGGyXjalR4f
thAZZU+E0uZQocXFSlx3fWxyELIoCvqofzG2JJOkcQu67JDYk1AWjgTMDEg8E7Eyv9dHxtw2BwDp
LFRAjLWgrNjaOEOeeNMpEqbbkrqXG5CPipuqHcjKkfHGB0FwD0YEynhzCD8HXb9PqAd+gWgd59SB
xwmX4h4mCSpf072/9UFwaqQzWRvHs5gvv9+eEqEoi0w8dU8gvMD4BqqnzVT6Typ3u937K/T6GgU/
Guxb6WGiUEFb7PGUyRr1jwroe+8endSttp6bP5dW3MJ4Y83L/3oforTtghAGGiYAvqujHciuW4cN
O6VeKjckss4WPYPqD44LfC9stXO0xjHnzJnWMJY3PhN0PHCoQY9EYX05oBOpO+TwMTv5QyQ/NxH/
5saO84MkPqx3pRxWTvI35g9BCYjGqLQCuH9ts/zb/DW8UG0ZWXZycscN0MFAHhIFi3BKvO7l/QnE
irg63TjCLmjsOFYFULLFFLreGNVWh/IUq+iuqcpC7ZK6je5bA7AKehAuP4+6bdItT4n6ZFqwRoLB
7VO1nQavuPVpCE65sQhCu5Yj6EUOJBjwAQWLNX80RYy83tFfAddGL7WEQOPYcLd2A8aRv261X8KW
uMthilXVqocHRTHCFQ+qRXijJ14x6B0nCCtwiUJ1v1F1x2/lkMqPoD/i7qKlv2lQaTy1bQKaoo0M
0F6EqqCkk2PZSPNRhnnbQZwQC0hVqv5jOWRw84gGDPyGApdqAm+K6RfPuGy8kaN1v8S8+jiIMa03
grY6A2GIZF81T3V3UJAatJsIV2kGt0oLDn2Z4N2isSE3s4wczt1ZmwRo8YN0uHPaZ6FBxQfmYnt6
5LjCPncI1H+gHE2ehjGfYI0ly/DF2tT3kb87PTTfIGzdOpVBOBXHPTw4Qe+XcNGtwcmvQe73tzEw
LRdXTtbyTWV8+E6PiegApaSAXLepN4zPtnIAzIkpKWcMJ0rvICmFk3tq0q9uZ8l3nA4A4CADK3Ge
Zt7RTSec+7T0hmYjTBqPG5/q/A/wg4DFzLin2Bo7ka8FKKCf64rDqszzElpsMtycYATVU/MC+HYA
8x3UqU+OM0Z3LYmyQ22j9lPjqOkPV5KhPjRx4ZYYJF4DdOPD5B0UqJ4atpq2HXdeA1nmSzElVfgo
Bh+NOgDfxA9E996aDd8bZwm0M+BToE6LW3ZZz3CBPZdQ0EynImm2rfTKI/pVqX0bM7K32GcbFK5g
FePola19fQEIoPczqxYqJnR8XuQdVSJMNsbEP8FioD5aJ/UQI65qI67Pq1nuCuB1roiC2rbY0yWf
QtKblpwQnrW3cB5oDnQwBP42c8MEwdci4esDC89D/AuZ55zALVuXDCaMZaJ6cioVeMuhgalN37CH
BiLD/dp5dXVc4VEod0Hw5M9Xwfzpv52Nbghx6FhLckoaGd/FvjvtXCCagSNblHYqRoJI+9FHDUH1
Y8vb4ldURnngi4EF2ivJmiztkm05R2jz66BdC+hyqK8uKz+o9HUIEyg51ZNngzaukqemDu0tNAFy
U7Gw2mPrx5uJR+K2hkHDVmF1b9spWcME3lpYIH7iFkaWibrNIohxC5ImEY2iM1olp0HHJwCV8DhY
wQLemGjcwUh6wACCEmIpAwNKXSeDbL0TjWPoe1gW7xpL6cErYdP1/ky/8UEwMkAPRLifgAm4TJlD
4Vliws4/6azjNzQq0qBE87aVD1roXF4n0JthFA+MOVQ3Z+367+sJFu6p6lMoejhFbz6ngwHEmOfN
Hkew3VEfhQuviOluigZ305hJwBDCkpXy4YL3//oSM2MEdSpEu6iLLTI3XdVpyqI6PodxDy5/I4vw
HlkOzBbyhJsI5IX5mqTotYOqSFe+TBDSwlNPEvVCfQKJyPtDPx9ClwnPLHSB7AQCfXSAXIbdsOVw
ojA2EDXKeqJb6Kuiak+nUsztUcIELRiyrnVumyryo7/9aBTpcJcrQInIfJbS+IiqcSxwbp7QLLND
u6pSb0FV97dNmn9NG/ZzNJzs3v/aGRW5/FoYDfizPQAIxLgKFumdJp3jTbM6vRot+5mBCjwrG5rq
FPOMgMEQwkcFJQQ0GNx6IqHp1hRgif3txADyZXAXwXwFgRGEyctl6JnOT5KWQh7swN6at7pBJzCo
D97/1DdAm8vHLBCiyQPxROd4TOWXqFShme5G4ui4kxV1nyTJs8d0VPVLnoEHS+EsE8AhR26yNIkf
ytqD8K+z1aOttFpJwRbc1XkH4CTF1YiiM8V9tZyErgndqUscuGZSz+zxa9kHDksc0PDi8j7zJn+X
QpIUJEleb4uoywDoTuMfhFYjtMhaB240RCvJ51uDBdh7PufA8oQh0WJh1JUfTlE/zhIXNhxSSFJ2
4RznkszCC8n2KLkU6BbYquEnGMT+Y8kHL0CciDN/hOkOV022aX01/O2DEfnbaxUId66Pw+tyqZgw
oh4qTCgD9WzYAC7NgxJSvJVd8YrvL7YFMsc5WEFiAJLJ4kKJc6gbx6SEjoDk+jOpJvKLJrS0u6Ry
MwcceRhCxSglB1HHpgKmukV3YI5Gr6YyZtrfUN74Tz7Kvc8EbBEZNGWCDil6dGDCFY5yBW1663Vh
NICBgb4FaLVYnONuHEqvSJU+M5uqh2lCeY7YNHrA6Q4nhQkEGSZJ8xENWJNbYREwxLbPb7kDH97U
483eVE55cDxomEVXa9hiJmgaOIKosLLR31pVwJzh+oFqGuwYlxbYVgLqiumoTqWFBTHJcvSAymgF
o/iGfI/GsP8RjzX/aqKshUV3i9hdNGhDAFiqnr0yINYVBjgO8KK/R1Wf9yAOXBCpULYC3CWvRFeT
7gjXo39qU0gpRTEUQcQJuiUZP15Zwwuxxl/PQhD3itTC9nMZSCSEVbHfTeGpdFR+k1L4EZe8GbbQ
UXi7qoNZsTbot1DHdjo0kcgPXRZGj+ANDFAse+rAJFxURxdWXE4PlWBTxPFtDjTiY9XBTjZDBPPS
V6qFLe3ggBHh4C9HSu982aHZY5Rnp/cP1utgBaUypsDuAtEd1dnFuVr2sXFgn5KeU5AnjoOM1a1r
zLf3HzIv4csdORO9EGtK8M5BLV0scc5DdySDk57jEU3+4igXAXDPLqhdZdfC7OtLEeQflEWwDHAI
gIR7echQnRSWRGF6Lt3Y21SdQwOii/q+zk27c7A3jgQx1b0p6zogbHRuZTj2gBQ7NJPE8bWLptx7
hNTS3ancawIZ6WjXMB8+wSiPfYqcaVVDPwf+i9EB3g96GtqswTNgaWoC6DaLymLSZ4SNHgjPYZJ9
yeHjRjf+0A/pTDepHsGtKM+iw1W8cfw0u+nrZgRBhtsO4h5e7svRxPdDaMPPYpAhWgcJnX/EOTIC
ARVTeurj0H8e8jL9QEacQ/+PvfNYjhtp0/WtdMweCnizHKAcPVWiREkbhCiT8B5IAFd/HlBtWFD/
rFCc1UxMR3QvmhITSKT5zGv8eaJosS30KjrCq1Ch7qc1ulR6b4TXiRfWOd5nHZo3om3jL9Q38wjw
Zcwy6Si6a8yxvfHyeAwcfsWlmxZ5R7o95O8a060zX0OdtgnsbsQbwGt1eFNsXk0B8TB0d4WW9Z/U
WmAyFWdocp05p/5tOgnBOP8BjS6B+OkCaFHbyrgWk0er0CLccvNmU1GVepJpGW0Z+3dR+At4DlA8
alBUXhZY+el4yqLGpplKAvHHtjdGjSCrizJSYJqNt9WncTyTiP9L4E9Lc2kAwqzgBFqj18tRceZK
SzqUO1qdws3keo9R70wPgxyieuvQ8L+B0A/xN88yBciPGqPdMxRZeE7+b6UUuhyGHsVtRE1o69Nh
8FYbm9+IenatDI8UVpqLwlTNh9KV3q6S1aUNeeiS+MO6hzag+qUrvtYR2G1sM6qd2jfNxaxZYqtO
bDVv1CQxc9nuKYvibSjnz2Q954yAfjmGADhyPYBGIDfTrLVZiAuwfMySDg2EnOgRc68ynX2Z/xkR
/5bE2v808TSPTOo/i6ft+y/5S/G05U//FE8jnn3DiU4GyH9V9hur/08FNX5CBkxtheQUgPvf+mma
8WYRfaGtxu0JZW+Bn7Rlv0ir8SNKrDRlyWuhUFPY/R31tGcy3IuDlc4m8Qr4eh5uwTZaqzBYLGUf
XYr8TlpV9+DmfX8A5ZE8aUPTwPA1BhiXFMe9A5jo7ELOks1TjobYgjSzOl92U3OI9RvAXeW4rbtU
HHPPU46GOsV3CdzgR1At8YNmteFnUUpjW1bSp6qS3mqlOg27EW9mWG3me6GMPVXFQTkS9hubeAzH
9xpl/xmxcyO9jhqn/hqqI0jfoXsbjynikjrQVUxSzKGMAmnN7mWuVxg+UhnDkV3K+poARXd/prC/
tXD/d2oDkhy/tr6v4iZ++tLFL9f481/5SyHQUt9QO1q6wZCwFznAv1e57b0h9yZ+J/fFs2NZ/3/q
BLL8PZId0DxU+zx6uaQ7f65zRdPesPiX/w3mYenQ2r+z0FftfIZYojfgyMQOUBUxTD+9glCHghQr
uuF+MqW+FSWKV+kwfRuyWH6r69S5AItibUq7ULE3o2MKCDTHQsY2r/S6PycBspZV5WmWWgAqDEsV
BimQ1QWsjTF49nBO7+WiB94oxiViAdmH0YqwM1GK5pBrmIL2MUyLyoPKUUVazOHvHZS5+Gwk0va7
1s03CBu3DyN1uz3mxfWFLQ31pmPrXCOe93GMlWbz4pPf/zwXTsQNOXdexGHLLNIWIHNE4oaDgfL6
6SyOSdj1zqAk92rVXmSFih8WuuKZ1qobFB/St2UzIN83u91lpw/efeFqNO/0NNvLypL49YjmK6C6
9kOVhbfWeJlr2vfXn3CVezw/IfhJqDgI6EBQX9fgB0TBzDHlCXMSWXzBq+FHHNIkjxrbIkNQrSsa
FpU/q9izaH2rIFngpDsbMybKZtkmalvMSXNTvkVCoL11irncp15s+FKRiKmqeYGp/JAduKrVu7rr
xbU3qtPWlq4NAMILz7iSPuOv/jmf6YtzFyNQBQqR+4FQYhU5xT04lFSpmrvUsFH2H2DAmOCoLXPn
Lq1lEUejDKxoPraWEmpXQ6c+1Upn38WtVnVBPExV7Hf0apysSjbIxna3Fglg6gPqbIJ6rpSveQKw
KMhtj+WeKRDIrOJ+dqL+ezG1euJH2Nc9VBaABHQEy9a9rmuMAOfZRFa37hqtC8LZSAOlysorSmwq
MgiVkT2ShCMJoMRiB4EL6alkNB8ylK+KoESPmr4e5d7PYRkixKJ33/leteZnnWpYOIy43i09dr3Y
eCh0fTS7UaLaP4T9ZRZrzZn1smy0F/O7yOlSjURqW2X7s7RXx4KaWnUr2rh8N2sTTbRZs3edW5nn
ChjLr3ltmNU1axp5Z7llVL6jOVDtlWSO9tnceBFVZxHCFXNvSMU+swKjoExE/qEI1eLBM/qHfFI+
vr5DfvETIdzXiUmoRC+Y2l8UcUxHjglSQ9Vxzmdt2xv2eEvpG9SOW7rXZE95wCHe7CWdrADlNe3H
5JXKdc6RdZU28+wXVNUuzdqzA8tZ5iyRwyaenO6OuBHPEaU2vpHC2nvdlIdcSPZKY7dXWp5qB9vs
TMzL3NICPjkfKMaS76rDeCPGqbprXHf0nSgpD1bVqvdehgEr/+a+Xif1B7rG7plCxao0T9xD8wFh
P2DXSyEc+vXqOJtsI+yiMTxW2HrQBL1JmIc2yTCK84JY2pc26gSiS3axLN/VFHNe/xSrctEyPt8B
NNtCI4Xzqy7H7Yt+V6XHnd2ZqXkMZ7O+tELFYXblpZ3ZuV+HU3aQahi/i5Vi2FI6cX0zHbHbNbpk
w//HxU3DnTtNp3OYqF82xfJYC4WZbG1Jt1dAlkVPtzfa0TiW2vRod7p2i8GIefH6yy9XxcmWWAbh
IqbOuWAn18zsKUpxTjRm4yhi19jbuvRHeAsXfdOd2Xynye4yyQt9ltwTrJGrQcA8nWRdTdzWNNLy
OCe4DyplGbXAEdJo0xbT+CEv9fHMLbn8wtM346AGs87r0XgCrHk6YBPVQ59pRncUZrtVh+kOXbGg
y+1vQ5xu0OveeK59DmH7L0sZ9ApcGkIlwEfAS04HTSo1Beg7VMfRy3w5N+/IeYO56ff52D45ibaZ
UVTsCa3VJPqh6/n+9a/56zsDkdbJb02kGnQYWafDx3ZutpEpx6NUIkEibU9vU3CHgTN08g7hjyce
Sb9ETnM4t4dXi/VnYw+QPpTUpTa0RjCbeAhUfWo0d6Ys5lu1ioNc0cpLSe0r8bVhyv2sjcGzhWW5
m9M8fDQjMexIOupD3bv9F66j8j4Ja/3MjKwSf6BEFu011h5RCN025ABOpySFC48+lWbf2R2qjj2l
6su8lnpAAzJ8NwPGsEcsrbswNeDweFdOi0tMOspvpDgCJ9AiPvQELbuIkjDnkSM3uco6qi2b66HC
6+r1D7gqmSxKKTqFCpenpSIII2S1TRQ4Pkj5zMpdUWJlY2ByNvTXmnXjGdNGL0r4L5AfKZWEqOm8
PvRq7VCQpgtBc5TaD41ziqCnExWKokgaMsm7iQ4wLHb7oLec+plURuyTNIvy/ZwcIMOcOX5XJ9Dz
uIuwMIk2Etls1dNxKXPRB4+i+c6Qcbxp27LdKg5YKNLyc8iG5RVeHAnk94heqBwGC9qRjHq1PfpJ
ap0T2+n9lKnKrSOV62LGU4mExQvog1OgMsdPr8/qWkBg0fIAsgG0jRuO6tu6FwESxIynsJmPqoMP
mIH6z8ZI25mozGi0g5PN+VYM2EEZde9cTK1Nft0IkOsFEKW5weZWIuYSYkW3V9Q8PofReT7f/5kS
zKqAVCBmA6REB9ZOLeN09i2oqAX313REbO59CUgJUFUT71138q77AXs7XUwxPXs1+pjEk7wORdze
xn3fbNI4k1dOFuNAOOLrAEzDRl9iwlC31VyKfUUbfTIRbLnQ5yJAG9oJwtiubnM9mW+a1KzRjTA/
9u6s7VKjHy+NdjhrH356KP18OXqe9BVB6rDQVmEl8BVI9GKYj1mS2YFnxP2VIWW6reYRJ+Aaffpd
lmvtZeI+ofsCVhozOc/r87csovf6BA4yiECQfX19SZxuNJ5qyX9RaWcZUkvnwD6dcsOqh7QPJw0A
TWp8s9y+OERF7QT1okISxcr4yc3LZqeF6rlI55f5YGTIlIRZHiRdOM6nI6vOaJZWUWpHCJ/ZrokU
EYyTp5256U839PJ+C5WNahauH4Ty6/cLO2FLrXabI0fcsG8M67FuF894zT5X1T3dzz9HWiYTTCXR
Loyt0/cx7AaWi1E2R6tLxEfM+fqtVXhXuhZjCT+2fkz/65wiwCpaXAZFoWcRYyFkJHZf96FchJhp
RVn9MSGX2NlKpN/bddH6eql07xIOn200TfJDD1hxq7aoebvRTIZhm5hTm6M4xAAuN2nitOdOmiUJ
PdnKzw+27GE08VB1Xc3GjIi40VZhf4TCRwAS69rnWDf7qzA0ZoRzq/AqTLNyudMyX0cc7pKrJaF0
gJFaQbECbQUL9WJL7JF10y+ztnsqhfvdBPUUdAVVwtd3wTMOe/24qC3B63MX4a6lUvsy6tYLz9LQ
IWqOjS6t3VwD1vRLWxV7px52SCHXl2zSfG86DT43bj8eh8FNE1/qc/QZSUkXM0uvvdC0ObqGVixu
ybK6J6uGzGB5cXiVi6r8rhdxfikaDFbSWsRXXkWRYDA7HR6X5V1HulsAt4irW+Dpn1WqmR84GBrT
pyrm3AK84rqbUciJZOgdhw5NryiZW7+njnoJv6je4GsBgrbPozNB+cqh5XmNcTxwXy1nM0tstVFd
e+xzmxbJ0QhtgQZeGR7CqTYvLWWYLu24tK5RkHUPg+zvLViwj/CFvU/hNHxMXeRmOHm7bWpbwtet
ZgomL51uJ8WMLoEiFE+vf8bTsP7nk6LxxlOCUF80ck6/YtIXMFwipTpmcL0P3pRVARLZlV+OmQXH
3Jq3r4/365ZfWHKLZuoS2aNmthqvyyxbWGF1JM1QPyI6CvKXwkcTe5Rhps6+8Cy8iF8f89cDjTSM
cxpCKI1hcEynY+aOS7GmEfUR5Q/bb4BobKLOnAK282+i4JfDZSE6EaDQWYARs5pOyN4DSAmGcnPU
tZUkEbdlghh6HKXFZdaH55Qofv18QCQgwAD3IkWjynv6ak5uRxExSHl0W095kJX0AmBpaASo1bDV
lKQ6Y4vxy91HPE53fbFogOdIZns6Xtt2XQMumqqHbOzDrDWVjxjisLNj2NWVHQJHrvLyolGHc+oR
zzWkk/NmqTIACabdsGS862tptHu7SmxeNfYU+Wms4/Gp0qoZzQrrVq8tY0/ZVt2leGTdKmCIdykk
qIssAvVTaUqPOoNebtyh6D+meoGBoN0aOLzjTOrFe5tfuxnBSmlcOqHbNofCNJSgNvvmsc8G8UjP
088KD8zLVMY7o+4KjKOGSR4y2fVX5XzOyuGXFbu8K7RpCrFgHml8nk5zBTw2lwPLSERZi04YprgQ
rFwC3Gw6vL45ftmQq6FW4XvYT8UcahwAbqWO4LbajyAEYtIG7xGo7kd96rTN6yM+Fz5WX5Ishdye
MoIJkmZ1BpiDhh7H5GZHlqoK4c9V0JnKvBKGQa1tZA/zEfJUAQVLv68b/LE5IspbNadD1TR5tO0h
TrC53Fm9MPFPVfIq2ytK1+y8ZMY9WBr2sWzj5qo2AC5MFsrFs9J9X9KKrT0opeqPzVyhalXOyVXt
zpt6dMvLLi/OvegqGeTFQP0vp/+iDr1IkK1u9EaZ8LRx+/SILsG24zS81qZxCoZZbXZFrowbbzTf
RYPRlWhxeYlvjh9en+pfjoflAWiVPrdMKSisTr5MDtTmU3QaUEBAFyRSbPN7Lk25I1jv3k8yT/ev
D7gqoPx8ZeCZdGUgKUPKW42oFjSAkijKjkZc25fuEKJ1NB+sklu5kLDwhVKat8XQiA0IfNuPa3P2
rWg8Vxb7NcrjzaET00VbIDrA3U53UN94DqUSkR2bBD233vOifWo6ZeK7YTj7fftdD8PooIvR3YZD
G264k6mmD3ymMLXeDmHjfomSc5/j122N/iYpLM0qKizQ4VcP1epF6ypWcdTQdXkEwYTHprTjrZUq
2tvXP8SqN/b8IajGkxiSL1M/WRciADVQyyJfOFYtMhSlG6XCn+iyIA7TCmM7xLm47HEK2WkuO6wu
FWxugX5dThJgFgwUfAVNxaCSUCTpXtNE6xtZGTJzOlW4rpkvnCXYC/rUQjgvxJjxzKW97I3TQ+LZ
LnG5rxcu3lr+yNSUsDIj6o0m6Ci/GIt4R53znMjSGlS7bFHIwOT1OsqzJHWrgh+nAX4jciiPgyK+
x4NzkLH7CEdiwgnHEofeWuhaURy+NZS49hVcRfYgP6b3KUWeIFNBxbz+3f5tAy04dzT26TBY5D+n
ayScaYnFXlEelYKUO08Rh0gnPUFr2X4g/ptviukOe6IFjzw/6Dn+GcO5RGR55xdTTxGHZbow+ZaL
lgRwFVQIRet1pSvlW426wRYL7B7Irvojt6Bs5U7b7IXquDujGHqEjoFa5cMZqPMqE+IB0B5fbN+o
6S+k1tUcLHQsunlqc6y6Rah2ltm2bJMPRaJ+EWjGBShGmlBVakqzhnZO+Hi18H4O7kGbgSO+mCit
Ync16yzgk1V7FGP8TVcm85pieP7w+me2fpnjJfZd5piXXEQxVuvOtho0e6TdHymtAtU08YOZ6Ur7
fI6y8SdDR72ssssrTRflrotxdzdBY2yVKAof7GpOj2npzl/spExvUQYd9wZODB8nrxKfRAuP2dSM
aKdHY78rjKnfuV1n7aJen3dxjuzfUrA5dNKlQV6IuzCU1E37AVZH5KR7R4s+DgjF7Y3R8QBNRc2t
nU74AIRS2U7J5F3N81jeRCPoO0c4ycMwIt2k4ia8i/QWmad6MOHllZ/reldOV8MUt/vBMetrsXt9
Dp/VY07WKVk8Sx5tYRYMNYRlGb3o++SDBt1hNOZj7cVfjcmVAUwP9TLLMfr0kdPTl5weV+Mk1uU+
FFP1Gfe+TykwWb8Br/9UlXl3M1RN9daNunAroqjdKVWEK07i2lcYH2NMmkOVt6LJC7wB03tLDx2J
Lfak3xhDqEMtF9lhrmf1zKv9sgYXIjuCZVhIgPfAXub0zYxccXLpRuqR3AHjw2RU3hZojt///gTS
YrFp3NG7JWlZTaAdq9Ibw0Y79tm4Kcd4KybI8BTK7ajZuVr3LnLtA8LQ+5hjL5WFj+PKvZbvC/FB
tHcFhmO+Md240H56r0Dc6JA13UMao6SNTO3k9D6bza8M+cHixj9zUP7L16cqq6HAA+SKbeSsYmRU
48Rse5177J0y3zglVq34IxPam/qYXcwGyllNNrWC7kVpRb5Om9BvRFLemHVr+rZJZWeY3CiowAAG
9SAvkar+OnhOtbd6y7usaWe/HVQaDK6iZt9SD/lqbqHBj/VBYFtv0ebUdXkoEy87c3evywdcSAvE
jRwS3U4XfsUqeNESU2ZRpCnHEd+XXWiUHa1hcZ/Nw3g/z0N10yi4DrX21G0M2Tu+dCbrVtaoq5UT
neEYfataVafar9GWM3yOlITu0WhvUhcjyNcX0Sqm4VlxHcIHZenSUDh87t+82IROWjqt9Hr9WCqK
RqG59C6aakalWNF/V6b1eSjqhWR/8PbZG6e7QkxyzgQYj6OOlhL5V53tPcAQ25TldXz9rdbx48/X
4r1gS/DPL0pSo9Vpcu4q42gkc39ITaFtcvQtKBmpV+S/ftSU8UXmpmI/abABvEk/eCrC9V0s5o2u
sTvUpPy9aP75mVxYhVRlwYhxLpy+v1mi3GvNjXGMI/mDWLoq9P1gh28z46xu8ipx+DkUlzAflMIQ
La3ToVJLjRwLDMJx1PL3iqdO8Hhie2MrqvCdUgxndLL/ZcVzAmHGAY4AWRY6+afjCbNkxc+Fd/R6
o3yyFYSwNOGmmyI2BzSZQT18HKXutJs4Kg5z6CrfXGtwZz8uxhnTRVKO+2oSWxMo16OiOuHFHMfV
Bc6iCm23MpnO7NBV0sz0UPugq0SXeGlSr2ufchhz6olz8g65xWKjzLr8aiD6cQAjhIx1pvcXTXFW
g2MdGi6jghsDlUUbjDGfT8QXW22ohtnThrx+1/a6fZGUtJ7ywq52Ew5zd00HCgSXauMLxzK6i6XX
3M1Qw7YmyLefn+v/4Jvggjnf/jM8GXxb3Hb5l/aPizb7sqjT/eMK/fxX/8Qqq9YbMHAkebBDOLUc
Tqo/scr8hHrOwm5CEIoaIeWWv92e1TeoBxP2QiSDME0/7wWMU32z/C6IGxDyWQb8xpW782tuzytr
d5e9xiri+RYgNS3jtWiOZ8wiTRGjO9RVa1zq+FXKxXneiTZVBXwz9moASmEe08VKjHpnAobQGiRM
c+h01zmY5tLXWvUpcZLqIrLF/ShImLxBP3oZ/IRg6JLmto5072EQ4fx1qBE2tyqNRmRhTsWFGbY3
JXyTn32r31qV/923XfMli78Uf/h98/1L/0f54493HYhbfCi/tv8DzMVBKr62AunNfj9Zdcsf/ws8
DESYKxgQ1PMSecYB/1x2MIG9N1Rtl6oDfkeMQaj397pzAdZDyKJGxfGC8Bqr9W/4sPcGzillBGNJ
w2jROb+17ni2F5nlgqdZTk7gJQAGOeetVcA5Y2kgMk+p3qtKhfHkEKlNtB0N4zKb6cv54ezUtx1A
U93P9QkFjX5RtSgaXdsD7pylP8VjUgdxPotrCeN6QJ4kl99AvmOSHSXV+0itZUMYWLU3YN+ip3nO
058V8N9aZf9LoetLmvGfz77bL33Tnyy95c//eeDZNmsI1AvFTqDpfOC/D7zlJ6QWoDU484A7s7j+
WnicaawrKmL8DTAzQBi4Z/9aefzQwlJ2kQH5i/Xx/7H0WHUeEHjQv8DqAcRTkz2NMAirsijGR+7e
QWJgo0cJyuDt01Q306Fy9YOR6orfWRR1GleEm/R7o9QPikppzLTmjZcBqRV4Pj9akz9n3nwRl30a
qKFDBWz4SgDw9Dy1/7fK/oty26ur7Lv84/P3L79crsvf+uuYc2wOJcpjxKecSKAr/1ls1htsEcHk
goWCKf+CC6To3htieVYgFyvJyjNK9a+1ZulvuAkB8NBwgVlPSvw7S21NkiB3R+oWraUFR7eADFZL
TVfRHR6KpPuUOaO7s4SYHiXVch9hdSVQQIJ+tNuOboOdZcMN8E2UmlA0+CIBN8fQF9P+04sZvP9Z
EXnJN2DzvTx1eZ5nEA3FEvqTOq3C06Ufz1GoyTY2P2n54F6B0qovSY+zYEx160w2uLzaPyUZrh6d
VFAlaV1arYy3XAAvQlQKlxNaTGPyuQr3kJbn3PVxzvXdvvancTsiGprFWfD66/3rmEsNgIEX8XpO
mJdjdpY34dLOmK3f+uU+DuYAaamNcqYmswq//3y3F+OsciLLGejXiyn53O3GTbETl2JbX3xRfWVz
jli6kpP+dailPvRiGmt6zJkRMxQabrwUIsEBwiubOPhabw7SN3x7e+7LLTHpyaejYQOYDN40R+Uz
uOl0zIzINGySRH+C26+2QVK4+oVIGrPa2AU6entHbSqxcfLB2oZahR1kbWM3uhmQ20ErU2CpGNij
IuagMso+p81eoC8wWI0NRdipjDzwWjVFtkyXub4LW5nVQRI5naArlaZ3kNVxK5pl6T65nRQFzZhx
xBdk0vJiM8dCqf2msuxPYT7Qd3bUofC70YP1M6qA5IGmghHp2UC1n8GUmffKRJK0zUZH+1qVbUYR
0Gi7b9h02xRIstlotqObYIVdyDB5qEa1DINeZtPot5wvD+OE45Hfy2IyQVFO1QdkNxoHGSq977e6
GiGZhMya6udVWKUUavucvjs3gudjktWmGw2V8/bKqGGPABnUkuvWA4AQdIpJTXHIVUCYcyGQJcux
jqYT2VJQlGgyFT4BTl5ezXmotwFF6gYhfpj+xwlxwd/TU0GtmHSCU9Iku+dYhBRy+sG9yKNOii7Z
U6TN3b7Rivl6QPnsTEdwffggj6PBvKAhxUg0NFa7BtekLq1QF3iqnCoPiPjonFM0Crymbv3XD4Jf
dujzWAsRdAkakD9cHbzkLwn5W6Y9qeCWVQarjN4fBg02Wt2qWbbt7Dp/F49R/GB3XvgdNg9gk95z
08+9E2rm9vXn+ZdXpzqwwKMIvLlgVo/TNo3gvpl49ULYO9BSchdqXXVoJmc+U0A5PQOXyJ2LkM+I
JNGC4lnrsERumAgdLM8nTsgMEESrBH3ipsE0xSIwwzAJHBvSg1BL77oN1fz977zpMvwyMMEfZWvA
2Gt5UCj+/eJnZHwSCb4OEt0NAES0h6wUR4bXh1qOvn9umOehbLofBIykOkvgeLpqcURxo4RW96ca
RtS9TGc4XEN9Dm2yqn8tLwSrhRmFufHcBzsdhQ6pDhensj+VdZQEWBY1N3rYoeI/xxMwNFN5fP2t
liv45K0IOxbHGi5PImX8IE/Hq7yu90JUwz5j7REHKP9qQW/actcl9byJXCv6aNRj96Wxy3OIddgN
67FZMc8FReIf8KVr7wJwcVlOidz4MsRJ+pRrdCD3igVUzo+7ZiiuqcDFmR8irOn6RdGLdDsjQKwH
wo2RlizmyKj3OabGsV9qTt7sBumUT3qtKIY/uFTmtqWlRelFr3czNyciOE80lrR0I5HAx34Nw+Nv
VtZMkDHdohE3ZqhEF7I1CR2ExnmNIVKffJtFHfZBYoo6vigcsNf7aKIPu52GjkmLE0McXIt7aYvs
M4D32ZDjhwqT1nofexE9G7tRwlumL0z3SR0hYzibWAA+5HSmbvQ6M0vfwhMBFbrClknqjwYm6pTO
eu1bgnRPRTCTO8NFYQwlRhvl2N3JMqnSoG1gfO+lOlnqzuspBW8cgsMPo1m578tI8IeTXs9KPPvA
MQfCrjJk72cF/khmaOPBQmA9CSY39MybMmxHD+kLYWuHqNSd+aZ3QxD7RkGMeY9tk0gPmZar9i6M
reGOTTBkQWhrWXqozSa6HPOYbrQh5yTax62RW+y+Fjifq0XIjBqV2oSbEX8Wa1+JNvSQrxT0b0o9
K7R7r4h73L+TOmz2WFlIgEDGCClxFiZtlZzvMm1gc0qxjRxX/EA0FDQB2T53vllrzdaLVOFxxNio
2yYq/Iwg711V+rqid/QuLNQQSJ84e9LQFB9mW7jHNM3zGbMXHacUqxcGrjVsyofZEhI2EYrXQYF2
OPxRdPS3SemB7y6llY1QPRzzcZjb0toYrZdspmTGp0XNegwVnBGkwia2I3o9MtOzCClmRGKDAvty
mLaRlwybGedEOlSGl/f7xM6jD33t1Y9Q8sTXdPKEcVkbSX0lRzMNt2mGG9d26KXyDRs1ChK1MacF
4i6l9x54SfRjzJMo2Ya1wTR5Y2uwnp87iHNiRB+qjhKbb429cHwn19N7xTG7ftGElTtNNs687QHJ
7IXRzh9sswMFhB8MDu6mNgK5r1Q93vWdgZPQZDqxh1ykW3lfplx3PuAVq1+OtEmGoHJKmm2oY+i4
TUCQuK8KtZm3hkX01dq41u6Mcq6ThywiKf5MDOfGWMwoCEAhuhLdib5Q3lttq3FRqlMqrwtdT5Jr
1WvH7iq2JAA5t52QeMU5Ub0SCMfnGCiio73LPUcO27kLgYoUbSIfhJ2pyAdBC7jJpeq+9zC0/VQp
CRIY8HfSj2XjsUBTo55KX0d984hGWknE1KnZXTxpGiKjReG+TTRpfUc/0/thJJ322OZhMvqW1Qj9
olFm/oI1VnZyEJKEfpMqXnKc0wxjHuxmzbcavzLHY6QYsXkpIfUa0GWJ8kC+1FsEIkSJ1I1Z3Vmi
aW9AcxcpE1j3hKVZVn9Dd0pa2wSbH1L/3pt8ox3sLQfZ8NZo+vBT7YY5mIyw0d+ith1/GOq8f5jQ
3B5BZYvhqLRu8jnqpMWroHke+45dRu8GPhaaNhmIHGw3cRO3rFSboR87w42rlHoIV12iiDMNKVPV
0yptENc226+DHMvc99xBtX3A3c5TlU4F0NwaMDCrYc4yH45D+8NxBrlBNWIKN/msZDe1DZKdxolJ
czOb5H2oFWZLGzSbx4BeWXEf9ZFe+mDY+RIFtPO3RjlFUeAYKaqkzGUNWEsZxLfJypKSs7BwkNRt
eiJ2gcsPKsacXve1xZG2kbSEPgpYc7GfgmbbK3lq92SWqpkFWTTm060jaq0/aAkexL6GrEXCBAr9
YIFNm649eHXExbqWyE2aOp685LTScZ53gEFs0abN8Eupk6raDtnYw3cdS/vRpjtn+VKEyl1N5BFv
c8zKqkBJs7nyZVxkn9JUN9+jIxPNQavQ69/VmTYB9IsL71OH6lG79eDZjQBJvGHyk8ykoD2pvc3e
GxXQj6XIy7saXHQftO0oZCCSEKZ2XIsu88esiFC5UZJu3AgtpAkLqKItfGeuHC0we7zhgnSMVLnh
GpeXsISrYisrPXk/QUoutwUqa99wIiCcaBWZd4Hd5zpq8kL2rCNgHZh66x2qRmzZuMCQ0+7bIJq9
vPQhzudWMNh9b2zRnVOvjaqrP42FMqP7jB/IheynZsLnqmn0XRY5lXthlPnAeeklEb5No8aiLqg9
oKGET6y1G3EMQjVfLBirEdBc4ieKjVq/PUz20VRS8TUvMMbwCUu6Kz2p4mORjvHD0h+saDSHzTXV
lMoKpr5fAr85h/uUEI+Nvtm09RDMuIgBY1eS8G0/WO2dAYMB0AB2QD+oksxqoJih81lPlbbcDqDK
vgzC7OadzKfxXWKJ4b07DpVCC77BQKPSa3GHmo79rSCCAJAmaL5smjrX3qYRzKsWp90fuSGmnavA
2Npmdo2Jp9ktPFFddKSQOHKMD2ouhbbvRU22Z7UYT/itxER9q+tNJi9ErUwHtC7dz1OZkASaaiof
sriO1S1vYakBpwjpMRnodI+4t/VVUOwO4RkXJJlTJtunpJ/au64oYR8rQ4z8qyyH8Anflokps8Za
DUynGDZFMdVoCwAh+aY4Wfety/mzPklb+oOweboSWWJuu/JtYWZqFpR16GLXTd7z2EqFdo0+O4m1
73RnhGc9KCl4odJ2bqwcrNDWckWEDR0n03XvUg3H/boXiDR07pLhgrcDn156X2Wtae9it3cOKQZl
NVB8s2V9xKP4jCle/F5GIEQ3uTO1xxa0Vu0PoQoWgfsy+txFRfopof3Oqkzt/AuxUvI1H3SHw6vs
Rz34f5yd2XLbOrCuX2izivNwS0ryHDuJ48S6QcleWZwJDuD49Oej16lzItllVfZNLtYQCCDQaHT/
A74l2YMz46O6bYDn5zu5UMnnEwy46GW6erCQHkvgCmIKEaUT0uJl0o23eHI8BU4j72UVp08d2hd2
OEq1tDtPcmXiVGvZ+6ao8gG5OlT3dpU+9t/myqd5NZF0CqS/NKAqhlgFKmLOShIaxjQFOBnTI42s
LEvvTBAeuKLZ2DNvmwluCYGNUJUaKabRiGIUXwAKd8213TUm4lZLPFHmmepMbdm5k7pMNN28LGec
zNiN4m7BHwiESVar77hzk0U6k0MkTHFUB+JchchPZXuMdXsuaqPEVaTGlRXSauFOP23Oag4XhtI0
55MobGZzdmsVgf49X5Thb2I3g+5a49KrwmZC0X/jTipurjOwRzvRdjwVGlWU4t6UeXmodWCZqP0M
FmjxoPDNUF8ESwAHppleirxCsC4sRxPVeWRyUwQphYFH7Nbsvcwia9DwfiyGHp2vqpEPCH+quxw6
lopsf0CrM8ixs9vHcefTJexc97ayKy/qC71JdmIyx/ERcYPaXPnhGrxhvy3uNZscI6T0kV2usaUg
I64zlgiAYXUhsiJ/zIZmLefA0ZAXvdkQQnRkz7uoqFtnjEQCEmOna7P3Us0YaajegkYJcUVeaQhq
E014Un11lwn3br0d/B9COCq+mqHj1Zt+AUFwY47IaMzbuM5qkaEE2jfdV6VXeRfGtW3HO02TFJHy
Uq5oobEWr2nea2lERcC6Lxc7V5ji9ll3aSqvuy/a3FRXgIxMPDBsnZpNhSMAeAV7xtls1tok2SSL
C/TcVHP3QF1s0Hee0PObtkM6v5Rl8KrXhAQQDlIvty3QPbyYdfIQNPAgmSIgUlrGzoOTXYddmg93
ceJwNYguBd1kukt63wRocmq4JY27qWoyEvW2xU/XpSiFOn0ptXul9GXaNWu7j9vEH/7xszGhizvw
/qJUpbT+EtTEiClj4fKuqbu8CUGl8h1qfAT3RtsnBxHr9ZXDE87dNUOTffPjfilC/FUJmYrny0Mz
DIu/EiGsFLrv7P0OlLBrmBJV9pOHn7gnlcmTcDbr9tLOcN02+za2USgxPWJxbOkvgYzny3l1EoRj
aG6dySDXgQnqfmNT+C+YWNwuabLRq282Cn86jq6u/4NHbDFHYmyH8YYLuT+YlYn8nzOL4d5vta4P
XZFouF6ipvKExuos7mZg3Wka2YNW2qFIxjjeQDdbYWxG2t4OdZmiID2sE5vcokMns+/Nex/JdnmD
nLPg/+wm75dGnQ+A4wrRZRmc5DrWXDYZAUj+07clF0CNgisw4WFMZVjTAwAuNsXBKtLpDGh0BMaL
iYYLKTRPWCcMACVeJ13TPbkyZu/lVmrZF4OJoSyquUa1SZKsnKIks1jVOO/E1zJoJPjPphYb9AG9
my6IizgUqi2/LqlefOdRWu51e9S9ULiF9rPSK86hivP2ibd58qTJuto7EFteRr0YnwahrBbeTqvd
1kVey4cBaYGYpXS1Fo9Cw+zvoX0uj/YwlC8zB2cMSQyc5wFwn9oFInFbPr+aMErwg7hDm7WrXmfh
BeKaGofQb3TNtDDAQaBqjLDVzH/xI9qfpTa437Opnr458Uwg8tx8uM0tTZKpezNuOzQZmi+9Sv2D
J2b5tQTmyZcpE7/dmK2Ruldo6Se4x8ZggV0156GPKhpUHnuZX+WQvug4oMYbUVjZTU+xmxyhgufR
Z0SUsMKKDq8nZYECnLvF+dHWPerZqYyDnTJ0D7Y0d0kQCSDjFXrqZc1elTPClVU+xjzzE6v71VEf
os0wxtK+c9PENS5Ubibq1vZjr97mGULz0TgF08/Ms3rth4nMVIVUYu0Vm25euvImMV341oiIO97W
79vhmze1Ndk/dvDd1VBag/kzXhIjC602jd3Q88fK3Rp4j/6bVoNl7zJdgohPNOjw0Zx0mC7VcDLG
K0fYgoIflV1cOXX5w/ZpRT3ELNqlE1d1exWPsL8vJVdGfoPSNaJcSdtW146se+xpKokMKBfvkO+S
xq16SDKTqEmW/NqLeDFz91lmBt9TmpmT7ozFntR1DAY3246NZVVkNfi5XseNHeT7RauaNspKe3Y2
mhu36VXqN1N/FZdG2dwEmRD5d8oPFY7AiEi2W9bCWy75JN64K7T1Y4tFrddbZiYPSkG7j6ag0Qws
Y8vhsTYN6xdPpKkNG2cpnhLLhKLLqSbdx122eggycp9oKKlMbnJYt3fFpNuCv7NrygsvmTCvCOKZ
hkVB4rcmFlJ+x04p+zmwo7KoR9mT1kvu5JyEOpU4gNk5T23RjuRWRtPbzQVX4/yjcgwK/xiMDF8z
mpZVCLih+WkUdh9HmF579Q2MuvWJaeWlc2MWosanN6+cX77dotA7Do58LItZd7b0EUDP/A+1ftOp
y9567l1X/q6DdC7CVE8t8Ej/r3//8L4v+K6UCsMMzJ3rIlMDzPSUZSbKXFJedP3ntEyNW5lNxk+q
jPnfFmzXUdBooyarr0XqtdT6Ry8LsHgzq2XGdKtwcQieY3+Lb8iZqbyr174Nsoqior1BGD2pCufI
n7cl9eLnqQckOPiWuJQO7vWeKUmM+2w6U9p/V69lPFJxk7KKj9anfdJSnbxUoWmeiucl6JZQ2iOu
PGOq34HbrHZiMHEKSuedNi3nBB/eT9SEkLLqG3MJroZcx6uJwIeduiqv9oGnqotVmeJGI5GJ2nIR
Gyfv1dfP98hxD4NyOxcqPH8ANDQGAYKe9jCAf3lAbbJ9sdor8CG1jUcY3dS+e67r+flQkDWPp+ZJ
Z5xjy6KCUmryxpTcrG6i2siGnnxGEO7dzgclwDYh8UHOkD2zlsT/2JPaoEjvvbjaK4kgW0kv8n52
qv7xb9fOs4Er0xNxGAWG7vEoVJtQcV+Kaq+vLISEJymP0eSlp94bfT7SR/P5c6STMzZNDcBBvar2
mh+rK4s65gY7jH8/H+Td1luhFcB1aDPRorC8k+/TjEh0pMNY7Ysxznet9Kv7ODab57nBx2b0F+3q
8/FOMdjsPUQoACfynaBQ0hs5Xr8ub+ETLE23nzHmeY61uiojZPyc72ULjF25GY5EU/woCjU96F08
7bTWgpQC/Mj9urjKDR0xNr8mGx+Oz3/Z+53K8cPxYJWJ4lZ560P+sX2MGUmCmlO3dwjQF51BZ61H
OfBqqc9pjXzwYVHV4fhhWs8j8pRv3dId4Waemr0a8WD1pJlv6B78pWXNutDY0zkcc7gGVL7XX/HH
fDC+quvRLtU+KwKTUlP5z1JoZZTQAD/Xoj1GGazxBFojFwKMfCyTOYDHQ008Dr0x7rp9oQ1iW/bS
vKSIX93zrDEutUaMl02xJHewVoenosUDzVVjfbcYnfnbGeL4TBx4Y7i867shDryiqYEFnfLnJ0io
vV/N4z6xq8yIBNbhVYQBoXtRkIfYIbIXubkVZuNdpg3tjo3bdXWwyzhnD7AG7V+uUI0ZSVugxjgO
wdRvA4oLguZIMF9VZma32I1VyA7MRR9f1o1V3mleFf9TwPG5952xXjaLVRU/NKuSfgjJxJTRbC32
14E74F7L8fw4Eys+2Lx8AzREcClaZYNOjrEnG9gnidHvga43e3LM5m7AkXBnN063+etzgjIIsl06
tDU0Jk4uD88ySj9fhNoXTmmFmk6uWnrVz6xpq93nI73rYQIwWD+hgaYzI57azNYahBzDqZY9bZXt
orn+lhQUSwhj/O1maXaZY/72+YjvlhHMLHBsGHxsYsAUJxkH8t4aEdBgbp7uRdIpjO9kuHpo0jG6
/Puh2KP+OjuQFKdeQ4NvalXRxMPe76ntiDQfd/1sG5FveudsMU+wa5xPprUmax7JGgHuVITGQzys
F7Xf722BpBcsUPFgdM4UFaUJu2gZkm3daGver54nXpi/tILXhLZaB+qYmT99PvFTdu7br1nV8FD7
ApoME/g4WsxFWetaWg/7jPddOASeezkNwbCjd0nDdjL8byKbRRgYrfvNG2osV7LBeWrLUqf0EVxk
Zqc/f/6TPvrsK1bGQr2TS0A/CZUom40U7a1h3/d6emuXub5Neqe5pr58boe9Nf2PghNcD9SebbY0
oEREWo5nD7UDVwazR5fCc+c4pMWO3wqlJisHMeTN92Bnefz4PRbdftDzbLcKJ7hosc9Dv0GV4xfN
a6cl7MyZur43FCCxdK+r/rWTt1oiz/lrymq8MVsW6gWRzurJQJvuqcgS/fHzZVuX5d1UVjIEoQBA
xekWNqdBLDhaT/txqaqLORuKTYsR95lw/sZbOB2GbwO3wloVCE7DQCF5iWOZOe8xZGi3WuO5X5Z6
qXeNVZffElikUVMqL8QX0/jiZWn7sPQ2KzZPajt3frzzVNnfAHazL3l/TWeO8bv8ic+JRh45u0lX
BYmE489pmG2u0iWb95Ph9CEpRLlNmvi5Qb/3IRnGv/RTX88OIoAWMgM2NBPAz8fDBXQW1ob+vKd9
QPtRTNm2jqf6TOD9YFJAZKg1gV550+A/HqW1lNBTs172mquv1U/IvnJG6Fnqi3aHAOH/YlakD/Dy
4IcjgvaGnPwjVTF7DahHIOf96OratWZKmua+mW//ersCZEfO0OTUGdYpA76s47TU4nbeN/PCxykG
7aWU0jxzE79hzo+3K3LuOIRAxAHIxJc6XrzJMUe/CTJjL9Cnvu4bZ3r03VxQXbXp6uBBpl+oti8R
VXeDUHa22EsKmCHSNZhbOFVD0QkowUzN6s7yUU3R/JRsODBu+pzuIzpl1Zkt/P4YkyV6ARhidBi5
IU5+sFs6dSVQ19rXeYzSSlOaYdXbyZlj/D7GMgr7F9V6Cn0oABwvS6v5Vo+UkLHPKtxwMtxdN3ML
tzJQo3VmQu+3L8A5oqwNCR9uzOlzOtMtFWRm7ex9h2L7jOZzNHitexfYzXRNe9zafL6x3uUp7FmG
0l0ODKHgVN1hNpIeYJEe7Jm3ceHlDuxGE7kBRNEXtG/MPp0vUHWvf30+7AcXKXQb0m0KMFwmENCO
l9R0CqrKrdL2AKPMS6KC0r7UjTuJG8nu/qINeXwn57zuv/rAZeE8O4nzS5glvrMY4gX7zqY5HRki
oAz6+U97v6XWX7aWMzDm4e1x8rGT0Q0kEpdij+xg8Z2jnfwovTQ/M8oH644+Ka99xDmoi7+lPX+E
DQH7W2gq0/Y5as9bHTOxjRsbDf25pG2+pG6aXlhjFZ854B+MytbiS3J9gyc8xb4amJviPUQnhRRf
u4pRQ/qd55n5nBUquTD6ytnmQZGf8Vt9v6UBRrqIwPJIR4JvJen8+Zjr5mYJYKiUh5bs9yrIJjq+
RUuhvJPJRabP/dNff8BgpaNC8gH0z4c8Hq8xNX3Imqk6sMdIEbnX7lLAdWdiwvttgoUy2FY2CTKn
sL+PR6Hz15itcuuD6yz/BBnWEnpXnrvMTgMPD2C4cSaHkzIiyhwng9BAMmtgTc6hFt4dgcm98ZLF
ChPc5C7+btFwcSTuAHuCq0Jee6pwUlkUW2vy1EOp/OYG4pwdTXEszuiovAlo/nnBrMOw+3jpEeao
460T/mPbY4QFRqxnLywpjlzbvvXz9MsSLOZ0oRmTdT+7cXZHiyCASde65RdNb+erQIpiuAmcwcF7
j4o8qHxEi5fKsLDUK4zKAgGTBBdTYGT1RZXqnVqNYmisatIYvgaLHzy1uoYVhF62BdZirV6dKxWe
7vG3ebG3OTFIQLwHeg+57Klps3yjsdWwK9+il9Zcq8W+BypwznD1dO+djPamhPnHKgKQDEQVMFqv
jGJjqdXhxBP5mWDxbvOt32q9isg7bMLFyeYj31BGaXvloclyDT00q49E0LQ7RLx+f7753o9E9rni
xFe+ExXstUbzx3ySro+XZW6SQ4xIaDhqLo+6mrf5AungzH33wVBo7ULFgtNMi+H0visrjDDzYoKv
q0/mTSFHOko4xFwT4c858r57upIMwmWAxcJtvmpgnyzgmBVJN1R2fqiUJmGL2GqDZawP1FfV+sax
U4wQPVTuQjjI4vdgVdPGauEzJ7guDYjE2PmZ5OL9vjn+Qeu//2Odtbhz886DNi1pq105RqldxoVJ
evf55/xoGHuNV1RmUY05FUJpUSca2trKD2kb65s2KPUHzNDky+ejrBnCcSjBQsteL+k1geD9ezwZ
5C7AjY1KHvQBnUCn0PtbSiPTDdB4lAJLi3emFSTbZa6BtSI2d6YPcXqV8nFxIEDqknn6q4Dv8fCe
jUorWD15oBfm3WYQvkLCCnaqzpxuYjzb9zlE9L9f2aNBT7ImYSbIAypfHlSOkq0bj80FAvRntffX
jXmytBQfISAyL2Kae7K0jjuBcxeyPiR5nfyS4A2AqzUZgAYEkesCZFRi2PTY2af9RexqLv6eToAS
MM7u0ULsp7TmBNvPv/f7EOsiA80t9R9b8tQQIOvAX/WmaA8I+Dq3heY5Tz4oPfCEhXHXq9g5E/4+
GG/1yLBhKbLBcPs7/sB50XtpxvPxQE1tuUeJanxoGm8KY7/S72o7DXafz+9UIA8NFXjK6ImS9K8i
SN7JgFbdSM8CHXoQXos6flaWjhkiIwBCSQ1+8qrlo/8ULLr2j8rx7UxBUV/ia1RAyRtF+aWd2K2b
hrvzyiFNRsrQHQN908DZ0lGIyp2Sv6zwdm1djRJlR9/7FweDVD+zbB8cfrokFAaJALAuT+vp9oQH
paG67hAUvQEoxe9upCHEmcV6PwpvVHBvq/UYDVbnpBLVpyO9gGRRB6fEaDfWUh0EQVP99VwYBU0V
qOIWhaJTf0v06F1lA687uEtXRIaf5xugx9bfHmoYw8i6keTRWFoVCY43WkfIT1MrXw4lT76dni5i
C441PXN83oVLi5PMnbf6DjLWylH+M/av3IpWR778QJ9D67ZJYsMqsTCHwIRJtXeZNelXoOZWZTv6
xrAOg+JMxvzuQPELAGXClFpzJDb48S8ol5n3jqUPB5Vo9s08jDOoZKSrzHICZLECzj8/UMcRmnsX
JCYGNMgFURBf61vH4xlV33e52yx06+qf4C5lHbr9MoGudqxLB01ytPFneY6odaKx+t+wxAzKsbAL
31fVgKeovnaMZa9mS34rPaksqCYDYNl8ldKPFs9Lrz0v1oDdWsmgX7mQssnisqo4R6U6TnbefoqD
jj1kbew3Vr+S4xUwU7BelU0tTC0+9k9DtURGSkGsnoL+rzqQb0MxV57zsFt1OhsnQymws0XVuhA6
oLRcSKgnoHMScQni89wD/SRQvo3FK4HdzKsSLU7nJI2xBJ737VTo+6BOYy9yMDd9kJkA3EpqPqTb
0YzbxyEDerYh3wsckL9DbEVzXjS3urUIeyMBnF0C6INGYsW1bt1oqmruKycQ2kMQ5/E1WCLtUTPo
jqMQY/qPPhptPz7fnscH8r9ZEFdg5aMpSZp4cpfPqdtOtE/Ynq7RebAqlHFvG52Kmmmcvy3TqN9C
ZWleSnQt7+bMq868xT7YHCuQYq2TEn1ovB1vjnTutMK1lmU/GJg9dxpos5SECUJGK89E6w+H4nID
/U6wfpffD1OllKYafW+nsLd7X1uuAlG0V0EHYePzVV0P9f9PXf5b1bfzDgpmpXedrKpVmLNVYWaw
RxQo38CSrn93IjejTvfbKswpbmDaG1wnepL9VZnj/44Mp3h1pCLAvkkc/ZFcyzrzBgnPYz8VTfua
cXNs+a/ttRqaXC1Fl51rXX+0qlQ3UO0kSWPQkw8IKDNxikXjyMF43MAc8q87tHI3iWO0Z073cehe
57ZSeLnUfaQbaP+cDJUOhs3Baqy9XRJSo9xOs50VNM0v0+UfYItRJT8//44n1On/hkRJgwILWb6H
qubx9oT1qcSQLvrez9rB2w2+XTdbKFDJtzHoxn011QCd0zzNvw62Vd8Sc6tbz4mzqOFvPHOTvN9U
2CYj5oDLMwkxB/b4twCtHMj31vovWIcUqFFGYrbM0B1N6hfQIrPiMW0ncJZVbb5+vhDHmc7bOqxl
M+7OVTXjHTJo0eQSu8qy9rGPyl2xiAJLTiDCn4/yfi8BaaGxR0GSY4oIzvEMEeNY0BSNg72pIWKr
TwGOBO1wwAAhP7OV3o8EQoU9S/QmnaebeDySOXWjItZlB7q9xgZlyXLntFq/8bVUXX4+qRO8zrp2
pLy6gZ4YyI6V53o8VkJ7vukDlR/qOKie84nWGvBJbGJj0L9Ymso7AyraFlKt/aSNrk3YV3okygqg
J0yTyOvBAqdacy4T+mANbKBLOOTB6KYHt/77P0LFojU1EvNecRj9LNsEXdqjk9nFF2ZKd/TzNXi/
fTg9DMH5BR1IvDkeCpzxlDhOXB6qbiov9KWSW5nYxtXno7xPtTB7QDYJgVBqh2CDjkdRokPooOrq
wzAV1m1LnYf+rj5CkXFSuACT9wzeQZ0J9R9MzeOBxiPNcmwkSk7yO5h6TuIt66CjY0XeZGVXQ23Y
Z0b54FuRk69yBpx//jyZmpfo2jTNWcMboBDYZjQACzS0yatcZGcS5LeG6/HlhWSVi5MEbw0LYYST
sVwQT3279FSudS+G9xQo99WPteTGEvl0z05vaLq7joJJZTiIKRSgY9PQn8FSRajzupc8g90c7kWh
+RgmDBZt93qBBkr2C2Gm8gojHK2lezSnpM13euYa106qW1nkaiMaogZ0EivsJ49dSUFY/7eC8+CH
E9YrPyZKDnXYEHsgb63voVB5FqwKwMC/pCj757J2+I3AIvqoRZPrEUDq8E/f59RrrTyr6k1g0n64
AkWpvSx6WduIldT2TtexlYgoJwxQh9Fce22lzjRTwEBlCO57XJA2VeZN58Egp3sgsn+8oTHhyFTW
9DCOFfUzKVo5bfzOgCmJsxCq1VPWOtqNgiikR6XM9QTujo6MVgbFWIvMXJmvMfW5bypOpn+lA9eZ
HoyA7j55RXPAdRw5gVbp/ktl9QXMb1xK79zKn4ywVHlJbdxTWbUZigwiarVYJUy7aXHcyIStABUO
dIjalv6q9gEPz38aprY8V8n8IA1m0+OxQqDkT1qgx4eumMyBbVG1BxcSXBLWIC5ukOf9jZB+/VAH
K9cY76/L1OjBZJidxk+x68fWdnrsj9pk0xgq3829I69s4v/V0iX+tquoOcS6mq55AMKZRDr0Ci0E
+8wl8MHRpaSsoxjrUGgiMzz+6QlkwMlM5/ZQjW3Ng6wFIu3Kc3bcHxxdiiqAk5G8AuRwqiMxFM3o
zhO6mU0P+3QOxmAzLwNo/Xh2tp8HwI+G4ga1sAyjGkH7/HhCsW2N0MYtInqweJelG7sbo1DBFYpE
c/T5UB/EWqS8cPJh8fQ1/h0PJSwYfINTlAeMwqCc0t7g9ojb6mbQliYJWyWCb6qe5m+fD/vRDN9e
W6tiIi/K02GLDHkiT1SHHj+kDYq5kj6HsKIl9ZMzycj7bJOiLukm24OONGiO4xkaVpUFkxtUB2lZ
SLovQxolSZJfjnavhdbYZmeeJx882dGYXG39AHGAoLVPTpJW98VoFwWlZDp926ahIp5nI96R5kDR
DPXen1qRJ9uWpOAas7R0a9ONPnNRv3sOUi7AYJVtipoqHi0neZHVz5OgjsVnzSARKbpad5ajxBdc
T9N7JDTFruQnYg4059tmts6Z277bVTzbWQGeZ2xgmtLr5/8jJbG9LEbRozSophvdLzbxb7ym5Q5u
TXZVA+u6DMbunKnQ+ylz16HtRduR/Jpq3vGYFfLKGfegiYfCIq8buL5NWOslClOV7B7yYoTg3vXl
nde03dZfur8jgpAeMmdyBxae0VeU1vH4o1sk4O4t82CLVm1mx55us8U5l4W+QaL/vNXJcYEL0thi
MwO8Pz05I0VyAGKlc6AS2xlhXKXczjBWgxtZxwWa9N2sFRsbqNwvu4NzhmJHjLCJzvNcRonM1RfM
6dxnFWhoCsiyhT1UWrM0YfgMzhC246h/QwbEv+ml1d8NlRBbBSmji8wCRqikY7qye8S/3pzLV1Et
VK/drsw2BrvNirpmzpIN0jnGJSzp2g0B9UEeia1hedbM0UygfAuo2FOTLK8WCjLgZgtzaSIXYbAf
vmhhEwgzKC5RsfKvjHno9AvDHRCXqbiQ41DvgnkIdSENJ8TBZGjADUEG3yo7cW6tNB7GELRkfS9l
adphW1X6F613+PVTNlnXsWOXr1Oe2qiRsXGjskogni6ybFQILWXYYz3fXwSejbyfmJCdPhca1lhz
/PFg1RBmV5VOrto3kbo/zsUUw/htpsk+LK0QMxJDQxnlubRdEjHDvSITAcRojDJ9EF0eDFcwOWF+
NhpJXqTapEw3c2ymXy1N855qkxpsOE6e/W0e0+GLwZr01xX6s2cCKFDj059tQ/Sg8OfYvOXotZxc
sDD5jTGvYaJa0Jxh4PbZ8NxWeRuEXu5nm6yiPAIpdVUcMK0maKNeGPpjsmTyYGdTQS9rQIFu43qx
sC8KVXe3Ku7UCw6G2veg15z2eqpMpBsMq2+dMA3a6UZpk1qiSuqpdzH0A9oihfCzVwjaLv5GDbyJ
sKr94GVQo/niFjBcwxYNDBEuwpvEbirGHCDMOEDFRmIGaTZpVlCnAqSBcHNcliyNjKKrX9HZ0TCL
lVr56I7DNF+AhbaN7RgId448rXYyNp3Ig+8odlXIxBc+YlwiUcV3dMYmJ0rbUd7z5IrvMtDgPbrR
cnkOxDTfmH5aiiipu/iuzxUCIsGM10Sot/ny1Uv7XNvEea1d9qMrpy3aKNldrPeT2CQBHqhh6qP3
sTHyPsA2rEfGQHVFvk3V7L8UsVzuSkiC5g4BK60LB2rsh6q19fvJUfMz9UkY/4PuEPHyefB+23kP
TYwALL5WeekPYMBkHtyoQsZ72SGdFGbmgiQPyhjk2HkyojtitVno2qr95siyDiK9ayW4vaJ3XvNx
aQSLL516C9dTQzUoTbPHpmikfqe3U+Btln4U8hq0hSh2XdXFvwtRjtrTrIEu3iS6ETebrFHTfFc0
C+zzBTDGYaplPX8J8IrKvsIbF9nerYWjASJremz/0C7Qum+WLgoflYEsltllvwxYneLgNLvF3Zjo
ACMAaGrupUenWItkG8sfGQy5LqyxM8JRJ871jsY5RYlQlkV/Qc8eBQyeA3grw/utf3uuUj/9YeF/
MXBFGVeRpe5RWG63c+u8tXaLEN0tpkCJDls2M3kZ0EO95i1n5GEX9wLFw3kgwSgbM8i+zGKyUfev
O2O8kCpvkJDqs/5ytLpaRWPe4mEoND8pI73X5vym9PXiN1UG93a2M2zJE2E6yM6MhntHEa19ta3O
biL6Ae4NemcZlLxJIDQ41aiAINWD5hUAlXRCbkfHwj6R9mRc1fNg0dSkbrxc0a6r9OvezmZtS33G
vMVMHKOhUmuQcbV7AKBXqBRhyjcNWnVVqbLObwc3CdL7drQ84P9UMq6MvpPX0EirJo0ybSlecezx
vvjCd1lma9RqCCJW3IZGXXp3zNBadtpcEajE4DZfkM7U/u1VDSh7TnFXDc2pFGggFJm4G21kQa4n
acSY0C5ZcGkkJEcRu73oIl1Z0tzk2IGYu2mc0uqLXbtFGnWG6MqdIQcUCmg/wvjPpF96V02S9NYl
uDRUwYQew4JdRg4PEP8O+QPJDw+lP9WvHmoKgBNNWn47k0/8CwuxCk/cuBhQYDPT+Nugq3J1GtGM
Z/rJwsF2csrnbZ4IcaUQ+vBCJF6K18FowOebGIXrOGm0xKsRI8atGfA7NnWAu6uT8vsQHjPyNEy8
Jnm1uhRbx/Xh2ADZrt2vcY602DUSmfKGLgIcfvBM8HUQyxgdrkkNx5PCXrw1QprFD0/w2A47pKMe
F+7Xf5s+b1WIuGAM+hqNmgApsTndi85HbAw6b1CHdbJMmGf3RvwTI1nwBObgdy6BSRlmZImCh39V
KPuu15GwDNt2Se1NQ42iXiW6EoeXOPL+O7efaX4p1FDTEPUpng0CVayYF6q5PILuCYChi0Y9zbas
//W7ytoTxNGQklZs/8yzuXmpscEtcNtIM1YWL0R5Mbe1d+DjLnVUK2/itpNJ/qjVqVFuSCx6E7iw
QpStxKlr3CTMkvxdGcbWSltEUe00mWqM9lIvCSkRFEPIpWKkm2oYKa4aaB5ES1ZIfaug2s2h1wcF
CqklveXNMvrWhYx5jUVNq4sfpnS7iq6Jlv2Ai+38mF3VSKoTXWpuFRpCz9TbYn9jTkF+jycwK+EE
jXHbWpq6RUTN/J5VlQuvHzHuELWP/tZ3KxVHhtTSF2KGXUZdAOk/tCxqBxeeWOwvWjkiRyDmGfUl
ckjKKsqvkRdkqgG1C2R+KGkI6V1iX27OG1voGbedpSca8lau8kM8Je1dXtS8zytJfA3nutSf7bQI
nmgGlwmKi03vkHpl3qWyEod7oTbMf5Osc4sI44P0VaaTKiH8Z8WNrYqlR7hI6siQTHI0NyhKTc9t
NyQjGbRssp2s0KRHsQFBKNQmesS2qjy1vpLUofBVB278y51nbbwqxrGvIls2sRnObVDYYY2KQLkS
pGteYWPMyeqqBYkw3Ur6fVNp5WuTakt8iVaXfoG1IfKKUMfna2soUzdE+w8+q1kW6smxY7WvkRJ5
CEYjaS57u7fjTQa859Gu/PobwKj6oSoToLbsX3LBggf3rhIm/piQ7PN719de3cZSFf2HkmA6TlqP
KWCRDnztbPKN7WQEeFjG0gimK2rQC9oKyO7ekJPgEuNiE/sPynklklgUTOML8X/YO5OmyLF02/6V
ZzVXmvrmmd2JJO8AdyCIJAgmMiIA9e1R/+vvUlSVFe5guFHjm7PMyOCg7jTft/fanVoQv5hUuvY3
E7eegNMiOMVjV2Zy7Gy14saiWq1h/Z9mfSOmlFbHkHUD84UZay9F2mbqdRZqwT5u5YGWAPN355J2
Zv7NhM4CM4pEh+/Xpsq3ySYEDPViYvxNzUO2LmPbLsgxBCJCTrzKdHxXMNcOHpyQYfo5sOPvXG2c
rG7TCcA9a8q4oqPTQjdwM846i/0wgbwYwEi2G7YafE0leJHpgsxROXjUqT3NuzRSqvJXIRNU68nE
gnXrzg7Np8aWksk1xzn6pum1CkpoEEa27Tj7/aDnCnp4ROMuXRB/Gt1HmWNRZ3Msx5WjqTd93R7L
RydWMphj8MOGFaQJFQ9NafM3Io5AHp2iJL8dlSkaDlnQVMYrz6+Tf6YB+iVwl7EsX9TMM+GqdRo1
u4qYNcA3t2Cg8roZ8q1kJHlzoWVjFK6HKm3NezLSuysw5ub3WNE7bU3bX3kFzzA1vpmHbeq3vIrC
zwccRmvRaV3qj1mpV7SPunrGo6Z1l04mGmkVDJDMEmiZ7YJFqTpfphgV+7j42hK9e6lTT3Ok+mev
oEpF7Cj3415Vstm6mfQ+HTflrDajb8X2EHo2X7Ds06gaE2Yudeo8rU2Hly6ZLMlDOlY+5kogVbsp
b9hAzHEnX4ey0l4NlhOBtNPz/LfWmhMrxlSn6VqfsjS8go8R75OCYqavBBzksNLDR1pbPWVVL+hK
7EPUMuUb9LoDG3XbEvd9Gw31jlMMcB0uO3+uKtk6sJWQpLWEhX1yRdNag9cXSqx6BrPRjWEQLLcB
LtdbKxG2puZOaSNeOCjL32HptE/M01K5LmV8FY4+5CHSIlPdpYpEUHWf9doPKZBmwX3nLLFuuLQr
sv9apo0pSgOCjRtLuPxEcTvKSc2RI6+lagN6hvS+ppbH9ahwYPM1cjWEOwapHFxWqVJd5cgzLE8e
wqzFBz+r6kpJsnxPhh41Trk21V9jVLOG9xbIIC/oa2UVCgkxewmxe62Hs6y7bdfHxU92YMnKHkXp
4SaDP1wZ+DjgF4Hh8pywZmVTp4mVN2nm0BN9DhY+UlPhh3VeNgglHK32elhnnCrMNEzJOs6JEbPJ
SWdFHpuh2chClTdWBn3nqiqZedK4UeSrdFbUm9zpasPTyXfL3W5pcHLYkSXTz0SXPI6GPD7ICoEi
QFZHJLxlI5zGL4VkjaDSJCPwjH5xcap0A646k39xy5iGEl+WPvxOhaq/OvbsfJuMQUl2mWSCrJOi
JOEwlwcPct3N13ki6TBHW9l46kFF6kumq12umXPJGG+SXGkPpDobzUGtxvm3EdRlc9FMA9hv4meB
NUOw5TjOqvM6aI3Zr3qyHGWvzRfOnmpP+l1WjInGVaHkXg1imiCfGxMJuipwXufKhnk1+31XD4M/
DEN+yDpcsnjFB1Y/BfXR6MVFUsZb0yqiB4kN+y8rCOfWA74p4/QGNcWnr0n0CBM1j17A1eba93ak
e4DdSAx7hLNTvw0cmhobKqHjaw19je1pMRq/4JM5lV9CoDb8ygwdiOgL9SpxM9Su3zOwZJFXVvSm
mLqIPODecuDkYuPmiXB0IvikRI0Lug/p+OwAI4eolcD0X3VSp19zXiR8m66FobP46NZ3nOI2lgZV
DQH+UBxtPfqOwHhK7BYwbKUgOcDptKQdWIAcFiLISOWiUUhv8zOtp96uSVH3dzwsJEXdzC3syEGa
r7WElvPSkqHJgg0Q+1VoxI1n6DBstpLSF9pKHejU4mDOQSnCuItvRNUs96AxlPtxjGmdsCp2T2M0
TAfax8N1nORTsNPx79fsuirpAB4knDxdK/ufGIB6ei0jUZpyOuUA0ZBko0sZNe13H8UiuHDmGeHl
ZAlzW+dW/ULsGTBBFfem5HazHuW+M+Tld4CIzWWkUZdySxNul5vVWXMHQbfDGNu2E5VMAtzENjMS
YVwDxbAgcA5lzlEcOcG2V0e2vzRz9Uv8Z9BJAw3yvpc3E2xFvZOT/TQr+tPYWBYmgVRh/QQVFeme
GnGKdK3RECRimn37c55L/PqlZeUcJaPYvhyBawSXqqZT9ujYVhG8HZni+5Ic8fcMrP3K0aohWomS
lAHfSCzrOoh085DE1fycC6nVPX5W/Rplqfk81GyeXYf79QhcUECljS31CTdpqjJkNCZuUGbaA1W8
8C7toTBxOI/V3u3Z/gtgcE51U8N7xdRVSkwuFaJ0i6kHuveqlfVR/k57c9IBDcOFpJ7RBcwjFasy
mwJRXJmomgELkhAgNprZtA/NmMSvn1f8T/Tr2OORXaiUJpH/I2uhaXtcH61SZroibItnZiS3C1/z
3F5DYp3t70XJMbZgPi52ZfIrjb8p0OPOjH7aIzod/aSEpRSVQ8ZmVzxzlNpPkGN/l3f6vn0wb5ke
K8WLu01l+e3m82FPa9Kno570HgrNrkJdYtRMw2wzG78hVF5IUkNEO8xbY2WSZ9mJ/kz//F2V8eRO
L7/VmypjagKvCtqBa4WxZlnc33tgMxm3vYXUGuhneg3Lgzsqah4NR4HweDgwp7KcBlykOap+luXe
JL9KVgoOMTrTF/v8wuhQH480SNSV1L4vnkepv6aDwEiaZ9qkmpdgrto1iWyfP7/P3xpe3uMBqwIS
uyDM5rlKaYFzN4v45vMRThthx2/IOzGQUVShBIC0eKas5i42Nun3MJ4Z4135dnlAiHFQyqJbQRx4
fBX04g16fErxXOzERvetjbT7WtjGvz7uN0Oc3KhxFkZrj2rxjIx81eTPkXJOn/anf/PuNXszxEl/
ByehAm+Iq+DwyypLiJpws/vab1bzhXMb3sxe9N98vW9GXN6ON98REYOdALpfPEd2t9HjTd1Rc9zo
ZbHJwm0h/cC4deZT+vB9ezPiSd9MbSbRWCkjmjiJgmYdinP93g8/1jcjnMzClI7ZD1C5fJYlea1L
+s6EzRwEF6k4Iz951wb982a/Gelkxg0w/8ZWNxXPmCl2CEK9yWrY0WR+1+zBaHuyItZJ8dIoZ8FK
H04TCLSAGC0CYuPkfadOP1f0gotn6w4dx0V+H1+UxCy46Ua/oyqT+skeGP3ddDW551KUPpzw3wx9
8h3Qk5nMWLWL59556sa/OQOGQ+Pb2rMcHqQs2uja438xf7wZ8OSrQNdMAnpjFc85X5zT3uPt92A3
n3kvP36Yb4Y5+RQIGoSvCeaLKURZf7u5AYbtg/45M8yHr/+bUU5efywakdZRL3vOLSId2NHG8frz
23Xu1Th5/dVJl1DQc7sqKLbtiuqQsmAqvJFwrXP2qg+n3TdXc/IBSHpKypLCWKXtWWvj0XoEYpyf
uWXKu1FIS6UXzHuuOGSNmSdPpp7LUFfnUXlWzXG4QfMFOraH9D6byexP0SKtrdtwTy9SI3GpyDz2
5emvBF6/3406kvVE5KObO6buN6XUe+TA6ghDK/vML6oub+LR/O0oMsiORZBAdxw39fFsqqldJaei
Dn4hGEX0wNFyTD2LrKvIo6gdx35ba/ZrvpQM3KpLIF9gQSC4pNeEdauMjgZW1piLS2cK5l8pxgBk
FYNGfjz7nba6QORhkZdiOxTPOymiVLwoENxenW0swBqc3kDF5fb56/TxorQISxbk1+LQOL4oq6aZ
nS/Lt51sYawbpWs+iZ/h384t1eFdVB6Ihzm3Er574kf7rXdQrzzJ21jR2AXldsIx5XEOriduXEWb
PTwXm/ZO9Hq8P3mXlI0MHWZSzuYuf4oP8UV6a+/MG6R7FlWVK3LQQjjWL/mZtePzTRGkjOO7Gii9
MFCIsM+b7mbnR1V5gMc+f3IfTtRvTiMnb+NUiiSnjcxKi7DOlZRbifdQam/Spv+p0y4ouicn+v1n
zP9LvfwHVqw3t99/ap/+lRx9eMpf/ucfN3H7G3tu8a9YaXEcs8pf/Xf0paqT8ItAnSMy52akv/+O
vpTQyf8FWAT3ODo/nemOd+LfQauq9hdTAfMfKEoV0MyiqBdl10b/8w9JNf6C9KVw4FyMBog4vhJ9
uXzN/5nCyKZGXWiQYYX8D+muckpsNJ22rvqumA/GWErQ/Tq6+WFIakec+qEE2/bNTbr55w9+G2x5
cmRexkO8hVGC2i7gBkxKx99Bo+djrDiRepAKIqrkSM9WalxGlBcBPw3qo6xk1FSDNtlIwU2eP0hh
TQ2tVqcz09wfmNLRhcPDxBpFTQ2Zk0Vl9vgXIYodTqEoy0OlRfRCKVUERQwlOB+jy1o8ibwINlpM
f6jUI2vbNMZrKIa7AiCKD9jcOCC9uO1Kp9jk2vDdKkUM7VpXvql6sG3BOK9DJDh+3QBJ7tE9+m3Y
oyD9qZoVVOp4KM9ML8ilTh8krn2c5OijEeGg9Dk5slYYqnOiKtQ9pbsw8pC0dqTh/DYQmsdirasX
nbzVsws93YXtumm3mbiNaRPfONUu6VwLfpbkmS/lBSHPTbNBNC7s1ayumshlTeN6Kb+7hIDvp/Iq
idd2weHURTJbLEh931iFO7P2kfSE+rfccSkz4YY2i7X6bKRuKq3RAM2HIYGFto1+KI/A4CeLzKsL
ZdoD8KE0X2YeeLTi3oSWpJW/C+XCRK1t7ZZ6b+HDBu48q6Kc6Du97yCgyvF1b7RmnUd+R0CT5VuD
PxrrDGxjTEvVAwfO+lt9624IJzA56d5Wf1s/tZ8OcHtqYLTYEF4RErPOxQ8OwqRSoeahhy9d9Wtz
8ytc0aaULFf5Ud5KPxy6CAhGzPWYrwMJ8Nhv8GM9ZaxoP2te+xstQE1yJsKDS6JZHmt5azjoatzJ
cNOcRrBrKK66T/bWzvCtO/wjyJ6DF2GtbTjodJEvw188NeNOcFXJdrK8mo3BdzJDN8FG38CAoZu+
j3/MANJJOql3RPw418P9Otg7V91lcJgs1/heXrbr7Gp8cNDF7IvCA6eOdzT8NROd5U0XzdrYBd/o
V1J4SyNvrPbsDsdxo930Evos16FN5KbXzk+qxVfzz/xXsbeNTV75yeiF68BTN8NrErjBbXY1eM6V
s4tWsi96N/Sqx2lnr8f70Gs8cmjIObXoq7lIbTO46ugAkKZ41Wvy6mAtfUVxlMi73vaMC3JH1uXl
QM8eYskNWJPS54b+LDY0yHZ169OT69aKlz6nu/JhSjbON/tq3jj7fgUl56U/ZAfnFpGUNHnZYX7i
swVIrrkk1Bkw7m+UVXFb3Oqp53Q+IqU4JYsOcaxnyjQ6/jmt/d8y+A9WoDcz/Ptl8Knqnv7fgQjo
DdEjL09Hy+DyV/+VNm44f+k4OBWAXX/ixpn2/5lzr+jyXwvuzkEBihgP7t1/FkH+BGfOYpthLcRm
zir1n1VQUf5a5IagbxeymQys9CvL4LL9+s9qYFt4clBtU6viB3ImO2VaEUWAiwV+65XAwkv8gtZK
r4Wiq9s3N+eD5e94i/ZnGAMFMQGrbAdMVtzjRScP5lJComdfSW2V/a3JnGf0pi0PIAeKHyF22h/k
fKg7KKzyjzoyzS+5CpbhKR04OC8BJalAtdhUvK3+kJnSCKMwwn0hkx+rpHbu5+Pw7fNrfH8rHVZ4
nE5sJ3isp0yASLZQ4SlhtAd3GHgofIjFotF4ZiNxvNz981Is7Gu45ODiIEk/uZR5CgNniqO9jHbK
leixknE5o6yxc9n/+gUha5cXL4EFtfZkZU27mteadJU9MT/db4cu/hpOEsL7rw8DK4VDL7JUjkAn
D6eNbGMi3yfaj33ernDXyQS7pe0Z5euJbfTPjVtAziB3AdOioz85JcS9KOmNydEecBtrAFGDqJjk
jD2X+jKIEcqngMWrdZ29HsCX+P04l5Q/Tefr7yJ254VvB7t2cRUcP8CeDW4g4cnaRwKqaWTnBtE/
VnamlnS8vf3n1bLr5kKZSTgTL3/+pt5JT5IzuaZG+zqVnwdAZa5jVrcGkYpk3Izm198UQDu8J0xV
7NBOwWo0cJUmdkzWarQ7LOWacKFv1Ge2rh+8+hjuZHzUvPp8ySd3DvJFT4WzSfbaPAZAvTL2mfn0
MsjIDr/4SuqQe4AIoO9eQpFP7aF52igZyph832LmQ0jPy0NDWShnZox3D0nnRaD0jEfb4Cs7jYMP
WjtPbatixpiRg5thnj6bYYXwr8vtW6q75yzw72YoxrPxVfGA4DDop+NNiiaGRkTxnmzg1I8SMl8l
zc5XX715mKrAMEAjBc2MkfX41avRQdU24rj9qBrKjnjRnpZ6qp0Z5f33vKCzeN8Qa7NIGubJ7FQu
horGCnI8C3rhNqMuoweox+e4KJ111IbqNZauW82uxWvVN+U13aYCzWh5zgjw/qYaGEUsdTGCL7PX
yfQVG9lUKtjc93qkTxCWpedAisevfmCUo+SFbEERHFfrqTc6E2rZ1YTF7h00w6ugaHAPWBw8vvrk
jkc5uRQyxQKRaVO0b9WUGE1Vh2k0kG3z+SjvPmOWlOXjYt/B0Y364fH74UxATWSlzPe5pOpkxg1w
fyOpW9H0ss90yz4eim4w50L2TKd1Srm0B7u05Hw/5Yp5pwFVCVy1Htr7dDFOnlnHlunnaCuls4ox
A+rKUr/Ahnd8XXMjSIiyqnIPS/BmxHuwq0ddJfFq8hS597IaIKldDOeYXO/fP4Y1uI94g5lFTgsZ
JGiMfRuizbCVEBNcHgcugsT0yw+NUUgCgM3IhMjrfnxxdlQkFRLacg/Jy668XiVg7LJGgU0vqG3j
cPf5O/LBvYSdzCeMTZ9SxakPnoC/WVDbrvbYjhWb1GJSk8gY7VCI2LN9CK3Zfp6kztyPFSCuMw/y
/bTMZoQ9t6zhWVdZpo+vNWwsvdRGq96XLW47n0RoKyQprkl+RlGmPZJRTf7C59f77kVl56NzCGBZ
W0jClLaOlms1JROwDnOxDxGpuGCw6YE6CRrWQDHO0F3evS8MxQaE8wfaDdbTk6sj2iCxzKps94Yq
q6/6ECuHShZUAL58RexvmLKW6B+yNE5WASSoiHGKrN/PndJfQp/P13knwl0IM+7h86HePS92HpxO
2NLxjS/RP8c3r3TSRkcj3u0bG6FnxkO6GMjX9GZbare60tpndnAfPCyqXZy+2LAqIOCWO/xmbxWW
LU14R3R7SeWCCNlo/WKJxyIlztp+fmnvvoPl0mAzUNlCZ8zx5XgoXr1mlNOu27MbUp4IwsN1EPb5
1Ujw2KGYQR26pUPws4UEbP/50B+8J9xLZhXskIv/86TzOs8q1hChdPshLcgo0DXlsdCi+fD5KMcN
EPapywW+GeXk2Zk1QcUdOSR7DZV7pxOGrQJU2RKrFHxPkmyA9JkMX91H/hmTffaCMdQgDx3fVK3Q
KnTqjDnYqeUD23yok4XBH0zh+vOr+/BNgXVHVdKAom0sx+I3b4qpzmGvtVa3d6oc2Z8GbV6QL0LO
inJuG/LhUMzPlNOpm2PZPR4Kct/YT0jD9zNhLzsFYfuDHMjzRSz04swzO6ll/3loLMaQD1HeA575
02h6c1lCNfshRLJGJnhNdHhl2slhlsz0Ak9JuMf5phbbcVFRuilKRZwCYa6+4NUtrmtIz7ckTGbn
APUfvK023z9QPhgj7G5PPpRKJqyYhRAe1oBEdw4G/ULv4+DMsvTRKLjPUZdxHqbmfPI853iW2rll
lLnPyEKvu3Gdsg1dff7WfDCfca6nSEJ5h4XoFIuN/6XtJtUY9urAUhuzBG7kJkHFrWT1QydE8uX5
jEYAIk7QdFSTOI8cvzrD5ERIGOUZJ62hegkPyrOEVHuolSv/q5fGS6OziwCQDZjqlJkyCaso50yX
94ncMG0RRq4qeM2oZ/hSPViBlyUjepLPB30/iS4wVjYSIFTo6/5BT795XUMrD2pVCZ293o3OhLnT
EPEGrhucsVmzg2ol+rbobzLSSsp9tuCJzvwC7yc5Tnlk77FioGCB5nl8g4mwlwmWj6U9qbf2xWBV
yvWUS2JD3iMYgUTgJfUTEcT6mXHfv67QmTnCwgJjHrdOuYqgCAKW5nJJfbbsFSZfLJNlEJ1Zo96P
sqwOVDSWmDHIycufv7m9shpMo1nawT5IyUOfdIzhVlyeK0ZRLuTnHO2vATCAtiDQgY8Cut/JUmFU
kp7xoNXruueG3Y7WKOkrYQ+GfQvECXPHUizF+17PynwVYh/RL/IGPSqWWJgn+Tqpq7z3CPQUw4r4
ddls0UNndgkHJkCkcMAbQmFE0wdZ2gGQazTfaJII070WYuIwuj64l8xColwzaXq2TaugUv2ml0oe
pAJmww3qqhYoMWJl9HV5wNzqOGViPDbJnE9eFeTzj6xQ4/QG5BHfmBpXwrwsAhGj3AhHMm3vlLhD
ki5jtTTWhK50yROZykO71nraazcRbVLnOk0M8WqIRumX1GwpuiKNq9J3auGQqNhlYVX7M1in1tVr
M5O3GsJ8VFJ6Jx7CfLYsH2uqHV7ZNukbtEG0nHaV0OhVRBnqyyvMO9WVLI/ZfdtajbZKqFTF383J
iFlT2DE/jRrGtUOUiiq+jjAXTau4mO1HQXnph0TSe7aZnbSN1sIcynAzp0PQ/cjSOpWusO0n1m60
gVkAQZ9IzbhNBsWo6ZIASL+eSTwe1mTZWU/IsEkTj/LCpgFSYFPzg7Gz521tVSgr64wAXD9OehgG
PTnw7a7Xkzh3i2ZI7HWgSuOd1C/eiUquk4cG72tEfriVlyuB0XTpQWmkr+I3iZ+qSEb3UMtGEXkt
Fd2dRP4w/AMhcBdXmAoTN08D8SsYVPNbO4wUCNlO9vGV3OrlgiLXace0gCw9G6Ni7MUtJ4ZNEAVT
7s+mVOl7qeiNYZ3OFs421xHsE1cRBQvrOsfBANGRUCrrF+shHjMptbowwQZo1PaqsmYMs6XklL8w
ERB5hHyfrHJcCd1aF6Qa3qZNrI54T3JZfRwpy0Uvs+WQmCHFhl1uskDOxApPdUWGUGhG3XoeMeWu
LSPJ5F2gUsFeCwNDsmc7qWVELkW7dOYMjuXpgu6xMHdpS8a6Bkff7ugiObjz/QJdD66mFO26L+ah
njyREoZ+aWYWUcg9KXjd4zQptVg7w6DF6zglE3iFlLwaLgTWKSHcSTPG4tI2BrputWQsDoweG9tl
I4os3Rum1CrPQyDmolrBlYmqfQdjCuudsHtsqWiO1F0LxjbeGElQSU9mnyPKqWDS9n6pymW26UXs
YLQIM/OWbkKEZwOPsCIvTAPEiyYteMKTsqpsNnMXtNUuTvnL7pTYcbaam5Yk3KrFgX7BSqmbvgkr
iM4pp6ZgNZB8fmOGxUDI8UCT41o0TZuCYK5U+yHMsjTvXdoPTXE/K70ZPM9KW4QPE3GzAyrxjEQj
v5DlPOp21ZyahEBL9qiJpyqrjfZbytc+XUkVp5xNauXUv9tKa9vATSJijRt/jobyOe6LxfaFPQZX
PUTgohBmdDEb2rTV0uE1DCQ8UNTb8D7gt2q76qIpVOUF693PtrGuQyfCqlsZd9NAM1TCLu2JxpBX
liHyV9GNxbolntx3qMe7RDdDmAmVCeBW021EKw5Yrn4UQudVisPYqxL1uo0lnRbsnCZ/T2xR3Jja
+kXXVZvcjMTKCag2y2Q6uISLVIcA8sTamXXdTeqpXCel3rkqGViugm/rNiH0xK9mQtqzuL6OK731
usGStjakvUMQU7aTJuMV6sYALMTcJ03YgaYwJHyBpb7LVOdaK4Ji1Q9juJ0V7ddETpWfWtIVrBwY
MUVRrQ0qWpsWx7QPJOWAa4Tg+0wK+gdTa7cWds+13cba924or5w+mVfjVAc77OvJlg0t1BLMW3hZ
Er9rC2Uz9emlbATW8p9xAYm52YBrEddZgdcWa1G00s2i2utK/qjlhkLHfbqtLTn0pN4Q6zEO6kuK
HOFDMCSpX4zTg1BUym2qPLgzB3P8klmxaTDoAuh9QcSC3zAItnprBhMt/qoeFUF3ArnJVuk0DGVk
YkycBmngDeVd1Ya1RIh425U3Q54485aoaT271c3GcDypjhXpgnkS1q+Zoc/YNlioDM9sIru8Lqdg
KH6PczGPN1NTWAvVrsFg7yVyXAwvUzOV/WsaT2r/zUnLsD0kiT5ThadKom2qBsfVS67K+dSyjhnz
/H0q5gD7kEzGQH9RE4TW/M7KUW5u5DIvYl/mi05WAtCSc5FPHZoUMp2yb5LQoIVkw6xNGyXp8nyr
JApHNrTvhrHG1RqWrzmghE7xItbaxMapT5Ws8/Rh1K6C0NJ/KygRnaeASTpcmQLr28os4Ea4ZWEr
KDIwdbXaNkEsM/kpXxTO+Coy1MwbidbErGaP5kOfYVO4YvWyAteOkij1JTVMD6UYnWZFkcpGgS96
5z6PcpsFF+j8s+NA+nTtVprHSycX2N7G0sxR04yDbawoS+T6NlJ6R3ZbY4bG4URkCLmtKkeclgpZ
fy1a0nfdITdqxe3YkWarIUviR5Z0Dc21Y8Ayr6QuuojwCmP+rjXkHupkZ/kaRLd8M2JfcjzIJjpX
2pWS/h1UcfS7zod0Rk3MqnJVK07BMohNMPXtoe3kQ2sUsOzsIi6Ez31h8zbZo15xDAirZ9RCAWap
vJsrF0Aa/bFRwvx0U4z53GzBTsVK4Y1SnbbrgLSVadMEsxNdNWOEV9PFaKVBT2pxk62i0spNP1cX
nbg9Uvn15EbTEOj1ZkNQYFsDLHDzbHSAuySJgmuuqxMWMMK8jNsaI1PohWQRfascSj6szLjRriPC
x0ewzYbQv3WFHTY3TZ0lzJcx5EY/0QZkMUzrojw4MC2YrRsMy75u1Ga9jZVBCTaDhTH+wmqiXrrN
cZRlbl7LFWIWwyRPjX4r/oRBOG4Sjl28ytjkP7LLl/OLmk+SA72qJe1zF8n1Fa6t3qqxYoNB2rBY
GInXdmnaj3AO4671gjkwig1apdb0yj4CoJP2bEG9vi9l1WUBBhDEylxUi5WLfboE4TZa4wMZsIeS
ioivStStKV/SIhsm15FokawbZq7XqVeTeMf/Ht+FumjvRVONDZaycdlLRABoU8+GnBJ4+lji7Elj
g7fG0Jtc+lZode2srGliXajDoAfxIxQ0mx5LSyUuxyKrno1lo7nDrWMVpI9ECQ2XMayMwVf5TIdN
XSratFfkMSzX1Vxo8yagi9tt1LzHS01cLTwCpK5p7jcD8JWd00rRfWzlDbqUsrTuIE/FtlvD6S8h
WgTOcxwraoIzWR14eG1Ay7mp5vCJskldbCf29MU6SxZahRa2SXOmcvnutEbBjSQJVNKcNhb42/F5
RkRjbCtxHx0KYjoOSVmVzC1Kcc1CRgyw2k6Tq3fDOdb/u/rNn1FJc2LzR/PxtIXKpj5tyqmLDhbL
2K4xiniVxBj/6hKL2efn4Xf1hWUotJUUGKgsvqOkUzxXlKqdIwg9AievJKf7CVY88jFidbxGLeMz
Ir13J0QGpGhC/rQK6AyVyfEdtULSdoxSjQ5jrlkPoW0oP1NHL8+UTT4chY4txD507Yq9PNe359B6
7KoRAskBe34ttpJRmcG1M81ydKaq99FAS/kXE9aShniK0OpNvcf+3MaH2tDqnUr88kqbkuarVUpu
GsdqG0UJtC7SHY8vp2pFJCFtjg9oV8KtgxwBLkNS7K0MkOvXX4gl649WKoUKehDHQ2W4u/mMh/hg
yM23NnOYJopF9ah3P2nzPnw+2Ecv+lLRxsf2B32nHQ+WlJHV2EThHAqR6ddyONS/ZzE2eETUc4X6
Dx8U9SzZUpbHddrqKLIiK7U2ozipaCGLbNMH4l5yrKj//vk1fTgQxVe6f0wblOqPrynT47jQ2Jkf
gqBoOWqQgnuvQXxp/4tXfNEMoGSinGwvOrO3r3jGqqAXUpIcINd2P6zJHAmOmqvsi+GZSM6QS1HN
WbIhUE6dWiHmGrgK4K/4ACmo88NIAZJq2dHdV+8aXdYFwQ2LbnlKJ2Ux0UYTq2mdHuxmHK+yupev
cjPNzgh/3r9vmA6oFoHfXJzK+klhPOtpy8hOb+27MgPhjWDGYxNU45/N1C8/nuOhTipUssh62AOT
tbeGTtnXcmFf05w65xn54GVj64EAbCmlUrY9+YDssMprvRicfZVI0LHgCgMxcdozpe73tw2ZAf1P
3gHeNvW0rdxD+NGVrAkPFawgb4LByJFfr6UR076T3H/1TYC2ycLnoE1B1nhaILV6SyW2yll8daHc
XBdoBQmf70z9zMz9wdJ+NM7JEjGbc+5EUh4dWmhZbl9IK0W8SFaJDjww5jX4yXOu8Y9uI/IQuuZk
xC6Tw/EXm47QApcN+AEwRtbBlx7yC2zXarwdjOlfppTf4/8PX8oPVJYfvBk6kjzecrquyPyXX+bN
CjipQyKloRwd4twiNRqKs8UueaxeP39a76+JcjHSMqil5DlhpDgehuKn7DTsVg8izJKfc9zXa6Mr
OetnMGPOLE3nxlqKwm8uKbEzG+DRnB76WJ1v0ZYS0SLkYUW1JTyz4L6/e0tZGVw9QHfkIsrJUB3V
viAEjnFocy24pzCgrOmvWl9ttuDxW7p0tKl4Tu+aEblZaXoT58mhT2NhrRRzcLpvDaq23nPIxNLO
fMYfXhSPComvgS7ldLKQAyW0jE5jFzEMVARG0ndapTsXg7HsRY5K8zaCL5ZYVqZF+fUHOvrmKalL
vd/oWGgDoIUcBpGQ1ExKRr9tZLu86uwhuQIhIB0AV45UP8BrBmc2tR+8KMBOEbcRhEHL2jl5eoZI
qANNdXKwBCVzjmxzEHtdmZQ/lBBmtf/5J7D8tHcXTPDl0vVgg3YKE9BDHRyI1CQHiFNizSmIJqcJ
yEnX0+TCTLr2MiyEum0cOr6fj/zBA7XBjtDSYYe7/HP8QYAqi50sj5JDMmWYQmolXnWDOp15Sz8a
Be8mmja0TOY7/Y1hj6kMSTc5xGgff5hyAsKF/xifix1elvjT+0jgl7ncRlqepy9OQKkjMEbuo6QN
853Z6tVdAlnWMwNOXRX1X+fr8wk4aWZJpPUIjvXlF3rzpubWNMwhiWKHSiC8nWypX2eC2J8W49mZ
7c3yJN5dG5Owuayi+L9ONvBFgT0/0YP4fzk7rx25kaVbPxEBenPLct0tNeXd3BAzI4k+6e3Tny97
A/9RsYgiejAXwkCAsjIZGRlmxVpBFrX9mTsRgSF9rgZd/Qp533BMl2Gv4bd1CV4+GFGVLVGl17sb
qcbnCVSMgTVo5plJLvHkKJPiN4bT7njLrRtAN1NyV+N1mSi7XqpJOnAbE34M+Y78kx0jhVJ3SvE0
dkI9DpqVWn4TVt5TmznD6f4V2NylHJRmq5RDnFVEN1EWNxHkSoNJs9u/DK9LmRxokU6lucAA3c5V
2DRRNNAZeMa/4OGuNxrHRT27rBG4PTTTYWVUx3iBkFgMmniDSpf54/7uNs3mj/VWZlOgtZyp1L2C
YoRRJnXyX1GvZH4xpekTjavirZblxQ6iY+tEmboERQibNanm6kQNkcejB9lQAKH3/CZMY3f0h7gX
P8KYGc4d3/kykbe+GH+utjIdyk50t1I9DbSmrczjhO64T/MvfJ/26XQRqYjpKVIInju3h6HcMcQ3
xkf2IovVvDeZGm8V7WTiJCQ8kRxa1Xm8MF68MXF4iceRiqeAUvdnncXUk9AvoWI7lBE6TsKmaUgL
qxw/NJYevu+TKnooKiRlpkZdTrEtrGrHxW9ZgI5gBM8Yjspcsyu5bjvaYapCOqz18Skr07E9Cy2j
QAyOoc8uo3D+4bGvdqo0m0YA4T2gNhJzdw1uAZoQhn1PI7y36PWUwvi6pKF6qnNb2fEdW68L+RhR
loTZg7C8vlK1qzSh2+E7jEmO9YciPdrzoJ7vX6QtD0Vxi7btS2iyxgt0Jdz2bT+nQQlwJlDh8/oE
rX/7Voez8OPidB7iOWb3oCHqsAOx3DxJ9BX5di4lL291hc0mU6tWaGmQeZl18lp4dCJ9MJ6kluCO
rch/an2XAJTohg0PAyJLq6PkAesTwvAsWKbmV+Fhql1bL7/a2tB/UPubL3Hszj9Ktyx+0fNsdzCC
m3fIIPxhhAxAt/UybPzHc5qrUc3fhFnQkBNcFAWZoie44hEL1Keq+ZRVSffNKRCj8+tR+zkV1o9Z
DOa5cnvjE8rrdH9ja1x2POjWh2caxQIjAk4LKb1r88rmuaF0TIiklgbF00bTlnNYIQmrj/NAqS4X
f9FVaD8qsMrtHMjm0iC2eHtRUoVl9Hrp0cgGr1SBwzllODqHOEU9w4c5EMBCU6ijOCqGReNXUzOn
PMJc6fU7V2vLdyAKp4PkMgCNroMOxQhjkoE2DfQl097VQCu+MGeUPmuTEh1bNbYuXjwYr2Mi+p8r
BcvPDAslRHmnr7ft1UhCqVaVBjmiopFvlSYk9fTylHcDlfJHQ2h75DxbVwyKAJbmtG8lXKM5njI6
WmnQGGhfHcaCkfRjPkGQ6TtJDvfdfV+ydawmupEMHpHKE3lcb3BYQrVwc48nK25c1hnrf9osArfj
xUl8hsbS+x2TaX29v+pW6MHkAmmbhHTa+uqFYmqmh06Yh6BHzaDzlyiHClGn53qRg5L92ei19sv9
JbfOlcwUbliSIgQ5V9HO1KXlnDIJGvSTId45cTTNx6qJBqa0QzP78B8WQzoN3DZzQqRt16eaRO7S
zaIjubea/KvVgw48l1OS/wNxFg30+4vdolZ571kM0W6bCUx0K69XmzzR1p7LabYleYySZiO9eORU
6MguB1tDZiE3tQ+J2kK0l+oxilAO7Z+odUpfQRXtPzhuQHm8EKCmKDasLEqWqZARLzJ6r332Iyy6
LsjKmOIk8Y4bGNlUv0MiLbR92Jqrt5ZLE2DnF9xOUMkDwVcxkMtLhQ+/PhD0x5ragr4raLLWPHha
q05vl8GaEXRIlncocijJAdjJ+07rzLdK4mjQVmiSWHuE4Pj+x9nymyCk6QORklGolTfhj3dkiNK4
RmogC1Izds8UrmDGMJeoftNX7nzu+9j715yK/LkqS3vPLuR3Xz+hcjoYrIRuANJe2UXb9HOUo9AR
iAJ0qo/XMr93kEN/VzorbQ723MKkOfSx6y9j1SFeIuoJDv+aieqdiGXLy5BNUcVgEgRDXdlEOhZ5
li19Fmj9DLwvaegvHdDroQW9zFT8z9Dmh78VJVeXndhva2WHBh2sIEjC3DQWOvYlFPyZxPhoMFtU
Qo1PPbymH2HnVdEOA30EGUY375XMt/wNk8Wy5Smlw9YqlObklbM5KrwcVpm/1aZ6PJiqqD8OeuLs
5B1be2SWExMjMGOr+rWNITYDgzxsHgGjzsY5nKCLp6hlP4L7Vd60Rfw1FYO6c67b2/v/a67Cs9Zy
gQVWIgtUKmNvxjn6CJZAvAnLqni8f4O23gqqlvSsHXp4DOFe764E4leroA2CsKydyR/1bF4uNUrn
KJXoAh2JsVeanWhnc00pt00BB0D32oGEnsF40lxlwShox/tmtyDDxg1nciozvFM5OHvP/pafIKCU
wZWLxaxrtMhU9HVm6FkwJeDWQrQik4MuwvpB1zP7zegk8B23vJJHxWv2mm+b9kNERVlFRtuG/Ps/
fFQ8gN4adOxHiZqnUg0DO50Y6rD7D0oStse52KtzbCbK8Eb834orBy08ZDndKc0CoYOfNQm9jm1V
hycA5c2T03YoCDjiR4F+xUXvhuWSoN+w45K2UjU4gmgBMloB4HEVS1OzBQxbYVZ6IaxL4qmV79rh
sFNj2fystoeagUQlUHW8PtocmeqlRi86iIWTnS1q+wiT2S5ETEP8dgCyfh66WXJ7zWBv79+bzRv6
x9Krr2rDBwqDtUYzg+6w4ntIv32pXTCPvupIEPH91TaPU7IPyEsDgGD1RaOkHRqzzfNgVhC38t1h
ILKq6nHaq25sbQugnETKg1JASvP6RFEsoB+QyMTMrbTST21r6gD/agUFhUYFE39/X5vLEY3LYT+b
4vTK+1R6hSBO5GKpNh0HPxF5/Q0QbPtbscM+/w82SW4nW9OyU2OswsZ8SmNFLAqurs+rYwte/7CU
U7xjk5tbcvFuWD3tk/WwPJMBbRl5SR509DTUg4lOkn4xRNx9GlvHbXcCoC1XSijIRDwzTOj7roIQ
paVL7vVNHiDVl33qTLS/GsOLv0PPYrqHlhLCf6gykbC9YExectVVsBEKTcBwseSB5SgOMX5RXQav
A4uYA00/lPFsvq/Ddn54taF4zLiSzFCAd3k4ru2ysxD9MgTBlrkYIQRNjpHTPASfBh1+q+/kF1sR
LgOuL8m4y6N/o/PqqKHdINFBeUIwtzHY7VOCVuZjPYv5YkdovyIYViBPUXO8VqPWR8Vsne+51ood
a9r4vh5tGyzJYpSTPOR633YbKjkeNA/SwZyqx74JQRSGhQpWtEkW43Mnmvav+0e98V7BOyTL80x1
YVarO9kIBhaGZSSmo876j1ZGzKw0iXoq1MF4x8hXeAYAD1P+/VU3PBxlSzmvyt2ELXx1Odu48lCL
VPnAYpmVYxM7HRjJUXez0/2FtmpPeDhmmSnySLqdVWzFEKKjlKIpgqmZzeykNR4NOFsv8y9LV5Iu
A+lPH9KhPqSDlZ4IG4pjXEdMV8O+8hzmbf1gi0l5f/9XbX1n2TWTSr/EmOuRq6Xx0MuY0yIA/KSd
unqA7E/RyvrCII2KeJtb/bi/4FaQACGiLP6ZJNI3w5h6OHYD8iN5QAQUHjrReYel0mcmHdRRTlWo
h4wGcM8IDKhYlRP7rCqZ2Nn2lq3hKgk96cfwCKzeNfpLwIM8rjVl1eUzakl/u0o+Pyjm4HyqwOuf
Mbc9vgVpSau8DfIs2a1HYZ7x+dUTN2W5qYx0nQMX0dOPfaTay5uK8n2DAAGyPxAVfctoSc0gfXo0
02G5Mpav9w9/62sTDlLKZq6Qpv7Kh1YjgyXWxK2etBkVgGoUpnW0SA9/OY0Yujfegoj2zkuxddQm
lT3yNEBNN1xWTWPEdmbaedAq+fBFTxflsVBT89mZh+rY5aryEDMOeL6/0c1FKddTaqbxDI/Stfua
Jms2mi4qAkcfyhMDXMpFnRPmjHO1fmBwofsxZjCu3l90RVj7UlaklMktkuggRkbXwWfehXmnWEWA
4kn5jWJvAmDcGb82SzleVAN1eDeZEcKwFl8xw+how+x0oKVTPWpLF5/cpjQvZcXw3s7vkp5lbXmW
LgnaCLkp4aw8T4j+Gz5bLQLhMkIwKJ13BJY3IgEEJuCgaMx9hQZTQkMC77WptzRBYf9jAjQ8lDWs
iJoapzvv6pYlkpaQSRNCQEiz+klzOlco8tZFQJvZGf1pYBSV0+nlEGKiNrwywyy0nYPYuoGy7SCz
af5c1ys0hP1C29OLQJkr7WzBVvroAZl5ZIS/Pk+WlH1xFfswFAhY+8zuzXsGsmWWFs8pzXnCiZuU
LE/GWAi6zoFtQjZxHHv6dP5gGIwRgGeHMnGOrWeMCxHDCj2nkcK3zfClj1NpDo2S1U9p28y/4wnQ
FDoebvkz7KKKoSV9zH/eNxppq9c2w62TGY7sNsK9vHqNIQhqzDQEIgp19tgfmJbQvhh5Yy47N/U2
bGXSV/Yz8YwUOdcdiCyd4FORvbWupmo3878Wj2DVl09a7jCu+OpdMSkISFCaHYutzK5eeo9xBRsw
b27aCIHFZY2qQpTU46vDCs4NQilIa2XwuMZtGJUoTGhq6cJnYDeNsCyOkCvsUdHJZ2r1kXQVjl4s
mpFTOpPXbk7RjZbdUl6gAV4mwL/cyj0CI0l6uGuN+GuhCCl22QJW8WvVy4a/7x/n7YXiNYMVXaY2
hMdr/AbMwRbQsCQLQFpB1crk0nIS+qBG3yulqahFMnr8L1pgCU9L17XtaVRKWFPv/4jbSyWf1Bd8
qSYhwPJH/lHnqGM6EokyZoGTzPkJRaNupAmflBk3RptBPNUul6XO9R/31711YTxogA8kiJo7sg6d
nCiJSkIV0rpm0kNYb+MlOk2tWyDkXLD8MR7M6vWIUBYF6WqSc/HZ18gHAS1kpU988cbMl5+UA5eD
M1jDxcyN+i2JefK99tB/ePVOAb/ToKPRIsmwVmGDokR21fcUPW1z9KjzEr7DCZILxi6NyUsYhcpV
d+erbvgFGY8SKUKsDUZ05X/SOI+LbKHEsqiMYx/7YkDWJ6+N2vDdQuk/v36HNDUkmhKHZxrqyoao
BpShW5Bc2qPBqLBgvmlxJ+WL23YoPypZp+w4iI390YGUogQW7hVw1/WKJVAKu/LCPND0TrUfl06t
0Z+k/VJ9he+hefVz65BQgRWHqINy67rDv5hpb826IQIjX8qjCsdCMBQN42mUsi4mXYovrz5PivIq
+QRQOerT8s7+cSehTMuE6+ZMwqZ2/rB0hoHMgz7/EijeTYeOWdY9V7jhBcBNAMuX6C6d+Pp6RQRO
tDRZehEwWKErx2oK34UQd/gFwrUP1tB7iGZCML5jpRuvJOUBHDAFXgA6614M8zAx4NlFBDgg/YvC
wNw/CJ/Nj/dPc3MVaLAgAgVJf8OqpDWR2afA84NyKstTbLTDwVXGvTBxw59xdozucH4SjreySNhb
RW3WUwk0g3z4jK7x4vljYqX6edHdWD+3+owU7P2t3S4K/pWJQHiVSEyYRbn+bEYcIbjZeiKIu8T6
6MSL+QnhbPFriUPrU1729p6qxO1ZMqFExgdIVMLc12NKqZB8tKpRBr1tK6e+Yjw8HDplp4+ytS2P
AApUO4oCJAPX2xKRaaax7bJK4TCZqOdMgRcQlzstjOvtohvn+8e4uSsJ4wACIgOO1bdL59DpXFgC
AlsZjee4YxjTKOedZ+D2ivHvm/L1Ia8Cer5ykp2i0GVrsjoYc5E+iXDJT2E0DLyzhQ7ctk2m72Hk
htqOidx6SrkspRMYn5mMWfdaK6R288nwqgACleGdFaXaE61xCAFs28uU46sPEpgRPFEGaBiAIauD
THpyOD2K66Cxh3/7qugvc/R6nhuYJLE8edM8aBnW1lEzGj57w9gEaV8Lw6f0XX+fWyp/p/ub2bBC
QmsPylFwp7dsbHMozCinoBWg6Jn4Q+VET5qr/9bzSgSTUu1BvW+XwwNTw9eB2QImWzuQuTQh3ciW
MYjL6MdUu85BUdsPtgWHfJfPe0OAt7Hvi79/icGoC6/53oquFircFlOAvLkNXi1E9x518i478Xx7
b8VQxB5MXnVRn0bhjXtt+NvLgLNkfIreHg8rFZ3rG+4KoP0iq2duOATQwm2+ddryNQJPdait8Z2o
1Pr8yq/JowbUUeJcKDCQmF2v2FsG4xa1pzzHCBIfm8k8KTq0FrFwed8W7bURw8tqDtcOlAPnu/Jg
mtoyg1ZpynOS6+oDCVrHCFrSLQ88+Hblh/iHnRVv7jkFZwK+l0RQp9m0OtFk6tUyr8k4oXJb7CMy
JwpisKHu/GzUeLJ27saNx2Q13m2ZNLE5Yunr06QJa4CikNMzw1z6KIUoH8x+3gMcbu1JcuVDfs6F
QH/qepVpbCIDL5AE47RA7+HO2tEtUBdXcjG+NkhgQ3L0jfsuifHXTiWPrVTAlYxEbzlVTyB58tOs
oYJ83wjlR7jKOFkFok2ZzxH43Iyo4u3DwYKLKegpr3wuAYzC4ZqkFBO7IgrFP6NIMjVHcCTSoje9
EU6l72SN7u0x220dLHEszS6OD5q+1cHGihpG2QSmnpJjWJ56vS7bIzQP1vCcevaeYtOWsQDPJJ7F
j1JWlL/mj3DWawerd6yBbF4AtNZVtUQyrBRdt/P6bO2KF0EC6IjEaElcrzM2czGDswFQkzsp7Lt9
4v5MUOc9aCHMNf9pMbAjFOBI7db46bALNSY6WAwQ6EDVAFWzE2wBzcelQFZs5xG/PUGcCMJrwLWl
jtIN4lKNpiKOKLgPc2WeEsg8UDRYvNd2rV7OjqcbOKB8E1YRygifT2ePCj3QovaY6LKaLoGCwkj/
ZTQ9eafbRfrqW8fX4rmjT0YFRFsHXkUFZQr1sSKgWyHngEZHKOeuKOEAu3/xbh5XtkajFY53ggam
+OUB/2GCQyrC2GqoXTZ5N9S+WmkFcjCDXc5HZ6gSdHxqWee4v+jNI8ei3DG+F4kq21zdMht5ai2p
iyiISlMJEqnbqcCxBfNLUzwsVftDb2NjJ8rc2Ci9JoS4YMHeaJOltEjSBORvYKYTsuZNZf4ovXr8
yMuRHpUQ5sedTd5eOixSaorQcAUBvZYeqNzSm6aRBkU2Ufs4eqXT/quo0fy5UWbYYe6f6O3u6IXQ
gWGSg5iWnPH6M9alasY2uLmgmBSlPOh6o1bHsZqVGg4eJ4aSyirqPQ2O288IfQGIGAnzJs9ak42m
npnbdtEhw7NYyK0uExRh+Wx2H3XCR79LpwgytD7Rdt6K2ztvwpXLfafRR4S0Bj/BYtZDMUbbwRsX
MKleCjxzcppXh0VMZzLZS64lO6trdlxbAMdbHDqYmbP8Qgo9+Z0L0X91UZcHjEoL/dP9L7gyF3rE
pHSwOkoUMBPn6xu/gIZsFb2cnvGp4UGT/TsXZiUkPZ09lu3VAcqlsEid9hWwV4cJm2tjUQFPqZVr
z88CdvZPTVLaVFSXZCfu2lqFRgxaOvxiym2rS94t8ESJbp6eVbOlXsL7c0pNI98xfFP63j8iB7kZ
eaGpEoNNYRh09YZa4Tg1ZWyhI0aQmx0MLa31k/AaqByTmrty9IbWmQ5O7cy/o06vSh+oi/02Ijk0
ghFexh9aVDofS7Wrp1MrCkOH6S0PoYRKWgRF2YOqIHEG2Ynfok7ZP44qFGNPZpkq3XM7cEMO5VjU
+Znuszle9Nko47Oah4X9TpmM2T56i1o9RmYM5KgOR1I/fzadKHqb2k4bP2eV24qTV83NeIjURuWk
TJK3BxXYzfwovLr4kmWxgzpdUxnT62z85eyA8hP1U+HiSq0+0aJrFSRNrvpc96J9DPPKO2lFDtea
l0rJ61p/3UCQXI+iOfAeWjLk+uuqjFZkiqkUo/ZsjLV50IzKOklwo98vRrpnF7dm4Wo64Q6vttRQ
XNk4nYnBRlVVe1azrvP7CNTD0kZ7r6c8oJXxuYDG6TZigpDLrg7QdGCny5rJeEbCRIFhsZnC8+i0
2inSMuWgz/3vLtXs8jwPjNDd9xcb14uDlAGWA3jppu1vKONQJFM+PdeWKI5CEdEHVc+dHQtZuXi+
GGVNMFcU7miGUIq8dhVcBNWeID55hmnrs51AojW5ql+L+FcErYw/h3uZze22TJ2bR4tQAiho4V4v
qIh+tBuhaM8ptIEPbSq+zGa1NxK3ucgLoQdFEhnWXS/ilW3fpTZaiVEHhL+PtPiMv1iO97/QrUen
No5IPbTAMJQYa/7qLq86Q6F3/gwIIizPQ7W0lg+4mvo4bLS704Qbn4oiGkPxsA8DzF1vynG6OpzD
wXyeYk/70cNc+GgwFv8EYiF6rhnNP0/ZnO68xRt7BA/Lsi/K5PQlr09SsbR2hqjPfCYpVn6abhN+
WcaEAS/0U+rXReHYIqBubpspVXvoVK3aRdY4a0mTuuYzJGFwmytWdjSrmOkyKACPIU25nRu2iqn+
t55swEkuBeoi0or+CI2zwh6jkILMcxpmiEuGVnFwphYOyXLofaglpw/37eX2A8qI+EXvA/EGGo/X
6yVlwuAgXBnPxMLOcAhno+oeHRTKm0fNa536TcucDmD9vMisnVj11o9ZBs01ZhqQw5CFmeulO5UQ
b1w06zmBkvQQTmr4D0BowFLgpC5TE80fTaYZD5M27JGIbRyyRJUCzaUCwJSocb1ySkc7ml24guin
jig+hh2EknMImyxUeEJM9qs/KlUTPLVFI0K+Disjgre7rhiEpdrlRAKNziK7ZEsSH4wkzwa0I+fh
9/2veutrWA/OcxJhALSkAtcbnL0FjdukU545fdPvOpQ5J7feaz+sIZ4YK8swQiU3Rt/jhqdoWszM
yWzl2VLQpjWz5dgO1d+jpf62OiPy3aT7lMRue3TU+d2oWQ9uOk07RrSq4fzvJzC6wiVlt/i9652C
GwfwSWQT9Kbdx0d7Cu3xU1aSDEAd6bkdfLDwCiBx6mVx+KvXNFgjHRUyxR2/e3uPAEHSiCHnIq2l
i379OxZTr+MsyaLAq0PPn5u+0ujTo2hrVwzgVimTi2Y8oS96/0Pfbl8qHpJ8UakkKVrT6w+ON9Eo
LZKgtGf7geGAdj6ZVVGpfhvr9gy7pWr/beizZfnVYnRfhFabv+7/hFtbo5VBYdWQjSge69U1dpxG
dZIReFoMydRzm2kp4rn1uGPRt1eWWpIs/SOzhMGtMVbp5IRZDl44EIqu+mM6PtE7QkJ3UJ7AEezV
Cjb2hEukkko8YJJLrC4szqqr06grAqR0xI/MEObJ9dLx4f7JvWQj15EcmwI/CXGiBsvXuu4ewyVu
LrpSBknqLrbu15yeVEKmMHrpey35VQpTXY6eGCvoRxVI0cenCEaM8egK2CrtSh2cg12gmPQJmjfv
Z0SXRPM1D/jxIW3VujzOmhcZj3gcJ92Z3dg6IqrNvL60DWTr4Nrgi7R3StF7RZBqvX2g+a8cnBKG
3/tHdPvUA3CSSooMHIE3vilWTijUzF4oAge9MnQ9Xfs4hrl9qIBBn+8vdbMhinqgt4DxEnKS2q3i
sz5c7Eo4YRl0mpccxiFWDi5EsTvN1Bs/wSrcFWyKHIj+38pflWHaCy0fKy5skZyR6iaUaGZb8cMQ
sR0fMPxw7m093jG1jc1JPgsgXDZJK+Z2/bUMY8xtmEzqoLO75dAqPVO3pjadXn2E5Ffkw+jjUrVc
lyxzZNazGRGEYAy14dC1XUTaWSXH+6vc2AQkddLL0gnkPUU35XovsLtbSZ2M7AUK4IdlttPnnNDm
SOVnr+l4uxQESS+xJnO6jL2tjm1akIIZvKVCJb61L21vOshb24wtKvGrHxACIEZPGM+geicRcNe7
ohKTofye1kGvTfo3vk0GCwrSg6e0nqfEr8c+hPZm0V8b38pl0e9Cz/EFSbjaodqlQo+rpg5S3WCg
rptTaNzD5UeYxcXZK3LlldNKTHWyIKAFQmlyrZviedLVshIh6kB18+rBBaV9ibOsO/WZ88q238tS
HKbEftIxpmp4faSTpfVm3mgslWjVg5pC1dkmZn/KqA29SaFy/XDfMG8vGZwqBENU7sjwkH+5Xs90
qtRTQqMOgCfbp7KwxLnQlFeCTP+3KyqEXAEg/5RQrlex6t5M8sGrAyhI1WPkaoWfj/ZytvS52olb
NzdEGZI2GTK2DLNdL+VomT12i1sHi6WFf4O0Gt+33bzs+Phbl8ix/bHK6jPR8kI7AeqlgDERRNht
p5sORqo36GKAa/2pWOO/vT2kX/7Dx4KVXvoqPtk6sasdYWkMdjfBErnR0ygZ1w0ELV5/gpg7IBby
SDgW1jLOltmFStzYTdBD7ctVTpFTiZP51R6RiERCmyX1GGOHq7c4hIy/blwMvQ3T7GBCHxu4dTQ9
OcgTvL9/bBseESVxGmhy7pgnYmXjABcjBteWOogGL/qUN4v6OGvxm2hOhp0na3MlagrAYSX2dl3K
TSjbWaJzatg71f7otm7ia3HqHuaE/sL9TW3YudTEwu+ClpHw7Ws7J4zpjKFIm6CbIuVQVLo465Hx
8T8sQiVSVhPovq4j2EK1e7uNRRNoMrPvimX0u1nbu0w3cfKLJRD6ymkRipArf94M8OxX/YDBcVMf
6wqe/3pGwoRgrX6MCrGnPr31lXQJlJFRLAq28nL/Ua9wEqpaXj+zqyScUuLAuVfOQkm6d/1glf2O
TWx9KJCDoNEkiQgFu+vVDEZNw2JeGsa/jeqSRCriwxbaP/e/1Pae/m+VNTYs9BhNg2O1CdokaY6U
+cWhTtGmKePo1/2VtvZDB4EghsDMAANwvR9mELuFwmQTNEoyPKbjYh6idgpP/2EVMkQ+EuZ3A3mO
dFFCROg1QQW13bHR5n+1AlWJ/7CIJMuhG0LEvo7Uk6YelWjM2iDUY5SFx268xLP1+iCd4JmXj48D
QvAG+wvzoOv1btkGACbcvzRjsLxHE6FO/fIfdsMArJxx4y1fJ7VIUXX2EhYtTLHNsvheNqm23whR
71GnbloAsNqXmTKaIdIW/7g/nWd1DHQlHFsxz0dSA8dHoOzV+Sw+W0IWANlDjsWbd71K3ltTMphQ
y6F1ZZzCqkU8ygGK8epDI0eTpDpQUTHHoK9WGcBGW40NgV0+aIc0TZSjUfWv93AEI+BJpLqe/HO1
SjSkNhKiFlMDSFG815NE/ZdJOONDtHTZ44QT+vv+rmQ8dZWkU1ZiP/T5KHdRVV89rq4YSmdyAWMv
TqX2D2Xc1cqnMZ775Tkc57J+FlMY2ufEQa37gUZ0F706RKdySCXYIEaSVO2rDY8FRz6ZQxVkTUuJ
No4i7VeVoyp5YDpM+Q7BUL/nAW9fEbIeVpR8ydjMOqAwvRStrNnkmhHB9AchFLM4g2NYLoaFGIrv
6EWxVw6+XVPyXknQNpUbIqXVTVB7BkVTYHJBNKtjfPTUvLa/5YsxRF8Us1GMv6ssjXaKGPLfvP62
12vK3/TH7YvacZio+XZB16v624zi2NGOi+77nBGD3jej24su3Qmuno67lGZefUXXXVpTgeMxYGJL
OU4NKOq8jqqdB3LrEDFVuNyplVHzWW0oGbRuUNu6D2Yj+1qYbe8jofW2X/THPi33gtut05Nqt/S4
GT+GzvP69MpSWzJKun2A0Fz7BKHYPyCb54u7IEx+//BuVpLeC4tmBoG2Fk/M9UqKQeWv6qYucMtK
OaawhTKQZLR+sszNzlI33wm/xYsMWtoknLmZvSjmukxsdJ6DUMD6laVef0y7au+CbWyIKBAAODAr
iZ5eOeS2ngYtQdgM5pOk1v2oS35OWVggeG4hP/7qw6M6bgNY4C7T6FzZhIlidj26+gAIyS6ZUq+Y
VUUCydOqQ41y5d7WbvzlC6IedBzZiPQfK6sgbrKatjDHQHdHnoEeqKE4oJZhNw+okVm0jecWHS1a
dcPXmpSv3wlEbo+WQFSycfIOUey6wY7OqHfwidXAzvPkNFBqObRa2F/GxdrjW7jJXKkQY5gM6nG3
6buugm3ATUtcj4UByheRUbToSrITNz0jzWwGet44/+RGmLy2+0nDDN/MmySpn0mdr++CG001ndzG
CXqX2YgLHaDIusDJriHjOyjzHvPS7X2g6gr9MrZDt4we6PVy09gPWdSVLsPNg3roYs32VX3XO95+
NCl6QhOeGTnu3jptUQz4zTwjXYI8ZrT82Lgd1ul0rStQfoQ4bOeSy+t15fchhqVvRTOOkQI5rHu9
qUpLpUDDbARIkZvHuATyZM9uc9atSUVVutYPbZ/QT6YI/NDW+t5bcGM3kA6+8GfTDMTLrOlt7BgM
R9E7SwDJWxOd3bFhidZou/wNba7GQlgURUpkJ9GbOd93Bje3k6UBjYBNofZMGmVc79zUYvQ1w1KD
pdytqnM6GLF29qo41k/c1GE68uxa7sGKp3w5VUprvpJsRyKmQNJx+uCupTLMKmGsbaKoUhvMIF1Q
n7Myz32vxcRS8dhqn9Bi3Wuy3HxqYGdgcsgV+I9O6MrTdn3hJctiW8xIKc2DroSZ/WiVVk6bkjfy
lIkE4b6xdoBGmJ2O8plJpmyc7p/6zSWSP0KKistpLYfQ+PrUFVASxZxnFgUGiHdwSfnTIix9p7dw
c4kYAYA+mnyFGqsOLPN6laKtFndwIUcbY618GmcnO1bU/Y+9tStDv7mUbLcCncfJeqsLRKeEpEVz
w8DyOnM+d2jIFIcI6cHlYPbwwfqvPT8pwwVkmFfsZQ79emeOUTvFNHROMHlV5NsRVMt1klQ7Sd9N
8CTJ7Uj2QJZSRbmhxq50j2ZT5jrBQJ3uneM2+r8OQJbHakSb3CuE+tf9Xd0eIkZBtgzukoPkw13v
Kh8UY+l61wvi2c0YQ4EO4UBDN/9gQ7v2Wo/H60TRXXbr5Sz/Wouk0a0cmc82DJilF7CsK3NzVKqm
OqmtaSEXisQvUEnFLfSTpsR2Dvm9ueyc78Z+aT7R8ZS077J5c73ftLJc+ikYTQnn+0Op9f0xKUr3
NDj9vFOKf5kdv/LwBtEvNWteZ9rOYKKv17KNXE5bjNm7JtTqzo/RP64uKR/eeJepdd+c7ASHe0RO
Ec2UhkihO6tN05iXaphn5QGPmJMLWFHLJMYo9UFTI07nL3C8iOaspMkY+rro7OxNsxjNAG7Ts343
bW2VfmkN2oyQbF4Mg2/XFSTUceYZ/ddmTkxWgRC9OaZ93nfHOU9LCJpmbpPpZ1HDWCVTXiL8nJlm
OD6oWelGfoNDUfxRs9vLTIE6PEArZBqXzOymd1rR2eOH0LPD8DHtgcu91Ualbp61qG6aY+tV8GlM
IjGNR6FbZYrKqNkVAOhys/jGfNu8nBuzCafDnC5T8bl3GM69NJEaRadU79rlqFrkRb6b29Pf8LuI
9KAaXIhTUhQQBFYpg7snt4gm1x/dxag/ZK0+IPPc2JbyAKtwOBy4Z2N05lxV87Rk0PV86AWtu9bX
5nn0zmritM23uM+g7fZzsjEDCpG67sx3jTLWP3q+1/AlHRq3+GvS+754ryQNdeCoirLw81SjkIao
fDjF4ZNrJKJ/H066On/0jLKdwaQkWvS4jI1W+RX0VNUFgJNF/EvkaX8AOOuWD/fv863/oLZLLQ/c
No1JYplrmwN72qIUWGTvCDeNv8a6Xr7GBiILRuUWZ0WtxE4kePuWk73S4EJzkd4MHKDX64lJWyBi
Gqp35ZhbbzRe7OEYQm/+jeJz/DTSqX0GejX8aidt2kmcbyMYmk+kZMiH81oxVnG9dGiY7Two0v/b
uX5E6aj83KiQ855EryC7Y7bCs6g5p8P3+0d8+5BSOme7MG5hOv+PsvNqjlvZsvRf6bjvuANvOvr2
A1CGpESiSLkjvSDkDrz3+PXzJefOtApVURi+nRMStZmJNDvXXmttba2rwyIibuiDlPhSnYy0RZ5H
3Y3s2iw2HhGXn5LCA26uONhTyKMCfD6+ukx1uedS88e0Yw8OpZr9naEX/szmgGbUZIpR7W8P7fJ0
JCQjYnggm5DXz0NqkUqDt1pLfSldSvWg0m492xcohof32EYs9sZivZxJXkE4RgqfNEHnXV0+cQmG
Y8t4J+S4W++zYVYOQf5WSTzZHjQASDQi4+Q/nNWWKKYxXBBDBk+ppnfHCurkS9kvw52MJd4+hSLR
vzlTICAfTBiKiELBKr1U9URPaBoTPKGqU49OQnsLmkW9sUejGBZqS0gcXGavzlzn3yoHoSpMM058
h13ma0tkepYUWhufSOzf8zvM5t0unEpRmYnuWudR0izMaSSs136BgnW4q4oME1pMPBaa/MyaVR5n
jD66h1FBfHZcqC5tMOcvlwjxeSMIDgTVlnXHy8GKSZhKrfIjmlzsW9piupUathvr/jIKziGoj8E2
WYs8Nc9HmRttXmV9NvoAi/1zlevDPonUrar5lShiEMwndD8oV+LP/0D6slBdQA3M0dfVYn7A6zpw
c4CZjS92LQrm9uJ5JYKsKa1BCohvGtnkv9I761yKf09VtWz5g1weFWAOnBWkjKxx7MrPB1NAGUMR
NEx+0hTvokCyvLQLE1rnIKq5fSi9dn88X4OC2s2LnKcL7OA1mrPEeq01WjL7dHFdCpj4YfRSmzMN
ta1sUYvdoI6LfarasJH35B9GfZpSs1PcEanK+D3MJfCzelyK0E2MXrL3RmCN740xlIxfTkQzmI3F
dGVmhMaInA/ZML/v6lSTrCxUyHpmnwRIIJGZfDcpXe/bFtnM7am5vCLw/yO/ZGOwQylEnH+EUJOH
fkFW55PRDo3bohu+K6Jx+FVSfv0omWPTHm5HvDY4Mh6ed1gIcUms4CYtSJsxNZLFH9J+eECumHsz
+OLOXixlYx6vLGSHV6TQ5mOzA4PmfHBBk0qh3qW5L8+ycteFS+QheE03pvAyiyCD4AzF+R4klKfX
eRQrlrVFQkzr9/XQ36mJXn1GMWnsJXBB18HNcpf1/bxRTrk2NCjYwjIdu6KLp6twhA8npyNohRC/
iovcU8FItzbOlY8FEwNEC+MULvN1phI2Q59ISVH4cQWc4FDIOMJFKrxR1tKTPi/Vtx4jgNxFNDYe
g2Z8mGR9/KYnYfaQ0afxHdXzZh+W0NxMPd9yt7iYA8BKYa4sOCOI8V7tXf84DbFWntXZ6hV/yAtA
AsNuXVmy1Pvb6/UyioDQoYbC7gGzXO8QqnIIzEIa8UYznN0lTpW9De9+Y6munSrZeqKXGIR+wCTB
RF2tooQ3b5mqXf+Uqflsuo5OZvobi4e+fR8uRi0/Fj1P2jtK0jOSvMWyq2Mm2Yv9UIdFqHpBnyTd
nk7sy+RO5jgAnyxzvmXsdrEchKsSeTerHNAR9uf5UjcVioR90/RPqqTWbhJr8Oww9XElNVU3lt7l
tAuZARAb3H+w4jWWCouABxg67icqKY03WFF51JLU2b3144otSwQRRJjZnA8ow2yYvuX18DTpLRwT
R42OoKf5W9M5oTAWvByYxsCF6+bEsp62Clx6+WmRTOWhHNJ8J/eztLGELo7y1yioQcAJ6U655jLX
aNrgyTdE4RHj9onxo9eWu7Km8YwZhFsNWy+XAiAWC4H6hCjSrWE6Y0x4fGaaAtbtBLGrpchBjLYO
Qboz7cvtr3Q1lqiVi75UtDVZ7Y0yaJFwYnf5JBUJ7uJNpHulxL3hmAC+t0NdLjuGJVrq4FoGjXX9
oKBfXtZjwqA8jV1oeoocBrt4qbeqxBdXBp8K7i8CYhxIOMRXt+6SZmOnLkwePeXK3dgXM/hML33o
NKQ7jVZWB8WMt0RgV4cGciuLl+Dla3cy7agFOlSelnluD1oBJhil/RZEdzUKKQUaEvjN3PPnO0rp
u7CNSl15ijQz9/q2qN9pfbjV2OJ6FCg0mJML0cYKDze7aZ5q+Jz0teoML0iS+l6S2i2F1dUo6Lw5
hRBQXLArUyPConO2WXeNhX9/wrlcd9IWFeTqYkC/JaQvPJnXZMR8Tgtz4OH0RBepxVPz2Dfl4GNW
ah+TsnociuBtrTq5aVh8/xNvDeNHcmLQH4cvlFTdtyKk1UnvhNXOKPotNvhF1UJE4uFFzRsk6aI1
T4t9cq/PkvKkjTTjHFT7Lg6LOyvCCESrl0/1Un4L+uCZfg9vdJB4HSOziRIWfICqpviyf6QGbdYY
XRKzPjBCCI5qP8xwjJ3iLgNjems+yyAFvQpyDc8LAPDzUGnHslgWFknUO6pHo2zbLR0NNHLstt4x
19YjBy5EcK4RMpLVOSgDOLeUa1Xaejp0JXRy6cFERX28fQReO21NoDhBgwP+W1OT4knvjRkn5qcm
sOw9bXh+B9AjdnaYbhXZ1w3V+EwwggC2qetCKaFocT53iDnaKujL5anQ0gj/0gnu0VypXlZaxXGk
nYXfL9H02A/KcKiULjiAd1Z3RReOwKDWlpPS5fRCEiePxI6DbAyR1vlvkxfabOiLvjxNRjh7ReZg
tr0U2psTGx6icLAEZ4f67boJELWfJsRmVH0qmNZd2A3fjKnesie4HArHIusR0x0KCBcumJR8U1Bc
bX4KpUo6KOFAHzS70zdWykXGgXUJXAzK3UJwzuV8PmFBEPVK5ETWU1yb72fbeByQcroR9l2Un7cW
y8WQDKot2FKjkIQTBCXjPJgzYSc6JK3xhKWWvhtznbY3ubZluXktCrJKQTGkusM3Oo8C8XdInGkw
nozGqF1THZyDnvZb+uirUUBl0a1CR4DhcR7FthvIOOgEnpC5x4iGJY0O92Hw4fZGvhJFeFOISxJb
AApm51EqaBf6gkj0KdTKZUcjeGU/dNK0ux3l4rigJIcWBptewde+SKGn2enaSUpsHLLa7kOdUTWK
tbT7iS9Kv7F1roXC2wmBJp9HUDTPB2THGDo3/CJPeT8Ubrmow9HSKTLGTtK8tQrNqCA0iQ6o5ES8
fs9DgYtmOEnlVBqlNNrRfxXvERl/8jZftmhhVz4TDY+EKpT6OstuFSouyy6XWoqaoUzD1z5Q+kfF
7ua33vpiQKiHAMl56FCpPR9QE4H3xVrMgBz9a0xb6Hutd7AdsKe3oofCuAFmEi3kyDUxODgPVHT4
uMRhHvoabkN7u1J/lpjSbbyoEOLxz5xBerwEQOJ5u4HnXSqw5IJcSjV7+2lsmrncVaodnmr61E1e
T61Mh+aslpbPZVpnu2hOx/BzPJeT/WzRI1J9CCkljF+yWE6L/VzUmKuZpI+VR5FRfaqadAi+KONY
LW6kdRRAS0UaDFdNBlO7rwzJblwaBSBVcTuznWiYjOdwcaTxadrucmeeM7e05VDaqfTImbzUJCM+
BF3Wmq6iJqO+L+Vp1A65M3b1wVHaMT+GdEecHvrBNuujYwX5IcZOzJpd6ieT+jLn5TL+BdmNAqtZ
T/ZDmEZ6fYcJqxPdj05a/p2xB3+TwGrKYRkTO3zvFJEeH4TBfN+5k77I8W6s4LO8TBN5+3OQ6lF0
nEelAaOR4rl5r462QbsDUFnaxCpFNrlaGzjfyrxnwZOgOjKSfzpAuHFZ5B/MCAKoN1W6mrolZsHF
e67yqTnUerK8yFlrfU2VMSv5bbMq2k2LpH+zdcCDvT0Xi/rBHDSju4tpiKt6SL8k1cUdosbc2Aoq
U92bMBiqX23ep88wRRQFGxBSr0PRGbTKzRs6aPmJgs/Zw9xU43icWtotHdIEWfhdwOsQAwiM0Ybn
MVaGrxIoL1wZ7kIj85xICvTfwI+h7JnLlM1/06jNUr2EViSdV0x51XqZmQTWy0KK5RzqQa8Gr8iH
ZTgaSmEkd51pTcjx83IepUeuRPSMeqOHp5Ipin841hikexnULDrUdqr9FRmFrnmI+7Jq74xpbj3L
6Zyh9h6C6CUcJSfzKrOtJGyX5LreDVYyyiyMflB34xRF9BJFu62/S9MhVR7yMZhjHoqzk5w6VMrz
nd4U6eLyMSTK8K1V216OwH/2KPYn0d/LHHa254RN/jMI2+LFDOk65hrkWq1XhWPy0s/aJH/Mll57
nOUpo/MxK01x8CMz5cSbC0Mqd7RTLZf7rpPzjrYFACTPxqJnya6LdCn2FT2TkmPC2zI8whIxo/0i
lba6n6Ouh5UhPsOXulJa9QBAoBqenCRjdZjKpJKPcER61VNSK6pdCt7OdKQ+lMxuFGfLN0z8zEG0
/GA/uXod6Nkuxmfm26DQrWjXwomoXET7k7qztVoxdhUt4Y1907Wy+VtR6lz2Iq1RU/gZjnqqNTk2
T4pctmXqoshq/0rZt4pnGmmowh7LlO5Qtrr88/bNeHmwc7zAFKO0jHruAp/s6zAGXFWopI/FC91e
o08SzpsvbwzCLQ6IrgAwWZSd1pQY6st9PKRL4Q8ypeSmxWndUqXRux3l4uY1QZSEKz5SZbiia8BC
GeVxzKSy8UMgrEPnVPGdEUvq56bD0vd2qItZE8kKLSwgMZEm8348vz/oPGJEats2vlF15l00jLmn
DYq2e2MUinUUP9E08nQTHMrzKMj+A8oBQ+enzmAbu3wc5XfG5ExvbPuNggglNCg1HwlaBZDpeRy1
1aa5QueFSSRSxiqNhtyFoJh8oo6g7yfYOIfQ7ItwY3ji4XR+O1LvwnwHuqBo5bNWW2RxNAXdSGZe
W0Nwb1k/EmWkg1jYIoBNCyryUWe6atNLb9bowA9Eik3xGqNivHhW4w1lLJOWyjSfikqZjrpomYbv
0IfbH+9ydGRlPExfU3QDluD5pDbaouXCsetJswPpYEq69i6hFrczKls/ZKn6LosxbnHaUXtzbkM+
yNMQ10kSBPKc88BaX3OzaJ3zNNbMXwjj6l1LQ7SN3PPyWQXlnJcOrx3eVRed/niD1PVoSs5T0wfJ
s5NayUHRK+lLF1G2xiNg+XR7Oi/iiR0n6r14HpBNravKRUcJmGbwjV+DCTyg7mhQ3/LiR4ZxoAnA
r9vRLvc3BD7wfE4R3qa8fs7nsJacQM7GpPedcpzx5jNLVw7len87ymU9RSCd+M2ivBXmJ2uGLoJK
qw85tvxZyovRVaSCBlp1FSI0DxJF7d3U1uxo36Z5n/9SnFn4uKZSAKUuHcv2fZGl5XTIaoTjj6mV
Gb1LR/dgq4p3eazySwKjczMKqtVao6lU/MNR4Iw+p69M1tIku4RU2I36aatv7JVQPPCoLpH9M/fr
smsYsmKjSe793JiHHb506SdcM7V3VSn1G7XJq6FAmGEtUjFE6n/+haWonp0x0nu/icPJ8jjogHSM
MOzJFeWmNg8bn1qcKWeHHSCKKM6JRjE8PnTx+/wB9s1V1snqbI1+x1fMfaSbEu2xlszAEdKmtZvX
9vzYfWE0luqW2iDXn2ydnr2wG6vEwv5bicM7OqJTMRmVKN7CYi5eKvx6kLa5B1iGot3s+a9nj1LX
wcsffEtSYk8bE/JWymjvY9Wh5GTUyDMnaavCcGWXAUiiAkJyDrCmil/qjzmJNFw+ZgqvPhdEH7l0
vDFOAXOyMfeXn1rsZVaUkDFevsjnDN/NNF8mX+0pCXuaVC4+bVideNfPix5upAZXov0f1Ysl6MYX
cOGcx4sCdrb4CCTnuzjuIbEGcfweLdCP22vq8psJpSQwq3gtY0q1umGcksa2+RxMPqeV9IxXY2jc
g5mruyK3tfyAHUw9e1k6NpH35sAU20GRObpe/WzPv1tmhVBOYKr6wA/VDkhdciNFGne97JS+UtfZ
3Sjy+dtBLy8AaGYkXYDl4va2VkeytWDKXQ7h7BfZ7LzEwxK+KyTDwa4vHt63eYqj/O2AVz4k4CQP
dI4I+ryu3VMVvW95GRYEZPIfQyvB0wRP8E9B0MXH26EuNwIXNjglHxKs31nXKc0iULTFyme/le3o
nZqkuBDm8VanhGszSEaAXhg300uordS1UOF1Nvt6EM2fLSNud6FiZEe5T4Jdj0P2BqntygTSPhIP
MZWdwEpdJSLdYrbYSBSyr2SOSU/Wquemppld0kxbjXOuTCChsLkRfuqCMni+ImnFM5RxW8u+Fo7B
Hktz/U7XkjcjogA57DagSmqGnJWrAWl5lkUFhte+MXb6fTo68yNYzpbPw5Wx4PEH3spBDDNoXd0d
i7alPN0ofmvBlkizbkJZOuW720vutRPa+YXECEB3MYDl4Kd4eD5loxWHkm0Fsj9QM9R2QaVBnisB
XjARLCf5hzTZUNo7WMfPcxPVzgHqfxuGoEaV5NzNjaymnho40+fZmubluzoWmbUvZKs3PNqDjrbf
qIWcebIJxfAhDZrmpxXEZvdQ1vFgf+ItWsl4i8VUKjUjipLDHA3SG9vD8zyjeiHaNMOmYzrXzIkO
d7ZsKGrF1/PYeiKfw9c/rWLBSlSUL7cn9MruEmJHtjDvQlC91eKYmpxDJJEVPytldNuKASvWRVun
nQCKm3bfZIlqbiThl0uFO5HCMmiY6EG3rpLaHfZl01TQN0ZK1aNqx/CYFr3dWCriNz9fKaDZyKiZ
RiHXVVcjS1VlKFJMGnzHLIcfmdEOBxau9lIs4Frz1JhfdPp63yuzrG9w3y9PEF6mEEl5aONDwTly
vkb7QIMyFLFGMdGo3mfNrHzuUxj+4wyIefvzXZlKQlEHBqNA/rSmM3LhdFJbEirQsvFRY6k8xGpv
3d+OcnllkxGATKAo5QDBB+x8QFaHZzVt4DUf4LfZFcZoHPKpsB8ntQk/pLGZ/XLoHX+4HfRyaDhy
46oGhxXlJ9Tf86A4LWdNWaiaTxXG8cwmjT/bTmS8OaEWTCi+EpbwlNHXHdLmKtHnktZRPk0d4/d0
5mWr26P5aNbWFvf3clkAu0A65ZAkqea/zweUT5ZTSRRBfUeOfjSL093LfTUfxqjdquddOSVxo4Mw
TX0Ku0IOzPNQkQnArNea4UNPTyV6GiPwS/ZpgvHTvaLT73EX62OF+oimSsqDGS1Lu6vNuvRlp7ab
vRpP1fwljicHp9JBFxWuSZeTu9Aa4lM9p+G8mxup/kXP5zB+tuCJhHcqFhv53izkOEKiZNPwWenz
2HHhrNQB8qesnbdSHTFh5zucDY4OD4841gAP7PNR4s9eBKNdan7Txn+XXa15lt7fVwECIDVuv89D
dD+nDT3NpI0U9srSFCoeQARSEkEIOw9sZu0ygnqrvuaU5vtFl6TvmdEoGxvglYe3Gh+Vdi4BPFmI
s4brBhxZmsVuDB9JlO2B/xtPmW32uzDpumfFaltfxsX3OBt96U3zWJ1oOxDvSrPb6hN3uXJF22Lu
dJJKypGKOB/+ePHwiOtjbAhs36LthAtaKXnNVJeg90u6f+uuF8o/sRm5AIXb1nmozizDPKCW5uuS
He81mltQFaE0cjvKlQFBKebNCHRIw44193Ze0qqS7MwgJQIDz404PA7qQkfsiLVzO9TlNWSJKj6J
q0BEL+rRmLulTl+1hq+ElrSbw777ZCrp4IWNDfKh2BGKwEmZk92kZdWG/utynRIbkJyDm9UKFHU+
mWMmV7GsEjuJY2e30EGCx44a726P8Opk0s8A4S2QOF7V51GsIaNjTTsYfrxU/TGkae/7iIfYgWb0
W2+Byx3PgCxBBBetGmCOnYeqG2mipaps+DOUTLxDuSNenDhvv0Qs212qafmvrEn6vwIwztANQ9PZ
cjC9NljRoJdVQ9nh4r7QYz0aWDuGX6F0+DBJ0fCI12L4xcyNLazyyv7nysWsjwUKE/uiV0nZ6FhV
BKrpY+gzWHfBMkiWm9amgzrSShLLK51o/Fy2cZOTvE7ZcJSdNq4fzUah41QNIavYePFdm38SZm4x
XvDkqasFpaezhQNoY/p62M5gi1lO2XX+WLX1Xi9Nw20D5UfrhAelzN5s9AtXHt0ktBEFGApm/vmn
X2h5MooONT6ps+0NsRzASA+bY9x0/cYor31j4bvCHcr0owI4D9VSOAEejix/KCbVhdNE05TOxKMk
DfSX23vnkqbFsDCuYUGRgYD2rGJ1Iz3Z63C0WE/dIO2Qvo2/k6zGpTGX8uV5VNp5dq2lz/x5TONp
h8o2SA9d2fUvbZKb01FL1WgLKRFBzy8e8aQn8QJFAEJc86iGIuzauoxsf5Qb/akc8uFxgk328fbY
r0ThjYOBI36ookXU6ouacVihIekd3xr7Cc5J0ZbfBsOcNw7gK19T6BgQQvHK5mOtaEdmGVn9IuU2
N0qeQjua55fRUMaDEpn6xohEwrGaN45BMWXkyBgpr+5JK9EXqx9k28/sbvg0GFHwDnod5Vsrk11Z
D/rPb55BjGygAyMfodqpr07eQiprFUzL9k0ryNyqy1D22t1WQ/RrE/hawBA2m9zLqwnsh1YLHTt1
/DQv+n1g972nlFaOIa+81d7qypJ4VaxBChLWYmvPVcMIrdCqM8dvp3rejV1VeTjebdkMXIsiui3A
42PW8MI6399R00xTD/rjGx29TzrM9XYJMM/dmz8OlSbsrgVHljrE6qyclKigWpOGJ25F41iUY+/K
WrAlbrkyFshUrALWG+fHOjUz8RPGZgNLqGrUMq+PrfQ+5YTcwsQushj26avJL2VjkrN1g1Q7GRUr
p6XuSc/tftnNHFrLJyVtC3CxbpLs+567ttgleDapXt2qMuJds4PZnU223j7jYq5OLzTNhHwBMNBk
Hsk53beFzYSUuAbH3NdYxnTFrelh6+xo9+Tw32lfSHdZAFj1aNtjCaFDtgrqKrFh5J8ajExOHWdL
TMNds5Ndpx+x4cJdYc5+lHTsbB5LC0sFVwnD7KXo037+OBZ45Keuaia67jEErX1XNQGcIC2UYhwW
6OfpuKlqJD/HlP6iL3FidOVdo5aqsddxNhrfTXhaWa6sgBR/HRs5XvCsUmbznaTHiuXHTlbW9zGN
FAJkKCPOUoU6OxRNl3aZXbphDJUrYVGaNrsQvqD+Q+noxfP7jQvPglr8CrBz6F36aw2kALiFzLbf
kwDsTC0Pd12OjfztKBdnnYiCsAeFnEhQ1qlYK0mKiiTK9u2yT04m7YrcfAj1d5k2TftgzNq/bse7
WOjCc9+g9g2wgt5nfYw7eu2U/KniJ31cHmoVy9qo0Y03j0roDUkywR2Ats3V0WAg2pAxnlD9JrSa
XWkl1QFFmvTOqCbp3lDrLdXx5SzyhhTqZtjRCpeu2Hd/vqwSWerNptV8+i/pJ/rfOZEbwdX+HAaa
FLpyT0Pn2/MoRnB2RwGHQVoWtgWCiLsGp+bW6apUG0jhmjy3doZV1b/1cY6qo1lw/B5rQ5qMA00X
JnMDanm1+1uFRpYDoxVes4DWV9cVbELRk85x/Lyd+vmpmpzsZ2oV6V+NNabhwUrV/hvthqjkZekU
Tjg8Orir9E7Q/666vJXunYzWUa5mZpKzY03a8AY1qs+fItNu1SMPxmbZxbFuIaKsp676qll5iJFc
n8yGV6VNH+9L0J5m18dG2X1wAtP8O1AH6wviUm1w4xmHQleGifh9aCndHm5P/Os9uRo+pCUqXug1
hCnAam0pkjL3JiJ6HwuQyq2pt/mJMxq6m8yO8UMb5s+FPexmfPV/NuXQftUbs9o6x9cfXwB45HTg
PRC9yezOl1sTQejCWcHxpSSNj2PXKA11YzVMvblL0w0Y9OLOsMmEwO2EPbxQQq8+dzBqXdE2reM7
IVTGkUeTi3r1mznlultI9bEo1OfQ5hK4Pc8XBwUvQ/TWcHNgryAEE1vujy01aA1CFOApX1Xz7tC1
aM3yENHIW6MAh8B/AA/lcW9ezGRj5bKRxslpjMv+r1EqMxc3Y/Xz7SgXqZdNFDQTCnQLRrKGd416
oa1XWiSndpDSo5Ur8vtiWtIDENfW++riJOLhTiCgAiAD4LT1SeSMbY7NGsBL5tBNwpy+TmloeQGS
/K4foo1T6HJgqFwFuMU9pWK6sIoWRsVUhlUVnppxqDwQBCrNWaU9KXn/5paEwB/wswHIGRSoknq+
HvJpwiWPHhanZCop8tRNfhgyXGFuf6nLVccoMFEEnACN5NV4HkUCrCvVouYmbILMI++I7sskdI63
o1yZNvFi4oqijg1cvQIe68gqrXSMUqYt1cJdVTrVN3tBzusmbRHJu9vRLq4KiibctIzIwiOYisb5
mIwgHs185HaXjXBxjRxnNaeWfjbV8E5KhvIIo3TLd/HKALkJYZ3jOyNu4FXInhPJXNIuPUFzr+4D
o6P0NXdSxu7qguHr7fFd+WaOqJ5w3Qsl4isP/o+TIrKmUJfDCtOosg0fHcypPyZ6Xu7fHoXiq8ot
L2yf1rM4qDOQVGbnJ6xisdZqO2c/OPPWt7o2FlF+xbeSbQUmff6tojBRCowL8pPa28EBfYr5PYyM
5Ntbx4KZlA5NShiRAwWvopgtTTG0MchPZjClNBShh1raYVB5O8rlxUEUg4+CWAw7y/WOXSx5Ucu2
KE5lpi3HHFXX3pnT5YCjVHevS+rk1viHv+vq3NyiwVwueU34EXAg8SIRgo7zaQxGpYI/HeWnUrGG
8UVtcjN5QhujTqeGp2TxcVar/odZBUbyZqP3144MGi4qVA1BuFbpQVtlrZKMbXnKInO0vbJyaERH
k923bzGq5xSFSI34gjgUnQ8xi+fAWuywPAUDfi2oBXLPyDE/czLTevOhKCwXuL+4ufBtXeeaWpKX
MNC78lRUS38AHTFPZdKVG3nlJU4qnB2QSGF1Q/YCz+Z8RHGbaL0kZeVpSNLxzkz19BBZUnDkLRbv
1bEyd3kOIxh83PYmGk/tB3vUnwrOvI3j+fIORbXPVqeuLSoY69XD3s7AKa3yVNFq5zjWhenmY1Ts
NakJdkpKHe32Rrnc9MRDsw9sCPR+wYIv69mojTCpTkEZJ0i16pmewsVW4nptVDxqubCFJchFIbZQ
M53jq69OqHtCb9GcxCucAE2pGlT7fJHbu9ujurIHkQlC6eaZAslx/Sbi6bI0c2NVJ7aK5nE9afuY
8vbByWA52gvQAhTh8PvtoFemkvxAYJ5C9wSKd76GOLcDXBaFO1GgOl6AG6bhqWSw9sYnuzKZQFtA
2Ki4aNG05lsoMLYnY5brU9kV8t+xWZQveWoWn1s6/O3VKn4zNxWpGHIt7lIYTTjjrfISW21GTmy7
OsHR1R6Ep/ZBnXTTSzT9r9szeFEbIBLnCngkxxcZ6yrdb5oa4mfIyIBhtH0bZvXg8dpBaVWrKUYm
cZbLn8wZ5bYzRN19k1Tlxm9wZeGAJiNYg4vGCbrG9dperYdlSdoTZ1yp7TmvG3WvKWOfPzilUtX3
eBtIL0UpG+XGa+BVv3z2thPcGSqkXB4iBVxbqEdRnEAK6o1TVtNIw+KCMipcVHE/qMIHDEDr+N6p
YEa9j3A4b/6urGmxjvKYJ+2HwlqQ0LlpaS7m34rZlvU7WrQ787Gb1LoV+iS5uL/9qdaLEFUGS4Fv
JAgW4ol2vtj7Eb71sCjZabCKdjcs6UMoBadCD79QPH7rS0kEg4EDViRegxdGq6pS9oq1JMUpKluF
lq/ZQBNW+a3PF6Lg3cwhJbhMvJVWQ2qzSu3yomtOtC80PcOQnCNL7ZPhVKUHVaLbuHPWi12Eg7LH
O56XBUU6McN/pI6VDnXTtuf2FFeSdex07pjMGZQ96rDBG+0pO7bzaO+bxgw9da6jjVNkfVoRHm0e
SRLpEff42vUm66q2I/HqTppE8xktU8KDZCKzu71MLqOwj1+tHjgVOZJXZ4fZ4v+rLWF/wqbGfqwR
vuV3U16PWxnya13kz92jonVXQEQwRQAwN9d5gtlmUuH0/XgCHqKNjqolk31snUV+wHB2KQ6ZvSRf
dUOqleeowXFi2aFfwj8WakCHWZIt920NgqGi8c2qMP6YDJq8HNHoJZNnDyMeM/OA3QxyUSdJ3D41
7eUYBrn5I7Xk/GMcgE24eRMltFq2Q+evGTNYtA2y9EkzWzN5Y1LEYIENePfC2BKNB1flFC1FtjjV
xXQqHembOujRMSoTc2OHX2g0RBSbUxAPAUKxzc8XqFaHqp3H1QwyOyjKvpmMTndrWG/zbpEKbJ+c
aQIVk6bOwa43nMLilGns/mNihHZ7oNF1giNLA5joTpjbSDsqTdr4xqeRaL7ASmbbUtkFRVm99qra
HgH9luo0ODbJdq5YT1LeU7l/Xcf/6+f0n+HvklcAbPui/e//4v9/ltWM9CHqVv/73371u/jQNb9/
d4/fq/8SP/r//ur5D/73Ywy81pZ/d+u/dfZD/Pv/jr/73n0/+5990cXd/Nz/buaX322fda8B+E3F
3/z//cP/+P36r3ycq9//+sfPsufo4l8LUQD/499/dP/rX/+AVPLHlhb//r//8Ol7zs89fm/a6HuW
/cd9m30vfrUXP/r7e9vxr1jKPyHYwWlg74mG3Rye4+/XPzHlfwraCgc4kiIyTS71okR5yA/p/6Sb
NYVVzkCOwlfFQFv24o/0f4ovSgqHcR+3MK4C//i/U3D2sf7n4/1HgTVzGRdd+69/rC4rnpvI94E6
yAaJxbF3vpJHJc/yUY7zl2aSG0+pFXeR7Q/DaGou/bLtjRRenGl/HEWv0YC/hA2/IQj0q31jJuE4
ZVKVv9C4Lj3kz+oS+qOWoG3pHkstil1S8fjuj4/y7xH/OcIrMSkaQw5iisGQ1ozzPAkitc+n9GWY
LX+KnfJu6qZj1cZ7eSitY6ym72JnixV+ZVpfITGgJLLCi2kdzMHpSyXLXtTFWO6Gzr7vJudLJ9ko
/Mwtt0iacK/nFRMfUmtybDGvqGbOvyJ+XYWdZLL5QtV1OCAL1eKdnf6SJ1eZQrwxf8XQR4rirz78
oCTUeJ7szteKO4Nu14Enhzu18xblu7O4gvQf/bLDX3b5aaqxBj/Jw303/K3p93ayxzO9iw5Z8lFv
fTN6l0GbM/bx4FmR1+RHu/260HK4CCt3ajz1Y9/ct9FOf588l9F+1n7N5Ud9+BAVGK/5i/WVjg9L
dbTtY2C8aBY+CM+y/mIbidsqIUmtCqb93MnSEReL3rqLj5N6J4U0WaHsp73Ywb12tB40QLMod/FL
cD4v381olxudN2UP8Vf9S/pDrbxUOi3Gz0zKH2Oz8uCu1+VphBGq579t+etsfzDs7zVgwzz0blE9
q/UPyCG7tqRvvfp7CL5BvKWPvRv2h1a7H8oC68AMC6i/gv9N2XctR44zzT4RI+jNLUDb3sjfMEYj
iQToDeie/iR1blatL6bj35jY2ZU00zRAoSorK3M5x6ULdQR5RINVDLhjhPv5xeI5UbRniW3baWOa
C8mXmjjKVq4xQku6U8nAjwcxlFZJQhPHx1qAglWbbfXYtcZXIVFTDyDAwKoIfZZ/b4TbFgmgHrAc
oT4BRczv9uLN2QhL9TYpRse8jKxoqGnGOpTC59gFRzvFQoh13+6YtivHBrCg1DxUvX6PfP9rX6xl
J8IAuulo0vxKemarRydkNvVLb//p5z6l/djBC7seHaIiFbyTyP2vTwPMuSrnomWBGv7ntjAkyFJW
wG8vuXAe47ROiWUKkB4GvpvatL/zab8CDQDdb1k8AKuYX771k4hHa5CENuUPEyTGCbIQV++tR6uO
o34stqbDHue2vJfvfFMQfoRUfCoASdRGSNHRj7455ec4gR9BZmUP7Wy89laYFpikcPpYJszOGk/h
3ULa1JwwMDqGaK9jLdfpAyuGszmWNumErUVFn1UeKiuUDvzy70X3jcr8uD70BmC1BTF3HITwhVqf
2n9yeaYaIAapiXMt670lArxtS6O9HRqq62gUDUddDucsVPwpkkevjiElQdLakz4zLEIHPVoyoLN1
7UMuUe4X+3arbJrI2FjIQIlAm7qhzt4UuEeKH2xbgj+njG6DaQuKCV0tJ9Aa82XCkaDJRPqQdt2m
Co2amIfuPbmmG3XbvuWbxE8DDAl5KkgFElEtonA3vhiv/34a34H499NAIx2dQrBwbg/ApEZ5PTeZ
c7Ufx5lqf5OGcox2Ygu0BOKQ8Ze1rR7znqinfIsHAUHPWHZryJM4BK4u7RN0s6WGNtd6P275Z/WO
+7BqMtxbVd+60v+6zhUM+M9bgwnFOC5D6lx5VO/0mQAyTaPWr7ZVKIUlwuiXgmf7kh0WPz4PL8qx
3M0b4Vkkhta8GgC/ivdp5IQoC9SLFmmrM5fPqtARXpW7UuPmqQt9lSXbcZ3a02OfuqVGxoZMPTE6
ihNssEnmpSOxQmsbR+NJOU8XcNx7i9QFftCdDMJStxFBbhJtOerTdjH8Lt471WmGVkD12veXsqFa
S/SX/BCTytdDWJCc6311xJRSdW33PJD8f7/f767r7XND6xdsQ8ycrRzWn88tAx+qgGWAfWVP8kY5
KtFy5LvuUBwcYoTSs/7UkeIsGqxWkmUkmYgB0ZqOQqxLgmVnT8e3YvLyktoV7aaoHU9tC7Vc0LQg
kEHx5/I2ELZnMX8xgrSBP4Frj5QJd+aBDTnJmgiY5eqektJux7dG5pZvOHeghielm6bGpvPzt+Yq
bURkP/M381nZDweYY5xw8GjQxT2jpCtgJ4LgcRUyMfSrM0Sp4WI/NFWo6a5UwX0FXm6uM3gQpZd7
UqSE3yFWfxub/36Kq8oonuU6j/3zKc4cOU6B0+wa7+M9exIbLUofY1q7+a5JqTx5kkyqyk87Ct4o
2j7F3oyEn2/LLQsa1zlX0eSpvu7Dn1h9nnuS7+95jaDIwzX89xoBRMMwDbg4OkIO5mxv4m6tV9Dx
jJv5nNsBK4JK2XCHwMPMxH5MchXxf5vVMekcr0iiJNnULMqtszmceRnJzgZkp65+1Z1Hu990EEdI
9sZMZc2d45Az2vytbT8ZCND8/ms+prGLMRPtXPaklYmqEP0ja4jzB7y0L9X0RPWYzC92e1QmD9/X
WprPhKcQcqS28AyLjiOEoPy2cpl6XSq3a9x53FT8gJGSNndjFuSpj0ny3iqR26QUJmXE0TCzthnk
R7TF4U9zWLJ93QQpX4Mssj/GLbKUh15nVFiOq5aPpgbBYxcbcwCfxPabPrBkj1+g2yPegUxp5jUT
W676VXYepMCc32fkimYJghdIKGZJGkvzMgx8txDiy3XcIi5GrwDytcgEOY0LIiFGwqEeS7RMMzBJ
MA8LbxDDNWEUCcst0lq7YrpY6WkQe9iV+4P9xKwHDGOSguNp3VOWuU0uwAo0wTvEVkfnGyXUzVaP
C7WDfGYqX2DqA1mtiUexOWteE6sdyG/WnZPj16d9W8ZBkQXVIChht8mFXHDdrBhEeBLb/uhapG5a
lnEiQ5wHx6V6h1xyC3AAPUepCvLZOgAEy/RbZY2eyWYHLDi5crNoiFAaUH/K8i8ay2uev4Fvk0yZ
FZXDoO0S6D8BY3X1JWnh3GRt2kq7J877Py5obcujUEVqtc58ozL/74EkjVxnMmQgLnA9e27H1PCR
OJLUMneJJtC/TuKg13CoSgV0RyToOlpnw6wKVCPy2Zoxx/PvQH+b6yHDQ1oDgRpkXeje/PLxU+0p
gZLLcoF0fKBDLxBmCj1EwyCLtiiSuxRVTNYWzP/HWn5ALf+tZdeg8iPoGKsuItIHoOBgxdx2iCem
9RYYgfJFsLrz5KyT6aAkHfTMsPL+r3e4wmjIUjASgAdv3SxvKcn1NIGI2qWHcjCpYq+fLGhwLWmK
yvJN07jpZop+5/xEcv7rDiF6goYmegyI+8Ctfr7nqVVrra1r9ZJlGBWkBY9S/cPJNZpV8LWGlHEo
nIOV/IG0GdEGh/AFQUE+2PLecDJSV69G86D3l7h+KuXTNG3L6TrXT3P33vRYJdM1zXdj/87Mrd7v
kC1n5RZz9fYcls1+XkIglYruwWsMRRzsbfWCvoDF1xcD5ZHVhJlaIfihwrOPC3C9JWw5meqzxbDr
T6XYG2ZYyK9ygwCuS4dmCfV5n0lfFWoOWGbTTmUEsj8Wjl79xUwuwrlY1VNjoRIKLVyIfZQSX9X+
5tWTMXvVdOgSdzRDnHGDdc7lyDG2beEq5ZdjceQDO9OBsQZuunAlDOyzgQwwL5jJInmO9GzzR3U5
qOkFFbZlujHuieEpShtV/4QdqzH8USqo155Z85CjvMUQNleCdKzhbRNxPCsJB23rWtKO9cKtC6Dt
duxqxh4SqeJvWkkwM/ujKHimxht0TSHWRmozyBWadtDVO5czip2wXQnDUY3Wmx6hfjath0E8pPhR
lpm01a7wQZ/sJ+H4iuapWgiMgsUonNdY3dWexrfjvYHUX6c20rK1aY4hd6DDCHM/l1fDyjGBsLJ+
SVmSo2CH0ndd2z0p4bNDZkNqKVPqe436X9k0MFjIYIOYiUCKj73NFdIlWWcwZO2ymB/lADB8gT6v
JzcJsatt1nx10gEtG33CYZqctX6TQMyoDJR4rzdPfeEjoHTTq2T7ubUvpj0Ef5gKUUPjbKMUMM6z
8gbHZ10nNfAEJI3tZsy9BNCOuZnBbdO5q3E82XnTVP7guLAusXYlKbRHZHXLKY6p6ZydQXhySkbN
NRJ/0HwVDGuJdvYGMqykljelvJm6z6T0dcPrc6/6iM1AxrOTN855yPaHRSPteEz5SzUbxMhb0jAM
LwlMb55rqyJW+2Rpm2SgrD3mmm9NpGR3xt4x1/MrdIBYAkYfpt+hUozW/c93a3cQSZpLTb0wbQPF
Z2QLwy6PoB7j5XT8GiCGuV8G0r7oFoZnaTxjgg3kUJMM8VleNlPVEAgYanSy9nW6y/X39X8SyPaz
4ikGy3Fw85IstatqUESg0FiUrvOhWjbc2qfl/lgBa8uoLEpkzXqk42zW5s9pgFiD9iJsPIIKv+2q
KSqU2gcf1snfHPZn5nsHmA964rCTYtcUjIoplN7rk9LtMdCoJNtkcEvzKZ4fBzFQO4Hi4Pwn0c9a
PaBQ2sMkUjKPtUY05AGyUtBiREBoj/P8xxY7p5JRMF0khuEIsRvcqqFxf5ElYHYVhXpSaavoWriJ
QdD0ac0g1UiRPHRG5cXiXWEjBjcyYrQP0JJfH9mMelBkoYxjoN2rKK45angGP1DaZBMxLXd+UnZC
3TdaoI7ElA86u7R/RgiKnEZMFyyC2NI+N3WSNEcjPsR8dBnkKdsPDbEt3atiClkPDczR2JXtqTOe
lCQOswTleH1seu+PAaltQ7xXk7GDaEMEqSBiTw2pJ4jEuYX1KZspaUD+7ZYUM3JB2UIoqfGt/i84
z1YRI677sO1aS6EYc8sL5DpbxMxsJpL+UNSbeI4muLEI4HpCnBINo6vme51/GNqDSmAyKU2BkQWg
Obd5yFdZdpwFSPP9yiaPeJlB+fakvku1n4JVFfuy7PKL9ChkV/lI4EmN4qXx0eNxKupk6BjtszTA
eTCc+8O0oAT2MZ+GbjHleYDBau7HVlDJjFSF12SbOXfrxx5ulxQFXE4Wb0LjqCZaEskuqJ3BCJUq
6H57Sbdnwkst3wwdt/MQH9LXDPIcb8nW8atD9kc6NSkpFDJcJk9EYyiADh8FsFQzsoC7XNK3pCST
ROSwuTKOq5t1nGWURfWWP+tEjul8bnVXf75npvjdVP2Z2kDEZ+X3rBQjVNA3OFGFXL7IoOJ64S24
GgOrZTKB44ACMSVwVoUuk+J4XC5VbFDgWkkuXIwsbCF6qhOoeB8wFPvYSdauk7M73eibRi2EEDH9
DkHAlXuxcvpvUk8HnFYmxWK68DQXNDHUys3K4Z7cz6+MErcO3X+Mm8EwFeN0NyeT1rO4sfksXzjE
1EhtiCc5lU/wj0SRv/zp5eU0cudOzMT48G3MBFYJ0HL1qsGTRw/hZ8xEq19SOZ+VS4F270Jlyy3k
EEAUWxAJ/KZ0gX9PGshdYakeuBSkWKfLU44YCxS+juxPhbnvCD91v0IWAgbayiXhGJiXXq2modNw
YAZixnZOP4V5WsZPpXixuq2cvw/iBD5vxZ/K4WuxfVsDikWVFg5BpJEIOg0ZdyEbg5xTAQpPrMbH
GuCpX84UPr2YPK6QSfENa6PScqfRVQXNGcWOGTHDMBN0HtJ8YwNW9g2qh+oWgEaIROTceSgmKfBC
F9BVoPgzbbzB77zkYJ/jt+orfsy+6pfKM9xqiz4Kfg5dI7/xTG94zZ6Ld+W12SqR+jafJfxunEao
eMtokqONAtc1F7/KJFwUP1sugxTOZaRZu2k8l4GthXXxPmR/5wLSHlt58KVhL/NjP0ZSVxLotxFW
h4Nx5c1Orl4Kt2x22OCL6rNmo2RbByBOEuUsLDXfyYJpIjiwYewGSgT+PVzkh+YV2rLF6wyYu4JY
A0EzT9IRAgk0ka1X9v7vAgGF7u/FY9lro31FQH5XI3MPiQw7F8slVVytCScz5Hyn674y+bHjIanE
13XTVVmEFhyRa4qFrb858JfXvaF+KK13UR2AxdvLvkdiDblcJRgYqVMvXXwDPrMo3zjcZml3yV+l
l7qg1aGjSK6BEOTEvPaxNyouLzz1GF/nF7gmZ7NfVcQ46y/Dk/KVXsqnAqvhnOzqEBe0afapn+Ev
cN7y0Z0wnLGLj8K3PFxjVD7Vf4ynIYADQEkkg2ZXhPsvoyUWFhw0PkyXKa6oCcMFhunRCvOayH9A
8LFCM6phaqE8YHrarzfpW1nRXCe510X9F5BAHJwK6V6NfYZL22t7w3Oo5BVBFphu5yc7k+AwobIP
Hm5GpD8cAA02FKca5nWJfI138YM8Au8A6iN/qFEScGA8MBPmpNnDZ/yghUNofnSI1l7lq+/qM99i
Ls84gyGlPzQjwY5b0Nzy+OJmmTfOGwMYquItZSijZzV81NZ5HqJZu6b1EhjTzkl93lF8DzN766FQ
Eusiv5bP2d58FSP8mUiyLx6bhuCXVXv4Bf6lKYVm5UOaWOlJZ9I0o1CwGPFxY+isSt1be9hXowy0
7qWbNyDvWIjv70NoBXZB+wWovTemAdPc4Zz1VHkcP4zPYa/26GKQFn+TTQr0KDMYI2PbhK1J84TG
8NbIgs4I1P6Q5XvZ9i3dxQ9XGS3hS/uZYhIGVgicTty1Z1cWfmxsYsdt+RZy4wYcV7VIUXy72qTj
OQPEmoSm+NIZ8qmrhhbxELIm6PQ9hPq17jiiNOFe37v4orCIXQdV5fYjQh1ZsFxguQH9BwLFztlB
+w6dyDu1/28IBE4ja6cHJFEdKe4tAU832gI8ymK5FMKCqueIHR6zKSfZgH4HiLGbPrso7c5Uxams
PNsoVFfCPxSjNIB4tewOSvsLkcLl4NiARcM6qIiG18+jo9XaCVO3qXJRXpzSmT3ZwDxxXaGtMdl3
zim0+n6FGvCFkRk4q7UBoIEbNELOYw1C4vVymdwibDbiMO3GJ9XjvuONJ2wN1kD7nRbpRkwPdUbB
TFQAET+qJ/1h5sQ+ASXnwwlz/xyIuYR6BJWwD/2crqQqC+yU2H+Xx1km1PhTQLbZIGZPc4vk0Oe3
/Q5r+6RaXtEf846Og2cV6wEluDdVbouyDAbuJ/61bvTj/CqGUOMPiX6YBw9ivvJpPtVb9bUNk6jY
9d6ySQIWOJcskLx+O590NwuArT7j544I70/ln3FXH1R/RFzSDrpGGn6wsCRjt+OesUB3djOzoM/2
Sw+vz32h4zpc/TRxCsRXb9ZwGGtof3mSdVZw5ChUt/Bu6HiSHtfYuJdPuPzkDYr8yaN8Qn9NftG+
JMTIfAuc2EpI/LosLvowKIgQY8yTdjFd062oQgx/2SG/9XWC89ZV/eULLDHZIdJj+Q7eMjTocb3Z
44h9Z5PmEw96DTXhsjFf0ktXEfZQPaAUkjb1OW+wQYdyPTWdD+c0SlRXoP5O8PXufUDQQispQ4FB
xFfllfvmyF4Am2zsg9g4oXnhnwnO53HT7vIH4++8UffZOxj9CLvWCaAwfpemDX/UNLSVXV2ghCa9
sjW0dasu5i4fzl28tbvD6LiSn1WbfAjnCQJVZ9GfmL5PdJ+1vjBdSXNrxWc2gg7Cg5tLgdMFjuZK
IlxYAFF/kOKAYug1Nd8AWJsdArdbdNTgWC0ke3ZKsjILJGJ6c3+qxV5Vw1n46nxR9X3WUTgXd7jv
cieJfd5DCAM0OmPvsCcQW+OOWHdw3f+xZ9GpAAlpHQsDZ/mmsWILCL7GU79cFgxJHiWYtm+HQplI
PEy61/TG/H+OEdDSxuA8JlpW0fLb5jSvzJmPo5RdoD5t0p7ZiJhts6nk7GO2pXsuU9+GYz9qCIA7
yDmgowT65qod9TMkObzWYGBgZxfexbULG8l3Q4UtvQbxehAY/8oKAuaMKintK8y8gHGRTiXNyxJH
KuS5aF9g+AWnlenMUgCOHnx6HNH7TtL9/XfqdPsa8OSBBq3oOhTYQN69ATmbSci85wW71ItTobUj
sExNs3dR7NBlVEX074/75vT/97msnwf+OHqSKw0CM4g/n0tWO8VSdzm72GwZt3kz7yYe237WpR0m
epe/jYmKauYa82Z7QaMltS0f0HBJKz1vt0OLmhH30xKJ63EIUQQBWK+2dnACunPGfY9c/rhSzN1h
qh6cNwzZoza5eTJdITUY39eWq/om8HkKyQeSP0hHPTCucWBvCq86o1+aXpNN9ak9I9SjKcre8oxK
BfBa0jLf5Ce98jEFC7gmBwFCHAoALsyXmJ9lLlISI3ZVQD8Kw/l/FfpBH0LnUvBtomzLmBownML8
cE55SyC8rWFaG4I4i2fYA2bHIyiLixZJhI/WpzMiv3abYl+qAG/PUnwZke5zjzUeMAEkIvMW/6lJ
hL1X3nxuCjS5CDQKECWAZAwaIBLKkC4hl8N59Nwj+oFjZVFMm6TcbZEEYrB6vPOIv0kvt48YPHG0
db6n/fWbGJCZigX4NZevS93uwBzMXM2aDJqnOChraVIJdu2fAZ7npM6QXRXyUVfiLw6zlghNkdO/
l+YtZmdCLxg6+KutD6b3MCf4c2WiFE5NbNnyqkIqD12c/Kjr4xDE7C+UzpG1Ps5DFfJxcu5woW5x
4O/PxZQdghM01jEn+/NzSw32HGbHyuvgSH6vgNRVT3whzIQvucpUgFnmPaP1X5set7rK1qBgQofj
m1v6o4OlK32naE1x5RUfvNbazpoZo8hDNs+LzP/3c/0fH7ZuJIgfQIYAwjI3aALm+w1WGwaeK29e
WFoiwdbsz0oRj3PO7mWmt8kZ/nqACKA2IB1cj5WbTFCDSwnA7WS8xksGyK3skGuraNn8+5a+D4uf
CxdT58DR0RpaRwNuqd0cxO5OaczhCmlMgFnVQqaHlJPRJPKC7Y+kj9ooello5ycDMsayB/E3A4TW
8lGwqCq3PL1IzrGetrXh8TioHIMauZ8bnlqA8u6JyYXds9Y+1J2bQ2CxCybJdfSwy9ye+Ua87RWY
GESls010b9a9dgmd2HMMtKhd5QvlJLrWEP5F5gi7LfZQPChP1gStW09jtD4g98L386dsIHJFmtRT
Ggr5BHWgMHOv0DLMD5iq6RlmAA7cgm7lWsTDwciWKJQW28aHjTUEJPi2L0I5DrIxGPZlcM+o7BaF
wqtc+XIQf0N4sMHU+7kvdFkq4GIji6ucLXCpHY7o8ZHFUSc69O2LMKojhqTvRaQ14vx8sRDZQZ8Z
y2hdrLeKvKWVQicYVtZXDPlylIGTCwPo1AO1HdyuodNdzMAAEhqmsJT6xGuq+l57+fdtrzP5Gija
GBnQre9j6T90JzlZ4GNlTOU1l/SnnBWMtnoaU96UjddzVXV59QXnlfzOnf/epQjB4GOu9iogX996
rHQCAppsqNvrDJWSTW8HErh4RmrQQkmk4N/b5xf7E5gicoDVbQCe0at8x89XK/WyiMe2woeN9rWB
rTzkhThaAl/peKqkEtI5sBCmi4MWUl5XdxLB//HpYJ6uU79gAaJ0tW9A1ArnfVrCrusqlbKDnsXi
QgdtrwmjcQ3G9vNubDhHEzB5Qmfu5d+3/vsxQyEDJvDQq8BABELvzztXdVYng122167otpBPWmda
HMQLYZLJ6e7GqV+rGZ8GWAyDziur/xbIdqDqBoqf0V1BrehDAFljH03SkhChmk/aKienlvWMBnNm
31lOv7igoIDjLvGKAeSClaKpP280xd1YUo0OWAHZeDVr5YcUfOhSXEUvbcsWMh2Dipb01FsScXAg
UDBEbU9nkekkoGDWuez3i+xbo25eO/TZ//0afqXnuDwML2o47dHYh+LqzWHP61wCGTeRL3MDe69k
mr/Soel8s6o7ombo7iMZsEBdRyvTySZE5h5FdJM+90xFs0svdL+3ReUVJtK9WrtgilR4bQHGW83v
XOqvFQO6KmaHMLOMjYlM/eZKB6hYm1Np1lenBn976dAxcepGweRq9hcmIfdMf38doCsnG3onWKAK
xqRvvYecTnRKmVjVFbLpGijl4K3kscjv7EHjV5zFBBgoNMBt0AgAE/cmuI8GDLo7NWfXBmQ1RgpH
fdWU6dKlS5Q2rNqZOthqybygCaw39dY0cB2OlGv7SZjHWE6cUxU7kEdZQO+ZLGMzwHHmUMOccZtB
v4yYy4tuF2jtttw8wrAOvKFFwNZP/WuDyCul8buTpFKEywBaClBYzaeD0xhAu2GmQCHkDbaBjESl
16WNlMXVxSmgeab1eAHLoge1JXdnAXQ07u3hvFhejlniC2gFM1TETlYD48me3UlPf1dOeGSgIWI+
BscTDqcbBnnH4AUhupxfl77gFE7MGh3kpnKtXKmovADyY7yPN0JkJwTzBwz/jKSXnU+5l/eY4Pa0
SR+eoXNKlxY4QKs6rQ8FOP1OavQ9UvrjBF0vE5e4amqutik3G79Ry0Q4dsmuxiixQBsH7aj0leRB
Bk2FwgeWk4grsAlqlEQVgFMN3UW5xd5PRSO5taZkrtQNYANCrG3JFhYtkIwpLAhCZLoIoC7d7XQp
2faxoob/Dgq/Tl4sRMwDOOvhi9GAW01CTZStlBrjsPK6nEDD0tihw0YSGQR22xkrktswdPq/fybC
JGRroI8PKulN8j+qBni69tBeVN7/XfLus0jz5zzOosKOcRSi+yXJ9xzZlVsdhdUVDrogWEbIdCCI
fnsuQD63VU0YN1xK5mrl3tSvlgOJ4umpLGHIJUiivBjFHtNIfbMpTDB3wNBkBE8FlWoCya3GYwyq
u5jqmQsqYzKD2Z2roV7rZrAL4oUkCwgZ6rvVgwT8bkL5qdK2LWA/TACpw3GASlSuh7yEVeJFnQ4D
OD51Fsbzqc9da/bKDBUnyqGnLm/oUD8WyvvYeB2aeMKI4GHppF8g/+Yp8EEziIGrF/qjWYX2c2m6
Y/miadsR4zarTB3tTobtiRn9MNB+0Cw1PVPQ79nQ6UuqL5CaJUXjllOUWXvdPFrtYwwUz3zWc92z
syPGJUl7gSr1UPl1Ai1s4LGHuXZnm0iviL1oezEjii3fWsmm+Ku8rMSIBQ510CEDpb5zqv4+CxyU
oRjjhgGSikztJmrm8gwnSxMCi52mgT8xAeKM2SEBubYah+zO0vz/mnQ/tzI+DjvBwZngrP/58wxn
RlHIrNHHi9D9UT1XJomXY9fh5ckNNTrPyAEXGC+W/cep9/BmBTXvmvYvqdh02qumfyr65zQC6KpP
Sf2ZS/s0hhiap2fPi4AkGTpu21hGJ+ZRsR/nWUAz7DmBqGQvHALFNp+hWSZx2sfoa4BaMYA5MmZR
LC5juq/UILFfhAOiVP2hdi3EKoBi4A11glEFk7x9U2M9PzvxZk5bAvFv1GYG3DiBrgNPmbo+GlLJ
00Zo/dIRNDp9FABQRkBzgJczGIEOIEmgo+ZUmGrgkK+cgUzKcI5FF1AUCZG0T8X4YFJNSuXkvEwo
qVpMf0mg85fADJKXpiqCAZc+A9Vu8V0Vg0xjDEdN8wncGCIzqCp3OFMytLmHV+MNAwQjEPmW8KcB
lKWcqva5rS88+9DRQs5UB6hAZKc5cZIHJzmz9rUyLzJ4Myk8bYljbhuIRS8YKwLdreCXGBejO5FT
BaJ+BYkKZObJzTVwKLBiRQCfPxvsdODRTWSrZHmqcPLROCWOQ4G2oJsmHtUv5TqlLvrgig6KV7ZT
Ma+gUwsXnHqiPktn9AaHd207FRQoPQuqkuqtB6tJ4FGwreqA2oDDproV+Hw4KmU3s99H9UlyvCrx
0BEqUneAKVPmJRrF4LwpAouHULJ2UCHHGwYy4/jmdAAmI9WKmtnnrT+uM3lzC1rIjn9/eZqPmI7H
E8bXp2c5ndGVexXV64RuLri4Y+paT+PHAslw5gk7wIgh2rSt+uBkG6h3lTAx7l8SO4JZqjX8WbAy
bYyw2Eg61o61SL0McQzrBL1RJ6iEp9muPW3BikcoxK9y2LXSNQM/KotQmU0wkslBH9gVwuP1wQRd
pOzes7WrPJGsi0rlrOPipfpjUM5Dfo2nK0fLsYPk6LS128jEuV5lj2W6L+ODpgRqEqTFRk+CmO8y
seH5phFrka8tITiS5XJUyq2puKXuF8ZlHp8xzqcNjyL3i0hUx9kOJt2v2UObYUDwooiTQPs/foYm
KlmmyHA8x96Bzl4YoVqGDhqlIENtTLQl7439f+s43QQSC1w4VHpQJETS9yuHreCC1c/DZUEbkIFh
mvOeWGU/+7MiXznPx2hpzPGo941OuiKB9h3E62NozwSpDCylESrQ4WxaJVvBm2syJMHWoPXUMguw
GYoYjRQinOHB5uVDH69dXLXycksGB2Klg5WgbPVFOgXNlACHGWrZHzocU7kjZ9RIn51eU0htFQ04
s9AyQTJiNj1luQnW51IF2QCC1r/P/d9FKDIjzB2u1SAk1qHa8jO2SrXRcSWV8qsay+PJTAe30UpX
1eOBLIOCw3jASIudvE+i64gsJ/ekz5U1D/vxTnAB65TgOgG51uBrhv4fnMEQUJpfDCO/ooTTdwk8
JWRt9ute/2IdCIR9LwRGfAARt/M0Ulgkf2B0HJ2nGgv9389iffu/rgT+GiqaQKuH+01iOy556uR8
KK5LLr8mxoKze0bdVSHhDUz1AGWPe27x32nVr480oaUNIr+BIvCmDC8LDc4eqg4AtIMTsl2VI+0z
669WO/ap0BOMTwg1MtuyACu2i71Yb4+wSX7QcBhuGnsGr88sHhNI7mB8cG6RApUD7duMOOqnNeHQ
wgz0dOcpfXO7fl4zZg3g9QKbB/RP5NvEmi0xy2bWZCDDYX0MSpkGwySrdIzF4Coj6736/7F3Xs1x
I2ua/isd53rBhUm4i73YQll6L3ODoCQK3nv8+nmSkk6zijqs0cZOxEzEie5mSC2KKACZX37mNWk/
L/SAoskCs4sIXXDdArQIGDp2edqvReBqm0lVu43eiYVZNYWXIOe7DvzGWpt54W4cWzJhshhIRtM2
m0Yrre1UgL1C9+brlNvN+aRlm2HS/1DVjhchBRsJEhggQOY4VFVspnL0CzEndzrUisXgNPcTNjTv
r7MXCaTDJ/j6Igdv3Q/MRNcTHzhNozLuwNFuHWl1CZqGL8KB92djZW1ZKQ3Z1IpWVuN+rLqrfEzL
dWyjgY4qraehGTw6sISGHuAXsydPBdCwnJFIJInlZBhhMGXIQoHgd7alCCAnlIq9dpe8XWP9/i39
ZhfLlrpOLwvHBDDkB7u4jLALN8NZubVa4E2IsM2rSu1pETjBsAtLihZpItEF5+Yom7xBUEOudSxg
WoNzZIEeSiPJd8j8wgIyKQcZb0TRWlf4eJYWym1XpRuzNfoNdqnRSpnFrjB1qAo6Jkgz2DyRILml
TcaVG7UkCbAlVoFJEmZmzFti+xic8bcfDF8AEIRsdwOpiv1Ql5dDHqd1rdxW7jR7bTDcGnO1Iz9I
l8Q2KMB5+6nv/OXo8w6zUDlT6SZ49gRWqseHBEfO8K7Ixo/vv7vfBCFqeaIebw/XYCTd9z9W3SG9
MgVlcJf6Tn45U89aRrfxU2c4m3N/Z/luvSwTJ/BGMaqe4Ls8qymtM9PUVrFyNhbnBrNSoSKdHjRt
Rq5gfc/dcFpXU67iE1T8WGx/pK7yLzVT9nRW3tVg+W+orkIl/OrdvVFXuXtCsOSv7XP6nD/9r7/+
b/P1OW/QZ/kLpZW/7uuoaZ/yv749/eV1efj0Wnnl5cf+UF5RxAmSekzAKKcAKmF5wHn8Q3pFQWAF
GRXKf3omSPy9qLL81F5R7BNLILmOwgo0LzSvLPKEn+IrilBPMGowKQhNRiWs6j/QXjnIR0A0OSa2
m/T8SEkkI+UgNs5jNkZZEZ6quKun68ZGLDpd5rBK822da332wHyvLL4EiRihkoaKUZP6ax1pVqzb
IWj9Vw/4+kdQfs0uOwhszHxgF7IvuGmoKrKbtL85cAaaEseFZZqi3gqGp+rI3fu4zGrDs4ypiL4q
feMgAVKYWQ9ooZlNt9mOzWwoNMJwps+V1WjNOjVr7R7Drhw0UCzGFi7lN0aKUnQJe8qDTxe4WeqS
gHaLgpEMmPky6yqS/9YOceki0VUA2iBaD0fVl3AUgo6ZOtV1nKeju0aMVAKigsBRj2BqDnqEgBSk
vgG4NLraquwQyKTvVVKnM//M0Qc7rXMzLabVrHZiPFfwpWKEXGHnhaNBbekzhWyHhX31SPQT/S7R
3Mh2PK2PfcvxjEGZZrCWLsaUYGanJr7PtNT+QEaajv0yqeMIVHbdmx0II1+bMNF8eff/BXHmvsj4
91C+aS8U/cuA9d8xDEkh/f/9axe/CUP3RfKcPnV7EUb+jZ8RhmnWCdpq5AG4HOomo5e/I4ytnyDD
bwJrAND/Eit+qTspzgl7zKD3KAXIkUGSO/9XhHFPGEUSmCgRGEOpgHV+fbifW/iH+Nbv5Z1eevp/
p1/4czASIsVn9obBCCALcbA4oTNMs1Wqd7p2Y1RXebD013F+M+lnhX42BDtDvS2Dc2hTCx/qv3VZ
ZqsmXs+nwl3UH9zEm6FCuaddvinK04AF7Y+L4DvoViBu97QGiiXZWR9f2+MlNNQuXQbiKgu9Ef1g
S/Kw3WETTKvROK+QOoMFaM2IFMbUGgt2a+w/hPUnNfKy0qs2kKra3rlXrHLZwqDU4lMzv46iz4r2
ycqvRhUJabyWr1L9KodjqAJ1d6wLLXkMBD0wpIsmsZ0AMQZ3/biAE72orprqlCD+Z0Hy5xPllOGV
M6p5Y9c5qHpbOGGm3jWR+dHsg2iJ0LV9hlfzZ3vsGF+4DFWV9fAB9TfzwjYwrY8HIEWvVuHvYrV8
cfsvVk6rGWaCmOL0OhS+zvPGKY1GzHdJqD9qnebcmoEandHzNaP4I8aNT1YpHjJ1VOhq1RtdlVb2
RjrdYWm0pNp9eP/z7PfxeSqUkCwvaaUuP484KK2LwtGDyXCGu1qv1XVXRu66mcXH1pg2WWydSieJ
HYC9n9JX/wVh639ceiS1Q96LS7kU4f2hYyfF6niCr6KSccLUCr0zyhOI4lKf8FfeYxNfaBqAASX2
MCziRf7KezTzRH43gYzEnXNNKkn+ikq6OEGsUuoaOb8i1h+EpQMsO3GSSsVk5RIGsXfAsXU/LNl4
O5hhNJoPo1O456Itmp0bZ8oyj+FFmxx5Wz1R83sRYS+9KBJE20SujzuMJ2qPWguTkRaHDxzm63n1
6jH+ZmPJhfp6X5GHUecbqHtQV6G0dpCTZWOpBkGktA++GtbMGpkwVFalXQM8Sta1ItL1+9c73Mcv
15OHh4aUMA/moJgMe/Bu8xT0D0GD/1c6lPCD40Y7Fi7kjzm8LRBaZE3o/EHnP3jgoV8mmp+H/UNp
QwLJFbeA2hQ6ClI97nCL6xQCP7HTnme6ZSxbu+k9paq76/fvVT67vQ+B5BeudyDEQPHTcDjI4KIk
Fo3vOsWjYirTttF15eNUwW10sL36gHt4C24y6671qlBhGQJjf//yB/k2D5fROs0uTld5KNOF2l91
ijCbWSvkyK2FYu4XQP07fXSuDbXVLgvT7pedGetnRtWMl/EoPnbkXUdexJvXjRIkdafU3odTCBRw
/yPkbaLMTRq0j7Wu+7Bh6LG2tW0duYq8kf0HzVXYv7QFsHl9I04zjvFQaeHYPlaWUe/0KIE/FOKT
VsdKeORSB3hS+VBxR0OKgl0MLQW49/4dzWU/aBj/TI+T1iDGMqXqZkyc8EallDjtdXzcF0UZQhJp
lY/WAMs4BcW1jZQ8+uAHvp55GKceM0Pa727++EwcRppNuUCnxjzobgq6ynHW1cOjZSifO5BJTLbz
bTyaN8hPLsKoPAb6efvAqeAAsdFIIz7C4tx/CLqD+ZhVptNjMcYgCdG3WAYI5iJOGNlHVvGbS1ED
UTFSDCE8znl7sILaypwaCo3+Me3gOmcRdPYZzW8owY1+BFdweKhzSPBSyW65HqnsISwuL6u4DP2h
e+yUPFuPtquc+p1Ve35tmrfFZKkrza5tPNeyY+ojv7tJOnMkNhJYChRx/3nGbReWIqnHx4zZxlZr
OwWZnyJdC3M6ZpbzJuBzkwAPUGigvJSKU/uXGnHLidxZHx994Z/bTfIRT8l0MdoRCqiN8eX9EPRm
YcoClnKAfcJRy0Pdv5hd6nba91hVJmMJdZ68KveS2G625ZSV53OkZGddDkvij6+qmUwUQLFwhlMS
7F+1nueEPnKoPs5J5n9JBoR8cJzeGJGubJWuMZj/K8b3968pH9teCCLBoKkMlh8PIvrnBzuCTyH6
3q3Uxz5A98EdfGoJfsD2j6/yIkousOsBS/mivPGq9s77geZP68+PVhO6q9Bs2oVjjP6RM/plMHRw
Mzw3k2JMwmPJXPYfoI/gfV+avfUYl85FBgOyDCD8tiVa+Ogq1CvNQHrRXLjxNkwfRzwUYnVCZnZC
G4H0YXx8/6Z/szlkpkD7WYohkcPtf5rKCEv8ODLr0YEj0EDCmItxqaPk/f5lfnvXEmtNw0WaTx+C
5KfERgOQ4fwjmj/gtQaUT8+iC+duECsDJNZC31VfEWEMvsFy8o8h9H93k68vfrBTcIhJ3axurMfc
vRDduW1fBuERWuHbS9Dbo46jckFWCh7O/nPs8T9XUyVuPxijmm7SGe+qLLH7RZyayR+vU05iNj55
JUwZfrV/KWXIhAiTzn2sBmtYJTrtNRhH5ZF4/SIvuL9O9Re7JbkyyODFwbmHb3UdMX10Hx2nLxL4
KkX7HOBT6Xt+DKJi6RfgNhZWMVdoxKTZpmzb8HuVp4AHAm2UnteVEJ/ULsMfVPOtMFkCh8q/ZWaO
dG7eapCDfBFWdMedJGo3oZnaPgTzJEVpzminM1FW/TW4WogzDnwm8L4CSnynFOo2iCrWSiOkMqmB
suR3p6D3eSTQvQ063L9BkgkdncnmS9nxKhyYWlIxiRvsx7xJi1WJ1z2z0+aYsPqbNBZsDrGbOgGg
r0SM77/MHPuHWnca93HyiZ2Jr6Hp47eFrZ/qbsQEqBJTe94NSDbEfiI1WJs0+yOAKpsfqgUVGt1p
PgaQ2oMqZaap2IyREjyag+7uMNxtlrqaJFtlKPJVEoKIeD8WvH2w0uqU3B0jTXpab8p7MVeZVrfJ
o1oHydKekX+zMuhU71/l7YPlKrJlRkdMjo0ONqQ+av4Y603yGHJSg3UzSnON6S0iMENvXudBX58F
OVMaoxqBNQZBeSQg/Pb6siwFjSg9ra39F4uCrkhnLDMfXWFGl2Xbf1IquF1RQZJjZdhiDuOIzo5R
KB+rUDs2ID9ocMuXyu1DQ7CYl2GddijGMaaDo4ShFT+mMNcHpK85XuszG9cXOmhTeR+HAWo7E8AU
eJy5Z1Vzuq0mTRxZW79510BGaEzSzaHn/gIsebWJ8B0SZqnwFmASzpsxakFnd0Wzef9d//YqTJ41
chzYiS9qTq+uMsyBW1U2K6qoWnqO6Tielmp8TMjwt1ch3rqc2q5kmu2/0XTI8FRzkuTRaiETDkNY
QpC2myNx94WwuR93ZS6nORAtf4wo9i/T+T3+eb0aP05K4iBBXDQXilmj+hA0JrbR2fXMWFhfuJNw
PxRDFV6kmZs9YP+nfsWFFZU03x9XRo78rz323221Azw9DjZQO2XOp+9aougbMRozakxtPa3SKEF1
zUeywO81QHfvv5nf7AJuBlKKvBtZru/fjD4GTFD9Ln7MZmbKnc1ex9cLbJmiAc+adOEpfvElw1+0
7Kdj2NyDGdTLJoAMiLAiiSNv7bB0KzJ4qrjJoguT1uaKZweuUCm1Xa1CvUxKLd5Mxmhvh6pT15U5
mJdF70+3o69G6yDxw/+HvYBknJxjMxkTh8/CovPjDlkeP7qpau8aFXPkIRT5kb0gn+ib5UNu8HId
WmwHuXLv2mPd9nP0ODtD4vnJiByrG2S7KMvm3VyY45Hr/eYhSxF4HjHMKUZhh2kzM/ua5Vo3j+7Q
fyptVE6KUDcXg2ZNu3k0rI9a23/sBfqDfTHEO61TUetQ++bMqItk9f5ye9OVkWggMjDSTEdC7WXX
8fX8LIwyoGlT3tLJ17UKjam2OaVQylaB24QbVn3zgQeXr61AAAItQ0kRqtQji/5NR1J+Cs5yZrJ0
Z6h3D1Z9pfCeE8NuZcvAYZJRtR9IT4PdoAJBHFRoxlkOKQtf53w9mUn6pe2M6d5X9OfcxX1jam8n
s3aPNMxsmbC9WhmcBbK/wnRRyhaSbxwmdMXg5KDS+482p/150JXxR6tpADv78GpRJbMddDCbGvrI
ApiyeRE4afXRqibRImA+o4c2pUZ6WeWd/znUWqncZqfmhWWHRrPoB7h1aJylFgyLoNfuMzECr1am
sLhqrTkFVQ5W7yPa7d24mNshv68w+kJD3TDT62ZotBvabaAnIxg793pTGiNs6QrZwLoIqs9BlIZf
UQMU92lWxMhYzA0w3pEyDRBuOYNF1E2/uu0HJf+cZ7X2ODkumt5mVyCEJAyfMS6Y4vBJV9sZxHOY
uGfFaOUXMNiCr31m5JxKSHF9MWZ8JQotNL7BakLvIU4y/YvR41bt6daIB7wbVDdiVtHoLbHgBvpS
qiSzM2sJaUsj/Fq6dobQ0EBybpidRDq6bn2vNAXo4ywu3Rmw4owaZhGW8Sc1z/wfpcG/RxiMJNhE
74wwuv4p7fZnGPyFf05W3RM5UQUpKOEIL4OKn7Y5tnWi4sXKnmC+QR+V/PvXCMMEusEIHu9C2lUc
YLI79muEoakneObIPEDnr5FB/slgFaTH3s4kaUFlksgpxXgoHsVBEdDYomzN0myB/gJqzqAInI0G
4GIz68Q26hpnlzdjtrGCurjWe6M8FaVfrtPJmq8bY+zPuiRJId3nmyCAEugUVXLuum11r2ljfm7n
5HwW3i1bUTfzWaTNKgqAZuOjf44KLa4k9ZEUZv92ZIlPvovYL41x2vOcC/tBWBW1iR+IIe5M0InL
IMudVew4X7E3UXavXvL1j+D1GmUiuxN/h7SfV5JICYYAdNwOyW5d1rjxUHbmnZ5BvQ7D0eHIQU4v
N8sMQH1oXZRdSRxyU20+EuR/c5NckbpJGssxuj1onIROWYxOpvp3ZoR+PcrjwVnqC4C4pjWt3r/L
N5dikeG2gtorFpsslYPnGbNuerfPqntlsNp1OFlPmRWqOIJp5pE3Z8iqaO+BMqvCKoplCIAHUPHB
yQVqyAoya6ruE1tdZ0Gzo2+8dub2PK/UVTVma1ykFqaxyzGi78UHIvSNVuhejOKF/4RsJr01r1aa
bTi0p1N2rdZQBHqxywTtkPTO7MKHERdbI5OSZ80ZsiVndQ/INUS9stO1Iyee/LD7NwNcwZCJJyBp
CrGDhN0Zp9gK9TS515IBgT8VuOzo5/oim9rCi4RyrMn1ZjXCiJZS5zSAmJawMvbXfTmgJhnTprgH
3GNtZn+E1K+MSCFlfr4rx8G9SRQb5GR9dIXslybsA64sZ6DsPFCcNNn3r2zH8QjtlqOzs2kJBWWO
wpPuZ0d22yEOk8tQxSFWzsANmp1qy4/xqs7SSo2BP7Ie952vIaWhhMlWMIPaJJmNLp2TLmHDNQs/
gOIQ1CBHGz+0FrVoMCbJaorgLjdWygR4uXp6f4e8efJITmIODpKCDiYK6gcBtByrtCtiP3iI/KDw
/LTtrmwN8p1fwsXRILateg3BBhvY1vsXPqjWePKyILTI9viPaY2E8+w9Ejws1dAy64dWQP6BcMSM
CrmFIb+pmulDbfT3cTpNnh24qsyfvrQ4ZA0GQpCZ8JEj7K7DgfQJpOpTgbNz0unPgWa0C3q1X7AZ
BdRM1VxSsyPx+P4nP0iV+eQSq+iwYmlwMZw5hJopQOVFQE/2oTL1C3+2NkNaLgvHvWxc/GBy4Zlt
vogU8UH7qSH07yzlH4TNV2/hDQDsAw5/UfMCO113bZezyl+BLuTf/WfCYgGRkB1lKKW8nL99/hQa
JRIlJoEYMo/4laxoxonMa5gHg/iSklyEgH8mK+JEkvilUzN9KHCe2p9kKwdRgKqaasCmlrDo4dHZ
OSz4gsHuokhT24e4i0nDayNLL8c8slXPpHm4kaIFi3gMgmQ1T3r/BeAnVhyO2sC1MKzkwa/a6jId
jewW6OG8aagfj5yXMs7+HfdfPiA4OFgWIHIZ5RwqhQ2g+9WanvFDFaOThvjPKWJ9DkSKrBJHQuJ+
4P15KcYnTDZo/vO+9rd/29sDrIS5fZiUCc3aoQ5WgRrGR1SD3ySI8vQHdSdnX2zXN44VA+QqpYYA
9UgJ3W00C5ZVhtTGCLjBg1BdwfPvStjirc9hl07O5VwpF0mdntWhj/6gFuTU3cm8wmPEvMscnrii
uckynqZkbfu3iQ1FPwGcu40DxtllE/ob2NwmzjyueqxfIEvw/bcDhp/MmmipSp2Ug0c2kRnWU9aE
j7athN9szoRrWmmNR5JFXR6VLvxG7XQUmCV0AnP2Pp29YErUZdaa6AGgK5o2WY0Sxb0p+njVJ0H0
46X+Oz4Rn9z34tPdU1YcxCS+/58xSTsBjOCSaMsBNwTmV0Aw/QQjGdVGGUXmIvtxCQN1UlewE2Dd
yR724hIhRMJTadJxgOKg8Ac4sJeB1N7CIu1ijsLsnQ9BSXaQkQdVp2SZM2vY9ETwQGq0I5AB8efy
Wxn56AC3prlQAi0YPWqGtPAcbfahD2PaKc1n1GrAVKzM0Ti1XSSchyGbF01qWdeCmh0nN9VoEi9I
Jt1exvpU3MWz8rnuGwRDc30ovqh0VCfp/cCICFUL5ZZ5zxzKEVefLfS0n8pVp5rht8wqHbpjOQBv
fJVq5KqzNi2vI4MUuWqHvvIGvR+7VRlVlfIJPQP3KhoDOg4ZbeFdkvYAfIIc+d9qGucjCfObaEZX
EjkVmnnMgdAzO0hmat5sRJ9Wu0/VyMdipKu9LBP98tWauv7xRl4XbW/CM1fRoBwzO5Q0+Jca5FUW
mdakZ1UZ0SPKRbPKw6Jej0bTrRX0bFZGnx0zUvvNwuBWqESlwQ5tJMnceJ2jdXqWY+xuTveWWk5M
fYr+02g4irEefLeyFiXQrHSha7G7qQjeLAbNHrJFY5SIF4wFA+qy9WNM/3LxNcvV9tlXCxenTlTs
bK+1ByQxgqkQdyLCN9XTSzE9dPZkomtiwHNYRSUsxHwa6mbFLBT1Ag7opFjOszZZi6Qb5tYLSzu3
FojSxFeN1iBqLYxyQuUaAzzFRfdkaYkS3Vffrm6t0B8/o21no1LYdMaTGVn1d5ElMTm2gAG7ECBC
siO17ps3JoEKaH0KjVmofIr7D3BAK63tRmu8b4P8uz8XZ4HCs5l1d4u2SrR+WR7/jr7/YDpF9oUQ
GsZLlImoFL4bjR/yqH3+9tdd+9Q+N39dRKR6f111bTpFefA7n+jf/vifwds2T6iD8RyQ3WgZhXmF
v4yjrROLrJGqiTj8g1z3M6nUHZlTUjhbtLmIrRLj+CunVE+gK9LmpsCW1CPayvafBO+DljkCSbSM
pGs12xQaAZ37/SWmd7DG+8gKPlU9wjJ9HZq3WhNflnSslKp6HuASFPN850/jtEkcwWLPVq1T1QvI
tMOqzo1v7wep/Szl5+dBBQeYp5xSS2jz65gx1CgHTVMffMqSslorgYWLkfySoK2/VBK8T7NO/fD+
NQ9KMkkSk6JxwHBon2HEethAaAw9VyYlMu4nSzkztXqVZUP9GExhtWjrMF3V1Si8vAJqWuUhMKVj
TtMsv1epmaDJyTlMWKaMMWX6fPASsjDveKSjczub08LFBCqsoJQLXFAtZcf5T/4VGZeQh+fd+3f+
9sIEGGAWNGvA6PHP/tOumyAEcGwYt7qloP9vI2w4QOBbGH5/5zbDuhHWnamV26oQn96/MvrBezfN
CuYFQzjgPYPnlRzT/WvHvTCZGYTZTbJIFkhOLy4uPu92mWd7wQYsxrl56a7My3brLK2dtYtwN6nP
cDi5VFa4ly1dz11husP/l99Xbuttvm0X1/W25ZfuSt/p1+0CNze+8Wvvfb22lkjlf6rP3JVY2vxx
/GX4NGHQSpmPKSlDl1250i7ny+DcfRhvUNOLF9O1vusXiofigtcv7FW9+nrND/36teWXo9cteU5e
tLwxl52Hr8MagI4HhmZlLNAaX9VLdaNuipW66df1Ovse75AhXA6eu3W35jLeFFtQ8chNz9/US23H
9PNqvFLO8Bhe2ef6hbJVN0js42uBTi8/jdnpy893VuZOWRsLdztfi0tjJ39St/C979uzYoGVjmcv
5cdwl9W2Omu2qXeXLZi8eJhvbtDF3eGxsnHvm+2wOOZM/QL8fpUG/nifCP66zH0BDR4OQCNklv3K
VNKb9fLqHv/es8orNsFN/yVC/KddhA7yayskfTF53QYrdFpX2gIxzfW8jVbFhm9dcZSunzeXpxPM
n9q7mxbDNliSKS74H6t4lSzJ87yUR57L/y4mzRsWNyGKxgt8+/IH9xrHgIjfL4etsgzWuSf/7nb7
/sJ9GQoc3CcW7TYyV0hA/UisX0eoUmQDGaGRAUN2A2SNBud07KsYyZh8M0SoMRdTLH2pHHpObXX+
4wuq9mGXhbuX3zXT8AkgTLOpsqhFPoPhZJRPvaeNJUa6fQFkwNIqdedrg1frY3H68kVD6CrUkXSw
O3YoExdafDahgW0kkDUdrvw8Vk99Nt6pGzQ/v+SFHAz6gb38+/+9fB/61c6RJrasaV6FsZcdDfFU
1imAQWDqHqQr/pyP8YTzzQ2TllNFKOciD2/jNjx3smelbe8031zaUXJpKNqFbs6Qr5y15JMH7mqm
V6njw6V+C0Lcy8Vwb8f5U1G4N5Ud4ZzinnVZ+6GDX+Y3YBjzL5EYPsHd3hYo7ZhTjdR7d+kW1ibS
HqkvHNCc7jXqupuqHNHbn8ONZSCM0qEP3yZrfChXg/BXRXjFqAQ/iHLlowdb2OibW/02xfkEDPBS
iPYsNqMrI0U7u0pvwRreDdi5DhhSv7+oDk6gl0cHVAKe3wuOBpmK/WCYxU7n6nomEfccNW0MghFc
DwCi7ypEjjNwepp5DYxzDbCjP3Lx/SaufGO8ME5AadnkchgcnD4OXl3T2Gr+Cq3h0avcIfLieSgX
ojaQzG7a9rYUFAgN0ML37/pgvcisjLMPH3lSMwqTw/TWHGqnGRGKuYob/TnJXOyz+wrxugAvmKAx
F3FrmAjXMul1YdNs3r/4GyVLoOkuHpxABahbyQ0Piq5SdNiud6Z6X2kJgv4iuI0zJznTOvSXVF9J
12A9cO81i4uiLHbRHHUXiYn7npadhWBNEH/Ln4SY82XQzik20OXXMi6b+8yuj7Wh9p8TXcWXT0q7
GGAdpOkXeY5XhVvuAFlJyR/uOy36BOAebVkVW+TIsM/g23/qEhPNF7RG0jk9xpR8IWT/He1oVjPC
gehC9wHYK81+UtHX0U4bstrR2664SfNumQ6Dvyr7ebeGKV4inFCjztzpAYOmZMYhOwohM9gIfudp
R70nlbuqzj23CyJ+HbZnvdA+OlM+3LSDXm/qGvOEl99aBT7YpsB2JJ9QsWhVKrmA7qZhqldOJeIb
uy39B9FeztkwncfBqWuH/R2AgZoSDgPuWEzqMhzN2GuGvD+dwQQvkbBub+3Av1St3lzCa3x4WT9/
VC79J2jU/9Moi2j70k4CHCaHntAcKG5e7as3nXX8uMryuW4Rddg1KboOrzvrv/1Zv7paqnuCfrqU
K/gpw/CrMFKAyJxQKcnElJychgVl8c/KiPE/sEoyZXgCUgFExsmflRF/BM8EBpPs1tIURnTvD5pa
5L77h9nhYzhMZzguoy7qRLzr2O8iXtjac0ZHSQCLVrBT0qZLFOj0YTlV3jQ/VAFG5St0R2Jz5eBw
6J8CvQmRC6dTwcGSbO2vCZ0GPBKt26q6tvzL2d2gByHSrT1/wOYxtr9JQ8cc6ZSo/VqJG02c+8F9
7+9CRvm2hy+lZj5F4Z2TXCrdpV2eVvpZY10XzrmIr0F1JXw9U/yzObpqxo3jkCn5ZxoidHp0WSvg
gFBwmdtLW2wC+GNq8sXOtz5uB+4jJ1yhPCd1vsBIoZYAbyJxji9TepHF18gcWNq6989wlLTye+A9
ieHp1VKJt3q9C4cnva+QkeOE9Bsv7m6z6S407md1pyQftPlzn+zs8MJvtlm7s2gCDZuanzOsLXre
iN2455YG+jx9dDGoT7x2hCh6RalpRWthXoXuOUVmnJ415XYMT43hYuqvJ3XR+Ogqnc5Ae1GzxHeN
IZ0Bf11Z+MbWxllq/ogF6hb3GPlvsZ7Fh3C86ZL7cgD5FJ9luD2Yl7W4q5o7P72Iwy1eYXGyCh3y
MGk3lczLFoyidVorW6zgdbx9tLVebqrw6v9XEJFx6GtRTnWEkwlqAT/jktyAe79Z5S0CcDfdcz3d
Pjdd2v5a9PI7/7N/+HMadj+Vz//nH1+LLgeAevscUOm93s6yFv/XSKDNM6CtaK+LLf/Cj+0urBO6
C8ACES8HGE6f+NduR4tF1eRAlLHEi4gCf/JzswsDmRayE6YWwDZpCPDjfm52oZ3Q2gYfBFOCjikx
5E82Ox9lb7ODGaB5DnAAeIAcy6Iut3/KwTR0bVRJ6tXstFWySaeYJTXYpfUYmdAd1mHnq41XBb1h
rS1Rjw96nzpPfOJx5zsFDkc9OL0QR5BO4HSKekp3CuhJLtzEcD+afoc5RdtmaDE4kZuYG2AcA+qa
c99fjbrdVJQLOu0XgB/O5za1jI49qE5YNbmVf5E7boNS49CG0iy9UAoPhgt+jYk6jOdtqxn+wtE6
3QtslEauht6Pt1GvuuetlU6XAUTcJ2HG1Xd67NIMNlSf5nkCmQ/LJPlUuHlqEBvSAYe4NFQvI9QC
P7VVbz+4eTZEmxAQX4GtY+giDj0FOOf5g7CbxZBmM7VckDVPGM9o38I80zBsmqPsg97yqhfqFBhA
HNs5w4xU6yt/6YRNRphA7u2jGVrzWY6FibVTwIuStadXuqjxOu0Gtz7VQzqrm6zJlcs6NdHicos4
/hbGiQIbS4jptLZK5vpq39rWKhymJsWPFUCoZ+otLrWiVvp+Ce+qiRatnxtgERVImAQSw0CTLu9K
Bl7Yh5DYRUGPYUqnfxZNrsWLwkrrGw7IQEpXYuAYt+CLlmoiSKwqvXWu6sSwFHzrnHD2qqzBMIKB
maqvFEXUH4zCdL/Ae08QAjUSYIpNNmhPPZDr2gtCIKDLROJz+pAh6dZHkxYWTRkjtaHpeYtoYCUq
Z2Fn3XxtNfQUwTNOQ7l1YhE3i8BOkKtUhlzf0hsf9KWlDqnjFdQ6D1k+RBmA7tgOPBfX4mThtNpE
iWznkbLpRhcXYiEUuzqtmhK92NRUaS1VeVEh0lmgXO7Ruy71bVthbzsKFxVD2o9OvwrdsGWgE9XY
cblxrd85A1bE+diG9OpnB8T2SFkf6bkxoS3EGoN1PzX4fTb9w5jUc4/oaTzxzt0us07nMI87Lwbe
8pQGE5IhPtPus8rp/Ho1WU6RebrjSzUzy7SzlZmVeG6A2nQu7LmwEk8MtjMtdJRzUMZNFctZJHYz
z9u4mvxgIaLaNLeFgzY9arXICELbTbBinoQ2fs7b0f1UKrpSeaJ1Up5PIxoEjtyp59fpMK3VqXa/
1HPLT6o6dHTDqawvZiMH6RVpsbptsz7FCDEu2LaGNUoegBXibwHOaPqejOTldjeT7yK33YJfjZl6
7ELLjUzPVYkQi1mt6u8ayF7Di6FjJUsN/WqJzGZis0gNpUihGPjmBzsr8sQzxBgDmXdFxcMUon5s
8ij9noKz/Zw1bWUshrr0n9uyxL+ZHThcmr0+x8u0BIrvdU2RaR7oe7yKErdOaQ9FWvjBSVx98Aaj
sjTPHkM18OCNdZ2XRFowA9SLsUtB7SPGRUhzZhVcUY47SyIXj5ebcWOf5qKt9IVoQxF6RtLjWlgK
8NYc4sp8DeiLurEywyxbqk6bqegllR3Om44CKAq1F1vdWY0zxJuWDoHvlSkIgnUxF/qwnpSA0GSB
dTa2k5ugkA0Um3BoBKKm+Qq8BzlvUaIwM5eDUmPOTH289isaMGu1T8THwvwP6s6rOXLkTNe/CBtA
AkgAN+eiDKqKpptkG3LmBtEWJuE98Ov3AUdn1QVyWYe6O5IiNCHNdBbSfuY1NQbHrjvGX9228H4W
gd498XBalIL0uOkP9EARKCy6tv3sjZMkwU17JY9d2Yp8b05dg4+kljgDzrRGWHLz6Gbyg58zdqdY
ZvHo67Kx/h49C+9MPrx7iBwVRvus1PrhWBfdbB7CdDbaB6uO2CGaNtnyDlg3NQa7nZH+zuG5KX8Y
mqEEgtSkP7VEEi45lecnmcS6pgzvvcQcuYWrLjG2UeFkCl/r8phTcNvYAUlfPcesK2gF1s/2EJ21
k2Aj7ewQ0yy7mYv8NhmoGVRZcLJZexdjOLeY7kBv7r1wwlTHGDZG1n1QITqXnOOs7D9alf6jKeN7
3ab0aybGlaq7g9lRaw+CYRPJrD32atiZLoK5z3k4VA7TQ8y6ROs1hrzV1PaTpVs/pyb/NBIZWkNJ
iiy+GeFd31a3mZowJZ6OZhOdmjY5ldR6JsLoGdVkA6eoMZ72WRU91b2r7Vq7qo5OPXzu8sCIN0k8
Hk2JXXOeP9Cd5G6rbDwV3Ns8MsU2rey9jrm00/1wszjf9j0sRY/RUh0ruBp58iFwrzwzebQnM/Lb
VIcUmgCVQx5fQ/V2UKa1m1WKUet0Fc+lurIaU7tCu+IzWm3ZxraaHU6YxXFQR1FkHNWpPqkQRfQo
d491mPmp2z80gLR66V15FMkLNwm31vh97nUMOwZnOvHPPwZ1+NgkFvC83PqUqviqd6JrV5k3qp+w
EXJnj8t2OvTVSGyq88eWoXUfpeMPW0vyfdZHjbcdbKMH/gnXI8drMc84qXW71yzhIz3CGZ2vk1K/
SnPjejA0LDRzRHlt62MXDewarhwky06LVilyS271RDawyxL1q5AempfpsUvEUZ/cr2WzMFpnkuqJ
QsjXWbe2uiw/NoJKbQwqf3azWy4jLM/GLN5HY1LsoxmuS5RjklQAWmuNJZJJ2x9xIR7qKoOCwWnc
drO+c6inVEX1uRfJE/fpFlx4dNKgH/ULaqltCy6BGLtgq4J/6xP7fKqc4rqq0m8ijR5H7CJ+1IVh
fB7zyO9sjK6RCvTA4iDoqrnjbQO5Y5d4ETr3xXjfR/yZ9GTVvugqrKQ1TVjXSEn8cC0kZgunN24H
w5g27fhklTjMeYn8xXC7hNwqimu8qNve9nB/DYjRMuM2MehFR0F1cIk3dqLUfs7ogKOOuZ/TObgS
ZV1+aiyH2ETMdK4X54s7K8H9KTcfEh3N29TrcIEXEpF/vbf+6up+vplVuFMV/YK0QnAqn+6FNfhZ
gm54Lki/XNYQMOBdlpcUSj7UYR+egEF+yGd8U7T2VKe5x8zH3+c4up3xqZwh55tj+EGT9qmd5J3T
JlsijHiLGM4O3d5PwsZ2Oxpw/ZThPrIcPOYxRln84sINkoHkhFUrdlYRiE2rsmPb6RuhqdupDq+V
knfCyB5ymMKNg/seV2qoe3eCh8YmWVSGgXBYoI5exWbzKvTCdlg4bsz070hh9ls3X4gynuivbrzo
R16Ss6b38UQiW7Odi0/dZF7JgOW3+29Egdo2RnvVxCbbDOfhrgu/Au/bOgYtkBrrPu+nVrQ3EzZT
dByCWyhm13qb+FpKf86dAgpSvwbDxBPSMvZVpDAjjUb07jUudrSLMaSru6MR4iEO+GTXL0NhIvd3
4BV3FpIAxiEwMfqBtrkLlfT8flAfbYRhU0+SawbczGL+oaoJPzBlzzs6991mqolG9Ln9mTfoKiL/
s0tmRP6G3EIePPsw2M11Ptb5TqVcJ038lA3IEvFp2DsMCm1uu/pGbI2FYfFtFEuLX+oTyhIS5Nnf
lL6wDA9n3flp4i5qDEEVkRe0LcYfmi4a6DiunvuF6uoJT+VM/Y02N3aHiUzdxK8LXNbjptWxUi/k
MOAK0Gkw5GnebpqyizFOHJps28exlaORlFk/ajvJvhlWhvMtMPyg3EsnkDVeBFlG8R3da2KtPI/r
HTKwxtGWPaag3ih5Elu0OjcwJJrr0s0MLGLHxrwig+l+MbeqPwkZOPFOxgHa6WPpyvskzLLfqW0g
/BboaPYjDIXeu+5WQ7gZxzD/qqfU+W60kfjqowzi9s5BJCWCaNpbn0oRGi6qNJ6VUvrLLDwPp7H8
ydHCf2asUxTMMoS6UQfKcXXZjC4ftiudFqKHwdNwPwyiabZG204fU63s2z3caIoQY5uNw5GnR3fR
uA2hjA1Wwg/MMNpKr/RSWjyLrlgiSy8V8qpQsfY4zIX2gchkqq7VJNU+aybnpwH/CpBL2YFTQdp6
/v7+0sH/qtH4Z/Hg//z/VoKkrPdWoeGha5rzOsPzP/B/64rS/S+04UHc/ptY9C/Ahfdfi34sWiLU
DsGNLu2rf1UaXOO/gJJSVwQeqaMCuaA0/l1pQIiBDgV9ErD3NGHeU2kAWfdni2ypaYLbBYcFwQms
AyTF80JDYBaRPrGfuHZ1K0RdXI/lNuySunsarbZMKSQkpWr9okLK4k6HNycfAtdNkiP5lzfd1fQI
TUQhIEi5GYB2lfVHMP4tHjtTi+ZMGdT6vSq84is8cxcv1QxaJomkim26XTKQ91ZkB4GP3I9Gsd7I
c7cG2mBrxdj4jcKpCxeKBImnfVWJ7oEKhU6qIzT9Du+15oentxpW2JqX8OqNBq8dWTK5QhFL6wBJ
D3P4wOrsJ6MzF8Z5AgF2pw80GAhSKCfaQ8BzrOIYUuNgtYQSeUfTciNjJ2r8JLbVgwaBFOP6pC9T
Xxe9IU86JMjU8mUzMVWp5lW8jK1XhySyf2yjV/Bxr60NwNiFa8FCg0E5X5tKy3vBnDkJYkhhUkPG
rGsYlnPpXWfKqOPd28OtpAKWvbDQzemFPv8HfZbz8YKYHpdltNSWE64HpDX7ECUxxPOs4bsuMqKA
uY2r6LrIiyn9MXuN8bkvh+ZpGhq2wBTTO7swA+dlMH4Rd+2i2QCxgr+Q5uoXNaE2J2GYE3s3CY3+
naUVYtcVs4bsZGIOMz4jQ9Ts3dRriIOqfMTWO3PCSz9DLK23fzedLNSBl34ktX9A9ejd2UvH8o+G
l5R5N2tpQOUgwh0HefYY0ZOPKlcxj2XUDrpvBVpQbWju6ep6DKX5SzfSameMmgDbp0oxfzNpsHtf
2fKwLQ4UZaIq3yi3K2cuZqyzHqzWHKJPQzBPwQ+7Hxt8enWqR/YlXARXx+pbOOhUKmETUGNEgef8
W/TEjaYYliH2MVhn/z1Dn872MjLxbXx7P52DBZdJQ9uIOUNpizaI87zd/pg0OzcDdkdAiS1yxlZu
K2VMzoekyFxAtIhU49dD4HzJbHR9aBiVI2OiZgZQCADrqnmcuQOGZIAjww3ioeRGCql6UxbBrk68
+vjOL8TtA6oFxwUDDh3az/lUhkiopEKlsBoCmY4lvgDYsx3bKe/dK+wIbXHddqh7eBdOxTlQiYml
Ow71SnA6UNZ8gQ4D7OGaWRNKAp9wlujiNuouCxLC9twLmq/GVDd+C7yY2vj/lM//H66jZVgpERKh
Jk3vdc0tmwW9zkJYNsPq81zR/hnG2851y24TI9b34+3RliN1duSoyUJko0jPsLx3q7lFxEP08+wk
4WbWVHes69I5BJ1pHrQg9e4aZBDxbDTnq4gJ3r49tHjWZDkfHBwNhX4DIDtwyPXCBoGqRFyZ7J8m
GMs83CqPeuxDU5PtfEvBxzYeKlz87oNrzw5YIhUu0GGj11KEzlWJihmttKaVBhRvBc0PLeOkByHU
m43c6nmH4HA1apKAO4V5m+AQ383FfD8UzVgcAhY4uy/mnORCDsZEIR+X1Wp6KFtd4gsSSE3ez0Ef
z7/NuCrt4ag3UtGo6wdHp/UX91r/C4GXOfwyWENPXppMbqJurSEW1oeY0k91j76AHLehCAuZbIfU
DJ1rpWOUgAuJMbgBmRqy4x+asABeObpjVU9+OMdi7radkcfiMSHlkf3Js8LMKjdd4njpl2hOKW1H
YzgbI5FtZEH/MedxfupcEaPi3Ns56CBVhpJE3ukizT2VaTrgPhzqZvSBkkueHMhJM+vInxF6sx9p
YxH0W8wDRfI9zaM2uKG5X6fYvxkeV0ejS80tPkRO4ibZiZ3rjMOuHO3R27Vzj+stvlGaBka+c0Rg
79NKZKN5lxljNVm/c1PmQ32syizV4l1h5t4kEDG1qsjZdmYwEcGHUz9RqYgzzf3laZnXfRH1oCiw
Srt0yAmKyCm/a3aJDDJ+2NjaxebYRO3eMwat+UVk47Q7+pxR8svz0jS/0syAmISCSVIJ0oi8lBjN
h3OE96Ohj2h4WW2i1MYamq7YisTN00dLzKRGtTSK4Up0MvOOQzhkFCxCpIROUd5r2geys5DXR8Mz
ovlEDj7ld8Qu5W+UBlzvIay1IZLbrkTJ6omyQBjxplN9omahxkm/JSqMBdZ4IC6u+3FqCt/sxEQp
X8nYvnJbrHTlLkbmYPxCEXo8hp4TKL9EnpPfZagUb/kySwb7KnLy+nOsZwa+YCg7kDanWtjJ+bub
a2gwbUqWrEAIzS0sdRiMxszbm6YSkSEPZU7Hpdx5g4pmZL5CjDFmrcVGF2u1+XqQbm8exiZT6Wko
eVfGbeq0ceeGV26o2U61dxLPSj4jKJ11Xynrz1O3repEj04QCrSIresa2egrYaYlvlS6jmUMSBqK
zzSHOku/Kvqwl9mmx65upjg+pnYxbDrkgR1z0w2tJPe2tGzY1eZEBx6qfQkMk3I3xf1RU7q4c+XE
zJL+VbP1XdShEZ9Y3KjcW4HRQlkKa4WSl7IJSPVhGJO/RwGd27epQXUfSkEv7GaeXGO6lVlH3Zr6
lgYDRImhQpYm0PvxZiocIzq4g2OEt4bthvFXJ41D1d32SVa6zR4doqKdtmwOazyVsd4G7ve0psr2
hURVYT8/Q4MZQS46Q4u2mDsGXvSl6a04PkqrKYfuKqMfKk+9cpQZ+u5IU1Z8rKdUo+qkZ61T3BdU
tBttlzYmNwUFHsNK/5rIWwHCaZkbb+IZLMXXzOn07trRs2I8abXZBrdaEFGJHgfL+jG1iIVcehDP
Iw0yKGDrXLbkLxBJiBNX4VmQ25HSXMwbq4mOCg2L5tRkRbUbHSRdytHpLzwQL8cT6MGBKeR1IP5e
88mTRd+06yfPV8EQHSGuNMfCwYDdNbmk59m8xMY/fwuX7xNLSL6Yai3g5LXspRbIvm8H1/NLVbgg
AuXoj1E/0zsKmhu3c41NkQXuTpPmJe27VU7wPLRcBAZRUMPp5IVGW1cQV6RiJkHroia6UlwV43Ya
gXLoelQ9gmWaTimyGfa2rGt7GybZkPlJleBvL4vcuMB/fBG7ElQCjYPNKdEzAwh2HnAZoanFtGyC
3xHN3KukM8TJXjRV337/z5eX+Mrhz7ZBBoA1c+j3r0ZxojAxbQxTfufjEPJiGfQQd0VKXHmozLSj
Vxskwfuwh8ugAhgC4uks8ZKHrdDnEkJDWVAN+l1xyvptSk1LHWqhJ6NPjj7A+IpVG+BNhpn2hr+7
PbkBgqBP7/30BQSPqQMIfMLLtYT6aMsqcM1oCXwiuqHmoRxD3LC3eeqa9W1FfhhmG7xJzOrCkVpv
cenpeFN4DjcXRiyo/p+vLB7tkxAVXlsm5I9kE0SoBh1c0RkPObdjdCgakH0US3sQsdTlzePb332e
NSzbXMe/nn8hTwawQ5rnw2silB3yfI4/AUI7pqaorkIxRB+CnEDpwvZ6ZSwKOwDKljoOSJHVSqei
nc2ENNUnxvZu8HxFGBgm2F0pk3H/3s+CorlsJ/by4tq4mtW00/thshfjiCh0YCmMIEDCQqMvrJtt
ecGz5jwteb4qeGCBZFK0WkwCVpnXJGIQLXkYHpqkdk9JregHWHlNh7wLtjTsdLlBNcK8cCW8MioU
KtISqIqGID85X7nQbQh+TUvzUztt7wshhpOUKMiJURef8MkBpqb1dn1hDVf4aD4WOr4DkYoWByBY
ZMrPh3WBMphYheOV6sxKx46iHwjsoYMuBMJM0jEKtSDcGjO92H2allmxbSbdGTaeXifhJa/3F1uK
0giEcH4Trc2FOHP+a8KuD0IqwepAq1YbtmUHt/Jr31U43E9V3L53yp8vKhJeC4URVno5y38k9kmN
6hc8LdpPbt2DdIdOT68bboA1qWzn0k7+2cnY/ZebEKXh121nzq9lphwZGhJQbiXeInKz1bBWX4Gt
r4LmMKgRr1FTDA963gyw7btO45Y25KURz8tPzyMuFgoUSki2uQxXO1pXhmZ2hH+HcDD2os7CjzlN
+UMu2vKRTf0krCR/yNpwvAkJ5+7fPrvrG5FlpOjFcaIkx+W01kmHeqGnlQzaw1SQdKoUNTYVF83n
1BKQonIQAoNWOrsxUeOF9V1x8JbvFjC/yLuxGFoS8GW7/bHAwNC1MOrH/tB34XyI3RY8xph5P+q5
xy4jtrAJHlq1pccc79O+G44S4NRBgZCDTuECOOuAO3WBgMz/9py82OdsI5wWWErU47lqVvu8KCWP
Q1tPB60a0f+2u/KgNfO3PsPB8e2RXsw+IyFNgGIkxXs0g1bn246rDHnSeTqkMba1Yy504EIN1vWJ
rf3ValFzY0gI2JoTts2FoV/7SImwBqV5Bqevdz77hRXmtTV704GqGjGe3QN5MtPwm8fc/nz7K9c2
Y6AcXWdR+gUKibAEjNDzsSwNwV9ab8aBGYCWnBq0u9q6OKAPqE5VCiSkEDSohFuFH0ZvMg5tk8it
q9f6p3KepD+n1aOViXIbkqiBeTMyEBYq+oV32aVb53xFiLahcRGCQkyk+sW7uaqGt1lWMZCb7OwY
9upVqo3W/LempcAPuzBQH53SaR4yun8FGCcazRdWZT08Vyu0WJS+lucUA4jVTKnBHfvUsWfsqZz+
lGtlfm9X/TdooP2BCkK6baLBu8q1uPXfXqPzB443ZhkYzq0FhBxZ1OfD+sdhtAH1KQk+yncsI/+Z
amrIdpFT6zhrmU4Jss+S/deYdtGXt8c9v26XcZeEahFMReCJrbGCoBpCFaFTT/guxa44UHQXu7wY
xSGNsAeHi5me/oPxWGMONskVVb/zrVhO5kixh1K6HUAwclAtvQWTZB3qOfkeGaN+4Xp97fPEUgX3
DFpfhEnnw2lmCRLNrXTgs4X3MbdrsjbwZzbd+qKk7IZw3YWY4dURKdfiqQqrlnvsfMSiNb3YIHr3
BwvtJ1AJ4jBRNtzDbU022WgVF4Snlx357yLmPwvIuhkLgphrfE0iTi18FcdSMKEWCLYwwrV74H/Z
9XJy/4OhwLcIBiMUAiN9/mmLcHxniWD2EdKgHT5NGgwgZPH2KhgD7V2PwD/fxe2IYNUC0kay8Xww
mIXhZLmx4SfDaN80duTeyKouNznVuoe39+TLKVw48hw94loeQme1J7NBynlIbN0XyOnuvchTGx2B
0S+qqS45Ub485mAhF8cAFFlJwdaxRuuBL01gxfsKa9i9bXXWrg4TDJQGsn30QsA2DZ66cLe89n0L
r5+VY4kwpjqfyk5Gg967re6jm+94YJOt4vNoQSc8ERdllx62l1eohNwGX2ZpCnEhrY6c8DrVR30s
/NjRuuqjUTjVtInz1kW3dawbs9qlkcALkCqoO31GgWg0/6Up8b/GkK/MMtcpFU2+d3FLWn0wttFY
YvYd5IlZa2jPASHJS0yhKwoB2zIBvW3NSfquxGjZsAh5P7fc4Ifh0rN6uZw5zYQ9MGglHbyoCd9P
Ia/d9RQ7AILMyd5l3VS/+0guijro/LjLqwll4XxpmdwOuulo+nEin3o9HXxjWrTcMrf5hzPyrjld
AiW2L/0SrBLOR9KaeOwADJu+bhKMC6h2J/ImYsRUzYdeW5BTWmnv3n0ykcLEJBOHJE7FOrONwQ8k
9tyYvE5TtGslYO2umtWxWWCYbw/18t5myWBXg99YGprrPRObFHI1ORk+ytliG8Wa+WFw4uEmGLXo
IRWg+t4e75VDyQ4l7ltob2jVruYzk0WvDQnjiQJgrDG3450VZT9VNbbHt0da0v/zF4JYf9F34OPQ
l1uHFvSOBqW6afaxDWqf9C4HtqeneXLhZX85DJUHqnZ00uCoo21xvkG8uckAm2FP3+iRNdE1ocS0
FYUwH9/+nJf3C3UVEDUESRSReBvOx3HBvmsgWw1fT7GAb7mI/Jky8E89AqndB1jqUN/q/QTY7oUn
6eUWWaA66OkJms4UkVaJ4uxqLa4oM7Q0C4HRvDJ/u/QGbrRe/EUdUV7Y+6+NRmWSBqUk+UbC+/w7
c/IGA1lNwx/NvCLjcrpwD62l3ppp6lxV8eQ07xxxqa5beJ5R1KFCR0B4PmKgVfjahXO7ePxF294z
fnXCuRolhEHa0MOF2VwfAEbjWacwBugFWNRaAiY3st4rdA/LM63XTxUx4UHLiiDdZCAI83dGZc+D
Eemi+YHtKRv0/NNsUtUiahms7ER0ENB4kAfsqqu5Rx9MLwt54cyd1xSWyjIfx728AMKoMovVI+jG
iDn1vdXuR6O1kc8t4dJ5KUIEU5cl14zXoMFZByfRSPuJv6reebss48Nvc9k/mK+82KqNInRCf7nd
t2E6bqmnJv5EfxeL2Xq+sGterCMQDBS+FuwHeAxgGedTO3p9AP7BLPdDI6e/+iQto7uy6prkCnU/
dff24X9tMDRrePCogHESV4ffBLFmGrFFmFTmyXXgKtivBR3S1mvK938X5calFGGzOdGLWX0XPhZW
Ja1yPxsRwkOobvRA5YMC/RR8OPK/3/1hPNQcPt4eRsO6+awYozoZAATj7IW01H2yJPerqrxk10bg
998eah0dUVThNQA8w74g2V6DAbGMw6IgcICeBm17JRsJRFZY+8VzDo8OM9mW5Vxc2I8rrAUHgmrO
Ug2nmLhosq/vltg1aVCnRbN3Si+/02y2CTyPuj3OA/1d/EiMa0d0gQ8CTg+2lOqmfQfDx2/sMd/S
BdM/4UJZ+3075p+AWNP6SwuIie+eGcS9KaOTFfNQvijGeapFDI7OvrAQp8zH2Uu3lYUxewha5ygR
Nfbr0sLi753D8sdhJkawjNaBoKxxvvZtYoUmuBGUnHuEmLB07TZWDaUKBNd80tuaEoTRXnitXxyk
ZcwFdMi6kBfo67s+HLUxUsWwt6ZU/Y7NDtNloodTUerNe7f2MhR0enSal3bqOv4wE3wZ7Cke0D6x
NSrjabkdo1gcEF1QF4LU176KTJ8ji1YZV9Ly//9RRYnnuUI7FU3sxtKsD0GPgldU2MXWI2p8Z+TN
LgbraxJVLVnjC/HEyJxaITpn2Dtm1V+NQlU+pBktxeumupTAvTixy1hL84PTClbpWQHnj88y7bYz
KxQn9qIS5s6z52pTgd+5j1C63KB2DkWg6/L33n/Ljb4A7JbPI3Nc4rA/Bo3xkjGMpBv3HeZRO3yW
0ytupGlviKzy330A6OtwO3AAFt2P1QEQaPYjRUZ1dxCT+ROpkTHbJngagdeP28+FpY+HgEz1+9uj
vrJZnpGRQNCWituLZmSES7NZw/SP7f632RUGxmu5S73Nmu7/k5EWLUDn2bd6ddisLKfSbZsctlgP
j7PUuFa8BqoPLfULd8k6OmZbLuT0/xlqNZVOEGkBYhHD3nVVibyDystNDzliK5XZghALojutD5Ot
VhfDhZjn5R2/jA1aHbAk5Xu2zfmOqRMXeZZuHvYtHskL5Wg4eVhU3KXOOIIzzlRfoCjX4P8qJdwG
6U7end4H40cdG5pr3o7kNHlBuVM4OdEcLmmKk93q2oUpsvgZf+ZDz1O0PH286Ujbrtc9IJ/0LAqP
e1gYv408naCHOe6FR3YdvS+D8MKC5gDDSY6+iopmmUK69ljypnfUVckV7Lt1YN64fWTujXEyLlQf
XgScy3jodrrP+YK5FsECZVWmGVTdfVPBz2tamtxmZ8U+zQBj57pdA8FvDLfNAAcgLcdLNlSv3FAM
T0K7CAqy8suc/3FZdNasuiAG21bJMb01KqPXD42EIucUaN5u3CLtPrZ2a1u3b5+sV6eZXBM0xdJB
W4M4ZiMdxl5ny+FV1O1Ict3rBkLQTmYpVCHlXuoPvLLH8QBBQX95q9GJWRub9g0gx1ka/b6EJRhg
8yuTXxQ/7c8QJMZ206e15U/Acn/2ydDvSnQ20CzRrepXMRmqwUq7bGFbYFmw7/UxLjZApotd6I7u
t7cn5uXlxmYgb0QGl/UASXO+IE3RZ5Sne9hUPXlqOavS2Ns1DuZbNNTM4EJY/nIZlmCCdiK1ISwY
n0X6/lh+DpspSxBve1PBdwXJMv8FZYNbJmgjvlYz3n2hElHQtsSkmyNMiH7+dUaJ5lQ/IxVAT0/U
25jQqvyr6RIPdBYrVLx/uEWldBmK4BBs1vlwrUV/vdOTbg9nWR1mem2PegjyOhBhkmzfu3CuISgx
kDrygeyy87Hg/kPzd1LeWST+rnO0Q3eit0wcLQv5+e2hVvAGDipxy59jraaxsYZ6kPE87eGd2rvG
aaMno9aTimRHiN+V2TjarWEWSOVMw9z8nopmumKOaY6//UNebFbCG6QblxmmLE5p9Pyb4eKBaSM4
8BHziRB+Jy0oIsxeJzLO/dtDvdiplPcRNiZhpTyNaebqogKgi1wGFxHmoEl/Gt28e4it2jmaRp1A
n9TjC1vnlfEWjXI6sAiaoou4fPofJyMaVNdGSM76bmPnNzor/tV0ofa4XmTfRp2jjRdetxcPAVHb
4hNMnE1Hg4k9H5AELm3zKRE+vobFRxGH8kE3lfk7tCCjoHCQeOMmh+I0XYWdp2fHJtYupVEvYpBl
9MVxhH7U0sddbSsCPM9MVS/8MI+qv3J6mR9w5uue9KYtpq0aE4jkHUTXOhHV49vL+3InMZcQRJ8J
d5yeVaTlRENnBXISPp2Vhdpko+1um3Z3CrPJ8i7spRePHt9pU+5cpJYFXbHVti1NDPGsuRQ+5Ot8
F4NBfmBGf2fo1SAE1SXHdDAumVy+CF4Yk38vKkScXzCbq+X1eo08gbnNeJzEtkobB97bLKbkgn3l
K/sIICgO6c+90xel99H0NKTxWtMnY413lpgQUK1cLGMMs/xklkPt66FKb3uoa2gfiOLX2wv58juZ
WIohC1AQWNv63ITJHMxdmRr+LFV2FXROcJq9pL2wgi9vQEIG9ikrSKcISNvqOtBBa2Z13iNxM+rB
YzXmw6mJreCpydJQ7toOQUaoX00a7dPZHsttgcXJ39SdHevCL3nle7E0WhSpuAJJElY/BMVtuynp
jvmjCu2vFXizU5821YX8+OVttECNuBggrxAbrN9pWY9um5OI+Wkd/7YE9KKN7rGyYMazm8AFG//u
VeTNRHprEZMk0lydEFPJsCcZsXyCgx8R0no7W3MvdW5stvxZPM/CEQIgp8m9R+y5uvEajbdibhvL
tyY7xIa8QEM0y5ujJ1p14aF6MX9UFeDk8i2AHIn/lhvhj9u8zWsyOZiKfjyA1kY+C3CQRDThzmiK
+yBR/e7t+XvxaYy3qJWCB+cFoU20Gs8RcevMrcH2jIIv+qI6C/Af2ymrrtHfenuwF9cZgzkoniGM
uDDe1s02zcmsokkSw59EPn2C6998ydIZYLI5R1ckY7Ti0WS/EO68MuhSPUbwkXhOhwJ7/oVZp9Vw
GfhC4J3lTdl7+rUsHPvAzSr30msm5Fkgxb79patlpLZHrkIqzsu85CzrCqiJhag1zk70FKV68K1X
YAvcQfWm34vob3Sd2vdZJBISLwNy03CdLNWpdYDDLSICnEyjp8IAirAVAXjWK9XYJWmAapL4Qla0
eoCX4YiMbQcpSwJv8Eznk1q5ZolMSBo/UeBQzU1Dx7bcNk4I3Qdb4Gb60HVKNEcnRaIJzy81lf7b
E7zat//8AEqLxMvL+7HW9jXnGZ5bUMdPXWSIXSnKYSta2/05GTipvD3UK2vJtUlFewE22HThz7/V
mJBhQzgngciejyM+G5ZRooQyR/3OAAmttoOXT9WFc7natf9831KTWxjLS2HzfFDZkfzljRU/2VVv
7DB9jbxdEBrOby9L7Os6TNNDYMzldOGwrB6Jf4Ylq3t2lFiAsufDOiF8FI0b9BHCLWlkqKq6v2/T
ZlAXsKGvfh/RMV+4ICjWSONJBqi11KP3yEsSIHqEIIaHBpTrIKcXxk163xQmqEGtztv06f3rybkk
zeJKWHL682+0IlFl+pR6j244FDeytCwfp6r2egARu2sNpPjeHu+1OV1497yHNDg4NOfjcfVWaTK3
7qPdI3x+QiCt2tlOmQ4X6sUruO3zHbCUG0HhkA5TIVsdSttqaasCRnvMqYWfkGOLtvmsDafJmTQk
dGL1WWR6FR9wfd3X6aD9pF1fu3ReW9kcAfLWnwtIqBVyYuYlptNr9wXKfqSDtAsBXa/moMrmrhvx
nX3E8sLTr6rUSsKjcNqh+8ybJrVNpVndAyGpWR0so4jD09tr8NoZBniFvj2Ve/57teZO30PKmI3g
0UG96YBq27SbvDLwp1Ha24pI8MI5em17k2/ylHNzLMjL8zWvMzyfs4bxaHlY3/XSFAWq/3JAciwu
Z22RwHGz4XqEiXIpH3xtu6EuQJK7vDxIH5wPDd+UfMLItMfAsZDZM7Wq6/fQ7pofb0/pq+Pwxplk
NwSUa3hJYDpF5kTCezRn9MxUWTsIVOJHdEmp+7WbnnjSBDwKoBwE3fn3FJExG4WteY9tU7ZbZASz
azAvjd93Rfzl7U96fShq9XBcCL+ejQr/CL6ArSAfsgxlakod+0z/roJ6+FI2vKX/wUjkzqC5BEZ8
6+tdIBtJahoHj0iLtzuFg9SmLnv9hj0cXHiqX/soBKsxRVuWCi2D8/mrlN3PmeToGTGkb4zysgms
R5mjs1d6w6e3v+u1fU8UsnjGQqKh2HA+WJ4ijYRuuvYoo7CMd7E+zGhHoqyeb9EaLU7ebOsz4nVz
cWHplgP1R4j+/HBRGQYcpJMNvBC9N9MsKO02Dp/i2qm/cT7KT6mjfweMgdRygv1gHMgIUdO4xLkC
jMKFcOSV74b6BRxt6aABO16ddyg6U9kiZfbUZl7+SQOoNG2n3sNjy+7Tv2XlxZ9qer+X/HVeudbI
Xp+BlySSAELOp5tuWT6FroqeUsfN/wJugg7v0KAZIDVlPRA1XCKTvDogW3a5wuHsrPdti2NYX9oJ
cW04F1+rOQruxib8hPqi+m/OzqxHbptZw79IgETtt+ptdo/tSdzjG2FsJ9pFidr1688jf8CBW9Po
xuQiuRkk1aTIIln1LgYHSR5dyaPvk4xN95NpXZi5i4nc6QBrNBKU7HXv2wSn/wtEYc4rLmHm2weX
LRgWvtxSb/dsCqPLsP/Y+GaqF6Vmx9WxcVT+1S8Nj0L76KJt4k5me69LE1ZyU9jX8F7vls0q7vL3
P+JCUuDREwl5zCObQyF07c/eMMhDodGrT91E74JhCj96Fi5BAdDSSiEdALg8DQp3u/djDOGOPV9z
Oyeztc1UxTUWb+svftXJj+Y64lHGoqxE3XXJ4afxjEFveLtH1dGxY7u/ocRj6kHbOpX2KQmTJP/o
VlzCYWNDAqIoaq191BFhksIdsvpoS69ehIklmgxTeZMpWx1kZTkby2/dzx9dQGx/qh3kZ8gVFCVP
xziNsiose5RHz07S21H49/jYNXHgDEW6QYVbw5pxUFdqLe8yO+grqgUcqQs6im7MadAhlLhMCVce
DX/Q3W1sG+2XReF72tbt1VfQ2WDwifmUQL7o2Z8GyyobedMmr441952/OymrzzBl3M3cavq1CvO7
Xb8M7I9Yy9//2BZU/BR9+rI65pNjj7s2i6zfIhPZB6kU0D0JtNSruKgxgetXpEAmUtnjUB3dqvI+
U0kv9/TeMgScI3GXjl535Yr+fr8jMQCiFI42jwHkk04HNnIaqMgMy2Pr6v5ty+K4NV3KV0GV86pz
ZaN9hma5u7w23929GeSfQVfLBFWOEvnKVB4LJecHVobWbdwENe+dN6ny767Oox8xOskBQifhlcR6
btX87hNwKi7wEnE6YIyFvNFFXfrYmWUzo6Hq9dux11AbzSxz/HZ5oOeWDbQAaDi8sii5rgYaejmN
tbSVRxuHv8/ZqE3utpZlGW0vxzk7oeDacGh3kaNbb3ahma42N115nKcU5E/htwEiM/8AK/sxot8w
bTppx1OgV+U1btO7W87yKf8/Mm2B0+ms515EYafKo2K9/l15yL44cwGtpIuqm7zr/ZfZrNAEpWCY
hxthdNrL5aEvU3hyzVp+ABAM3lGsXnCupz/AQsW+qhJTHq3Bvheisp6EQjNE5FiE9qO4hlk8s19A
rYG1IqcCIluXmSqfpM3eL4+htDAUA7UzB52nREDyyF5cXXkPqDi4+w8PEu4YLwBi03VZU7oyr2pL
v/PK44Aq/H2iy/BgxHp5F45K4IUwOohWXY54ZuUurDw0IrCqWkwbT6cV/LzC88svj2XVZrsxVqK+
UW2TX+M+ntmOJ3FW+UfaQzliB1Aep06hh6TjDAE3F3AKsF2KH5cHdWax8tjmuy0qFLy7Vw+Prki4
ECSyODZmVRubvvM7TMMRWwzlGB3rLNWKPmi484lAZarxvqS0SPzD5R9xZsHyI+gQcPvgdF4XYlVX
G4mIG75lGU6UlqCSRCja3HAhmQ9zm5evl+OdnWFuVy4UDwfexbKi/zi6OkOrm6E3y2OViXqntWS5
RSZZ3MyzX16T4Ds7OHdhXqA2QYVyFUzYdRvaYSRJREm3mWI5f9F7/PVUExtPCJRHH8NZLsclXRA0
42gUsEPWEGLDjcZswDzgiOqtehjxBGmCqhvicqslo29e2YbnNr/1u23msRV53ZxOpVMJV+VNIo/s
DqywMDFDKsjVPxte1z1zqM+7EPzAvx//fviO0iiDNbCYQZwGjRy9zJx4YodYhvfoVwZWFjD3vpdu
MdxeDnXu6y2wbzRoUGcl0ZyGMiTGEsMUF8e2TcvxoTDTRLuTY4d4E3fkMfyud3gNXkN/nJ1VUHQQ
IyhG8s9pVFsqytV1WBzTStdf2qTwTHzJxuyHUQvvpQ6zR4ll9TWu5Zkjkw4MTDmKENRW1uVet7Xg
lZhNcdTDJvnLTycMaDtY2FtvQLBrg/ISuv/xBLDmJtbwt7hSgj076AXGQwMQL5w1btBUuQwNTS+O
eY6wRhiGYIZwoPECrVXGrotnLFLyHuOUj39hgDZMMomA3LNK64A12riKY5LBoIrb0PTmDWckBlG1
QOIICPt/GCa4cnIBDSAaiKt84OeVWeIbVx5hAeSvWmbUWzTbsudZh8Bgt+DBUAKLqit9/HPfljUM
a4/XJPjr1R3P0/TQ7DwnP44ixPtkKrUt16Dom6E36EsNnbbrTKv9mbVx9vXy/J77rAsOgxUFnhPE
3OlaLmfl5GFj5ce6b93HpjRahKMWi4iqqqYtQhsowdmV+hgQcsmCZBcIiktUiyLvaVTVo4ioJRHj
5bJ3Ax92+DJEEYauAGP6bdJUzoDufcexFvuh/SVWvfvj8rjPXBdYw1wYKHYB6F+jmeesN/Sw5heU
YvbSu6Qv4k/0T7xxfznOmcOMOMs7ha4FSO3VdVOkSC/iH5Ad68j11KbLp667xbYkw4ReIY928x/C
/daLWthN9GdOJ5YajKAc76RH0/ZYSVK2sXiAP4//alDIHGOBK9euMyuXdbsIVP0v4PL3Pw7reQBE
O6VOdkT4xdo2OMKMQQfR9FuleASqvpE35ZiUP7J6mJ8vj/VM8l8AjS49Nl4RtKZPQ7tKiixz6+xo
Ri34FqfrvGxf4q/1d+0P/q8sLewri+bMZiEiiizgDGllrlPw4DljazVWdlS1ij8hlAnCBIOVHO+9
Qf1bar0f5NLp4ytzfOYWeBJ2NcddX5eaYWnZ0Y/UG4ajWHtaLdqUsFPrN1S974EOf7LbprtDMlxe
Y6mdnWbK0Yigg6nlonQ6zU05iVC0fOG5r6Lj6Bb3dRFNb61uTQerdYcPl7pIhBSfgA4ASYF4expO
TEOmpUOWH52u/dEoeD2hGRlHrTfsa5Ses2uXJh85yBD8exXK6Lqw9PU4P/o55siIj96ZKhzxV0Mq
85DgrSdxEcEopkJz6L+M8o/Qq0/q116WDE2dA+VM8ZnC6wdNA82yv7VcA6/EOrdqOSfBXwOiIuOt
jlAb1VkhMis9yqLrMRaaRdvfiTrvm73SXH+baaIOg7427Pnm8g49l/wodIGxhxuDtP1q6ZRd5Le5
5qYcpu50P9qAGD012T+trumu3BPOhuIOyPV6oQusW1whagWdEWvp0S41devVc3Pby9L9nDfjB5Uo
fh9elCmpIYCGpaW2unRqcrKzKY2zI/ZP6cFbrL3GDHvMxOUg+Q8TiPiTgdHvQmFaTaALiB2ZePae
muu+x/NpQuw+trp+H+cuhteXo53bD+B7/j/aaqG0E2JeXooyrYgrYPBdhXbDo4Gn3ybJsSKp3bGA
ydQI91DZTXnlCrRG+f1vWhdgKLBJmNTOalpnP8TiqCd60XEhDECJ5s22QUQOZ6KF0YDx8igeKMPZ
X4ukcfTNjLrZXZ5puI5cnodzawnOHSkPdD5vmNXtRNTdZKCbWRwLPLkgjGXuPY15tXPsTMv+S6yF
uwoMdtE2WSUCJ2srtza0nCMlSoOkWAy+qgS13bFuaT1fHti5OQaHg4L+0sBfGhinyTUHvqhNpUyP
9E1bvB9MeGm7SZ+7HZyIzjpAUuiGTWPMznRntIZ8wslOq7YFv/Hz5Z9yJinxPiT3QntGSnVN3I38
NB6bvEmP2Fe7D2UymP7G1QbczH6GRbZ88wJ108sxz5xkNL+RxUG6FMrBWpuWTpgzTxUAr3oY2x92
Yyhj76oicV+HVNU+/pteeU1B4mxMHk28Uhel1LWKZyukLvR5TI4ebhZ34TzKjubJMN44sOyeYCtr
H2TRL/vo99PUJhwIwXXStfNQj0dkUY/apLlBL5D2brQ0f7a5JW2cNMLN8/K0nrlK8xzlQ3JFQMhh
Xa8xsb3XXZxFj6mBIFnXCqwfMoTMrrECzi0ZeL88gHl0c6CtFm9jRM6Irw9T2WvZZ5E2VX1bSGuI
7gdanNGhrvDeCcKxd68p0L2LzI6hNbXg1ygTgWo43TZJAlpCGFF6LNH94d1L3Rwx+cis8k3uYfa3
scWUq43tl+6vy3P7PjLrZjGeoXRLA3D96o6GSddE63fHyKA9vnGNNOvoTDuwqpECH82NUc7tfuqN
a6niXQ5kwS7kO0ApHKZUV06HnJael8ixGI6ubNWjlD1MhBYjEiThh++Xx/g+1FJ9szi5F0k17MVP
Q+E+ocLGj91jZjXTt6Kzxi9JFMYbv5/cK0v1bChawmQcAA4UcE5D1Wqwx95I3WNH63PYSQ08APZt
9nhflBhvXh7Xu62/DIsqGLdmcDfgpk6DVSl00jlFl9vzMKaKmmj+1xqc6VuML85fyzq7dp99v1h4
ysLthF5IVQo1ntOAc2XmeP9l5esQ28XOUo2Kg7nwi/vcr+bvgzmMt2Wa+f9hmLzjgaWho+a8wxeE
YeuUo6+K19pXzrYsdU0PXFPgAIq/2U3VpK3xnyIiMLEgZBbTpNNxVuzElGZ4/lpU84AbWOc9InQe
PcZTWiKG7w1X4r27F/EhuTcvmGv2PzDv03iT6WAtOnrF6+h04W7qEm3X6vb4F92Wbq/iKK6DAsLM
Yswc+lfOLIv/9x/dIg4MXvHCpmjM3WAhDZ3GLso0FrjEpF8rA8+fct603ZVL+u9D/88QTKRYegwc
i6hNc+k5DVHbk9Y5jWm8LV4Me6mq9pVS33cxzfr9yCP3tUJpfp95WfsXZYDmIe2az8Ch2pfL2+W3
ONXp7wDuB/CatzwAR/Lt6e8oZQtSRJ/r77bIHa1CqgprnvvIjLv2Ht9dCbpDzo6V7GxaSdPez9LI
bAI3bNLhEy5Qs3UTdZ7sfrZtK2YIar7392JP98PFqs/CMHV0x/5WSyRABrCtfv8Er675B6yujWZ+
qzcBznb9ExJTXfLzytCWvHI6NChIlP1RmVlS3TrvtE47oAJgJN9HtCvTJ5AO7fd0Suwx4Nqb0KN3
9WiXtaln3yRmbZkLQ1fPzV2ZlPl8P+mVYTy7iRbnwYxnQLydyjSaNqLAm/SgTTILnwwg1fI2RfTd
vjVHNw1vqwILxs9Zxh9dpzftK8iJVXbjrAc4wYb3YAAhiLJGys4A+kLXrac3oMbyi+j8pAt8I3M3
rfAjLLT7KyVDrj/rSYTtAHACqB8FUi6P63yaDKUGMVD7budJZaM2O/EQCwDG184dUsvCenABxBiP
qvOare/gIbKzQ4lW71KnKfZoPXvf9TjWjC3mznjVAvzqvU2dOFW8x/tcoR/cZHoWDHKOPtkdVIgH
22tN3ClgypeH2KuN8ltjhWF0byEGIutPNVxLvX1si6k4WCbdlS9z6mMLm8musGlep1pVBApP+P5A
H0bd6WiNN4HK8Sx8no1oeCwdJbD11rr0h9PE2DBJS80vVum6+rbRenZj7uK7nU7T2N+0hZaFB5n2
mKCNeSQfZJ7XabrvKn/s7kZvVtTeBnMKnSeIxfnPjIJYH+C2gnCRa2pl8jZZU+IFDT4h6SYvMuyD
RiPXrHTv5EOYfLU8Dit/YsruS1rk7qbGFCp9rOpKio4ygUVTPmjt2tbuTbRpvrtcjOKdWfv5p1rN
XRtMYZg6B7uI0mjX4Ldrwd1MjGrbChCTu7lXQ7XDejhvgzYf/S9l3ogq0Ae78dGX1zMYrHY7+Zsx
aky1zSrUO/Z4KXfJLao0+l0ap7P2peEYC29QP01wCk7mMX7x66HydqXhxN52oSw2D6WuL96tIRYt
/S4yMpxOQeGO7n1vScOlbdCE5aauw9QK5gkRH5MCqXPvTsKvX3g3Wd2TLW0U+oQxZzi9WGb5tYrZ
rQ+qVOOTbqtuMUqPcRwr6llFt3UvsLkpS4XgnQUVtzhone+mj3omMucJeQzksC0MLGeInF6KuKMX
g18v5lLe9Nao3Seo6OCXp6dD+T2q4qjbjBzwPzyncadN7cjqmcS5zBoiNOPOkiKe7s1W5fmTK4f5
VzSjlnobttKtsiCViPtksP1U6Iqg6pMBmwooNtMhisOxeJoHXTPywMxIq9VWK+I4erS4koQvRurh
WFzXkW88WrrSytuwkGqUG7Ory+IFQ04t2o99PcZvRu/U5adGd/NWbps2D8VuQGO6q7CoT/T071CL
u1gEGMu4UmwKLOjtrzqgQ+e+kICrbt1aRvgt9bwbNmy9rn3RPU2UEVqQpllFmyHRXJS1C8cK7wZU
Nyt2DQYrKto4PcJjbZDXXuJ/U6HI4q1wppCaelPT5pziSP8rjpT+ZaYtGAWqBx94i7CRbuDDpYt/
Qs9X95YRxeYWh8TFyLRXuvkyx9o0vMGaNAGi9HqX/jVUvf1kaWZcP9gdp1JAbhK0v71IV3cIoflY
NtmiRcDAd4DlDPhA61/wVU//6QC52k+6zotooqbnLA6fxbyRaWofZsOLjUBXrvPDmUvzW52q1GB5
x4baOtOMw3pYmbgQ+JrbNIGExBhtRB2hB1G7jWwC/nuxz62iGoEaLZ7fzTRjcm3EU7FpMq14boAs
4m/vSG+8wcMWVc++iRDytN1SFnd1NtbNXo/b+HY2c9PYqradkPuZ2qlFd0xLO33HdQpL62gYvE+9
NmtY5KKzZGyt0Mb7wbRSYWW72M41Z69wrs9uezhLDSiEPPftV2iixc+wt9jXeZfDE3eU31ufvKRq
u7tcidB6qFBj6DEm0WfLuUtUGH+z8aFstjlmLfHeVsIqN24d2S+zMNJhq82T23uBPdi9jILa4wW9
EWkmP0VWFrbH3AeztKFBJNIgqvVldLLq8QsPwS/vOf/FvKs6UtRn2Yv+Rh9KwXNNwSLZFGNczPeo
J4fdp7nBH0jmYaYfFW2jfznYrOivqJym/Wg0pf6zdZ0Ip8NmBuRlx1HeHOxqLp91P8NvRToqtXfm
aHUVvDzH6jeVU1vjXqOtCXY7Kx08hjMwjzc5/ZF4W4aW+60E3THdD63X51sPJl1327X+9AwEAcWJ
YW7b8kFloL12KK2Pzm1pDKxno8AqOqCDKNUXKymT6gCKqXd2oV6CRm8qVzMe+h5mpLFtBjsyfkxF
lydPulbPbhnYmE6Ih2gpoYIDiJhPnzOj24S8Y6pvXTpUMjkgeGBp7haFOAxyL9+DVo0MWn5wv0CW
omfAGQ5j+PSGR9s87Pwpm9/SyG76Gxm1+UtdG1H3KcSgsAk8jhHsyRniuJdta1ZY63beNXb26hG4
/ApqewuLFwkx+LWr17zZ4hyqx47xFmIjnQQk/aPR+lkJuST/5/KA312SCMWrndr3IupJ9/50wNAW
kGVqK/FGViyPzdRG9y4u4t9bFNvRKjfcLN5fjrh6qzA4GLwCMPBi/bFQYE8jZmncZ1xp4x9+jucZ
ovjV8GT0hfHQapjCRlWdBq6sTE7+1qiufN73EwvlHYzy8qDAjGINrStx1LImpaU/2rYaccyanOS1
oBi1RW4mv/ZaWD+MqBEzp0s3DoiQhQ3G6UAbFXk2nan0LYpb7UsKG6p95OyQcmvAZPDg9lPCPZR2
b/ufCiiy9a7W27rfqWjmUpaZKZwC2GT1bQgc/8UCB9xT4G39/l+MpLBF2yoj75K/By3W9T0Mk0K/
TXzV/KpLx8nJm14h72fgjf0Nd73SvIJyfbdwmD/ku3mUsRl55q7WaJ+OTlOlk/02m4KHH6e5ET1n
Ilb3g9YrFm3dSbW7vHTefT5i4idJMxXe7YKwPZ1R1ZXeJCj1vi2nFr7zdFGTu06jaBJIP+q6a6tl
/ShiciiKLBV/+K8+DpOn8aJhLos5TvS3MYXevq8qo+yekY0d5nubJ8ywSOHM8Hn4eva2FLn3HVxG
LzBA9+BJTVqejHmQwuXMv8a1ySsdsTquY0+iKjvjJp8ix/8yo9RbJZjocuMrg8o04+qfZKrwKg/0
Hl7CGMgu1JO/Kk6yaBdm6OM++d7iFi8ALWY70QnjVY/twQgcq65BTVb0z3jeVGlzJ4t4jl8sVdnq
OSqF7MpgNsdObsF369FGc5SmeRtlDmF6CyEcJSLMagWW8NA1tZ2LBV3aYyHWG+5e0KGfsT63GrfB
h1Dnapzuit7uR4nJblvSPgvTqm++WDNH2Dc/jIryhxsrG3Ovy6tgvfLo/9Db4mGno+xA1WqVspKu
ShMUZ6ZXOgXRLplLDQeoxHtyZ/OHHHLtSodrfSQ48N54GsPiooQKs3y1jVsVj8YQt/orLtNesnem
LNpPWiaedUyEooPuzf1WeLmZovBg1nhhOTK7JuvwbsjLc39J0RQ/aLStpeWHSNei3C/FKwK65sb1
suylHGQcULu3uHJAYgsuz/G7kgujBvn7GzcBqImawOnSR+epszFmE6+uxa0iaT3eEzHClYMMw0Ab
nPmA3aexKZP2by3R0nujs6KNV6O0cfmHnBk5M8+mR5SBEtPvJ/cf6A1cOeH217n5GrZJcqvDudpZ
vZrQLIz1+w7F2Gu1pnd7HhQ91R0OKIxOwOquVpea3G6wB8d6ReKm+eVi4Pzk8+5x7iHSuHqQdKmH
X2ibzflB8lDhias0tetEX83bcACZtgdlEV4pZazqprRJ+FGI/cNg+K2NtyTGP2Yh0uj3Q3KzXgEA
xaiml/bOwwtSD2b0Pr/jnTi7+xkpB/3b5dlft+N+B6Z3CdGGU3OxrzoNjKc6yDYy42sce+HfoEtU
sVVWU93UMQ4Vu1jG07zNwjR+zXypvtE3TXdQbnXjg6fNMgFQ/sjCQIyhcKwmwPITmdo4OLx2Te89
p0q4GxwpnZZLYO1y6fRk1h0+NnYQQwCGkD5Ado+KNeD007G3WuW7c4mQhcGz7tkQmtpYCc9+MMjk
61jTd7KYeeUYltx3urTvVOld00BanXi/fwPXJfBlCwUI67DT36CXA9/eqVDuKGKb+0Hf42Ex5+zF
8FofcHVd+R2KZb8AwRY5gnUdt+o06jB4ke5F6GePwzhF93OKRe/lWV2t5P9FccnfsJbZL+venzb6
JUUD0kQtY2sfJ2G6yfAI22t6Yt1HTmHdAxO9ZuRwbhZ/q5FTPqa5upYVdDp3XqAPaKDzpUG4lfkd
/iMJfme4tF4e3ypf/R6fB7cQoR2u70gfnX4wLyx0v0FcGg2yVN/WmqltDDdtIITXyYMWiWvWBufm
cwF6Ubf9rbC62qAmhzJPI2oHSmbik2glV7HSCHdDNvobExB+0DlZeiUpn51PBEHAP7EvgNyeDrIQ
k5PWmB/uB0/n3d9mKoiF5u903ImvhDozn4hfcuXDOJ3z3l9tQgzpRuofsdjznp8kFKqMagCZ0H9F
xcDaRrZ7jXB3ZkaJSDgsApce/CoinO15qEPkuMB7jttIpTPWdSBKOIrUg5ji7xPs0iunzpkJZVkS
C1odCkTrbR679ex0fGUEemDXOj0Fz8H1YBamRXO4vECXb/NHoX9ZoIyLGzvKpVyf1gYc0Gsskfmh
vjfHWu0z3iPbcozkllYxCohVMe8bb652YTh8WAl9iby8GtiKADvWlxhYvVOZdBCZsiTkFKEuTeFG
WrvI9+b/sGpA6SxIEmCQWNacLlB4Pa1jZljxpFWEX009zpu064tPkETqQGjttVvDue9HR4geFRhE
jsrVhshw3ou6iQQTLQvHmbDGoGBb3MTW9Ovy5zsbiWYfFGYOJroapyNLUYV29axkUPAXxK+B6onz
2eAJaASTiObj5Wjvdx+tfY4fDqDFjWMtqzTPSpgZPOJ9BdyBYpGf7RK0AA/NlOR3eo7O/OV470dn
sO/oLIMLgeC/VqZpMYmYqbJa+y7W7Rsrx7YiFvTbHC+Mv1wOtb7hshGWWJRYWIvIKa1poYhC4gae
dBYWYpZbPlVWGKufzuDmeRNEiavqQz82abS3W+zJn2iDZFmxGTtR9C+VVzjjjRhc+8MCuEw1DCYe
mxQO3rMO0VBoa6llqPxGYWjXAadiFv0YHZgVW7i5UUF3wsWgy+2TzLi9PCNnPjaCh2jWAx9ZTOuW
v/9xyUReojLGsLf3UYZNJceIJ+5Kert7XN7rjYut3JX39ftU9DvLLmotC2JmvWvyZB64hpT+vmtk
tu+mPjmGXk9Rv431XVprzWNh8toYwl5euU//JjKfZkGuAvAnFq4TK3ytaxu7rUnhboRUGVd6GNiR
3W76GoOntOiqt7k3F7wF1uOJXToP+oihHDUYeZDzOLxYbj3uCn8WV1bk+/lHuhQtWnRQSF2Qr07n
v59jaSaO5GpkyfjeFk23y+Du3sdSzk+V7X3+6OcGgIG+JqQV/kVR7jQc2BqOug6VZw1w9tda5JnY
pF6fVRRv+3mHeo+fXzl73m9vQEo8qdjefHGAUqch+ZheZWDGvae3UzZB0chZBg2tgH1v+NE1RxFj
OalPP7JPgQoQDfphpOV1tW+mHYIFNadq0yRqa0G3CpymE1/Gdi63TtO3W3umHZwUefGDDHr0w8al
5k4Dy5aOvDL299dr4AuUbUndiDdhfXU69iLDX6szlEBAu2gPOYX0bIO3byyvbKr3q2iBSfBKYoIX
9dTVAaE3ou/zGOnSpJzil0J3k3snNwraWr0W2Ln34/IqOjMscOnAQhdBYyp9q6TRZE4ZxRbOYdnI
HMfIMj55sdSfL0c5s3AYDcfCopeIX/RqrVZeG9HL0AXd5tR6acc4LwI/G4b7rqw7EVwOtnyJ1bJB
sHSpsqCFDpFsdZhPdTYhcRgi/trE8Vus+fYbuJdovk36Tmt2ld2O2iFRVvbB6jQnEjmJRQLnkpFy
8p4ukdZw2+XGtjyL5u7ehpeTBFrT1bTQNP2vy4M8s0yItYjpgNzmtrtajp6BCORooVhq04W8i/lh
29SsrIBiQLyLqfp/7AH/v7Etmv58Rjb/+mRvKB14nesADs/m8CZPvfyObnYEDj6ztlAqPlgx+188
3u7cAjlN0Us7nUuutcpRLWB0s0idnS9wSAOE4m6y5TEGAKG9dqK8Szac12xuLi+orbwXA6NTG5te
7Vl7OkSu2ldl636FKVHjsRGqZqd7jWsEqauo12lV08VbNwdUME9o++ulgR1XdTXlvNs1/CSaOwuS
Gq0mWGynczBjLaZsrbL3JU9AjBHEtCtHXDdyd/pgTZY0u3iK81rC3xxRhvXZFadqTqDaWnuk9Kun
qOrGQwzyYdeCgd31eNtfWU7v0g7x0Nnj1MLQhKirrWInYYiKl2ntW6QJNFR7MC4AKWG0zpVk8G4O
yQK8k+ioQm8ACL46lJGEHN2qz8SBrZnu29FKD5OvxI5M/u3yjnw3JHp95B0+FIVXm9R9+rVGT2uc
CD+/g4ln6VcWjX2HA2V8pZr9Pgr/awQRlwRD52Yta5HMrkABrbEPhtTMYpdkqRARkGQ0vbwPTx1p
kZf4gtsDz7rW76Z9b7WjbL1DiHPtT8TDnZuwnKotaJerCO936QzsI+r8QLwhQ2CBvHrw5a6hbGnW
3iHJLLTBddVuQ0czH0KEnXJdC69QQd7PIu9YgIBwRFHRhI9y+q36rMsyR1XewXKmcYey7Xwf1pZ2
c3lF/Ca//3kSUW9dPCtBlFFSwOx4tYF7x8XnTQJgGbTBcALE5fNS3eJi3zlbP61EBOGms93hkR3C
lApMO8MDGvixeYfxJK5FNI2FzxnSuHkwKGBNmzxDPy6IxmZSewObxe91Zxf/wCdWX4dq9j5h8G4+
2yE6btyH8+kv/NG6+zBzxNdh7Fo9iOjBGRs6uyIJBprkP1PaV90GS3f9cfT08S0eBG3cGu3f+zal
nrd1xQQivVDCn++oY5H/MqtqRUDHKDQDx1X652jBpmx8gT33ky77tn8IK9ccgTtkzi/fbPCQF7EV
v4QIWr4VYgZl2LsUSB4iwG51QPKp25vQbqMn2fRDu+8KV+v3jl0n85bOZSH3dDGKGqVTPXV3ziAi
49lTVfNr6GRRHjrqQLtwDg0D4Pw4D7/MCLfsbTSyG3eDZSYDugvKzgpro/I4y7e0cseiuuvKweMS
54z0uG4MO+1ME+BUpMJyK/ysKz6VTR6Bq1aRHf5jWmOX7rhyKMhKemIWt7SgZ2/jxUUNNj4BfVUz
eVZH7YCLaFLvC3NAdibQPYSptb3fxOl4K8t2HP8pqtquKb6ZgMcM1U3TN5oTZjYHLtgh/wAuD0Pg
K2uRFX2yFKluLPhiuAWg4Klwnq54JKtno4p7+m1RKg9pZbXbAhsQjLEia9536E4HkZwTvM5LdEdb
L7wSf73Bl/YXMHXAxjqWHRRWT+P3cyMnLOXTXeiM8q51m7ewR8jJ8bR67wp5Der7bushFEfO4jiD
co6g0Jr9Y4swzkGypneRWSAhOviiUPsZbRh7J0s4jNs5LtBfBUYk7Fs6ol67azopEPvUO//gjgjQ
HVwrTeY9HXw93NW10j3AeNY0BREYu+y7bGI3DrArGvVH2YEt/ApVBk9cs+RS+zSNkX43tKYJchuJ
t5pNbBWfCy7g/bc2cg25E/Ug2q3jZtQrbDMb3UA1Tqtj2jsY4aeil7LZ9pEogYu6EXcgmhilem2g
Ubn7JNNi9PZxWH6pxNBmnzJcCh8MraplsBy3P/Q+6a2dArxZPiFLbJiHodVj40akIvvXsNLMLgO9
5nEVkC9S/3lwRfWlSfvolS9VOBujn+fH1GiS/tGFVLkbhrpNvg5Nken3/NYx+ZHZIIr+jlItQq5q
nhrzEJrQ0A/IeLvYZ5UZnvI3ToatIPCmZnhORmSmDpPmy3zjZ6P56EtjSn6ZKK4ceMmGwD/pwfjW
zkbsHCW2DquBeAMhzmkCx0iVmrZZogpxrNuoHqubIYnj6oaO5QygKE0jA+udyHfbIKG5ad8JXqXa
tld+HT2byK2NXx1zNn61XOgM9B4NIzqgweQjfA/usdiFsP6ijaUcrz9e3nj/azD/ufXok9CFWgoC
EAmo86+WPqjbgVKTJ++AThsw7mqqOC7oo2XDx5oEoxTYbHu199zCecnHcPzXj0gLz1UZcqhnEtu3
oFEC0FZLYae7AWiV/NC9Mn6KJEc4XXwLnSA0tyrI4myIyAyU0LFib9NxEgHqpaL8xBof0k0JQlEF
1TQbLd9Ll/L/KDuPJjeVro9/IqrIYQtKI2mSx3lDOV1yhm6aT//+mGdjaVyjeu/Cm+syCJruc84/
PQktke0zgXlatXP8Km62OnzZLKq72ur1KJG6np1F7xlFOKLjQ1ympzWRXM1sy+Jeq/Is29b49Qq8
F+cm9b/YarCXb662+M5XE0+Pn/6QWl402cY03PlYMiThlOsWJuTsB2b5EKhY+FAmYiQku8kdcvUA
m7Uxjmoqpm2F3D7fBWkZ9D2PybKyyCPkafgOsudFqmxjPK3SNhiP+ZI68G7SxFHQfOOuw9l0Ec0S
GmmexDswx+LBNptgeMjquo6/uW4l3LC2ddXdZZPXqF2e8HXfx2XSkmDEYhyjOLOQ1A29BlSbVM6g
niVqkSk09RWxdTKiQAt43OZzL2V9UEE6FxHBSJN+h8GGH59g/gfPmlOlfoEueZYDh6TZY/Sc9t6Y
fypQvXxd+iqeVCSRaSdNRGxg2m+qEjbQRrcyTW3isi2cjdf4jhaBa6SNGw0mpxzaysb2STqyVLUQ
yCFaIUMXbp/+qNdp7P2CT6Eth1xZTbUd036Segh1My+fKVmcz3NXD8VH5s7LRsNtyj86uZ/8gvFr
fGgnVLJ3PP7VpNCb868j309ygMnBS84RV3TaJnYWc2/pee5Bamss8tTnxPoaD1bmhGk8ZRuOTmyi
s6Fe1I86E4HxiEbQUz/aAKepKjTMuXyYi7TMYNrG80eEFVDGTX2UG7LhgGVHUdaHpDEbtAiyTVjH
cZbCxtf9ODfDUjp1+anWVPzd1trResxGY+GF51JPdxCbqoMjNWV+9BZEEOdB+gETo1Y02UfsiKrc
3MuSKOU7yImJnGD+jlbfbZj8FNV2sWWtPi7G7Pyx+Z8kf9gL8WWhlRl89WGQF+OwrxOOuUPSGWns
bhVCKDvK83bJf3ioJOwvMo5tjbLcrYb5lPpabh8h8vjerjYK64wmfpAH1UI6u0+DzrNOS6xVxqYc
IeAASqdFEqaLPwdbGD9m+Rv4TAQn/i2HMhUbl3are523n1yVlO0mydLZ2opEy2AAo2YKYF4PQ/td
GJ1VbofBNX/pMTjAL4Ep3LCBkTomz9pk9Z9tA2VOWLuzpfYKdQM2eZDQT9M0F+q+JxJ3ZvTE6bIt
MVy/Y5qhUfYJQfUcwncNpjxUej3t9DWTco5w0Uy/6nzRzX0uq+lTVwem9h/Vl4U+gkjp9mhpmTTC
OdeN34me5rfsi65LDIQiK9wP+k2GC4PKqx4ityFxYOylY/sPG3BvLLFawgKF+4QxFVpcA2UTfKmX
G/v7dS+xipxXwJjpz9pjXkfB2fQuBaY6y9E3hoQYa6uZyjtzMoJ+U/dDQYHZDNmPsm78T3aN7822
q7zWe/JtZVEzz+AEZ61OMn1tAgy7Cxvw2vgD7UiOBDNJTCukxq2srUZurvFlQMNztBuE8y/oCe0v
vjMaY2hkWMrfue1U+TdcD15pAxenF0MBWCvUb8hiV3zssnDDhdU14sQSRwmFrt2VKB/uJ5eesx37
+jFXehFsR3vKszBI5jjdaPrwrUcBbiEhSsej5qtvNijIH7KByg5nayU+2ZP47cfSvJW2vd7K9a3i
d2hCNeGUYwR4eas2+GTvDUoe0UCqFt0e0sAmTPDQMk0MFLJ8QICd6w+eLudmtwYC3bJ+fLsEIR9T
YFHGvfbO6///C4KxpxTUMHb148h08BNwz7jtUMpYnHhs0XNSUeu9v/xezRwvf7RO7OEaJ7DCs2+6
dH7q2Ppa7R6hReQ6ZIWVoOoLivGT11q5/0A4XaVHIsn8o2YyNFBhr0xviYzJK2IzxF0w8J4LMSxw
VqHYi4957vo5oV1OjRW3nDIzouIrHxCtme1DX4Lm3PgNrzDk5W941eXRFVgM32DpXT62BLGZkc6t
cyzouOpnv1/6APGZkv0vy0xT98HpxRKHvMFU22pTX837Nq0oCJC2OMtTMI+cOj6ud/85Si1ONDS1
GKcwxq9s2C9aPPyUchCFDEcpdS/MsI4+24HXmZtKTJMobiAz1wPoNS5j7fj/N+ym/7/8OVOZeAX8
Uv+YDL68aymIHpnAB+e+m70/Uy+1iL8AWfT9lfD2qoxfV2kulmJ8Adf7UICGBuong98W8ZWz7/M+
kIdGIm14SkpVph+LwBpJuMFq8RbM/PplXbxA8C6IxBBZKHPRzl2t+7qwNKZCbXVC3hYQouMPzW4k
aTZ5zgBEn3B6xW8h7ywbCeTQOuZjWnSDs7MTFddh0ce6OLAYsweV56KvQ9X1TrmfKxP7rgTb0o2V
t3js0d/U/w38RmvXFnEb3FCJr+fD5Y9YU+pALMmPgS13TaBKhiGdTL3Wjp477VSQJT+kM6o/nCXO
E2dhslVGOj02g+P8Uc4S3xjsvVLxri4PcwS6sgduTpDHFfCj4S/T5Py4k+1Prn90vdHwEdtlRrUh
FaQgI9RK7e7FY0baceg7w5MpCCNDzlNU3jcrcZpka3rUtnFElkBc/fSrKbtXXuw3u2Kh24wavNCG
OcQlVWrbkuOmV6E9+eb4JIkhPCszs+dwtu1Y2wq9JTcjxKjO/m07GuJWCGVoJpLRcMdt1llpcgKm
CszTpEzph2ooWu1bO9Il53e2JV0/Yk6F9VHoGCMZ73XTMTl8f8FfkxvXqSQxBjh8UGsBcFzv97Vc
AqZhen6SbjIvoYXI6GgMi3xgbN7sGQHkpwBAPNSN5Hc7+8aRcNjxx/s3cb1oOO9xpIDxwPwSetP1
jD5oWpwE3Emc6h74565E8TeFfN5GfgTIY6BpWbmrb2yjl9ZOcxo9O9lZo9/yU//HbQCDr9xS9oDV
BeRyy5mXRRp+mY6nwlO9tZWuN0dTqxszxhFpZYSpj2O1kxTavZirMlSivGUg/zpR+Xv98iRwSMOR
c+X7wna82vX6IGUOl6XdScZL4u/TMRiXELZn798t42RkYYZxRnemu+p/2t3om1vEd81DMc5Tv4Sa
6DwSZ5JERq0YtWE39ZnoN73RYWATjrqpxoO/yuZ2OYF452ZB7PcDBVYcHIVsSEhFNTsjRinb44CJ
maQv6rvW3TnTou1jDdPw7fsv/hpY4OcCva8/dPW84jdfPnGJRGZJNK85ab77C1cjTWxwbPqSdmNr
R+9f6g0Qvl6L0QGsAt4vYN/VtfJ89MuM1u4kpPZrJkDYDuOyypyt6FS2x9yVcizryXrZkcRUfZJx
mhIZUE3fGMaJO9hwg75//5auCx32+DURhaUP1YRq62qArphlyl7l/UmD85pF4yiSsK6Lbox0h+ll
ZA7ZcivT3Fr/0csVBkTAQ7BY32we12UC24mrz904nbKVL3ByHaw0D6IxEXrJYjRFaDddJbLTANte
e1GEP7ePna1DcFYlAVVLymzqa8CM4zFLAy3Z1kHZn2jqTG9rNZhdfamV51Rs/0sZ73NG9mO4uImX
beqiyN1vAq0yx5WFlZDzQGhpIZ9J7+W8paUdv2p2A49+11WV2URCsFUzs7FnHzEvWsMbi+8V/rx6
FDCsVjMF0CAagqsV0cpYs+tENCeAvfFBpc6q7ldDWx4MYEk/HOPCSDaIN7olrJHh/lo6f/Z3Rp5L
FfkDi/SIilDfZLA8sqjN3fRz2SaNOsyLoeWbVpnWnXCQaN8oUt6wtlg4SLfomNCArHjcVak31qD+
pD30J89jBT8ODYf6fZYyGDYIhStPXbEqW5feifeaiQL6URN2MUST5Rb4lNZF5n15fyX/4+OCyMKg
GO4OcDOz4ssP2ex1RTiLPbN1Wu1pdgXkyWm2ngyjeZw6P32SiAqfaFfMu95BUxHq7YxukLNg/pL0
sCVvPKJ/fFo4tKISgUi60vauXi2S0VjKqbROAzNkRj0LTqUeJjx7uwPkX3Sw5xtXfHOQwrNcCbMA
pOwueEZffc3NJEoDb7TxZEmR9JFsvXqOrBFJ4YaXWbU1FgPSHD4YOX8J5QIT1o3GuAiiTVFazo03
8vYB8PO5CawZCX99czfSs+NEb93+5Ayem92VC8jXRk9s4f70Epm1m6GpbO3u/WXwunlcflHW6l4I
12jV6bASrpZBXiSdtEiYq5lyW/dJPMQKeUYOyRa8IIuf2sLGSRsCGNKtuFzcXy2vSZ6hAKUPARri
7PeIm/jnOmB+EwaTSHeTk2MqoM9Bqe35kocmbNJKyRMuOuJ7bpK2us2Upu1iVVg3ze7ebpb0oTQh
xLjzbnEsvPw9RV42C85cI2dGWQwfx6AzHvPS7QbilbAICBF9LNlxhkPy2NfkJDxbo0Q5Rq5Ann6m
lqxv1LdvKhT6ArZtVBCUBpBj1vbl79Y40YK0a+biXPCU+4JqYCmWSC+MwQIEGeluwzbxms9m5tZy
I/GIAATQlsq6QfR406vwhth9MLtB1rkyra6+98Hpg2XGwPacx/bcTVHd4MH3tXEaM4hq4RXglsrr
R/uQDbSqYT0A424WbIvPCLYxipF+PzrIzktmf0YE18/XyxA3BrzeosaqdP+PnSUzQ/okbs5e2ysk
hE7S1JEbC9X/fn/Zrk/tYtXC9yTIfPXOtyEdXDvapOBOckxiXAsHfxq+6I2R3ZktR9cmZyPLpyht
VeygLVrG+tP7l37lUV1fe9W2rOb/RFG662DsrzeqCySb9TTYJ9Aoe66jGqOLGHQgoyQGyaxk9TFv
vTTlXkAJnNDCFkRkURmTozCEXWGOc6QbeQzxY3STr5R6HGKDSHxnh+tHbm2EMxanatJn/4MJdBfp
1ehi/SSNstJOY1x330x/aj5oIwjspiDhoz9rcaaXTRibCiNJuy+slzkbcURJpxm9sBHU1uM4+/C/
yilXyZkxZH/0U9Cf7Rp2OEaWwNpii6105n6thknVu6r053vw7brZj4Xokh2ExHb+RHxa9nkUIOub
EQTvl+YtunduBjs1onxo/F9+VjGUqape/K5ixYEBIXxwQ6RrVrVvVrOQvetp7alsHGD7sTLt/VBQ
QR2AVUpz48U4uQCp5CLzz63rDRQ0A/0rRiqOCk5a0mjdXnaecVe0QZPxA22htjfe8JvFtXIjqAMQ
ba2TzauuvpJr7zUt6ZlpXis3qAKmg62ntruHSrgcxmI2bmz91rrLXq0pDj8brHqdZ73h0BL56UCi
0dKz2bdjficx3W8NGjjoYGGAXvkuNfGROQaIk4M89PMmNauo7715J+EEU/qJIj7DYxrNbeOPTT4A
0Jr6Fyfrgke0sCtVzsb7KcFNo0yKB+hb6mPXMq7Z9oFd7gICOLMjZIjipcD7ot6z0pA5LI7bL8Vm
HopZrV4b4J2RgdAWN3yMzZ0wNpRHGBlcjRyixvsv4XqoSUooG/lK2zBwNWDHufzKJmNWXTIGwcmT
lfzTwmvZu0sGbGTY8RNOaHTpwpJ2Hs4I/W7s2a8x8pevAxI7023OECb3JJFdXjzwVLLAafJPsopj
zq8xx0onwl5jlQY3efKJhrD0mOYHxo/EG53s00Ad7v50SAyAfM1EVkSuZho/GJ2MYx/WuPQ+WjLx
hHHEaFDln2is/E4PS78U0xyB4GmfWdsLc1snrpKHuEv1bAOI6w9ys/RC7jK7K4LPiZEGj368WEM0
duwNfYgfpf+gAZQ0DxA2muIwzH33czbmBsDs/Vfy+syvHgtqChuoDzNBOC9Xj2VxcpQkre6c5qmt
GvoDUMXgwXC6aUv4DQ4hltcJXIryutinjlZ9tTW2mCaEl9EtLaPoIQ/+YPDtZkfsonCIqEct174F
fQfAkmPaUe8QKblZGSUIHOzIxvzSfZl7vxu1bQN4z8Fdm6Sb49ZRckah2rSJZO2DpELDOgfud6eq
M+PF6Ga/uccIOhk23pAPvEHHVwDdc57Zdz2OTd0L9MvaeiqgS4nziJ5UYD4yL20kjUzhNQR/KZNh
1WL3YU7+Uu/7Wo/lC4Azj5X78p77iubrIfCK/ENde108hbOr+pYuo+3iL5jx5An7vOqk2gKDYhLt
xhbd4sCXo30aO3vBaKiec6hQ+AIdYnviZhXWWiB+tdb2/2VZgd9e3WZa8vn99/jKV79+j1T9+CDw
dXlvRNJZSfbDPE3GqWyHrIrcovd/UOUl5a9lMOvyV8zMswHk8rRHGFUq2yrkFHIrPD6AzeQZ2ACF
fawG8171ojAee0/X0+e8H61PCQzWdQRdgTh9bzJHeC9JWnBCObrEYDgkTF18bQcSlX91qei3xCQ4
cbANusEOomDMjQ34sZYc61rUyw70oMEgiortxgztH7sL94Qu18VgFc/aqy0eTpBf+lWgTq5GGPmR
nPTpydJsa7rnmzP1k90LyCiBmLLhPh/1Jbult3xbwMCRY2a0Or2xxq596yQwJx4jwjhNrj4k98Wo
J/e9PY0iMlab2a3KK8bK8JGWW2mgawF8+fKpW9YRDtkuq3fmVYGc4qNvuVOTn4F6ZbElIq9+ns0S
wafutN6NnfQNjPY6m/do62Bfsd6uU3lGR++tcYr9k5FUoqeD8BMrOcRlAYeI/bsmfK2DQhzhoUnK
I5NYzWEj1DRjV+mjid1cOalBnjqVz3sffZwd6kuSi+ea/DLzjuUqqxKCTD0mu/c/krcviFWxkjNX
Tj3d2BX+pxuFn6eZ0E7lnPnGHnRTr0JvQUL1oXHgPQ+uIz4b0yp+fP/Cbwt1FKoUH2Q1Mg5/W9vW
VY9tJd3IuWsye/odCGl+R4bhiz1RTUmL7ngxUrb/uCYaK2BQEwEHQe6iQUdrzuimhiiQQjXGO4tj
MjkWRWao/ZI0zryxczyAwOmD7LPSWpk9OInfeIeps3vrxrv/x0LD+4B3DibJn9ex1qgimlkb8+zs
p/k0E/4GYeSTPiUQ9UJqYEdY/++SAQ4Go0menE6rZVwNg5NZTF2aZ/l5zIPG3lGySXsjKKHjJ6pp
P3v09dhow2Ec0p9rxvHw/P6bWzeNqy+LwGzCAJDnrbEHV+MEOiwvh1MZnLrVkXqOF8ygOB/05wnb
pnuzjBdx4xdfp6pj1QhpndMJn3M6afr3y0IFr9qyrfQE/z1peIyasaESz5mo+uGk4WTVkd06ZkNU
zD2mfin41Bg5tZP6T5geV99cvI9jOGsCdt1LJRQ0D1NXlXtrgvmPJe3ApEREy/gUkYhzNSPXNenh
Wdsn5y6IKYJDpYli+QXldXrQFOOQEK/wBdZcjSdkUabt46r8WrlYY2w8puTOYWAHeUcbz+7IeC10
zSrVHoK6dLOoV40/HLTZcn5qsaH12WbiHdS7xKtEcoM//XZTcGwEyC66brbPN3YO9dS1y6AV6bmZ
DeOIJ2gPo1fPUu2QpaUxDqEG6bfc+nietLfQ4tecvcvltcZGWnS9PESgn6t3XVlOXmCG651kKdsn
9PPiq+PXA9VQ59ZmT5K1TNgLl1H3kQCNcezSukg740+jyTeOR0clclWrFwXDracUmerqx2KXVf8p
h+mxfIZSPantoGVB863rlHVw3EIkMfBxurbzY8KwfRv4jG2ieanqYtPAiRq2gwy0+dyRs1z/6jut
zfrHVKbD0G9TTeR1Eqq2wBA6ksKtvfNsea3zUUB9vgM7au3dUIGnhZxA/IYF5eAQQrmof/CpTuxg
+De6UUJe5ndp6clc7uy2XMfR73+6b6Y0fDsM9uk3MB9lr7ra7b3cawcz65h1uNgARYVvwsTvTa36
kiSwDKJuJIZL2xltmahj1nj1j7whOGa6MY37x/pyVmGvh2YMDdc16aSAebbOBJKzz45ZbUj7oc3x
0wWVNOCH3C+D65OH7MAHe//3/+PCqyQF+GAFGFhdl/sIkDl9VQL3HeXVVNCPwOPuRdpwC1qv4T1Z
5WcA3FtN3j8aLdLHaLSQvEOSfqNn9dKKklzEy8lHckRgL2RAt98pyBzl6tEo/uhzmxOhAoM0OMa2
v9z3Y12P23iQtha6kw27Sma5f8pz5W/FaMTeOtYz4t0SwNCMFj2o4P/pgPRf4qIAFRgwTB3uqcIN
/xAzjlCnNCBm6SSUI8YfpYJ//KB5DMI/LJ1d/BBzx9RE62TiRk4MtU5uJx9mq7shrSiuxYYx9S0+
z+tBdfmlr5QjqnPOMeBm82o1jmaleVatByeHD9e4syBW9BsL/3H1oaub+jNfLPVOlSfBR5qc5hus
R+HPm67MlwH/QeGk9b6uc+333JZQcd5fKv+4O7Ygi4gJiGcrLnc9SBQ9Lnh4Q57nclriJqzzVqZ3
tpHRMAVL4Xv7xGiGe5lObvzJbOeKbgHlQNZBqzEmXGUr5vIbpt2Z/UOots9uBSe/XczMf6nb9NWo
ZdVCXi7m0WO6O1tVexaOzI8Er8REzfXUVcmdPbJQ9vi14E9hyymv+xtFz9saYO2N0ZEgsyEQw7qq
rqUaCUCD0AopffD/Q44iobH32aEvmFOGhttm9o168S20hOqekS7dhL8yqK/hQdPLWzOPzerszG5O
Q1HGmXsIYunv+6x+Nppp+a8ASMGjLVcf3V7iz9HJoHnWgRHbGxvYG1rW+siZ5VHxYyH4dspcJLPf
muUwnvNFaCqL8JfSxYZxmz/DgnNmw35yADkeJ0gyWgRh1SmfJyJ4kNdklcIVFerH7KdwuPUh81+6
Rgp8Xhc/HrVPA47K8TO7kJbeYRe6tIeV3JY+LdgDu7fqf/fNm2QThsAOoQjAd61iL1dRCau5srps
OCe1X+Tfcxzu6g9uKnxIp3lgHm1PZQ3EK/ZLCBZglhvRlpn83Cey2GUkSQx8Da7RFZHGSLyGocYk
K2JP9b7FhlfVL3op6w96ptjoy3KJv8eFwBKqazjgNviY+58yjzYt7IzVjDu37NjbG3VZ5m7YYMpj
l0BRti2PTlNkVqRhQWxZkY7TsDZuRjRg1SGe4srfLdJ0ku8uwiqxIepMd7ZFYzRAx3FKn75gIA0P
38Ez9SFxSguPsCawv8cyN7TjOJvu8AGzeHetzdwxxCax8SMoJWZ2GJ0+69GtwUu9m1iXXWhIe1yD
kJMs2BoLsMqdC70hPmBEB3zolCalHSwHD3OmMViWH24B7fLVcaRN2hATJ9ONSrfwqyKEuVxqX1wY
bjArU6uHNPX+LvZmj8Adce1HqZyx04RBcvl28cB0HYQlyVnDgnf6mToYluvxKFGgyUnbBFNK1WHB
gLi1e66bz8XezoXZ2gEOPMbLbBKXFyZzEzzEd5OzWlLpRY2jpYfBlWb3H6TsbDhmndF6hx7SYRMp
tpKfxCK735ayK/oxJAo1UN8Shy4qoJUTYPGhzJp6uitcqM3HxDZwp8ADXJU/U46QW2ro66dGNwfL
xmEw7q+d3TXsQuXbyHjQ5LHshH7I5lZEsW7iKmw58oALHBxDyxM3kKvrPnLNhli5fQQ1AEBQG10+
sTZv4a353XSo7aX66HixV4QpwztseHQmajeGnG9xcQ8jNNBDmKUmHMbrXsWci8WqzDo/BxrDqr2R
E9RuKcd+8MiwOwNKQarFRwUroLiU5b5i4JVGdm5Y2BEXHvx/eLA3plVvt3juaZUh64DDEGyvVeEJ
7Sum5FV15rMeFfoW286j1mh67zwkSaZF6FAoRdBKWLsh6fqftRcH31Ay4DegWY2cPr//9Vy/El4E
3Ry79kp65HauTrlk9CjUyNQ5227bMLbBhVuCCXj+ne7SHLx/sVdK0eUnA8uSVUBvD9MFttnlAiip
h8piauCLF36bworCJ39B3KAXWwamtoWlXpcVFIx2iddspCbJI8D5GeKeHVaJ1oknI3Pc+kQvkUD+
gNcdQFCzGS3J0G+SpUpvfOVvPnIk3gFwK16MsBnoKi7vGGIFYCR+jGdvtuvjVDTei1+Oqg9Nt5le
8A+ZixB/SO2xFql343N52yfyhWIEuZIpYGlxEF9dHK0UopDAOrNgiN260waj/TzaeoNwSPoJaozR
I5kH4LJVWWVunWzInTicVY9yx8sNPMGh0jgYZwIq6mGK5OFnOvqquW9LWfTPtp4Pat8QzGSEAKG1
GfXQwJ5lJ2YgATiSVhr5WjAtxdYYiky96Dp23b8Koy/+2EWdIWgzM1FERmUpTCEhC3zMWuXNoSK3
w9viajTlGxRVY3Cq9bkxUTGKIViG0E6AU6PGNjsn37CJkjehdL1OvplY9p5lnnaJDEuEntYUJbD0
n2fLKP1bq/HNHoiHFWwROEikL8LFvKoLgDcZnnd6fZx7QWpDa44LAqPF0/eOqqcPfpahIHRWCRk9
5Uk5U7WTsdcc9BZhHqfRuEc3YxxtIyVUvpYwTAnf0kMks7e6qzd3yg7NHk1nRSFKpX511KTQ4XJh
VZjqL7hS+WWZ/W6AIw6q07Rta+rNIxl/N3aG9df//a2+btZ8qHhBMdTGrPpy8XljoAFI6tOhRZrN
9KvOdEQzg9dulDGnvL1AWLeYQ29+JwfEOheB1cArQQdxec3EFLLroL4fJozyvwTEai2b1k+K+sGe
8xHZm9aXH6uRGutG13y9Da4/lmOCBg2eCc7g5uWF50AEuF0Z06EZh37jSadZdn4xZGQqjHhz3bja
m0fLLBlkeGVqr1Pha7J57w5uVtPt4niM0/1cuFiWVqO5w/3nZ4/F843LvQ4bLl4l1wswr+XgWa0X
3Kt9ZKoCOQX14h566HMluqtOrV7Vdp1V+VOXG7aMvGlxl0cX3+djX2itey4RY7RPXdXTaXcEsXxH
BWJmm77SSOMzRwvKSB6w8W1MN3e++Uap/+j43OetqWxmVK5s8o91TlLmltMgCA7kBprPUqUD6nsC
mJtz3QeuPARZWaWfAoXWMt3VY6w6c8uCs+NfGXJF40cKqs2XBeFuXGTU6dNY/uoZPKkqJP9ANBu8
rbsUE9aGAV5dE9kYdVM1/TLjzsxOurYE5Q5JCznhBY3udIfPV7vp0Ewmd0hRRRdZtnLY7NiCzLOk
At5ioQonve8s4UaoXkXTQXmwDFofrMjsY60SMluxPxP9Ry8PiubP+2fkP9bGykdlaAR5zsf4+XIl
EmJME5SX6Z1qEmP5aKa5ETZFpf+RM/kxD6XCJOv9K75Z+6DyTHKxhGIADW3/qioLMkERRF7QXYGd
+4M3+Ua/I6JA/66R79v8P89TBBb/Q2GwqkHg9gpo/kW5qUjbZnKg4Pgg07eYJjAwhCc7b/wYWwMt
6dttPfg6HZdWtbe+Ax7d1WcAxQgTTwo7WGDXJqwOMS9xlU8OH/kcg7eY+jExWuveXkzx6/1nupYF
V5fiAo4PeZLD27zmVpeIS+nSevdAGS7DzmxydAkoG/Mb7+4f18Fpa42zXOsqnC0vV4sRDHkOuOQf
kqTV7C9CF9I5Vr2tT7d2yDdbM8xSj4kIGeZskMY17TXLTFjuyHYOU6bHj0DJ8oOeEKpC/ERLIIUo
gf4CKcobSMzV4oRuB58RE9SVJ8wk5nXs+Nd6EaY3wwN38TxwVQOkqqblo8S+BfSwkvkt0/F/XA10
k5GHA10IOcbVmVc6Rg3h2Vt9jo2l3jKZ0JeIyKPpaJHy9N//a43w0wz8nTlYsaeBSvzavvz10wrl
CqctFhvgdiE/oMbsAYcVzfr6/mXe/iYIsUA1YFmELOITe7lE2sCZiXjBliCrmkXeC2Nw0y9ywp/n
oGw/jl/ev9w1TryaVqyLEU4CjTe169XMTukinWInd58p6B0jj5olGAo0fEDHjA3hc8u91BKR3FWG
EF0f1aaaBG16XP7UVveuLdYV8E9jCV9WbCt7GRaGfnWy4Adjt4m7cVnyLdQpoTWmsb9x9+tm99eH
y92vByQwHNgfSR2vMN1fL0UJRPmevbjPA8mMT/Bmgxx1tB1UIWrW+6Vxq+/atCREw+S+e2jrpvxQ
ta382tqErd6YQF59cuu9cAuU/mtBhM2PdfnmJqU7zIjt9EOdeIMRJjaT65RgtO+yT72XdJ69LWKW
8oax1dUBxFVXi2r+44vD7uHa7KHOR+QPUohnX9bx73hKq4+x5i/LT7g2Q7MphS3Vjdy66674f9cE
hcN5lQ8BQublL60rjMLwHNCfFe8muGvnVNWn1m5qvwrruFwpK1ZVuPt4SKpm2AazW7bfNGYmy0YF
Mum32A3o4taWtx61l2sBWYgFFAuZeh2WXFWj7WLHpCsO87NeLNvRowuNWBx30sxtJ5pb+sF4tkfI
c1laW4cUT7f+xvZ+PaFn9yN7B7UBDBL2XsiKlw+mgBE4Fio2nmsigIg0IavM3fct09WvRGboT5Bi
Zb3NetGLaEjVkH4inklWxxqHZZ1pZsqEMMQr1yHXhgmafsuU59V1569nxA2yUaBXxxKHcpYbvbzB
viFCrdBHFwelzljyozu5ASVe1UHbDWWqV9rZ7pWY7zAPCFLoXtPiwS/t6caedV8GYtfja4STBr5w
NsT92irrF7O2kuEED6y+Wxq0BP/1sDXtLOw0/AzwIpTVsGImMg5JmcsNxtF1bMZzZNj9+FLNVTri
TaTazKcubGGQb+C6GgejUo4kqkoF1WMMrFvstCDJi3AiHUo9k6vkIvHUxnTcwtJL5TYvE0c7NnHm
9NE0LfIjsFJmbUsxxpMZwYOnI5nYee3ntjATXHVKLZfuUz3MiiwW1aFQ/j/Ozmu5bWXbol+EKuTw
CjBKVCBlybJfULYsI4dGagBffwd8Xixyl1i+D2fXKe8AAmh0WGvOMe04rPudPibqVpkzVTnxq/LX
pf6PMZIXmgdWLhMquGo2FTe9GO+BD5vFY1iVi9j+3+a25V1py+6Hg6THTvbchFUrFZw/s9M44Mvh
UHphgZVymigfpLVWBKVJ8tUqy7NEbiLm8JU+SrLRonjhhKje9OXzn3NWWeHX0KUFJcFGF3U/+7KP
I6erJGL0yhSnbg4fZDvGOw8+QCDzFg9nGWa/XbMMd9qABv3/cWHc40tXB23g+WlIkWatZ2XdnEbP
jHcAQFADlUAC+ePiMXUn5bXFB0UopZ0Vu88vfe5TWW6ayRX/F4A9NKnnwOG4RoOkjlN8qiVBGqtW
0IDA5Q/xMwAYngV2F+bGl2QggXFW6+QkEVt/zb30WsrY5cNfVMMc6/9UzWk3fXz4iq6OTVop/al3
GOlmqOk+mvTpgHSk2aqmSH6kS353jlz95fNHcLao8QQweGJbYJlBtEYW88cr57UOLqaolKOrhWO6
ya0hng5J2qTmyoQPucKdO2j0RSrv6mT6564+TlYUOhf3Bn5X+vLu2TKjJjAGG6/NT3LxzoMUMES+
eLImVcvXxP5572xF3bfZG9Xajz2znJ/G0cJC1k0eKWWrRBlTeZDKoNOW03tv/OGKJFKeR6BsU/o+
kbwg7yZwW9BZ0kLG2y7SvSoYPRnSY637WCAByPTJt+txRHo9N5p+bLKyua1kRKBg3vINrrsBlEbh
pvoUFKo6Et8AtIgzd6JF9Up3wqG5C+fYzDY40Kthg1dUSVM/FFnffmFbVj3axjR/D5n/wqNVCWFv
x5F8vjXs2NnbiKXot20dVMgBCoVuqcD3qvM2d+CYgwg9ZYiI0sqZGrpG8u9iZLAfEfsVhzKlobKd
Cg8FdaUrek+6KAKZ7qbpqAutan1I+pVDVQiGcavb0I5Ai4gnkLxp+1iGblfcytFKjWApREOIqcgW
08ogxiYA4WYsxmzjNFgloF07le/EYfM1A9SEsa5N5/GbZRfW98Wj6K5t2bePYMRKe9ujkUpBtzRx
EcRykM2m01W5c4tSkS+SrLVdhpYKNpxtNMpBSjZ4vltTiFjTYs1gSUhEU40eeFprpr8aCSlmNWRY
acptNAlTfHcRe9uPC3x9fgTdqtDFr2KrjYPJc3B7sB8yAvZwxix2QpbqXcr8mwqadXNDQFrRs7jN
zsQHPZIp131rbE3iqjHtHOMm5ot3ORXuY4k0/kWv8J/4OlCmchWVVe2tiBoDzjrker6ac7TFMNY4
ImEjAQsReHEMhwkGvnsTiySctpZ0q+8VVTNSRd05/YpVLvdWk7KgyezcKEWgz5HeTFuaVGr6WhmI
uLf1XNdTAHYGTiAtwdYDwY0oADGWlGm/ttBk5/vJGHN172rl8FPkRZSt0BRU9cSUObjPLWY649DT
2nBg5cekYVZxNzjFDhWDngZMB8MtbVLHfOqmJXZVJYZMS1Zm4dnTAwMhL360Opuc+3DUK7lXqO1b
vqUoab11CJ0uACjKrLjFOdlZXywziobDLFSr9Ycx1t/mecr4uGTtqbdSL1wrA56RiJhELgJ+1yNN
2G3hSFP7Qr6jMhO7nMTtHohbScFt2dKwn0LG8DwqtUuHUrNrhBAtQZ6b1IVSVdwXVSFrZW3F2NKD
Oc3aIwm5af6oz/1k+X1WKP+YtcQUCaYbDhBbcHrvF4piiKWQreykOwHy0ldA/dx1StjUYVKr+Lnq
6VLXqJ/+dTleZJZMyORxLLbw86xAXPcQqSDRn7IceAR5cskXN3WrN89pcd9XfM/aLRb98KHsvOYa
W/FyOUIeSzuMaZf0S0q/HxeFgoIPHTrDOjKYZ41mhDv2RuHbfKDEWCS2uY3DaQkeLzgUxKs2yZL4
35dmLDs4wVAK8CAuFFt2W8yANJPkVI4qG6MGd81DSwV3bxYifDIG1dxZxpTs7G52jqMHh1vpEuXK
+fPssL68esybLE9ouOggeMvf/+v4OabNmHtaVZxyq9CyiHSzOotu5qaZwme0yrZz5YBxdtj7c72l
x+QuxQGgP8uL+et6eYEd3UR/cUK/FB8Jfo7fsaUh4ITd+qC2dHL/fRNqLw7VBTDMMnKhJR5q0PfC
KKtT60RluVPKMRvXwOtMvxFV5ayoDrruPWaLlzJS0i3UnxbEJ7u4uwYe+ePnm5HLcYdEcBG3mAw7
ijHLZuWv269j4I01briTbKr8e9vV4lDgNgwkdoXbDCbFGBSYIEGHKP2V7+1yH8RGhIgRi3IC7fCL
fZDD+pyPojoZfZveD72hrkZp9T9GrPL+lFucadMuPX1+v5ev22Ljw6OnuqUhhTnbAOWaUJpqqtMT
+urosU5S1j9FVsg0xqTeQL+g2fX5Fc9dyYwwWKRsd1EkMrFcfNrSbtgntJV5zJIZWGepVAZVDNuN
h13Emqpt28nKNzP2PGODl6ZUmLnD2Ou+Mg8o9aF2xbISd1ElbnqTjMN7ahMsx2Goz0/8ciDATCtk
ZPpKNRner8lBu5r52TQmVaCFxWS0fp807OJWn9/YxdAhKQlsFdOzyfvDQvpx6IDKrqBMDelT4aT5
vPJaS+wUAI5brUZQ4RAXh9Wa0hAQRDxFV57qWWWCwbrU8piv2EuALDHOtu9ZirylQBL4ZFqx3LSK
ypBhj0ROSC6CEifPrlQy48EwKvNGSVLt6fN7P1dWLNdfSmT8FRE4Oomz6yMS0WCvNuqJr0UiWUpz
D2s4zK53OmnJkXqVSdNIddptiqL5S1/Hee4Tp+k8g0sqgKEU1svnP+nic2Luojy9VCGwG1Lr/Pg6
cghCQslJREmzJD8Z4Jd3iIPnEEitae3SbAgPw9xcA/hcfE86yYQ8BoS2Hu3D8+McrXkR4us3TyLE
fXQ70aM9hKIAjVsJL9tJsJtvn9/nxQJBJxYTOnIAFXQJ7YyP9xkr7Ab6MZpO/agUX1qhVCcn0dJt
nLOv/vxSl4+UthYfL2ZWlmRoEB8vFUUxSFTpRdi26uZrJfVvMnHt25JjfeH3YU9nT6nTfz2cs38l
aIPDKRJiPFVn77EBWQKDUISnpDWiW85qiLk0UbHBC617G2HxrSjZ8GFLm4Yrhc/LR8uVkTqiT6IQ
xuj+eL8zTckxy/v4qaImswMZD9lTG5roIWxg7V9ZB0EY8J/7cBjV6fCh9sRlwlfE2P14ObR5Jqen
xDmx8RDNERaUFOyz5qyQpEUUZvuuOgQP4bZx1RiOslZQbmTznfooT0a4rcsiS55512lQqPVa+eUK
kSWbNkmKR+l6RbgxQFuhxFdSLCMa1aX4RtDUNnKfpnSHNqTv4hb4UIyqFnzBkBAvCWR6LyVS00f2
4Vr/piUYU+6zxeLK+SoztfGhW2A+fqcQ1rHrZVsmcKsc8VIXSfEs6FzmMAoTDMpzOETzOupV8aYx
IeAxsNMmCqa0NQYE32V23zY9mG621CpotLhs3t3WpLE79W3d3Vldq3xLLXPo78FTti8IFpVXF7v+
Wz5rRrqGID8/2lYRmkE0xFZ3UI3eOpnYV98k1bcn8HolYvuBknIAshwZeqLreDsJPY7vpKEn5Dqp
+ZTedEVanfpQ67ExlO1srRDE9EHtAZm4iWg6lX7fFbMaoBaWxVq1xznaOdOkBsoidX8Ro6Z4Wzyf
9W+Zkou7tnPiNra5q8r4qeTMrrw3+iCqR0Rc6YoNZTVuLC+t1NuQ8soBjUuu+BR0u9/8DxAv20v5
5tmDNNZm1yelT7FmeFYknfGvVVOXN03LunADbN5w14kMkdhMsdZ/M1jTqzUkenKNKNy1A/BWSLU+
EdkJW2b+3MYA21hAT/UMS/H9lEczLBiV/tajyzlp3LhqNTUHk6pF8my1aSFWIee8MWi1yMh348he
zSeNdXACy6ysXVOVhRZQaawqv6/61NxaSVH0d2KiahLYc6cNL44lsvCG5MtBH9azHiYzKtra9erv
hQ5ezLdEVL70gPiz1RQN/XaY3BjkQbUQogw9b6BlsRWNffank+HHusfRlJjQeVwlVeW+UrT37DfR
wC9dEZLWPYtoabJ2euqkaO7tslpNnTaZh8LFB7yHKpz86CNDsTcVYjsO8YPRIyIYapm+RSxTXyOj
F9+LHIm5r6h1uYEr51n3aRK5d4hRnHItQjRAr5S9q3pFyW5Cpa/X8PYdxn/sJyDiE1j4vfWLyb9r
j70lx/teQd28AvhIs6Bncuv9wu7ohiWVob0iA+7Ux6ybbXAtTmLbJzek2H8AoEytqRk8dccxkFmE
akAmRe+nXSzw9mSJSB7w+o3jxuviyHmuhtH0UPY6Zix9fuqkIsMoaB0FVqyUxmaEowJYooX1tqsT
BhvfTUaaseO0/CJwV4Z1l8ZN99qUsn+bDaH9yjUGd4C63hwP7eC130vyPJNDGQ5ptR+nsia/arJt
30zS0dlnbWEVe3UMlYHdWJm8Wj2mpl9h48IiEXmPKFjvU/1NmPTfd1mNJsXHAFHlK4lqLFlpMf3A
PUDM3KKsIQvzCFuYtnJmNLJ7C9tpyG6GTkTzE038XNuVYiKAkz6Wkm1FNhYWupQaLjTjEZqzy2qx
I6tzpK1YNRlhX/GQEceYJHWgwvsdVho785G5wYnilTq4oblX4j6NbhwnLE2eoJ5OABoKPaR2lyfa
qgsbtKPz6EzpKq2sJNmwXcXVPpp5/UrnHNdEb4VkY/jQjY2ZfFDTmNZKqqNsWfw6z50R9v3dEFJI
CwrNLRsIkRh4kcPp9osMBUj70Gyau56n2lsrMcExvjXqWJs3qO9R+5uKlhab0bLqdYrLKQ8ykyyV
ANxoap88uxdMzF4K3yIYRUZ8plZlEH9KggvW/Ad0sbXJ8njPaN6/z2ldPhua1va7weMF3Ycdyj2A
0Cr6PDWpFIrwjtX+qAckvfeAvJ2BvVST6wEoECO+mTpVgZISd/norMDZV/pWAYfvkos9Nr8r6aWY
jfJKeVcIHBpu+96zxFoYoXMtw++cJMZm1EWmhsiCTrpBz9n4uJA6dd2B/xrEkxvF8bhvZenuY0FM
Ehq9SGl+RJmXPFDgUhSiFPgOtVJt3EBCH0tWxJQ1ZZCjKaXCI8ziXXOahtqvDGv8lV4Hdi5NGnnA
IVB4/7y/wki5bBzZ5iBuOMcNRiBRahA8zVOBUbFmpeq99ZiDzFRsdVDWJg6FVZJH6Jo+39ddHh7+
CKLxc9Olv2wDeY2q8Mi6+skgHYFF3WuqYtv1LnDjGZU+c22H4j9Ihkm+yqwXCNNn3CBXfsXl1plN
s74AAckqoCdw9tZQnWW5xL7wNMO1/okrL4biFqOj7+NKCcDDq/vPb/tyO4vsh3M+NQs63OyePw4T
08BAiefPONH/jw5tbKX1CjV6+ThaU3saICwSz1L18p/vk8uCAUOCR5nlAkEzN22ht5E0TjL22LTN
cbxhMXHvs3wu7m27evr3u+QUtKTHk5NycdyG1TmVht4aJ6CO7fdxSjGTp1GP06OgzNtbZbsTQs3/
tY5C197GtUzxDL8U/NmPz7aqwa/BpsmfrJ6DiB95gtizqhgecP50xP9MteJ39NPIP2jda3mDl+MZ
ggkEPKxsi+3xXHCSFGpJtWxwT72socGD5IQ3q2M6bgwrbld9Zia7dqagiM5+Dr9KGerXqlr/8RMA
UKCN4ji45IGdncoQCTRY1rPyqRszxZ9kRlC01BYPdCS8mqb4XPqRKp3X0lO8gQgka7jiZ778nJgE
8V6hJsVSbJ6fm6jeqkMmnPaJA46xpY0oO99uNfMGqXV5apnlnj8faBcXxGVLqZaXjjWdgtLZKxdq
myqwafUnrTeTOyFJWpCJad3QzRE3ULuHK/WWy9YpJUMUEBblnKVseV6qdCrC6cmRCJ+sCpcYXSO7
Y4nykIr4vQJxZyOrxH4Gx+F8Me0ebq9uyOoBo4t5Lfrtsvyx/BTum0mE7xqb3Mfh7lh1Z4h0CJ/M
spfk+5nlveuKmlSlEjy6lpfJRtdKZSUjNfyW62EeJFpjfI+nXjvV7kwg1ufv4j9+EMpN1hKWwUW8
45ydJSdMO67L/PZFI+npoNL++IaCOibnCSV7TMpnm6wE2iUKY/o83USRxlEk8/gaLL1Wf3b43baf
/6SLLwJDiaVpqKn/dDPOraVZ6Hmi0eKcrovajH7rKO6Prs3ldzOerQOTxetktcYOFoe6x/hqXdN6
ng9PVKaAP2m2L5dfYHkfX5E36aGV93lzVERSxzeguZv80alLAAPw92eqhrUFlv3zmz5fYrgoXwUG
e2ORkyPU/3jRMloE1bnrPmZEhP3qOs7L25Y/1bc6aBi5tsei6TeGLERzZdo/r0Yy/8E2QSUGm3SR
0J9NQGrfIFJTKOEjXPF+hl1h39UVRvB1qnvSW1szcKbcdhUzaO12iq8sref6LWuRZqJmAKXA/1nk
HB9vHI1eg5XYio5VKcYfo64QKVLORR0YbZ59w/TcbT0zUo5epYL5MrP+ue6H2XfZel+rWl3ME/wW
yur0MxZ33lLk/vhbFBGaLeqG/KiBobpxiftdc35KdyGxmLeGFjW233teFBKo1hbb0J2zl6GZQ2P3
+Vj4j9/BhMTpEy0pj+UCcJsmmtFLysTHaVDLfTNNxb3ZjA4nQERJb7iItR+OObZPBtrzd0qTEbkp
1pVJ+nJY2FS08LgwZ1KWO1eweRlpRXBErGM/0NYM7LJPKyDPpvrcqJ05rWIT2w8QrKSE66c7vb7+
/CFcfhAshjjgcVXANkbG+/Fd9OSzpzhsxmNnGMUx08ZiMzu9F+ghMMLckMqeR3RtX72M9b8La2yl
F+6CgTINZ496XpkPFcsY6iLqj2039x5YtdKrfZlbyp6aTnplnruYZ7gMz5bND5IWPoFlHvyrg5Sg
FGhEoWlHGJrYArB1U6Uo2vB3MqrhJjLMa66l84l1uS9E5YAW6J0t5rCPF2yLsZUpkSlHc5693TjM
5Z0dj8l0j9Ri2DOOsxe619aa6q3DFzbnsXvlpf7XLTOrs9HB3Y9v9uwDM6sJu6Iq1ONMcGe4odo1
TPdRH2mbEGSbts9p3uVXrHAXA5m7RkvP0yOHTOew9/GuEzQlRZtN6tGK0J8HVjcDislAywWqiw35
QP2oeKUWGBaBWYXxr8+H8X8882UtYUqnzMLG+uyO7U7wzZSNcWRNqzqf7IDmaw26aJN1hCXuWL3S
bRlTnwJ97AQhxP795z/gYkgbi1iO/hlGY5qm3vJ4/hpltBlqdVJ0/TjT+elWZoLYf59p5M42Xhgl
Vw6m55jyZTfHmYyJS+e2aUaf3W8bl4RnEjRxLLHHk6AlcIjO2MlNeUB+0FXbvs1ILSvCuDOIdrAR
YlYWYJefCEgMqKfRMBi7vkRZhoE8yTa9N+S54Q9mjGApEGbdAkRrJ7V2yDnH90OXLMVQllqckmoM
KFjxWsBpxUQqHxQsNKx5wFEV/e3QxhTDk7rGnNOObmKtRmvZ9Hee2T0kAyaxK02BCwXu8izYU2uM
9KXLdx6J3Q5JV9FHso/5NFJsGqojBn7cqF1IsmjVh2zn4yR3bvukrtbt2MmtWdvlD9Ai0ysheMMW
tah67UctL+DDFAfve1FrLKPRWHJZP44HCKCQQUjfO2olZe4tYMHGO/SKXvRakLulsuWB19QXB014
67qDQrKNmMWSU6rV5bXUqotJnh+DIQQFMAcCYKtnMxJ6t7iZx2o+6noZ5+S8xeEKFgLgTEerrTVx
LdJPs9C4ciD4r8tCL/QoIrDncc/3HMDeHTBklXZ0qkS19ord2KjTq5h6tRD1oBxapFCbVnTdlRbV
f3yMrGeLZ5oVjRPn8vf/+hjHhkAKtHzqEQFa9ttu3HkVN3A7EQx5qrhyl+ehFMu3uLj26EqhBsKa
cranZLErISwM6jHEJfItQhfUBz3nspISXx6v0AjM6S2CfbmK+9rR1zhnaVVoZdrsNVTFB7dxpuEx
GVT7FciAoftCWWhmY9Soq8bu0mkta/oQTz2SbFh0cZM4KzIZxS7BBjdgPatLAAUyybGLNMOidtem
LvHJGgcTfuUc8x+zPMeXpSWGB4C21tksr0Hm6JthNI516kVrerp2YBuC1FL03/WO4nJe+lj6nd9K
GZu7z6fYs1UNGQiwJFZWdo1UaxjPH98quI2YsipLqlMgZtg4E29m4+k4zvOWWj/K3K6prlzzbCT9
uSYaAt4ha4vDjX+8JnC7AghwqHAkcdPublIFhC4TrOr9VPTfP7+/y2vhRmPxYO2kVnPhNnKEJXLa
DR5EYrV9k2MRrnug2uxWnEl9/NdrUVbkQbJEYJvgKPTxvoooV9zIkfGNixGo8oeRIEoD6HCz6tDa
X6tnXr45qqcomJw/C7ThLH//r+9xgfHZiFTDfZ175i73pvZRTSexYvPnrnS9aP/t+18EQ7jDQDqx
9+GRni/GOsg1M/Mie295ufcyqBXIk6TjAEG7w37+/En+x71xLco5aHZ0ZCZn96bRBx7nfrb2pbBe
Eldoj2qjtTcYGGXQWHK4sptdXsxf68r/bo0nSb8fDqF6ruvIOlxaCrYjrKAKmpbZNn3FUqu10Wea
H6rKtEuKbl5FvZdvQ88oNp/f7fk58s/1ObzyYNE+mggCP77Kwob6pXS5u6cZEn+Lyca9jZDjfVML
s/iG4avbWZWnZyQzle6hIPh0G6IluClmU73yU86mov/9EmZcllkKexfcaMsoRDJSaN2XQItXZPBM
b5ALnE0DWO8h1bqs92s4uzu6LNn750/h8kvFzwk/nHO8h+/xvHQys+q0iZXbewV/8U1HVXmdEPX8
5FTimk31v4YXxTsGtIrrHlne2fP2QtTokkvVpVlvZJ9UK+GWdCBkL7f2RE7s57d2tmb/eaqe6/Fc
qQuxaVhu/a9PFYAXZp9JYzjTkzV8KdL21qV6HGitSlTSFKZZwFO9ltlyeZvo9hc7J9MSS+ifPd5f
l+3LBrgEXq29Q+Ty66A1SEvnHuW/0aoB4EXtyqJ9eZu4+//URpF1UHA9W7O9OTFtYlkJoMlNGowy
0VdYTdDzhmVo+SKM8kel19vhyr79cuBwWbZDFMK5U1J6Pz7dqAzVZb41mQiHZKtFwtq7LX10ClD2
8V9fJGC2xU2KVBiN8rkvLe2TsB26wtxPolF/t1g7v4YphVLUBjbRt6w/8x2F4Gr81yfLgVfHucH2
l4+SIfTxFqH1kcNKS2Fvx2V8J3T4LEGpeNahKybtoIwezn3XTq6s0xfjZ7kqBRTGLZe8cOE5SMDb
oh/cPaId55FqFvt/HcnADyQ8FZnqmeleu+IfMuDHqfjjEzY+3mlBEG4l2xYqom3IU2GV5GDVjQ0l
SSuAvvlj42Web4ZdY91XVUEV1ykQtgvmi26vlsMYQiVPLGzngy5BOBjoYBoMAPiSgLvrc+63ZVpM
+KqBC6wNY7Qfo9Qx5MpQJ/ULK+nY4tOIJoXYh0hq+4R4vv5RNcjlW89DWIivOrCr6SALpXEfBwws
+RpLU23tzEmUzWoizkx/XfxOQ2Bi/TBvZr1y8g0yFRXBRVPPw0uLL9p4Yr3RSNMoSCvw1YbQK7/M
8vC5MsulcFrShl9XpJ2/lJWmRIggkv6+NgjADjRu9h5lUhHfCinFSUnHEZVPYufOmvB48USwrf3D
0QvnqTNDFDws5gqivMj4jVm3+qlaQ6sERBGUla+Y6CT9Ogcq6Hc0uPf8TLPbsNHPxBpCaNLfRH1L
lNJc6Pa9axd47hschQ9OokanJYDpW8nODRAGj893cE3cpEh04oD961gFkOfc4lnTymzwZSbNV0iQ
TUyagDaLNRmSnbF1+3K87YtReWuQZOtrqQhLWyHK6KTPv9ffAqx2YTEWDfnIQ5XXt4kzeSHi6MwY
7pzBE8JPWwJG7tywrtIAjoNC5o8d62Q0Y0zErAON/qkXTRRuiyGL7xr6VI2v4oZ5yyKLqnyJ2Ar+
RaS8pY5GJIerG/m3KE8BzviyaSj5KER5xwcrL/L80aYZqPzMDDHftEXkej+llxXpBlOGKFbDoAyY
+UQ9ejdK3aoHpKSUCdppEoUfoccCeWJNmngoHTJD/EKvc3Oj2RULXqNqZB/GqOQfIjycVjCIQQAA
jYco25K91Y5B4hI3/FZrQ1rfYYGGXCtMVMi/WzIv48Ai9IiYy6IzkJ8ZhfW7piqeb/mMm4PTAhk1
/KJrNeshtMaaWHN7rnAeQURawd4I+xc1b8ZJC0wcUYeOonfb42TShIS5PY3KeyG8+Wi6TTf/6JFH
TeWa+PPiZ22oafdNn0LlRy07vh5hNcgH/TokFYxEFY5vuU8zQqcVWDV91ZG1E6vRk4gNp1xlyjTk
tw6xw3TaM1udMibRJFODbp5bBBlxlilPfI1Dc8r1iixjmIeQuOO2cd6yTlcI5p4Hp9kQ/oNZzWc9
jb9mqRLFSKGRB/kMZutNpfcpdnknYSwR5LSEYkX6U2cPs7EboVo+pk2vOTd2q9QiqJIpf29EIkzC
eGuhrClUi4Hf1ubdV+h1siMdNimIPe1iwEiTRYZhVFVS7MpZ82Z0YSZ+WgAH3XSb98JsfzkJgKpf
g2LW9WOc1bGFo18Lh3rndpSBArPom31Zdb3YltMgJx8uL6R2xZMImaBGWvUBqLKZP2RyzAELGsb0
CzCpN67yhOoZpMEpUfyhhQC85snq7SNRDKa7ghimfW0aWT4mlmK7m6hB7eZPOgoeTtIZTk8QA/1T
aVOnhnKI8dCP67aP7igwjWSgOx0IOc0gw/yd4R+7t1mkOnduVJH7YxPI7u3R4kTPJVxhG0RoxD/g
GRLZuWNH+M6IuG82oJnzm8akLuFTS9NvC2XB9BdllxdB2yoNCeVEtqHk64T64hWz0qwkyTlA+ZKx
z32i3ou9a3AMXnXEYgkC3WcYu9TRCN0RoOzNgxCR/b0sRvcB+Afiptbse1rRuTmka2fgOfxsZDpi
uqv7aAjGAR1XgAs0g81tj6HhN45oo01tNX1EJa5JZBCRfUK5IJbpu4L25rfEgfZztNX4i90YwgqW
w2bl15o3/hr6lNnHAGl4m3ZRfJrtCjb44EkmjjyOvRdFGQwyxWM1FVuIPfM+ZZjWvhZW4dcxykXu
W26ffB8zR71zBKrJlTLX/V2sZ24UxKihhrXbK+Pe89rqNVdwtvpy0mvHdzule4lQJvymBNNCYbRb
IdYhPiHKJKOT/CINA4VqQzqit1QgcyYhaONKvK0Hc97MtdZ5W7pF+bTqmkHRgrFXeUlz22UPqInc
hAqEPh11atoxwlSrzx+8OBtfOiPKj2mCnhEXuS2qBzPFnX40TMWbFp0W6Wv7EWL2725aYo0aIxPZ
MR9n63bqJIV5RZnK73XYjd/UWFjZRgWHpG/owzaHeOk407BAk9VOma35srcFhBWM8tEWk719cEpN
0X1nrMoveRsp70DJNLEfEY6CSBI4E3wTtjmnYBJVA0S+dhEQ9VnlG1FFaPPCriYdT4bAmXfGwMMl
lzqRdyCTTJMFxyzuwO3SSg9rFWKHsLwbO2OBWNk4JIt9EwrZ7g0OY92a6lOvYhv0FOpCaU9UfJ62
4mAkQ94E2eK0Q6ZJdSmwWt3TfDxtlryzqrR4kJyxxSpVyxaDRFuYnY+EJjnkXuShQ8X+bhxMQIG/
0ibUWOIANcOKl0WX4uYw2pNbmM7AWSXJ0/UIr+K9R9/yrTMgO63pvXY7DplqCYqNTi1OQCs7FglW
fH/K1HzwNdJUwZh6vKxtIof+lNEnIdEE7dDDVNUOeyzaN9+8jJTxhzI3XekTvQSsUuMYUfpjyxaG
FaesAHsiK1V8M9M6h2nI094cMyklUHXZ3XWK2/xQ0H1kB0OV7btWUNzx8fK2xZMKTybinZbuVwMm
ShtoshjeU0Ubs31P0l2503HiRrf8E4YX1EhVHb/VSW92iVJOb924lb8cROEIIWxhdS9a1WX1Omob
tQ/gSxrazk7+pArNE7i/xNQ6fZvMbneykDgm3CDHtFVrhIAIkjBswj0K2vp+6mu7vokbwn/9js6e
8T7WZZds0Swg0EWLOay9qkXtyq5xeB9YT7pN5Y6LQyoaI/POyqQNZzByolfPbGXjC1voKTIrtieB
FUHZ8PUBQMx+rMAnbBXVRT/boBBPbnttQnSJEi4sd3km4zXcQSI0c6c1Xsjknas1/viGCmU/sS/z
vHl6Auk7im0yso1cU3u2qQCxT0OirIyWsys8LzspiYKvKEIx7wb17LiPaaRpE3EEmnZXe0YV3bR4
okbfmDQz2/VZ5L7HHvJX8FPNYG+KsUyroIhRyLO+unqzQrXKW/equOxuIC0UYMHQ38dfBVChxq/C
Xtuq5ZyqK3tig7dC/bbczzQTJjXWtlbchbB+w62oSatE/xsm6T4LI50PURLi4lMCBMtbTomNSpsU
sepkA9GRNzGDXgWcJsIvzhwrja8rkdYDF/aqX2TzZCdttNgKWvjo3Bupg/ntZc4HkCF8uFVzmzeU
hVQ+Md+qfb4mYFgx/FaMzERWObOly0VakkZPH424SKdn0K/sBJfBMqihD2jkGq9L043Vp2SsHO3R
mwnx9RHEJ8JXvU6SyAy1Z/HMje5qnNvswa50QlIJk+1W7cTEAWWh6vh+2xqV4Rer673/o+zMduRE
tij6RUjMwys5Z9ZsV5XtF2T7loN5DCDg6++inroyrUq521JLrVaTQBDDOXuv3a39uOYXeLNTPJeI
m62vem1EIwrTUvIBIBYOtsioK3pNVhcbBw7bvYFXraqlujdHQr0PpoMfPcTxW8RM4HFNvvfQjiJE
vESC04L0Y5ftmUiYQ1z43Wvlt6ql8OAPYm0MeVptiWDwgk3X9NpjFlSF9cOP+T+HdWK2EU6GxtXW
NWA07UHWtsHWgJkL5Xdbc9mmN4vqFgZoxzalyLWnBsLSVx/HdHJyml4CddDA7WmtZP7GWp2oVabJ
sroxaZ1mB9sedCs0goo3VxnjhNGBIg0G7FLW463dFWxnqPulGunmGVsvRzSl9wW5i/YdYqkV/cAx
0t5JiOByp3XUya+0mf5WxqDRTFmIai6Mu7N6AlgWYjWlsA9i6I7zkMsvptGYq6jX7K1eTH+6QTOv
FCDfaxTnx17XhjlJiYi2x3kFckTU2BAJZx1oxXrpjYWo3Vrjgo/h8ZLYnCwNCZoQyGYb8xjFTENh
PQ7mPnO01tySugSO1GVP8pyJGEe7YAr3Qsqryf8o+vMWXEPEN3ob9y1QmMT9age9Xd6AOjd+U+8q
t+YUT/Gt52S8PIkXQVv3Q0/eeKdx2HyqvTQxT6YaC3UDHCFD5mLnAw+jy9JVrlflvQ+CAOmdRpKZ
+pHVte2E1ezbf2AtoS83ith/1gGoTTdVo5xXV5JbGJYsIX9gCHEIDNxIS7bSnjX8cqZfJye+0YaW
c9L6YFOzURKbUeUt+cjKLf0dKYK1PCa4LObDFCe63FKtmU+TO5rl1iCzztjEk5s9T4Hfx8+1hot6
zZEQ/J3dZ1YazpOM/rX4z0hhwPAO2XSzRpzV+BTi1shXpnNIvckkMrQs4n0y6VEY57V+rYNyUaYl
cWvpUZNJQ836gn9HPa0bvUWOrgWl/TTiIr/JisQskCznihK18H5Psmp3seq/fl4Bu6gJgSiF0gha
msbRojf6WJ8hoEaB58rcg0pIhkcN75/wVk2rGprA1yi6prD9S2mc61FOpEvlBSY8iY/XQ8xdU5yP
nIOLimVvJnP6oM1gHtZ5604vZove1WOonMykJy5qiDx2gah+7KOeaPPb5/d+8dRdn14Zaxd6FwMP
4tm9szE0A4k74EBy4bBv697cpspfDDsBInLiw9sfXW/+SuMo8q4UAP92aRfDHAyjRXxino0ug4hv
+ne6e7DEsrPjALNls9Bu4cexKqqo7L95PKaTl2nD9vO7/tsroC6PynIRvHLzZ6/AshsoKN7kHuhR
QEfCxu6FTA5Rva59DcdYRjoWZpmmNUJDQhcOs07BwpKsm3fwbHN1ZX7+yxDELsbfsGywS76zuf5T
1kYpUw8Cu89hmoduV49l0Kw1penHXuV1Qi0tVcPm82fwl8fPJYEjYAddKs1nnT14CFhpqtE5OH1h
rpM+FrvRAQIbJ3Z8NI1J7boWQRe0ruLp8yv/ZTGi1Y/qifIvgof3l/Ofm+0MBZRd0ToIpPQRHYn0
J/PJQCM6QEVGguaSgDAX/z7cQEEgaFw+PT665Xn856qWWURiqaCRUhH72s88D6x4O5hBthpNb6zW
FFTEyu4JvN3G0xxcyyD52+NeWkH8BS2BWe7j5TEvzRIGCjeNA3Jbosc6+WoaH5pReiXAtzb6LTCa
74Hr+MWVpfiyF4juAE6YZZg6TtX3lfo/t14qiqmUONxDBrLNC9OGSWnFUZ0U0ACPTRqmWOpWCukM
2ODBvYUXnP9zQ4MvGYEFHeSFh3s+55HqbgVd7DsHcj/NbUGM7KGK25vMK+cr+rLLb9vDjQLoHW05
ugOM7R+fdOeNNUH1zCs9Vd1ha5XwaVkjfUpnRWznzQ0wmSQLW9K2vG3QZGnziOhYxts5S/2bcTCG
a72yd2XHh60QXQfiFg3um5IQk/7Hn+SidjBISMTMVDfOzmzZxoc2+/6dmwfziaTqNj3GtIcfvLyR
+anXsQSe7NK1p1MxmwD/EKdT/jOSdqOhSPznl0O/HU4TAAQYBEhtlw/2P+NDUEdH1Fylx0C6R+R5
0RtRKMHWMkYMdv/47S+Xol64MNPosJxLegO/4xf4fXrM64Hir5sOWxqizRpbsfk229VmAO1zDRd2
8e1xUVqGYFjQZgA8OFtp5s7uaHZk2RESC1CK1hXmHYKf5hQLkc+HDkdgT8FmSuO9ACLn/uvMw+XZ
PyFiRYDnEEDw8fE6emOyvNukHo3SZQ3xDfIOabpRywLjsU/xQSIWcaJhowl3+PL5A7+8d4Kh3nf+
ro/A4VxSwSAbzZku9CESLUEmZm0UISQz+hjI2I86EIID2qGxWTV6r//5/NrnAFm88HSHmXmYfvBX
6OcTD74ha6oLENH6VE7PYHjacqcbUnHMS2lVdxip6htVNihLOiy10QuxOKgVUJQXFlULAo3XtsS2
LVYzMX/5T8NXtXnCiST0XVa01t7tM/Xt8x99sRQvCxNc/mXj+27C+fi26nLUKDTaNbuz6MalIvJt
It9iazrt/wYV2NdQjsvY+zg1cDn4wUhD2GTb5wJNY1C0Zhu3PuQCXrpNFfePNOdsK0tQaf/as19u
jbYVQxG/Ihf8eGs6Hr1UVU19EHbSPWW9JJZG1zBlh9IAl7QZ2k7clVExXmkxX07JPFE0RDRdLURL
FD0/XrjHp8ckPBiHNigGdaSEa26kVQ63Cbu87wBGx9sWdnsZwsAtohCcYffWVohPVwWi2H8V/SBc
RRtGpCUtBnSgZ0+hnjSqOrKxDgYg6teO3uy9bQkrOBSBPZT/Bv7VyawhSJvBZLhAHBhTH++ciJwR
8i8yHCppUABJp26NfcLA8w+aiVwBHlKbYWBoSAe6YmG5GMiQoDhSsYUm6nUpeH68dCOrJik5UR9m
V+VmaPLt3FoljbDKHO7d2rv9/Lu5GMjL5ZArwBjxOcKdb6kFqbKKAt5waFN3XNdySh9aJtOdGvNr
W7mLDSSX4jzqUllA8YJa/+OdOTbYyWQuh4OZ6OmusM1ok2ZoiQpBXZX4E/OuMIT85zdJ5YRSNm8R
u+vFFh0ZCBEaMCwOQV+O/hrTWj6shlynrUSX1M73Ym6at7QpVH74/MleTOFgeRbt6LJVxwTzngD/
n+W5pjTk+Vi8DsjHolcb8N8jtWHT2VjRoHfHKfHI+SL7SMPpG0SJuf388pdP+13Dxe4A2+uC0fv4
tPuC2HAOQvaBBL2gCaXuxWFu59VRjpm5gRTw1hiRvDJVXY4mFI4e8wUbdYcd49l3k2C+TCfW0kMF
Nu2YG84AsY+NervSKGZF+89v8eJTwbiN38tdMhPQU16UqgJ036nhtae6qcci9JOadhnUHJqVbjm+
UUbmCf/zJRerFeo8UNl4Ec72XEkZ+7BXRnlCnmfQVh1zGn15ygYB8a4Sx1o08spdLs/sw1IDAxtp
OBsgPMUsymcTHwkXZcRA6k86DFBjF0tP9oda0p18+/zezpX2SLk52C8THop2Lni+y2vRGYB219Up
bdCEHcBzuOUqoU6c/E90yv3iO5CVg9VMFRDGY5n433XGb3FL8yZ9oCU8Jr+r0hvdkLhqb7yyBb18
2SA52YJi8mV7guLp43jWOm9QMOz1U11QCQ1NglRCE9HCo0/01L7opitVtIvPl8BSFE4gnnj87HrP
5mHy9XCfqoBOca6Ud+y82b6TjfOHtOJ4JyLX6B/TxtL36TBeszRdfEUBaACQ3hx7QSHiu/l4q0Y8
OkSjeNYJ88fgwirBVA6OR0VucUNu1DV+w+UAW24VKS21NERd5wf7WVpkgeEHO1l+1dovmlfp+Rae
u1NfGcmXj5RDvEXkDo09bArnhEu/dGgCg6w65exokmkj62oAlKL32WvhTL46aFQu20fQYcXw243s
6vvnA/z8+os1FHM8LHfEZC6Iz4/PdUiE3rIUxicltOK7lZk2sYCOiUWz74pV1FbpzxGyzc7Whlys
P7/2+XT8fu2lkMH6Z8M5PBN6wjbWusjk2hgw0zBp4+ZIv4X2pVfP3+RYlC8qbtXr5xc9/2aWizKC
Ob8iJeYYcbbi8rFD087b5JREfPZhgoDqyR4bAoWkwoqc0swXVybIc9cl6yz1WBYdqgbkP3Ny+/iQ
kTtiaIJrdCKDM950dRwdxiaTD5aXyLVLbsCebLR61ZP4a6xaiTLO693gytP+y5teyhZI4AkdZGSf
TRYpIpqmozV2smJhvQY0Be+1ShUnf7BRwzlRqo6Bp41rJ0D6+vkz5xjAHf53wuYJYEpngPGaWfnP
P9++5PDmtuV8bGGw3Llq5ELaiAQ0hBrsm0jVS+voEAkAmrdBn/eQpkL86XrLTwkAzkrvuWVy/lqa
TfeGHmt8tlQi8j0YG1cLTZeJ9yZAaph8h4sLPTsKqiS6KSwBkmigS3yDUKYQL3Fjx28q0bNgA6V5
fLGkHIZtNJntfqIPi3q6FtqfuI6UcdvQh8bF30H8be4p9vc3WGLhVYUU3cp03XU9ZOuJ5nq2VU1T
OwKd3qybOyT6NkRJoTvFz6JqjA0zlBb/aOZm6u4gOPcNbxgNy2qBxjz0qhyq50o6gnD3yeiF3BRW
5+h7GxrpW0wOw70Rz/2PUoGNIlzKHJ4FfSPAknOi/sjRqDVkmG3WkNBpceoKmD6G0LZlcsJz7Nib
PvfGbRU5FIhmgnG2phX70TEIWrId4bpEWYwiZsi/VqhV0vvWkGCqrd5p70aMu+gJvD529qMzy3jn
V7RoSElQnka4Q5MVt22eRQfbQbYD4Mdt+sfJbZSxMvA4QWzJ0bFtBUIxsW48crY3ieBsvU7IyHke
caqV9zb08GpVlTMBdbo/uKfJdppo5fQ9tdwgmeUhqzu8jVOlhpMkiRLrD6FcP0pCcT1cFI3K1imt
yn4tiNT8TnysrYfpiIuPpnOsfvUa2ZRhgubrzR8x5t4NUJuAfuSm+RT0U8sRkZjB6bbmmyvDamgw
SmazQmBSTNI6ueROLkQ7v+02CaX9H24QdZjZ52xJlfWmbjeLBHQQzffYCglIDbbeCJlyZ0Q2QwQJ
O6Bv5XdkOrTDgOSZkWauiMj19S0oprbYY7rXBXydEZeuUTbyf8Mkmt+6XjvpZqCZnj/YXlRnNzMc
KGOnDU5j3AZRY1Hj6F3/ZYbJVB+CAY0KPsGxf0zm3DJuKP7lvz0V95BdZpOGxy4d6o6xxuEKHhGx
qm9w90R9qmUgEfNBNf6BLsMXf5ArxNmjMxae+uPQoss2Jck60bqYiZXdW6KpCfMFKYKygErPbmQX
z4lPWdNDb6VFsrGtRsjDFChRbFIxI++Eqt/U68xuum4dRaqiwQ+S0z4oe6A6jlxAN574cDXrCxxB
dBfeEJOrjgvb/k0fdczXYlikSllS2mY497mUzyiYzFc/rkr1gOtYbroq142vSdwjEouwn7rryWNm
+ZaCAeVYOpFQExxNMdv/AxfDeECmo7crL5uLx3mGzlHkIs7WeOecZ8paKns2OQvlz6XtqS7MKVh2
B7hs1rQdhJa32sq3q9HAeYKIbViT9hKUP9n/dz8pOc4/SiPV/6fDZUrIYkYz80N2WVvR9uj8HaFm
gbHOrKgZdpEBJA9NATGWuEWRTSP+H/gPgaWJ9mh01DXASXb6U56ppdSmpHMz6gX2r071TgM6r4jK
U0Pq3LyyB0Ee6dxZZJh4OmnNIL76e9U1VKQbvZ2L7xoNEBScBMzxfThDA51rNNr6hn5k1G/0xgMv
rCuXOpYJ8+hIzBlbLEsV40+847UAkBu4Mmw5NZ0gq6h2M1ej52Ctrh0C2iGhq02VzhEZFdPYrigS
khOChq36NtgTqk2Ine23Kaj5aCPOhq9WIoLvaT/Y9q1nEjWsg0Ppjxr83F1QQYxYDaLriz3Vlwpw
T05B9FjPZpLtkIayUyhqrTbVKgWyhlYTztYTnMbJPlZk+cYHE7L8oXHmvnqs6T3XZkg2e2ys0UAm
t4Gd9dOxZ5E8kn2SGuuyjUp3swjZX4IcIeWabc/oA6QzRgCIU2V9jwujEbs6QMa84/STemsfVYm+
wt/e2feu0WmRCCfEGHoWBkNZfQkKlrdXuE5m+VD3ndcdW79F35PWZl3cN8w72r6Ka/EWdY4xm4ix
zcHeyMKw1doaJbrhCQ0jGYY00H3sumbwCiYsmVf6VBQeQdYYFdfoZ12yGQTK9wM6dH/cJzHguDX6
aonwKe2po9xPUkbVXQeHbDxRRpoRPxdLbGAaVknZye+jHtfJYQzM7ib3gywjaaNVx0KPc/1pCJRN
5oINrjJpTK1fT66sDXamQ3Ow4HbGa87KZnGoh0GmS0TOGKwdzgBfMHEGz3Yx2jYsxsmLXyO2d+PD
ogL7zgRS/ZJWrN3OSWLlx3gyzPabQ8Vg3MRwGcBXRlphrP26sbOvyK4MAMt+FO8AwIlkgyFbGD/Z
hmsEgJsAWBd3yUHrC4IQi9ythhY5YG06iHeS2etwESZzvVN9Pdd8ySA+5M1sTsK7WxKK2rfejb23
OK+qaktFyZZ7fZbyf1MnEPJWde3SsY/slA6uQd+2Wi8CCNRI7NJ3s1O07S+qjuDsXD+334KKn7IK
JhUboHco1a2VKxzjdx27RnkTzAGExtBATZ2/Rg3j9EC8nxH/IULdtMOMDvGryrGP7UUyQyP182LY
G7xD/2BpifOSG9T5+k0x6ZyvqabGJ8+ZlLNpy1az9pPmNfYKzpGZnwgdH38mXjLIdepounaKGzcX
J7v3crEKRGJ7N9Hg6zsAqhxoQGUm+rOu9GA30Y2pQtQierEF4FWVvwTzBKz3CgBd6HmTF60UYhB3
l7OeGtvldQL066IgCaG9ajtQnY6HSYIK0h0zFBg7XYhqEw+S6lahTXNWE8HQSXddG0AssX77xYtm
pcgpa623o21RWiz4DfkMW+Qw5rg2k9KMd6ANp3TLHnFASZhIxu4AvnS6LSdEziuNnK1+Y4hckCYh
pfNKrMkkVpARURq0RuOlm7EK8l/N1CTGNg8GFIcSZ/zWt2NwdolfRezQgga5raUFzyQmed0vLyXP
I0MaqPd/vMpD41XJFJvfoCfU4obY9NPb1p4NE5oVfP5bcnty5zB5frLOoyJxNtqsLFCdVulOoTF6
nUMWcm1FG7bAE7I1L3NtJKOal/xYSCjsdeNR3WeUI6Fiomfs10npD/4dtY0uvi+8Mu2/TINW7gpS
KNjS0R0KdnA8vRLNYyUmNG9N5+OMDusAtqQMkWB6D5hwsvq2Tag+PFGNSV9qahLlXgWtZLdVO2az
Hq16+qZVA+L0sHbzwlwNdLrrvdbpg7duE/AkG3xdyO4bB33ZUGK+Xo0kcaiQ2A0Eu2HexNr420wq
opG9urLsDYMbdZlvFhNFPurCKyacwv2RZXbWbqImHTNmKspka2V6nbtvEoKzhdQ6sWpGq7tNLLdz
77waL1cQkgPg1KeKIHgbrDOC3lXMvoz0ZS2FPjnntkXVf/SD8haJeE3aGMC8hnA/NsfFzeiRiMGY
zTW0EWiklx03BfPHBtmNw+bRbjQYkWjpmJndooA5r7XdV9WWTrY2Kr8Um4SQREqTquzvXVhF0+9x
1uCC4icZD42etcjkiCoIbkWUz2MHVkiLzIc6GLvHWRd9doMvImjxBHRBK0osQJWu38yFEf9wNSdu
D1EfTMxbVBlMwHgym0N8Euw9cXR2ZLj4NkM0FH6ueWFQNbT7QePG1pYVtS/Wfkp/YQ28qhTrUoz5
3o0gRtzG+uD8QkFf0xWXgRfvtCwf9okVqDpM2yzLQol6Rr8Z51GzVoj0k3a9AD6KbZGwX1sp1DFf
uTQmd9lMc3VMmtYddwyixsF3lCp9FXWBld1PeTdrO6czCqpvdUyKy6CGgMiAhO2SDY/XeCnmReyZ
w/rKjsTmTPGzIg2o26CMrfcuIGt9A0OZAx74B2mvqgzV5NqpKhDFIW0VLUpCpwka2ED8o1wNWuoV
bEVkNv7yNTYkYS59R21EEOT6GlcYuC4Ht9l0YD9iyv28GJPnJnDb0KXiHSFdpS9Hso4lYf1wZDQ3
XYJjwMmMzL8tA2HPG54yPt9YbzlpyHp2vxauye5zMZCIUzcVHTRG6WJK6qXCr5MXKmGyqsRmzP05
/moPXbQN2OWLct2PQfviReaQHhvygb4ayeQBfZrwmBIxn2IcD826T6uNSspcrYa2b/N9NzT8+6XG
6gMKNrSCzU6LHh9VbO/EQFwyZOtF4jrfo3lCoEneAMFDiDrZOQNVq1URDnKWDodILTFAYzNHVGFi
OXl2AxLF624116xufSJkzL3ofJ9UM5xG7HORBkqYmrHSeW/FlK2GoY2+uT6qndDFOEbUD6fC0EUU
0qxqQvC8o4hpwpNQNQw/ph56LthiU3WgNbSIp49S2n0hWBnix+iOQHJZ0v2NZqm5XBuyCt5aZpCM
sDzdle1vmVXp96bQbfVS5BVeOn3JLSzHxPqNgaOZbr0OGeoOfKH4QT7GMB31wvcnMOJVJh+7qJXH
wm6Nah2PhTXuM2maW6MmXRiZLzlEx6LyRKWjtJ9L4jvmIHbWwpkqFjIr6ZEwUFnT/K+65Q7tceT8
9bMhF+JPnbiYQHLfbu0diRjRVrGQFSQ9Ovq8LntLG9ywtpKGYJ967vDvsD9Hv2h2GPRCgU770TBV
pm9RcubzsaRaK7feXNVqzaHGGVdIOKrnqWhQeyKJcINpUzQZM6nuzParRyq22gAyMeqNgWLcWDdW
Yq56mtvFa5VxE9siBmr2xUR03D03mmzcdTIXEGDETCrJFnqx70FBdmZ/ZeIdI36rc5W6YxEG18PM
XTiHgUIvJ19HRxjWZJpSTJipZyKjmfPsaEt+PiYPZjGxEil1112WEQIYpimibGDEgRmTqVBkRXk3
lsIY2SRC2N5w0NGrheZhj7d91naPGDy6dOe6pensFoPAcSQrk1h70t34aNPZaHazQZY7CopSr28z
Pp6fbcJEsbYCMk23KZF0E+r/hoydTWTFhboL3EZ6Lyy0hvcsEoPtfogOqP1pREDCHxpMt8aN31G/
XBEQ3My3OJYMhNsQzzCWek3wi5mVdaysVFyThcxuMtSbCY1122Fn2eQ9jL6tSoX+2qG01FdtH6N8
jojnRqY6jeLNFanUOce5mhShbSSRVl6p2J1DhN/rhvTvHQQtuO9JnD6rG+KyM2ZLpicqTlW+z3Bp
KLYlCM4pMIn6uc3xXPJrWoWDo57nQz3FWrTKhIa5RY4DceWtOW37CQckiAvW3GIkHxbGwQm5b/oT
cNG1eNLLmq7lAKChmI1EzaZ9+vEnt8ac8V3o7ckgH2y4T12DbAAcPxgIMG/Wu9ajhvJU8LV1+8+L
jJdXRuVANDkRvx5SqXM/vWulnZ9mVX6ySJTctk3J5KlpGE7hl6dy11VNPhxTu4WF9vmFLzQBtNvw
O3s0yF2afIFx9ppkhotJmFwZVQjbTqoDwPMbUZv0xIXQsX95xS+hMtwiJgSH0G1Nd9VTGPqfMYji
SvP6r7+GJiAKPUSYtHHPOiWdp5zRdrTsVPjIL9iizPORMieUdaev6+cG/bE8TVlL0wqbyY/Uiylj
IF/Bs2dg+fj82VwUnZnw+LPgcxwEQ+c5z5qa8jgwpbhJBid/MfM5PcB/tUJm3hynUVarvSlJrCN2
XW4+v/RFod9CI4UglM4kmRP+eWx2w6TS26hQjl5WFd/Mvo22mm1hM7Gt4YTT81rq+cWtMvAJRUaP
AvsbX9hZN8OIYcCX1pQdx7ipSP0bnXunqYzbmd/IEFjqZ6N8ZQKJr73xpWXxobjOlRcWi2EstXUa
gh+/OeVymG/tID92Cvn8Jpv8Nn20nH5S2D3fZQy98Fbu5A+AJWJVEtxBwGq89UqIKZPeYkZypx4c
e5sNZfCaakqfdxkzqr113DyNdz2IavuQ+0ZWriNMTVcbJGftgXeelOchqoFPtzSul3bcf3QBNpGA
WUcv6JE2SdKBhQ+yqFlxphnaAzad3PrSDem4U6jq9Vukp+VtAKg7p6Ll6CcRz/60EUx4zibWNKe4
TbthvGel8s0rM/LZmHr/nahP6bci/Vuarh9/J3vMOWKzajy2k6e/mGWUpiv01P2q0LS8XFPnSb58
PorPRhVXXHTUiFCQaiyRVWdXLNAzGkXemo+IkmZx35dT98yqjzNUedS+YMjqxncs/7E4WF5nv3x+
9bOR9X51htXScEW84J8vQJMcrJrWjvnYo5MBJGc4vykVDiut1O291hT+GoR1sKXbXxD45M77zy9/
+bgNHU0BEGmDri9Og4+Pm7u0KSbN1iOWe7kZqsUX7xTmc0AcsLHCYCznK5PG5UBkylzmLLS9ZFgF
ZwORbMg+iDSCwaJEkN2ceTYpJ1UKAd6mCnalnX62Yr0/XYcNFsomHjJN9Y+3N030i7q6dB7lFEf+
nfKk9oewCFT8rDMK8lYWfy1oUR0+f6p/u0cwN/xBRwon++weeaSpVjDWHrVAy35pmk+IgBwt72gT
VXmNg/W3e1wywTxaZDRbz5UaJlkUo6Sy8YiSWbRhqjTt0R0i/Z5wTVGvYoiv66rr1RXF2HnL9f3Z
0obkgoR2uyhiPj5bE2tua1aR/ViLGd//ZMfopPveq1dOQpm0LIvuf50+mYDotWRTzo7YwIA1v3/+
qP/+M9AGo81ga4DE6+PP0CpqY0rz7MfB0gyS0Kxs65L1TNqYKLWTgQv66KZT/RublH+HoDwCPp1c
gxKebwmWh4FcBrkiixPzhHn2MFxnUdBBleIldH1zMCbifrCaWyLYMN+SpDm0sfswZ7i3YF9mJLUE
4zgvE0rMrjO2m+mKjPIvHzZnWJx0qN+Aap13/jlPlXnWZvYjZ4fkyHE73kqyvDapF2Q3MqrbK/P2
5ZCn7aYv5DfwXT7y4Y+vIU712sucPqIeAH8wpHlSv+r50lum8d5emUMuJ02YqIsoleMie+BzYCD4
qpj+RJ09GviU+3vZprO1U904rC1Xi4sNNSeqa2XcNN85LeXfAmo2KKg/H3mX3x2+C5dpZUGF8WrP
1g1pTY5WccJ9rGho/OL39Kt0HC0M8FXhz7sIe+8pi8bpSqf/4sUyTzPaQdGjsCO09exB44cZBoHj
7SlTrSq3Af03+OoHhy5Nt61JQbxym5fXw3tJI4QMDeSpqI8/vliq1VSWEzN6rDJKVweKg+VXSB5d
viUjrpObDCvCFfXkXy/JA/VtpjQ2XGeXLGf8JyNUzcfOkXUPfclJdk3uBeW6dko17vTZtbMrj/X9
CPGfLR4NA2q6uksgLRhphH1nc3bs5m6QV4V4yg1TuItAqGy/Ec/kz19Vp+x03XZG0B3NJshvPYDH
02YKxFQuWd2Fgr/UtM1mGF2co58Ps4uxTo9t0WF7GHL4uM63J0E8OTWM2QCBkuyfs3YsvpH0hJJC
75bu2NBk+k8gFX3+WA5FuQkKL/k3v9nyZFDU2GjDgIpDgD4b6APgqcqaJvE0pNpImzcxv0cVMZu+
bEW2yjhm2FfG3PJ/PHsXOK8Y4AEl2CVD9OOYU1Gg5QaP45FM9Vk7VVZeHPLa9/maFXA6quy1jfes
iLPV4ia4xpK/mMtskgPQ2WH+wIdAvsbHy+fGIDNFzNZT3Mgo3Y6Zl+86AnnjHQ2ba8f5y3vF1bjc
J4kFpuOdK8wHaF1lhFbpKdU0eagxhnydncb6IWznG7rMlJZKVcH0LRaP5edD63LtXN4pMaLsw7BB
2efXtirCeD0iQ59ScnFeCABGWDFV+kGOWvvdjZ2KIDu0AhKPpaCsm/xRgIOufOx/+fCWZOBFX49k
mYiisw+PvjAaEsLlHq1OCXILa0tKaANCc+79fCIugOB0di8JWH2cnkTyRnvYLpkKjWZMy9Vkxiam
bHOerwz799iGj6OQkA8MMaAW0OddbHBKWZnlgJaaXRxL+0YaGqqAqq29IcxbfUrWRNJP0a6O6WKd
fJdS90pShdug0hdi79faTNBXOkbpio58SvQcWrBXkGE+OizM/HZoc+Z7pEWuB9veC9Qf8hOHB0my
/Pw0NkyBq8jVm3oT1zL9deXNLzrS83vj0I7skgoiy9jZQ0/TbDY8OfCFkQ7RohuyOL6S1HuQTDNg
8xPh7pRhk+QAI+CUTyYdWa/Nbjx9KK7MvBfrKFJXfsiijEQaSDHu49fWs+x4LvD0xymznGIf5ZaA
7GO0Hm2MUQwhVWiOw8Jt0y+fP4S/XJhFjdwcWKGcRZyzZ0C9ANIMU9Bj4LSGvtPMXHxLCCocduhj
1QrO9vAVmIA2X/nsLqcXdmToyijWUD+hjvbxhpkIrBQBnniim4rBSgeHRlN+oRQ4hkr/0eHI7O0i
e8XFugTVMpTOHq+P8gozTSae+jwXb3HkddlODqkl71EI0nybiAsqV2VKkfUGPFpcfUHuodVry8ga
a93pjXblu/rbrMNxZVnOMH6wlTmbXjUh4OEMbvyUjKgOa1bzu77SSaIwLOommQQtUqDJOVBnxyow
a4MKRyeWu8/f/rt0++wTeE/JWNwSWIrOXQPoK8hvkiJ4HLW+rA82fnkfkgvekLDHKDNviqRC8g3I
vqVpPHjON+F0RB/Wdp72e1VpZfQcWYAUgAjm05sarREFX9B492YfFw+zEcdFmIO9aVbRpMovE5IR
B2nT5Mg7UrqmJOztQtzOIs7fvJ6NR+AGpXXTBmC8toIyU/LF17FarzS38wltdIjTwnGeETANRjdy
j4bR5hunF0lL31BLphW9X9/YORVagT73yU93Ijvw4HfrUbAmCKdKfqcU0fatgcIozNLJSlcLzANd
e9J1/pYR28Vh4E+ZceqDMdVpW0zlQzOlw3QDYBJKZF9paIh1Y9atn/S87OnYSducNjQDXGM9xD4t
IBq+871dsYbVQWkEIeCi5Pnzl/d+qjt/eTTwWDkcZi/XO9sFD32V017/P2Xnsds4soXhJyLAHLZU
siWHtq2OG6LTMJPFYubT3499Ny3KENGYwSymB1OqYoUT/mAHL41ZjL/Goq+mA0xt294amKfS6gSl
2vrD2CAUktdu3v7QecpCH2mZPNunNaJfvgSl9QT6JqRM6pbtTxwp0RtMg7JeI7Iac8Cy+LkUIFyN
nJ98gZ98eeTjYuhSLfSUl2gq0A4K28KoNyVoRZWxrSg6dSDiquewqVX3oMDMkzszQPNxV+cBsEaB
RypJFWXErvIVpMpo1ut2e9dmNWpSU29oP6ZAZR8YGY01rU/SNydXE3OH36c60AzEiWxXQg5+tkRv
402Z2qBpuzpPajCZg16xyzsQhL6nDURaFevli6gbK4h3+aq1wnuLYSHB6VLhc+a3/3IxVAoyqoB8
9BLnFOW+89D1PXgpDC9DXyIPZ34pCvzqURkaC/XJkY139GJVKY94/Kq9tQm6RhxLqj5rOex13oHk
M+pNs1gwCsxLfQu7Ac9gI0L0mkaVJ59BNE9faWd08ZMcM+sO1cN65R2+HpFq7EyUgiMGr3FZu4kG
AzZC6uWvMWw01Q8qnYAmdzrph/X40o9luvL2vDcgEHGuOxoq9AzmP/+rDAx+F75PUIvX3O5dEA2t
kSJvl8W/RCAlGlZ1IP6xa8QD5KgY11DcxM3kuvKcwXpANaoVr2AUa1rvufO1zoxJ27R5kWyMNk8r
H16Td3f7irjOm4hvyFn5BzDvq7AiLwfFtWKneO1BhjlPsdTB5iXeUP2yTKrdIHXdycNIuTNcf7Lo
M6MMRwtjjc7/zoJz4sneoMQhH7Ik9HROF+uSCOYVeTroS7NmGfdh9NU2kZEsAaqthNPvjGdQykX2
GlsOuu+Lx7UZQlSsUL5+LYH9H/Iy+OYV+F5iN1sf0BqKXm+v8juPOVODIsy2oUOCLMzlhiowIqLj
a1SvQZo02j4ZI9qBLtpoAUEyiF5JvBHtiHE0/dRRT+ZRQsQ2Rrisb9Lt7R/z3tyhr3I9Oq42d6Uu
f4uKNYpAq1S+hkHQH0J9Eg9GqoFgQgftGRwehiS3B/zD9bu812faITEkp3juDi1mX9Ol96jPF692
bNblNgDh/IMC2eDdTcKhlp6AOXF98I4MrSInHfvkzOUzuvZFAVSCdtVGh/aGa7ZaoMxml5pzKL0B
p0A8wVNS7MowxbYOC7XYqC2NamIGzwam4rbGVzrTKYoIUi0iv3dxoN4qSVlbH7zBMf85RnfYv1T4
PBNRCvqMlyvrgdE0BrvJXivZZmfQq/Y+y5WcAY3+KMSU3vPu3d9e3HcSQ9oh5F9zqAhRaFlSzPXM
Bjs8Oa8mVp+vfE65dfTB+Fb1Uj/YSp181qMErWavZaXDEAXDCkAPQmUAYxAbjrTxn88WXSLdmzsX
wAXoR1+uAoDg2KkRNXwFDZGiojvawICqOBjAyrr6g0gxt1tZ+OstPZeT6X7PJDn6JYvAIYpFnyZd
6rxmXVIo2K3j6coijB/jRE21jdfIYSW0us5OGNEAXDAX/KjAzPfqXy9EP8SlmzWMmAbT9DWKwY1l
M4jfp9+/JisE+4H/28UBsqiVk//x/nFtMc/L0QIrrQjyIo9b2pna75HZ1CB+3CTLkh+UYRBSgt8S
dWh+lg1k5aHogdDwbdvQ/MjJzrwvWMwBpvQ5UdV4AqKryBfUwZLszirtTP3NeattfHCSzt2Wae+G
3xsduwFC4ym2NslU2hBIoiI8DmoikwfVbYi3MFcfMDQHYX0OUXw1nxQbm1VfWBnYNECvSWt8p0Bl
acQkOogQMGGU77ItdgTKeEQmQ3/Uw7y22g2cV7T+BOB74PRosesfFXI0HgIRDbh2Ot20z2g95xsr
N4J9adgSzVFVAm5SksD57HRG9zQH9OmdtBNrb/VD1GwrGELFtuc8ZrgBhR5qw4o6RCgGeGahfmwr
A/wpqDG0AkQvpxdXqTxnl1le9yMylQRoo1Wqz3nTq2/aYGmjjRik2QX3SVLOMhZRCF3MjTXrJXeD
Gp0FPdM+o3kG54due/AhKYfehLBi1HILqED/TTxqGZ8KjmF5KkMLXkWXTtWPKRLyu0QkyTnAQalP
nGdF8RM9FOAw03KMz7Kk4Wr0bfYFkn71EpshUFH6SMFrnlKQwnAVadm8o0y3BVtSn7BZBW0Uo433
areh8SkI++6cOmnws0s99GKpvhf5faeH4Rfh5d5vSpNasHOapgrfipI25yZPyQP8rExqY5MAh8+e
CqML+qdE7csfTuOQRY0amgR+ZXgRAOOszlw/aoG0H0bqhWIbe7XaHKq0qH9Mo5DuKdKipPItxdWB
nQyxF+1JEtFEdaeg8V4cx5upZGpun1wsNz5S7iyTfW16xYkwzfU20nYrePIy6uLNGI/Viz0VKOzi
Axg2gMBsIUjO5gvA8SAjo8DRet9QcCm/t0Lv0ycmFW2nsXPb3dQH0THI+lz3zV5t+7fRRSZxC8Jp
HHYSgc/fIgjMmnBP7adNGTht9hH4sKJ/rMLSGDZAKzUk7FwZ/OhN0ts3UHCQwlw1VaoNcGE4AjD8
4oyCzAgNAJD9OG2EAFGIiO9kNWxzum3fZUM7ZFPT8IagpBBRcbxAkwPORTdk29JuL/cJIH5yMWiQ
0EMpwambRK3gs9l6p33piibvv2qAGfXnEGR6+2aw/F+o4JTdDzNy0PMEL4cUBzIZWf+gdposv8F9
LFvU2XmNUdqXokcep6udn20dJv1/dRSb9lONL+a0x1KmGMFiu82xVGNv8KdsEnDLVBxMrbT2noUZ
SAuxbwklvc0AheMYGoEf7UcIeyHojDh4QsfTyo/8h9kOS55qsDeg+ShPZsRKsxE0scKdC9U0/pRb
abRBGFY099lUwXuBADFO0ACwGUbZM5+c7TiZlfOKt14IQE5Ja3er5CouIY2s+mc5TRMuDKqiHOwu
AZUeFaj8b5vQNvA8aMe42xdek+YnHVUQTIlDtw7v7ckbp3NnCk8+Md+g/JgkyUA2mUn88jQwuB/M
pgm1nZk3+e9G8bRo5amcn8LLe11HNYDAEPUUkGrL2ppBuUSkaj++qqFuvQQYks6EjwCHuC5o+qM5
Aec7BFmQrgEarp4vGlUwrVV6OYD04eRdPiig10LIb7zRdlYov9IyPDeULGLQy3C9VsK/q8d55nWT
JtL9m/O3JbNcNdshtDLDfS2gmO5LMeU/IlKbyg9Gy3rVGzmuBLjX0TYNCdpU88yAfAGiuJzdRGUp
Q1o5eitwft5ha6Y+octb/GojW3vSZD0csS0wDtpkdeOmdtugwgfE/HI7MFtmVjS5VcJ1kqr5b3zP
L39ETJczj0onf9NHo9R9GA54crRl/APofrJHx4VUCl1tOTw2ssfVUebtP7eksEeC5E3t2qYw7ywF
8nBJSVCNULM3TbRVsFcTfUCkv6VLkUoe3mNEU2Aln7xu8VtofRCQMmMSWvKdy2lrCkwzk1vitTZi
eDwWctgJHE1ozBWxgSc0AUIXBsh2rLP6hyhRDKfcPSIkZ1Ls/de4kKh4tmAn1yEYxW7t8sckWBzk
oV4Mry6usJsRZ6rNgDK7CbC5cV68RglX4B7vnCt6gLPs59zfv1I9ATnsgE83xlcLoDVCynCWcyPt
PyGzCo3k9gZbXh7zBqPBTznEQ18OPszl5JAPgPCH0cIbeHg93HozncCBIpg+e07SPCDiKz/QgMx/
3x52rjv9fWcxLFqPdB1BtlKbXsIZo150o5S6eHMbBBmeg6JgP3EQ688ThP6DCLsy3OYF+daj4bb5
59ujLxd4Hp2DjW4AGRYIw8X2IrrDEgNLxjeKQIj25UXpvKSZ3t3bNbyPlYtkeXOB3qXEhd4hETnC
ekunPgdipgH32HnT+0YF8Gx6s1WIPrg7+mj6DzMUUbQy5FKgwKKVT1qOyhSWlvBKlzXQMe4xH5Fe
dc4VA3V0P1dHC4aHXTgJYVmVh3et7HrtU6kOxOrE8xOUiHQwfpShTutTIkMzQodLnWlHno0EaDgk
brIPWKQHVLFtHlgjVOpNlLvDIxl2N4sS2pXAb6Xvu19oLw2fWz3WH5OUSinkZCFXMDfX+5YZ6gh9
zBJlszjQ5b71rGGglV805zYX4r8ZsPggSRLOaTOMG2Wo7VM89cmn2/vmj7DD5bYldwKzMEPAuA6X
AIG8DV0xuUV5zlUP7XPYLHm4aZ04PIVW6yAmhgItVi5JHiKlKS3niKRgdydwHzEOWHF32HHY7SgO
5LTDHS4WGYBhKG7D6+3fOZdCFj+TyXNbEeJCX1xW7GMLVExa1frbKAuBhTIFk+ZgZI2+cjNenyO0
KT2WlUSceqO5+AgQX0KKzob+1lV1MiLf7/yygJ3FG61T6XT8+6S4EWeJSjCaPIqXX9zOU2HWpq2/
KYUSb+myFdG9MxnVuPL4vDepv8dZpMlA7JOsVwP9jYSgAuvsAUbwi64egy2tH9Bkt6f13nCzepgB
rhCJzWWHTgzSEYM7GW8xLfCZqIuuvRVnP7EjKtYKpNf7guq3TqmBy5chlxiEGNV7J4p10o0g7b/2
ighsv6O0+fFfp0Rp33UoQXM+Z1HZyy9VVaouExrJ53CotJJ4pZl4O2m4beJE6j9uD3b1klAQ5OUC
14HiHHHKooZim2GruVUan40yRXEeyo33g+wPq3K3NccHoGLx2YoT8d9kuuaaZNXVLTQPDgpxhsqj
EbkEn4IYMGACj9GZ1AmVRKjnubFFNsvzExwIg0Mj0uJeC+xppV733qSxYyUMBhFHkLA4eDFCS3Ht
yOQcNTKgn+NV5g4ZkfA8JZM4l+mc2/etasc+EiT2P79ooBiopYDDg48A8HYxujOBYzFElZ3zhIqp
0afFxhkK5btZI2HZRvVaYe7qiMzjEV+zaUH4orB0uZ8AeAZRDrbwjOeyqxyjXsvFfmiDDAhNWoxr
0kJXp8RAbR78lcOG0F3DXVw0ui0dvPva7gx5vckpn+TmL28Sw8rB/1Miv7ilDaoYgJaJLlX0aJZx
JYRYSEVVPp7dmBrJN8i3hrOdEEBPtons2keo7lCKdbSTAmi79FqR3LerCusuyxuPGVZfsPnsvp7u
gtiCid5YYnR3aYdef0TqO8rpWMH4k2fXjcQddF1E0wFloygN3S5D5FZXSO3RvSWtbw56mqG1kYjC
/li2Mvkexdge/et7gdwuL8YfeTCQEsuGiSScc5ogas8TFFYgGYPzRcMA4lDZ7Zqs99WeYasQAhnW
HOZdAx/6SQ97ixjojGpfc46i1NMRFahf2wHk7P72FXSFXqIhQfarzvgcIF7Uqy83KKDbmPxRl+d2
gk5+CIY6u3N60zM2ZhA38j9PbRIY1ek0WYfIaMUbsH+kMoJpoOKhBXVegt2dUGLCp8lRXkY1xwPE
qeoB5EAXmmKXmOH0Mwld2hG13er/WYRsdzQQRrFXmhT/0USJ6go1DuSIVkAtV1cN9iSo4pgza4JY
+Sr9oymbxnbenjXIN7jIShGidiDaD4Muy8+jjhOcaeTDIaH0vLJdriLn+evN+ugg9bAsXobpmpcj
y1ON7RlHODRatUzQPTeHHN8xGatVfcijcIpXBr260ufTSAcRk3QgM6ClLr9lWxFUOkJvzlqltcNB
oa0JMEUkjbElXOufimSWXqjTf35KGJceIsJ1RAMwchaPppSITMSG7M66USfIt6W1eoQbfO9C0vna
kSTHxI76Wlnl6pjM0eHMbURX2SGCWwQ7XTTIBIVr5Vy0FDb9wgPLge6LkuX7oHcysbt9Uq4SexqX
DggSON88Hlzri1kCOALaVkCeHwGsn+KKfjRiiMkD5b7HWJYHGxGt5zqp6yeqddZdy5SfKokcwcrv
mMe5uHuhVRIe63AsSUyA/F5+5WLIc7Z7mnysw3rambgb5r4Z1bCHceoCsCOwfXxA7EcgeixgEuBk
5nJ9dnbtrSzJosIzs2J5x9UZNabS210KEauIBTY838GxVvVqHwSjtgUhXCLRBbx9rCtn2yEJcYCG
ilpZ18Qrwy/O2J/hKW5YMHeIrNlGlwuRBFndl3SmjrqRFoeyQPc81XIo3TwanyFSrE13cbwoJcFo
9aC0UmmeJafnP/+r5SWmgO+vTNlxhAdvw7rvdfsVWz9Xnem+Tv0zh98boRlD9L1yk703NJVDjhlP
LpjARRghphG8URNmSLjm6hMcxjzeAD4cPyooYyQb2jL/hWo0rizwcsv/mfFMTZrxSOw1fXHE8gAn
W+mOOUpE6mj4hEvlwR2L5DUCiotIQWWLAyFHHG+tRnef0ryDGy4U0/5pS0gAKxt//p5/bfw/vwZO
L+hnYIHcdIvvDeyij9zJzo5NrcxdrCEPdl2bGWdToSLn42mjzyIQ3vRJTftkbm+IOtngWzglzwYt
wxXN78Xr8v+fw94n+5l1Q5cZpC36tlNzNT/Sh/gdU37ZTYVEJgKwqO23IQZgjo54lBrp6DncXgrr
eiWI8FgElByBFSzDvAzfGFWCQjoqkVXd2ZFW0nPrnR+AC8KPt4fSrg45jyhv2Wx3MIPkl6cM3YSi
7dq0PNZOlN8bRqZYWxps8csYpWV5rgdZfqWTobhvbWc3Hw3FKAExAJA6eCQ0Zu+LRgu/KA2COScz
o2SImW1SWn7syep3b3fOx9aIUm2var06vt3+8e+tE8UOjBp0MPBXTeqsmpouTnHJ7kdtPNdV+CkZ
ZftIFShYuZXfHYkIA3sQYiiuicu7AYm+ylWKUBxpser7yQ4dFNwiKXa5CPt0JWh7Z+dxBc32EyTD
qA3Pf/7XReTVNWpxhiaO2J0ayMk4eT/cI/McPgHI15B97Iz8DSiNKXCCzd1+ZeO/M1fUeGeuDwXu
OZG6HB4j4ylq7VQcmypPngGx2h/qqaYXp/bG3e0PeD1TBtJ0KK9Av6lfL65cpZSdWY9Fdwyxg9um
DQ5WlFCse2no2aOi2NGj2ky0J8M1leNFIgUaDK4DNAs6RMyQIPxyjmAYVCdA5QotPDd+yFsHjw9S
eXNlKa/udWjRFKAsDhaqIiRvl8M0bmzHOn384+Rk2m5o8G0tQjkdVGVUaOzJ+m4Iq8+31/TqQJu8
JHNvgsB4jv0Xl7pdO6kjbEscEXKN8TBssmpXxrZ5VgcchdDhKJ0PpZAWsodBiGZEKrPm1+2f8M60
4ebTlflTkgT1djntGl2oSEew6Z4anIOmYw8yR5upGYk7q3eXEJ38rC26ld10/VFnthigHED1jLxs
i6lFmlg9QhDHUhuQW9U6JX0xGlRRb8/u+tlk75BNkRmDpp/9WS6np8QCoTssJI+Rh2L5R+rZ2DZO
yAGWn+QEdtYf4yQG/uDFmnKfunrRQB5CvMh33QyH6zvR4hr3evtHXX/12V8A2XvkrZFSX9JnpBi9
Dnma7pi19uDrjVWBFzaBz3PLFIaPT3b6O0iCfoeMubg3GpSnb/+A68XnB5AQQdZnWWDyLBaFIpPe
Wll/1NTQ+GWMitGCmzCnfz5R7lwBgSdEcmCTHFwOQ1FBjjXcmyMN5OFrZmSfyG7pV1SDeHAbxNh7
3s3721OjcMX/9SI0gTtB0k5M4tCZARJ1OWosGrikto4NCb6AJ+CLIPH5GGoL+6hERElBBv4sVCtz
N3Ydjs0JI1M8Yy3NHreBZYS6P7Bd4ycrVqJj0ZnB6A9wP3DRtvqEUA9NBmeba0OgbhDxQkxIQihA
UBfvSJMwrMaHyqGm9qZi6l5uhrzRTs3sRozV0+B2uR9NQfacyy4SbykQQLxJUWCbNk7XtOfQs6nW
xkhQiDdU8CSo+D6OzbOJ9GX7zIFy74oYrP83Dali7/fUaXVKFxFh2F0bQ2V8IFnxNF8OtqQkq1Vo
NsZ2BKwD+Sg6jUIpm89NEIpPOCx7gO+s0viu62o9otIEGAviN6CoYmvP7iobUeFTQwWvzQ5iEE3x
mRhU+V0gu+jdzUZL6DuxLKUfuA16QF0+/BeVg/cAThLMBHuvcREFdSbv0Kktah+hpXUP3gC2FgBJ
ID+ayZie085JBtwyAw8N3a62OrRQZTocSizkzpgOk08hXsX5mBCUQCUco4Ho86QPgX5IWjMZfkNU
iKrdMKhdhhgTKrb3gIQxnKutHlFa6RjKI1qU3VuCxFn1Ne697kMAqDbYStNCBbVzpnB6Fu5cEjB0
6fQfdBGlig+ENH4L0CVJN6EdZOnOrKji32tVg7lRlQDF3tYxFE6fCmou/2OR0MqrRBEVmzZxZ5fl
3HG/BVnWlivRzZ/UZrG/qShSpibeAKaxZPdOaMrBmLbk0TV69VPkwnfCGFrMxeK8Nr7oaK7Sukow
6n40MmfQg41dGPMGE636DKIsRGs7aNoBdyqAnPu8Yfb3STQZceLbpDQoIHqGmNYu4rncufzZ/Fq6
XeDYsWVcPK/AScJuVOP66LQozNrYnEHz0JMS1de2/RjEzvCajm6JTYLMn2o8k+7gZ2vHJpXuNytX
pvFf43bqWh58hvkBgjzqLd69LjOLvKFIe2yxA9nQnUeDaFR6a+uF2lovaAkCIYQh5p3tbOYWI+zo
eXH+ihKxyERu1inqI8ebD8X7g4N0adbeT4ob3Ycc7PVGuiTNDnzm12ioon2QUUVb2Tvz1bf4BjQ3
uDK5+MlZlqmrR+LYUtfFU6Ye7QOSxd1jLut4lxnlPxbdQPJw+UJVBEdIHE5P5XLGOuJKhBy9ecyl
Xr1kaZE7KHCO3AxZGVXaphOR+HL76r+KZOAtkFewyFCAqQ8snxtBVbiv9OpoapH1gnV9eQ+jRnnU
y3z6rcBh23ipWAOwXwcYMAOpQRGDg+6BnLl4bpKu0EFzjeYJCXk0j1Ettb9NAAMQb7OT5ifeo3W4
t2KrlhuC2/FHD8A8AkDWKPEsxq2uvLlXhRjomHBhALvAgQWBvNhpUwYfMAwd61SHk3E/kbDsm8xU
tpreKgje4Xtze9HnY3uxpXDnoJHNX3xlNvli+lNnO9KUkXmSnWXteA/6n0mmS20Pnskod6pbJy8h
mOjkEdtww1vZ0FeffB6dWues6vCnf3a5y8yxjgYNGfhTYHGIW5D/9CFkf5KWhVoo+mr5B9CbirqS
9L2zyKi2kJTMnlhQohab26oGw+1aVz8h5extcs2N5aeMQPFnFoH7/5TQ7X69vcxXISN9DvqgVM+B
s3NnLZZ5jHBTU7xAOwF31T+5iCrsNbR2D/XoGD/xMPJQnEenHiVCUz+YlPrECpjone9MVRmKFVVO
7u8l0SrsayrJwP5PMg7LL/nQGm+KzJQtZCjlLs0H9T6zw+oR3+imWvnIV7cWCgYzwAeWLVAuKi2X
H1lvG0hnxBOndGzG2scfazrr0oO2CFpijTBwfVUzGnodaAnM9H5i9MvRTMOAu85dfOKwzrpsSrlL
K7XR/YgYd1twr90pnih+Vwi5vuGtpPf3gz4k/7zcl79iMWezi+tg6lUNMfsg/AwunitTAFNAVD0Y
pq9o0pkbkYchrDOvCNe8ut9bcRr8GqgP/sbj8XINxhyt2GJgxemOOpsqHVw00nVFvbNJtdY6Jdc7
C+AH3VhkG+Yk+A8R86+3McztXLUrWz9Fap8ap1Z1geqh6nGP140do4hsNj8DJZ3ixywo2zUDv+uj
TM0OACquhaQqtP8vp2ok0VhiQmWflCnAxiBE23Pcjm08PjvCiYFq6NZK/fjdEUE1sGWpG5GaXo7o
4rbgldROT0aRi12G+2Xtq2qhvQD9tXdwe9dgkO98TfJ7Sky8yLMG5XyJ/rXAZqsFap/1zqnSMu9k
wD3Nd7mCRhoK/011d/uieudrGjyDwGvpSGMCO//5X4PZimrRCHLQ0bFt7xlpJ/sN2dTpqHdT5adq
0Qu/sdJ4C7LYWUn9ruZJaAWvyyauwVTnqoDTdyizynwqT0kZmvVeTQeVyBjQWAkJqUJ0+/ZMr74j
lW92LBeCjugE7NjLmaqYJhDaqBUzTcUW3f/4Hk2nlG6UEYFrG4p/XVnoelyDHn0HclFensvxEFNw
wgnfDHA9ibIXMCQ3+Ms3mwgljJ1WptrnFNT0Ry3rjJfbM71e2FmXitnOap7ci4sNRB/P6ix9lKcm
afQX1Z6M51TJ002CLrNYiSeuXnRm6c5d2jnTZBctxopybnYvNuWpBbVyb4VNeqSniSB11RX+pJEL
+tDv1qq473xLzzDYPxSMHaoVi1FDOtN5EQ54z+a4Dm3qPlbOsrK8tw494B1eAu3K5rl+Zuhe0ham
d8JVAAxwccVOSJtBrdGakxKYcPSMOJA/bTVxNLYsHLoMFf3YTD4FlpV/hVGeyHtbtYLIoy4Vl3R2
/vUL0yPHPhD9RhtEzvLXYJLA0Yrc8YQ8nLNX89kGKxx/Erat3bfX8TLkUxo01JK5d1nsxTYum7yN
pKNNp5AaQn6vTzbJeacG1UHvCyq79FTdfjsYobOrwHfIszoRzqB6Xprj6OMXJpKPtyd/dWXxi1Dh
AwpoEsKicX95sBCH6MwIj4mTGJrQxbRaq7NNEJMinbC0gN4dARGJN2FUxM2hIPN2z7d/wPWe56Lk
1prhtoQeyxh6hJ0T0jwbTmAkwk+Di17Xhi5GZt9NVayb+xiLwf6b1bjGajFBZ25/he88elAGgQuS
qf3p5hmXc+fCaizyBTQ0PauaThmQrMg5pW2NEK+vYC9UIZfVl2H6Hcps2u7CcCqTV6wlUu+tnwKl
M7eVMiA7MU/NWeWTzpvh75/HpUPxnzB7Bo9olOUvf96gJdKF5tYjszB6Zo2XNOBXTkiEz8OdWyr9
M7B0XN8pzQ8I0OymgAJv5k+VU5X3ShM1rd9wZ0xrx3exZVgttgwBEjcGQQPUjsvfFUyFp2DohasU
hbzR7ylh13cRYC+5lbbTn7rRGh9RirHkHoQ6Du+3N8zyEM3jU9z8k8UTjkNuvRy/pruqsS76Q+Ua
4pC7rWfzGCjD9LMrnPCgi27I9t6YATrzMw2OA87MiTpuvQb9Ts0Qqxbz8xm5+FD8ILKTWc+RmIZj
ffmDEC5Ugghq8UOGe8pd41BM9COMMdaeh0UexMTBK9IpweicW+Tq0c0ab7TrTDgPTqZgxYOFy5D6
nZU6ziYrMDDcIahW2psinoDcjZMdxJtqqJ383+7L//+MuXdBxWFWQlpcYi2N7cooFfchtfBn8HOF
H+3LKq473yssxOpvf+/r7cas6V1AH6LFiIbi5ep6mQU+c7DdhxbA/95NR628N5UAl7MSPbUqi4et
o2g2sK+oc1deqvfGhghAf5NiDqpT89P5V0AXt1Uuhi5zHxQy/eS+oHRFHyro9fsI4o5yh9F76PlR
PBZvoC7tNQHpxd04rzQ4AzQhaCMQ1C1xVCYWed1IQvqg1Ll1NMOuAKAYWftJ0eqNHEflDqbgWjjw
zpw9PCkpn9CeISZYHC+NC99K1cZ7IB1Pqm2Gq2rp00gatwCLklNY96j3Y8v3YsheW5NTfm/GZLsI
P+GMTGVyMTh+fvAmKTY9cEzFzum87G5MAuMR5t7nuoi6HRV0d397gy2RBchA/PHiJByZG+d87cuv
jCR8OEzTOD6qaWgk2zExa/eHoQbaubRM9G9Dq/NyP9a6zj4XKiq1XwYp6FDSh4k/5G5mvSFMkmWv
09SZwyazwtFy/HFwivAzSjaBFIgzoiiC9p8YD6hlT2uw/quLgcLfrEgHCAShcUAglxMYoikTphLZ
j62TQFTVhVY7ZzqbWqtunMTIxbnJDbWhZRMMtIIwx22wbalbw+hWlMeXm4ckUrUAuZAKw0ti+17+
ErQgMLqhCv44No6HCaOnTNNWlFrf2XtFGfuDqJy+vhsLyLrf9Fh4+JPc/pp/2sZ/38bUw9CFprdI
HoTK7jJgBwaJPmFdqQ8IidBSbdVYhHdTgsi7n7SVo2yDcEpPyaiqCGRTI/8o+4JLxB+NOrQ+9SVm
H8Ym9eh3PcmAA4K6F9ymaVOrlRcEPnbaQ3tXzNI3z/h02APOMQx0FmEU2btMQ+ViQ3UlMl7yoAer
Ogzd8MUS4CDvnaBVoQ7Xsu0OoZWX3S40IyPaNLoaPtcEwNEezcOGf5F5Eqdu9AJq6RcB9IKK9hXa
2njCFI1PdK2YmIq1LJ4X1QMNPYzMhE+7LU23ilU7+DB1hoX1itn3mfaSqeFwL0MvHJ41o9blDs9P
w9z2WPM4X5N+ms4wJejbaFGemne3v8fyROswg7nF/iQY1CqdxRWK+ZMTIRQaPYT4IGp7S+/QjaoM
5anGFWdrwaMv7wi11mqGi6RGg3EB6XOOtnFkMnk4LzeiMYU9ggbCe3CNCvY4NOX7uiiZYzEO9gvK
fdk/9hcYkXCIvH6+nggDzMXWL7zEUFI98R7awnK3gUNRo22sHjS6I9Ygp1cx0CzO45B5w8Cjl0HK
eDm9dKB5VEsRPYIKm7S7FAlr249otRr+RONvpGKlli7KC2Mzmx05mCY6DfLh23hW75pPcbZy8q8X
nF8EDogm67wGzuISrQOX5nDYh4+FK60fI06lH0lgB7ots/mB1mAhc3tjzVO8POcMyLUHSYaWmr0E
fRILoV6gG+FjaRnNSWfYPQ2/+Gj3g7UScl4NhRYavBgP3tpcFV1eKW3UBWQhNrqdIP6eIOUNT0ol
ERqt6jV60fVQlHPn1iafdtYTnmPNvyIO2blKiRyR8QAuvUSyN9HQnPKk98g9NiorS3h1NoHR0Tkg
kuSLszcWu0jV8wl5CUs7hTjP7TQw0/dCK3sEyLvp0NOqfG07a62ivXysUKmlFEffgDSYZtwyWoaz
GqIB2NinzIsrZdfUlbfrmsCy/dHmAvMV0Xj3PUoMvjSj4atXjM6H2ztnGa+D3ASagU4qlZbZu2Ex
7aGXrahk1j6qkWOX26w2vOwBuk8+fr890B/m78UeZSSXJ9n9f01wybqBAmxXKb6qpENlV2zqycBj
uY+MYCvywPgwliPW7tWoiYgkDsOyTYjgvrLnY1ED9+sYBZKz1tpCPuZ6p5FbZG2P8ZBZ4mjpwsAN
ctzPbO9TQ75e+AaAFjRGPNQMVuLgq8PNPDwgUPqM1QLpvNiVmpQtpdmwhqfaNse2xoQaRoN2DFBV
+K+VyhpG553xeL45blB64OwvIzKtqzWp2VH9iEJRucnMIP/OW6yPfmrkH3JR2iuP1NWpoxKNQMAM
SXJsSm+LuxtLb6sjHG1QQamQiIxtxM4GO52+k/m159ub4urQzWPxIILo4/aic3p5wsHBeImLQuaj
Wkn9UcP/YO+5SXDSwkrf1601/KdH8G//cVDa0Qh/AfXhYWLMRRLVY3XbYxmoPobONG281kpRZOzT
g9YK8HVAfJxNl5bpt9ujXh20eVTiUqRhKC3RnL6cajCWOgaVjfootAlEoWLF41dQhtH97WGuvh7I
KaI+dgt4Qpcn6HIYQY/MNBRLe3Ski+WaXpjIi/B8vui9o+1uj3W1Mxlr3pBU+JkVNbzLsUyVCDrG
Se9xiM3iyBnQ94jjTkcr9hTLD+xCfLo94HuTm2uGOnBB8JLL+EmoMXWwpMPIcaw91Wf34nA5AbS6
r4lx1vbJH3zwxY1FSs9bRxDDAs3s58v5jW5Rpc5opU9TEJouJDrKw9vBS1ravVoLJ66qDA9vd0t+
KoWdfgEAlNZUJivbgkKpJof/cXZevXEbbRv+RQTYyym3SbKKbUm7tk8I20nY25DD9uu/i3pPvNzF
Ev4QIEiQwLMznPKUuyhUG9WNHg7tVwOkEgRvOx5e1DrOehR0LEf50VHpbXwzKKvsdzMgOLMbhZN1
PwhNsYDfZ7LCULDLZH7sEcD6KgaDKFjNR/D/eEfG1QlQrDLp+9vrvOT7U23TUcwAajufTrSHF3dA
IKIBPEOoPdmprTYeWZJwp35jk67hJWRELqRiBKteqLXhkoFktvk5MSo8UxOT7IYOaZPLB4G+ln6f
xoNLqSmxnMHP87TJdk5D+Rp5PF1Pj2Wf51GxE3TR+8c86waoOWNYpyLyrVgv5dcSY5ThO7G+Fm+D
BreQldtucQPNDT+qnhQ1SHdJRZbp4uxRjMTWkLwb0FvTbQQL9NDHU3TQqkl887rR2MF2X2MTXujj
0cGB3YdeKVBfCLdLKlrTiqmLByd7T4u4eqnLIYWjoebGvejLKfEDxVRiP4q6GrR4W9sH4VbOk+tI
qCy81/UOyhOChLe/+oUw79xWAq0zAxrIFi7olEngAfcPq+q9youo9UPhyq3TGNLxm8akDBzV0sGd
U8mccFsVo6jv8CfV012WlcqbO9TJPzXOdb9zpUUhEXIHUoZ6FslDQ9NxpS2+BHfy3aj68UZxKiHy
AfE8P5sYQVrNVEfjK4WjusCaE2oz2N0Y1WeHyLT3O+AJid8EGeWhEldeBYU1K/vP7JT8G9+mGT8R
VJZHAjt9DTqwuBc/ftucj8zYU7gZ5uLewNWBjqH0htd2dJpPwURCpzdWrPp1UeX3Fiu61ra5OuIs
/EcIqyJvOP/3PyLlwvSarlDk8JrFARyXVEbBo4fLbArzJS5ivxqMbI1vfH1M4nIo1Cad+0VWKdOO
OMwZhtcYOYevXKAjlhtVf9LGNNnOfcv/bm/P+c/74zb+WFW6I3OxF/AJWcH5HGfJ1JbvOLyak/UQ
NkVT0qHJxne9cpQaoRkF483Aaz7XYpXpdW1oHoI5Up+LgMv0yh7y2EVJfHxFI6i5ky5sG2+yrd9l
pTb7VFrmvdqF7jvMmvb99qQXL97HpIELw5NBTXPuzJxP2s61wHUbRsaoMP1i9sTqwIxxuFdC3VjR
/boyFqwyixIrRWboMosjFVa1N+bmOL2mUmu+aYPbfgocpZVbc0L6YSUIu7J7GAzyEhAmpBU/6pB/
7Fh4F11KE258RfYVnakWM1IN1XgpK79RZfQk0tpbK79cHRPqCJVznbbBhyLsH2P2LcipAQfgVy6P
34Nw+2rjIuen7MtUmDo9kaZqt3/9/SyK5tANYeASJS3WVKOFC5xWME1426+VXr4UTWocs3H8dXug
y3eMU/HHQIvT6IqPeHAaX7me4w12nzhXiFHfCJk77wHamXe1lVi/bw96saAgCsCRoFhBtYN/XIQJ
Vp1NbgZg980SsYU1d9RjaR1QL6z3MRENAQM4+uDu9qAf+IY/LwI04iiIz1c/4FWwtIukAVGIScsc
p3pPhplp1U4I5iBiD47Xp0+dfy5rZIXuQz3R7+pIa5Q9iYym3he6Lr1DSGxSP0zaySGTPGGO6Hw2
gYTsdd77x7rXN3VrbTKnwz4xsJ0I78LBHtXDWBuAwSfFQioGYjX0TknbLXoNzWC4A0hfiw0pWmH7
YZWE0E0Nz/hshHRr71CKF8cuzqid8+j03xKPlPcfrKTD6WeRDNU/ZTe6j4PegYlESz1qDnWlu+nK
oi2LZFTGAONQrUVRmxuUKuT5RWJWnROMtV29C8xPs30UJoYD42QcgoMmOqQgqspS5DYxpu7X0Nr5
Ucms3vGj1NLbOzEWaI3f/ozLvQN0XaUCOgvvUMg1lkVJtaqixnGD9l0DtGj6cVtiYhAUCgp8eLKm
27wR/cphvIi65jHp0lG4MoAoogJ8vgjh4PV1X5bde19osvdj7I4x/urMrNhU/QR3wtHS7h+PJMbd
1G5DhojT27Cfqs7ENUKbShjUDsL7q3V6xj3f0UCyQM9yiLjqUX84/11D1be2EfTVu9N2+VM4yeCO
Om44zQ/aKsTjysLP7FheURg/cxHjfDBAxzZK8Xhim1Zk/AoC6f42Q6MPt03b9qkfOW6fr+y+5eXE
upOusd6k3TTvl8i+xmhhaDq1fMdZcdoIr6iPdC3UPZzJ/rfgRiw/ZXZX9ituJfOdd7askNkQ65hR
AxBVOADnM82b2LLLzlTeDJwjmoPe2s6LId3muwbXxMQ73kQhKSgcgGJTUq591A9+0fnwbOxZ4A8R
Idb540j+8dyIIEZeb+ycNzWb80JrcLPh+5TQEdtagAPad2ptxSc37y22XBm8uxqJ+90IhZec0WzT
n3loxN6hN7llD6MVNa/umGBtmuqN1uwmswORAnnKLLbQLfQETTVR2Jupka64M4N6UHpyB6/phwNu
JrFu7fAHkIqvpVovt0NFPXnvSNV7d8eYXHUKCoGGC52JnWJ2UXpIS3aCH9mylrs+DHTckrJYaZ+G
IfKAW6BY9i+qB271b5+Mo/k6ou5WfbGa0WTcDiqU6voqykHiyQ7w0PrnL28P9i8MBtwrZ00NAojz
Txur0qndKfTeNJg27YNjKuEbwsr5p4pGmr1DTK1cayxebGI6wODa2U6UjeZ29PmQtT6VZRBjST8U
cW37bRKZL+1YZHKXkwWjxBYYgwoiRiuD/e3JXh2Zs0oNkH4wefn5yBK9a00JuuKdV6/npOANr7a6
fKGtoqIfMtJSyIImXLmgP0ggf+7fmQULnh8q7Nx3B+FwPqyTNjzEvH7vAwGhvReNZp1wg3C8hxr1
MmdPYt135PGUH4ZEUT8hZQfPTQLPiR6Al9nxg+eWONirXdz+zJWuXAuulusC7GYWteSEk03zaxfn
O8C4EvHjUnmXqS1M3yn06ie6WaLcBaM5/BysMXitR89ds/VbBsof49LiIKQDLEhod74wkeioDA9F
eFSsoHpHfdrYgv5xv8RdVO5uf/olPBCEJ3OkpQPqn5IzoNbzscZec6taU5R3MVTNp7Zpq5/4w+Y7
JdYBgmt1bOxyLGqtTYNdUXJPbmDft5bTrBEslnfp/DtgU5KHAAXjzV7s/tQE+4gDR/A+duDS6CFn
07eswbSwrHrEk80mNONNEcpJf8xjnsqVzbh8tHirABOh9oL4JNIKSyr/pLlp5QQiOcK2VJMNiHi5
6cqgP2E+3JQIpSnByspfTngekYub55hKzbLsHs7OuYoXpceg7uWDmVrVts/7/jnPXIV2jMHrrIY2
fMmWjvfh9lefN+7ZyZsNv7DkoEyM0gdY+vOPHue507cI+R/rMFMPatOrj2Umg71rtonlq6Lvdm1i
WC/IatO/1uxiJTm73ODMm6yeEJtk8KIXlkYjVM6xS48w9fpPANycg1VY8B+kqaw9k9fWee4kkhwR
BeruomDdOHEaB1qcHYepKvZdNMNcHRQqFFukB9zPpu9gVbA9arN0LQe9vD9mcSRgCyqtP/2isyJr
OmsQ3tPjLGCyz0HGvaqRrHe1AcJoarz6FCiat3KZX9nJUNJmZx0EGoFRLWLQYcgzqTRWdjRTTat8
bzCBNwDiQxoyjpPZGtEctGjlg16Z6ZzYgwOxZy7YssqpaMb8upf5Mfdi+6GVU/vGzsL42UGLi5TH
sL+1k7ImdHxlG1E5p30793AB+C7u56T1gkkaU3GEvfvgxG5obHqqKzu9xx9r5bheOTIzNYjqDEjR
y/ZtCkKYPNXKj2UQdD/yYPCQ2MbQFQuO6j6i2Pypoi71Hb1V7Smr0Jf96xPL8DOZA1gHqeniq7L4
oVK3Nl8VIMoAXUa4he+WgipuLkvnaz120o/gX1jbiIR1W6PgZq/ckdc+8oyG5CXEjZMu6/mt0cYD
1eogLY4BKidH/o9mmzrC88E3legaJGPoD1hur7BYrpxfJA1heQDBIBJbtgurHM2YvoqL4zTa4Z3t
Daq9Q2e5OZRVY4ebYaaBqYXXR5uaBOv2ql87S7PuEzEA6PkL7Qgy1iTlsBZHZ9QUddOXxRBui2b4
N3AbL8M1bQS1fHvIi0SakhwUJXpC7KbZOmixqcFVohwRG8mpUvRRUloWSXKI+zbatZZLmF/S3Pkc
hpryPHRECgcCaOuBZhyASLZPkq3kOJcBwvx7UA4mbQRuBnrv/KvrVoSjQxvFpzEIjfy+KvsuOABd
pzLimXjIoancxMMOxmvs7NShTaqtwJpBbmKqYe7KB7k4hdyi1v8CFfRhKEif/xho3YHbgUMhToTy
Oual84g0dxAcZDKMwwGLPFT2CoGQyUbaegKK1FH+X7+BajBobB5wOqHnv8EYsdvRsjw+icaatj17
BwJ5nP1M0+5nr07Oe2zkCViBIJo2dJqilZvg4hSyBFAj55YofVHAJOfDl33Vl1aWhKcC8N+O81In
PrKDYtu1rfddk0r9qFOU/9vSBhwreklzzEDPF/XYxQVUomM/NYlQjqGI0m2JvZG6iVEwOGS6F7/n
5uDsCpd+fhip7aMpyuSuHVMk6EO1f+nZmCu15GsbwaWbRFGSX8SLc74KAwmJQL45PBlDp3V+VBja
dhjLSd0bBSQBIx+dxzBIxV0J1X/LuZ1WduLFtcR6zL2JuU1EfrhMvjVrQNHKnqJTasfhW9Gm3lHx
CvMxc8zs3UYNTd/GcZ39HiaE8G9fERe3EkOja0WHelb1RhTwfO6TPuInYrEDtKEp79rCbPgSM9yg
jscHq6vcw+3xruw40lF6VtREAdcsUwRjAo2r2Up8IsLqX6WataRiuoonsKVuYaCbn6OQ3XB70CuT
ZG9Dd5+zQ2ob8/r/UdxI3bQdhl5PTp507Be4eFwrtWa/jmqD74my5rR9bY6IaOLdytryzMz//Y/h
RlIDu6EseEqUEEC0ioyFTtVB+nnUeRs7VHMESiA13p6kxZ96FofD7OAtn93hIBRevOpK1WN1Objp
qQA3vMerDVl6OakHDafZtRbetRkCAJshUtTxiRDPZ2jKhscmr5Rj5+DTM1Csfq200dp0U+LcNTAb
SGrV6MvtCV45JTP9ihYlkeHcBD8fdIpsxcAVWjkqEi4zFOIkPRk4+27DDAUWonWj2xRFqX9yEttZ
OaFXXtIZ8UOz0lPpBLHC54MXVQ+o3rKDY1gi+ezreL8Iv82EHm2qRgt+2KQAaKRaGche4td2UyFD
Txl2GOlwtll/uL0W83BnH5sKIT158ls+whyhn/+ciMBxrFojOtqNot7bI77fPjwO1d1mLTqdK8Ha
xfmZR2NfkYDM+3opFydAkKWNVKOjq8TeLuhy9VAH6YMsCln7EcJQr7dntzbe4lUM0Fpq8UyOjjJM
438nJ8At2Km7Pt+M0v4VY462hkm9NiJ4XDJJMnYik8XnVfOkCkVjRse4rn6GiC3tu9ZJ33C9VZlg
EX/7+wnOvT0LPVDK+8tOG01hLNDSMDmqbRN/NYWHQKYTir0S0DXHdLFxk/vbI15uGNJHBDZ44Obm
irW452M77CnDVcnRxt7Rr71O031g3ZPfVbm6tpoX18NsBI6sJLBxhCYA6J3vThcZeo2aa3J0E+46
JVHaAE0qp622g8jHaes6gXGvQYfL9rdnefkZGXjuQ8+MSA784iXXRj21GtuKj9GA5MFmrDzEHhQz
TrVdB3bpvde0qVpZ2YtraZ4s7UQ4LxyQC/y0CnRjcgOZHtu2LZEEQrnNt1DIenaUwX0LACH9Exgi
1zZmFmH5fnvClxE1VS46tjNunQIfmu3nS41ZYWwqqZEeCW6CH2itpl8AKRnhQckD61cJ2DPBQW3Q
PxtORO7ejM2w04umXvkdV7YXokTIOs2BPXiJRSAZoGuegy5NjjSmpm4nEisNd4iojjTpFOft9qQv
4rV5zsSrcwQJJHO5vQSPaeNVSnrkPQBI6xVD80uM1G1drtB97FEywOW5rX4URRjQJkA/53j7F1zZ
Z+TOHwE7pVV1WWDM42hy04maU6JLqX+ppio6pCGtoQ244HCvTlmm/W2QOpczeYIASnKuLtpuGk0N
JNOs9DjVUjRb3BipX9tuVb4q6ALeuQJZpnB0WonEmIGlH1Ic0QqO6cqxpplNLRGoENqdyzA1G1Kg
krmSHeuAOrVfaU721Aml+61SVvZ2NCN692Snfblyqufa/fljB5qYO5m3F0w7XZTzPZ6KkgBOBNkx
N5Ok2SVFp493tTTzla96ZX60XMlMKEdQuV3uK1t6EkZ9WBy9GEkymMv5/ey5sGnczn1jOcKXIbPX
FL0u+rzUqed9TPoHAYvS0+Kxq7UB6mWQ5EdMHobwZxqYVXboQl1SgFKM8JVQUphblWdd/kKSrp9o
iolCbAKtk/fNULfTTqn7ZC0punKiUYiCMkg/lNxoGW3ZJaj23Avyo2bgmLirBt3xaYu43SeMy8Ww
EqFfGQ3CF2wflt9lwOU1ZgJ1kBVftIwaWX8Js9pxfGqeTvqPFehmvHJnXxuO5J9IBvMvhLfmnfBH
hE5PTJSqAFFnt22X7hWDHGtDvav5T3Es+/vty+LK9mX92LvgeICpL2UKtEamCuq+5THPLGM6RIEs
hocgKdL32+NcnRT+vSTziMJwTM8npSR6mXA1lMexSqvvmqc4fmw0dMlLrVu5ga+8eei4Ub+BjuHM
p/J8qKZHMb+3RXG03Ul2G1Oru09TnGt32ZSRuze29tbrRbLPJkP+nVQYlz7JKjhUOozULyGjnA9d
6DlKJcZYHNU6t1XftAX7Pw2cA6jq+FW2yZoBy5Vbgdtu3iVEvzTnFwMOI+BQJAnLo4PF5FcvtLNt
QxZ2F05Z+hQFVR3u6EcB5bz9Na88MbNEPFgT0ntupMUSa23dxqNRV8dCH+uNXcp4VxlpuTXGBv9X
ZVrLKC7G43tiZA8c38WDgX85X9dsDBtKLpl2NGkNfyr1sgHcApHZ8TOqpJsGV9W1fuHFhmWU+axT
gqJoQ9/wfEh07ymz4zJ5DKcw2UfZ2LykUZvDTB8avAdur+dlpMTOoWkDKhIHBg900flomdGWDlml
fky0sXmF699/dnusWPZ5DgRp06cVSuidpiV7LcNQTbNr5x60wN9aXcwbGCoChW9oOXPodv4zDNqO
Oa+QcezI3O7QNB9OlmIbPjdrce821kEd3USsTX6e3NkTOo8KHJTzQlPeWEo2F1lfjmFq6uh0yOyU
RF1yQCvD+SzHRsfTfBjqX+pgDP6AGvapqESyHVBWfnLVwMKppbZbH2/a4d/bn+Ryy/H0zVpSs7gk
lZLFFylTxNlUaRlHBR7vrw7WVLC1ETvVd0Q7YX4nYgH44/aYl3uOMaGxQcwHXaYv2zwtyTq20rZx
rArX+ZmUZf5c9ymWD2a0xoW6uPdZcyp69IFBHiICsDjBepdM8wNqHiEKmO2mDcMi24peWVMav7ig
GGeu3XIlEhwixXK+o0JXqmY9QoFWs6x6pK1v/kBwQPhNqDX/WFaUZr6EML7yBFz7eHA3wULN7g7g
Kc9HtZVxKFN+0bGVaopdgYULOEGn6Dr66863QXpTsbKLr307esy4KEHkmf1+z4cUbU0bIxQ4gMeV
+aiEjlkfsn4Qm7rscFm+vVEuvx4dEyZGlMDldOFaULa0znPcK48iNnTl2RHgznataFT79+2BLt5S
sibAGXxBWjWmvUSIotIDYGayrGMMDTAABTXn4x5CZ18j7rJ94Ua6ve0NWB4DAiPZ7vbol5uH0bkX
bWQDeeOWemBUDZH/lbZ1rGJtODRKld2Jvq7vymIS27ABsOJ79ljvb496uXnOR9XPv2SWwirKdIVR
1bF7jSavuC+RzoKXoVv/JfU4HW6Pd22NiWK5bgnTMdxYvOGi1ZJes0v7iNhMtsNDItpRSoz92oYa
qfX4jieBRnbsxWv2WNdmylwpDkCx5rGbt9kfkWbSYUI/yMk+hmh375zMVONNVEyN2JWebL5GI8zr
lWNyfUhOCF0/tMiWJfZuwAo+FJl9REjbvIN7F+xMWQDDB1Jog4+F2vrr9vJe20Q0GVUiQrp7nJvz
SSojEMUUJ+ZjW9nuqYNLle+HuJb6Jgn11tppeUlTt226kDX//wzNsKAmNfb//NP+WN+BGdUWoiZH
0PjQsIpAfEbhhe6hEFpzr0R88xCMvnt3e9j5qjl7TyE4UG6Zi00uB3cppZSO8O2SNspPXR2qd5Y6
IImvtuW/Li211s+y3CJ17J2trRWhn3v23+5nQITUoVGPxT8Dzt9i1rJrVXsYlOok41D3R7NpT1qs
SRTFMUqqutx418RofHJyEa2MPP/Ji4kD/QWTS2uDBV+if41ysHBp6+tTEibFxmg0c1f3XXkwUHy/
N6cqfIjzTGz/erVBNoENQkUIqO2y3VBXlYtHVSNO+KH0J1GG9aOFuNwh7mgKe1ms7WwjqnZiGOuv
Zt8qK7fVZehI93zuDtKrBNLFZz/fZFURWl6RGuJkTxJ6e+so3r82qNzpRTXGyTw4BEu5H9qW0hC6
xEVxh0Zeat+nY6Cs3NcXbyA/ZXYmmCvyBtfK4iarhtTkA6TNCcYUGgbIJePQMsY/E623Vl7AD4rJ
+bdmLJoLwMqo6wFbPJ92KBKP0rspTlkSVd4mJKx9HXtHarvC8JpHMUol3BHMBrs2TyJcyLWJcnmt
NnP5KYpxEjMHBe+/1M4o3XP3QS2ZlCyMocArzmcjspRgnzZd/1C0jVA3qZSW5ldlFKQbFaF9tLf7
RLYbN4fauonKdHpFVyX5cntzXe5oQnH0P+YO8FyxXlxeU1b2ddsEzUnPWms7zVIjqe2JbRwp4r6V
1TMhXvV3mhugm2j4QuLUeO/Rgl4iBEFHgsl0wvZkZrkDq1sO+2GgrTRNotmpbvX3ZeJ5wBm0P9MX
gJfP2+qPaxKYkScCq2tPltTNU9XQh+QdUPahoyoP1A7BvXSyTnZaMhX5JprF/HzEZ77+9VIzYzqi
c18A5cbFr+i6JigHtZInIE7RC7/0u8zi8ID4Ur5T0SW9C1p9Ddd18fSj+myB7+CqRgYUNYTzmQ9h
Ao1sMOUpQwUo3pQcb+AkljB8OarmQ+/k7sHQU0TQKT99uz3fD8bb4gTN0qfwfmYoG1WExeB61UCq
7rITherovU/V/M4dhESduAgLjPbqZtyX4YDhRZtH/eOgeeIHYjDRf4qouu5eNpqEQtcp5T/9ABk7
CYJsL62yRNJYhr5RfY7Kvaro3l0Cxe8QS1DfK+/r5UNH6YrcBRz5jBhbFvbTUcXZIIuzk5WOyfcW
mtZjm1UR3mhl2u2UTMu2mqTHAD048uvJ0O9vL+FFMMPng+OLnsQHpnxJAEH6D0cytcxPlWtEn+te
jZ4jRavvc731wLSiqXd7vA/DpMUnmwWBHD4Y5mj68pPJLEUQ0dWKE/108djoTnqHAkiHvikqYb6C
hMeL54XRW607ufSDblSVTYHx6ZcUButzpjvN6ziJQfp9YsI8npz6SNV+2gLD97aZZbdbsIvKF9qZ
qfTLJpNYoeByeScMPX81IIttnHFCEyQ3eOpiTEQe0zQiqVqZ5vxOLKc5C0tw6c2Nq2VyOiieIZCJ
zk8ekGQbUv/o9NvKFmXht1bT/wC66N17MjVbn5adEe5Ei9nz/WDHhbEfkwh7mryr4l/NVCnfvCky
xR6OGnqCQ0X5Y8bMjLGfccweQO7UwMl0VM4qPSvWbHWXziLzXUqpfmb+z9AZmpznZ6ym3SPKrE+J
gGIhdqaeGBunwjluo1M/vhsdrxy38MitZ9oaSeRL+hb3uREGb6FVjl+a3ux/orGGBaEdeFm6TfLJ
3uuqkm3qKP/v9rIvLqMPqQIA2vB8KPhfXkZIeVCPrRAFGtOofjUTu1b9VFG1u9oLJxQUajUUd4Ez
y7cKlHamlUBmETzMw0NBIVplpcAwLwtuUPrcUAZV8GTaUCV8qVjlADIdvwF09LgB/3ayaLmRWVK8
JPeCern4MJozO4SU+lMFrZvOfRbtHDPK956SxHfAD8t7L8ucrcjSVcWC+c3+Y3cz0bkkYlJ0IWyZ
NQLPh7Ypa4UymvQnuw2TT2Ko43vI/famTTyYhFHd59uqavWntlaNO3t0Wx9N/OYvS7j8ijlc5C+8
uylZLNGORaQmpoSx9xgg+//SyCz5glm12AVpOW7gd1bayoovQpmZnEgLZQYT0nSHTrYI2DqvdLpy
bOMnL0+nf2uRfO/JI+7ToQ02edaaG6hja5nQxZ5CNQzFn5myRmhMifx8qePWVcKoCZKnvlTiT6Ec
7F+00X7Enpf/XdDE7FCvnSeGdQZLuyz/ABc2YROo6dOUlgnkRo3a+9Yo+hGD2jiUP0bVav+y5PQx
5oyAJ96manoheC2rrhFhEKRPWdIW91MoFYxJUL3APgoS1+3zcm0lmRq4HgSNHKq05yvZRXDno8RO
n4YAMRw31LSfhtIXv4wi7tLd349FixOSIwoFfLvF2SwZPQ9NLeVsVmiiCMvYBq4q7xNNSVZwaYsX
/GMJTWI+XhsdBsFyWmbUgYIP8uwJLti87aX6FPfAkK0EC4hdEmrtmuvs5THgtuHGYcyZkLJM1wwj
CR3a3+lTXGTJ0YoT9+iCqaE8qSYtp7+cej8cK8T2bi/qMk/831RNwiTQ5TMYZF6KP6JsbJ2zDAEV
vqDXRT8LKzV3XdYUQGoTt91X4+iAE/O0eJMn5vSjqJ3hqOPLu/JtFyHb/34FOQ0W0x46msvLT2aW
1Y1TzIJLdfissvJWVP+ThkOn3gtg/n6qt5OxxZYj3CBQuSZDe/G9yWsoEMyoQDjcdFrOF2FyBk9x
s358Mdus7D6hbGm2O7r1SW35o6FmITd+ZwXuSo1gGQcQqtFB5/wgQUspHBjk+bhtG9emqGLxAk2k
dm2/qJX01TBqrEc2NeF02WFzFOEi0QLA/6rN7lGfysDKs42t5Ni3QyNK/sH+rmz9DnqvB3cJXmX/
4ORWNj46AZrmPgha+Wtl08zH+uytgkQ9189nKcS5UbD43b1TIV7b1fIZaZIQMPSMdrejrvRLgMju
pmxwc3MaJfgUeZryGqeld0g8vWo3fa3WKolyGb21QRuu7KIlo1JDpwbuDUw6GoI0Z5YMjcmCEVMq
XffcxaPETbDIsmiTtYr9ElZx2+46sxXvyCtFzei7A2aEFP/MZjs0wk02WlxVw5fUUuZfGOte8qJB
u9RWbsyLnU4uycVMLolOABneHG79cd5iasYl3JT0WR2Hyt1EFOr3NJSS57zB3nZbJn1j7j1I45hM
u4FoDnZklWvCjxe3DVQwnkAa4fC2WanFj3At6gdJJtpnO0c+XEZ6/MtKarXZ4VyuvY2kSdvCdKbT
7W1zOfW5+jdHvKRHOGssLvDWkoK80G6fS9HI/VAHHSjQZIDqi7S4E+ub0sqTrTJW7pfKdrqVO/3K
6DNQnqh7DmXBJZ0vfBnY/QAbWz6HnopcaAvDcU8BrdcPMTIq4c+ujNrPqK5W4abvssHDdAM90y+3
l+DioiGWpQTmcOoJpy9Ij2VoU3HXvPZZV2zohkpU+2zj8R8XPO6m1hXx/a/HI9WYdZJsx8VEZXG7
C0dOmW2YyQtVDBV60ihgkVIXrD5reVb+a4PITQ+3h/xogZ5dDrzQSIhzBokgmeUcM/yxw2kFl2hc
y+IlJMx1/bEMxlDxCSqBrPiFDDD5pfQJHmyoKMTt8kGx5Z7QF0o5LTndOlp6qHePRiqNGKtHs47U
YeWimH/C+U80wfEjHY0aKe2Gi7Cs7COPTCt+0Zsxz5+HZqSLVQgZHNOAguz+9opc7jxaOKwyDwv7
j/T1fEEYPrGGvq5ePKcY0dBS+oi/Wyeq0eK1bt3vEHrwmY86+2GsY1VdibA/kLmL2cIppow0VyWA
vyw+iEhygbtDH72USOW8pN1gGBsby9T482AHdfAUDeYojxFVsGLrSPh8z1GXmpmPqEv4vRFUhO8o
PbhHLjQRbuQUeCHGTbZS7jM1JwNpxtHStp1bwbirhqTSfcsp9eHgpnr5mbkXRKETIF+Eh0rDfC7Y
50/o/iVfck8omi/juPjSuqh4HWqrl2LrDPE0bJs6LYpdUBpZTp3LaPDyyyoY8ohrKK9JGevJlyh0
2l8BqvzTG4I8mumHocfOmTRr4h6pU/0tU5wAwA9Ag4dWc5TS8EMpm+pTC+inpsuB7uwTeo4G6hGR
GQbbZkIy+iFvzazfp+mc88wwqGo/Ih04PMCFFuanGkbMd3QCq3hjDc5ExwZrUuO+S7BZf2H3lNp+
6CYj9wEYUmBylLBxvma9WkVrRf4rG4tMdUb4UJGd37zzjcU7UoioSOIXq237h1GUw5uOpdhj4KZI
PtFiqf9VUlpNKCtqcc4Oy/4S1sqDi+gIzQ2yN34B4P7zX6CmquRgE8AgnCi/CiWL3tDCaLfCUbMA
yjxeULGims9mXAV7JBHVlQjqcgU4wPSSPjQUZkjG+fiZcCb0pvXgObCiWOyT0ptoRLu9lW3Q+KGm
5Xtiss1viSvrJwkhPdt6jTulK4/6B3js/IiRa3G98ju49UD4Ln6HZY9T6enxS1xMk+NjlBirr64w
mse+7xoXn+88f+RJdr4V+FE+QPnIvmH2FrpfJ959m25FVSVvWpCX9ncra3H1SrIGMaS1q4CfsfiZ
5Gmz9CwBJ2Jni5uoqeuJ1AJRdA2rl4dRTwIBfZFXyVeijkuaF6v8ffvy+4hhF2PS5kTggmbUDAde
jBnnGKV4Xle8dM2k9TtF7Yu32G0KusldjnZ8Flk4Hfup1sTJ+xR5Rr7RC6V/6rWkxoUPOGlqfb/9
m5Y17rnuRhYJi3luElGBWBwcaypsXelz7bMoReY9V0DB288j+bv+GKpJ028hcni2n6H7F30ZrcFS
npy0GmmjqWUX+bpIouwNE7Sy36hth2q2XittukOVpUiP+Az01aHNx957Gyo5hrsStednoY3q8HWU
Uz7sq8AI1ZX4Rp+D7rOFBmZCDmGoPGn8bfnWG7VMXVmYxudEmtO9OobTb1eWhfHq6EF4MNraS05x
XXMu0RGLvQcvt5rs3mxlezKAemZb6NPxo21mpnkSWVQ/Oj2VigMOWVJ51ArkCN89K47Hr7nT6cpG
FE5+ygI9XjOsv0xJ6fnAEfrg2/I4LuGSkd0XiQOL/0VtnEbHHoEO7tZWyzL82vXoGfj5hHDEXR5b
/aapdGF+SQOI/VsKhNA1bm+ViwuGHwA4FXoAIsr/R9p59ciNJFv4FxGgN68s11bVLTNV0gshjTT0
3vPX3y97cIEuFlFEzz6sMLuzUFQmMyPDnDhHkKVfXuwwiLo2S7vhmDFrq9xJjCl8miCpefBgs9nE
WZJ+Lz0tRLfB6oavU2+HK6GKuB4XX5UfgG1KxrTsrz1L50U5zMLOcNRbhOHchuH436kJHdymV/z8
i9wEqyxewlldmqTOS4EFpJQAO847fVrgECYiy3KU01D7JffdwyjAjkL3wY1Iwx2XkT2v3CiWl7/U
JLbPlErWxmKuc2PRcYND8G3OmCR5tvPDoJZaQxJyjNUpUgFWl3qzlbJBfZAmJ/E3nZQpw73cQYqb
G2OXPWqQpYYMB5UpoMAYj6ycBmnSomcaGKhnSX0dllvFSaLe7elH964xKmuSk9fejl8toF6Ucek+
8ckuz4tSeyh+02A51jWI5m2idr94NNJpl7fq9Mlrpr8tfmS8pUVl7aRaGoYNgumvUm5SvL99dK9P
DsAhWohE2W8TlrMN1EPdb4tYbGChW/sgsn/reaN+lZEx/RQndeGsPC5XjQKgv3Q1oOZhpIYhsdkb
OIWWPKiNPR7x4Qi1B/X0QitRP4CD8L8E7WS40+BwP6y2Ms63l3qVz9Lqw/MBBtYp15lvHuVdykGJ
vqJs3ZnHqe6avzovrkNYjn3F2nmhIr1odfJPCHbpr9tWFzYY6BAzW0CkiH/mGSUSgoNT1IZ1tO00
pc8WBvG+s8zpe9rU0XNbhv/ctneVtVAuIIIHXQ3oV/D8X56t2uqqukeQ/jhNBu6vVIevbVMJgr1s
TRrp2u1dmprFdZMZV5KdR8bRzFI60HZQoashGzBMBWXQ7z3HCg+xkyY7ALjREaqcNc3P64iKzjdl
Qer0Fk6I+tzlYv08iVPY+eTjAHNLfK+nRVHfVV41xW7rlNWdnYV6sDMjO/3baZXie2NXQXRImlL/
RO9Z+aVNXfRaIvnTblB/DPcZpDtrzZLrYycA9vC54pmB98/LTVKnFAOBp3ospL7Z2vLQbmWz6r/2
3ji0z6o0JQfPr9X8o00FhILQeRC6VaR1QNgutwZq16GKiMqPyK7KTF5axaYOdOs1p7B6R13Bv799
7t6wSpcPArMLVA7fMKz8JeIivLteDvwWelF01nHErSqHmFBCg4Y0MUG+yH5iPQSNDI0tsL7hHt5H
c9w3fu1IPMhhA9e/VtJBjUKk2g8xT+2RzGnon7QJmp6dPuryHzjl7PFgNVlz1yry6G18C45Rt7QH
K083nipH21zVEmc3kTsbh7ZRkDlSw7hTKBvpduyqaTaqbupZEyyLYDTjV6M19IMHwXZwzmSp/0L9
r8p+jEqt/qVrk4RjoG1jQ2Jd9PdB043eQwUU85z2ZfYatnXrPfVkxblboVbsj27WN8af27t6fZuh
zoCliGogfQYwLpebatR13uaVYh0b2mPB1ksNgFcZnAeKm7Stt8bF9EYYMP+IhDJUPSg6CymbS3uN
r0lSV8vGERgGOhdarhPxxXQi3ArKkYNVWvV0UMYQqlKy/S7faSDVwvsiQnY8CC21+dHnKRFIlE9p
5opW77ZFl0pxQwdNsH1lxbBhW3VKrHZ7o5Z+OQEtMTuT7IQj8myn0qKCdqaPm6Pn+xY/NFWDrTrV
+hF608r46uutBA/6IKn/pHEb72K6VfaLUjZZ6ZpZoCm7cITqqiqoDWwkuc272JUBPbQ/JSfPN7Vq
Z8kXdpyJjpUX8dqLCnwWVDAQh8Os/Raxv7s3DIK3Zom4wJErMSF0mgeunFnaQ53nhVs5krPNhvKH
08nxnifkw51VMlEOFwge9AWIp2e3Fv0XO4v7tjmOPJyviuMFP/LRsnagHvXDNLbVX1Xddf3Kmq+j
APoC1APIL3mQuUSXxwwaMWnq4E071kOfe1tEQ72tBRDmrhhqbzsI3NY97jG9S/1cW2Noun6RSRvo
APA2CuXmufFcz43QNpLqmGaJeieXQx5uZDhw4XkdpXPmy/HP22dz4QVAWoU3CrZMNDPmRxNGv9xM
x6g75qVWd9sBrBgs223qb+GG6TdBB7jUo7P97bbZhU2m1iFUdG2GL/X5LH4Tl9NkB21/tEmOkjM/
APZjy0Jibdv7dVH/rqi1GM/ZZGT5F3iJmxXftWgfJCDYQxw+n/vyI7eVlBGF5e3RltQ6BveB7mur
jaFxGMHsJZw4c5Rdaazt8JBLhrzW6FnadoFIEaOXtJ6N2dHWEFYvEqiEj6gjKCXzB1Fo73W78161
TO1cONElit2DFK4UMxbOl4gxqRyIkQ6aYJfrpq/ldFBHsO6p7O/VHooCN5Bz+ZfqhXjTHjDOynVa
cH46V0kmtBZzFgSalyYzM9ZKTm9/HGwrHB6yQcv+wccnGtxjZlw/tshY/Y5Fx/CA6Lz3d19ZnQRV
zNB5G1XqTP1R69VYOkhZJaHx5SOhTk3MMlPGEKnTHxrdjr5VaReau9tndA7FJUThlzP4wjElASFO
ufzlcNeoeT5m0zFSwv6ViUB+c1EnwLIqzSueBj+OIM6hGr2ZdDsNdpJJfLuduq6pHusgCHN6nwo4
L+CXUrwtYVkr3dGhBbwJ7bJw7ooizWuXkmyhPWZKrsbnomWSe5Mng/WPPDXKaTIGAe6m7OwctLzP
Y7effERrby/0+lBAV6YRHVG+ExClWZ41JJZSaPD4Hzmq0V3Fo/TNJ/l8TiM13HIrupVw7LrLSemK
y0fbDsQFr/lsYxsFDWBHrrqjYsPEPrnM5sJa2UZp9jsgFJcOeEE9RmPJnvQfQRv2j1ylwNkZfhZE
WzUz0JE0wlI7qTk4yFfFnMxfH90SgW/DHVLvY2B5HjBKKdRjQw3WXHUCBdQq0pPA9ZzwoSM73seR
jLDYbYvXHgGL1KLp/nI9cYmXhw3yVmfqpX46NnoVuVA6qw/+IH317AL/lMut/HeGIzrcNnr95SmT
aEB8eFwZy5sPIjH+mNpV08hHRk/HbZbFuhsPVXC2E/muH6zq621z4qpfRnCX5mbep6cd6ZleLx+7
MQ1cpsSbH+DRz2k0qt9uW7oOXMANibla0lpy+nlsGts6BGNVIR+LdKz3Vtd71p7Kk5H8qmuLcBiG
7IEelqbXCDFNcFVtwiEenDUFlIUFk1ULvjVBGnTVsm3D1LHGwIOHVRkrGEqkUgX158u7GsWnlVu1
8C1FII5nB4iHxxW/5V2spkNhmWd9TnbSJdMBAMWou7qRoIBa1UxFNGWq7G9v8pJF3k/k2kXvhhzg
0mLgVTrKtINyVEop+xxZcXCArHRINn7a+tupr9eClYXtFIUpAiQqCMSkM79R+TViDX2mHrNugg9O
T43OfpET3RldEGyevpKmCr83O64M3AgSVuCu1lUfGIkp1ekqRznmIQ4mlTQnOsBWVakrhe/rYERg
B2loEIeIBGdWFpGCYgIiFKvHvsnbjVLr9H7QVtiniPFuSKrke0YMoi16j5SOP/wJuSHkUwg6Ad+y
Z5+w8zVtKCnMHuOkjB+CLvTuNQ+cCVLe7TZL1VWQ6FWN32athG6CTgxSuPngR1hSWkQ1TUXVNtM3
QxANh9yp26cs8YMnxYucjYMu7GsDTPpZ8kpnE1btuEvUKv0gnRqvOwBKKn3UOAW32LxITI5dZhoT
ikde5OTLVCnxbxTLkzsdt9u7mZLq01aRVFtauadLh5jaNLNzoup2VWVs+wI2/bJUjvR4tYPT24zn
ScIDIfBgrTxji7YMyJMpaVKlnafMlJ/0OOffHw3oH3+UkVR9QWcN+HOnGGszH4u2BGqCVBck2rzc
nUvImqgD6yq0dPjdeYxDb0hpO/1n3jJvsHJnFp5L8KHQUoi6DqCAmStQIt2ZKuqox6gxnTsdvoid
HqHS4tTy9J3WPnRb1RR+u31blpYIHgT0z9sRntet8kJv27aalGOomYQdfiw/pGqZpBvaLjRN/4Mx
0cMAXU+5dH4+m9ouRthR1CMjWFHxKMNasdNsNKz8EOWVle1ccOUUZkDDMZIFquoq7+zttocIGVdu
GpGzjdFKlcmzHfVHCQf2tu1grv94wEOpXbg9wg8+4cz1TEEa6LmUaEcIXsttaOVa5iIogTJYRCNX
qTRrz5FeY3Ra+ISAxihc8UDSWJi3w0aravt20vE/YaF+59lOlJ9ifuSOR07XX29/woVdRcuTx5hJ
B5QQ5vMeNsmBM40m5dWwSu77rPtT1L2xbRLq45zPWFvjNVq4FRhk3kxcCQLY2a2w7KwYQkpaR1Mr
5PbvjpGz/o4SpNEeONMexW8oRtRtY/j+9DGeKuFOuW7EAmAqGZWcZ/RhYkStqUfaUbKk4gWsVhof
LG1k0AuIWvyDBKnPNlPa/5e4x4RdlFlRaibU28UXfxf3mH7cQLs5acdJQp6xqpkQ2inh5D1Pvl0e
5TbJ1yZjl84QQR2ZCzTaPJ3iK7yz6AtZP63W1CNVY+kl1CzP2sKGEMX72JzSeGVjFzpyJkomFHMB
aADOmKtsDEohUyuU05epIhm0Ayc1t1baUDXIpOmBAC3cdwpzjH2TNg+SZvnhp6CQ/AfKKcrn2wf6
Ghpn0x0DbMR/+IPRg8ul21oCKaUSJS+hb/Kt867RUGbKhvBzXk3DI69Kc19HY/HcjmbvbSxj6LZm
MVS/QUlSso4S+NOYn48+RjHO4XuTIYD6AxiXgQu7/FkK1FytZTTVi8fkR+yGXkFYATTrCdAP5WC1
l77EIKnQc0K3esWPvfnGyzCRw0cyKwZ8uHVzngMwa3EQ1nrDoS/+KNII3j4wjKcyC6xDoMTp56zK
kGNQQ901W796gPm3W3E01/fehkETsD/RMX/Ok0cq44z/Z/bwQkATtZshBPE2UB15bRQzclzY9TW3
LiFTXXmjrh0c55HaLAgmGlzMGlzue1Y0UGk7Rf8yelr3Z7Kd5p4JoFr6BlifJ9jQfcv/8EsFnlQA
RQjdbMG5dWlSH9PKT5vAPqa+cgiqWFXduonynaGl9ud0Kr2ft4/89WUXaSSDwybzIdTrZkcrmGBu
91rZOpIn53+6rjMoj5reqUfb+MttU9e3C2YeMD3ETzKGOMqztaU+j20WV5+MNp3uW33I7tsyt+Kd
06feg554/bELWnkXNMzFw5bvq98MrQlyNzWU8BxoY/43rJt5s3LCr/IglAFBmsLYxnfGB81eFbXy
ygaUS/UpbdXyz+DIA5NNtDLyu9vrvzpNQjqTPFJXOc0WwxSXy2+cMNMVrx0/McNh9wc9C7gxekOK
btR+9sefTHP/v1mcbbgXmY0+FsP4CfZGv95Itp7ceX5TP4WgYQ5hqB5u25sfJu6naAAJXXGeLOoN
lyssIQ5mhClMn4tMj+95lrXnXPOOSiBGoW+bEj/9vVd6M4WmmIWGHqW9efMkKdMx84s0fQ4tjxaX
nuY9qL4kPwOZhbPDbsyfSp5n4yZWfG3lzszdkbBN54TJfurbwDtnd6atjUHtWztBCYyWVJiUJkN/
qQ1ZA43uHXLP2p+sSe3vt1c8s/o2k8pjzEQHV4gEa+YZOvgwYd2uipOZKNJ5zNPuE1Tg9UbzYCYJ
vDq+KwwvXTlBc+//r1X6+4iU0lW8YhUeqN9DRGrkJ8ZMkvuh1KS7TgvbR8F98yRr2fRXTAfkroTs
4mHwyRXCMY8+vvK30X4mxSFIIdm7PFbNkFLCZ5b/VNXMQPNawfnb28l32B2HT5o20trXdO9jb65Y
OEURURehaknlYuYVFD3Bm9E0OnW5We166vfM8ubjfRCo3wJQgvcGos9ulo7dijuauQkMY5AHR2fw
EnDQPAZxckNGfjbvT2xuf9/Umn/vUWHfDYX8My3seiVfn12kN3OkKUI4g2yTctDl5qp+hHx8NnQn
px8Jpk2gXOVoD9vcCrStrzFfWjdq+to7rb2y0HnkJ0xDkkH3gXFBfPD8HskRk+kgEMZT4TndA8DL
dGtJuhjsSJRvskfXtQBkAi1AaZhuJNnjtg569Y6se42MfOa4/v0lhH7QG1ESo4V/uQnBMJU4kGY4
MV2g/mno2t4ZWhWdAOQaK6t+S93fea43WyLv5d3lFaSOe2kr7kLJTIx6PDnd4NDnD6eJof0Opt9N
PFl24CZFohuuDYDGcUOjmH61nYJQUtPBrncf5E7wrWJ2J920XlQetYJhPZqZgyY9xGmf/jAMeILd
SFUy3eWTNkzLtJ7x7bYvWtovalzg17gkcIDM1mDbY6mrjTGc2FP0OcdCkXKkxsfiANNj9eO2sesL
gZNnLIiZUgFSnnfp0YDPp4bi/smyQg8Cs8qLd1M6AWiB/hv5t1K1+zX+OxHoX34kUTFk5oHyNvXt
OWOD4XcJhaBWOaUo5G5UTeq2SiMq6zL1vcegCpRDVsID3QB+9DdIcw0vH140LIbUYsQOQ8A6a1ol
ULGaMLarp97v1V2kmvlTmtKz7QvZ/CcM8+7zbXvXrwuxPdkPhS1Bljsvx6heVU4BcM+T1NjezrTi
FOCFme9MpXL2kl/4Wxukxva20YUvi5IdwacgBCI2mi0SwWDI/4FpnyggVAcvUxLRm28+GVNT7DKO
08rduz62NA8YMqN1IrgSrh6SxpGSCeaJkz8m8bme6qZ2Nb9VXsehgyXo9uKWjhDxLg0SMf7BGMTl
PYfaQ6uyuNZOVlYpwV3ROk3h9nDmVC5+3yt2eQO4w9f7qNwh12O9pKFkfbAKRcFdVN0Z2xUhErOg
4ke+y+VppRQw4WnmqVJLJXR1lEkOIxjNjeHnMpOFdQoXkbHKRXT1qIiZRSqXREeC5MoWH+Kd2VSC
ttswSv2UTV7rmkoXBrgyR91GkWScLAgdH0GOjwc7jeq729t+daaYHwRhQumb1I0/Zu82N1oCBD4Z
JxQWoh8ItkYPzuhZr3qhZpT8kNj7D/ag4xRT6KT28xkfexxs8DuOcdIjPcNtW0MRubRXw082E4uH
ConwlRVeXVVWSFAixnlwELRULzcXirhC8biroKel/ltW5NFRQ/9mLylVuU2CrAMukJlrnCgLVonq
qQJQ6KORO4d0xOnUJ0gnS6cxtL45ge9tckVpt6lnqqMQ0PuTyk0drziIqwuLCwasDdcxSkqiLH25
VPjoE6R4VelkJ136s2hM3kGtLL51IJi+3f6O10dWmAKGRYBNdK3PfJEdywzPhb108sxQfiz6oDho
Q6CfK9piX3pdh8yq6ZC8hL52ray5aJqhNNBggoluzjaTd0WrDGHgnzX4dMfPCdWWz46Roo+eyBk4
fuofxl5xUuCOWa945YqjWrgx5OSUjWmVAYi3ZudpZNIYbBxtcT0q8n/sbGwfhsEqX0cGYgyCL3tN
q2vRIN04S/C8ilHby6+qM8zfO4UanIfAp1HeqdBYDUXzHYLmzJXkxFi5MAunSNAzYwkmNiRNZ9FK
0lRaOvmacxqLkDS4BR2tbKQWRVM3pXC7VjVaMkexjBFmMeF+Nc7ZmUgRj1RNTzWi8TujBCJM/9aT
79SqT8qVG7Kwl299tn/HGSgbXe5lUtjoTnuTfx7g1Ffu2qHT9yAebGdjQOJlbM26KFcyhoX1YZLE
iFCMxu5c9qWIzYIANvTPBXUcb8dcrPSlSnImJVCH/n37Vi4tTzTCoOGkxQ0c93J5gQmRrlWMwbmK
nWIb0ZM6ZpD7HJqxifapqv35D+ZAVADepgKM5vClOTqyE6MqeXAu2ymC7Thq9Ac1qpq9z8iq5AbT
sAbHXFygaCqATwRsfKVDEWltRcE5OCdqHjcbin9h91BHmaVuqymLYvTLgOOs3PilL0h7SKQ70NDw
Wl4uswt0aYpLSzpJVKzl5xLF6GyDhuXY7IHXGWtP8sLTgXPj8hGOUDOZ904KpC+C1EmDMwjbJtiA
OpeyfeW00mGKhrJ4hjrwmVnifIV27XqVKreCZ5m7TyNj/jIrKRjoWkvDs12pBQ1TsDibvBp4qZVx
7Rou2sJ3A8eh6XZV2wOoFaOjV4ZnIFzqvZE12l7NmDFAAyJfufHLphjhZ4RQjA/NvFnV2LSDi4pl
MXucb4dcVndIBZmvjuzVH/dl7CGu+v+NiafrXSAn94UN3YYdnIuo70samN3YuL7KdPqdHWXmiqO+
PihYo80Gczs614zCX1qjo9E6ksbSCqfTx03r2zDXpXqSuUFs55+AkYyPGe7i6+1bv7CjVECoQCiM
iVDam/lQpfQDsNJmeGb0NrxTktY5U8PLd3IgAUn8D7ZEpkVHQYx+id/ybkMLs1HNHj6Pc8uyvjmF
NmwSz9IKYPuJvvkPtkS3VHgWqHXVS1ulCoy76qfgPKaa/oQ4ovScNL266cd6LZNb2kIx7kKaIaTj
5koPDioPUOBJwXkKhpS7Vtc6I/ttX/sbHgYrWNnFa68pqCN1ghbRloGl4nJl4BOLVjXj6FzRtX0x
+/xbj5KfYLBUvoZ9236+vZHir7uoBohZwXfmZs/CaOYBLeWIUZV+kgaXBkfK49P3zg+7Nsuj4xdy
/rXuC8MWc43K7rb1lcXOMxqJIQXVqf3obAJToB4AgNojenqR+oqhBUVf6/gt2cNt8sJz8ynein//
7ohmnmf3Ou/f2YGU4jF2IumLb1sdCrqj8bOCaGGt+rZoUEiwgJpVaXPPzilDj3nG8xGeu9Hxvsi0
+p5z0y82cE4k95PZtSst56XPSSMRnDi1ByA9s8/p6K1Wdo1BwEtBmc5hG3YyHV0o/HZZq2bTndOW
svXYh8MUbeC7XJMBWFovc1RCdEDgkufVs06yGt8rhQcv9P7Zhu3ySzVa5SnN5Pw3uyHd3T5AS5cT
kC9VCIYuBLXP5QdNEinUoNMLz0lRdTBdtNQ6ND2M7k0IItcgd4vG0Dx8I6AiPZ1FbIPtdBAnyME5
l7y6pa3YlfdqXozFpyHR1hrj1yVk+v8ACwGg8mhQEpudVXR7lL5FtfOc5gWD89BBw701DKHhMrU4
Ne7gl8kPpj9LmtY9nTYr7UO3VZX4aSARWwmMF54vEBpUtNlrUEZz1q0sy5KuSwouDrB446j5zgCc
KfCcPQOHjucqXRuEd5TWYFW4/YWvBb/YB6DV4FJ4NYnrZp/Ya5gET9omPkeZ6kXb0mvGb7oJe4RZ
xw5AWfw+fyoj5eU6zItTxhwdsUNjOJ/Gqe2eG7XIV14f8aFnTpMBENHCJoIQDYbLU6cVqZWjfB2d
s9RIx00HmY4Cw6/pH26vfeE2gXQEOaKTe1MqmNnxB9RdjGBKzqpeDCToMmIo08Qcg2uP6fSnLWvr
9bbFBf/x1qG36AqB9J+XEdVYtHeNID0nfuo9jqMZDrB0TGrqeur0Oywd6XPtKbUbxrb1MXiACKDJ
X9F/IchktugqXTCDLB4mSKW1LjuXtdyMG8VkbN5PpOx1DMxV37zwFaGRowztiCIWaMTLr9jJXZ22
ncPuRmnb7/LS4fCWTFU1K0d44TMKBBA9EShW8cyzsHZIFF+XgyI9F7Eu+25cV+1Wr5gkoftfopBt
1srKAV1yHsylU2KCcYVu9Rwd3DKLUSXllJ6r0FMZkOxMd4Rg6A/VRf+h0bPwjuJbs0FtUzc2oi8H
1cUU7eGzHL/dPlELnsOmxk/8RFYt6PFnu1yqPkC6IDsHlepIlEqjaBPm3C3XrK1zKFvoAGuxvLtt
db7lzERoYBGgOnMYkgPic2kV/YzWolo6nmAiqJkMk437KGzxnUXf/bFix19r2i8ZZCxOAMtwUTxF
lwanquMtYqX01TT7cYhAU+W9IAGi39I+Ma0ffjCyFyskkxf9E5EHzhEnjF75KRp26klDQCK7C8AX
/VFbQ6q3dTytdfbER3rv8IQx+noC3oLVK5RSQmWwQrRVPnlTnERbCqlp/VlyLD/YMmGdTCteaGkz
mSERNPCIWAD5vNzMVrUbLdHK6VSMVaM8I/6bJk/6UGl/TZE/7spxrFbiJvE3zhfIU0vNB4ESXvaZ
xbILFGfIEPOyQ9hqA5OuBqPJ2WOPRnSwyScyeFnp0+9UbaZDGzpINtw+sPNrInYY5CfVZxE30SS/
XHJpFEy5F5FyAmZkgHtrVe1zatCLkwAt/uqkNnrpdCf5ctvq3AX+a5W0FLCJ6KXMLqc/oUM1NbCV
CFh75hYZqZYLoEjf3raz8EHhPXxLQglnrkp5Y6ozjlmE8mmyer0+GOhXdNsWRZDwEEaq/LVTe3ON
+m7RpijCituBmsOsEiQBU/FlJ1dPqADo+iH381ZKXci0rfpegWa3cqnK5dL32yu9QpWwpewngANo
JtnTOXkE3A89ha9eO0X1lL8EELBsZa9oM+jRy55/BO3e69FnpRvhkKiGfnpkRMJcQXgs3Fd642/V
fmbhmPO5PE2RVittDIksZWErqTa1bXr3EDYYlmsk5hpfxjxmECtmQArEkuAfg/v00hiSfEMJFl47
xd44OQ+yIpXbYlAfGyeulN1gOJRuas3Kn0oH5pvb271wgPEPb0hGxqB5yS9th0XqFPSp9VM3am26
Rboi0ndO4+f3t+0sHCaebgi1xVS9wNpf2mGkuyR50XSwQkblINoTBQdk1j393I9T9J32WOmspDaL
2/rGuCIS9CuUfRVLtMJDj6X1vT8eah+0G3ljA9egp2nSUwMVEdSHg+6dk35aQ7AsOERT3FegK7QX
YEC4XDAE9xlNh4HnRfPMnwWoreowMFYU75Gq6R8YtMnGewFS/2w0PrkAVItO8/FH3KTHzNQR6HSo
fsXHf5etB95QdK0RKyekVaL4cZRUKOA1uHKdY4r8ifKUqfawluksLpxSHQT8QJKvRrpCvyitAmDC
qWCILP4keUO6rWWU2Xda0vXWxg/DScS/WW5sDf7PpVtIgXL++HHT3/0I9XLlkhr2waQU6qmUFYZ7
DT39nlId2ZkZbDfkfNrK8V54ffAShC90QWkvz5vapRVANdI76kmVAGLwKCeAv9VR/Ro19Ah3gIWn
cgN/q//RJr7wHbwnRMfU7C1GAy8X2oxJYytdrJ0CiHl/BkajwgmaypK0D1MjTvfeGNk/1DZag8Mv
3WdeeXJ5wMiAB2ZHC0Iu5mQKXTtRYq53UqQ5e69VwsRVzSncMby9Jqm3tMPMAgH3IdYUyjqXC0X7
gw5dVesnO1fqp9jpu+fcyiMbtfnYTvdSlgX+xqdstaZlumiYqTUAhgBzr6j5YmmwM6vKtZPEhOk+
RE3ZZV6oenbkHv7lIvRytLFHNUhWnvxFuwzxAhyg/MUlvlxwqg+dovuVdjJzrf40jO3wuUs7+j1q
WcqCxzBgjNdkBmyNYHrp7QMGIzJI3BeA0kvDGSr3eVEqGhI85dRti7Ezhn3iFz1EwDI6JytOanGd
wEzEoDAZzvzDGk3i96B99JPZBskpLqTpZULuDk5fdSq4rFWg7XIIQvPDx10E+bIs9DoA3s3BjZMa
Bzk4Tf1UNO10kKIm8jc685imG4ZO1m+HhFrO5rbNpbVCckIwxXsOiFP4zncOGU7KcTCqVD/Jof6p
KXz11JStBo8D6BCa2+1jrknj99s2l154QbEmGEeohs8TKwksmhYQDZ/GKov8Pfi0ZO81qAXtb9tZ
OjYkqqBAyBiBeM8uqCVHKMl3FpimUrL+oISoJpup70CK6qPcDCvWll4Z8hugYZQewP/NbgcaGWGr
mLV5yhTDe1SLNk+3+ZA/l1V1loooOSh4RftBUeGUTT2vWDG/8CHxRMzu8cRRBp/rG4MfQpTPys1T
PQ6DeZA6DzaRSdJRC8yGqbozpUqOt3oajmvcigsLfyMgp7ZEdk6+fHmEvKi3zC6xsWzo/WaSGpQ0
IKto3Kbw/iHKMCOYlFUqXP0Axt2FRUdfI+5dXDy0mjKPD5H6vDYQFXWU66lsnXJTjg5dqqC8Kw30
NgLHmCBNHvR6Txv1g5yIAAxJsvjYVOVJ2yGjv1y5YtPoawrbOpW9Joe70tBi6GJK5x/Gb1vVLcxe
W/nKS3st0FvC8cOgrYuNeHddR22S+cyhdWql3m/bTTJEwa8Cso4ADsjWk/ZaNtbSwdGn3HLbylK/
VvwvxUqIbmJllloL8XkBFBTAxPlDMKjqKI9VZJ2iKq3cqelh/C2HoHKNyPucJhQb/0eDs+AJvbdG
SkbPPE2F5VQ7GfE888FjoHtrI86WuWJKtVx5BRa8B8k7PUIAhgBrr/gN1HoYEhRKTsyOFYUL25ny
SKMpiza637QfYzd4O0kgcJBb40SBHJndIU0dEgY2PVjc40r3XGjCGVDL7O6DHBj/2gE/xewUnVZ8
7+X5ycgvIkIWEjtLLafcLbSsew2GAiW7cNDG6vRhD8x4Ly0GJmwoQs8Pii4ntZdOmnHKx6BtH8LA
tuqNV5j0PKMys1fkOhfSK1FmYQ6Cxwzs1GwTLd2PZLy8cTKz3JE3YQigqUTP+XOVolNrOK18hHIO
cgy1X2OVWzQN0B7GCIo9V0oMJjI79dSb+mngpQXErsn1vR7rWYTqVj5UD2rZZZnbBWP4W+K/r/E6
LZ1VEO5A4vjDvmLwCp2qq+OmsU6QsscuYnnRD7kr9c1YWtUK1Pva1YKjQgiK48NLQzR4eYJgxqt7
PVSowaDU1m+kvC5+BwZianuUf4x2Z8thErlymdGIvX2Yrr0O85ysj/eV2ig1kEvLtZdVqdlmxklq
g1+hKmUQdo6MM73WuVbcBZVZ+Wud++t9xSTz09xKsFuU8y5NKlpa+r3RAc8t0/bJl/Qw3ZTkrxsZ
eta1xvJ1WAT4GiowJqfFgPE8LJKdiZnOJDRPapeHfyto9NR7P3HKdiXkW9pHpvog8hNQNWLcy0UN
KnOovo0dw56qDGECK5y2aM1CaGRqubWNTW+wV96thVMD0oVCqAN+i46BuD/v3i27tczaiCvnRLNV
K/d1mdOPikokHgDp1N5jYXf2n9pSyrUy5fWDSQZMqYVUWJCrzlVi2MSRdi5wUS+He2MzyJ2/D2ls
hnu7ZtQuhb5/O/bKFMLlGLT6Nh3aeK3+sLDh73/DvCtVqnWiZ74fnjNDjo9+3YTRLoZuLN/abZtv
9HFqvA+7QpH4A2sXNXfBeDvb795u2s4ApMuTMwWPWqB32qYMnVhzTRt26zqNCsg3x7T5y4uadsXt
X3tDYR0SUh0WM4oPYkPefe0QXkgES3v/rHoGAkDUAJg+57H9WjU6cJshi16ITvMvoZ9qKznqwo3l
tr4pTPJo07W5NK2VtZkkuimdBspBj7pUjg9pbElfGqBAhw/7I0wRA/G+QfQwxyUmcZ1M2RD751zp
K+Q5eh95Em/cIpLzRR0c4+ttcwtXCK5c5pBJZRybntRsZfiOtBtj6ZTAuwZ7g9IO4y5l88OdDgvA
4LvVCAzNtwZzpY274JjEJDtmUfciLZ5FX3Xrj5LFoOoZ5czR3MddD3Eq9EcfJEAjOBHinEJvgH+i
siJ+x7tj02mww5aBEZ4VBNwPPDKDOylMaSX21NWH0JAor9/e06WbyZNCG4zGKoo2s2siiAqdaNDC
c8O8Yr8PwQZkB/jqIcRmgMCq7lHQKF9v21z6jvSFiN1p5ZKxzC5HGntoguqAhNVGs576SR42qeTJ
G+iwnVezRR2z1lPz/zg7j+W2kXYNXxGqkMMWIChKsGTZsiWPNyjPeKaRUyNf/XngszEhFln+Z6sp
NxudvvCGG3v10rGg7kthjK9LS343qILUcaa3rviWQICdETCt63s9NcpPsoOteH2CF8dyN1yJCbaO
Gvv5MmaU5hQARQDmi6l9xtSlCeKplN6hHia1ujGxS3uTsIvVg+4BYH53KipHQzHaS9JvWPqVP1Qt
rxGhLNK2Ovz5pACIEKNvii6gk84nJRN8yY289N6K1BmPeV07cWD0yCDfW8sqbxnhXPqEbA0Ibltr
gmr5+WiG1Vgozave2+hOqhO2cjOXN3u1SkOZGcnP63O79A3JY+mtMzWwINvffzt3c9w4SUGk8WbR
2X9ChRn0D3io7pbl5qVngYf4F9aKa3MvKbAxt7ASKuI3Oh5WefKEg08r/L7HVQPBWvqpW42AoIou
/SEQNujC69O8FApQGCFjpWCLt8nuo6rq6MKJaZW3fPVc2oZI7IaN3tZRLUc46bPXHvnE6R1u5bkM
y0pWX6//gEsnH2IAqBiAoBQ+9tGkSPIGaxHlLRlwIMZCbXnMyVk+VNZa0Hiw6Qh1aINcH/RC9xI0
OQhJBCNgeaAqer66ZqXhHh6n3psmEK5+rOsu9iVm1MZdQcFG9+MqLoXrZ+Oq6xG9shL3o1iaCJ2v
8t8bv2U7jeeFA6pjm38tECgiD3v3kggqrmPj1fEbDh9cQx2f+wRfvomDsdD6B3X0xJ3Q8h6b8MW6
U4ADlwFpqRbGdMyWoHBapFut6hbl5tIzgOocpw0JGmBZu0sEUX1rpf8Xw6aqSxMDxwI93iZXU9jd
ixhOCqJU99c/xcUhOeKbDO+WHu9WpdSUQei16bzN/WoabMa2f+TnTW5omLNBaJaU1uv1IfeKJtv7
CmLnF+oO5Cq51PlOaNq0qPAos9/stXG1t0T15HKUohvG0CqE8xfsCt3w60wpu0CMxrpRvOf4U+yp
aX+XY8Z577XxXH0zlAHhrOs/7sLdwC/a6Gyk71sgcP7bUBzzYsMSMd2bJsPGcCkHL1hIod967IEw
WWl0qwwto3CtZ6uRxq0E/sJ68CpStt38YokFd1tgXpfclUohvi2ztB6ptw8Hu3OrwMzIGlCHWW6B
IHcDQjXdsPv01+mDgk7Zq/XkVWt6tBmLx6Vf1Uiv3TfNlAk+NOuHqWzyl+ufd3f1/P9o0BJhbxHl
vKsb5pnChrD68tFWJyyiBWrqur/gmBWHjSaAEzTCfFhbSOQ31vX9wBBryfzoum4na69x3SZxkebm
XD5mcbI8iKz+Ogwt3Va9jLVTms/px6wp5tP12b7/thTRQMDQ1YQmCRPzfDOVIzeKVYnqUcD9L/26
MDx5LFJzng6VFRtHy5lkfeOevTRRLjYqQFtrm9jufMyxFbGeqWn1SMqgHY1CeifVwCZP4JL4LBe7
oGYw3Rp0e7J+u09ZViCIXO10UTYuw54zIZJxwY+iqR7bxZDhmK6aGQoxrI9Zh91zcP2rbtfD74Nt
2gmI8G4vOPwTbN/OZyjbNMZ70/JCoVUTJEGM8jK/KNX5TyWwGQjgFiNRzQOSu9eOASUdQ6CVHjox
yC3Fi2l+njw5YqqINSBwiVvUq/12+TXepqCACDvAwv1RnJCfUCYKy2FWN85RVuzMqkbgcTKmOUBo
9s+YXqi0ML1Nl4+ZUQkxd7tTQ/bdTRTdCwu3ab+nSt/SjbfTu4SCyA0M3IUlowjAvKhhg+PZkzE0
yVWJMDBWJyXYhlrofVARJ9/ID3d3NxPiTUepkkaIiWbunoxstVMWG9XshXMv6PWAmg7NBDsUVD3K
o60gxVd703qHgpYe/umWZGRebqI5gmX25/mWxFi01GN79MJxa/fboOvx3BT6jaP9/iuej7Lb+Lrw
xNAOvRdyj2mRhZbQMbFxCbk+l/e7cBtl23+boTC54flc8kkzmsroPFgd6uaLOpmBqJPl6Fr9EMIN
9P6HWYFgpphKhsHbu9uGhuq2nYnFZShXJzumK+bB+lToxz+fFVkg+xwwCD6Ju1HQxWm6nvgy7FbX
PuXI1SZ+p1dOuNbGEtp2iyn99RHfrRZ559auoV5BeRrx2/PvqDqIOMy9lh/X0a0fe3tpHxMFlsH1
UfY372agh5ENSP4NY0qiez6KyDW7N3J87NpVbwPV5g2d6WaHaM3cSj33dAnaGRvmm+r+hrUmcdrt
P8VuFEXq2IFJ0WZfC7rddzQzlDUoCfO+m+XQP3P/p6Eh3STx+9qKP/Y0ov8VpRwwEkM3+RZXb//Y
bb+Ilg72BHzjTRLpfPbNWmAVEk/50UtkeV8asnqYm6Q60JrFD8JetYcFgf4bl9mlT/77oNsB+i1N
zVNRd42+5EeIz92xR1nnECu4wI+ZeQumdnEoehtU44kkCF7Oh7I6vq6SMJSZ1CmiaXgUz0HbL9Vp
hEjahH++l+AFEZmBlkJBZzfaEOeDYgwFtj0yTQqOB0clIJ6S9hFTjPaWhum7i4bFswiPNpsJLCD3
taARu6ClL6v82NZK+qQi8xeoK9a6NJHrY5k5042L7dLH/MXb3jBhPLHbgf1t3QRN4dHUeQUWs9XR
Fp7m0Eid6tAKorLrX/LdSwRzGlQ7/9Egp3GzOyl6Yuqi8sY4NCtHuF9HDam9kwWsprs3C/wv6JfL
WB98QkdMu8Z2wkbw+i+4MFkAjtS9IdqQ5O5rHGD7DOFkgxLq8WT9jDs70w5zaTTPsZVS8L8+2IWV
BGrHNAknSKb31B5VrBPvkkokkdezfTCqFLus3mnoxGdISCPIhYRO86evPRxC2mEUvDkchPXb3fDb
clZF3qMMLYvjMpVOoCNtdWgmfTiutJye2bPDoRddEqw5KkzXp7tfXeQa//+UoNgIt2jvI9HHNi5v
qzFEJcYs693mCPM99YCipa49Unc3V+kFtl52UZYnKJ5eH32/sptYJHhocGEoHOMmu9tbwB2EE2Pt
G6ml63bgXLz2HyDwRjgOmnHjyGz/1u+h9q+xsAai64gy5TuOKemnzEuZjJGQ6I2E3ViaGjrgS3tf
GKneH7w2z7LPri2Q3Msq4XwgZKB0cn3C+0ueH7GVqTeJzC1V3cepRqIUOXzaKRpVpz7Fni4+edni
fgZt431aZ6U/WqXufb4+6H5LMxK4EtKabXO5gGvOd1fPr1mdRs5R0qpz96+sc69Qj8AWjB5Mp7b2
PyqukeRGU/vWqNvff9vTbp4YOjLrUzR12Zq/aqtTWIdpQTvzzYTTNAWk1dOX6zN9v5+oQgKyJ6Hi
riBRPR9TVWprpDOIRoAiVzesjHQcD/ga5prvpnK6hfy4MEWECoj2eGQ4Ovukamyseqomb4lg99h3
IxDvr7nJuz0CFG2CYcnSWyHS+/2DqxiIXGoqNtHY/jJW4BW0bpKukbZyUwBB7qcGrn2v3atCVezT
yHPwhMCAd6P3uWfKISdI7xGgKD0IG12GPVAAw5POitNlinqhKV/dLh4GPy1TR9tESp51t3VO2oif
0nMsYzs7dmaifY0VC8XQDGjPLTfZ97fWhstAG4/C84YL3OUoaEP0dTUmc9Rmg/gLY0PxkNfqv8NU
Ky8cKucj4jvZZ56rW0pJ7y+RLWTcpIQQS9oUzs432JoNpWyVdoqo2c1Huj3iIKh+vTZWD84+SbJP
0+gWj2a8yo+KZoPkur7BL04cJRyoepvL2b7wHI+j1lkOy0Bda8TTw/bQqGnHbPbF2NlrkIi0eG2N
tvjXXmT9en3wC5vP0jckIBE6Tll7ijEamWKIZyZfJCtqpNLMHztv1gHFLWN/mKArYeKpdjdS+4uj
ksRtAvjY0O8j9ZmiN4LrzhQl4IPDxXSWyMFN5KCrOe121+irO+7M/Ov1ue5L/NuGB5CzCdPTv6G8
tHuack2lxY4LauTGGG4s3qwerDZLawqXifdcxnMajvUsjlZufVS2yE/DRvLu+o+4OHXATzxZ5LHv
2CXAv7g1Ma6IlCQef3iZ8T1J1CTz7a5UPsdJ2n7ulcQ7Xh90Cx3P30kmjlDAlocAwNxr9ahL2q9a
7848+B2YVwBvjV/1Sfzz+jCX5kZY6dDLpDaMJsH5SQLTsqnGF0jqy7nj9nKWHGFfhcbmrKeOCAyZ
ax8X7MH/UALy18JSTnS3+wy67f4Im0sxx3lasoudpjnGZR8/T233pZJldWPnXjqsjGObdInJ6PbS
VaSI6qDLcY4adGu+SPiYX5F4ck+KKPTp6DjL8FHom7hmTKvpxoV94SXkrQeOhKYmV+V+FeMVf1pq
tkuk46eAjBVXhj5mdfdgrGCmT9fX8sKtSHWWC8GgYIr80e6pByDnriKVS6R1o04O0hiHxOz1e1Ls
4W5My58I4Rr/2XP2xTSy5p/rg1/YSL+K4PR8QFPQbjjfSDZJ/DpqzhqZY7zER2LKoVL9tGljEcCn
8JIP1ZgO6sGZ0vUWaPfCCoOtAtCqcTqh4O4iq8HIZOZCx480LKYUHxvIZP1grksaub1LbaHL8IxX
e0Vt/SwdK+XGa/CrZ707q1yLyAiRVf9CzZzPfTDzGE1GhVX23JGRKs9SkGy2RvlY6emKpJeyFHUS
tHSxqkCsjlDvq1XLmgMFCFsPyixL2tDcrCO+qxUt/ihPi/ow6JOjjjd+7IV7BXd0hPbpVcOL2EcQ
a+t6SFToc6R20/LNNWMzcNQ2+9MeEPc2WlUIAwGR3Trvu+0wWkVvaUm5RJQWMifUVrUMTWPwBj+2
y6y6m61BvZG9Xdj+m8rfhjKmDv0OxwDFvMkyfVkjj7IQpqqImz6tmaM+VYjSf+x7TQA0oGrc3udq
0f9IO3hyh+uH4MJxB5UGZIN+KxWIfR/BLCtP6a1M5SeM8ijVfEi/xBh6tn5iQbn/w6rR9o25Obfm
LncL2dT5tssWDy93tVSjwq6Xx8YYsHxfYMRo95UoS+fGNXrpgBPybDzLbbQ9cANHlbSI00qNXENM
d5lrzp9TTFBeVWNQT7M7j/6AMNGN7OXSmjpYcHNxkz2RVZxPkRdzrrUyUaMMw5tAdp75IFEh9GEb
luGMUAPPFIIbCnztj7HRihuP8KU5/9LRogS/Fa93wyeTk8C00bSIIqTzTzmszgc6Q8kDGltaHRBh
J/XBXjajnOv7aPt39xcKoQaHh2LE+0Kvq+gJaPlRi+zGmFC3rqu1GJ46Xmp5LGNX6c1AbxDh/u/6
sJfu0U1TdtOdhoz2K/v4LVecDVA4usLBTJTcOGhGYry4i9oFmpLYB3D3GRRwuotGMRc3KOCX4jxa
bxxaGowU7PfsD0ul25FNco1GyldpMGxHR1IX6DTnS+HlQwaKAwDIX/1QTskHodVOoOazrvmlEWt/
7B64neFNiA4gMSHRu5a5WZkcoLFZo6Tq8MLNsRBs4ynxF7WZwNR2vT+pY3c3TUgXDTBFDnFtqtDG
k+TGRriU8HmwAoHVbPVo3IHPDwDGGSJz0Z4nlR7bH8tgNz8wEFUCKUV6SpfZQKnfxv/AHTqq6Cum
Dw9eTxlFmwQn8vr2uHAagP+TaG86Hls35/y3JLyAmTvprFG59CeLylzIbbNOB8UYmyc9V2vMk6vk
ljTChV2JNAy3HPyCTT57F6IWiV1XdNeXaPEUqQZaV2P1kFPZEWFtuxWQ9UriRupCwD5kpkbV8Ma8
L9zq1CDp8fziYL0T+DAU6tvDQrafLKp5bOK19RFkq765paPduGQvzpWyGLWTrdi7l9g3IVCMtP54
wzDmjhaZzZHLiUSvnAvvUZf4EPtyyfLyUzMYRnt3fYEvnsJNbX9r3YLf2MtBKFVtSkXVWGGUwgOk
H60nTcvz2ndFk0Kjr1uI1nbz0SpNUuyZ2rqPJlB8K72+9MF/IZx/8QVgoZ1vtEKtW82S26Y3NSwy
qyU9iGbREV1OlRtTvhAOUcqhmEJ7HOO9PWzLwEZqQE5RjUi29E+tXchQTzXt0/UPe+EZOxtld3JE
2wHL6BmlxzPmrZ+L+BvCsu5R69w+jLXBfXGquLh37LY7GDjqvF0ffn9wIQiwRfkHsX6mSbGnRhEJ
ptbsrkuUd7H36DpF+y1v5+xNXco04yXRvQoFesO8EZ/sZw11EkWRX1pSAMHeNX9Kej6dbiQOGP0S
AT8BUsfzjbRd7vKyb4YDTLCGQmvTvrQ9ZLdDkVP9usE+22+l7Tds4ScGAGTT7+4sT5ukt+SaEy1u
NrqHrWdqHrQuA+UBFNK5pSr6/kvTzQQIibjSRgPe55qFp89ZG6M2Joj4v5Zl1gYlPLHIXr3p04It
c+ik7i39rH20sM1xqy3zrVlme38vC3fIGrOq3CgHfxR4KFFbfg9l6qU28fhaIebI8E83FFh56Dzo
+rO85PLnB7RtJEuXNG60xAuMoaEfYNqpXWQNikwPnSLrF82bqvX4PwzLtYQzDLQXIsLzYfPBqi2z
SNxIZLp1rxnDbATEoN6nAc71oawWJ8BhYL51He3vCL7vBrba2sI0iHj8zoetjcJWQdOzh6D35X7m
JJ53KG0Tp6vr87uwWRmI9gBAQYSy9nms2Q1xL0ThRqVDAabKveHYxpZ+X+LueeNKuDjUprWjb4oH
lEXO5yTr1ky9KXMjax2SR6Dyup/1bRNMuqhvbJZLQ/GekRjTPdww+ruhNmmwrE28qBms9lFTi+kI
DMp6m0bnlgzlhZPAXLb+74aPoMFzPhRJobcqmKFHgyLGj93qcPx0L46mWCTPsrkpv3JpZwBjR0qb
6vKGAjkfb9bqKsucTouyNO+/yX7N/4n1ZLzxAS9cKjYwSpq+FKBgYu5eD40iTimI6iLXqSc1WEop
QZo4vXXfoN0R3xlWXN1hBubegmdcuMBh5VBNItv7VaY7n54Ty1HoQ25EDcQ6hMbYhg+oYE0naSla
HABA1O9KW10+DEuZKEFslcmtC3UfEG1nj24d7we0Xj7Bro5QV+wdT9h6NA0tSsar6dQHNO6LY1fO
4xC4dtEQJWRooax6QX/p+oG89OUdlVeTAqlOerLbuhPXQWuawoicRGLyOTfdaaw4IKmSdC9Lqri+
xMb7Rsx/aVNtN+s2afS39+cF7I1COSvRIsPoy0NK2+7vtK/bv65P7V2sx5cFMk1pGQ4GNMJ3Tbqq
dhM7TvWoqrzsoaJJE9q9xA5R6fE5GiYHaJvSPLWbM0TRL2t9kKnnvl7/FRc+MHZH+DptQnYGON3z
HaZblauvpadFs2WOpghLqAtm0OVtqQXlbMx5H470r4Qe1GPFGQmuD39hd21MUQRbN3qztc+uUmMc
RluqZjRMQjympat9EXXvHJN6KPpgWefyX8OplIPrDreq0heuKmoKW3GfW3FbiPOZ857UcslbM4LL
LetTOtSDFchc974ZcraaJGz7SdXFjavkwl282ehhI0ioC6pwd+3HokVJR+/NaEb7IIytVX5G78jF
sdG4pSF/4fIgjyGXQTqD62uP4HDWTcWmafRIMbKqPvadPtmHsRONaQGwHcsqSEgorI+TqVTpS4uN
+301NZhLXF/iC6cJSVoWl0/NQu+/c+mWHdGRp2Ns7hWe36dmEbpOY643ttKF9UT6l5XcPCGxtdoF
Ce4y6a40UyPq0Vv8r6YghXyE1cpQSHfyh2SUN1oLF44OoQgFTxRTiYf2d9MKw7mo9cqIxknFoGbK
aQPK9VM6Nu4d6OLpw5p55Y1y3KVJcl7QWKBI9B7vZOrjgP56YkSFtL2TO40meCMwsZo1mCGJ8S0Q
+MXxaPCyg0jAqX+cH5LMLIhex86I0sxMD05szkGqdqgTIiMKi9Ib7q9vlgv3AcUNa4v3tkqyt/2e
3wpgOS9BNqyNHRXxqNe1T83Ym/9KksUdQizjtVmcYunR7I2bIlHm41So5S2Q54WLmao/+CqEfqmc
g4M//xF9jlxz0hd25Lam2zSBVmpJ83UqB4cQo0tb9QOqtOOoh72XVdkXgCPL0GASVy+DX8Rzfiv8
ff9RSJvQd6OwTuUX1cTz3zN7jZMvdWtHFRX2IhS1HB7yzBqxQzLzT7mT959cxK1fXaP6H55/xt5k
Grd2BZHA7lvMwwoNnM0VTcU6zsFmnZf7YqhzB1J73YwfYIOnY0D5TRO+BOv+7/UN8f6+3LxEyHU2
SCxolt0tvep9raVKbEYo/temv0IyQoNnRfenVY1bImTvb8xtMA/5z81w9B1lt890XkLUqSKnSpfQ
hRh5zNvEORmTfCEAiV89Cy/0ykiqO6TCIUpfn+vF4fnGlDsRQKbUdr7OCA43lhikGTHe8gFEGp20
0oo/T4m2IEwWN0/JABz2MDlFM/umJAO+EW5d/NooKWxfgZt635vy0OxznNXhObbK8suiFp+lPtX3
6TzfOuiXRkKhnMgH6ArR+25Pd2udtXbimpHSJqdC2PE/AummoznOyR9W9MCHbIgJ9N2oXbKyuyuM
57ZF5K2zgKp4snmG6Vs50xHUQDk/l8kgpuSAubj3DTynKqJ1HsrX68t6caoeOuXkQ5uC135ZjTwr
rNa2onydjKgr5PxZTdrBT1rnlmjU+7d2a/iB6KZngoi2vv399+tzyY2hHj0rUoS026AmoE9DYRvV
2/Upbavze3tk+6aEFTy1iDGwhPtTqZh9YzatE5EvJ0fNnT8htDEmfh6rkPzi9VYh69InpHaGpAjX
H8WW7e+/zUs0vIXtwHixOS6zL6VBNtRPVXWyx6q5sWG29Xg3uU0jb2MLbprS54MpbeO0pDlOVLuF
/WoLb+oib7WH8iduwGb3Q5+Q9vS7uK/N+z//rFwwOjayNNLfKf2gqzGh4hHbUafSMvddS3GDpras
QCmLLPe1Ov/7fxiQfiTnj04L1+v5VDuj1d1auHaEt13Tn9zCKDq44IX4OHalN4XQpW7Vyi59XYA1
bB/CbuBMu6Uc29E1xkWxifib9hnpovGUOK390WqG4rSmQpVB4abVn6exQMUQuMATgqgCdaHzmXJv
5jiRs4OczsRPBVQkCWuXFx+ytMkOmtUvSzjFyvoyD+of2sjwbFMRARuJxgWhG4/p+dh6jRQwMrhu
VMXKEGDQoIRpmaTHqVXjACR9dWMbXTgt0CcQ4YEGjXvN/sYbdLWWmsp4FHWtewB67ocRxcDvk+Fq
N6q7Fy4Cdg9QFzpDvFr7yqczk8Sa7UJlzm6MEHa7GgK4MXEK0EbYRc4tYtHF8ag8Ep6hrUxL6vxT
ZmMR205MAbLqx/Z+nhTvabXL5u9VXeRTmY+3YOGXPiW1ZFRu0GBlz26/57eLBz0GJ8bkwAZgWVUH
Ofe8xrgefIU4rtyC979rNRLe8Ubx9tN03ii8uz2aVWUjC094UTy21hEjE+VL6WZrKKt2OWZW1wWm
YuTcss6CCXNBTcp3EMF5oyhr3Mht3oec/JSt48f24dHcA0vtlBibPojHc6WkAeSj5K1aLG0M17Qv
7m1tMV4xAhX1EQvq6sf1S2nPJd/CXEhdoPBxKAZjuueS650r9EmRXlSsugrFtqqkPzme/CHVdCz8
2SzHe9Mrh1CJa2XwLWSeaIN5vVkcFnN036ouqT46invrHG/4P9b7t7dhc0oGoU/itXkibiXB8/0g
2qbJ604Zw1pDfO1QW3luBJTH+j5IcFhAAamM1eIwLovzqbNI9P2+W2a6h0OtyLsRo6rqYCne8BVx
fcsIhwQcQOAZA3mVUdRWd7C1znyIcyO2kBVOMyOYUex+SxRUsw/wTpb1devznLSmUJRgsuLMWALE
XPW5D7LMswczKE290IZgjodRDD4qB1q2BqNEG/wpW9Uqf6Pb1Y0/hKq36bGyiRFO8FcyJMeazLbi
V2XQux7phtJw5ilwC2URqT+7XTf9O9bbRz7Zyzgpto/VzjR9MTez2EesZ9zhmKw8an9RWqiXj01a
V+m90ZiK982aEsc9xepCE9GXPAHa6HvtGMu7Gm5gB5tzFV750HTFOPhOJmxxb6uNKQI5urH2bLkt
iNe8GcYmSFIx2ytikEQg31rAIQZskBxzm1RdisHXzDVr7pdOh7vlLW6XIoQ+teWHxW1G82MiUI+I
YOGb6Z1uysINvFwvndWH6lye2sZTi/sKxun8FWjGXAbYcHdxqHuLbX6Tebfkp9Sl1Bsa+Mgvfi9I
145KJ2M37EtDKwPaP6I9dLbQ5adpQI31Z0xByXhUJkubH6EBF3guedZSdk/KDLXORzXELp4H207W
n5bS5SiH4ZecPPZDWirHOVfU/pMjcMy4y22H/QaVf2NTaSUkggh02yjme+Cvqxd0RTG733psC+Z/
aWvPmu1za+f9Q2H3pfxnjWktN4epn5bUCif41mZQt7nHydKMtS0K300qgbamY7TGoAczPTaEO9Ia
ztZXfehjejo8j3396BVLEx9EQtrX+4VRCyXzPSUx3Q+rXdFeQ4Kwn046pCH+t7XAYikN6AjZSfoY
r73TPaYKFLQiaOzFQJAeNR1tPc30swqNSXDun4SxNdwDr4fdngQEC2n7BpOsLR80DH+QIbXdoS1C
r1BG885ZUFyE5GxkyZwGlFndfvKRY52SCY7wCrLuUHYc0tKvJOKQD5XnQCZeaZLU9/mQS+9Za1Ij
swNt0Ir0aYyFkD8FviUpem5ZJpF5tctBymBaJaAf02vt/JutxAoXkzdNfOKAvgQa94FWJ/TrDoO1
alVoZeu8hpUCItWfB6xPfiglpD/wiVr92I1LVvuxlveev9GNytdcKvMQ9k0jm0ePPJcCd9k1+Ss1
GVe5x1upb45rS3NPDwzkSfUnhxbneohHaeofBsturfvFdUilDkUNgOROX+Ky/R6XNAkeqtJ215ep
GFFRDZRFDpqfTWsufiIwPgDrUTUEXIhns1Zd1UBXVFveQb+vQD2h+avU/rquasxd5Q6iOWVq6wz3
UMOy4nFWcS5/ltYi5QTaVcReNHfCWv2yzhzzZ17rUmBDlU1j5qeGp2xw1NFR45+xWSrLD6Opm+5V
E0iEPnR5n+SfRSpadaPiCOW7Q9XJpO5eUv1uvdX0nuNOHdSHBEblGmWKLXX9PqkXJ258WdM8OOii
dwCblpYNXqItmtL+nhitIv5Jh7GzQAjRugwT1OGHu7xp1PaoDyP2Rixu1/zTIDXRPdqztSna22aO
9LffxEky/T2IKl+PUMPcrPC1wRrHk5gQpOCZQWvoH+r7KvZAHaJCy2eEjfifDDeN81OnL7ZzzKnW
iY+NbIfxSUtaZbxXG1nOr2wQxw4QAUCC0e5M2dyNtja3p0Qf1eS09I1WPOATNo9/L7XjZGvU9YLW
E2LIWnbf9/UUR+mSomUWVI1CQ0gXXar9GAEwyPvMbavhOPdqPP+oGh6UwAWM1Be+XW8qRaEhumxG
CqRxpXxdvdq0+iBuTZgbqkhM9Tu00MZ6qJJlwQa3mEsxftONDvmHyeVR0I48O+Vw5zW210ifyjOM
6wTCRe8EzYr5TpDF09SceAPb9gvCGLX8BlJOXerQHmLZfp8Xtg+PxSwrhyQH/FLzUddSa7nPXSBo
T46dUNuEfh/HJ/q+c+UFSS/s+r5Uh1S5Z2zHflmnZUq/JoJTfY9PjzOfGmwQgJhbVr2kfmF66Yex
t+OezFS6xQ/LVuwpGuiDlNnB7PPFeqUDkBffsOucbP3AQ7DEp9ICqlDzaOZSu8tbaxkmf6Gmbd8N
QH76z9SYzfpAxF5Tm+waq7Exzh4bshWvBSj4vFDXrsIqw3Mhw62rrF1fm+rUec4aoujHNivXMsxH
VzF6H8SySA8llGslqBTXloPfI1Wl+gPCIvUpWYaOx6IFvhuwttgOjGVq2iehUaHxhxxYauRhk5iE
ubLUyV+WXXvLg2HPnTmFs1E60wPAd9f7a5Cjkn4Wo6cPoQ1ruzNOXefEnj/LHkaRj8opSlUHlXNa
PTnmlHwdVBDDH4bVjJW7EV/ENAlBDKdO46+Dna4/cjk1xX+ya1V+YU2l23teRNeur3WWmHkWNGTM
KwI7ZUzsOJs9a2oM0ps/rr1noOUqB7pLfxvKusnI8k7O8UuMbMFxLZW2B14m5+SugpeoP4l0SeqI
3hkE1wOcjzgNPG37IgUIyp/cStUc9rg9HdA1gJS56GvX+dW6Fu1z1ios1TIVVREAr8G/XWk8678i
ydMXp+uSkZfbQDZmGEZJfCbmIcrnJf6nTSVdeAVPjzZcEkdpAoT8rb+szHXTp6ap3BxtK7er7oYq
JwBX0cCA5yz09gix0yqPyG/p1EPbJvH4rYNWPU1dbDmMBtz5bqnxw/ObsR9/pgh0Wj6Kvun3zojF
a2csKrBG4Yz4LpRD8WIYIrY+zsU6ZSEgkAFVnbxXa+8OsouZH4fFaYcPc1524oTiE8jNNuUZfSiL
anqZ8WGZn9vWVby/4irXUh/OsP3ZpICsfFbwMpn+acvSftFqDfFOwr74eVktlnM2RkuLVLUcfuYQ
4HKMJBvzRfa18dxp62r6XqV7bbRMdX5YNiLQvVpjt+I3ztxnh1LrbSLh1rQI7XRBwXgRi1bfcdsK
69TocjZ9WBHypaELkPIo8Jn+7Wqz7QJHW9blgPPQIA612SQv8ciGDLDSLV/Sum1+5q7bx3e6N9TL
97V0jOLnsiL1FSwOorKenzSaOh9sC/RPmEx0Lr8TYA7eJyVv6+m116XVg9wVc3lakc2pAhU7tPID
cVJDJVvmBDMdj3lLvB63zieet1R9mGhOmgfPXczB7zrkZY9Y6mpr6Rsic/6LwW6RnHmkh3cC7Epz
12ZEy8H/cXReS3LjShD9IkbQm1ea7h7vRyO9MCTtiBYEQYIOX39P3xfFRkgz24ZAVWVmZW6HLDs0
Aau/PLsTFOL94ozb9uVb0FbpiFPhUGCSWyWXTkIa0ESZqjq3S1h5Qa6EG/L4BN4eFdqvo1t/P0K6
ZYdr8H5dFzzkyMmwwob2LgllihOr/dp3/f7d2oNYsXoL/PfOs0jXoYT5xHPF63o8mfJwEqYonzaB
RA9zJE1uMDcYs6BXGJ91x7rWt9DLmL23ypmxrI2raLxI9suTn5RPERQtVco6Q6btpkyNbU9WvkkW
wuCqYzGcOy+ey8d66rwKB/ApGopttGfv3G6+LTOMWoPphGtNsz3Mx7TAKI3DLH+Dmix9YUUdJa4i
iqP+qVojXQwkHadhSWHbk0vlbZ784flreFblOCH9Ed6xiFR0e1cXyRY22zOTRbTlnu7iFqmmcsyN
O7I4yrS4ll1X3tkyJvHCok+MbrlBkLqmwRRPYdZ2ajlVSPmJsNkSMfKJuhru291Fmft9T4YPq3a1
OhsWtXTqx1UnfsjJ9taTsL3R5NGyL0dOKne5pkdCRP3NbpjuC7efxj5vx451RK8LquPdbFNkfy1j
L4+MPKB+sDlCtFjVhbnq2PW7AUVFSIFCO9mQ9s6OFgsRZGHVN3dBuWNh/ByXCOHpNkO/bv0bktXt
R+k3PKu73csk90KmNWaskr2yzPdxir3fEQGS8kG6SZ0t5bRWXD/dsJIZt7rbQ8NiUPk4oRCo/k6O
kkOOVhCN67LUkX4arKQy2e6RzZXGpCC+d1GIiI+3FFl5h+brd4xKnsM3Wd7X4XvNfuMo8tPu2Czf
vBunWvR0O7peFWZ1fHRD2thz8hZi7/rR8VJ/BTSzdrqrtdfpsBxjzHKKc/QFx9ibso43E//uB8I2
Mny52W8kacik/Tx23o1nev9FMHCBlMxOom6OwVLyTC6dF6Y4hxxxPk5y1mmzk4mXl3FCMpO1H3uc
yVGuT0vnoBNy6h1pQ9+Wrr7rpH9wIbAjhnmxFbb54XhTncrQsoPL3nSVl9Vy9L+APJLmJBtSB7OK
BFuVKbx1xqI1IyIuL64jP92TDlfNIRYYL7qWoM4ZwaLsPA92mPqujv8l61z9HGoMJdPIr8N/9pRU
f/hccSXcWryovGQiviryy+MhsK7SBLsP1oimgxTqYkz8ivChsQq+Nhjhf/VOWE5We4s6sjBZxa8u
6v06GxvugRzVuGT8GduhvDGtvagslkiIXa9vAiSfQCq59hva/SipfBKzMFv4E5DYpdIOlnlPFRYX
7+HEdJI27h62xd71kYVELuq7bGN9lKXbbenG3LL0bHGZRsvLsIkpyUpgjHtr3QFpVrE4c6H8oxpu
DF2mlXrzsRCf4R/lkkl3Ek0qzDI4WcN0UmebnJIo7a29fuIZP6Y0VAspSytDyFPY1VfNeRnsuKXy
pvGGKRt970Qt67c7OQpfbAIz+G2lMsADap8IH8Yn5H1xWymzLfK7v8xnkjVhazqmy349fPermlon
c1TTkCq+Yt2LUeDsPMd4FeKPYCfrs+X73ZI3xNwu2YBe6n7DjuaBvYmeaZUbcuP2ncd/7tyGdlFO
Sz/irWTJsxZc0rh/r+2cRV1vUy33sq7SvmIuJkskgTo1yTDodA4n95/VDJ7InBkflYynjEC+tZP6
1eeVOQVir6outH3sJq+bA0+9DtQiSrtmEe/j4O5bGu8j5aGe6ejzKmycv8Kzd/ITpeO0eQvyyGup
2pDajJLqefH2tsmG0Kp/S1cPHXu9nW2lTLTI3YOl33JaSl2d8FFVD2itgEHjrQ2Y6HZWHgrcq8KV
OwOj9yyOdPhjk0zZOq7wjN6XUH9ClBP34wXGc7mejUe4UmMjsNxatIHlPuNVlsyaL7idYzqc2NQM
BY7XLiWf8bWFc/fKr3Opw/8i67qjKtyjydwuUt/jdnBubOezq+f4OtoGf8amdX7tXbzlyXTgq2OX
Q/u4rKAt3CZl/K7wKW1OkxdScWskPyolLygEBJHG+9Lcmj27FMHIXA54cOGYDR6r1coR6bzNJKS3
nvKjnKymo+J3b6LAnWlkzd/Dqi5FuVRvuWMq2fPpUCfSeXccEjfIQOL+HI6QJjSKZHBV1IdbSpbX
yiJq5awqjcbWrXAQlELkzhDbj2Eza4ybe9tVKZrpxM2qsE3+8z3ZsMzGxffVuPhZp2EZYboYTat8
oQHSHQiOIJvzCCVbni7twPaCerFEIXDwshQnV2UeealDLvRh0fWMo9qyqOl3/ykskfTyiTjuifV+
IC5H2EGZB83Q/KFlcFm9UYv13ybnLijw0g3fBqqyyORSjwzYZJ/+s1stdQH+dPwSrlxkLhbGtlTX
rKZlJqJHeEO5XIknyss+P0rbU7fRGjZvTTvFSyprp31YqNLDycTofG97rXiRwxI5EnoBk/CiGkT5
j2BQ3WbtPvYB3b0H9ejTyF860MQo6/qGRTw2wsMy5dkyMhMgEvUJPVsvTz7A03ECQGRqkWFvp6Oa
DYVdrmVNybQ6nVUBS7wF3cXU3vUAzU1hQ6kk7/ZqSoDNcOuZFEX7dWxWExcKw0uG/lGLrnAXu30J
G8u3b1xOzJaxGTssf3E/RRot+8kn3FeB8d+UC0sIl7IxbX+T0AyMeUlb9DZ6pgV3waYJlcXgKmBh
xmSdqWOOGNJH1384oNOddB8weUBsTZbamUDF8MgPMtX5J5qokhuakd0m+c8ye2p7WGRkMKaQTc5w
tPVl3LGIy+Im0DZfjM/f9su2jqfe2w7xYFlm0PlK81DRI4jWvtgtKsBmGsPuLG3dtvAgiI4ydh7t
JGMkX5sUhr2ez0ItA/NXMm3BVxS0mFlHM4BQ1mtShFLwUK3/js0ewChYDJ9ZW8WRyIc4wEQzNfHQ
xDwAtnSuePD/u6bFvBuGmu4lNu726dLpjdk4kp92HrSu54e6BV4/D9WCCT8Qr5sqQoMaKKiVtLxs
NZbDNpYsw3++O1LgBuxfREpUATPwsLiSc4+2xyo2xqI9M+7s3oyJVuo8oLv4rBBdimyt2OdWbiDN
qQyW6XPqkk6nB09amxNKIgTmIzA6BZUezNCTcx0VfiSiJ2FFADZBvWn71IXYC2dc92MRJY3VZXAL
x6urrPjLrqy4vY0rszjPZN0J+htX1lXBevJM6BGR397DFbZVudscxtxEKLJeG5Y25nybazSjneBQ
nhxDKFfGkV62LKkZfm/YQimfla0rVSxj4LxSc5MqL4U9fM3bEqjUXH1b7hp7CfwCeJXZJ9k877UH
Lm3S0RmsP100qIHcWy4BNqiXETyiqfjLaqxdLyNUSN34LSv2WeWL5R/fvfW9LMkwph39wD8ML5lu
BtmaPrUnf4eMUFVzNY6CRDglbV+1he6wZS7aYZMxDsxz/1d6ZpyLEcsT6q851kepA++Pf5180tkw
P5yZBkQFU9zL2yFm2M6PuHbLfBvX5WeDp/7vEELwX+k08neVELyRlqU1OaltfHcvKC50Ve0sQMNm
gSPLfRcIog7GdZZ5ByDAe2asS8egO576Fc/sTLdH8MJ3Gx0cZn/49FUkOyxP6qu1bb0Gn2RATE4W
j2YhahUF1ZLx2oQ8VXTZAIdzTPkqcekYUumbei8WbuiH66n8wAGrnLKYdTNRlHAZ5hSC9LypPbra
JATbxxTvzZ43nTDqcrj78oaQZahzf9LmWc1UuCIe5GLuGlDho2DO4utqcHBIMrFacEEuwaNko6nV
b7MQK4Qp06XytmwEIxmKiZRCnSYLUrI02Htcu1niN3zO9RA2mSFP41EsV72XoPfd+VLbRIEVzE2U
R5OK85aE0xHGq4pPgAludfLtef/rUNPDojpEdYOxdtLlww47AjM3Y4qzlTXwR+vL+rSQWzKBfG1A
aVI19dsiQ0B1nt2B1It9p1fawq3LBC6PY6oXOTwb1SiVKzybP+Da7SaD5jbf5cpklFd9PwXZ2DXx
2y6Vis7KqPIXic397WZNmoQdRqabJqjnkPbe2T7aYNNuhiF1v8Mt6eHIWSxqt7Nu6vamMypKTnHZ
RSYLoI4sRjtd3wK2bDolCSG5VT4i8dSdDEFFqz3Xd0hmuinrQ7cc845Cc8s4rLAciCZP52IeBZGo
B4qTTE1jfYXdEmmzRACwCYa6SrjcrlpYqlWm+iDPxlFFAPFEP0Yn1uZdZek3+mm5pqu3NmCUdeey
8c3O+T+vjNkR7lxpHnjjpn4IAqvebptjZdZ3RVD9jjFistJpBYXOfB6ph1giTs2WxJU/R9InR2yh
9hKjdtUvX2Y6rDI9RKzKbAGcOE4V23Of9s6Spw0t97OsQ+vDr+zydxg5c0zf0wFWE+bMpi74a5ey
Iizt28mr5Ja5Th3cefSka+b5x/Bhpqr8t3MDHylTdPfks0jqpQD/ckl3nFadrCIS+me7W91QdAkj
YIaO2rSFlXgDBJ8n92vG4RD3mVisq0Kvc8GfujHB5GgNeRDzbWWNsPC1IYlnOsYgTMNlxJ5HXlMB
iFCJljmPvRg2kcRPzsfeThvUiBUMImXnSa35NgXMAvZUH95tsCjLydZlBiIa/XV4jrztunK7axWn
+IiJ/9o9GRAllWL/itZxq05HkFhrDmC0ljdWNQ3uo4V6tD9VIWgv5bqJ7nHG3lwwHEEiyYKJIY2v
S6hjOzInpnJXx3py/N5htyu0qZTj6nA2InUo+s5jb354I4/fKaprrVLy5uvvWMXGQHnphl9bRbWf
W/Cl/Lxwt/jSMNHEpyWogdB2p/FI8av7+kzwnYzO0ziM66NmnTRK3WEDBYT4WJmTJzrZgtUhFWd0
sy0phD539AnhV7ldSkcvij7Edd7bnUTgM+A1jews6q3LI8xr9qeGjWBOTi/Aba8P+iurTtNQrP02
ORSJqu57DryqLaDAxGxbWoXhNp4bPbuFqH2lT3JcfJUdSzwSPRYfiX0J/T74wZ3KwxkDBPD09eRd
p164BBYFnqaEvfTpuBu7SQNRbpY+UgvIqkk1NB9AfdXuLTaCOk6yzQ4blbltTf+YMCz3BBYkuO5J
oOkfLqe1zPfJDa9fyJK0KY8efypCBG5FOydvRlocZzRvwI/rYK4bXP7e/j7gcOhqBnQLRV0drnNp
nekwdHVB+dsTCa60HpF8Jrcjq76NsN/5oesaGbMTT8wJyEuSvmjDTY+09WguELrZOHB369pYGdRC
8Ml2brtm+Bd0Jl8WlzwFVe242ygvfsChkcbddrbpHgKDxBJYQ0fckghbdg+WOObqnTUzZV1Qm1Dy
HeOvMP+jc/xMmkVBigk8F+4C1bT6B0/E7KYTobX9Y0vnADhfulubDXG4wvh5wmuLph4jrvuoWeNT
tZWwXFbgvSZTWbvFvg8W/7oLGxtv6ErSoNusoz5cFXbH4wYAIz45hrXo0jLZ3OOhH5xWvG3U/M+y
csXxhn8gHzmeWLEooHjlH3/yZnHiZe01W3kYrj/NmpW+n93uaPVQoutezptbz0W80t1f5CAoiSOh
HEHqT374a5eexkcaiKu9SCzXvYu9jYP95qNfIK3rEP5czHE4cSljHHNwDWrzYjdCHBfEQBBHxAZN
dXAeAK6clCQ6Ye6PEeQh9WlZ9YsUO392QN+GoRzfp+DGhVKPvvoIRQorS8m6P4+75gvdVexqANM2
kG/tXFsiM6un2ru1ZaI5jZ4VJc9mDVfrpEO5jgU2ikLe1bFtptRz4VAvgRls8hVar9GZHPxN3tdN
z9rr9UPa7obEBOH7hlf9/ujwhFX0MrB5wZsJ5s0JCrSPk2oLv2Ewppk0Qjx0+3j8HQ5B3VopO5cp
dstPQurY+cK/CTLM65c4StUyTWtedtX0Z1nh/QrIse6XQSFUF27Q9Em+hgdhlpWu+8c1CA9xU1kk
igIHrRlxzi8M1BN3WvdEvfksw7jMknCa/vTbMt1wowVfDcFYTJTj1vwyLN1Zj87mM+zOrABwYuLf
HU65n9EW/Oiw6cB7rB8/qjVuiLZgpPfEwsWV+50czs1U9Z+O3v3wZI+9Biqo918RwGhCrerL5b/e
c7rH0J4A8zo6kCX1lTLW7ZI0scwQ5tRr2k4TzjV6DZJvs2i4CtbJm0ulguQRuQXAVVlW0V/l+ZV/
ovon/quMjtE91XRrey7aqsN70e7CNFib0L1UgWvOsObeHXgXuJ4vxSvhGsEJfCMmW7ap17++i735
jDaC+8ZvdTHFY7uetkESLew1iWueWoFxUB3gEVJA+Q+FHdR4srE/FuQxUwlMTtQGv9uhBgaIl+v1
UlVH+Qcee/wdt8cTSvNkyLuIpAjCXJOB4umyX5fO1oDEjEXpqJgqDTg6N+Wx5GbT63n2W3/KQm0L
fXZ7alRaL1Fj5zw6iUy5XQmfDHZGC72blWD42GdYIHFieVnLbb6ZG1Z8GZqS7hcNgnhE6mozgoVT
cJl4Jj2mscVDnDlWXUziY1P/w64r3LKaae6nd03YYDyLj7+yQuqZbeXYfEc1X0pADq9+YeE0StHP
dTXs2zI8tsEe9ad1lZP3pY54+N7GvQNstjXIdKTr4wfWuaQ6luYKAAWObd2TwTQlXwcSIO+xJb30
i2SmZQBpFLt1Kfulb1HmTMnGtYJ8JTWBtUW5UBanP9YuhOGEnPjslSYqT8qOmulBWT0BtuNaB991
LO3/0MRWcwrEbtuvB10R+ztes7VvR2+zOylikgotU3Jyyr3timHY5/ocbBHU60QTdo+mqrtFZOVg
eFIh5/D5riyIjH0udNDJ8ZVHkAFwFHvnnGxtz1vWhK2aio3mV+VsJUn9rcd6WRHjuBQbi/vfuTgs
MgFpKkC23IMuWe+PaVcO/zuVoB+nQFfnpo29GnB40zU9+hDMp9oJqi1DITQkQ9ajAenyMnIIVegT
glzkZEJeVVgy/fURurPTkhw+szYzx3jdqp7n3BBaZGVO64w/wh4VTbo1/oLBiDJtnK5LVaJuSDzQ
UQ+ni4TmxqcYxFYdzemE2B812BZ2zW01Ocme7uMYfFt6HebHw1pp7nyDTSRaFDtJO3xJ/xIto2U2
+9Ouc8tU6Ge2GNVqfgy6t9LyaMfltjfmcE/XyQDwy+YpCjcQ95Sq65eFPqheabJHDeDMaFQB7YD0
I9FtgubIXxoaRwsgJRuWEMlLi7yIQfpQUBljP9fTbShrE14ilv50roOpOm76qiN4ruHNBKd19+MV
1icYSLof2uCh3tv+Zaz36QcDTcnAbdnDa1U6wQ21Rtt5YhbFJGqGK1S/9NbNJEwlUlatZVuUDWm0
Bzzun3Y/kkd/9MaNPmZq/mlaSgBnKFiZVQuMPkC3Wd1LdHj0Xujbnlr7WL+JISVxekc956VCJeKu
la2+UQCNWLBAdl07U2dKbdG73wztAuWh54p3GYmuzSflwL11c9U7aRdWdpQ5sd5/9rXYb6j35i4C
oYfc9Ouqz7mdXipj819QJxs71ZYT533cH/gwbzUffFTa6NlCR25BCv1xJIWOfYJv23779LGJDzJZ
lnIvmu3oIcK8Vd5iOdr7WHJbS8BWo2qf3Wrr1rt1YV5qBnSUKWv5mNO6ofC89PCd6fNwZXiaWfNB
TuBirXka6KivTldNy2hiqTkCMunKPtUmoRl392b8COJWfHMfogDpqr5+tmO7Lq6l3pC/6cXlN6Fk
6hTHJUxr6wQ9chFVTp8lNhiwsTTG8TlIyqDPOzFwF1DJcSkkP4tS1kPhUND2gxqx+9O2kNvAeixq
jGo7rYj27xOzU19Aq/s5w+7YNAUaD3hjS666f+1aZ/jpCxCKbPMd4f3fdK2/j2QlYLXcZRyPvKnd
GhINgWUB96P788z7RHOqg0CkoE3DAIHPY1wEU92MeR8qH37BaxkadoMN9lkxRgyPmvjj7aYELIIl
VctZqaN9nffY7gpdV23/1pcdC00tL5feQfAWSSeCAKkq9rEuuil1xxeB3eUtYTRSZ4HpfPBFC5nC
/VwxKuXUv8o5G3znmLaDzUKzIAYXvC+0evvSobpn9j+wrMm0i19Oqtt+WPI+0vq/veuqkhcd930B
zI9ed2H4+RNGsnZzOOKgzpASenbW22X0Owh23BhIbJzzvSLg05ddUp8iEUb3vb9Nf/lUrW97PMax
UAyh9sUbogjqDA0l7FRZ0YRGrTstSAxbOf9BY83EjoLcfZCRMe8zx0lmTWmtdwe9+F44Q2v/wdh8
uz8w3KrPm2XHrxvbJn7q9v0yXcLF0M0GQnduxkFpe7Z2sSvMPLHijKWRkYJkqVLSKEh8mhgQyujT
BAewjXZXL7n4YzmWz8TEVs3NgaIjzCJ/3QS2VZG3ZFbXBO6psUabArA4y5Irg7EutHmf2OcjDOH4
JqefHw1+QSrrnHKWPKHI84O0tKMNumBKkvXsl/teXjZ3QvKkW8kEMcY0JF0bt94NQxC7bAunPci4
KzeLTXbgv5PpW+8R41AUIo47Nk5uzwZwFTB2idIq2O2RXnzY6x9k6sbWL8MAVZ0loFif8YTK1Ulh
X4bthgIZrDkiVfC8He1RlG+1RJLtY04VnZYIzDPbtiDcLhuGPyILO9dQspHJVTzTI+VEhsL+naBq
/W4D7fa8hHIOzg5DSHT9SWpze3Ac3+BS2yWbrDLmJ1XFTY3Sxn5tqnBDocwOVJv6FtzKHs3ii8DW
fnzAN7eqT9427D+6Tk9NtjVt6J18ZjNommHgvCzLtHMFJFHn3MwW9frcNVju3vtgX9aJ+SvSqQud
FZ3psUAxW0A8+8ISi2XlalunO08vpDoMJfdAHHd8vJal/lv7MFzOcaNLnw6k6QwXjuVP9+HOl5cJ
1awvWiDnBBcKJi9NpqvO3oLWHU5BadrqyfQQ/3m4eP5yCqkR0T83GqNPdmLL/bTDYUa3bRLPfzzO
NfiHcEHkxpB0rNQGsMUoT1TIVciBFhnN0/TgjHZ71zqzf+qsdXtIxtrBXYCS8CiJMvhAIzmHhenZ
aUAVGM/ew4L2YWNu9ryXMfJNlU0K89LbUm3+ezCp5En46uhyuH6xFc4aDG9sAXrirkL/sYIt1zb8
WFxalyVRwCrhLl27iKAcmWn89vNYKm0+RCvD7mJ4x4/shHY4uYUoYs5W5473LAShdVErKxJXoUir
KNus6lLUwyrMkXluVepv2qfXNQGDceTN7JtbPt4cSBN9AZOUlBoUzTdHhitq9Q+LyOQ4RywdHXmb
mOkvsljEwDXYtoba8M1pYxm7cJq6vMUPV4/F6u3NxzGHPGtXNvP1OCrmdkjVq368qrWd6bVpfu4W
sG8aUodRupa/ejFH9xDV+wtalOM/lqIiFg2AuUFoULliX1J3Qt6vjY/wZdhWv1iaoP1cRgcYZqMS
5jaq2yMdYXZeEcosf/cV6SSDQRs9e2G9lulQ41F2xfTHu6Xa49u5lsm7hDJ+JBqm/56ThWlqxjvl
tlVd8Ny46/okJ2f5skcvoelI1u1J8eIA+seg/9Eqmnqjg2VP9Tj538JwUtFtYfbWVYG4E8rY9F3s
4eWk7u4PSthQidQSEUTDjv26CM1fZwF4H9erOl8H4kvHTD9H29PX9FBebhXamYr9vbgCx0WzhOrU
7cN4Nk40fI97793oMghv5sUePmZndu4qf7agUX1GomAY6zyRUH3B7D6goFwK5ujtBe3pf/WArAbb
8yQdWqyJrN6hs8CaCSWLKM2lr5PfLODh8dFe+adRne1o1E8I4cKP64E+dy6UnrXzsjfjN5fBq/Q5
HuL7agQAd/3DT/HyhWAOVP8TJW/yCPd7SpL+ZehjF3qTWpvJxD+16zHfVZg9DPbyC4XCt1g2pAjD
cSfRKKb87Q6MFe738zjL93LCOTNrRpQ420czWoxX2H0umY7HVeZI5cKP+BqCVQTR7GUDs+ZDUIcR
IvFRT/+FoXEJbHb66MEQanmzzeFcAf1OCil8LBGPNOsji+s83WAGyL3jYZlPRq5yKeq2O3CzGZ0o
C+Mu+NKusV4MG6CfU8xWSC2r6UlaQ/XfhmCc1gobh9+h8O0fCwPFL2uy/PfBEs4TbLZ8tude3KrK
2ubcrjvvVFEr7h25iiIBiL6D1adLXg5X/JPoLBHayL1OY38MiwXlEPy7mzweOrgqjVZdgLP2v5zO
PY60T5z2lsDv4xwjkoYww279MxyO+Lem6t+60KX/EoHiKHp04EkUYv4FzJo+h7TXat8fsK0cPipH
08XHSt0BlbG3Liozvrmltn8HrJ4UtAGQt6sCr0uM+9OafLSipnOLZZ78j5izcum2tYHOWAEym+6t
om4/X6M4OYxT5P5pkuvWxR5UCP4CEskru4c9dIcZrXvSOCfItegTGZe4p0WWnGhk6c9O5/c/KM4R
1F3p3toWrp+III5SEkrX2Od9i/s7e0CajXDIGqBXHLH/8XyrftlDFnP6prUeo6HbX007uXvqzco9
raPb/LLW0vvZbJPa2biYjhuaNWtld8Qv3zAPED93/HxQDTt+8z3Vpcfvr8oGaESt7i8AAf3KRtKI
WuUIeeZ22fN7WgjyZyTgpAjQY1fJjSN8CywyYYOJawTXmiOu2BtYN85bJVmQGQfRFJtU3gNqyvFO
o4+8cxFwpDoazNOOcVidoc9zrDzYBpSQcc1V1zNHFkCF8jkZuwNGHwTxo6zm5qWD9EZbals7cHMl
q1/LUQ4LC1dIiLSx5H/1Mlf5HGIWkoY6SBgagoZYCqetD4Vk0A8eEtrIR8PKhQbmXc23csBNIFfQ
IXp+bD7kkLDZn7DnxfpYeN3HukUcOq+/bbPDhqeLcWt1oR1x/BePaFv3ljkMjMgklrV8S6E2OwVd
sz+9mph6FOMI+n6WKzr4S6eqTfyd6nFon7i/PO++6w9hM+rF5VQwsZggixere0cEGfTIUrrBEQUK
k63N1dyPhjFqIHM77c04VXW2m6ELJG9r69xbNj2644YpQyPhuwZysu6zy3ijJvgSNT1zpiXi10kd
vf6wwhqlXQZ335hTE6kyetZxGbsPlUAXXQRBFd+wDmP+wxm7EVl9iKW+1EwB8nkQtAsnFEH7bp/q
yRGxeZRWqKLxNDNhtNV5jkDpmjRW67iyh5eMR/OmFJLclYqnTfxzgHQIGY4g4Flr8MbjYFUhQKw8
n70JJUfD6pwhPlQe8A0F6tgY6YI2pWJV2EI+Yd/3EuUicXPQMEy00m7deUTYDaGksh153V7l3hbW
zuMAuxRfXDHrkk8SAkf95WJzAVA3o5xV37glOR0/xGxW64z8rNFLGq8IeD2a9nIhK8uO5/iYyR9j
TrZPUdxs1ftiRRTjeMFr8hEpzLT8j6MzWY4bV6LoFzGC87CtYo2aZUmWvGFYdpszCZAgQPDr36m3
7nBLqiKBzLz3nmSOMQduy0ZQcgPvsdctw0UTr0sQQqi1ryE2gYw2djVmH5Z+AfS8w4x5qHH6tfdV
mKgi5++uZxflzE/XT76LCu99bNbfCylb981OnI6/5sTtV3oC2zDu25Vz2btfULF9cDMb1Wr7Ei/K
mx5ZAlz5F/LTo38CmzFhjw8nBBmegVaQhlq7vn6MBToeRsjZDQ4hck1y6sZiUP/ieGhn1Blsxz+I
MhTDzzFYPLRn4/tMRYJVUqPqWnj149oTfWVYzmIZf1+TPipO2xqvKGs0ZlwXgesoit0ex2lepjCO
7lzcGsVGyCMN6qPjB3XwWak6cR5QOS1f7zQ7s30skLXSN+IspArcoRqB3G5j1jx3+IUTvI9DUJyJ
UCbFDqS83S69JZX3NGf1XKDwJwE9xebwQ6sdn1Zanp10sSuuJ3dWys91ILAiM24co+aJHR6cwlvq
4qMYYhEx+GFv2TQ9ORX4IGdXOrIts71CrIiiE39hlpw9N2nxJ5NHXroLAfYFyTiZ0M93sRnLEpwT
bXP06Xbp4v0Om7ggGmIUSRU2XEtRoHMSgboBg4opW05jSeVzEPyKvpd3ag7VKbBs1gwuHOgppfVS
TwyIBl8EwS/hOjwjydw6vrO/+eSpeB0SW1JDzCooWknXROs9m7Sp18m3OmNe8H0mC5a/2wRkHziD
wITBHL7wPhp3DORzhE2oeSq8FDFcdqqb/i3sVR+uFJvJREapwrCNKShsyqunwLmfUCiU8xunSTH9
m+QYzZfBZ0p7wNpbFTy0pZWnJVlMfw9fwckYsTeZOCu5DvrOGYqiyL0EF+g+M2EQ/iJrGjYH4PnG
PDeYmJzjzBiQJOtA+Hpnk5S5GBlkZOtqoBNnBFjK7eCUvoh5Sn1YO7nbVsbPvabj4T+mjLnLnxSK
Sg6I3s4auNcok/VijtwpPqrBVCe1c8d6W51yDLAAAjW7ha3OnREPuNqpdFbT0dANy3QXhjoTKK2z
asJcJqFjFSMSZb0fzormgLREJ/4j3kiH4Lj1Av3gtHZITlGHEPRu1p49bcQZ+O83TRgzwTqR9roz
eIP0zYtsmz2rAaX8ImPcmEs5ekHEMUeWdYRHFzVEGjKhmoPlQ1nsuYig1/4Y5Yim4Adj2NyNhXAx
Bwely9j/kDIKlk8qaZrml/CakneVBt9n97zCUL2F8BnXzXFPsFi0RRwlXNRPp46PxIqPWDGk/3JJ
rPiWySzv/fOYRnMXv/tFQKp5V7GSIc69eklr2qhSdul1EOXwT3OUZHun0012jEqliS3jyHe3U7EG
rbkHTE4AdqON0s+JHbm8a2g0L4nRHl1Q0Pbr3nTAfHgz5sCfv0d46x4ZxQhlIT7WI5tDnpZsnFoW
xRum/PdJ1DrhV7KNbABltdEyHAcRscZhJziLK5eQOsG7i4zDrLjvk9hjENGxSC+8OiSuu0PAgclJ
i5kxu7NM/ccLfoUF1Vr6w/ggfdG214QrFgXHoHCMO7wDJuNh2ox3jAfGsecuWNmvSCommMqfgdOW
45nBZOb4Z+1ZEXjvk+bA/VMlwVj9HFr4XQEm1GaN1Q6xcZuxMLGxatjpuY2xBDUKY9DKXobqEGmG
Cj69o5nVdQ4yplMHww4ncT8oj5gNZKQ2mfczZNT6ZUhRp4ddl64jTmN0wG5nnanOfk+gAueSibxT
1RXIQEjZx3BqQuMfwPTHgX5Ko2XYLuSqxfBNKgKVg78icF6EYNR576U4qKtcOCVNWm/WpXglrq1Y
M2AYVRQ7EsK4mkefjdh3PF9Bi060lVFJRLRw1tNE2fo32mKprqEqQFA4Ol6QSRKZiR+bW2XTZ+Xg
JQg519pMXFGBlMMcElVsnMh8hAXNTcvnVOVVatA4qXVkvF/LtG1PdOgixvQU9d2fDnxY9RyDuuj/
YZWU1b/A3DZ57mYFlBxbOw42S4lWu5K4loxIbpIcDHLHL/uIGWytyw+CDV1zWfCmjk8xJoTqpfNI
Wx23JkyGi7GNogba4D51l6Cmllp3CVlCgp3pFrnoxvjrfutBcSkB2FPUPNrMotfHTiinITGuMqtP
VeR65Zg3GoHgTHgTJb647Wq7c5c2Hg6yn7z/7NB17Qve/GjWGFN59649Jq5r4zMdpT4nBPw5Llla
/MGavhhn1y3YqHOJFSxJ87gQifh217bY7NmWZbJ8RAMUi2FX+eCcdiWsEsguCDlM71NdthEA3yil
yVr9NU5y2ZdaHwV6q/zqJybsZCJdb/2Jz0IPJCy4f7y3AF8NN5MT1uOUDyGes0fh2xSpy3pueXJB
gmGBCYVxGCB5bXHk9udg1UzMkahS6aAraoXkeez85uYWQxcNUNHd1b94/jo1p4KCaTmPCTV+QwnY
tM7XxnwDOyvpmuxnuIxgG/bMJAu17pYkbLq/1PUlbl2gs7QqESJscW8DlUjYHExYX9F9lmDfYNim
4kI4HZ5LXFf2o8T4BanC4brOx9SJwz/cL5KzkWQZgNWiZoqtKzAA9S6QUSGPdVb78pGwpVMfUmVF
+LdI3ETP+9DtQ3NsYHY11CSYlld+wTKefjOxYlVwCO+q2XtOyBhoR96OBK6NOh9zd1k7UASWFBnD
cbUCJzcPWrB6uhjm6FYul+LdSfSK0z5a6qY/qkkl1T9VcJxhEy3XzrwRuk7tiTMemjldz1qCGadA
9G7JMeKMOARpSXxPBMO33YbCuLnoNLXEMmlekJh7IHmDdm+aexw2ZLkbfTMFTMlS9+d6XFyMJ2zY
gNGg5jawb6HKiPujT8TijjAxfAcnaWyzUkSS3voFUWSaTjIifXZW2dqNiidZOOsPwBLIdkdhZ6Yx
NtJEi04DVU+Vs0vV9+zRMdiKT21a0uXyVZvo1EdLjIUS95IfkCab1wJX/GhL4nWm8Lvons99s4/L
WgXiGCqts2+SqJxYuZsqxUaUsvbtm2Dn7RcWsPBLhN7KLSZwFNX3zRIxATzgLYXHEPmLV915/uAQ
++I5byZMI9yYXs66om67V9Xkzz8pP2f50zeEsNkUzFVl7jvXIfZJIZZMuV2IjHcXnvdhTnNLVUWW
VidcoA4tlFbpm9sSsEhP0mmXEsto0Wyso+oGSOGpyNb5KNvZqh9+0CtjcJSaaghRHASWzQshr8Wf
zzNpv0YBK9qW8clLeLMHZvvzxiMsJtALPzDeO9XzRs9sf7XYUpzfEXy59bstWdN4GTlY6w17qetl
v/lYR3uyU4wJisjk2pS52wu14rGTKX20q0O7/YFaRr6JYk2HPm9qkmEMRwGraifYRUrR9fMcSu3I
HeSL0MmQHLFmc3tz4cbyfgNcPE8HZozJOGBqmHUc5GG0IlefQ0rx5p2NCiN2ciwO0fo328rJ/mEO
4Ko/qHWx/7qQW03+VUtr/P/cVc663aGEhp3/0GGfNvOhcAc9nKRbz7zfs8l0knJJlUZFubeOcCT2
CU5PIi2dq+ru1DHkB8bgk2Q/I7HX4WnV5ZC+jKX29B1gU6le20Gk0eMknWJ4ndBVm0854uc6VmbL
xKOLBBfvAids2LxDa1//jpj4F5cIzzT3CLeol2tWZ9d7twpZyOih+4TvG0P/+NW11KwwT4Lh9n9A
2L5ftU2D6eabtKzpmrhCUDnHQIf9XVG6W/czirooeyXIRmqfPrn1h9wTnMjnrGhi7ywZa4WHZOQE
ulM8F/IE8inA3iNc0MFpxVaK3K4kza/wO1xzQwts9CBRveiVQ8nKMHjGjLOF59gD9FTzoQTLok5T
mmGWQes2G/GdyCb1VfOAxXFOciDpL2hR0t+gT4eMc5Zyq51Dj2ITKe5cLGQyZ2dHhedrjFJn+oYS
03fL3pRIw1T10lnDO2G8YXXyDfHq/63aSggZk29D+nLH7siosTssmoHznwkoRwQbJeNiPeGdNPVj
JMnbsNx6C6pj2c1ldFbhLa0MfILe4jqvG8ku0unjcvOkxsSvH/jWXEtX7PUCH4AppX8hfz2Ex2Fz
ekXx0W9E/0dia+kDNdjgPWuicnY6EMJ3CQlwsi4PqpHxcKzkukQC+0jmxr8p1StoYmR/acnmPh72
6Nqsy6QHXRbniwYiWnmicSyt+zDEzz7n+C1LmN016Q3d3GdrVQ8050Orgi+HAVX4IlsOrEu1omvc
DRiAKd+5szR8ktbz8nmI04oBYlMOzXVBHm0gFW0cZuxfkwy2gcTI6rjxD7MXXcV2Os2Arua3CdfI
7XwbgyT+6C3t+3/gElLxvsRDR4Kr8NeEzN2AbvpBisaFXxJjoP3QYxZMR1kP2fiFT8DSPVPcu/Uf
I1wtXnA7OhRy5BJ5jbFc+PrFsfCLEc+8asvxWHb9S9ovN9+KJz3K/yldiEnquDNOsstGWcj4vho7
HPVTiZfjuKlGLycL3KU+hKAuIsgME6aL+7ZMGNxl4br2P8YwFNmTaDckR6MW/laTUr15OavcFvNp
Kj5eQe0Tcfae+oY507VjIN4eIj77LNu3a5mFpzJJp6/5hgAg2JlZ/CM68MzvdFEwHK+M+VCZ6OVg
uVBPszrwPhHE/34VaVgzkKfHE9T8PmJD87HBJDBUbDhmWwr7GBsnZrWC9CAGCeF8dRBN1Rt6lBre
EYoRRXfjMlfmAfuB2W4/mLnpaDLiJv6gGGPXXjbY6cmrprJNDjYbPSbPhQpYEIKHlSCLHtyAJLv0
lX3k3hxRohxFqAOP5djOmpxxVoX0BE0bzT2m4QDvQMNgq34sslA6e1Kgavq92nkTZ8zaY70v6xjs
QUq5g72oLg0YUDbOLFGU7lYG8qgrMkvX6SGsgi57X8WYYeUNReqGO46vStJ/+BB6dszG1ogATCr5
lVOipXlN8C193wby9eQr64Jj7VB7DfuTpmhUhMhHmTikyqLSG7Z8dIsuDR9Lz6fyuLShZGNzLEff
imeMN0sVvdJYBWysZhdrEr41mRuYyzp1YKcNn+9MINhmCYOmpg6OoPFc/6Xrh1q9RJax97uCmOB9
uinK57EAT9LdESCG4qpdPabFLq6iIgaokIj00Syq7a9tPY/kQss6TOf6VNnQsEJxCuDtN/hybYW9
drztKUUQ95ue1j4aukb9GrNF8GFUnnc1aebUT8TgBK3gNFLK5ANJkOHkaIEqvMORSLIvj8sK9R+5
roJO0GO9qEh2tFNC20qWoJi2A7Iv49MU4z59mFPH4XSA5KSzJ4a6fX3mtEGGYuDn+OnXKKh6P+0k
fcaGfHqY/UkfMhIj+uuF74tjKZd3a4yavgPCyFwZHShx+ZVpvZqLJnEa5g33lGz2dTkw0ExYveS/
dgX2JLVPhqbcvhQADHBwbIYaMSng9C54tIJwWPQhkxhLcQNWjecfQARhletdnc7PG1IUQ3+cKhm+
M2eBdpnYEoc5PIquPvu1Un31cIPdTIdu2iz2pZk2bHhqGQq49WW51WU1hQRJwCFftBoxJmHYjJe0
vMZG0/s9CpORUcBmH6nlH50wEck9Us/NbjXETbf+mIwHCOzIHnZvuKPrt+5/2ywzGbDAb6p85+iH
a7uwJmgZ+US3DeEhJ6Rb2JdOVG7/CtYljc0l2YJQdFeiJqp5JJXTHEea7/Y/BuhMmNCqcN4psqcg
RHxvefNMvNC+CmX+rKTCuC/Lzbwyl0iTkzuO9d+qxIS629ZoCRLGru7s9LuN4ys4Oku2/Qx5Kf4W
GlATe4OAiu1oKYO7Nlwn84/y3nsuw6FGxVyqzMujhYwSqSfpP60zM6pj5xRVe3FSfzj2na0C4pnr
/KK9m5cDt7JOfnnMVEf4IgaQDHYh3JSGlHLzY4IzODxW3MLttybM6Xp05VmlGTr5c2DeOWeTNNi5
8Rjbj0lbKowdrZLXHUdGczcvqr9sj7MglEhMcZv03pu8mcYn1LeOAJWCnc2EgLDQVhLHkr8SLMds
jVf+OHPFA8RIyjl54eJxv7uuwvZN0ie4miipxhMWZxpzDRDM5xkd6Wj3S+sTe68IfhUMe2r09KC3
m58j1A3/aX+AfJ/gjXrDrRPgbgB+6n/OfcpyjW7EbHaOFiHba5MOgQfzPOv9wzDPzXJfY1+ULxGL
0IKfuG5V+LPsw8V/KlKGGXcOm02nuxqnAWyYLu796ScjzDC6QMXqrmKWK/P2eMgyDDfAXU9ZUYHP
5Y912kvTFYXCiVqOcfCNPW+Y3P3UgIO7YMRJmmMVbAS2Ys/NnMe57jTT7t7S8ezQedPto2qj3jzg
HoIEYf7PiIeuXT2H+EPlLu1Utl2z3onVl8NtmSrKRYaaTFWGip/B1htvwecGZUvjO0GfQ1PQsuQJ
5F15aV1mrRu1g6rrgSFs1ifrgS9uzXpyEVgl0PTGrs/afRRuLZ4vIGxMSPHmFoP+GTAwDbGcpczv
vXZ2wjvKqNi9KzHgLXcOGagQc2g7tsvPMIqkc3UzrPmM36PVx/qWzXo6+wzxo99OJoHAsTYhMhfV
tkRNRTa2TzhN14GKK0jagxdNFAzUNYZTJTVbDNkFdEyL0T3OOKdqj/8zXQ2u5KZfQ3FIu2GNjx1T
6vCHD/qQ5GBDqlXkmEPUb5rm1eQpXTgp0sbYH6vTNOq4+CYAsVTij3z0pdnGWzIjfmYBudaHri9L
c5jRHZtnU5gsyF1u9OrRdvaWQDDNr5qQzmOJH5EYnofn+RB3kX2VDcbq+8ABw3W3ckQiarWTf+0I
MFEiU3QwKt8SclIvDOmIcMJpcoOT9IlL4zZnYv48BW1x6TjyyCMtWOOfuHvqeZdykKXnm+cl3MGY
EB5PQkpaLFzimFQTJBP1hGO2Df4YoBIlcdGQJT8OdlY7keTScsZpDCCtkuCJww5HyQQYUA0RMzFB
1ctakrmZrDmws5e1BKVLu8/JaEJQtPtmcpUGX+E4GfX16P3jPO1wJEmSc/1wLWscrOGJ9Fi15B7T
sO0wr7YMGWv6/Xe6Wl/M+zWV4xckT9LDdbL06W3DoXIyHlImGETESLcK3Iyi0ldWL3Z86YU/Z/gg
oyGJ4bePlTOeN+As9gVyBxEqeuvZvtsKXzE8mqEJ7dM4tsE/GQTjfwRB3eiURWn5GBSUmIemXqiq
3IEehVaZlhBP+MxeZaJgtfqM8K7qY0mxdUnKGm60KpwO6sRWB/xuoBRuM+s+Vu2xQPh9xQvfkNgi
OnwPOHAkMo5R2zvydwSv5LuG357nt/W54cvpj900RcwU4DLaXUKR4lz5n6/Hxkm2+oeI1v/nuCjH
roXLGtgczgGSL00rLy5zpRixwlR/gi7Wbwkn3B/HD1N7X0uVTI9qdOU7f9EcfpV9Oy/fUcUIiKG2
aoezV+tpvFTdhDIqR1EWB/RjoChlNhNG8CwJeFSRsT0IEBP4zqu6X158fOz27DCahl/idW15z6M1
fLMEuYuP21QXrwujwCAXIdX1AVYnjkWJL3RhXBBVaQ4EFT91yV4RLCzT7LrDb9uqqNzzcFMV1bSG
8uCzhKH9bocOlBSDrWLuSEUPkd/4uYuqjDM9w0xJzEx2Oj4DJC6hbqQNZSERAsGLZA/sFxvFHiVG
9vmqmZH/cupQrBdfwgl5dt2ysDc2FGtV8W+LLoHUID0KzE3iYt017owCt8sI2zWHpa0dbGfA4KLH
EoXxP+Z1TvR3gWf6Oc1e3fxAB8b+kSA3P6IPgotNN+Nf0Mq45UvpWufMlDP9y+ipu2YOnC6iGGEl
SK8nyUtJL94c49lAZCH06UFcBgrcQw1ghfS+m4DXQWchQY15lpDGU0C0lTFgIWuIA+2Gws69Kvy9
RuWX7wRGp1PB0NtSYrUwNUATCvexAJbTXMYswlVcBOUWXWXG648O76VPpauHca9W9JUrE0PdUVEJ
4Hx69PA2Ci6anGynEhAIrHn0sWTq/Qj4y8MrlSY/DO2YOE48MP8cEKo3/MBo6VExpLrHrC364lTN
qXvpRSfDe0aWhCrn9sZ6obWq3lpGPpD+6Bb8PejV9GQRGBnvR51H7NthceGDHBL55LIWuduzBGz4
a3hw0GQ1q8Njpnisi0Bgd1hV0iPc7rx68GImIkqovB2Slu3FOpuTM5UAwqg2rYvPDPmIjVZmm145
DXDwbnU1rzkAow2DJcpzkJ2sktvjkETiWRUm7E7xTRGPEW2SU7yKGU5rRiCgvhtZ1BUGx4Evqj0j
g5Q0yfRa3kE6c5RM11QwdvE+POFESh5IFFZ4AYiX9L/MEnvNfTuT2T1RtfWKtatx8deisN0Vi5eK
kzINjLuAtMFnhRkcoZSe+SMG5kHrR/nEZoyYe8I5r6CE1W/dkZ85UWluQ142EUchY3ly4GUb+7xi
1M7hXQm90D1sDLrsb/gniPrfFhoV+Wm36KsOzKAoXJahksVNS0wSMr1z+ZdJ/4byJrhpEsmRgTWE
E7x+8RbbI2d6Ve2VGIjGqlitxbxclv1HN2fbeZy9pfzs3K0ApuhDRdLHerLDRLwCe26+mBgKxex7
XrDzA509wtVdUJMkNpEj3ls0I8dxYAmlHu8b1uuJHUrETFsS0lxfG576VS2f9ep1K2igcW3zAExY
dkD3h9U7GR9mDk/I1SWDOZ01GysfU1sna570VrNGptJL7b2ygES3f1cpJQpCkQrIPRBmvOAnzikW
Hxx8WqPx4k8JfCk1jNmXRHnJDozkmILXnfCXs+gV2fC0KJcr6bMo/ZNaWA+fnPG2uoc0MeUwwmyK
mrKsl5qPksFIn0KJxp9R//XbmHXT3KKRRX+Q5okefh3eOkhz/+aF0B9hZNHBHPDZYrir52Fu+1zW
BiMxsSBb3of4PxnnNAbOh9/jz7n4oOSBndS97U6mzdboaMepsz9qnzWhCKlZKq4SmmmFQcgv5Cmd
+oh4rWCsu0NIxqcVJFBfW0aSKBpnYaoVE1YKUaLEP98cMezQbSZm7V5iJHGR18pvxXGt/AUKStdy
d5ZpZpaHVTTiKnjWCZglm3PqxW2F3jJI96WQjZMemiBa7je5eZi/N97suw47KTHpUS6XJiB/n5f+
0uL6tzVe0KLwkEB3bPwSuAtVMt+vJM/poDZnuh9KSXBu0BRsbxMg0urkaxqZXWKjJvrVK2JWu5aB
/1+u2PI5nYndn8iLNS+OcULgBzexiLnztE6YmdDgnR3wDrQp463RryS+xVR4VujciRaCWJHES3Pr
yep5gkrAv9e6/DmzQs7khCm87hdz9iXY4QbcHkEZqXLP9CjBZMrkDhhXF+EbzxI/xMmryBUdPVLY
Yp9a7fyKZ0etWCs8WrilgeNG1l59r1aT0roxGnAkxWxuY28cifK+plf22A34vo6JgvzhBXitYBeb
XzGT1fqpa9xyIafsgDTkyOwn9TxOk0/SnbBRc6rcmDp2cTQZBNZ5DegIGwtGpnUmO7Bm4KPJ2PX1
aRoDsTxIKt3lLFtTfuuGQ5jJqru+lVab4LDYDYZTjXoncwZC1DQwtF2579gDcwYXrpnWV83ylpV1
FB/7wJjlaBoj/1QZhfatKVavQ+NEgkioQ8KO/iEAp4N31hAg3sKfHc7+7tC2Nmh3a9XwEIcdF/+O
Tt58ZqVIhrwbhqDJIT1otC7hp6dhG2tSgKK+70vbvSs4Ezgjh6H9hbuw7O4EBNwPzweecwezKHhB
5+8+4OpsqHl+OV/TVC/EyjHi4HvbrCFBWaxb0D3iT0v/Q1Etk0sI681c8deN8jGLo+GyzAIjKZSI
7J20NSh13ZGlxnnVCPsY9iW5+rpFgqu0boIDosJywFJoCYXJpWOkw+oncWN1FTh6oRdl/8Va99Yc
Q/p5fWxEhPJQ+FC4j4I1BcUe8kR2bQuMLDnhxNacWx3EF7CI6jR0WpE4MFWGXdtQnDwSqOzdQz1a
hyi3YIMFCTic6D4e21MdVOzLUXjt6Pw223L2tIkbH6GRbe9e0fjOQzUiVt3A5xNBRPAAvMAFkGyj
6i/0V5dH1gqdJY9d3BTOK9IU6lG6RpO6urEM5ssqy2461ri/nV3jZNmvVRbwJzoqPpC7q08GK57X
0j0TiaT7zQYEkTfZphGiu7Mm0ScJ8ybl9pgxTLgtrOZ8XhKvGPGNW3xMcWATdMMtGYY+FwU8bVDj
pVq+PD+j3dgVc6XeNZvAmP16asoX5ST1a3dzCO/UkDnyqZ3YHHVSHSsKL+RAHXtSjZvABtMS484m
W/rZeWZ2sd8w2tE4suVqul90Ogx/ZjAHT0bRdd8XE6BYLKeY8xnEhMDBd2pu4uGeCT80MeB2WuKa
cDn8jSX2mI/b1ry0YdL9Kfgbf8wNzQ7Bfj5IhpZavwEFVRMDx25D/00sqH1I58gDIsIEHoghYRRe
inbI62RLxTm2eLY41trMu05JllzX2QYfUVr3jywthqbjYWn7qFwfDFeY+PBJGWKuPyzlE9AXUuXz
A65JNPNyxcFJEn3xxtyrnCH5vRl2ZFzZOZhWp3qmJ6fLZDacC6B1JIcdUIiwUDhuGkUeY++HEF13
CQycd7RbvuDGDgXnQqVXdaS67KBdRjoAZzw6zeccxeYdeDkzRAHn7QOvRNHes9DOmb/iMmFFnqur
6cjMonMfwS5HD0OA3IBSWTd/rFsO99XUTc1/sx+4E5tZGEtT6KcwTlntgGhFPQyxUmurULhMuMlP
Qx6O/ErP93bGr9+8K1YltO9KbfIhRf3tf6dRGMln/FDmnwLV1+w7b/N+UU2J4QqZeurxQpj2W0RO
+9zPbotBL/bBydnWzXCre8qaBz9yCRDR0TA5UZk7TS9ZFSE2Jnzb91Y39Z8lKFzn2yUfS0oxmWxy
5LEo6GVov7rc8xPCQEiE4XmdGQVcQNzo8GVDIJafdBrr+A80U7TedW7lpy8JWfkgx8W/tldv7NVf
7WWuOC0m68Y7tkR2KDl1hDo5GGxnO5nKVTO7s7ObGz9muLRTkbPJH50I++wZ/62/8hMH97+xrbPw
6kep7/Jj9fI6qq4w17nudUIMwvNmIK94c59pTbriTZBJKPYar/p6mGDCvq64AUcUh2W+ZA0j9x8j
VF4WbARLdGqHGQg45T2UJSIJDcaIL1xqcfSQgtutdzrF78kqMTYtnNsM4yVpuyZrj7Ob4gnLUGf2
IXDoA6Rx9nAudegEz5NhteB9YX38odAAl3WPCMZUsTfZ+lLZkk1eVO5K721QR1/tOnljuR9Lrze7
XhQ9zuwI1h0WFVmR7qEmAIM4FcF/4cjE4MHFePUTyl7jngp0iQRykK9eI8MdlcfV6G9sFBGN+hsB
REPpyxjMAKTlwz70fM14a+baY7KyzWOU1w0q830lmev5Ub+En4mSS/CdUnxeZrYiMAVkNU37Jwht
MO+pc0aiBbwQuCEKlV2ZNHh09Vsv7mvFnsmcKFwBW3WkqdpXbHdA1Wzm6WsIvQq5fpyiiPRwIr+z
dgAMMW3hVCNIKQz/MHy3v04R0EDAgg7/bj0JjYfSLBaNK20LJICRjkbOi0+nRic87ljjQbUGfhfT
gJ46h6Z10BDpQG8mPEtd2M1PLFhhXoNuWyb7qDUWeunMcscJ2/kEHalluQhd1ngDDeKFOuOGKJiJ
LRgmvBrmHsqTiOc9C2sHyQDH898p2GPw+8EATaxtobEEVbTsfG6lf57FVA4Rdxr/sCWgZFMFHQUn
ccGYbufqQj2T9Fy4vLkfK2CRqXkzuEz+wHmH0JDV2lg6BxcmmBtonM6RjdazR2287hjDkPCUsJpe
ZtyrWAU7uCk7iWEoyOFALl9Vu8ERbRlcsV8l7OPmod4ScBmJcOABOpEeP7cZvf3mLkoASpn+tdvs
cuKJAcID58B5kVhmCuq1Rl6DLHOJUkaOPzBhXcJ/QeYy1XCCoDvWtnW+sddj8oqmrHlaVsEZV4Dv
Egx/u+kDowVQ2KRhARmjUH/et+I2MvaIOdwiIjBD8yxY/Q/hV+6PudfjcECPxn/dLr3PN6H1+pc5
Sf8eEf6LwHCh1Oz8PlhYu8PgBBAVtL0e9FscEU3tt6+xld33FvsVBFE0Gjbk9SFJtkKpgsFdG8cM
0Bmt7rwg7V8rk2BC6gx+W/40Hf+xcFTPfGmx3VeQOyTZt7p2jm4VC5aC25vXtm8r8Sx74ZeEOmvm
DTjdFEtMbAZ8lzWxW7f36M7eliGWz9ycHVDCiAOdDOPANvsY0/VH74LVpogct59LH+MB5M38H0fn
sSQpDkXRLyICBEiwTW/K++4NUe3wIATCff2cnN3ExPR0VSZIz9x7bp1t1Sijx9wbqRNotC1mSOEs
1cZ6Ao0odM0Wxk6Cse6Q4HaJtgQ51x4NQsEAHO2//hh7sX7DDSgUJk3E0yn7Qojy4Zj9u7XHcOpX
d35VqgxBuKG1oorj86ZkSxl9Lg3ZHkFrHbxtC95klxiNx06oGb4ujN5oc1NbHsmaaWJ8tQZDe8Ew
JN8WvM9nmHZRd1kqtsGbDJYFHtksQt46YXP5MYlyQgMP9vV5LAVrpapJot8VBlq4JRKz70FpGX14
S83cvKKEfWHEyT8iZL2l1uQ9L6YzWK32a6vge/SQ9ta9iJLqOU+97FvbG20Ql51zaLh2sq3RPU8X
BJzkQXo1HmKKB3aFfBBcxksSU0urNJ7b7ZzfOpG6aSiSKiHbdN+Ofs/Mr8g7tBQEhr0jLmXZjgXm
Zr9eYnMePZQhuwGdwV9nddK/xP8YwSI/EudE1uvnyDlot3Ffqa95dkzGzinP3zEET19VHYoI61dg
HyMASe629Sd4e6PLrbXJ6WRf495LmN9KCy+IDTY9v1+gWGcOgQoRL1UZXgrVt5/xwlDrkvDh/UZF
CDsEgBwd/lpm6qJQseaHqoWIgAZgsPvGJupRhotj931YZ3einjmS/TkpMvgcoX4c+yb6veS8LgcM
GbGzIThJ1HuAkewXR7YUjKFZ/pJBIGlDVz2zc7LhPPm7MDSAVdlFeX+8THkI+oI57E+57ZPnsvZB
YYw+ssvdDK+43bbtMEGiMrkbVJvJF4KHxZ2CCy4z5ztm+hRTgs/lA58la+ueHMgzmy9+A/w/qT00
RDjRYvWzvrYF4+5dFPsozW85169+wi6t27Dh8SgZofNjcMc8jT+F+U/t3fmZkwBP0HC2PgvEUeoQ
9RD6sQIxMjFPlUEZuyFGibe3WTtAEyyZ0+iahnn0yxUGzbffmu7fNCI8IBeknQbSPgdgnr9XDxpK
sKk9baKHGxEAMRqPVYvmjQm1j5AfQUcjjhM8b/tVYQEwGJCJVZihESFcIlQmyU9IqzWjBDQM40D8
q0ul+6XChRH9YaGJDE8gUtloslCDOcwimyuny6L5xLoZu1U7muVUkIZAaajKjMSuGB92mPndd26k
ifZR5lWAlTuZ/dIcTN8KdDBr+6GNMxrsjKnd3Ay4VA3jyT9xrOWabOusU0N7WY3vR2fmwBqPbYyq
lo/fhMYGdyMXUf2XTJ6FpnboRXPLgTK3TgZ0W01HoWMb/1QeerEdM9k0xF7GRuYodJPd+TWq4+2t
mAPTX80Y0RY8ALg4K9MX2zVn5GCrzMPn7yfTNyvpAOWBp5v5bgFqHoOLFwTK8+G29YRqCE7r2L2E
mCw6ibNHEfCRU7ljXk4Z0Zztasx76Rb8OTIoFv2Yz8xDNqpyou84gWRFVYbFYNMguS6fprTsiWEp
k/KXYuIan6waonfHRNOC3FDipvHr1v7rlgCPWA0xki/GAcdLNDRN/R42X2SOcd+1b6gWTbixlL2g
KhpVE5CTmlm9D8Qavk3wutES+HG/nLzZh2WdkqSzHGPM1Hofto1b7wY1+A+sfOzAUcDYNdrg1yq7
6+SZfPiVsmV1/zrI1QW3RF/B2MHsfZz8WT6lEwPXT51PbJ0L39XTuS2jGhM4uLS22jLLyqtvy7pz
6HdNhseYmmJJseBuPPx+zh29DS8XImn1Z7QD2D9+Fae6y5vVj4Gx9CHb5KTowmsfocAkSSlPis0Q
hJo8KUhOvXgk8J4yUAP9X4FwZhIhnF+WBQqQaVq2bN0ygFwoQ+p5r90qMZC6RelPjxwtWf03ZM9t
TgFzW9I+LEP9DeSgtHnF094uL14hl5cFBSuTqnmMeMFbCbGQZzWfIMGvhXhdGb5nXOPxmL3Dc47n
z6wvxvbO9QYh7jPyvznuiiIAoIBdILlapHxkGtXY4fZK4k7CcVz+v38qzCODhALKkS5Ks9Pkd1Oq
hixYNozak/4xsmZZTl3VmivXO1cNfrtp/MNEjEyjEPkRmoMlQV9mG2He06Vo1P1UhnG4cy0/8Wdl
izb4wknqqWcFz5VPG0UyU1foWGiHiMOyjxziLaU1Fk+0oeRduIfJ2vRINZ6rbTUJ9uw8frbd1Ah5
+28k4cxBYRsheUyWidkdoB7AkWk1j907ZingF2lkEvvARqAN961lxP7DrrwjFd8Z7N4DkoYqf4Yx
xoIkkLb6QDPZyc3QLdNj1k9QjZp1XFGIwnBVJ78K9Xxlp9uJj7bX67hzQiOJJ2HtjY97Slyv+Meu
YPbPBsvF8NSTeqc/Wl/ymDBKYeoRIsjmof8zsdZFTqRq1Bir1ysIohapPdmYE2odmpKGSAUA9AHO
GbZH+kpDSttVI/QJnkmkMNG7D6ALzytKjORHJGTmvsAzHEF+0eReANEY9WARoPR3FdvaI6OPpkGE
j3bhjLMEcM/qMZT8BYAzZJmD7lk453x0ZPFGwYhOHhh/ZdxxWxf4WN4iZZrgDQ+YD0KQMRwOPnSQ
zrYHWoFhEBuyC98cbsBbjhRCHin33RPKiCp6Y/dHEJeHrDLfabmIp6nOs+UUAjy4m6bUe0viEgOi
g1lgX9omv4SNy+iNlUUKUiWvKZbigUefBI+xupu7m6FEWlZnz7XDKv0yYL/Bz4tbBKvBuEDkQVU4
OOcVSWSGi9GFR/jo9ylxkf7aT8sDWySUmsR65/7P0mNp+4N3qgj36DxRfNCphFzhtkLC+ZO4eHSX
iokCAW6VMmNNUv3CwIIiV2GK2KiAu/kimHF1903L8r7VOhnuu9iJEQS6gPcUhrQYe6phe48BAZR0
FrMOHtBK3ft+3L2hcWq+6WFV8h3za35b1TPQLIUoWaTka/MPm5uJGJdVghXSPM9Zdp7bNHtGhL2m
uwHkQb+1oF0hlrA9uGfYa9jL8S3l1bYTxe04CjFzbTunFruwCLr6JVl07x2CtaZPHWakqyBTpnUh
9MtVj2FUh9GhjBsGBWGUsYhoxhmER1J38S5gp8RTl+dTuxu5j52PkImu/BoG5z3FcIOXonWOgeKq
CBo+4Q1hECK6r2jsRiY3fsu1bvAXCUrWWDsFwS/zisl4KHO2k6ZjoRYtar4bBNnUlGngywneiGur
V9wLUXvfVq55Xzqjbwi31XOfCobFzr0Bix48Qcsvg6PlbTfHaOGN+2gF5dVm8GDMAZqLx/JYDGH8
I8si9TdCQUxBsMbjn7KWNQEPvdVgCIC4v5pB1iRuErjToMZp5g/6WiQdSz56d0GDUopYrymjGOlw
ap0SBpg4r4koyc6eDgEKIZDARbrmJC4ccxwY3wrdwvJ64xosjzGaU/CmHTvdfb3kab6VCAuLY+V2
Ofmedfe7iiu3pc92NLpJJ578U0qx1u5DNP53XcxWf8dg3Z2YKWoxgVXF7Y3Muawex6ULWSBBR3E/
oOBAooNQTQs4qlqsd/NaAOj1/FjbUy173R0Wl5k72pxOVFuiXj3nVOLdpkH3C7hckAcGuSWP0WUg
qDA57RK2YM8hdSQUUXjHfY921eY8h4vTLJ/B/wkzRTfnOG0FWW/3KOznM5VQkN0L0eovOtO6PwpP
hoAQeguUPRVZv8OlpTHlQE07+LKZDo4iGGRDgO4yH+o+Nvm5zpG8Qz/xYgaevDQM+eSk5mPCeql+
8KgQ1msYyjHcD4kSt2yPfCzakwiz4CmxY6B/hDnZ0QSGLL09ssxVHwnJYRDYKtaduLIjQGzA5Iko
yIUzTLRLQoA0UFRUgewk5XacpVI/B4tXnQNZ5Q5oW79fDx7DMf0kx7X/GyN7ZYOxLJFXX/s2XXZW
3PjXTJfW3egwq78yrGW74bT4G55GkPyE3eC3eKpEpPODR8FxSy9pi+CrQzOP+XzOnW/Pd7G3segJ
6j1iPOvn2xHgRHVi+7C+rCLt4vkocCMFFNhY9AVfx+SzmPdXx7miaEIeUtcJpWYqHdawcPRwfZqy
OHCcOE8IGLW3bQec1jGRfqWs95EM1LhtMjYKiKuNT2dqG/tz6aPyGs7otLYxo/f4KK0vO4hJ8Hwk
paSiwt0utTTc4LgB1Jlm2puR9ksugqkBUcxGZAU7sLLOlFmM9LWRc+l8ZkgQr8ZWat5KGDnLgfhA
0k87B9kAFSWVMDCjdfhc8QTVB5R4YJEHC5YI+XD7zAHnvhILkqzPplMUeKw224ZaacZyVukbdzkM
awcQQjV8kVaHpsNDRoQgtkneE4RwP9klioLvcGaAgTZK+Ke2jupHrwva77a5EUPWDk5yF8eLf1c4
PZf/sIoZllLRutdae4v9Vbt5rJ9d/IsHCmZNT7+EsnnzdB2mF8Weu7q4DMqOQe4bFBVzI9xnzfYQ
yYcnxXfg3Z6UPBITYX9t2MI+8SNcngvAw2kviSNJqEysx+zb81K9W3UK2Zt0SAKDWCH42esyj0mw
q1FDqN3Mt1Dub/zUgCOe/M4DHdTScNMPpngxizu6x8CSurmBgMGQhbUaCI1RuPh0GJlbJzmyS5bs
Dfs0UeExGbW97UJ6f30JMjP/Id1C/u0oie4gQWboEwSR1cfeqHF9R0tOtRF6c/LHWJ0O98ZzkicO
HKhY6JYHUGI+uNaNP1Dln//PBflyp4ULEgm8ScTvQaUEPrsdfpI9dHJOzlpnjfPt9Bh7hTBl9Fhm
efiB16N1f7BbbaKXqeGcREnJVeiSnrzqcOuF7jr88OfRdVga3ZQPuyzrogQxCM7lzUQHgEC+zrQ5
58B41RsSnQAcFjtR50e/Bli+4UcZoIGFh1sqLi3kcRv6MNNd/gUI1RCvDuSq5jJ5Kp12GP2rO5R+
fXrPV1T9wNFZErTRazUS8dD297YH4wnXVo/jdfAykuQ2mV+nvNB85c13ylxIfgW67wWNQ1MSy8XI
Fak6PRFfi+X7pcIDoxVw9tSEb0fgBO7w/oGKGfCx/AR1EEecAW4yno2J5uZUKeS6hwA4p7lkVHjh
yfXD5L6ik1yfAr2i+ejVOqeEhGQiPdMFI8beuOwpk0t3C+B+QlKwrkc3D7X7aH3A4zWANJQABOuU
mJk7S5Xa8NtifyxjET43fmkuN4/sum9vCwJgGf6TBF71VyzM0nYjIinEwoSJ7zAAehdcwZIdXBul
af9WjlM//h6cum8GdF9GLS9tlFXO3kzz7UEXQtI6UEm9paIkDnoz8SB9s5BzxI+bwMHfQ0BM/Cdv
ym18jjXN2n1dK3lZibMI7xBXMhWMeMWHT4aYtjrGle/M26yPBzgwi+l3oFOqYd8ztOA2jW4u2G0l
Azl/L0nSwyTm8Z2HdRurdXp3gHf7jyEoL7bPhEoz7t/pxcEDf+vZ7hG1m+6BWaLsDy1NBSKMrKJx
R89Yzt/D0lgGi0ZPv4tJJ8tTOM4d3u1hjAnL4bzF2RZO4fjMJMXzkN/d5FVcOdkD3EtVM4FjoMYu
nyCtrQiXqXkmpbOvjtnIPnE7kRtycetBknExDZyiZV7odgeyTz3eHLm0S4QyBhs5e7Xz1JBDtmxC
vydeZehgLh7cCTc41C9S4HdT6KSv5H4I74LAV/Fr2HSsDwaKwNvcAdXfQk1XZKbMY8b2bR5Vqg51
7jkX0pOQrIgCHs+eTSjVlB4ir9sW5HliwilQNhHKURRevUAOTl2zWwHoyIPP1O2XGxdLwjoi7h8Y
B920mRBodylm7JVPY4bRh++DCmTKLEgwBhZ1c2AAw4YdsviNdiYIj9yqAb643+nZkD7j62nHULd9
Sgvs2Nsu6ekUELgbshBuscCLB2RuGw3O6LLVG8LfSte2fR8wfotHNr6u2HYy9VB+Aim8R3ZYXg2E
xXW7FvjKSEari+lCuF7x1wMKlB5ScGdXX5k8BXvgd/N7U3QO6uYhdq4FSUryLnf9Nb7kedhWQLKC
+W8stM0/OcrG5zrOVXthVYtVdqNYkD0XsTff6MTuxCQxGpGQ+iRZkl4+a5qLiY0pgyiPMsezAwZa
wquHfdJm7RcexLV65NtsmgsWOsLZlhwE2pkdIp4CHnN/+VNQ8nBnWNnXW2x9gnQCwQh7x0XDet7R
yUQ2d0MMEQV1UoUkjpTI2jX2+2jjWaxVEbBcF41t3l4qANIgfJiGnVRH7AT8QIZZO4sUqtyvLExf
VoSB6sSWUM7v1aDwoPSAG04mMGW6Rcl+C54k/KZ9GVLkOzKeauc1mnFWcryx7HtifBA8Oy1zgaeU
T4iM9CxhxBPgXz0qp0Cjqtl4fbc1OcMbPRmLtEAF89FZ6vyetb0IjgUnyGVy5ylDGQKA8yEOQkta
Cgdw4WN9DaPmEd+se5Qk2YCpbBvTH5YMPf8r68r0jfTURp+aMnKOUz2QQOJ2kbmUEfPG55l1Z/GN
S97Ctovkmv8xhUMKKixQHnwWpH73OaLYuCincwnKnDGtj52T1nfTiil3M5vSh22s8NVvI0zP+rJY
iNhsweKwOijrzIB2FiIb+DcTYB2P33PnkOvAVGJkm0aWSpg+jmDv5gskHyDsGYTPfwAPLVIm9nov
fP8Zv1+kcrUvfUgEyAmGyn5WVdJip1bsDAXBxEwg2bc0e65DExwHbh2MOYQ5eRuzVMBHcVrYu7ph
V/XkGkxQzC6wDxODmrf7qStgDbIAWSl/3WogyXLqk3WfTBO43JCRjLoLIJg+ZSO5dVudZeXnUEeF
f4jIms+JVF/Dx6XxhmSPTakLMSvewNsrq5xnNDQsOJjp+qghCi/+iQcJ3g0ckaF7aBmKqw2yGv0T
Dl3G5Cm50Q0LSjkWYyMGGkdWBSF9BS3eJlygJDzHk4uUULiFfm6pytwTjYL4DHvrsR4uoumUo+1e
n2YXcRYSNKTYmKlX91po6NuEbOgofslUHZn9KgrDWHgQ/5iITrR3PHl/KKmnCzpRBMguZzFklNG4
/27aZ1IniVL0L53U9jkCZxRuHWdC/YM4DdvoQtjXjYjdkUtky+qP1+cI2LdUdtEBYkuQvNmozy4e
WMvqL/YlH+Yc7leBkI8caCCEE5N5Urr92R2PFvzE/BHQzLp/Es/v8lOE3ImhIP5lMPle8zYmIfKZ
NchT7L9pR/7njnXZOFzhYUTQ5HET7VcI/DgVmmB57eGAUGnF2RL/IP9PAdgRwAABmzTZA8EKC6/0
4qM9yhwlclCVc076Yo6U9JpEefGvVxKJmQR8BlWO8CIPj8ItXxPvOkWRGk36Opt1vJsWlsXbltjW
ZOsO9UJMIj6zR8Fd07+FTZS0m74bmvzYjE4AESKe0wdWavziwlgC9RqvFdd4gAO4McmKZWBCwMo5
hdblFxW2TfmLA+buG2PJPTypCtjHyfZOd2wDTPpHoglulaHDov3c1V15mg0C/+1SqRVPX+qZKzDZ
+RfinroiNIJK62HJbZDssr6N4BVb5O87AIghblQJ6wCNPbENJ9dES0oEQZCQx+fVZfKPcRFHBqgQ
G+/omJ1vZNF0j1nrgm9MgsDWH+WSrKyZQpzrr/T14FIdRcu4RSGBdEwUSpyIzbPLQa6t1JepysL2
jlJv5j8UTvgPut4AsKoX6pjEUQTeS9bIb1Pc9N2ZDEFMcwussYRROh/YRzTk/huo9YgNscRWBZYm
FeA2CnSCKyYMc2K6oYevNNJKyatPmbz8aNbZOOeZ+M37XtY4kZg0Bh8SEYvc5n1AvBYIgxWA4OS0
PQpAmWk0geRfwgFwYyOPvD9ZcJziEmpfgWbnrTdEkp3Anmfw6ExhxS3OIIAC6/YM9FjU0bSLsaQ1
9GJbOngdZntzDbnRPjDd8ghJSASIY+P+1nfhpt6Lwk/GA4gDsmEQ4MPibkc3MhsCZeGQcuHaOyIs
bzwrxLn0JsvswGjyi3XHGsGaXTwt5nOcyHGihkGPtmeChfkgUsK+w88dyJqkDfhhTcsyWaMl5liH
tOai4yeqapPQzsTkKvfDC0Qr8ijoSR1ca67QF9NP0ty5NMM3uOKgpqPnNt0Dr2m2XpdyDH4WTknX
TjJHv96VxeJ+94QR6W2yavXeT2VDV46VnzRSTtJsi326Xljw0w7sQTbKd5rjlOyEwnc6UkXc+GEu
3SG676uJCxpqhveeTV38wKS6zLnzsoo5eTNNd41oCYQCmzIezAoZ7b6c8vxx9qYo3XatIV/PKWyT
Xbh4yseatpX4R0/F0f3MmBWntj/4/wrgG0dPLSVyfZCRB6YgjrxAwZw5LESSPXGZudOGRbb09tOa
I8HMWlhzAiUMj1PXOV+4+cXvqOqI1MSo3B2JAKr+auG0v5qBwDRESAmDeDrZomggzabeU0hmJYCh
QDgoMeHr0QyLhSnFtvcGZOiJ17PWTfyBtNaW6e3dSICb2PJSA4Ea9Iqab6N4eJddui6h3eoAaM/O
m5zy0DLI87e1zv3gmS16afcz8U23Ffxokv26gvdGrOrU+p6igaS/zUiK4SsPTEPaIdNLuig/GT5k
2VKKuQVRUji+Y0Sj3shLsW8iNOk74AcYxXtMvn8DMUbvJWUticxzpn/BlUQtIuZpsfd6akX36bPx
2ytT2ZCRocPiBG778EmMB3wmiZTx0dUZonXymVHsQNb6rMl/irc4LwBH5Jz2IZuqcbiEdTS7u1L4
LEhKspufloBh96kvhnk4T30evUA0YG4QMLWI+dEtKcM5nzkZS9B0NoRS0OU3cUJuIobQLDpFXaiQ
8ghMl2fywdEiwyATxPsRG/nh00M4v5AYJ2C5JmPu53BK02d/VEiqmdt9IfRB8BOGuCr3TJ4yluxp
FTT9Z9gm8XqmW7MjZNE2BqceJat7MnzSzL9JAHRv0KSweiF9Y3lcrKJNyfCbnbG4pfVBk5LZPrDq
iq7Qd0MeOolnB+JCC2t6JaumutaQ2bxjYv5nss9RBJi0BYA/kIu1j9ckMMc8gOrxE5G+eJxmisKd
RwyG3QoDuIvqa4G1sUUAkhFQMk9aVWajAQ6UR2yCIz7I0PEEl1fgVWQP+OvzKHzF9Lec+ucafBsT
4yHEwvURumQBfNcQKuQ1hi0LSyxWqfX0U5QFSKp3/G3N4nBdlx6jC2aePstQLsQJBFJUEXe8ghng
wc5HZvse4ppXiApTe5jmKXqmsAza/bDOzVX3lTvuQi/Aut6uFCRftEVZemRrMDIKL0V/iX2geTuK
DT/eV4Ps35vF0h7ozJ2ADi15eGoVM+e9MEL+wSNsORwt18dGN434LEYRXUFPFl9RS7DFhlgWS0ae
kd03sXp01F1LxALxtyhmNiELMjocbwif0HImJOSpto/2g+mbFs9jW559RDb2tLTtHBwZz5AWRAnJ
4nYuEVofSWlof6zkdjpfrruQr+4AxavoZ5LxRGLp/BTj8UVg4XRl++04qHS3MdQDaljZIiUkeM9h
9JGZ2v8JxXYtzwMhAvc9fJV5I5Jl+AfUopC7NfBxy64SQ/eJ7IlJ7pmetfVlnNabcwH+EqpVkt9i
1nv42NG6hf1v5aXhr0x3OL0jZ6hW3HVEPmdjg1UCk2qVnbPGc54xtxs8aRGSizsyGRL3Sn2eoIRe
RDeFx5bgrPRMMG+1gy+JXGML+CipT3EMj+Q6+QsUGnAECNkCBtpbOpo6u7K5XZ6TnIf0hJtz4W6W
GSmfJuQKRdIHRudAZY88blVTF77iiiOqs05t5u9xH+EiQKg6TZAxAtKXAKvRueQ983Mo6L7N8r0a
KkliBpiiZb61ENhLoJSY9Sse7RSeHbfq899lWeJQdGojCFwBwY+Wb0P9uFLZ8+fA7B3YsJbG2xX4
Ofw90VBk7sk2oKGtaedWOBC4A0mL4n+8w1eFYh8+xLCn2o//WmSkA+rjjkVQG9AubELafuY4pko/
U79hpPkoWcMkr2TEYbOE0Rjj2+QlQQhzXape+3+pQtbiMHJB/W3Jv/mhB4Kzz3HUAbOaWNCsCBsE
WxOewCa+4K4wF5II0uSiu957HWJZ81qyrfAOFXaq6UJexPyPJGb3d8MUqLq9MFW0x3sjWYIOkV53
xoXKjZbQ6R+gtU3OuxhxQiVLzpSBeWPp0yinOZItpmOlfavhy7j3Scos+48uiQg4LkgS+UyhWAVf
PIB4L7Y9oKfklPHli19GDq53XnLUfMy39OxUJ6V8t8S7KoJ/NNEd+v2Zr+iSzJL02J3jBQP6yIAp
3B8nLCjAI949AhKS3rhnAFj4iR2kvMnJW3goLwlmVxwdAvEoJ5KAQJ+EbqAV6a2orbcyYZRrd2IG
Fgs5BcwJmzjfCbnGrM8l5CaZI+81SGbnyp2Xrfs0Bri+h7oh5YvndeydcbuM+cEd+YkfUEcjzpr6
0Jyl40j/vKqwYiYXSJxaI6Aun17GCbtD2qnqgec0IdVsZEoP9LiEP6OGWu5z4FgBHynL5PniZojw
mBGHkXqvsTjAiauM8lkQt/bLzbX47tDOxG895kRg+CwIL/HUWxJ2ZaFeOOcdUs2WiVEraILmbtQB
4ZvdWiPVB2ATn3qWVGTZe4N/tWCD5yMlJs22dqKI6SK2lnoXRnMQHpAYqOrTL1h9nLOJkvwtziCY
bOyQZvKeeAlE0BClZY66oKhl9spINqR5LxkUyOPQQe5mtFvfuBRxCJ4VXLpid7NbU4eedaM6kkxf
EVgF9cMKpio/MElLfjUtjFIsi8jRDvVALua29iYWUrRIZPfNSs9fzjrOX5mapHPSoVbBPTM1rHxI
KcudgVHyp7E6QM4oCx+ca+95zqbG2j2hLZQMmla0CuVmGV0s84W187SvCbuJybIKdHMK2jWO9iA6
CWkBzaUxho/kIV1SW0ZvRNbqBwZqLEzimxp/B0W9rwgEQmnNvaP9H6ogun1DEb0ACk1CBIwr9gPi
yQKX4J3ITcKflBScM31DfXYUC2OMTYLMAcFtRbDRsY4DAudxfcI/FUM4PaHIjqp3xTDvFiZsxZVf
a/E5LxGR7MokBrvp+4B740ov1Y8Y9/oCdkDno/Mi+wbxS24hr2D9RcXxAcVXwhfEzoMOf0I0IPfG
Fn1+TUh3RprrBFl5XfQUND9WSYLfNz+USb51KDrlfTc9G9UTFvU0PrR+7z8MEV0NPvAsdbZjCeni
wi20gqSkMOTv9GTjvBQArBjarLpbh9epddsSTbgFQ3CxQMvkwYYMxi7sK+zynYly/LrhTeHPTOvI
NDJJ3B3shixgkOPVaXbGWq0csMBaoQ0d0tG9OsaV0XYmh1DfyWokYzFmMMdYOQ/SZiIGjRMVtgU4
umzrlSZ6uO1i0DIVeQ1u0kL52iD3VddCJClp4mBuEMOTI06njEQK6uutp2nHVRXHOaqLYE8ODq+U
7CG/gFNs5fjK9DkCOLTEnPgwTZxpO6co2VDAxgF3WzukyW98LWP8rA338V05r5LPR/Jn48dC2qV/
IxXPFM8S1c5Ns2O9hFqCxBwszaw4zw0wLPh84Pow3BdLLsFc4VQ+qDkWNBGQ7DVivzxJjq3MwPZv
vJnPCWNFDlp13dWzbwRR4SpoPml/52dX+o0HnTbHncDYTF5c1ksOrb0TIJdXpXglh3sltWuqoHns
8TPWPOwctthsct0erew69R7EOb0mK8r1gDcb70MHCGhADM7+hp3UxG4/V0K9c+iiEcdOLHnLjLIE
I4Lf+tmPSvzJYMyhNuIABU4aM0RCfOG6nxnjWMIp0RESUu7q8Oecl+RXU6CQEU/vSeRkoonkAXjC
JfqENohML99r/MdukSHZajDIqSLbXnG6bboErA9edAMEQpRx7u4XxE63+BMZuscVausb62e2Kw1K
6/IoGXQgDkv/D0eG5IdXxBrhXoJZxAVMeklOs6mpb1gbDmSVDmYOfqJNAWHCHg3j4RIxrQe/2oXV
Na5NePAZXRDw0lVy3lFQCs5bUunQm8tiZhVnLfIvTiUNrR3PBCNpLu1kC2oj/ZsPbkf0YjvCm45X
/4/NyeNLqyT/RWcE6wJl4h+QsqQ8eBjHz37NAG1DFHnh/OJ0RuCf9DyEe0pHQkArx1MIzSqQhHdt
GwCpC3zbNad8RiuLNA56+UNGE/6zZoJV7JRRxZurg8fZznH1aIpZ3Clly3m7mNAnLWZRsB3jxXH9
UyfnAP4HS0Im5bAgco4IFJyvdO+DPLBxXXMo65bip6qWgvq07qm6QP+tU4Mns6arBF2ELBCufVM+
Ky3G/N6KtfztrW3g7esaw4PlN3NohrZ09euvckFZeKxXX89bNKuEcKeWTvHiMRDst43yCr1xStki
hGhq99OM5fTZeZ3qDnU0efHeFJ7jX9s0Tr54JsbuCNw0TD/HCkr3Vjk9Y3OlFnlfL3QauwgVIIHR
s04JfOoSsXDvJuItjiZi6nQ8rOOH6Sa4nFMcunctWSf1DnoJGaGMw/x513pB9tEsLn4sv4SdgQGJ
rWO8m2NUeFt37vv6HsdJS53bNGh5Fm9xr+4SElutsaNCzIhS66KBK2oqwjcXO6D7MmLMyq9Epenm
J8P0AVi0yTBQLTyJc1K90A+nXzD5GLlh0GLSZVWSBtswdR0MimmNBrje9YQPIL1rJXC5rclaZ7hb
G2X1dqEbyl/HsDMcYrMK412M8Ax34cjwD9YZTpUZ8bHpkirgULcuhrnesfyMN+UJVhXGrvCheMBH
r0+PTdtjidVVrWNA6gCbNMuNLi2YqBUaV0+nJ0aWTS4t8t/JiTxE43jzaDWq3vda95gRbTKt91iR
M9a0nYMH3zwJnXfegX5Mtx9L465kePm+HuJD+R9HZ7YcKa5F0S8iQoAA8ZpzOj2VZ9cLYbvczIPE
IODr78r71tHd1W1ngnSGvdfOkx5zeZhhXO5DjM9PdSdHPlhwc5AokB6PWDBZccfLjVkRNx5mgnPq
O62aMLwt8oHz8eKmsiVjBf020SO7lnNOAkPogvHIsn4cv9lOzcFHwt60eDNZjcKZMBQAClu3J952
V5hubW4FI3w0ZjVzXdhhKhlgSOkIy/zEYL06ug1//DmrcEHBXWOBgXy3GwPnphiZXh9XUWf5o65Q
cG4YA2j+pdraDLJdSogASvjJ3A7uXM2fRdp6RLE5iyS8QVTNNu5kfyGVRq7PAvicf9NNFcQox12m
6DzSHs+bnMKUIFFSKpg8NOFCESw1bKajZanwQ1dkcQyUkYv0jNISfRWXdAMaKIUlRH8FUvTGsGgd
t8noeytdM5ztnQv2EzxCKGyzG1qUxbvYc8bqSRSk/5mNDonRvTMLFxcisAGK0x1LiXB8Kjy/b+4Q
HCz9W2DpiZl4lmm6C5wZL6GPPBegSdgOP0Pgr9k9VnrvtnFH84L4W9QnX3sgw0IsIoIxQkuwzeJT
H1aNx4SodRvBfijXw20xj8CRK5vMKFD0dMWEtdCjPpsCzSzmoFJ9l7xfdg9tNKyIaKEQ3QwZdDEE
qiIGi84XI6Ojr2O03jl83vC0xGvPEo5asdqi4yIWFX4zHqU4jwle5B6kaGMrY7u7ufVo3hsNYZrQ
3RlFYUkIS3wuBzmqD5dh7nuLHhglDNKcu6wq8vXemSZR/4U7YvJHYhA4Cdj72xWRuKni6Hmke9M7
AAz2q+0dCvk2oDI5oZJPPlAMd2cQZmjxUcsJXnqarNup1mgbh2uhRsAjc6gX1hA6ukDZxW0gkGS6
W6tndz6NqA28va7dIXzMeHixiVVgP+6dkaCH3cy1960MIvujFwZjhi+SkePGuCosdm7TVfENT7R+
DMD+XUMbbPfJvqQyuyCkQwAv0i83M9+32NqAcfOtRm2AlgMg7XAxXZeu4ykYV7f+twZqcW74P0T1
c+7q+ZEM2FncOp4I3qkMZV2R4zwXMDhBNqA42XZFr9z3uZbzUh75LsqU9TSmwoB5I2Gnf7vMHxPC
bKLiLWfBSuBaycuHme9KVX9mjRlnLMXjZnhNijQ1+O49g7USPl7lHgIqtOqOpXSS/OXlXX0Iuaz5
UTToLBU7+s6rmX+oLcHJuJ5MVMMG8IriayiheF7PSvqiIvC8KwClDCJv56mKcd9YJT3KyjHPpX62
/GV1LgNOYc5Q5tHypV2H+SaLC7gMmruFzJuixbfchYDkIQcH10etLMIvmjPZv9fYTW94wiza+knh
1/K6kPaQbHUJ+jeFTPyNOyuQp0gVpNVn4O6794p9Skf2FN86Dv/FRX6m4Q4ePLTj7wHB8fcIHAgN
BIDV2wOZY96A9CLpZgYkUT0wuFLyDW5kSHhbNTn+K8p92R4tciT3XF6xQJRTZBo9hQEun9EOU3Wq
IKJn+yJwO9ygSOYuNuvSmGglvBd738UPSOniJGfRzTiP+rUov3nJzV+L9x3EbCj8D7ZKJNQtoBLj
YxZ6xDezW+s+mihxCbOd+vRt1fX4CHuKeXaLBwLRGxHT+D5aOTXfVGWx/S0dn/ulCwjI3KWjyecb
LCf1UxOP6r8MJoklnd2zComsApdVZENTbhGMz+tbNEvv3JOU5m8dn85vOzCn7VjscBUdWbMmCISb
EXRK3gTyuVVmKfFggakybnWtmDq39llnXMPVUaIXM0NEAkfPapgQ29TdVNeHfJhDs7NUZoRCgmkn
Wxj5Mcm/c8cyOYvTFuGMyZlowqxE4kht5hpiS0bvMBJY7uzLIAjuvNIZUYKsfvHA9cJ+foo9D8C8
iQLW+e0c6mibO5xOB6JVZnVM5ugKDIe4XQzvSXlFEFVGpQY1j8Ce2ae2/yrdHBabgiqEDZiIhAlX
Qs801fPrlwa5Du85hZzcWOwroGQxTXv9kx1jRAIbFPirdzdhMP5vzeGHb42VTrmtFyY8YBIIyKlB
vaXPLgh3VHkiXt7Y91FBAwZ0oEQCawdamrstwt7IOr99ofOLrNu4vGnXtMtOTpg2d01JhDZWQD1N
3mbOV58Ub8msZzdhM/uc8c2lN3kIpu+NyqG4jMI0xdVYG7d3ljgJ8bMEHnlUuHcTODyOZz54bIB1
p1gX9JapcgDzKCzSN9/FcnPUtYf+8gztu54/JxwDiFrnIK6OI/O0J7CB6t+EuA91/lS78tMmwzjf
kf1DqCeqWSjOAPpbQsEGrPkblXkd+0e3+cF7oe4IzUXW4OP9eI6sRxIxSgopHpTDKEyf3VWsbD2h
soz3jRsMhMkIU7uPwTrn/jHgNooRiDuyNN1hnMrKaqTpRCmMEMWQFVLBN4ESyyWm8ovglLmRnDZg
okuHZoXFPktELdQ/vFJK8kOQBH1CpTNFBB8j2N3Uec/4AZejhZEj+gUTde720O2bJQQtJemW8OHV
eGCoPOfbuCOj+yCtUDfgJpLvKYKzuRsr1+8+qCOngnR7zoovD3LGG2yTkayQtPmNzGSPjZz9N4wa
0W/GjUz+hUtHgHOcvC4iz+9jFAeWAQ2APOwqUBTor6flNIsChl9HKsgbSm0OfWx23MY6EexHIu0x
pclsGCQX2MHrX7Qq6xdmTf8vrGN+GU+x7GGuh9HuECEsuubrYMXLSXhZT+tIybDFZYKhKaYU/CAs
2l355ON4PhHPMV79gzTnD0yTi/ARTVUjEL9Qcem7IPfC9RaEobPs8BBGuMzJVQEI6F5hXKahS+Ld
jqAFGtRW9bfuQtufO6hNEA8iv6guCZArB0ozWSlPgeBPFZsErSYjYhT4HJ8dcts7qK4lZsPJRE9r
NxC9gXg/J8t6xO3G20A2cs4V+up3wvmHPd71TxHQMvFnzoaE2xuNAUkquNXanfHruri/at5feUsI
memLatnCxik8FrRLefJcXcKxLhMyu35wuCAJHRJPnkayUlibFnK+DeOil+eCeE5AbdT8IO4xIhG5
kscs89s3pypqGrGcrplUW2zye3+qSeCR4+QNwNgy2/2djWeina/dYT2yzi2XG8Vci408GObmH+ri
mA+i4P1uP+sQuuARt4FvD9fEoOUtKJ1p2BblFQgK8oKIEZZdOomf/IL3nMpVhjjJMP1DXiJcbWvK
jtzaTYGCZSNaR8cPaUo5dRPGda+h86JETw7X6xxCTEW8lieHq+bVd72XhiVaxm506ZutT+S6t12J
6pyeKyr57ABcSzy1KTzOjbh+y4w76yE/YvopY0YcLSdqlQ4WfZGtxa0Qqj4RQEmABS3Sqk/QfJAP
FJT2n8USYXGIOWlPE9pXfl9EaY9QasLkGyBZjqMmDTUlT2LIB2TptNyx1SDOIskCByDmFIDvUhy5
r9ZbkOKN0mWLOoe+Ad84OMteeL72H7NlWrlt8PcjEUJV/TJk3oI/cc313SS4nmOvs/Ehky6TKda0
zYr+t5Ik36IEMU/0EwZrL+6iX1VrX18IHrAEGMz5eMt7X0eodUX3glyDCHBUHvQvxiltAqVwGbP9
2AbBQ8H2cAWqiY00N3r9bnnfU7qrEdgxw/rAxcvJ+g88CqDbBJYCfljyC6ITThw249BlAPFp2j+E
WH7sFUefU6c593Rh096AX27GAyuV3NvzvbpY4DOr2DhVo7/uNfOduN+Zlv1LeETrMXA+ihxOpfvk
lQVdnjaB4xyH1l/MMfB6PgUvZ8PAo5iiGimcRbyOMrAVzZaDPqETzJx2Is+T6Hdeqy4hGoooD+Rn
GppeAxwb5ZWde14xJqvVE3LGZbkvOkxXPMuwbdtx6rhMiU+4Y0U6MhAdOd2OYBOCL1YfDKVn+urh
qBs49GeElOiu8hLOwjbAv/FytYdl3M+OxjzRTP1d4VDgvoyMmk/Gmb2B2XA6UDUOlYcEkOSDFP8Q
KofhxjpcGDusMRydhLA16U1IEi4E+16lD8zaAQNZ3Dt2Hym5zq9TMRCkQtmQwaxLSan8UKWo7uIU
ugHZzPhpsHEjEB98uWVYynGeOFp9S2QmYPI0yt5dz7ycEUOTjX/WtCf2hMmDuiGOg0zGrkzSi1s6
Kn7TYhxPFcEg5SZUE4IJ4sEWNGYx2VH0g9asUjRHQJ6evWUnm0VPEJHA+jKlV/e1K0ivanGs/a45
XfcOWaWVW3E1L5zCOpsBHQUxXbiDoNWitvLlqcsW0K5jQAQBBVCj1IH6ZbQPHVFJ+4oGPdqn4Dn8
217FRu8N6SZyM41ACg5l4VFxTYSsFecZVtqvTmd0d5gUoW8SFvifWQmVO2VhBOsbjgsxKydWUvl6
1pOFUpgXFOy8yZKIddhZJj0O7HNY9EaaK/q+Q2US+XwbfTedyrLv//bFPATonEh+vuZ9A3ng3jZj
n3e3OGq1mk4hEX39TSm8ykXdw3X64eoOT0JtIREh1NI1X431ZvadGifjFvk7VEdDG/Olo66c0CEs
epmQawJ9+UxE1R5hjNXiTSIRL5+geiTmfoaORUQr7H6wg4AYw2twap5gvvNYSDNbXOEvoGLDSbzR
DNqK57CO0CREJGwr1vkZFXFB7Y57qUz78B4nBeFAbACu5JaVxKFl23o9W4aynPqrm6UuCbrLSwaK
evUga/RJ45x1zsvKLKhidk683UD+Ddpdjn/25dXCwjbZy0o1tFE8lTIpDl5G9CXUlhEG8VNZCze+
Ylmcfn6KEe4jvtBBVw+bkmDLJT3QYFRS79aljf8GTlVmO+06a//aEedW7ip0yvcY0ebn3EkKu8EF
y6BnpotX2x6c8V3DQPKpNhTKbCx7e+MrH+1mgJ3/KXXSnG7GEtd+IEqzOEdIqZdjB75Wfjp06wXB
LWiCiu3kFCnMvzWvgFX2U79+rtIiz93yclfQdYVnOzS1wMm+h3ysr6FYsQ31vc94i/uQASjKdhWU
VcISFaHpMmzqpEPlIqIcSJvMGBHfjxGik4sCLceesE5QTe646wJ5IK3bUURcEFTe3nMAJhKpZxqw
lcReD20L3TholKNkyKaCE7gqEKE7+rd29DYea0hw7qjb8upH+WjTOC05l1HnE8AFVa0kzxGhInVA
5tw6evaWu7FJg+4fw8CZ6U3iihBLe+vl7rEBioR2r8Lmjm0eHPSqhj2i/DL9al0Ve3s5Z3N68QCw
jMRdunOWrB8z19W/DI3cTBnVi+oPiS+4FHYdupGZYrev3Psij6+OKprfN1Pj3ntiG+nLj84fHNAe
npzc/LYVqwn28wzkZY+IuBx/JT2ETFi1ZhAzzMTlG9yzzQ1qFI5tAtyWSsfPHhRB6S46p7wwWPCq
ZTL3eDyncs85WDUPYKMkCkO4d+ltHiDoeDQuDfZ3MvfQoPZuL+eElTJizwwHPUua8CegnPCuguCk
+vC52XB+jEyxbmIBiPljwbCHML7uO5Gzd2vZFVnLaq/beVi54z1FPkQc/oswiL/ieVzD9EViemCp
yIolj44tC+fpu5fKNfh1s8452NaE7lHpgZp5hRWYwSeKCN7Y9ejEYhKxVGIFVuqaEmvrOQSrsP3O
ovYWbXickriWr5KFC1qXKT33rgkENC8d2uW7JUw4Ok4yZEUKphe/8mdZUDcjx/SydDfJtluQXNq4
vp1L7bUkqGd00FMCGeTbtQF0G8soakAOwSWQPEAC4XbAyeeyyooz4ZyY/brzLgM8Hh2iqQP1Aq1Z
dd5xLVYz3wOmjSQTN7g5yIDEHL/OjDyqfV/HS3Qccd70hw7FdjFv62Cox30A/0Y8EyhE3CbDKc+c
hd/1pA3nsqw48zD6+GBN2mRi8Ax/0onIEJ/pzbBYrF4OXRCJEEr9mPoGRC6UhgOoQd2Upxr0g2yx
ZXAYEqk2RS5vLXlChdgsbMy7z3IYhvAl1MhnCWEyIVlFNiIKc9sWNvN7DOZ0tOyPmYTF3S4qMJzw
N9lWfDfjUjZbPHi93cxpIuRnqTJTZBfem8jHLF2i1sc50HCi/vCs1XTYK/Ezd6kwCSizkJX6RhU6
hIxpJBkObMNmqE9AjDAc0DB3/C6Ge/tjZvTh37KuKMVv2CC3R587OyCNUVBLRcBEyTAUkjGx5qFA
Sw/KMZInv0tHH93hwkbhpg4ZtJ6sVPnVAil8DnXiQ8jBwlGDMG9g5L8N0Hf8rSjjpn+IHpj6EWvk
qZGEFA06RYJt6bnxrHWeBoIxaKqk5ZmXrg5DGNU+emUG1YMIH5UPVmeEswvlCXtom41PI9WXjm8Y
ZvfQ47ZYQXOYPA0e4Cq/j8AI2eIeYGFr1aGFvKb1HjOwV4NdbEQk1BaUPubphTwEi6RdFet0KJsi
qj4TyoDponjwhqNtDHkVdRrnli1608enaXYHe+yESyqf00sYRkwtcL9ad1lIXLqSR89M+4cJbXCG
uNP0tQczzCo1YAcGAbavx3A+V7RWSET5kOpdjYiNPTJiBeZlRZU/IZ/VjPmDqSTtSNM1bBfMEd2u
aSj5d46NByojxhc0a1lDYh1yam/T+8uQnZjXBMspYvEndmy0BHqKIotPgqDlbw55Zox1Ecrb1h8I
tkVr8a4r4Y17UZeNxSveY+mSOEgYKQUJIgIsCIxFuzmbzsRGJb996xOx3AWJ6n/RjATBF52N2/GV
IIvbhmhbghOBy9r+QVJHFM44+yAX2qKvowNjPbjIpe6dbUvcGts+f3ImdnkcSP2uw+hncZ8Qqfxd
KtteEIwUUPbKlSbKpWinHqqCGedH6uFwU2BKcZHrMr/0vWnjCySGqcXiXCFuS0mz9/ZspqjUojQl
xiQqch6syGkLJJ3tHKycieAc0feq7MMZ2nw91XAce55tt0kuHAJop4ZJDT8ZS8cXUYmZjS82NOTz
bks53EjUH4ymKBOYidOvbVSp2mAz46GDNLGEvAMOGFQil+Iw/utCDggeF586ZE9xE6I/oT/Jbkic
iaYH9ONFfu7jYBCXaK6WYE9aRPbaT1IpJMG0gHcwzfVboVBcfoVNylCuCWBs7ZC/+OmhK13nb6qC
6nfAZt7wbbj96+isCz4rcgDrrUX+9Q1BBt8/2bxsELrkmsk5hUI/4VOuvfNKmttPlYZdC98J6jgi
v27NSRFMrceWr7CXHiLn7zAhDINQGsfrH7K0socWDNRyTOo60FsWvNdAm1ZE7T4i4ZngGRM1J6TH
mdy5XRtrRqAoH/8MHqumw2CIqnpYBwb7zyyrSObg88laTlsikzbsC4IjHRIIvawv3+Aq+P8FbV6c
0FmDvsfNlb9IPab6pgh9eBhk78BKD5Uj7pd0wg5M3Gj9NAk5tYc6XFxF6lIsidcDf6s3Msz7Z93M
JbNpDqNDgeK5Oaq8TR+UZLN9mnyGXUTxVDFe1Yn4yL3T6xCilMwSsfEj5s8PWVPbEPz4KHE89INi
HpMWzjZ0c3wJghlrdGbEMp8jx0XNNNpI0iU0KY4fcqH1PaxeInicMMKG6qIdIrgWvwzRFHHoHBuT
kJRRIhQoGT5LRE44DVlDEzbqPLZqhlQI7KbwNyjVUqSa2J+upzVOt4MOeY2/khR32y5KnOAJ2REg
+7Gx6R9di+KfdApx2zAlZw73f3KXEwdo+ct1vR6IGPJRKtbLAJd9KJikgehtbgPYFYjGhl6wwsT9
HZOLBOOsvJIMhwsAgggNWr9y24RlbX9clxI4It0A9EbU5ueJeILrmAlLIPrASZLX5az1sBNhp5cL
gve0u0Wxhk9iLrJPir4lJNirS19GDCDBjQ0yUrCwO5TvjTN03wWB8v8K0JvuzTXd+cUx6DC3LBmb
G82vlO8y/OVMa1wyOF5at4/fUs7Rp2Auuwr5F4evQJhvxEsNZrc7k9AzHVj78SmrJCKc0O8Cu41Q
pPfUNsBkZ4DQyTdTKx81B+iy6iiCwvdOQqv8ZxVi/afYLZHCOK7FMYZqi1XPqYQ6UektbCljfntS
q0WKf5VXJ6bHFTba1Wg/iPtKg/52gC4oWY7zpDA2aQNwnrJkZEYq03pjxykCyoX6/g6l1ZCe+QZ9
QM4uguhdI4KSPUcX09DNTpkA7h6q3r0MGBvzzejPmK24eZv7xeR2wrNgXVBFntvs/BXkzu26Gv02
qnL8wPwIYyd2VFnuo5QycjsO7rVBzNPur2YWBAglZ8b22ThT/8+sAjd+PFgCktCKFKG6VF4TTt/Y
8ZjOAiQOv1O78FKOntTzht2e+CUKdfll0dqMt3pN0GhuwiZJf1wUPCXwurX3Tyon/XvTQuHhNEUi
7x3QlqvmbtQqaA49XZ2/9SMdmGdZJ+zBibqLD77JRnI/iHe9vrRmeLEpaJY9W9QrXxANBaFJlO2k
qgGFodktmszHhoTObWsHiYsizTLvM2QbHNz2JITNLw2Wakg3flYT5YtmCQe0M8H68RPHPasxroh4
KQ1VcTgkQXNBVUZuKBSK9qdwVobROXX9s2pl+YG9LP1OgOPZfbNwdyPmiGlMhynC7p5L85B0FInb
NJsgqbeDST/BbeNJguUUsplrE80sKGWHt4kYqyUIbdZxF0Q++ViEV1X1tpRY/wm9j65BhdKRT2h/
2DeGOeHMM5Hd6rF2Q/8fFIEJ+Lk0/leVISc54cGgIfZbtD4EgC3RPiTiqHnw8ZKU3N+5KO9dgXvv
3uYmuKJRgSLgrFJYzndVoNYzJPYZbmE9w1EUddz5u3x2McF0tuzlzuv1CC8TeeFw0lM7QzsDseEe
3RiBID9VTaDRAJ9kl+E1FhssH2r8Yw0dz0YZ/Ks3bR8Up2akSbgsOtNAww0DgM1K/xPsM2csaBUa
vZzpKCQKYeJdQ+feSrwZ0Ukk9Dx7XKf+9M5UNBMPdcca4T+8Npi392PUQSA9TCis8/SO3R/B0kf2
DH4/7IsIoynthzcFBZ9zmT47swhyCE1xMprbZgz8Vw7xKNoHWVb02yWq0s8eG0X/b10wXcs9o9zB
3YYWQzch3tKvv3RWhZdxwFOA5wQlQU0wFMLjXbnIUd+hw1v6w2iXFj0hihhn3gVUYglPu+dgjdQJ
k7snVrzYJAIAunpTLpUXA26IPPMeAn9tj1hzu/Z+wS7q4KVMgEBv4XI12SNpYLnH4HtlZoPoZkFR
zN4U1AOmc1JyQJGF1bZ05GovloMxP60c0Mi8iBJMMSajMTojHxnoJWU0XcMHwphDAx9ctV0DMb9m
a2wkFuC+NgdURW69dxEkPgUpzrNdVJMpxDTFqV4LUgO8u6QLKV6ZR6A2ZbBv5CtDufE35gWmVlbB
REzgHHItYwgKBctAwmy3PDXX4z9qdX0Mu2CKTp3LZJmlFlybE7sdL/1H5BdaSBiGMjy0XYb6O8L1
m51I1Vl89ubSiOYSZOMw/uOC9/I7SBF8XgUuvitZp5XP3rVef0IIkSbPoKeuC8VllRALqoXH+nC1
kWcHu8L/4o5LlXeSQYrmkip2fI+WbMmPaYpweaP7GacZDTk6dlp5wVwlc2leQkpGcDVhpeptoah5
tw0CJfcpoKdntVATr148ZArXKjcAXKlyBfdMUQQKEqKDUoGCVtQtj1Q9HlkBClTUHcTH4LeH2rHc
MsVQ/cvkCoLgGIlr9EORE53rEnLSH5tT+n502CjCk58yG0JB1Vj86Nk6bZY0cMb3LAtUe9Na9LRb
BqudYGKkTfzgt3Mv9swpBXcDkZXtf57LRvCAei0AfJo1GRNQH7jnM6L3qTpPmWVixjgmRvmUouyU
f3z0p58jJjH/zpBkPBzchAIDsIKHB2gp+boOE2nuV4SEma3e4vjLSNU2Bs3JD/t33W6vV/kdWsDZ
BSBPvAGqVCfpspeuVssXdcUy/dExoc7EFlk3OCKA8/AROZ1U9QYBetPdpbTNxYUEh6i471p2P7sY
qiEbawwgDbMd9OU+Lk68gUD5PR/kKvNvBZwJOVanY+IDsLD1ty3Cl8H8mesgAb8duuQ6bQIroKYs
Bbt4rpk4cR7z0I2MeaHTsMSRpm5as4By1oFwCi2TIXzvcK3MkC1GjOz8E+XH74OKl/5fEdNGn3BH
jcGJQZ2bv3Pluc4jA3ObPMm00P2JMoa0QTtHPkZy3+VKqYNeNo8z0uxsf135uCcRYITbk7ZrXuip
2WazahLkkiQSD3pSBxSnlDk90bPgLxyD5kgeGE1bKmyPgCN106W4cPZhkPf1D5QCYBdzFuUfWtr0
bJzOYUYSup5HwEcyvXohgw40c9rOZ3cqMIrJ1IY/SdGv/dYwlyaRqHS4RKN48u5DbIcJAe08q7vr
DRZeh67he+zBG2LeDTyK/V8LqwaVEETOpnfNaZ3EeEVYaVxWIkbtycZmKTtIAwo+qWnUepNE+JsY
ec2AJPWkhIYaaMno6RkLpdtyQJ9iKjX/dZq8+rNkcZbhpsoCBJsoscE5A8p7nzvuR3ySJn0VGSAY
hvPWuXNwPmBf6nmhtujxqObRrMnpGsubvyG3Hv7LbYcYyUGBz0K5ywP+CNgM5ulODsecAvAfbmx8
yQFi4oQVMgbAXZCM+CNRf6NMbuyq3suwLNqdRm3/gayf3V4ezpbsWcyHn0hqPEKEyFc5hwGRdvuJ
ufjbsF5XPL1XL/eGh/QO0CFzzaps1fgOa7T6Wlevv3LWbOJss2j0/8APsk/WS4ZPciyb/7xelt8J
GbQ3nmdHyI4duvzNzGWO9w1l0RezUYRXZtGm2xvgDM4+rqviIx4buHgu8ufPHPPas4M0PkPdjPpk
Z/Ex3tcZIVqb2LTIryC7mZ++pFrZYPNtXzFUeK+x8L3/yjz/f4LTOEbbVdUGcfYYagEO0y2JC0R8
zPIubdwdjxrn4ozytNyxRK4vCmEmOCSij/UGASOgZQvDtOHQ05gaF6lJNMIzyR6jSDjXSEphb1Sr
EOeQJwvO27VYcFHoDO3aRvWCjoBuz6mw+cn2PyO7PtySsGl+qbPafO/ZJsopYBpQnkXjRZcBzaHA
XiVZhKu243fVBN7ktBVRXN2EfjXgNuK8GgmQQreqBBIV5IpFMh05DOpfO2n57VjO2yslvHZuxi7U
PxEbvhgJX92QBhszj9+nDjis/bhKfT/4rnrmzknDE+l8ZDosyGYhZDR8TpuRc5XuzckjczZMQGH+
TWn1bHRPUKXHfU3Kb8vOdu+ycflP9qPzYhEEn1bdeQ+Alq/IHVhNPSuzMkNvwtW+tXHh1cc8SXGm
LVmlLqZa49cGNMa4HYE7IG5sW1wjuUeRgggEz2/MQvDRQTOjz7ZW3tM0DdkfnbjchegHF/gJSzrf
u/3UQOtASe5vMohlF5x+67eYqM63mU/+9Sac6cJZsLrYbOU0z29WLMAzaUZZe7KyNoiz/YaRcBbX
5wCt07QdTTD8YaumX4p0ae+KhsisDZIZBmdBH/V/KlCQjGnSaP7PLQukIyzCwqNfDlV7GASZ5QfH
IZV+i+ycUEul5/Uvnir9rMyUUo+4AjuJp/D4HaibSDnnvW+nrXAop/ZNkK92a3MF8wotndgw4ysf
VZsWtEMrYapA84N8h7GxeIppbCOqxqT+ioVEFD4mKQA6HgWCszp6sqcYBhA/h4uPZ88SQV/iq01h
u6a1w6ht7cpXEy/oVGrHBrdp5zbeIaZ00puoLzhBU8MkiSwhDtZNDLLsw8xzhCU55AGgbEh4NrjR
EAhxOEBsH7vcfSQgkYMKTJf7hZASdWm22vDYL0P1EYxe9QHOpfkcBh9hJR+EvGXhULwkTQghemgY
15+nuqiP1QwDcDez1/5EhkOLlEQaKb9dEUFRPBTUvZHXwuP0UJtnJ9gPLMd7TK/TWTb0zypB8A30
aWHPZXgbgTZ1HfXAxLSebj4SMI5pHgmZLNfoh4B3Y4GbBeajpt189kOHJGYMIAo7kPb/LLiF5r2D
E+tvlWXTg1VY96ivvYCqbarlehViMQYDNFe9OgKl1wZDqUATmaax3THu6Yu9QASEkLNnELzpx/gK
ZWfbwjinjdw3xQvMQj1symUTDhlB9LZckLsIpn2nqAd7vK9K5AB71BOgoEk8Lt8DIsHEZi0tgeel
6RXEuSkjNEL3CY2YlmXMh5G6wyPCmG7eQcUv0s+iz/z/cqRO4QYNV898vRowYdRZ+5UDcLiI3F4j
AawLs5i2I1XErSzNOzRgd3nwE2U4IAQ2UuNafziblA9xC8qjBmDkaXifBZ1Le2pMcRVeQqaABqWN
SPcOQObpAsCSZaI0KDyZVrjBfbj28X9D3PTPwfWnRmJnXbjDJoXivdQu6nfsengwpuAqeS0NpMK4
6PRzOdfRd2x6yzXKIYh7FULIfhGehLXELPRWjhL4Jh0aAB8FSo0ASQiMKJ7ZyrGo8bx6JhABrBxv
IuZC6Dq6OhJj3F6DSXjRTiPbNZBLlvJ9nxNT0m5gKxDjRXeMAdelGSL9zeu9HL+iSG8aDiKmxkTI
/OdMXHpbB+gL+44QMhA+mGaRqJwKUue8EoDoRsQ9BiR4ut3rAGwQDhmr81uWwuyxhJjo7oRrm/eK
yNwC6H6bvKHUx+2ZpNY/dgObS74dbOYuaYXXJM1ZXW3XDd2b19Wfpqqb7EIJIR9UtGpk4V2RfeNM
bl9rVTOA7hKZ1jcp4A1G845gRpCzS+oPZlLtc0JwDgV0mQZ3EpsTVJ45tJ9pOnBPs+WQZpe5Xhrt
p5B0+43w6g5hDzPrnWXVpTZTgUUSpX5vHnxaXyz7gaO/edWJyQjDpP1vxvZDyiwaC5Sqciy+VIyx
2h/pJQ+NyMBDYc0b/sSkEDFsLNrmjIK9m5hARYSRXctOxh3R7L1XsOfZiLAsvlqcSaeBYqmac5Vm
1wVAXyIYHPEOE2PAApb7SGfIbX1/5jHlC23uZzjcPyn4IjJwVp3rbTaU6VuPnnTmzW2Ge9XWs8Ma
g7d145Uj9pXKNwPBB3HyyxPOQAcAccN4vRDPHI31c7o2ptkF/yPtvHrjVtY1/Vc29vUhhqlY5GDO
XHSWZNmSHET7hpATc8789fPQwOCoaaIbS3tdeAPLC7u6ihW+8IamHr9pcC8eaTk0YkuBvUQBHJms
997UzNgFnOyepRz7G/xrTXXLIVBnmSoPTQ3N72IfvZJhcjWwzvfQAWFWqC36GiyfSuFNiq4AqI8F
dY/YaID0I4tBvj8OGpJeKp1VwpZYEfkucRTjXmM3YuESpvYdnuBwlficer4zKoPe4TgYhGMNtpPq
VukrnSY28QlcIG1y+n0VK1a1B6XN6iPuKb8kZkjVNgDdQ+WjLIxTrcxTK1KtfLZ0mwQuHToqGQ2I
58cxnblShLf2LkN1P5pLPfBiS4JaiEOJSWLWwho4VdBu8HEJu+4zVofZR1Lv7vsQRDG8ohr3HIVi
Q7HNqFrymGA0rm79KdWOSHjh8VXrvlEQK2XxFzDr1ZcaQb6I53GmMoTKSMvaQeMbmYYImy+jC+Vv
bhVb7iCfRFCHk6Z/CRDLep4KGrAby6COu8dELrROpQ2z7OgTtX6o7ZbkC3h4BPirT8Ivhgl9AYVO
7Opvg1rJngAWBoB14M1D1PKy4WtQEG1tg4xa5Q4JR+2Gq4uUvgaFkuwU8AL9CS6B/x42F30tg9oH
Yo0h7w5+ZamItpANLQdqfug3W4NeN9rpft5/TxN6PgeoUfVew1GAPmEJ2oaCZ1UpO9r4XfBEhdkn
4CpyZTdAhVTfNwM5787JEoBmo02j9qbBd/QThN76hI6gSoNwAu9Iw5YmKz1sPWr3UTt5KDKwJYwd
Aj3G11ZpkJOs8KVsbgIbjvth3i6C5eUU7WlnI8VBCoqIJcDBCqsuRVrlQYH3TAqFSfiIxCBe5ENe
EmAltolkhG3ieQBKCTdYequ1ijKik/dHW+vLdkv4ydsBT7l8kliY+YdSs4ZvdTjMQjCVDmOYpqsJ
hAG8B25eTZu/UG01UTPQ4aFsFPDGnyN0bhCP0XDW25QZ6MudGcdI9KhqCDqkQmgb9bow116aAu3p
LSR9/cOEDBE4GdFjKdUB2sKetTG5vG1nVputg7ifbrQhCutDllrJsz2OgdgUiG+BwCBgSE5NXTh4
S0Pl845YeJGIUD9EwbQiufkdtREkSL0BznWTKrJGxJBYhuqj2ZveyadYAuN9wBUbGaLkfho7U4H0
5nfZJ0viirKDN+E57yPu529t0Ad0i/LS1nZl5vUksLj8fqc0gARJO9QFZSW6ecYjkjFFtYNwGT2E
cWX04Br4y52K7RTnAi4JTtw2Uc7OEErgTmYK7NsPDf8h6TKj2WP6ZB47qWK1NIi4vSfgG8KjTlIZ
bkweIpXT3yKyUyux9gPdp+hFa5GA2VaFklWfkG+3H1O1pbfYT3qlHkULNBTgckV6RxchRNYbYSqq
PHoZvcA7zX7BLtfybaJ6kDYwpNSmvWJagQKlC3oH13qoUFUhU0GAj+guwAuz2/FgVoQyCH65XWyj
38c9W37tUCaRkGMMDSSmH8ye1VbbnbxWmCAhcbbLDjYh7y+DEqS/iwCSE2FGQnuAL8SDK3Iad7Cw
ml82RZqKooQu0ViCFucdOxXaPWoVIv0CZIjmXVE35p6SCpAQanqkcgkCDJ+ouBXvSspykKySKus/
pegcyg2IHPotgHPwWgbHrFOYjGQ0q/hjSOqnIjzVqkgluzgd0cKn4Nr+nIBWRfu6AmSx0xI5ujG3
+8+M6+jjiDJtuM2ENe1tkk5k83NffDHaKLtTawxOdmZu0Ec3RP4tlQY4GqSligf0zoIPk2GbMA3a
ZPxNnXb4pcJn+UooWdzaVFyjXYHyH2JWZpPuE0RIvwR84CfaVECF4pbifhjk6NmXTmYCKk/nWptT
tPVAGyfFjQo2T/yeE4bUEcFu1xcowWP43P4k+qKKyqEsouQR1ExgAVK1806nGMH1vNOCseUSUXXR
OR8dyGjZoQk6S250bexj+DaVKj3KZZ5ad+2W0NHK3zmy6MxDDNKq/oY9AMskY7rMlLjrUDVufOT7
W5o3+VgCPaKwTKc9m3RqXltNSekBh+zP2V2jMcJjg4vgQLd7VDkppeY7scmrBxj2pq9buIE0/lAV
aWLHGB50bFQhUwhusPLB06VO+wZxAQtbtshKWv+Lbmlqam9bvjkU0DIS+AEgnYW65ccIq2i08/tC
tnc42jnmwWzHSBwtfA6zH5BadYlghF7UPdKMRW7tUXZAO/HWcBBsJfb3tRYt+iDRLGi8lD2H5j6w
W1lnJ9vBism6g7BPC2IfBnbIggxGgRDPvo6hR5h7FAoH1FUC7Ow2KhV+dc4cyPEh9Q2Eao4yPSTI
96dHMN8071D25JJMzYYHnxeqlrcRtoLKdtCyHDMK0E7YsMK0miXCevTbIzzJJ3R08AveBgGcdTQX
dK4f6D/Bc+QgPLaJKoCpRBZhpkGitYRBhk6stzMxMn0vwNbnNP4BiyQ199MGArbyraLk9tsyzeoL
QN2q3kZoDRBQpfi3bJvQE8+0tTH2aXNdA4QnsELfhTkMmp3q24mx7Tqr+j1jhrEG6M1oVkOpBER8
sOw4oMcGSqTokpvkY8P427ZgWmOPnQ70hMD1E/nAaYj3ELHUE5hCXVCEKKr7olXEuEEE3Pkuk348
IABPfR6njcai/dhQR5OmASyub5vw6wBG/5uPf164HzIjo/KE9DNGZHTGxInfQffdVkx1OsGYIspH
N5igrBhKlN39SbQmfyr2vZnCiqF2KCQwoKmBcjhYRKtbhEG9ao8QErbxucBsJOwyx6W2DoAFLmxq
3Vo08cFU1jEISKdJlSfVMqnQCCMqfwd6ZozbdBKivbOjSv9IzAd2y3cIjDeTiqHovjdBvWyEQG/J
VFUjusESBUJJkdFS2cJ+BH8U6jbO7oapyPK2mbfILoI3oxzVfphChKU0TEM8L5L+Fl+zCM0PbbI/
W2SztFNBUuhY6nU6TDDAn1iMlDEe6/0IQmygkUUMp1P2KQoY4FwP2KKRAIPwRo4gw0+kDSrbOtVV
1txGXu1bu7DT+25rC097wcnK4b9Gbkdsoiz3voMlqp8dYKEEqbAsfklDr17AOfbOltSGnV3oDRry
A3K2m7BB03QHt818dlTqv4eMOvUjkDEqTMwtPrWA7B9RXhq+i8wo7nULm9tDSBfH2+NgYzp7kHYG
L6YxKx4ZFZ3rnanDPN4KoM20IjyrSraYbVBXQ+LVUTcIcCFaYHfeSLs0in5mSYZla1Znynu0nhIk
4aRa3WZxhuyytOzymIb4Ot44cO7v1KaKXRlwIWMdir7gDsEDQIjAm0EwaY1lSh7IMH0G5aFB9EOj
63sQxiNIQIntLXwUWW/E6IfhhtIwuY/v0a3ZsBy8/DVV0c9WoPdf9anJHzzBh6LCmFGEyBTk7HEW
M1DRHXv1JUpFRqO+DZ9iba6xhqkxdmiv2+w3Eys6+HcDZRuyPVgEBK8wAqTfRy9qjparFocdpAUF
JQeIT1P47IyatHYBaELnUNCiLjYEBPQK0FoWsPQ0Hmt0z/sApQh8t6D+wp/D0E32P0j+RsyTy6G5
4zuSlUeaF85ZF/W4TctVhMYlEkL2LKogvwrHnHnJU4ocDblXBiAOm4oPpFhDvoNQINoTtcmq3LaW
Jh7Q8RleIDBWLxEZyw+6uT4PkjYNbgK5+IkOaOOi5l19HJAuLzZUXtDX0QyLGaMNyUL8F9Q3QPJE
+vsS2dLiVKoyQFmjchATPLQFraDbEGA/rlUWRAJ9/+9//a//+39+DP/b/5U/5MlIo/1fWZs+5GHW
1P/9b/Pf/6KvMP/bm5///W9pCFU1hemAq5SUPAGh8vc/Xp7CzOc/1v4rUMOgrmpazYWRNvcdCvmF
F3QPlwdxzgcR/CwJb4j4m94i1gHG+SAS9UxVRwjiudVh6H43s6Jz9bz3Thi4q849+PQIG1ICH+tB
i3TOH82PbHf5N8iV3yDAMDv4ksG1NsX5b8iEA5J9mpTnMJo8QP2ZQ+ID/FTvfvbABkh5sSr15m1P
Qnx5aE1dG9uybYpmquEIsRhb09UIpczYd6OhmxsTPiRw1KWAk3qKc5Iilr9LGrzvab1VRzVrAhx3
2SFXfsbqCrz6Fdb5CnR1jW1CLb3n0chrGIoosehAcoyperTCcPjVQ/QD9RxVFFUuL8A8v1eb7M/3
F1JYNidCs3RnXp9XmyxBzc1MeJifdZJbygVU6x/rQotQCkPD53h5MHtlMADvjiZtQ1pSnZfh1WAi
FGpZwVhyAdlU6hOPhK5sBs2BstVh8no3A+ziX0LasFKLrNavDD+v4nKuvJhgMeHiC91eHCiJVDcO
eKXv0hOODk6RRh+mLCu/xk6Gvk5CMePKxl47XJA0dNoBQiLzNp/wV/M1lNHx+1z6LqgsOG+TiiQa
gp8RNsiYCWHrxkM8AOy3R2BFeA9RLcBptHx/edXXPrHULEEsK3EclYtVp/kDiGwqfBcgjXfqCVB3
xlgLat9ZvX3LUI5DW0zowAEXp4kGIeNjAeFqQx9/qXR00PYAnRCtajqgvP98MNtiFFiFUgqpLVZX
GwdY8IHyDGsV1rfhkNbAM6v0XaWndn17ebS1zYMphMFlxMbln/PRGs3ppxrY7DOGCeWjiYsgyni4
u4yHXqnx56jZ2PLwz8d0yEEEtyOMEH2xnHqN9U9OvfBZlCnCeFKPd3EB1AsGBaGfN+ZXDsjaTsHN
RWWnwv9hw5zPMVQhlHRqoTybLebahQPBb5N0wCsdk0Tmyl5ZORy26mB3YMJ9t3V9ceeZlT6qSmEr
z5JgaMs8p1utKnOsUItTPXbOJ4IyeTBipcfyOx86ceVwrkzW1jRuI1uVIPmdxQct9BxcB3Uet9HG
6ETu2NxResahAXPY4MpWXZurptlCqip3n2ksPiQAbtmkTavwyuZV9l76mJZGdaV6NxPBPghOYLn0
hTAXSPaZLLEbKuvCTK+s+MoWtsmtDFMzNM0Ew3X+eUELpwOwEbZTofVHaPBGtqG7BEVvaNpbesZw
si9v4LV58301YGPcCX+tcRpTEaoDkbpoXv/2JfCnHYRZBy1TLr2TnJTwA3Y/yd7zDPtEAezK8Guf
mCWnL8rKa6q2CG581LU01PwSF61O+oN2Pz0AhjJfMm78n5dnujqUIYnYDNU2Lbn4wqAq2xo97sht
Q8LnLY0ieI1+0/ZgSkHM310ebeUhtbnxLEvj1YYgoJ9/SWRwoZ1C+nCTCQTKU05zVn2gLF30n6sp
lM4WV8Qu/eFBiT1W2Fabj5fHX9tJPOC8pHNsCkbhfPyi9jwPd1DQZj5aZ5uAeuVvk8LFJ2nUogOL
D5TmyuZdXeAZAGc6mgURdPEtwejxgWMlck3EtbCZGxA1JFTrkumDFw3at8sTXBvNBj5FVmELIsPF
aF4zVCT8ZeyW9eCl0K5Kf5IfUlp0+vewxxL8LcM5uqpKAR5AXeyepMUfrVdl5OamgQQzxS0FwS/w
pqdS5qCS/rPRFjevp1Oi0tAldA0KINPjWE6VdxfmjvhpN8G4/+eDOaowVVvVWc3l1ASqW2anpKEL
f9xroIYnEJGpGgrjUW8cT1yZ29rJcIi2NHJB+gF/4v1XIVcKzx+3tTF0USDpUpC0CMiCWNfAmRm+
FR393nbAlaGTWP9EvLpv3nAyHNNgy0iD4EQsQr4CAmHuFzJ2YSzJl1rCXNSiPt5jl2Y8UsijAP6G
9TUty3CkpgtNX+zUBuPjUC/t2O21Sp12TqyACAFzCeEkVUt6j28YzjZ5wkzdJKpcvCFdEXRNMQyJ
awUGrP0atRhkITEX3TZ2X324PNi8WIuAHeisTYwAdl0FCHl+zYxeU8NziBKQaL1d3qnoXRt3PTSe
K3fLynU2I9GEwUblddb183FAc/lUo43U9dLBSg6oMAkIyWFfjQdR4p53m8vEjK8cjNVBSe9nOjTC
F8tgqzcCUGxtE7vtABR3Ew1mQFexHXrwknlsWAdtqiCCXl7RlXvN4SRaKH44Ot21xfb0aWwIvVRj
VxEIVOLn0UftTEMoUTreIS4T6Vf2y+oseas0eMNEsMsiBn6Qgz/VOQwJDPS+YsV7GmFtYO5Vamic
wdNvrmV589uz3DSabksGpDBk6Yu3CfJ2Tdeqi92JyvOTiTiF2KJUZVH7Kbll7x2kTLWjipJ++s9f
ZZR1dY1g1uFpdBaLO8HNtT3kdN1cLdLygDM3Lh5xnRr3+N9gBhkMuhG2G7/woKZWStrZX/7519VM
kHCW5qDGbi2fEVTVcSi2UldP4/yn3TnKvdXhXw5oqByO/3ws3TBIEuYIRJWLi8BBY4GifpW5pV+K
d6GWZZ9JhzwPZZbm5fJQa9eATrjqkCdgs6UtrgHFbAhFqOK60Ihol0Nbw3m5loRWl8dZOxwwNRDy
IDg2uHLOrwGY9XpvNjJzQamI7+1cx7bqNkMpGo3ot4wl551C9sOAi72SYrdRtLqTunYtklNkTvlD
ZpF3bthhyeEN8+L2VDVN142/EmW/Tfu2zczELWO6LjeIf9bHBs1F66hBh/h0ebC144dsnyAWdtiG
9nwhvHqAp0kLHIxhUjfuIutkKSpwRDhxH+I+o7bdDsOvyjSGm8uDrn45aqTSIJejirm4wCs58ygS
Nn4FKeldgg3ez1FU3QjeRxHq7vJga1ca2bhtCpI5qanLTzeYQ6IhbOdGSZbIY5UZuF+GGqzXLZpx
Pip6GQDZN3xDEnMQbw7hDS/v+bI6SYavkDmxX9QqR2LayeHPGaN9VwAXv3KPra2mQTBh04mkDmAu
xqLuZ+nYh6WuI/oeIWk7j/a5wH9G0aDKXXmR1lbT0C1apTaJEwn5+cRCU4YAtq3MNVr0Og5GV2IO
EgVVtdfQfbPx2kijK2fv2pCL3WJH3ogiap+5aa1Y7TtaQR2mMMgvb220jp7AuKj7f75lDLYKFX0L
lugyKo3KpqsBNOUuHTmoAoEzvPeUGQLd5Zl1M2pR9vENA5IocYmR8GvmoqwrpnoqIFzm+DsEKVpt
6JZYyE9s27Sq73ieprcs6avxFl+xhzqcYBOQuz2KPQ0z5CNSczR/EXtnL4lW2FeKmvMhW77y1Osp
M+rcbEj1nG+bEQXs2kcUwJUqbt27yhrAE9W5XV7ZnmtngQiBxoSuInZmzHvp1XVWDK1DD05nIau2
/IqgonJCiiJ/bEbn/vInW5sRFEadAAK8Ge/d+UhTY/PSZl3uGgnkGvyYsuClTIKrIeDa7qdKQXgE
lIt3brH7Mz+LcCR2cjeC9vmIHuPMhKvbk9YNT1lZGVcuk2vDLT7UjDCFxxrlLsS/OD10WN1sEMKB
8jMAVS12lqzfkHLSCFT/ZA0a324RmhA3OxN85MwF2KeaqK8AibM8yrYfRYUm9ZXnYPW70Z0TdI9A
lcvFBAM0XnHu63O39YR8iFBUwrulLMSVJ24lsSU0J7g0DI2bZJnnYZ8de/UoMlD6o4V6hR6o7RGp
8/JYkLm8m83F0Hz1sGu4xxLFeMP5fj36vAivjoEq6zlcsQmNJkN99HN0cQ5pquXOJpYOHnMOdgtX
hlxb13lBkRcCzw1s83zIrLISNY20zAVcEPXA2gAfHrJOlW8ah8xPzPUJdJPPx4ECTxGfVMFNNbrk
P8DA9MWDQ/lHuTLQ2kkQ9A/AGWm6SRnrfKBIDmMOMZiTUIapcgzS6hbY9yFJMon2Ue5lb3h02Pxz
KEsaRG/1fDygu55CFpi7yFbBG0GmHVkdP5lOVdm01jYQTnXlKKzuURPMKTcyl7Oc//7VLkG/LsYx
S8ld/G+rWxvnk21m68bviX7gkRy/fizA2OIqyst3+fJcizrFq5EXR75qEHMHeVG4Uw12WBn6EZWc
OgVglgXHSVb5s1N4ypXprg5qWbagjUFte3nP5Cip+AGS265HZxrRyArnjKK3AZcRyuxUrvF2a/fm
tSdp9WBIVSdPESqPwvyzXq1yEcPpylCpdlubfskRGoa091MN+PoNa/pqnMXXdCaVikRkEbT05d4C
VfdDBw+DmAoOZB7aZUl5H/tN8+7yqGsProWwHSUtwk+53EOhObaFOs35w5QqwzEaICEeSmMoDLzW
IwBhbxjOAFM4V+5JWRaHkqyhblEAi11TxLryHVmKNr5XW1FY4OppE0dfL4+39vHQTFXpv5jcOcsc
szEH3l70zl07qSjUaaiWY7yKtMl0vDzQ2m1Df4BiFnOD87fYJZZWCnRWSPpknIffm1z3p1NucR4O
AEdrf18Joz29Ycg586PYS7vbXLyEyEsY6ghwzc1rmD8fHAFw5Tdc66a+9dFZwqhOhEZ1Jb7408RZ
RoLMcBbMM1STe/X8ONA8LyUiCcpzhLaneKmnQM8PRFOp9guWBtRF4K6Jfmw7x1I/JD1K3PibVo2B
HjQ856DdSCxZqmNV1kH4biTY+3x5VdY2NHmpOrc5+d9ln7NuLL8FvckOA/3+McPfAjY+Is/AXh3n
4+Wx1m4k+kJCd/gK1EsWu5nsFwttQ4HKl+djtVODoOg/6o0JAQ4xm3CLuNw39ExT68q4a7tazhnx
3Dz+G1kRNBSFS4ND21Vt4nxB6b6BO64BAx2ujLS2recQSKe6oJs0qc+/djZUsHSKMXUhfuTeTg+9
8bcWJupdE3vZNwEV7so5WpsaNWGTmoZtkOEstpdMcswYxpBNreCj94hUWJUcqxwV0+3lb7e2T+bD
Y1g0nv4Gi/CCiQmBtsxt4sRAbVCrwvZkq2NbH+pghLN3ebjVhRRIU1CcNTTVWIRXyKGEeWcluZs1
qLaEuqEih2f5QAGbUAIRDjChf8tSgnudG+6UsqxlQBKDKFN1JXO1yOYGgmlDN8Rsk/zXG6YmdWsO
6NiTy9panBZDljQkv5bSoKGgt/BFtyirhGhoNUNg7VCtS+sr6znvg+U1NC8mHRjbsv8q56cAlOOx
NwhXwbbPVISs3XhwKNGKtcd429m2+g6cnXdKo7h4oK5afL8867WzTxpCMZZklUx18UGRguB2p2OA
uSVOexuvQcwPPeTGR9apAGel1iBpd5B3rC+XB17bSY41T9wBRGdqixMCgJhnkuQfG2BFBeCMy+vG
6nBN3dEMrj/XQNemK0HC6lwJuJy5RkWvb3ELqEVhdLJRUrcBRBoBRW6kc6soQI9fMP8Mqm1QNV5O
zw+lwGtB7vrY3AQziI0bYbHOZVKIHlGuzJ2wfPvqiyiVd/iYzYgctIy/DjYa1ugUAaG70g1buyBo
KtDzB+7MNTH/sFdxn4qtpTUqNRX3qIdrmAdxPdzZFhffE0RgxFiv7Og/pbe/tjTwGLIiNpTUFx+2
qIWj2XFE3b3qtS9iCG6Q7qTqrraD/y7ASPMbVhDBbYR+1BfMrPx3PEzpRxj/4vHyDvt7yXk/qZ6x
6HT+eWDOZ66FQ45Jm565CnYoWA0p8s5uUpSpywobdiizFPQ30N3qh8vj/r2zGZfS5J/nBiqacT5u
B/oi7KQduIbsiqMOfS7ac3BFs03Cdpo/dRHfXB5yBZA6j2mBrphT/b8CUqSWlU4rnYhMu4lx+ZBT
ctIpivafYYxW+BoUCPPcDqFTg3bz4p+kCbXjI+g7FNqV0OrvK42fQgKgzvBF+kqLBEDKplFFix5M
VJLZTGE2/Cr6cApvkdGEL+8N1tAcFZTEyBAUKAICUyZ5vLIec8hyvgn5ESjfokhNlZi6+/k3CCkN
ZAJ/ZxeK/HTSlQrXssxoYfbFtbWXYZjcjxXmXhs28eiGFpbdaHWlMFXgOSPUcvnn/B0NGITuggBG
kHn9BRcuANZXeTVAxhtsC90mE7+hA7U89MbfMBDYtD9tU8qCi7OXj3g9J5ofuGWgIKnc5zHqtIlM
oCL8RwMtn41KRxakjEoGMpzyFFKkiPYSHYviyodcO0ugduy5CQw2VJ3//tXtZVeqGsf2ELo1zl0I
EOic96M5KbJHzFIk2XuItKV9uDy5eXMsNw9PEqVbcPvSXgLASlq1SubroQtBNw/usCwevjta4qOX
nyHwCKoiGDZYVXXHbCwhS1wefeUCnVs2VKctlQTFWqYmOoQEzSjL0G0wRfkioUC861BbFofBJ4+B
6RMY5ns/j2AHRlRrzY02dL2FU5Fna7+yQm3K3eVf9PcTwg8iIsJmhbo5meH5R2hMNfI8p4jcqBfZ
lwQddXotTTftrZRzdHmstaOiW7SiqY0AbFpG6kFdaLWGw5iLeqQ33E9i0LMbyNADYvdvGcmaq/TW
jN9YRAPc0V6M7SCzQhhu3BWgZZvfSaMU17oqa8tHrEz9DmgBfy7uoihB7lAqMeAePXmvDkH+Fd+b
H9Bq5FvuGVQDaeHPB4FKyPmHSjyF/lsrgE1IvOuQgHbaYCPpC1yDNa/d8YZjWRwR0DymvsgYU9Ro
y0xyLJEYkeMTLO8kfIE9HkZQp4MifI86eedt9F4t22OnNP4HiMWedeUSWnvgX/8K/Xy6qtGpOpCJ
yG0Qn0USLbHHI1Yt9q7pK/NWJEK/A1mBWN/ljbM27Hw5SB1ggfkXYCOiiSvwoowgZPUZHpm+b97A
1VU/gbOq0Dpphae8U416Uq7cS2sbyRQCzBG4Z2Bii8AibPsgF/jNuCHAeCynPOIXXfZ4XKN+je7e
5WmujkYd/U8JAjjuImJ1gtESUT9ELq4wyb4cB4i7IWL+qCeHHy8PtbaduN3BbM3AfPpL5x8y7xB9
R70yclEv8wB160OB2QDBMJ4btS9wrMbK4wF1oxhLT79CEUzVAtN+uvwr1iYsZiwcWGJTB7B//isq
jA6nzsywxPEEfC11CLXiMU/DXqIzkRvySjYyP13LV0YQDwCqJvuRy1dGt7wA2h9PaEGh51cn1C99
qyv3ON9an8F0R1eGW5/d/ww3X7yvXlK/NEdtQtSCNTYQjxpKAL+PxTQBryC5Da+9YmuH5E9JaUaN
zzHP+XBp3dh6peW+a7VmnrzDydZDu1fmKsZaVeQo36RX9rNWa2UVb9i4c4kCQAfvx1+lM57BcYAP
BURfWP1T1+VBiXRxkexsHN/eEOvTwgPQTPuVN2uxc5uxB3tbMVZQaj0aM5q4K1HggOAaBbtADvIf
N7BnioUKdhumn/grNoBaOGZWrPjIOpgZrhgpTlioj7T+P4YWg4lhY3LFE0JQej7/fBLpYwehpMit
mzL8EKG3ORddlDgtUbXRW/3KtNbOAqUXkIUgcAFsLY6ek3Yp9t6E6wP9pxExP1O8KGNu7G1EML9M
g3H17Vg7DuC0ATQilacRmZ9P0IgphmIcF7kZSpKHpAtmhac4b35TkvGaNwRQMxx17qrxYC4ZbBAw
/VwC8XfRU6jSvTWq+YhQiZI0m3zImiuBzepiAqHSQVJRE1yiNa1aNLiryMDtaVHch3Zd3GsgNneg
cGZ+vBoSK16+OddGpPwIsokLTafIer6YGoycMWrJb9DhzT6IqfmNFFn8mJV4nWp9F1xZzivDLV+m
yrKUNg/NwEXRo99lE2qpSN3He/Lj8PdENeHXW6Y3k+AEEO2/GpTtgLK4YqClEsTS+gkQ7l6MSPlv
s9aCy43q8BuuatqDVI0JFkFuLS4VzKfxVKex4CIfh9JJoZTjpzpuPOdIpG/cXJ7cWrLDERAEjPSW
qM2cfzs9d+q+p2LhIp6r7nVqfqcCmP2dFagOVslGnd+YqTrbBunKy+Wh174jxU8YxFKC5FomOjk2
G2qFNZw7NsbXBCltdB/8Or5DUEG/b1Dzeb483tqbRK2TheWGoda62KZxnNYiUwboGUgZ/aK02mS7
NI+zPSrZeG1SHTkh/KtP+8vDrl01lLz4B8QmVMDF56wlrs2mbAFStoN+M/QUoraVBYkJIXklvXI2
VgcjzaCYa+q0mBdRW4OlQu2rQQJKratdqM+cECG7dl9Jsx0Ob5gZWFQyASBjQIjP906iQlGPRJK4
uHvnm7px0kf0vGkY1SJ4S0DhzJA/IDOg+5esRkTu0qmrtNgdsKicTtKOpxcLLfiHEKb/phlj7ATw
3cVR5/IcVzepCSeEDJj7e1k/HQYpI1JiEtKorL6auW2/J5CdjlNo9PoJAzFbXtkvq9v01YiLfHGy
Q2H3tkW+mKsjrE3U7Byl9B8BCphbY5xwx7PSMThenufaPeBYc1ABSYNodDEqunid3Y4jrAkqeI+J
iKyPhpEpyh4UcIhf6ognjp1Y6hFhJnzKLw++usgz9YUOFtoCpn6+kWQpUPcDIedCbxzfze6t9iOa
Rd47T0Fm46aoCLGu5f+ry2xDR0ESiPtHzr/pVUCspUkVWI2auFlG5riZUCL+iWJ5+LWbsH0dA60/
ZL0W51f208o6g8PiyEjwSQ65xvmwHT4ulBrC2LXK4Sn1kG3t7BgTDOSUEMhHTiB4jrXZ5QO3qsTZ
Xl7n+f98kXMw+NyShFVKdWtx2Y/6iIp3VsduopeoPJFoNbcYnCXXevorawvCeS67E9XNhL/zSVoV
Wm4MwyQVK90rSoBoCoAsVAv7rvnSO0A0slj0Xy/PbuXuI+DRAYBwwUMaW3xRGzF3SDHw4djkQ74J
sDwe75WwiHD1yZsi+OelKobjQiKOpM68JG9iISgG8gpuhgpxC0eLxHMAKOwa727lbGjc49Zczeb6
WXLDOm2qhw4pOtfLBwrWGkZV8tAgTS3RcsGepAx073B5Idc+39w4AQ8AVIitcv75lNm8qsLkww17
Uw+fACchlaQw0rj3+8LMv9mlr3YbpUR57krisbZDgY9zQCiY0TtZXEOAcwHld5BvvWJEADcagqLc
4cTRnd4wxVfjLHao3cWTrYUC/0X8bLBPL/2PEBzKfVtMGPkFobZDcy38fnnQ1cmZbNGZ5jOTOM7X
FTzzhBSrAbrGyZvuQxyXevdo4RSye8s4lMZIAQiu9MUi4m8r4WzbCSDI0VB3fa1O/lMOvtW5slFW
J0RrEZwDaKi/wInwda2mbLPUxd9LHONMDP5eOK0UV+6t1Q1JPRid8ZkKv+xrJInw0LIMMtdKpP8Z
dZ5A2xsosyQbLaol8mnCqLU9SlhIQV1eyrXTR/Pw/4+8bHRwh2F3SJjhApJRP2gSIvyGq0fD0jFL
7e91g4jk5RHX5qqD1EUHA1Q3x+B8kygqejbc0RBFWjyzPPR87ptqSB/VYPT3aZKjFY4eY3xl1LW7
k7KiQ9mE/oVmLEYNS3Mq+jrLXC+OaAzGgOm+i8YvSOns6MflGa6t6euxFtsT5fScIC7ka4ZG88VR
GrTu6jIXpwF77scON/en/2zAxWFHToVuZUdLOgU/x+QUK8z2OHcWH7VaN7+WGX7Rb9g3c+kECBCx
sVgWEwOYIXoRcgQpjZtHhKlFc29HDrC9KbFFuptkZF3j96+dRmgi5tztphy1PCU4r2EuDZTKRWq9
LoF1GwhbEzcrV5ZzdYf+zzjLMyGyqASLQ9iPUuYLOufjFloqPGU7FvanLM778MbDSv1awLa6RV8N
u7g9G7VCklfWidtRfdeQJkw9bD9KFLWPgTeY4ZW7bW04nr8/UBH4FctmStBE3TiFQLgKADiHGBvS
GyJD/7br0/DT5f25tqCgBUhtKOurZInnR55nqvAxkSb81c3hx2ztd5sZCPtvEts/IgV36qKwvfIR
1w4h1wtcGP6ZtYbOx7RS1HFFwAMI+ghhZoGo9A0movKuRzsVdU5IHVfKGmsgBRDeOAFjEaE7fykp
jbGVN5YCuHRAMeBFoupfdd2N0uV4HmBUMmsvYguN2OKAJLdiF81B9Fl7DaC8+l0t2ruOQXiKyMf5
xCenqURqoEKh+PRXN6qZtHc+eCB7S8aBoOkbPi3ULROgug6FenH1iEiRWI3QLPJw/rrBcrvAuw4L
7ycrRV6zSEr7eaAFc+WGXbsJABnx7MGOo2a1uGHNGFr9qNKxFSKAvtWMXb2rkekcdpdnt7aWBDJE
wDa9MCi952uZ4KGOiwOsaVPREcIZvKI9DPFUahsnLb0rwJL1wcCUzD3oORw+H6zL+zYLnDFyrQY1
FsVLlFsVNP1nENPt/vK81g4HbF5ALCQS6NAshmqMEQsTxeCraaodoYvCH0NQjg81YrXD0RFdeeWL
rV0BSFKZUIGo+QEXOZ9cmeZqKjG/dtumMvACy4f+O8gtNAxbNByanUILvDoidqhdi4TXlpXjAFQG
JsT/4+w8miJnmi38ixQhb7ZqD4yBMcBsFAPDyHupZH79fcR3F9NqRSt4F6xYVKtcZp08eQ4l9xli
ZNdeSUAEWAlh/TWbISyU3QgC2G3ROLFW0m5lcTSDyimsecDG+bVDRPSyAWOVJ9yjqk2BAu134Plm
n1uldpDwKt1yCbT4qZtD901vW1NswsC0v9Z48N4iyk0x0B5o/nRjhFR/Intmnq4v/RL9QiHPhLpK
zyxUhNmJHWo7T1qPX4g7PT5onmkdU6ka32KMJrCHUWI8sQztXjhDhWJlqzTtpuDdp+4Dp1v5LUvH
mOfz/zrYaZmfLU3TdbKS67C6krzGrwKFYD/E5V6ug/8Q6/4daLb7wkjt67hAb6FJ5frXWIwJZvMQ
2ZRTm2PstnK6pttnjkJYbF3Y/oS8C3KWTO96E9nI5Eyiy/lmVGsJZ48KKs6m7REqmyDMT3ighZ9l
BFA219d3Wr754DYRiJA3PW8vyCx9jfMXjsCPKkZa+IA2jo03YqK+1pGsFV+b3NOlb0WkDtHBplFH
/4nxaqn+uP4jFk4BKT5nAPwJmtacEtIWXVDV/LZHQ238eOskSWse9QZ2TZHj4LfyyQvzTQiAwkO0
AxqZv6kTEVsKMJqD3WVbfSt7JW9cpSydcW9gqhduray2MTXwu+pOqvDD+Q8xcOomoU6KlCuV7lmU
UHs8euNSdx4VjOzsSRKW6xWF3NK5HxQH1XUdo7AHIwvLNY3QpesGXoGKtBbSOqhIzw7zZL9SRkgy
PJqCesBGtJB0DpI/Ol+LtKjNPaKsfvYwSjWuPrbTSY9k0Pq9Jne1t5M8p6q2WiO6/s7XwQU2YzG0
2qehxy7w6fqGWP6hVFoBPynu0sF0fv9raHFj46x6j06Ph9UBlC6KN7Ihhq+ZTggX0oDqtCLAxfFe
7sf25OFm0x0CdD6Rpi+E4R38kpDlu7oTWwd2g31QEvk/sAh4YUx0PEKwYc8R/wrv384rZPsR6iYu
m9ieIuIx5K+a17Xjx1MnaKhAQWQy3MNzfC1OJMmX09R71EQRlltDHxHlLspOuZVE5peRW9ZdoG/Q
qXTCFdL0wiUxnU6KYkRFHsOzbTP6Uj8x4ZxHqxSJuW0bL7mhB4hXv55hMvGlroz8b0IK8gu+WvLQ
J5ISrUTKhYQAgMhgrmGjULKaXckJat94sHvOI/YxiKBn0gDjscj1H6034jypIoX3a/C6eK1jeCH1
ITOmJkdXDodmnrCqftbioqt4j1TeERVCJKrMNhE0y3Tvj3F4SIHIs5VvXbqg3inqhAOb6sMs3Rr1
OKxF4XmPsddX4U0hELGO4lx1NqhKxDuMg9sKAWdsyl1tDMTz9bO3dBm/89Xf9XeUeX0OndBMCRRB
K1gqqcMWE9sE8UjVLrXoKPSmWms0f2f2zEIQLA5mGTYAF+JcB68T7J4Sc0zg4lqpXbm0rdPoxbny
0496+UGU+fAtaoZxkw1hiW1Nr0ZHW8oKCUcSA4NWxM7lnWR78gqgvZT6kPVMxFPeaZeBWbeyRhIF
sr6I/4U//WoUn2LmBu3yUDWjrahF+jkf0dXZalmCjzO68s7XJBCJdgiTabquL8zCVoQ3KdO3AAoN
QjOLGx7dDGY3ICyaeJQNeBgakf42JiFmNCBTNKpZOgXV62MubEVe4qhdWg5lqItuxJTCqt2EvvPY
lpZ2k2eqjOoUapP21jHLGB+YLvXqAwCI77ltFybez+vjL6R8fC5YKug3nPG5Fq6SSGmBsLL1iIBp
+jyUNCBv0DXFkOT6OEtzS+XCoFGBVifUI87jDWxmtdSswnlMwhRjkmxQ5DsrEIp3qJ2gvnG6XIj7
60Mu3GgadwoIDuOCf0/n8J+CW68IJw9syXnErKS+jWi9Dg5NqMYubZ+5ucGdBKmR3EepbXt94MVv
fa+fIJLI7TKt+T8DG60wK6frnMc6mNoQCq/Ed0T19MMk2ftDKH71cf0yvhT4nesM+ps51xkRNLIP
dZh5j0kQ0WIUqv4zTtUUqAFu5W3RTq7R179x4RIjUvEMn2pfBI3ZelZtjiuW1ziPMZfpnsbZ5DZW
w+9x1a91pi7tUDJJbi6OJNqBs2VEAL9syODsx4HeuG1r8RrHaWwY1f+wajhBY6I1SbFe3JIC83F8
XCT7US/r5qBjpiZhvmFGD5oU4lCZ5dLH5Tu59SD9Qz2fCrPzkGv2Shtiz8c+yfXSwU6TOiKksMLE
JFboYfNxPAPJA4dpBGOc0KjzbdkHQRh5oQMAhGsMbkX5iFUHgp4uoA5+j9f3x9KqEdFNOHZkmSQU
54NFSpE6eJs7jzabcWdQqJncPZJxrc9t6az9O456Pg5CTD1KNKPzmEVW95A4pRXvcw2LRxd02PE2
ttqkf65/2sLWnyou9ntbH10is09TBltkA14mj5Kq/ta92HkctfGxikvz/vpASwAmI00sZbolSbVn
aWGa9UMVarwm6MCJD2lTyZ/GLvQt15CqjL6QrDsWYVp1bumH1bdiiOWNWhfJ2/WfsTDFkPrIPidl
F7LUOSrAU66Ng559gzr0TotM5UfXNcHG6Iz0s1Jk3cpnL8wvD2XAUtAaGlLm/Wx5UKA/4jnSY+pH
JOCj7d/HXqDcl6mK/eX1b1vYplPeCQ1b1m1a62eZoBOX6OaquvcojZnZuJ7jDeVeDifU9PpAC5OI
8oetALaRcIJFnO9TNbQao4tQtdbtGnsrVWkxTapSQ6qPBhBV/QP91VFdeVYsJBdcGdNx1yYi2Hwm
cdP0/KoZfYpCppZ9CzLf3ilqLyZPs3rUtsog1OBTEfhhckz7cm3jLOV3jE8PNZ1hPKzm+3dUSrMq
ew9N/8pSxF5lIzluh2kKxraY6dwrhq+egCVgg8tZi9FWP7WmdlUiDjivp97KYi+tAT+F4jEiSFOf
wfkaYCQQq5kFmRlfRzx5ld7aUVhFXdyMMaeLjFH5fn3R31UTZpn3u3cFp5dGA9RFz0fEX6agzxdr
hdyWSusELmI8pTyCyuPQKYGVAc2jkfLVsn3N2wZFEelPIsE99sYes1Teyz2w0NHPm8DBZnVUws8t
qkmN21ERq/a0cnUYyaa679Ub+h697rEngn6ibV1Svth12GAUl+tyjDdS0uH75BW6tSugdfh3VuQ1
1cv1r13abbShom6BpDH9r7Pp9WOwu05HPj43yWBjWvRLp/+SKkP2vReZdZ8qVnrqE9O6E36q7a4P
vnRp8LyZND7JZC+4liW2JCJ0IhxSHKX+6YXIW6lWltVuDMllZazp2p2vKnfy1HEMwsXj5XxVwxa+
aGkM3mNWaTwRVdn3qo0n1LZw/bT7ZKHtmvOEsZV6J/xO7tyWNDFa2cwL2S1VXm4tbi9aSKzZrayp
dVsNzfSo0wOc7EYl0fxvXhbID1zkSbdt8X3/NDRGn/79+EwT06ciDBMAnHj+9ejjY39pNd6jpxT5
zqyxqHa5mbudjMD64fpY78K7F1NN9zqxB9IqvPnzwcrSwL8LW8pHuJ9POFyhxO/7ySksUu9OlnAp
2mCd3n+VIj3396aTqHj1GniPuiFd0Na+ElVfrJUVp5gw/02Tyh3lJ4TwLghSWTQYSiBU3u+mHd61
va5/VQvHPNiDkrow7LJviMVBrZPN6EuQGtpPMzHKfV1JI0ewISsP8ctwVuLL0nZgUZAvBuidZH3P
J6pFy6RqhY3xh5ra9t7EWUw+5nGHwbdAR1JxZUvKNwO10v+wD+lKM6auGzjAcyKHbzmlUiCk8hgm
Nj65Vt23X+TATrnOqhhby0bH7Iy+1tpeOYVLt7k90XMNip3wSGYRNQiQc2wGzXnUYmPc2qOBlXTL
Bski5aQNWrey7IvD2dqEodPrw8eeT7A85viJNwHb3qnSH2YPEOoWkaRueksd6xsiYChWulSW7hku
UjJoCrqQuGZHPM/HrnCiljUVKjaUoYfdiSzFQfy5oCyHdW2pp7iuxm3yo9KRTNKDxv52/QAuXat8
rWxAN8T6ak4GzDVlqKvedB5DIxuPgmSp2aWt9aeNApFvr4+1FD+msEGiAE6A9uP5DIcxiLrZ87lG
1o1H/HIxwCQY9n9SGUoL8jm+dG+OjcdiFzA+166aaTZnx5oGaEymJk1+GrFnL4lBygNRt0SQrgLl
CZKsfjB9U492+mBjdmnGHWenGbynQbP3foDb3N7I4Xmers/CwoxDcIP/gSLqJKU8O8i1AlmhSivp
EYV+4yd6oVZ5MLrmt5Bo0V6Z8cWxAB2Q4ibZpgX9fMaxVQjapvHp7kqr8BTbaae6VpKYe6x+uv9A
bJ+qDVM3KbLEJMPng7VC7lsbn7AnUdrR/URHcwcvTT4JLGi3qpSv1dQXTs97URXmxdSgPHcfQT8s
wviYtvZWizUcxZETlfZd1VTJnekPY0ubwmC+yOlI664yBsFtL7dB+x9meAJlJuzCooYxg4Lszpfi
GmM/iMlTmR0iXP69g/z5pNeytnJDvde15jv438FmW6cReHDS8hE+BXrivIbwk+UD2pTtoRqQuibl
bvGCJKXojDuDt/i3Jhc6XOUeF1UsDTHABIVG8ue3LeWjusELe1hTy1zacNRxpjAFgQP6//ke0GId
in/ALxxkvR9vYqST9UOqNWG6AQxf1cFYuLOp4zicapprJmTnfLg8LA1Idw7DoWKn7hOVVup9n1rY
gyeQfoI7bClWkuDlRaATbkr4AR3ntQUvCHwfRor/lKkOLCsXW1bzoYiHQXWTJuzyo5CF5JxQ5q3v
stQxI7dxrNgK3Bbno5NM7gK8VcYQkyTI3n/sVu+UFc7z0iqAyUyBE/AOwPB8WrBuatMBvhz9ZWYb
bWJ43Zs89YqjVLU4lX/8PsO1EYoDr3lYSbM18APNSmu6j54U26Mvny71ptmPiUibw1gG2d/ro003
1vwITIUE0FCKSTRVn39aKYzBCno/ekrLLEi2Rg138SG1h3E1XEzh4GIkNjG0EgOp2/mDHoY6UhFp
ivZBKVnhJgby/p2ZHUat6jgJPMN+alDygkAL6Bz1J0+Lih3c1nzTGUZ5zHEC3l//9qXdbkDAJnKC
GvHsPv/2pCla3E7k6Mn+FYWVuKH3rPyseEHouXqk12v3+RI6RayE0Pa/8ebCOzWJnWZmZvik65Ei
TkM0tOm+RZG22shmcFuCtnhfOy32N6bZKNaRlxCW72lQ5msNmksb2oSHCggO6431P//yKZaQQSXR
k5ql5eDKuM1ux0xof+hMXVOiWZplIFvcEOBKkwvO9vPYdM6IIRGNvJkRyW7dWylmnC0UP1cWpaVv
SM3kldxkITMCSCWKaIBH09Vy/n290iBpijLAU8obN/vkeH3cHBS6KD+1WCTF+7Ds/OHQFinO4vSk
ZP+lKQ2KEpQtuKKYhsyJQbSLtDhvcqmNJqyJbaNJGDHLAb91Fwq/iNyaMoz3H26OyfHTBgAF/ZwL
pkio3nsyx/lJyyXxsyuGB5ElDoGJ7u2n60dnaQOBvZBg4sHGXTXbQOiyh9AI6YANyn6Mbsxa1neh
Hmv7NMtb+Xh9sCVYDFYMDxfaz4AR5v3EXV+09F6BBaYq+SMITk5wyDR5vAmaJJBcShHU/IookOQD
RTP/JsXmuoAVaGDQHdV8xUrmsLSn2dFIWJGcASnMAkKotZmVIw+Mg5Fk3fgjeVFbYnmwK1B0rLdU
YNKv1+dg2rHz2xOghvNDrsvQs6dNgS2ck1SV/5SqcWVsJBQltc0w5GF+V0gGWrOSLZJtPdTdmrjQ
8siUBf838lzoVPZiuVLgOT+Ntt1qO2q6hnjAI9yBwN5L1qfUSUcT/YZ8XFO6Xhx50rGE9IiLxFwj
TNfjQiKc+E8DbUz38A29GwQmc/234F+ugPFj3yAgV759fKrfGZ5TSoIF6WxxFXiLQJBNADdXafYC
EXE35OI+BokT/BRF1zcbXYritS7kpa9FYBJonVFJxGdvizK2jbb3AVvzZtS+ebVuf6uTsbwp5S7R
9nEaJ/jRo3699qZZYjtwWxDXp0sagtN01v+pvuYMTLwNcbGUlW64tbHjOSky7ckbX26sh7HAZz6x
w8q6hWBrbGrL2kolmwG53XYc9o5cqD8aiNX/QeJiquFQBGffq7wxz3+XNhYkdxUbD3FP+ugIrFii
Z76H4E1lhmscuKUjDTSInQc8zqnN9Xw0s68gfJu6/+QnnaJvcmH12HVWdA9ZQmm3SVSsoaKLC46m
8oQU0HduzhYcoIu+JTlBAi/284d+tCm+hUX/F5cnobsjSMJWRhdvc313L36nDho7aQlzg892dw8E
10RNEDxFYzg+Uctp5a+dU2rjgwelqdrqtbJabV+KFmS0YECAFYTD2dzqg15pviEQTIud+rmKkCwF
nbeLjaWldrsSBRen1SBZp7ObItx8sFxNs7CidZAW2qBW3bSwxnteCqq/yXutSvYJrkJAQWGurjkI
zUamx16GCQYQgbginnPzZ0JdSLI0gmI+F2H4N+r0/FbWc1iJKW3zW7ZT8xOGmroSGGbr+b9BMZ9B
IhtNMb76fN8KZUh0OW3NZ9F38lGXA/ga3Tj2D0A2uos5h9+vTPAMJ/jfiFTDQdGh4PMsOh8RiXrs
hJGgeM6qeqx22VCNt/CArBHTCMX7bHp6E2+0yMCqsLCsfCNX2rAC9M3yu/efwKfS20tUmMC+85/Q
aiV94TUfjXV7cmgSUd/wtMk3vVX6WwQJFTcNtWw79MYaE+69WP1PIH4fmtzsvToF8DVXO261gXZw
z7efw95DaCTK2BEPQaIb41RAV9sd+WRcfa4Vj/hstra2EwXGzpuI+tXnnCdQcML3QjoK02vHvzQm
q23oyg1p4r6uLaV/7fWuaSMYVIHyMLadY2+KTrbuujSqi92H7gK+BakbGgsm9yJAxHkXSlnlpC95
wjQWautGRttEbtDrSe22Thx/VlovW7l9LvcOIyLuAXXTBqadF1hNX/cUvLuMZ9FJ7Qaj9Aa5iGbY
N0Ga3lCNUI61Jg+HAo39Q9JUwccYHe8fPKk5o80E15imsfN9A1u90bvEM58dEbQH1c6brY9rE+hk
P+6vz+08aZ3GAplV0badMlYiy/lYQaGPg9cX5rNJfRYvaKL7qXEUBP/y0tQbVAXaZNPIrfKJZuPM
OTYct50K6QoFybDI/cP133N5OU2LDWOU3hUUXeb7FnUaXSSDYj6XAz3NgemVu6AYkj1qgIo7WqF8
wAzzg/DV/+aACbcnSzV6kKbL65/UorelOAyLxnz21NY6mLncvUTIdSib2sv1X9c/cBZk/n+sqXEA
0x5uw+nO+Gesgf6tuopi81nJ1ehnx+vazagGn2pEnVfW9vL6mdYWagLZJ21y83pm6YAUSKz8c4Ig
tkvhHEFfX602Q5yfQsOXNv7Iy141/HBl/y4PTI6ms5QU5mffGGiVUHVhmM9SVzvbPhTZEc4C7MDM
objS5jvRVb89Q0lX7ts5SMfkwgFgUBIjSkdAYOeTa4g2NHT01n/pvWEV30UaOIqrIaf2Q5NbOXFz
I7KN/ZBqnb4vU720tuytWIE0VXTprR4oDRu+Q1X3UAst2mlSI9aaKBYO3FRsgv5iccB5c8/iUpjj
r5qnvfYrKJpfnpfEe0NEwUbDJmIb+1DTu1jSN3o9FtB/+mRT975ziGgy+BiEzVxBYVSnTngqUPQp
zYJTE8p1i1Gv/UwiF9wojehpjhLS7wHTrDWbvctTDdMIEIeiqg5jZI4PD1qCbnQees8x0vi3nqJV
Jy8woo2H1fTPUWli8JZq7VRfphzkj0iyTIqziF3Om++i0beS0RThr0rVpIc6ip3nFv5C7XqB3m6L
qu3/XD/aSwPyOpnK58jBghWf7z47zbvAR+T2l6iN4VH11HrnVKp8kGJloB9Pfrk+3LzX430FQSmh
3U4sX2TFzscrksgqWstCYj+kcvYtT2Nc6JTGqeXbJJBDVyoiYycl6p+6D7zbSoNy7w5WoxyKwPZ2
wqxjepO6sE3oj6VL+anI6nFlShYWnpIQInIATCZuWrNNNjj9oIVebT97lV5sc4PEK+qbZOvjI/Sq
p63tVkFEgLk+M5d3LM0v5AsgTFM76dxRWcIcaKT1klG1MTwhzaXejU5vPMlSVK91k1/edeytd9AB
CI3kZHacJRSOkkAbo1+yFUabss7FAZfDxM1Ky5/Ez9qHQWmLjY9c/sr1fvmVjCbzGKQGRYfuHBcu
KFrXXRskv8YxtzQULOJsg/RCILtxqq9BsQubjdGw8qKNcCow2LOVlOBhtkNXx79op5DVTdaUPYx2
HWAWlgaE/53e5Maw9RNccndJ3NnWb0zj+i+FXvWea6ie/FfmmWzdDoUohx0ohR19jxHcXTMOuJgW
wEwoqBbkOJQ7iIDnpyKkXQIWSxO8hANBZ5PThrKFwzV4OwoVzffrO+1i9adMZbIORdcWUrg5i3Rj
nFbQ/5zgJVW9+E6YcXKw09Q4oEXRY68paT/AAO60WqwZD13cNVN3BRAA+SmvY+hZ518ZICAO395Q
fkfEh9+Zmoy3QhT9PZ3g/e/IpBP/+ocujzepFPOWAYWZfShOF1qu97H626vT7Kgm0DgFPie7rG3j
0vVB6VeKWUsD0lZPLZEOe0Ll7AMtL+nCEDmG34Nc2L9H0ZtfsyRPtzJ8+K2Gvu5KOJxTkhDvRmAD
t/eJqcAWn1t/jYqMyaahSq92WrXmNu/KhhePGoSnynPC7FZD51+8JMpgGdIpyIomfwhrs2m+ZdpQ
+nu6bXKu1ixWI+/r9bknH2c1z15z1FYp5hPLAEMu85pa9qOq6VPxaqQAyeZWdWqk44s6qUNr0/WZ
bXh3dtPEB1+yk/GLXtFC6fJfHndSZATO58JX061e2Zm17RUj7T43RWuHbmbpcn2ssDHJTr3k46KY
UGaQb3ghK8ZxrEM9PFa0dIh9J4tUemq8ttc20Gi1ZGe3TfCqkSsELrkz2XknlDB7iBPKgsFG0qUM
LX+z0KqydLPEjn7Yti8NT9iPWc+awcP4k6KH+jPvkyh5HXXht7vIyZJgU6dD8hI0jRW6RWZBxy7o
JDk4fknVtRP9EHwt1QqooilQdk42hsxjxNvayJx1J/r4jfDBiqL2ASKk1x+lzEu/6T56Wq4EbhZu
B5wQg60U98XtoDbq99GpG+XXkI5QMXOkHaMvQkT9rWn5Q+iOaM0mE0XETHGS6WX5ZPfYvHbuWFtS
t61NLbpzit6zb3Tf1jDz8qUKIk1SxXTWhYXTnGxjCMq3OvVkXhOlUvVbRBvyhyjuRt3tlDBO7uCX
aTLL53g/DKuF71Mr+WC6hhnrj4PdBdI2zLGbOADkS3demvbOBi3pvPpulkMgd7tWLwvEJ00MQK0A
bpgf2Pu+jZSnUYpQhIgDEXV7PB/zfu+UkvZXD70xT10zt50239IZFRprblIX1+LEO6GJhGSPDkCu
qfPbSXF8OUwLeXidrJAOQdK1+1Bv/P30qnYrlD2AZqk3yWEXrzwBLkaGukmfzNS+AuRCGDgfOTdp
TU4Hof8xO6x592pbS/6W9gnlvnFE/qNChBw6gtUkuXNoaCdu1wR7LqADEg95susl9KBGOr9GhrQP
jTTN/L/N0Jv+vWY39pPUKSOJWFp96QL8b2/H0qt2UdCmP4hOw8pFdpFyoZUHdoAA+dSvDNZ2PgNg
8UrGwyV+Ib1XDiEcJ39bZEOGLZBkfZYgGuOVUjvFmibg/MIGTUSZlISblHtKumdxN7HLpi8q2XwZ
qPDty3EoT4VqF4cEgekHxyhhRFy/FvXZpTgRAUD20FcG4IJ/P4sQyMuARVu98+IXoTXeWoNIXGmK
0StVtHlCAQgEH5Q+CdhrJPdzGV0ZZ6eRKOu8gBSFrk7j/3cj99M3leqw8sEwO41F2jKpBVFOglBz
vnjqoHtDqHbeiwxL8BjVY3NThyXtH1RMN6VYhdnfE/B/I8v7gJNOFzYEFOzmrF8KJkkSOrnz4iRG
cG8JR3zx7GLYCrlrTtjAWD7KxGAGaVXoJ60sfqtNIR2vL+TFk/j9R1BNIo9i56IifP7VlVAKnCYS
5yUtW7XaYlyGERwZ3o+gEcMNPWL6LjCj+LXrfe9NDcbuS2JkcuoaqfxBzxbKtiwAMt5sJ7A36AXn
PyVBJ6gfG+G8FI7dmidHiKxyRUuziut0QuUuUcrxJk/z6B6rKf/++kxcbunz0WcTYfS5brSj4r2U
XYY+W20P/kYL1ru4Ls8q4+BdNum/T7Kas68cNLXvnKZmwhM1/qY7lbKHgWkcCI3drRk640rDytJ4
5vQMp9ABhceZ3Um5sM0BPSb7pe8M7bua9rTBDkOHHIGj/2rKKlw5RktHdlK9RpsD4iftr+erKEqz
l/vUd14SvzK+qn3lP2eB3Z9GPUrWBIWXvg1pCKAGBA0oS87mMq7ICCs64l5oYLb6A62FyW2uhfbo
SonkZIcsMbQfH94m1JonPQNgG2STZ9OpK1lnS1HuvUie0vqbmqqgv5djQvnKFTuPppyGqajNoqEo
RmvN7NFXIHSNydTovdRykW/yzHN+j1oh7UwauY5qNSSbMveq71FU1Yfrn7iwgtMrA5UmZJcmSfHz
FVSbbgz1snJeFNp7ncMo4+XjIoIy7mRUTMeVrGEeM9+/E1ofnXAQcYBTzkczQ7WR8LuSXhJd0usJ
kEV+tVbN4NUrpIQsokldX3O8p+sfubB1uOTRDAAZY5de4M4QbUCYDabXq/zXGN7mkadif5Ioc++M
mM6pj48HVRcvPZ5wjDmjw1AMrBJFHqQXyaykG6kXylbk6pAgAhBGdzqzIK+MuLSMMHyoK/BOtYnX
5xNL2SlyPE+RXhAVCfwtatTeRkIDINtkAbaw1z9v4fZkLF5KHP2pyDlbxcTosH3CL+gl04tW3dl0
3z4pSo8+2vVxlnYLeQfvfRRW2C6zE++ICqvx0fJerNRvT6PaDbs4icObspW9O6sck1M1jN5KkFwa
dPKbBNSGBXih4dTnXu7Edeu/SrwUNnpSdTv6C6F7BEp5bItW/1SoYXT46JfScQWYiYccQYLb9Hz5
Ok9gBCeb/iumE7W2SY1SUCHy22Zv9355l6mVg3YVLfDb6+NeriTjThkQuBaczzlvC8S66v3A4kzE
jVa5JQtBSgJk9Pf6OJfbkwsUXhjTiVbJhR82LFn0C/M2eO07y7nThnRwo84yH3RVcnYfH0rlPYAm
D28DfvD5VKZ+GEcQ0UOG6tK7QVKj7/QaoCjd58mHr5V3Qv4kMw/B4CIx9rF8QIhJ56twL/yUSrV0
6geFoyCCO/xB8/31L7vcmQxHo84UK7jL5t2guldYaRu24WstYzyPh1/zhFlkckqdKLztJE11ER1b
M8+aP7OYRCooaCJQugDmmyf/huFUmZ7l4assd91BA3TZanTNuOEQa59BmJtdjvbOzwCgbOfE8prs
xdLGIbWYoDC2DSDc+WpirDFYJQICr6Bz4kSYjDaoniQP1ijC0/XpvQwSJKUg2YjkcRbYredDGbkt
jNEs09e6T7RyJ6doC3y1m0xSf4BQNfd+gchhsHKVLg0KFsZB4zE56RicD4p2SJwJ3iCvSlf5B5m+
tntwIe0OzargCKuzX7ndFsYDJ+DhTEMHT7l5opHhQF/pPG9etcoyXGQ/w84turrZdkOn/42AiVci
/uUCTlGQghRAH6DmHM+EZR5lftsnr/Kgjns7960fItSgjSliXFPxWBiLNx3sdRgFU7S3zyeTNCIP
uq6IXyWPSsH3Ia54/tOSnkqnPDDz79f3y8Vo0ztOgaL3Dn5fTKVdqX7RaWHzim2t/KtJhtZVSFAJ
vpIm/sNYvMxgSExQB2DY+ZfJ1E1Nma7+Vw2ZKVgCZuLtiIkaUuFSuFaCuLhneISDzU4vM7AV3onn
g6GcMVSlp/avWO3Wd5oXmpuy6IwvvYhOwol2oZqt+eFOv//sdUy/lkETL3wnjsFlm1xhe1niR+qr
HMukL42VTd42YIX3H10z4HyKSFzWDiidNh2Pf0gBTixqwTtNfW2oUXRur5r+TdB7Aqtf2VnLAqd5
Ov+o6YlNjyvymUQjbRaJlNqQAqV1kj+J0WpuEmTGDzptUCftE2s/SGGGOYjn7Hya6v9c/8wLtIGm
Rzo7px5r1KEwBpiW+J/v1HpTS9tKVH+BTM3fYZUWt7yshocy0r0bJLW7P4XcSt8jXelv6D6wf6rp
0K3M9ZxICkJlWMiyTHqs5DX8nf+IEOseLx+N5o2e9wqNUnNycTbCFv1+o8bw/iYJZeVJcrRR/yHp
aQApDtGdY9oZVQxmnKq/m1j1olOCqKa8X5mh+Y4j2+JdR0MNdy5hZf7jtBCtiQbHybfSjrUHoXva
bwmm1ROIdwW/VTGTTQ96tCt5id6WUSasjWNIytdR8fMpmdDFz2qM+0fZlNt+t/Ljpp3x786Zfhxe
ChP/lp1K28/5zCmVnTT4SKhvctXgCEbl6UkxpKR01drWvnTRKHWu05SO5XbA9alLdSIItqIqumOj
Bx1OdnoZGCvrOQ8d04/iIUwmwKvGJiU4/1GWIE8Usam8jUPSvxmlkv81ElBVnVV7UON4jQ+7sH84
oGDU6F3rvL712aO4h4ecBohMvEV5JWOc0WWNsaF9vnHLoPa/5HWRTRpYAyJ/SdTa25xQ/eBlunBp
u03/TBozzj5AvybaXl+fy5kA+p0e6zyA6Nmev0vsJDc0o1W8P3GL7V1sepT7M9HdeVZWHNOoers+
3Pw+Bumlto70KVuNB8kcq/Scti7bXPXffIKAO8oxBRGplG6rom5OqIGLG72zg5U9OL+83gelHwiE
Hwo0yO/5ajtDExRCYtB8hLLaaIF+oOTlbHwjV762TqEceqNWTrUfDiuvvoXZ5Y4G1wbohio158t0
Y1AaRiv5bwOSLs9FY+fbIAq1W+yw4i1m7McPzi5NOZOeGu0kvLwu5IPJlOQwjKLojYNTp5NzaPba
a+1Qb1BQ6XAvNbTeNXSx9s6cpw/02DGrEyACqeASEFaUUWk1O4zfqoSjU2ZmvvWdyjPo/SLufXTH
MhilTaRgSMXQCpzFg6KyVGGjQvQGtSIc3DJpcmmXaKAfWdhgGWVO2sjX53Xh+8DxMaXEZ2xCeWd3
GF2LEYVykb4Zvp8d8cKyb9Mx804jClorO2Z5KORhCDQoGsyFR0eI30UsF+kbHg7hLnUUad8Hqpq5
VgxAsPJdF9sTIgg0eYbB8wZZoNnBAIVEhQj5qDfYi8EmjHvt2FKMOgyDkL6m+bgGtiyOp/M8h2EB
MXdusC03sJoiJczfwsjwa9cq8rJB86c3bv0KTTW3KHRthTp5cfanT+Q0TNcN/ND50sUBNXkpttI3
M4r6ey8qi12FfblbtTGEG/n/SDuv3bqxdM+/ykHdsw9zGJw+FyR3VLRkK/iGsGWZOWc+29zNi82P
qp4ZbW5DHKHRjUIVbGmRiyt84R9qubnE/3emzRWrLPc/fEuul9mdaQ5bUBc9PXdGjYTB98TsNWhx
b7fBsOT7uuyjkE53qq80/P8wtwxGWsI5Tiy/9HHIMgVlOhwTX6csVjY5bOYNkMJh13mK7/SjvLbn
/zgeNyet0xlLtpzYVJbboEiH/LWtIn1PQSJ2J8zZb7m4sn3NNb/SDjifTHyvcWbi/6Ry2JqcTmYJ
VdvvUyl+nYxevCv9tnQpMI+3FPLXsOPnIecsaUPpkTx9jjzPPEUL8J0ES8mrb5aFaWeTnGz1xNQf
rVqOvsAgzt0yEkuQU51yo/dCsK27qVxpIZ5PMA9Bg4DbA8cyKlunL0xVchSjMWdzGlO00+I8cnI1
U34ZQxHvawvjio8PuT+MB0cTgCBFA0pNy3q2p7Rd0SB99lqP6o+6LZu9r3BxFZPhhqRK249HO/+c
QMPoxFKWnKmsS9e9Vu5azG6F9hUdAO86FDEsR/0wPKhK9/r5kUASEnbQ3Ke9vYj1QmuU0Eaqulev
l4vLSbaCTd/54RbycbX7eKj5vHwX6wLrguMGOhYIAzY4hDqnnwx7xMSIhFT+7We5uisw+NnUktnD
UhW8Q+HX+iE1Nd8NMML7Jpqg/j4efglH+nv8GVzGiTcz7OdP/C5V6oFs9k3QSL+hPqjqpjFL+aFR
m3aHvrrm1mMhXqJP9Sx6srkHwQ0IR5+mrWrU043Y4JD38eMsjt75aaiW0AMi2yc+WCaotG6BTEuN
/BvlUcOt0TvCYzXzlLvYU8xd7ammHaS1JyG3XHUrQcJ8Iy++xKz2jgIqmxiQwZyVvJsJfVCMDDlp
5Xcw0HDy23x6kCNDWCkILcP6v19xfsG55UVYsvjgaUMRM8sk5XcD5ueAgK5iZ7WV1rZcVcFWHDW4
vJFgHsZxmK6iWrhWhrg9hEZzSPK+uAc/Xfkrb75sjPNMb6V+7jvyVYL3xUFpDi3OgKmq/Nbl/EeN
lsM+AOG+5Y58bo3IrGwp1oPJtdBIu8P2GpoIImbwqghqPv7+iy3+94NwQ8CPoBJJ/nz6DYoyg8st
J+pvYI7hprYi/RAGbbcVOlXYfDzU8sSexwL0xdtSoIAlsSzttqgJoHKqBihlKCa0fyLWi65v/O9D
4teHqYairtW556adVbqD4FHQBvXz8+OnWCQ380OgrEgijggC8lfLJE/yzbzXQOyggx/V1rE1Mbmv
erOzS6kt7yOMKem7pm289sXniTxd7EjPMcMEGYQbMChOJ3r0olyI1a727UEJrwsDbfirFiqMI5fC
+LtOBnOjCaH/Y1CyDD5DkpQHbRB6p0WNA3GKTiyOfU2zbWX//+E44nm4tSlEA61COOr0uaxYC5Bh
qxLfBpMqXvlDGxy0UcBWJjYGJ8i84TgMZe0YJTJDnTwYsOxq9WKcMnmj0K5++PjznK9H/IjgZXGr
/83tP32cRrY6vRHzCBM29Pz3kaV6uMuroY1g3Bqb5ez8meU9geTMY1GiW+oVFFneC0JtdD69oTF1
QJcPltsVqV+sfPyzNcdAEIJYc1C+2O7zn7876Iy+RBcWOSUfpYt0ijcW7GrZRV1mKr5knM66Dfqv
8Y+t3Bf5yvH3Bhg+WXgMPktfUOWkp8JBezq4V+pBX0wKC8+DajVuJyqe8kWQFP5tmCragIeY0Yjg
2AFGuqNQitZR8rzwCcbUlDtl5OMGX2b52Nhy3KdkrINEXBXZAkwE9TZPBRxaojJqVPTOBj3fVL3l
hT/Q9MtR/6pwRjzicdWJSDOHICOR0BqJ4aUhqzD18+CxhoOjKr75swv77ClIAzUGSWlUSrvxpspU
cpeC1QS3qVKgKn+82P7wXXDBo2kHawfm+fLwo/pdKsmgSL6tcx8cstpLrxQVunkQFNl3ktbhqTbN
ao3FcHbnEunAJJlBEJQCSHlOv0in5Ymn1qns2wF0p/rQo+dfOX1XK9IFTh1GcoTX1V/4UVqkm5KG
zdqlv4giERCbpRmpTNNFhEe7RAnpUNKgIuHJZzeg40YbkG5DzR3eAfrqVtb+hIeurZz+Zy/NmOhV
wL6exYU4/09fGlT7INWdwJiqlv/Ku8q/yTrTosncW0d5GNQdtoHGVh8mfWUH/OFtyRDwHuXqn6kj
i5OXVA5h6VimlYY48x6xzzLe+7KM42kTKrV6mROxpyt5wdnKop9P4YxCPNPMQbYI8iRfbaOWomYE
WlhV7caI9Qa9Am0WnOz9whEKwbqqANt4K0fNWy3wZLuTfYHXnFmIoF7ORCtGo8utVFGgwzRi12TH
gdR3NtJqFSl5bMqErnuutlKzN4cYyXLHMIEaXQ4YXrZXRtYTCmzJ/id5W8VmfNO2kxDYUiUDmU8F
zOlc02pUxH6Bn9ldUU8ztjtE99mGduwbv4I40VsXdclKPBgKiTWq0/QXvQsLGUB4/UJmSKEdN0I9
bdQ0FcNrPaYg5CZaXRVuAiDTX7nglhcK0C1aq6w6/gFgeYkbjon1RXI0+bG3UJCTv1lJYKfj/ecO
kuUgixAzbvtGmaRAflTuMaoSbMyXwxtrZU0t1/FykEUhqAn0hI6ALz+SZiJM5/jCERFAc83/arl0
F8MszTt1A/p4geYb7+LvjTvxfjysvckyBVsOscj20EnUCjnhm8iGE1xKjS3gqvLif22+yXcff5jl
qbMcaXHqlNDdDbFiJOkmPuqFrW20q+BoVitp+dqcLaJoGV5CDkdQfvSuMjdyxfv+IK2UjtaGWJxi
GG03nuCF8iMHtaO6nh1shO3HkyWtjbGIBXGXCpUCu/DH8kd5Xe62IQwJu/2Gz6j+KxTs8Mk6+K5w
aEpbW6veLnUNSANP9ukyEU1DNPSanveL/F2l7mvPGdNbsZ6NPjXEWm38o681c+MrB0kRbEErAQ8d
BPFiqrc8s9trG1P/iv15DRn642lZOUGW0ZsI0SBKBtZQYPxM+y919txWK+fHHzcE18VcK6fPsySY
ygGRX5gzhBfbX9Oj9N367ruo8O4/fpM/ft93wyx2Qz5GoRXEDJP/jvf5y/gkHMbdvzfEYicIetEo
Ka3Vx3bjb+ZliiHAyhW39haLnYCWmSxNyTzEsbj0j/KhPMRrO2E+gd7fom+r8d1MLXZCFaiFUamM
Id1klt1dgh8bS7v6WVR2qzjxL/Hnvzdti3ih9i1RaFJWf/57uhAelGO2W/v4Sw793zvs3TvN8/o+
C4mloBAi3sn7XlzKu/y7fttzbx+7ats8BN/UyW6eghXHqLVvtbgYmzgfqiBkzHF0hEe9dIXCsb7q
3/692VvcjFnhJ6WVMHv9Ztj/veiUw8dD/PHypcBLvIzTFNv0dPKQrJ0AFMbyo1Edc+HeVO+1frKV
/vnfG2axtrGr9ZJoYpgi2FjaLoqPReGEq1qYy+VNwg81itQHtVVQWUsyRGPAka8ScXq2ajPIbCkc
2i8eUMwOSjsk+m2e5XGwNcw43AtDnWRunPvN7zCuVMKOrLd+fO6tAY+AEZsBt8ByaHMvzqWxHyol
ajzp2YyTHmv5IbupiJAJ10rFJg0dViKpeRbf7+4ZrIImOFgR8E2g+xe7e5oiHie2gu8+rtaq7UVh
0jqGZ6yFhcubg+ifpIc8AIwtIB9rkehhdxz5kSp7z12NWxxa68gyikcS48mUHBprdbn57EQC6SPG
BdU/8/LfLtl3WzwBWhv6VVJ8V8pUwxdXzkTHFJrcNrSpQf28KaqVEZcbnLyZK2uuZCPQgWHqYus1
VLXAiSnhj1oWwospiMMbXRC9K82azJspn/LLBHLBStHy7PuRrJM+M6mI6NAGWmzGVEnEQZgq/4en
yCBmqDrs/CiSnY8n8+zr4WA1owJm4VDqEEv8iVCYRh+kUvajEnBZc8ahy++tSvPVHXCYdOXGOX8l
WDtUoUAisPaoxZ2eL2ZB9dBM5fRHoWftZYW/5pes1NYmbv4aJwsfsP4MeZMQP4J+sZTrwLA0xv5L
17+FQd5tC0HXrjojlPaRnz5QA9X3whSphS0IUudMbdevZOJnFWA+lkSzDBY2dQVkKxerRROTuBQC
3/xWBlwL0HIHs/phoOOtXmV50Oq2ZFazE0iJdUr2tWozNJltHX1m4TVO+Gsrk/4GBl3MB40HjQoo
PSHwLovn4Tr0jCpR/YdGECKUlb24NrKd1jad/yVFZsS4qJpMlVy65VXt+CrmLzZ+8OJwX6EMUbyq
Qt2OnjN5hordqDL02YCzeVLr9TGVa61wSXebLnVGn+LWflTrSB1WVunyYpodUJGImNFbrB/m9HTh
lImVj1kfq9/GTheuQTSH40VHJ/mxMlMsfBDsyQFsfbwzzjY9Iq8UzlCNAO9OXr0Ys2IBB6aemt8K
iUmj6OnZyHYYRyELlYMHpvlKxa778PGg52uXPQ8Eirclk4c7cPqi8oDsWQw36lshd5O+qVBITjZh
VSvaHkseJP6VVJWSXZh2YrbVEcLzd/JEDWzl3ZcZJfNNBYvmAZg00AJLcY5uTsNU6ODfEBnKprte
aCzF7isY44cAhFzpThX1vE0uTqOxyctC8758PA9nx9KsgDJ3aqimQRhZlpbEqFC1UJTzhykeQwSr
y2gYtlrpIVGZtbq/djCdDcdcgw1kcYFWApy72CKmXxmRrxjxQ4KrLDWfOoOtL0RQ4O14aj8puwF0
G/INNybyUtzNQFlPP3If02vTglb4htvY+CVpFbzTEyXbFbHfI9lIbWlMosGlYGeufNfzs+mtQIgR
0vw/YIeLRU2VSkPLJqkelKASrqvUsi7VLrKu87HVHF5avVDiVP4ieWpwrUrBb1lq0t3Hn/ZsX3Gj
zdzGmdzIvyzZjZaWxqrgl0TjXDZU2Iuk23htokR232vZUS395xCRtZUrfLmisU+cNaqh9bOp0cVb
fGGcI+aQotUeqiLPbmv6sF/6tFe7L2OKQmAvG43uptpURtdeMHlrcplno4OBAyo2j8+8U4Q//eKZ
XpRxZ/bDg54b5qWXUIf8WReylTihElW0DYAepbtRbfpdPiarKj9nn/2t/s19SBeAf55BcrzOp/ap
h+NDT3YkOUEkm8csNtv4qHTJALQToP11VsvFfVTW+jHrxvCnknvDJ22VkVODQTCLISLdxcm61McT
NKm3xrYUHzCzxPWBKKGodr3cJBWqfVgo4ZWTFitwneXdAaqMzh8gPRpTbx2307lvh1SsBFUuHvDh
Mt1G7aybqbTQSYkFF0jSmnffcnkznA7vUyQUxrSCE/R0uFhDFb2ui+oB6VcKf13TX6FEMm0Fy/Jl
uyxkYn/ABr8+3lTLyEqBMsEVxauyurjsF/vajzWlAN6vPSCaDYEBTc7oUVNHZe1S/NM4bB4kDhmM
htJiIadtj0YxIkUclJ0QHidPSAwnBWPwSYMGVgprhD46HBdIbjQXTqexbkYLTbkWM+h4wC5N8vJN
byJIHiCV/dmjYR6KsB72ArhcsLGnQ1ktPE+vjqQHLVPyS2VCg7ntVY/eLEsU6kTkNkE+/Uw69Jg+
/mrnSxN6oMw9C1qHb7aEPEu1ZSCwKosPfu0b2yypDPFYEnKYNlYb+lelTZsVEOIfRkSngF4wS5SI
cAnJ6ONMjOtO9B+MIK63nm40W0vKrI2JFottwP78nA4S9AwgL3OfZGYE4AKzmFs/Q3hnzNrpIcrl
ZGfVdQ09uCv3firqmyJvnz6e0LPlCbZ5xjugLD2r2C3t57CfgihfZdNDnFvCTZwo6lapx3xlwfxx
FBPUGIR5iHxL4rPnG3HQts30YElD445loto1VqSHj98FuigL733gjjDWjP1TZoAqccnS1EHrsglj
YTX85gmVgPBgNQqFqyt5Gf8c9DKsRTuIYXFoNoC50iI0j8Ige5qqTkuBEgggvX+ByKjHvd4jLe9w
zAaph2/6UNQODtuy9ZM2iDHGtoVohPeEPy2a+o4Q6H1l2QDDWyGy00HXJ0eZei+9qZW8hfacDXWj
72h6txS5IpgyktOPVaDFrlc25TggEGwU6YVfeKkG1nRSqPru6pr1ETgRsus6lXb0sfXDOLVwDmw4
5IkJRKRKO3rxSqIWnbZvEyMXDHfM5VLS7QAkd2xQlQQ/ZHc9ZJJLK+qt4RquiVL1LsJHQxlvtLI2
4wv004L8KYzkPL9Hxw5/4YMZNyqs7V4XvTCFVjCMfmAXEmbKgR0guVMKWGEXieYg7ph3th4IjU4v
sNfK8kBVQ4oep0iuQM4GHsoaso0FWqC3ZEkUR/apqI3TTVMj2YQfWGbGv4GbWVLhqD6KlDeeNraU
PCt0U7fVIIXhC9yvLNuESYUSb2QBa+Q3AY7vjj2Xh7cl8daj3/nQxOK2RH2od7Ry6vQHBZGn0la0
WE63Q5hP4q3pY652KfuJFpZ2rRRt7NuJEsxydlEjIfdiqNiwXTeSlwB9GdoY306o3oaw932l6e5U
EDEpGssc9RtrsBLtNq7axnoWRYosgyNFKXIhDuwqlYaqNWQ5mvV4Yr0mRVnMCrvyEG68ROnBdPlm
ou0sKxNEd5Trob4veqHOdiNhbrArqMmPh0An1HOLQfEit8sCv3YNU/BVp/f6pL9ofQX3NBFln96p
SqXJXdXriuoYceGa97EptObT6I1WNTlRB9RlMwhJ7jth1QbaDpGZNIBFoZvdllAMboVm1vLgJJNZ
dfbI7w7dTgKbEjtWGOEsa6vAsY3RlvXejCsWeyyGG4Q3SqGwLc9qxlshEITpSDfKb276rpXD506u
VW3XeyBJvk1doqQXpZ8MvZ2iFzj98CNJTTd+U7RpRjxXj1qMwgtqll+hDQHzNnQl0M2NahTohaKi
qipbXcem5QpAKOaQjqp3CMzYfo07UAb3ZoTWbuOzhE+Oknh19ZVHMPvDQMaa7KOys8RNqypDepcD
lS1eS1L8+NDye7Xb0ZRKTXRC1LuA08k9UmQyyy+3+3JSx9wpYkMbM0dMpKp+HiMC4tTl0ymhYTeT
kRfXhRoYzYhCstd530seKQXNpo6hp7lJrSIW0pdApn6o3TB4UIgUH3HpNOMguIpiL/UP0FBDU3fy
AhH8wenGzJpeRcGQcskOMz+aNBuebMt1KmW+IO27DtD9rwzIRNjsUaBjJly5JA/6BZvDDDcZHCnr
58en69lFiCiIjGgQ0nyzhc0SY8xrRGGoJMJXKakz01ZEcIoO3h/DlZ6EHDViVoQrd+Ecsrw/ziFT
y0S/NOkBorFoFzEa2B5AQZWQPmMGW4ZOTtE23rZCqAwvCL5oxu+P33CZc6hzMAgQi0gbdAZIxNOw
BsNJqmNVXD1HQW9ZTusVVfAKsSIzL+Kq47SR48joMj751NS7QNYG6fnjJzh74TerQDwmAQDDrV9i
UiAdFFiMRcljISnxoxUowa9BNOsvsloKa3r5fxjrTfloVpQEdry8k5W6sfqxMaLHFl3ZfV5og+xS
jW46kL0lxlcfv9nZ3CpzZZbyHlRHyqdLl09ZHQUdv5z4Uepza3CAull3faA1t32YpjtFyORnYttY
dgsjyR8/HvstRz9ZRzOealaXgHyAZsEyiQpVjXIMoeEjivfe10KPKFpsIS4GKphfAYnubeInseUI
XJ4veTX6AwQsGBKt4ciTOkhfOsMThpVq9Vs74fSpZllopgMKD8ttOSV1GsLh9CvxAVW8Tgl3ARpX
KNtnJjHJLafVMCTbZqSwQBknmozStqKgMp/8zEgB4NVdUucIluPUwXSWmenvKQNmuu/Wxny6KEW/
qtF5tmRIhKnlIx42688CUTvdIJjpjBhcZ/LTgGShvsOAL5b3fWERAxEbBWtpxlkSPmvhEzMSCkM2
mFk4p+OFJSsxHDXxKY0mVbmm6C4PrmcqdbENhzIFNdX7HA87WRaaSLINjiD/1i+0XtlWmhHpu4/X
0dkaBhxMmAxkcvYn45FOH2coRdlvsFN6qmvP2EhJPACUgwmgRVLtylPQbb1JK51BiLOVztTy7EXy
eZadICXgJOTf57j3XQOHjy+EhZkGT+RiRJpNhP7Obi6IeTYyncpzB808/WQVgDGJomeahz7ToJZp
edpgLZ8S+T4ZkxEf4MyHB722hLswaKKD3srJJ5EsjDebOXHmcxZR8FjMbiZIFS5vQ/0kNbkXbVK9
Sx8wlPQqtylzubLrSYMcqKSeutJ+OF/VZECzLcK8CYHdL+oPPR3c+bwfnjTg1NGxjCwhuwrCbIpc
I0NVfGVe/7Cq53sNnX7I+IijL7U2Mnpjad/11ZMAP0v8GsItgGJRmhnGLKOvRkdqA6j/5biEpC4A
4GZwA8QsQ8fMw3itPHG+sjiM58LBmwU5AMHTlZXGqRnEXR88zchUd9R071Ar15WhOD7VrP3HG+h8
pkkuYCtSNFYRw1/yyQdPRoi8Hq0nE2WHb3nRS7dRoSMHLiLSeffxWGeoJb4k2kmaDoEBoUaoLKdv
5ulZY+ltJTylTeaTViHja9Shg0quRRM0L5J0/JIT2qeYqLai4JQlGgkPRUkn77JQBN9v6PvMXhw0
gtFClrYFWYh4GY9FkBxTkGpovFvE8N+CwezvP374s4mCD0AyTu2T0jdN6fmrvdvvjZ+Wk5GJ0iN9
GyM4sh7KZ5M8MEA+IdYF97OjobKBJCoq2m+ti8VMKWklIuGb6o+qEGuPQWiBItMFbVMWhbmy+Oe9
dHLnzYIeSK7B6pnFPJet7xF5ObHydG2GnEpzAua7YTnV+xQFd3fya9WO+JQH7tto409q/tmActZ6
njXiqZYB+102OlsNkFAcluYjhsWAGKbWymLufmxeLnxftISVoOdsc8H8mxWc4U/N4y6ZBC2yrBR4
RCSmtRZ3tm5SnKj1/SNTUIPgzqIVWM1yPFYNeGZa0/TcKd0u8WJx6Fmj1Yvyz07Wb02z849Yt7df
+zx9JAnqPnkpgRRBd2bWIodCNUOLTxdpUfdNTAdheIEnQKt9qsSmco3cCneyUYTFZkQ4ea3+tywk
MaY+h+czW4ZTdEk9TLqm6tt4El8sy8tuYVVkF21krHkLns3jPAq1vrm7hfTAko/ro5KaqWYuvgit
1z1onTZscFlI3HxET9KWhTVrv+V2xzJKBJdNuZ0KP1It81u/2+7tFFlDUXjxy1jqol1aQbLpMPiz
u6icPv3R6Knw0djuFIuJ406HovbE3FZJ85INerUTi6nfkY1cFUSOV4g9dfbnjpY3sDvwnZnWMJPs
FsMRvUblqE8jQqD9bPphNltf9RNHz/U1C6yzSSS6pxo97wGOTpROT99siGYIg4FcUG20+S4w0+kQ
IhxxGaTF8PDxW52tDz4UzgjIoHFxEqks4lIEcvVRmbT2ZWys5MlEQsb0jbDAHK8J9pWvr1xlc+Tz
/tCEpsD2oqBJ9ZnLc7noNREgQQUh5sU3CuMJt1qNstkg9j5MeGPINkiAgHCdkUaf9DpEYAAhK5Um
GFtutvZZBPxqX4jjZGbpi5Vzy9lEbp49kf46Q9cJa5yz81nlPKF1TWOZ04vFefoBK73s1LHSRs4T
3dr7edz9NiAaPJqJp31r/Xzt/DrDFsN2oa06C18AQAGqtHg7qlpBAqdJ+In2jjn81EG0TQfBiEJP
csyk8jLobdMYF/JmwuGjPxS4yxZOVoZ5cBg9DbFEuwtZjHbRmk3qNl0YZQ1+ZX0WNReE6JJsS2Io
Ci1GSIqXSnaLxpHhJBEKzAIuw9Xs445CTrEm07WcyRn6AfmdG4CONcS5Rbog1lKajjqa5KMnjXc5
Rct9Yo3lBp2p+FmTxv6TuxzCELWKN1MhzjESttMvJ7aF4MllpXxHZylygIEMtoAq0S6m17WWNS9v
gFlLiqt7hpVxosBdOx0rD9kDKjnwT1QoO/21EC38qm1/9FshcVssgPKtP2GQuZUjjdvQ6UIwj4Md
ljPF1LGa2cXCgZ0WKZFbA+FSsYpRq9bm+MVKYWVizioP+LLPDBMy/JnaC7rq9Gm5OYMu8YrkpVWt
pn+Vy7z13Gzs4j4g+qkg0ypBLcavnS8ojT00iOZ/wd60pNYYE7b6u4zrPl2LSxYHClWYWTgIChKb
G/eiZZygeargeYXU3OWCMLiy0lnbMWmSA0oXrROj4kRxK1gTxFzmPW+jwnCF2k3oD7lusd1Sv4o8
PdGauywKsHHIhhIQoFUec5mqR6X13QUBRLctM4y7qNJpx9zz1nDoi50xPwPYJAJPkILskKXuoKzF
tGp1o7zT8IbWHeTXJNNJ29HcGVVtXmedlugrQeAfJptyHt4I4IPmvuliwQLb7Yshl8q7uB2V26wf
ip2AUc5T4FuNa5ocOZOnyruPb6g/DgoIkmYb8IUzoVMhBA/UpH11l+ISdAhoT+xESqhXqL1h5zqX
+IU86jcfD7q4gd8mFzUzjUWFTQ5IqNPFXmpmQdmlqe/yOKscjX63Y07d5EKdXJWQn2ft3Z3491gY
mHMbUiRiC5+OlURCRWNDru6CXNCzA8y1XMR2JFe9CwX37WmjiGHXHispUkc38OQqslVTkBtIa5Jf
fi6tQGyEY484YAYNAoVa4hcnGG0DLZD8rm8jBYKbmewbS6RzgsH7ympaHH9/DzWHAYxISWypLILW
TyP3YoYXTRL6V4IldZs2D9bC7EWa9jYKrG+OWW5+rv7FBdJIIcdOWWR3Qz4GmNPXL1MqDPeN6Aeo
Q2nVRkFjBFuxqNyDlfz+uWU0zyalYnWWnoCJusS8RoJvRJ2vhnfCZEVfuJ8Fx8qn7ohkX76yTf4w
mzNscA4ByJlA+5yuIrpNQyJoaX4ndEgj+vXQ3GBLEP/4+IX+MJsz+oNKBNBW7NsW4WKSxh4uRkJx
F0vQ8rBqq5zI83RXsQJj07Vque9GlZ50aRpcTYWxpmC3PPRmiRZo5lxFQHznhOb0LZMy7hWj7Zs7
OG/BjegVtKRFJRQTF2OA4num+d7aLT1v9ffbcx6SrAYxBxYQSKL5fHqX0YDeKOKglNs7DFVRiKux
QHLlbMI7CHxP5uNbnUrXmde0L1bZpEfQKs1LawXpi4TK4M+E9/iXTdh/vgz/A/G3278Hr//7v/jv
l7yAsusHzeI///umeM3um+r1tbn6UfzX/KP/96+e/uB/X4UvVV7nv5vl3zr5IX7/v8Z3fzQ/Tv5j
k6HFO35pX6vx7rVuk+ZtAJ50/pv/v3/4H69vv+XrWLz+86+XvM2a+bf5YZ799a8/Ovz6519vh99/
vv/9//rD6x8pP/f1f/3PKg7H17Mfef1RN//8S1X/YVIxQHeKwjah9+yz3r/OfyJr/4D7zlUNlgJz
PQQ//vqPLK+agB+S/0GHao7EZlFRonbucnSz5z9SNH4fihYAWMiikTxT//o/j3bykf7fR/uPrE1v
8zBr6n/+tVi6s98LF/U8+mywQ1PsdB0ZaA7qBWV5Jy6i5zboLxEFv0iRCEiHfmWXoiN9umjfBiM2
eMtCmIilBFDc1nIDIqxzUKVLp/s0KqTiWGdSGNi0icvMlotBlq4CzYp+V1OVmbs0UPpuI9WtuRdr
iNC0zoiVbROL4uKLYJatdoh9P6pvZS7HbJ9hBhpstSnOhENZp/pwIZdeU+51ozeulDAp85uY8/1S
q8PGv0YxPxzd3qqG8iLQRr/cTqqcoK+ZmkgyyM2k1VtJwPUIK8Bq2sSlPGUu/J35hzSABrbqaUq8
a9qmuQU8YkjbTokz5dgWaRk7SVam6V4FtpU4QKdvCKD5TQ0lACL4Ii2erdjUS7D4k0JttDZK1a46
OFt21NbKbZT7ZkRbvNcCW68mVOFLfoEDT7zzt5zWIk4DYiR2NEjEQLjqh0E8kGbmrVs1PS0/ZxLV
uNyhNiill10RapnqJi1pvR1N6FgeZCuLPCcFY2vZfRG2sWPWklXtgomOty31gjg4tc9HBBEZoT+q
oZT/0I/tlB2mvFMfIyFSbTzGMCKI0o0kCV+AyOgu7eYCdfJmJMrF1qIn00PLdCptfCBqaFvzb4q9
zC0ERuxMYxf27QZnMwklVsSp2wCtDr3Rrq3CuPP1oHA5tx4QP4+ZOB3mbSA/Ba3xVR+jO9T5r9Rx
5hbL8S9NsCZAFXGHe0DkhvEUodwkHsrR1A5Uoz079FONDoflOzFD21FYHkO9PVo48jjdIG8J5WNb
UppdnqJDIWihgyLSDd7qQAGm3oUGvKcrX7lx3H8ZShynkA1HrlLYIsUO0GXI3BZjcBfcmemWfGcU
O1AdqV+lXo42eL2N9uBRhZ1S+UoetDs1w659lP0fWNUfR8OnPpQUblzrnVtOXrqTsnqrltqt2SVu
NED/R4vwupPaLegR/C/963iqhH0iycdpRGDEbBnMqFs7jqorXY32ihhE7pCNO6Mf99OY3UhzDbjI
9ctc7241OXilWO3gT1fB9ujulVbcaNl4ja8sLP3W+wYUBxN7by+o0bRpyayYOyQdlQjgUoJGq2yE
7iSD0xL1aX4msAOQiB0ZiEblT99gd90ksWjZvkFVI2vQEZFMQbfVOCUTYXu4SRY8qpUPo9hqbzoT
CIiBeIFNVuNaAYh6wfolCVZu+yCqjLCMaN7Wr/Ugg8f1OuRwx+Ae/oNbJRM9QQnrvri+wmb4qx7n
ga2V1kUvT5fZFN6ipzrC2jecbhKvBy/zUSHQUNUVYxWACAgsr8DHzVMwcMOc4kEurMQNzWawrane
mUmLbVzzxINeyiavYjVURoV4U4pBfjuFwe/Jb+/bXhhtyep2ValfZEn7pCvDvlEAQKkZaK5Qq38G
ldU5wei1W9CwqjPmnuCCviC+lPHZ4qWnYhoc9CMwZoqj6KopKNePenSrFIilWUVxOwm1bCPL9qvt
YyzfInDqXTntWyEHKhIYr5Kib9PczC/G2L8j9URDaND7DWqoEyWQHP5sVZk4zkyXmPdhPyXnYOiU
+Hc3Khm/yfoJrcHpGoF39a7iYdQOntV5Gy/THIhtr3mI8bMvC4ZtCWCr1HajDZFAczT834Sdx5Lj
SNKtnwhm0GILQZlMMnVmbWBZChqIgAoAT38/zupOj1n/u57q6SIZCES4Hz9iCXs/iOsCXdHgmVcw
eP5kLM5Drot9QXKZ1RR5tHr4gKhm3m3lFvl5c8pX65il1VkvISdVwZjoc/o0VJMdbmjo2GDNU5mW
fdgXhOnRNY5RZTnvmW+QWoNFcTQq2490yEMxfMCXtPNu997zlnqml4wCk6Sy815tow8OuW/tPG15
x11yiXAhOTDlT3wl72Q/jHF6d41MLDlgGRrbc8U1HTInuUz+FuyLSmQhZIV6r8b271q3753r/W7V
Cmyg5/Gm51bk5SiTrZRUQU6NX1ttEA4HH88GcY7aahqTTJo7SNnLgz5IJ7IRNxzbWTstPkIVDOkG
BE6y0t8hQuaHyZt2aSYS22KSZpfpU+1lj27T/5IOG70jkK0rcicJfJmQkQCbzsc6Rl+L10YPYnNQ
Xuhickez32OzNmSPTD2Tde29xG3yJeGSaB/Z9F1i6Ko3Lku9BZGhBu2qW80QBxMWYVZdwugT0A/n
mdENiiov0JakT1MnLIP53Mn6JIU1RH3g/bUU3gF4plXci5mJLAivbZ9lkUe/1Rj0tvrZ8ZFBFnZa
HaZuyQ9mWzxldf+FuPDSNcYrqnW2defte0t3VbRt3geQhfVnKBvtsaXahthYXwCdLm0+CQyfNyeq
nXXnD/JnIPJXU3X2n7Wp9dhx5dVzp/Wpkmu9x+xrx+X3E/LY14iVahg0cj2Wmn5IzXqJnVTg/Naa
UE+Fn/SqO7bIJ8OUDJp1yQ5KOn/njodrzsI/lHYubnNTqrNB/GZCkwGUZLTNa5ZyY060BdFU1xYL
xUNq9eWtJeo+nGakxIPC58kVz6azWrFdGJetq/82LeYJwSQEfiXWY1HxUjX2MEVO0cJ13fC9LlqH
a7afrlMwQNHP1r6Ns6b9QLVhR0IApJB4T70QTO/EHrQRTFQCknNHC9smXU9eLyAvBv1Rp3CNgqY4
l+yNsM10+Lle+dWO7XQUusOYWASJ3m0/MtE8aZxTKapTVFVBfzEbx4ytorIfdLJ5InOZinCGJRU3
XC/oTU8My5+crr/4XvvCFNVKjDVz7xegSpzctJ+3YIUn2Og4DG56/eK725ezTGZIluQ+7eqGZ6kj
c840GRtzMz3JQZRncmIuYhABwUb6V8YbERaGPj24YJAc666XBKrRfisLvG9ZukdjKZ6dAvZi6lHy
BL5mvIMf7FrlFHtbdFrUbe7X1jZiB2vK24252YVGw2PH+826Wv24H7ZlxMO0Usmsp0fCcRJYIEfb
nK4wdb6VvVzY4fYDXIk5dtN6R0higwtG8Dg1GBNYq99F1cgt0VQGJbMHXbHCQcLezkYVQLps59+d
Xidg4+e6cPrQovd1K+u69cG1HItXMdsxUb+XPsfZKwPGrAIZQvCsw6xz9bjY9MNWODemB0/jhhzH
tD+XrebnUmJQyHEM+tIPl1r/Hv2iw+vLeefXdqEvl5+zMt90b+zDwlPnpjdeAzZiY+r9yZ7cGQBe
afHUZ8W1aRq2YtDPEcroL1HChJu21Hzs+DLLsewzijJbrPW09/tF5E+FXzZcL76GUd3sqvZPoUwY
LHkuZzOq1rp5znSzWi4czMrAOdlp8rjfHOcsCjj2e81IWy3swO+9A7okvf2uwLI/FM5lswxXpIgz
POXAugyTrVMSgtREZT/wl9he2w5XvbfS4P/Akf8B590n5fjI0jXDPYIQ+U+XwKw1WT6Ag6hr7lOF
EvVm3LHpHto5T7NoLdYFTMFJh/9jXH9v/v7/Pp4PRnwOWQNNITNe5jL/3X+JfpwnaApTZBudBilW
aHjuqXKUIqp9EgtCNNBESZQrFksR4Uo8d2J6TJ11DoaYmVL1AlyIfwAOU58V/I8dtqItwgl87eKt
Gv069lcN6K6C43rGOm4JGwtzJqx/Wgt3l97RX6e+wxor0+bl9u+4zP+uKp0t7gKoO2Ai/M8AG4/L
3Ktnb4rGpq/fBwf6x6zXB3j+3MLaqnmfrqx8Pfn3T/3nTOD+MEFF/sPlAptlFvvfa1pp22hlutIj
t5zrAtGisN4sadgDZPcFuUFvzmsZdk7Bm9Q0C13GsvoaKTku8BB7ntnRv3+jf/Da/rO7UDszxb9b
UP/P4G0G0cNiv9ejid18bjz4rks1aJeSBvSmCaFdZOelc6Qp5A3//tH/09//B3S4z0gsqCfgBv+9
Fkau+VNgCXJPPJX9nDMfy+alRcMfEfHEU++9zfXjf//Mf+5pVObgpyaJCZAZoWX84zMV8ZCel5KS
O9XbqfEObTqBoX7+Hx/yz80F5n6fsfjYK8J18f9J2YODuA2NR4C58RLs6ng7Xhs33g/hzx/zqd11
n3ZoPHFpGKQim1HkHzj0d//+FZDV/AN5NNFQ3m0DUFAyrIZC+I/XtyqbIvUgckVjLs9B1b3mKeWX
qKY5trwufSH+s8dezTkteXUVjXMUI0dv4xfDYa0FRiYDuUxthheIHDnmIGAPp8XL/7radEyzqa6i
BsI6B7tVPZn9lsfGwCSa5PSPUXgVx7wt9rZbx16QR9vg7gZAA2ftXrraOXmFexOlil2jj12texx7
8zDWYghdrT920uruxhRR2uKxM84+97VlodGhRHwgVZCRrLbcK3Z1m6z0s9dTfFGaFyC9XxsyA3/2
c5Qw6WPtqo/eWU5OzSo76/yRTurLHJYvfRYf2EQglmjPGqdrXI5l4gn6S3wsj5AqZbhowWumzLjJ
eEapvqsKd9/Zy5FByjWYbe+MCeSv0tR224gXpMpApbYBQ7y5Ll+MvEET4O6QYu8Hzz81lh+7i0I0
oP9QqXzJR+JwZPqgquywKuu56OCbz1gcMJf6agyKQ6v/YFVeu3maQtjxdw/gfbkWp0ZzPqnQLthP
PeYN1pwm/2ctwxBLTB+zR7NSGlDUhYRooe2dXPtVcb+CpzZckvOfzu5eOacDzPa2vSrUKcWzPeLt
jDU09LCIkVCIMdnyIYIb95xb5qdT5ZGamvct6E5TY9ehi8QvFMuw86CJ58INy7Q6dr2JSWrw1SKB
zTaOkVI+mmv5obLiXhsfIBnuUEd8NyogU9Dqnq1CvdQg0bKxEibWPzTXO/hDQP3Kg51JtR+G+jXP
jFNjy5rh+hDhR4l2xPK7+4i3pZcp2y+30JYoK4EgXMq0yNPzFwrKNzUOeMzzFAlUYhcxSDKeJg14
QY3X0Wpfs2lVOykRShZpX/9qO8vb9brxgB3vfjPbs9tMaPVVy8fpTZxqxYO9eacl2GY8WXnGKCO3
5E5c23J/r/VrF7YVA5F6e1idwooma3jSJmt8bNHcADCUj5Y/nGmIr5oc2PJr4++03D6Rp3WmPT0F
G+/ZtHrlTgRdGZJJ5u2nvrYSfP2KQ95U67XqxMNcVvs0nTaQinIeQ10hTpox5JmwX9WsbT3aPQYE
oGNHW07aEyjN37Ket3vf/EFE3o/OHr1o01YUSvBKjxNvW1J0xdcYjK9ukzbRsrpLPLAWurftOQ/G
aF1Ry+UcGm3TPWgtI9O0urKucdt1AzRBI4jcDT20uaICk93ioi+i7tNN4nDk2id2XVy8IT3U3Wa+
46Rd8jdOrwH6Jv41ns7O3H34gstQArM99JjERh1lYuiIscYKV/lWaIzTeVjk39R0Ti2pTaAvXZ5I
Y6tCzLguQY6SYJg+tEGhKOijbMg3XHusMvKwuwHbHJawS+1Pu9flSZP5AUKLApNwIrMJLqJcEyg+
r7BSkhqWLAS2TYtSvr07O1fdnR+dJfsaKjOcDLnvzeVgNM5epFTSGHmEKVjj1q2PxWRc08DZ4Xbz
0HfFN0Ie8q20xNQmlFtOpMllJ3D3aVfMM9fiZ9MaSd7ph6K2b4urR72/nYc1c0Kjrnd60O2lj+X3
9m3kxse0ifIU4KTb7+2m1vKPodfn/ag8Ujgs2gPVd/HQTlrSqR5bKGFmfLlCJpMX7I3G/eNqKqhp
+IW+q43VC4uy2I4p0t0hcWFufOO2XoYpYVyR25ftS+0VzvOkyh5ImEUPOBszk9wubW6fCCAUj7pW
EDMSIBmTQ/Vu0xuy+dfqPfByQvyGZYla0yxfjaCSN0Dk36NmHJkFIw8OsExR2l9tch1AwXlx0GYW
ozpuVZomqh9vmB/5kbFY+t9lAyQ55eME0pnWAHGLr1+6ik4BhyZQBicLnWyGkpRv20UU+ptjzsaz
rpdDGjaF9zYVGh6kg828rVbmDW0PoUEmP/JMujblrOWNPzFvkKeyFOtFS3UkX3VGWm3rrWac+UjY
wFP2sh6OblCcCUe0I20kYanzoT9tKd3VqtxLMc8yUbX24Cv/NirTju76txhK/RDld++NbCpPbWbY
IbWAAfpBaZtX/fs4WJ8SgUc49hWqN28wI/hP2gkD9MdhUU/rPD7Yawt1yPPG7pe5jr8tGPl7I3WN
aJYaaHAjUxAuo0jHr0CfOzSkbU2gcW776DVHQNAZpla4dvJLV0KcYCptRpj7tOfPjbEVQB1NXVzB
quw/BlOH3WAMMk9KaRtzOLitA7TICG8747FQWvGwrROey75Vv5tFeu1pGrQjR2s+g8YERhMPte/U
4YzKrYiy1F5+FLn9a8p0pzkEnjIex6CZdsQmtbGnNeku0wAs4nImunRX6AT8hVUl8gv4iYsgE70b
7lFPq1D9DhYIfVev8MVKeJeLpEP0mmNPbXZXUhumz0zW8rGZjCyNpa8NMVYNOqB55/8cpsZLqrkW
z4to0mNG6LGTUsxY+vLo53OhHWfHQrxC3R08z9QXr6OW9aferLcJqlDRPMHZYCOXRryAW8U+JKEH
NiOeWf2ys4f8ts6Lt/e17n0G2V58LCj9zUxjU2+LpASlRMon9n6uVVFXaOojd/pnI5i6KFccgMWs
3CcpmzoaSAP81MbcAuAqUvtvC9L6ujW9vSYQDSN7Ka+NmUZB6SW2IJKQ2Bb+Rum/y04YocZ2jLy+
FZHsl/IQmK0HBDt29QulSB2iUfePOe72z0HT5m/6Oq3ra9DZ2RxCET4iOlsuqpD2RzvlMqIRTXdm
Y2dJANK1b8ugwueoV5FvpsutNJSzr7ZAHexgqsaDg2PCnvZBIscsZw50wy6K0OJ9PsyBkEk6gpEu
2fzQ+ov6ZC7mxss2vTBL3PBQ0u66zxRzy7QK/FfO/WuPKfoJIfldLEuBF/WVVOifXL/c+x14n6Wf
K0d8szRfSx48Yqa8Y/Z17DexL7dlb2SDF0tPlTuJslcHWO+9A+YL/p/ZyduHNNt2JeFowOuOvhz7
qU/3GfvyfnvOG8p3c67Pi8kh2moIgzcmYmdmRDLMh5THVc5IbNW8HWFrPqWVO7Dy0IWk54hb5617
Py2GpxZ2BJIS4+DNQdIVtTgyG9FDZdcdJgnbhTdkjQJj6hNNqjEc+uqb2785TLpK1lz6O+Jev8eM
hwO31ImlqW5DI+Lcx4684fTO1PQnc51n19QGWpf+ZLblgzLvmmd7ukFv+oWAZYvxrQpXsJl4dkZM
87ce6+HMQAZbxr0F9KshMwy1TF30tq8xug9OpQaYrOXjRfr+Lau0qNiG6oD5B4qmedkvdjEnS8ZI
j6EGt2HRH7IWzqs2bdubb6RvduaaEWO7Kexb9UpWtUwsp+PebevWYP5ADYHNih8O+Df8UBRhVXiv
KC1iBA+dmzEgLAtDJULaG2sdOMVtQjTLYMeqqQZUjbuEf+vr1Lp4k0YK3IwuDLhyPKVDHeH844V3
e5hklNSvIfNJWmhZtxMDgUXC4+wd78gqtGFgyzUaWu+gFn+L6gkyOYEfOXb/DJJ+o8ap9xpwxXVs
rae6tpfHqvWtF11pVSgX/yaGutk5jd3+cNVwmZcGtXSQ75WlbU+ypVLNnOoNb4H30SHhzEnLCczU
vnoprI/WkHiZWOsp68F/M9X/8N1xSBp9DAouOG+4dtM6/20rKWJOlq+ynL1T6cPKHvT5s61SmoWt
Kh6IXHXjVJfrwQEP2Ml+FVFKOkWioCHHA7ngSME7f9dY0xY2c3Yj35OxhuY9dnpX/x7IfnoyzcqL
DU8k1n/QhrQ7ol3bV5x5VNmMoZtxR/zJ+9Z6T7iys9xilwVT5GYopIt28KNSGeK5GLaoHetk0Jex
CdM0H/cLuvOfIxwGUMw0oJq7FyXZ6h7zei6J8uDWK6IaK/kXCyudF5gv6t2FFCL2GTj8dJtdbOhD
QeBxTK5zmmwt5fy0ghW6Npe5HnPQMzDlsjRV+mioMpnmYE99LQ6bVTwxxwzzbri6m7wufZlU8G4m
m1k1sM5e76xp13uMVPoh+IuVuZjCsR0/bKXNkVo8Ij5y/dwvqbZbjUJEZSe0aFqzejeUEOfMTmBo
sJmJyFSzz0atOLjMizhavmcDD6JKNy+daZ+NqTuBLP1ilGEnHIhJkXk2RsTc1wpwMoQdAwEPbXmY
L/0NJcd5GtgB3Vy+1C2GKow9G9/cwqCDNN87bWQK5mle1j/K0exvix2cIfFXz3ZNDprZUjukXn2c
pbrVbjaE99ZLMoqQhHUsE4wi/aNYR05JXJKXWTfzMG2NuDfNb1mbb46WOs9M3imocFP68gw8Y7yi
R9vYVhlPuUEsYzqMNMevTst9whlq+1gU26u2Bt1TkGGDIpHzJcrxu3Bc23TH63N0SLmKCqKJd1YJ
JOCmuWQYu+gxOKPxiFPFEpV5/ql3lIvB3DIqckoC2dMmmRxqbDVduPiwjXAkBIM2dc+mO1s7k6F4
SFzMU4Z8ONVYdun97U0DonYZPHmLmyWFdKiFuimLbI0W3Wkfg3Y197U/Vkmtq2htx1u+BWfH7Zpj
QW0T5gENUWll26kWxZrAPSvhmnFSuKSe/iGc8Ibh1feE/DBysH20BvcsSde8VR3YwOy9j1zBtBTW
sWckfawH62S0jJcM0it4eft3uZoiHJndPNt+eauYM13mrPEBkRXmHWp6mLXJ2WdVz1geGNWMpmDz
zlL14N25OK0uF6RNlhe3MmmQQ9/Wh2wy1wMeVS9MN7TQHsHhKUJ2qXDHbKeX2lPRO8dJm5tPJAUZ
OhLy2FfN4ve2adznTDKFKkKSAF5G2cOtyIbHuh7819kh4M6stiyGl1Ekgshb7oat4wkP78swLYfJ
n9xTgHdL2A0reYqIY+5pMAezK37aW7v87pSNbULrBKel2n7qPb5ZWBHCeiu/pLSBgTzx1Vj9bdNF
m4yZqx29RtUJhOghbirxCuvmT1pUebhxxiZtY307RdVGwh+NaGFGjlbTS/wSRsNCAM4milM+SDM0
l+yGSVgZYU4ROaOm7TALffQwTIvuyINpzy+kK11ZIXwt3OawzNNhmJj35I57tsx8jZxUVnvJcQzw
fC3ntKPCFsEVoPYHIoieNAz/bZ2Mv8wbJ9iz3VE37VtuzPYBSdknHvzunv5XS4qpl0zD3DZaUMfs
lapva1YydcFa4xA0OfdUwSDU0uVPMYCajyMDc0r9x8G2byDVMmpFdR2kaAi3Yf0dzfmJmJmP8Oz8
uLlbRgw2XMLZ8iMoQ3VsTPq5beZ9VedTmFMBnnJltL/rujX3xPAeZ7f8nBAyUjp4D7ho+JdaLC9V
DtYukS+H0yAeTVwyonErkJqa4k1K/W0NvFvWLCG+KRZf5C68drQ+QiH9ajjFdRK80JpePzH2/uGM
1EKBU56FtayRsghx6qfijNfPYoVuVfe8MFjZ4JdwdUT1O7N5cwpHi/PKEuweSsRG6pCPCguQeQ4W
EjnubY7vaNGqZpv6PE0I7mv5czjTNn8W1un6QCjaWy7rl82DJyFL7RVN/Edn5wdW0Ql1h39Y69si
2k+K32Mg6XDpPYATexJcV/gc7JFgiSWuUREwGjMOMkgdKV5m1b/VKzCPNsgnXIApU0V/LmV2sXR1
mMq5P6C46bDWmm5papzxhLz4wQCxvRZhPzjvNhyjqNfg5ZZ684GFIEhrfS23/M2zGV+JYt7Z3Xpc
0vrb9pe3stT3bgApq7CaT7evy3fy4dxQzfouZ2EemBYMQHpNF7rc2mE2lg/L1ELqAGbkidvlkby+
X3IRZYQ4e2eN7a2YPD53/rzz2YeyosVoSj3Mqg5nSLeLNNMGQwNRWnCTDuarm8GBmAa4NBmGOPby
PffdYdVmKg/cTnaqDmb+J+BsJ/SXWeTvMsegpOeus7sac5o8rZMslUlFUBcImf9U1fOLx84NCA0N
lYflqD+PB3xBr+5CRak5fRoSZEUfyEyB+ot5Po39Lu+LG40hMt27WNLX/NtqNxKICVkHE9OkGd3q
MyixhCOip4sVR1C+MIX3e81KLLeRCRlVbKe2/CY87AHy3rynzd0JEz5E0xJJ3S7zTbp4n9YDyQHZ
/Kx851MGcPlquwp5u+KxDeLNbXb1Ar7XFfyHZQBEhysZpTPKJOIyKR7tvv/hLP2vOseQmw5r41Rc
tMjeMiCZ2jJTMyZpfTwpjmIkFgvqt16/Yb4Kqp46NG1pel2d+mHVsZG3qksmgaesfsI4Rl/8Z/xm
3tSiYFrX01dT6RVzMmuvu+kJTl8Z6ni9hJ1BQZ9OWK8g4n7MtzmAnOd++5OBenzgY5tUpIk/qae7
CiocPWhYTi0Jd6m7UxWod3zFX7uBpjWQzQOioiIu9OrVXgnXcgnLrRu3j/GvciKmr8Ci6pLp8lEo
/1Gk1lnvNCvO66KGlDf/GjG3xRiqfslbfV/bzAG32adgkvNR2dtJVgM1VM4MeCbkKqy7oY23Tn8f
bW713IeXX5qkzqhVApWbdTyrwgs1H8PBTNBRQDO06IJxZAKh0YPhsGhwTWCBPJlbt5AgLMaLbrUv
q1SYCNmZf8gMGgILET9LZTpJ6i/vmtZGZbV8B8UGQ2xIl6suQc/sruFUs25ZkNvhOrT682Bz3YWV
WWindUl/zz0MCNx1mp9LY2gXbxR1NOlBYii0BkhsQEHb9dlIidyVwXTu+sCFsdSJaBn04Jx3tbVv
BQb3qi+uQ6mDkaUO4GPBYbN60+uQgidg3KdBJhTGDuOyiCGvuKZs2dAuXDdeCSOj7vTh9w25Jt6h
yw6vbtoNt7XW05vSjC4RfTstD6kLj8Iwqsmi2JoUgiKM184Z3qA+x+d+BBWlOZ93RVBwAFHLdfKn
4052ROSi/2DlQbDrO8sOmbtuTezNff+AT9lzsehbJBv7uy799TBvfnqg7qPX1z/bJf01aJ17lI7z
tklYp9CyCPLy699VkxVR3oM6Va762iroH1vu3qpFX2PDnN7hNnwUgTuHJVUEpKb7eyNEkTA3+03Y
mpEYk7xi1lJgpsZsyBJ2tje0xYvHYbln6Zg/6szQeGX5+e44HlS+PPeYAx1xszAT1zL/BEQWR7Np
0Gbn9VmbNw5xH+4V3qEAa4b8kHlF5ed1iZ75Z8jw20lo2ZtNI7+DhIhEe2sTxoVjaOPsFU7mUu7l
f3gugGNDCgs5xSihZ1TabrXabe5MJzpDkKkD49jkPKnK44TEZS6ZgHXg7FHU9dgNxpNuwyL0nJ9T
nj7atsKWqyy8GOKUg/nYKC66EygWZsX3wslZM+MkMOd51MDCYivrgbktVGThWrWVGXlOzwVhaV7U
ttkAZUPIq1Ttm9s5itO3rrUy5rvV1a7f5ADomskuct2CIY8xGmazd+aiaZN+gKyMQOY+TXLpzRtq
Hsc9DUg0osyQUL/uMHZuDLStlThIUzxC6S9pcsl3Q3MHk69m+DG61k0KxlacOse59XYCZ5tHa063
XdD6ktyMwmnwp6EQQh4czgb9rUdXGE/ampiNOjGD/Jg192cjJrar18lIdMGbKQe2VfCiAaHX2Rsg
xBVPn/pxhW0bT2sgMREo8CAO7MMC/Q1ilkYtm9sYOGBvlvehuVELlkYKAqWZYb1JHFQFkEbz5aQB
MWNkkOGrd2kd28PIy3NCTxuPzQZVDR0PrG+177vgtbdoVqrN/NLU/B6o9jK7dBYuvRKoxTqRT8N6
jXdB4keaz5+z2ujlwN+Xxtd3xha8edbwoti3npjWGPwdCDdIlpa3M6emzIYfTT7rzLpaO0mV1+K/
Sq9t+2sk0+4dxkoyzu1xLdPLNOu/Fst87hcDw4rUBGcYoPiuYxbV1vzYQjIKvC1WtpVMAi8zp6ue
62bok2qEask3/gt99lEv82Ffp/NTpZQZYRoI2bNZaj6yTtBMHrLNx0cRhhq64x6Qdv62yE9HxmHE
1tIeU2kxdVtAn8R8s/IfjXUPNJg0TL/xyESSyTf7YOj8mg5/1ErXS+OUa01k97+ycuTqCkwiQIr8
0Hn2p+ryZxzCmbxlVswdfc5AUAdzONFVHoim+GFsW9KRESa2CRxpZPLqP0+yzENvHC8VStzBy68L
8AC75kjfsndE8cPbBoFof22P9eIdRseAqrkcc8M+Nl6e7xHhvGwL5KfB7M547LY7CQeLFpLcUbso
/9Rp9lc4zV9NbrfUsa8U5R9VUZ8Nkd2xbOs902sIph6OzFjBU7pvGswVrzLUA9ZmUHkdKj7bVG8l
hiMUYQQm5saOjuMcNDXaOKBO3es6d1cq12dhgH6jSt+upl1MF2Ncwdiaef6SaHevdCzy2cEn8oUz
ihF1pYoqWm3jVIme8fxosAct0cR2qYH1L34ft5o31UmtjS5homb2FmR9tqs2CUpnjmPUTnqjjuSc
R5vTWYm5tm9msW0QZw24csx8+wlyhNI9EVtNOcctCqfYrPJ2P7tCj+8tfOHnaZSm3q80U/Kla0FJ
wyl3U3wpyUKJEJ9Mybw5CeIBfm4prIgI2+PYz4ot6XhFG0GRWSIvA5WplZj3lq3/AC0lkI4K3udu
vW6exREhdGNPYfeLoObg6lvic7MZ6eBP+TjmQ0u+2jjAT/PLnT6SMpTb+nORmU5sre7DBtcAKgSW
FJB9bFwMLdGLl0K6JSTzhjfPVvjWQoa2hPbbFIUft27KtH6Aq7Y4hG8SkelSjwR7iNJ7fdnmxMPw
CV6t86unY3pEr/bqpflT6lHJ9dsvkEwnMTqpJRvOgPziDPTv3gNZXvZ7gtgekzCaHdfcvLpl9u6t
9rEOxMsgnJMSaHCd7n5M6s13i0vjxDm9IWNmiMqIpc8woW568Ukrvu6WBbfSFFx2b5WT9rPEsgng
3pQ7IS0fxBLjKLh0LrHGEKkB+zCTwymRj8/G9qyq/FDrGjaka/6A+kGGGaRolKGSkb5bHfIRiUlH
NxhNpf+padrb5oqrvnoqWvCKbJtpYfroOpHTLQYL5SXexgTWLoMhFKrqY4fU7nkLnqgQYkYrU1jk
1ktTY1g5L3Ocae1H1g6/ZNX8P+7OZblxJEvTr8Jdd5sNVbgT2LRZ8KI7FQpJoYzMDQ2SGAAIECBx
I8C2MZvNPMSsZ1WL2c1ydvkm8yTzgRSiCEopKQSfTHWpKtNSQYbD4X78+Ln85z/YaxG5wd75fE3j
FQd2R5m61UBLL7MoU0a9oEcpQ5CNgjU3OpF3Kr5nRtynIzcqJOqezRaUeahOCWGbOec61+JTSEFH
7jo8lNMJ9B0KOd/F2lofJsvspDTV+Yg9P52V0JXGERHy2QRy93x22tXUX+YhSNGka0mHXuJcrtUs
H3fL2a+xl36tKDBP0sScEJCYOQM302lkRUlzzw8PaSEYDYIEGtAs9DklknYYQxw5osskZW++xnU6
AXCQ5cszSc6+gTRHzBgm6k94vaEpB3T71ObrfjiZ9c5mafdwkYX0viidyTXcVVlVaPMNNE02wOi+
nAXy4co3aKHoa8WDlHV/KZOMGWc6GFLyLP1yovZwDj33iNWg/NU0Z98KTZq6sZpea3lISUOYoJB9
ZU1OHnhIWWDch6yvBBctnGYW8NiuNSj99aXnOuqVQjUA7P6Jzk1D/noQA96nJWppVSru6yp2z/V1
ZYEkGN6ReZvMq6r6GH/Vt3zS6EtuxSUhDJJOZTYk3kkfbVcB7bU8pS0D3LYeVkohzW9we7/4c2M+
9KxAOUpKEna9UIeEHXARfSVo/xHg3SfuJCbyu5DA0XXpaXQEHFOBu5B3cs7Y+7V16C1oYjKeAN8M
f5UDMoDQecolfTBo1EBgFR5h/Sxwq0CXlPnZUAXsTmGQP48VqkAl3R+XRsRDwnVB1Qy8q/lgscwk
76ZQiE2OCp8qlFMS/RZccHqYVs2YLZXjopIe96mEcocYQaXdU3rwKaeRvDBGsoHDNKLUfYYclEY2
WpvwXHzO/e58mmdYNN3lAqW9TBn03NN7ZTLq6Zh0FNv4HMXEwrjAg5rNpoZXzMJbauhBZc6x26Uh
RbtZNp0HFW0p1cr6cSlr6/iXmEhrQC7wlrgo6+5kafVvZ1MurZZ+SeiZMs5+uJS76nExh+OP1grS
g5apCgmcGfZ4lJD5neTRfH5euGYen5ITAmEkO6X1KzSkzKsw8jWDAnO/W8rprLxfKXlu3hfgTm5h
XIQoVuMMMC04JI7XDqbpVb6SI22orOf+WJXzXgl1bhAdFVRZlGMJIi5taGKkh0fGylGXI8DAlIEA
xAKtYeIl+QMZ8lbpWpfz9EiZ9LL4MM9cc3bMnVmw7mtpNTn0Y6PsXVZ9Z6wzKIPM7FdsPboSJ0A7
o8EkmEtmf2WZq+63WeItpH5hkFbkoKaGRJzBJf5GO9IIKsE16eChB7h+pAEZ8wFrLCbYZPR6OXLK
ADT/JFnJN1pvYnkjajvk9VEehF3aIeZJ5o0XRq/rnljZKgE2RAXg/IFwjFscuYRlABjNjAzD1l1l
C5VArB/mk1Oy6v5sUARwn37WqZ2aXyddw8CkIlVcfInmJKVPEw3A/TBYUvl76mg0gByvepTIERYh
10GFL7BrP1a7EpyWUqGPCnmV3xPAClcYWuZCGrt5D1tekvwZIWvJV6Qr2Sj1b6kTr8qRuswAK9As
1qpgfd0gBEc3Wx2ajhGTC3UTGSTFUlaGWQUbPZWyxI2BwgSQDROMhKO8b2q50qPEAw9D+SwDZs+v
jGBt0L+RjjeTQzLFHMZsYUa98x5O3MkaIG48YCkVvP5iUebDLuA3k/QWhf6fvRCL/dxXegZjxb3y
LJLCtXKid+kNcbE2Aq4PFDq4aEuO8tWxv05Ajkp5Qly16wIE6HvRBMUBgtC91vw1ERjJNxZfw9hx
dbJlwToaL6WFeTYD2vPQLRcZN6buRMfkFFbngPXHM4XcI+2PugBO8m6efqEDc+LC0BcuSCXqJezG
3UjDSPDBshHl64Lld5I1VRiErU/zxTynOG7izA7nSRiQAa0ylmbhcR0GBJ37BR1iZkOgESFmkO7M
vBxZlOd3gEXkO2/GldJX8w0SE4uqO9TUVNduF3ouxYf4Z9ZiDC8tJKBSmQcxKH1W53KOKqsikIvv
apisw6PQA+I9WEkFKLUZWF6VBrGG8ktXp4ih7617lHe4qwKMjpOY2ewEQClu+0yZB4D6Zins4gvT
o6ghM7rFlW64N75XgMstFErLVn1lslIWp6ExX313eK5/ERIsIdIGE7c8irUon+AMk6miMFO7SYhy
LAFp+Xo6UhZld01dhBcTr9A1975XLOnME9KPsp+FsmnP/WBxWeRWcqlrXQI6rjIjIUf4ivBS4ZRf
e7OCo2wlfqp8LmZMZ0COKzjRZyvTGM5mWnofKTQ768dFFijjHJTfsRbMqdFZGzS0xReYp6cYDD7J
mERCeVZ816eZG/srDDUV7BYmczcZAJEn9ap5CusLdgS4ugykihKHDeCdLiHnYTmXgSgk4YS0R1zh
2ctJQVea5Wp5QVkzKpKsytc0TSh4UZXEGCVw0i+PvRJq3oEFsRAwWzPt3ujUCznDmaqqxxN17p6n
xHsvI4nqJyjv572BDP5geZj25vKNUlpZzmQljwqVbnCSTFbldeZG8iWBDGLliyWBykEsQSJpBt7C
OYlgas9AVi7pyZ4vibAdGRl8+dSDOvlnMFnRN3C2qBDiSQkM92sNy1KV1m46XNObWurjPU0WA5iF
1CmFJ6o7VGNPG6SeL+fD2aTsWgQmQHJDOD87J9oTxocLeOHOY29tpn3LKqOTuWzk3wzae+P06jL3
UFwQV46iiAs3MtmnIjJWv8VGNJsPDG1uRvggur7qa4mcjN3SkO6AOGHzL7oRkQvNdT4DreGvaWgJ
Cl0KKQKHaQWW219CzvR9DuQY9nKqygeTFYTKfXPmmRCGrwlnjlAvRXzohVSO9UtKK2f9ILNyWiyE
2CGnkjnvgh7hNNB7JOnawXqW/5rMClC85qq4pMrZNIfY98Et2cKgHK3kBKCn1AUpSorX0S78zECH
Q6CuTYaLJDK/S8kivcgtqsUwfRfAoaAtP1TlMg2pp5ibv+ZRsbgB/ZSNPdpI3cVLBGFAcQKyNFcC
Clc9JzGuk9AA6wn2jwo+rTTtydrTvgGu47uhggVxaeJluUMJxU7SBbL+K4v2PeAQkl5wM3GTcy0N
knSEB46dnqTFTZiW7jcrWRLjknpzDZCJ7wahnUhK+KXoStKdDlHieZBn8zvPkJcE63Qqtru+jBOV
rhfEfIJsfkXiBKCd1F2oQ0BNUtT3F1p+kmSx8d2D0XpclhJWCYQ0yiGxt+AWVCpUlr7uOuzMGlTO
XMoldbiSC/06C5ZJ95hG6fkFsZd8pKzoPTyUVHd1hZd7k9LAAGWlrcAwp3o5uykh6ppmeWBndAwZ
GcTf1qN1foXB71wq3EZfTFKG/tmsF4MLLzyLCm7Xohg3NuLBkqQo4BLIJtXe0r1culF2rkaRNfSD
3qwHhqqbXqzpAgnS3JXde8+xJkBGtCT6Cv0KbuUaWM+ALJ9PEXBucq/I6/gLCAnzgdd2vmjqBGxR
6kTdc32RSF+ha/PuI8AmXSrqIA89zMkIk+Hr6SntSTmdJ55JxBxroOsdug4RXZCEEqI9oxndYqDQ
YIie6HFpzAGwrOOLGQ5FPFoDgS6OAoIaHKhNvcTazPLsSFUxzTV5Ll8qxhq5xNpD7uWiDA2woXM6
tJkB2YYyoc3OaTcN9e/k5rufZSeYEc+XKGPe/r3cs8jbUguyHAKkWJ8B7LJ+y7xUvpfWVKMNCcot
rlw3s2Jq49WY0AlwoxO/K6EzvGKOhgloE0P1IgDRI3WigrRJemD5k9mSyyfihgZupPM1qTpPgRNG
QDEVKnwVicT+KqH6FwrWLpAraL36zqTA4HbpR8XoRAgAvEeyDgplNvPvYvA0Q12e6WfS0kDr5hq8
Z32XcNhpuOyaWK2Ate6LMleTwzTTg3Awp1xgimMxGUcUHw97XlEeSrQrGc5gbxhgNpAF7K0JNPYL
CYIwut0XLOUCm3lJdDScHc0tJU/6tJc2whElmcHdKsRnhyXHpaSonCS9Qzkqu+nIItT9HYyyYvRV
RzZuVxxkVJkcLFdU6/a0xQBHwS2uE3jdyN6pMCgR4aE8BELPXHlIN4uVpmuXzjALUJgcYB0cIq6I
0+8FaUHIdUI9VkgDAO5O7GcjNkPqEwNWJJUJafGf5mQMTLw7lOhJNAihPL6MJa+czfpAoilAYG5Q
DfjziJKy+cwJra+GCQUZlebatRKRMy2yQr91DYhqqhYOc6k/w5f7pslFSE2jZgJaMlL3i5sU6wvA
VcqX1dpw4qGUhhVYncJR74sBRHbSh5J4qY2sroOJFJeu+6WXWbJ6qqbz9WG2JLQRkC66da0eFQVe
/DWOACjH5tJ/kNdLh9sYADVxXWNM5B+L3ZOAq1IwFiv8bYMq3SU19cFhCK8CETIpR1zCMuD8rCf4
dv0oIhnYpwVpdiXPy/h0EWveBQnOexnSj2wgObSqHDk5hBu3keKXxoh6DTYUFh/uET9OFe1Ystxu
PNre/isvA2ZNNSZHywPbPlxoZXG5zlx3MTAnMRKeE2HJzzQHKaUlCN3kRr1NyZtVXTXjMOkm6uEc
SYn7sA4QXN4MQPybExFRmAvaYBYlxaWxdDC5VGimwKZnOpfUSon4E60oOPi+byGX1M7L0oDGp243
HQDJku78SlYA2FPdqEtSeZga9GUZGxA0++O0NAuap8iafqZnkCVTJZOzQP5kySBUfHJBrdKy8I/V
mEbKI8hDdBAZ6wzPWElXuX+8cAu+v9UCpGImxqkJm4CDg+QvoQuINZ9Sz40Co8KgV+rEoGhzMZik
K8BymavBoq7Tn5mHgY4FCxNFPJKWnP56xaEjcZMNzDCLNOkY+CZQeqAKXRjxgcm42Glr3ceXgCoY
EyogxFVqAwp/iekPzI1BmKB8pK/zdO0vzggOqPNLoGnWbJBmgBEHlMYq/qEDL451bLlG1YnGqKCQ
Kw7q0XoSorzKNecCkHPg33bn3jIZEPE1yOMC7EGqgWhOrZj7tF8A44AcJE+N3iBLMaRoCj5ZS4PQ
xa8a0EWOnSylRRCeL8pCnh1nAc/ux9DEu8NuN4p/QYYMwpkwfjujIigyYlKTGAAKbHrAzhXNcq7T
BNpkMMmpc7rw6KfZlyGwo8QaRvD0ZKkoZUCiCEh0f70mVnLkyh5l6H0wgUr6VccDMUeYRdQPZksD
kBR8A0jOrJcHt9s9jAm/J4dB4vjZcR76kt5f8u1ogL9q3ZObzNUjYkCkgyU1SS4VTw8ytIqZwnHg
ShL4laygJihwJ7p5OKMf8HAlUbr+BX9h0jsyCk+iLmE1n9+rBqFNdH5ZzmmtUBJo1VepdOOEsba8
LgDmTE7x7BE/LS7IvoCH8m8T1ULkPSIv4XDe8ycn3F0r5TMQi0mAn+hCzkFYMUjIC/qU8FtZEVrH
SSGrv2Hlm9/85WQ0M7vApzwqayogL9zeV90FsrdywlvHUwqukOAiX2nUeKi4PYQi+lY5d64cOiIt
KTJLASql35XY+pXKQTSirnNZH6ZS8cumYu+RI6pBf3T/RxxVN9Gc/+/TTjWoqv6QnKrxraNpVBFA
JftDVbPZffrj7CpeqtcYrHa+Otrnt9pybT0SXG3onG6i932ppouqZvR0oLdxYm2azzY4sTYjbfi4
XhohsKHtyh6gzdKVA8hhIQWF1W/zA8VZEIXO48eydSCrFaGauv20YrPkeTsr9HTqT4nA3vedl15g
utmXihZMZcKtVqArSwc4mvxIzXfv6uqBsnltrM96bT7WyysV2W+rt9ct2M80C5+h4gzlh6rp3f3X
DujhQKvfnr79mNLbj7UEFmSH7VZAPpDgsiRJSY+K6ocS590VQDpMOiPCargVgg93AuS2K6D1Dthg
aPGqZle7r64dEKqmP5P6qBs+3KsrWtt3V60DXVIxf9TednupHd9ZApqvHkgwyUB3Qfy8+tk+8AMp
QEVrqwHRcxZ4WAD421fc0wFd5UCnpyW9pR7FoNKTH0sJVB3EWikBzTgwKvJQiHEa+68caLTX7BnQ
3T7+fLRXxyxu+e7mgYSI92R6d2x/mktAzuWg+gy6+sfPuSI+1vYb2xlh8e0aZj9nBZn0ioDn89HO
2bMEegdwEGs69BJbJfEBzaC2UmBwynv0OjbqU763BBYnRDJlbIGtTfTxlEDFQNNKCXRV7cCyAMPz
ms+fBD6ntwYMLo9ywGXxsU5Ce3tQOkDRV2wujxqvqQy0A1qIsQC1MSR9uBWQK/7eVmKgcB2CibDU
HpQ6u7aALHFGIAOu/vfxNp6NavXaGoauJcmSQRBv89P0BLoqVkDFU8xd8EENYbzUtmtgHNCMFjuI
ddj8NK1B84D7AQVh1M7Qds0/kDFY9bhoJQW6fmApxIvkHTW/cwZMFKQMAVNFyP+xNF/Fb9XqzQ28
fc3o9Qz90dFrXoDQhFsKjqL+YU0AOO9bLgHOECxeMi1Im1q/i/3DB1wJtQn44QRfltvagBoKjjS7
Tg+TH/ptR/Jl5WB76z9Kx8czAek303L/CQaRgCIQRrxj84M22V0C6YCmHtx+P+EAvEE3/gipDkja
P2yCqd402ekp8OoX6lDq0wEeY4ibQKFFhOMHSf/mqzd0HNgOvo0nVr//+31EbDHkDzZRzp0Pqp4L
O79G91M7fOU797vNDLYh6p0R6jDq7lwe1+vpmzz7jvUfHnvT2I7v3XK0iYs+vvW2McKn77F3b++2
RaCZTP1r9cZVz4XHV96RnxeHDFOelu4NK3MttBw38RoTpY11yxFHsGYupvWsKjGQQVgh1v/Yhp9/
/YuqO0Tn03y6v7DATc2WY3/KkjS2g7116Elmy4W4rtpWPDfnyq3Hmm2zHp+rk9CcsaHSKY0bQ8Nk
7MEKSYfXds+4JEviRPtPMeiPBUc1/+Cv0Nu3ureab5L9o5lI8kbpRmbsPUE0TIoN6cWmaLLCTUOn
aFyD1g/q2wFnqHOd2umUyW3Hq2S0alCClkUX834EeGAvqD+uD+w73ms8TaJFlNrz5lYR+tctcqYY
NtwgKp7fExF+z8Nsqjumd/W0N2+lqvRZQRx6SAPt0cC11B+3eKuBHXt3dwhg52KautM4sMOHxmKa
GlENuvDChYqEYN1U9KCv7N1zWvhH1uupbm5mvH7+892tRzfXWn33XmjePY175T/DHRQ4KEu7XvdK
GojY/uEmvPGgfgqdKGgM+kRJ7kjuGwftR2myssPGsFWns7aT7U9Dr9nPCCuq9aAZZSAPXj1Qta6q
gGEHrv2wO+bTC/Pn1/VqusjuAtRd9L3DOe3Q5MKJGg956Vi+cfOG03l0H5Pcvu+8/jwBEjgAeRCD
mGu8hwBhgeA8iqOGGtNp49RWXAYMgHHR2ZqE4Y81qkeu5OfFq+aN2zCwF9PO7TR+aFheL17Obxx5
OPPusGQaEm88sWZ/XjpHTrlId5fBeMmSeONkR8vMTiP0XtA5ynApGjqlIrFuu58javHi5rA9WcCw
KQwVi6a67gk4nTcc+yMbBHVjIcwn1ufPb9+Rfdc8hKaA7Tty966Bpzb4O2b6RBCINLbfssHv/zud
dh7+5SSPvLhx6sBkth/+bBqWjU17xjH7+bU49+72rQIqGNvP9hxDFxaBeqBKq9Gjr/71GVvzjeeZ
+e6tQtXjsu0hHtsPtmMn93Zcj7WdsIBtG9tllKZNcXjR+n3jQoztwF41dDBh0Xr2719fht0bVMAp
HnOR3t83hUEXsrYZ2tfLGpc0EUIRy1CNvO9RyyKuuXG0rvTvMmvKRJU/byvGFx4mfj3MRoJFXBmb
UZv3hVyl5drOdnsfd/tekthZPdxm1k+DIT+v2K5+/3sGZLhhFoIwq5/z/hNyhWfy0FDEIKPbD3s9
Le/daRA0oxDg/gQMvY07PYlBkkoRMPg0nDp2UA9U7Z9S9WNvKx3XhFNju3M+jcLGQVFkAVbQdTR/
Et+TBWjP6+zBbkgcoY72S3ETNb00pcLbtl7f3/9n1AH+/fvfO8hz5zL+/X+F914zTkuv6vYPuuEY
7oXyFFXAgbmxw/W+giZr3H7CX50nB1wTINC0lfS90O4c2knjJlQ0AbqUNIO3Z9MruoBFHhGHIRPj
1au6Od4iLtjfnvggiiFA2H7z5nf23aqpMQwBC7GN3T893z0BWqPvxZ0bjLmGEiVeXy/6+++qT3fl
tLF3PaVqrVa1WetZgIiAkr16YP7COOwzweq2cdndt6nWldTj7h+Nqtxdnfl84SOB0eZNyq7ta70Q
mv6rUp7P5ifphPaaVD+3HX/OTmxSnf+EO/HdIYriJbgz9dpXalyAtv20nsZ3tjdrDizgOvsUzwnV
N4xsAW5o3w6dwH6YJu7uOlSAtbbG1LiEHa0ZPKhA7G2HhcV2f9MEXGUQYtOItJ7dRhQEzJUw/F30
0NwzEWbTdex1zu3QbwiDiAgVmb1mhkmEHXZMRqVzVv3r+tPV7hLDvFL/+v7r/CR8wBvaM6blCnPd
VtIYubl1sgg369ReNFWDrAjwXM7K2KHb0t7JwKppvwxbVAm8yc2APqW47cfeWpDPjC1AMM7stQ05
zJMlEXCuz+1mDowOde3XYmzf29GTI6ILWOVxldLcg+7IIjwhAqMPXt6MzsiGgLuuCuSW+2daROrr
YrpoxmXknoCtu7Rj+34adE6SJygP2RQyvv/EVJEtAWf7EmQjVDjkAJNagDfe7IsImDcG46+90LEX
qI3GyLIA6bhxba9a6MbAImyLG3vmPV1p3MP6Se+/pm5sjxhpPc5mkVUBmoju235lFu6rOVoe1896
/5y/ru+mzyxHVY3b9m699aZpaM/rgTbrIULVfQalGOWdkxQAyqLztw7EnvDHZo8nc/dxVSGBgBd5
fOBZBimXS8zib536P73nHtrTRER0rhdgSYLyOX0DQE+E7TP2Hh6CaWdkJ+nuokGj9OLoaJEftQ4v
AXUfV+3a9XyAfyGr9uM/tzp096HAd8H/vRqT2VZZvvTUza1is0GxF/zf//Y/Et8u7c5RXJLoZAbH
5Orndr1rDX0IzNVQRWRqbzzwM13ywM3kZw+OA7UqWWt7rK6nOAV+Le7J34a0ui3xl7zOF/BYdiPG
WlVTKCJyYcPIf4hYwBvbx4305g2vhNJUsKKvbt5fGOBgc9tDG3fn/3oIbSuqg92ygjrE8pL89qeB
t25epwLsZHrRpHbnag80L8I8HAWdazvI7YeokYDtCfB3jkAwTclXNWXtVTF7XUfgrD5UOOv6LFY3
E7WH9a/vv0wvWODYdrLGjGVEr/WhvwQO1Dx0svXqsLsCO3oM8P45EcVtoUMt75tD8HhiXgjY/qfA
Et/tp94EiM0nwhvkfGspqcRRgGW3qebYC24IUCUoKMfLmladXE/9/UeHXoYEPjcp2eNpvJ46Ub4X
plIEeBVM3o6zxsF/WuWT/aNs442mTj8LHEoBGjuoCpjucFpFV/16dSvBqIps21oQJzHL0HStRKBw
Rkm6XyRD0Vvr2Q7W03u3ubYiUDjwDu8vQlXD2HZtD+04mj5ntL9Y2fJGOTuM7fC+YRxU5DNtp3zk
3QHMpqquHqqSMxGRh6NsGofJtGyM++qt9fr9fTSN6crSHFbEOsTTaXN1RcCmBnEEkqChGsg+10vy
foV5nBF6iRuLAHNI+3FPCHLtKQdYFwSMm9pBc7ZV1XRb2T2dxnsCBoOCgGHxVwGwThvBHFnEDXRu
p/meNIjIFp17qZvtmyayiNqZ6yDKbX9/ygLW+NxDr6fTED+5WZwEGW77HTzPiimJuSx26rE2Vr6I
uNaY/u2sSWNcXYBaI4Rv74OFBRwRIiJpc7IiwlN/UPAoi8AFkY1a2U1dIeJqhhx2X7FZAqypSyqy
sz0k6IYOo61uuyJUtQcGgP6qFrv33xzVid5HGQABETDwRmvGXtiIQSkVR2Tbtbhe2E0lQT2tgFFz
O7iz44d6pEpFKIqIJV5NH5qXx4YttfUqrLwU6Mm+GG+4h9qO/dWPWeKGcUnFeb0y75e2r6GXTh86
Z2SKHqKm2ygCzXBbFVwidwMvbWgMRUitCdwUFcw7bgq0CK/mGgRR81JVRJTPEVmfVlWu42YeilYv
ioBAxRYmQBJ7Ch6jOXv4C0XYc2dREuWN1Ybzib47Agzb3/97dW6ec80gYIVmFfphcvy6BEj79cf9
daG1bXqmbWhtd/7V2X4ZDvreWLbtVjql1iEbA0yA1h6Ui70Yzuu5hzc4lUBJoMOIvUVjvhXVZFvV
eoLbXo+yWQQRJRcnSWxPG8hpWcSVyFyXjblWrI5tF+A0ih/2lkCEOjrLVraX1tPbrKwI8Pj5lCDv
XgGViNTkZ8y5xmRF4PO/wE0TN0Z9ynaT/XRA89rOHrzOp9jev6Ne5J55YxTrutwLlSoi0HGPdkY1
585o7pE838O7KALM0F/I6nb6oDJ3VxwOm/rX95tJv06BeNTDbOxQEZHei6iD0P1L0tk3Gbnm6oe9
f85HlUPVuc7uHsCmwEfVOIqaIolQy1RR3T13Z1dcoXJPhP/26S7rjLPErtdjo0e2owtYo/+4Gl2P
rm5Hw//aqYSHgGjnifzDgiRp1L1AbqtAvaRpFa32yzp39/4e/ampvS3PWFv744U04F9UtzEgw9os
bxWh84+IKT/JM1RcmS9v7+vmynha0MeuHmcjsxX5cNthr7HX0s5lVYM63STjxlXBNjyM9dAb1SQi
V/6or6+fEJBt+iq0fY8fbDPPEOVtwCB/vFLJG6+xH+Rfu0sDoQaMX+ZLIYTt+H/dAf4xxbZnePcV
/r/5EJ/i7K6pmuvlfv+99QmFCUhjI999O76jeLkedCPe9S9tnuBkXtBErohAxVazBWqDCG0PyObc
C4gRV+w4fdsFYtIYWoRdNrBLTJDnrnARsfjBnnSIoAIZRnMqf5u0pSJC5vW4z3NfiYDUc9vsX2Ii
LCSAWA/cAVmzSF4EWcUx/pvXEGYRCMlT5Hhv/2QR1v/Yjqua8H0GExHsaOR+0qQifmjY0LIIz+KS
LHwaVeC/hrmgiPAAtubCmUdX7Y02vZjmXlODiMBfb59ynt03Q46KiIDjDekK78F+2Ez/JrqD6HVX
HhUROd8KwL9dnwFyGSXPKUNFBA5pu1C3HiARrLgq2lmxHW61wpP6DxH8UTS/TL3E7dx6seM9q+Rx
ber1fP91+vX6xScIcNP65F73yMtoAtx+5gNwppR81QNtzAsReOxru2kVKT0B0Q2qedLOKAMqvM8t
pYhAXG2lExMmdX//ezCdN/I1ugiMyeYFxjZPaMZSqsYZAgLP2xfY3gKdf92Csf5td2tVSH5fdcJ2
zebRn+u6b6i825r9H891f5a3XERCm3zX9yjwH/X17k7TsEvBz7MMg/RU1aTwddLHv27ftzTr/4T7
HjuVG9SsZn+xdumNrn2fSto9lJaIfEU/ttdNshsRhFYVur6RthdRxDSIgmifLFVE7d7oHl+iWSoi
Imx1iONz71ZMt3u0qSLgSId24P9h6vjVSO3robyjDBaNRgRCFlKbSwkcRSMN0ZBFoJCrSmjCJ43r
WzYF5EAup3G2q2RpDFn/2sJ2jLP9ydJqqf24twBD1oRGGxu3aYi5Dc380Yz/umvgub4Y/4SXwjbi
S5rFnkeNzRFhYfaBnu+HCwU4ONeVuo2edaBE0HsMosrr/NezKcWFofNvz/mfIrzBDTyoynBhIleK
+LnniADKDqKotskawQZdQCT00Jt5tXKovDUR1BGHgAGrfPTDY7uVDUDLu4+fctq8mDh4o/HyeBeC
di2fcOaIKEV8HH9D61JtdhVmIKK+bcpUURY9NDZFxMVAALKBHBQBcTieAvx8lNDNO4zvhwQBgvrP
Gi9BPWMtFH+k11+/5888usXgWtcjbYL3IphGB25MAp7Y/TOOiiyiDu1iuuoM7OAZ1J8IKOSFt0cJ
LQIIeWuHlA83zQkRMZILG9aJxg6KOLPVAv82pdS5WZUHKrF+1PvF7tJL74ltPXu50E5KwAPsBcm0
6hWedpqQq571LxtErx+cSxamueaWgOPIJZW4dvA8o8/TbnLZO0BUVTzteBqQlPkvnU8JQdkEYu5t
pLk6saTFYKUYZKHbsFPo8tV+zW4iH9u0sWr0jxUxLmVn9TCbcKYIjrCbDCT+3mQFSOYvbK+3jbwf
Zin0LY2Ji8gVPjEyFRGgp0FF2FRlbepDuztvnSBjr0dbMRoBg4LSdBG1MQ00RmdMCUfc+ZzBP4O9
+KwZR69aTZeALZlEwarezK86wn+h4/NMq762js/u21S6+WUA9e63R48x350mo43J/NTnOziA5/oE
NgZ+nOYL8dsnDAy78379Lbea/KcpT46mEdmjxtkUQah2lSV77HKKiOTyze//Bz7zcrp7JMHE1b/+
0T29u5L1Dv85XBzPNXT8c+XiuXcXLf3PdZL853vL5/pJfrC3fGWzH/XkfYD79e//DwAA//8=</cx:binary>
              </cx:geoCache>
            </cx:geography>
          </cx:layoutPr>
        </cx:series>
        <cx:series layoutId="regionMap" hidden="1" uniqueId="{C77117C8-5550-4D9E-B552-BE44A3D678D2}" formatIdx="1">
          <cx:tx>
            <cx:txData>
              <cx:f>'2'!$H$28</cx:f>
              <cx:v> TotalCustomers</cx:v>
            </cx:txData>
          </cx:tx>
          <cx:dataId val="1"/>
          <cx:layoutPr>
            <cx:geography cultureLanguage="en-US" cultureRegion="IN" attribution="Powered by Bing">
              <cx:geoCache provider="{E9337A44-BEBE-4D9F-B70C-5C5E7DAFC167}">
                <cx:binary>7F1bc902kv4rqTwvFRB3Tk22Kjw3ybJ8d2znhSVLMkEQBG/g9ddvH8vySBjt2sG4KnlYJVWpkEKf
Po3+uhuND9A/r+Z/XJmby+6nuTK2/8fV/OvPyrnmH7/80l+pm+qyP6mKq67u60/u5Kqufqk/fSqu
bn657i6nwua/YBTTX67UZedu5p//+58gLb+pn9ZXl66o7cvhplte3fSDcf3/8e7RVz9d1YN1x+E5
SPr159fTzfWN/fmnG+sKt7xZmptff37wKz//9Isv6N8+9CcDernhGsay5IQLmgjMcPL5R/78k6lt
/uV1TE8YRpJJwW5fJ3cf/eyyguHfVuezMpfX191N3//05b//GvdA9X89Lvp6c/u9N/VRy9e7z1/r
l4d2/e9/eg/gi3pP7pnet8q3XvmW3xfWXNrru+//n5uekxNMuRCcSfT5Bz8wPWYnCUZJzPjtWxTf
ffSt6b9Dn8dt/3WgZ/yvz33r78/+eutvb2x12ZV3JvjPrc+O5uVcxuDfj1hfniRJLHmSkLuPvLX6
d+jxuNW/DvSs/vW5b/Xt+V9v9be2cDfXP51DiLuuqztL/ADjk5OEEkkw+RJVHkadCJ8whhiniH3x
fYDGbcS7nYXv1+vxyfDHe3Piv/an5pD+9VOz7y7t1c2dWf7zKaH8hGMqUYLFwzB0QpkkgkvxZaq8
DPBtPR6fgrtxnunvHvsm37/6601+uOmqS7v8OJuz+AQCfCIFR7fGfWj6GJ0QiSQS8kuC8DLAd+jz
uO2/DvSM//W5b/3t3yD//n5jb9bhxlz+OPvLE4RiKeL4i/mTh/aPOD85viPxvTB1Pwx9l0qPT8G9
od4k3HvjT8Pvf4NpePv6tx83ASQ5YYgwQYm4DfSQbe9Vn1GSnMAEEU4SegsQevfZD/LAa3fpbvq7
V4/Fwscn4UucvxvuTYT31p+Mt6//+oj0FmqEH7YS+P+c/NlLHl+4PfrKXyL8NvSuK35ggKLiBJZe
SCD6MDLBsiymKJGSfCmQvMzwHYo8joivAz0sfH3uo+C3N389Cl7UP3ZhxvAJjllCqPhi3YcLszg5
iQmlGJMvxaln/G+r87jt78Z5pr977Fv+xdO/3vJpd7kW5sfFoOhY8nz+QQ9tHjFYLH82N9RKn3/g
/f1U/G1NHjf63TjP6HePfaOnf4My9OJmLq7qu6//WLb7cy0gDIGfEPB3wR5m3xjBOgwl/PjP3cfd
5t1vq/C4te/Geda+e+xb++L9X+/iZx2UnD+y7QPRRXIWJ/wufnieLk4SkVCW3Dm63/f5DoUeN/7X
gZ71vz73zX/2Nyg3X9SdG/LLHxhjoObkEseJYA9zagSGhxewzr2r9uH9/RDzPao8bvl/jfRM/68X
vu1f/A3y6ubSXl7/wGqGQzgRJJH8rq3jeX4CLQgkY2g3/6sld38Cvq3P4+a/G+cZ/+6xb/rNb399
1ElvTF4MP7Ljhk6gnZawr32ch85PTziPMfT5v3QakNf2/A59Hrf914Ge8b8+962f/g2CzuupcOtN
92PjPjTYJIqh44ni2wrm4VpXnkA+SDjldxstXvT5Tp0en4UHg72ZePDOn43N6V+PhTN3aX5g040S
2NJi0F+W9HYeoHy/13OI8Un8ucS8Q4JX3X9Tm8dn4Mswz/ZfnvpWP/sbBP/fuvwYe+0PjP8RobCr
wmkCMf6xfmfE4T0XEIZuZwD5Uei7dHrc/veGenNw740/D7/9Dar9181l8QP3eykssI4RiMdf2vne
zguAg1ECyeBLkPKrz2+q87j5vwzzTP/lqW/23d+gs/as7qbLHxh1YJ89iWFli6Cf//nHizroRBAJ
Cy2Yjvslz7fVeNzed+M8g9899i3+7PlfH+a9duutFf7z1e3/t5j/d0rEV2LI9tJd7j4zSu6xIv7v
t5/9Dnql3tAv3vvovN1O6dn1rz/H4P1faSpHCQ+c/l5Efjjk5rJ3v/587AVxCilEIgwECtifAdBM
N59fiWP8khQ27omkwKzgsMSwsIRUMAzHJ0ImkPQhtIkjDGFYXw+f3wEbADGgYiRCMIiPHLOvLB7o
vy15bb9a48v//2SH6kVdWNf/+jPsSjS3v3X8cvBBVEAdxxl8eHN1+Qp2z+GX4v+i7VBndabMLjfD
uzVZPmbD7/cM8Sckg/3uSzYsR44OIDnmItXFnK6dTMNEo4eii3VxtJ1JuVsS8QKR6IWJSRQmm8Le
8X21m0Fgm5VZuUMTWS9qhudNthi+DdKcwnzel57FsehNIctdPO5RzTZ50d0uLm5pRN9v7mP3/b7k
WiM9LzIud+tsxyerRcPWlEtym7f+tHRort2XjrNunayoza6ZOrEpqF63PKLvwowCPb37wsWixET5
XO6GquSnuXWXEyploF2Ojn/PwVfZF7QVyOxI36ZZvj4tuvw0TG9YHd0Xzew8S4ec2ZnkkPSXpghD
DvUwCdPWNNBuK3d93uNnPbPDFdEFmjdhanvAzOQopC4GsxsWcgY8vjclE4GiPWCKdmonbqzZaTnM
57Ue4otMRs+C9CYeMpkTdOgWMIvCV22Tb3jOwjB/DM73JzLjPJuFxjCR2qa8kSalUWUChXvALMa+
7Gktyl3RtM8zPOanrJnRPswmHi4RkXXTx43Zdctirtauys96jZOzMOkeMKmh5VyPvdmx92uzIU2g
RTxIZtBMWwoNYqe+sWkXt3pD1zgM78QDpSWSt8KCl+SzPnT5hNNqnEM195A5lrFr2qIzu1HkfWrm
IttMcmgDze0BU1mTrfkEyUEmBgKKLDbAg+0Cje5Bc62qdcr71exEXlRbyrhNF+FcmOrYwybHw1Ct
NUhv9NN+eFM3T4I8EHvIpJhavUaL2RV4vKgyo9PONrcrgz+b044ksvuo52RVKFmp3klKzuqyqi5V
zcgfYYp7wGy57Pt5InqnOS//6DjqyzTpOxuGe6j9Hui+VqhoC8r1LuuL/TrV9HSJo/kQpruHT1Mv
Q5wjMAw2pt5mzJanI3eBOQJ7ANXAEnBWV9m265oU0WmDx+swvT10Qpum1apwetcPtE/ZQK9JNobB
B3vYtG7VkVGy2MkGbau5+UPFegqU7UEzzphoV9LqXYw5TYuuP61E1WyDjBJ7yHSjcEvXgeLllD+p
CNOp0eXLMNkeOkepbIUZKK5BLCL2bV9VL8JEe+C0MxGJtCC6E06cOSKeoG4WYeiJPXCWZlG060F4
pXTK2LajgVp7sJx72ncV5LPdYqaNwhC8udBxmJvEHix7XXcL4grcpI3opleI7niyvA2zt4dKk0WN
LYdK77g21ByyOFnYB1FPdRNWvcUeOIWoXaOc0Tu1uo2M3qmOBM6mB81FRMOcEZBcR8sTlzdxWvXr
mzCzeNBsmNLDKFa109X0MYqGpxlr2rBiGXnIrJEY5lkRtRvJzF9pNL+lLMe3FJo/m9yOjYP7yS2z
bVGQZCh2eawubORg3YOmPiwrIw+cCXYRokWlYDV40+Vn0p4GWRt5uOyJMu2Yg9xsQhuURNt5KMPc
D3nItM7AkjIu1W6yu0mbNJGBhRXyYIlzGuulNWqHCjlvibUfYEGrwjB/3F14MI1NCWo7pnaFK+1O
Rn2S1lUXVgAd+Uv3hdsI+lRFDMKb4kOimp1SKKwcPHbk70uOUKN1TqgC75tl2jVxAu2CuA70bQ+U
SCPWTBKkZ3nzFAD0ErsaBxkcNjYfau66KY+GCEA555eQlMs0G8qwyWTHxvl9qxhZxNNQHT3F4Hon
c/d7nycyCDvAxXkofBqLCuMchAvHUs0OuA4rfdiRWHVf7YFhWDss4CaTdhuWoCkdeKmDgiBLPFzG
0Jh0agR7V7JFqa5qvMmTaAryQ5Z42NR6jvQSYbXDy1ilaMr1ppmLMahOBjbaQ8OwcRzGWYL0Gk3P
TDndtGvEA/3Qw6bOumzECkJhF0maJpTuyrXPAo3uwZPmchpbxdWOt1hvYevTbeKqVUHwBId4aBbc
5UOOFlBdRs1mbV7w5n1IemDSw2ZXydXluVA7UkQ61VMyvhwnKQOle+iMJtzoUtUQVZY1VSZLcxlU
JgM7+qFB8nqyU9mCZN3q7dKdmnUN8xLpQbNbsmRqE5BcRbVKFfk4D9DBCrO2h0wh0GKiY14rpy7e
qoXZzTBXF2HCPWA2rSSmrnuAzpDM6biO2zGRgTFcerhUveGViloQ7p4Wy6Eag8oeJj1MCgw7M+M6
qJ2rl6eNMRfruAszhwdI1Ml1lokDjU0a52kflODhzO5Dx7N0GnrVd1A9yPmMx+6cZGobpLHwsJi0
zkqlRsDiyp9U0wVZitvDoX+ycmXCw6FZCJpmCummVVq/UqR/awdbhsUm4UFxrrq8FDNMYW3o605e
NG0WFj6EB8UZzgu5jkIio8ubfNhZFeZ0R8Lz/ewbGxp1XQ8wjGl8tcRruq4krHSFM00PZbuE585V
4HZzkw2HrFzaDZmSPCyACA+GVW7KHs1Hp66jbrfiOtvKIQpLYcLDIqkEWerWgvDcNpdCNvFTxdao
D9TdA6RJeDfqBMQP7SrTUc0Hl0ckUHcPlk3ukGxrqF9Z2bXv1qwe+J6Igc1hCOIeNnOEykjnDdQO
Rr8s4znVcjkNgj33wFmPQpmxB/xUVXyqzGI3RVWGddcZ98BZt3wU3XQEZ3UQdHm+zE1YuuEeOBdN
WEExgJNYeVratT0gMut9mE08hJZVqXtOIMouDjfLXuTr0qdCD3OgM3IPph2qFlilwQd0EV3PSzNc
6xbTV2HaeygdmrUheEIQt+I3TPRpPIftdX/mNdyPXENm8ESPERGrZKNI1m94UqEwgHIPoKKti2ie
QbiZ6lNVXKxREVbVcw+dRmIHrUwIW6XsXxgZxXuuFhGWNpkHTbGsMc7sIHZj4sanA0L2aQt7SWFl
BPPQyVGTl5Vb+b7QXb7tRmrPlqllgdI9eJY21pCKHN/nY1Mdks6tZ5nLlzCzMw+iQjRujl0BkTCb
xg0R+bJTXM+BuvsYjeS6TEnH92XSD6ddvsb7GZb5YQGdeQBFWRUlnW35Xg5N9Sxh+bo1i3aBunsI
tSwrlizL+V6VI0oZ6c0hUvG33P1o338nADGfAGQh0VkWab6vdK2vxDqvL3RP1rRuW72Pm4KHhWDm
AZaXanYNEmwvsi4+h+yN0qzIs0BceaCtF4XnaanhWyTcvmxpS85Kk5RhwcbnBCGoGdt5bfjeDfPw
kkXtfGqUmF8ERWCfE1TI4zE3avl+GiTf6NHJ9xUdhjC7+7ygrlrVXA6G7+2C9WlUKvJibJ17Gaa7
j9qqShx24D11ievUorK6mDCLwgoZ6qE2shFpkQDLVHqQddrwdr1AjkWByvuw7TMaLRGIh7NX9b6N
ZLytZB5GUgOG8sPiWsSLlLwAp5la9bKN5uppM8opbGX3bxQhAp1DncOslkVVPCE9m08zxAMLDuph
laG4SmwO8YzRuX3Daos/qboQgWjysFqMedHOORhmdkO1zZCoTweo+sJ8xmcJJagnoj5Gy0oubj9P
NU87vvKwLOUzhSqylJWaMrbPh0EdZmnobpSoPAtCE/EyLAW+nu4oZFinS7zvR+J2Pa0CHZJ4WC0m
aMgPKgLdWTtvHZqq84GzMNIaIx5Wedm2vRYV+Awb8SmUY3Kz4qXch1nGg+q8tryXAwIwFf3wXLE8
364krsMyrM8ZquDeJyA6TXzfTfZVGzH6ZLCUhy2ZCH4YB4aytA2eRr5Hrr4u+yY5I07XgcI9pOaV
NAqtku0Hw/g2J+VwUFEUxoVlxEMqGdpiLfnM94tF6o+WGnLQoimCtuTgMr+Hhimp7oipCN/HTkaH
KqPiSbSQIXC3xacOWRUljaY9pKZ2WDaZJEtqxFyFQdUnD2XcLSa2CdtjXaFNZRe+kavOwsIM9qA6
Zk2jCQao0rKKXmdANN3GjUyqsAjss4ekGOg8EnDJDra2z7Ut5g2q5jGsGsYeVrFJXDWXgKa2wDxF
VVnsI6noNzz+GE8eqVd9+pDUuKgrhvl+UH2fzn3bn5dsHs/KupVhxST2EDsLVa1ZA6GMxnh538So
e5lUyVJ8w/r/2zfwMFtQCieOB/gGXVLbZ11m7AaaWOD8rWjmb3zG0daPWclDrmq4BKfhbE+amZ8l
KsrfQxqfroKisc8psmNhY/iX7bkcitMmLsShd3Fgazn2VrGV0AWORsr26yr1Ye5otU9GnoVlktjL
sTgHxSHtsb3MCwGLwEwcgBdgwvrLPrPIsHKABSa4jqIR39EeFzsgc+MwZMVejmUKRa2jK9svXE07
a5dpQ8o2CZTu4RZOnyrer7ACj/q8Oq2LLktX1qxhxXZMHkZ7dTzHIgoj9guDWAlsRXkKl8gFboT5
7KLYZVORa6j6kKua67np+fmU2+VNmL97iHWszMa4garPEYx3OJqS084VIqxijT2sjqgFSEdQbWs3
LmYbadHdNHmNwxiAcDvKQ8vPgncTW0B+vyyYpnIV4pCNNAqMNT7VaI6a0loJeAU6hnsnUV88XU09
fiPeH3H5SCTzuUbAoh0LfvTKnpRjvjGwA7dJkjp5XpGCbLOyX9MBtirzMBD4FKQRdig0FqXYE9gO
3va0a57VU6xfBDmSz0KCRdsqbQYNuty0bYo1VZs4hr39MOkegPk88Rk1UCQvQEiAs4tzlwJzg74O
k+4BmIHDLHSGeqpH03gOu4puv3YujB7IfC6STOKunHPG9xwYMvHGwr3W7QZiEMnC9tF8SlIMm+4m
h9Czbyu8/j7IjH7qEhnYw0EehilQtJoRg3Sg7yc7iZv3BTPLNsTycK3gQwCXlkzjyAQIH+f59Whp
/Jz2ufkGwI7e8e8Ag5PuD6VXuMaliCTMK47dizFa4o2oTB2UbuHW7ofSJWKRimwv9omb6uwsk3H9
2gEKoiCfpz45KYKjYw3CVbJn3ZCkGZyu20cLFFNhlvcSrm7pIGlTJ/u+1+RZZSr0NOlL8T5MuodX
WjJplZLJXvZwWi8aRPI275opqPFHfXZSj+C8ZTyQZC9oq8+aRVVp3sxjUCSjiVcj26xeBxnxZJ+t
JTCrGKmuVE7qmzDLeAl3gQMNyThgsDuPlt+BbeaqVAMz9FWYeA+tXKgyKcSS7KMSt27LVsPLTZIl
S1B3jvpEJYZsPytZZ/sF9nsu6tIlKUIdCXN56QGWkWFy2Npsb1g8H1o0ZduaaRcWbHyyUl2wpKZw
KHlPShelQ4Wi08aZJMzyPmGp6Elh4Ch0dux1m/PJKfIEmC8uDK7Sg2tl4DxcXnbZXjVQeHNEyTNn
BxpGaKDSw2uhsqSSasz2bY3QLiKRvqxs5T4GOaXPWupIv+QDttG+mICryEeN92yEzc0w6R5exZzU
GXRDor1KqvgtJ7XZNpPqr8Oke3hdmxJukXBVtM+qZd4NMs4Ok4viwGn14FrZqNN9YrJ93huzibql
fCFISa6CdPeZTMtcl/NxB29viMEXKo7aN7D+N0H1JADnYf5bkaocH5ZoP7bj/B7PefkkE2gN6kJR
n85EhW5wOTTZ3q4r3k+NflZkVR3UhIKrCR6qnlVT3Pb1lO0Fi5pdvMxZOq9KhUUxn9eUjdw2UTlG
ezqyZgcHCvRhwl0YswnuNnioO87IkLOVRXtnTb6etaZpX5OMN4Ex2Oc25ZWDbdicRPtYlATYJNPU
xBs8FCgMUD69ScPNK3FLQf8KOb6F/nT2jtCiCAOU8OBassHOvYJQMyxde66WRZ/RfP7Wiu1o40cK
SuHBFfI0FotkEIWXwZxhOIz3e8mn6lvLzaP7PSLeZzc1DSwDl3qK9lINLN9kw4wOcIRu2JetKouU
11ysYeD12U7Aj5OmonO0X3oxpXVOMJxeqvtA6V5pXNQcmSJfISSTmTxBNKdpBw2AsPLPpzwVQNRK
oirPD/3EJvoErjTnb2vounRhhT33cq1K6sXNErUHN8TZHvaDplPd9IHRwac8uQjTuhJ1f6jL3GyH
ZSxtutbF+iko5nPyMDzQgakihpPzB5HM3dYp1m8rVeqw0Ha80OU+8UmrJeIFrqIDHaC6VLWZDq1m
YcfGqM98ylQSZRFh2YEtdlTQRIj4DR27PKgbBXfVPFQewYkG1ZcuPy1xhOy2sbDnzstuDvR6nwE1
9m1dZxLu4BANRemIx+Gpa8o8zCt9BtRKElFQhLvTfnA02jYmb+CmElWFnbumx/tY709tOVhSlYNs
T6eSdZtGwqxauAwlzHF8DlTL4B7SrMzZaaPhShEgJzQvS+KmoN40ZR5i63KYwC/n6LRom3fLxOyN
EVP/IQhRPgWqk6OeqqJqzkZCzR8s1s114+y3mKH8M13lkajPPMSWA8ILxUNzphZH8nMGragsPggH
t0TbpwtWQ5TA6aFeo/NG1oJelNMUyQOOyZLdTHCN5XH3z+quUCnq62bQqYrWyF1EVNjRbqJyIWIv
eKT0x9ZOS5UKjOaFpNFScfxE1UPZVBuyZgna62Ik5cdoJg0cOlspn+IP4jhkhgKyaNdXfF4688Rm
SVFdCCW0fcJy2eQfBju0Q5E2dT93r1HbDqbZlItzVKfwJbL8Y4SnOM/SEuFaX0dT5KZ1MyfDnL/N
FjW1Y0pppMDp6qXLntcx1fPTys0r7zZ9PEq3jWlVZq+aEW7AuKhhU3iNthoIqfqVaIcyHtNpztEs
tkuzsO5303VGHeBAg23OEjlIluZurMZ6OyJjKvj+aljbs7WjCZxIQJFq3+PGEPtM1nHSFpupo9w9
rZMRt9VmmmYpryvaxO0zoViL3lfOjBhtx7gqYPVVwz05ottYrPIcvqyT5TKcjSCzbbd9K2n8cTWI
qTadZKuLZrOQOUNVCoRoLOo0wVAqdtDaycZml2dTVj/Ti3XsZZezHiRIFkWYpQY2mNmyyyWkoue6
t6V+luB1NKcJrE0a+EIZrZe962NYd65SFualnqtmwltI8PV6UGxh/UU/ENOatIiAxPB6TRh2ZuPg
2uu8Tdm85s2pQjGLPlTELb1NC6AsCpWOc2XnGnogM5um1Mlm6octkCVJN23gvN9CyPmizQhtNRQv
bk2z2QqmD3Bllcn7Tbv2EYOdFiszXmzgz7rQ5nIk/TS9HQos1ds2Y+3YwbUDcJlOsaEcz3ATQ0Ry
os74UDP+R9Fjoz85JKJV74GlvmKbjjyCYRuuRj2f6hm+VXxYqqw3Uarh6oUYpbEV8Lk7mwAHDzAx
1YP8hPpcEZ0Wus3g4GMrBxu9j1Y3ML3p1ErWK/jDZEt0TZEw1RaOaLh2o3STVDvSTO1sz+1SHgEm
WqfaHRxWr5N5q2w9JvM5LWoSd3uNBHd2FyXKEbRhA1GZ3QpZVNMNhn7D8EpW+VL0W1e7jG/KIf/A
564WO9072aaoQ+DmXSsKdxX3YKPrVve4ycF4Vbw8schW4imckO/xK9nCZmqcwrrRvKw4L55McYle
JDgx9LqexrrcwP1h6xVee70ldBFwp1Ccr29oGU/5dc45oYdcJEqsaU5m1WYXs6ld+XRy5UKnYTPT
LCnz94MCpyov6KoSXDyBq3LmwmymMunUux6iA613nZ5FobY441P9xOh8Gdst8Cxz3W6pWfj0jkeo
X28ikuXd234UTaJTp6BDjdKBULe+VHEG6XhrIDPEdmMmUeo1hegRzW1aI9jDbPYjkAQ6fCrQCNdn
HeAcJe+ztIIrjdpPcPKsWaY0h+teXAP8dLj1RaaOLhKPqRi0bj/AbXFAjdjPUMyZZAPXE5VjnfY2
GfIkXSPaIjD7AvdnvWcQSpNXHbYT/0CWyOU4Tcaqo6DbNE70k3EdqV8Wqpft+7mu6rhK6Uyb4VmG
NJ4vp3zUBu6BW1BTHEzGxg6ut2obuIYqRYOqing/5VwAB6FcOlLip+UYozFODbUtGbedzAiQFAyO
+vj9PEwL2glacvppiGARZs76Ok9qsxcl7CLs4W8E9N2zdtSDrdOymMd1z2CXRbxWcO0D+gjTOkxZ
KmfJiiqF1DAlLwbrsAAqVw2EFxgj7Dx91KTucvBmPaO4S6Pczng4lG3johauK2p4/pwrErVb7NiK
zlBBHeQLwUeZp1E7ZddLaUb1shRmGp7XWcvwAWyT0ysjaRXD8UW42Tp/C4l+0GVqZFnlY6r6yk5n
sqVrOwNZXk4oT2HzCTbYN46OFk8bMZghf0uTuHanqMP99L43E7XRpmWFKqedcXPrpk0zzWh8ObQQ
Zy56rczx1h9UxJtYAFltm5s1kVXa13X8UijqhtSapcA6beg0m3dRNvC1fgm1vYYtjA4OBOvmfBHN
KnZT3DfzOWwjRgylGNt+OAAXPKZLmkFvzMi0QvVSfWRmpgVLbaImaE6qtqONTgcF1w2VcPVDrp5r
MXQQsrNsppdws5mx1XYdtYunFA72dA1PLQYZ73q4+b5/XpWlru1BIa1KebDx2Em0i/M4Ks5xbVG/
PJ/kWGK7SfoF5+sFWVeYq7SNnemAneAWlKFtjaNKV1vLYXLtpm2Oi+vUrSRqXjZO9kKncOxzwe1u
naDJZ1PXsdzK56ad8g9ZVDMoCebO4fkmhu++ZqkgWI/XdJoSYLzNfWyn1ESzdacUy4ls8ghlU5vC
RYWTfIWGGHixedIXY5LCthAs6T8V2Tou7b6BbankLURAhIt0pEUS7RHmw8APHW/GUqfWKrx8XNq1
6c4zXC7oiW7FOr2xZu3HC4qW2qGNa8uCEagtVggCZdoAHlf1dp56cJAN7p2Iuw1hBP7w62aZcTX/
DlFdR38MYhE4TzWugASR64SoG50Y273p5EDq/EBromS8aQ1vk6cMtTLnm2Goy7HfFHFTF6eLnQuU
bJMxts2YthFEp1dTJEYIyZS21L4gfOLDWZbMjr9cUYnGHC5EKdiqN9i53PabDmwi0yjOCVBIoCQd
pk2p8hrOLAm4l9y8TmwNqTytmWLuj2iexvym0RntG+AaV9OwpCNs9esPSdnANTRpNBlN3sVjoolK
266GBUyayWGN6nRWcEFVvOtX25SAtwUKQpaOhi76nPGx469g55ckr4uVtcbBTOC4hSYsbwsL7S/J
QR5f87J5Iun/UPdly7HiapevUi/AH4hJENHRES0BmeTsebghPIIQ8wxP3ytddc6x0y5n17nr2he1
7W2nhJA+fcNa6wvN5DadOzN/oZootYkZuT6SiqVOTawXYUa4BpgmrFTcRVMU1hGIxAp8HzaWZlgF
WRMnoWCGDsj6bZNWQpVM9GqsYAGttsXWCidBo4Up4MdqXEATNIEd7E2FgDQCgZkOHlSNsJiJLC3D
II67Bisop5Fs4HMY9q2ewjb65UyOGmX5DP25+6nQpfTHShtqyYwm08OHbHaK5gJTMWHkwi7NmvWg
Fo12sDLDVpgD2B9hNMu7giuObEnKEwj7hZdFaIx1QMY01fzZwPuBw90Xzk1L47EGn7KJpodwprXs
2BQretYyEquFsVVmnIkLdUqAbGNl5cyyYCKyzFTAxKatg8efiigxcWv0eZbDJTGEIT3daSL61khI
r5WsVE0HP58lqN4uzQy31N08hZSuxsQuzPuIwJ68zAUW7ELWrdnv4yLT+90I1Ey8As6KgsuH8Hmw
V23e1O07Kee891QVjTc61nckLpZhryfdvSyh6XGlA/EYX/aDoncFK8CCnm6laGS1RD02HgizVYsW
t7WKmunrnNkkJ55e96M1MA1FwuFaOpUGh76PhtIMpioZBF1mUZKC1SpipcsYCcvOfCOdTEzcrzLK
bgcYEawPMnLCxBqMSoi3gPNcVetxztL5SQUy8GJCqGVuaKfU4E63nXoYiw6MFl3UwrkRQiR9xhEh
1eZWkY6UDxqkq5K9RBJC8+sE5/ApaiqcSS7N0DFB+SKODoImMd76sFCciwnyAyOCp0FRzWWuQgUo
QBHabq+LVGvj58mpbTw+TL2c9nTI0wynLZ3afBspU9IxLYqH/F4f4UaysrSoGiRlVFabWo1HfdF3
Qspr0yzjTLJeTlq2TEujqGAFGv22A9Sr3Hdh38tFk7SKUrFezW3lOi6rSHuTaTt0C9x81chyoPMI
w7VIsStJojWu2vaJuqmNLnRu8zJPDdhs2yxdIjq7vBlzA/lIrPKMQ9DMtAVjobPgkl0ozdAi9dzJ
ME+83qwU6fZ239JLJWpGbVX3kUGXyTykKXgOo5Pu9HSWc8SyGdbnenSm0eRFXncFbpsobNhsJU23
VtUhti4hEpj1koc5TdvIs4ndGZdIw5mNn4y9hCUcDMjE+caMzl6Lssls6qll00eNC/6zMXhQgYjz
DZxP2q+oHRHLy5ouivxExwldZXNuhZ5pzAmCXSpItQl7qR6VTrtCyLXIjCEF0IQMsg3Uqe1sV0O8
m+56ILuaoItn1FitOC2yiHWYobWk6LNt7UZ03dA3mYqSiGtaSlJisuCWUaZH9qyuw9qSxUtkZXZz
31FSkT1J4UUjgAP/ydpHZSNrr0bjuX5jDZpVBkZYtbD5pOvVQBg1GTegp0LegllJaziPshDl6Nti
7vNriVMMzYhkJtWi1hHU7K2+MUq4VnZC4x4ZI83JtqnMtXnXW1joPOWdMqpaEphTZCizC6ygyAUP
lYk6kPTULEVn/12S4ySxZ2YVUYrEiIIRNyKkYbKiAsQGdePH/+7zT/LylRbiXPV1HKSjWq1RXld3
Mi/+O3aBYZ5k9rSs7Sj8pDkwi7hhQ0Oq68kuw4v/au6nHClqznWV68UQVJYgKy1Ok7ujx3ym0PUB
Tf4h/3NKkooGUkfTJGSQFmlcJp5hzRCDJEYdBiaATuDFQSkycltLU7DtpwwgSRXq4W/CkYi1kiIy
dwIbqUXCFK7XPHKjdOqJKUY96biIbHAbXaPLbPxAUxpRuNCqwilZIkuNsjQFgHarODRvVlEvSIxt
3aAmps5Tek4m9m/KGt94WhS+YpSMQ+BQhA9+XzvtuGxCMrwXakukK6HQcq4W/DcVGuM4h0+ayGMl
daVvpiboIaqnrFJROIrp6oKohesUM9IwzAxnw3SRTVDsjsdAl0wM+DuimEiJzerEcGMMjUfMVqn9
MQ2beulkumZurD5UJC9z0PE6z2il4nRICNRp3uyEllpwyNq27OwWUsxNU9Z7oBGHbgf9gRjBQxPb
1eoIXisUl4YSUbUnEqWTppeORUJdrY6nARYTdkdbSCvSxkUf1WS4zooGtQ2WWn0WjyxMQ6h9IZpF
/D4tKt0kSMRUc9TEXA2nqnC1AZJGXhYpY9OvDHt0+l1mWxHExuTQDLlwP47EXyL1hz+3559i6y9F
OdUiituTL//3VrwAsla8t//r+Gv//rEPSfr/fLXv39A7rH77Y/tUNn/4Xf76BKc8P/2dLx+Bkf6a
yVGV/ssX3/Tx/0YB//Kt6dL2b/7x/00eH+3hNDT3dCzLIcaxyecROPL3evno6vBepPKPoPncsego
Rf/jB/2pog+h+I9mLBrkjpAS/SSi//EvBH2ITHT+dqDXijL7vzX0bfySoeHGgj+GDJWOU/AvDX3t
2BfTMoHQcaCYRVDg+9cifHmr6Bnw19efJfS/nlwbEvwfnwSMG1KMSIKdlPpTUAeNIaziu2411Sxl
zf18pl77AQX+j/X7PsQJErAlcP3JjCFc+yZ66u/TfQ/rxAY3PwekPhYDfhnpVDomhV6jdGyMhBzW
8nAODfHzgyDdhteIduLIHX21QNFR0sWIh/hu4LVg3W6+C331utyJM3WgDxLRt+f4NNDRBH4ydQb0
54CRGOO73OBQC8hmRv2aMOc59oOe6Stz1a7KdXjoXGQoAqQ7dro3IdhzbV8GlluAUIwa/5n6zgdQ
/7dZnZRi0mSMcH9N8V1tLyGHKZd+8eZ4nd96g1s/jbf942gwi5wpNH8wJ34b9sTux3WoQQsfw6or
4tbXYzBvEkTNd81NvyarkDWHpucIwfLVil5/Ot4/HI4fH5naAK8SNEtCAvWkcqZU4JgbSRvfkZe8
Z1BfLB4L3j3YMTOuESMbe+kLzTMHJp9/H/n4wacP/Xngk2PpaLVWq+S41SZkwRhyefPtyzlY1QfB
4LdRTk5mo/cxWob38Z1VM4pMzAMSp0iBApCAAQ0EGjGqCrw/54l+sAe/j2sbGtWQiNNOiQ+9KBI7
J058Z2RenTetH0XT7A02fJcSFRGG4EKFmoJ1kZlJiuxPoKt9w7LaateUKHCdBa1Y1Hc1R3BWbFNi
7JxWwt0Y6RXkHh6V3L6VmQ2p3DALmQDgMNeU92Ki8ZIW1GGkV4Q/6por8wbB+AyfYC6jPy/Qv5WC
+pC2/e0pT8xFTmI6wcWP77SFsm8P0Xa8RK1kF7H+dnomDzorzlS/PwzQbyOe2A34klPfa3N8p18Z
NicFU5jhZV7E7L0Sc/v+rFjZ8Rr6YZ/+502e2AQ0Gan7uiLxXeVlT9Uy9Cabdx6qihuV0wZyqF5/
mFnqZt7IyMQRmTWR59i8l0sUXQZkipfxAqnwZbrA13KvuNo6PGO4jmfl26o4BPkuDZYbCYGv1nS2
kajKwfS6qzfz2tllbnIm8vmApZyOYKOTNTHRcRMIzZMQa2qLSjdqIe4yNnFkQXu2lZfFZf3almxm
FVe8lyFh1Y39MK9jd9q3d9BLUzzx2K6nbtvavhVMB+1KhTlHIfEuckNvRG43YjQAWOtqPFRLlbLw
LeHOw8DM19qAZ+1dqG516F7lIWQJG9YTK1mmsejwNLBzQpcfROjfnvBkL6dxBb3FWInvTNZ5cdC7
+V5hsw+2Q8pmV/WGS9VgchVf2YGBnJg/85ChSukbz2Cy8/gRuhn4f3UFbSrmuN25O+JoqH6b3skr
ngBZBsEgjO+mRbKZVmrMm1u5RJ5/2RYulcxuF+OKrNRNvNIPzqY0z0zgAynw2wROzkHel4Pah9gB
SGRvjFX8kLrzsuD1ejhIfo08jDuubVfyu3rVuA4/bopqVfF21Wxjv16PF/nz4ellvEDPAB9JS37f
8d7VH1DwcFwEB8m2uNMuj8lOVm6HdXcmNfBBDv02fc2x4Ica8GtOJUdjTUKYSIvFXeu2bh7Ummst
nBfTJ27uJz71YJNLz7qavW4vXlve3kTu++8X3o+2y4Zbq6uYAygRJyuIMrsy2VYi7sStdqu9KZfG
qxWzdpVnEBF1jQwaMmw4xyU+9sP6vnE+jXriXMxNJE09z8Rd4pd7c6mwQ7NpF/FqWJ87QmeHOvEl
6hJ10lDBUHKXtwySIzjhvghyL9zBcJ5TBfggLH97pZ+e7MSDqHSnkLTIxZ2xCFejK91wF/LWHTej
C4O0G58Vb3pQg8aF+8iGoLmSLnXF3Zm3+uPB/DSLEw+DTkj/0gwPjUO5GBblcl6kz/E+fnZ20cr0
dK/c9igrbsMdsBPnVJk+aNXf1sCkxLAoYjvnlHadp/lIshBr0HkQN3KTfeqKderGrsIFL9+Hh8rt
3JCVK20N5anW3docxcvfl4B+wP6+zQK9mG2NovEsMqJf75+pc6KyMLAG98FzxgS7v9o+3/piV7Hc
xY5reL8u2HOwfaZs3TB4J27GPY15q0XJYnYIDJ7xvcZB2F9l7N5aPDYs8bPFNWxI7F96ki83setL
luHzgoNn4Pl69nwb+VcZ24cBbmHur3nOa7dhOttGGKJhjxdb6q+LxeOFZPsZv2synzLTNRYquxjd
dDP6233vDl7DQ5enjC8m9/DmHx4uX7xpbydM82ZfsO0eiAim8YKte9da7beG93gdc529o0DEtreP
bsWubyv8/aV2J77fzswIMrYs2HXKMD5DAYDd+2GgeNnHAkC4jMcuPrXBp87sbf9IMbmLws3Y1W5i
r9vHGY/grhXXu9yzmm1SjmkHrn+xui3YwLZ4nteaCf9m+Rr5NiaX8pItbzoe8tf70Lt9DAPBCn4w
cX2l/AplOl7wPdbyuDvG9TPeR8RyluGZUURigckutldu726Dll0vRvY4LR7X/BWi6fjW44iHUvkM
q4m7HIJxbrPYPyJSg8/lcD/jixlPKLctu7TwVqeDhU/JuOHi3Pn4/JZ5BmuZPP7lxTM9b2EzPq50
zq+81c5ichEc/JE9LG8wVZ0veh407IBCHPbt5m53tU75jh02M7bzZrlyOErqrrfarLzLjc1Wjntf
sfWyY1e1F5jeBoNweFqMh9he70+223B4pDPWZ/FgMAM77hB57cpmMO/bju1y5i0hy42Xq/GO7640
tvRi9gpkAhZUX73E7mLwlZW+Ypr/xHY3kyuvI/YY82xhYeG8S/yvZKvo+O4Sdusw6uYs5zG+uXmj
3FuVi3DtrQg/zuyt4L6rYrP13NrvNhgI8+Ql3+6F67177mrxdnR0vN3rtuOrznPYDQyayoaDl3uL
t5kny8rbdquLiW8hzOv3LvFbdynZcqtj/trqFqd7wrba7q9715/45NXuze12b7L7JcWJ6F17oS68
ZetSdrtdX2Dm0oVH5pUcXYfYuvP2t9Jlhfuus6v7V+zk4zGi7D1zveXNLfcOqwkbcLd4wPJl7P12
eT8wrO7kJrunTc1stnuI+MPkj97Kay8m12az13vKonBjlqxDhrsdfxY5gxPnL7HY5SpmkYtPPX5e
xx3XdIGOY96Nd4PZtd4q5FcX988DW49ugwWhDCfPb1gdXN+qeGPWwsYSXlA3vVFZuix39Srnq2b5
u4H70IT6zb6dFAA00DDRrQ72DZUWdq+s72f3edtg19ziTeHABjHfGlzD0hf8+XrRelnwgrRBFdzZ
bHP0XXuv8nV+9d95hY6tI5DWiE1Ps9OouRPA7GqBzEEeqF6E8sqiDCJU0q8AOkMCathbS0h05Z7O
c2y439flQ5Th27p8Gv7kBnZiJ7aMvDn6hNrFY7EbAwo7uBCevguX1t7yy5Xcn0uP/xTsOCoab6u6
hcTi6TOrYBP0tj6Iu6YWaI5ghsCPJQg2SPWUo1knSutlwaOxPkc2/dF/c5CwtI7xvGmd6kxnmQ3K
uYKBB28O1Hf73XgY7rV7RCTllh6Ua/tPl/sf5af/T4dyHFoUPuV/MCSgn7o/ivc/rlqkn5tWvDT/
H2Sg0SL106761qF10Yn87elfrYo/Oroef+Gv/qz0fyx0X4VPQQCFOyayEZX91Z+VoM8q/B6C/DBy
yAQIin/nltF4HU6IpaE5q6Ma2CpwRP9KLdP/QbdqfBf/IZbFv+j/JLV8kl6CMvPxkyzV1o9Zdh0e
0FfHJ2nHqNOzeKvUA/KDaZ9HvG4roJasSOaDq6LQezBJo6FdVwHKo4cKRzcHFnrgvZk2MKiBbFHY
cD8t4OHP8/c54f31gPw5KaTPDQ3JJ41aH7H8p9xqluWVqo2QQZ+m8ipLFfOhHKYUrT6MUD46TjTc
OEPq3JtmR86lMo/BxH8Mwl9Dozs1FkM1iHnKHksHTQl7mmzzMlH8yMnNzZABVaNoQj20E4mff3/S
n4bTVELRZRcHkuondlnPRt2mabK1jTTB1RDX2UsCaNBjaBeV29OMvv4+3vF1nj7e5/G0r69bB6ej
7jAeQQbKs6VaBlbVqAs7wZe/j3QM57+NpGEBbeRaTP0jUf/pHcaiBp58llslzdttosgsAH2lP8OD
/mmjaKgM2Q5F8peeDqI0idNZjdgWdlcspj4h7zW6KG4moHMDLWyr566ykPhOLe3M032Nmf7cJppN
cV4wKk7vyTo2clbzPIq3kabbOqqShg5a8xBd2rNpX+Zj16+Beu05cLPKZZgU1T+TOPxrfIcct6hh
4pycxMQOBVfVVDG+LFSvrMWwiIaqPpMx+WFzQiMENsaGTChujePqf3qFUBFok7aIt8IW5kunTsqC
qHNyMUoZb7Wybg+/75iT6PvjoYCW1VXU2wwMeqrPpI22xKUZbRNAs9f1WCr3hdDEoVD18MLWlPHB
mbJmMVmAkqsdwCg+nIqUcnXIJ//3qfxwTHAcj39wLPVvr7fPe5jNMNq2HSRD2jI13LADLr9zinNa
Zj+MBNoEaO+qrjpIrJxkxbpakTlQkpteayMgm0QS1A5kXIYqSZa/P9PHYTg5kTrKkSq4KQaBsMLJ
68wqWDKa6OjXJch1i6V8pKW0n0tHzt1qoJF1S0PA7jlQ0/IpVNA/gwNUN5xJxP5wcgxcOHhSG8VW
51S1cDSBPyststHKbkqZ2dCJl3FnbMtZll6mzvN2IsCrAQCRBVlqNGfy7z/saVRQUa/FvYIOMqfK
rxCtTWiv65sikvZSm5zWl1DcdROgw/2Q5FHwzxfdIBR+HnHQ7gb37Ncz1DlGjJtX2xjEqgBEqKWZ
cehxFMjEVrS7H9CibVPHdncnoBK7VMJcv6uT9lzy8KdF/zyLk10GQx/SrtQ2NaSS99o0RTsnCXUO
RSLrQjUb9SJPpn4BXkW5aHUnPrPzfrgKDAJBFkvHpoPXeZJcsXIZi2Emm3bM5pVsNXNJQOX9Z6p3
H9bDwNVGKPS+cKGeasu2Qx0Cw0g2Sqi2HngA2gJ8B+QoSH5OBeKk5PjnUKhS6JYGF82EP/b1pUKI
v1fMnmxApqO1V1pTc0VjyBYZLVrjMVw30XZSmyEQ2qS5udHIjZkolcryzKyu6VAUOxNC0rsxHRLA
hszans7FNV9zpn/OEJQdnSCw0iGRcLLt7LyJFcMcN6Ssp81QN4YHTcn0oInBWkxRPF7GCerPjZjD
oOyczi/qsQrCgpbn9v/3iRDVMnRLh6uLq/IjJPl0h4CPo/SVYq0VQKz2YSoSNxJG55l21VxYuKzX
qoj0SzU1RUCrZlpAUyxHtk89K2j8g/kjqk3wsnRgPOBXnpg/HeyOwrbNdV+D0BFOsttGmQAwOyuR
SadxdFlT2i0dMvXuTAbii87sb89Ygx9Wg9i6Bj0FFKo1/ZTdn+FNgC5N1ybob+4IVKKXjHq+LchM
N0D0hjuzqRUwI2h+6YhRLHNJnZWw8ujizES+XzsfKwGe+RHwYhknRxI9JPSedMY6BLPxNbQAZY3M
MbDRHFbP+rp3K/AjgqitAUmuVPEOEa3+3i6r3CWxPgcxECss7416Zw+TcQ6LctybX+8pouGSOsZL
GlzH09NFwHDG+ulrUxORwp0uNsHTnoxAg0b6tsqeQhXtoOFo5S4Q3aGXdaHmwpvv1ohQ4ooVej89
nVmuozv3bUo6Qd4Y06IAFn898JHRjgDCq2u9E13IdDTRPcyiqV0I2FAelWV6OaEHMzgMzRP04gtm
24UThH0xXcSg+pzrR/rdmmOBYH9UWDsHLuhJlQI0wETEVF9Hk4wWNT0iueuRGKwDkcSb0Q71egoF
+F5Gme8UHVfN76vx4/CmeSymHg3gKWKya02DNgPS8UAv+1PsIG1GOrB/BmdEpSIfuosafdoWoPQ8
SGqck2c9SWIcTRueHgODogPCFeK0r+9CAGytppRAXbaplobSCkD1CnBszVS9SGuHPAKZU785WUxr
UF5FGABXHdDENpiG9XGPwvL/OAox4Ug4yOWYKKOAh/N1RmmujGE9J2tRFMDR1wRbdZ6iglkyMhqu
txZwPxRu3tIK6879/WV8v1tNAocZxgRLQXD7fR1biQdD6k6ytkmZXLZDPC3yVDuHdPnhwsMoAL8R
mFCs+6nXZIq21Coo+lb5qLzN1XQly+m1zgDIhLEQeERqQDTKoIskDQW0EwEyysxS50Bz6ChUdPr8
ULSGAdaRXZ3rSXJc3a9nE3OzVMeB/4y7/1SOLA3L1KoxNyyQthxBD9xlhiP8cNQibud0ZFMRoptQ
F54x5seV/TquhWoVglsMbuFWOVl52erHLtXKyrakjapEYdct6HF9jixlV5QC7MUQwhvaEI3ngr+P
DXU6tH10dODK42I9fWS7Jnqq9vEaPJZso1eKyrJBoIVmQm4bsKh4axFgPebxIuor6JUOtembytT4
CqIKViq1PNTIBXMCDtFVJOyFPZXyciZmvc2qvudolftSq911NyT6CpSNxMvBq+HoFqZ4o+5ckELd
qCFwzb9v5e+uOWpvuoGbEd4C/LfjVv/kKtBapDCvdKVVx6MCHrntznGoL2oTnQg9XZvP3YLfz85x
QBtbB/EIkqInbxDbBnxYw1qN1Im8COILvpRVzv/xU+GAqpoJ3Mkx4DkZRBVJOSuJucoUEh56agDs
VOVoFzoRkqIWMcfK1e8Dfr/aKfw+R7dwVo/2+fjvn5YxR1dF+B/1qp0q4TpQOfXSmEB718zPqQUj
Yjo5A/BV4AEjfYj3hgfUT2xxlafdmKSWp83SaP0qMrWCN5Ga36m5hRZetoAEE7PCbL7TShgxNmPz
aR4d9D4PQCa2thpYqDEzlUZfqoOctSWYlnXM57GKO6+zpmRPhkYADpTb1iKFqEoInttUvHbFnL2B
nNFUV1BvkDM3IFZV8qZK9duhTuUGLQ6cF2h4T7FLSVw+kdGgLWs1qx08w47NwRtCO32py45mDCDx
bmBQREl2JV5XhxC4bRxf67RM8nrMTM8xZiXiBWTCXkBQnjcZqYbGzW29npkoGjXE5etohA1lCg0x
aCRIBk2o7gVGoH6v0nlcy4L2PX52kOADpV363pT5CBEXfbLeCoqGhAhY1fcG1IYLXQxpxOKypgOP
NEKegYxKI1eR81wyivDiKSksEK17cEEfwfmdRlbkaQrR2kFN1sC/yosuTUHeo9RQrpET0OJFmKYl
WAcCAoLrOTEKwGNRkBGs0cYMPO4QaHpwwhIsXgEiHJD0RZB0Ts61pFLeasRCNy0ay4UsHi0HO7ic
SO/RPG3JAsB1tGlJ4/pO67q8dx3SDpWfxFFVeZURxjOo0AlYeFObUME168jkh89mvuuxWq/UPrXu
61y2g6vjzgSJPMvxK0UzOwZXxTSBRYbW6+BJo2KyLtCnTLgdkr8Nb9UUir1pH1YuVawS7DAzjwcW
55MDqkWOW9FtdHtYNmAlZqyt4lhxC11kBTcrM9xnNZoDMwt1scqVitAOBqTa4kWd9MOqTeoeReFp
qiJugXFpM1nWmE+lQpvLC63ILCAVLEi47h2ZFh6aYYJGrEj7xYSKvMHzvMWugiTh2DPwXvtbHIMj
VVQ1p4Q5JghM4PMZU6A3evYAB0srGSxP+Az1oOMrySOlY5mYZNBptL6FURxHHk2jfp0BsHgfg2JX
e7IZ9VcLxEnBoHBhXNaprlE3bAvRueiqPE5YQ3U+Jq5yU2J3TubVoBoKcLE6hkfv6Qoti610WKd2
lZqLHqrcKqvbvpLLCBwRsRJQYhIM4kUoBihNh9ayYUsVylQqp5fSEuCCVVmaa+grWpCFGCQ0IEo6
g/CV1pFw3KiYS5UTJc5N1mDzdGsjEYUAH5jCS3c0NFlcDMWoF2yqzSHlYZ3BZ8oGJ8l4SW0r5ZAL
6Tq3mtowxwsoIBiSR7J/tpKeqkw1aPxIZ5CP8aJwHfoO2HQbY1DnRa+KPAUDJ0lusZE7i0V5lO5L
+IUxh8Y/wTfQNmCjp85QuUNuRlVAClNfjvVkFSw00W/dmycFYiXqmNfropQzQHR4yT36narhs2FF
SenpUrVBea+bwnSHKlPapVaU7UNo20m7p200XEJmREt5FYq+ZToWMvIV6K2BQCjFwCv0FQCuYFBL
203R8x5MvqGrJFQodLhQ6QwZAeiA2GrmtqLvZFCDAa+zvrFo5uGqdF7KSSWGl84hiH1OSTN7I6cS
jDTwUIaJJWgisYNwB2yOEZb2c1QZwKhNyJG/zFRqqwys62s9MSSwLNiRKiukVDLonc0aGHZomNhw
KaG3xklXNlcQuqC1m0IxAzVtYic6smY5LHRadTl82/LoawuhdTeik6bkZCjyBMnvBJ5JR/JpN2fK
fKPbEP3jUQ9eZpQUs43QblDeIatkTuAqgtzFLHNUwByGdj6zJnjbPJlgeJnUmn4LqUPoj0DRvLiw
dBROGR2d4U4l/fBgAom9xUqZGrNiO7nBC+gvI6ghXmkiRS82O8v7iWcRCKfoAFkYiQcQmwMqoz6i
7f3okDj3Id9PrxwEthRyYCgq8EZPtI2lm/OD08EFYy10IsGQ7p0j+Nok0NGw61KN3EIMlcX63p4z
dzJwp3BIE+ivpj2IrZ7kicknPGG5NJU5vtIMvbxD1kV77tVifBlp1lmeFSvZDUUUe0DjEudWsYxh
F+kQz2ARFCotL29Uq2NgB86CzWB9ClclYSj9VgzgPcdmmTLoqOLNOHQ0LV6XBkIyETVo6QrHXDkU
aDyIq69Nh6Vw9OROM3ryhsxseEhRVZuYpY4W2NdmmEAzZqYos8HX3qSQhUGEXc/owQD3vkSz0mHG
LWlBgA89clS1eh+gm9ItYXWh7DGAg5l4pZ1anSvaBtK9PTZl4ZZdLYtVY5rDvTM0lun1oqdpAIG6
5L5KHNm7OFddG0wmser1ZMfK9aRQ01MqaLgs0iGLWgZVicRhUKZNbyA35BQMuinWHi0LINrZZWUE
Cd8RVDZuZRScsszOEmz6biIbOC3I3yfKWNZ8mBRYbRPtLk3WKuGRro4eTm8jKjg5NwvcuHyajbrj
tDadPihHma/mBI4EgcHbiwE1ljcQ+rslwV0DYQt0WOxWI3T7JY+FXkC6gxT2vjYKAeERPYJJ12Wp
PxpKJisXztBccNAYJwDgE6t/kLUlgkFrwFiodD3P+QgK3CUIz1XEJk37v9Sd13LcyNalnwgTMJkw
t4UyLBpJJCVK3TeIVht4DyQSePr5klVn/iYVI825nCuGKFYBSGRuu/Za5V8hbbM11hk8TUfEoIJw
NwhnSGJowuYnsu8NtOrkVVbMoHf95+grvRxFMKjxYVnl6p1TlGZvmr4anR2NVsEU9lrJP7MtST9M
m9/9ueRDyQR0M5ePog6s760XpYqqSiPqPROIDC1PcwSRlCMqMcUrlEoYnKh49vxJf6ix8jS3iNdx
CvM0ZLuBqTvAxn1l39oDI5u3SRIs1te6lbo82VDLQdawQPkG7cTAHPMiE0s8ONgfYsKVxOKTEI5i
nsCqDAGBHSXZstfsKBWPRVN5h7KbbHfntmzNna6K1tllM2X0QxZt84vfJsQUqs87imh0pw6VL4dv
Y+8UyT4NgrRAjsbPvub24P/lo+fQxI0i7Nlpnbt/iTlYHiVdQyb43QrMt5CD/6iSwMEC1jAz7Ia1
BpThNawgaj/E0Tu5LbhzlB87iOYC5orhNPLkt8zKs/s19cPnbUvX55UK7GfPyYQ8W43h3yH9ikDK
2UmXH8JJKxmnmeruJhv6sH3gUfoXDL7/LYdl6vaT8uRnyDT15yhMoeCgoIn929wkgGHH7pKPGW2c
5RjV85Q89XJIGXCRcjIRFmwQ8eJtY75Lx7BTcRMUkXM0gfWDRazQxbpojO9pB/UYLGv2ew2PwR7y
dPEQunI8dE41ZSdieWzKsowACYVnux+saIHxJmFA2Y5LfvO721I2Bvpsh/pQYH4f5KzU503adX8u
bLg0bnroyx4r2QYnjEzenIq1ExtcWwzs7BI3Ew0TLCL5O8ns+qmrguzQQcsz76Y0LMEeLBt+Ev1v
scRjbtV+LAr4SnaFBUr3uNWTlR1FtTjOwbXLciPEnaN/HLh/wlgnY13u61bx+taonpyHqBRueuwi
AdVIE07C39vzBgHIuiXyualU9aXL+NSxxOWLWFnj9JvKmFOB1CLo67swYfolRpsDEvtZrfKvYm0L
MC66zike8072vhOO3wl0Ixu6GCRCjtM6Uf1RHewocbWG7byPJhF8a62csoDlb/Vnu68lYZoiVj9I
RUn6YPtJ+rXLF+eBPvL2uw51+SKmxrsNq9kwtLnL+hTVcOLFLWLJJ1/DBrGDbKIn/FnVejLskMmN
p8bPqi2ik2cNtRPnJcHWyRtc69AQenkPmsV5nFHDKW66XIb3+FvBAHxuBwTX2Qgvl3cD04POdnQ5
2qduG9TnRqS2D3mHvY37kKH/77Vo1W9r1axPNZuq2jfRVDQ7S89ts4/6ZvJvMK8Jod/q2GW8FVV/
Rz8mgQCEkjNvf+2Yliu00H8NlaGqy8SoH7aUhzl046h+8ygvQirmpO5fek1LdjTEeMeuXxMW2JuS
Z2uVbRWn41p+oDVd/RNshb3so2AT31pXIiBv5XA3xKnTNvI2L7Re9la36uVmCErIZ1K3HzPESIdo
iKlsl2pnVbqnomg4ZfaoGw0itmbp16Ay7PVe2GJmR6lElscEpQ24waqk3kMOk/5NUStQMb7Xn/bV
ZOlv/lDM4hQsdvJP5Sj3LCELpPaFPfrNNCY+ZBMT52fewnLAvjcpJGGufokGjvZYjfXHMIWMKR42
BhnvvdCqnpOU3Pcm6EOd7T2ILB620mZCh9gPHh7VryLO4DT7ng2jnTKA3rr+HmBbP+5GAZddHDnV
HIdLA4WGD33op9kV27TrU/KZPenN8s9WDtZ8HBDPqWKQIYumRhEFvzX85mFd+vFpVJXzqUpYGhiU
ypr5ET+Jvo0zRuLYjfAAQVbX1tWugxLTird0tr6BXIK4IevpfB+ZFav/gSDJ+twXIVC3bUaxh3CJ
+dpdD1OLCUKdEKp8yaR67MGCAWS4IFY71Msyq6NVS9gOB1q1x0HORMx1m6OFXROVmphPEGaPTSbV
w9DJYjn4rd6ieJqz6HfhMrx2oOrSlbgVq/2YDjB6xUMf5ozg2EP3wbDvWDs952STrbbW3+Ab6z30
YHTYHhem4D4PUzYMRydz0y+vpZr/Ch/3/zi/3f3dPE/D339PDHD/f4CZM+qY//ch7fiP5o+/6MH8
DVHCtBrInPn7K2JOgn3zqMqBiJORGQij4PsfxJxp6l7Hr0PvfzmCarSgfkGtkI7A/4HICQf0HN9B
x5nOlqmA/TfD11ziX3VeIitBE9VxfCE9UHzQb72tp9WM5YPvCdOvjp82C0M226h8+2C7QRg0cdn0
aYrdg/mth7tTblrEOYFEo49l1835CyJDC3yeC7RLxsnWTgIn2Twh1t0e0l4vxQpj5ZQSsg/eJjlZ
IWQq2KQSZrrUvfHrchzzE73ePuB4VfXidXGaBq2td1U695TTi2ypuK8UGCH3lVoLsuinMYXHBY7L
voZ677bW7P/2EEI+Gjx6BNVhAB+eo4K/IHxy2i/MZZm7aywIANODP7Q2l9ZZqjjSqz9V/LmUhOLu
jTWWSfBseWUwjvugTybbuYPBEeXxUwmdGWJNIflkBysZCLrur8H2nHk5bmi0wBBaQKATBGTEIf3/
m77PLaXuQw1/qsERTnDz3AtIDLlaD+sGj92jkcctDH2vhXUi94FEP/Zn29x/Ps85j50Vruy//2s3
frpU0v+NP3zb4TKvnJF9F8Uaok70dd+TpA8lfIZVsQwvmzfoNDgzlZ9sy61dLMqX0Oe0PiruMMKV
63JuKUV227M1lctU3DDKIv3y5ue387bDwe2AonNCamySAWczI/N2B+Yym9xI6+TLCM6UraELO8UR
OD45TQ38QJulUktWd9mj5Vadr+51jlvJf1HKfm0m/U/fwdwIxxIkqy/gqYzC942ujZy2oBwQfGGG
v5X1BzWQwBSnYShzXzxGvJCE2srMfqyo+lE1aanb9cpha+UrHAYroi6z+aGWNVqyfT13cnI+BoVa
PetjDfw0JBGZ5rR80C1UoQ9hXTr+489X822bgYegV2TwIYCtMBLwEr5dTeAcop9kt37Rbl9kcucr
yPrqgwAeEK0nqmPwQt5GSAu1NHJ/fmnnFXfxZgUDcEDgRthapof7OhH2r+J8TXMQbiQv/eLXiDck
n2eoNYMe9licdX5KIInl4kGuzBkQ7VATwNjWqKL+odnk2HgfOnfTnIgsp7yaHpRysm3ZzZCUmH2R
QuMLj2nmEPB/bOfadeXJnxtjTiAWa/lOIBdrQCIF4IDqZ6s2Ff2WUKjR3VPXRAWnWGRwqjDSKGdL
oNVSsa+ZRQKn7/ekEK00B3ccK26TGmPAN0deN2N3VjXM3FE94lijnZXnxiYlFoRG0960ffhLKMxA
C8d5EGZDEHf9bM42VUtov+Lw8i30q8xX21OR81xajMawaBi9+GUI4tI8nqZAjO/OI869Rs2Li4sW
Hs7sz4SMdFnvRmh+l27X+o3df8eINqxwA0Eft7fZY4b+XQJ5k7NHhN7O1mY3RHUBLy2FLTRoz2u6
wAryWHR5yStpuiBVyWMHQbdv/QHxn1n2KkiJQz/DiFnp7jcFHyS/9NaG9f5ql6AmHconLhW1myKB
cxm5tI3ivTGwm5r4U7oE5q6h/Ot4LvS2lfUsFFlPENeX++ytfLGem25kryLCE6QZLFdkcDV5XLXY
ZPX57Fcyog4BMhEI6Lh4PZXRyeI1Xb8qNc7X/ygvFlVPaauf6hpc0qFPS4jATjKv9OR+nlvKKf0x
l/Q/qq+TWkK6FyQWhKu3ZdaYB14oBvjznWuvIzamSdyUJf352XjlZ397NEBXRAIXhKvlcLxr/2V+
AmHtFk4v7SxQB44hUyKPiK82z+oHzZL5MJuxaQhlHX60Tb9wd9c/8XJq0v3eK8gMH0GiGWfttS5M
kKdpCYblWVHirsf9XMEhGJyizDWnrBt8xz/JuoC5bqdLb5DiuXCAKaY5ASNsu/J5auFr3p5sXYzp
06ILqf17uDKpv2476Xbg+O68iwN1EUwv4cgOUi5w+Yfj2WZ/oxVsdrujVmdwPhAEG5stBQx/DItD
5MY+GFbZj9anzmkruyPOHhV4lq9Xb+dolzlN2GKha47i3orshRHRbm14H7jHgmcdAiiXpzgVRWrb
x6bI6B7c09Ycxj8RS1s4uM4kXXys52xzZ+2taupH/1aWsFJFh7p2YDc91dJpUE4uHbha7QNti80t
fmkF30ZUIe1ynKqN/fM8H0v87k13yGJjk2T5HPibaO1jnai1pHDRsDldaEJgFXU+JELUBfS0oDcg
4IRGK3Pknbd6C1Z5awElif/Su5k+ME7NFDdBCvwY6G1wbsp8zYcvcnIXHn5TKHfbh2rskzF6mDol
uyeML8j84zTZo17+jEzZdT1pmFkz60/oV+2ifogcPXv+yV1a1Ydxk1QK71LD4FqQVQ1oJQUPVghl
yXmgCj7mv8C3vkUliNABtxzZgP4MJt6njf7Wu8EUbgH07N1nBwUW4FO5gl48L3YlsW1fHJukkL13
Rml0WrrTsNogsD7//CC/i1a4A86xA9sSTXxzmM3//8vFbcPgyGXrl+e0Bb4mvy621nI9WhTO2fIl
Aktq3WX+MPGuHQDcvN0gqD3knf7b+2DUSYLNQCFUiB9WouxdUft93z1fbCOFLWOQOfm4/eOUQIFZ
H5bKjcyB4NQTjhi8KKfk57fxLtwgi7GZ7HGFD3RdCvf9Zi9KUx+lY8ELGa22hp7GieD93MGs2bjh
P/6EuEB5VwhNofIXCi0/vAkuTKQTMH4UmFV4Fzdua0vtvdy6ZwqTftd8wlhAob5XSWTqfVfj4zUz
hOpnL1NqfUmYxqt+SWFjUrF/p1BX2g03Aq/iEsm+X4OlCls6AlH33GZg1JwP3uWAZUXD27uppglz
fgrLduC4XYOYugZJpu4zxMUWe1c2coPL0ikzY7JLyyY2zOccl5dBko1dFJ18fabLF3sEktl4Xqo1
GdN4yTQQWyoRnTXpz7lltXPxcUrqqbUO1PZB+ZxDkcH6fec2ygQaSyL8/ru0QA/1lI7X1qL35Yo0
H55S+K3ZxZ09zMV6S4ZUqRxETULQScsbvUg4/i/p2BQN9DIp9C0Lv7yafzqXbv99HDYT5IwRKP/x
Xknt5cmpdGzjNBxAjx6FNoyoBIGgxq390uhtwMc4zSbw8RcP2NrDOlGflX058X8lrQNuVrSSVOtu
20yaeKRNZCXOVzQHKvgMQEc6+iExcgZDPBUpz4i6zkROcz90UJfS9V+TxAY5FSYJfNIAyzpI5QV6
3/RTKED660Qdz7e6L6xLi6fdcvOyj+STJbew0VvhFhC/MTHLArZGWrt8g753jTH40AEdN3fC4tH1
FcZfdWqzuZV83iDTeqhC2JvXsx8OGV8m9ZrxJ+4lVbU4Xfzl9QMOx5qN0uBzSSaJ2cwCJ6AH+Gqi
/9yA/DLog57VJAbYbOxCCV3f4OhNBNgshAvEop2O+OFedtTY+OamJ+1X+NOqw8PDBC4TTOiBgMD4
akdbFpcTOkNM7LjlrFV29OpmTWmvN7WAlP2bDiDSTu+gss6nOUY9IUj6Qz63xCP2FMmtPI6qmZZ/
+iR4jd6daWWNrKJti2UXFmViQ/DdqIlkClp49rjv5UU4xsHlaGwTVNHuzbSVHu2QXZLVKrTu6y0d
cr+k1r/2ttrnVhFm/9TkAyBEoBOB5/hRVNOmg9uB0TneQtHACZveQEZeteME2X6O7XixhL2p/tYq
cEvQQjc2tLTASkeAtUeq6el25zMzkXcf6mSFmPaZE7O1W7+vEyQLspNd+bkJX+EBo4iMSEQo67Nz
OU82/OysZ512tVT7QnlM9MSEaR5lyjX3Si4UpINJFK7ZzfV9O3RGCY+aSzgFMNd8y9UrW+iyYLmj
YLVYkksI/XPD/YP1ZFCBeQIPbwp6K3qfqvVV70CA32ZPF/9BxYDQzuOJ9KNctMJ7CX8xmYiwyow8
sg0UZ/vn9/CD82DyCrcREZnAgMgg0ltf2udBW6jBUo+2O1f6Eb5rv3xYG5KJF6tBrnM9QoVf4dZ+
ftlX+Pe/YnFGryJfhEyGRmFAn/39s4fdZlttsKTPgRdt2/p9hCo4E3tFut9PX+pQzj7ER1SvSrgx
29nBuRRpFvEGkaJgvY6KwTkyq8lVRTHG9AvHRSAFZ6WBfWIXe8UfJJbGFtDimbr2YwSYnPeIoIoD
8JxmqySS8tKkDEGRbYFVuY++u4X5s7065qTKEg2j7TlBhHM8gqp1TVC9kHozpn+JH1OVaYLK623B
SRrh9kXhGItQWVY0DM8hkALat7qfe1QrnQaRn3U3NHChO9C7E9EXCIQgd+PQr8kbe0h+4Z9fl/HN
MvNOGUSShMPMB4Gke/t6C79eZB5NA7TdCV2+k1NH4LapLLmdtg4LDepsfHD6bKSp5DhZH7QHTF65
yruoTKZt+xJlFljrm6XbOFSHuq+CsDs6jAJa0c3IZBsrlW2FwzrgPBKYki2n6sFGrPQ4011f2Fmx
nNxODKVzTLMA+aLYJaN2YPrCQ3TevvISYFq/SPXEW9gg0RAby6cMY4gzPSDg74JURqEWRDmq+Slq
Nt8Z/qANNBBO58M4c6y81uGiOydcZjZIk68wH8VFKzZn2OeYtfAzQ8uC31EsMwUBx2Yc86UjteUP
2k4vQbG3V4ihS0oNs6ntFJcvRuWoKABGzoABl0NkDWw2QNo2ZuwOsLlf54dsSgkTzzQ3oFU/1oiK
sdhTYxmnj65OmYu/e9BmWt45Gyo6n8H+6wzSlpxK1nKruwVxjoNtlYMId86Cs4ceAwUYjU5Qn9jR
nD/qzqM+ekMhJUKjEoEn5SApMUazg76HxK3PKNLplUawvOsmRJDNs0+5Yx8xkbXf/CIZe58vkGcz
kSUIFG16uz9Ut4tR51EC/c0jKpBKdd8onJT6ccu8FJNmQkOcZFZAXV4ctSvMifq5qXlv4Sg422wB
Un6TrfwQpbc9Lm2FB/CRw1ZtL/JiUgF0BWwByJ4VVyRPwvT+19dlgsKM0hs4u/2+piq7xc8RsxCP
YOK4ruhGUy5fQBhwZoDWYVYCZJD53c+v+258gb1vugmReWIDPf5hqLbK8kYPy7Y9KoetzzNOfe3l
8TUrwA9kbnuLRGEQQP5E0aOTn/qK1DhHcyhjaJNKgiiC4dxmunfWnTsSbn6jkhPSKPtFBvWKuP63
fXJdgMu8FlI6ANJ4w7f2KdJ2PefCyx51Es4k42GJCBdWdPDH8HdCrSKN9i6yT8OXQo2UxuIGlGLx
J2n2TEpxzfiSbom2DpDMVBXN3vM6WKj3QxeYhf752r4r24euS7oJCpnVBflMwfzt7Y69XYSaGbtP
cl01hsQ3UzLIYwhv5V/dq3/Olz4q9tJAe9eTPSCTCW7C9RLSv5/fzA8bm6HsEFD5K1ODHbzvIZho
zIhNqcfGn3POkj0zQmLUUlD8hIIIuJh+HJsl315+fl3nx1UQEIJyqALJ0fqhuhKlOiUHF1iaoLem
czMoU+VuGlQTytidpKnSbm07I49CiJ+15eM1tE1HzziMKRoToq4lXE3+Ip1847avhc+66/11phqD
sAPBs0JYOv/gpNk2bftA1wiPUopFwTD/5+cP9Y67j1PDGD2OknfrmLDs/XGNxJptUhXq8Vr4joCD
+h9npwcxdsgDEE3djaJmvDX7pvT7Mr3JG3ecuti3KxOWpOPS8zTT4EI3Y9B6SBOwj6kKPm2dCBLm
zIrZ96zYnkYqBDtPAOcuj72vbWCtQZ3Jcj4HwEZK7yQmixzji4LzwLYOl5jMXZhNIZcRmWnQDNTO
Xn9Qcxh/y7YQPNJuC8Yi1YcAoarKO/kWqEDUjRrfZgqwKjM3jG7nXk3WMxNcYK6+X1/HBq6D/Gab
V/PixrFpUbSBVaRNebi0cqrhqC7lfwqZNbv5WrKvdIYL3M/04kBVd1aHT7mvPBBUcDxC7bcuJ9Lp
sAYIwBQ4Sk/ntLa7FjG5kin0MA6Uk2e/Uk3+wdvQjvVoqkFu4prZmXeO35dZuomgnB4V0jacya0l
WfxeoX9uArcuN2sYOFUynce8lL80vj9e3hwKB+4dQwRKSeStgSDWgvV9VN3jtWIs3MbGv6C7aXR4
8tdOopAgx4e4Sgte+i+Mv6FteVMIcSVWHzZv02GMnB+ePwPoUkCzrT6lPvjUAOUb4jdK0V46F3Ms
l2TT0Z7b2UiBeyo7vEAmVNgjKNv1LbnbNQVG0dGUZ2cMMr9MOst0S5pL6+WaNTHMzV5KRjnYwW5q
UoU0pSVfr3rdWbWoTCtpSOepljdrgDoOcHV7mgt/PzlrYHVoHCVYjXxX5Q24jl9YyB8MlU/J1fOo
S5k2vfO+sa4rH2AvPfJPVxNF1id45dfA3aMq0H8vkfqZzr7feOyW1c8a/bjUwy/zrPcBKeSDIfuB
zhw8ItBpvMuzElSHZLpWGoD9ZKUSbHHNNZZyrjDVUch+/Lk9ezeMDPUBoxdokEphmpERldK3O3Gx
pJ+2yZx+zkSSe14MyJS82IwcjBYhY5tF6o9FBAwLTeOUoElTYesqHZc2paCB2RD6Yr86nD9kffRG
WQITD9KC+dFljbqa1rats89phJbNsls9JMiLY0mrkvD3EqAt9OL0Y2fNrEmNgB0vbHv1M7g1UT5I
dBSM56UUxDL6wPPLB7B75u1dDGWdevX2EiCvWHSnLeBdPKFpR5c/HqvadLUvAWhP7MwpHP2VaPTa
Psw9kNMAkGuw9ufKgTMLbNaoVlAOtU8/lOkDaA7u+6iZ7BWhtKCT+5GJTY42yo4z6WUzg7Mvb9TS
v5aThsjEs6ibwm8UhzPKFW6sLzXSn7/u97EAh57ePbgHh4gABo5322ueHNTMaMc8XxP4eggmdWxz
6GiPVABW8HCy43j/KiAy9ux/4jdpumlMUTMdST+AeYj3MYjbrXmYBK3+tFp2pIEYgdLtqxd6UDB8
/PwRKWu/vRh7xnA1QWHE/nFM2f3tlhZ6c8MWl/opa5lO6kGjCuXZO/Dp3dDsZSZAiN3U7mTKgnDX
sH/StHPAxyOxbn50VdLyhwntY96YZwREni91HeV4q/m71z6pTMDMyJiZUHJ43jLzhL/77uzxuwIr
Q7ZH1dfkj+g0AyO+EwSjjDFOi6dtdz+ryHwVrnHjNkK6ENazM9L/GmKnmGf1sjh5semDKraumOIa
GRcPdvLLjVrZbB4s0K75cJIiV/ohq0jd3TOT/ZKv77aNVtuupCykbfDF3hhxzUt/taF/NCBoDv4s
qr40l4VYyIr0+rXWFGLg33PQ3PI+0iBX+XpbF6PvQ90faSn6Ox/U5rg9plSVeYBG9D2kDv5QZqxZ
PtYGCZIx6FU1O6dXW65vVrswjkwRv/v1DVKCncho6CFsBESQ0KWC5E5qxV1nboKQ731KM5UXtpka
qn3OCAM2RgTMYEZxbJWoki2eCFupXGegbpPgMaHp7P+eMEDEreReI2mTlVSjcEnXd1BuJQVExv5E
3yRP13Mc2aVP7ZlBxTHrDsDfN8/7MNvo2+o4ql3kDM9e6WyAMawhNffH6F0D3MmJGAdICGgn88ot
bR6Z6uhS9LvRppbsgV0tLd48pt4EEi2o/v9sIYtIiRfjNk40W4dkWsVa71t6kAOY41b0LKJwupEd
iqCJV1s3ZbKm/PLaJ0IHyLGT29wm7NY34CVonO0BOQZj+mArJhNSg4CntH4qV6Z1gg+d3Wudfc4S
tx6HF9cHms10FNVwVqMLZrmsZ5q17Mxz3vVmvyPeaf5PeStzZhMCwM79NUgBWEHI9KCnoof8uIg0
s6quGP38Y9FnJfc457Ljo784z68u6F/Gg8Qck8Wp9uCv4RC9D7m5Omgg1GkZWrWoEO03AEqMFw01
81IM4jRgLBlrmnyaGPEFjHFFbYQXfNaazY6sKQm3rsGVuH6X9sGLBTolTL8tCVsHZlnPB1W+vxam
AYfQiu9tqH+SmEl+IDh7MhyrQYpEZGA7zrobbVZX0fczbaQRVVWQIJeGS2RnFEe1THBDzLkY8Nx2
QexJvoK/y9QY+gJtvBxVxUMmBsti9JOGeAp5llXSLKWRE5H6kDd4tCJCmPP5WG0pUzWvptG0D64N
/J6pBJrtu3agrkdJPW+6JDjQpF666a5yHK+O/vPB1a16C5JPgMFrHfe9Cla0pacNWbO9RIoX/vDN
Qezu6zWMS71O1R3SB7JWDHZa7HqANJcQDxJwk7BeOkFX4I2LZiG7HZmsZPi4dSVgtV2YMKCffG6Y
csq4S+/S5WjHjPG3u8FY4oxoajXB4zWGHLc0sZght+rZ1NSwnXWLEK0/1QO7s4vURI/mGj9eQSGF
HNGT/VSITTr9TbmOpknl9qtpxJHkeEOyl4qKVn6iRLDy8Su2JbkEr3AJeLzEawPvijByO8Il/L5N
i6RDVyUBnLeb7B4pztGhItkc3FFuVXtuSgKYIL72DRjRShHJZdIa3MIv+Eiohb33bFRqMIieGbin
cvk+WBPZ5BN7TenHJm3pIh7wTGHTHvFKrMBhpBrBEtFUNEaHAS2/+nA9zVGbdXW4WxlmXeuzG/al
ZP7enuf5fkqk1RxhXjGKoqwcExQbKh8Ng4JIYr+MoDEIvSjIUvmaq9zgDpd1MFcw3UP9GAgAQOBh
otr8LjJztuyLpDBdm456YS3i0SKKXA9qpuIIwGoezJf4c0eSuivHzOm/C3ciGKuRd+er0JA3TfAm
DExmVpD3UtUHVGjQeyCjPEKlfilM8cJabApBZNGv4DMSLe6xsDntHzkp9Nl3DXnyeu8GEYBY1Oas
AVvOiMUrxE2n3jozJK6TfN6VWhFiH2e3M3U+mKiAdCFuSLL/6NGMLZ8hVCDYu4SBui5N6z43ABUI
YWuwOttxHtK6rQ/X/kE5ATHL43VGeBH/y2vo7i5xayds8/gMGBoYRIhOSd7eqgXT1+4Hhc76Y8v8
rkG+2xv1jPku3WoT3MIwaGJFv/QxK8LuzISoD/kCT3Sthl1rlUOvSmLLkUltPzgXfm+C2Um7Nl4q
0H2ToRUnquimiRInWm8LZOd4VdcbDnoHhfrjNIQGhjuCleSatl2OZuHcMQng02DCeyCEzdo1EbEE
72+5u7bw0nT+KO0GrO4JWecC8VS3zwTF44UZHa6dBzrlvtbL4s1NxGjTY5mX8H7GARjE3DoyJbma
SnsbrJTtppn/c2+KdF6i9DFXS5cOZ5eJ8+ycgUzGxzMhP3MBNqVmSW0Gbfk0xr8nNFgji9656mjS
2i0is6k1DC+D35kK3NWhhUz/9yXCz0nDjTkt9tW9uS4mwBSxIUpPS2mbjpzukLM+bJaJBq4fd+15
HFpIeFKKXAyZMjX+MQkGWvtR5ZpWB6I0Hfelw9r0CydtaswxkwtB97Tmtfb9/SWJCZrEYECwl2yx
6z9a1I/5LOmueeuT0LkG7vYK4bk2UkrHClP7BjGibdI7pgy7LjtC5xvazx3FtJJwSrqD6U35SJqr
+9Zi0Nm7k6nTZAgyXbpk18PInHKAzhYCpI7V7dvVNuclvbww7QuzyS6ZaNTRFypvoO40dcvdeNlr
s9rEeYHssg7vmOjwVbruGZ97dUxXh1ExtMmSOBPo0aOqbAzSkUJvLvsYuWAveaaB4Sz2bU+FefUP
Vgdcod1fn1guQ4cMgp416McPbdsYk0QyCIVb3KIl3XyvXs3IwrHEHuAGOo0OSr5BpAXUrUiZT7mr
OhyYPkGwRbuNGaM6K287FwH4bl8BM1fRh4l8hD05KWneVxH6PT345VIgstbewKciyV4kLQ9pOQIl
WnhNL/a0OaWfxddejVK2KTpfu38Q8EgMK6VEU2Z2MCi0mZqIMb1st9JX4h1fMcjlMBvbY8HPgGnD
sxpswXX1tskaeWQkZu35jCRr+AkkhkxjtTTmdpxCmMouw4zYBiZMzCetYJkdYo2g6V370DoVGE/w
uaj/ouoKzzUjZyMMQkX3HKS8MvtQOi7I0UM5z2kw3/6nck11kPtm2tCcyDIZOnOgL82JPsmMYfKa
ylmPee3r6A9RDi7WyS0j4e8mH9oCtSvGkbk0aruZ8lWB0NDrMVusJbE8uWOedaPctNOMHjrVJ2bj
EVFXO+dyllWY+/Rf8xYKYNBRVPtlcM51aB4Q+KwN6HVg5o5/Xc9kgD44rVQ0yLOB33Yqys3WL2w8
0THISXfTaEckkM3nXs6gcsNSmwppufY1pgBKOOMbLpn9kDM5XN75hGR98ymJNmOweqdLuCNN7sT/
XSOza9MGNdMSXeJWuUUVvqxBEE7njFCON3S9H7RvjU9zXxuFmtHTznu6vq+5AmMDEG0uBCkSGaFl
DHZGR9KMTRTA1afjUmfUhR6uYLEq9RCUPl8zA9VlZoMuzUDE89RGfW/JY94DXv07XWyKSElumleZ
8ihk6NfSlaEEM9vmUoUYwUazpzHPr4uM6edfzEi1armH/2AbGNLTpDz2QQU+xaBYjowmLCcGrcyh
61TushtS0xb/Dp8gDnSNtjZMwIq+HpPrA04h/SZ2jV2/Qi2rxpiFEdhD//1qYihgcwDgkjIFsKu7
TKrFXBnIkGD1rxa7nhefR75AEspL0ZahS3OK3NyyuX3lAzBtPimUU3GCqq3NsXMuzRZ4Ssx1Ot2Y
/G2+OMihYZ4RB7G1Jn65dq5hpDD9iHTLDCz0mjz2KGjzOdkwLwlvCeMD/Kv1CRw45kVtvP8cjsYN
XFuJ5cUCbq+1w+G1nrReupubmF93XYAE2LAz8+ZbeIQpf8I4yHkx+MRrA7RAeJr9WWpB7cu9gD9q
rc1Vip5ZvvaMkGuH2w/8iuHQu1pI82mf7v72kjNWmsjziNW09a0LygfcyvW5r5vouhjXky1Fazre
46VFFuqgYWddH/9qhKOAY+jtJgIxH0bFhTo+YYwDaDmIMxcg2dlVFet3XC7BXzPLDce9Smpm7R0k
oFZQ3cuBAUSknmSfLH9TjcVY7qskmYhp3bEP/N8FvySWvZRTepV43ngoGY5Jgl0zQXdk7VLG7PmU
xHlQlIDk3KSyQFVCPpbM5tW4KUXX3yFi8aicbPUg+aHCYOEi7OqBvFVAzzVFD0veF6aU0XjMGu8H
WZkfkcgBsVEDFYn+w1OAWH830FIezAu1OagDtMXVBzpV3O7kzeRae+AyVc9UYOGW3RcYpUzJxhvg
C0TGZdP/m7PzWq7b2Nb1E6EKOdzOyKxM27pBibaMnIFGePr9Nbq5y6KqpH3O1Sp70eScQIcx/jTk
ylUIAgXEwD9ozCBRiFCLgZBzaSLMgp8f3Viih7/urN92EzILilGedBS2Y7O53+BkKcFW5MM0ztOc
cc00zAAOlnw8OQWP5gUXilw5gz1vDWM/cpE7+b1ad7/+FD8yETDfiK9txi7YaLEDrhgJWf5HpdtL
vLtIou0pKRupi1XsqFlS/EHFczNRYSv2P0jN39P+P2L//Hncn3x5qHDUDvZPyKQQBnZRBuQ+2bUr
+bmpIxgav7GiAACpqLuSrDL5GFFNYJis94P9bPg/UKZvRmvxaeBkcHpZJIOyyJ23+CwCk4DCzMtp
RlnQDAEfab3JhsnAOEyDjAnCQBiYTvYICEA0j7yoNGtlXw59I6VHugdHP0jC8ntYZ8pfEgqqgco2
ihnGvt6ShQIWngS7HHQyaLa/TU2YVOJjUdSyQdO60QxY0WceIHDU+jva4aenjswjgiUn6kyyDvsU
pP+89MBMCRcxBvsxdCrOCH1eMg5ZsvpqBTA7XpadZC7sBi3FjCP+krvi1yvwR1Cchw5JD9dAepiF
CesnziVHj9oNXiweU2+ROnuG1ssDQzWBG3l28vytZ2nC+fUf/mkDesSTWqR5wnc4FhjXj0vfHkMs
apE7PXqqysJDTETvvaZwJ7dDz6ALQJFNUep+T1Sz9uuP8fb7S20FVzoTIHzQ+Z/UCtNsiSGp5vIR
95FCLVOf1wCEnVESsUEwFZz0qv/1X34btI6sQ6o6CJtBegVK8hbQ6ETG/AbmaT+kTMbmwi2DmGb3
HOZd25MU03HvvqD1lLTIokAHwvHkJcymlVe5GwdJ/JnEyRw9+68/29slivGCZ+GxpSML0uQtZeEP
GzKAIDYfNKziKXHlOEU0aWqJzqRALR80G1T5RBXZ9MP/h0Pq7XAMnhOhkiSlE7NqoVj76ZAk/idE
098/FKJwN7S56pkguRTmxzUZO3c6TdYYmN/KwpfljOX0tfWtIwOhSI5RhxEGGDoJIj+/8USZOr8b
Q/B2KRNjTjA/IX/QlkyGfivQ4ZoRCPaj4PHVFKcWKil7kgFpwpw+Kcw8mgNMqkiarK3y+Ji/fmWe
8wYf823yBs0wYCujiPpJ0kQpICSauz7mhMdxN4tuIA3zMRJEJj0ny2LIIYHGio3vw6acgNrcnPlo
x0uS0FHcP42BRwzlVYZZNP+28ZgU31LDws3kHPyBcBgDVIASHS/0akhGvElCNN6zZSecw0CbMDku
ki2euK7eu4ozHF+eGUihqUZLm2QRI7r5Goy3e0EHgUDsVa+hz/QOUxK/cppxas7kzglvLqhtGjzM
py7s7HSGhsWQvbEewpAqVB8Wfgnu9CnB2ZSlR4x9pPGcwZidIWRUWZFLa6YoyJ0OriaR2G3CNyDE
proWTiOlDkk4yJVc2imBE+fAo5ZtT6ZHWtt413cparUzKEhqPv/67b2Z3Qz5jlWIPYcgFyTL+im9
Ngg54WaYwkeNErfq61P60RDfcRmZcYgPlMw9WLweUgjDmpJi64urU5bUIp/kNWZuhVTub+4opYPK
A6e/dgUt1XwxCWYlqKPrQj/+HQn5loPE9o+8g9MDBxIiobf7wcFyDgBs9g80g61X/403P3XqC0Yg
uiPtwdRuua02pAkBKyftqDryUhFIBdNvnu/bSsuPiL1nmzo+akMe9ZtKy4zJKTRYUwySCUM599fr
x7a4RVfhGp9C6mwKzQBhdPWnzSHGgl1EHtF8jskyG9HTQmToPJ9rKoVgOugPP5eNbHiQ+4bhV3po
Z7jdOFBZRTgrY2O8/Po7/CiPoD5DqeJj6/IxiZFc/la2I1b0SyQoDw/BZow9woAhrhwCKRdwr5TE
xf+P6iAg1trxHNhkMlotxPVvLumy6+jJvepBE4q6gu9UfU6OQEaz0PkIne3faDPevi+OMY9XhmkJ
xZnzU31eiE4KN+b2IUvzgMOyovn2v77+/TJAKPqedHTJvMWWwCR+8+uH/dPfRxJOWtRejhLM5b35
5jXT28c1tNJ7bY2YOdRkT/2Da6uyPIQPt52NM/h3KqWfPgCvGcET5wIhCCZXzI+P3gc+9ok0GO5Q
0u0noLs32fryS4xRImusv6rDwdpnQ/DHrx+A/IL/JR5JmUYTjnKBey36+VIrltnFipqs9zkH5PY5
DKchvKSDHwPy8KF7Y7j4Nmbh32xU+8egDzlwhtKfyVoIdKU6623pUXiOcLaq6e9xFqXd9BQQpLM+
E7eUb7eaTK8Jy3D+GK1estrsG9nuopeXrUsW27nEv7t8onEdAoR6DFgGWcjqS29XEu3SbD2dgLyl
4CYr1hBGLJOCWzhcjz0pf9LwBasqFRG/fqxvKyvksSxsRKZo76j+3zY55Pu1S2Nb+f0YCWe/de2s
CA7EApAEd57qQnj5q/fLW6FJXiZMdMKUPTaCxt+85LdHCopO6n6X0To2R/ZPrchcjlHijGt+z+RZ
KjsysSC1VGWnYMBff/mf/xwnF+wdRkhEsZR0P67pPPM8OMzNuyOWJAAoy22J9rqloIAd3e73Da73
JiyDZwzQiPKGnRx6JoaaN39yGOKli6gR77QAON/9iktStdvzNMySa5M+elHep+uIk+7Y1/7gtk/2
NG5tecEkHZv9PRn+BVCqRiu1ocpLUK2DrUQ9gOpCBOz2rJVFTTxH2O0anF3vvW0aS5I0+a3yYljR
ZeCMi1dJYTFDQPYcVCpy7ZZ+JcmxNIa7wYSFrANUcNfjl0ri5U1C0llBVkkifUyTnh8PlWKqqWdJ
QeYoBoFmm7gEI8tUHVoXXQOXKSpp46qETTUaWJksTVlQckekpMdv5rGMOyi+IzYqVEGZIt5EbUiD
3kZoFD+Ps0XCkj3eOP6IbgqapPaAJUU7ya8kUyJeLVJD7kuAXiNpsbfJDdfE4UaB1celhA5VR1HK
FvBlTSp/uIS94ZI2OfdGv/rXocKRE93m3YbhXIEzpjnPfO8cjmRzLl6Cxf69eli6WdHHca48xho4
02QBSbf19qzRFnBN2d3ZO+ajsGHANYkT7xpUs/bMNb/GuAPJm1OSOd0JhnYkH2bQCWlV1lxo484y
4yPbQeb/6ux0W+DWbuZ+KAnVE3gcQDhdKjNgzPZfKmTi/fqNBJBvozvn+Mq8pMzGA1YtD2NRlfIt
wUazfbnWls0DNCZbGiLRB/T1pWVbRf5dZbdzdE96+zB9zsmIwAoIv+Bt0UmVVtiBagoxk3kjFXwo
8QCJc8x71wUo7HD6f0P4lAXHEcLF787CbCVCnmT4Up+ndUxhrGE9jAQxPcJMcfAtUsCcc1MWWHIO
/CsQzLHITe/ak/XLEq2BFMgLRk+yeH9uitUofWN03iWFjy/4pEF4DXXZijjXMHQ8IUt8YfiUkKUZ
EIT71JvdXKTko07F9mUmEXJ7Jnffmr9XqDiJy0gZoOc9L/ye7RlufZr+Bsyw3GdIcTG9Ix6HKTMX
w2iN9Tlwt8UY3+Hek3kz3uZK2rjAMj8gZ8w3ayhPg+KBNUNAuoDUX2Ip2tmmMJOdZgBezWKlV/Yt
ysI2b2BzAnjH7aLFAJyGnAXXrYr8npzHsBgNuCeFsHPySqylV6eALuCi1XezP6rQtfIPallP/sKW
LfaNK0wwdoJfRWgPzVmMplyGSqwQG/AdN61hG4KBEErZo1r1AlMoC1NpOnPbzj0TLSa5Ftup7WIP
jgBXneQvtKPLzxmi159lMOIEhFumCdNy8z4WT0HhJDNCL63nrJeUy1Z/U7XEwtXHBmaWcNlYMxdn
I/tFoalqqxdhFBp/CK8XzjlSR5fm/hzPq+Xxt7srx13Hau5+S/2YdGZAz3ALNi1DPaR7W7EmQL3c
Xhq4L0OTk1hLV13Uw6D4xNkk5vMyUl3AnenUgyTpxk9tZRN42TieqIDwFcmhGCo/XCTUOc1byQsE
rZFPaFvwWaBO4MlEyUmxaJttNtANrjJNVd0k9UoRBAY/L2WC3YsO+hlnmF3vREjoLs7Zl2kA1I7a
IrUkydJZqZc+elnjb+TNqIMyq+OQQ7RaGo/NWDSpWeTHOjKI3jhEhotKpVObbVa/b2c7emddwy9k
hPF2D3G+xo13wDJtmawCpWFSr+Z1be+n3sBT4JAP0MbzyNRJiVGDj2eFvZQjccnKWyAfU8l5Kfpe
iwqURMate9n9JItkhsXk75ebgo401+7sPaA+HhTIOOWW3IIuURG8V19JQ3qwX9Zl3Q1E5ifHts14
p1FnBMQWouLoMXbXRi89MRaCD563OsTxQrtU6SQdyBYyVb38q/dyZ9//d7HtBqB53Qb2vagL+fOO
Ai6IjZMPgME28lZOSpO1pV+QSS4pP2hvZbplH/NhzdEK6WuOyQbUNHO4yXtNYz9FM+5wucLV141I
xfkg3AQC6NGhzICsKlRE0ajOFUJfUfJdJslAG2c0iZ7ZoHIYJddJnQ6h92cbTxKrL20UbJQJ6p8s
BeAv6q+r2g09kWwcNIBfUCqxjgoOVL4cefSckXhSpaAoUO4cOs7KYkhouJoPnb9Tbe3Yhl973FXp
HwnkMrMXgUmM72VOGL9yWpelkLe6JiVbOAsuRA1pz25COSnjHJBv5JNMBhC2YMVq+1UEQ2dgA8OI
B1AXM+e1cC4G83qM5ugqCfvgEgEG2NTO8j4BM3bL8IgVJ07qkw8AOA3nyTQJ4zmPSriulm2kcgh0
JaCvewKTOAFus86eUAKSE7fV0THpGtzlUKaVYzDmvm/k++UN8cH1gawLR73QAQMkZl+sUgSl+dm6
5+L+oDvE0qtWyR0rk15kEGqAHavFB2WjZNlr3EkVVVrjhUVHyo2iOZFHJp5DuWJgzNh3DAvxKLTI
8JPnrJOPEwsGaUy6fBrhn8fmlCnTTq8i6WKbbq4hrhXik3gMJ6nSk9aeIAKTVaWrfyP1Ib+RG11i
o1U6Srmf1oa1naDrCJWKx+Qq4FMNcNTsBXUfRXaEUMtAEwwBo04nVTz1qjxEHSJPC838JopnJ7oJ
7YtifvXy3LJd49jNMmJBFaQKqBpUZYvu2Cc9T6RWZaOqQ5HEk+SQB/e6zSu+F8ILI5SpQGo1Twmy
ULQnas/lUuDcHaA2HLSd/YB2LLgNx7prsktmkn38UqmX3fhozZ/HnFQEkgxSNIYfHN+UhLsjkmQQ
n+NE1ISWL7vhnxBGKQejBZCCA6XoMfIdpPcUJQ1CU5UICXmmNiEjjOsYj5qDXwevFGjnYvxf6XEa
XMn4aLNLrkRzFuUF778bSq9r3ptz5uB7rzKoBDnJCkUtzO5+Wus9hmx+Y5xVGGZb6d9qsMJI5rEg
XJdgitQ/dLnYkSxuyaI+joLDaD6uJkQuLL0SNTqlJ7WE/B2CIA7BmpTlyDm1Cwd09VoshlyLFlcy
K0c/ZG1B5IbGD3uUcrN0eRqUhAhDaj2GZ5qQpWlPblYmQ/7Xr/vJtxgF4YfEe2JiIxKRPJu3QOPm
+UuTJXV5V5Ut4myE2Kqe3yRfvComS9tM/p/+ME4hWnjgGWB/D/LqLRRXFs7Yhc2W3uVl2oUvK51C
gMi/JYGFJIrOWKr6XHNVcMz/+g+/JUOA+GloQxfeDNZDjg3/sYU2jJAwTIaz3NTz2obuLcDq6Cd3
ERkzSLiROExBeN1st7fQ0WxTOpT10c1WhzQbnzu1tx+K/WgZTZJHincoAqe5ff/rD/mWyYW+DUNA
bCdAuWL+HHm0onYJglY4Vy1MUnLERcfF9bmEfIkrb0vjQuwMcytIol7CIPy0jKJt22tTEvJG2HrV
A+X3TWY0yRHRHFrjQ8UycMiJVDl9XVqVJblDDJhg1sjk9SXzOlIqVSc9V8S5gOOq3eLtrMCvv6a1
w5//wcjgzi0f5zyTpdASmAxw/PFlmEh7WJvCvoxeuhlM+smT2iUzL4qsjhi7kUiDjqSpjNr/uDGY
L07OhO2mzTtb5cj5DhU3/WPQW8aLxaQHQTDVTqjoWDytxwbfRIJ7qAJ04OnJJAfEGI9pujX9Yw+X
vZrHismnbo5v1pS+j3oup4BMENJu6OzmaUyJKKRzWTkIuz2lDvmUJM5d0QoMhhEOBmLtJ3lHvOhc
oKZkUIBxRGO3WeLaEqkzZHA6g9cyKJPk2eoK6DvY3wgYRbtwXr3KCZ4Lctwx2QauMQ3FORYbiuD7
zo6pq6/bRMbBE2qstaKBQanDxAyG4mRNfi3XqI4fyQmXcDpXjTH3JwQ6bbQ+rf0QOuTwR5lEDTwj
JCj6ZmU0NGS+OeB9W07OHGdGcda1ljcM4WL8wcx6b2EMltOTzHpoMBobn93ZND1iC5uoX8sLM7uB
nq9Z6JWc9fOKGQCj9TauDBfKxDBAC+wag0oxKjFOp+Bv4nbS/JrQgjBMPC1qzHmnvhtnlt2mgjg1
mzajcc5xehsre/gkliFgitHorHTyR05GVJ+3FbFFU/8Z3dCGNcrsIsIsPtAZ5sxCMvMmMAfifqe2
+Daly2y+UP3a4e3U9paVHIuFnH34LSQPMGc6vVM1TVnI5Lvm3BfxtDI4I2xlfJLyKuhIU10LMEtT
hhqrvk1sjTQ4jwVjdihRMQJNA1Xs7E3VwabCE/+ojZTkNXxfGvgzNgN/JfWsP81OI4ixy0Mjf/7N
FiMG4kccGgwYEJijnRhqF8nAW1Molr0aHUHr3YqGCR/igJI1afLPFrJKcjE5CeObgHwcD3azZP5W
1LfkdjCf4WYuiUJlfMWSgYeNuBtPLfFID/M8tmBzk5V8LsuJWJzIrZL50Q6qYTimC4PoTJ7BxGbm
vkyKO8Su4HjFsYzGwTxNPf9feq3sghDzvCBW585oSb26TtgiiO1vMvEtHoo1vzheNuOCs63+IzEI
WXPuWmZlHfst9Fa8Ab493/poOMtL48RRe+riJBiP2bggSD1ZY7FY91FUt09GsJJHb+L2CQ5TxTyO
mW5wO9Rp2J5AZ5roLvFw1JCpUwcPhAbU0XlGTRzyZYvgU1lP1uPUu2LGmeLYXy2fkVLl4g3+AZQo
f+qraDoxT8F6XqolQQfff/PTtHs2LLt4Kl1jsQ7b6CICOcAWxpUg7islmPQBuAou/LR4DAKLjrnT
V4P5gAfH+CcSiXMl35AxPJghzuiak2PgDeEN39U6m0bKGcRYseazT6jKYUAAQlBXtD2MW+wmjOkK
1i9m6W4XWH23OQqrHN6JrGvfx07bPyb4bi7FOnofx9BwrnEkRwnlrUwyBDy4h8yrryadw8kCu5XR
MsEjyUPJTUug6Wez9by/VjtMv8TD2H9YYecfEuLHbsuhH5nNhX2OMULMNOGA3M7+kruonrZ8uTWd
cbpv0EK9a+zBOm9zn5+L3EXJWoiWSSWBtf7TMo3hUze58/vKNcc7QsrSpzkwqwJtUt6dy6rf7nFU
RZ9I3SrvrCT23oeoo91DTprrAbV4eG8ifv1SelP/JSLW7orixjiCk8Q3Xj+13CaAbszxwgsJaBq6
N67w60/tONfNUWrwL84qjG/M824eIuZeHiGUxk8os21k9r1znYPGfrSdxDjNm9i+F33cvCR+RjbP
GjOQTTAOb9hi68UiQe0maNbixsm89d1mG+Ojnwzt1UqFuE3nHBtTvK3oybMwP2Z9474nqZjJI+Qc
M0gssOKzQe9637Yu06/CsA+Ym1PE/6I0fo78ZnqxuN6u6BSjQ0HQAyYvj/MwK8zPLgfw2ViK8J2X
BMGNs2UN8WQDXwBY2PscUsxjnZ/x2Z6asKm/TVXuZQec0c0DS5M2IWpn9oldY+4ilIz6orAeEgJm
vi2Za9x1do/7i3bn1uM4+dA0GRZS8rSeyZhh0N0m8m9pXWTMjbJr1PPeXIOUxBamZqLgUAkLBx/q
XNYvHKiVc7D5n/zAxVOALWHJY1yQ0f3JzKTp4uFZvS2mduLMSDdGfOTr+GHmsoGNH+rrRMzVIQSG
/uQjtrQPcdVYRXE0MpHSIYOfL+JSJtXwlxWM9VNKsXY2ZljnUywCk1kyQHMMCKqe55w8QOZ8/JFu
9nhLov3fYnCefXB/sr+L5WJMAQM/Iptxmn7QGrfW2BXRA1hddcMXK50j5VH7REWRRgyNnWOmTXc2
V3JqgO9gXWs5Xms0sAfIKvMbCorlOEceIwLc1vjLSEabdrDPmB3Dpyr/8bfau8lTw71vtrX7im3N
uCtoadhc7vKYuM58N2VDjuLD96oTyRbdXzN3x721ev4XYuq6D1Xcme6pTovx4q+z/2xbQ9Wf4tjo
74LRC0jrpyD+bqRVuqKJbEfyPWyCxM6pN2SP3eJMhNrEQ3tqC+Z2M4QL13H4J6R9eLSHfiUckCd8
N4nKPpnNjDR984ePDSFu58nO0+wCimF+TGACBNNxq5gv1HCWIOb9iB3f+GCRAfe9cVaOnyhzHvCi
5IwBs0fzbiYP7Rw6U/UZeyYo27KF32KnSb4USBqGQyMlKgeeQvvJinLvki8WqexZ3JfXpAmzr64/
DTeBsaYv7oB+wGW6H4koM92hv9nlYWHKCVsTy+2FgL/uLrOz+kTIFiiYW8SnPGuzf8I27Y4UvuGH
HiSNeDg3uSnDbaGhlyMOPTu5rzYmHHXZ+sQH/zsf/OrvbrNqyE9SApvC4ezunPGMPDfjv4Kjuyvc
MXrCtOSe18zrL043J9XBm7P2lHuG9+C2i8/AOfMr2Tru/VIseABLZ7zOkSUl7+zdU9a35Z+ba6dk
f3sNU0KKMbppXdF/9skgIkmtKLInIzHsI5dw87HuF3HjR8Z2a3KaXed1jW9c/nZ+CoRrfExDIQj3
A/csL0teMMSoYHpg/l2p60EJpaJ4y0KSIorNkpkh2dZJIE5ZxtqNQi07ZiSMU0XaUZLh19LtokqW
UKiHjh3RqrZhlvqkj1rJXnCg0M8p2DMcixTgEF8eAannkfS/MjouZcKwpOcA4yx1bM4MCH7EU5lW
FFeyKVV83kZezFQfzHbCOHUARICfW7Ix6f6IvahiXKUGWrYaaQdlP66026j2avdvjb1CXRAFehwq
Um1P6yTE9oi6Julv+hh6g3SqpF1b5kXNfv2UM5tKTIck8sb8PBHml56NoXf6k2HUMsEwrtfwu0nk
anxHZL1VYWIqKPEM5hvMlw76vf7gzl2c/zl6STO2xJcMTfaRMM/YsgBmi9I27yF9F8+/En+QdNlh
IlKWsOOZAP31PKJwDIm8YdLigeCHBJ9WPOdcXAfCN6Qdalhg3DTDmTOnM0XMR6VzUohRtCehMRGP
uWcoXrJq/E7gcDEhkMSQ4P3zGkJnt2HxOMMvJ3er6bPFwqBpr3ERQ7KDuxWb/42CLMjOUz5PxhVd
S1G/16n81QY13vA6ErhBxZJECOBCepCUxxikwhr+pWeVMhtznWW7sHiVhGLwXeA9flKlcWYaEkbT
9AKqfuygB1xq3fBBR8hpR1cUu6Xvn2OHy69/opYCLZ+1mUkRJ85kb1V+3EJjWJMrCV8tf1MRi8ZG
hOCtwgclCUJ+1c6VaK0wMiSpX2WdS4kY2nFpLVWURKr+naZjtPGqmZmNbd+kJuMS+Xa78lz1EdoO
oYyuQhnBuowZjs0tXZCErs0ZtwpRQcoDozkk9WkKJ+Td1kq4rNFDzewISzJnGEbjupSHT7hYt2kg
PGHcwvU5Gek3AY+mudJ9r739LhZN3/w7Rn7Q5/f0xVjRGILoe2Z7tyWM4BA4irj8cbGQQ88mVzMr
aqLaBxSGqfJLhUxRYzNapiupizhAgQJoHVsGceC9LVBkkHheYAm9atdI04XSjdmlM3CvpkAVXueb
IQ9dWwhHu0qh5BOb7mA8h4zzs74T4J40UJZxWHsBq8eX8OKunJVKhDS8pVknavTQMDGEWIJt3ghe
uVpNPzGsWT+rzrWXBdFHYAibWLwdPRbK6StsZkO5342mAL491A41EX49ZYDRILKjeJi6aSUH9arh
Va/pFZaFrAZAreJmg5ISaSRfaEzBUnoPeeG24H8adQx2lbq20tJZSNjQX1Jrya/VjN+a2icu+pVq
kFhIPopr4/fClldDBcJzDwYEGN5SuRw7qX54WVWC4bRBmDQ4iuY0qWTgTOd+IQpQ5kaO6GdMpsTm
dA64zbwlnAhu3A13mofWpj+/E4IeZXGZGdoeSnLVlueFXLDhRds4myjDFaiVFQOoVManmIduHQg8
2fUIUbZG64nkx3X5mnMsmJ9NEnxbTucozasL1lIhvtK1Zd9qmTI8w5dHVvHRTMuJyOHFYUwVKG+X
u8/pluTlQ+YT7n7p6cf8D+osGX2YfQi1HVcfkwrPgeFhGmVY4mj+L5KuNp2mGbURQyhbXCUy+UTt
cuSg0EZnbVkWu0qcCU0sybqdJF9PjAOeNsQSlU8oj9Id9+xa7+scLFb0d5NSSr8U3igb/V5J1/Sm
3c0RCgUaYlOqOrDcSyJobDGpf6zWJq6+tTYRZdMBQG1ZzcPqEqjMaL0dVNRRREpjQ4Sx/DgY2MV2
XasQRUwc1G5LP7jnOrXRjOhDPaK+KNpKgvXhyji3mPZx+VMxo9bQJDwpV2XDb3tMpOIP1I1dILTi
4KoXV972drg75B0AFf7lHJuSNVJ6JnVG62t+DSBs2qhYne+Dh26jwubNZIAP2ruMM0jqXBQNZK+B
HChQksxqL0wabkrvszrKCCaWzjrNhiveeVAAikk8IvKCWen2q3GQPzjtVEfM0B5UXcpsD+4lP6K1
rHKntoJ0uemdDt/pKwwzTEJW+k6AH+kZVMsE2ExeP03Xyi+vooiZeCCvH+3ZaGp7aSBDhF0x31wf
xD5yAXY7FmEp+0FvL50xmSCKIz1FqJp5XWq9jIp2y7NZihcchm9tz75YybK/XVboLtJACwDginq+
YZJqcNasV7fkmC1uhV/KkwBoUNY8ikFd20j6iGrEAE13sMom46TXvgGVw/ias7rGktcVuGi5yGYl
tFDvTZug9MtWxr6GsHt+b9cn8rjx51hez5lyVARNsBMCOwNJesLEiVcT8scQedrgOKL43aMd+j3M
wd0KMfU3MdPZnelMaExTlnfAn2HXXy1G+oXw0ZG/LCRW+hWL/0p6V2HiWg1Ac8RdUaXSdSiIFkVi
P6FIIE7oUDglLt4bzYlpebDj9pLPQRctq1Is+k7aHsu6bMe/h9JqJvuT07uVm508U6zBfLGsVUaA
mURD8mQUh96ISHpBXjV0FPCSPS8pHz/4+5VjlIO8aFVqQ0IDKi2Ru85aexopieVvJY1QPkDCEWQF
wEhxrqsYGSLPylRpmery4t/72Kcd6aeFSFShfaLZmGZ5MAjuaNob9ByEyd01JPvy0RjNyLJxR3OT
XucK4rk8CYOW8oTsgBlMT8zEoDU9JU66BMVJz0XQXq4oJLfC/pKTdVRGyG73nayXsdrQDDwenfgx
yYxlQxNEemXTfR0stFTnhmEwYj1Bn7t8C13pOOr9Z5UROOMLE0/25bXL1ZKkaVjaRYTUqDr7wZDx
rEy3l6eu9jDrIADlicuUAoJ4FCnI0g+w6Bk7SgLMXEqBUDP1cofmcSqJtWwJ5DXb9nsK6AB7wiPs
jZyoHJIohxx9IBlILJd0D9md3GjGbq1lEpqH1jIhiE9JuGvHnk5/0IFvxkDuKHYllXWqdTktzgFe
s+OatC4fmHDfDc5TQ9HHcLw6xxmBKZgrmP8uaaqNuK0iLycg+oWZBLI0MOMEwm9EMMkjqn0CmRhg
MlIdkda2YDVm0GSBqAvEGVVixZipvYzW0kJMnkwTuhWGkwXD6TXRjmFYvBdLjZfqKFr4YMomo25E
EWG88u4NbBd8Am2a9oZKktUrs4DgIfPVLez+W1F4e96AKm0BYXpeoFJkNv06sMj0mulbWxLxiHlk
3M0Y96TnX8MohmO4ZtizdnN4TTlGVSa3jRKRhaUpN5l+rkR/y52CuEBuwyUe5e41Z44T7xANxHiY
p6Vv56o6qrsNKF1qLVbAyPkcOOZWN8gWnZxcVL1mdOdB2P/egAykQDJifj/2MxWHqUWWzJWQRlvd
Jq3E+A7WqcZcDP+hOtKkGaQ+bczTkWemLnm9p5kHp747PXF+6VTg3moFjJ/hjotJfbmoVAB9YBvK
b86Xl/kBenpYpUQIWq0TKHlDuDry1NUcq7sy1qfHNstvJABkj47EYyuvHH1ko0SSZ/tkkuGGhFOZ
wsucWBPvpHIlETS47RXRlTNbt+1efWt1oNE6TE66TzOLk+88kVjGl1EPWi25CIUiz0j9K1vJglTm
i6389q9vUyknk36QL990F/CmAwJwSqhtIDkC+/0kjaiE0HNVr6B4k+EzojhCuXkwyXGr20MCswWM
D+RkEjqmZLTqPThjKF+60jb1YSI9vEpdnaiSW1/kEb0TfypSEQz6n4AP5CvSGi3Es/KCtgYvDRm5
EDJFlmgLtSm6AedUfnmNCFcKDoJ85HKtlSk+VfLfnjR1Kih0mwZ/71VFpz7yyID17VkLLpWMMCUY
h1ektV5KwsOUA7nU1T3gK0ADjHKf6bVtUrA0OJ189ua6yLgI+TClYEW5w9ERyqM2wubA807sRnZi
eoidsAKJo5D3JbM1tp5QBeJVgTeIEBbTIl/GyhHNL2tAsPktOoxcZ0nopnfzUEvwIVTW/qTc9hOD
Rvidsl2Tn2WvYXS1KKIZsd5JhvoijBvjORmQ3CiRtUpjYKCMPPzHvWJToE3ihCCYRw90MGDsAtcN
74ZmVOYP6HiDymDZkqqw53LOiy2VPKrY1Vc3szmpMl3l3+pS5kdRhilhKVpyqvsOVIMF4+/QiNIh
6hAVVUUNuzq4UpV+4rZSCpmrk6LIJ9GCjVLexMadpcZ4EXxH/6OVMfpegGrb0TK11vWzM1JnkWfb
DrfoHadqzQVJCN9DxzVoNQiKDyldVeVTjLe6e0FmTssfcJDJ16vgLjNrd5hM5YDoOQBmW4iaAq8Y
jG0gcDSdiieiasxtPnbmEllUPbKdafJeCtZUqQ2nIGU32vnmbGG7ylgukwgipL/yNsXSLctYC3m7
vJkUPuc5uayJi9himSuNIhf5KnOdE2YyPeucDR3rgC5Unu+qFQjVKa8fNT4KeZ2noFi89cDfxfzB
Eqf28hgCJ/ru0VcTLC2bWt476ZAcrYjUElF9ADHqQNYlCv9SDZDBvHNyW93a8sCIJ2duQn2JVIMt
ncivqRT/HbaAaG3fdEqUiM5IPqLBKTBg1vB7yFbrMzHi0sL96tNVQiJ6MVnr6wZfuqL5kVedj9Ij
sk3pEtVy0BAm4xxXYqQYE4CHtdo1bxpyaZN8DOzLYi/mJfUNeR9q/Z5ayCpMmkFuIw+PACb5TpQb
kDrRQzLvGMOgQ5Z6HNfDY8Xx3XzAEFGt78qOEWfhQSlWt76X4llt99G3o5oHowck6NC2rKNNsc7o
GLde3FltRa1ywe3WCybiGImUfepzL5gbqTHUSVWdiih71bXuNVqC35JdrvGUhqZOlpW9kFtVt0qO
P8uyoVGDYPRhpeOstNeB+faycmu8UCaCpYhbKKhsc5T5F8zlcsKBixR/WXtFsiA/EUFr0l5geWE6
LiSpxAUYk/60Q5ThxX6n5bIwy/ILJf66mP2VbP/QWk9gdDJXu0RKxL5Uql5fNv88PhWwxdgtVh3Y
GK/aIbWPb8UmljM3lLhewQJarak2UZAD/dOUdq4sM3rTlwE/eOzlbw2qGnrnpGXOXcdRxkU97CYb
7VsDL934ut7Wy6WgCxOhomI2VUkhwpUiYhkPIn+nGU78B4Mqa7T9wmByaAAjNuZkFh+VLSTeSN6y
b2ZvDCgddS+pNeWqPrD2Fn+akBMy672z3LH4xHEnC3Myl+UDD01XvlJrhRgBDGWIaBij8ghwyepz
PC0x5/CDI9Y9UAkVXaC93a4ri+i2YApdc0DuJg93LUPXmyJIyPF7icB02X1a8ByrYI1BSUP7Ol0D
dmbhDODlGoBQKVpaXx4tQzKdq3DE8wfvtJeiGnLWqntpzuUVpqrqC1VyzazAw1qJLnWCwIx7wTWP
zVwPq3g2UkBeOsqwtqzlbrMY68KwCb8qp+2xRfa/eE/YxYiek1jpFrdl+n3pTWqoS1DUdv5xLFDX
+NfU9oXHbPjYSibGDAVEKh88UORpOub+uHbfE7ttxHLCwbgVT7TaVnnyW0YMT38MxJW44cnG8EKc
rLdtTnBuY8Ch6yaC1j9JNMp6HHJive5FhygqvUYlnfj7NRWTc1uvdVM+1yyjfz0DWve59KdIXMja
3eA182r1geORTt01czf9abZd3zzhiourayz4fKioHBTdDfuOxC/vTAiCewXzS6f3S8/aulR2vJrX
tjHn7d4mFeZUNLmNor6xA+qChOMXuYkbNethxOU9ncx5Qf/lDOl813vCb0Bq6O+sh3ojUQODV5v7
F8JtItJ/7G1u7sOs3Mz+4g7ROEKWhMw/yy5uORvMYsoaY3o0mApQrke0uSj6DxkU4GIcvDqeC4c5
Z2btBLC1BhmBx2nr5xWpU5gPgqFk/0PdeexGjmVp+FUatWcNvRlM9YJBhpFJKV1ImRsiLb33fPr5
KGV3KahAcLJ3AzTQVSUpblx/zzm/AVimDps8xOknskN8pcBvB5wPuiOyDRQI9aqo3XjAjOXcFoK4
M6wrlKLCRreVThKHyemoWfV3Sa6n1Zdcy0C1WF2g9dewSNt8i5CvnOFEl4j7EDkKlJ1hu9wVWOkW
h5KMp3prJXUuXGs5OpjfTA7l4lsh6npEDlSAo/45ncA7xW7QDp3a2TUw84LMMGoHX/Wkp+aEAPkD
NBTKV7b2S3LrCd3MEpkh9RoXd9CQa9Sn0O5bQ8k/axPPq5niNpBt+2Wa85w4NCTfF25Axsj6PSAZ
RsauVGvMFfwpYmpRSP1ThArHVFP3/qx2OtopbFLUG56PZQEQC+fqL/D3r4fy8xP/mYUQQt3oHkwy
7QQHz0+k3J8pgbtn+Rn52VrpWZf9GU09wF6Pb5/hxM8fEj3XLzn9Oi7n50+RpMmgT3gqUdX5VcuI
UqU32WHsA290nkHKvy6c55Tnc4nUQ/np6WxGX4vFaoCkFzdtTiob/D/SJxjFyNOkffS6shLNu0Gd
MsF040YiGxSGxhwiTRJIvx81LlE5MOKnh+i/Y7b5cTRIJadbDfci/9AUppd9DZtY9773OMRDkBQ7
MX3bJI2KrkQ9cxufezv+yjs9/adndH049iEZZi0RG5liUJ0cDW6y0c3JLrYmMo+CPygOsrRzfiJ+
1sgJn14lPp2UwXDgTR1mN1obFeZuHBqgmZ4o47h3V0qtn8DzpRqNG06rEU7U2BNLfc2TAvbtna5k
3vTY8vDAk0wHSNltYIaRL3CVJoYZ8kVO5EgSdnmdhKjDvTNqPt4o90B9JKu7DqqW40+ASzkGuYUY
dhj6mFZuyqJDnXpIRa1w26qsShvQlCxAZcOO9E0xWCXgp7H3I54AmhlvEb6qtlrTB8nOakbgSegB
GBbA9UB+H4tCKb6pYVg5nVYOlIyS5FMMefWIeHe8z2Wz/cbl0xSOMYmj61maB3dnDGg0MYLmmiQi
ivdVV/Q/upAc3J64Ln8XkMV8k0adcmVGXee2vcVGbMgvq98L3Iszp8aYstoFXTJ8q1QgZbY5yX24
6eu2+Fr6BfosIxggB1a38b6CrHyNDqp6g4iHktlTHwXjVtbS8o2uDdFX4OLlHadbwixHaoCAYqp8
DIpK2Bse5zyM0bHby4nUw8UmyBY/A4vmVEuKvHngLe9f1Ux+Utle3iqG44P1PMhkv7/DvBiuEGMN
QH1UFnwVShAMXlzU8ldKELF2KxPmZYh/95G0CShol3ZVhWTIJb3Td77BS88OKWvpB02bwhiSi+lH
gMHk+uuUpSCQfJQ8UEujfgeOIkGEZJQhYsmRWN5inUC1ODMSOXYiAiTqdmV+MNJQcSJJ6W8iz5ce
TTE3PqM6FH4Lg7i9Avmo3PWDxCqzdG9rFbIIfilRr+S+js1NQwF1sGXRq66Q2sg/cbdxM3SQlj4J
kpptA599R6j3sQV5/+gRD+FG3Uf3mWil20ZurJ2micNWQXX/s5zKwdELNX2jWXG47YXJexdEYHeM
Xk6oxLbysEHSpXyTqQpHaigEnQPCLi13SmqE34dckN7XZh0MbtyJ1Tewr4PhgGwkAagGQlfYRexz
snioWG7KCh4k3ktoZyVCXLwxm6GqXbGV09TprEwBaCqG3Q6aeP8lsojFnMyvxY2seh3AkEG9jhBm
vtW4468nvwU3GIzaeykrk20beRjHo9R/QO7OBxPZ9L13ALvZ+i7nUv7ebEf/BrHX2nQLXnBvez/s
v8tF4xO9dSYVeSUq6sqhI8p7ZXY9vRcHbImoREemuClQRL6lWUirvjdty65JvyUCEtMfIrPD8Zu/
2JpzfeBnyJ35JRPEzNuLQqe3H60RMJN2a/aDAaOQ8Huy9A+ayQwN8Wb+ldDfIaAOoBfAOgVUSE5C
G8gt+ZrckxR3GkkFw7Ns0uEOPlTc3Mo9FJID8JxCOpBHi6Wv44gPQbQxrd7Ujj48i6i1DYndxtki
kzJunAH77PROFOUUtSQQo0j2p048Cro1KVAAsdCL7kIMAUASNUQ0vAevEP/hfk+qsXfSzGuN20GM
RCrRuSiKN/3oU9rNOnisO3kMp/sc6RHDFmOtvg8jC447NgZyYFUAFIGk2ZFIgX0/QqfL8ZKgVuTg
ddJAmGn9UjywDBLlPmoTbVq1MzzFCaOogkqHQnrBAKSC5fUCi48IyShpILn2yhNl8VeA2HDD/bID
/a9vw3/7P/L7Z4B//c//4d+/5QV5IT9oFv/6zw95yv/+Z/6bf//O6V/88zb8VuU1yISLv7X7kb/5
kv6ol7908sm0/uvbOV+aLyf/4mZN2Ixv2x/V+O4HrgjN07egH/Nv/l9/+I8fT5/yYSx+/PXHNyyv
m/nT/DDP/vj1o8P3v/5AX+oFenv+/F8/nDvw1x8f8sxHKej5o/79+z++1M1ffwjEmH8auM0buBUA
sCSM+uMfYAWff2T9qaDvZc6aH8zebK+a5VUTzH+m/Tn/NrINgId1LFBRSalz+Ar8TFb/lHSmHP9K
7j4VpYI//tX3kzn8e07/kbXpfR5mTf3XHwuXPR486iwSocLnoV6oisqsx/JSlS8OIy0IB+3jYObW
jdrk9cGKcFvKIt1/pyWg0+RYzD6oZFJ41MVWvodLNxxGdApIW3WVg2CE5NskXacVSZQFywmjDzzM
ZIQiLXTQJFwST79ZOhSiT5Wr+eiJmFx6M5iL1S7dl5hQbytBTbYvpu3X0LwcigXi/rk9pkNG+k1h
YBYUo6BT+24a/e6jX2ety/ObOm1USysScwvzJT6XbiEPBT0IC1Je8osBD7wiljyKeB+hbsUulMgc
W4vAFHZeYPXvzHYyoZuYzU3Kjes0Rt1thLJqV6hKCzkWqFQSpuwySWAIjOjOzIolL2Y9BMddY/qa
I7ggjPtaloVHbq3EMVOzfRgrsXFzM23v5TIX31aqpziXh/r1IKDAYhmUHnV8r2YO0Wn7gqrVk0S9
9Ij4ak8kSe2Ie9i8V8RGepNrRue0WiRfK2U9vEEN+bGlyrgyEa+mG8dRUYLBRBKNU1xZHJxZE5OG
TfzmWMmyN1u/1E5TGfpKKwvpFwaaVti/HMwE8dgpn3Z0oJoIu31ojqWuIGQfzqWUoEUpIhLWpF2l
hRIebcEZIWBiF/N8QlHotK2p6HopV8fxOFI6cfQxEXfgyoO35HOsq07WApATRSA9Ys32qPeVvksy
odmHQhY+eD5eMeQjE33Fv2JezS+oYk/fScXAwhAJa4EkzN/5xULDRKwEiFn1R1Dvn1vUWN3Ky/bR
oL0dsDZE805ZERp6PeDInOF1pcFRhLn9JIzzokHZnGAIcANT0Iwat7V0C5QaN3eQhsbKKn7VFBQm
CRakJZsQMVGLOu1bQ8oQYmveHakbF2SVVcOhPBa4w4wCuLxhFlKLyODhAKJKJkcHWWlYzadNZUUZ
FYHXt8dWyNLtAEbgymth13mVpgHnJt8oGZVhC3mquJdbPtdJBYlQGEgo9ULCPG0Z7nVQoPA+HFNZ
UvdS0wqOXufJVtXGYKWpVwc+ndQQLaICiDqv8WTD+WLqBj/IQmuShyOm7jdGHT9KnQ8U3AgVnNaU
r5f79Wph0hj3p84+4ap9JYBqFLKRdJ3XHuOhsEJbM4wMBIBR74sxLW6mUEivKdfnK0vmTKtP0mow
eLnD0T8+Hc1qmuIR4Ih4nOLU+xr32TclrMKdEsrCHu6g4hijoPy83NN5GZ5sQR4Y6HvoiD7Posvq
4sLhW6io6pbiEVp3twFhAT+CD1gRjjvTCtq+PEie7AURMjvtWdaBE9ZwjD7qdWDN7ITGNpXB217u
y5J6Om8Exo1KGK8VlBa1xRnnka7qCpKKR1IctymukoUvbsSmuE/C9qarXEn5hJSnbUX7IDkOou9G
4rgfmtHWfZ4Pw/Hy1zmzOeaXwiyyxVOON9xpp0vwS0KSp/rRrBQb01B7ygc8M7P/pNcmjwWTc92Q
4N2etgN8tJ+6sdGPAfjw8NAntnId3prvUeVUINrY8qH8No22/93COt5aOXvOdfJl4/Jp47lkgK5C
SOCYWbdqe2MYb/zg+nfHESE2iWsCtiOZlSdi9Yud3ylZhuNP1DwQsCe7ZKpSLAng/0Xw8397nbJI
2fi8K+FX8k+nvYFTpKpkICyUcvTejWVjsPUyL1bGbA4RFptONmTJRHoNTSBdU5XTZiQDawuET62j
aXY5Ck1J3mDJkGQeRoJGlDskz+vK1mFKX/VJku6Kpgl+lhmpP9sHYmwAm1XVT2KboiMleZSvnFxQ
s++plhUh8rFI6dqeGsCtHcw4bHaBhoqyPZVx0m9McjAot+HzCkCDJK6pN2R1K6yGYADk4t4PS9ZK
rSL/T5Y7sH6aeYiA/+UZfX0c0H/Y+jrhKbZVT2HHixnVpLj0AQUYx6xOcrdIPWVTkf5cuTFePWMt
TB8ZYQlpPR7U1mJfZKj0V7JZW8fR4+ykUgdnzWtyQ76SrbA/BKU6NjdtL073kQcCzEXeKn1zuaP6
q4lW5whNkXnbQP1fRinQ30mFhoJ/1HrZOgxDWzuYk8R70s/4qgTxb0cpAP5BjJo45EmyiIXr6cLK
MT1LJYibR7HyYzKdpLN1bEVXpu/1wNIKH4/qqgiLWFzseZKK3hDJdXwMuKl9G1c4yvNj6e3jvtPu
8fOtrv0s8w5KOcj2iJXmyoFwtv05LMUkgBD46Rp4sXyqUVMTxPfiI+To8E3RdJ+EMpOvYZ0Ytp4K
ltMPA/hLRHkeywCq7eU5XUqUc8vQferRuojwBHoXi+4PSY+CCGjSYxKodi8KMHz06noGkbqDMhYf
osAPbX30ohvysPDJyinZk4dRV9bW602ko02PPKWCUKVqqYuvIXuFqhUCs4CG/bSDKQUfuc3r3eXe
nm1FQTybN84sFTnPxYux7icf3xiDFZWXDRXnZBiuCjGSb/6DVjhvLW5t5JueIsIXrcDkMzIy/PFR
bwQJYmkApS416pWZe0p3nT525recZM4K8/MLb3Ejt16H630nRscRQ7UK3bAa38BKIq1ZaxhrpPdT
UPRUV0bVeqAcGtwmqZV+1NNe/CZaKD3knje41EJ+GsbQ/TTEVoCCjMQktbgpG39KsSDvZkQGbkMk
k9wEo/DPtYfojNdJZWFfHrMzu4DOaLI192YO109nRsZwyFS8NjqmU5nsWoO9DvvMt2tBkmzsRtSN
AJ85zeS3RTe2K0fAUnJl3gTIuoMV5uHIrC1Dtzyl1FMQdx+zpNJcxi6yG4GUbCVKzTYupGg3KgN6
A2UrbiEOa29yXHHeDZ4Ybn0YZP/BXtDAUSINrKNAsBwLPFslq0+z6GglonGoxTDf9oGareyF16c5
feZt8NTOLE1+OuKdZQxVg4HtcYLYvvHigRoNdtQHCjXTYcq1YaW9M4MMT0NiiLESVdnji2czCq4V
y7Wqj1bffSoMRETyQEZkTtLHwzQo+qPUdI+dWvsOMKLoIKH6ZQ9iV18rVR6v3KavsjLkYWa9CZ6Z
8EUowSx6H4SpkURj1hx9VZZKG5fk+opACT8Qqw52rPr6gYHLtrqPdoRdBP4xCMtV79fleTR/C+7y
WRKZWImtfDoHsNh7cCBGM6cMTJSayuaB56l/6MW8dXuxLXEj9IWdWqXZdtTi5GvTKuMHT5B/ZBZ5
0LF5N2qVtZIwM+YH24uDhbtgzmWobAQSLLw3lg+6vDez1PS6R4Pb/sZvi+hRr2vonJ4G1diuDBP/
+rqqpcymGqfd+mZSPpKcVxubWjIqHWOiJG/KrPU+B1Ij1kSciXarG7ATqX12NWpXeqIX9uR30odU
HcaG6j+SOY1O9dnmCS4+Yk7cDghT9NmH0sol0YZfkNzXfS29Jd0GbzJUQvWDDEJ2sBWtxDumyv3y
sw+k8xtKjeqHBG0gxab2iqrqQJg2wv0E+Y7QiVe+63oh+4wotHQcTUyfba1FeAQCkhfg3wZi4QuQ
LUroZhBb1/mgZ7dVXvnf4M9m3EqanIOkGvMPuRQo3xtDUBQ7ilP5q4KbG6h9fVC/SpZfvlUnsans
IkNE2C4KkcfsxFq6CRsl+FZYoAnsrOdxrmjt1NkliNwPQp2PA5nYwpow2piEYIONYPRJzFLvOTT4
rQLH/616cVf8yN431Y8fze2X4v9BCWNOMv/Xv6oEryoY2zBLvmTfX9Yw5j94LmEo0p8k0ohUqDTz
FpJNLqnnCoYs/kllguwxUtoi8qWzGtivAoYh/inyfLRUzgmFv5b4o1/1C836E1MBcnRAa4jBeGD9
TvniNDYlqYh+N46aVFEMUSUEX5wVihKFgZVpAaXqsK2ATpj9FbpgwUey6mv+RfPT4e8TYG5rjjVg
36q8ujmcFidAhDRx3DRh6JJQVr+2bYqaTIKup9OnaFag0YQkyTQZIHG0LIlXBNDONq4TaTDMlH+W
2WoI5k2U+VLggjcPr5HkQ3jIKhVH7Ty811KabkwvvdJ7iL0v1sL9cwdflkUWV9SvfpMi50Iw51hn
cSsoNQYSAlQtt1DCcRMJUuiO1Sjsorzo3wx9QZzO9s6ua78MIDy2MN9iQz7IeaxjXtWP5doXOo2t
f30hi/gHL7P5qlo8iwWpEmP0VAI3yrzuJlHz4GqKtGbPkpy23lTmP1ML2RPbxKsVaZs4BoERW29N
3AZWHrWL6tnTVzGAJss801l+8jJOQTqmAsKVhy5iGdFtBA7UwkqrtA46WX6U2dDtuM+9ZtA2VsOn
YMkpyFTw/ViFo+5bCCOIY3WjB1w4TmTFeLWsTN78flgsWh5yKgG4ToVRXermDZYi1aM+Rm5p9uE7
ML6DO6XTiBuAqcFcCuoddLnqWklQ065LIXRKCDUrT7dFOPU8SpYEr5LkICkRY/HIIZbSAs8zo9n2
fLgrw0J1FDgPb8K2Fg5GUhrOqPkWXBO/im+ImdvQ5oLpvmBoaK68al8fGAa+CBpYVN5bpqEugh1K
ja2V1T6FtzqSv1eIwqKrYTS7xq+83eWxP31L/ur1301pi14XXuD5pRbGriyWdWePhtBelYLnfdbS
cbxvwSdvLzd4pm/z6HJW40RjvcpGNjDvGjlG7UJupGZj5km788nVb80K85zLTc17frGs2C4kI3kr
YzGjLcKsTEtlQWxEllVfeE4zwxZB0Y22mhjIM5vaFwM0/kqb0tn+zc8vCi4sZ2UxoJEwCuGAd5gL
NheGOhoi99RnUTxMhOazWrbBVkO8YcsusDZV2SiyjU+nYveYtd/HaS7vYN7pPiG0pX2ckKbLVzbb
6+/HMQAMg6IqZbhXsSenVVKGbZ64dd7IuwxXUgDWYb+DI+StNPV6bYHJppxGOp//o7TG/LyIpnOO
ux4RqshVAo0CMTLRtscX++CXSefggOzfXZ7vc12bc/vkt/DSNbT55y/aQ4V7qnkZIwCmNsE2A1K5
81pxmKXcLPf3myKfRvlO4brl+XDaFJVeztLcT1yAR4arIqfjKFGA/A0Ao5VswaKaMG9RYBmoippz
zR/zsMXVFqu1AbSwZIvGPHk30ErGK6xvef1iHmZuUIoaW9tsfeUNMhXjDYRhaZtXFgiiNB8xJYaw
iuP02D8mkP/cHOqz7qppq/xWEfX5a2JUqMEUE2WZI+V0SACq4agC2whnaImwFzNxe8ZzbjnfFEfU
G3HbZHK/Mjjnphx8gEowrKH7aixOyrlAJeXZGLthnQP94LjsEOgZEXiLFUX4+vuT/qKxJfaiRBQO
KnULEtpq1OvQ7N4mQaLvhQmByf+gJYpHc7UB6IO1WF4mHrzk0+mWP8S5k6i+7wpdN27VcjV9c+bA
mg/Jv9taDGGvFWGFhjwanV6ZXAUluSRf8cO95IuSaypR22xKI283I2jnh0JDmQPG9JCCbVNjzM+C
uHwLQcpz8r4tbiCmG/eXx+LcKaIT5mPGSQUbS5zTddUZoTl22Ma71FlRvmsH3y1geLzHoDJ/6BHW
319u78xziQGZU0ngoRRyu4uFnIsF4Wwmxe6klcbXBqT7jxGGg7zpBpDsYGqt/rHpAgQHQAO/xSmk
HQ6BFKKpl1jxhKoNzktfQOnooq2HYEhWbphz4wHfiEr3fCTwWDkdjx5H2sEMOng6wCvfj1MvQDPI
S+HIIYscOboih8sD8voaNXnEUiThSDXnCv9pg2hCKEYPU9KNfDS2NqnEvRHKRvzQGPxTE1kD1jZd
Zr293Oy87k5vb1IrqLxKIApIZswh3cvTPA4kKE8pyd6YRWdD+vDccpDzrViZ+Z0mhYi6ylKykRQf
CVnfkFaWwZmTheaJJJ6ONHJfp83LJWJNdZpDWDchHKCyXzlpUSAbqIzD7x9iACRZcwqlRRbc4p7U
ch7FSdNzJRu54NT4fF9HTY2ccgEnb+VkOTeZJEu5RhQZPN0SDmK0HkKPeowAJyx7GzaRuY0TFdkR
4gYHnfcBDcR+zVfrzFg+lZ5VAM0qN/BiBXUK8pVdEULsqtrgXY3zhRP2CFW2MYyay6tmnpbFqsHZ
hrG0cM4Cnbg4LWJT86Ve5rwkI60cYPyQ+0rk1gFXBAWlNuGODE16mIL45+83PMMh5/cOvora6+Xa
e5zngiPr/vCYSEH9CNs32KF1o8GZaWUXxc34Y1LU0Vr8dOZE4IUAPg7khKiq4mJ4ExXEfx7ilikg
tQQj0/851aG+BWud2VGurNUzzzVHa6Q0OA14xy+GmCCbAAV1LsdPrODWx9TqIZ6m4lgGWfJO8jx5
ZWTPtkd1DxgT8T33/OlOLHWhVGShF5xiaOob1LNM6sK8Kv1uClwxbVYCwdcriPQp2wOYMsA/8hin
zSFr5aP2CUJq8kCaE/o2V01cJ+6UiO1OCKr7OBDf4+dYrjwp5dcHHg0bmkRNU1apCy1SN2EaZ0OL
tJZbI7bdIReTtnfgfvRhhyCS9TZXhixzB59dbZumEOYbONpjfF0Y+nCgWl+Nm1oTg2tZHECRVIFY
fU9yr6KgrkTW0YgU6y7I0zKzdQ8rLzvPJQrsQZmJ6GLGmng/9lY9gBcHb+eEPrQOGd1GDGqEttoW
OBmItoS6s7pyHp15fuCpSgmTgxYEorIEjVUqPB+0SUK3nBWYk2IoQImphUOFL3JiU/I23dSgbSyK
CNSMEQV0U0jBkIGslZNS2ghxOl7jgqu7mCutGXCfSQrw3Vjpc7VuLjItFoMc9sgsWUHoFlOARYg2
ye9yyhubGO+dvSgFug1RjZJTYqnYhfXtDuEtYYMrpLWSWnt9hFJgpuCAmSx1Hxjtp6syVaRRDULN
d3WpNzY+LgMbFOz9A0486srNd25KiJrJiNJlBejpYoPDcEwaqZN8F+KpUMO4VaqrTikMJ4wx4YMP
2UQftXoQLbss/e4blDsFT7ihNx1dn8wrmMFInk6puO1A0W0jP83DlVXz+hYjyTsDZDC71whmF1ul
Q7QlmFkjbhIxLXkJqQdpp+qm0ArTRfIF8UdqBCvjcrbReVR4LANHUxaN+rXZiWqPTUA7sENJmxXB
PhYtAFXVlMWPiGGRWk2NtZmfT+/TG21OaP/d7OJ01wWxH2B9ctRF1NYSLCbIymXj9vL1da5zYDd5
4YFn0AnVTtcXtTQKFjWHT5gr8KumGCGYuO9cSDnapooyzUXycK10vKjlzTEjpVIL8LyBOA87bLm9
JiQNQQMHbpda+Vt59Iu9FymprWvCBIc1JHqcH/hoHXMW4CNrk88wVqZ1gUj+15cgRQ9BheftzH54
+dCkfpxXMqUdgmKp/Kyqg7/P06w6NCkiFExt92Cg+XuFnEF6aELqrIjM5Td9nAlXADflWyRlw5+X
Z+PMVcDNI8LGIzKj2LnYgZJOrFkZZI14jRduPVTZNQYH/TbEiMPGwbm5aaI03TVhb7otiVnncvNn
sukWeI65gKhyE5K+Ph2SVhr8TvBov9ZLVGCJsLepZWk3uGn2m0mQh+t87Adx40tJBKlUV26zqTYq
Z/IClQxDoazcyedOP5WbkS8kSWDhl+NhNSXU1ypwGz8c91LX9tvBN4+mj8r45a6fHXkW5VNuUuFa
Ou35XEhWRnFgH6BetQeQpn7CaLjYcofVNdCC2NuIba/spUwK3njdIH+63P48ssvdDkHRhHxBh+Un
B94XOSxJCYvZOouTTSX1B5jpB7DD9sNQ9e3eKILoIKMBt+mraqb7/Luadv/cxMsKyrljBtA25RNK
yBJxz2nH0wmdt35iiBOx6HdZZiXX0D3VlZU1D9+ye5TjZlIQhToAQ6et6DkVK1OqA7ctMpQAxazf
BLVWOVZu+B+UKktXIFrnjjVt3kmk0rGIEeefvxhOyBNS2KW0N4XyeIWyBUrvGWLmQHJLS/joRWay
FdMIturl0Ty3YAGEgQMRtdmLaDGaVgsZn4Anck300Z1AGMU7FOV/qvCdV7bGuQXD5aDih02+mTz3
aQ8DASlbn/e+qyL25GAxp/NAHY3W6SgEPViBbuBzIplvEWxf3Sxnezm/lkmEohm8vIZDA5ciA76q
a0YZGvApLP08r4K9gpPISjfPLZwZlvWvpha3YJYlQ9q1aegKM4TB1Ctt0wGL2zQ4dG1rIJ4rC/Xc
wgHIQ0WZ1BOV5cUEkmERQtiJoeslkTkbg5i3hScrm3YocQKJRc9Ox6Tf/f6qoSmqIrw4WTqLY7eM
uehQ+gldCJIj0oumsq1zo7bREE/cy02d2+4cp5ylWD2D/12MZ9xGscVriZog+bWt7FOUHFEKWmnl
CVu+3O8gs0gKYxVD9m6xOuMmLhHRSCIXpnV1NcqVt6VoTelMCMsCIXz/BhhchZ2CWbwz1FzaWmXR
/Gwwkd3JdVnuefv1DmB6xY0FicqU7IWOqqQo9mG+t3L0nptyTM0p0gOKJoG9eN8ZEwjVJikjxNzE
ED5bNmtCaopbiSG2hkU+7ZBFUt5fnodzTyBQAbIOjk2S2EeLhz087TyLobm7Kc59N7LcPigNypw4
f0wbrI2tjdSWyb6SgnhjTg3qrXK/Uh8+02+q1OAFVGQmcbRfXK5C3UAwwzvGxb6gddVZUETFk31v
KQJuN6oR7kQYAyuDfS6yIkMzs9vAKUC6mr/Vi5O5RtjUDyqCjFYrmgd0LImlOiMwNuReYUon0Ccn
RGyR3Wi6N4KEoxrI8RB/Poq0yu+f1nwXSIakVDlglgFPq6LDm/qq72a6L25VKR/vDKxyHAXflpUa
1bzgFxuCwpRKfhkWHM/fxRZvQXJiK577LnltgLqp1wSf0IxNJbekuLLL/CDGRyOJrgp4RgIPYXls
N5eX3Ln5JgHIzPG2U1V1ebSh8tzgTRK4FJzU66zNlUOPKOkh8aWfJQqGdodgz/Zym2eOb3Ji9JsA
HxbFEp4hDYTFEWpzOA6G8U6J/O4gIKJ5MLAD2MO6D46X2ztzK1pc+zBw5qsR3OLp6jJQnAa+ldEe
0AXXh3e81RtJ2CAI/a0t1OEmnsS1cvM8boup5bJgB5EU4/VsLVa0peHKMKC/7HIbj5tS7bVdooAz
VfBQeHu5e6+Gk0BF5Manrg0zivDptHslFbaJ6D12I0Ft58is3omoduwzVRAcwRPLldvw9W5lrXIz
SbwMLawDl+82SUzktMRK3AnUtj6Qg9Bc5JGD2MboxkKzQBoPjWhYbi1m2T4vquAhiKzULREWXtlA
Z7pO+RrUP4hzeSZtnHYdwbKyExtyVLmISIwq1pmL8kRPqSqHkHN5mF9dknOvZZh+3MakgMzFTolK
ji1fpK1U9DryXzoqVWjcFuh6/CcNAfSYG5oJx6edShveM1gBCo7JuXPwEFG1s0QaVzb+E630ZIUS
0LBAWZqw7QxSjKfN5CLMyJEaraO2VbHTKmzKtFGVb4LO9z6XNRVbIdZb3ExGmCJC1typeK59SkV4
FXitylsjswYb44zcVay0Rj87F/IfXVe1K8v71e6dvydvIMreVH7k5QmFTnKC+G8oOIifZ1cyKshf
69j3HkxPtKJNoVXVJ9yBCtesUmFljF5t4rlpBRLbfEATDy0CFERwuh7vX8qZCIvuESLWPw6NpB5a
Ia4//Pakgy3kESbD4qCet5j0YbJivVeFuXI6+ldtEg0bsurh8fdboXr1VLsz5iDhdM4nD8vITIlY
WmimH6ypxNOtKNbq8Gd2yswsBPWu8NRDDGHRCvKdk2CMniO0pb4fiX/sFqTJ4bf7oj7lpwjQEYFY
piUAuZvMTe85WHWYexwwo62JWulKqHFmCRBNEQoDpKbovDQ1FFrcuTS9mWtUYXpAf0TZopmXOFXR
ruksvGqKxDdoxbmqgdACgffpsOkFgOyZbYhK0lC5g6qED3EwZSTcUv/b5bF7tad00knsJ5F8qUKJ
bNFUrxYiQgI9TVWRdFVJqocLpRbwBpf0TR3Uwd3oaR/SvpFX7o4zfdQ0k5iGyJ5NvWT2Vk0L2gsQ
pNPHZngHudB31KI13WjCMfNyH880pfOmQoJyRu3ylD8dTli2vunXkoVI7QAwpunwNkZ93bhurQiJ
ssuNnRlQ6nkU+sDpmVASFidFp+ulrwW95ZgDki2bMjKH68oDq2Ojl2p8abO6eND8ONq0auInv3tM
6WA2iN6gEIGqeQUQwTkpK1IJk7GqMT+HCA1fpX46sscBpfx+N6GGksPj2kWrYB7zF+/0SYnUngMK
5Ocg661dNwMOjqh5v1PbyTc36RCoV2pqZQ++B+D9ctvn5pMgHNAHeT/ik0XbIbZDkdUhjoBpF1Zb
lWG4Skc+RZGCNdzeqwOMAQU0hpANzA4SB8ppN7HDxqw58SynxiYNPbwJPzpBr1c6NB/pJxfwXEwC
Ywp7mFADktlpK7gp+f0sJouhR5pd6ckINXZUsjcgs+S9P9T67y+TmT4MZnjm+MpLBJ4GggACBGag
KVrPuB3VkUt1XNjjQqmt3DPnuga+HjQcVeHXiLi4D+VAFFrTwW7CumryKN1HFGcTO5d5pTtq33Th
/vLyeJ25Zzgt3gdMG1co/3w6nO2szjqDAR2jIQNkIxieYuc3JpKbI5HzLpVwIYGePU7OWCoQ7bxU
MK8EPJM3MULMLp6XiqvD0vp4+XudWbZ8LQuoEmEAZc3FMdQJlVLTf5OLPcg+ox2OfyOqBuNuNIfp
/rfbouY/jzv8Amiuiycd/jjeOGS+RW0OtfQ6R3EvhXRiB0oqby83debAAxjFw5GYgyl7YpO/OAmq
wPD8tPFMp6q7dBtEUmtzhkv5xhSzeBPAETsiDPS2xl/yx+WWzwwoLXNrwal7OmsX85zLCCmMdBIe
EBawnVfuC8C9thZ35dqamgdssUVnwSMq/7THO2ARXyA0p2LKqLNFU8CUpVrDJcSpcodjnHTQzTLd
jkrn7SBttzbSsuPWt9Ts9+8x1OU5iYhvyO0ugazRJAWUNyXTGUdgTt3Uq1cJur+OlnXq4+WhPTep
wGVIzRHZQeRddNfvrb4ZkctzECQQcPMdIbNRZ956auRjdB1pRLO4j6sRkt8rQc+5WYViC1kHSjrA
oPlEebme5AZgmVWZKAYWP9LJ6Hc+vrZbairTSobrbEu8fIAFAzMg63naUqla5ei3jcnDA6WCSaek
2MX5V73vrZWZe30KUu9H75K3DmUO2LCnLfUA8fAQjUxowwAG89DIHK2vVNukHnDTjN3ai/h1z2hP
RRmKo4YHzxKl1qLnP6LMaaDrXf+oPDPZd214N5TqGgf0XEOkUhBfo9IFiWRx1KLZaGgIjuqOBPJl
L/qcqchhiE5prF0kZ1si9vpfzs6sR25bicK/SIBWSnrtVi8zHo8niZ3EfhHsxNG+7/r196Pvy7SG
aMEOEr8YSDUpsljLqXN+XHaG+zfHolx8a55yA0Lp3DAhX3Kca9QUCNyWrXa5f/hVpnizSPKhvfLh
pbr9WqlRpwtqnyKAOHV5oL2QAWccoZjq/b2im8oUAal8EHiPKdvcmmIES5ZCoU+1IHIOss6Oj7Om
QRIbm+L006tieIBsDOY0sphtllRLgnnYgGFqbdJWOwxDaFwR2Kk+DIszfbtvS3HeZZmN3r1cFhC0
22UNeuhAhVqKoB7dv4HKzh/GyBiCVRtLeteWs+Od30ZpoEHB9rEu2aV0Nmcjd8uoKY1JBBAPh7Dm
jP4pdfPkZ0tMOH4+1f+RWNyszaL8wrYWqs6C8gP9yYLJeT5T2z2EaV9dgf/Rvri/i28qshuDm2XZ
dtnxHTmHRrZAGWtD7kyRozmgtGI/J5OVnDq/rHf2Ut7Y24dOMoEIl1Ec3lYGIW8/3TpDItCitRIM
ZSHe+/6snXp7ya/ejOJyTvkU/uPZfWDkyH4oymX68/6aVSeHsUzqHoQS8EdsfDJp4NCkiS0CFMLC
42Rk+bGyeyh1+KpXML7GzwKo2GML3kRaHFRDyJ5ulztVIzfPWriAeut8TsMe2SCtmZxH2AQhf7+/
OHlC3uytz9gn5E9cwW3hsCFBRSSAxc1lThtniuaHHOH2K7DJ9Gc73KyLO+HSNhMsb0vtUroDhPxr
I4JJT3qmjBgoImDoAj332t95wNOXvKl+4ZmTYzby4eHdoUB6u5l9BO85TNQiQKszu9Ie6gN/jjr+
aI3j2Kf6T+cxLBIzjP1D9oDlW3u2h29GaQU3g9TZeRRuA9bR1h58vYp38t23pW65oXJAipIv1Zmt
jymtJp/ahIMibM2fj6Mx5PaxHdfw0aaj/+y6jfZpbgmMdBAa19lo0eZOhA3PhLcHP1S5Ow4PPweY
G8x2m3SRfDWDJ8Ri2fWCulLkTJQlY2snOlJ5H/jBfiAcSVv8zc3Qmi4GGDE6Qe5GXkBGBSd3bI0H
u1zQZwidMeiS0t15et/GnRLNSEOY5gzB5xa2YDdeC6wfinirnouLnZog0qdZnFf424/9Uk9BlI3j
gx9ne85W5XhkJgHHKagzCu63Z2kpeBvbxnIClFuKD1laNjaZY0Ldhsby2B8EVcZsxx+oPiQpKn1e
cjUoJjfODr5LuJ0hqg4AF0Vn5LU0JNl7fWcCS+V1XlvZvFshSGx4+lZKfKU+nBatgyN+hJAgicY9
HI/KFOV5sAMEGlDqbV4sFAJ09OgNJ9B7xMpXPVyPsA3RQK2d5HTfl77tkLNfzC+TdeLfGEWR5/dV
nrDOeR55vY6gjYilit+MBMghQo7278xKyvRhSe38PxO57t8X4H3JYYSI7rMnRxzv/xDVR6TzxXC9
ZAUgQrj9HUlpDZVhUEF1LCYkxr5338eFt/5134rqWZYRIt1S8NBEprdWYl7qjEF6EYwTY4UHfLvz
nom6CcVctHvio93Ew7cZtvXymK5h94hER7aHKZI2ts8XYYGc4GeeHoai29/As5gjvZOJIPe1Mij7
eT0Ld5zaAIhVfelMI/nPESU4zftLV91MkEEko6QyAI83G2ylTtVH0KbyiVcdl9sORyP2GwpXozWf
axOxw1+wCAgNALHO8wno43ahZWXOiUgGEZQojr50uqYfEPdqj5E9hKc+YcJzx6DqDEn8MENjDr7n
x1l/dZY1DTLPFuWWgCw3PS52VD1P/hx+ub+RqtsJ46sAQQRQmW94u6wmj2wXUVoRAF+0jowPeqcx
h73Ygxr7431Tqm9GwRJGHejuwWZuUigkadD/Q/A9EHHI4K0Dc4CotfTg1UD127nY7WGairP52qD8
+1c7WJmxsTBshpJVk43vDK/xUYS0i6MYvBx1hsY/os+anXWj8943dfbFg0P4JPwwOop+SC73V/8W
KEsnBQiFnEC1KUaKzW0VEIwjO0yutTZl8yUBD4vIQ1tr0zHRnOI7+hprfopFlDFhlRmFxilOiic4
KjTqEKVWz9dl7bufxrPIXwWdI4MkhKDGlpKtkrpN3kxoDxvnepp7SqF9K56WuXJ/3ifeWNpcIJTV
mRJpsWRoxl91m5WXedXETqaiOM4YIUKR3WAWtHlsDHRJdSufycfokl/tdiHazMMp6CJYe+5/UKUp
YIYQfzP4QLZwe7pWp0QEadD5niWUQxlNlsc6az6u1lzvRF2Ki4ODp7PiykydLOHW0pT6FQPyFATc
1u7P+WS6Zx2g29XzSvhSnTTdsafw6eBv6HDg5+isb7k+h1TzagugQTC5TNckqHkdF6PUr9C4N4i3
oAv5ydVjIPb3N1S5TAbF4OoiM2ae83aZxuT3LqK9FCOq1XsCz7K8UJ0gt8zW8NlunXXnRiqeT7qN
dO5lQect3XXaLG1pRyuZl5FOlFiq9eS0A6w73Ijy6CFCcEGM3Hs/JXZ3jBEo27Gv3OZX9uUBe+We
0nHo6xWHGEy2vaJKoGWQFZreY98C37dAjR+dJe12NlkRTNPVZXyC6ISuwzZmgHdsLu05d4O06upr
7LrmMat04ASNH1+7sMsfLCOrj2hLmDv3X7VcYiLCeFwND4D8+1fLXdK6zV3cSsAseHzhJQoP1pBY
x2Sp2uc1G5rrwMhZcP9MqS4p4Qn1MtqffOzNEwB+I+OR5pKmHnVBcoUi6PMyfcKR/jRbCZ6UCokE
5VCqIJu/XV+xIImCcDz+QEQMHCPqclwg6zmPOqK/91eluimvTW283DIKY4QgVwTVylaiCm5ccyM0
DkttWweHQOh8397bMS+JAmCzYE/8UQTdeCAXtb2O0h3ZZRhq32Eath/9rPVPbhNSjAnXuEDmre1c
pAGXcXxXQXQXiGxJYPlLp/aEvGL7VxY5ztEC/PGHNWnu3/d/oXS2mzCUYwXZnyQPAcCyccaetTQ5
lAtoSBXh8NQW4T9T1DQP940oDhPPCk/4jyIUJfvbL2zrzYDg1IBg5cQgH8pGKXoEqGrUibs3m/yW
WYA66Wtbm7JJsvSzP4QwCQlUSquj366uEWjQH/+DSE/3PWmAGn3QEsMtTqDqs89i6uwI2aMm044Z
MpVS6NLI3VMxDx7yX5pof/qllZxD9IIoU/MAbh0JjP36EAKKCUSKEuOktfMxbxFqjafG20lW335c
sgteJIabKOoQ89/uuzasme5BnR2MmmM+T6lYHyDP63/aM1JkJmqQyb4MVDbhqSaY61q1lDyVIO3s
zXX1QDRGWSfL54X5xrr82E2TFSBnJn4WRkT6RAZH+EVnlk7i5nq1PRMpNPIcRGF4CTrDrKEgaubz
0ud7RMhvzzCm6JXh/snaSC5u9zJswtxK8wZhY7/M32dxql/XcCiOZDB//uxtwRIZhRxO8qTRW0sS
gT1DtcJXQ+AWuPQgeZU6wtrZ2NPIePu08P8nPiJmIGJ5MzqgVxXA8Ty0Azcs02vUJZ/xZ/3ZndNU
asCjCd5ke/MKb33wjU17882aRYPCo8Pm5GhjoHtRcgRw3xwT1EzPyKIUO+Gm6hK8WuP2eK6z30+0
crAHed1pdc3mHFEB2LnVylXxSstCO3nnlopubd0VsmAHMP8IX+zkNx5z1qNAKGmdr5rwosv9Q6K0
R6mGKTbiWmbpbg/JNOVihH3JDmI9hRFg6byzZ0JX1BQUMCOn26sbSBd9+07w1ehKUpMhxgR+fWtv
6Is8oUzKScm84qw7HTxT8TJ/YJg8Pprm4B01TeQXs7XSncdDtVI5qEnMRQPsTWYi2i6dOoTWAifr
o2ubzuShWl+CG9XbB2PRPt/fWEUpjCFVOuY82XgUkqHblTbtaDZgyp3AjLXwAbRN9Rg6/QoKe4KA
CpnRUwjB4YG3W/vmWeXfBqWk4P5vUC0ZzKockRGS5Gzjt3lJl9ZAxTnokYY6NU7qRofE05yHDr6J
Bwit91A+KudG6Zs4jIY6CcJmzUPtTzENbScYOm7+ikjwoRf1gkRP9fUXlsYGUw2SbEPbFKnJEzE0
tZQttfv6pI9JyUQKfF6DmPN3lWFGO6dH0WrAGnk6nL24bugtbj+nZbbzVLkszfUlMisa9XNRiJRS
6mAeEAeoEWiMxNFYJvsDvGbdpfBjVAhF5u98VGloe4N4qaTUFuzqbwASJtjQnmajQ0TthqSgEX/0
uhGMjcT3NIxvX5nX0fods+rzLGu7HoApgtHNYcqzIc8ic+Dbtr1PHbntzN8nx8ofesok/1iDpv3r
LBAq5G5iv5huOFzmSRv3inLKEwa4QQ7DQa2wnbkVSWehtFpTd/Sz4VpUWfw5zIc/onw1zvdPmNKS
LC+Ao0ImZTv0xCwq1YCQcKToPev3cBn8p8FGQXqlwLGztypTIBvkDaXcSLP89mw1uogWTceUudjL
NYE34OgOaXteknzvpVaakt4XjCiB+naAPqo1u0MUmNNDFnaMmaH+e82yNAjFmPxzfwNtxUGV+BNi
D3Av8PrerirPe69dkWQIIliXv5pDwvtix3vDnwofB4sOYFfQoLD7bUFR7Wr0xkBLPkinuD2JoXU/
e3M7PmnC/L0fomVnUYr9g/1JAnkZQaNiu/lUZj7No6HZdpAvNSNgmXCZAwm9r1o1THvdL6Ut5j/A
82LyDf+T3XWTXZQJx4IRkJNRme5j79jfLH/NPt3/VIpXmfeY9I0EXQITN5+qL2kfui6xVD7Uln0e
HCv6TRhRBkJzWFsLQmIvAbWISBjTvNPO6Vd5Fht0tqzK8hnp5d4elM7JzLpbiAkm3U3PU2q377uk
twPN0/qPeYaYTe+mHZLB+KXHMh3rEyPo2V/3t0C12fJScIqgSYJN5fZHzFW4eO1MtNyjo452sJnU
j6nHjAkghLrb8S2qQyt5Vf9f3aNOemuMvrQ56WFBqpP5hFkpvYXD5Ez9uWV8OAuctdGWnexKub5X
JuUReFX9meNl9Hrk5QLfHvuHzijmU2/E3ofQSPZYMJWniZE+aFyRAiX8uTVlzZUe5w3p4lwhLnQk
3WouMyNKJyfzXO1AoTv7FM5u+6cmJmMn7FLZhrPAkw0i+WBvlkmHY0LoCHdQFYnx5COCcIpMozj6
orVO1Dan0xAVX5Oo3pPRUe0vh4eniTYr1TX/dtHz2q8j9Vk7KFtXv7hJnB/G3LIv1bzs6ZiqTDFP
zlTYjyFksdnf0obeZBWUo0XV/1u6mfMC0393Ye7F+YVzahsU1wnVffhhNzkWcgAphHeVCAqcazB2
o/0yzi1jiwtCaMPsfrt/B1VBFgAZ+vxMdtO63RZ4ZpDDaS4BMl4Txl9z3B6SS6nzbg7N8ptPsfbj
wlheoFXMmyXa5PxWLNEM20zS7cDKFOUfxm1xh7LkLxe/cQeJP5qDaIkvPbKFg9Zqy1NdgV5fW+Nz
Xa81pXmRvGvsNnooQzCd6HvrHDJRU+PMIASLchqijrUHTVQEf7hIqVP3gzdvO4cWVo4zhBPPd6bB
q+IzPRjoeoRUXETMMM7MpsE4uUe3rXjIb4xuvFWNIiU8gBhlVGc8IobVXUKA5zvPgMonShCPZYBu
AT4kf8UrB1WEfphMUyKCpDb/HNzEuay9nx8dPX0yQr387f5Rk9dxE0XLEpOshGOQ8s6ttUUzJybk
DBHoYWUc9CRCcaMQ03NijMU10uv5FKUTcmYxtb8pLJKX++ZVV9hBIMkCMsSoxxYL7Pjp6AKfAZSV
wFgZdgnEEa0ZHZ0k3lOgUZsCBgFinLhlC6heofTqbInRrat4vkKcXp7I+JsPqWHvBefKT8hQCRUn
/8dY5u2mOmFWF1CM0sueEho6ZWR+aIbJCODlywNRI1v3C7v4yt7mYMLWWCNWQsPKRzXxvDJ8ciSF
W0++5u21bZRLkyI+jKjTcdxmP563JHNHQS+Iuil8R50inw9pU+fRIS+b8b1jJz/NNAq7AcU0BvFw
Q0zMyO/66j6IgoJd3FPyZ5jbPRZDYh6aUKwoUYY/PTu9MSUX/8pU0/nJwJJAOqyTOCTGMARdU447
VWTVlaPARPedKrKUgbq10nWj0aZcqMDS/A6ecd8bDijs+Y+5GekXJyYAzGs/fFcla/3V9Odu3Tku
yh8gsZCyzgvx6OY168Jw6WJo1gOoQ7wJORkAFxZKpt+LytbQfuC+C2vUzpoW5YHhJXtMAKqbiN4G
zTCeUlh4Nm9KZUODTIAnAvISbToA+kJ9x4s96495TdLweP9yKFcrB43YbQnR2XxUJkfz0gmxZnbG
fHDR+v2wwqQZxD30VCJJCjgZtejJrQ3xfnXmvV6NKhCjU0Cpm74VBaGNedqBRjk4uHPDjxH60qfy
86Cn2h+GE/Znc+LjZmPdH9ui25OfU+YTktWfyhfJE/Dz24M2u92gtzNIId8Y1n9Ge+7PFOKrq1eN
/rWBL+3J1ar2IEsdRwit7APVlHqvm6F6NKWWAV+ab46g4+2PsLSOufiF5jI1rA9NHkKEGYX72iUq
v0TLE4pXyWLBdOmtmTyFHCTVgaM7evefnXfGOa5rxJhyuz9RqdgbuVeu6sdDAjqSXs32CJe5l4Q9
4MjObtPjOtN5EuuyV3pRHV0ZAVBrY66bYPB2UVrU+dk8kPg2ZjRbR61vl/dtDqHleYH2LDl0nRnV
Jy469KqkyEYUDG4+/wKYkecZuDtNGkh/4PC4/RlwACNxYlBpC401+lvnpTmM01Q+apWbB1U0u4iK
DPVZ9yrrYBd5dbXqIdyBwqu+7+vfsHWaetokWQd4M1noNGtr3D4ZXWFes8HIDjp4+Ot9r6H6wHgo
l4k2xpTeDCuLYbaFG1EytqtqulZOb1599Aj+uG9F5QkpNUDdy5QNdjY3dIqpWtJwdIJprZN/wr6x
i4NX5GNy8Mdw3MO1qFyRZ8taPEM28Bht9tAY3H4pV+JXzUpbhkwd33yskymP0R6z0FzqjYSpglL0
aXTo4Yveq9gqV0vcAA8pzgC2wttzZLfTmGtdS2nBmbxzXXTLdQWzxDTDPO3kLXLjtmEtx1JOE0GL
AaLs1lQ2LaJEzxUEm6OjqGdkvX90taUMerCcpwQK1iBbir0RCqXVH51hk/7Km0PTlLAUFbJzm4m8
eqhE9rFi6Oyiw8nwTpsgCiwjburPHyGKcBSCJeoD/3e70somGf1RHIureXjfRvr6yRiT/srA6a5A
lOpSyICWsrtlUIfbfkCTKbcItdEgb9PqXNV69n4yqmjn6qmOqczYwEJJFtntisa8tQeYg6EgrEzr
P6fsyilo4Zq/LElpowFsJI89bGvAhfJpZzBFdUJxtWDs+Y+Lt3ms7SEyEXwuQGIN8fjQxbl5CNmN
x6iN9thH1KaYYCACglVryy7lGw24PQjEAtjjitPi9l+7ORxP8CL0OwGQwhL5JBJRUPXzEm+dTDvN
6Edl4D3dIbGPUMWEj+PkOfnBFoN1+enTCM063W8GgSkebl1MFxnjbFUpod0SJUFvGxp0rN7yPs7I
Lu+bUrwImALjxBGhz7YdxRU281BWSo0kqgbte4q4w8EyzfjL0DYuoNpiD6CqeIylaCb+E3Zbwip5
bF8lB64xZYkucClG5ZXah6nQ9I916OdIaExdPT2mSZ1759lrbYYWVzc/aPO0/H1/zYoL+EMBiUo4
6BAysNvf4OXoRdcFlZ/BFumn0R/WU8eU5vf7VlQHhsI+052UnmgpbN77diV7hfWQ4MYIkcTrp+Sf
BoHzQ0gYspMLqUwxJkTdgVwZH7bZ1LzyO5QGZzvw/Li9Wl4j0MAmshH6Lp2b0hQvAsLXYA5plt7u
3aJTXZ6ZDwvcsV4RXg3jh2xgkntwo2QnWFF8JtmnQENdXgTQU7emhGgHpkmREBqtZD7HSe5eEpeq
xv3PpDiQBGO4fjpYkvRnk8bZgwekRL42pMj9aaor74RAKinOnKE9Mk7FP77WfbPDzHkYnPDnUYZA
XJA3oMLB6APhxO0aW8/Nw4pKKzwnXf0BlSQIeP1hOpnGtBe3qLYTAhLZ2UIpy9iikniLesdY6TUl
rWlcvWYcTg1CfzvbqbaCUDAcNYCbt1bCJutrOro2gUFVXolQzCePObrr/Y+mOIUS3C4J90AwkhXe
blvm92isNbRXIrTVzloyriT7o/5+dNOvP2+JORh8Pq81pPib41HqbdXDQUMhvrPtZ71czOu8xMkx
EzQ875tSnUQI/WApgBGdGGRjqihLWjsdgWVp5MbBimrrYIRafNVi929Lk1LvqKno13aYk8vodIS3
9+2rNhV2QcYtcc2yU327qYRcjGGVBOtMBesXBjo/VXZFJTO21uXP+6ZUpwQbyK8yN0QxcVMv1cMy
KwoIBAK7aTtJMr9ANNH4Zr6zJNWWvrZj3i4pq82pYSyOy710w2e3t5KHdfEa5h3T/Ny4a38Zi9o5
xVoVIqPe7Ql7KHdUpj4AlilDb31Ln9Zi6juegHUq8ycT/Yo/XB3tDSc0Pt7fUJUl1DNlVMkoyhvy
unldaaIkJv24IcuuyOD6v8cdSTusuWJnTxXhOeuBNITQUiIB5bd99YLP/ox0Y0frD/6J/F9/sPVH
p9ezrxH4hke4zopnZ7bGX7jw9Cho5/r0K5xtP6wDNZGn0GkGS5pZh7inRzKWYX/1AR4E97dSutxN
0iOfG1logfiRI7pZn2XU7WoxN9n0M7lNFg79Jamq/F1sueG57Z36Bap47T9fz/aqPIpgTPDY0ScC
Y8Ug8sZ0a5r1qMUxrc7MNC8FROLH0l2zA2+EdYJgs92JM1VLJeqjtCFn0pg1vl2qloh+EcTqYPhN
52GE5+dgzmEblFbUyVajeaj6sj0lcT+c7m+yygEw60hTRLK2QcB7a3lkPKFZuXoB9pqjP89xcdD9
stnx3iozhLaydEf97Q23V1PYaVLUsg2fFfbXCmGFSw275k6goroRRBCSk5VmBSu6XUwbM1cShbCT
rXbzUhWZc6m7Qru4tVYC3nbqYxpq1c6FUK6M54hzCnXPG2GtvrY6005YGU3CPJhMZtHH1f/3/ldS
LYzHCPY3SN4pz22/UqXFPo0lOGZMnQ5MNaHFjqzdkXC9OyR5UR+GKhl2/ItiZfLxk+BfxvDfEPjC
fK1X+qIxDeEMw3hwU71+187JvAPSVpuR6GIyAACGm7UlcaQ1Wk753jM67Xu9OPkno3b3mutKKzSR
gYHjToAw3B6NuLDoUWTM8bu10K4i0pb00AyDvXMCFe8cRN5Sq48iG+iyzWLsYqz0dKAr57ip/Vwa
2rcQLl94663HHIDWh74dv+gzwg7m6O2VaxRPDwyPtJYkbz3EhJslGjUYiSKMJBVb5L8ruwZuWTsT
86E1ZtvdORxKY9DxyjEv3qBto7WBrbq1E9n1KRb/RQ9792Q6Bd1jfair+XT/+CuNsZt8PQZ3iQBv
P97YRdEC5NINqqb+jnNs/kB1FLWDNdlLA1THxGBWAOEVWALhO7u1ZHdaCVFCSHujaNozDCXTeljW
etlrcSp48yw8ITwashYu+RduDeWTTimv4WPpLfyV9WLGT2NddqdkccdrXjHOF+TTagWNSFBYnMfI
fBlh6D8nlOqjYzvlDbORAhbv4P5WKw8w0GLqKmi8UGG4/V0GlP/aOjDwY/K0fsnaeHgkY66HQzMP
4Zn98HyIamCmOzSWniVHkRV1sxN/qz43FUdAN7Kwy/T77W+o0obp96wFfUEi8J5J/+EpbcV8bidz
N9ZWeFZg+bCoANOkTLaNtY3ECQeL+gZF3Nh7qPpKuyzO0B4FR+4vuAPnoxkl3S+cZ1J2iUkjkn/D
vKGnonO1Aoxh1onlT3NCvNY38uFLQULzC/eU8jQFOQ/NNpBTt3vZgnnO4ZHGKZiwcx9CM3T/y8y8
KC9D0+r2+f7pUV0f6HqZb5XKOWATbq2NdrSkUcTpicFqZy+5V8NbbTfu8gtTGyScUDOAJ+KAbD3C
ABmMRgbFyNhaf3Bbw/ungeznv/urkb92E4CibsbYEkyEshy9WU3UC78NQ3ycTmn4HVT2xkvIdOAx
TsyhPExzspclqQ6+TZlR1h8o3WxZr1BujnwwhHAh+K04WwWoujTrh/NQhtkv3DGayHx16HVkfeD2
S9VDORpIaYDpELX5UBZrGYxRFJ4rL94DN6lcymtTm+tstbZbtY0PxZvFuEIvaFuIuf/co6UJv/Ps
H6bVWE+x3faHInXrndaJ6kiC3YMZDXggDneTTFd96pgO3a/A7mznt4wBlHMxFf1OFKj6cuRihEpU
MvmE0s28zsVycugpBWqRLVF7XcIFsXUQi0+Qi0/n+6dShWEDSkeZihabTGk3ny6NKiD0TSSCTodj
9Wg2U/jBp3k7X+kNDf9pPW3y49hE+Og5oqL8LNYI+RT0NarmIBZhfAbkP1/Mspn+nXpbq3Z+oGrH
GXMHH8CoE1nU5nt3zDXlhiVbAXZRf1oqYB/gfn8BR4OKB2U00E8yR7RudzyK69DLDIbph9YIT67d
fa30RrtGxvorLlROSRI8AkqiYn5riah8diYTtCSMxMhZiKKF8yDXDaRJMxiid0gClCeJcp1hQLVF
ZrZx2OZYzrWRSSI6p4m/+JQKr2mumx+zMBc71WrV2ycZUKgewEkA2ertwnRGLeK+kMAZhktPJllv
gPJM99vcei+TO82Pmoi1T/dPr/x/bn2q5H1CFETq/G3LksZSxjajNVzHto+fZqd2D3jXujw0fqcH
dTfu4eSUBglIyJ1+gEY2+xmituAV1QzJHWrqUIIY/rfGZdRn7CwUMiprr2Wk3NQfVMgcDGn3dlOh
zNH8RafnFuV9/5xbvfPJ0IrhPK5WDgtKk+jHHha8vYBSeelemd04BYdZ1x7dJpzspJvHNslrWmP1
3pifejN5ngDA0ObYdgIKS2hmLKkdSnINkk7HWCiiQTp9ZNglGY+khxCi3z8xqgsh6bONH2kbDuV2
Q7M260ZwPzQxY1s8d0thnaLJdt9nnpfsPIqqTQQdyqAAsRLd2o2pSEdjZKYhFThDksWHQgfZdYA9
YTdVUx0SSlsILxHCMh60MbTQfyqNgon3bqyQ/KhEv55DY2rq02yWdDty3zv5Q9P/fX8rVS+xCyqW
qAYIFUnq7VYOoHyijPQqiBluuaRe339d2xR0RpxY7xxLE2cBkuIIyXzLJKzt7/gbZdLjEkpJqlJK
JtskHFI3UZKbg3A3p8EhqzGqFydepRTg1BttIKxBfAQ9pK0He5iAYk6A5adDPXh2eRSjk7QHxFIG
gNu6Wey84KpPwrOKZ5IhH6pzt3sDizbfOZexV5VbT4C9ozMJdBb4vV6mh9VtjADKoGpnS5RWAXbw
D84QBOqtVUbwx2noCTFTS5f1xcr6nmZz+g5yx/W5SijGMXu5RzuqwuPjfg1Jg6fLqcfNOaAvhcYU
fHtBDBzsDINbd+zKNn6BGsY9xgCLP/sA+J5Knj00InRB1BAmf3kd3Fz3D6TqwsnZJA4FeCx7GyqY
bixGHRrQoBzj8ELmAH2dbu3lk2orzOXDL0xxdTsGpc05uN6BpF5Ma/pgmVP+JFJH2/FT0sNuXzbJ
dsMZopsO4OP2U86pZlmtzBb8Ke+owQhxSedsvkypuT70g1sdqhBafJHW+uX+LioosGT/nAkrMhXw
e9sk1h0MWGrrzMNqNryYnqYfw7xY/oQrfhpOGqPgwyXLLLM+jI43PSFwmkHwJj94MTsvdmOke5hc
1bkmcSKpJoKhqrcJLaqwgfOhc12imHD5Zs26mYAE81BvMWtobx8rsbooR5vmL9wnEkJqpJSz6flv
bjFSwYYVrVICISyG9FmruzxIo057zrq0+weSlcF90ePI/pX1yhzD1KnnSPXI249PlJU43cR6pzD0
nfe5XbiXMTVF97sNK9uLmDt0JJ3G2kluFO8x6H8cFohcOb0rT/6rtAPUpFvXUekFKBRW78Iy7AJj
LYp/u1b7i9llc8ec4v1A6YDkFO0MQ7IG35pbsiprKEdxzgZLvORLGwYzU6dfRFhay3EZffsddDbG
R7+USvGrtsc9rVouhZofUwgc8y2H55K3kWbmticbs2F90EY4DQ4Z5dQvazv4Mrry1n937pbMDzfX
mlwccIDkPnPe3K22WGBjaXs3mLs6/rNrRvPiTln0wmiO+DfJhuKwiL6uDomjfbMWqw+g7Td33KTC
tfAbQOpA9Av0e9v77kSK8sK8UP90y/VCxg7xAMNq13B1EeoWzOUxqu4W56wt0h2vpoi+SOTo8Eti
B6Z6Nwd7KBwBihrTS5Esvzd97f3JWKv3YKy+99/OVsvT+marAVbT35Ddmy16prAogMQwnwSjX6fP
RAT+d9csmMDwYxPF2TA1zIrAIGuf3SnS6sOil7p5TiJ+36HU0646oSPuwLbYFTGurjXrvQ+h/oWc
BAoJPJzbPrLQhrgYsgSK3tBdcuRw+uKJWrK1E4uozFA8k/gQ/kXH4PaeNU5V6FXCmTPCOK6CJamA
0jX5mv9xf8dV94ndBv4F1oCEcxN9OEOV9r4FaRlYsCw6GkPafNQ7Mzz05C2QvkS/37enXBdzL9A7
oG6Nv7xdl2Fl5eJ5xNeJt5R/gz3Q/3XFsId8Ua5KoqJAIrOmLTN2V5e2vrhQPBXrOj3bVUoHBHru
oNHc/je4LPauiOKtg7jA5l5S8ABEsbkilUcHME1nN6iRD8yPdk7Z+OzkIo2P8ToU0aUyQLafbD2J
/7q/n0rLVK1JbV35x+a1E7XnLH5HGuFpWfpxscPoI28FB9OsBe9+YVA/rLQluG9V5Y3o+kheGbqC
b0qHzVzldoL7Y/RLNPMl8uYlOVMp4O1JLa05J4kVf4/bxI+PZQjfwY4zVHkkyl/UuECSg3vbbLdY
jRL+b4rndmc0dJ30Mvrsl5m/HOy52Zu2UZ0lallggUDQoq2wuSGd7wzEb0RWfR5nZ4Q3s0Moluap
jMJvK2n9ztaqPiisX1SciZpoQ20eWM+aJpPursfsq/W0hlZ7LQf9g7OUzcVfALO3Q7OHA1WbJOOF
JoBUYDvQEuaaKKgSIikE7RhAp6lhSr73FtgbV/9LJdLiHcJJzg4yWWVVsgWBrWBbuaa3nsDMPdTg
Yp02k0WRotBi7aQ5Uf8Qran/TSByckQuapfsRfU1X1ndxskCqmFIzmhPaEunv/gwg51bb/QgqOUE
HIl6JvMwDCbVDJGIZ80c7HMDn2Ng9NMqIGwC/Shi3frENnZ/RGm1PKMt0L/cv14qJwnnlhRAQiWQ
5/52ayxtibqKbkQQz9F6qfwyfGagrL7ct6K6RdB5y3vs8cpsc6J2CfXMoRkUIIwAsrko7aOeCT0g
fOvPP2+KKQ3KjPTZKJDLr/IqSDV0xJv8Hi0uwx+RldZS+5BSB7tASpXs3B/V3oFVkJBHiE7fCGoU
gviszDygvmmenVGp0s656Y47h1e1d3Iw6weCEyiB/BWvFjSnGdLYlqy1Fct3kHnR1WzXLxSE97Al
KkNkkgRUptQa3orv1box1HkDbE1r6aCFmTUd7RKepywiT//pj4R2EVMK9O5Im7a9rnLN0nyUmMeK
YdF3EOVnJxM8+pERxl9w4IR3RDZsIUnLlufANjOb2XZA9WuShNDVD9m5or7+bYVW/uffCsprHuA4
OhH0CjZfKhphE5gY8CXAcesL1f345CawHXSpsVf3VRW3SP3kfI4EsUCQc3sqSIFiI0trN8hTvboY
ZqMdE1QnT8sYDYeSSvNxztzm1HnjcgiXiDG7wmgu8TqXh1gfloeudPIdaI3C39H5QtxUUoPTBd48
J4tX5q1Zsnx9SJqgp4IWTJVBaGyK5OhMwx4VrdIe3CA0SwVD09u4lScb3bQGnEY8aVp5kDxPpwwG
jT8XK7SuYdyaOwGs4oIwVkOZAVlzpre3uhlDZ0GHOBIAaVM9fU/TKnqYiAROU+E3O8ieH22eTXZC
/ciWpWFDJsGbzcymPAS9x5OlGdUojlXP1j5rRtvBzkWT/bc008R/idm1/+PsynrktrnlLxKgfXnV
0j09i+3x7rwI3kJqoUSKlCjp19+iP1xgWiO04CRA8uAgp0mRh2epqjPmFtxpma4IqqECAy0rAR5h
PU/pEiBXzDFGBZRkLSP+HmGwExV0HZidyiBZ33ENsGPGV3f6VIMd0aUracF8B4+HDmmLMJ5mzLe6
N3VrlEhse1RuSgimh/zqndkOUtJC3+JEEc8TEHHFhHKeEMNzu/LxtzsPrZUqHkLebFk6W2T2oPol
86honvXaj/wMiT3PLmouXSsPBzZ8qGs3+LmKPnxPGUneD7Qc1lxChuyos2Bux/XumkaegzQVwAj8
0wQML3yqP0KUJHAm4BRil3+VYsEgnSpQZxEE3TmJoNfJEwS2qi4dPIf2x9ve7/XBNdbxOiEEMgIs
mydqxCSkkjfm7sqSPM0JVzJFJho8hcEk/UxTN/71HywCYoTZYFA1xgt8vd5mwblxIpCZYzjkNyHg
INkSev07J6K8kFzFB57wdcCFEityFB+38w+k79penwTUXSb0+hTGvkHbhKqT58Yq6zEzAMmzs5xq
8KkOtvX19YRR9ImgPA7aL/Aa10aTpibMg9fLQxm2n9VauShDTsGbEhDigzfZePLt+TEDtlFzRB0Z
ENBrU6QeLb2USC0pLmPGKqt8S2o7OCgv7p2Tl1bMr3hxSqvFm6suROGcY9T2fSu68RGSTm2Guc5Q
Lvagi/RfPhs6UcD1gYCDZ/PaYBk7raXh4ZG8KlX07tpmQJjP57YeAPwE+/VSY0DlX8cC+GwGjWlQ
cKZTdG0UrE4vANUH3SlF5fvQr8p0LCf2TotDlsreCYFEGMgWkCpFIWKTzPViVNIKcO1Hv4OKiT+J
DBqTYQrVmCO1470bgAHKRjAFCkt4qq9XhczCCGIA6UUURil3U5BkiB3KT5Bu50/hqoM0jNkR5X3v
wPxhm6NgisbANqyqVuENq4utrIAi1OfZqYbnqY3dAhoCQmXC66BTcNuz7K7TqIvgVYRSV7zxpDZ0
PpSMgSwUonIvGAw75eAwike2gP3jYTDHGXoF/fm/GEVKboi7KJNurp+v4graSMC/yNbuQepX/4wJ
4m5qWSqzlkZnTeccLXS7t2BDG4YMQjswwOG2N2cH4jNgLjbNWqAI2+WyIZhqXnY044zPucuS9aAq
t32i/thD0ApOAOrBiF2vD1DZyMRepmotdKOGZ9NuOteNHv9pykXcA0QYn3lN7OdE9GXmOgLaP7f3
eG+9WDJeR6PE88qbRnyknRvOWG9E/4nqYX6uQDdPQ19fmEf179vW9laL+g7GZMJ/A1W82V2O1HSl
6CsVpHR9THQW9L7mnd2duFzEB9viqnCcZfhWjnP7qObY/ee2/d3VolMM3i04cojgr3cbEwGtaZDT
WqBAEUOSImhyn6r2KRwdJ7WW8Yi6+UpexHxeCAVCpww1PDTnzQ964ds1pi9OpQ8uZaM6527Va/TL
JGVnOSqn8Bemc4tbbjEuwn7wnYZ+oACvHUQFW3eI34C7EwEWAPlb4FE3D+aMhobER14Lv02WXANM
kdVB3WY1yErF7f3dNYWThPwAMC2U7K+Xu2rC3B79kgKaKeMbn7b2SXU2/zTN3RHhcccUrgsuKfJL
NJu3sMZVVUEsJcaAAN8Yvg89Bo6ZbuoH1lgH+7f1fdg/VEygVIW3BOii7TTZidQWQBzELtw2pLll
r9AFnBfrB0FY/6aGBKWXdj6TB1HB3vpCJOkITfEXns3rrfQ4SEIdxpAVkbSjrIQ6TVqiAXoR9eE4
wr1TClwR7gUwFCAnbldYKiwxcKy1mBJD+5ijeUFhoA7vGHoe3xavaX+u8RJBpDdwT87KYxsiOVBq
PPBFOxttdFINXRdImVekDUwEGeNBWXahGv3ZIr51H3SYaVPrbjnRdUJvBuzToybrzj4jfjVFJAgk
gphi/vzFDV1Z0Lp2S5wC6YlzdgixTjSYq/czMt+D92zH+yGZQgsBaAHUfrfcOtah6O6EjVOUjoiL
GP84xw7EqCvmLoXw+PiYxJBOxICOLu/HuTlI3F+v1AhugD6IQefGD2wup2f1s20FnVMMmHmSz4zQ
ryRph3wh63q57Qde+1lDe0bSZaZNoG6xcXsVG+oBs0WcggGUlEWsHe9H213vOU946g1Sfbpt7/XO
OjYGF7gocOIg7yiuDaAVQkC9mEEISwdbT3cyUj+9kTfvAqfnD5ZMnHsbXzpdedfmt63vbKyRvUS0
CY4+yt2bV80t25L0/qQLKMZ3D1ZF/2WBIO8i2din25Z21onoBCpVPhIq00K4PqxLOC7xEsMVzYM7
Fz1GCr6HKP9yIUGHgvei5ENPMPDScus+92udHJQr/hA1XiZE6H3B10K0BScVwNUtHGUUaMrLblqK
sHGpd/bCsrFTZHwuxMxDQp8kihFJhvFd7s+YO1KfTDewzipb1c8tUif2dsCQzjqlLkl4poIKc34M
7WR5UIjV+cMYMoUaFkSsqksr63JIhYhR6WqisTy3THf84NO9djloTqA5jA4W1oZuxfWGojEuHKJ6
3P4y7s/+EM+Fw22zeaibtIRX8IZlH/6+/Rn3reIGukZm8dWgIza00Lq2YbVio3sG3U6f1TLOb5Kl
U/8OM9J2NnX0+22jO6cUgOPYaIFCYRuFieulhtrqkgVTFoqgLVWKQRveJQq6uZhlHB4c011TEVpp
MeQIbVQur00B5ecNoYrsopLcP3PAoDP4YCuDviQ7+IDbvqE5kYiekZPADrA5G1MQYGZdTxu7YGHc
ZF5VL+ewjKvUtuLwbVImVhFWwwPq90Px99uJeA7RHSB2r2mhGtPVFg7IX9FB7zTDRKf27NAIw96c
gBxcu533GbcND7R5otC/2c5m4PDowM3UiEDArrkAWfdtWZPhxDr0Ohp7FndqUMP97AEan3ZDLTKg
LtXBendcOm48sncA45EXbWGWVURC8CkHHB8bo6/rkY331VTTnwPQYI+9gOjLQTSwY9CoqxiBX2CD
gJS/PkReTIjrCbEUoz/3H0lfo8JNSHepMCGusJCCHth7fSkNxRENJUQu6JVuZ3A0IepxaLrbRRxW
5MHq4hFINq+ELgMN5alv5+njIiP34+1j9Pr8ItgxQ/QixD3oXBqP/yL88EflxbTHto7AGmWmsIXB
9Fb3mXZD9wB2yY+uN8CzwDpoCL6+ovAF6DJhc/E5kX5e2/UaBHXLgBfTDWTy3KgGDdqmau+rpqUH
V3RnY69Mba4omUe/bnp4gySuGbBsUK9sSRC/tQdPn9aS88zxVnUQgeyuDwgjG7RtIzS2QYWAxOIJ
yvE1nd6vvwJ/zX5FAd4TTVlycDNem0I+CSdn9OJAat5Gz5qHJFByGYoRcV+2oFD0tLr0vc8j66/9
KqAROC7Ad+MaArN8/dGgpFGFclgHvFZDmzEodp56GftpVFnW+9vn8nWkYVAY8DW480bfYvNa8ApS
iSCwwVTkjheuJ5Va0cBOzgwECsd5TJcOQ/OgoAMW/PL3A1ihQWT70LJF5QcIGNDyrpeqR7b2ED2V
hb1W4qK6OfxMp8hLUSxy3vSu6jIESfKua/n4jEd0PSkwKvMJcIM2IzM6HgfeYe8jA+HumLjWILo3
3iiG4PNQQjm9YHzVUG5h9ic0R9D1cuKjYW2v70vs4N1ESgungJLp5uiGU1gyby27ggRel0Hg8pcO
eXJfT0oW/eSt7+mijpTWXrshYxORpYlfTXx5vd12G5WiRXBXNFZJzHhoNw2taXlamnbMKzMhUCyL
e0okPZo0+9rNQxAD8vv42uC4oYF7bXkFvJGwzu2LvqUBIlfHufA6ns/WiBmJKwKl59sHe293kV7C
1yNkMBDXa3tt3ZW9cvy+CJiOi8qOmgwSYVURr9K/q4fmC6qZRy33vTWiqAiWuZHKhOO9ttkgaEfI
Z/dF2c9uVkeCAmdEcZnsuc5IH4d/7fxwc17Y2/gJHUQy6SunL2afV6krePTUL6o72zEPD2KT3aWh
yIXZDXg4kRtcL623GslLqfvCF/6UQgwURYSOW28bqGakCU/+voKHpSH9gVgvAhGQhq7tLb1sKXIU
bOXckLu46X9PTY/pxAMkK4cxSA52cu9e/EEVYEQE4uatx5VuOHhNPHYFBNCCzwQd/yyJqirvMRMs
l8KJngI5NFlTe+zgVTELuU610KSDdj8WA+E3tBauF+qD8Ny2IO4UtKTyLUjqy2PIpuagyvQKYAA/
+8IMECHXZgjn3uIsQVegrV9B5VmR3PMH+RiX5LnEyOJ7GjFaUOCjs4GAnUVr7LavR/2I+XIKYf3s
H3AV904U+kMI/cAlguT+5gsPMUeurSIoz6+LLkStRLFKDDm3xapPMVVHNctdewlCBDCkTal0c4Ll
GGLEKfg4xeDGzS9mT9FX7rrazqZFsialVT/9vO2C9i0iacELbgqLGxcU1lIhTcennYX00wG1vWKs
SnFy/IUAhR4f8dp33i6oDQWmrAb9EKS5199YLT6gv6HfFQ6L3RzDkeMsXpPuwrlQB+dpz7uaMike
EzSLoIR8bSoe+xmKJDE+XkyTJ18vOhddH30oJdOP0AGDz1tGgN9ub+iOVQhwoS0FxVWj6rTZ0AnF
yGievL6Aeq689PNk3bFJkaxHwJ+NfehkNbpVB0bNBdxcUCNoAf3CPx2qrQJkDWBuvSatKJQTTaho
+OVT0/m/gskbc4xX0fc0cMmfATYPUjvtwS3ZWTIUnVBwwmuCjH6rcikhS7RqD5pmji7HrBOgDOiE
QCjdnZqPUTg4WeW7RwMgX3G88EpDjggpt2e0bV9tdNehshZ6PM6BEeZhgU4KKP5KTMEPxMb+hSiv
XAqGkXJv2QzI8MNSq/Jr0pOK53NoWQdvz3YPzK8x3hE6U4AAAvhzfdgWH+1O1rixmT25XGo5jsU6
iLoI1CDRT4O6admzI0bW1i/DKGJvTEpF5QaQgK2OCFRirYA2bZlHlHafsdvdl2U4pIdvD9cfKwAg
AbGLEuorkJ5TJqiBTayEEg7zHl3L8r+xJJF56ZHxgpFl7Ul6PEhVVfUP3RQfOKitwzDWUdE0NWLf
CBCYjX+RlHrjGGBkvJ/kZOTrI+28e4/Y0z3XKFbfvrl7lhARoW4DIILhwlxbmofe01CniHOOrEen
QYeSVBrHQnyzu7U7gHPsGgMWx1Co//CbNsZEEuh1dYFsD9ZGZn4ZDplGZ7TOPHddPt5e2d45MSTc
/ze2eb9lso6LNQJRPijOAXmOh3MEmMz5P1gx2SCaIwiLti2FLlw8p5wM4hakmpNbyeCOxip6f9vK
7sYBEIIONd4JnP/rjYs0x9xV4OZz6B2y51KTT8DDjacFk3oP1vOq1GWOnlHJBLYHCeirVhQkLyK3
5h64q0CpoiDqtf8Iv0syPCLjAx+ok4kSatqQp5Vnb5jidwiU/ha9/uc3/MFzANuEmukmItBcsCqW
wOdDOLK6n93GSW1HhBcIXi+5Q6z13lK+Png5t0EBjCL6AtcDAHa49C2NWoW1T+2qhjML+Zgze5A6
qzt40rJ0h7OFlPbgo+4ZRAhtmosonEKq4fqjgtFSVg3kn9CBLkF1EmCVYrvdPF5D696pD2eR7hwi
WAOMCoqgCLW2Ig0TaXk9+gnEhJXT30WcTffUX8JThKj9YC93TeGFQvUHrgUTOa+X1pVTm3Q6jvPS
1V3ueNxOBcrRJ+GD4PfXVwP1UCPkbShmgGpem5JziCygnbCqWugL5eQHBxng2ZFIhG5b2nkSwGmG
ug5kpSAbtA1yVG1NDmbCQEdgaMPnZXKHL+gHV+CxBd1HpLHhQ1euJLOJLlHz1uTA/I4/w6Rp3Eq0
S6BGtwVVuROpqs4B0kksZf3Raxb5oOPmKJLbs4IeO2ofeF1Rb914Gop5RdE8w58lDLRm4VvJN7dJ
+MFDsHf0AUPDfQOd1yCLrj8aD7swGKDJkqtBsw9qYPRSkXrKfDnGdw7adtnffzogQE2HAnRq6Hdc
2xsxdDRaAzRdWzmNZxaH/JcIuPsOKvAuTQF6bk7hFHdPZTiKL10kydEolldpnvEuRiTT0Fxx+V6V
mSudhCjyJjmY9zY56WAos1KM7Q/Ayu1PA+XdqXaIlrnioT9jyI1UBQYgJh/QymWQy06q6HOVkOng
UO1d1AhpNYYJmFzolT5Cieae6tYEwq+rdwJ3ZkljrwwuAt3Ag4u6Eyzi6gATi6lx6PNtYaM+seMa
uhRJvgpIDsDL8eR5oWPspAEJxje8ll4ximD+cfvT7+48oE7AOJu2P9Ac198ePtaLJbjWedvT6lMt
XHoH5Sr+FjR1cj9Iu1lSb3bN/HRuk5TYQfepUpjgDsT/tKK0a4/9Dztg5RF+Zmc/cNFQ0AQ2CC/P
trLREr8dx1IkeTw4faqwb3erhEG6oMjJHdVX6YBJr6fb27HzweGXMXXEFDdNBed6NwIuGtKgk5+D
TLkiU/Agyh4EE4YLz2t+29SOv0ThBMiOELNjcP7NT3kRxOoASHWH4X3TlTUUGL0NzEMoOTjVjcoU
UoRL2HaffMHagq0QtLxtfceR4ZiBPQk/hqR0273qiVR1mNAkB1jRuxsw1x15oqYHjmVvOzHYExof
Rl8GOcH1Gv0pXL2ywZsKxvz3LujIJ4Iz+IDRqUckqB2XCbCVgQgaIVwEadeWRCXI3DHs4QTUWtYL
aNj0kFjNolWa+d6ivru9f3v2wI/H4400EyzUzbtqV4INticT4FQUA0W9+SglEWdL9F3G2/aojfyn
u/cym8cBwQhY0/2DVj+KTpv1yYk0+EhDko8diLYVrSboMkcyE67L7xdprXdUxFM6YMRkakb/phWU
c59aD8c20TK8G4PwF1T23GwOUUDHPD59sCF7nxruI8LdwRdAT+b6A7gjcKlJ0iagVFYejjMJnwfm
tylAi2Vxe++PTG32osWrKVkHU7q12aV2IoaGnVe9C1ywx2+b2rkmiPMR7oIyiF7v1gtRQsdaQ/Aj
F35Dzv7aod27Wv3BNdk5TMiPIB8J1QHodW2FNAjgvopjaCikXi18126NSRoR6RTc1+AsqTj89/ay
tmVj426AffhTbLMBg9gkf+i6rmUYQrWqxPTdT06MWlRUtk8Wr5avC0p/b6CxoNJurdqDle58OkRo
KPH9QeeAUrQ5JX3I3EQHWKkZYxBD4iBN0Eh/4xPBDipQu2s0ikswaIYGmk1/4V/psqBs6pIyn6C1
8xvkC+itUcvuBKSkRf11CYj7Jhqs8jIINZxu7+/uMjFk2NDigDDZEl3MwBsvgjQIAvza/SwWYIyW
OCjbNOmnIxLRni34PQO8gAAycLzX6+zryFvCOYRniJmbYjpqfF83zX28gtr096tC0cVkgegnI1S7
toTpDDPyTF5CCK0SVoFSD2CJ48T6MaPNVC0HT9Rerg3AgxkWAqEfI9x0bc8OKgwnjmmZ66lHqTJh
gfoWuvWIKWCxnVprAzpPGX5elWgxoIX5WddJfnBgdxwAfoOBW4Ceborw17+BlsQHCazDmjFH5wvk
n8UnIYej7u1OsIPKPlrDKNz94fVdW8HDafVhH6FoNzG7LmJGe7DqAqPW7eQ+NIWCk+VI529npcIN
oGCCM4pyBiLOreyi7fZNU/l2ma/OEHwLbB1+rDX5+Nen5srI5ismNe1W7sDI7MkSdBNcNren5MSE
1v/eNvVKE+p/CzL8Wsi3Q/pw414aycom8kbj1wj7OUaq/eS6zfrdscLqfrHm5iy0V38mbj1nANZx
ei/joWepsgGBn6alPzo+ZnGbZxshAmomKP8CCb5tbViaeqO/OmU+Uqc+o3A7nzAyz4xhKkXaiiMN
lb1zZCTFkJ2a/vw2X4kXZwowYQDmXELLJh1ANBpTFMfW6YI+WfxunlCjegPghDyKUHbcEGB7CNlx
U1CvedVD7vw5AT/DyuPSBxwJyvcfKtEKjNBqFv/vY40/3XEoiBu0ybbeZ1lRq7WnMLu9dfpMNsJG
EbgShXZYdbl9pPY+oGnE/7+pzf13QKmPe6mtnHbMy9s5GU9QJp1OiTWqrEN6dmBvbxsxA9CgSyCJ
AdThtSdwElFqESxW7tjjnAtofIDssi5vmDOGn28vbS/1M9UuNAnMXLlX0PIpokQ5Lj7ZkvTL99WD
OGjq2cP3UUCaeHZD94PJ2KHp29IUehnRBVInfipsgGIlCkgoP/oiv/2b9rbb4FxRgvPATt3OEvdK
ZbWRZVu5jBIwt0A4nN4KDGtLO8g6XMDWHf92VLtxGZGB8iDRRKq/xXcsLReWvfQW6uCNQhAdYdzW
OPEC07DerEnA/oM3RKEDukOo3aKQtPm+1Viij+DU2PO4Y3c1GzFPJgbtpTLjsG/v5d5RikDuwaUE
ePhVrxPReNPoGs4QXPHyU1v3X4FbSU5ORP7LoQX0EpwINN8Qam3crpPUK6vC2crX2Y2+LhN9HvxB
51XlHnGWzf9p608BqgCGHmAgQE7Nml8EdUtEG74kOB/N7MqcN75MS2s+2rm9U4gKMBhJ2Lj4lX48
sssVBR5cQj9chnMstf4CVGCZWq1qTqQBT/r2l9pdFUrBYF4AKxxtk3HLjsZFG3HGsentfI5q8Twu
NXDot828PhDIYQAiAJIJHK5XJRV7hT5hZ9WkCGjYf2kH4IYz3i39c0NXLg8Cpx1jCJjAf8JrhH9t
z8Ss3BlTOHtSrA5bM08lydnGBLtsilx9EOmbuPP6UECUDNMXgMkw0u5bjAiHygCIFz7ulPaiHyCt
kXPHtS1TjJEcLxTw3TtHBGOQroGfzGnpLfrgVr/+gPgFhjMD6sofMtv1scTIE5dqkcBrz7p9mBVz
7usOovm3v9/rY2msGGatobSj2XVtxZvUIuuhJYDcEJY5VsW+QUi0rQsquPXRcrrKzW9b3P2ICEmh
fWygINsaVblwjGVqFEEFakgu9VqVkIAQfkHR2vjrNx2Le2Fqs7hxIbpP/IEUQ9+0uQo69chLZEwu
Ccv3t1e1+7VCSNbj0LgIJDb1A4wYcOOajqSQc4w51I6UH2ySHGnr7u0dGkrG15t6yJbONAo/6UIK
cde+GpIzDfhPwsh0qiLMh769nl1L8BwA3yPIfIW1GEpv9by5JKBpVuQSOqX9vuMV61O76vV/sAWA
v2Hi4tXEG3Z9Bp24qu1ZWVYuQnvMKbB0d3KRcxEC0PfXXTIIqph8E98IKgBbAUifeZwulqKmCsLu
VuKRu8ERGDcVzEdYmb0TgQcZWN4/tYntABg71MTpR5cWYKKqQsnZMfp14nT7O+1aQUXblPiBk96y
T/tYVXFEB1qUSagwRk6Lp2aI1wMr5qJsvKEBjqKwjMqy4YZef6FpTqhGT78q0OAnjwoDdU6epaNC
MNaegUMK3/31qkD9QP0KbT+wL7bQ3LqcurCkIcURaMI7t6vHD3TsjjzR68zGsJEwzQLkOQPd2pQX
fcsiwhuSquid0svGwZuyEDBhUOxr651bk6qoEDofPCw7W3lldOMoSMMEmWhUFeHQ94ATdNO7Tsrx
IitPkDTmszqgQO6cEKgpg2qBpwwd6O3cjlG7Em0XeHQmpZfhUyYXSDkejTvaKawYoT0ztgNCdDjy
myNS90ZpAorbhQVxJsiGNdCZj4ay6OFJsrC23MvUdeQMuarqYUh8EFvcRhe3j82O0wLfG3lHBJVV
M9v0+pgm/xuNRxogKHudQe0vPMXKKs/QbU6+/r0ppNbww3ibgWDYfMZWousGSkBdlDYbLny2qnR1
+JrJIY4PnmhTbNtcPjOuCyVOEEvRMDR//iI+BY/PZT1tMTBjipf7CM/mMwaQNGeFl/StsE3dYerb
CtvNIJhwe5k7pxW2gQfC3xh6tP2qkMqNHBKwprCIFRbeOvcp9OSdzBN4wF2ujyRA977gS3vmyr5Y
qyAlWwIf9sARlllc6z6LiT88uKPXHmTFO7cfRR2DPAGaEaGce20q1kzZrZfUhbtS+/vM0Nef/bZ+
FpUfdWmLAuA/yOzY+faG7i4QySG6gfA6r3izIy59UENtoxAB4JL479o7YESc+0SM9GCBe6bgP41M
ERrNSKGuF2hLk4iIBN9OVzovSV19dq1BnAeILR+Y2ttLxD0gWqMmDmiW8UEvPls/sHaQaDIWmPAA
ubJY9CdiYxQKXSb/7aqb/hyCn3AQcu2dzZdGzfpfGI1U4FkYBYJ7Edn8PlTEyXjV9vf9OFb38aSO
dG/w+Oyu0zBiEDNjZ7eChXLSkjTlDNlizBWYvBSeyCGp5pgpk0rqMKi1lHZJs9KbF5mhvpCIfCSi
93Nrrt2cYCTGnHpqncNU1Jb44KAyUULE0RN9qrX2LwzwOQG1V9HyNAKU99/BCkH07Baf/FgigIyz
KJkTlso+ERj6m0CfPOV+pDCQDLOtdLZUi+ig2UIr2KnorO+AZuw4Tpvy/pnaRrDLPJWxzl01eiob
Of5LGGogMkcZoEqpHnhzZwcNkxnjxP1awZUOuVJ0eQNSKanPIxmtf4IlSO66kDQydeaqis8Eqy7c
sQJkXvXz6GaIS6ks/ERRTH7A7K2cW7UEO0IODvqG2MKLLXvCUlCdoYqkE5CmUwnZkCdZUf/fGrJr
Q9ZBHPJ3pDEg99KwXr0tfaL93PcX72PE6tq+WGikodkzwe+nS4/k5VwucfthIg7kj+bIrh7WuHL8
k+9a8ieaq43JBFR7P9Yq8h+4iCuaajecdFb61nRpuCecN/ES2o9NaGvvgc4r+Qx34D5Pa6W/d6xq
v0GmcviOFhpHU61qB0i2O8EThkQFLjL73v3WS4s9YnSl/67rqPzlWOgpZHbVdg9LW5YTpOLgbaRj
L28BrBr4eRwFfVeLxiIYhs2SHxzQDDv3VRW22eROTOSTgFRlaoMTSdOVDdZPYSEgSqdSDstDAkIj
zywoDbxTHrqKd+tatjpT7ehFxexFHQoAmKcF/WJ/RsNfQjEgTsGfV58dKss3ztKoKh+4r77W1JoN
6qWJSBbPU/sk4Kp+u3XiLmnFgQ28mwDs+GGPmjaZ6GfPe3JHUmPWBmkh1xXETTfmTtWzL9OQlH22
JOsEsAdRPAcTsb9MXhf6GDhSgp7D17H71E4EchpSlLPKSiXwLUgrMKUELRP/t0+6Ft1CMIiGNBzJ
/CXEIPbynsHYT6BnPZZBEBotRjyXZZCi57b80BB1eGg6Ef6CqAZAL01SrrxgDNpCRQOthKbworF/
JxPPilJpJ4OdklDRk0SWG6V1GYz/ukh6flE70fc6KJv2bFur+1FFjLiZ1XehxJ6UdsZ7jFHBUBNM
yMW2kmrJIt4mBIq3ViVPhE7zkGvGnOq02FPXQ2jQbVgGYZN+eV6reg2LVpOQQeSjDx+HVo9xiljU
/k603aG+DmDNRXtu06cub5qfk8B4rnRhzMK85on8AL97+RAoF2GVX8+Lk7XI7B+lRAsgA2+n8n/a
UZVE75YGmj8cKfiU+5FQIPD5fBbZWq5e3WEec8/paQEWi+Jr4NXNOjKh+TWOIUZFokWWfPO55fjP
pTt70P2WCviAVEVat5fJdThUeywpqEqBUQ2+s1GBBs6jsO3/RbMQoJ4B9Fa74L2bvB2derQ7yHnT
0s/wI8r+nkDusUmrSFH9hjTOOqXoh+nHaGgsH8KKPcAF2hqG+mtg+WiwzE7X6WyIrOgCNv0wpaNj
S5lFuFDy4zT73nLuBzI2qbbW4DdGfZEn6PCE1IOko7O8Iw2kEDKhJe5YzPVMRBq1rPmeAEo+pFCR
HOu3CvLX8ZD2IqLO+yZGNJCtYV194qNjJWnkV1OD6T7OhM4H9ASgYsAtDWiEnFWfU9J6XhovdKnO
iTeNX4KAlGEaNSR27+bVSvq0ETqiJ7ZUs3NaV3BqTwtUbt3HBex99ntaHVJ+8Abayfd92fsfVgDT
IOec+Kp/EwA1VT2pGApZv1qrdLoH0BoT+iay59b9ChkbN36KJ944OYJs6z3nlLdwCMQPAemQXpt5
4ex6mb80dXWWwN39TtpofAx0o9WdcOBjThGHctxdEvWCnUU1UgGBCtGvWRfWIT5iZUnoWYdanT1a
6voUNBy8U1ZG42/qVLb3pEPG/p0xu3kFsDZUImvKbnSfara2n7g1q/I+JGA45Tys4vfRaDusQCmN
DSfMIOr/DceoC9F6pcsnjNyb2mwk2qoeqarm8JTg93j5OiYYOOMvDif3dlhOcTq3wqruWsuHyO4Y
g6cPoQUpHzy/Csj3RU19nQ9dsK6537acp7aSjfteiqqj73AARZOFymstkTEbx+1N1EwhpGarCADT
dmnd5BzyJhRpPfieAluJRNF7tDUsW2ShHBmmO6rKmvMJ+m+QHpHNsMhTi8WIJy4JsDB2NTaKZWCv
ai+thjF8QMY0sbtkWqPkVNkMc3Bbax4RSJcYqeMXMRGV+lV5K/mmvKCWGelEHBX9GHif2sjWw2NN
3BhzMhNMbPgAcFdY550fQiAe4oWjB+Ri7NJxnSFSkMgVIUlM8YQ+TRFnFkCGGLmZEEjw0Dn51/Fa
ar9tW8eevjjoadKiblcwsWZUGwPvFGKEZXwaZKhbA0sJhwKCbKDGSgVBqOikmbOIrzaBrJeVUrQi
m5MlrQlCHp2PabNnVdcNT30g7erfGFwAxTM8zqv+ITBBR5xRi9bqY2jZw5JJLii8IoTCnFxHXQ98
HF0bPHTeMia48k7vnep4jASa9MPA0x6dWJ1Ga8Ttf5IqrvvUqFR40BSdeYJUAeSyDN6r0ylkF2ee
zVBBltmMARNRZrsNPICyMYTj/zg7j+bIkTRN/5WxOi96oMXYdB+AQERQZyaZ8gJLwYJySHfIX78P
2D07xSCNsdmXMitjkg44XHziFbiR4fF4DQAWYv4yJtndMLrVEmdDsmQ35tw2V70mRLHL+05cG0Gp
VccKRU89MiaR/hgLviHiLn4pQNXREI2KvDPzWAk1BCHQD2fZZUMVzJfK5pALVzOd1mgWs/yyQGS+
G+slACvVe3MSDXU+6GECevliTrfQRpa54nAbTfV5GLNgQETcTa2wmNVyV4/K0Q4wdMw0WjhSPwVT
jyEDavriDq1TjtyK/mi2MzgKytAZbDN/hwaNrnPu4/EclqnKA7zVjcHpOMOUaUe9ba7VXuF+We6U
NtXmfknEgB0yyiFiZ1nLcifnurcig4g6D5vMnW0kTpUYI9JO12QxrmN6mwKSzX7JqlCziJoxKUGr
EZjXkSN8omCjQFErZEP4xV40s7Nc47Yg7QtpZ5Z5FDVG6EdHGqo9pFqieHY6S9WCYHZfBe5D1y5u
VxL3DDIJgKd1XhrahVMHN53dCHXTFpk98GwtpJbQ9NbF9sPF9rTuCzFq1372urZJ7pIqSDkDdYL3
CdMzpxzaq3EyV7JZc1bqaCRudZvSuUl3Xldm6sJOfJn2O/6j5Rhlp5VD8lvLcTciJFXHrlb2fJfC
JyTjcKjsMO0N6udQgWUeLgH2oeE8Dn5ztCjSajsUd63pA/aJ9keDv7YeVlozaThrZt/HFfug3Zv6
4n/HzalNQkOB2zh2MkWZWFkzrslWQOh4NdmBfPBWMp3Y9iYP/GydondcOFL1d60Smh7OrveE01Mo
0HscEFlYCEdyEmlodd7MeaYhRMTVMu6MPsl/OrPnL+yXwvlmTonTRZMXpO8lMYm5owljHzVXR4Nk
EYGwInKaTKE1biQmvia2vGb9JRoVHbgrYUCN4k5aQTMfasnPaj+zy10JWupPFNExrWoplX7I7Wn+
qqaquO2ERaaYlzDmrstW2MQfXZI6YRNMQ3fMdJkCI23go5hJlow71yitLEaLxBZx0I7GR6fMvD5U
9tLBgBxFfYdAN+wRTdh9EAFdNN91M9jGEIx1oA7kXd2vdVXVVTD4fnucKzF9QRsouCmWABn9YQS9
RvRg8BvuGCzymJfeXpaWdlfb9cARnFn+xYAB2a8SC7f6vT8N5h0L0+pJHVLtnnaHh0tHJcpLOh7J
R7vSKhmW5BMfkjJJCejzvnngtezsysvqlGFyX7+btSUwoloz1E3gzrpJwCvX5MptZvuz1IlieZVk
UcdicRtrJy0Hii4p2/oZnWx2vBUMi30gDeiTi87vhBfOFd9n5zdJf1csXe+F5VCkcCWbkdnWueuu
9MnUf9Z2WnLPosL0AycO85fWpEhBLSoobmbVcbP5w6jnoRg5fmK2gv2lwCe9jjsocRjgKscRUR40
SL0ueTEc2HRqDY00Ny783kybyJz8FJkTS8gomPXRjCxbDV5cWqNx3eSsUcQ2naQKCynWKupHL6mP
wWTbNQxD9DJjxyy0S/IJLd27Te/+zAaNNt869lVOEr2Kkhum5Q5ZrTqQt0Ri2EintXSMveQGgFlH
HeJRLc2MtdCI/MGhdMrkh1qHglxhKCwnBqnnumFj0qm0SG5TML6Z2YfBornLvSV9g3gTiu1Va0r+
Nk1vXaB4WNduVK6LOKxDMs1hnVdW8WEYDf0nLkzuEKWdV9b7ypnZ/z35c8H+zV3JveAaP0svEOmu
cQyC/DJxa4Ms3qGZ0tRNMEfKFSYWa7YflKEBbH4Ks7ke7Ug04IxCT44lnsPTBDRNq20AuJ10v4/Z
0M8x13YquZhFZ4RGoHf2ocGquYzruSvGeHA8WM95o4JIq8dk4QOjsnLMCrcpQqPvBz9y7TTrb+dE
tLcVqhgqhCEf+DcJ6e5xFJX1mZ5sMoTNJBuJjnpg3RcZ6KbY0fJ1l4ntbrAGE+MyXe8J680C1HE0
D97wwbUlZI/Bzezisu6oMYZQvuwHbJjkcpRtEXxeiR8xpU+Nb0g/1+J6zdEc4U5duzaaamG9N2u8
Ut8Vtdt+L2xN1PuVqPZxXrmMI8Ej/tkApeUkwXr+ZqooOoVEiSo/LmYzCDLbtVJR2wPDIlVzHAII
p19vnNRbWaW5TdhSr+63tp7H9FLIGvMmd/LtMQJm71A0s53KQ9JhlqxVXD+5x1wpgtuhnhaPQg6F
ljuU28ohBGko35tplaz7SZ+bx6qcsa72nTkgpJoTh2qQYWc/trSEG45je9qT846/uA2MHK2jOkdd
RgzMiuvP+d7pZixF52Vad1XaaMGVrTLzDgSUcV+3gZ5F+rgMF1Q2M1Inzyve17azjGFromASukhG
2qHvCPnRSOz8h2n19qOaVUCNOmmbw6yQH4nI28jHbVJgh30YdJelv44yVLWPmFbetCLhUDeWRy4A
v4nKfpi+WY2uCT7AkFL8VaV/V22yUrRTs+pnY09qOmBQIrsdc4oYupu65odkbUzss+fVqkKtQfL1
YAkCgpA57r+3elEPYTG6wxzSn2kePL9R1w54wSasWQ53fVOIzzkqLI955iRHwlltQpyuKghApHtR
Tmv3ZRrBiYZtF1ApqK2uSsIU/zMquJ7SKqLG0rhUucjzg1WZKVW1fk0IASpjRkEjSDnriqmf8gsX
z9I26mTeZXGjdNIBvWrMW1V5C1r/2TD2vLhtHJmMOkW537LbmL8x3mNk43DNVlZX7tJlalj6QdbP
xAKq/UHVxdMJSNL5Q0EEX+MogDBBWEyu/suhxJ2GWVsIH8CykD8qAOFu2PY9ievcz/5t3/cNMnJV
Ydxbmm58C0Q2GdGMYcJPJYLmfcGqXyOnM8dLf0lbL9IUYciFOyBGSFXSaS6xpwn8SCuUvc8Wklus
3nRvCkvDn93Ya5NJI0qbqoUTqs2/QN4Xn7vAKL/IQqf+IPUldfYqaacfcsyaD0GB/3MoA1eaO6d1
3K9JNuOP3FFxWikwW/qP3C6t64lW+BTpmYZDxuqN6S9/aggKBxIoDgPT0b+6VtZSzErHlPhp6uS1
i3KLRrZertcmLJksGoOV3qwZNO6DIQv7wizH8kvtoMcRZ9JxH4m5Fnaj1rn3El/xdpfpS/mZJkbx
wxDOMgAGb8bvBiQXk9rCSiDk4kKbgcoc6PTiX9r8WAxQWqFSwfwJEAfHBLRsl1WKhYAZp21jEEIl
FQlcK+fxUCU46CHY49jHzstTPRRls1AY8Qct25VJvx3bOOjddcKYUwpmjv9zzjr5OAIMl2Ht+0i+
W6rPQcUjUvABDosnokV23U9dcvTGLCvnceFs/gRUrPmUO9KkBJE7hBGJ1nCKCtG1feTlpTbFq2Vg
HNF4BU9d9lL3qUSAFkVKKBi13Ry43XYf+u1FO04cBdNg5XeBliJj5Xpq2pUjolHRaOfcRBNZ0aOh
iKQgddTORTVUuP2R69ifVEED79YpyQ4jbm3lsT1UhXiqysSMbhviVBd6ns/mu9r2WEPriNdUlE2T
cyfVigyFNWS5f+yp85LiNa6dXVpUGkWsskJcttY8jvtK11QQGpXuzNHgjq0R+Uhil3E72+4YmtL1
vtOE6amFYHJM3MkzISBLcfkQFMZkRWmyznDoy6y8EnijaDdWQaq/G61Aa0NfWRRvgtSx6XqUlkFo
PvoN1XBZdPfTqJf5bmjsWYWqCobsjqp9+k2ZCHUCoy3VO1U5hgIpWbt3Vd2K9EJw1X9ommwEsZiR
AcQw25ohlIDYJWS2mZi1Nhq7j1AONg5KDoWIu2Ws7nvlka8Os0dEnxB69HTs3OCmQfwSKTGlplvw
/BSLAuhGa2gOLpebIxwaqaVmYWdcyalrQ4OS471ZT1p2DGRRfCUoIhnUktZDSzSgMgPBo5L3rpbk
9rHPnOZT0RbNRVpbzdfct5OPwzJP7lZJRh1W0Zvwo6kgwYlWKZ1Lry7bMarSbiDERjazCWfiteow
V44/XzQU7r5ilmC/TzWvzKOOyz8IIfA5YqdPhjHgJ5kMN6k1e0hgUIsxQojHFNxq39G+zmQbd9nq
qIduXMp3TdkSa9V+4z+wwfhcrZ+UV82UkOxzU/vmBz3QtPyiNFMLtI5q6y3NcEf+jTZeyZSey2II
OJtS2aSINjlFMRLULQ5J5i7xR5r4uAS2RRSIwjnY6Wji9FCXdsNl6TbvOUfqd00t5oL7ATz1rk8c
I7acrrYoa43GDdHcyKYCX+34131LyfS6J4VDGAhdj6MzzeN7ZzKWb0M9qPwyUJIDMR2keZSVm3nR
tOmfR03i+I9a5xh3KYcOm7lNVRkLbw4+wrY3KMvmtfd1STpwB1OgfJZaMnj3pezrAilqF6h+XfWt
F+YBpPXQx1YlO+STORh73ac8wD3XpWAwalEllPectAyt3hvkFtX6B9FQzdvNRWc8DLYtPjrpYN/i
Sbdgr9Gjnxk16bxgXU6dMMQ9oWiRBNMC5DWCLPvSqyGRR9AxKdL4gfi55EAkw24FaUIF39Orvd8n
Qo/dOnDuajWwTbK5oJHjpvZMnZPQU9+Nbta+92iN/Wmb3VggQ0hIxBlP2TX002oIIrGmzg9hq+IH
bjagH1bY8scUI6fyuqkHEk+Ty4BMxvXmSypxyG32qSfz97W14d2dum9+H3eykc2hLnjUpuCIPG8p
KtNoqqzDawqOT31NMtk8dFaVn4GAvNpFBIkBKNODB3IKa7cz7EDKJBMxIp83VTUBDBqyAxgu95Cg
bxw1gX8OjPTakABdoONu4BMgoc9fbDQX3e2CKY8XlIq2Elhg7jrlJDs0nIleGrAMh7z3f5+rib+r
Qb+GSYWddQofoHWZavSPKI/VcojHHi94LfDUtRqcX7/fV0fAxQbmslm9eidYHq2g01Akeh4jue0c
C/xvo3y2Bno1mjz8G0Oh2wIQCmjmC/0Wc0hIWAkUY8FtfufQqLpwdGc5LqN1jjr8ErsDCBVJGoBd
m/6Be/LZBrYnN6lXxIhZ1O+QzWmubUWD9+0XetlIZ9YsuAEIcdgbX/v54kCbfkyGTXyRYtWu16dh
7/rszrTRf3RLbp0ZbUPzPYezQDjFgBkcIyEJ9r/PR5PGWuOojYqTV2e0G1bh79tUu3MGElwvG6ej
DJSgFaiSg2XP5whgLzcCGxwSDw5jm0DrKZsnG6ZqMGZUJcuEvqEIxuUSC/vm3g4ofCZuR57WBP37
tyf4JRIDPzsT3DzaRrjmnBJt/bLw7NoPZAyOcozKUkoKuaXGzQ8f4beHQkgOJCXjoQ12as4zJ0E2
asFYxQiqDiNJa4oLcSprelCm6xVn1KheQpOCjYGkgzKnhQbw4+Rbbu19ty/x5kus7nJCtmJHdkVm
7dF/rfz6Q5VY1gVE9zNv+dq4bLzNTBwBTVLx5+PWPTqwJN8itorKuxl1UdxN7uruaBzdZ5WpDnWB
w7W5sJR/f3p92IpmgEEPZLCTgXO9X0cmVsRp308XxliuF6Y3DAX6TYJS+9uDvfqWPuhsD4NMMMXb
TvoLwIXSb+cOchax5A6G8zQYkkJQpe/LYbmjo9g91AGNW3pX57QzXlmwcMI3gDYoey6qk+9qz6MJ
h0cjDHd0gGXVaB06Au2LuterM0vo1aEQdUNUjvOLLXLykoXDKZrLbUZ9Cz4dupOO1qd3dtfWZ7bh
a/OJOAHlLe52eMqnJ09XEA5qjYhLH51VJEjlodXGBmVh0/g0Wq15WExn2CEnN55Zry9PWCDH2wnL
wMBoT/3BE73rO/TCWa+DTXEnyPR9q0sD58rMeShSOX98e+W8gsZkQBt3CH/T8ETY7PmsSqFQNcDj
A5fOerm1EjlHpSQ5SyWWXYlR0rWjdnlRCTntMm0M9kNVnFNufqLMnZz0eDfBUwQWv6m6ndxeBNEK
AYGsAkOe9FfAnix3a1JZtzIrpnGHajvFqixFgzsc14wUVyoSzB3lXPMOzRY6wW/PyitLDe42CpQb
iQQ96dNJWWwJMmKtYj1FQg6w0kTM7zpXab1mZ2KElxc3tzYMf5uLlRLY6QfPwER1Ig3qOBBjEA5Z
O12Bc9DP7J1XLrONkYo2ARcplovbsvvLAdFUTKk/V7yQ7An7K088NmvXPziJCxd1xc+u17r5/vdn
EYiDY4D03TwItln+y6B0pCdiHr+K16ybosafraMdNMleZk19Blb46jJ+OoICJpIVdPKCGkZoKxD6
Oraz9FM7NOPBGkcZgeWprzHgSI4mQol7xC7lp8Za+0gIszmnJPrap/zrM5ys4tTUUmtSAe87IxxE
LUXU15kmzN8/nDYPdlSawRcioHKK1vSwQl7ohsSM5YaUAIc0dBK64mod7R/gMSgGFOWYfeVCPKed
/NrxxAxv0n04PqNA+/yTQotcOSuKOq6FPVznXgeScsl60ITI+CkNDNnbS+jV8dDgcUFPo61ibgf1
X5ZQ3kLM10SP/KwulphmPWBtrXT3owMeZ9j0eN8e7xVWKgmdww3KLeNxLG7f+C8DwtFM9cURdZxU
os0uyoWRosZ0kutlcovbfrbUBylB6NSY2mDYPAEcs0ptdUPTHv04bSrnshpK8/Pbz/Xq0kLWDD1P
VMjdJ7jpXx5rqB0rTxCYjHFWLr9pA6xyDY3nM2HEq7ONuzYYbm49KvLPXz4bZkX91yQkXOkA5IHW
3JXGBDiNGu8Ntu3nkr5XTiUsXjhpUXiiR3wKjc/crnNGCoIxbqjBhTkMag+yyaFxRsCmJ8p5v3p9
M/7uWxKFQoBhCTsIKJunGqVrVxo2lao6lnWbPHpOUX6CFrXctsa8Xiw2lNwzt8nLw+lpRGjV2CAR
1Z/yRrNqDvp8yZrYc1SBAq9jP9gioHvmr16Ug/SOasHyXhZF587wQFFW4GDfXkEvQprtGZBKdUl9
SWpOgdeqH+2iWDQWtu656Fit/mVpb1y3kZZ7LVJz7+utHxWdGH5XT46RYeYw5Yg88AAnqwokjaWS
QiJKjt32cVBdGoNFlWG7TJhCjfY5bfAXq3gbD8oWfvScUy8iGq7QJV3WqsH0xiy++5nbip1HEfXH
itBqF5lrf85O48U6ZsSNfLx5o4DjPtVZmKsAHBAlGqhVI0Z0nivvxgx8ao7/zhXoRu8WCKV35kh4
EaNsgwKG9xBlIkk+NeLOh7H2UYJr4qH16zAIVtiRgJcI8sW5GOW199vub0bZIIsv1dY10wYoUce5
p4sudLSqq45ohhl+aK26OlAsLL/VTO7h7TX7tDGexYW8I1rC1L/YqGgGnSydZgRLCiK4jTWYYx8U
RWw6YgFW4KKYLBTSEKr9RKeviLs29T9TTKgp/I9Jep0ByAaVkFL1zMhH77PMSPxQmGCe/o3TBMLU
FiRS5HlB/6XoZ42ZmzSx3zb1UaOVFlM0aA9+QOcnW5fx7u05eW11002lUEY8t13Dz8/oNOhUZVPj
j9upW2AuiWw/a5l9hWBdifBVcY4Z+1LVhG/Abbjx3nTUlk8l+lq3AgxVqTZOJpums56s7wgu0vkq
wbnqzlvcVcX9kllflWZ6t4VeV+9cc+yTsOpX+30rqVj9/pQjscnxzU1F0fD0MhxV242yTtoY+9sq
DmTTHum6ZDGqXMbeA/B45vx+ZacZKHAECGJgQm+dqibQobDqVJ+Y8sLKj0OvfjiLm8Y+cjn7tz/u
i2ueeA5mPCkQqm7U8U5Cu9VOMjs1AUwURMsydPXcekQm75y64cu7YFs/SHDxSbfaxEl6k04YtmD6
1cVl3ep7QL6oSluWdumvYgotB4hml3jWBSnDOWmql5neVuMls+YkgSSG5ufz5Yv1edB4k9XFFmAk
UtsSWKbnZTuFmNUYt4PtXqhmGmIzI86xVdDeZd0gv5AinXPbfflVcUW0qEYZjsFOOhXXLifq9zqQ
TCQC/OSozdP8Z0C5/d2knG44s2JfHYu4kgSbdj/yjs/fmjzVp3jBWH6nq1DMFmq7RrGG87KU8dtL
6LWhoFYGuIgbUI9OxdXqwWmb1Xe6WF+kvWOJiQszqT6WRlecOZ1fLtZtF6J7gIgwapWnJxFACQuy
S8CnnMtVhvSEYYVkMm3TM7P3og7MmkFM3mD6sAHjPng+e3DGuskeCiyk+uWTVO6DRulyt46FjB0X
4+nVouXkbfDDTuvKM1vytfnkFSlLbDI8XLjPB5eNbi3ZyltOmgj2PfiMC/DI+bHs1/bMUC+v2Sc7
QCzL2f/EEifvScnQaAHI9rFXOGovWt19txA5xbqXtEBryZEcgDZBf6bJ9Oqe9EDN/M+4JzU80+0y
vcRbFRA5Z8LUjelFVfnG3qxbua+xodyhcthfVEUQcMOo/n61e/97jVn1uZP9lSVFoge6ipiQashp
+Xu1U9SGy7rH+2NwI5ho+mVVtN6ZeX51FCJDD61ml696Ms8VhggZuXkfL6CpdnT41FVDN/vbb2/E
TXphY44yEDWX5wsH7VGDq7HrY3y66kM7LlmMW50ZzrUxn7mgXP7U8zAJdjHJDIkbnR9O1+dDNSjm
pX5nskE60ce+wJczlVb9OLOfQn9GHufMjnx1QGyfdd6B7sypZEzmzwZoUK8HXoKM4wSdeidK5xdY
QgiHTinOfLBX9uB2bqIphnYMpKaTaxEH5gzfl0YikJBaUV47OgUPoUcLk3pmM7y2NhysW+kQcjGg
/ft8KiFLebMIcMjome33xoTr1y5wkRk488leG4eAmpQByRbXP+WH4gnXZmWZIr2rfD8OEnUL9/Oc
V9pr8/bkjMmO8mgMbg/x16oBuayWJlMfT1mATCzYgH3qDevOqdnib6/2V84u7Ls2nwqiCl7s5AyR
hqPGfm5xgLOtzeoXib0klyBcx3y+QW/ejYZ8/G1JSJY9/QBqi1v11Tt1K8NeK2vHYpKxUZG0B/3U
Hzc6ZbtI48xd98pMcg7o/mafTOh0qhdg0A2sp6CWsV9g9TGV2NoV8IajyQdt8/ZMvrIymEZkgbxN
nIBG4POPJjfON6GTjAUGLu8AnXihrZzxzDp/ZQdzoxnEJMh2Bs6pn6dbo/g1rzbrXJRLXGRNdqxb
s8dfAZQPZeR/IwKikUspGDVZDsPTzrGZSMsQy6DiJoPyPeizF3Y1EWBRZfM/6w3/+XP+r/SxeffP
g0/+47/5/59Nu9D0ydTJ//7jJv/ZN7L5U/339mv/7589/6V/3LWP9b3qHx/Vzff29F8++0X+/r/G
331X35/9T1yrXC3vh8d++fAoqTk+DcKTbv/y//eH//H49Fcelvbx73/8bIZabX+N5kL9x79+dPHr
7388oTH+869//18/vP1e8Xu3TT99X178wuN3qf7+h2X8DScZsoutSYj0kM26mx63n9h/c+nfEZDz
ffgJ2i1//Efd9Cr7+x8ev0R5jooj24xm8fZLshm2Hzne3yDPBg76+4g9AlDx//ifB3v2if73k/1H
PVTvmrxW8u9/PF+OFDBILTGRw3kGfAJaGdvP/3JSwZJtgrVtIeFlRvfeBQ/6zm0ceBua2QKSNEHw
ffidbbaNyNnLQUXvGzUSKgzPR1xRyNXNnk6wLbT6Y8sOOWRmLc8di9vV9L9X8z+HCZglixkEU3qq
WBTATOjqLHV2S1INnw1pa/foK/Z3TS4GOHq5Yz5YaoJITWLgqyirlH0vFKCHcOxkNUKl0lV+qDqK
IztLugHkianhJuzR2PypP02O24tFIQ4JXD+SOfs5rOocykStV8ZNTqdAgTbuG8olBLPz3pvG7KHs
gREi16sy/GXN0cANDBjvGjrY0ZYoB0BYD0crNZLbuZDDL7Cb8CnMqRnkzskb43uRrcUDSEi4YQ0K
LunVJOvpHnWhsYux3dA/KR8iQYiXSd2EAOlkEFbWVJooGDhYmySTV94D757gIYBGhPxQ6QGLB0Ob
6rD6MHaOq01SgH0HoOyemrcddctM7xeTP+jMRg7GcukgK8RGO/W32rJpCEBgajB+hextR/8H71On
CpLe3VGygmJf5tDQSCSaq3Kd4YkVQFMhFpMBFjvdApu6e3t9vVzRFLVpXNDcwySKauTz9TWi6giM
VLN2ndXgnZBoRoitRrfDr6eEFZh7Z1ba0w17stLYO0h9gThgp55uoQwqT+mVg7kTa1urXV00woMn
PY9Z7FhtcSdT08SObbW1DwGi1F0IizvPDuD33CwaoMNmYZfPqb2rywU6tTNkPyCZekUIXWWajh5m
jH/i1anyvdYtYt9rPsIGejuaH0ZkbLdPlXphDWLFCgHa9hfpWMHPmLD+3pCnRWOFEhptsE8K+iqC
9qoR+t4K78YKaOCHFrDuT3KU7QzGl/tn1yGMfYkGUgE90FuGJGxEmn9b66b4PfOLpz2KPQDVYmSe
6fieVl0CCNZ+hVDbrpogwrvZKqNB791jIvMHU6/UMW8D40xD9snL4fRzbYUQqJbg+qisPl8fRgmr
AmaWsUsTZAOrRit26No1kROkEAMl9nkfBJoJsT/k6UNjW+DfYdhQQciD9lNqlRCgSqeHNF1AuEm1
jA9K82ESB2GI7ouVgMCED9Do+8nnt5DwPocFe4oen7/BU0BEXm6jfPgiJkprz6cfngCEhZJb7CTP
fUUJTlTAl0dA7lItyTuRVyMsrVxf6zDBDw9T2bJir1a2rOZdnc1VuyuAGTh0oVU2h00DHx1aUdYl
uC5JMKpOOw5XoEX9KRzbBOxVYPXmXZXPOhh9H85VtBSacOO3t+/zgG9bE1sdH9glkDqLhvJJPOtK
GxZOL5xdIeYlFnP9pVnX7srqOVDeHumkO7QNtQluEVQS8RFZnarSlzxFP0D+38Ea11C1K+c1CdfS
a4rIkSgnRDnH9ztnCOrHbs3zK0QvpwDGYF0aZ5KS50H805MA4kHiCIAXQkCn/b9FW8SCODb0yWlY
QUwZn9cOQnfV+SjlpzP0R2kE2f7t97dfjkoFEusG16YH/7Jfo+oUsRkEHmJ7xAg4ory9NPsCXzjQ
KBp0br2YynLnVMhl4XThywieHqicZewnG1iyXHFCzgRdsx59ey8CCu7cWaoukO2lFmmEg1aXyfWG
cumjTsuadmcOmv8BsRQOtwxVrCsrR5chBFleMcRgjHeDX47dXkguq0tM+PLPTsbpE1JZK9bY09F9
2ZlePnCGgj6HS4sA6SfP8OvmwlpUn0awvd0GxuiQH40qsWHeibS9QGIih3xdFNVd1TrKiThI14MM
antAuSSAMp21A/3kt+f3xUVETdkmfOGjbvgs+yS0UtmaJkEPhtisxuCxQpb80p4854hVebLXQbr/
W+OhV7VZjgJGO8mgZ24D03Rp4OayTSnH+8sKoybQotFRaHcuAvLw22/4Yq8amFUB39hATIhXn+qO
LzMqnUYKWgsUKFKNZWYcFpktV5pdnpNaPamVsUW2sZA1ph2w1SNOw8bKELIpCT9iY5qn61nl1mGw
CzDmJd3rz20wokuZa858jZN2e79mrg9RDvUDLczHwfzz7Rd/ato+O4J5GoiaXPZPMPTgxbd1E5K2
Fk6QWRnqQoCgvp1agTmRM5bXgGWbqCnK9dfsoxeeO738aFKMiFfl5jucjdPrps+7wyYideaTGM9b
DP+cJwSFt94dnd8X9QDNcGBrwaWlOJwn5UGWjfHeN7CigH+p4Csk5dJiMIDjZB1NXZ6sUWuI6tuq
9XADtDZY3ShZEqOPTUfzIPGNY/5Oz1AXOnrOkxqUQA75Siye1v9Wqv/05HxebK1NapBbxvT8Yk7m
bi2sCQWEUlvcY+vl3RV7WP+g467z20c/JXoQzpvLxIanPq1so6xi1chlaHDQauOH6jYCt51W3xcI
0re+rdJvGWDVixauz36Upv/Dybr1TOD4yvmwZYQsIj4XoeNJILJ6YDhT1012BZdsvp91qAyDWxWH
1V77LIRWVp+zf3oyVDtZt7w0la+tmhewb5/PcaFDgdTwnNmJPGsd+E/4TuyEbkNGq/28+lhblbpL
EyGGnXC0IQoouXewvvhqUVNXMPWmYPRA8Q4dbPdJLN1+GUyEJFor9z4W67CSL8AZ/TjWlXuuTH+C
EXpaIZsSINE2YAYXN+fnT99QDthOHLwG9RJ0kOjmQIeRA+81nBIXh5AS8AmqasR3UHdUjjsZ0IzR
IC+r3J8SFYBq76Ea1odtgHX5/u1D4QlyezK5xGMcT/zRrVi1HZd/yaXtNl3yvh293YC9TnI59T1a
4iUMzrsJCBHEalbjO8eunXY36pN2VfKRZGRCP9f2c+EXJmotWl6ESxbI67kYZRHiFgabz5F+IXZI
H2hTlKu+vUUVIJfRRMH+UZsNxQWpWc28UxArUIgmYRhjPZACxbugRRvBSvt53g1Dlj24OrTOqGSE
8euU5nN2k68uuUEOGuc2ccX0MEhl/rQrX/wZtDqNho7wfYhUa9p5OLSVZe5xYhJrKFsNVKhIHf9u
MYL1PjHH+RHaTy7hbmekM6OHtEQ4jcUmfJLm3cabtWrOGyvv39mlSr7iVTV+gOiXuVG9OuNRFi5Z
K/D06iviTe6v0prlo+HUiR7reiY9pGUG8T2Tom3CBcA8Pl+pBVUpQdyQxazQhQstrbC0A7oerdrN
ckrPpA+vbFqgqeA5OThQiD9tKIKlCqzWQi9EUHS9aVC02NVNCl03k/VFOhOf/F/OzmvHbSbbwk9E
gDncMkjq6G67HW8IR+ZUxfz056Pnxk0JLfxnBgN45h+YEkVW7dp7rW+9/VCdF6mctpEBgA8GpMii
uHvme/qsdbaQFz3GlvggpsUMK1zBh2wo01s3bjjeJotjHDh0yp8E1A8HGjnWlV3l0rdmraSs2BYN
CprXT7ZVLLVOe0kJqxwpwoZ2v4GDWodWP/yYlyy90iK6dDlbp2/DqMhj1LF7kdx6rbxCd+OQHMws
yDW8VjEhnz+rvn5eJzu7Jr/jDeAL7F5d5GEuwQz8mz/s1kULJT1Gc+5yivdtDJAUOkUD/adL51Cs
JachTk1A4EAuTeMJXg4u5Eo1xcuIU95h1IP26LjUKi81jHGYMA2lGHlr7mxGKqb0FyUdihyh6Kz+
AHSeq36tLFKerDVm8WKsx7tupDnUAFEVwOpNJbVPMk0zPYgtL3tfdHmSBpD+aiXoKmgfvkcIGme0
asVr1BF2Y+F31eSLZtFPQlY2u++mRJEfm84FLADp6rkvRf4EviiGqeeCDPT7fC61Yyua+LlsxhZ7
m7KuvyxWyTIAw1A8mvimfwylseSRVsypEcI0omKe+nJuginO9dafh7V80CaV/cvNim4IqN9cMIur
gpvQ8dbVux2ndPomHEtRfKMy1W/xRCs/zPSipyeTNtMPtYvBA82LcN8vSz2D5ZH5yi202+H9KrUC
TqTRdO8byEuer+Pq+tbaZqNx+myn2h8MO3tw5oloKDuH5uI7bWa9a+TQ5ZAH1ZXO+gwSFaBiDf2p
WnD4+nqDdTXoepA1focRVAls4LX3bgNrIygsR/mSxVn6q7OcCgqZqdqPvADtF2ucJpgfatP/VscZ
otBgz+1JxKr1R2OMWwfIWKonCDz2R4TQ3pMwh+6DVJzp0+IZFcitHrRRkDNnxRYLSwXKo65MeVAx
LPq8aHpRA1pQvCKQVo8tt6STRTcya8TnFJqYPGQ9Qqug91ZFBkZWuy8gN5CirnmrPJgWI0hfW6mu
wqxpVHg6uVfc2jY0gVPeVPm7wrGmxjfTWrsx3abBnFlsrchkmpLh+9uL1oX3dzuBIMuiPe2dWXDg
uRQWQy/eX0DnnzK3LB5dyD1BIsbuSI/K89++3oW3dzs+b8Be2ulUva+XJ200BphKpDI2rWcHbiXq
2zpJAMvU7KxvX+rSeszKTwGFfYux754Zr2eJUsAH9sI+FjSAmFlaD/XsKjdTvmh4OXrzI9N0WRxr
kL53lHjyeSoGnLNvf44LZT7eOG4usySIYPvJrNGY1mrmRM25+rx4Jym0aY2mIq2ehpSmjz9WmyKD
r9DYvrnF2F65/lnvgIEGVk4Qu4iIUb3sildXlFpleCIOMwT9zx50JiLhHCdsxzg+oMBbHmCVXoth
v/Sl8ZIxtQUhzkB6d0JQhJwsgEE8V7NuTEf8/V0W9DkTen91G5WCRcABGDFGajiY/9Pg7m/xyTPN
V+X6fIa/W8g/1Z2OhUE0BYlBCfr1n5noJ05O/RC4TW5PwdDK9uvbPzEF+fmuxHBG5WhNEi5xqrvn
Gt5YlRVrhwU4sYvsoIkVAmkxyImIk1UsJzBYgI5tq0yYlc84pg5aipjneRQGGDDPbKZfbN3gThZy
Or8Ta0RyaGqriofkeFvpaiVjsyhgARClOVGIBkmypk9OLPIf9TBSOAvahMSJsp6HmdsnXzLK3yaa
kIskwIZmRxygHNtfkJut8GHcmS1hUnMg9jlV40NF2Tr7ydoUnxuvnwYkH5RPgZL2SIamlrBKf8mr
5G50aFFENsLiiclM3N9qnbEkvhwSYF32hLRyUbRmBjE30a3K6H/8rCV539GY6dO3qbZd5khx2QMa
ZBzOF0rZGHDkNN8dZ5zlIR7nzAhWnaORnxkD+8CcFEXsdzBzm3AwFPtRk5Za+2s/IiMFXRjngQnV
YWvw6spL6RVoq9Iaq35QdX1MR31Ile+stX3jk1YBPE/O/PW+WIq191t62Ard/LT/3Uyj9V4YWv6H
+i7DmtIlCXDIXO3zcErj9o+7ZGCzSglXiChmY/pg9+BDonluF1BvUjM7H2EO8J2qT2HO5G2VKUEu
J5Hck3WjPhMf2g6hEg/yNNE14/BO88wJG1GkILBGR/72Mq3LfLWZ1c81swO6eObSA4VlH74FbKB7
vqEbbYG/K0avBmig7T6D7px+svzQeHSKUg4Bw+L2xmjZ3TlqLIJhGHuy8PW5MX+x9Azb0auep6Pa
NFX5DuEWUVoM0+wkjPuWv6XKYmHeMwhZtRstyaUd9HES64dKb9bJx5yE/kntE5qOzOFcC0F1xne2
km78BjWrqo/YwooWgsHgfJkzxS4hOyseu2MSc4cs0yitQFNr83k0xDqf7EmZf8CnjsGkKdr8U01n
62fi8ToBuVO8P5QxlnPrFkbTHDMAlmBKF9XqbjMaH4pvN27zx1hXiCE55/F7jMPpGFjCJjNN1PEI
Zmw1l6+jLue7lscme0gzQx+CBobW596tzZ/krAK8zDuFpSizZ+ZdXteI4aRnHQKzxV3AgznKsGi+
0VprEkFdUACAi8UIzViAXB45ufQw2hoQr52tKVYAr5YcdFGmoxV6RV2/8EnKJtSztCwJBVpn40ZT
ezO7E5gV9UNLDyO9cha5tBwZzKk3yyIuKGO3/CalY81AjDj7mAZuVyN1QLWN5nxs+oZRk6VhGO/s
+VmtNmCB2VyNWbiwz6NyIQ15a76x3e8+gNOrea/Igncrs+pba2y0B+AyvNNeekVDdr69cezCo83e
xmmHCOvXFUXf9jJxZtMNvSrdSuWx7iItm5JfirWKo9VCYR0BL13ZVM+/n8YahMWMcQQiuT0hYZFu
r6rkOYRV2awn1ujlOFir8ZG5wYe395bznZQrbWUMWWcICfaymmU2SpUccifUV7V5KOxkDnWQopyh
jeKdU3FDqRTtAchUeWVXO68NuTLSISSAdCdZ8F/fWTdjqKl5tQPYNU8juiM2WdHN8milJlNND2fK
29/00j2FoE1aJFos+jK76xGpambw3mnKVK0dUMDHL51Qqk9S08SVU/KFh0bndyNQEE0HYuvto/xT
ISy5J8rSVWy4tDUNtQrOKmeXqeN0YwB1uZFJkx4L6PNXatILX3Gz2ZO4RvSIQ/TB6+vmQP+1XKg8
rPakPaqN5EyQmu4nYE//0aa3VUGYSimAQTRQA9OJe32tTcCmDmYP+bMvk/Fru2RqOIx9sgQlc/6Q
abO53gLNsdegpO29afiwGAfu2ioiMNpkhDqfmqa8KdJaXDl2XLgPtDYxTCAsx7Xo7u6Ds2GfsDij
iyzy6cErLCMyF0scTa+rr/zUly5FxCJ+LuLB2SN360OKTjgfcQ2EjgADWVSQ+v2618eI/95fq7XP
111krDSKEUNzpmJQ/vqeL4ZdrotCGrnBNCs5Vq5en/JygdiV6cDXg8RVmhvmt1oflDAy3xW6Ezv/
fWnCKMjZnbMy4J199csoABxfS5yvmnfVnxzny7emnysB92rVnt9+ZS+8R0y2DdSMuJ54nHffV9DU
M+0CX20KjVAeIGJ3i5/yYuUHzZxLvnWqfrL6uLtS4V+4Ls1j1vuti8cfzNf3uU2AkM2L7oYCil40
2VpOy7JQu08SwKPfJdDVsx7Y0n+/tWhVWJ22eTdKs90KNduxYndAICkALM09OsSDBNSNNa5FCswr
/csLCz/fEAkW9feWgre7WK06imx5P6Kctnnk1iogcQVkTzQmS/kLI6R5A8LWMX3bE0oWvf3DXnhr
0D2SjM72xk3ej7lBuKew16AEJwuYtHokU4vevfqglNK7cqkLvyV9B2oFwuo4Ou2HrwUwP0RNSHC0
ldiRe1CQShSX7hhHFW3iOqrUwonMXF5LYzr/iljEsMFvLVvGAPts7c6qS9cyGMJq0nD+OGrXfFZd
N7+BKmOd3r6b2+P4umf5+lK7n9KYuj6fdCaioA51PSjBQ9DUQVF15bXY/p79dbBfbX0cGt+UXq9f
C5qTg47Ho4jyOq3vgWfId2CZrXulJjbFQTl2ePt7aee/HZ5OFHsYP1AYo119fcGBY2Oub8gab+xG
lCl5BY3I70QOz9NZzfYxzsT0ocOfNR9cRJPPBb3Cz4zOxDFmrIMpX9GU/FBTDaSowPLa8qspbsJ2
KfMbC6B+c2U3+Nv/3t+iLRmRtsRfw+Ru5SB5puw84aHf0Bc6H6PIajSjSfkxndq0f9fRYmP+Gg9j
FsQaiTsR+NT0z+BUvRMqoqpzf/SA3x0T3FdfVEQWfdg3+UTHt2ucb6JsGWkYhYw/jCAdv1WKVz7l
q2aJW0Q/40fSAExqxsp0M8zwVqX71oCu6kr1f+HJpmdNl5ynDjzTXvOtOQQzSjvNIjlnX5NZq55m
t/gex6b+cuX3v/Bg0+xgB8BkiC51X5zmw+JUjkISkEF7GGqy1A5gDt2n3s2NRzrX61OjdtP7gfLy
0QQF5TMMjAlDwn8cOIVWR2leV4nfxzhUr9yE8+WT4nVz71Geo/fbJ6Ou7Vh6bZalUaqJ+pit7tfU
HvPbrqL5CEIzPWh9vN5kFnjUKzflwltoYmlhukiCH2Hr28/zT3HpZuOSk6LAxLrqCaaRpaqdMrVc
u9CRJqkPOhXBjWEWmnFAWK47L1aSyF+6OnTeQzyCKAqEt5Fv42UySx9pmvMFa1lWHavBTrzjlU+7
vaK7FwJlGlp6zk9YyPZdUgRXSTI0NGukQ5vG7Jeq9EU3A9fOiWdQojbGI1fYaXVnGfnoa1tARmTW
HtR5dq7fb3+aC88TH2ZDiaEvMPhUr28dG71buBrqKn6W6iBqZfxN0On6+e2rXPiBAMkgON1gcGi3
d6tWx+nN7FcytorU6n/zAPcHsooU33GGXqF6oH3x9gXPRSibcg1UGc1B5DfYCV5/r2pp9aYTmRWp
w9IktALa8sVane4B7XN8UJpUe4L04B2tpRU3Hi1EAdTRgpK+OYg+TGmi3vdrVhwzjRHW25/trGQF
80B/FuEjQ0swTsbrj9YRJzR2OHngJ0o346xXNpW/1gtBv6oEuX9sZrBDgSxs+6WvR6tCJGWjUXn7
U5xtJBtsQgUAqFJcYe3YFZJLAl66aqCDNDPhRH3F2BKlNIIcEic5ni3FbcLjGL19UePCdzeYIPKO
GvQoGJu+/u49cSJKk+VxNEhT0hk0zbU7UL3WYGONsaC/SGiPcUjK2HivA5n8jYhS/uRdmH5MMm7p
Hxpu92eZ1y73BXTc2M9clxYeUPv4u96orYp+bbU7fybl9Y9DqobJsk+u9yHBLvU8jaZ4ppTNUIHn
C+TUukK0HNh65R7dbM6rzQY7/7DsvFEjNDDaUwmdDXS/OiXrDbAKRw/MZLF8Db5pHRh8zvSJenm0
bknCM+wrVcyF34hgXHQ/vIVbYbr/jUxl7FqDjI3MyduwXirxrreN5IAv9K4kBvhAc8K79mCcrQiU
M7TTNYP/kCm/95YukoyTrsE01XFwO0G+hlnezg7Y7befhfNp0VY3bcAAyJ6U+H+flX9W7WGy27bV
Vr6da2gPA+OkQJmt5GiC6Y06twYY5Mnl5KUCrwD+b5Dcs/bp7Q9x6Q5TBjOy4A045ykiAzMIKjJF
JDRIcXWWATxpxRSQf2hEhW12J5TC6bV06rOdkjcPhhcoNe7vxqF6/RZgsh4QZs4ymmtp3NRrAyZf
BRhsp5C0U5wJR1Ak30Ut1Sv50edfd9OOocygy+ThntltlOix9XooNLmllXtfoY2DcxygXpP5QtpV
GEs9D4SWK+aVHfps/ecLbw8UK/IWkL1vCYgVzqEVdyisCU57JMPXO45God6MxMLfkacy/Hj7Zz1X
RG4XpBrh9tr0ffYqCWGSxUOWiCQCuVCXUOSUfHD3424TS7h/nASDhZ2Lygl6zYCaCW1/eewAI1OK
6kK9ZjT7q9Z/tedvn8emmQgdBYXFnoTaKA5hlmkiI2VZmprIwlhAfUFiPCShkSt5CZVDECPWYxDx
cEbmm866JnkvaKoOfrlDW+hOBTtU3rqdYRQR9hNGXY6JtitKR7tUfFZOrT2SfcMkWyeO7Pdaohm6
RcQNXZK68ZtiSrHV2LoSeXZJfKBIMMSE3axSFRdNZq73cljzr8qACsOfMmccQzeW8mOhb3ERuany
oYjLsN9hVI5feGyML4SsF71vTV36SVWKufUJgBk1Bh4a5P+ZgMQb2ZQ6oMKkS79gprAeV3D9S6gx
kTt5q2oUyHDRZMJKqY04tDoiln7FgnYrPQbCuXWmLXUGulkDdp0XnZe9CE9mR6fMoHzV2ZQ2pzgz
lu6GWjk5aJmcqxuD88HHetKYaODvWY0TZgFUQKPRd/qxGAfnxJxadVGPVMufxROii8yOIJgrD/32
Mu1/c1ho8PC3niBanddveZswHyNok4AfZRlPqJMI8jLz9WQxf7iyr/6v/b27GO09WqscQpnxqbuN
lZgoYqUSKFkFJ8f+y6iY9dfSrTWNccmmh1MmxfnBQTVmFj1n81fKI0P/UEulXA7URupPYpjmEU1j
2ahBQ1TNH03vYyV0yZBc7oY46aE15MK5EZv+8Jawplm/n+q6QjAu8rbB4OOML14vGi0U9mKbYa6u
KhtlX9Qf8lI10qAl8o74i5nDaTiiuvvokdLGUQRpvfskWmTt0YwFvwpjxD4i7FQDB87gYMwZB9kO
wajirQo8sqSlr8gS4ZM5DZZ1b4lUdCeOvd470NvdrzKrSZIr9KEg5QBJ47O2LKoTeqWeJMEEWbIN
LWDhHxpWAjVykrS5Z3SboODrPNndOt2WuWKUW/TlzHNnBSRIN9/IghpRtZBthUWoSjcSwGSTOtjI
ZDwUM8N11hwriTal9xjUKAlJKGOEPIUE8pl2aFccEg/xULG5YdpwlsCrp/qUVTbpnPh5tF+Zk3bV
F2jvhhXOvUpPmDayemOPNkF7y2zlxFEQKE+cD8aaX5QzrR5ZS5I8jGXvfp56+lX8nVpmPkKMaYhM
RIEz+ArJKvHzknSthjqpcLQA6Ub/FY29OdJ1N7LfUi8698NcxP18TBfmj8h4phgiyCBMbFNM9qhu
qnGOfSYI2TeReqiHFA/x1rgokaP1TnkSpLFuwTD9VL7wuMvinRj76blMHG2j62JrCPvcWxmFzq15
kHkGQNPL0zx7atphfj8bSWYe+6FurdAmwih0JlGbAXUhoVhqbI4igCJlY8wrbTM7epYCp2QBJpIf
ZVyBgIvbJaac5F/WUXgMFI5eW5A8QPk+FGGVmeIPk9XcPeC67ERADob1PStmb37A98kgN06N9TGJ
nfW97FT1i0CvIgNzJHQaHZJHtIiyZc5bs5QvhTZvYRkFkSqBjJnkAbt3lkeUPMkPG9dE4ntDXNGa
kUSHJA5HOgaByLEgtg5kDuDw75tnmZSifDYGe6UhkY/uD6SrhYGvZ1q+DNlgvby9H17Y92lueMgG
na3vZ2wFyT+l1qL3s8rNBAJJqi99oZTYFTQBJ0KNUB71s/6lzI31SoF3YdPnQEnTFj0Q+/4ek2h1
FOxjB4BMcSvEaU1rRcXGu3TNWf+UdpN1/M9fkutRsOI7YN3ds8eGwZyHmuCTqK6JqGttg8OBvQxY
hmR/48SjTS+suia7uVRpQHwCOUHzh9pmr1RXNFWoRk9jRemV3onKOnUHX42TBQFuMSmI6JpEu22S
nnUDvXVffnRJUOtOCL/sL7IwJ/H/uO3U1C7HDlSpnH9f/9ZSrex6Iew6ciDSfOpWidwjBZvbZ3Il
P3q+9mxd2Oa2tgs+aSamTJZ2h5RCjrWSO+YQ6W2Tv+86xBAob7x75DbZlV/4whO1mbKwZCFk4/io
v/5qRicockg0i2ihT+8nL05vSLP75WITfaZZdm08eqFM33rV28SSgTB15OvLJQRqQDIzhqiO9YIo
EMemTzGjHaPRVgwRj313wKVc3tQIMa8Q1c4bvczqtmkpcwhqcazary8OiQMiFQHhEWda44T4orxp
+f+GAM7siKZAH5Vdphz6PtcYVSQEXpYaikppTeQqO4VBLpu9HDpbnwy/c9w2tBdRHVS9t9zw7ffu
wkEOBAp1LXhohxHNX2PFP6vLAM7GsgZzJNpIlp9wzSXv2rJeXsw2Wx1fmZLpa4dlPEoVw/qAHK4/
FUPcX3k2zu0b3DDu019NNOOx/XMfb1Od2slGFFhlURzN3k6qlyphuhwRJqLKsCuW7kOqycEOxyzX
VFzaRfVxMFbtc8Jeupmiq/ZxQrP9M28z9XbNsaQh8Se5CD1XM35GIh1/MGNt/e+rMwJ2jgcI2WkL
7btjDQBxwrkh1hGk59wNSFujfszGO7Wtga4h5r9d1+IakHI7Y+4KRrrHG9GJOS3zpt0yoSRIQd2e
OZfj5jLUSSP51LSJcbURt70kZ9eh/88pH8gzR/7XzzGyFPJPnE3C1gwGaI3Zrb8KqSePrpxMhLfO
Ik5V14KWSmGmH7aq/T7W4vr/cY8ZFCPXYn9wmbS9/hhexbnXctshYhaxHM1J1e7EmoqQtmV+X8v1
l8bWfeUAcL5cceJj4E6/i5YKPb/X10QD43lJyTWzOi9JX0qXHxnWZDfgCJhG5IkbV6CmFzYjDruc
s7EI01tU98DpvLTtoVLXAaoCONlwLOe/0aUl4EPuafqkpS7SvrXQ0SI2vZXRJ4Nt8djRif62Afp/
/+eVAX8GB/FNDssId78y0FuoYhKkJgKi0xQDGWsEMOrqpEwuQjQJF6Cu1fEhL9TNS7vhfdEHf337
Q5yb2vGYsoqrlD6M3gDmvP4ZPG8UEqjWFA2aIbWoXZH8B3pVe3eLZxdTsAqFD+LiaqYhbQrx3K3L
QjzZ4prPTmLp5Pj0yRj7qhDiK2jyroxyjVzwcKab8XVRYlzwhDuJmwLfyXQaRZEVnIBT/Rq34y8t
4fW7ZGP/Ji/i7+DgLCVmpD2RJWM3RViNKhQAqzxVLoM7tiaDe7doM2usyG8KeplRo2QaCfIK6nwf
pxQdUBV+BtmSzY0j2+o2S0E6qqPRnt6+3+ctXuhbTJWxKbKuwNd5fbtbYpT7tBpmMHi1POLxxRFf
N0j40Ae/xzswP431oAJuU/tIH3Nx5UW/eHkahqoOg5ZFdffS0T0jb7pJFpAJYz/7Y26I2V8cUpnv
K6dR3EAKxt6IeUtrIhJ1tsSms42VK/v330Hs7rei5GYYqFIaAcje3YbVIlGD/3WM2IZa90HWa57e
Z0RRa++Q3eJCSpigPeGvQCikpKnyaOnT2FClVd6tV/d1cbJTw4C/AHhy8QvThQJRaivElW7pZiIH
yGElW5wUYBHMjF/1GyNGnIDvMDW6G1PJlO+1kdPortWO8nuuTSLumPTS7tYmJT91VeGaROSm/Arz
gJx5EVZ6l0zlYPkFab8cRpKOCMPVkfGBvFA4MIQr5zeirIEe8vDEHuljYClux96W391+bj+JeDTf
JzYMsY9TbBY3HZUV8OiFM4Crl2Z7XMCM3jsjuVsB3W71ijDxvBJFe4NDCXoetFI6f6+fvHHp6WuN
xCIM9pLd1yaHt7KRPOR6Ux/efsj/lpq7n5eyn/HJJvhhV9m2139qnslbPTLW4imixd2Zqa9qHEbD
FhXX4Me5CfYupedRPWpKQk4d2wBprkU7r85PTYpOvTHJLNQ/q7Wifnz7k13YdBgp4tSibCQfaN9b
Rv05dFLqfTSsmfLVSkHF4cDofkyj/AwYZg3fvtyFOnWjNJqb3o1ONsCV1zdi7GJ16Out8ZQYmJGJ
8+6r2k+JFeWYnYzlcHBKtTFu475vq9BjOxDhWDVAcedJEvSDFK0ht28cEfw2k40nvV0NvGOFkOPT
GM/x04iy3bzysc8fFQfrHHslA0Ka8OauN+d42WRj1CyYPcQMkfJ+GA+DmKa7VkJJ+O8X41KsSTqC
DWSzu2dFsrUkC2ntkaZ1zm0xN3boqMy9EmZtVy51vvqxxVEDb8sfrUB7V9XVZWzRdKzXaFXrKdLB
P39X6EwfzNImPLZ3quY0UWUe2DITEv1qgoHffh7OOw0075FQbcN4zoPu9s//eS+cmCT1ASJUZFFY
/0Ra4rzMXgOvQ6StEynonkfk7RYB8W9f9+/L/eqFNDYRoA4eUd/ghfpul08BG41xBwlDbDnvt0Oi
qo9CrkXxYFWz2h5SIdv8qGNIA4E+UQL59VjnL5ZW4EdSy8n9zcw3fWoL6riDVTArZn9HnkkGVdvN
PmFpcvBHZ1mQ5MfbIs73JPKwm6kP+mLpWx+8uxUHQ2OiwCcK0fppKr37pRFLMoQtijy0n5U6vxdz
ps6Baw8tuh0+22+bXv5ILPA4jD7tyqS42bIcriwLZ78Lt4c7w0Ac97UD7e7174IgMiW3NVujrRdX
QLSp2hvRS62JimnQHL+fCCt3R+WqSXd74va/C1Jm3YAoQBDcnsq51FZMY8BUo1mf0vp2jnXBToIr
RwnpZydfmxg/oI+7iN7wYLrKl7efi7MXne+N4gyhJINUiyP16+9dkJCspYXksFeW7HEkWuMMzLXD
6nJuf/tSZ+8ewx0kmVvY3SaoPvPJmgkSpVpwi2VdEU8xTJ9SwWDaT+x5ilIx2feLyWlg8TDJeGmc
XDkB/6Uz7W41SlhIdXCP6EftBw5ZpnKQSlotgk6EwxPvCYHn6KG6+ybWiJWfmeXWoeLG1qnMMMEF
5lTTNYU4k6cnFniLDm6lqvMNsHrseeqyLiHddj2P0tmMCeYWpflB4eO7IfThvAc3k8eHytEaNexV
YjtJAZ5IoV77pn23zmx82FWxXJGZzmrTJW6CEENU8sqjvQPyo7vmkTaRewAp5/bT33z9G1uT1hrD
FoHqucPU3qqKpv2aDcI+H4c0YcIwi0Ebgk7HbRKMtbfqD31i0CfxVGduI9EtzrGSQJQ3u9p6mikJ
40DUxKn/17WRz4nYQkXW7TnEbuxK06HN6ngxtq69THHmY/VfNyCN684PtJLs6Zhgz0t9V1/j7Mq+
cF6vcG1ItSiGKVlMe0/jxY5Wszz2OoiYWlmDZcncj+PYL3+4NSxHRUbj2TXpmKPVcR6FVWot7pw0
+WpisArw3GZX3pbzrhGfCN0k7TUohDytu53CNZImd1WeVoOp3vumHpeblSVaD506906c1RqCzyc7
FFWvvG9QtL/vctW+sjxcenYw0vPacGxmjdprfvUynhZRjEAUHE0gOBzJlQ0dIhyZCQOGaEPm2vHP
1oH7EZhkSZ/GWljFKe1RhfoqzsbGV+K0f2Jdg8FAfrupBjjIxdPba8tZVWdwpAJsCamUsMuzVqQ+
2BmsYceMNHCYjw1Oo4DXVns/dGv9sSzb8sd/vh4oQ4dSguqIwm73SuGEH9BYYlx1OzOug8SU8V1O
ot5XJxlTuOY1XaUrb8f5RgF8hUbR9mMAp94vn1NjZQQ4FGbE2xoHUpIa7KtVIYRvEOcQkBPDZDCP
14OLu2C90qq58DSyO0Heom2O78beD+gxX8+4yV0zGlN61yLx9I3D2ArtTuZpFkdGtdQn1cUXo01m
e5tng5remUhYrzyQF35oDs3cgm0mzdFxu0v/1E9dMbSWm1lm1A54Qnts8d8lZ+iS6gJwSzBn6Oau
vInnWyTWeJoKjIcgcZ1X8Ks3GWaXWNHM2OsWz9dQh00plDthZ+Y1cv2F70eP09pQkJsYYp8EUDQ6
43oyuSPoTzSmZaNAECyThyWrfiETaa9I+veXI52KsmNzZvBAQZHa3U7PQYw7ZF1yyC0DxCTgRzIa
zUWG2hRbtylat2uP8b7Q+ntFQHX4FbZ6Y88UBnjCUm6pSsT+Yd+DAuhhE3TNswrrBQ++3gSSdNor
Wz+t9l2ZtV3WZuzPUARuI2L018/NqNexM+eJG4HL1B+pZL32UM7d/EUbkMb5rdcbv0w1VqBWtQ3N
GXh+2q3HcLj3ZRx7m1FGU58ggACDG21pqIy6m+Km1vP0GfjuzDG+Nqw2WOSSvO9So/5AgpEKh1Mt
hl8TwMPpEDfJZpWtU/m9z9ThczX3UHJVa7XJAJ/sAQKdItUyWEAXH7OGEvwRZ3r3m1wtsj6SIXUO
E8oT9Vbm83Cr150DtmLM0m9phsyA8Wk7Lr4qG4esb3Kgf+aNIqhhXJmQX6q064hMBOI4f5bj9wSx
v9jG6MkYbmUPfxWS+N88JUMcVCsFdpA1DOSXBldfkJp987tIBVqWnNW880W8zDlq1ZwvLoQSmyHq
JeXJY/SbRvHi5PeLNSZrQPpZf+Op/NZRXphexWDcyH9ySICeUfOgxf7s2eJjTAlKEFOnQyfVrEUb
fAbc9O2mwSgeFAJV0gh/c4pZuSSkxM9khcZQaiLRYfkocn2E+5OvwUAQOScF01CEn9CqvBf8s+eY
mABMtPqoJMFc15wl0iojhocjhwESBsnCYWza8bctXapCgInyS8Mo63c/NrAGOfW6qNz6pPmiV2KB
eTot3R2u1bgMUbBMcF1yLf3DyqnVYT7brR4Mw+wtyM5jMHJLZa4trJIYDlKOvOCzM6hacsprNT/F
ujMBwtTQtvmUPO2WvqNu0DkTmGtgNU1fB5QchCQzjE5vGY0kBldjPOoDelGsT+zMBhKQkeEMnua5
hk2ceCs9Bn3okxtj0OwE5pYiHMRP4+wEwHWXX6saY8CfMO6bBNBn5cOAlht42LD+yQlN/uUiHSkD
7BW03CAHzCEr45je08UtvuVWwZurVZO9BEORZgTo4Yz82SxgI/AvjM5913j5D24c/mpLge9wZRO8
8Bo7/xvKbHMsxrevX2PY5yM/vQ3xTFmbMEs8HISykaELBvNeEvx3ZWKwtR7+PTKwbDB84VwIaZbq
cL9aWUvTGEqppocYCW6OARymO5FR8RWbzIVFkSEIAE9cP1t/YFdOuHSmV5tgxIPBeFiLlKSI3zFK
drrAdsb+OOZF/iI0+9pw/sLdxI9N5US5jeJ4X3BDBlFoFGfpoR+TmtjUVTsBuTEeOYLKRz1OrWs/
35nOj/sJuJsoYFR+DD32CQqO0S11YhoxCjvdkT+Gde6/ctxvBeAEJffu3C5JT5VRg/0SOOm/kAuG
I1XVwCAEfRfH5SdH2miqKjrFj0WNx+1kQZHoAkg8nhXqiVTaQPaa9lHzCIoOJMOLnxnj3eZQtzPj
6YWBJ+ycDBe2H2dARv0Fcv+dElfq6EPGXd7RjDKF78W6UR/cxVLv06Id/4+z89qNG4nW9RMRYA63
ZDdbkiU5yPmGcBgzFnN++v2V9gGOm91owhvGYC4G42oWi6tW+IMUmyjM3lcgjyhAr0QpAfqcCCGi
sQJGBWCGb13V7MDICuPToOjUCknRD1/sfAEaVDWKoxwYXNRMJ9Sx75k5xLmOSG1sNkG21PXLYC3r
cJpRKlpDSNQaSiRLrf2sKwdFv7nQCcnZkjmgnCIj7Q4I72kTaV/pEHdilDDaHOiMn3eJXSJ6qpfP
kRbP40EtmWRJAb4Vn/kYAM2Jr9P73Xq0Yf3VouUarLGX/1rUonwqak8d7m7nyvrl6SZ1hPNPCKQM
vbARcBprjjR1zMPVSHQrWMoJGXIXV2tMXdB6KKxCD1rEtsMhqbT7bh2UwBvyaAqKykV10m4ndWUD
0/6/sjQWSI71hNQ1FZfo0+XFiEznjee2CwW4WmFnjUui77V4jqDjUwatbc7PKM2VywFp6z+zUu2Z
hl+MnZAUZZLjEo5QiydD3/QvBzlVzSZPhCilzED6Fhsx6DUZaeeko157TMYiOhx05eo/6hzPCXn6
In5BUIudg9lN4l3a4JdwWOrKvatrCaJPXBd30mUsdWUngl55GZhxM3Mkn5eRZhNBrbwTqRHVdQgq
QQuqBjZBCnj9x1CkX8bE/MpDqh9vH4BXFup5FCW1RIIOORoa4XSAzqN25aIVM9RtHao2LSzfqKLq
bs4btTrWWUfzsE00uwx0emHiaCrlCGJWEfNyKPW+s4Ju0ZsWI2mn+AgCDrNAe+rt6K3djPZpimZS
Nj7vDOSyU7ifUtgM4mDPWlPThLGBNbiAZt+lkFn6J2PxVmarc9UeOtSn1g9DlRjpWz0xFhiJpgOu
PUmhBAplHuA0RHiMumb8XzzE1hcLEGEKfdibl4dcL+ofKzNyhJ/jnqmh4/YMm9QxKbSDm8Xlc6rM
/U+xjjGHGtYqGiqZ1n+EIWsWp5It/mAXvKPQ03LR3dMPc75QgEzjgwUUE0EgMCHfhmmkre9kU/rk
meCvSRFE+adNEpXhFpckEtzxUh66hu+b0W2knJC4UxWQrGuSHSqnGCpULoEcBmQW49d61mbMwI18
aO+11h4SqDsFejpx4xWf+hV5otME3LXxe41YeLh9Al4hGhcngCY/SBdGUNRt5yegFavh9qOXhUam
J8khj3WDjF81Oz+yG+CM49w4SPSMxZ218DkhEWNbn7ClWMuTntizgQZ0o3/vC1wWHkej1cXzLLcD
xBhpNxXSWFlP8DdzxKJVQe5hLAgM+zgbiSkkpI2kt2pUVm+9Me6f8CdYJryPYsNDl9xW6LTGivNf
3xbKO+G19m/DFqhE3t6Cy7sWfU9UfcgjaKa42wbTDPvSKc0lD625Kh+WFfG1LKa9XKq2d6Lrt+ft
I7+pzY7TOQLMAa8AKsO26TdORTuOtdTxEvhoIqekld2TVxTrTmm1rY4JfmQO9K9ZjP7QVjna0uJp
LQnT4Yhs01OG9S8an233dmn1ZecUXVmKabEhIRzMbiB4nh8iwKb07qy5CDvwaCfkD8Gld7b7jgaN
skMEeeWJbrZPGsnT4WEgwIB6k5FhWgqR1E3TsBetJUKF0nj0FdChdzEzee95Gmf3v0jrovvBGpbf
M9ZkT8PQA5J3s8GmyMLPC7El1VpUP1/t7M6r7aZ4jjJ3jQ+q1RvvvLwYyFsGoGoHDk6bPPR90yIg
oGjxvWmP1p9R9wZod9qAFBH9nuFzY5mSmypWhi8L8+I+UK2u/bRUnWHDzKJJ+hh19q5LxeXRtfmO
XoemIEcZ0J3ve6NUIAnrnl1QlbkMxskbvJfIUZQ3uHxTICvuOO0xhi+0qGniyXngq2APLNAtICkV
haZ201SGmZJ7nt/1ln7qss56IwZFfYDQbN0JnHh85M2G/0wlXpagddM28IzSuvPwU/AtZDif2nLV
B6RwpaS3Jwqgy5o6lL7eGfFOmnN5sdrgp1QLbCl4BhLq810ibpHYAJGTEC01ROcUCFEHFtHq9Txo
Ubk8FbPZ7vSmri2K5Cg0HoTNGWpv4mqCA4i9jm4RcmCc09QbyGX15aFuLObETive9E7Sh7cj2eVn
iNe6Jt0jNPlnm0FEtZsLrpg2hLHRZj56jdan0imAidX0AG+vJdsy558h1EvoScDDXC6OrTqjCbsQ
qaauCte19o4dzCyvKkJI/tZxXIT3XKEWGEDaUL/dXvfiGZkO82SII1m4tzMaOH+Zi03krJHfCdvF
/UTPIWPsYOZmuIxG8+H2UvKvOntElmIObDk22uUE+02kUbDlyxjC1eGaLPl/hujMEw0m8RNAAB0b
J153StqLVi5QLzT1GILpqFt4JGbnz2ZyLbgt/rthj0boSxKJzsKWBOpg3TXTSVga1Isk6fnvXFoP
zEQxhEsVdyfCXvsZFvmn9KemxKYgPP8ZohhrRAySNoTloPzKtNENAGLYx8WCCkbfbMIeucoUA66h
W/iDCkRqcct650653H1GkXw34AFdapQt+G1hGqWu1jqEaqEtT0PrrQc2z73X8K5V+RVYWe0kAhdH
muNM7Y41NnezPNznz62N8GeiNEVZEO+mu0Kn2QmtJjuJeF6fLE9gsDKgdM38sNjpMlweasSNmPQC
/yEHB5J8vvI4GGa7ok4WpvaQa3Dp9OGhskhuScKyaOcxLyITjynV4vl2OHC0es8X45tVFpjGXeh2
hvED4IF213VqhZWSPh08uJv3MyTqnUWvPiHoTmT+QN2QbZ4v2o4GM3wMskKXAuqg6vD2m9rT74o6
37OPv7YUV6LHIIeWI+Dd86XKHOHLWPe60FAT2x+G8Qeyg+MXs3Pif5xtOQx7UAaTktYOCeRWQwVU
fyHqSSeRTRTnYZnm/j0U+Z9Jlrg9yD0Kj9sB6fKAAliSNy8Rl3mavQlIMIkV2J49Mx1lKn45UZ4E
zhq5tu9aDKd9fRZGC4etRVV+sdyX24tffo9QfqHIqSReUitwk+MlWef1oBBJk7XCPSV89oQl3Xt0
VBE9Qp78PyzHV69BupVosC0qhn4FXluaKMK1W80nc+0Wf24YrFmxk3+bkCE43n68y6+Crh2vEWDc
a9q8OTUyqxyT2ubxOohG9mDPD2o5RIdmGGpf6zTlTTkbe/iqa4sieyvRLaAUYGqcH1VByjMDReTe
HBY7XErPPSF1M2NgWsVhZ1bFo12P8c6TXn4fBm5ESGY4QNshVG8+xdpZPLc2uwKskJ6/VWoX+RCO
1cFjnLITw689H/ImlJc2DTRQdufPF7eOPlEtF+E0a+NjmVP5RYVAQjYR7k80lSYglbu60ReIAbB8
YBRIuhgBM6bfIrnABjmrslpFaMdT9T6WetqnVTAPARql3yO9iKcCMq2MMtAde0qLbPBr4Vk/XayO
ghUd8x+3j9blZwuujRaLVJaDTrC1LgbeFZcDgqehJ9TqXblATh0Mqg+A7khWuV1ydDpDOXhV6/7z
q2bjUS/UoC9wsL3NoU4oi9wFO5BQrfP889jRR7H0arhPU3fPNegCwe94kHjgZVCV0UDmXJ2/a6vH
no9S1sFryvHuKL2cZ6ZI6zsp1HhXjJbR+lk1uOGUGfBFrAhyV64Vn4tS3YPVXEQqfglnwJMaKkD5
tvc4YkFOLazRATcOPKjS548M3tP3SxfjYSVMa+fyvni9Hrw9Se4CGUOWuIWDFFlpTLFhz1jDzc0H
gCOPlQfeQOma+g2qBdE7sxran4OjK3e3z9Xlc4I0RjZbp/RjXmttPmQ2G6+kbFXDZqgspv3UXCYK
1m+dPP6Rl/oeYPbachqgChIVl2bRdgCeInCrV1mthT1ac34FK/mERQcDqonW6jjUyq/bj3flRFHa
srfg8Rny2Nu6LfVKrMGUVQtVWj/vTG/K3g6xnZ6qhCzYX4qx8SPPpiTPcvE1s0qVNDV1jqtZLF9u
/5RXZZuzUoCphwmyAViJLD22gboS/ExGqCtcH6Eub+Os7Tp/nLklGH6McXxXgV/t36l1pn2FNgJW
zpusZDpQffUmitSlG+LZtNSPDAp7cubCWD/rDqHg2ESGtvpKo05WgJ9MAyB7gZHjd2Vj90GJSLFA
ADvChKqM4XL9a0YhpzkAI+BBykbwVlwTzZi+sLpJCyuQ5wvgKsf5hCdl9S41HZlmFNkxRZbrUNjz
HnBFxoO/txTLEVjqZNrM7oDPbNmXPViCAQerNcgnQw/iyrUfsnqsdmAU2xtIriIl53h7oKUuXtyM
koHZJuoalJq+/sqc9Hs528Vzn3rKE5MhxrhJu6cVdHEB/e+izBygSUFZ3sr4T64JOWE01yAmm28Y
Go4GaFG3OcxmrH/UWuTWihpyZAB2LX2pes/1V28pn7HtbU9tOjY7geLqJpBCkX9zByMrdR6azdlG
vcpLVRAUJXHXebXGZb8WEBQuMhRiNE4N8Jadw3VBbGQf6JWjdE/OSkVrb9IbS0QtE9l+DRTsJf3I
EN5JaXPvY2lW8e+sAcyR1YghdKM6nyA8l7Thm/i+0KkyESlangGlNaEXgSs2nVLcobYIeEz0xdc5
xmwjLtxk57688KKSv/jV/I0wzXW9dRDLqm5G6B5YYWv2zqNtMCaPkfNDZk2JoZ/YrQMzo/BUZByS
KWzN3D7g7OocHT1TPgLyJMHps72W5wVTQf4qCX0E6UcIIiCevz9NQR2ujHWJZuyn73rRjfi1LKP3
eVor96FKI0U9INiqxYdEGehimijBKL6o1eF+pgPL/JNyHQsmVVHfKigSfq7t1HhHVzId/dICCBLe
DpfbDFP+Xj5taj2KaDL4zXsfAQGV/ZgvIP3S7h2a5+nDgJPKYbDtvWT2olnxuhZcLejVkqewdQ+b
CpusrQA0kuap85mbX3mvKMCy4mIcfjaxavqAtjKOd50eF8XpwnWw6+Dfn5dyUwKYZMqxpdTYcUfg
6tHsrYz1d1ImwFsizfuo9Z256/UmmxCbsCkTLHpf8iqCLnB+FlpKZ4jQhE1jHZivdUsSKPQV7sAn
YNyFmxHWEVXu3PO16ScBJNjP53lp/NqIpve3H3ubELD1UhJNMuVA4F0kBKOHOGUVN2sgmP4Ebdav
hzgzywdV7RYEMFdjp5p4ZZ5tnx2JeLICDZoEeIXzZ1fQG4tYb8UdJGru9QnE97NVzR0DN9ihg+92
EdDDQunI9YdyyOwgBlz/Y7DgFvqmtAc85kbWokkSKcvPMVOQTimHBDVSx1iV00ykwWSsNdvv2GCb
7+NiFpyXuO7vLbu3pp2ofG37ABNybulkEpY31Xy8dJ6FaBA9vU4UDJ5z5W0cC4WA00mma2Q+335d
V24B2uAgWSA4kkxt00UMC7I4q6olsKNmDrQiyY/K7OAR0jQCnXjl2xBn2c4zXkQCGjBkpjboAhJx
pKTO31izxoDFUPTBWtB034yrgBbo5jHiM/qeMevF48mlZFfYYjRE6bfJhpt4ndZIcVlK75RHXEum
U1qWC2w2y0aPrbKPa9X1O3t69fmoqwCDc9FBHjp/vgj7aNPI8Uxjktz8AEKSHLpWRU9XSqLffn0X
+RLPh6aehKCCwuc1ni/VZhz/GSGtg1PZ1dcMwklgpyDl9i7tq+vASkBImm+b+cX5OjXeRqjtQugU
UbQ+0A2h8eKxsYd8TaOPRpSXAaoS9Xd7FOPbRFuAs+GiFpS2QG8i6h3rFxmxGeYoXezswMUHgxU7
VClw1rQSuKU3aUyrN5MeYdZD+9DwXqj/5iNknAX+5+KdRkSRdvrxV14u6GLXxg3JZLi5ZR6N2E/Z
KVaih6ZynBAoBEAQHIiCePX2Xu61R+PQvj4en+g2qudptoBa4DvBkRuofAaQs4uTOuirrjjVi6bs
bOW1R6NUl+on8NuB3p+/ZMhkeWHBrDgMDENfEoG5XenUzZvBcfc6vzKMnQVt3hoyMzwTDAAG0Zuu
ugtKQDVXMIHo+yzpYcoagUz5bPzkYzEeOyxonhG8GpWwUazsqOZ9f7j94cgPf/sDeExCHtxC0DWb
wFD1auREJcbottPMT+CvlLdlK5o76eH5vC5z+jChAJcwhJxFeHvpy8yNh6cDo8mOFJ/TVoiFsrbq
NRsm65T1VXW0zSEbTzBK8M4m6Y7uGpWy64GmBOPkBPkn5xSZYsJ1GUyu+SdfyyZ0NGT6n5q1MD81
C71Zv1uR6Y9RZ0TyFFLQTsS+EkbPfvHmdcWiVOKWMv+Ao0734tjLeA/7LYMLa4LYQZT6ZTTJym/v
07VFmTTxoVEtcCjl5/EXd8B2sjmjAK4Ooxelf5a2RZJLyxEcEt30FtzdEMbAJo63F70s03g5HEuG
2QRViDybeILEA11BRVSHpNG85Fvqod1KahBH5WldNciVUQbo8lC3o3lfJF3+vVutPj3CfJ/nd2sb
oYblQld7uf2zrh1X9oD0RhZP0A3O96IqMhCnCTnNOAknxNRvProjcoR6bujvc0zRga43pgjdutiz
4r0WhYBkkB7g5MJtvQn9Wpaq9E6KGjM0o0ffUEVwht23Prv0v/GDbX7886NKE3VeuovIygVCpcG7
rEiARR+6vNEPnWtmaApXUYA1p3oUc/K7Uo3sK2qNez4CVx6UOQaCP7QdpOTIJvwht5NmFs3Yg4ix
FtTMXtwPRT4cdEUxT7G2m7VfuVNtrm+ZI0AR4s/5O50cs4mqKGZjJzvXw8G1yuQe6ZVdGRX5hjax
DukIMi45MwXqsFmoRikmcidmsZEh8WXrktmncYi6x6ntJiRsZuXUKHUeRAljVH8qh/7JngdUAMpY
2D6dicSfND17f/s9X/m8gUHIkpB/caY3NUu2eMjrDRqyh9AAnge9zwMFsMZd2UbdB9B1xmObVZ9u
r3lty0kBIJXJ4Qp33GbL17zQSzWlNJjwqyniwn5ylKTZmZVfHCRASLhRMGWkP8kim1XSjJ6cwrCF
nS7TAHwkbrBRBWF1HtSHAazSzl12bT2igpTrx0yBxtb5Uzm13unq6LhBhX+6bD16JwaU9pPqlk3Q
pNMuQli+mrMDxQNK/h5nClAqaKfzBVdmBo4+6yyoK3BtlCJxfoH4mONjh/dreqgRa3gLAgqbUmut
UV3WYxS8EngSOtLcaQd9GBDIKav01jgqmMkGdkGMCa10SMpw9tx08RsDCWp/qdUEBOGkjid8TDvP
V2Kn3lO/uDiJPA61CGIdcBQ0c9urN1DPL8tauIFrKZDSdGCryOhARTyWS62fNEQoQ8P6Z4E/5KMM
8g/6AwyACFebeKMy6VqQvXQDbnAUjZrZxjKqL431ACTNO8zd4tHxqve8yy++AbksCn8WyQAg+23Y
EYuK8LfFsqb0brtzMwfzCfzn4z1F7GsLodhBow9TNS7VzU1aK1TSjSI8SMqAw83enj5UlSU+3/6k
rx1+JizS0Jn4xoaen8XJrgy1WBbQ97rTf9AmnOiqoahQg0jV+75Bnur2ehdJMlMzycHn4DNLYop5
vl6bDCP8MAHrqszp+w1lVz32SBZrfqVX7c/bi105mQQR9u71dHpbqY0Jjk6a5Vx+FtjFJ81Y/qzG
lPlmnQ/3XlmIx4LDu5PrXdlQqWCORSkgG6qqTfRa0DCj0rC8oHJHKG1zY4OInAnOmIb+XEd9F49/
JZpwz8u5LGMHyds839HZyuu1Ak4RrGg8AREXAucKKuVmEJQ+OdL1caEkx76lMT+3TgOJd/VO9tSO
dwgz7il+XH18siz5c4jeW0wKEkNRNehJJEEUw0mMZFaTbLCKxPlKYp2Gt9/wRWLHcZK5lQvdQofQ
KY/bX0mug2lHsSaEUqWMLP2BpNd5zr1pfMxg9f5czVW9azrDxWdEG4ydta+dLiiQJj63Mg3ZJpUm
UaYfHYgrWYRjs4Vu8mOTwpMrRdu9DCKbPuBrPJv+7Sd+HYttbg8iHsQC8ixQbeom7nV08vE1K6Kg
bGNreYNqTD58A0iPMPZQKXNXBbBbF2QFXK9472KUOAbTqPW/lLXDA7gzFWeG9geJ8uQ60o1SnyP3
QxTpUxuklCJ4tSSMnX2vj/smwEbFEwf2FhZeE82J/nMVavIxG7GioM1nIxJtjjaSuCbCPcfarlDr
RfDWK9/kytwWEDTjRLmPW6U13iBLNt6VqVpNftsJ8cmOLFS7F8ONip0B1WUVImfzckACJAP/xFeA
/l/HYlGjtKuyGV2pdrGR10BQ8Y8dVeKhAc176PRVfEeHBtWtwavvtTXr/Kz2ppdCYUTiF/FS77l8
XPksmOXDqCbHQIDkAnkzuCiAdLMepFE5fFmbyZaXYza+yRAfljLIcbzTaLloEdBq+n84ZlJEuMfn
X0ZT1k01eRkZw9yZwbAyVQVCrp0WAfDRH5Welm9WN7AoyURamm0pzNfbR/XKQ1MKkJ2SNWNCvTWw
BE2g0Mhr9WBaJgfyTV92GPIWqndESnp4VtAAEf/aO8Spk8dF7U1OCYEsnD91hW8K493aCKqsWh8n
sxE+vhUFrM5hvf/XpwMqT9+XRXBqu3Ax0BN9oOJg4FhkE/WOWi6hM2Q/MzdLj7qW/atGFQEVgjyx
DttTk0R1E+ZtZVKNlH8CQJwIMcxjcqrdovq8aHSfbz/Z5R1NOUWC+r9QVZwFzzdxGfU2rmpbx3TG
8XJ/rtLh5zCUthMyLoLSc3u1y4PKauigMIjjumCyvFnNWVJtEolB+pi7b9wcL2UfntKS+jmyrKc1
Tbzu0OcKNF4tr6ufejEpe7fWZa4loexInTN9wa9zW9h4rekMsTmBvq1b9c1arMYLp2bYedLL7wHE
M1J0oIDhdFiv3mh/RaXJwn60LqDqZXOFfJS9RMYhN6AYl/SAPq0eUff21l6gPeShkZoHhhwYQouR
v+ivFdW2QdYqFRCKas+tQm3Wh2M/dO6DhUL7O3AEMKgKOxdBI8bmS8TYASmEMvoWF43+7vZvuXao
IAyiqsLkjKJuc367pR+beYKD1dsJToqVSO7S3lZP0ithZ5+vLKWh8USlDp+ZDd/kmPNiGIoDLSWI
Mq14a2buCyVy9NjF88fbz3Q52ob7QEin24IeApPSTZDFlA1XpKw1A2duyw80vuqPEQlQjcWgW7e+
VVbpfJc3cTf7c9o6mKR3kJh8fXXdnPFNU9m+ZcODDbQG+vy/f8bSDZXkkKa0zoDv/OW7uqJ2xQik
vHDpzQRDPUR3iEKICUkHvTrsbIXMa8/TEnnIqBKAQ+Dic9GPsBAr6bvBCAQGIgYCDbU2rPgxaWvy
wc2hiwR5Frff5sKjD4/Sz/SfcBkKrib/X6CaUxXvHX75mre/iNcvhaDhGPJ2zp9fXj2qaDMVu7uk
OKJsYPwe8MQIcTJSfvXwlDtYDgIXB8AIKdYUpRoua9/tbMyV8AaqnohN3QPiYKuImJSrFIeM0QGq
o/nYeYt+WFBs+D1TRt6vZZ01fuwpaULaMRbfGJHuXYkXokYEAZkJgaYDuAnfe3NIU7Q3lcgRahCV
xfSgmn32psjU9pOFF/ED3Uk8sMRcBUmzkgIWSqx/H1W1uivmdDyVbVe8gLipvk+VWjxYlZX9d/vg
XAm9yPRzTOl5UBZugYWuiUSpqHI1sGvMnwyUwlEJae1kR4H1EtMgdTlBi1DrQsmEEnB+GhY3qpol
xhGsbnQbrb0JxELbw7Hw47luYJOa88eayk2XChDq22yF5IdIa7yTml65A5gO4d4l1UJln/b8Z0y2
OTpO2qokYyL5qOdp88XU0/Qz1GX7zQyOdOcrkAnP5iOAeiE1orh1uGY3t6uGvo1Xu1iGWCgMvC1d
Jz4OUyEedG+q73ujBT/F0PH+9ju9euQgsfH1gaFE20f+qr/unYmnqVcqpsDmxvshh1IP9VQsH1sz
FXdzmpUFxN0o+mPbS/tVSBUrIPbSdIX6XH0249lGRjFWRbDmbv9+EhXGSLd/4tV9oflGL8KWgAF5
LP/6hdXK7IerQwvWsk3u9Q49TqOOkgeYcmj0wblu3jvm2u4c9mtvnxPILAr4NpFy0xxIc2+Y8lJo
wahXMZawzZK+J+HB62MWdtoE+jgiFXP7Sa99YMABJXvDpvh4Haf99aRK56i12SxaoC7m+oJP3Ge8
L6dvtxe5cuWSB///RTYxJsfnop6ZRAVLK23d4ZitCPB5cSkQsezn/8s2gl7Fp43ZJ83H85cXrS03
f4mzFAqxhjhSCQ7TkY9gCcypYeDVJXv6+PL3bz8jKUXmWORAJIjy+f/exNXUlLJOSYlTXdzXA4aI
c95Z4YCRzj3ORL/pe9QPJeDru3/fWCgUMIrocoBS2Czs9dmaOx3aBcB1IYIapoW+aDs+w2nrdg7K
1WfkY+CSkk6QW23ODNiCYhP+g86L5/abJrRoepwzPKEZ9ZYGclWoPYWxgZtUoGtz/K+G0PKe4qMg
YPBVgvvYnKGsSospcalYdUSpwnhBEqFV1/JdgyDK8fauXkvceEKAD8BLuBG2inY1g6wKfyU9WG17
nt/gTDvNbxFWm+IAYQQ2GZtxMMWlmrfK05hOZv9GFIuuvCt6pD38vtZaJ3T6ZPicqAS1neB0LUyg
2sv8lOk2pfsmTEQ2NskxKp2BHsPuqrUUP4816R5xFfoN+2zdKZqvxULJtEKUB7deBKzPD3c/AACx
ZnpY6FJDOxTG5xH7tbtoKIqTOzXOITKTfudcXytNaBIy/OAlUGh6m2csHSs1Ro2wVK7tUH5x8zl5
MFuvmY94OxUMhEXVMLlclcEf0lIxHqYun0pfScAL+pTKSbV3Jq4ESipR0I6U9JS/WzIWMACt4uSp
QaLMlXJSY0vrQ3DGTf6VSmOtTnFCbXPoa2OdTkmcwkcjtc/YnrEwv2aa0EeKc4DKvjrjOQTyXIv3
Du613yhPrPRQgYezpZH2uiIolzuVPl6j0bOJ9LAo3CW8/XnIoLKJdvztSJIidIA5+yty/69ox7xz
GHFhx4GTsuJ+rlbrsxiG92rWKKd/XYmgygmQc3ksqbbXsOdFbdvHtY12wCROaeyiyEGn/EfWjOXL
7aUuTzlLMZ7iNcoVt/dgUqax0RmdHQhHRdw4VdSQw4RbggIDYFG0KZytZd7ZyauLgtOT0z7gbFth
hWY1HTiL2MNxJfU0MGw68fQA3NBDaPoxFeZ87zWqvhPJL+OHHHvohAJ6bOCb5a/66/0VWMgYeuNg
SpdCB+X+RRtlVq0Twjvi5FRY2d3e2ivJNbxQRvASrqfJ0c75gihJTUNOgydol2X9lIia6TfQq+IF
+m93BMobPWmI7x2zVjeeotlZPnbVsndVXlh7SCQfDXFpmyO7gNtCJ8H0cUIuzia7qjUnR/dKqkjF
2TyiEQDRuvE1vTce4sGZv/dVor8tVqm0ZUUQfHw9s5s/amW7360yq3t0wqfmC+oJaF4m1rxUfjcq
8++mcRsv9ArTfUhNqzUe4Hoon27vptys86+Px6BlynYCYb2YR2vJYvYGOliBozWTerKFlroY9+kV
TfkEUzwg1/McDoSw/JgPRloFFT0KcyeHv4w0NA4YPtLaQEkZHZfzV9rqdqdGBuQ9PWthNFpZ+r5D
8mPnpF5GGlkZQzGXUDYaFZtVVrwha2V1zUCdJ6360Ix1oRxM6bpcrxTUO5fO1dXoglF2SaEYa3NM
sR0d8tj2zMCoh9p4ELZmlk+rjixR4NgdkoG3X+S15WhCoT2AoqoUgTvfwlWdJdsKc4+1T93vtpuV
xyFK0q+Vjl/17aWuvC1AE9I+GeY0cXTT8upxtpOeEw5VdJv80pDV+1zH6U6ecCWssAg7h247xYux
CStAgV0wjiyyqrVi4JBQ5SFNvQSmzdyu9r1A3GHHxONaZDlbc5MUejpwEHcsHUwzIDPNKlZJ6BXN
YQ/3/QOdzfhlXTQ3wxZymk/ZnKhvxm6evtze3Ssv8uxHbM6NFbWrOS58kQu6kUdH4r2nNGnfuwA4
/v2IMtGEKAMinyOzxYaA5OsEPUU3gEjC5GRk0x+UtSFAKfO61xy4koSB5KEvJFMeWSBudrdmbFh7
Re0GmjIWxqlOCuOdaXWrcfI00eQHL9VRebX7fJ3unHZqP8dL7q04wsTTPXjXSOwMra5tNL1hTjEP
yuRoc8IwSjRbZtQc47yzf0PGFD8o4OfRzwx92iuMry3Gt0IVDpiWHslmsZERfgnHgcUK5GrauHE/
kj+0d7q7DDt01mtL4YXHMhSmXE6bfTbjNM1GLXMCbXEU7YDUgDv5TdLGyyEpde/r7eP62sva3CC8
TK4Q5DygsG63UVT0O1yPD9WNdRPn0mka+qDp0yH19aLQX9I1XehC2wR1H4ZLeRpbgw5MCUCy6Mfk
vZeY+un2b7q2A9hQkk1CJoB2JWPLXynJioJhnCDIC7HGHD6JuB2Dmpk6rGlL21nqWixEI4it5kib
3pa95CLpnxa0QoM0m9rvGV32hxpptWQnusvjsdlkmv9yykodCdZ1c3wiZ8FMswQgk1gWltk4Hqu/
kd5F/ahXDMNvFaF+z7Dr3on0V7IDpAVBL1Coydba5lIxK2MRJANuMNWmW6LkkDRhQnZphvjWrbG/
LLZYj7paxx/7di7w4J56R9v5EddSLWKGB4EOqrTkSZ+/Ts91RR0ZjRdErte7D8uoaOuhdYDy+qDX
lA+JIkQazLYT47oMQCX2K1dLGb1P2visTuv631IU1TcgsGzgYGtYOZuD48Q+5rlGF7hqhxqrs2T1
vdIkE+gVo8Y51+2nPvv3T9MibZW6ONK0cjslKfu41bUBPFftLVg2eRMWEYW6/u5Idz//6zeA4wgr
gdxg0klWdb5p3WTM1Rj1yYFJQf/opEjDoGdYHHGHK3cO5+VVzVIuQQ0uO4oq2wpA6528XuI2OVjj
0JxyW6oqu0Z5yheMhgFs7GFhLj9vaLky5aZpCvZ7i8NRqKw8gLFKUEfw2Puy6A+1VVuP7pDtAZ4u
l5LWmNJbl4oRSQT5+f8VSZo1LYuuh72hGHpJ2zjn8qdT9WzUvffPZ4OlaAjAlZfV1Bas5s2ji2nZ
zIy0At3S1sPgZyvWD51rVOG/ng2Wkguxh+A2trj5aDQaNESwCbYjOwoLmh8B2nnqUa8RHbu91OXZ
QODutQSGjsRMxDjfwGyA75gluRLoeoHAXuZZyzFVogX0kvNWqOaf28tdxkmWk4eCWakLyVI/Xy6m
0bYAlI4o8asIKQeEA7GbK5afcyXeLnEndgbNFwK1VLwqhmfkqfT24RhtYpOK8jE6ZkAM15wY5jPS
QbM0Q/pXvMlLtZdTyQTyL/y11hv8vrfUby5irKkv1Ez/L3Oq7MnrWquBA4VrzzPDjEk/oYeGZY+/
Vg2+OLc36EqOy31MxQciQI4rt1OBiAx2YBSjBHNU2S82RiMvOYNjvxkwK+TnjYfYc6o7OzMedLST
n+IU4dLbv+HyVpGkAbSIuDKpn7dYtmSxJpO2FiLFk41pZSUx60mjh1krKvpvtX7v1FF2RJU7Q5cI
TtXt5a8MjGRKwi0q3ZwpljaXqZN45QQAFQH/nHvC9yDpBBmS+b91Q8EOAu3WzhcwLb8li9Z+SMw1
Deklj7/xG2jBvRvDyUo0L6yKcYyOmYfJ3u0feO0Qg/al90/4ltSK80P82gvMVIf41nju0cyjnIJE
S7AxSoYTQhPLQetEu7Oo/EvPMwymdhoK4rwWPtjtrLBIuxbXdKSSKe+sL1FdVVyJ7XjQa6c/LLQk
74c0XYJMGZMdCP61GCvVK1BZZER24dTawAkGKVogXatpaBtkunPw/oez89iRG8nW8BMRoDdbkmnK
q+SlDdEaddN7z6e/X9TiQskkkigBM+gGhFZkBMMc85s8sO81o9ir2mysrOiNExujvyV23+XKSpEa
F7POysJ1Jjy0xnQBKiZpuqcoU+Djk5v69P/22vJbh45hCQ+hZVr8c7XjMHKO+T8vVqhas/0jrsrO
p1Xa+3I/y8khU7PwPxR1nOA46qhVQRE3HDeaij05p42l5ncgPsaho1KwpqAuCNxAG4V4OuOXGHqG
PYDbR+exP6XKsIe12rj6QQKgyEWDh3bg+kErW0sJ+j4PfSfrLXQf1DL6GIZyObtLNgX3emsYO7nI
1vTEvcbBFjDZdVNnKFW5Lhtu/9oZAeRIWfk9l0EGo1nRfbt9RjeHEsYnvG0ixlqdUQrJfegAv/Ek
ncw50638nLQxXh0TMqV/MRQNSCGFJYDOqzctaMcKASwt8MIpcVBl1VHXyPOwiFwpMffe66150QYy
IfcieYX01+UJgene5djHBp6uh0PvF84oNycEn7FRzO28G3bu4q3heD3RXqIHoLJXLodLtZovNkqB
p+L19hSZY+qVGUrkhOZauLOOW281Jo18K3J9YLHrdydWkefp25jgQB+q5iEw4vaTHqfJN61Siv+W
IK1btHtq/TmWY0s+ktEkHya9MPAoG5fpfz1mBwH3YTghq04gg52MqaUvPXL0v29/cUVMe3UZ0xZC
+B4hLt4AfVVhg2IyRyiSiKOTV4gbZDYEbSmoukNSW/pHosdeccMlql6qWo5mf0ab8SD16CjHQds/
GzF6l2BKgIpKfa2NOx9t4/0WGb9IyMCGEvBffrSwRfusmA3Cx9CSQBml1iPsC8dt5FE7UHvVfa2c
8H+uh9ZwsxbKyu3l2bhYoOIix8Y5Z33WJIQwzkdHT0AT4iHaH5teGsDd8zQG0/QMaWWvSrY5nNDq
gAEI43Cd3jTGTNHY4dLEwvheNbLCwzScMKnNxpMyyYfbk9sok1GMEwNh5QEGd/0Q54ustqOMRWLS
dfGxoXh3gHER3TkT5gW1llYFNghG/3kZsupbaDnFXdQO5l0zLNZORrKxC0F0IhBMbR644RWqu1WH
HgFsydMGdbkXhrio1ert+faEN3YTtQWua4JnjudaroD4R3LCQI38Hn/Hc7pE4QcpGZ17kvrKy8Er
HjuOjjt36IjFSv9e0wYCeCQ5iXrEK0VvfrWZC03qbW0G8oM7onLM8evAclpBZ66JdN+oDdm1UR/Z
OUEb1x4cMprtbyA5pn15gjplEto+ZMy1ElgHoKmpj5GedQjG/VvvGpnIywF/X5D3OS3rClXD1e1w
EiNfWZol9gCdmF/1epzuG12ODqqTTo/6FC8uksVUI8YUUkUXxnvSDxszptBgkrHbBJcUXS9nHLdO
jY6fGfrxMiqnriSopF6T/eoJ1vbueZFTrm5PXQhsgJ0BaCCvla1jLKIs4AQRMhNZeVfRxP7cmFJ3
KuI0Ow95W3/P0s4R72mBdTm03ju9qeCpZEbwT19DlJ46yC47Sc/GLQKTRoAsxE+ihne5AA0IC11L
QG9ITvyf1gJr0cLIPpj5kJxKp5127sit9SbHITelEgwnZVX+WWod/GWl4tkyFfSdR2xJuJ9F0BfR
l/2LuVFpBfJFuZnO0GowSrkt6vU9g5WtTPY6OY9Olth3ZWEo+M9o3bIz4NYDST0GeLtBg427abWd
rFHN4gVxD3+pZPU0dJp1siDW+oERnPAlegGKC/PdURq3VfT5VOFK+tI2g+K3iLPdJxoKlkNYBYfb
V9nWopPHQJeimUoUunq2ExxWZzvVYr+US3Qyc+ljr8MZb/sg3Pm8Yn7rLY5uMfEZjjMg58UR+KMu
RSFTXiyDC4Qy+IsZdfmvDgdgV7PK7tEpFPPVsOD/O5aU7RQ8NqZIu4SiGwQjvvj6HAeSqQdBUIS+
VCCMN00LAWkbw8PXhr+IDYG4gI6hlCO42avVBO/k9F1Vh345FMvJwLn9wYygTKVtsScnsPHSUQ3T
OJZv/cZ1w2AOUOXPxazsUAmetCjUnspyiU7v3h7odgvRRMovQHJXE4KtFWW1MYd+EQ8hXlVN79SH
ZMSbvo3lvcbExn3DkeTzs4I0JtbBrjZ0wINiohaK5cajkw+8ZnMxxW5cO0PjB5Le/bg9va0RiRfA
23OquXlW00uLKVcLjSt+rsvgZHfIu9uLvbiRqYUPIJb2CCdb45HoobQhbG/wNb48A00oL0NtGaHf
1jXiu5YxeBqiqV60RPaXtLXjv/h8InFACAEmFnSLy/EWRH2CttRD3xwJcdOAEow5Y2iPFdgenWDr
lLFRhN6EhVzreqcUNQaHgy5svOpq8eOgbDwrj43XgJfp/aEIm+TNcJc7Czbx5ayspYPtVWgZisbq
4oZBL53lECOICB+h9xd6qC8xmLC0AeWxGqqOY8cqEHf157FuXzQ1N++xvB0fk0Xa47NvLCCtCJM8
FiYCD9PqfchrOwfWH6e+GlVIFqQdUkx63RS1mw7DtLOE4nevLmPB+hDeuRQ8rvCd2tDbi0Uzzk8N
uf4KnqZ+aMNdyZOtIhJCZfANIZgT36z3O3iqXvTpU7+FXHoigvwcGYF8HhcbZywI7a7VKEKpc+6h
XifVOWqs97oaEixDPhQUOnEAlLWZYs03rZxkZFlNq8KWyP7dB3H+GSHQ7q6ckmBnw2w987RUKRYz
HCnfGns90f/INKWmVaYg/YFmRlE/ZGAT7nszGP0pcPKnjsriWeoK69Drcf0CjLH41IIBfAwLXY+9
Mq+1f3RjjP93+7Lb+OZU83CbAqtBQW/9Dio00hstLxN/iQcZWKQExSVK9+g0G888+4nWOih+JC/W
/cJgJpTqMTHhk882/D1Jxi9TJTXBVndJzdM0WuaD1I+ogsdxZe5EWRuHiCIatwIJEnXhdZABK2UG
pJFmfpbNyb+FJYWP4Vib97Fd7FTTtuZJvx7gF+UEujarp0PtraHgY4MBKRrznuwkvSMqkA9U77XD
iIL/I+LMyYlwQD/f/o4bjwgvMf0bhVKLaIpdXn99G8mVkTBHmqjxf51htIdx1gaciI26Pff5uAdC
25oqtWdKO8wAQr/48z8ity5aTLhPgKzTXh6ONJ0Ht01i3YU2Fh3TpLZfg2GpXFUPy9e/mCqEOYX4
FETVGnJPyhOj0sMi6whVuIhZj19ae/45y9N0sgvHurs93NbuoXhAC5oMW1AZVhOdQR3pyYREwWAU
36fGCD1lQuFWjjr1v9tDbX1E4elN0CFinbWsaFWgH1gscuarY2HCcyuUf4ouyz8MCp1bzcycHaDY
9eGnwkaRBnIXBX1essupxc3StEMqYYYYL6mH10753A7Lntzn9QJejrKKN/DXS4syQxGhUTPly1AU
VNiUovswjbQM3ruAXDEA7XhZ+FAkzZcTUqRmbqNsEcjVyPqEdOtPPIDNswNw/iErhj3IsMgHLx9M
ARWgBUMOB055XUDUR0OpUzksfFtYZ5Skqq2bQpR7lqelQX0Gd2PXGMngrAmDSN61NG527rbrLcNP
cKgQACIA2/n22P5xDKsAEyAZeSIfkJ3dop6qV5+Nqe3vA4QEThkqOe9WbMQ0Rwh3iN4LjJP18z0U
ehTgllv4Mn21Q1rFymmxI4dWlL4nx7C1cxgMV2Ua7uA/xOT/mFyrVw1VnrrwEcDp6DrTrHiC/df0
LiL3zg7ZceswoLgg0hok9EmhLgcDhtbZoTOikKjDvqUfVLgYscZ7oYB4AtZ7RnhZATeFNnIlNZei
rYh+EEpgcd3qVKjMwc3MwaRRvah+ok3OcZ7V7FCp3XyyowCUQaAG/94+Jtd3N68AfTyAE5Qrr1Wg
rDSyS1vN/aEcHFcbyakKcCh3WNcnXqBP8x2bfvblOR92SrFb21WoYxNgkX2AH7pcZNzlFyuouAu6
1J6fjWT+LzPUIQcciUYypijj4fZMRe60Xm20GGg3EW2SGq8e5CQDJh3KjCdby+9RWfTeLYuxeJyi
zvJQZq7cPuqiHbrq1vIK7Mub/R0c6tWgJQIpddbFhe/odITagHAKVQZEX3IjBcihpKc0duKvitSH
768CW+gWCOFhlKlEUfZyfYu46mgPoRQrVX3kaVLRPs8RbkEdalV+VhilZ5rJvJMwb5T6eYzpudMT
YUtRFb0cVSrsyhwcVDMp0aLaVDhSpntxZmo/uSLC7hB2eKPfSUiJdm5jBVMOamRogEQPQn21HdX3
I6v4QYAiwCERn9B9uPxBBUFgn8jo/C1Go7h1ai33SOyjn6V2wX+3d9jm5B18yhE4o4p3hSI3qrA1
dDxPcIs1R79K8rRyI7QTKteqGx5UIx4eyzFavgF6JwojcxxeZyPsT7WeON7Oj9m4XUSHh5fPoQeB
E+rlxPNmgvKmCXHrtrJOkNUzL3Sqb4P4JZMSxGcbm2kibzu/M1BC8YMubI/v/w24HvEz3jxfkbi7
/A3cY7kUpGTiIWGZ/FRHxvik27NjcNas/t8uDuQPBgFi8yiZcfS10rkTTkSvZbTzNm48z7R/hecG
CwJNYrUYUyLNOK+Hqb8obXXfj6p9TpV8vC9KIGOSFmj3ZTdkHnIQ/ZcJCvPONSDussu7R1gBCIVo
BPdoF6yGn2NdqasBqatlzltPxbzPmzQpcodeavzba359zb3xTeiL4OqEKp348z8fyqyvphg/XA9k
nwPBV6m+DlU6++ir53cSzirf9MmUs/fvNgouyGTAjyad5l8vh+3KRpkwVnDwNOnUcwvtx0/1tniC
1zX6WK9y5Sym+gnqxXke7fJBmdp85zdcfWMW1hRNL140QBpvwl9/zFzK2jbrNFzuZyUG+JXGIEXR
CigzqFSDZLmKvRgfo3KOO3yym6k4UCDN7t65+vwGmsg0FkkPSDRXH3qUwDyoU4l+Y2CE9+nclSdL
r5NDlEjW69hnWEjPu7anVy/p26B0TRFGEBKEq7SkVdouHKoKkUOprBBEifpzUOn9oZ3zb1IYDKfb
c7wm/4rxhAgPjEOQDuvQGuL2oKHBPKK8mTtfy8ys7hsnau+rZZl9DaWoc+eY4z0PufWh6ZPgFcdS
49x3Tv9YTrL2sw672dj5+FcPrSj4AX2jgS7iiTVoMR27FCXGZgRqKtnHoqxUPOCLztObbHINJx29
1EKwTB0wTL29HFdnW4yMNMRb3YQgerXzDfw5nZ7+vddlTniom7rxYdUn3mw1eyjDzUmKCqrwzRFj
Xh6ynP6tjiHe4FlmIz0jzSi7ZZwo5ySK21OJeN6hUevGlenF7sSqmyMzpMizib7X6jSOuRSSUzFJ
2xhg9DVTrTwVoLl+zSrE3lKxm1fsJpERRd5O24nGtxZYfFsQBHRbeUkuZx0UONcLOUBvWBCwOpWx
pv0vpO6aHtvRyXaerKvrk1yR9wFzL9g8oAdXBxjBhaloJ9gVAPTz0zJEICVjHHA/jWM7nkotR9di
7nGzvL2JNoclZCDFoYd+pbSJ1rvmNFM6QK7Nl1OgjeZZLSZcV5MlPjhvhip53Ozs3I2PiuYjOsFA
BUBGrS9M4Njkdyb6hm3aJPgiN72P5bzm1hC2fGKV4LdmjeFdtyR7IrAbnxRqCaK3byIuMMYvPyn9
a2WAVYDYbSEXd7PSpS+2Nmb/KpWi7uzcjcuRMivPIYwW0cJZnZl0rrWOIHTwiMyQrRkIPLDDqNrH
rNf0p6IMmy/v/5Ro6lKPJewUyNPLualqiFROWw8YWEb6IUzm7C7THFQ25KI5xE2AmOAUF+8lfrFt
36AIVKa4INZXMtexrYDqH7ykjKZjgALd/Vi14QNc8GjnhGx9O1qlMHeQn6W5siqsyCynaQyckAaF
1FOcNPKTPTa5F9t98OP2Ur6t1UXcJKYFu8ykgEovc10s7loDEwYrHDwpUfqXXkqTyR95UgwPuqsT
uWguxs1x1pXedGvJCX444ZB+zHQnGF2MZfpnZaxTnKIDTZ199DezD5qkSoZXjHJk3XdZazm+lAX6
d2ex8idkdcKfNdr8k9d2NADcmersu5FelEmJQTlxMEF5p1a3mZK2aEoPDjdpn+iPvda1p66OwtcC
1wWB295rq79ZSazWUKgti00hTvoa/mgqc7hoNRFnA9TBxsIDk/d/qWVlhptkwRjeL92Y/rBYyeU8
FHmevyb1nI0+NU30NnsriD/YQ5A7rqEWCH5QGe3mb1M2TShcGKgcu0u/DJ+yQRl3guaNkwvIQ5Ar
Ob/cxKuVok2amVEgTR55FGx0zOLC301v1N0L5Mc+cqMhyY2dPOGq8sPXYV9TOieFI2QXv+mPGFLB
EqwZWwVXs2quXkPH+dWppbqzrbcGwX2VQrnQFqAEcjlI3i6x0rUqEUOU9W5U6CbcmCI93D48G08K
xUjAZ0ANQBytUWBLVdmx3EmEosqwnPmkw52+dEJXIJzPS146Xho5zs6TsnE5aPRVqNIJg12ygcup
JfrcOflCGJY2TfHfMC/RcgwkS6MNgErcTsy3NUMQbijesE8IflfFFXlYWi0JCfirKs5qgHV69doh
TvetQRQSukzSHO0mNF9vr+vGq0mZF6g5DV/ERNdQrAQK3ljC9/CmUu46LyzM+DWZEYYc8NNF/Swz
0kdZT+OnrBulnW+6tbxA7MAWssUpvK22J1C6WCkcLg/RrDv0zSyHJ1oR7SJIgtK486hs7VM2qODf
A6+/4k8UsjMBKIomzyoK8wffXFVdOTH3CoFbkxJmsVBXwN7C277cM4vj1I1Bv9zDsG7GH7lqH4YJ
eQFkOFB8vP3xtsYSivAW7VdKjusm+sTrDDUA5HFP6ck3oolwp1Xk5jFJm/YvzoIQnufhItax1qIe
BbKSgA4xKGgUhMUDtoc304C9n2Ul2TkJG1+KbIxLm6aqAEaujl0/LiMKpZwETUabvK30AKpWU+3s
h40LmboeJh7Q6wQmTvyKPy5HTS86LZ/pzCp1RINhrBSLpp7R5a4xRGV9P2emuRP7X5fUcNQDrEuE
irghJerVI0DlpOZJsgfU16pYOnC65X/hNOlPKDzN/+G5B/5BSdoKFIQz5bIPtT4/ybXUqm7dlkhQ
vXv/iOQX/oe4WQksL5cgykOQUAW5CHKHpptMs0XLvi9PI0opO1Pf2KpAq3j5yLmoV6+Jysk4qQll
jkGwTMyT0Xbml75ONLhsabYz1MaVZlCi02k4cthBQ1zOykyasW96HbARciJndVBQEVKM8Vmy1OnF
WFL5bNd4GiC/q31493rSORZaInj/CaWPy5HjjnUMNCZpGHP0HGaVRjwRjxXK57k27+hvbK0oCY1Q
m+fVQLXwcrDeimOtn60RC9A2/ZImMKJlSTMeAdEmd7fntXFUhNwdUStlGRBkq6H02jAreVB7OJTS
+Dy3ino0BLazZYv7WjPuAcc2nkLGs0QjCfVY8JqXU0sdtXUqxUAIt+iHY0iFzJWG+oupRNrZypzp
rpB3DbLE0VsFltxrfDviJcipa2ioKcmIm8ZD782GnuZuSO+udfXZMZ9D5D4qt9SG/FvGf2u6YVWX
n1U7LfcMFjc+KdU2IB0cFWiXltjZf1xJvRMokOtY59BI8/9FupR+nGVnfjIxjN6L3LfWmKIXvUd6
ntdKtGZj2HGoRyR2mI7f9dpkHBYtHJ4SPLN9CEgkJaBKdm72rUX+c9DVRuqURFlCkwyoMovBSxdr
vsuWENZxlFo4jSfxg2QWv3OyXyEE9xdPGA1K+qB0lNGsucplU9loIzE6uj+6X45KdYSDL2HpWuz1
Cra+JJwMMFGkzYLRd/klGz0MqSWxulM0zGelIPHK4Ij4XWIqx9uH843est65QmiLXjII/quIAz+g
oukmvfeswWwPS1MlD4ukJg+NEqU/S0trB9dJ6vpj3auekfTnvsrN2s31JoZhkBknEb0TQi/mb1wS
loSkuzf+iXr0Vm//0K1bBH6c4AMJnqW5evzsaVFNgNbI4s2F9Nuaokl1i1SuP7YV9GwESZRPtwfc
+AhwGbiy+BAszTqOANVddGnCcYIthqeknbVPOTXlo9WEy7e/GArmkYAM0ZJZmxtoI/W+ZpB7ZK0b
6aNWpOCT0jnn3qoHbSeT3HjfeFzA1bOKREjrnJt2QZ0XBiDC2kakWtJoBLac8899kUgIZRbVuQLt
6DYTTnq3Z7kRmDEyYZlQ5aF+uQrM1Lml4G1MvZdppnTGp9T0HC1SdvbJNY4SsAJFBQHDcAQbV1xd
f1yDdUWqsehsaClX83uzST9YVj0eRjuUDnooBR/HwUncSYaNFFY6KpBW4ey8eJtbRzhZCeFNUUK9
/AnOrOktC8FrIHNq9dDWfckmxwXPN/u3F3VzKFHjR2cDivXaMKsNZaM2Eptd6sz2GaOBFHnPVDly
q7wbNCAWlvY5HB8hrr1GuNhymEULTUHPqazgEA/Ui7pIDZGy7HqvI4FGdrzcI7pcszrfRgW5jO6h
sIJc7ZolMuU8KrTeGxBcPy65lR5QJFyebYTqzrAkrPlYlXp9TO1EwxKxzErQssHwGMjZeNTUZDwN
0ohonxX20SEDX+EXdP339GY33kMRmYuOE//gYF1+8bqxwyTMFE5VGw4vfTwnPBOlcw9rL/mERqPj
m3Qaz7e//cZ7SJePjIoIjvO0RnHoKBkAcWKbNf003MEIaX6kyTI/ycuSnIY+Tw1XDfrgMWkg+ktR
r+4Zfm/NmlMmYOUahc71OzUlHXWdiKhHkyb7lLX29NCEJHmhjjxPLeHDsahStoOV2bpGxD4QGpEg
pdfyMHGntmpJfd4bjNJ+CvEycftw3GO3b50rMKOUi8RNQoHy8oNOulohKs5lpdd1e1Cqovhfnbf/
Bknd7WSS1wpbAl1FukHLQyi2rHHzfcCegTbXe1Ub2C66k9JLVXTfTbMrnlUpLOhd6qovh9KMDGwB
qF4uW+zba/2xSPPox+09tTlvgd0TlTIaMKvQoxzGaEhV8TwYQXfUOukXgrTDZzog5U4zYmPz8AQZ
aHVQagUcvDoyIdXnJi0ljOnxMvnaFr10V6hJq7somy8vcVNqr3qgde+mDhAig3CnCIj/DeI4qwku
idMP5VIDoqc+91MJatudjM58mfJpl5G+NUX05kGSUnBGSWAVs0RI/gfcw2Q+vawfqyqaviA3QmVC
Hc1eUFAt36oL3OTHru0wxUIU8ZjGVn0HLrw4OXo5T65dJIkOnrBH0jgwCcJCqZQOo1FPf7Hlgb1B
bBOYd1J3MZs/Hs4qU5oqHh1ciyOqsJkTxX6WBMmjOTTvZi+JPIX7gjLXW5N+9UBO0lz2Ul31OJV3
58zBP7mbAOBEfRU/mFZp7Wy1jStD5LkiKmBjX+lyNXEs5SFD0jph1ZzWzA9K0Kmfbx+djQgVuIMQ
IAZoDrRulZ7U84hzZo/rcyerM1rAY+48ZkDaf1RTZz8nUtr8d3vAjbMKkZwKHuUCKhZXOFu8Kse5
1DovRTDurOvdZ0WSsMKJ2z2Nts2pUSaEdIMXM5WWy62hR1lV1yMjBcZCgAjFzIvDAFWhTJ7u+qSI
dl62rVKXiBBFLEzVAOeHywHnSA9Vq2YtabMEAKTk6NuEwOW9pg84OzTAaw5NqS8/s3hKHtI+kJ4l
XuDzkNa9/P4yF/E/AavgAJGSrT5rW4/NgOcjoodjU79kQa75NbbzkWv2yfQ3Y4GbJj6HL4FW/+W0
AbRrpLWsc5WHUe6hDmDctyWKiq4mpdPH29tn63aiTkDhHuAKWHTtcrBJajJpoYPllcg1/YjTPv1e
A0x5LSFWdf5oLnPhqq3i7LwwW4fRURCIF6UDeJKrT6tbLX+zoXdePgX4zHZpcJT6Uj7entxGbCRM
24C/MD1aBKv3W4t7y4wbRkmcbvSDMZFdOHeGW825gZSlkj4GXRY/jiWu0oEx7NVitoenO0EGT69x
nQFI4SQFCHBxF+Rwl4vJqGCmzdpBW7rubrG65b4ztO7kTI5Es1YPds7P9acFcMmpIVgHaHclMNKM
U510OpiCVFmWH9OQ2YcAGb/ELyeH8nAeWKPkDqUl71yB1zcSGQ//oyZMZAbW9nJLFbZZlkUUjR4m
PJRp5lz+0JrNS2Nk8vfb3/eaO0Zyha48FBsEIqnBr8KHWcomLWmpkWBp2xiHEZ2JD0qMHauLRFz6
Q25M9RSolvRzWpLihV6meu/ESfQgCuHfK2WQHuG32Z8KOdiT39tafPoP6JKSkoka2eUiACQptNQK
esolAUycVsaQqcETusSqqo0wkLQNN8aqfifxvd5yHGbKqwJuxw2yNqjtcMC2dHzBPMdJ89otF3sG
QN6a7Q9wh4rpIYSQnLShGn5GCyKax1RbcK26/VWu3wl+A1JQFMm4La+6ZEsOvHaywHtE5VCfWjkb
nuOwq76qdK8/06x5t9CGKHTy30GdA3sHUf5yqRcrKlU7ptQ75pSeMEBK/ajBAg14i7lzpDa2NjMC
5AHyi922hun0iClbTcbfnfEce3U0hIBabBMJpWKPvLI5FBJmsOPJ76jSX85KSrrCrHXKQbITPZe2
cFzKHaV4MNV+161wcyyuKUBBaBQTulyOpQ5WFhYV6TXVEqV5mIyxcs5lihm97BTz13dvD+izgvEJ
DJqm7epkRJETy4PDYFWNRUIQ6c+JtgSxH41W7ivzmO4F+9dvDZp3lLQINPHx5DG4nB2vQKxhVkxx
ExTHMwzExFcqboLb09o48GLDg60nynRAaFyOojepZHQTKcWMWvDkR7aVjG4V1el5niznc2w26iGp
gnKv5785OxNgA/EJcftVwT9UzRmjay6aQLJHz4nL+ASQQ96DWm7tEa5YynZcamAexe/4IzGQe6gy
VI8p8mgNSNoWIG8+apEXU37zby/l5lDib0N3U8R/q6HSKguSkc6Up1UyAnaIZ93nw/A/vS/snTro
Rp0QETk6JSTdnDQC9stZSag4iEIil4Xd1l6jt+XvslhsP6v19K5cJPNR7/SP4TAqv5I4Xr5hmrRH
lNv6gAQpnAm0KbifV7NFLtvoHFT0vAiGkxeay3Js7SHZWdONh4E2H10EC000mlOrI45jWl42WQ6M
c47QQwzG4G4w5vyglXb/1NVOi5lfRy0WOe9TrTl7BkRbnxT4KP1hcOiUuFfxnlY1WmQMNGz6JU6O
k5TWPuT9wavNqTu8f/eA3gQ4L2IPnqDLT9pGk2TnRYlJdZEYXlsjwjwY2AFOev1uuh9/O9EHvSAo
4txnq08XdrSfaxnkH3Ls7S95aKsvTpTkdxH4sJ2durGA7A4IaTquL1CJVtdLPnd6IS0VvTayEF/P
o/ogTRYigWPrvP/9RgfNJDhHI5Q7bbVVRjkYEDGhoigvvACx2g0IbwuVWpuaW+hVKR4ztz/ZRvVL
UHLQFEESDXTjGtTQ5EY2yOJdLRIcz9w8W0rjQy+No3Io26n+n9npcQeAvC8MKHmJ9VrnlgL1sQ2s
lynFVeQQmoXS/7Pzs7YWXRHsOEdw1mlYXG6lZDJCybS5HbJiqo/SaKb1se9GDNu4NKp/TQNMiQc5
MFK/ttFoPsldFIPawSr7UVLgPbl6ggvC42REFm3CLJc/ddqUVjtBycbRFhUUNOPpdhCVrM4WojaT
IccJBSZw0b5JqchDNl4/OHX6Etd4MfJYKedhrntK4cig3l6krTVSVR1fJ2rAGmjbyzUqLYO83KT8
W0Vx7MJ0kx7iUPkl96ayU/PdGkkToBeQV5ALnNVpS5wsRNEUc9cqxVS+LCmAAsCJPGOZ9tQPNx5z
kTKyrIJdCzTiclIaMVeEKBMhZVTPDxW2CgSzjQ0II9bCU63O+HPX1NNvL6X4Wy+7sBQlqYYKMBsd
srUBgEV5tYV+BuokZBuN6pT9MI2y2MG2bGwXRrEEPJDrEarG5dzwMFKSQQfbouCn6+dLpz5Ebar9
4ySJdZQ6PToiMGX6sROqbim3+sfbk3yDA65nqTjcL+AyRDVutWHiwdEzaO+D1w3YZJ/VAGoOOJsg
mN2gVaLAC2ooMgerryT9EERlN7mYUrT/JnBvYcT28s+6iOpTiVHRcQiC6G5EmPVLK6WxeQjTUW+P
2hipkhtnUUuVaOQyPcRla1bHmZoYLD8jG7N7y5CKQ6aFTrkzv+uclEBCwN1F0YGiyrrokGIJ1pnE
R3idOV/jajg5gSlauSIpdSSHHlWOk9Q8Q0zKAWUp4sJDTv97HpuvmAfcgR97vb3k4gK4WHGxo1A/
e2PiE1Kt3o4J0VPF6qlDzFmXfE1JXT7T05/u2tZRj1Zn574Ut8EXK8/2ZPrEt7wemX4YYQ2V9rWK
Z2XhV5bxgnjh7Dgk6U571Ftgr0swW8BD03bnIbm6It7ODsgSxgIzsT63OfWrCunxzpPtoD1Nk1qf
B/oHXmer0068vzUU3DWh8mETfK+RIGS5SetgvoDgRdp4QTYWJ13HozTn7O08yFvfD1wATT4yQQEJ
vTyxfaEabZwPcLfsJijhbXX6P3mqBN9gaLY+fpoIICbJ9NzPi74TdmwOTX1Z4F3AJaz76Joxloms
j3zAxYwQplV1166S4WRPY/g4KXGIelWTue1Uhafbm3ZrfWHB0+Gj/Mu8V9dUKrXYoLTgiRNYdG6X
IfplISV/CLJmT3x5a5eq4EQhayLzA0H8cn1TrTESw5k73DHbzKWiOPuTg1pmbhiZvwymutPs2xyP
2q7JaETj6/YaJUk+Mv0AT5Yl+ZAnIN1rXccqx8aSk47fHud+czxSQ9YSxghX0uX8CL2SaVxiYQqf
jh+7vnZ8KJLlXWOGoE2aec8r5LpdzzHULKHPDQEWAN5qQVWprKmL5z3ytkhgHGUJ25pjJMFw8rTe
Ml7yxMxtX3OsnqfHkcKXUta78YMc9Qvrn0Tj6BatVtiunfY2jgUFvE3+UP0ESd54d2oifiza9G/G
vyTGq9UhCZ0UxCRooPDiH5zJTp6DmPSZDDf7fntPX6ebjAWKiExduESDYb38EuEYF/lS0e4MJFn6
zpmtvqf6op+tflZ+dU0BHVbJG9pfXAIfdcle/lXkprffG7KJX0HQhykgn8heU/qCGVZCgrC5J2fB
4veqnfwzFx3SkpUtZ19vT3lr7+HeAk5ZOAwhc3U5Y1QWM2htDTXwXutfeIq63g2WocUTJ0hSv4ur
PTzCVRTF7LisoA1qlF2pd16OWIdppVhNzW3ZltJnJ12U1ygKdoKozUFEuYwuMqHaurSPkcuyjFbV
eRkmjl+MVDKf0mlQz7cXb+sOxLb4/0dZbRdFAU8q22XnDSiw+VGsOl6E6Krftol5uD3U1nfihqCC
Rd+SzuUqRrD7fLByGtCeZDfzI/VI+bUkCP9eEcWVrjRz6+68aluToxIglCG4A4HLXH4nLDWnQqro
NCsVlmIBptSnuLepOzZoot+e3DVtjj2B8CGhHnAREtvV7OCyGcak8YJGw6RFB6NrtVeVUo55pMHd
fJLGqkuwUqunGJ/gbo4PxDOh5RpN0X3ByW62XFMvlcyLoH8ad1wWkOULVR0it8wqU3NjOVM+JFEL
BsrI1PQuGXtJdwfEJn6POs7C7oCspLrzyTYXkNkIjDPUiXVFruWbmKVhd55jLSryHYN17LRUPjl0
mXcWcGt3UKqlgiOjgEgR4vJbWXZRWYVBBFlM6Xxohtz4RV0s9UbTkPxRU/dS2q2pCVIPDW1uDlK+
y/EiedFiJVgYT6WmWUg9IZyVJ0RYwd9sQ7RQwM0hSge/eTWUEmY6tUY6u1YWxAgnj/Xj/3F2Hkty
W80SfiJEwJst0HYcxaGVNghSpOBxDDye/n7g3XB6OqaDv7ST4WkcW5WVlVkuC00wXVvcSGCvBFNg
CSSPNDTDJ70soI+e4Y/ukg/JgOX5zxSZeRFLdxkT3zTUHbTLZj9JU+wmb1DZn582knS48A5FEo7d
xa2ou7AqhGwBCexGxr7y+lMFQzIOrKk6vH3ariwesBsEQSjh1KAuDVgCa9GOagktiiL7b+yFc7Dl
MFKFmsobI21rc5Fe0MGMpQwFL9QqL1FFWeW0Yps8p1lriH3ZlPLgevKWWv+17/G4N0BPeb9eJRVc
vRFd2XxP76ErGudKT19Vb08jyaWsv//55PFwUa6FcAYv6mKdlqgzPaMgVkN2rsDZYeruarygn1Dd
tj69PdT2R72ava0zkTuEVoTLFukZC0W/rMFTrKjA88IW0dFZx+FQVZOHbUxkgUhPfwwubrrBIItE
H0AQJE4vTzbyunqVA4NCaUkfhjQyEaWd7MOS0mM6wjm7kaZd+0gSNDIX9v6Wxbwcz87pbwlQfkrI
f9V+cofpGY9w98R2Clp6qLQ4F2jj3kibrtyXm3Q2dwpv21aTfDnqOrudB/LGpUIkdqhxuThEaM5g
/IzIHRzUcf/2Ul7bohRMqD3xcoMDXuyaqiwygeZzl4hhbfdVMJgnYUz/wuG+VUe4Mp90a1NnxVgI
0O+y2X0rLvRdYHS8cxCa81TaXyq3RpVdmCZdAoGpDSxAe9v95+0vvHJ3bpK0W+sQo1NhezmjXKap
0ltUN2tn3oWl4cXWXItH0bjrpurvxKXwcuo2jbqRrV3LZgjXkX/9RSR5ZTWg8aqJ9IDhqa978Txw
Yh7NYcWPpLKyU+pbwxmUdXrXj8DQmJU4SVCazaEcerGzV92/76IJTXqUnv+Vi6n3mVGKW4KjV/Yb
FxQ/EnWA7XG5mB3pzM7gCZJlODDT3vCUfc4cJ43bqF/OfuaZx7dX4zU1C1FWFOO4eDnHW+fvy+Vw
dJgDOYMLWAZYfdIZgnCpspsiPBnjsD5bS9u5h6GMsjvgWWHtJqMay8SVi/5vDEciibd/0JUDwO/h
jCMvuwUM27//rTppqQJnWpPfk89DF9ey9ahxWW4CZfeWEvS1ueZoUyjfvGdhHrwcyoHXDdBSghag
X5EfV0VqGS+B00Pu9Jr8qYyc+hYB/tqp4y0l04Dpgr/G5XTjetrQ9IjzbkefNY6D3d6pqnknpFif
u82OcHA8e/f2nF4dlHd1q8nwlF82QYZNrVCowzy1yrryS52OOA3JUN2FsskhoGbFwTPmW3pR1xZy
EyQEmEYx5BUzN+xzNdS916H74qaxO3Vm4gD5HO3e+GOpfvYwt3yEc8rWzXD5/hlrUOeesjq6lRxK
oqUqHucl+uFGU/b89kxe2zLEzai88/qBeG///rfdaadrPWnc1FEe8POT1yGyiGP1V8PvcH/qSRLe
Hu7aHHJDbo3qEDXhdbwcbukxKMtJOJJl7KrE9FqB9aGjd7bFP/sfhqIUs42GvuGlnl0T+EO9WDmB
usX2mNEI3ZMa/xCDL8//w0hbxxB1JjaIve3W3+cwTMdgaagCDmRpUKei4u+uwoggQqX3w9tDXYNp
IN740MOh/W/tqi/HigqvK+uQ40Z/S8ttAjRYiD7aG9rCjaSahsPSh8YOITMcjeymO2Y6cG8kC9f2
zNaghYAb5WUYfC9/Qx9qeidsnnQrbKtErTiX2zLQ8UxlaqcUGtZvf/S1TYNdBYeO6cWX7OJam8wq
9c2WlcxTWgDdMov2PoYvsTVFf6zNw8Hb2GmY9zngT5fQeUHOYYV9Bel/ddo9oNgPGWbqWUL6uDGJ
16KGrSqK/+fmTnhJMwVc1JPjEIf5SEUnRdQ1f6eTFg8gIA0wVLHeRxUCM8QU2Y09dCU1IXklwKUE
xF66LMr6c4UOcA90k4+N9aUVhYTaQWvM24u2LcpFCM8oW9cPeQnyGxdxZj9CevIlqA0NBsYJKkDx
d+G08ijDad47U4dKgO/RIdWMJnWKobgRlF3dMxv17v+Hv5R013Iq/CbiIxtH+hTCZ+8vBB104rhd
cXr7S68eB5+CCyE84lW/RH1+O/7NYGlLZRz/opmDXb6UVh63xugmWUY9wJpn48bUXh2QTyOs3ox/
L7NYoyyGlc/GOtzISmhqi7lzc9NLckK8ZFE05L/9gVe36jYarMLt1r544ktPbR1ajCeavH6K8iY9
LuPWBMo7PFf7tHON53Id+ufVCsWNB+MXkeFyHxHJQdsErYcMtS30b7Pr933V2GEG0EidZTlPyhkt
lOvW6jP8B9M+k5AGaK/ZRv7XVA65z+tcV/t6zFNUJfDv8ZO+VGZEuwOUyDitok7E8zybU9ypwDb2
i9uZX8JynHRs4Ezt3pi7a/vQB43c2IvIfF+280y1F66YZvDzLeHu7WydURI1XPxAokyZt3rAr63U
76Nd3JSLKK22tLkpNUpcB18tVTyWZfNVF01xh8hhxkQFVmIabXlDr+HangQaQJGCjBFPqIs3cIIK
100RSITdqzUhQ2tOJrKpSVgv4hB1Mv/r7T157XpheWmW4X3nQbzYFtnalM1iUL6FM23cO0hHmrHr
L4tJk+cyykShjjftBmvIP5eswb/z4tLq+vZvuHaR0nm3gdKw6Gm+f7k1qyLPDb/ScHCW1fmU2n30
KcOkdP/2KK9ZCbxJpHgbp5ceLVrhXw5js5Rl2gGmCpGv1bHAqvRHpidE6w2OgRNjov6xafE3Qiq5
bnaFVec/gzRUBWUj3ClBDzMKKtM8N49G66T9DlndcYknw1mHONTN+o8cZN8kodPIIC47I0VtzPfY
qLZhNfKp6GyLBvNatfVuCnv1xzQd9gbVVHAQYCVkzbdN/dsJD5SsdLM1TM5D478bw5SzIc3q0Pfm
jTf3ymHkad/axyjf0gW1LehvI6lV4ZMjQVwq5bkxOhfeiTArje0SovTbq3bt3trwFSI0cGkyv4vN
gcgoEU0IKhClZdkmgZQ09a6opvxTlLbxnjJrGcRZiSrrOfDm0jn32h0+itART70UPrvZy6YmLjyf
FGrlUXkMgcp0XJpyKB50p6f33cKkHmSGlfON2PlKfrXFBzCgt1IcTQwvJ2qFMrx0JXBwXbnFXhrL
cqp7/xtK1NGnMs2zgnPd3GT3XUvdUU4A8tvK+hsp5OWwMqh9VeRk4Nqp3Sejm7wdRZC8iQXYCW3E
iEbT+T+NVRJWtMyPixHFvg7FnrNu//f2Al7ZK2SXNngO6Nzm6fzyt8B979dgjVSCbITzvchHe2+p
EC5sNy7VrRf2ynzTPQ6ZjxedxsZL4lFogERY4cgLm6r2Iax6Jxm7MTuQ/qGDWdvNP7iRDzcW+coX
MihAOBcL4eBlrRV7JrRf9EqBa1L1TgyDfXYH00wiVKH3fzyZm+sx+ACPOAj/9nr8fvCQf7O7UHdJ
547NPpRUVsd6tveIp96CW65N5Xa8oSvDSXlFfF3DcPaamrLdaCMYARWmTjoamo6+hD4siyi/D9z8
Vo/0tancppDUgVyadseX37dOoZ/ZuIohFKmsxC3L/uD2AfSAoutvRJtXhyLs4y+ehVe9ovVkFt5Y
tF2SN3Z+zKLWOfaRnHbt0N4i/V1LNqm60rtCqwxNCpcU9KIwBWQAYIi24KRVtBEnFIny/WwvmM/U
CE96g8AUupDzLooonJtT1d0Idn9pXl4EgCAgkPJ+qZnBIn05t24gTTmi0vpLj10dBMv6EdAi+7Rq
GSDMX4Vck7Iy6uwUdiN9j7MppYybvq/DxF+D7D6wZgqCIID+eWq1F+00YmCf3t7hV+IfXMQJT3+V
+L1LEvSYK4FsiK2TEKVlij75uncG51OnrfoujbzsBop/ZRfQQYcRCcA6wcEl4VSYCzwWHywKwk6N
C3cq6MBMswcpV/PWS7ZN8MUCbC1zCIVsbeK4+b5cAKK+MXVmIAep5tTfO0sw7GztOgiBjao9zS0W
6rGVpthRO4txLHEzbmLf8IzDH08xLXVbsEBHBGYZFxtB4jMaFDN5ljku2AljS7/L7WLZe9Gg70Wr
ss9vj3d1jqHQbe05JrWLi0tLmqQN80qG7kSDD8uMmB3go78bwQf+ODAhw4kc7i0UHbg/LqJnMS+W
3fsO5kNZHZ0wA8Gfy8rNQ6P6W7zH11+1DcUgmwAh6M1FNNlh6I7xsq+TwWzng0fncGyO6XCo05t9
Yq/PBAg8JBFKk7yksNdebpw8orKLhK9OzIaGfdMd8zMxc3VwpVMn9pK2N3KtX7Doy53KBG4qo0RP
WyVo+/bfnhnUWQNBGY1vA+N3knYMPXEYDe168cgZebfIRZlosNDjG0uvd+9F5UZ4C7hh1iFBP5FD
OFNWj3EatE21R0nKuSubdPxRho19SNOir3Z6nq0H5g4XQolg818ZCh/5/u2dd+XiBbHk8YJtTf2f
rPvlh6TCWHyzYuYq151+Aus3Z4EO3rlt6EeLA6Pv99VsREeFEe85ClPziyc9fYubcm2r0C72qw+a
rXLZWZ4L0XdNXWCCYefFX+yS4qn0nDoOJnnLAexK6IcCBSAfFEf6gIi3Xn5xpHPHMbYLDQNw77Gd
J+AFpy+Nk6zzOKzLQ+6704PndwJ5nWg89GxZy7upjPQ6euBnoMlnwz+ninjZVuEuOJ8OPa+rk7kT
fjDBcJzrfNxNuiN6xx3oVLnlLbT/yjkh0ISbDRBIIeVSMUaSHM115+kk0iHNQIFYHlKn6J6mqKoG
OsJHlIff3mCvcQJ0HGFb0lnLaXkVr0yB2Yp0MztTtQFXQJlLUk82kueKSlhhGB7WcpO5C0ZbfXx7
5C1svjiim2wNfieUUDaq/8t1Bhac5SQB4pZ83mpgonwM19v6DFeHodWKv8ko0It5OYwaumpN54ir
x1WoTaT+Is5htywbZkyIYC31Yu8NVA/32QL8WhZG+XFqCmtnRlX+vg/HWhx0mueHNXfC89tTcOVY
8YZBHUYufVuGi/fU6JCwtIuKgKYU9keUuLp9kEGA2VkpeN/u7cGubehN94lGEXSYcEK8mAiQcxAz
BjPMvt03uesmeR8G7/qoQpXO4NH2QMpuDHptQ/8+6EVG7ymxNr6ZU4kfKp/6RKl2kUG84Pqp/W6k
BHQjGnq9nTmyW6ckRCmy1su83jSncsqq8Zch8nKGd6ZjlWpjL3S1xkMwT3sATPeIY/Mt5+5XX0o9
glYcQCBwUSLyiy+VRbD41P7pizGKoDu5rs4a2mx1WCZBui7y1K5zdsvU5dUGIhslDCJ1o28SZtgF
tJ6ueVkvGV3DA/3WzdEenO7B06l13/pW+sdacdtgtMNseh/gsJeS9EtX9dIWYlNQM7r7qra93WhU
wS5SbfDx7b36ahkZih55tH02JP1VnacwaWkiloOAM435+0JSKKCTUgJpB2tsrTQzTjP6cZ1YbnUq
/8p1X1xLDM09CIpHduqhU/fymGwak0IYwGSLDq1vgy3ynwS0qPy7C2QBojBnM4t2ih/Ybq+fkUPK
ojibZfSUltpb9rLG3xJieKqf356SV8d3+128CACM0JpYgJe/KwgbazZ65K5w5bEdcNXVOQTTWOyy
kXBNd9IDBbFwUHh72FfXJ6W9TaKWIwUjnPLUxbAbFzraiOd+k1Zf2jbMLfBC4rYbF8UrFHcbBwNO
uiup5tuXRFtCCqXZDIwzm+WxdvOwiq1wLpwkt+3+UwEpe43nZomQbGvbnUar9vT2l17Zc1uJ2KYv
B8szug1ffmmFKiHtK/yCNcs3ar/uD2Eh3LgJuminSpXttfZBUnVzi37+eo5R9iV3A6rYwvDLqrGa
IUsVARhbVgbDo5UaywdV9Leq4K8vKCJIwn24N4QWr0LiIS8XPpwUvqNsmpTd6J6wtvu2rv14ymdQ
37en8/V+hVfGtoHuhRo2LP6X04m9ZzQ4LrV8jNUFMiJpP9xVdp+dSsdLn1Nvsu+0Ucob9//rC5FR
gUR++fixYy9e1EaOpKcezK+1q+xDJhroJ41TJEU1yxsn4+pQ3E0bn4lk+JIEuSpV2VMExcZtm/Rb
Lub0x1zW1rvR8J3v/8Ncbv0Qv3BIoqaXc2lY+cRUU8I0fJwSTn4rM2vX2FmWI60O7Hmesm4ZsPrA
PfnGMl79SmLRrbSCSP1lxW/y9CJxwe6TsPOL42jDG4f+Yx7XsrjlRvf6AJIeQg3k+ENGJPZ/+ZXF
LD3DsIF36PsPj9Idq+IY6XU8Oo4Kf8IuEmG8LF7w6La5f6NI/DrPggZJ99q2U00qApeEKduZ1jwN
Oyg9q23LGBqH/NxW3uTvdCbXL4XrT80hW0f90Qvb9b9oiBY7MVQwen/atLH9EARAgL438dlXa53m
1TSnlFirpmswz6HnNLHqNnRuLOyVS2cTHKEtcMs34Gy9nO3MgnMKg7tPPLfR95ltqMNiF7f0oa9d
Or+Psv2K3/JwYPxylAjrJME8VDTzYk8bdinEcdHL/oAQ+Pjz7aPyukt/48jDZfiFLlPjufguAQpo
0CcEC01VThcD9Sk/Tms7eGr7cP175BK+A7axENYNJ+ds+0v/UEdO8dykbXMX5A7ddW//pKtzgB4C
Bg9kOVyJL+dAIPVQVBu/Q1R199k3RH23VIH1twqbYBdi+HwL+L52ZgmHNsAKxhPaJC8H9Ia+0f0K
PJZWRnGaqHTvUrlU+0146fz2t10daoMe4a1wPb0qD/XBOvkhpDFFw9hhDdr6DAmh35XW5P3x+0xV
kB5LWju4IAiCXn6V3xhD2WdhB1wV1MHOC0usSPN06NGedjdRWbyOTV2YB/oyyuMff+avFk+OJvka
9N6XY69bs0WLCkgyomn5OIAdvc+mgJZSemwObw+FAu+Vowl6RSxAHEq6dglvuh3WGUpDrw9wdtL3
xlyF2BwrSrgYxjjiWecGn5n5ub0etTUMH1dMn8CyQ230sZsHVXGw4Nl+MCrf+LYsc/pB6DT1Y3QL
Gmu3mKmadl2orCjGc3NZjovlZeOuqIPCPMrBkz+Udlx50Hro//Xhps6xXrWfx91YdO8Xk861pPCl
+yNUc/XD6udSnLAMcutYdXL+C/eZQcTgaVu8Xjr1v4T31uc2JHqiUiDDr1MXjN1xWUX5dXPBFVCR
3c6npTWtngvXIYTVNvZVmMR3eRkHqMM9duUYyRPA6+hv0ScMjdJc9Y9x1H79VPuBcVj8lESdABYD
MGzB0nQ314X2j7h3oq/i4GZ7yKM1LE5plEak+WEbjDvUL9s8WcTS1XuqKe26M4RVzAckROpTJOsJ
cE0aoRM3zaKy93rMxFeotNm3VrfDVxw7PbG3RSM7+kHR59u54+o9YliLySZtwOMTMJFl7Ix0GObE
iOzZuk/LRroxl0T5b+v1ufEYBrn1DMVM4dFVBOkHS0sr2g2IMKFZmdfw1DuzDcrnEa+Ych+OMPzi
2muXL3QM5EVMbDws/Ceq/LzO6+iQHKHf6qFMAmg25t1juxp4gKxWy28aPCudt0as4mfUBhkOa/T1
Z4k7V3P3Tvb0CqIRhsbWIUNaC8TRKOwnA4uY4g4NuPapCIKUL82j6i7zjMY7NCHbP+GFcr+Kscy/
TXTIfoWTGOFBjv6/SVWgXI6N1razLyyPCkE9l+jMpW7mRciVlFQLWlwLH13TXaZ9JgKFfGRhQejL
co0TKzTbpTn20sHUq83SL2OzWh7MA+RzdnqySvcQDCKq6eFpZfWIZIEFB6IZ8ztlmXDZ+ArrkPVe
7t4Z7gzQDXnIrWLslXMZhyNCLSdvDExj1w+djfsqsNCdQRTwExElzLBkDnDEhPbRdIZPX+Kdk5nB
N3eKlHfwUzqF4hpzpTC2LQS0n4e5rZZjEdVzeG4Xzyp36FkK7+ikKX+YYczL3eQWnoGYRCneh7YS
79K6lH1cm7p7oJbuPE9TYaLCPjTTP75PvT+xJ7jBR0y76gqOXu97d1aYpg60JbJNjOVh/B/WLlwt
vHy8DmJbEfKZdTBCec7z2VP73s3Qx/GMzEBM0sx6cagXrdBAGVT67+AHS3VyVdr/K1K7/UJmueaw
4Cd3iXsMicVhyRbrv7z0y4fFnAtuIT9XY+zOgabHPsjcIG6Vjj50mcFOFYuqum16q9PMNqQjE+Lt
+zSTaF7PpAN3M5LCwRFLYfLJVtjtf11JgSNe/LFfkgZH2io2BtWdg6B2vFgTdLeHGmQK6Cavm+E0
1UG6i6DtIzOch6l9hpsgqu08jP8CFjtDPIHaPUd4b4S7UTfTOfPC6ZMeDWHGi1ulf/szu2TXYvWq
z2M25z9Jupe/PVf5ajc2zsQjuXgzmv8ssrmTYWQ0SR0O0XPvj1MLayuvsrORr9OMXqaByJHdSjJD
J5xMa+d4g7nG8DFc80TsEep9r6tUxULQKp1MC9rce221Bl6dq7liL5zKLNx1pmjNWLd5qQ4IZg/l
U54PiMF3xbCMu6Vqm/FUpOWc3ketmPRdYaIAEOcBzolJ1s/jeBahUeMf1XeAe8uMisXJWGap4iA3
jfmfvMjm+iPZrfvDCqccFxKZa/EIhcEGUK9Wodf3HT9n2ofOAjaGMP3cPFjKCeZjv2KddM/ko2Dv
L9DQjSRSddm/W8LZKe7T1RjTvUJFTvzwndFvvmZ53XIdLosyMuhtfogOxNH3dBR894usC79n1tLb
Rdyno16Q+kQ7N/hiVx66m/HkrYPxQbleGf1cCBXlLqyWVhtHM09ny4i9JaUCGs+W3dGLBcu/kkvc
wn9azESYlV8d0djv8m/oJ5t13DtruP4wrHFUHs4nvlSnNPPsLLhPw4jrKrGKqDc/9vNgzZ9hK6bo
ilnCmp4QVSz6H9Vg5/YXwy27+t7gQXEShBqz9D/tYAU/HGS4cXmO2tVL+R4erT09znO+uIqWowja
ddw1liHKnQZ8FD+LaLXbFsH0XgwfkEIvxH01TyqgtheuGHzrps++IunmmZLtYw7ZUzkp6WL/l83i
IQO39/Feb7zO+RhSRauB491hpHNmcmT5bNR+V2V7YVdOyVOl+jSUaDXYufGBeTOdHcQku3sXUsDM
jHjtkL5ExWZ1M3dJSC09MX6pHdqj9qXZhotMZmBp2OtLFk7pqferPn/qm2iUP5ti3SQkJ4et/+Sq
afEOFmcDJo6JOC5COCa4TfmTwkmX6d3o4Nl9zsmes52d+s3TaM99f9IY8Alq9e4o70OB/GwWRw0y
Pk7iKymozNn0iwSJFayLG8atnCIUfsrcHQraUEXdP7qAqdFjXgdBFi/N0KUwf5wFHakYP9PI/9h0
BYsCS82Yqiru52iQx7mKyvlUNYNrn0Tode65ErNHC7kpovIgfYhysVtvcawwnLpN1mYYzAwngijL
f4TBOmZPErajHa9egzxdpsbFjc1hQEyqM3IKjLazLO+6TZpjt6Y1MamsHYF7lD1JbC6Qr20Owywc
N1ETQlgKm9O+iHYYDjYUyKvCMunDbjEAabF+2h7INc13mJOZWexZQ/0OPjgKzutglZ/zHh54Isbe
M44O3MZ3UetnTmwLIxp242j3X8zV6se4pmMQMw8zm86pbaM13epgpnJVYE2zKyrfebfUc/eVcv60
JoNrWDomDUrnu1ZG/rKjv2WA6FEou9ijg4HikR/0Nfyz1Oa/N6c6+954yK4kMhqz9rR4a/2AGWlT
7pxZivvesMz8MaUtYNmvY5q/G7n3mDiYtp+8jWSXx6td+SFvFVXApG9VTWEi4P9NmnIgLgjKwG6T
MQdZTUqNWl8iM3wq4tbsOvMfWXUNRbk+0jImSgxVHKWBdA547Y3RMUQUw4unrpXhLugFN7OWCpFq
ZQ0dzgTmsPQfZdNP6lgUzTp9J2q03Zg6X13+zI2phDKCl8J0TDvaxOanbMqd6rBm67QaMY0Gk/oa
tnVvBocVf20bIbjU03vV+VO9V1YWGd+tUZt/S02Xv40qvlrO5qSnMPahZXOuirII9iZW9ka80NvT
UP0J7f6+7bzyZKZe0d6NOLuFsYVo2vDeMifTJPT2FrnLzLRd9z7JnL5f+nmZUQ9Sdk9MGwwNW73s
3R1OeljsWk0EROs389rHvjVOKClDPz5jAJWvu0i0nrUfC01IFpNJ6+yJy9iqnuzJz6v3Rd9a7btF
YP25Lx2hRdIb4fwBNb+0PkHVC2glrHOZyLSQ69EtANgeItbx6Narx95wCXj3KI3O1XvhL46zz6UK
77rSWH8GEsLjrLaQtK2L9qnyGv2lxruriwNlEqKomdoDlN2p8ePQKaClgnPX3zk1/XePjgwzttUq
/Qe59nLYC7Px//PDIaPTzJ9Uc+dUIvhvHN0u32Vcng9Co/y2y/wKNndDbNsklifqYjerqPkwcU08
u53qaXwEROOdboo2fcLQwNFxN1SovyAQbOc7FE/s51kWpYiJjMVfa8Prdu5ym5dWtuWa3vEOa2QO
85YAttfZJkoWLPyI0MvV/BjhQPZYyU1YSmtjrGKuVCWS3FAt7hhF0/1Dt1r1nrs8XCl1t83nuarq
4shJyD+k0uMPHXxaNZMZbi+R2Wgsej+VBcphY4YR4d7vF4bvkFM+GbY1BTEF5gmjmSraoPLOIBND
si1KOuXVNEzPqfk+L0qvJKyyMLXrw07cZ/NoNl9A5rpvaaoEtMPRkvqOMxkcjQHu0d9+Xmc5Ve+m
LGPMRdLP41iOKoZlt3a7KKu1GRPgFf/0vuoPhopaGdsjRPiPqx8260PnSqNIQID7/q6eB/l9dKKV
H0wvIfRXB5j41LvcAk0pouGgAj3Wd34RrOdKs1rPIg3zB2vkZtwv2l6tO45m2p4BOkQTuwrTkYdp
WFV3DF0KCYdKtXhBGBHwD4FDPzr7Pohk87Wzp6r9ak2m38YotLXl56kx/CgxVuGWcVW2Cg2T1olS
OE6q/5YZNQQPkp6ycJNmGmSQzBHxHdi1TYCL5IS9HsaynsK7XNPtmDQyN/VXFDeXMM6CIv1qc7ei
zFFn4ye37PO/zWqdvoSrqz6rJWiflkau3yhylfU55OqY42JkJ+/sxhubYyry9lNAlxzoZ8HktWgA
9d+MIXCm2NGQvSdfhZ9V7kfjKeu76HuY9mt39LJ0dJ8jXbreXi22+29qWLO/i8rWC89c41ypXkGk
qteqth68QIiH3CeoinkoQmiuSprPY0OufkIWx3Ke8kn33WnCIJ1LJkhF+1h361CdJleW1qdmHaT+
q7KIdx/kWMzHsplLCW1gNO5Yyflfd1WjPLqGmNq/GgJT58Ed3OG/HG6m3umaVuHYDSF0EQyJTiSD
KDHJ6z2YL495Uetgb6GiaL1L7dCoEJ7zwh+mOUcfqduv/Rkco7Djqaxb83HAWeo8FVWY7jzDDcfj
2DkpoVjv1cfGaafsVAiz+MsYm2m+91u7n05daKWHHDSmf2in0jv7NGd4STbZq3nfMDsYkm8ifOji
W+2ZOqxfnrPWcT46maoJLpy+2ipCofPFMlcc13oBaBsbPSAiOr1IZ+ztzrErRoeJGtO7TVIhsDz9
OkypKnGuYY+W0kztvbIt+Qxx1GkT3kzjXmmly90UODgquIqBY0Q/9E+7MVKitrQvXAjRdTEQ2vbu
3948V83Z1hINo9TXzh2dH2WQ0F4yO3/N3RAetB2E6dFbG7uOtV7Lfj/iwjjFY8Nm2nGDcrkR/83/
Wm5etDuhRsOMwywsfopSL9l+8P35rpjQdpvj2soccGNMXeeHWqRCx+6AKwqpe+HxoIiyFQdzwYzu
SJLXI0gZGms+idhqsSTCnycUT7aHS8QJYxVANBMteC4TmrT05r5c39tr6d0vZROYsQlObb0vRafW
A3iX7R1GquxfnDmyl0SVqHkeTECC7M4u237dQb5FriS1i/Jnm6KXH/dKGNaRY21bx5EYpTnNLjKx
Zzdbl+K+XObN0iYsUzeue5SUyQGNPExC1kidlJMHx2FxaKfk1rFoskBRyTtk6ZCrBD6/tT6iuTn2
+zYS9vC5N4gT9ys/Z0/MSl97Bp1CJKN0qhzojUSHMxplHgJnJrBJx9AqLowg+JBZaRvERZ41eZyJ
AZAlzDNFF1LVpkZio5H/rjBwuY8rOhb1OzdfglNl1qXeAVlZf3GJ11/9Jcrd2J7d9ntuuM1dONiw
cI2mMKuznIgT0XDcqhlltbrPJa1U//BrN6uJyoq6Ywk88TdCIc7HhtM3HmtbqXqPeo73pY2WQsWO
M+nH3uVx+m/qTfcT6teQVaDil09DNoYrGYkP7AN6tvxDy4+Lpeg423kylbZZPBiaycL5XUxnKRyI
W//H0Xksx41rYfiJWMUctiQ7KWdb3rBGlsUEkmAG8PT367sduzxSNwmc88eicp3ntWlt61xNdLTd
BTABa078c3jb40Np86GvE3lE0Oa9xJ01JQiP3WZKw9AqJpa+/3+3Zk+sbwA6KV9N7Mj5MfKpvjyM
q1/uB9+fY5GvkzO/BhwS/8zGpJoRNNYFF0/M27s9EYF+kEjfk0PMdeNw+sfbncKpyJPPe3JqVSKs
96Fv1y/jRvuQL6LyxqPj7wLLpPDN4zLKWVw2fI9Lyv3pfXROYMo87taqOHvaL56NOyheJ3xWZ71b
9pgPW0XUEuGh+HWqucJW4C2qVOlqltHjay352tbCRI9ImoENeXwWNxUjmpZco6887xuRNqkr0csf
VG/bU+632FeYxtaeVId20P9tKG5l1hD32KZ1NNQght1SvZBaX7SkdDFAn4knBsdpg7l9XiRetyNA
7fQ2BS0CM9SIy5ThaILbrKsp/ma3UZfIYn9MwRLkqatdsIdkEcP6tSTuOB+H2fbkbR+Uk/WfoVTw
J5nqpchmUfl3xSTkdwwm3B4avfvv61rUF+MWpTgwMgR1GuwVRbSwxPaP14KbHap1Ihl7Gud9zJjI
YOJTvv12fZkGV5njgpVpyw0nxcVnmBYHDIf+W1IMitLuypo/Eq9XLyrk6hEanCgby8l5G3S1+Ted
kuJZ6b2wX0KGgvVo2fuIiRGzwHTSljc/CuwJIuVo7R8tw/J48Mepv8QQgG6mDDPkfaA6c9oJBmRP
MI7oDm7VLL9cxM/zhdRW8SDFjKI1KoNlOznWLM6xGtz6prvKSFhygm4A7BIDoxN3BGbpYu++NTi6
Bm2eOjfbFo9xfi92jFddaJYi126sfsW0uYq0jSPvyQrrin1Qxfb9SE/lciDnUP3HbCqazF5Y3fKI
GV9kBB+p3zIpgifSDpvuVLaR/z7FPmDdFoaNoRhCJyDAA+l661Zfv2rXBIerp/rzynhUmTR942Mi
XM1z73escGRbkMhr7KLa0tmU45NjYQNlNopWXgTZRcd494v9YQvHpERGYZaDadZwflhji4mpjMf2
nrFG06pc1+6WqyjcnTQBNX8bStrOPtqx7fiYjLDnV5sF7LPUrC6Z9KhnfpC6Xu98YmMC3gb85g1H
nvS9tKVM40cMMGwnrSf5gHcsNBABdG48enXIAwfOLNPGba7DdLmPw6ns5/nAKEcItet1NOO6xHq/
LojL+tugrIvzzI3yOpjevRvca7+ZG68DEuEuKcyzlVQunhw6n1IFnkk8kW1J975creALcDCQF/b4
4N6MQ1iedzPapAHQRPAHnXz7VXBiAWDjdrvTjqiHlIFr/hBeLSzoG2u/D/fB4tWntYMAYj36XuZ3
cT3ncVHaDdaKjveTV5Ucg8jidwF4VdGdjsvIPzgkkT82PcXKj04QgE/oZBVjxhcQ2ymIk2+lbhWb
NzkFTBaj1qieC8uDipmtvSD5nnjYrHSkLFNQD14eNi0wUGZOsoAjj64Wxgc4jEvQaGmDoRq3OYNP
b6/c0ZaTtxrR6iGszFbfhc7MvaOY28YHEErd3G1DwvpDHLErL51TVl4eNK5+LBrT/WnGCK/MFtCz
6sV0JT6QTc7HRoJdbWWtXIS5V53X/doCJrAP0YXLf2Krg+BFeN5M6+ASrM5dTGXsjVZ+vR12amR4
owqv9sFS+/BbtEnppPBlQ3VfSXu/X+YZCmWekvW3W9ZRAwJJ5B498SZKp24eb2UIXJt3XaUehqLZ
1tdpW+r4EBBq16e+V0pIG7pqbkrVVuI90Ym7Xr/WkDD/fR8+vWjsqsvGJmwdPOL930alNp5Yun+S
L28CjKN8yS4/9l3Ev7Cl8kPXXUnxdhIWqsjXQa1DHiqvkOcRQ7m6FXHbP2seUH3jSVm8xxTh+W/9
0EVjVsE+q89QNtMNbceIX4ztdVbWTa4Cn9umhPJJzvyFeYlfhRNFkNOPdcRKzgUwsXXuZ8uz7gWy
/P3+CiX+FzZeqEiNCBlLNjm7Jte9Pe35vgWbPlhW4/3x1mW2UsdK+jkt1DbWx3GHSMuN700fQDqJ
dV5aPX05PUzGg/S66Ttc7OZxEZuHdQ+Vq5strsbi2Tpql1lUJ+MzHDxWraiskosmX8x9a4MaHsnx
CN7KCbuIkl8KAq09gyir7S6uw/lVdBBmX7O/rk0mnWXgoA87nQu2AM3+xwKebkaFwa2b8D6dy41O
8LvayEACO+IsvGiCu8XbXFVTnTLEjBXcjgFOnVnwkqytNq/mU4w0YHbYPuzB7vfPyb4MP9SL+1Rm
Ie7iNO1KazovUITyTJ0pvxD3/sxHUzkmOKM8iXQ2UCJ51lbhD3lCBtaVPSqKW9iegH2g7pN7knWo
nO/qpCEYIRnHH89n48i9fqYWNjRraK42lOEZJ456HBsxqUwSi1hwg0oqMULYKdBvDtU1L+PBPV9V
X9g3ZbTWT7CtpJrBlxd/bTZ2cju6yILYXcLJZHHoTA81XZ5TWjm1+Q/mF3aQZtGgSEkpZVJBWsrM
eo2pvB3CbfDOs2ybX2GccHJ0jSn/zt1QdAd2bv7yjsaXcFzMeSaVK+j5seni4tuE3fTPr0eG7b11
aub0Pnj2yYQcH8a6AFqfpWcdGCet6jjWY788B9suzw7znQF9FMGQVhUb0xHsPZAnfpfIBfrq9Ku3
IZp+Gdm/x9OmdusjEYt2Ur2NiXMi33uUl5bo+Dlt7Uo9xbAuzWFxzdAe2dP1TnyJYWUBTVps2s8c
zkEzz47+7Wk1wiMmvWI5jQWWAEX3uMpMpOyXtVLRf+tYOU1m/v989LhARK7QWEN/m91p8w1Z3m97
MpUDkzGLv71TEBE9WAPezqqzw9MWz02d8082r+Vojc5r0tNCku7uLOZjMo3eTLJQpEF4Vg8aoaWk
LTxCl/kNML+NPWLHpWvSYChkfwP9RHYiRWNqOsay9u28LYdS3xeEcz4aTyPD4XCyf/o5EncC3fd6
EnZDtVwbqvDQcKRcochuFMhVeM2rBLdVJqfdbUgw84Cw5LrEd20QS+viSWdoDvQF9fKe1bNcU/Z9
FnmvC9scNk/Jm6SNYZ5dVlNo6tjdhsPGJQCAXFoAc6TP/Td5XgvhG/eLPFS9O7KprK7s0n6T6pMw
hpl7T3niZFlraTheO78+J3XZzLSM9h6fg3N9YIVUZR6WjF6XAA1unXnRDj42DwXxReAo5BGQNdb7
JLC54UBURpWotB2qhLI1LihEJJ7hpbd6rD8HMa7yYWxr+EhkJVWcspjIT+bnRqcs6iJMnYiRLO/1
MLz0xNLHt80esQVZc0DNA7Hc3hEXTjflpo/25i4IRtkdkrKIAVACVd4midXqO4uGyLth3g363cWF
wvNVhZd/Lsd1OHNN2e+D29n/AlfTXFFd1akgOUNHVbhwWp43q1At4X1dIA9z6c3HYmv7/lP1giF+
awP7YV7KDim86vHb+u7kgK9aep7SeKj4OkgGsi4EiMAs+HsgfOK5/Oq1rX3hHJe1gMtivFlvYbH3
6jQ7PrSdcUr+djkjwbkopLxWFmp/kakhFXqC4dTbSwkZNWeiK1f+Q7FBw3uGwETdRU19ZGbeQzB8
ivBS9qz9kug2iDJotna8RnmYl61F35+X+ILis6jwYVxqVQYfI/zkzW4WPWQDNH3JyLTu4qhlb1mp
YJm4dl048r0DV/nojTZBZu1XdcIWh2LJi3omlQgbeTPeWBDUryNjk//ONjjLJ99TY/QP3L1CIRDV
kDcdgJDKxV45YDzIEJl6y334atdplhhtZ5fR3bOLS9E1JMrNGmv8xXMUxSZoODmrYc0L/RNahr+4
sQS9ItIQzOvebLwU3Y/NajQmybGOqyDiPO20exZCtq9NOdZ/yhUemQiXoUSr4CSbwdrZN//gNBwI
BgMXV3Ocq3g+aiMXNwcrQAPBPL7QfhOZkPTPZEluez3RmhfRDYI4qguQE22DlF9sCowCJo7E3wHe
bEtVDQp1cDpnM7e6bb2DpgB+w+7ijnmA9F1e2DXW+SBKTAY5RYXhjetfhQdbxVmeobzQ3HBBpWDK
ZdDbmaDudHocNDERYGOU0KWD5GgbBZqD87YOnNfxFPZPCHlG/9l2+Z7+hNIIc145y+N0trcqfG1i
6UYHYm2gsBUhLtUDvAdnHcwyIJw7+26C15fUtbQE5uJtDUUPzNI5O8ib8D5gjrj6u6Upp49w59j/
JfxasIJe73zud09na7LMbwj+i/agdkLPcj5m+Wvc12i9r3vbbS6gLLD+3f9/FWPHwucLZtZ5LmsP
sYGSpvmFk7Aa07ZTmO4SWTYk89Z14+HCNvKiFCPPVWbdxpk7FsQBzeSx/PaBMniy0IV0maINpD86
nc9VFfGH/417EOyg6rH9Fg6q/rZ11ZQpehP7a5ijsLotppESOsi7cDk6Wsq3fdLdv1iKyRzIeGr2
O7l2a0LpWTySJupVhPealfzgG8eZy5/OmuMqI3yNgEfcjPYLOxDacwJykGWiJAogamNEWE3gLNzf
M0c65ceF3A/kw5V/V1RRbwsq+p1foHHCPPZHYMjJ9y03n5K+3P/IaB5e6bJP0CeZuRRHCqxddAVV
HebdQGQ9eSLjSFaR7UzoB8yYLDTr+aaq72YRuSptWpK3cq+cAe9HoMk7gxAAUZFWwQ+SW8KAiWQf
3yl5m4gpmWL92oXScVLuHg/muiVm8c5IjsQ8MktIgynwcHE/TjMQ/zwqKzpIki73P+vW2362NdNq
30O/O+PB76WpD65ViMd47l0FUiW4xYqZLM3ncLdC9MCT3sebRlmMDFM7+fdh4a36QPDVUuVGNYl9
4HiTdlrFARU1I3TNYYjlZPKlQt12xWf1XR/PTnjc9Eb8Yz2MUh96qwlDeD4tPqwNZSAQwcpn3u6I
/56LOko4sFcZ3hbMCa+F56P18hIUqxs4DbaTYgz3Y5JM0SNjyPAJ4eVND/HcNufFdtV+Hkb+adIx
RPvg+MNGotko5aPVt9FPaARTAoRr3B/h4f3HidH3E7IA2T4uGQQ2xIW7YzZKFcVpUCGAuBQ+CJNV
Enz9r/Uqo9MGdQjs6C5VmzNlIn2ZDRSI7GZiQ8ax32xyZcn2CuyyiSE8bFamFN0NM6gtUX0faMHl
vqZgZ2ESFZA1hz7oSsRf0PkvI76jIFt2b/4uNMfYbUMTgJsXjnC2XF43SVbZZmWwLsr6cZ1VN73V
LVK/O4t6vrerntSksa/NOQRVnj9ZZ+cvqNrOe1hEoboc1UwRHCwm1zszwKNmzm6Zu3pWyk/RQyRB
WoHvr3fkRU2vVRBQNMaTzBGkl4Djj75e+TCYkB5T9BdapNuuuz9htwbtDfdZ8LUXa/2gidJ5S+Yx
JJNcBwjdkUu07+T+b0Xm2yCuKJns+AmM31/uq5CLJ5VTlYTpuobbt6l9IHmyekpzFm7V3mu7qVFJ
weUDbEwzcoh4FPENQ7pX5ZUDA5LrsOze9o227CMhEZP92FQbJw+75PTda9U8dlNh8Uj2nPbZUoj2
6Cy0tEAggsT+0j1h+2RUUfRMolKhH4bd7NPfYDDqcXW9LT4x3BfOYSmWLUG+aCV/jGwDFkIKAUCV
UBU5fyMPmeCh3bzhdO3PwKrWeRWj354kVcZRtM+3jVeqBfaA0LtsC2vvUVrB+h/X7q7pkfEGdXAX
Z/hVNqZFfzQnQCp9YqvyRrbrDOM5dsmDI9fQz3QRQy2TDybcc5ks/Tu7dwclrerykUNgJJQNee+X
1FHz6W0lYPwVHPvld2P11hSDF2UlmBG/Myk+PIxtGx+LuK3qQ2Ts8l3Y1eCcwwXJEeohUZChJQcO
1FLN4wvUR5IWO63CiEhnD/BpRtDK+BBXv8Vai/nQxol8KzDChDmKgeAJXSxCLoff77mbqZ/mqCib
Ll2n0Z/v184qPwFYaeS163ogZTSRHLNh2c43nm+UztRQk/FIfJ76B6qHh3MmclVkawPBfSApbQ+J
qQmT6bqLRPZLu4rBRa6mnIp4dat7MEnr/V6xVrg3W+zsNyxtLncat8p2cn3jmecW8Ou/JtbKyuQa
sVWwZpbhsV636MOQK908qNq4JRus6D8DbUXrQYV8JJyxtWErqefBPkQ6WgB+KtGs52bFcouSwisv
YNFNf+ydsLkNPUTHcOKCK1VoDcpvjHD/s5SfWKdSiJJfJxnd+waQ2eIp3SeZm4p4JCYv1/2tZ0+E
JyT9+9llCbiu+9P4FO+WWx3mIODJjBFhfRIeByy6l16PalxUL/UUlWU2rmvwtwsjFEcdvX3vTtc7
r3VrbRYquZB0nz2hdzYbI0aPo9UtwWe0LeJvXTvbByEZYZiFAx8vc5plQLCaZEvXIDI/G1KT9eSG
o8XW1q/enUAz+LtGxTced2icCHXHlXaGlFtxNFKsLdF2M7XVvS91hjirZCzupbhdimjvs2l2m3dK
ohyd7cTJWCfTXSl/+oC25w5tFNxJEYkPFDz+gBrB4YNy6zCAMmaPeKqDpaTntU72/za74bSxkAPc
FTYKy+Ou93hPwWrLz6JdbQS0VuCQNuWJTqdWA/PO8EislCxrvP5gpN3vDiEj0qzFEXQQ+QORM/M1
WOcMQDpzyjuzC2rYlM8FjzW68toCqJinPkbS4oc9Sdir556r1bH78+gE6jGE0miyBbFPlBKeopqU
pJlpuuaJRFtaBhrShXaTLnmK2sJ6QS6FKKOcl+Z92+Do+nRja70hKqHt0VftNXrnxWberRgVIY4s
6Z+IuPZ1vkxRMvIPlsjp0D8MJh3QDy9pNRXyCPg/QRgmuvLZJbZy+5MQQvW38YvoH3qg6NabAoBk
Z2euR6dTh0keJ2u1HEpPue4p4jN4i5La9Q+I4NbLSlzO8kD7Vvt3H63KfkCMEWw386DE+lg5Mn6G
7xz6TG6T+9TspJHdbIPT/enReyO58m0q5TprXx/oNQz3tF29+g6RyTLSDt9ZHzCEFZJjNOqZK0Nu
CnfvxPMgrehrH+ol+YvY0FuODYJzHz5zb+7RygM+ytVPvoctBlbyUJYdJoylFIS47UCS17b41rnV
W2PQr2rT3wSk9KpTNztdl0+oC/07yJDiaY3h/49q6iUwvFcW9lHNDeS+hSeOcgOvBg5ia3210b+K
I4tFeJx0ZavjtbEEc4iR8YZibYVYbCHd+oOKkYK8bOOqPst52B7XMC7lcS3WEYIgnMYiq2n9GQ5t
4PsgAZvlTUQJusFtuSP9S+05GagEEJw+H3vvt9MX4e/cc7obGys3yNraey/W/fgSdPWuUlsyLKDZ
31onXVu15uHIkpvSkFM7abjAaJMKju7iKAsngomRgXgo42v1J6I4+0iniosFYl30bdlvHPXkQiAN
m4au/K7xSIcM3cAztzwX3qHfe85CCFjpojseucKJiBeaMO5g/NrdGLtRMeyTn4V41wF94m2tuDXG
dnx3FhdYh0UVdnG/2gxQkY9Ld6LGbmjPBXXYLyXFvO3d5Ndrz0zd7LdoXOSHJlz9VovScwCsao41
e8QOCSWld+XkvrfHzoFWm8i/j9fd7k+Ls+79WQ61rfN+YRIGaQIITh3akriwMc6dxwAZNzZjr0WY
NTjtF0uRj69ocvb54NRoX1DhV5SworSsbgNhwQlVUdXwJMSeuu96gtwOCNH6g12Hw8C6G0t+FKGm
Tx/v4nGUWzdcElfCKvNEwIfvfBvz8yxLhJiT8OV9Irkt0tLSVZgiHJ2Kx3hzyCTpCu0nT1VCGc6h
XWkvuI82dqGMio+EMD1Rdj3jRii2vFIh22iLeOkOunkYTmyw63Ow+ujTSh/bNeFFsTtdOLbmhVVt
GP7FEcAWevtl4SA3SdxnAWqm4hjQeITuRNiDc1lBJ+iGiDlJNtrB3qZatN9RBE92oECNlzca5/W3
BczucRqy8KWoMEt9HJCa0VInmxmtlrOJd7eu9urYtZ7tkLjI5XqwKhlATI/bzk3Tl1THh42MPwzK
CQbyJKxAPxqFtH9HN8A+MSDMrZHnApkVK/x/FdttrreiC7I90NsjgQ9SHfCo11NmzKohCLalF/c9
5JFM68Rthrw1dMamhs9d8V63WuWQr2gxFiu0Thun2nacqdOpjpXxrxoDtRcPvtok6LQlqyId7X37
1QT99LwP08LaSP9pnUmk9wGUJR6ZNOjaWmVeu3bmsvM0A+Z2uvgd8L988rxoee1mImYOPR8EjGG0
ITSeRDTJGw+k5B4kayVd1L+GLbhcHY/TbtrmGFcyIt5f1wr3DerHKSuVbTf51c0Pbcqp+RVhGvAO
oVz2llhnt2EdXxWtOvFAF21a+wPi2cTnUEBkOBas2BuiqBENzkroTNe8WlsdTZe1COy73l1joDUH
F+OM7hHsIBi88NaO8F/hbdibFwrdZxi2qJ9vVbtFvNSgVF9tYQ/hEQCaPytaLtUMcGJ5XZg7itRb
kvoaTRTEh1oFXvsYBXJ93XvPVr8aryrdy0IdZfLVb6G6iNmbLMj6orK/NUzZ9NBPZGLlqN99mS1O
K5ZT4ar25CLWb/458biHP7a01ZAiDCAqtXFnhzrxeLSfqEoAqJNmDl7N5HXdR8iaPAHH1tP1UTfX
R0bqDujdmuITP6Wnzzgh1hvhdWV4Dj3hIrKNTHdwQMTUAYNuJ+CeCGi8lDicFL/PBNteANr9Lsue
s8VCWf/Tl779Tegg4iNie8PHAvsSULu+Zig3QE3Jad2BtbOVJJoFmlasyMjtxv8FeuZMBxnJQUHD
bsF3skjsJMgmUU87CKI/FyntP8U0JeH9JDaz/tq56H5zjZgk90Ny6zLUHKWE1OnCL5wxwLQTbuf6
YWNjLQ+NMwqd0QduxXwt7X72JXQRiqiqDfN+HME9+lnar1MFx3nih0EJycIifwkkwXMOmuvOB5fO
pubAIiD+zTgVmx8rLPrvtkfBcWrmyFvygR7hl6CGbWsmw/7vAZsEC1RzpT9sHmt6hGv6nbMkMeax
Qearb3i7R/lRqwgRV7pvw/YHmGRcTj4EuWJB9RfqCTH2LO9iLd3mZZFBsDKVhmjrfZN0/xWd79x5
0w5ERJ8ZBrUuJie+KHfQZEfbjr5FgihM1hixvixRj9GDu3O/6f2tX1NtdUgkYQx5V6fE50T2VsHZ
M61L+FSFQiFlt8r4fvaGJb4+MAtMjx2aps1Kb0qq312jyyZlhKT4GfbGIWWo5tsgEaq8rZEUTpdl
i0a07HPIQlDEPXMolVoTY7Ls9J5bPg6VNF6dSTOxeMwW/BDuk4JdWk5bbas3Xq5pOzfN0tinkovv
DFOGkGoZF/eemFNHf23QB8WBDxmhqE9oNVqndZV3SUvGSe5E7EMXhcvQR/FD222qBuWiFmscY/5b
fIoJH12KsIrTBkvn30nVxUfRbK5zdIlK/d4xqt8DNSHGViBAh6C5Mj18vDakcbT//yhutgqseVh/
Fjs27+2ElDV1prV+9Um92nNbzNOjpX09nPpQAP/11t6RyxuUYHSe4UU/rgt6gZyi+kFlreMH/Vcf
zSMYpDMWP4AsLeYSd9za4zjjGMnamoeMCactf1fChkRjZt2TrOsNeEsTgTtn5YBg5WbX4ERrN4PS
KqexoRkkuDx7YdOJcwOX5T1N1m4eMVn0Xrovob4V7OhcyRSLc2vPdrWkBoM105rf4aOsQRPDB7Vh
8sBox4EQj679gjBCidzhdo7uNzn140XTaom1jEQ258B+pR6ZSZs2JWdg4zHYMSKC/ZJ4jIYr8dYc
/a3t58ECZJy3S7m9xQ0j843TVixK3m4Vt5L7krCCcP0l5wJOzgsR2hxZsRGgLTEnxbGwXPvXPjGi
pV0zrq8BhrwnXPDgJ/1WiE9r2Yo3GwgZHE4v7ZCN41R+g+2xTbWLtSIiYyb4a3ugq0B3TPJQrkI/
jUZvPPQt5phTbPd2mLfcTc/ALgHw9opz9xTHRfCuvaa33pPGKxiHuyj+NQzS/B6YG1FZmJqpawsU
gR12T9SytdlICyenmx8ED6ogKgr3I3vZHtZ3JQEQcEb8TIASlJjegJIE9tFfY3t9F0EXlRdbLOX1
++kqLCOV8hhgmewgRa5BbuEY1a+AkUV97u22+sQeYytwuH6CPwywLB05I/r+se/s4IFOnRr9KFmF
b13bW7/5anqdIZPr3ocrp5sNXhn926hO/hkmm/F+9aQX5IuJJ/G99ksTXE9Qdx8gjaX9PrlU9d2g
bTb9K/x7UHLyLDHYTUNS1TdZyFh66X0YGX+bymFQa203I5RsQ5ClLYrkt7htb4to89QL0lvvZp2I
ayQ+DmXBue+lNZ7dGSCe6TVe/SMoQo1ifEcxBJXaJDDSk/+12J7gniE4i2C3al+eyELC4NngSH+b
a9v+682lvplLpwXUFHDnSASNesL1K5+Rq5UDsAbZMs9+5Y/v9eBaH2snJi9bmTsendm2irOcLese
jWexvLs9vrucpNLtnMwaENvqtuaFKdEb+frKzU3xdtu38ThEyHITnqDUBX0iLSBQ9jnq1mg4eXWp
x5Ovx00dymZFHhrLJWieEqJy6k9vSKbkEWBAbffTxHCZSxWeEuvaMrG6f3zTuK/QOvbMzD3r4FQV
tlufZ4wNw5Xscn+Wui7AUGWzPAOPtdUZUWP92GqzVU+AD3GV1ibc/xH7z/FUYVRXVkpYX70e/dqJ
BnC6vjbZXETc0H2POyyTfu1HJ60Ams5BF0TyILTnn7qFDvVjVdKu8emSHVll49JMcM4N2jHwLaCA
fNUxBm8UDqyIud6Hqr0IuY7/OLrLN+Mt1nZwRANVJb0Zn0xDY/OPxRR+i2xe77dDxNab+fUeVYfV
Md5hd2XQ5mMXN/HROG2Nm0KB2IuWz5X+FG7gINDdBs3bORhdncLxLpjU619oSOIWk2UMV8gAVIxv
lrb6Lzwb0D/0HCkyAfQqPYwiEz7PehiGW1GOjnOMFmoPT/uMTfuDtO59gQoDw4a7H+qQIT7wGZSF
Rh7U+QmPOnrQvyXouWJl71v05fiVgcddC3EiHgMkuaPj8qNMKq6P9BXIAOX1lpRgZTY+LcbR9TfE
ovjjcQk4PGAs1IiQm/IYjOTiXhUC0Rs0RPWgMOXQUyFGfzjFgUR8u4XGg/qOpX/nMJn/uH2knaOJ
4RfSkYyYvzPrfXWBnGv/uXWAKrHctu2LQ0QqNPaMoUdscsN/tVNHMT4XDp0Uj5s7pdpgiM0FeyFO
nqAvIJb9JPqDTbYjE6TuYgcmqRu+ogi79ATeGmUNA99tUS4xxWmTP/1lFEBDNux+kBBw0Q/9xUMp
8dLTXc9LKZQKwCnb4Wdb7fjTX7E8EIoEqeuWivc+sXxuRjnPMj5N2kbSWoa9+oLWbsYz4rnwAet5
rR/NgvTkzDIPwUj8vFlxUS72N74zwDF8CuVNZ+MlQQjpCJGpylPOAQMrpsxoCeNbB/RNHIVJsBoS
PoDGz3di9580TvRrneT6AE8LRN7H/fa+8B53vOVhd4sZBrFbv+KSajoPzsLWbf24zyTuHPVc+hwl
5YTSvkLcfWMF3Dg5LWLTIxHh8iuuHf+HtJ721mj8ANBl/gCjh+nxh8I373+cnVlv3Ei257/KxX0u
YoLBLXgxMw+5Zyq1W5LtF8K2bO4MMrjz088ve17aKkFGNdBAA13VYnKJiHPOf/vk0JeCliq3tXZp
0ImHJR+YMkqnWsrN0GMADl8xhnzDD6S3hTKx3LGqzQ8YjwQBtBVI1CG3a/9AAYCHQqUt1EhWW8FD
xDMy2ySNI70vIW1Uv8lir5JYI4XJfHC6RQ7HscirU+WJ9JLLVQXuAexbl+sY10GcI7RY2s+eNUv7
CJ0c3B1jgxLyEoS5FioIH/5qDKrpTJeXhiebFqm9HqAg3+vJLcn8msuU81xR226VwJ1vlWXDfO2M
lxGMnY1hsBlb1+WPWEGVf00XdCx7BuN85iq3LfOAHZGr126UhVeJZV0GbpGf3XqkLv4UkEgE//c0
uBKJir/SCYQL1qdR4R8xbKuKq7pgmv1gp42VHqvFpMsmgtEPwbWqbEZEyFyCLKvzO5OPmb1iTKO/
lmEI7ISVGSjiaJNTuO1ie0g2OWrzG0SgyBVpK13E2v44ndFYgr0HFB5yVcuyh5LaB9hTtnnpThtp
T7nHoUmk6bpu++EsozZ9lapz9ZcgmexvE7hQlW1E2UTVFu1RcqMYbxX7Uc8hrD6iEMJ1x0Z9CxnD
kT9YT2V0VSZa3rBPJmzO2hu7s2ZDQNBYcH/2uWC05pxyP06zowcmeDsm3fAtgI30KuglHzpsFt3t
tGTtZ9Wm8bBN3K4aHyoI35sE2S2q/YZsxkr1QXgiUjM+CF2OoJ6xSbapjHS8CWBUxzsnclV5ZOZa
NaRxh+y+/H4zUW6N+VMftqK7LfI0uwr4dmZwq4ZZQzQQgLHvGQLjFVXkxdqGUY8mD0f4Z3u8EB9h
oodPlULHu/LHoPkaD4l7waCztFtpn3S8dQiKnK5cL4+/6QpIBvYEs0+SNYArNhwq06POfNZXmiHH
XFnsa+YYZdHw2aNevYvtQlM9uHJ89WwzfpoyYjgoMntnFyLR+pqZtC03kMesg6ja/JsyHQ157lTd
CjRLYqIOddnZJIDYwy5y00RviHgWn2E86W+Wl7VXfBENJ2KSBQ9lnYroSpJ8cIWjyeQcY4Ud9w7m
LJJIHIL6B+yQ62WDcA9BSo2VSHRF9wTlJigB/FczwEO7MtLvHfog7X0BlAuTg81nzxGYB+UzY6R2
OMfQ84qdTxzpsMMeofpF4e45JBWEUnBKSWznUTso92DogJDRtY1GEiKnWK6z7MJW02lml2ec54Zx
l4edA4JbFfq+BIVkNGRnClr/FHnLdZVRQlPP9L5zrBoZaqoWmUe72WNQsR0DW+4SJtf0xWAQkOOi
slnnyH3J9sy7GZXnLK3jOFKgbMcOeGolmI/AKJh1gtHEMGq6LUySzFU3XAjhUnLaYCXdBtCpImRg
8DOzW6JnwbKcbDK40IwD4WklOZ47jLkXztoCy5cVdnPm6zi2xaeorebyVMzVfNvmUX9DHQxY6bhy
hjbZus05gjeKxNqKWopwx+pvJUp/ia7KG67aSofLM+r/5SYQXZ3Q+kuY0xSzhoHbohCSsyQepgAP
pJ3lLzgC81RUgLsLu9ApU5z2e68ri3FnATVy2EKky7b4GJS3JAOzaDn63Ad6Zbc6RDWGJvhvNdVn
U0TB1WKz3a8obMvnxsnK68HyPb2Ji6jb0YUphGwMeY4UujCYcq2x0ifLTO08ynCfBlf7wNZB0Cyv
tXZhTdSL12y6NIpu8DLp4jOjQi/J1qYUIbfVDM9WHnunGpE3TxUIbT8VsztsW0iE/UozLmUwnway
fJUjCQNXfYbgbVhZqTvplwJ3lR9l48Aeszp7kmja8bwfB9ebVpV2dLCjpKP4yTARyFf4EjbAZfkM
LxGA3o635RCJK237F6kQQr8MQr3lQEO4sB7X+QTtHA2cdJnSdrgMrkw9zd4muIxhGMy4Efo5dOrL
qoGJ1N1YM1yR2zoP/O91Vztw9CkQzHZxp1C8cMLV6jQRw7cAnbP5rpJJG+Rhk2/Bh/Cy5eTn4DHV
yhqHztrVDRXhphMNO3gFp3Mt0PbH6xD6IvJhzsb1lKrhhnl5yMJqqOt2Jkenug4re3KuoFMRQc5w
oIFymGbmNfL7Ln6COZq0mL900E463WAspEC3EPfnvUF5i4AwuesjWT9AIxrQw9ILqjVeHeEPd+xV
fgx0MryW05xc92rw8fOpS+/WcjxPfsuxQIIdncBUWdWgG/3mUrTTFCQ5wkMzzP6IY8B4UZHNsX/v
C7IAONStmkGo7Nv2vsxRz3OxCtmY8qe03aq0cR+iixSWilu45ZYe1kWd3ELNQMGUaHEPuQJq3CBi
fXPRHR2nEqoHo5WSCUdpEuRNTZg2La13FaR7yiZ0DY4/P/o1Lqlf5xgF2DCEqrybtZtUxyRKTPVz
tJj6r5BQAO5rcOr2AD83uIbP3oGMNRJtQ8hYjTFQFLLyS6iD96D/FDZG9lj++HjxvJgA9cjKmb35
E7Nw9970ZvqegoJ+mSzLrp6dsBmOA+m/iLFog5nQ1FVJKRAUv+w4nn8KgJxo1S19+5jzqy6jESDg
TZ4gUaQhS8XnVgeRdFYEtSjWZ8YtD+BmdRmClnbag7lPsQSGi/0xSZr1CCzBOGNrxyQIJTB3ux3y
IXGKF99O9Z6NwyQn9pNLWhxMZn8rIRNydApn+Q6xaFg2ZDUrdcpz5pBr1zXTVVNyiG1zmccN5lRS
O49+0STmpKqo/6aBPxBE4aryfJG1pvgppNMN2yJFV5ByQu9MUjJ7Ni0tO5YbkC22UK6S8mti1Wy8
vchMeMza0b5PZuIzDzaLJ17Fcz7cWH049+sQ/wU6DY8sTRgGph/WNPfoRwEGRvSbNj7EEP519dNO
8BxclWHudVunIroKV+8YcRh3EjEDk3587mB+fQlANUAG0gQTcrcLknATY5iSrrM8m+40uQEvVjkv
7afO4TPhU2XZQw2ty/6JLj7rXwIffjo62KV7svDqeWHecxHwN4m+i+KcuwEr7c/YczRE6ZBcVq/C
qvMeic3DiGBMs4WjgQ4fUiTqA7UOM6FuQ7szqMAnKL8D4EGq27MbOAq6hh13d04U+GZnY1TxQj6l
/43H7XgHN1oEXXuLeHUnTD75B3i22cmOkkivndazmZwxIcAYqoPyu15IpAcFp/dV12Ex0RMPWvFn
Z9+f1VWj5/Gs47hpT2MaBcBoCq+YNZMkxXyE8QM6WP4X5kQA9XqHGACp0EAAVbpGB9Ij5crFMm4o
Y/HvSGbJkpuHOHI3eZvA0u1NDA+AeSp1a42DMoQB/NLs7YQoaA/lovG3Fno+KgNGfWKDylKWq6Vy
UZQ7Wor7po2QY7NP6i0C2MRa9z1EhXXaLotETKQycxhHn00mK3Sc/ShpsDqMdwihXQ3zWH9J5iXU
Bwh+rr8SXRN/Sv0hfhpQwgNgemHnESpQmW/Mq3heKsnbL20hBBARypJghZjInMHmgQY6M2PEJZ0p
UXsEhs2PvMexGkcPNUerPq0Qf0TIReddr4fxfnF5mCC/MZ1ewuDyxfcd0sFRkNkxa7lSz5HPuzgR
YCzHgh1OQJK0sKArYChZ3kmhE65PaRFgRlBR17d7+vfscW7Z6NcxbLYOZ3uGytsAUf+4KyrsV1Yq
xRFu4yRh9NiXIrNvbV36R3gBfUrmoIx3ODLnxWEmUDW9gn7H0dbCaRWncGBmvQJD61BqhJgIQk/y
9+CSxpxtXNbstTKD/tSObvjJRk7t7gyr5yJ/19a+r9Mm3vONXvb73jLs132d78B3e3hEkwxeWr+E
cNhOFlSmwWVhhr1092PTw9woUlmq/aDb3t+MiEt3F+AWxQtC1Mus0mUoitRR1LupG9WDZTT0j9St
umITwtr/MuPhFWwKWMMPcNLBnSK0x5DSyXY0q76WXok1SgKbeTIGdY8FZhJCN0WgRSGW0rJNHlxC
hEYT5mwXWmHS2E226vBkex04XZ8mveA6ABVJNrcj17qxF5QUW2w0rJjrFu1hRjxlXTGsdcgaRo8+
QtLNvWOEVLXfFFXC6JTtYwxX6Nj+tRE3Kr0rM8kItAGnWtmgjtHVOPeV2PWYrIcXpxzH/dkGrrpR
TWdGgHl8dGDPZW1tr9AxB2KdRmF/z8sbCmCNSn8PyQf+XEPtCU6BE2XiYIdiDimgpazOztQvPkvO
k18RegXPnPW5ve3hftL3pnb43TaW/YhNAH1wq0cmHiUcX4OE8TVs2kWuS4xl+tMSxXa8Z5wd/qz9
uk6OtiNijNAZx1vr0enrZduQRTSdsZ9w0g2lFRVxqQfzspjITVbGUhops5XYUFmUR/Wew8YYjrZf
dqyhsCinnaORE2zqmDn/1vfw98B0j0BeeACRFTzi2YAMw4/h4e4WhoyM97zJPdoMg2sgGRcLNg9D
xVOvYjpknMdwPJimdiLoT7iKfQTq4n3WTJkLMt0z8U4gDF85Cok7prASq7gM7Aj3PmlN3/BaiZ4c
36rSA7oy+R3YCHdOCrURL85eyu3MFM5e+6ptNYiXh4w4H3Kc5xIUMxzoYiB7yhsuTtRQiCn9Apjf
1Qoj4OqXi9BLnwKPKm2dlZz/W4K/gouVX4Jik3UV0v7jRNI/UXbxljQhjsvGnQM7+yIav52gr9VY
o8TJUt45ITGR+4l6mC+cCUH5gFGnZmq5uEwVcraFz1YB+/wAUbbFVLIMGC2SRlLByK6kH6E6DgQv
fbR51LeFAaQ4Up0U8khfNeUn6DvklcaM4fAf9YpEofBVWCggzwYIXMqG45zNYlmugqKvUI2US6Fu
ENF21Q2jaP9L0ADOfbLwg1HbmQkeF7QgeGFxsdSIpJwiW/Y+WlWmZn0aN99DCJCnEhnXfIbwJpa9
M6Ig3g/KmOEWZDW67bWffxdV16YP0MFhMPINzgwr0RzTTzQOsSaiH7zgq8PwPzuhnUuzTVvGlBU5
L1Aj9ZSQwppWd9YpkZF4zmciPQ95P2WfhO4wOxi0HhEU5DGKIaXS4ooHM9yFrdbpljNIl9+zlsJn
21rp0ux7L52vYZZjQD7bxv+c5BANSR3vWbaxaRPIsEE83VYXniWzKPUgMKpC+CudbNcw9x8BX4AS
HqrYh4aBoiDvz3noTMFOWGW1XwS9EGpd0WBOwdu4su16aNY4o4X+dsjcQe0GDFVh7nu49yPAyPrq
ODrKfMECtAascDiLDtWEF/t2bGlxDhn2ENs5Czt9G3pd9dlLl/xFYR5IN2RH86d5yTJ9lhPEui21
jZLbWMJk3sTTEkebTs3wMROsmVgbMawtZsw2mBEtIUj/pCSEwpIQ6wQjoeVqwkqo3+swzt01zy8f
UPnGEx+rNtVDYWWj9QTRmHjeMCO27RyQkxlt4SFTPCM9ol2yx7EqDnRzubluraa9E5NTD9uhG4cU
vkKWeFsbD8zPORytdBe0YdfvgVmSEw52tF5TLeF7AJeUHISLlQ3bPmzqs+Po2sVRJliKfRtNklXs
weelA7HK/lsXTvCwag83QMToodovEBuTFZ2FpLNc7NLBBjLv9MvEmQTxw7a6coVUqAJHYzo/obdy
sxIDjKCvV5BbnemOolDWa9whGemqXHsnmUH1Pg5Gj+mx5l0wMIAEW5/hhI7jdoHPdJ2rIfZuxy4P
8+txSidg6byd9hBJ09fRsgJBflfGS7PlIo/M0bB9kn51WeCt5f2qkqGZbkCBA7NrL8Gdp8lCEwiM
MCIHB2Tr4q2N8SeWWK0rni3t9cxEFr/j+A9mxj446GQISP1UoVvwyotazSKqSHWVwDlwAZdkBidj
+7atw3jEscwPvG2N2zdbQkfptbNrpkd4F2HRtzjW+Apvw/uVa4MSW5UZAmRH6/kaBVzyShVSlxcB
fLcJxwkm4GUv39D/TOCzyRQ/aJMx6YXGwWxQGOFkwG2V+YlzWfo9WyqgpIiibx8wDUjO6MYIctDw
0HpSOrqif0xHTYfXJU50nze2fkWng39Ng0Z+2uZ2SxxsUi6MN2xlk8YQMPcMcXWQGG4pNg0OIoQO
z0nZaHWKYt0/L9WyPGKngRMDJflPZFOazScI2xo7hjY8OC08Lmx7lvmTyBvvQmuY4Qb6fF33rZNk
h9Ty4zt6J6Aov0NCfyq8lmbp4j+m1xiFYajgGtvKVqob7OBYd7l57ZsRsaQ0COwxpW1QMSnmEPNB
oEuon+sCJ9rdJSvsm5dPXX+qWLt7dMtRdzV1Vf6L2WIroJkRgeZB2OgwIkWN8isc0E0x04Pzy/qN
qb4HVTrNFns6Ha6ME5X7MAtjYqNKRiKnKcsKG/hvkUxwPTQL8Gfq/AbXsri4wa6GrVgPOQYMvsPw
d9MU9I2XTnaITkoAMW6FXAK9FSbEuNarUNStXIxlYWqic+9uNCvtq2vC7rUJdHTGAkjAbx47mCFt
3dgXN3naGwp8P1+2i0rse8ygIUGZsKjv4UkAdre85kOLKRhQPo3iVwETPt9A6MXdGQ9ZPNiXqLbz
rZU7/i9elrHXFUbcydFNJ8ncpsYQcR15Re5dcdT18R5nIjfZo6fkFfBvDgeVVQUnk+cE7TmCHH3J
cpojPsG2Ui8JNYo5xAIva7uqrJ+eIM/ksFR9KndT1i/6oqsp7+G+MpXlGZU/K+MymfTybvlVlhju
XWPkYpxdMojuB272yU+amukmheR4744aAWBV2PVzrmzniU0vvEn7svscopjst7EVKsTypYtua5Qv
MYXks7cs47iKcUTo6NWWjPhzzLCPOfwmuHGpcDnOxdy1m5w+A327UvD/u7rHmzlyI++2gHBvsYVm
/Q+aZnDMYkztbylsza9D7wRfRD0QGmFn2B7RccfeYyF7KFKaOF+Oqdwfr3DK8p11wXRCiy+AY2V0
1DpW47ZkAOauM2TMZse8y3pconT5KoUxZkNotfeFgTmfOUlFdEpY0Jq7GUcDzAywbgEEh5h068aM
xFcUMZJSqbLTG6uBmbkKu1iP29DyC2ZooEKb1qSqB1oHi4C4Ksef7pwVd+T8RvCdOcLwrIrcFgpd
RPby2gvGKTvjyimeuoG6wBqKiEzZYWKIKRSI2+gFlbWOQif0b9QS2vhvtp744qN4uIfHkyTrHGIq
WaQVMfO4YkX9AWwEQX/VWOqFUNXA3ljUgDvGmrgS9cWA7QjJT1OyqzjxYBDAylujkzLZFnUYE02v
xJTtAeK9QDWHrwg6tLoHw54uoEQF3IvookBpNC7S7vYJBIOLN0Bb0HOloMGr1gMlxJGiK7sTRKjx
ifAJt/vaOTPWjhB1LLkv7Im8pYhRpANPvPbL597HRAt2M9e+N357MdEt+UVzY7rXOMVKBwhvtOsT
tZQ+Z2NnY7UxjfXP2bfEWTKoYagPVH7t5LLud2oO4VjnLFjnzMBwyTaeU4fsug4n9o09Q57YLmVq
lbu66NULvQExbcJgvLgCYuIsTecFM78mMx22MVSA465UC2V35ChtLihznG68EW3Dxs3kBfC1vOhp
9ufiV1dRpf/ybOq9HZ6kdn9VNljdrLD7wyh/aMATV262aH9bkSA5gjYwP1klqes9jUmtQR6UZMqf
NSlicpCh+nX2l3LCpzFvx02K7HVY4UvWeGTTS/9nCdvvysyt+HWhGMUre6AnYPdhBLHq8Rm8qI8g
72MOO4ePdhkP+d1oqT65StvaR9KHnJ/laJC/NlpnCKRM3O1LEmCxFnXDgv7TWpbvKXMdbPC0sXc6
9juXuY5yYQp2WCpfRw2OOisS3dviMAYeYy2UacKsos7yHlOMg187H3dkzFzC8TYPTRSvPadlh41S
1u/OSyAt7Arjzd5qdmp9g+8uSL6FUwtOspN48Vun/d7hRQ63RlKG7pU/iJ8ZmUbFDaetvkHWRIp3
Gwm731omElCmC6SK3ECcMQTFr/ukxi77hBEKyBTmeeapdpsOl/45G37g1dXo1UBg40/jahFtMKAA
0sD7TN11hZ9QHbDb4mrXuNmvkCWID7AcMvAnd/TPIwUwaqWkD36UmNkOOE/horMqaAWDFX5MbAJV
IcYR7b1BWRcCwJ6WhnKD1msS+QqXHv/VbyF7t5kx0VoWEaeHdkxwDQ8dqQucpPAFdnlykCbFl8eU
I6LkzMOamwQ6G3II1uUd1J1JkTtqZALvwnaavLoVZS1/aNgB9THEOrLErbwVr8R7WM56jisH8Wjl
d9lewFu/cdVUdvtQRsuwLgwo53YmTkfs4d/NN76aegQsU2xPmzL36m9FHKdfIiiNT64fTli+TYbF
9Eq6oSj3uED17covRSyg3fT9fUpoRHTITJ6nR1gP1NTQ7bqjcrWNnRRE8pepStWLwl+f+mUYJggw
5YDftL0M39LSoVpfuhYeX+HSckKN9D4tyg2YaGLQhSDRI28FNKbLk1vm4t6TFRaogq3cLS7pngy6
e7wMfFgTpfFhFjNyupQBRD3rR69b2BTrGs0duGc7tDt/qLwvfVz7CM3l4nzyF6iFxCbEYpuBWMPZ
wGVDgkK7dKesocTDeRTJxQZicoD8skYpyGgjbCyQVgGHzR0wv13FJVvrJmEGth1xaurZbcDs10MA
/fsGRkiHcxlwEB7XAjmETNdcK2y2oh/z4lOM50iE4fUEDAmLMhy2OO+iQIj8fAKYi9RcHjiQ03jD
OMQtDo4Dr25by8H57gGvV2f8/CmuS2NdbK06jeV65pIHwXdmOZ9tE/ufItpatXVKeyngKaFx2zgB
hI4N1B0qVGSM+jwRl/JcQor43mtjVeB/yn0q23nAKgMBNpOJuLY/Y0BfPKjBzAz4oXpdh/hR4AJY
Ee43nxrhk6ITMoT/VbGtztDedKJwVBxqZu74YJOrEajpqRz66XOzwHi3VJbDQ26X4cqkEzNmxxUp
hriQvJ8KyHjyaiKIAHEY5dXFWwCt1Z5MJnNnD5JvY4RX92muHU18oeYBQRxCw4xT4wipCoNxdBg+
dE5rB8sIc6mOUMRHPOhi+dXzW2bmI9lfNwkb+A/XjuW88zMcqq8tJCbMiudQZeys2LwzBywddecW
CRqEHhVHs11Ite1XWTI78yaGh3nkMOkLXEk19OnWcr2HvvR6DrGCc6lGSNqvUtlYOaWkb07+kIbh
JquSgPoEmxhnG0zd8HUJZufZTuZKblqg2WAthkbxRcdk22GXm85MjyuUNQ7co/Jq9oQjmK+EUfcl
GdFwnylV5hMiZtntjMNMP2Y3QGcPho8pOJpefQcBlO4U/DZ5GsaAnSzsYyfbAAcpBvMR444N3VT+
2cL0o1njWzkHO5LD8s9V0voTDjTWdPqroSehEQJlCgqPA0Zo3DoG0+Bk/leThOPYVAVJNMopxdmQ
I/LdsZOMAXApwE6GCIEC/tyN8yPuUJ6iRYPDhlnBGD/UHogOqS4Zkz4S0vAHEfTusF16zAG/Mhrv
1V1jkqq/Bs+WlO/axNEnu5/EspHp4h4RHKUlcpsmqVZ/haPjzBVl3QaCTXYFrhBiHs6nnu/+smuG
FTWzwU0SRP4rgF33VDlZeqmd4GIJ5Mkvfy0LikYxOEiA/VZGVLQCxqIFxZUxSF36u79QUHahCKJi
q32ZOGvBuXkSOSE8hwwi8/yHWKh34s7kJVeNvxII3Cou0Ur/Fo3VwnXMRd1cArik+1J4EF1209hN
zmHq4+K8wLP7Okf5fOzcLrv67//6X//3f/+Y/if+qe/+f5zlf1V9eadTZl7/57/fiaSSLvg3Zbzr
itB+k3U4Us0E7HJcu8Jifo78YJti/c+c+8Kyzju1/fh678REcb3QheII3yRUb8IA42w2ZAfRQVkS
qBVPxl9W35kbeo3p9PGV/pYjyYYBB90VDv2Px5P9/amOWRJrHLbImjVWejUuvdxzoI5r1yIlwiud
b8YfsTsnbuOq9fofH1/8b5mHIHFc0g5cMmB9MOrfL94kQ5yjyidJojLZsRYpGZYYd+zauEMv6A4J
jjx58U+f7b8uyl0LAb1Ohm/e5TLXY5d4cOCWtq+fhYNNdlU31i3m+Ok/TVfkxkLPdZSD2w9BZm9e
I6jZ1JF2gNysrttdFYTVBuFqt5ki4pU+fpR/+2IC12auYnv8t+f54k3alxvJocYRH+vJwH80YVZc
T07zyy2H8uafX4h+0iWU3gZJFW/S2Qrb96A54R2Aa267mpgK3Eq21x1gOFrNj6/1t2XHzbjKD72Q
xD2FcPf37wO9LfErZeiuA7xHcZae5Sp3NKAFnOEV8RjD5uPr/S1I7HK98PK62GAkyrnfr5fVXYzt
GdczcPP3OEBaW7dfyvuPr/LOXZHwKUOACsF4w33zqsomXjjWFUUnuWTrSGfhDvkoPrmdwArFGf3H
j6/3zqchgwClbygDUKG3S9y2UMWWAkZeIXoS6T0fVLfBrMgd1fL88aXeuTW0ltLjew94hu6bFzZc
xgNlSvjEUhX+U1b3gA5B7f7qsCvcw15N/rAvv3NrpKHD7GNEwAKTl3/+b2eCRToAJyWcOgtr3sMS
a6pyCFVrjvE/JTO+dymiqrlc4HPAvF1gOB50FxkD9jO4gh6Id2EF9EAIKNn69cdP8f1L4Ut7+U/I
l//7XckInQqKostadpuVJVNxjKATGitz/7BBvfe+2DPYCyHesvu/eV+1hHI4JdyKgdCAXpcme4yn
bJ94I/5rS5Pt/oM7Azl1fd8LeZRv9l6SP8ZiCPkUK5KR99PoxBuX8LB912a//oMrydDBeESJgKP7
92eI5J8knQCZeG6A5pc+jrZGE1qfTbH5T27KQVwpeIS+57y5VExt79rpxC41Slzz8A04ehEiDGwg
gj/ER/79tCbzGZNPsDXoiqTb/n5XEMth30QYDOOMU0FtHvHQ2cUU5oDyBIf+Go2BvNdJCyRkgaV8
mkOHpvc/eLRKqNC1lXLU2+R2TQNfmQnXBxlZDYlIaM8ZWJqDUGP2hw35X3/rt3TxADWzINLCFyDA
0n5Tnoi47DSgmLOulir5bBlQnFU3EXRUwzm7FUmR36XGuFcAZO2ZVDxxy5G7bIHb1RFOTvBzzuvh
JyTtStHjQ9IC4c8PWWoz4LUQw/zhwPpbjfrm5755P5YFaTX3lbPOwSziKgGFjSaCEIi92GLeLtbl
3KU4D2Mb8vE7+VcF+tGDkr9/GfikIHgZuXKLlSOkB3zmSnXrMzxbN7Y/XIUXWgCDgl+RccxZpGVy
aProD7/ivY2LzZ/35V82LvVmO0ZK5GYONB90fzhNRimO4y3k/yOW4c0fLnVZVH+7X+wUWOGQgn3/
zaJj7JL1CPncddR99WBs7gFmKqBdXGVrLIU+frrvXcy5JIzC9kAMId/UPGGdd+7FDRfosYrttbbd
+mwFmdl741Qwj3fRoP3h/uz3rqkYGVCRSD+Qb3ONQxTXVBGEcWLn0uL0SzIBfOyoPgaU68eZ7C8I
KdLfYR443sEu6m5nZ6QXWnJi95hG+ivLi8PtDBG82SCpEbuGqfn+4wdzOR/evAV0xjaOKoqhH+fI
719ddXkHGlctOHJoLVUDBd8Fg9t+fJV3PivOppCqllNKCvHm246WCRgWJ4R1Owtcdl08UwJPrpDj
z7uPr/TO/soebnO6Sx6747/5gIvRGeDeUQACE5njklTRsQbmWTNUuWARfrUfWjvBHjK0zoSJmH++
s1JVs+ERq80u8bc09gkxaDom3jq0tHXf+QK5hZhrfUaFXXz++Fbf+b48Ao9d2gW+LvttOw1fEllw
w7UkROFDD0t5ZRjYMX7N8PygLPhTUO87b9HneOQVktftAev9/q2Qq4O/p8dsH/ZaeyIjHTvAulNn
I1X4h9d4+VNvPksuFdqS2ob2+W2gM8E9LVlBESdyEYAFFW3a41qaJviCk7O2HV0hrwnLsv6wTbyz
GnyITMr3IN94nn355/9WjRbV1BB2i/GeFxBGhB1XuomS2j//4xcHOoE7uWQYE2A++vtVfAtnecSm
FLlLJB7dps7ADiAgH9BY5iFcvKGRf9iM3n11oU9XyZlvB+rNjXlOZ7MH8q2IOO6arYXF2DU+J162
SRGa//N2hQfI2/OVLx0q4N/vr6NxglZQYV9IDwHbiDonILh7a2oonh8/yvfui01LhdIlFzZw3txX
jqm2hojsrZGfecQN4UVsFYTV9hAQNx9f6r0D+vLx0zww0kH5+ea2UO4Lv++5LSKfgnhdKz14UAUC
fcCKRuCzXCCIKsawGunT5vGnMRDgSfYxp6W3Kc4//jnv3bnPWQaAzn7qeW9OtLYgIyoYcc0kfTc4
9OihdlPYPvUjEtn/4EphiDsWHB8Oiss+9G+Lgu6NuFJ+AdWiJF4AsRjGRxLuK/l4f3jG7y374NKf
kbEG9qvenBPtZKBptVAqaii/R9wZQdrIstoYcJwTNtLWEaGiOnx8f+/so1QhVKacxhwb0vn9/uIA
18cZG21YxUWM7hYqRpn49pfZLQ/1EkZ/6HjfvUcgpMClxMLd8s2L04gdlJxxcYpS3d8HqZutSeRZ
Dvhr5Gc0gwRQ4Fz4hzbxsg7e7qfKcy70KiLllf/mHhcM6eDYYeRewFfF+zjE2gyJVZJ++fhZvndz
KlB8kXyXPnvc788SNzQ3mvDyWPuz1z5NSyhPRkNkzUglfR4TVZz70ZpfP77oe0uBsTKuoiFNnOtd
bv7fP1BTBY074paAHGba6Nma135hoQ8AJ97/40sx7WQSwyzwMvp58xwJ2b6ozYAOkADbm4QZ5Zmx
cr4rmmj4wxH4zl0xJUfqJAI6RYqa3++qR8KEMKvFLTYUYpfDqQQKKXwssNWvj2/qnY8DqR+fIgUT
Mxjx5qVNIoravLbbtQOh5MYQXD2h96zI6fz4Ou/UZpfaSPrI5QS39GYDVUFT5Rn2tjBdTHgoLGXt
nLITawpzAE/06XfOAFuh5hAkCCHIv398+XfWeRAIH0oJOJnPhPD3B6pM1Xtx4LDOhTc+BpFYHuBz
Y1uqhmrXzJX1hznrO2shIO+UuTiTLUe93TfzPkJynIMo5sRY7f8fZ+exJDeSrelXaas9eqCF2fRd
RCBUClaSTMoNjGSR0Frj6efz7L73EghYYLJ6x84iPR3ufvz4Ob8IVcf6VUsQO0Ma+4iYYFGZRn39
56snSaRGAkbTNFnm+TCfJPLHCPeD0t53DgJ1OUoRf5r0pY9oQqJrwjtyY01fvtoisnAVsj9tzeAM
WouQ7ST9SJe0RlytjePvRpBaP0Rg/y5b0DqhTlVotCvBEMBgmqB7gOPyn1PqjqZ7e+LXX9uwTIc8
QiO3wl18cVygcSDhFFIelU1JfYtxYvKLRgQuqFAP7pFLMKzdCL9G37iGrzeVwabitcINzMCWOMW/
xR4TjeHQxlgJD0Ncx8DmjS5mlPEdTJafbMJwY5arwym26Cw5isNVOR8O2UIF5hLwJqED+AyCR79U
ifqA7hWIIhw6C+v18xNfFK8viPAKc5wPaJtCmTjva9g/El3JiAP7fmp18xIZXo+JZt5szHBlHTF1
Y0yLe4RkdXE9amUXpjgtQf900vocagUK9tg7uJLnxecgkLzLJEnqxqkRkWe+iankE8950/Bs4z01
nyVl2ZzmEUcVXw9wTdWA0WBMnmMpRfGXGZTlX1FT4yEAvWjj/FxHeTGyST7AA9wEeDUfWUddaKxK
gwsTDdMDnWfrUmm2+oDWT77RKFzZO9RtFY1aHAVcguB8KMlToyLQdRAOBbqN1TBOB/jVwJyn4n3u
4eZ9+0CuzowVpJoErk43FrdKnFqBNIWATqA5Z8ecvBGAvycdkc9JNj7i2vIplHUc06HZJFuLTRqp
A+yOVGjITPD/ukryDzraO6h8ax9p/KonRI2EVcIgbeRyIqjM9w2PYYa0HZJHvuhis8b9iDtRWjWQ
P6gqSTgVHUMqHRtH4nrheHVQNGZfEmquzmCnoEsC+bvZ13WErA50ABchmuKIWieqQ7jDbHxOReyE
5bQs8SSj36SSEy+OQyUXCCU3WgPW2RAioFJ0GtNAP1Ao7yCJQ6Q5yUUNTcCU03NZpsiVhk5zaDpf
Q9qjLx9lhNU+3N5O12tsouGnUsCj38wNsthOYK59yHdijXU5Q08yraVnP26GE1pB5qemgYh5jgYN
pWwQ3ATD26OvLIHD65Ksj//B2FiEeccyB2i5QBekevrqI4FMuwWj6REyEyHweHuw6zyJKKTQnOXc
GBp5wfyg4rdTIIqIQ4UMqPuMKRdCO9bUn70U21wqadYl91MEJdumiQ4GAITXV4EtDhHj81uYiLIv
zpNsVHh7ZVm7z9GyOMJ4V97JZaK5aA/VG0nS9QliKDIyKKRc3kx4PtdWcA9iA7yNOmQwjsugOYV0
OTd29MoopGC8K0VuQCtisXyYCkFnR3h8r9owdUccgO7QFOwOt9dN/CvzY2OJoqOYDcwW9st8LjnC
tchJD2i0Ck2vMdC6i6lEn7V+mk5/YySTFE/jQUedbJHKdiiXQVzpu33vmyP6NJGDVo13seyu2xhp
ZS9SMecRoqBUTT99uT6BjTWNKfRjYO7W8CNa46gPav+oqFTpd6lWx8/pCGOvtrryU92bry8do0AH
YkgFlmDS31yce0R6qeqkoKgEXvGBJvh0yHu0KWN50P/G+r1AFZyX1Vu2AdGB6VqrVZGV8CPlobRi
+nNpGz2heLjVjxCfbblVLGYk4CsyotKLDWl7GFUpIzzLUpu092jeFZ8KyVQ/qRLI3l3X2I6b5ln+
6usKX16AazwoFSpmy8VEsmcYEl/v9gNIynvMlQpX6R1j47CtHQNM7qj+CRQB7dv5MehHzKFlHZl2
uIZog04aeq3aVO3x83t9aYqp8J4kfNBOpQ44H0pR4SoDrwbsZGFbYiHUesANz9j5GpIsrz9yooIi
oAP0vY3FkVOrGmOgTuv2pVePp8lBHTugPXxMuuH77ZHWghXtN64ZAaqiJT2flNloqTMlOG6UVdFe
mqo295kNxv/2KGurxIWqGbBqUcY0FsGq0DwKfhGsy9LGOgRlfuSgK6M8T03ebVyeV0MxCbJqXsIY
fYErWWRJE1pLtdni7yobnXXCImU8l31LjQH+0eH2rK7OlRiKL2dSGiXT1Rc3l4SZN4wiJI/iLPXP
AJ99ZIia4AlftvoLJHkkCRxFsMpePaxJlovFEG0DbplllKSBzT4o8MPkBiCrbj5jnaickjRWfyK7
aucIQRnlxjm72ic8GH4fdLH5DeRwUj8YBJJZV0k+x+Y4hn13vj21lcWja+cwOQ3MjLzEHrWVY0w5
Qgmig6ZdcDgasUjCzq0qkR24PdRViicmBFaS/iyfEYTEfON7oElCbYiFL2cy4MyGsquuob8DXkE6
FZ1qfiUFi98PVr1x4q4uucXAi12DmgtYej2Y9k2j9EeegIgXhQb8TGWKijvE1gMXIS9o93gPP9BJ
TjfO4squNUXdjTNPy4RS9HziaOxNTeXgdCIHeFDtQhlVS9cPkuzBQxcggpdRogkyomtx+RtfnAY8
slN0zEg25wOTcpUKJu3IfnvoD6ihY39WcSE6wX+x3FK2plNeOfYBH7lioyC9NmU641QDuf6Afy0+
eV9IjpJ5uZgyGP49GvRh/4CcuCz9mLpMeuqCOpKo4ObVj9tTXjk1PKJ4APOxHQ1Q3XzKZj7p5YgA
zr5FA2M6RC2yXvuoycJkIyasDUTSqZFuOmBIly037gu1tCuo0yZ1KGGrM1befRBAWdlYxNWBKL+J
xomMC+NiRmEzWXrixbIQRsbBNceEYaq7rY7sShywiOD/M8ricAYxQu1ofsh7lECak2V6SLkHjlAh
sl5dEwHvRbJOawReJn2ZxX2BmFSZdoEK1sbM1S+BNCpv1daiyQWMyL29G1a2oUVWi3W9KbrNS/gc
bjm2kyWevEf2Dck9hCuRBu/HS2TVw6VqBpD9qExtvHlW4hwJC3o3Ij8CG7JIJWQrsCScthR05tLq
B6WXb8giTm96IsM97PvMNSZhMOdYKMvfnu7aIpqixEU5gYL/cqvgeOc3acwuaVNzPMFIx40xguCn
IrPz+tvJIm0H7UZpxLzCyDo0eyoffg88pTo/5UVmHTGb3AK/r02IaiHIPQvior1sGAZ9ZbdjhZUb
SlLl0Zms8tKUuX7GH1h7bT2LXSmqIQLOafEyXgRpZ8AyDpsvdV8ZWXrIg3Y84vw1nmAzbtVAV2dl
ETtkUnWDl+Q8RtGpKfxRYlaB1BaXPOj9MwLoCPkk5bRx9awOxfVHTZGyIG2K+VBxCD4/tRJ1X+OJ
eYG2oF8K3FPuTLZJtrH71g4bK0VAVMnQaGvNx8I1IWoaky+oadXPGILiOWzgycW447oNZhEYV0/5
6faOF/fI7KHFqvHUeSmXU0tZAgQK4O1+NhDuR0d0mpQyjtyx7NMM1jwejAhQZxvojuuOyMuQgH8M
hZgCQ3Y+TQP/+qwPgArGKCUjT0fFgWhmH8PAQHMOQqFyHEIc5WFldTinFKGCsMLgKBsruxZlmDYv
d+Bd9GYWUTS2FCyighCwW2SrTxJeLDKADLM/UUXrf2R5Y0BYQpG+qyttKx++HptTT1jFw48qPiWk
+ScoJN8cutHDqSuPSrfV9SFGHW+nOkcYSbVb6kF/aKjgHW4v9vVNyLCGwjbWBfZq+b6FoU85q4Xk
hq26frDGyHuMUbw73x7l+siIAYB284DmfpCXk4vtacRDbgA46xkXTfPx0ULf5TgU5adXj2TpBADx
lCY/W6YQWKJTmxssFU6iph6ceApOve2UJ2XqzY1JXZ9N+ucCpWubIC+uwGS+GRpSVofg8B0U1bUs
RzhcltChymzvCPpV2lmof28EhOvDSbsZ7AXPXN6gdD/m26S1YG+3BmA9GJvhWS+xta1wmDsPDVTb
OgQ0/NrvKapIvOJ5HtJiWn7PrIvjGuspdLGCqYXcO1QEhpxHx0MKmGZjM16fgflgYhv91hksWi/o
ewEXsqoGDWq7RhzCbzVXnowel16I+lau4f2FofdGmWdtZHpn7FITt1qukPnIuWw0hk/Hc+8jxvTR
Di3opQU6pyiR4hc7oFlaVlgcG6nabcS+6wU1uSHhTAkCCcde7LLf5gzP1s/8Gk81IjzOHSBgL4OS
wBhHWfldnJbTxga6PoqMR9MZpgoDUm6Zj5cg14jSjzNinaM6j1SXB9zPAs319XarsnD9US2Z0KIq
qslDGK7FfChEY4YJSYzeNYqqw0ygq5sPoYNIu9I2cQs9eDC+4rRS3fvYr29spevPytisJeBlnTLK
kkWVjAraqUOOekcRFe88LfLOE3atd72m1qdAVtqNrPj6s4ocka4v+Y4NTHHxLMQiZ5DM0OrdSisJ
2U407FDNwNlUrj7fPpEv/c35/WwJ+Kqjij6aaHDNP2sSVHDRHX908YpFjbFPAQ/tKh1vVNB8Wvux
QxrryURQ508wtyPi/hGdkJ1QhMaUAEfdXZ+k5kaj9PoasVTCrkyCLC6wJdAPjahWBiTM5/ZkXAZR
7Qn2Wp+Nv27PXVzAi6lD1TJEdsKj/yr6wQnHZkvRO0D9HgrWKahaF4RPGZ4UjEaBn2mgGSBD2S7S
nI22S0fk8W7/CisLTZlFjE5lDs0Hsel/O6+646ETG9tsakOOH0gMmrNcGfIdmHht45W6OhTNM1g2
RHpwvfOh6kgj96iV3lUnqcH8LAsUfR/UNRLPlta3G4FhJQmjMszjSgPsJt52i5kFHSsho0yC4FEv
ZftWVeBGI51zp8FK3XeNAkddG8MTlGD7TT1V/pM/KVuUzrUVhh5LN8gGpA3pZzlnpAJVJR8wFFKU
h1HVMIYJ8cLO0glZQuxfEbRUJTdJ4PKTu7TPt1d3dXjOFcEDRjW80vnwelJ7QUzgcLM0o5dBXkoL
r4MDbUfGgCwi6PcEWhoVbU5eLllbaOq1JedNBhKe4jwvwcUaNCY4jnaoBtfv0uJ7gUXhKaEociwj
9W9ESC4e9jK0TyogS96Kr7R2o079gBpKjGIGlsnnfjC1I4o2IeI2anO6/WnXpgbKiDYtXUuFlGn+
aSNcMGPdYnuVnTM8mwzgQmJs7qMi3IJtrEUjUQgRSRLAruVObloZp8gQYGOsFWp+CTIbVSWcz3Aa
uD0nEWoX8Yh6BPc2tFZItEtWq5WMXeHn3HB5qdn3uKEaBy9HbShvm+l9YyBwjaqWc7g96MqH5OIW
tRcBo1BfoAi/RSDkTK3ej9HNM/2ixzUMcyC30IQrUFWj8bURFl7gb8s50lAHWwRHRLAL5us2gi1O
M3nEoxmAca8gcJ45OPxNmWwdp7JTpkPvhU2OxnI6fkeAwUBMHlVVdH1LoTrTUxPtd40cofoZY2Px
Bgh2M55ogCr+sW/Rjp/Q1fjayhaOsii0sUb4xJjTW0nxJW9nVH5nH5BmH5q7SA3zRybuJ6gwq6+m
hbJXNPId0iMHHoO6KDFlQV4lltGivYf45Xs57+/8HlVFTLOsu0THO+HVqwjjjTcmiFiDColY5d9W
MW45lAHUWrdK1emHgRrfXY4GwRdEvreQzCsbBpK8DSkU4ADkkMVQlJSSUspa3VXbrHiLJEx638hG
dqaj6X+7PauVAyG6VpRhTJKTq2y2rQOQqS1D0fUe7smpbVdppuAuSujGQa1UH1TcjjaS95Vcj+SS
piZfkn6Zvlg5bVIry0N5zE0zM3sbWiEFrYwkrOoBvzfNFqBwbY6/D7c4EFkiHtLU590Jgyvn3Ng+
umryhDvizqm5qjraoVjP6IV8uP1x19YRJUxkAXhzUg5d5JghCqmoClLQ7cdB/hJTovlcyn75IYnT
6en2UOKeWRx6eiq8EHQwVEB4FnOsFRROfPpxbjlO8qEOS9y7W+0Xrjq4dg2Sus9xfPlV1nQjbg+8
8nEZ2AKnyWIq8G7mx8KAEWJ3Xq24cWOhudOr0jMQqV+wRbo3QwOI0hyVbOO7ruwfh3IP1V2a7MS4
xWR7u0Ah2WLMzqtsLgo0SB5TEH/RrlaxZcrAIh9vz3JlJWGCywIdQnuQYux8ljXqX047oVPao3v0
RZGb+s2oR3j20rzbeF+ufVDB02Y1CeIUt+ZDSQnkrxRVB9RFGxkR0Kbq7eat1WQWPY9GVfdqZdtP
fQEh6PVzhLioaegtkUkZ4qv/FuDCkoKPRhKJ0R4qzwcMu8ZPZSKh0J44abXx/lj7oGxWCpciWyYS
zAerLLWJQ1tW0PCbho+0nOsaTp+tH007HDdyxLUvaojrEDg+yJAlvCbGr48uh6G4luNVNcZvSnff
OlMFyAblkAOtLfUA5b/daIGspKYOuB6yDIrBjLtIDYmqU1RWOgYGRiF1l9FK/LPlISa/L0cfNFiT
qPq71NPM57Qz2l9ZTT3q9oquBQUqkwIsTwOSX2T+kbEAtYy+LjUqzxUa6eakOO1JzxPjWxJX8sXA
X/wQAPBz69Gvt8hba9OnQAOoSTBFr2AKmjq0Q272GpJgQZYcRkvzS9Qs1fJ97ICY1XMvvscRwHR5
qHYHeO7J5fbs17YYD1vkFYRkENfofPYxHXbk1mQN4KaWuR3y77uwcPSzhPbG3wgPMH8FSJ7M4Co1
D5Q4CiwEyd20DxBsDOz2lNLNuKQFfia3Z7W2mRkCbBNPd3LKxcFRfbwlUivSXIQS85bKdly58B70
71kP/HiHjUt/32HPvDXudcxFTIHjQ2ERDDLqM/Ov6Rt5gSxYNRGW+u6phRV5wKcTnxr+3+FbQcHG
fe1EbTSs0I8QSkhCxGc+IDLiqJB29eQmihp9LksVQz5PUnaxjH1Tij/iDrHlYSP4vlwd83vUpqZI
50bIOVAZWRyZQZXxfI67EZ1PX87doRuU+143vG89lPH3iTcGD41fo3s9Fpl5bmC3PMY4HJ/GzpH/
uv0BrvcvSSBZA/17CG1XLdQOLVNkICQKf0j+P8twhL9nYAMfi6zMPt0e6vqskgQK4BI3Ko+iZfag
an6nRVU0uS2a2ochVZ1DgD/toUhr4zm0Qw9rXwQ0kjCS7osC6/bbw6/sLVHykwUGklRpCTH3oUGb
VMPQvWiqMEOXIUYNLwLBEO+1wfBOjpPkG53O62OEZjJXOakdcEEytPnusiPd7DAoHF1FUDC6xKwO
Wis5B8xYpu/YHZWnWLXe3p7mdThmTErzNpcsieaycowpmTK0JWqEVR2GH5JUfao9O39HOJTOSh+g
LMrb37XJhTe+79pOIgICCwZxzRN0MVk/xaTTCWIZq1UUjppB9e+lBBx/3MT+xr1+jau3bRIXUBRY
+7CTlnXVummrpDewsdAAgAKe7SN05GOMA+3Ky9/U6dDvEixl3Ujth4ul+OO7kLTrGVFVvE+bJH5U
S8s/3/7wa/uLRiXFenBXJACLQ42bWIRlAaEknCAW7AJUJjGhyEin4UsZ2SVzDETdbo+5ttgkUdRp
oMWBk17UxaIcy65o6Cfq2UX/4EyK+hFj1uRi11r6V4ZP4z3IHctVYr3fiGGrs+U2AsXJy5ji9nxr
KzniV16JMDKV/ubNUCv5nn6s9AnRq+auCnxvI3is7S7CB8fJAHJLp2s+Xgoet7dCnChhibbHYeDK
I+nDCWKw8407QSzUIjoTpviaNNgJVctabp7iuSvMMNHAHZq3tCZ0lrHpP7x66ajUiNcUFSky4cVx
KVH4G+06GpGPTYdyjzWhdSkz1HB0o4jOsoKdjFuHDUaikDmkjX2zEpjI1CD5kh3zqFrCfSnkll1N
ncqd/KnAI6ssL0bRq29aDMjuKZS3u0EZ8sPtGa9sGdIJrnUBSeLWWyyhQYffCMNM6KTW2LfqOp4a
WEAf5c74YMehero93FqQoIdNzUFoGhhcuPMt01NzLKYOHqEzytYedIB1oNIIXqE3zLeF1uZfFaSd
3RFTlMMgY4B4qCrZhF/qxc9hWyBMj2F3sBElX8oqy91FmKApQucUCyZxpH97AJHF0bKsm9E1c0t9
ih1pulhdW74H25Z997F9O8gjeqlxXwWfC56KPyLsfGTEIPX8iK9leJjwBnhoiEBnOY76jY2xUu6n
YkKzSjx9dUr+iygG5buYLK0b3N7Ia9Ryir5P3BDlnC+1rEnW0ZJwQ70zUb/40ae4Ru5pVMoP6C6j
MLCxfmv7hZqwTLeOBixQofmXSiMqwkFO0d/o8KLcpWSdxxb15nvRVOfpGGba3Yif2tnECRkxcyf7
UQH9zw/agLZ+aUnZI/BX/RRaRfoQVz0ue20sGRu7eiWrIQCSPqE1KToE4ue/rWfYlVaUjfLgRl4+
FCdt0sN7dczTe25I5yuy7ejn5ii58ykzZFLlZvQ+3v5QK4dZ0ANUFGzAORGM57+BgQgflpD0iv2Q
0HHnY4p9h2dB98FMbDo2XYOo9gE7Pvv1VwCcKoYUxEQwKosrIGpKtaM5jxkf4CpMRSvMoH8GlSZB
klZBOmDnbqXq5dWTpSmu6BCqgKlpy/eu4SkYX4W97OImVBVffWkMzhGtzvJk4wMQ7vwwSOU7JVWb
jdmK3bY4twxMssFTAWbS8mCAMtSxPMooB1VxUbpjhGcortL4Qu6wpNfyrTghouFyPPY+DyF68uQ5
i6sdbqcKHzpGlj43EbJTvD7GPrAt7p1u/K6BNDpGcvuk4vR50T1UuWn4tu9vf+vrKVOUgD3H7Q62
BIW7+cbStWjqAyqzLnAy9RPFIQOqnIEcU52h0317rJXAA3pFJm8VYAuauYvTHjg8cOSJczKpfZ3f
p8SmzNWSwPqit1VdPabTONrYDlajjvE7DMZ97aGvjRVNmm+hIa4zADAf1gtbi4QWqcv5xPtQQ60E
pgXe6+0IgKZUgtOEE87Gwb0OcPNhxM9/Cx1NX0AcsbXWBdRm+/St7fa+LjAswKqj/uZEnX68/ZHX
BuSsUi8CJ0ADbLGnmshsjSGNOyzm4EPaOUZA2JTCkMLYcOcBqtlIide+I5h4sZyUERCom08QA00F
AELduVpX+Y/5VGfPqjFsXvQi0MyPChUKtDA05JhIDl/04377jlRlWjpcLc5hepX+igqYdA7OMk9d
6iAshK/zeD8FLZL4VuS9LWNJe8wLP3Wbtrefbn/g63ycWpQGBIMYQT6z5B+gH92qEwwWFzclYKZx
EUmfolS17nxFAZlAexwDjkz1fpKvx1u1sJXUgtEp2CD5Q//oqjxfSsj8+2rTuUGIp8QeIw7v3urr
+D6TG7NEawiR2Bcnw88BZsV7Ty/aj03Z/kiDRnuuwyk5xEUwoOnXWQ/0bJp3tz/O9U0pfj2B4Rfc
Tqje892QB4OOk0/a0VpuCyrM6Pq8k8w8OI1SoWkYN9sW3JiuRzUo0uT3CKobGynh2n7kikaYlCDD
42XxG3h2pnuVw2/QGxif7gIvBTUb2VtU3LVjBsES2D1kT8jsi/AR42jXqZi7uZIkdx/KXI4xeMT7
dDw501QeO9q4G7fi6sSoZEF+gR9x3UUPax0V/6xz8eHOf2htmr+xnfH1tXsydHqT3LtCm295nOFS
Z3keEK+ypJEPjeRZbph2eHLl0uvxNFQRgIlTwkDejff0fK943OKOHVioVXR2dMr73nHNQA4Onu8U
r77YRcGCdRIlZAZdbIoWSF0Sak7rgutEXLVtm4MaqDiLB8FWiWRtY1jEXSFpqFIRWsTDomkquzCI
vzqn68/QTPRzo+JKrsoYYkMh3KAGrdzfCoRjFOSgx9LjWexDug1Z0eIC5HoQeFDXTqtTNZS+i06z
t3GzrAQ+VSb9BfLA04H0bL5e4JG0iPpW5zaWjcirNzl7P5MisBxdfVZ9h/Rd0ocD5WNv40y/oMAX
0V+lgU1FkVY2c11slUAFbkRXpnV1Kag/ZPFohS5WmNZOCcHJncvCUb4g7Iz5tIxz2bgPesqb9UiG
KrzNsYJiM7d4hHG/nP0CIqB7O+ytrAKtS04lVxS4k2V/JB/toqa31bsADc3TVCZfCkx5UOg2N+Lr
ShCYDbRY7trjXd0HgBsn2viDi4IHbiFaY9Qb1bfr9waPQ8iF3OpAw2gTzNe6xfu6byV2sTpN8snp
uoo3qSIdKl2qdracyW+kCruc219x7XKDzGhSqeelA91tscNUyvStVmMP2kZmkO8nacR+V5vwR7f7
TP0uFamMhoTcaG40FmGPy4qmv820oniHlBAa0ASONibJ8fz7iAfhiRMzfLr9O659GKDsohVGQNGX
4jcxJoCmXqBaEimS+ZxghXrQwlY6+LFDvSMaLBcLa3N3e9C17SVgeTQ5KapcaWCiY4/rqeV1rs1m
PkdB/rXzQgoEg19vPEnWzji1TVAwooZPfWC+7l5UT3BcJNILx8++mHn3OUaI8hQWTfYgNZ13ocIC
O6HUt3gCK/0S0lUOIABE4Tqy5LMWdu81iikuVJD8tZvWVf4mHC3f2Y35aJzCvEn2KU8x6CBK0Z+r
BLxOX2egTelib3GKVoK4eBTRMQFzKkCR88+An2Tid4nCKqd1cumimoJEIH9qrGq8M4eyPt1eX3H9
LMMbQhgYrYiUDgzSfDiMkfQugknkqkrQvcNWB8pwkxbGwehL/M9xCg3vfQTZ3uBXnP8p2U3/N+KX
TRWU9jJ9G3KT+S+gcuzwNHIaV7KUNwkmlx9Hvy/oy/XDxlTXtjJKu9we4i6BbzMfKU6LgN4xI5GK
DockxVpYMqv8GBtW+/pEHZgjHX+wa2SkyzJClE1jnOJZ6oaW2oeH2jawe6MkiVVWXZ+BtDU/0VTG
KhSYtPrp9oqKDbJYUZrFiAQKAQTl2gpF9fM49Rm7zSTz2EqNMPrCpffR5v8t93oWNXeDWW4Z6axs
JMAzdB2JFuJFv1jHwCgTTnUF29QPzewcy3K/i3SJN33oScO7wdL68tSpkvZ+BEuOiEGtb71QViII
aAxKsaboiiGSPV9gE888e5K82mWbxkdnTN5bRYeL9KS2R7lwigv69oFbc1u/fmeBThAQU8I6gjyL
0rMXWpXTNwl7OArtr1jA6qdkVAu6RFm7cQurq5OEksqdj2gvZKP5JDN5sr1JxtqmHyzje4VP8B2t
IfVUdUl3mZo2cAPfDPaWEmYfW5wHTdeOAEtMso7NUGx7nQ9DqOov3TBoLiSQBAuzMbOAHUVa/bks
tABbosz8s/emUEPOfOq+pjCne77n1N+1SVjuiRKGvaNIhLldZJbnYAy37CtWZwmNU9ThYIwucZG2
HeAcW/eNWxlS/iwN/V2CBNoIp1OtdjS3Rwl7yGF6pPxZbjx2VgIw6CGeOgQloMPLjaxiIhhUVt24
DY5QXwic70st92vAp8ADjED9cPu4rqRVVKQEt0KE+yt9j7aM7IDEsXHNuuDVDEuwxfkv2xIrWQl+
JIi8DF4MhXjJzbeNVdZelwVS48pli4dFFqchZm1FPd4VNiaat+e0FguAtIpLDDlN2sTzwTBXjYyk
m3jJSfr4obL1Kns7NR707bavtUdaJ3iWdZQSsJDkNX3oY+zwbv8KK4QVgA+oFtA/RMObIuP8d5BQ
U+g6TYHVqBjlgGw+Mq0oNBS192BOmebvK1+rPqparqePVjCqwnm78/el2ig/usawHvIo3dJyWQnN
JLV0ZsjUwRouA1RQOwnyXJgFA3XsH9IIl2iGao6pn42HsKrVYId0zZZK2MqokHgFhsghraI1NP8S
gRo7WDxKpdsVtfkJfnKp7fA3G5+VsELUmP6Fcx8Hbf7j9gqsDaujiAsNi3Y1W3w+bGVXHbhRpKe7
yJYRV4Wt8xDn9FL2DmYjB+SbwUpwU20c39Vh0d4Ddky1jitpPqwmh0pgehO24JnhfDJKdeDloHsR
sPzKL45yk7VHc/CHjWGvXSQIFsRBIfhJ+5G7fz6unClVbKsSqPiYs/WoKTXW753mJN9HatrvIqfS
4l0Ct/rcjnpm7pQ4LhPX66NSBWke4Odqo0PrKghrI4EIbaDCYxP3r92US/7P20uzEgxeHouiBc3S
LDMhxYiDvnB6VKWqTMXoV0+ccHwyNVQwUiwS22orIKwNSBin4ycQHBSS5h8HHFlBkRsZK9kqwNqT
RSf3VVKEd2mD+MDGQ2JlB3C4KEyILcCWX+yAdrBrO+C6dz0vMj7VlfkhL6b00ca41x3KrjiGpb+V
AaxcGmjKkem9VKPZ8PMJjvQM9biwaNzkEg4sUVJb2HbLib9DAK7/VDr9Vll6JcZCBIa8Ld4J4u0/
HxETYn1qmrSicBX0MfyFaGrOgT3QT41DB3GySZGCR8vX+/Sun0pdinZZparfXr2T4FajRk3LWeTU
i28d0g3w0qosXSUF4DtalbaTfIs4FuAZd7w91to3RgCHfjRaI6R4i03kJFQAOM6lG0RV985XkvFD
LHeoLdDMOWVTEWxU7lb2EdRFrBjQOCINWEq+Wjq1DZAgPAgTpXyLth6unIMcBQNakk30Z1l4ZHgo
+W2RX1YyAqEOA9GPRBrRr8XtqSVKZKg1raoQDMwhQIjBVWzexbe/5sqRRMaRcjW9BA3t0EV4DmUn
tJy4qN0kbnOI3fp4F9VWtA+cuHz9h6QTRdOAnEqMuZjQlI9N2mlt4zqZUZY7PwZZFee+/Y4v8BNO
j3WEYeAfbs9vZbc4uCdCk6Lfh8TYcn5R3uUprEFXM8PssRtxlJ107JjTcVSPvbeJT1vZLQhzCIGq
f9/vi/HsOEZAv2Q8s22CX5mcgtRtQAsUsja+KSM5fpvl6hYtd22S9Bl46Il8gpr5PAi0SVZVKE03
bjnoVnPgio2mM1/buZfD3v/YpCrE49vf9SV8zt6XtB2ggUEBhrdE83IxUSU2wqQbOyoGaoLcQG8h
snDsqYCn0S7slDxyy1rWPiihNcUXpaOee/THsjn5nUzKqZeypyGUlRvq9xSBluQpLjkGFyeoFeXg
91WUvp04lEKrQfOe/Drz/wqaosF2DU32h66b7E9Jbqfpfqy1wTrSQE78jdzxaik5DlzjgHqAfFNz
Fj//reHH+21ojbBihuBQ3kbcU+6gVfIuKfTpHBndDz7Bh9tf9XpIWPHUJoSoGoSQpRZJMIFDRLXV
cMuotrv7qe7raGd0vFd3FAqq6SjF5Dp3LdCarfTwKtzQ0aThwvuVa4Tu2SKE1yjy9OPoG24dIe9w
8IWrfOix9hsHUvw7830jlAaoSxDDhfTAInzXNjACtcTuBVGRftyNiHfvMXfOL6ivb/rNXB0MJgXv
BHSgoNQ6S2ETNDIyq0USHYhmpr2N0ZJ4qCrtqZUC75CnLZfh7fVbGU/km8LMFFcNKrTzLaNauKKr
ofiIsqdiwj0Fxvhmqqd+AkTPHn7vaBnqA7cHXdk09MlINskAANktnxNVWcjO6FeGOw1T8ckfoU4X
dB/owZboBCHof18oPNRvD7qyjOQ49IEpP1CcX6ZyOS6+bR1GplsHpfSh8wGNnaNMwnXGLzYNH1eC
DW0xog2vF1I62s7z71qrbSJjvq65wIKTYlc3gf5Q4gbe70g7oreyXfpAC1Rf5X1eqohKG0Ek/ank
hv0Ow5b0l1qmaA+wTVPNhaoy6TtTrrvhpIaqiq6X5ktnvQsbdCK8YLhrI1hLO7WRQS1aXpNHO1lC
9m7P0kVfzTwev9z+lteVZ1ocMk5WPPt5JVM/mk9PDwwyNizI3MIP5QfA+mq/cwYjFcjeKqp2/WC3
xoG3XXHfGhXKlNZoVNFOGkKrwQVEs9Lz7d/ourwkfiPBRaecxVt12UWXaz2oqE/mrgPSrD+wqHF9
DDV/kg4IH6q0OKaJR0lWA0XYYcae/NR58KDI6ONOt58i2az3Fcbo1U4GhZ7tTCSwczaorMvHECJA
vA/rKHrKSjkJd5Vmjl+odxv4e6MNHx9yLEWeR9VCeyqJdbwoMEFuLuHUOyGi/oYCxwam/I/bc77e
0ShnIFgOgRRNFIrQ80UYkxLi05gVLvQ7cz/manKu0gaAw9Rv9bauwwREIBo4vIXo3V+RRssKZoaf
Fbmr2lX7Jeh0Ex6VqWCDg5DeTuY1uHFaV3cYfS0eCSJDQBFlPjks33BTB4zqqk3UH7jY472eVPHB
zhtIlV0G8aa0ZTBmk3GYQGycs9Hz9oGVh/9GYP2fmbN7/eL0/iMvxipEXX3xx//6s/iZvW+qnz+b
x2/F/xV/9X/+0/+a/5G/+Z9/2f3WfJv94ZA1YTO+bX9W47uf2DU3/+0uL/7L/98f/uPny7/yPBY/
//XHj7zNGvGv+WGe/fGfH13++tcfXMS/bSXx7//nh2++pfy9pyBMwqIIs5/11d/6+a1u/vUH1f9/
UnETdg5CGYD6wB//6H++/EQx/4kzNbURkG/08gR8OMurJhCj/pML66UaCAeB/+aPf9Rw9/mJ/k/q
kRBjBfwfPg3SVn/89+Sf/n3V/vuL+z/z//z5H1mbPuWQ5Ot//TGvsUqiCkUdijLUfEv0ICuK1kin
h8HsL7RZfqhJqu9TivvorvUHA8rOkRLz998+zcpo88vqf0dbbECcan0/9JzxoVWbv3Qt+zKEw2es
AZ4l0/gWKe0W0G+ezvzvOHy135M2GaaN7ynl8ODn+v/j7Mp649aZ5S8SoH15pZZZNOPxGjt5ERwn
oVZqp5Zff2uM755jM6MRjmEgCOaBFMlms9msrjorZkSOcjc2Fr3J07S7Mwd5uiuj1A5LplvfmMFq
SoBijY/9kBY2yUsm34/q3BYkN4q8W9mGn13Mvx+lfv4oyrRpSJp4OjC7eUU5vorbQTHvtcpZIxn+
7Fn+7UGIxssGdRtlA81qRYq2NbKKDe5TXken78har4VwS50IGUTIyWWDbBf2zoLqGYf7UootIj1f
WmPmX+hAdMF6gasniJf5QULF4S+UO43bRgWvrDnbxV3HwdF33Rjf3w/+DUb/mS7x9QTVHY2NOg8U
syBZ86RDmCOwSmiR0MlO/LhseVDpOvQ0GlnZ4mFffjXzuA+wSQ2G67jUHyQniZ/rqLNVl/IhvR9G
J5VJ26jJaTIiDWeirWf7uOb13fVPFhCs/36ycBtBflortLjjhzSf4lenM1GMW1H5sQcPSExsqekS
Mtpm8YIXJxviQnkaE5bU2tpRsjhn50X7cB2KcP2I8ArDD3lWuXiZua219q2UJ1QODgQsD25fG7eD
/owoZYMyNTLmtpekjg+W/t1gDC6CdDdv9bsZWV+JpQDMr0zNwu4SE30Vj61aGjEzfLqVaSDbx/S/
5fX+nXTBa+m8rScNmJBDbOtuap2KOCVz27tttQbaWvBXYo2ZKseDqUroQW++6dVRW0NnLW0lweXE
DW2kOsdWotW3ygEoNEncNLpxmjVnsPThgseZ+zbNdAUd1EWoNZ0PRNvK7lxqWXAzqPqDIkFy/nTl
TsaE82glEbVgKKJWldn3k2KD6DasJyn19T47toWxy2q2psiz1IEQxxeOymncm8kBVIWtzziTiV6g
HFPvptvrbmDhGP2LoiJP2qrWKivsZXmHmmVKosT5VUpsPxt015rTWt39gv2IaGe5BMSKN5EdJtTZ
gEGHpGrvdyhUUq2V28/CMr9DsT74k76EwLaVqnYIupZtPrJNXRYrwcZS0+ffPzQt13oST0ZnhwXt
+yDN5N9ao65BopYaFyIMqXSojEyUHUayCi8W28idTvKP6+u7ZEHCts1rBULxlWWF4AA4TF12bzbp
bTTV919rXti0fMgVRQILY0gT675NpgDYlTs8GgZfa17YuXykAKw3hhmWw7RNlQjV+2NOFL31rre/
MPUiiFaVB5DAV9QM6753lewJogYrX74QDMvCzk3lWh3YzMwwZiaIPJrom60P38F0ddPG6gNyjDYB
QfbXNrEsHOVSNHVsAAVBOEmZRRgFtoxWb12d36esKryWr7FGL3iLv3JtMweRQ4aOSlSKoRY04P3Q
ERpFO9zYc7y/JWvRwYK7EB+AoHQG0pEBPaVUaYnF0U1k67NXduW+S6w1auolAzj//mFjA8ySDXaJ
bjpk+8BPPKrE1uavnTtiJSdAj13c1LCuopb0vVw6jTvJ7bDS+tIMCTu7GTIwGSGhGnb2K8tf9f5I
q+98LZW01LqwsfMyUtuEJfAb5R3rjjjmgkEbSd+OK1tvwTHJwtZG0npQkROwQrxwxtuIl2AEl3pM
EDVXuGYuDuFc7f15bVkBtY6COjBWdWIbeg5acG0qiVy28qaO1JV1uGhC6EbY6bIzaFwfBytEsQp4
4qhF0rJ+ve6fLk7SOZH3eQg5r2OqV7UV8si2t7RU/bOaz2as1mRMlzo4z90H+1eLOW7KllqhLGUT
KYvIq4GCJnlbrAChl2bn3PGHDvBeLs32JJmhrILgPZd1LzOHNRX4pcbPv39oHC/n6aSWkRkqaoEX
o6ZKiE3TlVebJfMRjmWeapViDo4ZNu2AvLv0vaxR7WY1SkU4EONfW2BhE08a1Sq9tDA9ifY09Op3
TutXVWFrb79L6yts46lMB9qDfjZMukNEGy/VCyL38/b61y9NkbCHI5S0lgDxmWGb7Mrkru66U6Fb
qB+Kg+sdLHy+mDVmXTSj/gqfX3TJGwOO5AVCm81DDsTRyu5d6kHYvWkGAlO9xwLocUtBCcsir+Sj
6sXNuFYbuzBL4rNf30xp2iYYBI9ejVYKGmj5JCl15yj1r0/Twj4QOUyaEXIRullVB6Pou28atbWN
Y2bt7nrrQs73f5dWPM6c5+7DNqNa10m9buSHOc6pmxpdEQcRz/MftilFN3I3Ws8oomHMl+YcMFDZ
lvBkq1gtf4xTrVv5ivcL7F8plvMT0eevABezrUQgAjtIeMP0oQba/FRQArPTUEBSQ0sh1RKS53KS
EF2XHFJBga4jDgQKtU0uqfqmyropjHUruYMyt+Hm+WyFtprWsTcnU3SbQGdxLzfRRHRQdXpJHI0N
gQySdKh4vXpon83q0iAEp8IcPjYoVGsO2thAenwCKwKkeEFdwQlglPCQePVWDZLkFbAuCehQ1hIP
7xe6Sz0LniYrRurUBssP3EIhYcRfxtrcl1D6QN3X8aw3lcXpHjWmHT6rKa3j2IL2ES8lkmJu+kS9
NWduEvssinXdqpY2nuCZkMhJbN4l+YFyhe87vTZ2wKdIN6nT1ivbQqDU+NdwBf+EV6BMzqQqPyhG
hXJJJx74TLI8xyO/3JhbltEp9XQsXOyZE5c3PJE4nuMNpOKA5taPCfDtB9Tfdb+uj1moCvrng0QG
LXCT8VKV2BQaxAhwmHuJf39rE5u0u4ig580ap69QZvZvT4KhTX0W5RlYS8IiJ85L/j3bz5Fn31p+
+6b9MRPSUVdJPfpzZWALdm0I1qU02Eeg1JhC+2id6A1oJYDPRCqTcPKW3kwesBquNbqaH2/HlZvt
gtMT8SKpk1qcl+UU0lF/MCh/nDr9cWU4C8YpQluVpMxGFeFpWPu4MbuFDzlygvdaormaq/iy17hr
dQ4Lp4MIYjKrAs83QzGF6TCcusq61ZMsA4VL5UuDXH1ts4nUzk478352MixPLd+msnTXJMbe0Pma
0uPCIESFxzjKat6VVXaodEkluPHG4KyPCjIDtOD3Zb+Wzxd4nP8xa/Fhu+jAFonnVnZAPjL7AWfP
9rLc5ntG8do5zyqw4XigaQioa+l2gj8JkP2gwAOPzaHkU/EtAmh7z6ap+sOzUYaoHl7iR6JHmWIT
ueD8FlgspSDUsmkIDPJw242KHOZqqbygwAXCWSmde4DZujVRsIWpE/GWrdTovDHtMUy1mFTlj7rr
/aKfdw5dIzJaMGaxyBUVTxyyjQ4YjJtdPqGkNS6IpD5c3yrny9SFY+UvsVdmSm0+JlPY87773oFu
HpukybQTdRzzAHc3BnWkGLtU62fAlB1lxeMsDErUjRgTU2MIxbND7pwAeT7E5W1irQEMF9ZEJLnq
gSuXE73IDgPLz8SYU7mldoZiSJyTYQOuoRXCvQUXJlIFUcV25h5saAfedBDBsXIfT+pracXLDzwg
PT/3+iFsQ8mOYw8zKw+VU26jdHC1GEnq+Y9Rg1xdOzk2cr4miaVv1y1hadKEE6cHIX1tW0V5MKFV
AZYbV1cfWNYhv3v3tQ6EM8YBt5U1mxU6SPexfOiSQ6zmhGG3Xm9/6cwUSf3ZkIwdCHDZoYJM+M95
mu2gwRsZEEky25ao8ts1acWetcGYDlWaIIa0OduXsdo8mVRTvK7i6ZbVTbFywi3NqBC+KDpkbJih
s0Pa2Nt8Gk5VKb9lo3Hok3ztCv1eNnFhA4vkEnZV10bcN+VhcEcvD+pN6rEA4lmB4pWu7Y1uRFDU
teGb5sg2kke965OtnQdxqV/h4oXXvwjPsQjnO2/yjeCnQvpN7VK/dH9z8nw43Gju69MDRJZ9mTRE
JQ+/fvXu9b4XfIdYCtvUZac5ZVoe6iHdtJCbJNU43CnqGrB8YVuLlV5g3I80eRzTAyA51auaKCzo
yl5fcRoXc7BgyjyP6sO2Rl2HlsgDnBOVoR/wCDytW+l32fyGeP76/CzYncgZlTcgSaQ9euilgbnM
gDqJDFnjXtbuoJm35p+WVkHwF6MD3k2lPjtZXoAVDfGhg2vrf2P7+idQMAVnMUrTBMKaPDuoc+IV
0i/OKLETCaRfK/fRpUkS7i9yS1WA2vD5MQrkO5A3oPbLK62T5NxfX4UlKxJ2v4H3T8h+9+zgJBqo
q8odSv1WNt9C08b5MP9gQkPscHgtPKsMjdkdJCPzeymSVtKuC+tqCBu7xVUuVcwkPchx9Xvm7XNH
ix1q5NQVN73UvpATBdQNBaLAux1GqhzHRP2dRsoeOKnf16ddXdhfIvrVAuEupQ4CcnB6eZmfB4kP
+9y1N/yUe/P2LSdyoICG6bUhldv9Zpue9G7qRn7uaitDXFqf89A/rI/S0lwqRlw/dECMUAuzYXKz
YrYXZ08Byvdz0+mc6xlPax7G9saREwKokkuzx+tzd/G7Ab8Q7MrpYzvPjI6HwGISjd1kxUrDFzcb
GhZsCsV3VRHXZR6yOJ+RMOkovW2bSP5Tzkp8l9Ak33xtBIJxJTzu9KorurCSb1FK4hXxmgbh0tyc
h/ZhTScGAbkOpIahLW+Z1pGsdFas5aLBYnIEa4mbZNIHJ+9Cmj1Ap2MnVQ+AEKEcJvV59N8q7v7n
T9HJeVgfPt/gJjSjIpOHXQf5NZqTbGoIV9bYMy/mD9C8+rn5zpitspQhoBT3eIZTj0r6KKW6axeA
vONNEaHlFydLcNsDKnooJEi7sO9scM3saqp7vAfCeCpBK3B73YqWRiNssq6iKPEGCCeUbaqA6H5K
tgOnTiBLvNyjUrd7roGHcIvYif0v9SgiUVKOG0RUJB08enpoFPux15IDNeTBzWjeEFOh+8L8b4zD
/9iCyHIFHCR3KuBpQqmuyAAcRPal2OZMbvXZDEoILmiRhO1nMLk/ygoUygCX5wAaRY3LYzkL8Iou
rYTXC6skIlJmWU14b9VdCDHz92x8TpqIJ3vbGvCUzUwkzowufVFGFNxeX6UFNyYiVDJLKiI9VboQ
IC12o6J64JZW7RwgOFFJnXbZ16zhLzxA3YBGdow5yFw9pMYHH5Ils5+csrXM6oIzE3EASt1AY6Wl
XQjbJr1SEyX9dX2KFpyZ+O4/MbMYGg7bsodil1JjlyT1NlHreJNWKLqvo36lo4WDUJRCp7qdSmrE
ulC3ssDobhN79tQ15r7LV8mzIPFnQ27kAstZGn1IIzq6KPAbt5pSoFDdmqpdOkuMGB2WG9zvKgFv
gnlbZ3EZSJqao8oNYOkSkhxPlraq8Xb5DQcfJDhYC+JVYBF02jCym4lkUbLpa5DVUKwfak+/V1L9
KBVFgGog35FryGqq838jx/vHXYhV4aqqTnqiYVMPiDVk7bYan0C2dt1clgxR8LRaHI9SXsLS2/Kn
nbxqyVeC2LNm1Of1A3ZnSHUt6kNQCYPy+ikHFbcyrGk7XP5qqKJ8bh2yjEOdalYf8ib1URW4heSP
d31CBN6A/59tWYQMqGYFkTsLlKxzCZFHVcoN11TSMtTqGpUgBsrU56RqfSAip1fQYoEsx1R15vec
pjvINkGyO4FwiQzaMT9DnecmkSj7ef3bLrs/8Gl+HjYoSCVGp4aHTlGB1VTeGnnmKvlWl5UvmYMs
0u23qizPzShhU+f7BpqC2UrG4D0O+StboaCM8/OnA2+pOGmHhgHV9atddk9D/qh4DBmTOODE9Iag
3Dn79lE/2GGzYW61sp6Xnz3Rs2Arhdrk0Tg6iIwO2snedDsjqILhiASQdJMcq7ANih29HQ5pyHw1
jPeR7zyWa8UP75H7pXELBzJ0guY85nEe0riWNXeEmmZaG/3TaAGX5WqoRXqMTZvdonw+aglvHTYS
yJKw48Rb5btEJchOm1ztb5Ap0w8MxeGyLyGQZC4EfBvNTU09u+GSCi6BvCogGmACgYpaQ1shLGIO
4dacuK2cVmQsZu1uRD2Tl+vx7ElyH0F0mcs+jUoZzlVXdnJtjCcKVetvZeWofxyQ5h0rs6tfnLku
PcPujMBE2YSHykCLGA7lN1JJ8yCFwAvg9Yr1KHeUu72Bh+RibFmYdwUjozHmQSHLo49yMeRR5X58
KsEAswNZgO4nIIZ9M3pUQxG8wLdHkPiZgdVk07EqC9UHQw19a8qkLQkfQNKIOsoMoX9dsZsK5dUP
hZZKMskMTXqNICZ2UGuuEGqAUGJCJQBwb3Mf/wKDnkNiDVWR4AvqbzITJJESqGDdvop+GoWlPGsx
NGHqKJ5vLbxj+DObgVjRrBpyCDxlXoTcoQt5oALPrKDZncsKl359jipfMXNpY8u8vZ/kKfKrTAeC
wxyGZ2rMDAy3MddeEORFBNBU2LSUFWFTxxl0jpSZjHxizw1roqAsk+7G1nMztHLU7MEnO7sc2E2X
O6yCZnMfy/6U9ZZGiiSZXBWcSxGZTFCyIklTmKQCgwol0MjjPgcp+cGWNOWhqjQlJ2oVO3sQKD7T
Ae4DfolORYgMtr2n8yCtoTWXHLJwOYvlRodyReXsx/RpzBs/jddoAy6HGX9VQas4/y1Dqp29OVcp
0cvWh9jgz7k1t9d96tKXn3//cC9roUo6MgVX7ikZ2DEvjBcwVycricDLoAEcg0IYk2YUjKMomwsj
U9M9UJDQ1znpIj+CDNE+KooxoBFL3QkKPdDcAuEC7uSTS3PwlQIYJN2OaQXMEcNBJENoBhKanXoa
aTGtDH7pQBGCmrrnNdiiUx4O6hAhFk03LLVtDwR5IPP4GroGHlgwDl2iLRiwI9zcnQo5xJuoeLq+
dgu2IeJqDGhS2s1Qavs6xSbI5+xnm8Dkk9ZaOQ4XwlDUyH+2jlJLWDS0jbbXHZaHtlbOWxP3GW+W
bNllrA9LJY3Bo866LTNSzx6ADJCV4tTl/bjRJq3YSPRrYaD8F5VNR/NImUqczfMOHHJgPyDUXMmJ
LxiCyBAPEc98auIiDcfqpDkQG7DHHaDpm6hfe6Z/f/q/dBIKwUssWWNSnq1gwP56HKYkOVSQDtqB
rUXa2k49o3Kis/Q3p2vnJ5weBS6OShrkBl4Qxwmo0HFq2rsSSSAwo5xz0pPhBEWZ1VtA6BUXr7TJ
1olKvkG9WrmP8CxD9JjiVdO2Qb3Rzn1gWbp6V8vTQBC694FkVbLXg6H+2TGkaV83E3S5eM6ONlTd
b3LISm4ToIhcy04Z3hVjya8MCeLOs+2EKfgzPKuJlRuVgh7D4VAeMUf8j0OQfIsEWHMXFxX353bU
XWcCreJ1iz8HLRcmUXxYbWxElBKoI0PuZcwHb5N1THPSMW/1orPgD8Un1c5O65JCJzdMlPYmG819
1a4VKL3nNy59vbCb6rinBnjY07BROe/IAAY4tktMyh5sypKGWG2ls4BSXXkpNGffNXVD5i55Lvp0
CxEa+jORM4DZudTO+8Swm0CZEmuTKxUwJXY3rszxOSS98JWGELKBlXLgnT52KKKaKq8ClNdPwOTo
N6qubwFr6Z+BRHc2shU/qV2+RuOy5MuEi1haysABlrmDYzl6HcvkUefy0+QYK1eHpWUV4u+8qSro
lCJtl9A7y36O0sfrBrnUrhBd55mK6DbN0rBtGejy8BJJ05XDc8EniQgFC3xASjHCYZimTKp+cOW6
9OWUb8y6869//cKki8TscdGaHd7oupBNNxwi5TpopFkvB9dbX5ob4XR1SgRbGTunSqeepNq2q39d
b3hpZgRXOkVxgXpO7FGl6/daZbx1fe/bKoXilbNSmXc5jQT2hc8HHwTBurEHdzZeIojDjlKVuXJx
kprRbYo1vMDCMMSX8ygBw9CQa0nYzeaDOSW/K33cZVF/o6VfjO5EkvhqGM0YzJZpiH4mP8tnzdcT
vqYFtTQAwVOMipNAAoHV+8TRqV+0gDcBMaI/lRC1+gZu9HplJyyYqfgenkrt6ExSj5Mf+lc23QJN
5avJipUuDeLc6YcA2Bx0xqmCEBXgYI1o9vDomNMzqOo8dYSzvW6xSyM4b5EPnfCogHMzYbFqE+BV
lpgVdSPn7nrjC/vMFILs0k67VIdsdthZXUT0qgF4uSu0lRh56dOFXazW9hxXdtOFjgllvmkzzIbX
6ysB5tLkCztZlSCbXNhIoVdTYM1BM3lD7BdrpL1LEyNsYvgJSnH9xtKahYdrqVuvMR0tTIr4AE4R
L3axikR8mz7L8e/IhPI1X5nwBdcjvn9PfauO85jB7/dyj1hPSfweGMT9iCyo53RlsqUDNHS/YDtg
pBUMc5oyrU1HYPtqqy8fUhDN73tZ77/YumCZGaiJmdpbYyih8HhE2U4FoqPrH35xBfDhglmOtl0D
IWqO4aTfgboTZr/vopUVuGiVaFuwyjYzUC6oKmNoz8ci+5VpN3rzvUpXUsMX1xetC1Y5D3IJGobc
CWPj16RVpAG5ThFlhBcdyoS+XZ+ehU5EAj7KOx47zjSGM899xMzEtg+GUwQT8rVj/Pt6JwvzJLLJ
gz9MoRX0PEOrV4jjvGV9d1D1t8SSV0ax1IFwwPBWNqZ0hv0ogN2Ms1G4ddUeIET3S5btL9XI/03J
Ng11i2iXj2FUvTHeH5wYIiLgab8+Rwt2+hepDaeQku2MMcw5dyVIZMWAsq+qa5430l+xOr5d2L5Q
O0R+DGFDqG+iPw4nw7E8th73nT/tIyhlHlYTuRcvBehI3Ml9GkPPBR3Fu04leBA8WIHpMiSwR6Js
rGN0MvbFLzuoA7YpVrLH50FcGpywxWt10mpANjG4nOdBi0yvKzPj6fq6LNV2aMImz2OzkCWKEZ0v
WQHkUwJzJ+9AWXBoyBTmru1e72hpFMJ2L+LI0CKINuNCqXqV/uIA2nK95cupfUjbCZcaPoH0bmyH
MWwdLb3J2sq5VRhgubmWRru5N/B8MSZaBi5Krh/z2sw9e4yUnRJP8kMlG/0Gx7pzyHiNzIFT68+g
XR12hRwxcIzzzC0GpXWVKdZuqnRIPNRuOR2pwPC2Vlz4jjC5sMIiLAesS5TNM+bGIGxn340v0V1x
Y+7tTUmgBujGqHE/WTeczK7sZd+7lpiBhDeSyl07x99d+qUvEDzMLMdqh7KmMcxI52FzuhJ5yXcF
Kcnp0b/fJeRnHrDTSDaH76/QM3dhHDJ5vT0Xc5yRrSngpUkgeba/Vniz4C9EvR+zgDrf0LRjKOtB
zFXwrj8pIN9bsZizcV8a7rnXD3FokUEXqzUxXGnb+qMnEWMLjiEiub87YsFzdL4NqGzmoYIXG0Be
OfEWZ1lwUzLrJ0nSsdcGdw7wLkikg3HedPib/Mkd3Al/6Q4aHcQhFml9hJhEwyK0RCHQ4QWot9p2
+/7N+ZHemG+RQ4yJGC500VY26WUuIWwlwb/FOm1GtcQXNrAC5UBDFpSu5Tb+gDkBEmZT+SZgxB36
pOB59q+vx9JiCx6uG6XaSsYey4GdVdLKQ9GIqTxdb3zB8bwDtj+sNe91e4rOm6vXAzAF5fzn9XaX
amje5/BDw2nUq9KcoWH+Rr9ZWLGzIWlef5Nso82PmiAv66Mc0e298Y+2P6/UHs+LpDq2K/HZu3+4
YMYiWsluLJZFNr7AQN/RRvWzbYwiK+p32+gQHSy39hrfOcoB4PR+6kte5Nu+tuuC3i2e13bq+0lx
6Svsz5tpsGpm4XiHVd9N/rCpTtGeH2ZPgRfJYT14pvaNe3Wn7qotI6+Vy9x43x3LU7VvT+qWucat
4a0sydlML32K4Mbqmo9pi3fREEzvIxwYvbdwpJ3h8N222mbYVj+kH1FP4hvFnYjjtaH0WG/XutfO
9nqp+3P89sEiGg5S2xKvNEjL6u5LTyBD5kWuvYl/pbd0a3Ay3WghTsCnKLBP7YG/6kHhlQHITbA6
SBr7KpG8tXW5/Ghxlm76/DUjMKp2Ep9jlYRIp+6xYmR+Nm+tJ4oA6dCeQJv4U7m9PvNLYcT7R3wY
uuScJXPB3xDOJ+uB3Uo/odrhVv4UGHv1gFVeIRN4N+1LUyw4KJzgQw4SRhjbvjqw2/pm2JQb6x4T
+mBtZpRFGq5MUNa8MXbT5vrYFhyIyDPvpDZ3hgarOsQKiNhtV6H5ir9dcHzvKKMPszbhPT3OZMxa
Bbhm127sCZplIEa4/uFLccV7RdOH5mWrYbJ5PkSbgJUEbat3xq7e0ptiq4X1U+2pb7kR6Kc2cPzu
Z3YEbyyOcnaMf2vfVz5hYUuIzEAmwyWyPR95PJhctoPG04Zu+w1EEPbAg28yt/UGb4Tx9zsbTqra
DCtR85L5i8xB8uzMKuALCGxzIr1Ut8Mxe1J30ynbWfvse75PHgDuvT7KJesXgYJ9xCOjKbUxNDfJ
lj/Kx/TBRAxtv9jb8gTYY/w1UxTxgraKGgDo5IwhNSYvTaH/1K7RjV8GPIHOWXAXw5RKkw1ZCABk
xsDc4AF8C0XMvX1IdnJQ7/qd4WYnZ8VTLxi+iBoEOzFTAGwYQyc6WfZ3Sd5F9fPKYizclkXM4Fle
BDrGM0LHu+IeL4TRn/y7/qR+r0uCtGBCYoh+QBiiI9JurYhlaThn6/+w0VD6ZGtSgS7rZnanJIyc
wjOKlRz8gv8RcX8gDxoG6DQhOgKUNmWbeZX+dKll4U7WKqg1pDESPE2r+1L8E9nZlVT1+ez/203b
Iu6vHoeBnuvSQs4N0rMEzudNTp+q8U1nmPtmbZNfvo9DjfTzxE/tFFexKp8jan2v+jlq7lJPuq/C
xi8PAL5ukyA9WrsacU/kX7evy5Nmi8DAeYwwtBoerZ0fM/YE1oWVw+Cy3UKu6PNYlHhuIeCN1UBy
B0Ah7kIbxu0izRuBqb/+7ZefXsFtLGxy2cSbrnl2II03vySv9EbdJ1sWKKF0Y/nSsQQELr5vbtg+
WrnzLBzY0G34PCpQ/Aw2ZGeQVvrRJAQ84cqj8VzclU/Rd9p7uD76dTCZmyhUD/St32q76yNdiM6h
K/m5X0tHEbpJMVLoiRMjOo0BJPn8Zqd55wA5c8HD5cU31Z9sV+yqV2fP7lWwEZwjhzVnfdkpQEfj
8xcUs82YWWI92254aexgiI1jq67pxLznti5tMSFxo8V0trIKA6z92jeIjCt7uxmOLa6LjffjMUbo
nQfGz3KTHW2PhS1u7bimk+Z37p8xjvjXd27z41qt1dJoBV8CnZ25mZUeyWJ1TIhqaCmxmexW3Aqu
r+jCvhOho/MAVfiyhY9tLJRbjYc4+3294YX8EYiKPi9UXhomBBZhomdQKtQJPCOsgnHnBOlp3Jpe
hSuUsp9gHYBjbouTuW3gUq73vTBrIqdR23ag0xmwiGOnkLZ6TQwUMDgrM7bUuOBQsm6ezGaAp0LR
jE/PtMNQVDXWXj0XAixoI36etmRQaVrO+HbtZLw0j/o3+Zg/NGEUdN+SX9a3KSbKShS54OVF+BXV
ZweCeOjJchJPHjO3iytSRc/2cKclfyzgTGeFr522Z4O9sK9EfJVVqNGgyrCGF9X9oZDUe/xxzAgu
+MefyT74WZIgIfexh0xRTlCSsDGR7JXJH4DCETv/Cb/d5e6368axZPGCA+HDmFW8x+GWy9ofw6x9
zVRWml4oV7f/kpeSjBx0TWi79Ms/Wu6OJYH6z/RUPVj3zg920+7qAJh6z7gb99wH9j1MvxTD2rbg
KCbZjlldYzGNqgTXXE/KYfauT9jSYSPyp0BQzjSUGS43eppc2e+PyT49RbsItODIU3Jf2sgH1WO4
HEIMdrq/3uvCNhO5VFhmQVaDIT4b5KOuPxbx6+Rsrze9QHRki+CXCkRKgORhsnggnfjBCJO74sk+
jPv6FuuzT06WV6/0tWBtIqasorS2oJcMLzj2bmlPwBHfXh+FdXlHiViywhnkUTtv3zl9KkE5qsSG
1w2QsLZnd9RXIk5BWPR/BRvQtTyP60MMnqcV5E4s9DKetBNkU3cOAVMK8m/yqfGjt+tDWfBEIlJI
LVpJd0asNaTfDry7UWuk3gArj7r4UOpgNJqMbZEUKxO3tCSCA2hxNJhFit6M6rHSXmttpd2lUQih
Q8HlaVLU8w0p7VwIIaUQZJgGA8rqD3ncotAATD7qilktrouw37UBr5ccpRehnaskYbumrN32zDGn
I8OdICuqlETVn6zYPNT1bZ8Z5PpSLWxLEVY0yEpq8hwero9uI/MmLb9R+8f1ps8H6IUjQoQTMVtC
zbaFdWn6+amKcm+wrP00FHetlK8s0cLSi9wakzbl1Vh21g6w7BlSx6y9NxRtzbAWLvsQAf68WbI5
j4pZKqwdVMs6Sgq9jzfc6DWoLSjmTgIhYGDlLN8AiljdTpLeb4ADaN20deztaP2u1Qj6RqxE3epk
8NH2uW1nKwfwgrcQeTmaqHfKptKtXSlBobz+7swcYkd3DkDjWvKlcgLVFqk5zCxilBfQtWv4oJ3i
WTVPQJsBHpCWa757yf6EC4jp2FnX9YqzAzlg8zqkCd8UekJPGrQlV47SpS4E/6CYc1tWkHPYQYZp
hPITPZZy8wsFHSvZ1vdj5pKhC44isoE14Ipq7TSV9qGqxw7g9V3qzWY5EWVI7F+JArJyWx/BgtCn
0aNadsM25/b/cXZly23rSvCLWAUQC8lXUpIt0XscO8kLKzk54Q4u4P71t5UnH1xTrNJjnCpQWGYw
mOnpZrcsrprUz9t6RkYx0+Jogxh0r3mkHxe0pQSdxRP8k+bnbm4GCUIoH+mk1m+lTapXmlTqiw3U
Hm7urLhNl8V7tm0oEmvu1PtCxu0RiGtIcGpo7zna64I0U+kepGLWq7042R0IVoAlmXqQ1Ph2nk5H
SP2mi78sDSpMJD7pqSanM5vosUxz8k7bavot7bz65eSlLYOeJKDWt8GpeGzQbHJEax17m/qOvZbz
2O5LIkR96CRBaS7ObCcoRmRQWjWC2Kdp06Njg3kWNaeRHHJ04YLHKcttRBwu2oZ02dN74NqF30yd
U98svEQJL457XyWNt6smyK2hm69Y7man6p4tb+4el3JEbnsiW/qUKwfHJMsrvALNJEnrHmMij0UL
iqJhum8YPVz2jysmbNLkFYuM0djiekdvYovrT+243A+5zH1U2/O9gnAdmmBGlRwvf27FV5pigqAF
0GXeAT2nxHAmXx4gmj3xjQTGylKZwJVyLByphN2EwkJn7wOdXwu54elWhjY138s+imSvQfquLbuB
YfG7LkFv16Tjb5cXZuUDJjxPk7lOJyiFHicrLYOiyia/KWxIqzeK7K77hPvfi8TpYidditg6sjIL
0AHtj+ldRuuNlNjKQTIx+NCDS+yUVe6xz/pXHBsaWJG8hX7bj7l2rZ2Q1evlaawcIZOsRkFxD68t
zztKVTzVwBsUxbRxk6/F8OK8Ox8C08ESitOCe0fFdHmkDRuCousSND5UHa6DSFo3uePsXHaGWKOh
r1VFdYtEPPr+igJhOXQaRigJzbpLw8GFN7g85ZUgxuRQhdotG/RkOZgyvZmLGy5BROJCJ9LZuD3W
1tS4ADX0GXuvcLxj3tVPFbECWm01rK0NbVx8g2OLVNPJPUZC1jdTXNt+EhVbaPG1lTFuPdsZBYmd
AnYJ/E+QQQjIH12Acoh+jEGcsBGfrs3BiIvBJ6KiIfWcY67lS+zOt6QatwpSKzMwyTC7KgbWxKqi
I+4d9x4C8+6bcJvhobVr8uIsZOtlt+JgTEpMBpFCICBc51hLoJZp5NtTfzt114XZJidmp5k1lE5p
HdGm1QVzKZvXQTJ2tFmXfR+ItZWRWJvFeYc+GCgUYdGWyLFadKbvSrivaZ6enHT4c5WhccMOWLSU
IMUg7pFMAIRMdwuNd25zyqeNa2Rtsw1jaHOeZQDORkePQyltFAUP2ji6b/L2YSnrjY+srZFhEw6P
kgoSftGxmuWxKqjyuaugZtb0++tWyTCHLI+W3BZw9Xn+BZ3kgaInjbbxRWy44ZWrxEQC12SkudcC
PwsldTdwhwa1BqXvu25Crz+D5RXOVufYyob8Hx54iJx01BMNa/E2paD2Eah6NKWfjRu5jpXNYOc5
fjiw1bLwwp7Qi0Ajd18pROV2lzzm0/B+eS/WMuImnjaV3tjFjaJhU2XW7WDz6q2ovPK2g1z4rcOc
/Eve0uIgXWv+M/OyebTpDPJtkAwguzN2yVOEE//sJTXUZqtIuXdsVD10twbt13UyPlXSm/sg9s4B
A4nHwjsMkJo8dvUotrqKzgHIJ08XE6lr0czrFreewzzKRNCXegeZhduW1YNPy+YZCibfxniTFf5s
Bp99zbBBYqEvOOKahkPVO6Bij9Qr3n/5iBYRSM67yQCBrrnvakCwMgsosSIbJ78DdUkwjmzLj/3N
Qn32Kwwj7YoWdDxcLWHkjDNo57lsQIoe4UW941F65gpwWf7LO+t8gxyCVD/EOA+3kGjQvm5qdmO3
MR4pBRICpKLcXybVvipnAS8Hs/Ig73r3AZ1U6U+dl8WPgnbFY9nU3c9hKWd/jJPoMWrm6csEcfG9
FDVrA3DwVDZeYeBpG5emDcU8qSeAaeonULB6rZ9BDfMG0kEUUpVqfgNZz/JEPJ3vpECHPyHVoHee
27Ndi76n52xs0Y1U1/ZNTGL+PgOw6ztETbd9q8UNUnPNLUhLNCx5tHekE+VONaz7OpclFL9FNs93
HsR+TiiLLofRIgCkxSq/oWihCGw+KzQGFPwZT5duD21BlgS6JKAQR+EjsYNxImm1KyuN/KWTD/q0
DGoMk7aGFrRUtgDPxjS0/1y2v5XQwCQX7PNUDylaY0M5LfOugQrtDmIv7nXew4RLg4ogidJqaMO2
jP8Ba/cpk57ycxyDjchmxf+ZcGZvsN06xtM7bOj3Fp6VlvdV9DNWWz0vK678L+PkB/fHJq6XWsom
VAUeAQBnHSRe0gFJnVPmsO/gQX29ah9MELJeYq4hhesevRwlhYT86Ktow8WuzeHs2j/MoRSsS1RX
0VDFyGp0RbWDDvQx5cPj3OER23tXNX9Bp90IbtKKFYN1TovHk/01Y9VXEEDuLi/PyjVkgoWnM7mT
OyCzC7eCnBAt6FERSCoVrdgq+q4cJRPENSVRJwqvp2Ehyme7HS0/7cnb0NTPluP+vDyNz62NmVgV
u3drUuZeE5b6zlHCTxq+8Xz9/A5iJjpFdtxKKHAAp0KdJbnkyI6FLUKaeLfWMsdITCVf1TK9XJ7H
52vFTGBK61bTSFsJ7z/sIIXwPPTTXTmBy6HUz5e/8PmhZSZCZa4pQ9g9LSE69vceyHgYZO7Vmamm
SG4qPJMuf2ZtQwzbEIXoEyj7LWE7F3sHSLcpvipTxEwwSj7RpC4po2E1T4HTQZm3nL3v1/1qI8yn
Iytmy+ub0MXdVKbOu+rU78tDf25ozESSFHqYXdVxGoqcL0EH3P5JNZHYy7HdiI7XvmBEDmAHUsKz
HNhAlmTh0nn5fTI1bG9Ng7i9PIm1XTUCfAEyIl1FowpJm33vkuIhr5PdVUOb0BDktSCVPjvWqRZV
kDR/VLRF677yo01oSGZnaFxkyoOiT71XAvR45YZvWFlxE/nRiX5qF517J17WPRLqrAVMian8dwyK
3o0lX/vG2VN8uGRI2juC2hLgpr7xBcl30/SDs25j1Vf8jYn/yLKkbMH7EJ1cHpbAdsnlW2W/UbRv
Xt7VtV9/3pMPv15DC0CIhXgne77vYwld0T9Vd5W8s81MlIeGFPvQtfYSZsnQHLqIWrvEq+UGLnHl
p5tl+yXpSjoo1YRJjvKHTPWz65UPCDQ3QrjPC7jMrNUnSBO2SPFEkPCsmG+VTVhE9q6YRuCIyO+h
rFufj80p4fnGSfqcwcpmZg0fCn4okbhsCIdv/RK03713AQBt6cs7NgNWWz+Q1+nHl/oZBG7Ll8v7
vwLhY2ZFf9TNskDZrw2nStBdFNfQ+q5HV/2yxyX6V1SiPAiZ9N+yzCoB2Go78WXO8/xQz9G4H6B8
DjI3PRM7sNKm+dOACPyxc4r036JiEmyrFDiHfGzHmxzKDSj2tHn7ztLMtQ8Fwqjej0t0oPnLXKS/
rZiW6jqzMUuvRXU+GXGJt3Wt0Kc6N1jOAnylXsXEQ26B/+jy8q2Yp1lHTSe36yLd0r9M00P6y2rD
ePF2s9444yuu0SyhdnhgjxARpCCJinwKrwKNjet8o8nkADVTCe0jQiH6mwwHlPHlXmdRc+PxaUtb
YiWUMXUNZFEAscN7HvaNTG9oH+1tkGugAtnfQ+r5ZmyvYkC1gdD6rxery8EalsQdwxoCP2+W69rB
0CFWBgVfv2wk51a2wkSl0LElkz20eQghuNMw8juq2MY7ZW1o+78/P7fsouXZ0IRniTkEIa+Vor+v
OqCmTEyVFB1XyqahQ/543q84/ydF/zzLrxzeiDdc5SbU7iMeOnHxaDfj06Ss38BpKZ/U6berpmBi
TCJ3BO6fIJ6s4SlcWvqKL+gveHZBTHzdF9z/rr9etBDpMvFQTXzfpEswjD/cuISP2wpEVupTzISa
JCDrFG3s8JBCnfJI2yY9QFI7/tFS6v0WTZw81pzzu7kdu2DKW3dfkAaVRMJ5Go66lDgWMSC/0Zjw
Axmn6aryETOro7JpuSqXYQktesfA6mU7W55x5XY2y6I1Sv8CP3YIG8iVitFvrNxn15XV2P/RlmSk
ZSlH3rFwf/bgNIOojMuwOO43tuTT/vKpWJvB2at9CI0o+FrBKQKn0qbFAM5hZD9yOhS+TKaNy3fF
7s2CqJaVqHvhjCFq0xQMesRX6bJV1l37+ee/f/j5bVEBFJFaFuTmZuA/qw4svLKR2Uue9LOzcYms
zeD89w8fQa8IJE4kz0Bdle6Enp+Grn+5vPxr0ZBg/x07LdQgkUTL8JYBFSQDhwL6XOuS+IhZ6I1V
jGTHuSueF0eiutu41vKDNGyJfE9WOlCFisE0EFc/s7b2ntngZS+c42+dJ+3rPJOpvMijNrG681N9
9HC63RK6Q7QZUf1oouaW99FWj+HfXsL/zzkzYVwQo2jQ6jOcn3VTvOyY3Se+U+vTPEcAZlvfdGI9
RYhPHYHEsNtvpQA/52G3mTCuVYgXEuLJ0T0lndxHKfpKNCRzYyGzAJnmeLcUjbglbZ8F5SKS26zX
rh+3/caFuxJ/m/iZlBHpZYs3I9Hev0PE4XfKpeN3hfWwRHTngSzQt6b2gUtIPl0+cismY0Jq0Odt
W1lP3FM64J04SYACvrUR3Rh9bRfNgjF2EOuYCAdvuTgoEhHElt63xPbt6I3NzV5X85cp63y73HhQ
rESnZuUYuZG0xfPOOXG72VOIgoPnIYvu+nzj9lgb33AxtM/rKCPjEpL6YSnQeNrjYQKFSp3PG8mw
tR0x/AulBeooLFOhV9/nc7Gjw0+Pb6ncrP18w8GojOZO4pXuiaKOA9ptwCxR+uC/qmXe2PKVANgk
jsoEBQFblqMxqCv9pH20eXpk+ZcKaNMxv3KJDCOdY57xZICZOOpRgq0i4r/dTfzE2gTM+K5VXKSO
Ay3qMQ48x4H+w0MPbpyILUHev102u5WPmFVjnTBN6tilIbfYbdkWKXoXZeWXbuLjqVb4nF6nlcnM
orFIPIKmSUshA/fuolcn9ZJdHaMpCNqMl+eycmDNqjHSqirnjmhAVjz+4Q1khJdsvB0F2yJRW/vA
+TB/uHFR+4tBBjHLU5GrKUiGqbqFk06e2AJOystzgDg0BvvkvjHxeGohEjz2iXMq50Se2BBlO7vp
wOAbzR2IwxragrxGRlXoztDBG9FBc4igqJztHEB+T9bCPX+uK7F3lzgLGBnUbV06CyQGl7jye9T6
HhqH1CEDjfkdheIuqvdze0JzG+qhzhTdlSk8ZKt7/nWMyv5RuF51Q4a6e+17J3qZbV3v8ka7Lyyu
0SgGcO6uye3aV5rbO/TbLrvWSn/JoQUQVLrxY9o1zR6Qz3GfdWP6aHeAeflTRebHSbloL5qy0i/c
Nj2koIl/mx097rjXZsdiSMFB7Y7TqRJWfpKRg752Bg79KosO6MBLoUfexg9zPpfvfeHFv1AMzzw/
bWL3Txrl842ErspNs5DmroqWIgApb3OjqAUBtjrSDzqqQMo/j/1hGlgTjLW3vOfeUh0yZrV72RTJ
vdsV+V52UMbwIVtMHqisLCRcatf2Y9tub4uxVe+99P5IIDKDOrMkqqypFy60G28gE8CCeWjdcMg9
HbgkcX/JUVYHRary3bGX+L1jcbJL3LgDcTJ5TOBtgQZXDBo8oz72Ovu3gSjUbZGM5a1oaBXyIX7T
UBP8Ckl7NHcKaMvNqLIELHV+DiVJXstFOvdg1y/uGkerl9TphS/H3j14doZ2smX59/IZXTEDk3dj
7pSjI7yLQLevbypaxH6v2+d+yjeSfyt3gwnOGByy5N3Zq3KWRH4FrTU/77IfU2vPu7Sdtt6FK9Mw
ARRDh5zOMGQt1Kms5ySPnuKhfSvSaMOS14a3/+ssoKTFSgI9kFCIDMiRJ6Uhcj5v6aCdL+HPvIRx
83h9n7Uj4CenNnOeKpq/wlH8ury9a0Mb944c3CSthCNOTcl8YT3Y5LqBzbq8qJtkzCxw7SaTeJPp
/NDTLX7RlcU2K/Jp2UO0ex5nvOao3zU3WtKdjDaeGmuDG49RKyk42jWGOWSDClyV4z3NfGglX3dt
mUX4bslpv1RLFS5c6V2SQAkFRI5od3Aya+MsrljUX/6UDxcXKOQtS9VKnkBQG/mFTN651e1oMlU7
CVDJVefGLMQ3MkonAbXtsKi/29XXvnu/blwjVKwbN23KEg5wYIl+RIt0j/brpUw2TuVKBGQS+2Qp
mywo3M+gToadFlNAu5ci/VK10mf2BsZ+5Rt/1YI+rH8sqwS9DqIOJ2mDBZS7BcSThe4O3Tkqddx5
fqCkbocrT5ThHCxAtRw+C35SNra8lQcat36zjBuJh7XZGA6CtrUdtanF8TRN21PRi+bQUFyieJzW
AcsLb29nOvtyefdXjM+kACOK8CLp2BxOHhCfYBcjz169bCzUSu8e+0sj8WFj0qTuu2jB6EtR8FMz
OtPRimznNKDCEkQZjw7TDIEf20q/2lnc38xAhgXQqmdHIDeq/eUprjy2/yZhPvyITmRdVxYJOst1
lH2Zzp2jUTVCLUd4vldJ59hOXn9gCqLhVV3TjSf+ipv/2zn34auEWOPApn4Oe+nifn3U6RYy8fOR
XfO0dxVJFULJLkQxwPmdAb/5UhTNVvvc2ujG4a5LS4LPs5vCUpBvzCn3NNpi4v/8rLkm4V2Ftkfk
OxcazqX3yIb0KXbmJznEGw5yZXjzKJce0N5qbtuw1jTI83Ol2sfr4fIh+tzFu+ZJ7hCD5tBYYmGk
HjL9vUbGkTj/ZOk/1w1/9gUfTgtg6otWCzj+Hd5Z/jxDuozijpKNhQ4xT/68/JWVvTXPJHiMRzYv
QEONkXMoCveQ8q1Wv7X1OW/KhwkwCd1EQJGgUMQae9e5g71vPDYGwsvd24K39eHyFD53jq55nbQM
ubpx8YDAqZKbOO+b/cjrwnf1WVArh3oVbbbaq9amZFyMrU1zynOgZgpWsn/zZETzYo32RK8vyA0f
Mr27PKW1XbH/u3SV8rgTpx2KQLy7l1F9u7j22+Wh10zCMOaKIXXcOrC4jPXVbU4XcazRT3DvRaO3
cVutrZJxW1VtHsV0mXGmXHKAmtnkx9P0j9bZK2pm1yG6XJMFbtIJzlbpkTBqZ/IAKR9+Gzdufd0G
mOxroDKbhz6DClONIOukea73KYu3OFFXttfkXBu7EbiDse9DT3inhou7PtliQVsxBpNyrSqarBgb
4KInaNTVTnsbKxRyevswcrDC0o1C/coOm1xrWYc+56Et2tCl2b+ksNKjVU3PU+QxH/ARayNWWDmq
JusaMMuRAh0pzhHqhzSWCqrWy7QTyABunFT30zeda0qvsoKhEzdCLk5D8qrPn5roi11AP7AGsVHt
BKOyrsoduybhGlJB6aIKRkLWfUM4jc7lh0V8F7F3vGzVaxMxTC4BPha9M4KAmcBGMj+zml3f0VtI
y94hIwKOX28YA3e5jj/cMfGtkNusCjl67Vmk7I5T6Tsqfr48k8833TEBrv3Cx7kBfD/sJhCY9g98
SoBC+n7d4MadKtSogWOA84tHyCxC84GUvuM0G6dp7aefreXDhaeQOoOqm6Dh4iy3XYXMt80SP3Ov
I19yTKY1PLdLOAqgG3hnB/bcfOny5KZH///lxfncKzkmkrVKWDaTClowXdR874X9MlSgHrw89udu
yTGp02IFIR7WAhBduyke8t/RVXLrJF+UngOruQ7j45iYVsllUkJyoAtny3lVuaQ+rbMvHQ7qhkNa
WyHj7hRckx6Z2DmEtijE7MqbuhZXxWHQDf3v2Skzdy7KM/Rp6Mq3Kcru7KS46tnhmFBWks1IsApc
x0UGlU60zMt2S+Xq83vAMbGs9ZBEtaNnaH+l1UjRqI1nGl+K8bYB2QgkVnNv48JZMS0T2uo6NsQk
cTzDUioV9Aky2hmVyAkNZCu/t/YJw3qlWCZ3GaImzEGcnlJ0PQbaqTbiiZVnr2MiW9FVB4ALQ/tb
2aJLzVI7Vxcjisv9ezSx2znjf5hVAz8+7Gm3/HLgVkUXv1w2vtWPn8/zB8ekrczV2rVw+9R9EqgI
PCXQpCVwTg6o2f1s5mQHTYgC+uKoEkLp1/N2E9qtUOZQw5MnIv12+ZesGJAJkY2m2EuzGV2GUdX5
ivE79N1vJHzWhjZC5oHVpHcRoIejZAOYgGryhAa1rXTS2uiG5VeqQmNXX0Mny/kmhjd7/vfygqwd
OsPsaz6jm73GuBK1IZeSW8iyhvjd+8vDfx4WOCZ5WZxD+DiaEfbN8puNTHiD9jYVZwdiNzvq5UF/
lcag7ZiEZXUmoaHcTCScbfepLxn3kVLPfAa5wY0bZMXVmPhnmttekZyl6kUt3cBqSX1o4z7biWIE
9bxu4+s8jYmDdumQxHIE80fmsh8TKqWElW9oLbi8IWuzOJ+DD5YI6lJcrj3uWB1xEkQisr5UkoG4
3kmzG4/G8cZqrZwrE+dcyUJAdwSGxrKlJQjKe2u3QMzpJJacbERqK3e6CRElkoAJcsHZLWgSxG5x
6vqvTKNts/mn8q57iDmOYdbO0ukzhU+HSHOe/Yzk373O20qbrc3AsGovL3nR9pqFfM5/kjo7SQ+i
Ajmkk2PnMINJ4/Kmr22GYeQDims8iTw7BMnvH7lULQQp5ntLzVvarStk4Y4JGi0LMU2LLlg4ZE3/
L4Bf7c5Teb6PIhrdNA3Tx7Lhzs6Lreg1AgEk+qYL8hPUW84broYy9DyPHS5PdsVTmkRmMudVyuFz
0IXYfu1ACYIa9xalyspCmrBSL2llJCDwHgJDLPxUtN+XCtTbsq028oVrP/5sth/ME1C6gul4xI9f
UPJIluF9Jt2fywuzcthM8LzInaJkpBZhb3+va7mvY7Fj5FiK5VSUb5e/sbZA53l9+P1ikESV5WCH
VvySO25go9Tfb8kVnhfh/wugjgmhJ6iIzxQy4WEs3UenzF9i5f2UHnldZLaxRmu/37B2q+pcUomI
hVUEmhRul+kjeNdbP0rGZcNrrc3CsPlEoipUzpIj9T/7LRrn53oIunoK0i0G8bVJGOYOvuqk5xHl
Ia8burPt2r7viyjeCyudrrukTLhxEs9CQ7Obh00Mxfco9p3RCWR35ejnaOLDKfKYi3JZWpZhUhNA
e4oMDSRZsQyvopL5dRUzx+RhShs0Pyce+rxs9TDpV9J9l96Py1awYsUm0HhpJ9AU00QDIZqrYKau
dbIhorKRalmxY5N7KRWp1fAe3hyO/C6Nh38rot+6LPlWa/G7osv+8iRWzqnJpYQSHBptGB6Eo1S3
HLGnj7IfaBN6FsQN39LQW/sK++9Wu7nlpLbXzmFcZV/iKXuZ5+GB6e55LrKN07T2CcOmEYgPQks0
J83dC0EMWk+PRL6lw7+X12ltOwx7djn4zrKqoSEunnY/O2UT+eRcsO5Y+d2SKX3XrM++Xv7Yimmb
EGjge9BDxGAUWoJmZK7L+lZP0WtTFnoDibNydk0YcExYDoEdpL+KUdwmkwM6qm7j4Hqf++//w/uO
ImvjHD3QFGScviVQR4oa+14pdYcs9w+BZfQ98CABsgZBhcsLtrI7JghYLR2J5AD6EEwlQceinG4g
HkOTY+863Q8VZaW1o0uu/lz+3Mp7x4QAC4AJ7I7PC2iBh/SnsGvvEGclOdCJWlEgkTwDQFFEiLwn
LbdeJiuHwuSUAueZRd3YHsKE7yOV74vyKPotA10b3LjRrQV6mRaDVLmICQWv9TT6VpK81t28kZle
+4DhASzteqnXDtGpH/T9RMivxi0OvWW1Gydg7UAb5k85jUGEj0ZqPZLnKgZTRBbT/ubyfq/9eMP4
HVR3IdI4eidq/Zy6h6UFXG/Dba0NbdziUMFJ23lYLDRTP4zgJYCKuF/JjSBkZXATAwy+mbNOyhyd
Zu+pmusg0S+6zTfefisrbsJ+e1BAIIeUWqeM1F/KEu0LYE7aaoGx/2IKPgkDTcwvnvoqQtEEgg8x
1Mn8chyqPzItvZdcxiQPltbNCt/Jyu4W+FAW9FX2zoZs+UcjVAfShwkwnwJyGvWyO7YIME6g/Bf7
LJ2rn9orbZRrl8wOHZsuaGvpWncXaWuMgrJAp9oiaw+c+EmvH0rd5DsUt+yf5+sliLpsDIsm0sGc
9/0jt5YImQIlvaDsJ+9Hr2oQC3s880BcaVlAlLiRGvwp7YH9AuPtt8abROsrp5tetXbApprrUgep
7tDpM3mJ9a+0cqF3DagXH9vIAo6gsoVO957k3atNJTh8BjcX/2RZFhF40ES+LZmzBKMGbllMxIFQ
89y889jqf4yZdDJ/yJXcsXTwIfOUHAElZn6SRfYJPUVQUpEEPE6d7l8BUvpT8Li6TxL4LZcmyfxc
pLmKdsSL618JWLv8IiON35Ulx6dyd7yFdmn3LNO4PdhRrV6ieVrw390vLScNHqQRLJC9151yksCv
ZAN5cl3YpUup+IcLKW4UvMJDKqU42Cm19jG42XaJyO1jB+6poGZTHQxyagJntp3Dohl/BC5/+EMs
FCTuixaeVQ1ASfulAlCpjEjt80H1PyzPVu+txQBMphwVjJ5NQcUlOARIUu6mMWWBGzXpvT3bCTi+
pnFngWhk3OdRAsyWW/cDv4U2T10GFrqn211m6/wHyefhpQIA5vvIUzLtuRZOcaC25ZVBr6LiDm/R
5bgMRDa7mVbyvUm9RfuOtLPbZUgYmH9hHK6bMlDUi1wAgB9TdzfxavymRqh67mLhVHvgVIYiKDSj
N1K77D6VmfvSTqlDwUWF3pwedcPbdvDK1i8HWQDPLYG7BBuxVftEFNVyZMNY8L1DRRI2kEU9OFkW
gF+K3wLSpf0FbgDPBDJ8LayFjTsnsdWhEFX07PXzdPR6EJgg0m+BApFFuwcVrjpEeTWcWbfcigRt
3YE1IS/kH+T6re8e2H/fqiyH4SSqYt1es7Y+soizmyoV8mmoqqxBD5eq7jMA3J190mbLN1dDTNxZ
2vENNV2e72ib8jYY21Z1+4rxZd+NljjgzTECAiSso9KkeIvyyf3qDh7aKenAwXsga99tqvk5rix9
29YyQwagH8LecdS+rEn6VlYoT7ogcfsW9dq67ZWy9m5WviJ5QY9z7Wntgzx1+NHEE34O8dRurjnx
sdvkRJYye0pduhQ31HOE3PCZaw7ZuGblGZMIV9CEHtAK2It856JGE8RLsb/qpjKhz9LldSrTrgtj
x/keu8MZkjgLnzdbVZ6/sKPP/LJx0do8Bo227bin5ZG0fvI0vs0/QcrW3Kdfp2frh/3N/Ta+ds/d
ffTAXy5PaiW0N4Wek0ZWPEldtBQ1S+mjxBABn5QvVua30m1APr1sNWl8vj/SzGfmTapnEbM+rFIK
XVIHqJ7SLn4raysRvxKomoTPEZtzkA/Y4HvxIFMhO3AIyl2cvNQ96ATr5XB5wT6fhmN2mhQkr7tu
HLuwRGvcYVCRfs2mYYISr7VF9Pb5J9jfFOGHx3s3ndn6dFuFsmVQps7/QYffLYmjK7HTf2tMH8YH
YEjyqKyaMIqdO6X1QZUZ+OsU2QjhP49emKlfmcsqYsKK8SJ1+VMi+Dtil6tCXfa3U/HDT69oC7Vz
4ZZhS1vfYYCI2eAnlk+X93blh5uApGHgQ8VLG13a1nwE6faN58RXVQ2YSVlWipIDtJUuYdx/7eQf
wAJ9t/ou+61O0LWffjaKDwtTU3DXND13TgnqrPeVBG+m6qct0bLPTQt9rP8dffbEItHAUoZ2nSF6
KFnYC+9hzKp7nRCQ29fkKifOTOxT17kREJ/YX5rWwaSoPwCS2SOquLzBn3s7SCr8dx6TZ4NGGyT6
YU2SnaWTY9RT0FHWyLBeJ97KTMRTwz0t834aQpGS8Tg7PWK9pUfc4TnNz8uz+PyJzEzIE0J3KoRI
5nCQzUGldbbLlPyJ4AvR9lK84IV+6MEofPljawfLeJ+VcY58dE5VaOXKj/oj2YKtru2F8Tqbqwgc
fpzWIS3tf6DMGfsdXc7aHvZdDh2Gq96utglz0pGa1Dh4/ETG4rV156+Nmje8xYqw8/84u7ImN3Um
+ouokliEeAUvY3v2mSSTvKiSm3sBsYpNwK//jvM00WdMlZ+S8lRJaOlWq3X6HNvEOc195U2iKMCG
EFDnrajc4I4VQYJwMrBQX4wcEAhOY9WP0M5J+jQKNOtem7qO97GayF67xD9TnBIr3feBHn63YKID
7U+Qp3moIXgRIURMd73H6L1dtenRopZ+QVUj/UoHC0V3QRP8l4gYpWS+nUIhrlDI/MxeWj2SDvED
ab3xV4rHY1SNps379e1w+WyCns3fFpR5KWLVPEOZ2Vwf7bgcN7wRb6riX25r3/A0QWcPYyPT6tTa
ddRq7yfUCvZZ3d4U7tgm/irpcC+pG/BeuiI/JHV8F9fVLiHtrp7TFYO5bJ0Qrfh7hngc210vxvoE
NuPkzp2dN8d29olA9a7V8Tc7gPwoqNhX9vdlK7JNVFZCoIsDppLqlKk8QjYzTPJ/Ffta9SubfGm9
7b9HowUocFOBFyOHgnVXcSf/Fju5dxyUZ69M2OXDBXINf3eRB3YMdrsRZ0oNmVwCbobhWzl+SdgQ
tWsPOkvTZDgbvJXOaZwCuzMy/giGVXAZ197d3Kj7GPwPK6fLn6Kt/4/fwRj890jibMoAmioaUNBG
4y6FjKobtVG+IVZoRW7YgElqYz0MW7IT4fEt3ojH4hvbrnV/2VPbJpLLTSZgHfLSPo2DKr5WOnF2
vYqpum2nmfgtPwDi+YydO2XV79oDb4LzNELkyl2jBVj6fMPyKUVOsbPBaZQoHgXcv/enNemGpabP
m/tTcKTH1JbIitvQZ2vekDt+YYW/v+6vFjaWKUIpVUrzOUfTNusPBQUUy0O1eFiIiiA1r9dwqQs2
YqKuajV5tOYjSjVj8HDzLhu/p4UbfxslYVFtp1kMxbRsjYlnaVCG0We26JuswCM9m3EvUE+t+uHw
IayzlcTsUvuGxbuxLJGPAIVfYu3mGedl9gEQd2R3K07rT3HsJUM0zL22G1oiw+eeSORG/Kt+AC1h
8aULn+djA5Xf5s7+Dn4L943sig30vr/336pvxS/yOsrQ3/gHRGsrLmHBfZroLT5U2RzHCZ5Im2AP
Pax5E7Tlm/BUs72+/xa2tonamtsewJGJOWDVDubHNq4lyubptLJQS60bp30+uUHV9zHmkTqHQeU/
K797ue3DDXPnoq0pWK7dU6NriYTUUL6BkQDVpNebX5p4w+SxhVHt5XrOqRitPSdI1nhjqqDIuEbm
uTQ1598/+RTEDo6lfawsAw9x04z3mQhWfMrStzt/N114luLD3ANmQqt9Vz7MXESodF3Zkksfbhg3
ygAtHQgHAI28/91A6Wu0xO62STfsWjna8wa78k5T74d5+62AXmg8tTcuqWHUKdiqRrdo7RNL64eO
+due9P4WrPjzyrwvzIwJwWJNkqR26jun0UkOStUI2IpgbdoXPLgJqpIttT1CqH8az9zV+Zig1k08
2lmRhBAqaiJ/9G96f7ZNiBWeJriGuKB38pRfRGmn202cuyvB2sLeNHlKgxHlFyCtGE6Z/e5NKhwU
iqSn2+7ntgmwQi2pHbvERc3WoP/hZP5gifshRfAoaH4bd6JtMpTGgd8EtNKwLgdqJADtJlvdZsiU
s5lFkM1R2+vGcPkeQE1uXCloBa8JGEBiq398sBYe52kqwUbmNiXkCQryhXSsHUK8UYrf17u8fK5S
U1MoBlE0o5nkx8YdtiV0tjbcm+SGBRBMlO6NUEXbRJHlTUFEAhTWyWpGBD1unu3aGFw1rUr83eha
Lh5QVD0cp7Gud16u9M53ZHtn1X5/V5PM/s5T3HOvD3nJZg1vxsZsLkoeOKe2nAI8PNKefgfwDGLw
19tf2u+GS6uapBTqfEz5oLB0nJ+u9A7dvFawsOQUDJc25/7UBL4coFGY7YPpa8LiLcLfneT/+fKf
6yO4vClsE2g2CKtkbnsOQZQfejXQKMUdimBDAB5W5mhhDUxyy3zwQT4UJJChLuMgiqUAuXVdriRO
/9QAX4jlTJTZmCh/ijv4BOBquqgXfvKadGXz3AyD9XhWGmvDAtjC+zkg5SF1ymYH8gMIaA5W/a5t
7TRhF2ciivNZfb8+o0vjNUIXP0NVNByIe4qH/GHQ1iuf5xubPm/DT1HF5HrIy2eNjXdwP34o1ZAg
wZekt50MJiDNErKWrYPLSp4M012PV8RdLypvJaJbMJX/o790c9/ta2xm3f2crScQWeNx/uP6lC+1
bZi5nU7Czb10AJ9ksyunJKQi2Jbxt+utL5mIYeR5WSIvlMNEmk6FCbmXuthjE4VWflsdLE76v9d1
9FlXjHiQRQEXP2go/oajdL/Tiq7lOS+fNrYJOiuSSnpJFyAchaJfSIr2u+XmGzCY4yiF+FHmJJAk
l2tFKQvLYeLQcJ+27VKgNxl4UNKNvW2T+EkYWPHKO8/CipigMx+0YdKvMV9aZyBp09XWduo2pPn4
EozZGrRtaRiGIYsslxDbBJDYPQd7leQvbjmAuv42YJZtwspqe2g15AoBVIaaeZp3IQM+L5nW8LcL
fsg9//7JWYxqtGJddOWpbMtvKOF7Lztn7T1poeDMNmOJTqMox6vh5EZv2E4K0n6+FF9ZYiXQvnJB
5wLyuQyMoxVXP/UkH0k6/siluDHYN4koaY44HCx6MEkkVT7IkGRHC+S5W1q6a1yXS3vMsHrPdxTo
WHFbGQP25ufnI7Gt71Ig8CM8z3297lqW1sgw/LLPq8qZcTZynd41eYeHs/T5etML328i0Gjqx8Xc
oBK6jN2w1I8jh9qV859Amfj1DhZ8iolCK/3Jk6WOvdNsd2/lLCPlsP2Autkqg46QC17W+raSLShJ
/L2VyVzakwA76ymjcF9IxuN5Dq+KOyerbzv7THTA2IOIPZADOzHE4IX/xUlWGl5ahrNz+WSFENUs
NVBHBFRYuR82QVm+x+AzjWbeyB3PijWmsAVnZRL8Ub9zglxhADnKdJ3sIcY/s7MSZS0ttfP3IKbW
Iw7PNQOdGoK34V4EeTjNALYJFdLqjahic31PLXAK238e0z5NVyLbXKQxnpL7Ufp70TocQptZ9a41
IXcOSIaTLSlEAWi27/VRqto83/BMJWtp7IUPAErt76Ey5qYZ9xq8lA8g4YnIBI0q8CWGoM4HGaVj
gXXmprgYMNm/e2rxaJ5KpjTqEMEzHk/PWe3flpgzYTusxdOYF0ALsGntn+OY/2yqNR6Kpf1seKzC
hdomodgKFZH7qXkk8auvXl15G3OKbRIaWkM+DkKjfR9Q06KsQQy4EjwvWIjJZ9hD0IekWW6faAlh
c5B15DtoxNhR1UEI5vr2XbATU2QQWeV+jCeBanlebhznWdjVO6HPTevsrQbgvRsjE5PekKqKlgNK
0E9gpIhyGofl8NvX8fb6KP7MyIU7lUltOKp6RLiLU6neOG/2kUXFsf3i/wpO9aHdes9T5G4Bgn9L
X/h38hY80GN/L+/yl/xH+YPZ2zWCxYWz0eQ+LMq4L9IGBH8eKd8Lv3voJ/sm07NNEUIQKgq/AVP5
idjti6P6r1zRlVPxz1pfmjzDgfRFT8pOnRlnIIECtK5fRyKJu7chk1PEXDJ6kS/VFJWVnp9KHyIy
stXOR2Kz5mliCMZBFBpvoJvgHsHBgjRmyosf1ozEZpDl6RhmrujCiXXOz6Qb9K5tCHkqCjDeDp3K
95aK/cjTMd/QNO9vugBR17B5Wga1Tc6sGFPx22L9bg7yTWv9GtWarPllp0LNWCVvKK8GyNRDtOmh
k8G28cZDDgEv6+P6jr7cvm0brhY6rGoYUCp7mpuNbYW4ioJO8XsyDiuLvrRVjQmqO9SjMY1ncJq4
T7QEOeRQvF3/9IWmTYI7DVTIgIQYnm1nx9+WauJ7ey7X4IoLE/N/DHdJr3VSsubUZeRrI/y7ZEpQ
WCXHl7rwflwfweW7AmWmVxS8gNCYRyCi2+idhdKQsuV3nigPQ+GCoKB8V7rfBE4VObO6Q1JwM9jp
4XrfFzNo6Po87k/hRGX5pLebpjuO1ktq68c6KR7UGRHlsMe50ytRy1IvRow3qLjvWzxYHlOrrzey
aPsI6O6jEuWPLGNy2/fjjT2dd8mn8Xi1nQwEVRnHqmh+AEX/7kioaHbxCCh+O/3nDmOyuz5zF09L
zJwR8vm1P6uxRfFGI7MgSjJCo8GZ/HAY1oAdSz0YjpISlRakx6zhJNZP0EjWzzGDxhUKrcqV54iL
xoNBGHY/2WMHTE+gjsjq//IKa+f3uKBen6CLpoO2DZsHW6Y1SAufP2XNPrDe7ZlsLfWfJMVtK2Cy
HnZaOdCkzrujnlF2E+ZenG3BxuWFU9XYK45xYeeaWGJKLN937bg4FjrPPtJa0KgGF94BVByAueJ+
H/p9Pqy4soUFN4HFQ02ncphJfgTqTG9SlYG2onPZQWXFWmXUUhfGgmfJENczZDAOAb1H0dDWt+/E
0N64IMaKV3kbEDzZK8iP1MUeoqfOwXHbPARrTPlyfVNdDCApMyHGOpDA2ed+dlRUQrVjBD7np8y4
/zqUDrjsC5qraGx9lAnPFCpA1ztdsBKTuq7RtogDJfIjalUeptp6i9HLbU0bUxakrOrk0BRHD7Lb
Tz3x/usBg1rZvJe/G3QnfzvD0poT4XA5HKlsQe3dih/1kK7xq1y2DM9Eb7aDDxSTRGE5gof8Zx5P
qQiVdrMHsDKr+2FGWVNkgV5jJaO5sHFNALibs0z48K8HaJ//yif+ztj0owbL4/V1WGr+PMpP54Ye
UANuzbo4jl4xADE9lgfiNzRMAgSl17u4vBrMBIFbXuv3mlce5Lxpt40F03ukN9dohBe8rYn8HivV
J70jAb4pObSwnoJqDIuMQz/29frnL3VwHtanGcpRsTc2hVMf3STQP/o2BW62n4NxB+xhAqFPwdP9
9Z6WJso4WSe3p4MzUJhbRrt92wbBfdGn+ea21o1TVUPyz8ZbSHUE7U2/dQRIzoTdVCvZrMv+yTPx
vWouXd73eLztzhq1JbHcvRQp2Pt5cSakARwCadl/Oqf8estoPFM8vCmgv2L7tjrOc/lapdl7W6xx
Xi8Z+NlUPi04nQrwLBNfHdmkkogJpBqKwXtwuwL1aqkbFbJZYQe6vLU8E/JbjG6MEr66OWZW9VUO
5T5I3e2UWXfV0H67Pk+X7dszcb64xnZAAw3NUU7Wm5jaL9yffrQTCOdua9/YVUNSp8TrzzkMhARN
ijI/CYLzZr673vxlk/BMjK814Y24CfD5k6Mfq7oCvRsv1oS+l6bfOIMk6OWlHzQNdI+FE4LWxgIO
gN1DoubJcvnKGi+MwMT29oXoZedijcfEH+87K9H7vC1uC5U9E7tbNkPVzq57FmdGuXSsk3+qkfrR
lN8WN3kmepdpkVFIrTdH3dAhaprsn8AvUBfdrs3Pwgbl58X5ZG0gN8dbgRTYoPqbYt+66SkXK0H+
5bpICgDt321nFlLrllcNR4aHTXdD5cg2CosNr02s8bvvsOYHWLH7r/Wo/a3gvTzJ2Z3ufE3HHZWx
s1UxVBa6zk5QGgwCLTcnv3qGvG+sc+f5+ha/DFSgnm+YEIAvc9KmlTgUWe5wcL107UsTSM8H2wtw
wU4tk7tMFC1SzUPgAZI6l9uGZniRmCFUlfHgm4Ro4ldL5GR7/ZMWnLkJThblXMYUWZGjrMQJyZx7
lXDo3jSvAPhGnfJerJmsqUIseFsToSz5UGeV49tHzTaWHewgPx7aNdmS+oMFN2G3sBGMKR7cBK8q
7iQOWOffbSencJ7nx1KUvwNvbR2XNrJxwxgpxLXmeuIHVKGBq2Df2laU6HLl9F5q3fBVvXQJqRUK
r9PJ1ztIBVZP9lwnP8Rc+bd1YWKOVY/nYDoy6+Bhb7eKzRFl8V6Rdo1Dd8HfmphjB8C2ePZtcWho
pTZWVzzoEo53zPM7HUDq+PrmXXC4Jltk0PFyTOpSHETwze//s5uVCGdhBUx2SAsqiuCFlNaho/cj
qyI9vCWIoa5/9B/Rhf9LDsMJnHv95AZZ6Vlk6mdxIKJRJ0s7zn2d+DSE8moMd5NQBTXUvP4NrS62
5fEYRBTq9FDTUvNez+ACcGOXh5VAZdiUxMF2AgrypiuCZxZgp8KSqNXFwKsWjACQ7GrnZ68sttdH
vjStRtDbcZqisButt9VjBka/Uh5s8s/1ti/rumJWDZtUbeoIu+/x6QPo8Np0HiLfqUMJR1+09S7R
rA1bjrvtCPYDkI+TrT9nK0+jC47NNyzWtQZEyS0VB7vun0SchKPXh1la7CZ5bOu1B5+FXkzscVtn
JHWVSo5F4wB3RIJnOwEzR+y5T7MYwHsykZVs7cJC/R8QOQBDcBlU8RHhTHonUDW486f6X+nY9cpW
WLBcE4DMoMbVTHxMjm7wrdaQQ/bzlTBy6duNIKOhcTDTnIuDU9k/WdfkuxgRNhOgm7i+05Y6OP/+
yXwBieeQQSDioLU7RamVek81bfpXIfLkxtk5z9qnLnwk++eggoeom7uexhEp1562l+bdMMEelLdj
AK6pQ54h394EY7qpC92vfPc56XLBszHj7BUObXSv8d0TmUQIrpIP4ng/e538miv7OZ44DSfLCwPF
99fXYuGYYYbRj71bVsKy+MGXY3sYKP1gMn9rg6aHZm/9er2TpQU3rHsuvc6LfUcckhwamuVr5nZR
pW9C0KAo20hgyTT1vLJ2xaFr5GPiNP9keffEh/a9J1VEU+drzm7LzngmCJdZskZKFwOxHfYwegJK
fjdJRWAUZ5/1acdOgDE4td3iTKvyl7JM3rN4jVNlYcuaPI8oTG6LKlXp0UkQn4O1MppBa7RyGC/s
WJPm0UIVdpWAAOdoZ0HxhqSx9CIkLFE5UoG1+xTgDgeo5Kibj3H2g0MblNONMZiJtE31ONpWMyVH
G2RXHksfXX2aJvf9+qZdsAwTaZsXk6+sDgPr5i6S2c4jeeSzIir5GuXbglmY+u2paIcJa5Me3azL
wmK8UxP4GCEge5ufNYXaZa2KICYplOdT75Dh0Ra08i9gsTvcNkGGVcPD2lVzturat8MaFfkN+cHz
F6u7bQFMtC0IjSiumrDrLAOis0mICCXcec7r9zThdMXjLhiHibJtqsGdtAN/TrV1R6S362v3600T
ZOJr49RXQdxC+pjWajN3d7xtHnExDJuK7G7r4bx3PzkNFrRcpQ3CjKz4z8ueLOo9W+Kx9+jz9fYX
AiYTW+tUFLJUFGGZl5cA/MT/QkIM1qz6O1qqb1XnrEFJFi7RJso2r+jgOZmAY+0huoz4EmQ2gdNs
phyWrV9LeRMJJfVMxG08uXTyR84P7vgk8iYqoZDBq7VL24JFm7A3yAgFDOUFOE3p8FX6qCLWGX33
2rX1Xtqsxmmt/UoFYmrEocycO57ZG1CHvV1f6qVPN6xZDd5AUUolDlS64eBkgO1NKEteu2guNG9i
U5Icxdo2JNUOEP/86fVIjYAMFjyHBTzf9QEs+GsTSNvPDmMWwQGKI7lJqzAOvo5dDh5Tf6WDhck3
4bPIIrggosCNnNfqveiQpBz8FSe09O2GHWe0SHAsIiKGLvfGke9B5kYjJEWd/LYIzCTUcqEfiir6
PEYIkAy7Bk7p4OrG39baEivXhqUxnKftky8aaDYC4wBfxPkbhWSbxUDB9+aIG6MYkxkuo+mcZq6P
yg67uw/IGBGhV7IVC27OhMuOfl2xqYSbYwVzP7zEAjvmlPxXx70Tkoq2b4Uqk5VpWtpFhglLmVE9
TAPeEHWlt4VVZFt39LyVPbq0CIYVjxLM/G7X58eSxGUeOi1IfclZcbMeK/mQQxJiZcoWOjIBpikL
QLUFaDq07h9o98LT51b8hOzpdVv+c8ZfuAeZKNNZNpx5vImPHx9PB2v79JC+unt3f9IhGE7DKSIR
EKfhSUS/vbAKgUWL2j2enyJngwAqBOZ4027o0TvOX6uDv1f3UxVCZz56szZ92Ie/V77y4mWNmHG1
r8BCDYnI7lRm+om71T1E01am9/IuIWZUPfplMBLUGp1UwO7S1tuxjq68kS81ff79k50mVSoDi0C4
hdnvonrNgpX80WUPT8x42QVFkk4VhGe0nOJwcoLQiekzS1beJy5HCMQMlm2vqpAIUtURVIrJa1dY
PmJ9f9joOYN+g3BYREDWeWTOXK3kpC4DeCkx4+eEYXnjpoxPbd7i8bqop/k9Lwa+m5F42cxuVfTh
UFJ1oq3r4AlEJI84gDwg/9q03yZunp78RLh7R7lOGc2t1t8tmsY2jtfZvbP5NKeRV8UpdOF5zaAd
MGlyyBvE7CFrZfvgOUGPE76yotzxhy9W4JLqlY3JWtnMwoqZoW8gA7f0POxZP275i2psuuWJsHbE
49XKZrvM1nMOIP7ebaRHoWWFWs5TBZLoOvLOwAkmrG+6qrLqwGKvDiI3ya2TtkB7DJphMJ7mjT52
NuiOo4SSLsbfabFhVhJ8papwQx7U/UeMCZqiwW/VL+hCxXOU2Vn+XHXU+u5M8dBtUcShH3kKQdXr
xn7Z4RGzuDDrfAahATs4kHmGhi2r0neIOQYyVARF2mOhbwxkiHnvkSSmXjvQ4FDxUvwGkXKFYGzg
tRUGvZIyjEtwlV0f1IIvMG8ogzVU4MDk8hgkXVyHOJlw1fVr/v1680sb7DyXn1xNN8gmGYo2PpLW
/eVzEEqca/NzmfKV427p+88df+og9qkqS54i3hb0sRH2k9fV79e/fWG9zRuJ0AMdB7DvIydmRahk
OfVyfpQAMIW6pD+v97H0+aZxgAjbCWzLx+d3b43iG5RUrKzs0ufbf88MYKysljzBA1s8H0n6Ziu5
dVQQTUA+Xv/4y4kfYhbegPJZFH6h/QOq4R/aId550jnK+jlleahqIBNL+3eVsu313pbGYwQ2FSyv
KS3iHzJvfLVp/W1yy33uOmmYB2vlvQt9mHcU1/KUa3HfPUgl5jtGm0c1dYCw+M68Sdp2ZWUWjMK8
pwyKAEytkOIdWPbGO3bv0fEV4c7Kvl1q3sgj0gbfLYAhOnCWBh94e2tfVS7A2gDqb/37+mIs9XGe
wE9mNzLH6gEP4IeYlvrYBJPsw7btrdCWNtzUbZ2cO//UCQD7IG1oc36gynqikJhKrOqQKr1ie0tj
ONvkp+ZjktBxBpTlUIzeS5uSL0IhUCyH7W1fb5h21nTN6LWBc4g5Ccdi2KYC/+Wb21o3rHtgQ9vp
jjuHhu8J7ugxWO/YMK58++XrEDHr3lQzDrSGazpIayf0WfL8O+P9fkytyOa76yNYsjXDngEzba0G
lnUQufhdl1YRap/SkPm5jLxyWAnhzov5/9cIYt5SOI9LEOG7zsFr9RcKnYPQ4vr1+ggWZsm8orSQ
VAtSz3YOtAo2Q1v/cLs5j0qJyi4GZtU6VW+3dWRYNGjveeKAMunQNHb9MedTdxB11W/yoIn/qWag
HwtoT628Xy+NyjBta+p0ColKfuisORrlHXOD+6y5K+Z5lzpfrg9o4aWZmJVxMoVICMJtdrBHP7ND
OWr2z1wxVGR1TRxvWeaIiNSa7pq57zZOT8c3AImAREp9y10r7F84v+jZMXx2AK09AuXSJae67u+k
DnZTwTaaJifC5r0sApwuJ+HUKztxqTfD3aC+X5SBNyUne2YHYnGodwhQ21f3MNsHItpdq3EB4O37
9Sle6M6s+rN5C8mDdgTvmMf4naVd+DZIghxiN+hCB9YNmtQzQUbu2ezQpXW/EiVfLvylxCx4UR00
dJVlOQfQFFihR6dGn5LWHvIN7cv4KShaL/QzwWVYEzFtQC3jfbVTsQaQWMCHkT9qLJ9WNXV4Kz2e
udBHGOd3OwGM5iT6yXGRSrYzHyo1mb6Lp94B+BZi7wISDBlqpYiidkilzLepO/UoOmXTx9SWwYpH
Pe+pS37ISPqAV5i1UP/0Dk4wvYixmqNOgpXckuPz9fVecnSGO9WDU/JYWu5B87Ipws7q3Z0Nlrg1
Nvs/tT4XRmAW0JUe2GEgl+Mf+B9MS7qtE/1aA+My4snKwdWt4Bw4seqM19xokYQIm7dOCZqaLxKM
s4S8exBXcb0niQeQwinuOBErk7twlJjVd4qMkE+JAfrPUHDXWGmk2F2ZT08l/3bT5FLDAU9JUw6T
9nxc/eIvFe6yqBVeWbc/9+BL82r4W9YTktpNzA8oVCkRa7p+GlkjKMC1hqIOdGOK4zS7AXjUR29b
+EBZ1lbh7VMNdG85N93G5cz5fX2cFyfS9h1jEzVAxKh2Fvyo+XC0uHxP5PhjkuIok8q9JaoD5vzs
sD7ZZ1dTJ6GOzY+pPMjqo8z/na0yuv79F60MbZ9TR5/aJlPModMNQclhmA82S7YjE7uGr1VSL0yP
WYA5KiSBfTZMAJzFv2oCWbi6Iw4EwuUH6lwO18dweUNgEMaGcJw57Ty/hq4DhWozfMXOr5ovtKq+
OX15yvLxiUn97jhTE1rE0yGgAs8SahlhGq/p8F6MAfAJ5/n9NI9BMrbKadz8BJ3wdJ9YGWKN3C+f
Oq+2Nkng0z3teL6yIS56LnR2/v1TZ72fqqkpoXsmLT48gFh9js6De78+nUutG2F4wZKy7OHswfL5
fWjfSvXvbe0aAXg/x4XVdrk4ovLOflSMxNsxSPXueutLG9k4LoZASGVNTX/iQdfOoUAtZ4jrlXiY
3WJaiSqXZsYwdosVjuBuPJ7KqakO3VAPe2tmze/rI1ho3TwuLNFUCrf06cR6r3sO2qE/DGPc3di6
YeidBY5Hu7TF0R2GIkyL4bHu9Fqhw8Lkm96e55DW4oGfgdSWJ5u5FOyAylG9mUHzuBJkL3Vh2Hie
aqGlVYujnSQAy/gbnk6beI2EZ8F8zcDWcxUrSc8y1LrbSMKXUA8rksQP57r8Fc+QDHNWpY6XBnJe
/k/GqzOk+adkxAnB93PA4JHmbREMK75wqXXDeEekd3Ja5NkJGd5IT/saqM3Sr++ub9EFd27W0ZKM
T4RR2Z9G+QP439DOfiEvE/U31YPauLz+PTdzDZD70AT6lI6Z2qAoK/8iLB+Pcrd9vmG/ztT57lRB
GlGqMpId2OfUkz3iTrFmZAuzbxbRKjsNGKl7gaJm+d1GQslv/Hc3if+9/v0LHsIs1awxN3FrBeLo
NDq+7xWB1K0KVm5bS99uRGw1FLdtsC67p1KRo8+sn2nuHsuivQlrYPtmlaZmFijHR4hepmfY/AmH
5QFhYT3E++uTs2DCZp0mS6B+lsVJcKzzvAr1KB8pdcOgw7OnSrd4EXq/3s/SIhj225cjZI19sEPN
E5BtYKm0X0hnpysWtrQKhv0qqwTheKl7MNBnm3wYNrL+lxUf1z99wXxNfR7IjmY28oPuyQIIiXS/
x6CCkNpHxpwVAzsfJv8XmWONDfvtYo/hoRS+DTXKKaj42uC1ZOkQoYZcWNB1jLtnaGu2iMCLee2a
tbQehlEPle/WmYLIrPKmfeDWz6QWL9fn63LTzCzz7rldlQlr0bSLYhU8+kA2p6crActS4+c5/HQO
VEkmu1ogqrcy/jD19YfdrzG/LTVtmDIKlkt3hvjKCdAn+x7XuyBq4mqt6u3yFmVmZWxegxFtiDU/
xtCmJB4U7ssk1MMawvOyHTNTCQcajSoDdwY/2nX1T83+HYuHlEJalOIVNPfbFW+xNIjz1H2afYtB
6TLr0YtqKI5h+VbWej8rtuJML1saM6tipd2TkQRnQ7De7Djd9GeF2HqMhjX4zVIHRjAdFx4e0Ykn
jmnzyyI939WudZLaemyRdtxe3/5Lc2RYc6ziFgVIWGgyFFs9k7uWoGyiiG5r3bBbyJGObhNbaN0D
FqXZchWErFlpfMECzKLYgrbQCh1gXMjyqnDK21+D0/17/cMv5gltZpbECuHKHNJd/AgdVJAQBizi
qkfyupeHwRHb2hf3wimLEIxJK4iAhYUwa2TBbSCIz0tQnsb9hgMIFbaes2G8XCkh/hOn/7/fZmaN
rK/rbJaQZjvJypr3zcxxu0lT9aWUM91AKjiLrKBsdx0Srnh6m/MvuO4WoQqSYp/bNNg0nmY0dKeW
3kkn19s+h3AAkhZiLXhYWs/zzHwyV5tDC4LiIgySzOq3j2rbLBSS8t/XV3Rpfg1nkKsWMNqqCo6J
5hEdf6TDhzWvnLlLbRsHejoKJ0Cx/3iaLKRLxzL4xUC2WGEOb/t2wxHkg4MaiDNZpc+ysJu+ZvV7
1q3suwVXzA0HMAxjkVUT4k177kPhdbuxP4FPIGyneqvW1FGXltbwA16utUxjgaA26L9khJxIla0g
wha+3yw4BS17U8SjGxyt1vo2BNN/tl34JJwa2t/TXmTbLFmlLlxwyGbtKQSkaZ3rGtzrMnm2u/Lu
f5xdR4/cOLf9RQJEBZLaKlXqrs52tzeCUytQpCJFir/+nX6rQePzGJjNYGAYZVWJ4d5zT5hrevGY
vOvY37ze/vRPfHzNf2wCgnPA1p2Pm1FXDmLDpsIgX8YpqTeQzOP83xfUH97HZxkqwq3jxsz4IoRG
ZW/lAamsf7kV//TRn3bxTBxrQkAEcAgZaWpn1xaKLD/+/bn/sNHYp42WcMKWZMNtNW11DoDgzCR9
tO5vPjZ/+vE/7TMvrKuZ0N1dqr2/9xovq2a0RxMiDf/2L/xptX7abQMGQ7MKd3KB4culq3SYdybK
3dx/gP9qzO0WRX+5Hgn/f83j/zjyP6tHlYN4YHSju6hmDgqMk+LnEGD2yVTTeAiGfn4HP2V+xf5p
XvS+8IMMW3jdcjoi2hOR5l8VBFlFj/h3lXJ/9r5ZJdpDYm3zOC1d+AWS+PYSKLMeYZHf3C+U1zdQ
fsGfbu75ZQ5VfTtFsOAKkd6W+wMyooSM93sMGNsDrleV+/5GYPkLdnQ5rLsseE/I7wmCqSIIdmTO
gyOX16C1vWlERYPW5rVoWaUWzwHdhjXd0J5d9o5WyFcK9X3lNe1P5bdsLfHXoxx2FiDMzU1UMhm0
7wZ28V8wiAtLpdr5awJA5h4DV3tephU6oLBxDx5hJslW37oTTI28Fm6ZtX/y+8rcic4Nl0ks1a/E
W+oygcw4H9emeUVK9fJjhhXgTUv51majMFBF9eGyIViK9Bfb0zD3RzBNQMO3D/3mVV8dDDZ+eOj1
kU2/to8MedQQFNcNjGPDGKE8U6tR0bTJvmMcKMIsttQgF3gZr6NtZIH2NHApdvCuz/jirspiR/wh
75BHBH6lMelaKe8yxrv/JGMQW1PKq/iGLSs5bwzuyoLF/FlHQxcW4HjX8Bxvp7lsW85K7LBelX43
sgfw+vewQBTxqvIoWPiVVEvAM8TVizQWbnuh/uCeDJ28nK0VwXKop3KOpC67aVHlOLgOpl/Ddhri
tj5Dv7UVJlCqiOSw5rtd55w3wXoW27odg9FNZ18N8yngOiikXeOHik/rKxo0veJXkMFxZ5CYObmY
I+oRmq5DuKgUCzZ5sP5iH5MwgvFmEHhfkcZSHZTlQclZoBARrKLDbps488BSTdvd2V8xb+YbOU7j
Fxhg9rf+LKcc18h0Z1e2v1bDprJtxvSAmHArmzD5TjeqQoQMYE0Pk+LFxuMhG9dJ/mbALe8nbuMc
142+mfHPlZHFOHCqlg+f3gptwRBtd5ytugzEgEHcsg1PhMIrndXTjiw4oPu39TLwr7UlQxnPor1H
dNh8NzQByfmCsb8SFuL93eszmfCkWEOyfom2fShVZaZC+bwvat3iR/f1VjCMd0ukZxrkoUzLrQOV
5YYuxJQ6Sjhe3U7LqKF9Efpqzroxrq4T5k9pE8EfcQ6b4JhIAd7GvHCYmY7qpm1VhM24yJt4jviD
M1V7S8bKZkvUsFd/Jybziec/mAA+Tb30gzodNxo+2LEPjnRg5OhbrExBNneVGwAJW1Mod6ljh6SP
qoPHg7WYw2j9QsL9beQtiCnwlj8s++If7bpHsFpx9tbjfgzuPuGqRNh6f2SVjV75ql0x+HNH0sGb
VVqvNrqOKKCzbp/aGtr1mOa+EO8+DeSlX+bkV5B0NK3rus+iJK6TUkK89aVv1i+V423KIlD24lUc
433wVbp5Jv7S1ab+5UQ9ZK3q7X7uKV3OWscI1vTIkHmzcE+cadi8JImpSiPD/j6IuvFRaAFP22Ar
/YYNj9OgJWSTLPxqBPXbrN8gpBibfiigSAyvLO63lz6EgUBN5votxP+dUXEwnHbdxtJdcQzkHfHS
fkrCvB6GNwO7odPid6Dz+558rodtQJZX37yJfdvCDJOF5ntiA7Cql24T1xpJCwe117JPx7kfnnbS
9aeEw8tdEiQURwYwbGFoXB16GxukSu7L91B/qIXa1RuuVCNCAJss+R3PjZciVZYUWil8X9/QdJHS
ws9CxJllHi1brcgRnJkwDymskHk4AwLvJMgP7dr5pXVxF5VxxepDK/txTpdVsDnrWdNmERKDDn1F
u7uKIc/ULjN+SFKRIhjpWMqKkPNe2zZbTThh+SbNXQ1t2ZNz3vhktNxf4GAN/heyrW44txajYMXQ
96/7IeYW5oOJVyH5Klzar65DgjhVSXRwcEBKzbJsl3Uf1IvbRp7yGU/fVyTIKA4d+N0n8UtYh9Oj
3Ie1aCd//VErD9CCEX197OfmYVVjUs7BoA/z6OEmbZwPLbwzKxgfGnN/3i2v1ITNPRnX6AD/H5Mv
LNoy4Xkiq30tbzGsXUvTzM3NLrft1zQO6spx8JftwPtvvauXC4OPS5dh9hLeehHxTlsXDkcsC6wQ
HsuTrIO+NEPdFBIUbFB0DSTrPc7tCa9phXuz5CWBWfnLgPToNh1HHj9oQfmedcno/VqAa9xCTSfu
YjORA10id22NrL/0QcBfW7/vzmMyituGGnrg4NrlxlbTWRN8gHGTxPk963u4Mi7nhrQmSQfcvc8M
9k+pplX0IOdlgpts0D/tMHLpsnrT/lIkU1N9VdyS8wCMOreREIdQyu4rYgF6HMwx5C07Xe57zSii
rMMwq2K9wRjOjYdlascXNWldJnwUX6K9+7koBGnkG2P7TTTgXTEYND+jmMCWr0jbnmAEZk7RTjC+
n8gCB1pSa4XAARyt7jFEp/UG8gSdi75vadYE46Nj47Vvk1Rhi289jkURjqndo4qf4qoJyV0sEdVV
BNtsEY1dqy8J8+dzID1srVnJY8iqaU4Z9Hc6k7al9e0SiGbOtBduW7ngeDz6yF0MsmTG7es0zAdS
uOLKJ18SkguLYISt68nTIALEbdgQrYEEHhFOCqoeFfde4e0VfXAD8QscW36OSDTz7vNlLBAKbKe7
fYPhlDLUpVRVGFLHyfyLu/iDIymR50o4sUNKSRNGuNm6xM9n1D+vEHqPLySJZZJOIpCl1pvONqwW
mVoaVB38Y6L6jVa4AMKRvE+97572TSWgMVSa63QWfhhkBhyRjDOYradTN/ASJlM20zw2t2Hk6QOO
wvAWy3s7bQNCEPrWRWM6bMmqMzJ69VvsJeKigsgvpD+ZLaM4StMYhZqXSxriSNwZOzWM6UNUO3e3
Qbb6ErHdvwCqDpGGrE02Yiv8QqC5SPd92nJY3UBKu20LKcRCxcHZ1p8yMHhck48t2oB0ixIZIB3P
s/dx3W6lnfoZchfIVUAeV4WgTpS7aIezllQ8ImWlFneUN8OlBU/hOdq0TdLGzt419Gp4SYqpw3Ef
rl7wIgfJ3rUXd9/9ROP6ZS5azq1DvdxJzLThW9wft5UFKC65urfM9IcqDvTzvNH5QXa4QHorwjyY
IseQdEcRvtsncKZK18l3z0ZJu+TIt+17cNi2jZ4lAmCLCfvtZZlkl9dzFwSFqnZ5x6lfhbmiMrhj
MqI4imhvwqJy0vsaKFdBBNwO4TsMKtwltPN0BasDs7SWusKwXs+pIp0EqajniBxWU/UeTfuSjXMV
f9Mg0aW9taZQEQufVh7Yq1grOKDVYO14OTK3q1+Lz7z4KPBRHcpLWJE/gAGzqowv/Vp6dDp24xQh
/oXVAA6jdjnwqoZZEVUUmfZW+KVrkwT5vUFg7xeYK8K5Dt0s5bPLzaKrCyIqdpd1xpEpU6FEMWNt
q55gCt0WenLTnYORl05X1wQKIqbIPiDPyJUUgkfQABPXfZT2Hv53BpULFvnImhS+KMgCdlc3zKjx
5wlASW9skMlpEvCy3oTMxKRxwrV2VTSLKJRkfeVvKp0NnnhAnXZSEVyVMKapTzWbqkvbajQ521qd
ppB4W5r0nl9YEsjTYjtbTLFStyEaszN+XpLZNSHlFssRFBjSXWc7VAe90CldoAOtUbz4081MiMhg
xiKPTTKHtzEq0m+Gwr/xxHdvhjlaOzxMPAmKpdb0potxX4DzsN+zZlnvVThrms6jRj6D30G/52sH
NtvS7UdYZVAfs+wK/6HN9OK7McwY8eoCFuvyxetXehuFI6xNp2GYDl0i4jJstcHdjhIkVWBqZHMQ
d4dKNf456rf+YBDe9+jX3vDNocg+Dq4eLmBx9zJFBdbnIEv2MfRfYhpyMbgmi0ffvNWQnbxO4yRy
6KIGCH8iuMynBhu3HELiX5K6Zz+FUQjn63qxZE0f0wy1XXPD27kuPKnNBz0JFsdZ61b8gVjqF7Bb
5Y3zZP17qKyPeKlqOvROEgQn90EumI7y2OElAfps7m23uq4wYx2XbeCNpxCyp0O0kPgm2SXIzm0f
lPuqazSePTnXfjy1WRBuw0uziOmHRR7mm+Rt/B3Pb7sMzg3BF1shkcQjnlegV5dfZ1H7WxoAMCgn
uNPmga+SYyTi9ZWOJDohn8g9z77NE+d2k+oZDp0MbR2x1WlpJNxMQ9RJ+SK7VgFF8rckC7xqzBva
7eXUhK5CTUw+HmpwQ44Wb0tNk4zy2OImAEMQujd/nhJoFj3Dy5rXw83MzFKse8VMNsONHuNXr2vf
PkyLxGHaBnQxIEij64I7QQNr4aJtwzj1aQdHySTZsoS1PgpXLb/07TJ95xIVaRHsImZ37Sjl/BS0
YCW9NZhkNUWHprnNfDm5L6AKBBc5dMGRuWRKkxnnvJprxJzXEcSG8xMdeFVYHcTFGMmxzYdEkVMV
kDVIe/wICNaazPgD0wKVBkqvrzHrohwqneiESmyBpaxR03O3dTAliL19Ag0XM5cXN5G4yWsdh8BD
hgSaWRPSDgWdo8dlg6MuTjLGyzWpfgZOqHvUKnNaIzU+yD+C0VgGVbmN8ro6avQH6l6xwIyZizhT
2QiPZ1MkQ9skeTUKEBuBav2uzGhKo4cEhe0uYePauT5dwTlPebgiIKWCZemQQGgXwmr5BzQT26Hb
Z5Ft+BEfA1h0PU89rXJ4noc4hBBCclGAf1ItB39JJ9hUnbZ1Vdf9IzJgFkqUIGp5r1pu9pygRjvD
9qu+YYYhelD5cOIwhne5lmt7NNyTBzbF4nbYCMAWQOkOcTMRlMchdF974s4O1XYKDAiDwnpw1x69
UR4aFIBpX/vkGHm7xGpEXwTJnlbyViaSFrTu54PnwQenWWlbVrS1t1bv5ogFzDJIW4YiQWDo7diD
IV0xBjvEaN5S+KGZt6knHWq5XZSBJON9ZdiK9+s6WeDMfhpqtEpBIswTE/uInkVHxwh056wSKy+V
HPjdnFTBSQcVKLnERRXcBVZbjAiCOXNs4RXV8pp832NsU6i2NL8ZvSo5qllrJGKDBDWtW/sMo2v3
HeVj/9p524Y8IVzhuXbwyk3jrbdX0nvKoQIHjNFqSu+k0N2Np5f5ZsDgEDc08KPSoTF9gG2i/p0Y
j/CUMZ/9bJXxIKJFZ517Q+KvcBCOcSpPaJEWBo8XHMRvSdPfVgRU7Vh1Nvd6CZxrmoIMZniyqPwe
seMUTAbMdpAgC5/xMN/qZIMcjVPgjGH7MiEfBvO+zqBRsUP96nPZPmA31akwpL1hIqrzwcGSd5G7
LoKPtiwFv6y3KYgLVY5mMzgvJMRWHDX8YrJQBPUbaii/AG2OnZfdIhqhQ+jK7CmY+Kh5vFIemQeG
oOXDFAfBZWbNeCNCIX8kNTonvfv8QEIaQfXS2eoAKJGdrFVBGvq9eSN7uB8YrYxIcW51V504/9IR
sjzSZolfGiFI3tcybDIt/OiMQtA/jd6G52fbdNgkkNbZ2+kNoHXEDvV7nHF0QLjwfQ0rOmZs2nUN
y1SN6R5uihGO+KNHfyW2w81ZKfhy4ECeg2d/nQg/GlnxoxwtL2bEyyRFtY7OpqAsd8BAmBj4R1e3
bhk65KRotLU32K7rAUFn+22CZLF0j417X+aoObimIVdeR3hjLAi2m1m76FFpPl/GBgoJfFCFmrTy
jL306JFUtkxoBoH8Rb+JAusWYNq4YXgTxndegKGlZxaGuN2YgRQA7+P6W9hv7RMSEtYYMWDjFuQx
qWeajdTod8b77hm4GLu19RKZnAetuoOs15Zt77o75RqS4zXF9xsJGC5MMb7XOhGPfGrWfNXobjAf
jcaCb3wuRNRPhY/czGz3E/8Gtn78aGFwUg69DMqxHdAKETsCC4VV29dqaecjqpzhvsJBWnAQRo56
GetffRex8wBx79VV1h4qGk6nUE3qOdATRz2Bmctr0AAzlejbkaCtwuNKEZQBh37/RnPfHiOQOnYY
0GPazHEdv3swKInTfp/pmIPCHdxXlsujr1tUbLtCB5/6UePhEWQwpXXnkXMzg0q8hKQ/RPhRby2o
IzptVNP16TDy+jp7SZNXrF1KVITB26TGastrSNvQw03gGYDe/+hC2XeA90KMcz2s+EPod211oPMm
fnLUUGfeSxalfs33m9EBFMsWQ2lpYvBmOyvd98HOgoDGRufDtsXBl8rYsXA60CYf9cIzil3/uNkV
7aFR/ndfNXv+8TiZ53DUVFPkpwnyUo+I/Ba3FbSDuUe6BAag3rvvz1u5IcDkZVzjvvSSYXwFnz94
m6d4vAtHu3+DJT6QWZ4sxQKP7pcBRUahZC1yvxlyXGIf8pDEHPluvIONYhodNzMEX+hEoWlAwNa4
P9TCBx67Won8VGoBykNLGr2wj9qs9mqEdcDRvRhgsZwbL9HlChtwOMaitdstLD1T9NruWTdrkgov
9n/4m0tOAVwYH5Se5xtAF+pjVs5LtGLJUVeoz8YWgLrAPXaADcFHZKeU5wZdnsnAv4kOcSOHw+bI
D8cq9jh4Pcfth28jaqB1Fv7vv+JtaG5W4GmIgyTLsz9D3qdrSXHtVfo6WDXnCwaBaQLnKuC4Y24o
2iCn+JY1FJArgVD8DSPb7tYLcVyHtrZZOO3sEgyGFNMq2u+qJ8AWMNO4HYXEOS9AqcIbbIc93TFS
WTLgxarYqhaFStKHjzgYqtLF3oDaNVS3fK9iVL2oA58CrwZJDYXTYRDKnXrjxxlaMXQetltQYgMH
D/cqOLR6jZ9qEAByVB24VvXeFrA0sDUkMSzJMACZrrFu5DckWsPYuomxgZNeZkHkUBDVRhShbUkW
jB/w/WS/JoR9BBj6Ap+8y692aJa7XY7kmbj46zZ7VVFBsfYVoVXv1vf2tJs2GecthwMtFVGcYwj/
Hu7K/IKfAQA5a2IgzYkuhBHNXkQMJ08KwB3+dS7ygfTCBLXkfcJf3SDd87g3ss46HQs0cmGXpB1N
bNGEtE0jnbBCNjguGQMMHSEG7bQJz97UoDw+RvWO7b+u4lFszVQGlc9PGlVKgWtM3forr+7aeR7e
KmvcoRahOiDGbcqijwCF7SOvZtpGl0pUJSp1KN5LRhgtmx3QHwpOcbUoA5OcIhs1qyrmFdEcJuUo
giDbBpsc4RLu56hEecGoBhFDRlym8x6+xvDsK3o3QFMYOVlQV+mH2czqsnWDAMji1cdxWpMrWBFL
oUOU2GJVQ45yVR+qdcIFvtVsTauKuy+oCeMrhZ3Ou7YiAdpKbWpcvK+pVycKiiOkw9Wx+dHU6N/S
Ye3jF9L4T5Hl/VLMSuj3xAt1Fvj7VLaMjNc1AGLf0W78Gu0Ng+xG70WMSIYcQZAfywvdiW1HhMoh
MSNDXpxJiYc7KlJt+62n+HuIt45K0fgQpZt51adkr4ZDWGH45AFPemvbyD/WHvyXMJVGo1TPY3OD
ZAnsQuCgacOhVmF8fcMZBKCggqpUynF97kUSlxvAimMd0fgBCp0QX4Rh7iI82IUi6hgI6cFiCvBx
bI8WGS6dH/wEIY+8ektF7ip0UofBC+CPrDckcjoMalpIby8B7PRSTI+QOYF06dzumHR2jXnt6ehy
VDr41G0QpfKEf16EGU9BwFgmgW0fuiUxebK1a2a9QeaV5PrYEKx6qwARpDvq8EfujeLg6wau6LA6
ym3i1HkQaCXjziSnKnKopNdOPA+0/4ERjCqM7NsiWSP4gKDtzDzT+gfrNrxWOEvNaYTK6ooVSvIO
hchp70cBpQ/dz5Vu7LnDjC7fV/Snsuo0VnG03c+12g6oLzjD3o6mfKqrHkHXtNpTM87NsZrb9Qz/
P3A67xTY5SytJ77+WAD9Z5MyO0l1rNiZ8HA52HprY4wtl/geROK2ydpliMHRNMuvEUD/XRx2M0yu
AbDWacuD4M7uGzam34xjGQmivpNojy5crOQOaVTteWGgLmVGC0yq2m5lsMzhHrJtMdfhEiDw1MPJ
iGyYnY0aaGZTK5nFksgwhRcCK8QYk1eebFBnSxet6YzLqFTGBTnrDQDDBicisvpGWnpqXL4Hk9eX
oNJ3eWuhxRxRHn41i4tBdJqS7nsbqmErPH+UYWHRY/+EoGVwRd/42yXpgha2OpR+G1ehzjVT9ueK
EdeSUjiR3LIZLj9Jg6ISSCW5DZYhwnqGXQ4a/dsW8cm3CcKebiGQhkEKx+AszhXOyDmPMPC+NC2v
D2olvSzCWi3HcFlQ7WBG1Z1mT3RFu4jmhDA7921pdm2zXs1TYQZivm89M19tQ+3VTHVUej0NDphM
0TQiY3c79dt8laGBu3wbRE+kjzw/Vxo+vUyiicB2Xw+TWpKbvpP7g3VrUsT1vh/I0CCns5kkAMul
EaVbVvTnOJ0A0Y5wudS9vALBawrW7xH6WT+ss0av23ftMeilg0D4AMYs9gW8dapv0TKGRYc4pQML
u7bsKF8fJEHW9wC8JGN6h38W89WDj4iqTFdTUNZ+kjyxurbPrFXxwSe8ux1/cuLpZ3DwEQUOMe0M
lcIYjsNVL1brtMPyyyIDqDU1wCJf473C0tFM3LBAMDzuXpWEBPuN6AS6N1/P8dWn2/gDY+/AosUI
6BsKnRWRJLwLt3wN2NpkXS0AdUCk398AEo+7G39tBvCNnMYAOTLbQzNNwAxoHNICJocCytlq00e6
hn3BQ232I49s/VpNMUwExljwcjPSu7EB9k1KFFHfmiTQ76r3WwcqWVx9Re8jcrCCyClmUwNJzyyL
HbQA9EMu2jF0jlabjZx/TOZ1U8QRGiKUofBxTPD08HRvpzTeO3fLEQr8q208LxvE5hUbTGKaTPmd
vRN74B6Jb5tvnCt3cNzZII2M7eH3hhEmTolWXycI8C572Lxxp8TBJnH/W+tFnAEx6ZdAhzE8dD3A
NuuAgOs1Nq9jq7A+9mF5N9h3LyNm/CGiAMR6TBpUCKsR7C4xbXgroxnUl3VZ3n3rC4jd+rH0Wjwf
qCjIUwFO/6F+M8ioSxc49kHrKfeeoEuV7jr3DRq+FrdgrlvwdQ69FzYLtNQMRVnl+34BbyXtYQ4v
x+dEo5xONQswJmmTScVF3Phr2SwYoCSOrcWKru+sdwjAUtF5yS/WUPnUr5B6wLxqnR7doLYFLfg+
Iicq0sh6aZr9uBKfZwNibe+lQFJIJgEB/GRIFCfnddc+eHTTUuzoIDDo9SBJhpwfId0AsBg8WkBx
lPnYSQy8wNBJMiBZ9YOL0Pm2iES8WTGKeBOcx89sivpbFE3rY8/2Hqa4QuarwpiCLw52POscHFaO
ftrg/dwrRWSBe73PeBzWD9NemXtmzC0dh98NIhquUwxLqVlsmIQjff4wo1NJ/T2ShR2wSlPk2og8
DlvybjDkP01VM985XIx5LFZ5ABw8lHVtksveOjTZMKUrPOvDnyuMF+A6dHjHbuvuiUxMOVWxuQ+M
a0+AdNh9gOFHNuuuyadpAHYQzCswcm2rAhOj/bi3UCoYNKVfoODt72KfR9ckRFwCxjxwssMLKkKN
n23anMnnHTSIJVTLzbwE0UMY1tE7euvhOMp5XcBKMbCk0hWwqTCoggdDgq78mEFv4HUIaGAD9CCY
iDLgthUGNMS2feF7WJvdCgRqoGK8JQPgcKSDkSGHLrA6Yk13l4HOdTmFMcWZjMxn2JnqGSW9YvBa
KuDSv1yBekAevcepRl98ZhjoYb6EW3ebgJlHTWivGH/o1NRr9+ajejXZFvfyhxLqfe+r8SDahhZD
hxX078y5P1DbPlv8CyamnnFJELIL6oxUflyCZHDTeZajdaz+G1H1s71/JKtQNmBuXChgQwkBE3oE
gPa9eP73b/EH/t//E93+wY6cF4J+M5n2SwvThib1JB/AoAr4eyP2v3kS/IHASD9+wX/8G7sD+2vY
gu2yCXRDDzhx//3Z/6BgpvQTMxIthSDcIvNv6lbkHwi0oV2TfQxI2x65ru10th0SpILtEIIsRhp6
msGp88a/cCf/9L0+/vwf3wuOyw6HWwwCtHyZ2dMIMve/f7E/vZRPpExZI3lcQJ9ziXpMTKZUe78o
eP7//uF/WrefKJnAyMSKgxSC4h2KNTJnXiywb5/Mf4pGDOhno//Rw8Vg6ra+bLtAS3lstxHw5d+M
2P70+J+IzxoJS/6K4fHFYdIX1UGVoyst4T2iU99Xfwt++cO/8tnpf0+IG/26qS/gOqLWufrheKxg
KNLG7i/Hxx8Wz2eD/zqZI42Xai4iGLM6+qXqOf/3F/ynT/5EeAbuCvuMbU3OficPQygK385/OY3+
t1KNfvYhHQLECG51/NENTVewD38vdRSns5VohYMZnm98++q5+m/74E9v4dP+JuOCOV4F21NK3uL6
PiA8W7rHYfb+Quj90y/18ef/2MAruhKYB8/RBROO9baehuRCJt7+t+Mh/rSL9WwGEAEnqGm27iw0
v+sBaP23V/xpD1tQ0VpMs5Jz7PiHV33hKfafouUC+tmLdEeLi+hy8OUHDpIJCc1xwbSn8IW8//eH
/8Pp9tnfskdUUmQwE79oNV7DFo0ChKG/Wz96+/fP/4PS6LOr5Zyo2FaLleCc7w0cYobwrvY/SgrK
SXhg/agfNOYID4Mb+a0bjFr/28n62eWU1mTZHIWohO8aStHAuxoUHpkwH31wNJO/vPz/7XwU0M9e
mkuNSiz6P86ubDlOXYt+EVWAkIDXnt14SpzESV5UsU8CiFkCgfj6uzpPjq5pqvxyTlWSAlrD1tbe
a4jBlwbA9ZgBjOKX3QMAdcgpp5epahMvoE+8GU6dN+crQeUvI+Md5Htw2aNv9kpKvNp3CMT543Ai
944Xlw8GuL55h9I/yjJR2u5hTF8dSmegkOSJ8x31w+wAVze+Gf3A2SpnCk5CTiNgNFwcdJsPDwAz
0iM63QFU66AhteUZKkgbB2ZQf1C8FxsqSilOWa8myPwEZr7z+1Y8k7LpT20M1cR8jqY7b56KRwWB
vWPQe+pWRf30BK8L3CpkXwYonNTDvs+xiPf43OpLPgyw70O5FMpQU1sjMWjQmL51Q2E+BbKMtzSe
0gOfGDvGPArhmoqrbgzoYp5/46T7Cvi1c6wKj7xWqK6d0O8sj62Uw80QhBekceQnHkgaieZs3nVk
NFtTCP/exEO5F44ixyqFtk4xBwLwoBnt9dih6KqO/XRnOPDWmbpkkWXJHgUL9KHpKK5KU9SHuLuZ
ojkWUygOITXkFoBTd+3QWNiUtmy7Rq3ORysmOgOYfykPehAGYv2KCsVCnCVWnK2IBkQABONziCQd
fM40W6MxL+x1W6qdGurMQgTR2WvlY8vVsKPc+TLrVG1dZLJd3+z7QNx4AHNfDy5LP8WKvLQQuasI
UjP4sJsDxHiHBIwPfyUpWJgF2wUjyohAS8iJzwQN6ijK9ox+RhReiU8L324LzWo31VE3zohPKDbf
xBWgW50O2On6yCx9u3XcycGUkaQ4kyI9bAxavQ3K4jHqjB97vDXwjtO2IRTy5wS438d5ngBndvuN
8dkKa33p8y0ekfZSgqY/Ph+m99ua813Z3OfiQwZCCNlW1uoq1OXFgB3A0Qj3TioP0ZwyK0Pj/V3u
7wRnW0+WF7MrSr/h5xlmlLC6IMMDpP8PMfr5SVhXejvLgAHz45BdHwevedVWL2OFf+8MJS7toyFf
A5mR3ZRdanuwMyv3wPulhzpPS2AV2vxrOaBt6zqlvEUTDajPOjXsU0wAqu1YHj6gG6iOQdZ7R+71
7Y64mbmB8CngiULmQKHhDPzipjw64CIG6TS3/wWl7XwAfEmPj2UQlYeoGcofMcvHM2rDcJbJm+Bp
ihHfmigmBzS2cJ8HzP4hRKBKt6qfyiSAHjPAc26II3aoNwXR2YYHxXwcnH5I+OwBde+kZt8Lzzkz
DWACyqYxysFT8AslPP2LVmV9rv2p+cPyvgEQomffs9xjX5XTjw+T28/3rErnSwOAFqiXl/Mh9r3y
qyfb/n6EWzOo9dUAkpA3PQ9lSL7r2GvuHTOgPQG8rLiF6RI9D7kKUI7JvV+8LtWPKAjmesel622D
2a+PkOCin0O0PM+AEcvP/qyDu2pmQOObyHdOw9jkJ6b09K1jTnTrxtRDp6wArNT3gG3BBstRwguA
Em+p2BfClKC3GAD5Wnfa5MBnfQG9jSX90HmAr6MZuJmciW6y3Af1gk0osQzwWwVVwHkiwmsT5efB
T4f23YuX8ekAySZ9m/MC+GbQqW8DoQASAu3pBpQVlPk8QJhk5n2FGyUFaiEKstsyHBB8s6bbEEiy
f3FaJrZ9qYi7utqRcby32K2dCrZVJT3lIfmlE02gsNh/BUIt+zJDwQrYNFkHJxdt7Id8xtU5qLt+
B9oRSnGgmNwVPJj2qN9+yITTR273b1bENTyke3eMz8q51Wa4d2PnFg5Du+sxb+H+Y/vAaG3wxtiN
z2z4BUrC1qTAALP7alyNHJfo+d5YWlldyYBXR6EngkfIdGa4V2yqCo0sSf6ApqQ3sz+pDSBp8IdR
/RNUb5+nWPTbPFwTbvkrFfX/H+DZKppzaNDArNWUpDByPTf1JO+7WZuXyE/lFlnJf24hg52f4qJM
Apbuea2ABWMzCFx+MZjbdOCAQ4oOR2XaBitH2fsHpfdXmvJNrlvVrCMziSZwSsc98edzpeRK/vD+
MeP51kHAkaIDCoiEhc7PLNXnsf8+1sFHBL+x/S9Z0pvvHhjQz5PfisTUaKGiSnvoATLhzCeHjyxI
xJd/X9CmRAXAYJkEqJ/dNP1ms9qN4Ws3Ziube2F4bEk0YFWGBkkQSRyfPRpZwjrEAQrRKVaG//Kh
7yy3vz6/b0ZIlXSUyORNkkHs+FPjkxQEgQBodQ80pH1LSvQm0JqBitMIz+/rg/Y+Q9mzVdJMio4w
boZ54qZA/MRzsZPVcFSq/x42KUeBv3392Isuy/nNjyuDBtcumHYkTnw3gZgExtLG4SgfzqB28mwl
KC0NoZXnjXDq8qo+Fklaome/QauQPysAxNFWLpV3C1DHeMtdQn6gMxd8KDlDC/HfX5aGrisk5yap
iDiXxYT+0lM6rUkYLy0660ABKpjoIlZzwoAoAfTrhnDAwz2yohOy9HhryzsCHXStovBcp+WuaAFD
7nfemuHpQqiytdN0UcYaXkwhtPGHT6C03rMuv7m+nP7qx72zWWzhNDCqwb8AdhGjPj2kRXYPyCgK
Ns7RM3Qf9fFT30hUAjpkXZ0THOXQr4zY++ee51oVTGSd0ldhMSfN2KDWAGL6zTyEwJrmxAfv0oh8
ZWv+XUDv/UTr/ENPcPaEMbg/6ooc+eyoG6mdGvax1TdeFNW94u0IC2rjnwDZrjcNiZz7Hrg8XOpH
s3a3WRzpy9J5s3P9qG9A1I5MMrnmtumgxFC32F/8UFQu/w5ZsABXEojA9XMBVLcv+E1PJ7VST1rY
0K4VNkwhQVXWCOotCK5i+kbcGNS48azVyyAe+nxNR3BhH7hW4AAlpddDXc7w+B5rAIP7eSsn7oGa
X30sTNhKbcCz6mBWUMoIpp/a/a9G4SR01hx5lz7fihKDBF5LZW0Edv3XkIH94dFNxdessJf2sRUk
XE8UqkyH6Ky5eSR9fEPr4UPzC1THv4sL8kOoDg/hmMzQsYNlVJ8ZlKNbbxsXpn6JJHd/+rWjz8yf
u7XE8v0zz42tRCGoYphFpFCSmonYKPenMN9i9ceRr2H++3p0en863NiKEaH2a0CHgDIbAJe6rx0w
yBzUwANcw1aSnfenxLUV2yIKNgkDGyhxJfmGRBwkEv3z+sf/Fan//7iDS9u/c+Ii7PhVh5XqQrNi
B3LjBMBXJ7d+oH8XISBaTq7cbTS5uEi6rDwOk/Q+RbiYnynwDnfgDj5PgCHeKIBefgxotW+MGkEk
dedhD+KdfpZjHu/R53NPIyR8NjEEvdfMa5ZG3ooXvodb7ayxVCs6P0G2MAlEDEheumb3s/R8K06Q
EIKH7ajnRA6pgRqF2rtuDKsw0Hquj/7fdtV7o2+lE6odQqheVgZWYa3zs+qz/0wg9GeAHEPIc3XD
n8aY6siK6M4PIrObqk7cTlGnQTxx4x81zEWBTg5daBuWxSMH7+8n+LdA7xKu70bG5a8GrAzIABhQ
8z2dbaUkBFSp8hVYS7Gfy7rc9sUAmowx3jd/KItt2BvzZ0DecSwAtfsENYB2L4HRuWEa3dkOtMpt
G/fyVPumTlyPvaQdICa05s2JxwL1GGAA+wQ4wExCiACP9n0CxHgcNY8saM4ZqKB0bNzHSkIExpBS
/Gp0awpAOuGVRSGfs239IZ5WjtWlGbRCZVz6YxOxrklG98fkAh7UqF03/bk+e0vb0oqUujAdr5xG
JqSFSRl+LaBtUGz5mI63a2vgjXGdx9BpZOcRk8lg6hY7zse+3JbAC6MC6KAs9RMHMiwHPoPZxmS+
5vvxV8f8nVVt690xPruei6p3AmrCDlWSTdZ5u759KkYXmgjRBqykmzGYz7GHcFGU+iSGz8qYvQCj
qpH6aAxImmCXZLTbmzi4T53iWMyog+Gg69CAoWu4jYUZtHXzctqiJGXG8OzUtNkYNoN8WX4oBUCd
59/A2kGLYwIgzCRjrTa9B3G34SvtprXIgae8N8RW6OshYihaKFyfkSrld0OQ1uAI+cWZy0qvifYt
bJ7ICn8ZoNMQFJDhuShO4/wJbNeKvFzfOguncmTFvTweqBCXR3dq2PIR5A8B7QUFKY2fdbymRLr0
/dbmHyHDrv3JZWdP1PdhX36T2juOZXi8/huWFo+1/UM/hIpGUOMq2KAg1kpwTOf++UPPtpXvNEqH
DfI8k3gQi8rcX225glRaGHhb5q4MXMigtWZImsDdlXl1gsnQxo0/u0qgRZiutNkWRj68vP3NLSJE
334YIUSQXJDekfesxR8YL18fGu9vGHln7dsKdwi6hnqR1InvgPbZukyewK4cQaAHZcnZUQHICare
86S33uD5O5KX/anUkD2KgzlLSH4DHWv/2KVtcyN78MVi0OTZdiCXchLAvO5m5E6KKgJ4QyCBk7af
NgzCWNB6qoMcTMIxFscR9Lcf3JXfxwy4PnA8zD51G3lwoRe0iyNnPOD4jB4Y6zxUVtCQQGVHlu33
mPJqGwZ+qXbg1PrTba0F5AcATGv3UAyhTwUoDzsfDOMN4KXlraIiT8o8FCcCXP6+64LxT5GG4pfO
oN4ZUin24AMInNuFj46snJ7A2qfQ7OAcntodhKM+GS8F5iBsKqCOB5pWiXYKdtO4GT1CFS99GqHF
dCNGj0P7SIeQ8MimHS+q+qYcIFjS5hQCJjBK3Q66H06egIoyyQvwAQFhhHF9oIZjXw3BsQHdqIb2
PnC9uI74cQ9xEK5At6pAex4p+GENcZokJb76ArYkmJzAYqHJwgU7OdSEz04cR3s+9gbSSr7ZxzU4
gmHN+ieoOFeHIA2jfUc0aG+A7AuoN01t8Ch6j0H9RdC7QOch/LGL6lREmnzl/gxSdmgUIKeOV04v
ZTXNUIyfIRnjVuIuA89xL0dVPXi1qA99DbL6QFt1qjQPNi2iE3QylV+jeyMnaJu1wHEHkU/2aTeI
exDMijuonjW/oZiGtkgj5wKCYnA07/ZhyJpTOYXx2Ye8wGMXddCvKmOFKnaQqXTvhYak+8oAbw9D
ILV1cJ1/7kbp4DsDd9jUChztO8ePgTIvm0pkoJaAfJ1pWNPVxskOwDb/vQIAVz2ANkrA0Tt6baf3
HqPtU1n79JW2xt2XnI9Q8WZRcyFXxPlXmYGds+nGiHxqY4X7KCoMoKiV8zw+zbFRYBkYMBwg9DVg
le7a8MkJcNaS2AledTd0n8veyw9u2bTfBM+/oIVhjn5nanrDMg2iS5Shoz7P/VallToVzfg8+2xm
kIJTIHk77liBuwjQ3LaTnNDb1IUCTzGQMd8FRTp8TJjYDa2zJUANDVZrQDsJ4gzbZo6OJfG/0otx
zPUItBTdrHMFqknoSEJvL/GhOT1MuBqkUu65D2D59Rdcaj7vBTjrZAEPxh+C3KHnFrgaSLdpeYY2
GcQywhCMTJ7xlbrawglmA4erybAunUcBHcMhfQGVDZaEXRb6KznK0uOtq3cOIgdoIR6kFYPCh1eM
qG8g2e3vPjRINl7YoZExwJzTM3Q8INGxTZEC+d79pN2Vz1+YZhssnBkCp+iCBmdIQPgo9HXxnVi7
di89+/Lnbw5INMfL0Y8KiOYCKf5oAIL9PTnc3ek4oys5/vvFNDe0XuGn0yRaAfiPMpCZElP0Hexr
xDQvOxWe8wAA97Fk6oNpxWUJvPk9sQDbqA+Ahs/pd1AEthKNuiBHTteBrlGr/fUpX1hQtkQsqJ80
m02Hul0NXYrmogDcN1P/6/rTFwaMWb8BiqYoPoGFnPh0HpPBy8A9zQCYq4FL3wfYHJt27s0mjCu5
os+8sM+ZlWCTsAlDWjFUU7vhtvZAY4w99TpG6kaVHzIR9qE38e/MgBLVcwciD0kGdeNv1B/Nk2ob
B3wjQfcky5yVlG8BC+jaYGucsyhVwwk+oWEE6ihonHsZhmQrcw/iaqIc86+xCOOk4WAhAfGR7rWU
a8akCyuDWRGz9iBUN0YAIvrQDGrHCyE0Rr/p+sK4lCffCcc2BNtPy6CSU4nznEfNhsu5342u/M+N
+VZHeCWyTTH6d2D//77+wssWfe+FVuBsMiAhJgL4JoGB+Mlj48mJkY/Cvrdb2Unvrzxm295VURvJ
qEWKMk5fPSi+NfDFjNvPQ/+h4MNsyzvGRFbwoQZeAKIXKAEMZF9CJw0sOuFvQJ0pXxxJ5M3sR3pe
maX3B43ZTnilAMpZyAi2FtF94N8FvdoCj79yFiyMl+2D1xg1Bc6E+Oa58jmS7U2awda0E1+rYFzZ
QEvff3n1mxBK4X0XjSUwcQXX2zEIEkHbb6rKPogJ9i/vffN841fUR/YVnmOFui5Ud5l5plkuv4Aj
b9xtD8XgDw6WFUjBkG5j8LKgVYKSe4PrThXKDQ3qXTh+ub5B3r/FAjXw728RTtZOtMIGmQLUDKpx
U7ka2nLfW+Vs8JcrK2rpLVbopBRqfFXtQa/da16ADLtTcdUdYnf8PhQD2L1kOFz/OUtTbyWUAA+1
g8lSkkS4Um2kU0EZrqu2keOuHG1LL7DCY2AKADodtDFRZP1SQHWwA+WQrpz9C3vDxnoEZmRh62K6
CRgqpfY3Y/QrpbfaWUuHF77exnoMXtxPolSg2qX0xk2hdmBa2ETm/Pn68C/9AKtaMTtZAfcVDP9c
5cE27nR3Bwl9KFc1jTpWrvqQaavPbMgHLIBBo0bIO0fkOwTWtqqBO6zKj8T5ff2HLA3U5c/fbPGx
U2OmcjEnYwbkK9QSX+OUfhdirfSyNFDWxua4Auo09eMz/rNp4OPn6D+VzPbNvPID/p4P/3/ysb/8
uje/AJRcOruFEQkDovwz6tLdI8g9EJzIfHJC4ao9sxFKTDMAWOBsdnkBRhrN9zkaFjvoWjpH6UT0
KLuSHrOwYLclR1fB8VS+jYgHNW4NfOJmFimIx3XqnVAkADilg4/BLB21y4NuujeTGU7VkMbPOKF8
iJ6p7GP4C2ZbnBlhFOCjM9wBsmIGqFL+KHIi95D+3l9fAAsTZDfQWwKxN3lJYYesfOZ6eiiRIs99
Co3LOlgrCy+ERbt77jhpUcxZDZBKfC/8ESqfZlO4997wYPKP1VYhIv3vSq5EFDM1MD9pC6hK9xKS
p1Pqf7s+Su8bO/vMtjkDkQEsCQq/GAKc2kkSVeyKYEBup3pqTpUp9Gducvm1hH4VtJqBJ51V1z6C
QtP+Nl2bHsD4g0og7ugQVvZQi9yMXhtCuiqDZIA3pKcx9cL20AVwwMr6EIq41z98aX9boxKkRQ+u
8wj/DRL/aUKd7XCFgOMvXakHLD3fOoeIatJ41hwQyIB0xwp1qr0LsaMTIQ5fOVOXXmGdRFDsmCfq
UaALIueQ9RdR9zz9DoezYXd9jJZWp4UxKEw+FjXDC6B0PJwMGpP3qQy+6lIMmy5FcKgh0vuxY9WG
JaFyW+p0xsE0zndZ8IK8HRpPayCVpR9inUq4jkLuivciaSVk0XyTbWICZbM4KfnPLF3bzJfQ/U7A
tV0dNUYq0gqHN6Y82vKoSHpB16haC5PtWpPN3VFEGsrHiQbrytOwgoOASrmSA75/Xac2mGSmMGWG
jJJI+qgPfrpNqX/W0eh8JVrS7gB10LKGinHdvbrEADR+fXW9H2BpZO2QapQIAgGS6HbstuVM0h3C
yBH0p/u8yD9ff8f7U0Ija9Rm6iNgu0CGSj/0QKnUDRQv1ozV3p8SajeWEJak4uBanuEl4W+zqN1D
ISDfCw9F7+ufv/QG6/LqscEjrWzZuY/1bjDtDSvMDqI4K4i8pcdb24Kir+zUKqiTtCewTYDq91zv
6fCxp9toobLtje/jagzi5AzV3P9KDzoO8ulDI2MDhQqCPFb34LOScDqnPPxeFsONm63BYRfWpo0S
ckkzVWFJw7MfPg31M9wd9xqaTRXKFde/f2Fh2lAh0CarotaeScg4oAkDvWiiwQO4/vCFeY0vL32T
+Y1RnIUUxkTnjEH9iEbfxtDNsYHLFULb0uhYV0bd8hlwF4yOIzQqKZ/CgUOb70/ZrOzapef7/34/
E1BpggnBnEBdlUPFnJRPM3uonXpl8N8/DmhsRZ5csap2wJY7h7WGXugU3joqAqDHLe+h+/XEq2ql
KLk0EVb4kSYDf8tpAKoSlbulRXgk3ljDhWgN5bmwjGxcC/RQOkEg1poMVbqpikdwOD62hmxYi++D
o6sIrrmpT/2tiueb1kOEgN3vx8bGBrZAljQX6JhAZwOB4ks1edm2bZk5TWXfHj60D2xIChUQTBDm
MvxU3cM751cryl/QYF95/MIyslEp9ZjNEkVfk/R9FJ/mkTS7wSn9TZap6QzkFdTrqHy5/lMWtkRk
bWl4alQELjVzEtcPXuoCd3YbQeZJlmslrYWlagNU4FqkYPR1iXhBs6myZttHEexu1nKjpcdbW5pn
dceEB2ik34dbBR5pT4GEnNfKSwuPt2EMvNc65EqDtovaHBR9aY0bBuB1WQhlo+szsLDV7B5Q3g1x
OgdencCoFZ36gwDp7mNPtubWwGt8BrgD2HDd8U3UE7jWOGuxeumzrVhdgiAZQh+0TqCLCHnCr87w
ev2rF3JGuzVc5LSED0OO3MTtL/Lh9xN84mCNoCGUZXaEV/4WPfzT9Zctza8VseFvlOZtUXZJmk8e
iklAQcBmy9m5KlipvC2Ad6ltAuihzuPRBjChETLBB1aF2SbPFd/U4FQ+ybinJ4geiqRO0fFPp4yc
m5HJw9DChjZlKWC5vNaHMXIZTIzSNrphKAjvSuqDLcuzrIXqeVZ/R2Tw4QUF3VNkRulO6TL+cn2E
FubZ7rAOHGbjJNDdxbYWXggtyfZotfTbjz39Mi9vMgqoI+ZYl7RLQAPfRm33UzjB9+uPXphau1U4
xpHOXEHoGYZ+h8CHJ+E8/hdAl/5jj7fWP8C4LQTZ0domje4R0IAFgp3fblZrR/BCZLYb/7SUBthE
sDwy4LOhIYs0fQMHgU0wZCuDvzRC1i2gBwamhzENCIAueXVaYIuUT52dRJt4f32QFhqO1AYAwOOt
A0c8wFGGuudW1AL69+jTHAApLKGiHkMQ0hnLfTxW+Tn1jAeBZbiKXn/50gDaR0Pv1LqbBpOAxFty
SHsHz6ppt4b/+NjzrdgBHgz0jdq+S/SEQqcH3eIdlW0NmZAuOoRtsZINLP0MK9djbqdl1gNoUkD2
Nyw3vEh3bnGbN+3KAbSwDOzWaT/rHL6EPe6yXG1kfY+MW+Rrx/9C+LCFq2js9KosAKLIUUw3YCEJ
rlZ24MJBQS/p05vYEY10grdY0WB+fQaJTHDgB4+1YuM4bD6B4QAd75hPn3VfzCuU2aVfc5mjN6/s
AP/IIxnHZ+GF/NFlPNt7xRiv/KCFvI9eJujN08nAB8dXgp/jCbh8n+w4fYJiE7RF4XU2rzHil37D
5c/fvIVDH9WdCSAzcwe3L8AQIXWk/JW7+dLDrahIJBxvYPsVIJJ8Cpz49+xE/13fbUuDY+3m2IMg
Rgn/tqSixAFvkZ1wr3W3kJ6CiDJXnyr2MXIVtSWt4rzKcV7PLWrn+k6Q4WZ0opW9vDQ81l4u3ZEE
sWgb4FshF6ukz+GNUeyuj9DCPraVrIaug+VhDbg5POoYID0xNXesqZXZVE755/o7FoKRLVqlYlyt
IOjBzx6uVaTodjAZ2cAUYZOuSUwuvcHa1ayo66ZvHS/JGHgzgmz73D9HAIiG4uX6b3gfKkJtbaoM
xZaZThMUx6UGFlIFFYLS6G5rA7ECWnpwU3Jf4S7wwvuP0USordTjmJ7BaJlXiTPzLN5OuVQQURyr
6SNT74WBdRQ1kdZp7abyPDQX9AuyyxBieDDxW1MRe3dW8AJr4ZqyV7KnQXce63kfxN882WxJ+jDH
367Pybtr1wttSZpsboaJwPrsrPPbysVFUbwCHL6S57y76/BwK8+pptDrAHWXZxjz1Pe9Aw82ger8
yti/ewzh6daChYTXXJTjqM8TvK5S/3vuOds08jZ9eAj4AVe7lYvE0q+4TM2buB1HEHuupkqfG7hH
bCH2pRKBnPxwfQKWnm6dPRkD62wQMYxEK60e4LcRnKEPvpYsLywfW9LL1TCl8yfYUUcu+OCOhANC
18HHee4gOxCt0UiXFpF1+ICdpLNyNu1ZpOTU0LncwmSkBKR/er0+SO9GDky1dQaxMGCM4BZ3bnwI
2Jm8g4xBTcJyXyuSv4Drw7ZR177IEVJ2pM30GklmaYlZ25vUDLrLVQr0dgMXRVEOr3HfwuJsbsCz
YihOQ0ob4cyJPnQtww+1tvvIIw/+cHBlj10wI9Im6vft6DcrFbqFtWYDzwKIJJWlNuKsSQW/xaxr
bto2i07XJ2np6dZu1xqqOgra3OcmzNN9B8WBBxoH1QoC7P0bjQcC0b/bMIh6HaZahDdETv/BuWza
RDV9hNPdZw8iUfDN6m54P97BKOc/3GXX4OzvZj94q7X5UREonRjumWdOkxKGNkxBhZc8+PN0goPg
5vrILeyf/0OfsayH8xoVEBAi2cMkoA4C9yIYT2eRWpPwWXrHZdbeRLG07bzRZZOCw8LXiR8gubeJ
u+qDP8AKACCpwpqHOG0y+el8bH1IZ6R5UN9JVvgrr1haXVYIKOpm0FTBIQLSr3cqZTdxSFYuF/7f
tuj/NXoxy/Y+l0EFikoVn2uAHxygWCvyQDjIShtdlcMjBGDkthUz24Ky0RzTALIzKAf0EvISab8L
WJmNGwmD52OV9/6PyO3IcGfmFoWDwZWyOwF6XH0ekc66W+OL6j+IRzZyw2AWek98IHHgXgyDd15J
mXgA91yaLz2s5aMoTxSFM9vcQU3ccDfdThx2EAy+UhPICH7woCpmDvUs1KPLB5Hoys3vStqFZ+IV
LfAX5Fh2kn6qCp5vq8GfnolL44MZCc7jnHhfeonWvzuDU8oDCm3/YByzLyLLgzs1yQC6Gj4cBLyK
PY2wId16cf0rzlP+QhV8L5ULowKXuO5xZo73H/xCnedJt+QXg8bZIXeKYDw41Mn2MJeIPnu+pM19
TYsJrgXtNFwM2bx712maQw1Os7ftewe5eZEL40MHJypvaeqG0TZt6AATPj6yr3nqeJA1c+CuOMep
f9fhSNghMitwu4A83BSsLEiCHm57qWmQfSOb5p5mQsLGOg7OFPqfD9z4+o7Dl2zPDYhDY2vonZ6i
+BP8ENgNTMmrpC/gYcWHlH7poFq3h8BIkUCMjhwNVN1+QjyuqtDBgvBQW6DuJ2hX3uRlow5c8Pq1
0qO7H2L4FISQJrjxgMY7aggEHMPZz04EeL2XKHBgtZbRdF96UB7dw04b0sAaSGMCMYNnyvvmO25V
QEG5UoPtPUH3P1H9CH6v04NF5qMDiH/KPdTb88eIAf4Fm15Ygwt2MYmhbc1yOCIY2DY2NRYf+IaH
oFTOEXI/I5hyoM00jPOjr2bklDBsvPF6mMwX3WhuJXj1ScvS7B5u1uIETRMYmQdtsHMbAhInLjrj
twg2pPAy8qdPqZyjw8gZaJKTT8KDzGkHRhNYVjuov2ZJUQXFtoEd+SZPa/AEmMv2GjfHA8qD6Tak
HSyTpIaRHTyxfXh7DHwHlla4dYbCe3C6NN03joRhjJtNPxRslWBCksnbCSZc55Zw70bkzSi30gN5
PZsJ0zA6DvsDY3o6UFSwfyh4E+3ajqikVaGE8G4T/46Lor1HzWjMULKF3hJO2VHBP3GCydt2amFx
t6nhKQYq/JyW7YZOQXnwYTAPxiObn2cCF2kOabAnDVHte/gUwIqLmSopcL0ZzzEwNQ4Oiarf13nm
3qjGr+DXA1x3C4LJ0W+z5omZEp5EcCLYIqksDqOjxRM0vEro2DJYY2bp5xSbEHzZKIRnWOHBCZo6
cM9J/zDGQly8tRPuYOdmdiV8I+BexkNI9s+wj5ng+FT1ot5N0gM2rxrhD81MlN54ZIh+5yRI3aRt
JxbB3ygix8yFNGccm3QHv5sogN+M73H4ck8uyFS0e/UA89pFsAOBcUhe7/MCNijAVQ2Hy9aCs62M
gVKHLlbQwpOteTECsNxJTzn8nAMJwifrUJdrst8cdhQ/hBvPX7JZNKcqaMffE1PuHYtK/6WC6Cb4
lk0NTz+onGZDNT+UwA1tDelaaAl58V0uMnFM40gdZj53uJFmcKeFPf3U3wHL6W1GqvwTpxHEjouS
hweva91yQybYeMAIre1efFghshsH/4OpbDyhOZ8KDc+BfPSLux7kPliKzSNQa7A164OEhGgOrWRF
C+fu/2GIBuM1Tjh0CRv7cePW0bSD4SycdKoyO34ofbCRk1KGgcj6pkuKJj0ApZG0oUkg8PWxG4qN
mwxJGsYaUFGIU3ICaCg9BhrMn+vfvnBBsfGSlBQUQZy3SeR+ybGu4PC366ccVmb1xxIHGy1JIHcm
wzLtkhBm230c38U0Wim6LcytrRKYxhUEz4ThZ6rgAwMGRA+sJ8M0rJK6FobHho+jYs/7qa45SibT
Mej4iwbJdwuvuldeyjXloYXUyoaQw94AXlR8UAmcmh+jAAY/ZloZoYX02RYKDKAe6zRB1SVSb82d
hOOH2CF1DvX++vJZ+nQrPe8r4ThzC2+Pqa1eff9PULCn609emFtbDjDQbu0qHXRJTfNNM4ht5oKk
7qxd9JYm9vKD3qbjbuVHOFmwKkvyqVDziebVgSvzi7TpSlq7NDZWUi4zOCmPAe8Sp/9O8y9h/XJ9
ZJaea2XijYkrBQXZLmm7+dMUT9+8Pv18/dFLo2Ll4XpEHdWDqkYiQe/2o9syq27i8r4dzcp6WZpV
637dNwXks+BwnyBNFtGXKjxO9PH6ty8Miy3xJ4c2o3Ch75LY/1N3T/4aD3lhTGwcbfM/zr6rOVKe
6/YXUSWEEHBLRzd2O3vCDTUzniFICBBJ8Ou/1c+58eE1TZVv7SrRClth7xVwRjWJleto8J6RENhD
g2xbtvHBBTz4a7989rLGAW9ZYrDrqMOjPYTOPw27XKysQv4fNPOTx9Uc6Kq7ekg6+HDdtHFv7UEY
TN6MLP0juO35frATsWsqauBWlpb2ZnLz9DEvYRsMgKeARxX07uGkFSgT+XXcPljguuyhlWTf9zzx
fkB2Vv5yYKpwJ8DUepmqtIAzIhLLVW/SuwKp3nNmunIHyv90cBo9nXqqnbvMa6YkdIAPo+GkVAUV
ga63/46lBZ2J3PpXZMP4uwIRcNsK+NlvifGHErxGxuCDx32Y4/IOotY5mEiXe5bfeXjvSnUzZWq4
aWuHyk012eacpjT3NybQFaaNk3gDicZppyZPHwLjpHt/YnAxpm0NcD1U99C2Ai6XOT3kDoDM3cKL
wewSEDkaSSwYouOF2XEL6pH55P2eHGlux9jAZoBDw93up74O7cQAdwuHZYhM80Hcoegx/dAeXnao
91c8rPqiOKY9VMgOKG06PyEYDjVm5P3NXmY1niBBlpMwrmQDGYckPqdjFhzy0c6fJkg4b22/FVYY
eHl61yBWL7Z0BSwfUTP/CcVWWH210jvmKdwcE7eG17Cf9n9c+BbvYVBqI29m5MuIG+fWnpIARs6j
c8Kz2vljO1YeBcEAZQp4JW9rnXCwl3PF9jKtJd6x7QCBcNuboA1uxclGetW4Scfyb4Y38K8R2mkn
QGLYU8FJdXTTgG2IRbMfOQeshGrLewNffYDTa5O1W4kebd0iw73a6wHAxV9DBUlOuNJ27kF4iffs
wpUDF52sOvrKgDk/2JYP89Wapb86iJxdzl//e02b1A/TikN50epVf2Zxrg4wZ0UtVw9QPId8+znO
yvgICzXvphqhibw1sYvEqIy1E+Fn5vALgyMt2cGotyg3VekNauclAvIU2hcqwsGpT9x1zaMxSbeb
bDHtRa5rWEzQVrdhGbDmB7UZ5GlFq4NvHkKqDymC9y0wit97gcZxa7vyZz6R4F8LNZE/IzKW90gD
5kVIPVq98lqZF7sgcGcDZ3eSe9fxOWTpPYYHT6erEFjQ5ozsSHPq3MsKmFwFbQcneOhKTiBiDj+Q
Hlz6vRSevXM1bIRDTzsjHOMHa9+osTqSPq63iuXy5BQMkMOSGwvvV0ectA9oC7N1tldaA0+JVxr8
wGIXuYlaHz2vbW/7i0sxt02NV5VrDm485bsiqKG0ofnlkQGtFTW2eJBDFuVWUYiuOB4ZDtpoedS1
YNvR1XDRhvnid7jxwtEiKZW97ccSeqikMf1jDiUbSGVP7ePlWfGAnWpCxd8et3Wbw00ZwijQYKwD
2KX7slWQI4jzJ+4Nbg+9ND4efDsj5SZN/BqKMHTYm3hq7pTdyBu8CP2XFG//PVjs5j1h2HLwkunC
ZuAW2jUtvJWbqnpNfc/9KVXPtn2Z93cF4d6OegXQgFabAL1h6hhTXhinfiz8EWrBwoEtKuSWoTRn
2RzKdx1IUqh0jaAbMT+E0Xhxgu3dtAG6wHqsO1/C08/S/gHu9tMvSgZ5hPUm3ceOZN91MRS/4UKc
7yQ2vIMIyPQs0jh+I5OX3/Q2pOpUGrgVkg1M3mbwmn2ksBA9ZzBsfkjLrN8KiDIeTS/MKSaY3jrn
yX1B0v4ImAvU7OloHQkga3DSTvhv3zJtOPVT+0uKdArjzCFJONU13yQxvPO8ssp3Y0PKV1Ts4HPY
OTrfqNJPTgV2633FHHInqMIqJwNer8wai11lVLzPcyd9LcZ4Av/INeD+GEeGI6kHXA3/cyuEYlqH
jG0NZR+oaVXJEZLwegOJ5Bff7kDyhqE4NnQCOR/WxDelx4IHv4RfQgiinXZD5ct6r6GrAdue3Dxo
UH9CPK7HcyC5uMsDYootMx7bD8zRyLTwFNwpgmkZEnZLYPT+EsdEvnQSWDobDmhbHtDslZFWHlye
wKgEyP07uyXJYzFk2b5QOmgODS2Lb1YDn7CNi+CDEhtDXoJJfYhRw/wD09EOeTvWwGdd0yMgP3BL
LxECtFBiI4uYH1UD0BrJrP6A2a3DzMoATLdhvSd73GVlJmMaOj68wrsG1q6hV9QAuQ5Fh0zn4L3l
PfaTLL+k8xWDPmXO7PoWPKj+21BxgxtUDNWhEmiG0fBkU4JA+61iZNjZHfwH/MTih4E3yfciHsWt
7XXpoY3L/qnKCmebwL3qOBjebgmk+UO4eEOlRNHmBMUqGVmMAorhUX/ccSbYPi6CaSMu0k6XjKq9
hx9vu+mzQZ6G1DgbuMzHhyGgIDyU2FusYPptNzz5CaaW2ZXUcnf4ZwwbZiBIAH7SWFfa37peB99x
3KXuITCFXG1DLP2eSjUc20S7bzh/aBSryoH2eI9dZI8Kx4ttmXqXxKSiW2VyuCR5IpUPoh3MvgTD
/hZZdlC5455KJOvq9hfig31vfORnp8HWWwiHVk/10NCbOCtgU0EoUIi2HrdB7IxPKJ8c4e4jD7gt
9Vg5NbtF7LIH6BPxPy3yfNsSD86dJ8rqiIRjfx9Ipz7mcexslJNWBzM2PvxQ6bjXhWud08qim1i0
1hkXU/sIcagJ1uWmua/9Kn7I8tx6hpNv/dpmMMvoTKvASqkeUimRSYW/zRZHQ3YgTDWXY727zWGl
uzdYkkfWQB/NseN+a8c41jXLmlsZ1P4PSE3pbMtTU9xKWwV3bc87PJzybm9Gq32HvDZs6BKePQib
uvcTvIT3FLnzt7osi1/w27VD+EWJ3Qipsn2RCucRNFH70csF9DEHmv8docAMS3TpR23Dn1xR57sq
Ydmh9HV5m4zUfnbsynqPnVI+96aAXTIcOMxeY6c5B1np3bfSho4Is7tf8Lql/7zOpyd02OyIjqub
NI/ZE5IFwSGYxvGVNeDMckPZe++q8Qcw5/bOb3W8RylKQSumondwveN/VNyKO7dX02uCZGyCwprq
n/Me+vRVr9p/OOYhgAmssfyVZ0312Gcc1CXMLn3iggCVOhQwigsbkSB1GMAli8BbtZLOjsFYfgiT
PlZIHJUVTKw82iDvZTN1TvFWP7daBGdVWN3tKBjdgbppvdYG+jUDAC91OAHyilTgwItt4XjdCWpP
HXRqZeoBeMT9YdvBY+QVFMwSa72sbkRdNNu0cfsHFC3SUMEPMj9kFkHSU9I3m8CgRhmo3PpO6R9g
sVxsxkbaj6o38g5KZM6hkQ5Orrx0bsG4gLu68pNzRkdUSIBjOHit7z4IGovXxEgGuB7X/S5hg7sL
tNVvcTg7v3rmeDhBPCjjGSSKj9qUwcPQEmcrqMWQrjfluMP4Be9xmnvPyFubSzmm3bmc2rd5Byp/
CH0NcHz7gHz3sxYMJQnxuyCg9MZvuH3TyzalmDwoalKVJPciI4UOpfYNaiuxva0yo7aW7bInd4DG
wY4inX6fdR4/B5qQi1X9sMvaptuVMUvuy9TNzha3sv2Ud967lTlliFQ2bLmxObB7oq0tg8BaCHBl
/uDhwnnu8Sz/25BRBkARw0EcntjtjTsiVwyTD/AY40qbuwRXvUcJe7ytqi3x2FgBZdsUtyrs8S18
gPvx4HgOP9BY+QeHjfUj0hXshebwXJTCnXY5q7rDqFFUMnVBwdZ3LVzb7bT621WGPWQwct/UXcef
Ruj/wew6cTJ3y8ogX4GAfv7O5nP+IYU1iZvEFH7ustg043fUBkMspuvv1aXGZ4VmZ7BJk8LqM+Ix
BCHKk9Lvfb5SZv78tc3nNLQGCeDRMmi7xTrE1r9xvNBPtl275tv4eZqAz4loZUkJtKCCOoIn2slP
03vPrLF7l5q+jNeHnFKtK8JibSEPHJxx7OMFspILW2r48vcPDU9TwwJjAXzGiXXqJve1KrKVZNLn
CUIezJJUWV2jtADtwJOw2Ala2d9ELG9RK5BhMDovdZyvdGFpzcySVj6Eo8HdSnWEJM0WSIKNw8+w
8r6+IJcWzSxthfxsgLchBIMy3DQHCpST9aMs/c1Ekt31Lyz9/Fneaix7qOykF3EJhfejAy5AK/T9
QPo1dtjnFgs2nxPPOguG87pHnaKNw2KHB5TYpNvilf/wNpC0xHV1XEsIYdH8bzqIz3loMWlgTdmo
OpINzKCrUOCB5FrYjuSXuJ7oyiyflVkSrpFeoiPfxTatO6h709CmUyjW4KQLq9a/LIQPAdE2/qD8
Ghmz2IOce+kkJ5XpY16SbksGz4RehmTOl2Z+zkkrCuF41QDcQw5/5rG/lzBUF8WKwP3CspqT0Iqu
JflIkJ6v42fFUCV2G8g1fgnfjnmYxTZpfGu0LX5JobdbK/vGGcRprDVPyYVNaa6SXKY6tySsdE6N
3+0sXNIbYPSvj/l/lY/P1ugs3BSJcUdHvvEm1w1SKEh2T9vUiH4IU7t3f/pa8rcpiKGhKqUuzlOr
MrwY5XgDBXme7WIGdISktMGddrDeTYEifgr8GsR/gLZIm2FNMGJh45kT1qmdEyNk58BxBBIjYpNh
cxiBr+D0S9VLPldErimtUOj37VMMtafbRMDUq7Jg21FnllkZ7KU+zKK1SCgrRFe6p6kkm3K4UdBA
bzwHT5CVu8jSB2bBGhOXws3UoXBRT0JfvMvgIRnrUForY7SwEOc8Qpl7PoSEDTtpD6mM3JHHrC5W
jseFAPVmJ6+XgRk3wab4lKdPTdlthuB+bNTK1rL0w2fx2TeN41kDn7B59Y8gUD8yZLquR9BS07Pj
tijgLp50yKQlg/8N1HK4QRXbrzU9O2ydzvEGU7X0hHczRKFhwpFp+9f1tpeGexb3TQ29D49QvAm7
IYTyB0SOsWq+JP1m8zmxrHfaBK98LBRk8GEIua2Qqsj6ZxWvTejCz+ezizG0cLPGQNT7hFRBWHCs
cftHw1fGZuHMmzPK4AgKRE3csROu9XBbZhCMmor+JeDsVLrqnxarFj4Li2fOfEyQnRiZb8MCIf4F
jMcmLtYu3wtbAb8M3Idze/Iy5AshaH4Curbdo2RUHAM8j+7tHq/QIouLfGVTW5qJS9c+fmgaRWCN
qX2ivh9swMXqN46dfvesYP+llcpnsZsNrioqWtMT6qUb47/w6WzKtfNvaZhm0dsllddVXNNTU200
v9jWf89rHtYl/9qWPJdDBTvR85GyGwEVVsEWfqA7Fbt73G1fNWogX5yDWTCXqiiQp0IwJ36xaYMJ
Ml/vwRSv7HAL4TAn7yGXO+U1tLNPRL2NNRJaR5XvXViWo4K00oGFaZhT+FppGWigB/RU9A5qpMm2
1Oled3/wQP1iJ2ZnL0O6ovYD8HziFven5CXIk/tU/oPp16b2Vm06F4LhP3+fD8HQOKrrNSi7N5Ul
cDdmvXMKgqw+pY5XvwpV0Me0gARzOHqwTQMWaNhZeYp6m1LI5iAPD2iYEFCCnnIy3IIAY9+UAmqK
FtDRG30pZYUIBgboWy8nYMO8GmnJtt4SIJc2XdVVtxJSCDLshqq5heZIec57W2z80nWfkMbmO2/o
x42kbfqGC06HfCYYxkNYi7S9YUaILdyIWze0B9qdgJHtMUKlOnVe6ndHlB+Rj+0KdnTLtH3jsJlf
eSYtra/ZVmWnPsTj7ZyikCMAnBT7TrUgIw7fS4ASda9X8h1LczPbqGwH+lDwFaoirY81srM5mA2A
ka6s4IWd3J3tUsj10R6S1FXkVvjRjtqbkm+vb4BLTc/2KGcyxkcKG/T4BN7rbjitySAsjcjsftFm
mYg5KAVRKn5CGWLLUClt2bfrv3qp8dmeVBdDmnTQLY5iODXQLNtV3gt31zQ0F1qfExH7aQpQU5fT
qe0jywRbq3tLId94/afbCyM+pyBCnnHMMn/ybzJHwBorB3l5z+EWsSs8iFC6oq2ioAiQOBY+bjYb
P9b1roBh44bCRPXcBW2wr9IRzEXXWrUI+zyXwGb7V+0Ac1/nAzlNyfRTihyckJocLNSIVxbw0ohe
tuYPWxcFwtspGbZgGN3umuwZzJ9t1fy9PqJLA3r56IfGbZfESXm5rhWeOtaO88ttqn9fa/ryyQ9N
Q8dDezRr6AmCrZs4fbC7tRFZ+tGzkPYT1TKrx4jExIwhdBZhEWKClfNo4cRjs6Duer+BE83l2uSV
bwD7v8LI+JD7EKXKQSq/PjRLUzqL704TrhjgQKeOsrDJ78CCCI1Yo8ItbNtzvmYsOdC4sA86jfVv
ObFdRf/E+uKexXdWtjK5C6M052zmQIanPpBEJ9971v5P0QRQaNUbN+turg/RQifmvM3YKRwwYiiU
D2pR/3IJZ8dMERJvYauFXEsuOhu1Hs/8vv65hRmZEznbqWr8ts3JCdbhEREuzHPMkYsVtYiFBetc
RvFDKNgWEPt+IfEoYn2o3J82W2l46WfPwpcBTA6dqMY+jcb19qi4RG5jHlJtrQkULX1gHsQWbCqy
oiSnzO+PU9ZdTJf8+8y299fHfWmaZ6Hs5hOctcsJcnt9edfjNhXWtvNcNnjMOflvj9OvXWWcWVSr
losgTRETLXQodmkl77zcO0yjdsI0sE4cQijXO7Q0YLPQHru8V8K1phOsKGAiRNx4H1iBt3NlwQ5f
+8TsAE/zkoopbpOolMPJ8tg32cc/M/41JuD/WAMUwWAXbpoMcK+tTki8bcE8ewUQeWXv+2/IP0ls
zn0AUEUuSV7H2PwYiDNJY/X7DHjFXd62YHgMAAeW4SRN/strjB3hVVy92rgdQ8ZFJwfw77IiRMao
21bQt6o2aV8izwBw/dGUKgigEwwJuA2sQO07q0hG4C+tFNWKwmrvhcPIN+XT9G2a3OlvknXl3un6
4RHMYXpybeCUclr1sKmnANxN/Ti8X5+whUU+R9DrQQJXGjv1ydcjvBaL9k7k/oMbtPt86P95Trry
nUuO5ZORnYPoW+p4KUAm9cmU1o+4ALSn1zepkQ9FEWx4Zb4PzFuZxYUdbQ6qBxgSwJsq1iC50S0I
UUloyzWR8aW257vlYGpsCq4+BVMH50mfwJ0RvvTX52IhPueY+rFgBdQYIDYAet/OiZufRg57kkGf
7gvtU5ddOvVhq09BQqfAb6pIABWm6pPXJbvUe7je+Kcjg8Znu6Vl91nScKmjnorbnObwtLL/fK3p
2QbZBVDPgSA93CccWMJ6b6P6CuEbv3m2IWbQ4C1y2DCCVcpD35zr5PX6L/70CoKGZ9ugGXoioL3I
T7Tnb4VOZOh2oIkpAPPIoNdkTxeGfH7RASXCy0pw3CIrlhuegbA1XOAh17uw1PgsWYqKtvKsFhXh
BjZ/YWrZ/7pc7a63/aleAXXnN5oSGFrZWdA7hQjXZhLumQnrAMbfreqcMyS4th1t9lXCv3Io4XOz
oO0rwXKrBuqlqu58WLUnzj8BpOv1vnwatGj88vcPQRXEQCYSG0pi8LJD0cTbeMC4WMMXVZHmChVW
5eqBlH4RuQ6GRAEWAzJSv/LbF5apM4tZBlL6CIkI92QDwVgA52L/cxvwVdYW6FL7s8DNCVG0ILqE
dci59OrQgAfqP5Hua1uOMwvfcWSgGcBCMQLBIQvJ6L27YH9dn9alnz6L4MJ1nYmwHIpIeYWqlQtE
EzBleeiD2LDPYAxx/TP25bf+z7kIZdlLiHxYPkWWmVwR1K9R8odiW4EzH7TLLDmwzFeHoVXQ6A/G
IbJKSkHssMW9axc58ngWybfXf8NCpM8vPV1Xlk6LkDy1VvGUX9CRZfvytaYvt44PvZMp6CSCQ4fe
JkYBcDNsLODLV1bvp1cKDN0srFnXmyAbACsZswT4ZDCp2fSQmR98fHYzKK3Cr2PlSwsxPhegkFlr
WtdnUA9j2iBXDm4yqUFGhpn5l8q86Mxlcj6O1ARMIhkpOwUuRIdJERog7njz4qin61Ox1IdZrAN6
kzaqxJEEFjEeSt8mIFHtYW0XXJqLWaRzRSa7Zi1U0HJa7pPRbvYpKtVHKVkNLUWY024BQs5uJN7F
71/r0Cz6hy4lUrXoUMV2AygeE8BF0gzb660vdWgW/64W8WhiFO8sqe5GwiIBXtZoBDDJMM21AGPt
ms5e+djC3Mwv4VmdWDImENZn0gQI/+Sce9mtnSdfSgRSmIr8/6sLSpedDDz0Jo7lAbe0W9JoSAR8
cQeZ37hNO9imohdHyhLOsYG/B9T8eH0eloZmFuQovw/24AMOVbfQFPHGTTc+B+6XamAYl8tXP0Sd
DwQ3LvETom6SOwqzhFz120msKGMtnCH/ZYo/tO61U1sVEqKDdXGQ9KkL/qJE0uRrP36p+VlEj35c
e26AH0/zG5TyHjnkIsaLN3Px8rWxnwW1sVvNGfBakSbdgXP+NiKXHJakubnePsMof3L2/Xcmfhif
Mh2hlFgSG4cbhAcGD0IJfrp2x1xaOLMABtsgjkdSeZGXyvticuIQ3sWb4sIPv/7rP0/4U3fOaB0t
v2kCmaqIG+jfePCWOqNcNME1GIdEw5wgbHweRFDnMhDLoMlrkWr/XsrO3HpeUdzztsl32oaRw8ox
9fmCYHOPhRGvGAPAOIvKsXRDeGr+MRV5yHvvTASyY9e7vfSRy2R+mDRdSBQe7caN6gLe5Mm9GZ+y
woc++/fr7S/M25zPm/AU0tc4ACNiXVLz74Noth4c+q63/vmvd8nsQuJd0o940DDoavOwgJ6ODwAF
IN+hRd2VAVpY1XNFCx+ZYZ4kAYtad9pk9nao1o6JpR8/263ciadC1/jxnG8L9qMWUHT7Xa5V7Jda
n00sNGv7QkDGJlL8N9OvJQW1q34S7gqmYWlYZrsVjMn9pI5jHkEKC9Xioq9CoKBWToml3z7bqVyF
ElpKLyMzFGEX31pQvO78X7Xbr2xVS6tydtlAMIOD4uS4BvBiI5izsctzUqwtmU+TcNhJ5nsVbfzA
qUca2SXYR6z6DbkzsI4D0HwIhzp+3LUrR9LlwP/fLZfNiQcEbBdLg68XBSD6QD0DJO8XF7ywHjo8
LPvVkLU62OcDxuZmOLXOajJgQ4pcUNnrAZpGsKPasm4qdtcj+fP1xOZMBF/I3NQpekJUCpO35zRb
2YA+nww2ZyBUo0xSJPd51MN6/iYoa9CDxmLcTbIG6h7qjSBlumKlF0vzMYsK0cTIlrslsNgoTu9j
LqAEpIB/HSsUJqWX0yzsE18c0ykNHq4P3EL/5kVhYnuDPcrCjhp5tDt1UCw5Vvp3UXTPolqJx4XJ
mUvZJu6U2W0FALhuMwKSTnynJ7VWBV1aWrNg72jHCd6TXlRZbdiU/BhDrp25a3flz5UUKZu75fjC
0WJA7SLyEBitLENNDhVQS0MC4U5qhQm7D3INAvcaGnThJsGCWfznDmcxg9lfRDMw4bzf2fS7gheq
qe9I/uY0f4j/oLJvpL43uH817lOLx+71xfCff+gnG8Kc1yCVAeVMwdOlou0m1cUbt+1QgMACp+Xk
iEpnyK32xuj0AIDNX+NPwzbt+QtJk5vMdved1ju79r4klEjZnPzA2s4Cb6y2oziDqfTI1KPIyhsP
mKTr3V1Yl3PqQ08M5C6EcqPUJlHcOkcgnV+/1vTlaPpwLyoC0rpp7KFCW+lNbvLQq9bIJ5+fbmzO
cRigSZbWRWtHEpYmuZ9tLH3r9iKEvu/KneW/VOhny+AyYB9+fQvKceViq4ty5pi7VDfiADFqqGG2
McQBQOrfjJW2jhr1gzKstV0eLdio3kNJjh3tgZttoqF5BZalTjcyB08XYF4fEOFx+BdM8AScvCCD
P0dKnpVvk7cJhabf3LagqjCUbfJd18EUUZOlPxzYLz1mYJybsK3pcAv5Nr4HSto6J7ZnQUAhzu6q
gucvcc4h8W2UD8W/r83g7IwPimwqYbPaRlZQQ4oti4KE/b3e9Of0ISzsWYS3zEO6oCuqSJZ1/x4r
Zu0TiF8cDfGaP2D2u2czSldtxqxMH6C3Z/oQ+ab4AeD24TA0Hehq13/JwuY5J53YPWtyoEew+psS
cCBHvBUtf/ZtZy1hvfSB2e4sSeczpX03Av1kk1Rmo9S0aa2n6z9/4fCaMzpatwkAvB0hc6os564R
FYMYDySXHsre7V8l0xJ17Q6SoF/73OXY/hAWVjHK3Aa8MYpl2+2RH71pFMQKDTcPAF+e2VCv3I4/
r4gw79LfDx+CL3UwBND5iUTnQGcvgSrQ2ZWCbrWqGijaNy4Amwykfq/soShC3D5dOwIWdpc5Ki7W
OS8nNyYRg5fRRlf0SEu459lj+cc0azjKpY/MBlLmZW0NQtuRiL91QLnm8pGhlt7QP9cnamHVzf2w
JuFBfQPCJhHO7bfMoiPOr2AiFSTJXO9roTMnskCYQ8kmF1U0puNblkBZferTfOOkib3yhYXjaU5n
AV7PqYVhNLIc9yzd6h2ej2ta3Qsz4M1umrEb1ERkxRDVTfmngO5kWMKPEaIU9PtAqsfr07DUgVnw
i1Sj1ualPUS+kvtsLPcTqKTXm16KkNnubHeTNcQO7KrgJrXvMvDvuXebjmbTZciiDNkGlfPQ4WvD
tbSgZhv2VPZxmTo55HJVeeuo8aFV7HcSy7WbzsJ0zMkuQPkQ1SaVE8XJGABTQkBPM0UZ7PzLOSsn
zdrt9YFbeGLMPR6UVCmEkyceqQLm5D2N71rI1wZBv8vcBIpXJv3Jh+r39Y8tdGteavV8llGi4b7m
8RuneYGU747A/1maLwliUjYvtw6mqQBMx0u/AmSaNsVB9a9Bf1N49cpLf6EHc5JQwbls3ALKg9N0
VuUdG8untONHO3ZW5mMhRuZEIQINLsivAkDN42/ceyiHtXzwwkTPeUEjKSExxkoajeWwl6P1G6IG
UBAa/NsWgpjOVP3klliZ56VOXMLmw3klp4E1vEtZ1GXTHYO7S2ib5nh9Df1XePzkMjp3SIOOCiTS
obEdJROtn2tq/AfHEf5D3vrmFSaU7jboJv0vqSp3m/FAhe1F2bcV0spQPOGQDCEWs7de6yW7AS7b
+9Ipqj0VNICPYYGcn9epozU44KNWzH+k7jCeIFk1bE1b+wdI+0KYK2m6u6L0IEnW8zWN9oXLi3sZ
zA+DpoD0J0K6Q+RnSAcj/ET9AF/f7ofP1XA2VYzqUquKw/VhXNjB5uQC22K6sCFIHVVBcpRDu6VA
z+DZ9rXWZzv9WECOxcmgAGQNxaNbw0crCe5EoX98rfnZbl+J2pfcblH2QUKvqopt0n8v2jUDyqWh
mW3u8P0sBngYjlFSNyKEnN29Y9gfuDUVK4fVp5sI7s6Xv3+YacuLhccHyzll9W/eiVB5HuRM5Dah
a0DqT7uAL8wCcOp7VChxSsBpdwJFjFUa/mgZ2SvpreXKP12u+MRsufYN6Qngm85JtSLKvLPPbygg
27DzCHW8EutL35jfShKO9UNc5wTd7BIEHiGGraekeBo5FP/KHrSlvrfWkLZLgzZbtO2kS7f17TLS
VXnqum4X9PzOGtY2rqVZny1aSSH/IwhUKHxN600sg+R2guPODnM1HsaylCuRvfSd2fIVHHg4OJjT
U1cjaQh7tpfRtx6a1MpuCVAD1yPw85n5f14QH5YwL5AChei7cxoSd4Q8e3oD25B30nqHbqi/ebne
X//O53NC54liLrux7yZw3pKq+0sJ3RQi/zX0za+vNX/p3odujFbFQEXDe7eC2Lmfjsis3mX2+/XG
Pz0F8Q6chblKawG+hFERMf1JlOnRSuLt9aaXhmUW3/UQiNIlGH6Stj+shIwbT0w/4mZYKyYtfWAW
3TAhreNGNCRyemR4qqe2acPcW8mzLTU+C2vo2JQ8dx0T2cmZQmYV8nh7uZq0XFqaszCGL0Waj1NZ
RpCz7Y7IBpAnqFCWt7Zo2NbJArn3y4ytASE/jzY6TwfnwJkIQ13/NAXDe0PpLc1FBkSY88OLpyq8
Pt1LH5mFtEO7rKk9o5H4VPtqJEGYchnB3eKPi7Tw9W8srNZ5qhckkrptesDlIJpwtkX/ojJ7Rcd8
Yb7neVvpN65bQi7wlKU8hD5rKAoSTu7z9R/+eUbepvO0LYTr8FqyexJZcOepORUnxrpD4pN3yNpu
tLRP3tTt4mD8Pco1/MDCjMw1bIJM5AmsA6Yod38PlG6hQhrqXB6p+7rSq0sw/M81F726DOaHrYmi
xifZiG3cmqBgH1h9coSLTP0CwfnuDFKXflaTZZ8gPesc6oCTF6MmCho7JW/EUvKhM2QNCP3p0wE/
ZbYZQK9UNxOSD1Gbmo0Ld4qMD+GghxDixHd2/LcLVra1pVGdbQyezHKqysE+Of2kwCHmO+60r/E4
fIu9as3bdekjs/0BeGU3NQzMo7bLRhePAR7c54N2D2BtFNsWBY16pTtL63524kN8mfoZQBaRHdMB
VIB+OzrJD+q2X7llY15m20LTeA2tiW2fwEuB3idK5+9KQUo0Ubr4c30ZLuwK/5NRhZvO2HXKOemy
ftdwVKpI8HS96eDzBT5Xx7H+j7MrW45T16JfRBVCjK9AD248xnZ8cl+o5CQBiRlJTF9/V+fJ0Wma
qn51UlKjYWtraw09WOl5W8G+uZ3K0B7Pz2dmhBeYJ0+mL6Tx4csy/KJD8Xy9v5VzQS+iuhWdG5HO
y9mZ2nOhAKymyPefBG2hjf1xWx/nNfdp0zp1aYADXwSn0ZvjVDnwkGKh5f5mYxBCN3N/vZeVdaWX
GkfPacwazu8nbi93RlaXIbK7D+hP+9H1DqzzXrgQfPRS4wRv86kaHRhqTZNJ4rxFBY0Lq37P03yB
GXVt2KGkSrVxjZokLtd1/qRyQp8nmCYWodf00CF1OufUQDcuCdLaeQ1c1+nBwS/q/3meKp6yIC15
5M6Q+q3x/JPAKBxEiOu/f2XV6uWz0aqNyhmkCcNj/lDmMqZFv7Gn15o+x8hPMwz6FnFccwA3eHbV
EysI34ucsw3A91rrWj7qc0lGGObBCg4y7HdSeeMjlAzSjR2wEvn0Iq9dtW0vzEkmDSRm/bkaIRWV
PWQ5eaMw/dlYOyuf4GnhNR2CahQSJH2QOOTjnNsugMp864RYW/paSC3miQh/gsKksoK7zE/f8OBy
yhb1fn3h/MGkXlr4WkjtYR9oWFAdB5a7MY9dWeUxgy7JntTeb9JnbG8ULdkXvYILGC/pXV639tGe
UgOWBN3PwmZpnAUFhzDO0L84QUvfGqgRb0TMlXNYf4sxi6YAHa+fTk07ADiYMWjhd2/VZL+AtxJz
iNvH9Yjs8/pYrAy1XjAMzsZLwpubpBH0XnL351i1x8ZrNy4BK4vRPXf7aSN1MxtAX7HMEy7F9xlk
YIKvgGfB7G/ruWTt958X6KcOSNZ0kApe6MmHtMl3qKnXJwGNzBMdzw/l18do7SO0hAUW9CUoGaNI
KuPe5c2LSe6hqHKAANDGblo5tFxtN2WClcwqXbCM5/mo3FfP9yJm+nhWqmJvGA63fYa2q5RY6gJ8
aevEwOLCdY+c8FWQYi6Hk9fPG2fj2nxoW8thoMyMKTw0FzE8CyoOZlDv66rYOBRX4o4uKWT5akTh
VM2nYXCQhheJaPrd9eFZmQRdSqj2lzwPiIBzA+yXReH86wr4VUN2+Vc1u2WkbP/9ekdr565z/gWf
1uwMMeQKTMkmsf4n/5n27mk/3akDAC9IH3+4b/ar+5Q9m/dpYh1fy4f8fUtIdmVu/iMytChjmGv0
a1RvXdBFhQ/vui3z1LWZOXf66aOY5U2F1wiVZIp/K0bnGzG2NNvWmtb2uAq8rM4oSiw9pDQWl33x
3RtVyMDd+/tnA1pkcpIDTCC4qnY5Ib/LpYV+uqc2ltVK8HC0vc17M/e5UY0nBzyVR57S5YtZFHNc
zwv9yGZ33ogha/1ou3sYZq8xWN/B/LVIghJK3zCbhlb4vs6NjeLB2vrR9rZZ0coyZ4556EVkV9XX
nrZvnEMj5PrGWDuXdfmcYApg9aVqZBX28E9qc6gH/HbggMTS5bGDIb1hwU7WVacRxjqRC/rm5DuR
ZwyhNFtwLmEwy4oImla3BRsdJZkBgT7BvKtNsmI89S49pMu0sSpWhlIHR5JSSNoEyHBg0fRUO9Wz
mRk7i9Hv10dyrfnz3z9txszO8DanFpXUsuaRR+j7XC0NqP1bS2ElWOo08qIO4D6RVtjtMwBg9yiq
HgOawsIoh99IFt/2FdreBJwMFrcNAFNzrX6CIJl0dHmaZblFfV2JK7qUzgAzWmLZBvJw3u1p2YcO
vw1Aila07digar50S68SQGv+RVxMqsB4zyjtI6mKXSfnF5rJt74m+6badClbm3Ztg0JOfrDbCrwJ
f2l2kHK9n0V1dO2tZG5lvHSuOecZvGJxoUtaGFzKwFOREajbRJwtXVBnmChdxlmqZOYfNaA7rvev
NWxs5JUihM41z4oCdgQuDr6iHfECN5ct+4Gj3ozcYCH/ClvmT+boju+0G6AIBtPUjX4vQ/6IpUMh
BgIBmXzp26QrBAwUnph8hKkEqsfQozDJntrLI2vLU4OigWyeSHpjLU9HSMwGkfBoaeFrOAke5mnY
dtFSDjsYhoTtAmfXcaM4tRIHdGo683xa5kvdJGLyzPcMLuDx4Bj037oSUCvmmRGRutuSZllZ3jpV
fUlRB6PKa5NlTOyaRW4mQ18sG5O11rp2UHcWqmrzuXU5fXC7iTJU24LNFN9F5L1w5dR56grv1/DS
wNGG49n5bkBC92xn6f6GwxGPraXKNyZk7Su0EFDCRt2aKsSd0QqgGFpDdIJB3CfduM+thACdqs6G
Fl4oHauTxRB3ppz2BbU23g/WmtZqLjSDjGpT0ioJUGYa6ubb4LFbkJXEsrSEu2BkcvMScVEBGrIf
Fz82LTfEVYXcZwvcvwbPOExL4Ox8z7+J/II+zwvh0xHspHicHyESkJDSoLCPV78F41DYHOgWlGRl
SemM9LSaZW0B9ZI0EviIrtmX3oOc/FPq0o2EbGUx6YR0ynOX+jMZQQz40gVZmAZH19nScVqpc1ja
6e4sULQoqKgSo/7fJCB66qjIto2I9++e5Rx8a2NHrK0rbV+rEop5fRmgH4dEc1/e+S7dKOT9WfYX
drWlnfLwsplMCf++JLCVjBUxeRTklMKnkYAd3kArLEy5mB68zqNHCCql+6nM7A/Ya0lo9o1uCO9z
WIaJrAprUlm/S54KiLCCxT4ye35NWUa/BRahL3NdynvYeinozVX1DkpKcINgBbwb4KW2H4eJn/33
yncUYcXz9exrbX60SCIax+MoRqkkLcoZoKF83zkiSu3xmydA6SoIHOun21TFLZ39PiyUVdO8QBsE
FKE+hdK0PFa8ia9/ysoppVPf/Q7xvEpzlZhn2cQ+AakghKFKnJUPbWNtXMBW1plOgJ9hD6KMGp1I
8U3m+5ZtwXzWfr0WSTzZKw6VMQWT4oiav5xAAYpRhhbqdFsn69pvPweAT8EKTFWoG49sTHgAL5DO
N79KsexuG/xzn5/aZktF2onMyIQVLC/HifOQwEAKFo/LEMKZ76Go2dv1rsg5dvxnP1q2Lvk9NuaY
j23mJGrkxYH1NcCPAawvP0ChmO9bpMNvS12xOJPMiKlXp/Fs0DyaBsvYt22ZR2Oriq/Xf8wfi/ML
P0a/I1VqUtBTbqdEGf7wPMwVO+ZGRlPUXfLswIMgf289b5i/UOKyft9ntnRilNOtHlWnJogt5pX7
rPS5GeVcZnS3ZHS4M6BF81MGYl7CFr603wI7DyQIWnBX2Ziwi4sB8FptwgJrUjQFqSdxagXrNDex
uLlxxl88UNC0FvPTIBCOC65QMtYzwNsMsuwQnLzJ6Ryzr0X6YYBe9dgDeQ571yDky1hHKs82fvoa
QU8XZGdMyoHmA4I7YCYgtyyhzJfIn8vvRVq0d40SPxZRvtWqgGVz2u+EuxxVA6fgaamQ7gfd6/V1
dTEc4Cu1uNyVzMd9OKdJ1Tb/OkzChquKLTm6Udd0PzrHvQn0Ytl6rTUAkJ6IXvaJ4TtTWNUs8er8
zZjBkofMy8v1r1lZbHrV1YJSFtBN8PpKYcgZWanxRHj5v9va1tK+bOJFVtKCJLKiBW5B47OEFcxG
brT2w7WobFlskOcLSZL6w753E+jAHq7/7JUJdrRgjLcAuyh9SWF/tsgX0WTTi1F23R1UWmnct9Xw
2LqFuxGlVnakLtnnZyMeNooKSgWQoLDPskDD4zRufMnFe7dl6wWWZjDFQM4IcZeloVJfPPho14Ud
+lCTa/s5BHo7NOtgY0bWPkVLxkzWBDk2vZ0gzENijwLeTU7E2th253m9FM21bVdyOD4ERnkeqAYm
Re0RwmmhAvGwVt7uponX6yuyHoyRGyn4JuBE+koeA+WfDAMGqnCEImoLorqyvvRKCzyavB5qaV0y
QeK/ncdopvWdUgmde8Csv1//lpXh0ksutZcqfzRyiAxIwIXBnMZFZe8suKg0xsZ8kz8o5Atzoqvm
nnnbnmfguIdDehVNS+2/yIZXx6KDH3RUqjR9LjgkeEJbmc33uvXJaxZk7gM3BeZvcJposhYrkiP+
axh0RnBY7HHIo0Va1dGWhEAbQVllDHgEePLzGJwg0jvew5E736H+7R3b1FH3rVd7ce1a4siKxYdy
l8P9N2JCLNZolBfySsLuist/kJpYD6NUUBeabe9Qs8WNWxvk6TpIcVf3gQVQuXRfYBPbRMCr1k/N
NHqPkkPMYoTTAeYKpP3Q7W1y5EaQQfUgtQ+9K8+M4DFY4FXaQh+pXeY3mP9kB8/CRZA643iHzIve
pWAvAVKIqucj5LD9yKVBEKmFWfDANqn9bwoBp6Sf4VXvLtP8tabkxZbsRzrIBGa8/sGcShHTPlPP
hQsP1EztMwMP4cPA2Gk2OYNXcIc9HfhpcEcnp4XTeMZFrKChBfGvhcJ9G5Ug26NpvEwt/zLjIe9k
Yq9ywEsMfHJuevJHboBST7Laf6ssYF3iasjI0exKd4cptWwMuw/X1Nzj8SBtM7RhOv4sM5Axd4Zo
hgIOoEgnNxbYSkDRazZFA1Npk/sKCZwzH63BSBNnSvu9azn8puOP6g5thFRzZ6Y1QJN8jIoGqg+k
3twga79fC1mG4HCUb70mmShYfiOM0oHrYyKCqudNL9eWrdeD6FBDZq9Ngaa3i4Mz9SqSpvEdBtAp
5EKHexi5bu32lY/RFQpbz++gCURVYqtuusvhHPQi5pxCPMlfPm6KWXqZCHd4bwwalKA7y5gBInYr
4D2Y+LZUfH6wTK/YiI0rgo+2XhuSgxJlK0D8cz3a3vOy6w9N3+Y/g2pq7B31obxAYGU27kCDsF9g
aF385sLmH5wEnrVx2KzkL3r1iNd14ECsF49bI+zjm27eVzilo9tGUrtC+K4RzKi6oVLLe1C2qp9C
IdHHhSD2pnyLm3J5RVBfO+/hZ8OgTe36p8n/OVhQYa6+QjtzY++vDY92U3GBLXeNBQ90zsROyuVH
P+cbI79yNP6BBXy6ENfT5AmxlG1SK/Xi8nQK3WGcw+7s9wkzyBunQBsdb4LLopqhuD+1dcQL8Y8l
mn3jpY+0cfbXZ/nyBNh/Lr6fPoSNRBLqAMfmWgpKDiULYa1rPtSinDbKzX+23oUTXq8L9RbIz0G1
WMlk8h4SRQUciMqJlLhQ5V57J8esfsaTerGbVDoch370jug+e4WL3BjlDW0ffeK7h6AIllfHmuEA
EfTkKROWiINB+QfY+WVvPrzUupAKA/YKIFeExjLXd5n0eRr6kLyoQ5DWoVrqUbl1eVhJwf4osXwa
OZggwiocdMMkt34OvhsOYx5C8Cxkxnehtq7DK+tMFza0cP5mUPkfE+JIvpvqCcZVAeE/TXNyfpPa
CW4psOKlUyvcw2Sox7QokTh8eJ+74SWrl+P1FfancHNp/s8D+GmgahUMRmUuAg9Z3SOhMidnGb0c
3u6WARemYpmPvVnQIc4rJj9gXa/+1yKFvi+pUR0AMyf3rVD9O7WEczfJvHqAQZux8xsQK5yq68wI
nrf9sfVzEhW9tL87S5fv/TYj/3ZKygQOZv0h5XUHRU5Xqh14PpAbSgNyFIOx7MFP9A+smeaj3RUc
hIS8ffbNnH81S2l9GJ3N9mku/eMSZO2uLtzhq7kszV2WT16oKuLEXp+Px2ku6jtbduNDkU3LMfM7
OxK0ZCd+Vs6F0hRto8kY/ezo+/mwc7weNWMgbeYygt9x+1iVvr3ERVMpfhe4ef0z9wNIEEpQPFBp
M7+SCbff6/NxsSaMN1oto+jbeoaTV+6f+pkmuYCTmxvb/RiTLDi0XRaKemNNXQ4t9D+IdDZNqV20
Hmwqlv4EwCWJfVctceNbWyjctS60ZWvNy7k6M84JB/GivauXB2ZuuHmsHB5/SkifVq1MU7tf4I+b
ZBmHnqWjyPvgzdVGmnJ5Euw/xc9PrbvzONO28MykB9JnHs0XqyhhHjp+GT12kKX/ezbnjWlYCyHW
39uvqzqeS8RbJAkVTHnB/0PhtvQ/ynw+XF9Raz1ox1SfL/40cQhtGaN6BIUORmLVsMtGpwkd4NM2
1u3lubb/kIo+DRkctkrmZdYA524OSsC3gu2yPLvtpNU1QM2mBUCtatPT0r+18G+G1zWEsx6M4Pf1
IVpZTboapjQMa6zzPjjlHa/iZlgiIvJ2d73xP9W8CxFWV8OcaMOtqmfnKvWC0nxjQj55sDIHtQ3m
xfA1yJ6nUbKobovgfsybJVRtk7fwNqPOriWs2AOeDLn79KuDaj5yPHiJW34dWkVHo7Rwg6jLDbih
zF2Nx2if5TsL0kCR46fsVA69s7MMr33JBz4+2I7f7qZ0N6TT8Fjmo7NvG5fVuEFPFQT75yF2IVb3
SqwGj7dzBwfGeWTpe9AM3jdhUPJskV7dF2M53QWwS/mYeJrdc6OBU2HDi9+Achqx5TcinCYlGAKy
6B7a0Zkge2jnC5IvY7qrqTk7sWzbYucWs3WQ3DeeliZtzY0Bv4wJsWydFw7Gl5XXlmucUBfYV20R
4/l2l7L5ULKDaTjvXvphuOzeVm8CJQTcEDb2wErOobPFkSsDS9706Wk0u9/e0sUcxA7Xrr9wGBfY
3pYm48qG/lOr+bTVZlFwd7Kw1WCHvetLGhcECjPuu9fU8fUlu9aDlpqLeoEjewm5AdtU4eIvoel/
FwGLcm8jfK+NlBb1jIzgotmbxslPTYgHwcqB1Efmn0j9ZrAtbvXaV2iBD7AzSccGX9EFryNKiGk+
Q+X/XkpzIyythQ3trFa5UzlBNqP46jdQrpTOc5oHW2iti0NE8AL998GwsNItwUlUCei2YH7U4YDn
4KIKgMTEK34/3vIN6EabibF226Aq2hpF1/6b4VV7x5Qb7zkXhwdNa+OfqrKoja4G3qxH4ijSPSfN
/voCvXjaoGlt5MGbKnsnwEuwUy9wBrYy8+BSMtZho5p0A3qw0od+6Ayua3qpcZZItp0oR+XSr/vn
rNqSo1wZHf3MaS1vzhlNZSJmelgCK1buFvtmrenzkvoUIOA01QVBlUEBpYdbey6H+t0POr5xY7y4
rQjQTn+33jodHv9EMSZOn0V20+xUMIesxKE0bFk0rX3AeUo+fYCATZfjVDkAJWO98ySq5kOxqZm7
1vj5758az1B/VUZeVImcX2nQhEFzU0UDI6NtWcWqQHY5A57DU7+gPog3PfhxTVvmFWsLUtuq8+gR
IUxfJhQakg8jLjVv0BZIkwGPVRu3wbUutC0rlPQGqs5KfDL7MFHsHbHVQiWLLTLR2uBrGzdw0oLP
BABXAFHv81S++c3w83pMuNw00UWX8RIwpgbsz5LRhaVmUUX9VrRZa1m7xxSZnAzeoeWsskIjm8LG
vSnGoLb491rsJ8ODeSOMcgu840DJLTH74N0DEOH6kFyeTqIrZ7AeAAw4nmDFSEBZzPS9PFPs52KL
An75jCK6FD6xa+E2A0cmMlS70v1VTOZhaTJY0PCwhBPRbV9xnpZPG9ZtIBAA6Sagcwb1KA37KBv6
rei3VM3XBknbtaZZVdbc2UPCIdYtmXUs5An6jzftKBJom1axqVjyEtCitG2GuCSwm1QFuTfwHrZx
gq/9fm3PNoMQNe2XDGKd7HvOoUBn8h9z27xeH/3L4Z7oqsm9nFNPNvgAkbIno4fPOcTNH6jtnzwu
3673sbLBdM2MrEgrGLm2MsnpvW3UB2tyNxKFlRWqS2YwRQSzLLQMvusr3F33nT98EdlySHGYD/W0
bEzCxXd4QnTtDI/abTrCnQ++fPR3PrO7buplaFH21AsPBlMV0FiBO4W9v6koujLvunTG1DqCBilY
yC0Onmhk6C+VkoRj3m8hbP8gRf9zdcVnnfv+tPUK2GwW49IL3F7G5oWDcXjKJO6KcSD79AtlAoeD
eplMhkuWDzBjHbbGOUvqJPyVTNzaSZTimXYKU9eBZw302JDqd4q50Cco66fZ6bsfmWmqOeJ0wUOW
L8nZyTuHkbBfOTfGb52B20DHDr7B01kvc3wjVfBUztmX6yt3ZRJ09i10KQK/88chyQ3r2U79u056
L1DGiK83f7EQRYiu0bd4PBDlYoLHaMqvOQU/J00fq95TeHU+YxVt/tMaQKu53tvKx+j6JGJ2A3dG
DTUhdJhDvyHvkAnnoTltARXX9rkWaheTzFbQowNmv3g1RNW+3fbDtSALCSRmVLChSBbrnvGfit+L
+ef1plfCn/4ERjyz92vZ9wlcAhoI3YrCaENhQhcBQhRO/ZBW0tyY7LXR0XKjjJrUmb15AOPLD7vp
cTG22P4rLeu1Xh8smawjaLmt/+f0/9Kto3OtXS0xcjsjN8cWq3+x2l0+sAc6uDfdMgAy+TvyGMEZ
E+2zISmXKQcsvvgKjeaDwyBCwTq5EbVXFryuZ5w7g9cOHI5aPZS/cMt8CrJsb2VbTJG14dGiJ6nB
9LdZxpGRKnb0xrm570AZ3Pjxl9GvhOjiIowGtTv0Ctu1Ut7RgHkFvHZMO+r7ApnGXImQLakyQsM3
8n0/FQSGn0MVlW7hhbA8LCDpvYzfRtA/486HvoqfUhD/DBPAUQ9K1bGtaPMU2GW1kQqtDYe2+3PW
dnaw9ENiiqb5youAP8Bwvf/npo2q62XUOeuLjmXyFEDSGZLoWXZnjIuMcw8eB07Rit1t/WjpFpk5
q/och8k4A2tne6CPs+DrXLQ0NkBlvbEXPRZ00PJFTjokqNxK71eFcjDr7ix7496xMhX/EXapDSU7
A0tHtL8Y/xFUW8+uaw1rEQHvAmOQwVI7gTQ9koAI3r8by31lr+qCvtOCX7y0CwKCX71zk4iIu9kX
njpfr8/r2i/XVucCIPuf61Jim09kyEK33rrzrv1y7XTK4TXOOyHB8RG7DjcjDvhUX92E2kGKoK1H
pH2Tas1mhJGOv+snFlLTilFWum1UtHXoEy8D4AC/vSjhe2w8TMMWNXjlYP0P9rkhhjEvI6QSYGFh
GnO0jN1O8S9TtXWeroy7DnyWDUGKLMSYuIKGQ35PzopK80bKsbJcdIWJDlqRaQ+hPxBeVJjPT6b8
uD7iKzcWXUKip3PXuiVuEp0xnETeRKS3wqF+tco8XgD6ut7L2s8/j9mnxD7oUXqgLgoPHvdeBReR
1Vcv15v+A967cGnQBZh9KseWzwA1wh6e2zAEJCZMuZkdT71w41kRMFhr6cWjW6NW4NcQGTSB4IqL
rOMxntvJMchA57bgAhUbQ5DuWtylEqNvxSuYsH2owDaLoLLuRDDv9R8dZ26KEIbxJBxYW+3TMvcR
Kcn46PE2OFi0Yzuvyuy4rAJkEoz8uP6dawtY2xomB/88d3GcOY5XRXWe76X03xy8PEUU1/vbJkrX
KvIauyvPQfXUpK8gmmI0tzR3/rwkXJgnXQvCK6gRLNAlPY19mP8sMvjVRsUv8Y1ZYflYfKNNlFbh
ljLKyoLTlR5QSW9g8oTOehhSVOQ1XTaeklamQdd54ABdCdWUWG38hLfPsHeqMDXKsJqG+PpEr9zt
dWl/v+EGVxYtE09kP8UA2RiVfYHOD4+YMHdZVtyJznhoynRjA60N1fnvn/ZmX4720DDsTXv+Znd3
Z5ea6x+yEhB1JkIz016NDmJW67fBDoidIWypmO4qeNRudLE2G9bfv70by76zc79IqnI5DU61JLKb
xG8HImYPqOi3G1OyNkTaoZcO+WL67tSAdwLc1RDccVt8uT5IK1+gy9XUwdmkmwuZOH5NwzIQr6IV
b3KBwPTU3l3vY+Xn64o1fekDle2nwFw5/NkR6XdopW1shz8clgu72tGGZhY4Vge3G5LJD+YIoGF7
B0quETneONghZORKAId52kRAFqqdXBpvPzPug+CWFtOuysf8wIVQ764t6nuPMwIDyc4Pm5yZMAAZ
spcKoobvpmM5UIsH4wCj0u3VPPsxHishw9BY2Z4FrH/PSiVOFKB9wP16n+dRPpH6t61q63Xp+mEP
hTJvCAe8ZT/V6dzsBjVZuwCHR+TgkmdVH6ZnpNVhKF0vhrSK+Tgo0t+18B3a2zUtXojIzN9VlsmP
sZDDk4U2DqKFVrAKLP+IvAWEA06dp1x0eL6An8EmtvCczF4YYluL/C2YZtwCcj1hjisPwJrJd5gk
zrFt42YKiYky7EfpNqEVCHjZX18yK8tSZ64oI3OtNMBVe+rH4uyKh3fh/t5apu+Z2rLfXFmWOm1l
EEPRDw1SspnwH4zk/4IOuXXarKQ1OlsFp/PsNu1SJt08qagymrd6KZK89t5GJR+oGG48MHVBEDMP
jMoTIMPaUxaPqAk1vnlbzqdrfsg2h5QfA/CiHLtYkm9m+uP65K6cMDof9KzVu8DzUCaVO/u/SirY
fmAOlKmX0ntuFWVRz2cDpnRuHit4t+2vd7tyHuhc0cFmlluUuFIZrbUDTWSfeVaYjWJjya4lGDp5
aID0lstMPD+lcmiyqIU42k5Urv8w2QE/yrRu4tYkbJ/5qn6Ed7T3VLskhYk3q17mvM0eIc6evl//
1svkUgKlmL9PJl72kL5yPLy3U9XthooUDxAEaCMbbNnjXNtubCAa71rok+zakpa7kRnk6IzALlGi
+v9lDQA81ZgWG+fMShDR3//LXpIFvECZ9IUSoS1RpXBd60hhDhyRXBSR8ruPoRE/N77/z6xeiFo6
16bqrIxAWPP8EtXnCUhwzv3iU1WGftct/5ggEt51gK98mO3A3ifLc7/7pQf6EZ2hjx2P4ALAc7uC
LCYtqbejTLaJmaruDkyu9EkFhRmbJvX25Vh2363cGx78Nvd2bLGdMXRNO39KCYTGDCuofshBwm8X
gYvdFw7QP5lc+BOXs3FvdznZG4Y3PZuq8Z7nGj6dEzSLDpBanQVecQw/dqCl/A3Q2/5ZtszZia4Z
v6YuY++5N7KfZKryh7of/CgTnXlg85J1YUlKfg8Z0eXVbmvgzlTXvrsS78QZVsUvv7HAMsx7UnzB
M8cUjdUyQcQHziWk9OiTXBgNOWplIW7f/NFRmRvlKoNjbatQSqtrEOFRfWaRatrHbnCnr6weyW40
Xe/bYNd497AbuW+giB0rObiHocq72OuI/GdhjhOWpU8ipzOdaB685sRNsHRxC5SRYBAEJyAshAZ0
vB/G3DN+ealjHXLXTWOjceX9aDppWI0Y+6runGOe+2YEdSrvYMjM+GEKJ48Cx8lii9ulRH6fW199
JYz9WPH23YNsaDg7Zh5lLoA/WPjWMTNJFskCQiEQvMjfVbGUO3es5mdUBG1gg0j9XFCYu/NgaA60
oU3cj2a669sMVXEoy+UhNVInKudhSWoa/O7bYTykadHFrtv293UTjAdv8KC02jflP0umsp9lZXVh
xUcoe+Sq2JJuWTnLdIDwSCntuzZAmS432b3ldPTBSW/ywSNEx2YRsDKsXuHqF1jNE261QdjWbE/r
29C06MD6O1jBYk90QzWBDVnDyv4pb37580aCuJJI6Kgss3ZpI+daJnxpYifwgHM/q/zV8bgljbc2
9Fp61M2uDWlnRDbYagIZxHhwhx3lbMTNlUPrP7AshrXVIvtKlGPGvu3AKBhUlcnZKDNePIot6z8a
I+UMDRbYpSR4DHVDOgUDHgX4slvA4IxZax/yVvU7aLwGseynr9eD88URQ6fnufp04+so3BZGH0wi
uNj/T1TZT4JqyfWmLw4Xmj7//VPTaLap7MW0oNjQ/DAtMN0hrlA9uwrZ8vUe1n78+e+fegAN2WtL
lltJHtRjqAzvaabL2/W2L2aN+PXaoV2TheBpxifJaAyRa/N4LEQG5jmM7ka3f8K/PF/vaG2YtA2X
kY5mFTrDCUMYYlVQhKVbjeDJipvurPgW7WImAQj2CYyYEumwd29O93063ThM2o4LZiZThywTNNt+
LlMXFtM332giJR4yMLBvGiF937USshvwASGJRx0JmHgrokFUOP4ZDNuvd3ExNFmWnhJ5BhSZAmSE
eEx3vaOPp7kmpmnZHElTz6egEeVt1mQglv69ZoXZNabhQ5OhmlLv6+ip7JDaIj2BbJt9XP+Yy3Yq
+BptUztW1cpyxkWNjWZ2ZxKA6avcHj6KrJjhNNIGkTn11l3R29ndVORVBMG3auOmsjaS2q6H5zFT
APbCVgUciQKXoEU4JbKg/AtryMYL7cre1GHocGSwZqtnJAk8xz30TTrvoGWSx2BaolYCDMcHwcPj
r43RPG/E/2SvGE0tEmQmasJQVIY4hD86r7h3t6eFAMaBh0txggbk/E5699sc9DCUHmYAUUrlwR2n
LP7P2ZksSYozW/iJZCZAQrAFYs45qzKzcoPV1AwSQiDE9PT35L/qG12RYVa77urqiEBILpfr+Hdi
8ajKFh3yn/+QC4GCngWKSMmC1GvUnTgZMxqTDAXfFJ3ln3/6pTE9ixFyGJq+80Z4kAf/EIIkDFeM
/tAlLvwe5Ne6Yy9scfQsWqh6oPA/zmEbpeuHuJPkAAfI1AcRjqP9v+nVjlXjt7nJ9RU44J/H7D/K
zDq0SwevZe8UISptah3lyZh3DXJq5/7yK87uHZupiZqYI+mMln2tH0d4ehfPf/NO/qPRXLXjYjVk
Po0u3Ag5bZHwgQbUfreh3kB0ck30/Oc1+x+xpsfniClX0ZPVx6ptksXOO7rorF/ePn+QS6/h48//
tVGH1F8wdwsK+yHyTPMya4j6ZlV4Ze7++bgPwNxZIlDIgZFoXeEpgeJFBq8o+NM3Ikz7IV+ShiqT
0qKRcELzgxsUUnCRoUKO8xSc9mwCW+52h1449pcT4ixeTMvEcDvjyZOQQ5/YsNsEdQtP8db81Z77
X2Hn4jchQZp7qtWYAui1aZndWj98cY2+m4i9VkX5GL3/Bj7v3BhtCLQqNM8RcEaNfvZAZUM9l9nn
U+LSnDsLBdPo2oiTfIXPb5FaSL2ZsXvwREBN/Cukse+daztjWUAF2NL1ZJXMXIT9ob6Wkvw5Wnrn
4s4OZGkRVZKeJphM8tpLhvErdt3NbKOkqq9M6wur5lzZyTqCa0rUQABu6dIp2ObgjQXXZumFVjU0
yv//NVkFwBazDgbw3lr0RxcBsJSWXU+KNByr+ETcUm1RExcbgnrgTqOYksURLDynQRCgZfjfHRP+
I/RESYwXoy7pqTUvcaDS3tuR8K8EEJgCZ4GBMlKXdYtsxOJ4X3sq8dgXfq3L6NIkOFvowI2tAAlo
/PJJrhtuQiCHXBMlSvM+deDdH8twvmbneGG9nFfIp2Vsgf8ul1MkmEomi8KQ/vCwGUqQrutFX0ky
Lqz582J5XFWya4c8hBniSJPcsRKXGuxK3nZpQp9lMH1dq6GaOLZKTyJP+zaEqEH1f5dZe+d6SRuh
J59FSC5wZbqBa/TOOf/QzNds1sVHZPpDODzvjx8KaRY+hOA6CE5+T73LFbrhkIum4D4um45Nyzuf
QZrc2hWl5TJqIpb5rChR953hERy4PowSPpR8O3m5O5ohrDceCaogFTn44axZl2SuiXZpNBkGTdfo
irSGkOQWXMAyG0rVHlAcdfulkuG2Ecy7KTu3fHf+mr/BOXR9FtpAyRzDDXVUyHIKMsX7so6ixIv8
ORuEBefXY+3yqsGeSRYM2H4FGStdG9NVqayE+zKucYe6m/N/tDqqcQNpzHEhrXkCMmFNu3ktD7ht
m6NkDMb+UKCuvRn1Gt2Ool4zP4zJ3hOEiyRsFJQDRojU0WpKFHQJ22nmtd3wUgYAZEFsb9sSAaXP
S3M0cg6+r9KJIlNqkg4IzfHaxeSFpfMfDeqsC9Muw3paHQCoaK6HBlwCm7DKuk7Hzj5+vqNdWDrn
bnj94vUeN3w+2bAq026EF61qxiu4w0vP8BGD/pVBNaXr2nrAh8sRYbl5X8pfogBEDtr2v/v1Z9sB
Dmg1kMbIlHEX+jUqZvOAGvo11MuloTkLw2XAhTetaDQa5IiidOeb1BBANf7up5/F4bqFNJqh+HDi
ec8TCO7f0Pl2+Pyz/9yHgKLcWcwKaVAYZWG9klcCpZmqd+sDyF7ri8dyhC5uVpLqrokecTXBNyG1
855Gtd73EJxCM9MLADXHAelfVQe31p+DpJ16fT8QWP2Nnor2INX5txFa5A9gEPpZFXMG+WyuyZWg
e2GXEmcHuwVQ77BXoTspi+uIsQ1fC2+4WRUEt0KYoy1wVfL5WF0I7/8LnP+ao4JzTmc43Z5ojAeu
4+FOxtGSomaW/dUXnGtHSxdPpJuX5aSKEVAUDxigvs/DbzWq4tcqQRce4vwSN8KFZIEjPoAPrkOu
86JovIu75cpUvfTpH3/+ryFqTVTVM6LnscfGinvufUdhIR7+5ficHUVJzO1EJjByifnCApv183fl
oiuZwYUIdK6CLVq/bftxyo+lP6QzL5KC340oT/vkWu5xYXDOm2ViP9fBGsGL3rExAZE3m/KniV7T
gF/69LOhF7AuU+MyRUeGnZH36IO7o9PPv5uYZ/GtnQKvaSNUQbkZt4oHC9gL7ZD6TOw//4JLg38W
4qQXBhp4ae8E9GkC0uqxUHlKmxq3xLvPv+HS8JzFuaLpc7tWC+L/9O6ZN8KOWAVXps6lzz4LQd5Q
lQKBFLUl0e4NSIiJUMOmm+i1k+ql4Tk7TA4LNDCR8thJiMjtqsGzW5yNNbDbBlIcwE6ucAUuPMi5
cnha5hoZz+SdRv1N0J+cHhe0Pnz+Ai7E6XPNcIesCtVMZClNVb5z4Z9a5h+6DjVEFGbK9hrC49Ij
nCUSIY7EXWXW9eT5QP50sVe8OvS47ppGD9cUQx/x5g+Z8rmQeJ28NjQWByPsLXvI508oYvnJ6j7w
ayCpRh15J26+8k4uVLu9c6Sy9b26CiOvO1HiifcF23AMZLqry40X2+6+BDcw9cZySAEe2jAVyw13
87Xd9cLM+49+hsImQSLFPlJG86cwKtZjJ3K4bUIBsI/qKb8S2j8iyR+G9NytY1TCdPTjapugDJx0
gfdDLuJKjnNhSpzrUzChgaingOSw1tsNuqqSpZQf+c4177cLg3Quy+4W3RS4nJ9P7Xorh19ktAld
7mTeXxmcS59/Fh0DoFXzoGbeqRvH93BsmjvTKLLhoNf9rEx8bQe8ME7n2kmPet1UzaiHqV7JjdKL
PY6m4ycGQe7m8yBw6SvOImVrO3gZEDxJ2/6CNDKDciYpq+rKp18ap7MwqatBF7RtkH101TEfxWs7
FdtCB9UGdjP0Shy78AjnsnGc3bRmfSSOvciTybt30Pq24lp6dmEdnCvHV8XLEOfv+FhDx+mx8jFe
9I/Px/7PlxPeuU7cVZaVsMyOjm3JOvQ+lP6+beBYUoj4EdI08a7Ksjl40K9sZQtk++ffemm4Pt7V
vzJCQmZvaKchPqqpvvPr7g1+iPfUdl8///gLr/xcQe4KW2js6uvJhVmkykfSmG9TXcvkWp/wpd//
8aL+9ft1b5VuQ88/oaK+ZPMAWKAPX4GUDyv5u+V9LhbU8KSKVdFFsJkfDyFp/3FdlC4i3lENtObn
43ThMc4Fgz4l6DUGv/qkG+7tmhz+cZWabVY0xbW1feFVnKvgYjGvNfXL/NjCbz1fGmCVYN+GyuGw
tFee4kIOEZwt8LYz6HGBauGoPbYhK3Rx4U2+PquxxaXkl78aqXMq9KKsqZyP74jXYdNoetCFetBT
dGU7v/AI5yjoCESGto265URrQ5+ogqcXrOirJ9s4mcZs7fYQ2crXz5/lQqJyDoWWNBr7TqPFpQSz
3I+CtAohO87N+haOLk5rx/8Z2mtuGJee7Gylr3Ot0KZJ1CmudH4C8npNrCPLhpZz3ScFbGq+KvDU
/vKwfM6AboZaSd7WyCd10KSV59/BCecrC4Knz8fuz3mXx88Hz0QkoKMB6c+UEoxzVNjhZj4XYlMa
XIyTCv/k1+BOZzWMr36FXCCxEGsdXgmcf1xO+Pqz4TRlww0p++KIHRitwrg/gpbBSxxX6ecP+MeQ
gC/4+PN/RbYIQrjJxWFxRLfHbuptnZlKfGXLeO3m448TAl9wFjrjSUKg6pP6iKtdvu1m7l6GlVcH
PpbGJvUSAO7OVL1eCQ4fH/ufFBJfd5YlARJS5VE3FkcUlu/BS97XUfE3NSZ8tP//hyoPvZHXNSz9
FKum+wKg7jwXdPuh2gHxfE4h+Ps75Tg/d2WDxVrgjzBDPg5oTDb2m6/4Yc2vbQN/vhXDk5xFUDfE
k1+umNQrelqHdf06aBIdlQhvDa3/obi3qGqEbllO7+hd7HEHg4DR5Ndayf83uf7wks6Z2HlZ5qzs
Ib+0DFxN8xygutIztyfsF0GDifR0wtrv0QR3Ij5Ux5HqncKxatXeHW0gDgiCB8dHnK2XG1gcbwPR
3ta9uSvX5tlz+zFe30Tl/1UrNz9nQytJNKzUveoYyv4ftKLD1r778fnau7C4z7WQXglvgwjQ8WMe
wealim8aarNmCF/Robr5/CsurL5z5SN66yCE7vCmBVFbKV9M5A4QMtP8gYq/XHLnEkhL0HdYQF9/
9FYYvsOsozLXjLz+rHnw+LnM2IyQVnp9hCHq/TQKoaKNEKYaPzPetzyQ783wBX0diZ5NOixuQ5g7
hUpeiY2X3s9ZLFmoiqJhqeVRltiRe73C0Q9i7a0p5vaYV7q78pIuxKxzNXK35Gi2821xBGLtATSd
41gC6fP5BPhzfGfnBLSYlAPr40AexVraBMp2oIDwhYkVw9+ZXLNzClqB6/VS81odbeMbsIPnH8UI
CEpkd58/guf/73bpTwHj7MQovL6Vlq/BUS9euaXOLvdDVJg9LLXtmnS2RpsF5bL5aSLb9XvE/fHg
8pW+AIcz9seYBJ1IBjiWv3BB9B6XzARE9b58VgMRyexH/j0nXgUH9jp/AfxdYaiCmt/YwpeHXof5
yWlavnCucBHi+ja6gasoTIlB1Zevc9mtQUpKJXY9qpfoY6XabFhsSriVSF+khjkTZ1ZXMVp+S5+m
SlIvA00dekuY3apHbYTddr0fpAPhuFXhuUogUyv2OcVNe4zMaQuRcQVEMbDV6LZYeLEddTDsdUjo
gXhO7bE5sqzg2iYTLLQRTpc+SFu7qKM2jD/78FDYWbLYrV7y6LhMsMuZQ1+cTOPIq79Q2e8GbzA/
h4WRPVCI3c8Y9+IZ/K0s2nA7uykgM5jTgeO867MaeOSRS5Kh+JTD9TkUU9rpVvSpqqvyl57QS5eE
cFOpkqai7LntSAej47lIXDH02VLA/zhm6Ca2PofNEcYLrvcscr8mVnnfXeGGJuW4df4C2zADc+Hl
NyhZMd4xKPhPbrITpJDGsMSEQblFz1i9kQqOCjyOlx+2r1BYNxN6OHxDh5/5XIyvcT0v72iS9J41
OpOeGG/1NvcK8TajPU5lgtagGC9rtDNgL/8Mq8WHX5UeYD/ULlN3H3fdItNC0WkD4f2cwQxSgjjm
pvh+lV2cKtz0ptT5aG5ZZ0ru4KvmBemISQOA10eDpWrRTFkVKvzKA4umjmBRB2+Zp+/KM9FNrPzl
BVaI3cZb4vE3qcp404bhmDEoCTMlkNIGeS/Q+M6nKAEEd3oZRBye8F7YE7pCYpPkc7wAy9jzNYVj
thbQwtbB0etlccDY852n/fips3P4D9p90GrDVPkhEAz1z3UOyIONKfmhqIsfSDw0eNSOFO+wQ2t2
Nmfon4pI43nA49o+026qvhtb4hayMBH7gfb5YdrGg/VuF1ySy6RRdSwyAME0eoQitIjuKoCAUiKD
xSW9X42Hievoacgnjv+ZR6nTA65yBDEfnay5GRLQBMyOsaVKvQYsrlLILiloCGHTEHmgr3Uqx4fm
It/gshg9To3fPzdxJG4KqeDWAsyWxaILpbeJceJVyWiJfW3k4P7hPS7qYeZk6gw4+wg0PB/8bq9T
KtFwNtiWNVuOQmDVVcU0Qurofautxk3m2Ix7n+vprfALC00acw9wrOq2sjbNg2XYlajGJjF7HdDp
0Zpvu5jPR1Brwlt/jIOj6Bi6kMYg3ILc7e5AFJkP4FCgD+rDXfmghtHbeL4yP1pkXIny2/FpFBol
VtI0iSfr8Ra/NPqGpK3dVguzd2XRgR2tozZlrgQvbsyiAJHOsfbotQMZ4RgWDztpKrljQ+CGtLQz
vOGDcYpvTa/yDD+Zv47Ue+5MAe1yXoODHgfxlvTovHLBWt/Gsix0aqfA3fWDIRtaT24ztnTBQpz7
fO/VaFgG0nEERVbXTm5oV4WHSEp/70zZ/gPyI3u1hVn3sLVUU2JHdCDD0mIAb7kWgCLUhn+1Udjs
Q9AyeIJuOLfzZbce3OKaGz8e/Z3gXb1BvtplXInygMPQlIV8YK8zmkRTbypFWpU5YYmIIc2YYDa6
7Qaij5GY3E3AFvpl4TXZo4Ur/KbMpLtEII1IEHrlLqqhn0F/ohRbIy1FF11UJZMhsHjrzbwNHPFf
VmLEwxiX7DvrRVNv0WYrUdiIR/ttrr3wUXOvfiCd1TsYgeav6GFdXnOyiLSfagADQ4vwGVB1s04x
EDJMyX3klmI7FNRscs+i/VS0aLimS/UWYt3fwpJRZDYU5maNNcUNGMBROmT+fSkahd3jo3W7g0f9
0IT0pu+IuPPNCIBvHEvvcaCs2A9Ant5FlZhBmF/7A4GDVrZO4m1A69x3qLvtlIx9BFGSZ4LhGe5k
Uw1P5LnPwpHoMMOjsUzaqT3UI1se0b/O8DYDt+0FQz+7zqsMbprjSzGy5qkrmuqR2Bm2c3EANJbx
PLiFDhLvY2y0f9fZKn8ysul/wmuuG+G6Wdm9Ekv3Q4OpfztOfXHwGxyZw2CaoNAHWH+vUKEK4Q1M
C2DsRHsn2pa/M7/mJw/D96MpZHUk44SZFMwEgYp7h2jmzYYWtNmGaEPF/BfgIA51DksUSObR/Fe3
WyTB+a95HXu2R3blHm0exTc5Mu3vuPRt9ko6H4d4W3m//b5vvoyKF3fo0e/uIeoN3hcgRl8JxJBf
bN5ySCAdurBSL3Tehg8fmBUwU+mLqESXhAwllo6s8auCg/qaVbScpqzqRA0ZQgCXESXlbc5LCJ2n
gh8gdfE3FL2xBwcjX0jEu+F9VoRtESTnjQ8sTcIL+PrWrW7SrutNpimqddi7ux8Oe2Rmh2WA9zgs
5JIeWqPd7Es0VuVdftuxFTjI2ut+RfFKtsMcVLt1iEFhFVhPY9eW34RHy8yizfJrqcEpm8fcwNuP
VncLKjnogWT0tNTTaxHO7scQwG1mFGr85Y1rN2xLyyWsixr6NvWdvWUOccij40oSFcCjL9Wyqos0
RyfLe+vrYD+XfgM9UuutN/NSAIcSoxOzgVHwzbD68T0k5hQLoe/aBE4Lfpq72MPJE6W4pAFg8pFF
cNtFlWfYyFLW/wSh46dmVONdL6ruDtYHAVwPPwwPCQVL+CCN5DKL5yha7prKrruGVwy+bmH/EPFA
bmnF+AY1XHEAYV59YdBn7iXLF70XTM+PKOQEWx9sgw3yLInUCYUeoOb8jHqAFSdegRbrxCLzihMb
CIwaByP2SPMYrbRVXj9W4Yqu0bGtVZtOnYhvO4i/nqcQfW1BANdK0Q9kj6MKTmFybZrMMgirUnD7
/TUb+GTeRiY1TaQVLQLA2MX3evARBEH0dCk3ZRknsq3ou2ti9zX3Zi8d4769R5mNoevbclIkcVVK
s4lyDz5CgwUWxjU1xTneX91HN6oMDzxqyN6wMiWuSrGp+tnqoXF4ApEqbc3U7YD1jFUKg0Sus0Gr
dt4iNeI/SD937+0KyqSBq51M0O4oo8SC4PhQRbjIGWnIH4sujL/PXax+z3mpsxIbYAmzYW/dAgS2
vDkbL/BQHSrzGgvKEHPhUeUA720COKgwx+915Mc05RDWvel6ip4dpewYeTx4KqyFkWwRWn8zFmOZ
YbWF9yoS0W2/FJPOltqO99ixPKRRk6B3DFrfYTN19Yjh6OMtmjLGh0it5jdzVKPQ4RnvN2wtw7sl
H1u016JkeRP4Ift4L4GsIVWcipeRBXRnVs8cg3WQrzEt9QkSnTqTZQTdYSPLY9SZoUliaI8+kmRc
FyB/5nvL0OWeCNhXtllbeN49CXBhkcQKl3YtiYp4wwiOtDAntCVAR6jXYDMJyK7tAdSdALcdEol7
h03VR+zrgGkC6P8RWgC6x1YXv0UDpgd2ZMm2rm7cu+rCOQX8I9j1o9IwCO36n/CKoXozRBKAA5Ov
KTwx1x/Vak0BpP/UYv83JP4Sj1IsCZOT/lYREubJsoz+bS+5uh34Un9VOlw2Jff8J5Ar1FHiWsRl
az2GcCoNPKjS6nL+DS19fRfAyXpj+nkf8HKHFukJbQiruscuZWER0i51usSh3NQDpJDtQrxH5bsZ
ZAJ0OCQOLiYb3C+7oz8Ke4oXMWwcCos7sSL/qLqYQr5n84zNC3rLRrc8qEjSh4qx8aDiqch6h/4I
3fTR/UcMvXWLRY2RmCqb4R9y0yoOHxflFc3JGyRelxZBuFuQQUksNydOFHgg6Deh+VzZ7P4B88o/
LY1udqIwy0/QH4ujwHzYQzPnbysVazRAmWmPjhN1GmwUb4Wt0bJAvCWr1zX8XhVUPFqc8+DpK2Ep
WcS5SWGx4zbzPGBBwvaz8yFe5YNL64XCUz6Q6NOYi7Z9EKxtfvftiOOFlsWC1syx26ow6NK8r5Yi
I7q0P9iE7vBVmKnKmAp0Bsqm/aprBQy2iWiXFrLHImXFOr+wpVm3sqnin9pFHydGZuRTzam+422T
dzfVOkZ7P17N4wxxz74fhmHXrQzJkYrmptvlE1WQ5xBgawCEdxvT2XXP6FgsGZ2LASJBuN30IN/8
QEQYdhH0Fy8F6QkeTJa/ieFLGjr6gYaokMe7XJdkM3O6/G5NwR5Zo1W9m5bQQxI9I7lIO9k3N/lS
REWyVk1zg4f0YL0TcixNpWqBpQ+Ts36ElVoEh6HDgOWfeoza/VgrnvpuACFmUvVyXBANDwGgQ0OC
VsHirsr9Pmvw6luYF9YdsqG6k1kdq+4LrSm8YLulepLCE98F3M3gNUthbocf/BTyyv/Vx3x5GhQt
9q0LytPYl2I7R753F4PBht2XDFu4c1Qus36FoojBH7+AsYMUWSj3QNaCfIMLQ/GraL36iyBkzKFT
ZDn+YjuNab/A1HaD4BwEmRVV22VV0IQmhXKY/Bh82iPdXXQOIzcB/EEL6xhM2DhYvZQEzYe/UTyv
7xLyeZDtalNtvJAHJ8B6RpxyBhpgQ6mGcEjGLhy2nm/cAXVNmpgKzI48bmFU6+XNYcSJq0rQRrT4
Ce2Rkq0TDdEd0RS3nVDBj2CGHU9ipkafmiWA0qnCUb6ASCxDWdw7BVjq2xKkmDfbMrbTk5hgE+lK
cRpctGYFCp8BihxB06USQKR72DjbB/xn+RC0whrArGtZJpKF5nu1BrBoUSGWSs+aI/dlsQkHi/M/
nxVoMcuy7DW4Z5vSd/wnCgXB0bTwn9vWQd9nPfRYN40/5JscuJcsn1GnyZs4RN1hDsctUpVIpJPn
s98eekBSNfp6G8yLftDC+dt1auRbM3nFzRQheaNhoV5CjcO/ca740YL1vwFtA/LwaVqOBofNOWGw
qM1s5JG3dSp5mqM+lOUFbMdcxVSXdJRNv5lPzBZuUSNPSNy+gnVKjyP6c+eE+3Vx6hyA/6wHp3hs
xPIaWZTr0hK989/qth/eAHyYRYITDr814aAzGlCNHR2VG2Aj+JFCe3lDJhWiusTyFL73dOviuP2h
GzK1KNE085oIf6hfwmBYNv7U9AkrwyGFnn7OcK5uM0g+kFQWdsKlalgQt1shJ7rTs0RUL5B4zdOq
MYpte3SeaJ8BHZLfHLoV2mRcXYHojWtZ+Dqj8Skw/KSF9NPan+tvdBbzdm5t/8rWaDkVM+5uccY3
DyE+5p0Uk/e6chHuh1j6Nx4pUfNB91oQJ2QSwdYWUbVBywZEqysV9cNHoeMEH92PmQTHeSSno6nS
Gd41uwXWus8cMtdnFlGaFVO/HnS3NPsCp8BdNzRNipUis2D2q/t8Mnk6gSxyjy5s7Dhmots+7tQd
+nbgzjSHcbuf1tq+B8uk7j+SvMwLc1iGrWjY/mW5iW7hh0oTvjAcG6HF2fjBbLJyQKLlgY+IU53y
MXDY+j1b9ztStzRbJWaIQVPEVgSopSW6o+3Gr9ryWZTYYozB1U+IJ0xxnNEb0N+9bCE6XlOtc35a
43zcjmEebiLsQNt+cgCJOTRmDb2ZbgPl83Ijw4Z+zYcQGddcAF/ff/AaQfkKNks+hwey4q0I58gT
Rb7TZnYayjtMjZamnWn0M3oZAQOIJ06e/Hmy97AgXVJgut1XV0myk3LQNz1t3Nb4lQGhBeethMaM
H4vFFTRpZTm/a6TBKSCOusZtElLhdcyLuwX7/JtnvfFXC4jas54bkzV4tSncl/WhDLHykzoH/hPL
38IwrsReKkG+Z8OjhP/XHVbwehJxZ7deWHW30HEFByaLaatHnu9tPZHDx9nwDo3SKBGNc8QRYlpk
XECzrBZy9aVN/TBcd8yUxYZaS1BTU/HDEPRCJLzqpmwIPfaThSHQjSsN4y9TVYcbSECQ59lBP8CO
NLxVlACzFPcCTGs7EJSlkTFh6fW3RZm3KqPc67Myqs1hVEH+yEdZgeGAsdkGkcFTRb6m+4WszAf9
BxHPjeCdh/UoNoC6lDvT1gZ3HnxcMkk/MobImPcgVsGGsdg6EOOMvQnz0Tssneo2NXK3tzok5hZA
UJwG8iB/6pWtvniTc7dG+HQ/rmOJ4eXrirOXRak4X0K1A4MjOoS8MIfYLHSLBiOeNAiCNzYeJhjH
y/4HStdDGllRJmam7RGEsXBN50a3qJnomRkwdsRidovxYFTam243xH59dHk4dh/8p/Yb4nx336wj
OwCD5E64LQVyv1LsjnZrc4+CUf4q6WBuw4gVWdFLP/PANs2AGhux9cH4C4agbidzzV/DqcTBXHu1
g1MXW3cRC8g//iLoZiIB/r0Ro/yNTa2CsJ0qhfvfD5rp2s2PA1fDiz/xIWETpvuipvZ2kUWxq1Cm
23b4y1luWLBdGMrWnKMvJI/77zEOA8+VsCJDnBJA3uXVNooKchuBPXAToLEo61hRvZIyNF9Q1WE3
poehFZZVAyTq3NbzdorRUCqk1EHGEdNvWR2jVBjSle5Qf1ARTFmJ/xNyMocoGRt2z0do/R8gzHAu
pRA1PHVRkH/Ju2K8n2F88QV2MKo4KKBsw22Ahpm3esC2nQYwYsBpc8q7n04O9gH+hj1NA5jNyWRG
+fwLLSb/i0OdmiZxD56nj6MtgVlsGbzEcTXOOF7Tl3yFhaU0MCiE6+pzSHOAzo1FZY6tJESxtvLs
jsx+vjEUaU7WsH46ktXvSjSHzRSMoSaaElB74dLeQYcF8wb7PCs1m6TppP5ez4WFjiEMg8cI5hf7
oYCj89ST+ZgjGP6ey1a+c2VmpMnafp31asUGAdl9q3Bduo/rYoTINlyvXV5duiA9uwofjD/CwlFD
nrCY5wadMbhukd9wH0OTUhtk7Nx7+/wa64/KO4+fAz7glEKHWRNyaMrY3oKoUCI9n9VDTCr35OeT
emwJbHSBqJM3IW/iK6J6ceEJz6kfy8h7XJ0VzbEGyyFzqwzSIJBztpr5gwnsFNj1rYJ93zz2YL/4
bbXtF07A/PH9ndNAUELhr3Y+GO8H1BrLOlnAEdkVOBp+cdrr7hZP229tCDncXPVk51v5j/NjH8kZ
7GbaMBKn7v84O48lSXklCj8REUJYbaEs1d7PbIixgDBCWKGnv6dm1Ze/KSJqNTG9gEJemSe/U3VH
0MXbOMSWg9hCBdr1k2Qcsbmk58XvwusQjMizWAWSZxqDohVqGycp4vC5JRGgxMHPvEX8CiWgGW7X
GUIcmfHXyMvkb44zz0PCW39nyLixYZuTjAjYDFJj40EIaRhJunVLZJREi4sdDin+zZBZ9m3R0z9U
WMOTM4w+5hkAs0Pd5kHTUPEG8ShomWnsflBulq9CKGSbbFxuDDaUe6tH2GIoan1HTCh+aWuM+1Q0
KBgEUQCubShtDFWFgKidD99w/4sD6VMHXtx0zZVoqVfPf/+k2+nTBL6mWYr0ni2M4+Cb6SYT2CsV
IcOWssrcIPFS7S4P3X8MnS/yr3PWymS0gMtlSPFaVkvtELeH9nejYJzYxSlwb6P8PXaI9QYabqun
mEkcRgYEYZ572Hs8r/yG84z86jfMlEpc5zHWSlpEfY6utl24ZormKPLmgFQXLnUeKqv7cVuAFme1
7ooOcCE1P4ewtH5RJrGjeATtdfNONFI1ubDslXZdEBjMoSujYyIjYpM0KkA8Pemhc3Y+YeO9jQwy
EmigyK6oAP7pPf7bePbcSUy7dhLXCAJF8KXA5SVpzoIG5oMKDirG8CRyjB8Du0GosakD66mcW1im
/UJXNiTQiekfBDh07zzn/UOaDjZiUd61bTzTVaUtqoGh2xIRbeMPRKDLd5QAjFd24Ew5ADCKMzmZ
i3uKhl2yOUr3idCyX5GELQ2P2e4BeaMAjl0kEQcRm1I/lMmaH8Nil533kU8zvDE9lDgPnYh8o3M/
fDX4TwST4CfcH0YQ5Qz3zbKUxEE2Mw8jjMADb0CeieGSuMk4nXAYLroHQY1s7yruHz0jrVdMC75e
e2x2Fpp++mU9zpIAUPYiqpEICNMme886zmACAoS6skmYDAPfX571XzewPWeedEDOJCg8RQOzOMgk
jvDXMQZtNhP3DGC/Fs2IKGbr54DBwEzmh/bhj6uLaq0iZOnHzwa2jxTY5KrBPWIHeqhQbJbkekVA
vPTo2bCmvGAu+FciUp0DESUqCN8vN/hS385GdI+7Z5oUQOS0ehh/UTe1UZ5V2PAmMxGGTi0QhXLo
Ub5dftuCOmkOLwGTx4tpBuWTxqXDGO5s/KPZColxQeZoz/klHbZwnJmbOhorA5wncKtPY54O/m6q
iLtH7iWzjgj1JfAmwomeH3C8iE8ZsjH0aCEz1Afc4uPKCvylCNtECvD/5wzyAGVbQeAfEUT2Qw8B
6k6h7rbs94PnHoWf7hQW/ZWXLXSif/77pwnqudlQOy6vooTIQ2+YT7Ffg79Q6N+OD2Us8uPh5f77
egNDBu7/X9RONTVBnU+iKZ4iIpI94RXcB37SdGWcL71gtukbNXwpiyZOorLkEEJUnYrfa6r8faaB
bzGBVBm3lz9laSieZ9qnNtMi9STS/klEq4cE5O+hDYvSW2mnLx9OydzNhHYjIyPkBtFI7Q1qkqBj
S7ZxzFdG+pethMfPusFr5MTGGigKRdqPznB3Xlbd9G3ybPlrALAvby94xawjXO6IxIf4Kxrgh7Mf
rHwvaXZ06xJYI7vamIbXQDyjkA9e899aarNZh6RNXXBrtOII1Oxbkyukw9Itb8g1Wzc+aD4hjTzL
3AY2mw3SS602vuGycM2qhkfP1n07b/TQ9iaLfP99anAN8Qcgr/dXjFM8fLbyQ10GFy6P+FGZFTuk
Sr5ZMtn5Q7bGd/9acosXzHYAH4YCDqpx/QjXLQpxkcfvWziLbezYHGAgJMh9jCzK1o5FDx1GDUFY
Wxp7VxAcxM+WMtpVZHPVt86r7AC15x4iKqjCkemmqmooztLprirL6coXzE4yZQsVNGQwXjTIiSOk
P8Wh7ZQvLalXRtnCtJmX242QJgLPl6Hczk5hCAfBSNiN9E6IeIfK58cJ0PNwqqbnqmK/L7fZ1xUr
lMwNW3qwmE0UuZ/7z4x3Wddua2HtUun+4jain9ribz38q0SWvShxnQUi3jpbH2KTwLfNTN0IkggD
OuNRHYesKbaXP+rLDQ1Pn68FoAD5SYk0bhcjomekb1BEfZic7KF+gGRLTWsWLgsr6dzCpbVMAZO+
AsucE/+NSfydTeU9UEsn1AGtgQKWPma2POTd6PmiYvXJcnOw6Lk3/aK+WYaGPZnfwUQZbnNRNu+X
W878h0D5z9UPbTdbMLgkHgwMx+SUQqn/0xuTJjvUCL854ZjkaX/kkP6Fo23VRgQHE/vVcsv23agh
SAIgJ7txMrN8grCVc2Dkx+LZZiXsvkY1ZAekFsefjPv8HTkOv0ZkBnRXf4CviZmWNkQNpqSbDune
x8pnbWjAHfvWPtczBT2yZ+MWoPK8CFT+lhW/HCpuWqJRiJqb+gPBX/Sr4zXffQn9j5Wp+pepQaML
YmCgGkRZePOWiJwdOLaqLXI9w00v21ZgNyLtr2xC7nlAjCRsXGLuPElgTKUgUXEthInIlJjv1G6h
G2Eo23Vplp7PheZeGWpUSL5K490Zs3FHe9DBPE91x9RwnuLSGc/GGsUBQepqPDqpAQs7Ug4dBC3F
74prEMsSw7jNoJAIdeLDtArJ3w0cb/otV+pbO8YW5B0jnBAGiAs48sW7uB/qF1265bAFdtt6QpPq
P0nF7W9W6jWP43QY/BYJW6jRIEC2as/+3Qj+J3Up0hkaUf2NU5dItmjXMbE6ooYQfrKu81YNrdg5
lW4ie6rGHWRvBL8V0NhXAiBWHdDSQK/DkTKBwrlFYVmcD16Q2Z0Ki9HpoWEpHHvrQJF2D0kvhOc5
ab0b0ObhKDN1SeCl5wKhBqkSD5hd+GnU/lhRfH+iULej3WaX5X58yAHLj1wy0IM9xoRj8YnBP2S8
fLV16b07/SAPsnBjMIRo4h9RGWgfrMmHo0Gao5we5W5oBND5GYBZup1+JXA1jmqfpfvCgXoNGVrI
a9JpYnFIx0QBSBUbY+D0jgFpQo70qTBJCWlxWpMAvj3itvFyjhoiP9nmeVaEpC2GTcek83NiNpyO
fOh5Aggd/SNHxPSQ41xehGLM9IPPymnfCNre2aMj7gXl9AnXAwMSCeSgYM6KVCtE1Uk6bMpCdCb0
LknRwXaZ0OfLM/m81n01j2f7MiuterJL1p68yTpN8gm1fNccsoH+PW9en46+EoIdnabwgGPUeCd1
+Yf69tFP9aEszZUD8L9yqS9+/ZzsFwNRNwnEkU8JR6NJkK1/VgKGST2laUT7vnooeCo2Y2N2ceiB
MMN2yNmOP6kjphR5fwbZtmVI+je1k+QF2BMOIyLeUgF5PHLHgV+KRK5cnxZaeo4H1KyZ6Fj57cml
wxSKXAwhgxHF5W788iKIxp6d1VN/ZJg1Cv57BPyoSsanMSvvU92/FA5ktPEwhgOoRpdftrCdzR11
qnHqUces25MGygg6XXiRHLL0rkvWEKELh/Q5GYSU8Kgg8GqIfDIcZJwgD9m0W54g7n7dF8yO6Sg0
ydwJseXT1Hh+BG55LSF/4+4rcC7iLxbn/Lpz9bw2XhleYngZYmSKQmgCEe+P2ON3gq2xTZa6YrYN
CxOZc1bK7jSwdqd0EU7u7yaBM83axWBp1M7Wh47CBKYcBKRuNHeCWHcf0PWuXDAXunleDu812qvS
3pandOqe7TiOWGKHZBger+rkeTl8MzFmTISZUZtPfZhjUwqdqcJRo74dkE66bijNS7kzvy0LGLkK
AFrco0foY5IlD+XQ/snptLKSLvTBvFwbao3Jcu0aTCBvbG4mP8nutUrkymxeuEzMa7VV6sLZBjFn
lDieo0bB4H30rNjavR2ICkqmIt0l5NrWOn/ip00h17AGPeO+YBAOLq957zkRHAPCqlgJIn9dBIyI
8Wxmlxq6VoUCrZO9j/fZQT2LqLsfb80DdOehFw6hDuluunF3xaGJ5D05gHV6cLdrlbFLXUX///ss
XXks1hjSg5MFyCXa7CqIJZnXbg84onRIl4PUlPUvqBLPNqaKnySQkK4HO5jLM2bp188mOwClfdXK
AkpYf4SKPX6U9hooaWGDmhdnqz6Dcse3WVRaJIwh/O6Rlk1RXdDZ3xSwTHnTrHzEwqoyL60mPRSO
tT/4wPCyqLd8aL2q9iXWyY/LjbSw5M7rq+Vo1PnoQysk0rCeXJgz3k9tHTQwab/8gqUPmO3ludXW
MINywA2H/RqL4xZAVPkqvPia2nP4NZ7f+2kOGtLMx7S0IHaq+1ua5FsLh/DLP33hEjovrLZ52SVW
NlYwZHmj8qbO3FNMZMj0i3bWCnf/DfkvDn3/Qkyffv8EfSUy07kfxdDGIOceY/Ckzi0Kf+M/JqvS
F4Ati0czjlk49SDy9twg25ZX3nbibn4vbd5A6CbljaiAqkEO3p8CK62Sve4hLYJfdo4wulG9g9Hh
rIzJr1PdlPzHgIJCeBongAsXlVmhYi8bcPys4EcUNMaYAbRnoZYRnl/5tiH+9GynVp7Bei+jKmjr
tFkZWV92D5Tj579/arlzkM+tKo0KwvK9lDclFJDw4ql1pIx05RVfzg68YjZ4bcPN+qlz6pMnPzrc
zUjWbgcrghhzd3mILc2O2QprQEoiDEhnI9NGmECrrXHOSpIrg97/OvBTE03cymJJcKASOjm6g/sX
aJsNa5NXasiVBWTpC2arbM5tl0BdrU8yHrPQrYtjpa1tmTTlyo6+sNbONUGISWQTUVCw65Y+G7Lv
NiDmfqD3nc1gJE9ToTcpql5W5vzS285//9RivlPYZixdLxLc+dEmY6QJO3ljDbmjVSJmE/+tTbLS
+QsbFJkN4JhxXM1F252Konpz/e5WquH3VeNqLkbJTVSBxxnvT1UDAaJU1W+KSr9agWpw+QVfTj4s
AbNll/g2Al1eQ6M8fpflA2wujqgYQhVWvoOCfOUlSw10/vunzkDde9Nldg5H3yy7MzWNJi5XGmjp
989OVueSZGkBnXHiZ7CPYTN2QG4ufkcgWuyU8vqw70j663JjLS3yZHax6eBcmDp9SyM1lI9dScab
lOYQftmotkKRIrBflk/5obEMHUG1NOwy2fyxR1tufZvAshHONQyFGrw/1BWhqJ/sQXKC47B14PAA
unUQpPvOWtrcUhOX2Ms/+su1Dz08m9gDsCtJUmHeyaHewCgVnvd2KJI3qp4uv+DLlQOOPLOQisGn
GjFLF0cPBfp8QiH07n6iLH1aWby/nMp4/mwqOyouDE+2JMqQltkUDkpoFYrft9ysUcuaxhDWxX4e
liNk6Nd90WxCm12VJmU5oiTZdW47CAI7I37xk7V7/r+Dx3/OCvii2XZU+aTpoA02o6ocnjpRvdBO
bTVgDSj5G92ocxHd87nDYaLqdoeE1sW7cKEMxLN7GHiOzRb+KtnK+FjqvtkKYOSdcOw+MSOELX/T
IrvvoVsPgbZbacwvZyg+djb5W2jIDMSxvKgup7BqXlxpBBYbwr64iXGYv67HZsuA4LyEUjslJy9F
Tdb4MNRTQJv9dQ+n/7985QmciGD9is3db+gWvLAY2AOKcD8DJ+LyK76cpGik+cJSNMpqcvR9XrLQ
Ln4P9KirfNPUK3P03NhfjbjZImABxTIMaaujsjOHqAPcIii6jq000EIXz6Utfteh6lEzN7J85JcZ
AyyMBsiTBD6q1kZ+XR/PJS4FYBGmlRtWFHPDePOdBvWe0Egc+9SxDpe7YWEuzMUkCXXgUpE4Cjq0
G79MIR7eN3Qtyb+gcmNzBUlMx6LqpTmdUp1lWQjNefXEDYBVczfV1a6tfPlTQECP0ke7sAEm8QeX
BqKJYZQsmlG8idyjf+IWpWmapM1fr8pxlq0Le1qJU3ydT8U5ebYW1G7fFwTFehES7ahz9dMAJc99
gH101xAN6Ax8uEpZqA2qcm8Gzzle1ezubIkYeevZDQdIs0Q90YbQmkUYULA74SpfGTyLnzZbIYY4
T2XedzbUdXR4Vk6jbm3h+Xt3cmpI9BMV5m4fw4i18STk8AjBI5794/L3Lcw+f9asyF1JFJCUEMVV
Hg+oxMN1362cPpfG7Kzxqqyo8lGeTS2H6slqmwq3m+rW8sy3yz9+YWmaq7mUznoDQmt+qur7itP9
BFdnCd9aP062171htr5Wjd36XubCbbHIP7Tnx2Em2E6hiCCYYt2stNO/UMgXa+DcTkh3fRzXMFON
eNdEQ2FsKrCCcDRFNvIA1sJ93B9p/91ySYhqxO0Ej94u/z656TsfUclofcclb+VystRls9WYoxiS
QoqhImiR82/QD1jbYYibMPft9BpfChgNzg5lmhJIBwAgiFhdAIgnEI0QO+avfMDCgj93xpEln2hn
2Rb8gLrAcP/EuRVk/n3rutB9TCt74kIr/Svy+HRrKHCyr4uRFSfQZVQVdjmSCTZsoORmFHKND7nw
krk0ik6qMWxlw8HKOEPE/Fhsh7qONzFpyisH3lwj5bgQSJWVK08VLdo0GNJy+im4a7+KRNiPvVJY
8Q0grXRoWib7DdoG2CGFhoP7hncCYUhfJ8gMGDHyNqh67l1wbM+3CYKC4Fx6cuV3Lkx07/z3T+2t
HIFKEWdSkaqmRws4ijIdAu7B23H6eXmiLzS2d/77pzdQkoBKNNhjFGvUAAMY0O59bZhbKXJnZdwv
XBa82WqI2mLqWjoZ0dbTX1MAizKmUkUER5QyEIODKj9aoNrSaPW0ve6rZjtLl6CSt6aiPdmxZ2yH
VH/LzGbEta5amW1LHTNbH2U+5X7q4itcEM0ftFN69/WQeRueWmexHWpuL3/IwjY1NxaKM7hqgcaK
6rTUO6AUdksYubJbZiteVRR9aqo6OyEV5TvPRi1B7cNuhVoW/yHphpWuWPiCuZ/QYFqeBP85OwGV
fWpr5wW6nJWj4dKjZ7dQ7fIxyxyqwBPsbqAAjNJMrJxNvsx14dQ169+uK3Ay8T0rah1FwSvJ6mFr
gDcC8ylQkljdWlujAy0d1ZHVX3MwxMqEX3qv+f/TEWgMEyaRNY0SWB6PXVUHFa23DHw8+JyNJ0N1
3whnEM3gwLLSQQsbhzsbB1xm6POpJSenguGTGEcoe6C3CTgd8VIYu+yaMwXvqvE8N3exVArtLlo2
6or0fkzKbZWwtZPywofMzV16VYEqSPEhWQGB0Lbot/1rsk039qYcguQ34Gr1nXhQd8U2udcPl79n
YR2YK6u1iksN1GBzIpN1zCbPvAX8W6Fyb6w3CUU54uXXLIz0ucIaBe522yCgecI5hRxRpFq9gme4
Vsy39BGzPQCkdCBVYB0UFRw+XxNCYagZPA41n3aDOa1FHM9P++Ks9x+DEmXooofk9WR6e5Hcy/RB
Gi/XNc9s1lhQT7Uw7Ubem+XvhZU9u+maL8LSr57NDi8ZC+i9PDOa3CSDYTc72LQrcOsqVnL2C6N2
LjIeyjrunAleQYYDIs30Y8jqwI+/QywXWKsWrQvjZ+7okRMvjg0T3tCJzh9BlIQ4Fgfoqxp/rjG2
Ru31XCFLQZspaMo/RF15EJxLiXOqQJkcYHHUZaW6gRRDhLire0eWUHNlf11Yb+e6YW52rO0EoH1N
V1ibeuhpGiCwBARhJYttC7leFUr+I2n4TkureL/cZEt9fu6mT4euvkqaNCeFGQ3UBSVoyl84IzTo
anGXD+WLqCznusV9LihOXdbzwYQbbOO/Ar4KQOpGYpw58kfWXmWCAF/w2V6pHT/OtAfFd8H7AayP
s6AhQai/sZO1UjbnX3bli9VjLiNGmXHuAbOIaKKR5DsGNm7UmUL+8ZgDWJqGnPyONg087UrEifO9
m5H80JpTBagyDIJhilAC9RBYSOdib2hlBOWrCkFzs/Esr9kKlUzfSEGLIAN9eFP0wECGloRHBii1
TnxEqs+NMvRUKBjpNoOOrT92SdgRhmgOgkNm5t9ZDgpmTQCKNqQDZYN2Lr3JUnhKTwXqq8AHBzSj
VN47a7n/YpoTHJrcMXOecV3gO8VY7aJeW063xlgmN9TrLECl3AqEei7iPZRnSZR0qfiJqBP87wos
Qq2dlyHgb6BmZH6xo7iYgyiN+nAF0d3ezQ25TXw8PKDp5B0Ax/ReQalNED7vySOoJeNtByfJqDHz
aVOwogyHcx0p6VgTFLKLD4AOVgc/N8FTSH0DzAZH/8XZxN07UEsEDUuAUzQ652XIy+lkEJfscZAY
YEVBhw0IRiQYSw8fbo/VjYEq1a2iiXru4bMXNID1PFEDYkxAUbQHMqVDd0qS8gjMPc47GVTVwgUI
RZh2Dm8SIGZyB8QUVcjmHUAwa8/VyF8bF7UTjcS10M4hcwaAMQP3GTWxPzvHHTeIytfP0oGF1JSK
/iQ659Q6A6B9AM0dFXyZtmLQYK91pNnUEiVRRUabO8Y98xH+oN5PK+kQeu+kh1uKGI9uVQLRQZL+
5PFJ3TJlJrup9jQeBW6D59u/GtJ2yIaAsgvoagCjSMiAUecXgiqtA5ulD0Zp0KOCSnvnsfJ30jXO
ETFT8mza7Ute5B2oHJz+giAB3B0m5PCNAiUejmArFQGulaUM8sSxQgCYyr/AyNRhNanpmMum3fh1
kW0guPQeOHTNz2XnK2BzS7b1a6W/gRMrXqUU7V0yugkABNNfwIIaCKsVvwddJEYDqPS29dpXV9YZ
ypXpgA4R5UkpAWsD05U7KLLqwFLizXOa9I5JtLCZ1+UxxhOPQJcAPVmUThnWQ5tvat9V7zEfx2iy
MrLHLdoCSBu1jkS42c6dmBOIGvD0whXNvqba+knLqbxpMtR/k24qfxkgaB3ZpAYcEdNmb+G0v81M
EqP4C4JVifnjhgJ2DTeNA8qgb1n4yFLGIUZ0vWESIVww+/+hbdId773+AYRaCNXthG1Aeh53pl2m
BycFJLrCkgJaJZSLvqahYoD556OqNlbjAlIdI/754YKT8lhIUFx6eEtv6rxPNo5yQVFRJum30mEj
iJUdDMoLXAjAwgLHrzWMLGwUQSVBAtjjY+Nb5CFvOIhYvqgj1XTTvrRaGxlY/ie2KsAlHR5vEgvp
/dhys4NrMuoHoHXE2Fe9WhwdqYc7VlW8BNXLZB8lyZwgpR7i0mYZo65BDMw/qDqvvpuoushgxp7X
D0qXgPK1PYWFRYXyhnvQb/y7wmbJd9c03lRZNh7WjgZ3jRRLyBaULbYr5dTeaAmlX2XjJUY5yVvE
YHoAOJEyciuEICr4XwD5TYV+0ClGYVq4ekNk4p8Apu63jKXNhtWODqyu8u5MYMruFEI4uxy3pdsU
+LVTZ3ryDaOav8UWsV4xdsYnBHxHrKdG2zpgP00NC0ihnWDSbNrnDTWekHqsP6CMJijoSIewjPv6
hqrCMjbxiDBl3VmjBwOxCfbwtW95CFjXLhZSULoO5mgwBM57zM2SpvSlKTLgylMAMI1Cq+/t2NAN
jM+arZGxGAaAecbSbQYuIqYCcLBhV2b0UNQM/Oa0GMOua8YDsyzrXjey2wALVd5lUGkcwDzRMANi
CLv51C4PaoJEklic3I9VYT2UKfA/jdb9DjMYw1RgLtReBTtNMnb78Yw3BA+7hdvuAH/fo0XS+hX0
uXZjkVzfFnXWbcyMmzvOKv+OkpE9qRJuM6kGK4X1uLmh3MC8Rx01dMQNTX61wOPtRC/TuwQrTljb
2tpw1xFhjvKvIGEkjkaLaB5kJJ522Vl8lDOGMxCOXwVIj/AufGBQiTxVeVM8kw6qJ1HxaguscX6L
IufypcpVHJQ6qV9ynrt5MGL0HKUgcKcZKdnVFqC3oARuMpvoozXZ5Dti4e4hBoUb+M2a3UHeWwU+
cp4B/ASnWz8FnDdwsxFOMNome0RV5GOFnHmkCi3eHTBQtoWVe3uoRP39MPkK/z37S5iTfRRT1r4I
K8fWVYv4aQCf72cKWeEeoinv0eqaaV8oyTFPCAuhvgBf2pDuETwskNh60d70CHOebCze3yzTGF+K
rv6tCmoC6gXsSDuMsggVwuO3favUnc2M9sdg14AaNgksefpk2MFBa7oZJp2naGJlTQEO29jMc1hE
YAHHKNrmJewWgn6w5cY2XeMDeUb+DPfx9McE28ONxrJwT5OOf+tagBJjmlYhJZqiJUn7CqwcihQM
F9pwz6yxscS8uenoaP3otQaVcZpMJCxFahyL6XwY6/qmf+6IA/Vs6fCNhYj7XgEFHdQJ1XdxLeo/
pOcA+jq+h/qpM1FWDXBqIGn2kbQ8u0kd3j9h3dY3WHotkEG081QWU3UjscQdCsNgf60J2omNkB2N
vAGHror79sZsYfLBK4KauSHnH0NlODtSieIoSnM49DBBP5lmnW6UpW0TSSwLtGq4TUU8Ra16EPtj
Au5+k5RYzoV/dKYCcGUQ9H9ltD+zYXn1gLpjeyXis3DRm1eItHZnTy1rkfnLUBIycktsqDT60AJM
ZyVetXDPnhd2NHC7dp3GYxHmYYQi1z6MsS81Qmx9wzGuk2bMCzwcH2RwOUCaQfoG/MaO3tSlcZPw
fueU6REQOweBCWvl7rf0RefG/HSRQezcxyKKG5rorJsO+CgvyWGsnstjbJQrguaFu+u8xiNpBPOy
viZRZ0w1igBRcVWv1ccuPXsWJ4YrZ+VlEyeRFPIdPvJYQmp/rbp36eGze5EvQHrxewnjOxcA6gnw
2QiFh+V1ISF7FpiwzbKwgffuT3ZjfM8n+mug/kpIYmkqzBJV7gjdb124qIcA3DIA8/RY1/kdAYDy
8vV3qWFm4RoDqkbPHWEvIB3ahZNSIyw1xm+XH77042ftIodJ5EWJ4x+OwtXO5mZ1mOgEq4nGG1aq
qheu7/NylLJB+SqiNZhiBhxanB6C4NGG17n+JvzqSdf6z+VPWZhd87oUrzTpVAFCHeEyFcpGhQlc
l4ceflMAhF73ivMnfprAVk082y0GE0hpGSrzV1uqqGHbGnUdl1+w0NfzkhQ3IfjRrQU2fY0jUtvf
tLl33TCd16OU45BpUUrzlBTvBnajtnls9VqCZ6mPz9/zqWFkFjcgsSRwTnFg7xNrbFPcaHIgGvM9
POnAJOwQsbncRkvvmq1CU1kAdtUhCJWMcXWSjr/vwZd2G3DCe5tYKDT014TdC7m4uYkgIy2iNWyC
zE3ZbOOWGWjz1AW+u8MpfwTsCDjeESpNOAtuLn/c0iCeTXacnip4djkcWz1S3q6yhkAr+T5BaAYI
cL4Sh1+I480tBfOYZCj8TuJIJ0+9QCVwSzal/iiTMgBHYtv038xhJWS40FvzAhWw90YJ1xwoZ+u/
lnrruge4f4zoq8z4uNxkC0vYvDAF9luNN7ZGedJEHitb/oQX1kb07lX+zriGzCb95MUJJ5NjRtoB
L5pI+t6PnV45fyw1z3kcfJo4TiVkxigCdSBtWgH1xN6zUOVvZtvOVq8GW7PDXGqk898/vacyYHWP
24AZyV7/AWfsOevUoc7F2ncsLFzzChWqgA91R0hT3MYSxxIx27tuQCDichcvzIp5aUqTVyZqPJGy
PDt9AWK+MfmHNWZbYawZny61z+z0UVfMcFgFjsrE/D0r/d8xL9PA1e7KeXmpfWbzmlmSO46PckZc
O0FukPu0r4+XG2dpCM228NbMqdlrE+eDBKwFCeOyv0Ddb3SKvM7KKWFhHZxXPuAyhTAC1aCUFMAj
ZMzsHsC4zU/VMN3DZ2FnWYneGnHiXbcKzimorQJCt8dFNaocMJzHv70jNyT70SGMcbnNFrp7XvBQ
u5Ux2gKJ1QlehANCFHX9xxE/Lj98YbTOSx4sathASVAfdwp5gM/hK8ItRWgM8h4RFXt7+SULA2pe
9pA3NiAOg21GZ8qBofRrAT7Iyg671Drnd35aLBCF6vzWSfyolgSGEORpNGCk6K0oKRbG65yjyRy/
RR3huRqS2/Dia2D8Tjsfd1VyFI0NbweOarHLjbTUE7NZ7XMb3n9trE9MHhg80ezyZ1YMAcJ/KwN1
qaVm0zrJwWzLUPl2kkhcMO87VXfcEytdvPTrZxO7yu0MoSkoWFAi8CYqFAubCEaXUEEHLK3XVu6v
P8H/T/EDkcBDJ2o68RqaSEqzRzE5FCFEtfIZX49Uf179UKKapS1ZbUZjLABXbH8b3F8RMXzdQv7c
LxWhub5CNR/WJce+ARTnY8rgHgGXPKTV/l4eQl+PVp+dX/1pLogMprZC0eZkVzpsXWQ269p5LnPv
uU0AVVEVX1MLLrXTuYM+vQlxZg4ZZNmd+qlG5qBxPiitVu6QC8ptf17D0HBagJUk8HB4JsJLA15j
RNjddkrZwRPDsRnJHiLLt1RP36lZ3Xup9W1k+UOn7Uc3qx47bj4zkzxfbtR/ZYv/zU/6c54naQiA
M8hbRfngo07ci8/OG3zcO64x3vmVTO6nok72sS3qk2HDIbWgFj2SxOp/eEnHnqxBoS5KW+WzDepL
UBlF+4oiJWTp+6rH/0EvebYllC1dP0EXTcb63qYDvbHM+rdlkxGCdUH7gDmsvAeuyr0ZK/BnABRE
zCypikcNu094LdXo5UbTfQG/+B1acAyMvo9vY9xmToiDmLcFPD6PHLccMHpqc2fq3spCwkB6NSwk
fP7H2ZXsSIpr0S9CAgw2bAliInKuuTaouyofGDOYGfz170StstzpQEr1oqWolAHb99q+PoMKhipB
2a/8UUKkPK5d5ZzyxSn2SNxwVSmwGsjSCS6FVaWgjAJFplL8A1C0wS7skRlVKLMHsYT5t3R22Amm
F81hzmB4U3tIy8U8TA9jyOhGNjPNQC1dSrmEkkDHFlIq1SMh8ux56cYmxZRl9ERZhtCkpoCzhNCj
9+4K9uwtG4eZP6eW9yaTlifnFt4cpee3lzHxjvIODN+2j/w7dqp22b4+uY/inD56POoecFS7rx7H
jexj+CadNBLipAakg1tfZABj2H01V9DiHzvH27simLd494ZB0UkjeXW11YYn28VW679es34v4TWy
sT6+v68LdLYILqZoKHzmJp2y+jvYqcJbY/bW/dCE8x7Fa/gR9CyIs3IdPt+OfFOfaemUwCsuzANA
a5xFqJ9z2+UN7uzUACH/aetAaEjZOllhtVtaBwFxgbBw2RdI0ahHwVmVOG6W79Kmo0eI1ZcvH/ug
67C9ydo5SwlkPmx1WcirkOMu91FGDj4kCeTgpf9uvesC1kOllSQUuQ5Cfb13LHlw9dddv89gi8W3
P8KwjgZa4EOzDHeLVzofnck5vFZJfbuJriax8npNc/shpomspQAcc726qQcUeIclGTh/CqtpY0tp
en8tA7CmGFMOc5ZLz+tPmbWeQmdOfCU/53lQbby+YebqfARfUc4Q7vIywA587WEins75v25Kvt7u
HlP71xh9O5G8sitgOR0m9djAup4vK/zTghqmceO8kSkNI6DzEaB2A98TiD8mReYLKFnOv1ov2Kjy
ml5fC+wJ/s5whw7dhIbA/UJmrfzStLg6nqH7v/H6pkdcf3/TQ20G13DoBuJqY2nyZBpbghKvOKTD
ukViNGQOHXs/p5Ylwsq2k5BkP9KrTx3Iub/rHMDbRn3ji/eh4yeA0X9/SY8w62vS9Zc29J66BQ5x
JZEJwEhbCLD3hTGcgGkRbQvRuCxbaUIFIEYL4E2QhaEWLD3DfQ2SSwdNqy6dEjWX9669hb83cNQC
HYCvqOD+2go3waA8tmR2viwLtxLADKovGfFZNFh2+MrEMn/rcWPS2k6x0aWmua2lANwTOly4pAWQ
ZIxz9mOBieftwDS0rEPyXQAnUgt3z5cRZY6I8+IzHIw32jYswFQLehsK/G7Ah+7SqQ4+u8V+Fhcq
x6S3y729fiLNl9vfYJjYukLJ6gsL3sscQPm+4gD4TJ/ziqsoY93/ZFE9VmDu3H6QIRPrOiWqSdXS
Uw5JVjirQA5lLIdIhgX4dlt7FkMW0BmeEI4PYTjuQIVDAJMIyGJ5HmGiFMMQvv/QVUmgsznRMKhU
KqUwiiiGB6dy4Ie2rF5cS/7rdjeZPkJLAHm2ckBBRoCYYK/E4VuMe5+dAx/ljzWvRT/JkbZk2MqL
LGBLJ4pEQi8UqoynjzWvreQM0ljVUvoU8vjjngQoTAAP+pUUDd94f1NYaMHcTrPyZg5KFUxDn2Va
nx1mLTtolu7LHHYaAFndLa69MdqGKauTLMpeBDWrF5zo5t4DdzfNcdqEHxFUWQEIJYfbfWbIIjrd
Qlm+W1UBba6g+y+TTO9EmG2wqwyTSWdVSAukvwBl9wuFu8eu8WBxdPVJzoW/VRA0vby2uFcZCu1y
hkDGao1nn8xHOAxt9Ivp5a+/v1nUU5W3vbcib8P3Kgqt2AehxlO/b3e6Ie3pJIrJBmfUlnZ7gfHe
GNdl+h0CUC9EwAyymYBdF0G1cb419ZAW0Da84zgWclAGyurswe1RsOHT7Y8w9ZAWzIALA7EqcHSG
Mu8OCN6BQxzNPt5u3NRDWig3fZMBcosj/wzncif7GVyvJoJPAVQ14V29sT03PUQLZ8ZAWp4HnyRB
7j3BjOth7iElPTIKtDYWuqwE1PT25xhiWaeHdKCfOKps06Rg036GpNWu8gN7pyQtIq9YNqpppqdo
q/aoWrtzFALOW0+o2UWzD6c9yN1URbH/2Hdce/JNVHg4Rda+O5LE8if2kFlwP/b7ID3mRdEfwzUv
PpbJdc7IGMJBFToUYTKEwU+/ghweJLEZdzZSqyEqdL4I/MQ6KXF5c8mh/SQlXI/8jeOGqeXr7286
qO4Io3KwuguMjWHs7k0OzKWzbqN1g74NXCn/bt6a+m6C+S3UR6V8kj7jBy8og10+Vcu5bCtwoLGE
t0+CAO0AFnMK588shHw//Meioe4LmNH067GQWzV004zTcgDASyEJPEjqV2LFJX03wrd0DqohcfhI
LpVbbKlpmR6k5QM4i7lgswHxACgKrllXf/rVMGfY4/Cew+7UqzfyjmGF1/FYTlOpyod92QVFprhy
hqgAQd4dRcSsS1iXDw3OKLdDyTBTdL1sT0GsZipwwz7OPy3hnuZyC6xj6CsdAxkOJehuLVpe4Vk8
A+QSgvg5pZ8438LEGVK/DoHEFqhEtTpvMctF0UWdncHROXTICdIVy0YKMIyEfrcb1HU2eVNWXaT/
u69LuMMCyw0o6UDSg7DvusCPbw/En9v6d+q0+q2uV0CThUDF8FKnih+tjJfHbF7WV9Bx9hmX5DJB
hCuqqZTPhHj5UworlmPlBssphRDhSSh33HgV05y4juib7KFGh895mXYXyYoLoDUXPH4jcxu6Uxfx
dlw1W+Ny3XLY/vdscX+MNluipWm/454qJmNVRtVqf2znp4M9cftAiwBzJBHemsxW3eysIb3PLPl8
e8hMH6OlwSXvSQoKg5MMuHSI+qKVOyaHX72fD8dyCp5qsAz459vPMkWTluI8uFYALV66SQ+nIq/a
8/Q3K2Ax2tHd7QeYgklLbRw+2DYU7+xEAtgeTt3XfJovTjP6H2xf2+UEKGOzYGzWhDX1savBNZu+
WnP6saHWUZTO4vfdLFJIzEj3bDlXutjUwPkhK6fD7f4xBIWOn+RZWhQd71RCA/XgFeJUw/DkdtOG
sdXFvNvBGUdfBE5SCf8iZgEFEXmW+feUbPSO6QHX398EdB4MKDP6Q39ZvO7UpIJGbtadszn/MVbQ
E7r9FYZtrI6gzEM3w1029PlTBhyg882xpsi1QDjI/1XBlkmbaRSuv7/5El8AR1m2mKVFYX9d3fET
ju4bu5oQTbyTf3UNb0aGKscZ2oY0uPzGG+vFs3HvijXlAVGwy6Vz6QYw52xVbt1dGUz9ICn399ek
kPsLbZK5ibW251VAN4XD2mBsY+p94gDFNMLGTa97sNsJNQQeq+z37bEydaMW7HMFfVa7JOjGwX1S
A5Q6UhLfbvpPf73Xj1qgp5CykQGosZBLkfwYuNOQNH25FPuhXaq7Eg7IVaSqEJ4X4L2U3a4kRffJ
WdR6dhbAqiOmmhAHE89xDsT3VLZbgwZX3O3S/prbaYCfd5CDJVvAkf4JCkIDtJPFlBVHCTvoXT2U
68fuL3VoJh9gaQuymZ04TQ2i2MCjtRyjsSy2kJOGjKsjM2sbkLplxvJhN/VyGRR8kkC4aO5yy8qf
bg+GIfB1cCYsL62qZxjnHH0TdA/uFZjtPatiI2b+dMY7g/0HUPEmHqcF2WSZ2ZLMDUSVLMnJgRfB
8ITqPT91tdPEdp2OX0HrgTCaErLYgSjVHXywkE5L4YfxyNbqxYEjdmzbA27+SalwYAxnnImK+kTl
pmW5qSuuo/DmTd3Ql+0k4FUy8fABU+oF4jeXbA0T5W7prRiiSkd52kA2VJQWgMJm/an2Wb6rkXY3
FglT4+Tv9w8s1OCCRXpJCwtB1LQeLMI39rimprU0FIZLXcH2W12qfGl/uhOVD4y1dAu5Y+p5LdkU
HLcaYl2qSwlItSibI3GcC0TRTiqcNnZihrXnz4XL28Fdiipw3H6GJMV9xQ7ErY71AKevMPLyeWN9
M4SrDorslaMErjiHy5J5HQwvvf4JImzuvpr8Lcc2w0Do0Mjea1v4UuTDxXXT8QT6hBtNfRtuFOFM
H6BFAMlt+NdbdLqEw7GB0hgZsz0Bb+x2qjG1fv2mN0Ow5GWuiOuLyxSsGQjma9rHfBTuA4cqyUZl
yTDMOjayE8QrQYQfsC9l4gAPrPWrD8zSCEf6ELwKkN7zqGXjJDe+6f3nMR1f0MisbGwBzFkzwNKI
uT+bImx3QoU/U6d/otn063bfkeva+N80ynSEgRpckq/UcpN6Dl7AlmqjopDlzifpHFE/XWLANLOY
FO1DhspXRJl/FM56xALVRuXox6612MeV5+qAFbTfwdD8IMEoGTvY20lvArPZrcdD2QnrFOJ6GNIz
2RgDxQCzr9FFVdlvl10vCvLNAtF274+blkfv92CgOxD4rAmseS3SxPOLHYCTTgw+wr29slfc8bi7
qg6+3O5C015Kl+5uUHwJieqnS7eoBRhWWFRajfrKm/YlG6m7p576IefwuaoI9LDc+xRbjghOef/c
fr5p+uu7HpCcapoH0H6RRTxA4KL0+v28bF0cvp8ZmA5Drd166VxOhkualS+Edz/5sCmRaGr7erx9
E7k+DT3iOsg6XeAdySrv4Sy/tcd5P/fDE+bvtmfa2cyqS0jn49RX95/GEBeeK0jMdIhvd/z723am
I1B7dwltf0Va7sGZ36tCfa1s8tjl8pBD3YeH2SVrqqfKqjeKtqYv0rKon7cBhx78cFkDIF0mR7HP
AbQVYF9r/XAg2bG//VnvzyemI1InKPUqx7L6y1jGs1vsCuhGu82WhZ1pyLXNRNNNFh9pBs344DsH
y1tt3dyaGta2Eq07Q4CacaxgLfkh8/VrK+Xxdo+8n0oAWPh7Ksm1TqG4312Xr+IAw8CHUYaPTj67
EaRzijgd543tkGmEtVCGSCJnqysxo7rrAlnHNPvN/RfVlh97gI6MtHorkKPMx4u7KpSNcARKnzJI
jY/dp9td5RqGQUdFuqLMFnJ1xrVO02HdpUd7n++qPYFOQTzfqwsEpnd38518GB7KU/3sfhOP2aHc
WDUNMBem4yanLB8aEl6fDpGiMoKyj5j31rJvDjSIfBmx37c/0xAjut62tQbUDyie44UP7YhhAnYn
vt20qQO1KB8yRpXXW9fNXhk3nrUvBvHBpq+PfJNuLZ+Rdirw1sqyv6bFFDWs28hNhosZpksgQ75q
rFxapufVgfvoXIDcHpXwaW8iqFJWlwq8ofuGL/QMtZVuBw6qOrhIBt/ndEqnPfAK0zduj+oLYCru
xucawjbQommupRNYmZySZhJrNLhhDHfZh5aIr32DG/ii8tONBGE4jDIdgyjaMQVArUvPhdcDKwS1
jxeySBcSeD5EPVK4sD5npPW+1375P5R6Dr2iu3FVT8RdipOTQqwUHTB9mxa3/gz9bjtCIrDzHdDn
aZRSJ/1ye24ZViwdMeW0fIJ6Dx+SYFDzw1AX+VM3594OBsL5XcWm7Ew80cMSr12Kp9TzttBUhpHQ
0VTzCA2afrXHZKgCyDw1wT5sVwiRlLhKILCoC8YPXWgzXT0avakYS/GgEupwQkH32ntg3I1oCyfg
LfKx4Wv+g9Ysc0ag+9MlM2sAYGhg6bzCdc1b6v1CfBsOb/lGIcj0pOs68SZg2zSscrU0fTI5nr3n
QfUjr/qXIRxeOiDZY678YSNzGmpnTBdQdqYwb+DlkF3S1Idda6baPt/PfrH+r2ldcJpWWnS/lQe+
855kUjxVo+f8sy45ewQDpcVqReccvEy7mAATmaFGA7L0+iizajqrqZiySGVwSQ+C1vs1UqZ+BTBi
q+NCYEUFZ4RskJoNyVOH00lp09GTTpcEXDQPfbn6h66wtjSATcuLDqIb4UYNMznWJsNacCj9BGoE
CWQAZsIKUoh29R6xngoxQStLqpAdejJwOB61dfe/2wFs2CDoONje8usV3PcxUWVqf2oqTmLBOush
AE3oVI3QVLj9HMP6xrRdGi+kk084ziaub1mf6STbHU5mXoS7OWsjFxmGSgfCkjyjIyS1uwT4x/wf
vxJwpeAAAt3+AFPr2pZtgf06pgIovVDdoofBrcMHkrXeRpoxDYO2slTdWoYiTVtIosj82KL68Al6
V9DqcBcRVWSZfnzoK3RIZdUBy4ctW5uQzOpAX4I8W5+5Tx9r/Np1b5IL8wHZK6chuwRwH69SETPr
9XbLjmfofqrNn0zm7lz4aPvy04q++5EfVdFvFge7eedH9/fxTx4d2uj+++US3x/w3+P5fDgf7uP4
/v7z4wvoQdH5Jfp1PL4eX17Pr1P0Ouzvno7nc3Q8fz5H59e7INrtj2W0f0iS/X7/5XTC/34kn3an
5PiQ7NBOHF9OO/zNfpfsTpf7+HD4Hj9f/2y3i7/H8Sn+fsqjLQaFMTFohw8GfV2yzMg7uPgdfnI/
9J5TOQPZFoB2Nq41fXS4DPYWKyFeV1TtrrNJ+/l2b5v6WpvqZM3SnLc2A1WQHWnW78TKN6aIaVen
i2qvs/LzvqDsvGYh5DitaCitkz39KyhYFqo9edbLzKenFsdEPNxl/Ivt071DtxyeDHlIh4CSWnnT
vMJUw15t77xYq/NdOhZUFfNU/PpQ9+n4TxvnLbiqM3a2e3jhuF99sZVE/4Dr36mt6fhPy+ZZ63Ze
l8AAUULGTfwUIaqVkHIlK5wiC8d5HRcvz06WJ5pYTNL+PHpr+blJOf3fwth0ZHUD+0xeAGWIi9O0
2EHA0IkXX+05RFywW5xP8+KRZ9kU4q61re6fblLw9FlVo/hVZSx3I4/BF2HnjS4+MSx4NIf9fFTw
BNs1DLKGJe8h+pEvM3+kA9invoLUkJpy8BIwodJjU1nha9iodFcW3owlvnaEB821ARqrsLsX0JfE
jVsQ1uFxJV64wgRuTOudcj0KJ6gZPqM75s240AdWcg9oNf6ioO746KY9rm1Wova0yugDbjunz7he
IzEc/VKcqKpuRxq//N5Nc/1IezrtvCXI932v+jmaLDv7UqUFKhRkIPGywGGj6IfujlpsC7JoiCtd
Dxh2TaXTO3YHVVdcxkWhXXp7OGeJYGONNbSvi6FzvuRuLourTlzHn9IiEztet1v3Y4Ylyr9G1Jvs
TiGdls8YQKCCX5bgRSm1C6zEK7as8wxVT6ZDeH1YZhXBJP3zErYP42wdWVae+yYEBiKEv1S9s5ou
rhrylHVQ2XUFuFlVulHGMHWdvrwACAG5JxTZUJmJ0u6xz77eTgaGDbev5fHVdmavcmWXCGn1x4KE
6wl2Ku0jY4P7MLV2mQypH+5vP8w0RFrirgiuRmHCUiUSviGXtSmGezF74cWzYfARtVP3MbQa0wvU
eUeI3+cTvLSl/drgwnpwfBGB2bAxk9//EKqf/dkChc0CxVww++i+qQiJaQk3zo490KHd8sF9/yHM
1/ZckA9lCw4O7CyBKJ3+VT2L+vGh+ff2WBh4WUwHKC9cTM1AW5H44Wh7UQpYz3xy2rzyIlVgBdp1
wwBB04WSwYkgsO6TqOAZjDbdYfSONRebcCXDHNRF7rNhnkjd0zIppqA5gPXO/13GiTg7Qpdun6kJ
gkrOMB9vf7hhhdVl730VyCFkyBN2HSR0kHd2Tp4t5m8cyAz6BlBh+zsPTauwVS0HdlWXXrEguHIG
riJfum/YMy13fsbdM6Hu8OJUSwdbvwVqmlnlrWfoVw8C1JJ0jqt6sWKvscjXxQO1KKurbOP1DJPq
Pzjo60qb155MwrRlJ5WmTpLnk7qXkC51I9WH6QZcwTSo10z2Jh1nS5mVhPplskBotgEYFYdIaxEQ
CqdMxE6ObaKcIQV9e1AN+VFHSS/2VPm8pF1SrwIgTafpjyNr2Eb2fX/KePqV4WorfMPsldjsZnlU
9cWXdJl/rWX5+pG39/R0wlen9KAQXyKduEc3YE/USzfKlO93jKeXBJ0gK60xX7KkWgJxjz2MOoZp
tyX9Y+gYvQrYBfAL8PwmS+w8O3jqM3YzhytH7UPdote2uoGJqZhriAeLnzaUmFO7/2DL10n7ZnJ6
FmTx6YKWOwHjAQ5fhc1CwvsB5unOX7KgWd2HbZYwXMCGbNjBFf7AVvlUb0nmmTr9+vubl8+mhqti
qbIkgKCI736ZRhVZQmx0zftx6+kFF9dhvczGqYDkKcpUu3a2xRxlfuHezXwQL8Oq0F1Bbk8bFT/D
BNULL3UKXpSTTnmysmW6V9kEoK1wttZQU1+5f/eV7GVDhyLIIH3i4DKE8if4SVc71oQbqcH0+tqW
xhV1UPKW8KTO+J3X1keULzaQpKaR0Nb/xeFAGQwtT2aAXvzaO6C8AEKaH/fM2bvjRp42fIBeIWcM
Z1gUczmEN5T7qV1Lf4g8ruwNIIwhHPRCeMCpVfqu4sABOP+jyjmWqegiDpNQTKruY2AeT6+CKtEv
bs5WDrtnyGZ33wL2v9sp6P37A0+vf2ZO0VRQv+ZJNYPxJuwfQQ9P0KK5+F0J1wr1WmF/xsXz7acZ
RlyvfnUOs1to0yNZF+QrZAx6uHFkwCjO912A6rcK1ZZyqWlYrrPhTQ6xCDiH04QOY8u3vBcJI5/d
OYXq9NZZL0BD/60EeP+ph9nuNJLC5ZCPHX8zOd4BURf5k+9HJK/dqFyGkxWyrWtQQ5hTLcwLVgin
oLC/qIvx3h/qGSQeej+3QO3fHhnTA7Qwzx3UUp3ZzrFtOvB1BZ7nZZ22riJMjWuBPqrwamLcWeel
/rF2I+jRTyHf6hpDfP+noDQIKdwRby64/TCK8VyO/UZR2DDGeiFJrrA0mefWOjsFQAEkJHniCdit
ewyIkDUf/HuWN/wZ2g9bdG/DtNXrS7Uv6NQE3DqD28LjdoD+ZsAAcXGLZYm7Hsa6HxpuvVIBDvk6
0CLMUKnI18hZXP5QL1QdmkrUG48wjct1MryJQCDQoA9GwxxuJzPMHMoh2+He+GNZVy9VTJ4QzGIN
R/mj/byW9RRnfXAarqpKA6k3spXpC7SaBNjSbCiKNYfuYx31k7/zNyEBppmlxbOqw3TJPcoTmFvG
qkb6reYdrGgOgVzvRWB/gR3Ph04Onq9FdheGqZcSLOAk93dirH/TfN1YPEwdpMV10c1Ok44eT3Jh
PXWhjCkuf25PUEMg6Id3AM3HCX67PIEO4Jnmr0tND1mwRnTdEoYxrEX6oXwksC6XLnYfhMAxRTw6
jgtq7ifu/gvtgPj2Vxg6SD+Kw5S3qqWNvm99KGbLf4qPTiD9EB4sac+LNEVCculd2ak6csflh92z
f7yAPylqXYRfvdz+CkP6/s+ROgBePBTIsF66X5WPm6VHmCxvTM8//JR3FtI/F05v8kQTeMWk1EKS
uVztcmenXhA1vt1f6tyxfhcNHeGEw5e7dIU4xWBXPqriZL5iTdeffSBn0M4dcSkDOKTNfWA/DJVy
4pE731BdHw95A8Ui0fXNwbVb6wF+rGJ/u1dMM1TLDhw+y77PaHrGKNuXRcn6OaR59jqPUC0v24ls
pDrDDk0vWq8hcPSjV+Io55Q/eBWUu8klz/baPdlu8Y+o1FODwu01wX6oguLphnZziR1tc7WW8ynq
Jwzz9mdhPfAy3wgK03TSsobHRR7YPkvPjBQ/q5L87tvlMk/9p9vjYmheJyGX/bSuwLmkMGNcTpSP
807ldcKC+uvt9g2pW6cii9nh1AH04cyK+uivsBXL7eFf5ngJbyT8oOR0VOlWXxkSiM5KrmSTQY1y
ts7csnG5GVqf4Nu1VX4w9dR1Zr+JPE9A1W5w1vSs3K/LkkWlgxq1vZE0TG9+feibxsNCibAF6vSs
6s5GFXCYikeyOvxwexRM73597JvmO9cpITul8sSlMamWgyOdXUHpxpnRENtEi+3By3rcOmHll+15
AuK9rxoI6eOQijC8/f6G6jRA0X9/gDN6Hc0cfEApiubgLa37khV5+9CuKKkQkUHhtAJct7QZB5xM
8k/QhFlx7ya3HHJMPajtC6iSWbj2jXXuaxficVcoIRB0Yclip3XW0+3PND1Ei/Wm9Ox+ciFtGvoY
H1Huq7LY1f260YuGSaYzddkoyqFt3PQs4VdISwgputZHz9z/IelOLlzWRgv4x/UMZwr4LW1pZZte
+7oleTN51UCkdK5Lx0DhUJSGKQpODd2yZP5DyHtnRf2Ps4nFcJyTgiStN/ZPaS3Iqe47+9BNxHqE
F1Lx0CyetRtgihWHAeq8bU5fcUni5zGyTbBbXAgH2FXjngNWsIuAb1+JmZHTjQXGMCl0apsV1HOl
3Do919mLX352nTtnK3BNTWuBW3qTqjxbpmcX7mbFjlpgbWV+CeZwwXj4z+1JbRi+P/enb4avDee6
YhmKwrM3A28dqvxXoHLny+3WDbnnT8J40/rQw/q0hqT9ea3gVtla1aMsJ+Bt0vE1hOPc7YcYPkHn
V4MclpeZixlIXX4nsnkvudyIScMQ/IGRv31/6Q0tclsKBu5D7cu93a6YalvMMEPv6MTqwJJWymas
vssS7FipYm8JIees9tX49XbXmN5fS8yDbWPz01/fv2kOacOLGFfgny3RZdHtBxg2EK6WeAsbBSJo
QfGkZFL0sU2d4tkKugIym1b7PVtH4DhgszN+VZxs3WMYuu0PyuntoAQBzFSoZ0Fm2rrIjj/Xc3eE
3uy/ru283v4sQ7/p4iZu4brUBtT4XLUW/DHs35ZrP68DJHRut2+YsrqkSSCrbGE5k4nVd0Esa+ds
5/WWpKVhk63zMcOxGpu89uukShkonygo/aTVGO57eB3G3PUAaWlhX1HWNnQ58qLems6muaCtjxVP
l1J4OEFX491UHagLMJRA/fsXdNR3fbm14BjGRqefNy0KI0uGIjVr50jlJPZbyKg7WyU4A6jM09nn
C/Tu5biQ6xmlg2nMMp4D6B80OJSwMoYfWRavLvR1Uxj8vJAuc7Br88c4dLow9mbR3jUVDR6DAXvp
23PFNN21BVYIoIdGiBwkdJz6o0fC4MvgqYJFtb/idmQRMP65/SRDFUHnrOdwixsrG6VNBpdaIV45
ONqUcFSC74qgjW8/xDR819/fRC+gCVYgxgbbnKaIu6COcMUfNfX3262bAuvaiW9ab+GB5g55WiUE
aIz7Ic39uPP78nC7dVNkae/OG8CKuOXWiZfLuomYcJoXi4JeQ5R1Ve3vfs2qbmM3deU3t1+zjWth
w7jY149981FDB8hHUfY0YR6UAmE5PBzBlOle4DtNj1TOKCwB5fax6aZTiZ0JzmQtdWiCPVPSQo1A
jG1kt+Iupxv7aNMYaYtSIVML7rbFeuksVd+PM58jPqh84yLOEC46mggSnK5gMJK/iOpos/U4p6+g
q+38dEvs2fT6WpqDbIdoKLyHL1UnD2PKDnNKP92eX+83TXQya4/ae1eXUAbrZ/sZVPenAkSljSXn
/X5Blvh7EqF4vQRe6OC15y8cOd9mx3lEGXtLOeX9uCY6odWBo/HSlKy+LGB9ABiZMms3Wb8/1jFa
WAdEwGa1s1jScfIMy9pHGowbMW3qcy2m0cGzcCvXTRarKqKwDVuoDLGNYDIgr4nOVpVShJDWAH99
Kcf5XpRc7rLc/ZlJ7JeAOgz6CzC4492YWyIqYZ18hGLnlk6LacTJ3yMumtWG9TDkspeVLpFPwh9h
ke+pWg6BPWxJ7poeogUzILzpMA6wWCN+9S8clL/1cCgOoaZEhuHbxwZf22NSx+24uppEQmdijDJH
HP1i/mDEacEcim6eZirbC9Jrd1xUPsdByT5m80R0PisNhsXH7bCdjII92HkAlLGV2BM73u4YQ8jp
ZFYQWTu/Cgd+qTJvB+YcEM7iriimD+VporNVZx/GP3bpLEnYWD+aFuuazP93+83fX0iJTlAVPoUT
Uu7PuDvP6Y7R7H8KDK+oXNuXIPMXsHkgtVvNVmzl1sYV3jXP/beQQHR3j7RWS4CsDQsJh+4ouIND
/5Sd1ch2Sh2Dcoue/ufO/L3nXPPMm8V6vXq9rmAT4tjAOrpPG3iHT2kodjJV8yOq6uCZNLhU7ycy
QE4ubHF0wfklW2R1Us4S3JXzuHxWZT1GbCLVZaKKYWCD8jSl9fKPVLYCzttyzv04UegR24vYO/DQ
S0IueBWRqsu+ZszPd8Co26flaqaIWQcXUo9a+4E4NIYjODt7dT6ceMr9o2QwjfTrX7B0Wg5+GWRP
ZCjtX85UvoBnKa2d46nwQKxZfh/zkZ8AZJc7uw3XJlKd5a+x0xUg+zl1f6KeRw7NXKqjDGzoMo7O
ekfgkx1n0u3jorK6g8yr8TlbBvVUj51HwRpyrD0Z5uHesiW5T3Flsr89xwzRQbW04eZdIBnjc9L2
r135ndmPoBds5HVT21raSNMxyKg31xd4kwDM1XOODR8UvODjPLV8Y8aagkTL303F8rUNEH/2SA4g
VfAoDZdv7mL7Uc3Tf0ofWhqVWvd0Ulv+D4ZsrmMnOSo/BL5u46Wx0ima3ZnvAgcKz01Z+9DM33J1
+oOvey9ItLGB/3wZunzILxUImZfW8UIfLF/l3tE5yw6+mmlcDHAcGP9P3Zc1x42j2f6VinpnDUBw
ASam+oFk7tolS7JfGLItE1xBEFxA/vp70l09beftlKYdMRH3RvhFzkwyk/wIfMtZBo+XoK6W2Qpu
cO56Zu4Y97y1H+ZKBtgQoPytxTLdTKMTPFGAcFU8aS4/sZQPN4ux8PXNvdR9QUae38/A0pIk8502
mfOSoergfdJKSZOuapqbRvV0VSp4/qHIwhQq1332pCXcLkTPzNrA/iCCvnKwI4GgSblohWp6cNZ5
2XqPZRCUX0emmhUPJiwrHrAOTgI6XH1V9T2/kc1iEpYW06qixbQdlV7WRem1SQXxRJDQqVjXS+Um
VeiMl8UoPbTRK71urP1ogAmJvcoVl2AU2z0fuNzA28fbQTi8SWo08KCEq+z1AM3LKAStIp6rpYAx
GhvvoWqUQ5lvqhLc2C9Tlqr1IPJfA9qwU7iKUtVSBryxe6hJJkV2IcwQi+K9gfOZYDxFrPRNZwXl
hT64YV1eack4jBXKtaVtfuCyGd8pGM4kgKcwlZyVtmq9TB2o+CLkGpXur2Xcp7iUShWjW9Rw/rED
dDkUnifLI2ahfTr9GhiJndJojE55306wEiPSRpXp97Kro2l6T0LmzDJ3ikeuOOIX9DOsQMJ/Fvl8
O/rsacy695TDztzhU0SyBiSphEuiPARNl4CkAdswi00Fas4TfWcXOLOInsKSuRpYVmXhcGiR2uWQ
XLoUzPvmlfxRz82l6jo3KqjUCa1y951Tngmo8FjG/5ABmKNdUupW+cH1zdXCy9u5Usnbe9q5Qx8v
5A+HtrZMm6zsp0MQTHAhvB2QTfzakY8h8MORZz8t0beq88MkptvACkyCg+nXENzsFKYsnYLa1kCF
zp8PSA9AtXpPNvlMhJ4CknsiXSgouvIAGtRtmedbv8suHKNu374q5w5/Ut0Q4pVSawQoiO2fJlYl
g4bMdai8X+ufs1Pjo96RLjyFxXiAXAvcKWs4qfEhmh1xkYNNaHP4ZdhevHcfzv2ck7SFzL1rTAH9
B9dvn5YswzbvbrV0f61gOEUnuw4xJBs7eXAmOqzroQOIqtXml+bY7BSc7FCMxbPax72oP3q5E7MZ
ZPZFJLJ8/KWbfYpLzlsAyjr4Gx1U94VKb+WQS99Oq7cPzs6IsLBTdLIsVe/DsyTdE8+pkQGAvbMt
/QHuklYG3ZXlTH+rIAJOdtOCfm8EQX1/n1rddZALJM4tm2b77CtSh7s+89p7KKLnz/PAp0+T8siB
Q1b+Q+MVwXOhszppepBkY4hNNYBEApS3CVjnXmRLb28a4JBurBbtXhIWPLbYANemZMj7gZVeG/RM
43E0weeMGv6RZxCoH5pcVDEKhfDOEgL9qnpI4fMHUcM88mqlrqzsi8SlRbHNu1olQkpn7fluechp
XnwEphys60x2q4DBCTwqZjNegFhcbVOlUjTq0nk7UWyWKPm0vCjsJO4gGAZWgwjbzWwmdyWM53wr
R4jARBNkNL4Us6uvJa+cLOrA5N/Y0DebOaibXbcQs6omHX62i0ivq5b769YfeB5JOGEcRkjXQpli
ggOEmkA/DvMaCilQl6xvQ+7odVqm2Qe4ldfgUQDzfr2kOVsFRPvfaqEwZ5ga79ZagZ8fNFJEIUrW
JOjKfg3OotrPo4J8JHRsvgDqZe7pOKRAd8Ep45M3u2ylzRTMF9VAeXNBUt3d8Da/8r20w+QAEmbc
BurCrbwgQr+gw4jbK5K612wdBk59if9rEnjrenEAE6gV76kTF1lWxVq7fcwx8LkAUgzM7aUNmzgI
uzC2nVlW5UDNIwuI/6EvBn+7dHJOmhHGJnk3QCWRpSRHJxC+hAC5TnHnU9xJmfEIQMtgNzvMh/sG
0OYSFoCQYS6WC6Xb9MGb5nTbtnrZczyM287YGWy4IN+ACs0SXrRg2Y4t/dyxsnvKZgRRJxxxv+hZ
rCFWba+VZO5n4FD4F7Hk02OoEB4OLGq/OGFG4hldxDlGIcDjdnHnrxCXiFPH9LFw/WZZ6dwTFyMc
iX3b71y5QFZzEvf13ETTwj+FbZbHkD5uVl0JqEYX+Ae/0ndu5jXrVjG1MkE7Qk4a3ttsyM0qrAv6
0qN8W8m6Gj9MoeaXI8lwUWEzvrUDD/eFhvuursdwFeYayAxfTVsZDh3cYYbaAPEwlpuqXKpLOCyw
dQoWwDpLs/ahEPjOeVU0QG4xQ+LOAUJgxozpKnfAYhLaK68b2qJMDlp2zTjEplAcT1EdCGdcg9JL
Eq92wq8DOvIQhjeBjmoJ/XDtzdPebeflMRtxmwigKTc+rD62dMzTQ4Fhcux4aXi10DC88xYw7AxT
ZNsFZYr+Zg6cdD4ZkaRUDFs/F8N6XuDa2nS4gi1pq2RpxyoJQmMQBiRYl20N3JMIAEeIWwO4O+eq
Wy01lBf3AA96bNOyzE1E6ZYwnMFHpYH4kMMR1HnZpDEIqNWa5MzdhLaHbhyQrzAkZeNLHhaqTBq2
VJ9MVtSHoGzUHcw3zUYTJZ+CWbSf8VirWHSZjoVnoPIyZ6FGIwEc6GANJWW4Gs1whY6J46nrSlc5
mFzUplmkJnS7ixbXJjZDTpY4oE1Yx7Uum9sRuLdqFfglfNSEG9AEeCv7WPljfTlCedyPOkbmO25M
sCmKxrmHXoALPJxLiA9oFoUlje975mMlu/STYyu7T1toEsUl08v11EkOXhSdxQ0eDfj7eFBFxErj
VcUO80S+9ZcBMw/bzh2EzeH6giIbZIuracL6BLrYEm6rsM6H65YsQ9SkpqQr4zT5izzizvXCGXL9
xRkpyDNjqxKYi9YNyiLqtvGgw/l2bkYA7BobVkczgbz59vYWdiZ7OCW8sAGzXaOVhdwTu06zHHlK
k3+0QdW+k4P+6zkXO/XPq3mb5kZU+rAM3YXoIBUihk9OWt9TZF54bt9jzZ3Jok/pLpA5GUzvobFi
x/zW68N1VnbvjVnOtBlPyS3oPRBdcLQZiyDna12wi9GBckcXBBLtG7NzFv/aS6dfwqdA9f3nrJ32
6NUoC8M+Xd4DQL1ynevKf2/QdaY680/6T0Abs6NOnjoQaKJ940jv9r3nalin9+BhDs57Eq5n4upU
1SArBggb1BUK8AyYTaiIDeWnoR4ffilqTykDkAOosyxbGrgd+Ss9mWlNuy6MFhd6YG+f4QxiABpq
P9+FPhzHti/h+pTbMd1Lt6vRYJbt4yQWEuVYfy4m0xzmHj0ZSK5cNBXLtu0y9qu6nLLrEoooV82Q
v1cjnrltp2wD3CbQDbKpPkjtXOsQux1dYCzF+w+O79y8/ZPd7x2Gf9HBO2UcOJ3RkCSgcCDFBng/
D1N4OfU67eJ+QrNuqcdpxNQYDTVZDd0cAwQmPmqbuvesDIUfEX8cXvpABU1UBnNz1TWo4TJu6jtP
oupKaDmzl1pwXuPBR+M86trOg4HVHKqYt8UCoLyBoWPqomBlHv9QBfOQxp5o/F1GPPPUwhywT4Cj
bz0gjes2jezUEyQTvjAr9GQGSD6xtLkZHGpvfSryWIIX6kRuRbOkMNY+wweTk5XT1fwJ2knzqh2D
dEWYdSKKSeQLhLv4J7oA+rpxdNU9csbVHNOwn+9b5ffJDK0/tBUhJN2MRbg1be5djmPVHMoma6+H
CtAKx9baj113KGxSDD2EOzB+0lHTuQJfXZGjIe3QOU+SLE4RtY3Tb4yvqjj3MujxqKCSJYRumvSW
OH6KSx70H2g90wdH8ykibosSghc3fdh6W5cMIq4Ud78y6OVka93k0zoEy/beegQ6eAXptlDCRuaU
L/sJGg6XdcVlRDHa26NBKnZQhkQvA7y3iKMQi0jfjutcc4ve9xK6yTIU9U0HKetEcSBTUid3NjWs
DCJe+s5l73c66cikPpbjItfLnHfXM6vleghpsy6N81JqqdYyYKkfyRGeVfAZ1lD9CV0TCyAGodIp
siICCZzdOAue5SFn7XNJOw4ALs3DGwpnQFDMOsuvh86FGUkrnexqlpMbxoq2uHBI4uAg0+srF1k9
kIi2uTBSN9A58rBAx6NRlYQuDJyHF6d2d36aYX0rZxFmX1Vu/L1xgTAHq0mjG16Egxdr0aTP81Q4
EfzUvNjjno4dkD7g9SAoqhSRkStiPYHzT/MWCuP9g2vEtC2lG65cCHHuO6HowV1mb93XpTnIXFX3
BEKGa6jl5TtElRc7QpmtZLqKZeoV1+FksziwI4S8mnmIINLVQqK8DS89z3U3rXL6eM4d79oGPG3W
M9596N1siV24iF5OLUMe01hvG0yki0dRFs/Ag9MYyVO76m0jIwjfs9sG9xcEWvdaTwjTqJ8NGJoV
aQPY5eXmQtq0XHVB532p29G7rMlAoPqBXlppuuAjWpTFdu5UcZSsoHPEO9tfuUY6V2KGUtI6TOv8
cyEBPiiRez464fTNU1O5aeFoHQfdGMauN9F1k9r2Mu8H+zhzUV0rihIkzqZF3TtwpsDAC/aD0HFE
237rp3wEoQPgvKhlivsrw3m7VZz262pmfUJmjZW4qtIPQ5GOEM2p3AnDN4diIRG0/UoF1D/jVnjl
FpKQmiUDKrUH1SiMWQoo3+jIE4V6QOa5dPAnH8FYmGg/XlRkmZ8zQfC3AO8kplzkV07t4+8Kelow
VHULpIljOs0QtTKiwdKYVRhfwNeLfn57GT6z1J8yKrhf+iOkHqe9c/yamNiwFJbgE/xx1DsJxrkz
HP//h7ZgviAeUxgW7fXS+ygyNYndetyPwn7gmX1vjnAmITullmGK05lOI/Gr6unO7xfYGPR3b1+i
71Ddf7VRnfwCWY3C7we094Pb7iLfmiiI1ybaQRf7I7hNOmG3yz7cO5tmdS/326Mu65N9B7d17mcd
E54fLl6jAedRY9Acgh6u6eBBeu9lsGdSplOe2Vx0BnwRDF7mntzLPr0dJbus6uDb2xftTBJ7KtCC
59o9NmXaA0zMN8FQxSmld0Xbr7qKRXU3fRTkPW3Cc9fopMOKLUgghcU1ApXeJHO3ZIlTeXz99g85
U1Gc0r/m1CWhSEkL/l21p5QlRLDb3p03i/qs6/dm/ucu10n+V0GcjsL0bAI0z9u1Xt1E6LM9dS6s
7IvprmTNTVaZ9zzRztz6U0pYiWIPW/siDxyb5keY+rpPWaeqRBtsrW9ftTO/55QV1kyBFEC6Nwes
XXdckMveEU+N22/qrgTDVN8H2Xva9cen8F88nae2h1D9qts8q+a9QAU2h0jQ2mxlhy95954Y27kz
HAPvh4eQGn8h3pTaPZDWe5vVW2mrrXGKO1o1ydvX60yUnTKsKKkEGye/OLQltEHdKnGnvcREe2Et
5DQf3z4JPXfjT56UgtYO03VODt0ze9ZXy0O5nwrMq6Ph2b6Y6734iASZfHr7bGfGZuxkQN8JyEF0
cG04mOWoqig61TgR3HL5ei6zZk/LTK+mAkjRqCpGB/r1Tt69A3s4syJ8t4L54Ya1ReFir9UhMohm
nwds65fFl7d/1ZlLeEqxohmDHa2Ygn0un5k4PqZPyL+iXzv48Wn64XujIc0mPSzB3m3mh3xuXueB
llGmf00cip2aIXbjmHbuWIZ744X9hnIWbCfN1DtT8DMxfMqzmhjsXB0JLFkZBu0GDI7yRvoOmlJq
aQ8DKPevdR6+1+g5E12njJ0GidGAiWCwD+oUjupfZmVQJs1w25Axy01kHR2P8JR7+8acCahTEk8W
WMnVhMFRDih9hE61/OhCqe/l7aOfWV9OSTxK1H0hC8/upfd1pguUtftj5zES6j1W+bnvf/Lglzmf
RNtYVD28/FZ77MWz79mDnbsRJ485NKnQqyQa41NdxN7iHtAPvx3EguFN+QBESxKOaTTx96TTzl2r
k42yD7lG5UXsfgBiKayg2o1xiYATBojI67dvx5mLdcoOmWboaiN5n/cBCZDh53mCYdN77jDnZnin
3JCZ12zwMziHj543rNJl9mMzdibR0npXMLczCQDEat1SN3iEEC0pE44qhUW+ceRVAwnSbd2MfoX6
Keueept6uzRVzcEUpnge/Kn56lT81zhG7Lud8g/rUeBMnISGVodFkByAI7tyKtG/c5nPLBentEGC
PqccXac5HInpGSYZ0OGNOiljq+hOte8RLs5kIqf8wVGmaQFJ+QEGfHQd+M0GrdXYDtkVl8XeI+Mj
8WEM+muRcxKcflP2BF2d4mD8Z80OMwgebx/4zK5zSiZrRyjMzuGxSTsWu0bpD9YV25HLr28f/kzE
n3LJFkIDW9gcs+LcAwSOP7jEfHv70Ofg66dUMu6HhtdzwPfucW6VAQ8aQyiiWjVObrbo7eRbkDmG
yNbob3rNnK7a0vrbt09+ZrH4zgj+IX4Jq/nYWRy4hpRT1Ej4ZAD/fVPQmUR1sbyT6JyLsOPZfzhL
R9XY5X7dHhR6D41VkCcad1ARW1XAxza83uf2HfzCmTD4ntf9cCZMNlKaLyhEl9GHY92d9pZ1Je/f
vljnDn4Mjh8Ozge21KzgeB7LcohTDWU1kPLv5uUvWtx/fLH/mb2qm7/n5OZv/4W/vyhMoHJ4Ep38
+bcHVePffx0/89/v+fkTf9u8qquX+tWcvumnz+C4f503eelffvpj1fR5P98Or91892qGqv9+fHzD
4zv/py/+9vr9KA9z+/rn71/U0PTHo2W5an7/66Xd1z9/P45//uPHw//12vH7//l7ApeKJv+CZODv
B/vHJ15fTP/n705A/3A9QrjwaOATJgjiZ3r9x0teKDgBHTVksJI9djVga9rLP3+n/h8B2D2+gLIx
Ejk8lL//ZtTw10suESFgz0EIAVAPIJp/fLefbs4/b9ZvIOXdqLzpzZ+/fy/V/llX+b6gPiUiQJUb
wPMpOH2IKIHVUZ9TYPdhYb5eCk5iW3mugxZtZfO4Hli/RCH8yDDoreZGREBlmMSnaZDosgZH5dg1
fwXNfu+NM7KySrQ3tLHuZjBBMEYCTeNvrnLQDhBla9uIDL3HkrADHAQSbNkFFAVnDZJp5l10fBrA
Ixznp1a5yl1Jb6wfg4G6HxpdD5tBlcte6Nwe0PtDXYGGf5fHOsDUxsrlqoWj41+Un38rli/zL50y
6lt/Gqk/Bff1+Nr1Q/f62+VLa35bQ1jqpUcYnX7m/8XoRqp3PrpXGlMW1eUv1W+bIW9efw5zfPTv
YU7pH3CVBr435IHgiGUsO3+PcgQy5W4ghEugnk/d4w79V5CzP76/Gy+FLnC633W9/wpyB8cLOGDS
glLghTCZ5v9WlP+86uH7YOYWuIHL4P+Ib3iKQ2YQkHKmZo7HJiUCM5tUsw1nSwtoAJ7uZ9hJF13S
WsEu2xn4qcgOurGbuqF9d1m1WQgN54CFPmAdEyZ2wBLJcJWOQfncmNDksT8RWx0Fa9CXwFjmxdc+
qaCDLk0bATahTLLAiGZYdQ52X4JtMIgFmbx+XeSyu069UriR7wLXF4KFMiANo61cp560OyiguIDt
hKjsIw+Yo2n3w938az348fn/eVc7LjoBbhvE/AgPGGYAJzlN5i3Wb30eoQk27UmuhmdKh3pnK9At
q8KhG2gBwmssrVX29PaZf85G/n5mACWw6gQh/Kb+Ly4xBmMMvwtgjQxeYkHbX80Abr8juvGdtPPP
5Q3HJceg8xGZLqcQWjr5ffOkIcEYlMB3FBTAKzDCwSVdSh8jMTqXbAe+bjMeQgDvyltnJONt4SCR
oJF0hqFcmWkJujyxQ1uqOpq7Fixvs2TdhYeRvYjKAqoVkVNlrIa7uTu263oGWiACigT6xnIyXh97
vg4/UDGqAWCMHu6gi2MtpkHWBwhmAK3FX/cZG1BHzd592SrUiG0F4gCR2BzQG1zC6m6YqP3Y6VBe
lVK63zplgzxpMzIvew/P3QsjoSpj6c5jB577nCZwKIMnxozBxmexmOq1bUZYYMFlm+l9zTKgxpzZ
OgW6tQspLqEJLyAtAcybik03NtlKe0R/LIvJ06vF8O6VB+Pcg0i+cHdVAvCmI6hwhVWEeiXtYzUP
kIT0dGXm2xTRfiOySs5x5aqxWEF1jj67ZkxTwLMGKqMcisev9eAudjtO2mLg1BNvU6PLq2OovEl4
6hY0F0kGYZPyUKZBbuNpwYgvCXmHgVHrqQyJHskim/r6s+ejORi7QhqzejtAv9c//4wdbMqu4FjV
AjfEukbIKR7TWRRASear4lLtfd05t6Pt/TaSYNwkUzVGi251NOAHf5yObiMVZ1d1U5Fk0iU00Sh8
Ub5/of+N3ah9be777vW1x3b0/8EeRI9pyflN6OJFmR/Tq+9v/2vjISEyJcZcwGVhtovn/B8bD/aN
Pwj3eIh9BbkXipz/3nhc9w8fuwoa09hfXKQ/WJv+kV2xP7DleHgSQqwWmBr+W/sOYuXnZQ5FDzS3
A+6dwh9KmUF0ZHCqnV4agC1hF6Ywsqf6U+PJZQODRVgtB56F1hkQvZfMdbwqKZpFw26utzWUwC13
0FnJ5uKbbzyUNnXd6ctxxpgQidhSw5Q0rf1bu0BB2imkt5OWeHkE7kX/3M4V/RDkOWqVsmHglbBS
u3OU1bZq4i5T1ZV1u/CJtICXkRJ0HCaq8UoXOtiqFIiFqPaHGrC3VgC/mKqA65iKhT5ifmzWlb9g
fmE9W3xJdZOtyYAFa5vRyf1GKNRpk1pPzXZawimWSvSXlVPDvsXCXgMT8WK6xMDFhivZTM2tA91P
A7H21rtHVdLAZXM8ctYKtw9NRMrGXFB4y+wGECU3LE+1BGzUI9ugtuICQAv+NPMJgjiSB04QTUXq
3AQFHe4rZvJHQEn0J8htTIdKaHMYZx0eCm8ZnizXFAYGQBeg+6OHIYsc2PnugC+A+Tk61cEKFwO+
GEe9tUtsiOozKwM3XcGQud94EwHOuahNsPb17K1UOc7XIxBEd2G6iI3wSbuuFgNcQ0FAONiWRg5X
OQyo76CBOkosmBC1iPK6AHyblBm7K1u3T+xi8f3D/NDmI2ScKGDDDYNAgdM4Q7fGCL695yUWq4iW
rPyEFjKwvjAC2Ei4P3xqVFusBeDVD6Y3xVGuxQEXrPpUNXqCvqRo1yzPmou8HmiTVEBJplGQH1Mc
kboxkSMAAmOZ3w1zFZYxMMNBGfnSomnSc0rXAxntxkwDb9aD98BDcQkKN1pmgDOtLNAPNzUmwEkm
IKORNcEQgZ0AEGsW6P6BKUi48WoSMDVK+TZIrfeY6zm74YGxL8XCzCXwDcONOw3SRBlI0H2piwtu
ul3fcg7KT7lcosbIHk1XFF/0WEGYVrU0TZjR9YWCld/XcLF65XjAGkeBqlW1ZpD1uMmIIzD4bGRS
6Jx/rmShAFHvmvwa5NJ8k/WhTVS4LGMMr/g0pha79RRm9WUwaMwvFtniCta4XS4QycCcd0O6XuDy
t+tz63wrRCC++saq3RB6DNxd32DGAhmY/qn3Iy2gwH0B9QPIC7ZDsdzCh4kiml1nqjYqwBZbCn+K
8HwVCcT3p08zSv5nMrTphSQluUYl6dwLTHLi3mc55oK+XjHkH08poCUPSxmGJpb5wMm2yVw4RynR
3HXS62+XsOH3DtjFL8Aat32cEWISoBPKddVWYp/yQF/UdZ1tppoC46oIPN1C3x8OFjjjbS3stF+g
7xJjw5cf1NQGSTm3wVXvu3bAb5yMjrF+HPWTxSwhWkob0KV6oLpc4O8vZ+KyuOmZvh5bGdxCgl5x
IIhF+0Lr0K1jroC9nYwrEGKmNKvM2HqHs3tXParNFzqq4HEo5nQDHP9yl5bg/PpaZIlL+BJERC2g
TQrsqHQsnZhntLvRaTiuRNvapy6s/Y9EjBOuL+8g3kaXei/KfFxP3pglY1ibQ54Rfs99T69hsy1W
AMjzRwMMGMyVQVB2cp8HkdOP5WFxi+kV2CyAStMGNGhWs+WBDzX/QHj2QYfhSsDBfKkv9Lhklwvp
MPOQk3XipcFZetsnakgtiWCyyqHVhcXupu/n+WoeOTxEA+erDPubtJ7lvS78CegoV8nXyUi5JLpy
gzpO3QKQfPDb7sIeqZvbAGscTN6hHTP3ykX1nECrUa/HrDDXBXXMbYPsam/AZN6oMc9fgRAbb/wq
aC8Ba3S3lrrzc9GnOYzjR7d9gHGfiBavlvmqYGWzkJW2HV3P7tIbSAQgb5OzgI1aO2n6CW5vdRn3
upG7Ku+aXd5hvwXQTLevdFk+LvB4exjgjuNtOGnGXUE5YGZw9oTPm6PJwyJsB8FYAG1M5qiVBJFg
O1Slc9GRar7xANTqI6hNUJizZuZiaCb7QKo0PzRFNryYqm3Bbq2aqzLLs5ULasQcTWO2XAB/RO6g
b6MjMtt9NaKf4ObqKmdVfg9mw9GhsOiumTuITZaHgP2Ealq+Na17VCmasfL2KWtX4ET0kes5+lL7
OgLyHER2qALCOw7Gdi8V8vtd0y5q4wLs8FHCMPODOwUGRFYE2ooiLh9kWU43UkuzM/xoCF8NzgYr
L6QH+5JctUGZbagaJiC9a9IzpKsmA25F+JsRQo7bofVnJM3ZEunMdmsB9xU0Z12xGnWn76EO7H/x
BgmgGLCH7gOQIS6kKh34LoPn3FywBdAqouvldfRMKKI8FOqq1qpP4E7rJAS21B+VZc5mAFDrU1j1
S9zpKfdgI117z3gLTHxQ9OaoWkv43EIkwNuWpSzgPaIqs52V561T8I0B6PVjtdA2IV01rIolK7eT
beUNhX/ea69EqGFgFo6AH0K4IOqxSOl4QtOKQ0OxLu8IV+Iw+aCesGJYYJ69dDdUUrLnUwfjJKer
7qcW9rmBp7w94zSMfVgEtpHHCrUpRQ89455JumkJRPXjQGr/jqiBf8ZQZb5jU4hInYtBdbAbc+ht
5klYErRgxj0WjXb3lKnuhYzpsglbFmIw4NVY7nMUcknYuJmKi65jRVLp1N1DSEJfFTr0D0PBbZLV
ab6itmK4LlD+uAmLWY8guqj02m96uS9M139WLF+gwI8kBhSE6hXk8TohfeE8ZWbyYjt6KdzVyy5Z
fJHfoT9dfgvEUMASABA5FC2dM+wHd1eC310tXytbJNlhiXqkCDGEUb1VPoo0MQu6BWCbOY9ZXYRf
JAx8VdQRUb90BitgCE/JlUlVveuagV7PIXH2fV8GtxY4vykuIXG/8zLeXmgvDbaycgCjgHM3oyvF
A3Kggxa7CtnbGg9je+UEEqaNGWersWR853Su/GzaGcZhlNQG9seQHmrrufgosb9lUVDX7FFKk22K
qlJg4M/ZZQV1lG1YeVhVrWGXlgLT3oOYAoPpLCzA0JimMobTOjp4adDi+fV9J3GNAoawlsX8APNF
vZ/RxrlgHbV3bYVMo8VmnKS45TDqkO41M7O9xdbW7GbsOLfS41hbUwLvgETWi4kKMJr2gHWU86bx
umnTdjy8p/5UPNaiKtcwrUNQT61j9pPLnXwFegZ27saHHWN6FHRM6MyLSHbYS1hpPsE0eEz6pYRz
0YB8LXKbEduIUXzn5dRBc3kIP0mPhg+L6vt7o1m1Zf+Hu/Najltpz/Wt+AbgQm7gFJjI4cyQYhRP
UJIoIeeMq/cD2f5NgtycvbbPtl2u5bLXz55Gpy+8wcyaX/oQEibqybAvRgzjN3ai/ZiMMtnQNenB
sffrqfACdNS406VyFqyPhiq90xuc22QP9kEgfGE6jdCGTWNLPT43srof6rg/DtZolK46ad1O4fuv
9RCRjzjVgeANgRy9JqPS3caS530f09Re5apuHeU6LXVMxWPvOuc1PEtSo6z02NNvQrMClBhGITja
IKes6gjV8u5iNeDOwf0sdgkRta0/6kHqlJNA3r2Twihy1LIVW13ElLkyuiSb0Few+S46QmuKsd4+
iIL+FHRtflN0nTWnFfJqMEvlCFhXwEPTh4E0Wofd55NanTrhq5tSJhyDPqRp1DLi1lvlfcu2yaRs
52fCuCbv80I3yzTbLXyQ5PUYhs9S3AdQtUbzxpvrH4OadLtpbMMOMGwer02bZ8HF2G987IxYHCSb
K8IBKt1fZe2I9EmU+OuswghGi3yar0gpPPAnxtEtxjR+nFDO3wSxka8zs+E9aYhRpXUQK8ptavfG
2UKoxM3yVN1FTSxu5UqHXobGqPQNw67sytO64JAklvHSDHJOFz2M1rZtRuDxUnsDYSnct6kabSLP
ys8hW3SfZzJ/IZzCfNcJg5Netv26D3PIjJD6hleMM7w1uxwnUdFNEfZBrX1tJbW8taTGvzKrCbBs
rpvHFI62C6Nk+GlUhbclkWnuC0/e5UHf3XSNIU4SdqkIVnuIPvqo7myqNuayD6U0vpJ7OJ5aSubM
fsilncHhum+aqH8drLBxes8Qt5oXJ7Oxqv1bQJTbNm1rPkJeIwJGSHfVWFX2y0KA5punp9NZbn3W
W9aTa7OyB8hViNg4gid/k3oKpErJb353SM3e8g7YW62f6uPQZTU1Hkm/4lQYf5IB/phF7H5bKlb5
Kxlk8QiuShErGYXhBP92XTzatVTNYOC4dERkAG6GuVc74JWiTdIb2ambPA2/ImnSD1JdZ2cr7shu
eonzJ+V+5tYTAPiW6Kx27L5S4NlW5q/OCLPvhuZXaz6+se5q1XTH1JKOI1jfU+RL4aOYJSyl3lcV
B6EROJqmiq6l3HIA5Qk4P5wrQgVy1ZsSuEkNjh+vwNLuxKoRkrQtqcOmThHl04PEA4rZbBb3Oz0v
glfLYIM7LFroaFlkPwl2ZO5oUg6EOW/SB8mr+31re/aDl6tihbMp3Eglj3rbKSxc+WqZRrljNkb7
h7R1aJwy0dqzHofZK/8ukP2kgCEJGMA7eEIZB0fxc/lanYw5YzRuolEyXclSahO33ZAI0BrS5lFL
ya38VoqqAwaadeIa43AI8gl33biINKeoNNyVpNLvvyXpTK+tZKlY2zDsEscf5HClNYF6UmRLOaox
uTWFc/Fn1Fvz6McAVwWts0NTSjH8gildkQ31N0miix+lj9Skpscbv7Cqg2pG+qy6W3JvmsIVA7fs
ypjq/Cov9O7chGm5a1Wz/KEarcDNLofYQQbmZHEGnWLKjRfG1lonyEbau6HqPdi5Xx7NSRfHVsqJ
4wZZ2VAIFmdK+E3jxpWtQ05AGW9Eb2415TKMACtDGyyNzPVgweo1I0m+tr1geGr0PAL1Hw72sVer
7EoV6Y6fBYuE0D+RomSTs1ug/Rkkto5RDZwjs45fKE1PKf6Nk78B0qXdQwyr97KfxndWn+qr0rAB
UxhKt5nkPH7UpGL6U9gD58+nSDz2fgG9t+SIWkb60usGGoGlweUh1QUMSiWNVpZHOJXieXgdW1l0
Tvt5b9mTbRzkLoXX4NvixyBPVue2xYjlcaP48UHlp2z1QW43dmhrj6T+lYOsn7QDsXPfj9J0B/5b
36H3Vm+yLiuPiHFjuGz07aaqohTwIdnSvrORJPJ9b8JeQ+tcX1HDU1t5LZSUavR/WlH1XdBAMdd6
pbbfAxnIVFhK8rOa1JUjZY3ROIM1tCsqOtlzW3t3eTvHQZAJjmmYW2THNUTxYMryHYetl1wpE3Xs
mg1sD8ThpOmnEPFDLcf5WtIGJdg0ZivdKm0sHfO8Lp46Tal/0wbQX4N4/tFlV1eumsveRs6g+YyF
lFFKtzqnAMm1GaHYOmlmXw1KHYAaninG0d9562lXHFK4S7uBO3034hF0NETW645PMYiHWM3dUc3N
l2pSvPMQD6XTBzWSBV2VbnOJnMAfpPzUlGYCxbRtjzXlsRN6YO2w0kA85IQ8+URhotRrSkq9prog
tYqbWjdhmnA31dzYiPshyZJDRk+C9K5Bav/7rDNwNZRNt+JEZN+STtivAvZw5GLnHFybWInBmS+C
8KdAA2lwqy6x+M/jBE57qhNnDd3PLVogxZGntFzLhfJEK4IekZ4lPy2136mS4vER8nrwN8PYoatZ
oSNwXYzcBzsZ9tI+iv2pd4f5mtsQoVr7phVJv0bGvHxtg7QRq9bv+5T0rG95RXoR7aahBvitKH64
yUUlUYank7dLSQifI1kavoUzvBlLW42l9qRY3kcalbYqjgbXM3OrcvWI2HEtWoUeBBUSXtrKr54F
3wVn5wLzAdlrA40KoJaaDrT7lmISLlHp1TSkyp+CVsBTL3uwhSIUgdehHyOzXoVe/dsUA2R40tXy
2A+JdaO1NQzjWArbg40uvfpMaXC8CWDcbKoxUntmEZvCKSnf8gOHQDtFSll3Kzj7MmwcHOigP4XI
3nK/Er+UXncz1iYboeqUe42EdkPLynzATT11FHyhDjjC4MFMALnp/YDAFapMdyrKINvaoQ4VvJlC
o9tkk5Vgpp7n/ZNKuXlyNFsZIYI0ItxmpQcpVOm16D4ZMm9CsACVwHVr1tmWxFO9Vn0lkVah5Xvr
dIr727hT0eAz+/o1A1WyGkFdIZOTFMofy+IW7CBd3/eGLbtlFbTnzrB56DsvsHa6bSrXJhWo2Bmb
rr3vNQjUKpIgp7S3kx+dbYZ8mtgOXHtMp9tC0bvbISg7VjovM9dS22wTdXXYuiXdmNvGn8wE+Ypw
WtEIFJpjh9Uw9yzlVS619XRlWFAD4Qnp97VksCFSv8Pz1bB4gbHlzf0NOmAVd5CY7oKibjbVEEL7
TDJJ+lNXuX2Wm1b+I3v8i4kqN69pTP3Z06QxdseWk87PoTIjF9aJvq2274MG+SxR4+yDm9r0Yg1B
cZM2pueo0GFfe+q761puA1wNtWLg0u+TbwEMmu9TKJW/49wLvmt5GuxyLQ5fIy3wjhpr9L2kdEnj
yx6QHJO8xnaVfrQOflFQPSwT5abVFV9ha6fa1ZQE7SPOw9qWNehWXpAixRcOPRwkjZQzoopNHN5k
FESbYZyfwsLYaUHVUvQtxp8kfZRjgiJJbzxTjX8lWoaSTWWO08ukCZJbr/djZ+pC1Mfarl6PfTw8
mPQ4HT9U+rNviGTt61RlYi38UwzpZjKb+/bakgBy2qRV5lbrlCtfIsFJoxe1CcNX/CCIf33POkYm
IoVWPxOmkBRONQft3GoVkeC6SGtHT/UYZ4aTkHRNjt+OqLuUcWw8ImoGhV40RfZQqx1ilCFcsBUI
4XSbaqmuO5aoy/3oQyRwlWowv1cd35iQN5HPPJWRSh6KWARhWvDLCilmOplVa6vJj/r9YFfVNWoc
wZ4MTo23VDDbkbUtszVQGS9xdRNWKWYiqCtLMtBbh4p0UqzTsbEOkp8Q5XnoRGwKXU2eo8AIXyrh
T3fCz3zkWVBakD0LuYfSxAOvybHZa2Xtqo3UbHBke2gI9NUQKcXRtB1sfwO6x6Zo7+VIF2t9StJD
XcHpUlrMktCansYr1aqaxwpJKbLZpll7hUoNyhbq2kRQ/ib2CummNPxshxSk/RopSXHSwn5aE87l
+95HmzGtFG0del17ReEgP+VdYj4qVmzjZ6I39g6rgMIVWZc8FqGaPQSeIZ+HYuJFzJrC3oCsHai0
t5LywxJ0hXQNg8VuyOTn0SBNadSoXtPX8XHfyZQgc5TAVM9BF90h76WuDKHXdynI7xMpQb/q/Xag
XKWbJ6NPDRKhKF4HSH0cM7ITxA3lcN1OlLMctYr0DQ2d9Kozy/yWiFje0ZH1r00rJINFaEJxJq+c
vhUyijX0yfM83ZUouq1Go0jYRUCITr5m9MFqkuQOgVe7zn4QL6Tcnb3ExZconXWfyNlk7CyzoH5a
SZIj4Saq7PwgN2XaHEZYuhpCTI+jEP01/UWaFVKtJzRjjHrUn+FI4nFY9XqebGOS8GgbKFy4sIEQ
F0aRRYPTmg4yj7jp1d2mUYJZESXSlB/hKLWPADirlTYI7RC0Wf5rAk+wUROvipymTUui87BMCtfQ
O8ILoVk1NdUgEtamsaSEnvtYNWS5NbZ7AFEIgwLYq+1KRi7szm4qX7i60njMM89Gaom15P0wBvwN
nLKZZBK1Uu/tVTSaFVFMxd0rpMg/5Rq5IuqPKv9GFut9swfonGuuZBTxfa5XnuLqkm3/aryxk7lt
zDg4VNBojd1MSizIZLjAXN1X2xT2bk7pezDnzpmHlulTF2nFtE5qYDg7+qjeNk9i2z+AcPAQmmsC
LuVisuw7LZKbcVfPRQAH7AAte6eNSrvuyJ4xcXOo/1TZWmH7SessstLfMRjk6Bs9j/zcVGnS/9LN
ITF2puxnNIGSaPgtD3kFNMNu6mKdIP9bEVVYeUhftuJXB1BNfw2y1KebYKDUvmpCMN8uvjz9Opby
DGWUoBffJGSatqlFVLtuhJKX20IXeuZUqCUp25wmA501/NTdIrX0HZ+X1iV00VVmY9e8HwLJizal
2arXUxkGv3ootvoq6zt1n5lldVWVY3pLzkQN3QQD6xKm50+ZsKLpQHej+FYVSfQ6VW2+TSLqrdbk
8Yn9aUeMUA3AWMgOZ/GeZt+bTbmhJsFzBlMbGmoxDu1JK/TkWZenqNnVloYpZ4sK2egknl/rDnDf
InF4V8JpI6V2MaCOUpJBxoD9Qg2ZFodmJjW1Gh2x614z687xWkKhDPuKb+T15SqQK3OfVTHC6Ahv
CkfTYCxQqIBYmwzjGnnR9uRXvnEQctQ+Tc2I0FFlUggvB2imOoLZf7I2Imn2h/DYIB9WO8JSI7hn
lnjyKU9wI8RW8qeV0/R7EyjCpzfc8n9N9EFbt7Fdl1wrpXqUc4v8GRXGxGlyrYsp9iU8lJQq1EPX
59o3WsXibu5/3fSUO11NShrI/fk4PFlpqJ8GE6y5RHP1lvJbdNXnhbr1ArW9wj1O3Rm4t9B/U4aH
kXLs9SjG6grhebq2IpM3uknVY/Bjoi7NwkJZghV2tv1sXNn1hHwLwY2w1qUx2nej2cX0cEsKMhmS
LnZBdK8h6UKar7m68KWzLWF6hIxO/0i6azVO2JXR3mxq1ZVKo3mwTA2qvxSXzZ4akbKxqRaYrhVo
crwpVbu/iiV54GGVk3ZDp6tfD5M2UiXVzAdvMsZ8FcsNIqWIzzy0qU65hx9EI0Eaou56fkV1J1Q8
ddXosxOR3+tHtVCkVZbGGlvCot0VNPgTrcTQGr9s2arPqdcTLip+bV0pZeBzwDD/ArOdDllxbq1B
N9aqAjtixhd10n/Cev4Riub/L3zyrLr5fwbPbH6//q5+NL9f/+2u4R/1v+V//u0vpjX7XYfv4Jzz
3/kvVI2p/TuQScMCsmnOWJh/wTkVTfy7DoySu0lgcWPM8jX/jVkGbwPIE9iyaVj8LzPl479RNfx/
TE21bVvHYsc0ZfWfoDnfU0os/oBtIiSlyyqPv8Xj/B7KHtIa4uLJYiraIaz6hsKl5HRyhtix6vj2
/Zuv9QlC8j2A579GEzoZsG0Zqjbjt98C56dwVKQx6uJjLnW7qtXWqLX8wxEEqFgd90wBQhycOBCm
tyMMXVkWbZbqR5TWVDdI+9TFMNpzvx7lw1cTKohBwwDvLWak1IwEfUMASC10gw1kzI+FkWDe0hr6
uqyAVZNhB+tyygvQMIp+gcrwl3/zFkOnCHyQGFBY88gfOIkN0PkiJ5461qKVrqkL/CnEmKwQUbZo
WPXjqlJ0f28EQBLHCbYBuhzW4JLfXuL2/TWw+/BL2H5ggcFjgfx6P39b1XoJmebq2GToLuUTQaFH
h4nWgfB3Xt/44H5U0ppQ87BmlwRwKRFse57WVSl3ChZccbweEy0+CAOf0C5Eri+jVbmjpv2cZ3q+
ainqrrKytbZKaqCqHJp6R7Wt8r55Ep0QRw/yxkWQ10TaLzdvv17eBeOMfTp/ad3A1H7G8epLiYTE
okrroyF9LAO72hDNPtHgg1gGvHGV+42/iYZCu23zkfzPo0posCNcuYN96kWasaIKN66FOt6jXJ4/
V8jHgVKIm5U5mAHRTddcAB7Px+b9chD8Qz5g24P9lpeI7DQbR5oeqnkEhGJue0Fxllah5lZab6+N
Crjz19/nwzEWQlHR2uRqAlVuiPl4vNn+RmIDJ4r18CiHIViNkBL0JRHkv+S+93N6P8biiGmN2Y8F
qJ0jCkKnCS3wTe0mK38tuewLR3G1tXpdXYHtdS7t7o9fUyio0MmqDmQVAP48+zezK2QwbMNkhEii
bATQ7TATFDnGw6hXF77jX6vO5SRtDcylCpcFVP1ikpgnxVU8qoReG3Mbfovu7XN2bV6x35Xn6Joa
7za7Hs7o+G2KTf3g/7aP9u2pOOV79TyHna1r/EH5yTuHq68XeD6/X/2uxfmOSz0jRprCo9YfRoWe
cWYC9G+2xBrA7AVAf8uNggv48g+7ylJhzWi2wa0iG4axgJfrk1SqhLfDEYwMmtHj1vDyS6phH9b2
7xgkbUjFcGaWTHulrQs505LhaJbRLC3lUrZ1Ov1miH9//QU/XtaLkXjA3+4ivIQiz6wYSXOmFZjn
XbT6ZbiVW5+LC4/Rh8ViJEG0YJi85KpYcqL9MZUT+nXDMZqDWa/fgNN3lfFHNz2FdbdOaB+V4oLI
yrwx322Qv2MaIOJNgCQIkr+fHaBZzeuyYjjOxchIjR2PCFsER7LIOlFco7zwrF8abxk4SI0G9I/x
4Kg6cpIfuynb+Mofs/H2vl3Q9Low4GebkcAMsDOh0fyP9xOU1U4MpZkPR6WHOdJDy8Ez0pouXAAf
ls6emWlwBYBH6xToFxepn+QtXdS6PAkAWGAPVkAsVzZ4xRxwgE9bzMqD/dDVF3bMh6/5d1giP2I+
INtisTfpFGtAjsvyRO8e8ka8AdLmTqJel2r+AqrD8VHQ/Po8fDJTmHvg4Swd9Vv4Q++/Z4n8me7N
My0z0DIpFuGavqkNQdOtAqaX3oIWu6rt/dejfjjutikEj7JFzMTBWNpwpWFlN6AvxxO2FKtRH9de
tRUR9bci+/X1SH83xNsTocoq5D+q/QqPLP+9WEorTyo90CbtqB+ls37Vn+IrShLqPd0bBSmzbbHO
1jqW6LKrGReWcxmN/ufQ86CzdYe91CAEIjCqdm1oR6oFLs8mpA/bGcGn1anuVIz49VQ/HY7HX4YP
pJOELGYKZC/UBl/Sjj78xqi/sVRjm/TjAenmWC3Jkv6VX/1fZAx/5/ZmsMULiaynJQB/zIMdLOlF
8b7907+vE97N/8UhnwkO7/elKopGC2W6iWXvtes2ByA7jpJ1YffP1+H7zaHrc8DO/6gq5ND5dLwJ
KXSlUkIV2tcpo520ycr6hRJcsovGUNv84/kwCgE4ySP3ilg8okANZbD2U3gCvx4eAz2zVqhV9Re2
wPJcceubKnxanTiZQGlJdPUV0NaGNGbnQNLMbRJY2v3UoT8dBoONlnDyj+ji1pzvChJVgzeOlE5d
RmR61UWoTtvVORpofATBuaehIY/0GmsVyKPitN2F4/zJBElT/y4XeTkR2vsFo+E3QeHo6rOGLRcN
+35v+JAVU18cyk5c2IMfdgfTI85ULYg38KSW9JY6zzN/8Kr63HAd6yjPO/QkrlLwA/9wb/DYoExh
mITtlsrT/X5SXlxkyEDXNYKYqKci8yDb2//dCIvTRHEuioHm1ucScalJPltZfGHnffKtKPdz8bDr
YJItRYUKhAPUzm/qMwQ2ukRXKiK/4SWlnA9sNTbc21GWqkipAlDUjhlFfyjOQnampzh3JSBMt+Gv
CLDJ7x4o3SUH4fnjvLskFoNC7n17SYghGaFdMCi6n01IS2TtaaugQvv6wjdcPv9/ZwePUbeoQOnW
8lWsbamsrXm/5cDKwPTd6J7UA/QMnD5DFr5RAE90r1/vjOX7P48JNRUNWd5jHSbX+8kF9Ly92p6q
swVWFyzZSYt2Nbgmn14chNILt+CHBH4eDj7/TFclRTX0RbhhTt4IMAlHAf3B2BU3AMMxVTtMh/jo
b6dtvNeu7KvphS6y5RS/86ev57qMHZeDLy4PvcLwANmJ6iynqqvlN9gLrL4e4bMVtDRKitzCvPkf
6k9e3nddygi8J6vAyGa46krzDfo2+nTyxuwlz8ILl/AnhwLatDrjxnHWpPy12J8U9CwwS1J/HhRl
lUzdjWmr17VSr5RcdztaNn6sb6r4ZZABieY2zkiG42UXIrqP59/QBOx33h3eUSKQ9/tIqlCuEjhU
nhWaCKLyVg2tf/v168/72VR5cWRoYJjo6ZRF349SVhZwY9UezwoNbch7dN9A0P6ynocTYOOf3WP1
gELb14N+fHKY2ZsxF7umVuIyAxHAzDLfrbIN/CKwUBQ+jJuvB5prx4uLxtAshDB4t8ngtKWeZYk7
vGYVynROuWg60EhOaq3UV/HSJQ72ZuBNHyax/nrQj2fi/Zjzur6JgDw45X4MyfocaAq90ic4bxe+
39889/39+X6IxfOmKWEXJLTazhqlIu1QHgdHWncu+eJB2gO42Q9OuB1BsOROuK+26Z9ga9/jLf6/
m+jiCazpOZIkDNPZDsIrddgh8HYhNf0bYH+Y6FwiEcQMMyX3/becVBG32lBP5/FKBqa7zR+D167a
A2KzKqffJnfW3UlZS7fyL691pFvpNjpVj/E9TrFr0/EO7YWw4kOpg9YFBRWUWQzVEJa27CFMVGFF
aaTyOX6k6kBprliDoWjvNMkR3y+ldJ+ezbejLZYZcwworfI82p/u1UB1oITn5qBPDriGtxnO67jL
w413IRFZKEHOQej7WS4WVgssvaWBK5/TP+E3YxNs9FW8N2/EIbgLr4PDVDry03DhqH685+cx0fQQ
hL7Gh8Iu6hnB6EuMKf/RxXUMcmufaHc81tqFgf5G7Ms9ZXO1s4gCora9uH3a0phteszxPDw3m/AH
/Itf9iH/FvtOeJAfxmpVpy4UDrN1red298+PDP0ghZYNZRBNX6yoIXk2dnfeeJ5UEzVCqBiXosZP
4gGSojdDLBYPN5BCyBMXunxlrLrVsBn/FNfZtbqtr7J9tNe3McCBtXbKon0Ip+dCwPXZ5fd29HmZ
31x+Yx+kaloF0zmZEskpBmlTton5/zKIzckgOKbqsXRWtBLLUrKqnc4SENYaXlBdXohrPnt74Qr9
a4TFNKS0K6Ui4d6pq8cpjA/JKHbQ8S7shk/eQSpFtqoS3VBlXKoIhyFApHG+xlsbGXO4BE8z6OSS
Y8i84Iv9juSTzDNIOmTQwnu/JJNVRjkU2enk+/ppnCkKD3j03o7TtS1d8sT9GPvO0RIaCPQKTWiH
i/1tTdGoRJglnNQIuGEXPAz2Xg4PNjIeQTo4FR49E4yerw/VJ/ckOGOL2IUVw6tk2Vsox7ipIjj5
sOYUDDCmPfL6G8+S/rTSfhTYYTTmGiPWTVf97FRrpVsqmU63+fpXfFxMWmjC4DeoCBDpSxk2M9Dg
FcTycAo9OijqKDbU/ksXgPF9DVvswtv7MbIRsxIrlSkYTXM7bPEyFgH2Bv2g+mePVNQZGkQFJH/f
JBlgDW+L+KY7etGLrAZ7y//WVe26sC8JGn44JDSPUJ8352IFvf2lqa/XwTnJfd0+wYrmDOoFnROj
9Dc6zNsLDeFPh5rVhubHiXR4cR61rEQLm2D95BmTsU6SCNR/7UEWzet4/fU6ftjCZNpUlISCVhpp
47LHAKdPDluQ6ed+mqAWYAEX/A6HBwQcr+W0cyvlHDQXWgyfDjnn+Szn3CFbXNl6qaGrYSrjuYZ8
MXOJ8addhbp2QwUFrH+zH+tpO/XthT00f7R3F8Nc9dcNVLKobCHkNgfPb+7qPCxEMkBVOqNbobqj
1HUHO4FfMaAW5ESRjAKFqew7c8wvHJVPNi8jU3aAnUd+pS/BEXS8YOPArmLkeJuHYmeA0AXfHji+
EfyksbP2Ixmu+oqNt+3AujpmZ164NT6Z/UxPgA/EvkG6ZXEtwgoZxkCUFT45oDcBgegxwEG7cOkn
16/Y2gFgbgrlplPgYH29xdT5cC6+PLUBji/XFqnd0l3U6AK5jfGvOVeGFKKCbUqIPIjYPhsiz45K
q44HYQfTYazG1C1a4Jp9Mykr5kHRQtgoG43B0yhFwI2rEeik1+kuDuzTJswj3wXCN8AONgdHFGm5
/fq3f3jg0RzksZLB5VDb4AF+v2m8KZuCCgTpOeztdt2nETpXkmlfOBELYVBOOcNQuCPtpcnAKIvV
0ctiGjKwlOcosgmTGqWA99c+x3GkHDoLSKw+Tbd+llRuH2nWOrJQufnnE7UMGfs1sEz8Y/GUTWEG
WtGT67PZFe1+whJkM6BYfOFzfjz6FETnQ4AG0VyoXM7TBrJgeVp9rmsTQpo1pT96L7Ndcxz7uzhB
c1MEbbizuqQ/5aWefPt6kp8dAs6hxbvJaaQp8H41K70vAQKb9bmPdH1rZtiURDlsrYJmnFL00caE
setIujReOALzH16cAK5zjANVhma1F9sIkaIh8OLePMUNHZwWhbGtil6M67HvXSmStV0V27++nuyH
MS0G5CMLhQfT5Py9n2xKV0uBG61x6n5K0jHsIfXjg6gkj71/yXn6w4O1GGsxvwHzdAlxFvVshylG
OPoBQbVDLi41+T+f0txpVHizELN6P6V88i0YaLp61lH7+O1TbURo5dg+ff3hPp/M/4wy/4o3D4Vp
d00jR0RNXTns8ly4YXcV+NOF5PrDXuST2dyI4EPQ5aKE+n4UcqPYk6dYxedwY067UbsaINA1ayW/
aS5Jnn8I1qiYyrOCoaUQpvL6vR9LakZgq2JgRs+p6SI8PDz62v7rr/bhaM9j6H8bsiAYgUS+H0PB
ObRu+HDnQIcJidviQ4wmqgWmZNJrnE9y2alHoNmVv/p64I/P6/uRl/ASikOtMtmlTH6ETlWbhzvi
JPjcv6o0/JbLYltP9Uo1pXUzvdhw68dIu/r6J8zf793xnn+BhTiXZgLk/xDR8LpbsT8UytkWyUZI
/jqwn/C0Wrcp3Cvtwkv+Mf6fR5tvaaCCxP/LfLAiOBVBWCrnZFBWvTC3RZSsazgcfRM96sOzl6jP
QX5n9MWql+AhtdV+RPTp6yl/tqUI4CBn03ZSQLO+X+4sVfI4ClTlDGdgVdcv8JwdUb/KtXTh6vxs
X4HTIILiwjJIVt4PNMU2XNeqUs7aXdRt2uqlxFn6NfEQfj4D8fnnswIqixQeT6FOa/L9YKGsjHUc
K9oZQ91vYpIP/RAfYUA8V7G4cF4+uWXAaPzPUIszOUThENqDqtGrUb/5prppmwGKeH/hdHy2Neek
BZAykQzf8P2MSmS5dKSeuJkjPXb9yH6GtgSzTm8fNYjzKFxfgr58LMmQmxLlyXw+didZ+PshcVFt
w1gpm7MMzv4ZkY3Ggaw7XWkqukk+Cn17rsPfiRzjAhzr+brP2nUXdNdIrM5sXZ4qL0yhjIflcURh
9VjE9a9cScJtaNTd09cL/rH4Z81JliZz3f+FJS5W3Ih7VfGapOGV7CAKWNn30m6KNd6chutXXMk6
oeihQ+PMCeRGXiei6NZjiaOs32WB2wY9Vk4tqv15Yqubr3/cx7WzwCnyTCBjTdRgLlr+Fc9DX6QJ
0VJn2Wu1ia4jRMxWnTFMa82UDpYXFeuvh/wLgH1/lVHPopcH2hQgKWnS+8WzA7XpYUZ4594bxYtv
tcFrHzfJ3di3UOOpxPcvQ6rZuTtNEEdyHATRXomkmLIw/Zu7obTCkyXpWe3koEkrZwy86CFGJPel
KGUlJe0R4IKl0Q5fNCiKKGOzSWzH91T1Fo1tGWhkoGKeGDXGrV6oeApWSGlb8GcQqHNlO/buLT2W
+MODOmWuYRr1KZMKypmKEsbfqZ5j3R1bknjRYRHfxujXxogFtf3PmR4cuV0apfcyZW3wulA0HgGP
pD/7vq06B/1s/zz0tDP+4a0CYANABQ+wMhfSDWsRHcmFX4McMcszV/fKH9aj6jta0EBQ3X69ess7
ZTnQ4rD3EmIkWslAKN+tGqmDcXe2veHCdOaf+3aLLEdZbJGMOk/eQbE6GzIY2jJYIwx+4daa/8Tb
IahJULvjjUNqXSVcXpR7dNwxm0yJunOSRic/SPddiMSgXUWmm8ZU177+bMsJ0WoF6cgps9Cwxcl7
8dnQglR07DG7cxhQ2RnlonZrC7z/16N8eMgor1JgIb/CmdVSjMVn63DG7hQMH85t0P0He+exHLeS
detX6eg5TsCbiL//AVBV9N5IRxMEJVHwPoEE8PT3A3W6xQLZrKvu0Y24I4VUIrPS7dxm7bW2bYcc
1CCcW9FIWvUNfxpoCvPcEuXJ7DdPBXEWA9uLX0Jp9U3o70p7FFVTEFyatl+1kMk0UKC6B6a3LNL+
ljEKBXLSGywnz+e+4SCeA8RmlCQ5lGGj91euliw8lL959l7m8mqU9VYlIWRndkWYmubltvDCT9Qe
5O7jnVopEPMeLCu2hIiMRAi1ziH31gxzhAt1oBThJk+dq6aCcUw8U8cNsrneprZ5XHsS2wWbQqhO
dOeNI5/I41o5dBXeHht8H6rHlN/4XpSL9td1KnLahc0wvh6VPCg9+zSr6s2cAZHSRRBa5q4RNwtj
5MdL8ObpofkFgi3bId1Kxp5WpL0YyJw8c6J0lFwvRKfeLhlPoQiKzJPi08fjvL16PG0kPxZU+JLg
Xe2nWbSdpiODcp1DlbdTZ5vSuKUfSv29ya8QYRH+6C/9SS+Yw/3pRHbuJHmk85Ia3ujTTKyB8pHT
btBMX5UOag6Na5Le6Z7okXUoJNNz+3sT5Ru8FD7w+FQyYOZqoqVMmr6EKf9qAHoNGXgh/VkU1QGn
cr2c61FWNkaD0kMfKlVcjV50ZRUA/B06cv6DqVim9rKm5Iz11dkYZZHnIzncKyOyeTYztawfIMhS
D9zC5bu+NijLXHgsLeoGKg7l+gg6OD00FL9cQqfcQcvYbopYaTc6vFq7pmua7W/uEC4WHPi4PAaG
iqrO/hmhnze1SkNrriKadAfxo7EePh5g2eK9Cb0MAFqZg4A9Xt9kfHO7UgerucpptvUS/BhKRPHj
fzfI6uUc25IToDFIUsogbT7J+a5x2t89AauZrE5AmVltpCZ4AFr1RQKjhN34gJ1fWz18DDbj11oZ
+5tRNLFdQ/rSXFVNMJ6gHwBDBYwXNLyFYisPFbMO7czq7arC0UVMnkUrjHvYuRGeOyOBcWDR1iZ1
PaXlS7xKK2m1MZXpsv31N+Yzn0AzODpE6AeGeWMCViu3MgFuMfSClqTmahq+GgAOk0MhwqHFWub5
ah5GQv+qMprNFbwRvlJcO9a95v74707x6i7m0KEnac4Y0QQe2H0yikerP5DxPjSP5Qi+mkdS2bMz
DxyxtKDVDN2LNv+EpMiBg3xgO9aAU9j50g5VbBif3SQwzdhvzOTAjr8xlPs7vobv5R2TqBu9uXK0
9LiBNFMDR63XW6P++vGuvHuCaQ/Q3aXhg0zi/oqpIowBP3LtCS22LrUaS35xJmPreLehdaAk8u7u
vBprdVvchPbLslpCGUhjeudcGx7sIt58PKFDg6zuSquoSS71xY4NaFEYxyoUPFC4HTgC7+7Pq6ms
LoyQmddChMgoehzUMJJ2iu4zdNCXv3+kAVBS3iARSbHcWM3HVvQWWkcV4w8BjVkjbe/BcTMeGOUd
20wyCTQRAS2EretOhKbv0rBuu+YKjmwVoGHt15BJaL40qKpCkXFg+d7ZJIbDIwcTR1LiTQmuMULq
8ZLj3fw5k7qC3d+nD/bjk/AmqfoS1L4aZX3eRivPSQY1V02xXSKXy/o6u0knX639DlKNb/NFfKMf
CjzfnZoFhALvlIrGuhs5E4mu6HHPfnmQ6oby2e6HjZmXB9LT7w7zKv+g799bxyVDTiUCxyN9GsF6
5cpl1n//eAHfOeR7OY7Vg62bWiYshTHSMN+p5k2rPXQiOZqhsfx4oPd36tVsVtfJ6FI5iA5zJyE2
gBbH9md3vGil/rnKo41RuVTx+iMK0reWU6O0lp4ODkRfevT7Zndvxqs3CjEh0qqSGfep2DSuvjB1
+qAejty6PDDUm4B0nXJZvVVwS1UaLSrNVRcHVrspQ1/cd7fOcfYAu5ZRbKiDVUVQQUZ+YLXfeb5e
T9JbRZ8oDOSZXAbWoH0WeegP082B/Vx+xcot3hti7bH2JSmTJTsG2YH3uZ997SuctJmg52wDxWxh
HZjSgZPqrW5DpMFN4wGFuDJGC/WGCz3JgJeWO6haDox04N6toZeJlWE9E0ZK9Aby6dMmG3Za9vjx
+h0aZPUoF0Uftd3LDkEChVCFAX2umh4wj++8/Ht7tHyJV75SqHS6WRnskVrIIw0BrdlGbAAyUiW7
bLXo6OMpvfvA/Lrh6xy0VreJYi3rNmh4/1kIBvgIkYGNZz44gjtPp3BvHYppDh2LlVkZ5n8OCo4d
s3IVywd3/DR3B5otFqvw9rRTM6Oxe+mwXr7Gq5X0aNwre4F7DrvgLrNUn1S0bwNydtCgIU932c+f
Pl7N90d08NgWrw385f6IFXW6pshn3s/a24Rpel4j8VeWcEFa7m3mITgkDoGN3gDHf9qrX2OuXgMR
JcjDx8TSpakE0vg8ts7GhcZ2lhCTVhAv6CeatzW6U+NgE+ubfaTbE2SirVOPdUktraYbV5CVdjqS
66L+08ibjaArt7KqDdj67W8u7Gqk1SQ9L3VNWUT2Zateh416YsCnNqeEqiJ5ELWzobxw4Bq+pFb2
Ts9qyNVlNyZb2lrIkObRRj/tHvU5oGY2wqLS+QBJfOc42hYBFZlH63Syb6GTTs+SzSGH9k2Fz1i+
BgAeWmjQs/TM1avQKCVSczNfI3nsnuSPdtOedLftXXTj3MIG99Sf9HfVNYNTQtscLH+/u8GvBl+9
F9Mo0XrQGdy+kKTM4Q/RoC0PjC4YzrpNcT0e5Q8V2lvPh+hD3p7qZdoL9hZgDS7nGpaZoXLjdl5s
X8IyOKDaGm8msYHjPoFDUvjWRr+wDxyxN3Z3NeLq3UcAZjKyihGbybvRy3s4XLdjNGza8HGOD23r
m5dkf7B1uVH1ykWmZTnPdIG57daFhm701APG/dAoq+3LlbkM24wpVd0uglVdoXRXad/+g6v5a6fW
WE8JMtko7OWAxsURnKGEWt4xtH7btoCsZ2Hio2Hx4yHfPZYgzjkYkL5QO903s24zt9TFQusyd0O/
yNGmyzZKfhofavJ6f/1+jbMyAUmOhOY8u9ZlEtH2ZFzW6pHeHAgYDs1l+Q6vHilZ5bPWocFzKap7
WOk3BgqkLg1WpXXAoL11bF/O3K/ZLN/k1UhzqBpVR73sEnY/9QYazLtS9ZNz/ST/2n+TnyHPgO0f
XsaP9+rQGq7eemmNo9pSB78su23cSljGh0BXHv67QVbxgdFoUVpbPETwe27dJNmlCH2n+vbjUf6N
Ufq1gisToSBNGHs6564rt4N5pdSB9+R+J/KxPynqpk92dn3gBn98OnR1Zf2rDgQ3oYB12VRHhneW
O/cdDQfZIRzJoWFWhmKeajPOIzbJiupAdyJQwJ/LcaN77YElfONu7p3BN7UulTas1JjYqDrZoOiH
PVoaw4/gLFEV1BmDjzfs0LRWdkKoCmIELqsnzG9QKkNJ/pXoP5Ctsfl4oLeBMigmF3/Ps2z6ht50
Zhdm6ZRdN1qXI/176RAUtyMcZT5k0sPG9u/yo0OddIvpWXkngBvo36cfhEL3ut3LnICRt9SGLz1j
EQAgcfsfXFxGWOqEvMBQLq4OuwdW3FAURlDjJiRjl3e7qYKUz0GU5cCpsN6dzL+GWvs4SmEPZkyT
0WUB53/ZbFO9DaDr/niPDg2yOuOum6sJIg7MB6WSrGthH66Dwjl0wg8Ns/KJ9RRckzEwFwe9UZPC
g5o8VegXfDyZ9w8cQBdKukuj4TqdZXtonopGtS61u+IyRFwUpgiieXNjTZQh/LbxdeFDlfPxsO9P
7teoKztbzZNaGSOjVgs06V5Yn+1DNHzv+d2cu19jrM7d0gA1O9VsXYJUO7cQCNiWd85lvGnv0Kna
dJvhR/pkHRlBsdO/qsL3/qy+Vsf/1TTXKFcTyRlTaybrctJ64lNvQ2iaVw8fD/L+Df7XPK3VeUR5
N8xQNrAupfI4xU+z+PP3fr/FfXKJQYE8a+Bg7GUvXz33WaOGIoma/rpLZ7QkVO9ZGdVDfYZvdmsx
DgvuEC44YIhvoCgugEENCt/hOlNKddy4Y6h8McbSvu8o9F2ZetmkGyjp209pXpAOLcy+I0YcI/kY
930TzGCZC2Q5NQDmU67LL5pdW2MAECPK/Zqe1k9GnTRpMJKynvwCmq3SL5QO1mMxNOKAJ7uOAJa5
gPfVHS4V8I81pYfXG7WIzBx6YD2f75GLGfy0hbR/0J04KLXiZCHzPHCj1hmDlzGhD+HVQBAeoPH+
Lhl5X1SNZ4hrLPrwrMlUBuBgE7+UUE9atTH/manDw2hYJx+fjvVNZlxnKV5ooOQW1MnKtWVIS2tU
VV5XnpadVdVcBzWqVAEkZvEBH+adZV1WlDMINyPx3OqgTzmISjlb8jp04RyNw+FZ4UqZhnovjPki
7PPhN5/9ZW6vB1yZ4NSChrcxHHlN9STeyly59wpb+vpEM1bXhb8ZjDAak4Lh1AYjrkJ3tL+Dmlvb
aaSO8hp9JT3IIDO/tUP5WKE6+B3x+kOsJWufZhkOhiPw2YwHhmJlgnlekCpEyvsa5Z4sMKZebCJo
4NDPzcKNUjXugd174/TSRAeQDpwqmDaKQ2uwWWRZXR0rrnGdOz8SI7q1YPDMakQoVTw3WLZHyz3T
ZXGRNvW5mR5Kx7+5H2DoKHvBIQJCBebnlRVDhNRSUvrsro0p/TKaXXQyIV8RyFI8erWB2n0dO35a
H+JgetPowKz3xl224ZX1lKEt82k0mHWqfRoncxdbxplUdDpSax9ZRb8DjNt24UkqNUCwo0ErTnnA
NqxfCGthTaEHHTzawqC6Rsm0uasqyezY11amupvKQOVQdtOhwti7o3BoSFiiw0RTxf5MNXa3XZrU
rnMlbI5Qz8lx8ejg+NjevKH2W2h1qfnRCwrrtqWue3ActzL6qleSm3G0+we9QJYnCGWoXnlzWFYo
0pb2U5l2tDbkSRWPfp4LVwtQz63vIzgy0TBM0NGZxEnUVdlujtTmdE6V9OcT8Ftc7C9c5F31Q/zP
8mPfKkiekygW//s/e3+7qp/LO9E+P4uLp3r9P/d+sPvfl4+j52rzJJ72/rItRSKmm/4Zbdjnrs9/
DvLX//y//fBvzy+/BVnP53/8/VvVl8g+3D5HSVXCnv7y0cn3f/z9JXb8F2ng8k3++vDyqeDnbqvi
qdxnX3/5iZ/067r3B73LHENaM2mkAij897/J504sv/aPpW0aw07DHdxUS8n4L/p10+UjDhS2GPYN
DcDvv+jXTeMPW8NscqrpSqaRSfsd+nU8G87or2jIoV8Ufkq4RThctHSCv90/w26l0ABFFSCow2hu
zpw56atNXQOsO7YVxZ6XVtsMcSEH/briFvlJlDtGiUp6A7130Zntdu6pMX4vUNrQjsB2z/WJ0AaN
hD3FwGLrRYBh0X9JYzCqqAbSEu92lvc0TnkyBdhj0u/OjCzw+aSOs3IsUpTJU59yURTfZ3nYo+RW
9CZ98kaRk5S3MjNqEfdztOMhrSO784cKGY+TRurizu2lc5bBRYBwV9LNJwlteJ+qVqDeMBa1Fe2m
SBZXTtg1LqpkMKxOPnygVfHVon2iL1FyKmV4HjoohagbKiyj+qBORo7yr6tO9VFceBART+gK6Uh+
hbEMkCOyzI2nxuWf6KmGNjouwzAelySlPRoO6NzeTrZAwR1FKZFtULhvZz9VZrf3S620kepQXIXq
oS0jZRdFDqBZgmGJ8q7wvIvCGIu7OkvmYdcimX2u5rLSfcTQ495nCskXIWZxS7YdMbAp6VB7UobS
2PGO2u62kEoLBXqaJfHGyF0NkIARLU01cLwP+YWpV/Jzndq17YO/cpJtHrUJsoW9YnRQv/bmczKJ
6TGL3U0Uot+1aZPOZNjIvsnHtjoHA+vA7insKAyaRIsQDzMRwlFC5bbIVXTYc7PrnsKcyi8ijLDg
cwvOY2HOnyZXBdvdBJjvqD7Vi5CQNaSp4ixV0NvdgA7JH2IjG07q2s0vxkYRDY15unGqlaL/GhlI
q3jJmNMjYeTfVKvUosUEFiCbs9S7IsbWRnRnaAfZaFqPBmI6pl9oLOfUOOkYjsi0zDXTkaP7I0p6
XfVVJUKvDwXnPD6yFKfvNsaso140VLG6bb2hPoIWEjGRJgM47kec04tZASWPDEuskobx0p78Pr6T
tut5KHLf0jOZBFEXTdu5qenbV02hNPjBmThurd7og1wvxC11NKWnWcWtPvWiQdssS7L5wZR5OwQy
0RIrEOaAqsjo2OVllSjLV0WTct658dDelw2CW66eWMhYGunwScZJTB0J/N5939lOjuZxaAN3aRqh
HE+JsAq/C9vou+fF8UNLoBhv9HDUqyOafvt0M0J3/qPpotzdFEgR3ZQKrrUf1Z1y06Cm7GxT4N2o
hXY26h6oAOV/QgGXQUmIcFLk60qlnRUi7VDpQT71O9KlYjqHXlzqYEgN+0ZDJvCBznKzDQY7hQsj
SfuF5zc0PutcKEiy3Ai4lqo06RW4ugXPLQrrB1BaJEWUns9Q5XNG06+dQZ5HjmncJ3la3ba90y/R
eof0NkqMEnVjs/tEp4Qmzp2mn44HKEkReilD7yIpcqsK0CFKx41a9K26Nal1Z4FZ2FBFKnXo7dD8
zVD0nGTdn+qNOSJb0ivd91oq8rky2jk/KQXaRddW3aB6B5p4CreewIZ9nYH/wK5t6eWXiO8w+6Xd
G/O5MhdKGIyT0iLFZhTZNzcqzHHXanVtB32iOA9iHAon0PXS6f10qNpi2wxa9qDZCuLHgqatT6OH
0FrQIlL2rS2n8tqVOY5TDqtHtFXhlql2RR+HZaCgKc/goYmEuZfX944Y0L9TpavmOyXU4x+6M5Ii
yoq6+mxHkFieCncQRdAYY3heRtXo7mpLm+egRrYq3uIvqYhOIfUEnw8NO27gAkZHetYe3QdUBz36
ofKp6HaWNhSXy431cPUG/TgcUx1hTG1Mr5vaMeg7QAHjJgQtSZ8arCHXjWiizzYFjziAQ9GLjhl0
GGlpMcPwpIsNfaJeaJpiMxjelMAKbVTxxmzC/KlQpeEErcS2bRoushmgMYHyqiNl2AS2SgQMD2HT
3dizlkbIFFZ2uxlj4jg0I+kL9rU6V05rhHjHgMs8f3PCyH2o9F48z4U7X+QO/njQeVH2pUsHEx78
yq7CgAXnu9tSmaNNW0TZXQcHS79pdbNGEN7TBge9oXq6k31mpUcShd/cTyenRPEObTxKnu2QWL7u
lWGxA/qDZmsWe+UjuzZAAR9V4Xd3SC08N2seQHgaGNTA4Vs+oJPYnvWJO3UIis1TgYYZkeBR3WXq
bTSX7rhFsKotgzo1+5NJIu28sfVpuDUcBK38rjS72Yf1WrvL0Wu+QrZIomZYoMDuI6/auQH6WPOV
2UlPpfAdSR5WTaJeH0XyNHFSlDn7qdPGQBsn0QfTXIgbfAK9DnhXnc/oeRl/aja9w4GFWtrkx9Jt
PYpWnvmpp6HyVlHLEduAhGaKtnXtHEut7GNkkS2j2ZBLjOxdrNiEzhLSI7Tx6Nl6gja01fzOpN3S
d8vCvkbLl4dm7lFGPZ+ivDYQG0PQQsn4OhC/uLRhVPRMPPbkQW9m/kHZ8XKpiT/RuffA81Rlp9bQ
64sk7zBvkzgxlK2HZBU650XX0+/Nq1vvqqid4g3cOj3/kRTHZ4S4+mJb26Zy6RXkDH1ZuJyaoqlh
uHYK2/0xwJ+O/BpdN4pvzL0IIX/r+m/8jjDfgnHQ/4zMOLmuexVq6lzWOvcrnrXTYsziJqB1ywk3
oWsld94sYpQHq651t5C8CboH5rI7C8PJNvwI+hMniKec+9ZravZ1tsb0shl12vNM2CcErwS7uKnT
UtxoaJdMyP1pw1FKPyLSsUi0m36FcDSPbqincPSRIh6DOAqzz5oRjgkSptDl5/3EIxY6M8iVQiiY
7Qn6209W1aN9kSWd8VAhHDgfGQ5K0n4plLnfdXKB6bVTF5soGCZy8kf0YaYgi1OivN6cyvm4KmuH
Uj+XpkPAUlr3dPJWCALErH8wUhO6Tj0DJU2n7hPzfNSRvtgSD+n91moVd/IloBPQ9POgf+2VEeF3
zw3dpy6Loi9i7LXmNLOczuFNz0VBQ2Wn3OZa1Wab2I1t+PjElPSAmQj90bcf+puY1ozodG4KxTkh
oWYP5wgsLldpQigdThc1Pdcmk44H5OYtNUBrdlL8bhq0W0mN+5Y4LfsincIRvl516ZHV90W6Q/ct
7wK0cTituWNlOBdq2cGgiTA9rixyNMK6qNzeNXeGPaIfNidDOV1NIuE8OhL69B9S7WX5PGuK29/N
XqLPFEBGmPPPo6gb4kd84pRCiBqW8lxHadk7Ra2iqm67tu7kLulVqeEAu2G3i1NNC79ZCbXrXdEJ
U73Dn3D0c8sIJ/PWmEJECYWm0mn9cZC6HwoTRsCLvewLlNVUVSjl7IcRYaordp3CmlDw8YXZZsnG
q5ziQJpx1SH1MowLUR8NqrC/MNwqheO1ddnhD2ab2hyRbEVaabzTHIHpxKtEaCLX9Prcrqs0DSYD
b1BtZbMJnaS9f5nu/w92//7C+vLvg927p69Pe7HxQhLzM9JVEBqjfEe0S+qcJsuXdOXPUPflI8Aw
L7R6S/5tafD/p9SY8wcg8CX4pNfIsLWljfGfUmN8hJgWgDDoIxxo0J3fiXVXkj40admAmF80EqAJ
JaZeZVO1tLYdyEL1zSw85WjKnGOjKXmvevlDh1ask/c2PdBBashvXaSdeFqinigzsqol/LTV3J7n
5aBf0EW9yxXDvLD+Kjv81qH6MDeyn0UZnlvRt89/I4nS/W3Xl9+fBImL/xfyKUum498fsYcy+aVw
t3fWlp/751mz/yB1SZ0Gwlc6eWnn/WdahQzLH5a2tGaTiKe662Ij/jpqjvYHTCQQrEGuhLn6dc7c
P0jP4ATC1w19ngPX20vKimzS9c9cCYkoFv/X3/9W9sV1lZSi+8fflwP7KqWyjAi9CtrXL53MMB2v
jBTOeYsblVnPLpwNPZQItVnTFavWQzI/WlZfZ0+m0lodQgwTcrIboY9WPAZKFapfo7I1SyWo9DFz
Tr3YmvpN5illcyw9KBYucquoFVDU2WjVXy1omsZqo9g2GjtBhJukPTtjNfW3eTw6+ZPrWnX4DThY
Y19GNtlXOCA0BGFROq6ttriKNVXIchPlVvvSTWYVxbnmTA1fGf4LDb7EwijTH0o3VPzMqy39a9Fe
L9J+ZQOpGUwB+TAI5yDSZrnY2ddJYkcrkj62Y/c5lFWZNscCMUrzODeHrnWO5y4SCfK2SZ0nP3I1
TPRw9/HwqyT1InVDOy9vlUFmjr7lNdx0hp+so68fZW6NTo0kEOSIDUjfPJ0IdNeOMmoBzcUUtege
M7EC5bU0DRI/gWbOtjROhR2XXeZXFTqs2iVFgIbPPv6S+6k56riQR5HGpksGjvXlWO6v0RgT8set
oXy3iR9UfRPNDgjqXe6awlD9ktyL/QVsbniojrzam2VcdFVgNMAsk7lcj1v3U+VUiuF+R9op72x/
UGFd/Rwj8Fou8qtJn1xBwwaLEpJBFcWdA7n7pUr9KyO5THtRBqAYAwEbbbvOsiyv6gdEzwkaprHx
XXFypyG2kDQKPnGRFHFSzYmTXyaKVmkXRtZM/V3WqSrt7V2c5CzKxxvw9ptQ6SMPu+BT4DdZgyti
Jw7zdFLb76YtuXI7evqpuu6sVvaduU3c0LS/oMyr643fwWlof6lURI297ZBUai1/q+zIsqAkYFIx
5hUjV4uftb8swk7UFNH08FvozaXVHlXEv+G0VcKi86ajyW1HjsjH819BJZYxPWTKXi4qPNDGIiq6
txXenFpeLZSvMSnCQjkeRbxcCHK9cQdaEX46IvCkgDGr9kd49FgIK1HjHuVvOwW+rWhteecVcdGW
GxieW/22GJKy+/rx19wvdEHYAO0MRJ2QZvKmc1tWtqSXoQuocR6/jq1oOQTQOKrsD4VFAzbusTUG
5a7Ws2a5NAJ3mz+SOuoP7M+bxdLgrSQnD7EE2B/zjQvsNnqHtrNdfS1zS8GGp1gvknrDhKq1dUZ7
GHa/i/o2eypo4caitjUK7aiQK6mCYHETY20Xyz/F/FSZgF0+IwFFVHHArKxw0ct6sUjk/OFyZIft
NfPRaMiy9srZ+NqF8I0V21R0dd5fN8R+9ATJZmr4copTDHxWTU1RTRsXQXrlTtaoAndem8NnWcyz
Op0VcVMS95bQx4Ui6C1VyW/twosIzWGTGzGJupJOWnkK+XXOb82SkITkgWu6qrNiqaiILM03cNeA
QuJV2T+mnEwAB+VQf3GsijxsUEPbwlEMw97z2oBUp4JphyjoxXrmvcln/Ys5qbXQ5aNRCrpGoHoG
oHPoDr3AyV6bM/oncEZgbCFFvdzd1enMxqwrwriqv9Qtt6ihnQDmwQtdi43pzOj6ieXwwiGfH4t4
nCYUuoB6QvuDwZf2bdTMoXLcFmY6P7YKed1LFyVSjsloDkXuHSH9umxPBWEER2gCPDXc1m2azY9z
bmcyQ6suXx4tsHsKG1SVXsw/GpTt5ke3GEf2zrAoDdK8MlMcdje11Rndznb6Ze+yMUpwMJqX4T0S
tIBr3WpM+RUVzgPfPFHKxTcQtVVkT2MHV2W984ZWG+5IS87ivCXP0lKQLFq9CJQoLMbjyORx/bN0
y9B8HFS4Zoqt40b4GUNTVrgoH9sGnLq9x4TVh+JroWUmXLSgW90/GkS9ZaR5df5l1gpqAP6Chqk7
X1ZplZ8YfSMxFB+PuLZGBFALuJB3Gxg+vNurEbtW7WL0oeSfpISWwyh76EPKjd45GY+3PQCk+4JK
68whlOQdu+gChjKHc/rx11jc2b2Z01xCZW8JtcCKmnjJ+zOfjaFvFM8uHkFYFsLwRdVbynPVxKCz
ziCqRgevDZ0quR46N8Li1LFVRdvIFVBz+Mg+yHzwhR41Zzn6CnejQU19IkbS7OFWuEtfcGPNY3XG
IVJjn9xqCHbOpOKwXPZY5RxWQ4x3cRKmmVhu/gDd6hXyZE5NQjhrjXE4BLdYPddQ4UC/AW0yenu4
+MQE+zPO7DAuZdM5D0NfqjixVtvC2QsOfTm3VFtN8zjW5MixHTPP4I9IvHi2S+ZiuRV9KvXwLhzt
5UjrTTIX7XFSA+XERDZzR3mnyYe6o13UmjJuXShJBhq+NrkFt9PRGq7RgU1cQtJXxsPFA6LtFvgG
lIIG9E+rUKIh9JyrtNQfXAHNRL0TNRWZ5EgoxpJu/HmPSZVMfLcwHpcrjq1cTEpbNzw0Sqzhxmuj
tfxT1WRd9kSnqWMeJzJf1qGZZGVfhs3I/0piY5niFME8u8sUpzV2tdsONKxMvBdM98DUVl4mUwNo
BFsxV4UiBf7e/m6JkbZDSIOmB6qSi6USbcPRmvM5qb4J1c300p8ghJofHZh3MG4FJSY2ZLSLfKmr
FbaGDrJnKL18wEttWQ7ppAanz0CbM/1RJorHESP7VS/WrcdsHid6LTFrAo+EARMBkTAa3daksRRF
ZLIUQjixIuAe7VOuBIj1lL/9XJ/FFGbkRv4V2F7/3MjXUdDqjrpLCR+6H92Cyc4jB7K6o+TaTXuy
G+WeElCFdfjp3urIZlOWIrKMo0OgoBeG5L0TBfeVgWO/8Lmq0GytniM1rfBa6xE0fE9h/0lMQnCg
ePtZHzOl5mBtQ6lUY+fbuTGx4PkQlrgsGD1WSbYjID/HRr8r3YXCdDEGXMjhts0r/tdYKFx8MZY8
VH9tW9TIkqUcc7fkrnCLlu2IMiAEOpTCicYf3pR6w62K+BjfxMqodz9mtlji1I9XGzLz9XVawJwL
DwUa7XhB68gGd7BTAJxN93E82bQJiz4zarA0aphe2vpsttO2iVu7Xoj8dA/IXds2SYPKDXo3FvwB
caOctVGhmBdhETtG0EjwmN+gZ1CPkW807U0GG0T+3Uzzub0tKrton+Ss5fLKHDTQDRs3LT2rDhr8
RzTHEKhyh8u2icOx8u1CLbRzQ201b1OWLZJP6Uj6J/QpyzVz6sfl0JpjEI0ZZVefPlA55YiVWKmZ
7oCQ9OadnaNbEVHS0XrZH0H8FWsh/lsYiRMRO3hmgTPn8OcT1nIU65Mxm9DnaTpAALvBg4J5YxXK
ON9Lu9ITyil5FG4MU+haMBGfVpNvUzL0qL3riHtEVh4dQ4xDT3mlyvks9EpVPdKkFuu7SOlcKud1
VhXmw2QNUaY8eJU6jvejGA1xAQi1VG55MZz+u9Xadovc0xCBZKpBcsTdjTfOeXYUJmQ3dnNlukXl
e1kFL2fgtDO4h69akbrl91hHjW/ccFSm5tnrhZRqkOWyg15EhGVjAfHIVCu3j8JCyexLKPWULDsa
7Frv8vg5BmsuWOVRM9zWvJiNauBIz1oLqOvGsFVhq9uyNOvaOek9kJ35eWmNWRNtU+T/5HAurTCi
WyY0C9lbt2GpG82JnZpx5O44KzbsD/UwqzzrlGFgZfcjxbQbsYlD6rjTiYw6JU6OYJXktQkyT1K2
2Qx10lufwQTYVnfC4ZBUjqWB26Jd9jVeF4iSyXBH+yoHTsQf4uc/Kgn0IHBcLGzHbTAvjS9fKZd5
+nCa2i1yUMfaqCiOE0yplfXO0VimGnwHljks76IK2T3TiQyLR+VppOSkekFqxZ4VXVEGl7VznYZK
KqmxZoai1ydZP3nuALOdYSWe31C+xXA5rbDi7NGJwlCZz0yTIjtS6dMCAbrAajexdaYYYevk51pC
cTO/TlOZuuFWphiCaFslgGApsFJV5itNg5Kr+laN4imhTlhnaetuSlpSrPKzHlEob3ZFSjnsoY9c
cCQtoTcrq7t9wgsSaHa8/BK+Py6L3zTe4tObMYSbBAaxVhr2Lo3lsmJGLqCD9qsuFspdWTiLyTcH
EblO4ElRcQDmEn/jSHgo6nl+/XOqsbAWuogmRdPV4S3pwJr4eawRZJZgOdgXjZYg3fqkQXzMfyxN
LyWXpPRUnvRjpczc2Hxu/g9zZ9IcN7Jk67/S9va4hiEwLd4GQA5MjiJFlsgNTJRUmIFAYMav7w+k
6l2RVU/su2uzsqKJzExkADG4Hz/neLs5be5VlhFphRPsHJeuJF4K/YYnKIZ2eOhzDGpr7peWrs0h
HVZhzJde7m5fOeNJy/XOYWZxBYs/tc+xRqkP2aDStidvL7ABnku/2m7NOMJCwz+g99qJ7zDWHZcN
f45HKctqnwHcUn5nU8Fz7gpbxHCoxQTvBy65m0Ib2/2cPfHa+XwkxeFtcPgcvtyMgVmDL/hrjOvT
DmT7l9XZBXB5prS7n7cai+/t5X/d5NfXgRSYxaVrUkZzQ6PW0vG5wBkmU4esthYG3ZrrzLsS00oy
/Y4EPKG7n/36oJp1hEywI/MeVHJWG/4S2wE9K8bFufaroeEujWZV8hJTgrGpEJgjHn3s4JYt6E2w
8eOXWJ3p7bP/egcbyQpiX3sdU2pm5GihbGpnMo7L4G3Zuf76aF+nhxMXJffHERnvoHhZboOfna2P
BS3C1XaZVKQOv1yaVnfT+1XLxNCfGCmUNqrhLxNppQDLt2SQ26cYmep4H/Y2FrOr69Ptq7/eUG2d
Vv7RlFYj3J0GAarIz1aKc7M8JBuIpO8mOHysaT9PNuSjm3i+2eia7bPhQH/2g84mYmXwaiTYve7A
srcPNMfthxgTjx9lrW/LoVrpOwsaMTgJTgNDmZRJtq8Tj89NW8tIrGPRLa7Rn1uvcwUjPL93Dz9v
uZ+Piq8zZxamkwEnQMPFc5kVnPOYJqyOfk/klntjJGF51TAAOrhmMCLyFANQjDwk2GYJYABkw2NK
hzO3SbblPHC+8rtiGZzc2xcEi/NysvyunJtjLxq9qnBUEWU14vCeABtuZX1en/Ztxw+CRru8qtqB
/+NwCG5nU0AFKsIexSuvxgJWEr1IVc7VjTRpxgenjmeygHjBwB0yI5IEQOLZaqGq0fMuLQdvV1Yc
sdVu1mAadbSE5KiaH3Vnztlv4Ak0RXH8CSfnfZmqfD+kJfnut0V0dIc6SjoMO/rBelkzbeOV3LAu
nop4faDzWzP19601pZNz7F+HjnNixy2y5LwWjKhIps7eOatusMv1Smy3z5jlNmvAq7Yp/oqfel0x
cQcQqG3j7bPM5IdigvN6er/b/CsrV3Bl+m7Dp8L4L1uc6tKShuIVzmJsOexoDx3z6hVkWQ27VDHl
qVbF5lkStyufsb5CbzFpOahha4sCiDI2ClLfqiJ3qsO+BJiwz6vC2dZTL6YMED4pvJ6t0nLihTOv
W9hp8j253nbzsHDeoAJz8GgjfIOtasLb1VIyyseJ8CzWTlPcKZUh68s3kLIZOO4u3SK2nP6TAMaC
qjXHubake2eSdtlFQBeGIwIXEMh5EollkJJzGPo8/FUTK6Ny6mo7Nio73qabMhXVxej1TuZ9AxJN
7+7MGk9oNDAC+1Ssw6TdKYJpUIVVtr7zxH7L/NImSfO3Q077g20ayRoLoj3p5YZSlRnxKpG1XzWT
fHL8JW0Ro82lU145TiuXeA9VE9nOn1AC4S/uONGs0oYNB/6Nj1VpuOoBRBK+42c9afMkwW51sdL5
dnKJbVpklBhlm480ZgKaOKhiGCs/1My1Kx5WMWCYAqvEIeEI+s1ypgwwHvYHY2CWVzkeoCO/1Nwx
cCcqU3P0cySvz7KVOQBxiAxy2Yb1st2U5bjtf/6SbLsJ0f+2eLOu2l5Rv6D3cAW23+FAqvGKJVm2
F8YW6ES1I3PfahvwxSRLOSFajK9WvHQxs2WhbqvSr7a//JyyxJTsRD7FY/70CsFv26kGh2pelAXd
y1S6dzPQYGRqgkmvAezFQm9l82zCJZc3Jdq6wYEddSJ+CMKy/qxddea30Kk/XIFbbt+8yKg0Pv28
kK18jrSWqaLdvWZsdZavLv48tRzEp+J1w6KV0PbJLRVpZoNWthsI2SlHCRFVSYUIH+qQM2h3Q2ZL
xtxPVPHGU2bSvEuFqZi5hjuW29caXhac1hScI0FsD9sil+ZWZozqad7mpBuvJtInO+3qqtqleclq
3L/eEHDgbdMrkInwuaIztPw8Na3S/cha+V1CD5bD/sAMRvKy9XB6DyunPUYy4NXmXdo0Dt/aTZKZ
1TDhsH7VamJbQeUI8IKjNLo0vvsH2d3b3G67vLPVahC62PQPeY+z0l6p0abOBap63RpzMODt/lNQ
KT9ofPYOaGI16ZjGcC0gK/7/Xh84eQXtgQgl/5ojejE3TdjKWIhrOltts9t30u2hDtBcmSRC4doa
/twcfz/stxAC3AjmDzbdDJ5yOPPcfAujxCNsyZ6ld+dTVXOeMtvY4vGu81xrt2Kq8+F9/vsFUaEA
HOAFj3QA06u3FyyQvBhlpdPZAq2i85QUnPhnLmyKDdZ8Wdm/H+A7zs82QrBbnWZ69Hemt9V7IBM1
gEjqvnRuf+4YU7puoD3cuMW29wibvHGfy3hVn4YJqVNUDfW2n1uKrUHrVsF59ME3ejvT+UakUggv
KI3S2huI7h3QuPi6NuEo2d6Wr4tqIq5jjc9DEbOvZ96Y8QhSMSysTN/icCC00NLti+QIr4Y1HFsy
+71dWQ3WSjNbC0oIzDF5OesjNq6yxSKfRG3/Us+Sr9vs7wfx/jHy4NBp6TYVE8NAYfL+MTpp25uz
Nl6lXbHtTOtLICQ7ux4+LdDQxAddg//pejacLcg8uu7Q2+7ttMHgWfKA9eHq57E3J2mbB5gMZFgD
qS5L/iNoDZWU4W0yGRYGhlLoWt7hXNYUg0SPWX71eiwRJG9Pwy1K1kXdtduB8fsbun3gv4E18Flk
vEzUjZRCpZh/vx3gtKxzpla7OLq1pgo7dKvKtZ4ciHgfLsG/X4pH51H2ehEOue/HhmKiWobESY6v
ochog44wj8y24sfvR/WTivHLwMAKuRRenbCz2ELwuH47MF2nLuNmaXdQq6mn3c60542NMKB8G5o/
u7Wmhh42XQK26gdVvJItBr2d9EZ1zmkN1SsJm0KC/FyYAuxBv6liO0ma40JsYDdXUFAL+MVhbFJy
euzatiINUjDIoaojZl7xj9cb3emqyFM2UNuFNRuYvN34r/W8wiEZsa5jWv2082WRpKMPZWYYncwA
E8mhahxJNFxatZRaLnkUPwMUV+NtaVC8hhVE6B6HhfOyjb2mGgWcTEqetM5l6yY13MKAaTQ1AtoG
C9DyqjYHXkCI5QzuldWVWzCnve6AtDsFV8GV08MKCceEvjIQBHTKr7PIocFjPgR/QR7YmvE1fgYy
LxEUlbWJ+7u23naIuy2+uWfkFoVj7qSHDvCuKsgqxpNOtSJLwnKuOvIp8PwyL+8twl7funKW3hfy
LHd0bQMDuhFrV3o2vORh/rTA5o/SYqiAXUFgXKoMAQIcD6a7NjTJRHuTFi2tbd74LeRjGj+2jrDb
z/bij2vzmXrDVtEiBsQ87qrpO4oInzMJ2pxEkJCgE+xT1RpGHlYGQeefC6ln551sh64lT4YNl9y7
AjaL5acad7LC3OWQOukkLtk45j5UfUotfVc3C882mmigotAuaSATY0hoZtheuIglni4KWnnBb6cc
PWVk076nqItmqd4dhF7207OjVwWc7lgQcKN9d+tKfalBXhDd4Hi3ldx+7kUt9fDEufAq9u18X6cl
/GOi6Jc4C+B7ixOXut8OndepUb5Eg7VbFqRsyocRI4NR6U5lsJMljcvXMIvCDKZCG/3PbOKNdydr
XyuhBNuJHaTw6+/sJbPzaKHh3SETo3XMdGs9q9Q8HkEymltXOWY4+3Z65WZ9qYMZo/mJmdRHkcAU
R1Jkps+5kuUXPM4bHLAgnQf4g/cHkl0gJbO2zz2pP6HNc5DES+fCmTIZuSJNebq6pvY5cppd3mTD
9ZqX9Azi7O533qJbJTPWqb6lcriD7ynPldCS82rs+p3dAUHDfUmQ1SBET/3J++RKyOxFJrPvWdei
8UtlEizYB0Z27LcnbzWr/RJjphXU0hZ8tLfUaDFqdz/xkWce+dizmpvhAO8h/t76RXkoZqNckbDk
dDnP9eZOwhxdgxKIpgs0q0nup3n1vpYa7Ul9a6g+T6igdrrZ6ycakqW44mqadSGA6faq72rcjNz4
E+BhBl+pt/zvWJQK8hlDGrejmafZXi61tjM6FFndKAAc2AqibpmHk9WpBSFSNXlbC8Q49b5ktFha
zmAgDN86k45Vu2aQPWlOVqVLMOI38sPrbbeKkMGpU+VDR4iE0eef5tEqyJOq5tzueuwiYy9tvup5
Jy9mV+jnnWNsMzS2txpqMk402RvmS91FBAf6rZ2ywkrNyGP3+25Mk1UHWGsZKWmz1B4n2U4/Wk2b
Q5NORV+7Lkcj6McS+uC6dszctJQlDY0aNURynYr55AxJmwS6ITNcOlw2YlKqcJys0joJtELypOZW
7U05mOd2SYNokN4He1q+6UMcXwmD5TN2aOeBFlFZJHM1ulinNNZOuH19JVOhHhc5E5PplLeTLhgK
OBBF6GaJLZFyWeIrlekmsMyyPjQABYGpoyuZjbr41KX0TQ6Lvk/u23Rpv6hZVkgt52FGAahkHuR8
PyquHpgbC29O11DMHv4BZpfSdmQd8695JdeAIk/1UNOaK5ByND75FBHOpKm8EIZ/fBJZLb52njNf
5OD9I2UHMXBRzPFQmyKZSIbkwvG0Bj21UfhflUZQE3nEZzkqv669wd2w2LPRO07oIzI/9kaT3sDT
gdsxpereRPNwGIfZOORydL4qK76fyJPvUR2s3qGVYgmwukx+LNyQQ9q7w7AjDFzueuXbcaBES8W2
SHo6TI3jmeMX8tASh6I2dDv/3q97/9mapfU5V3HzPK7j+mNggkej25iXAmLBQeekiNq57e+IL7XA
nurxQlNd8bTqTX2wSiOGmQWcfJUiuOIsm9mR9DzzwIPswjlC1I5D2dX5obAHdQ+3y+L7j+bJ0NGW
5o7VPYLLtTf48KmjgSzljl5p63nS5e1udtlySYOr7KoWen9Sg5huamSHnxXyz29IxNgczHYZr8RS
sXjAtK4Nqx/Ocd6czrJpthpwG68+xE4lItJjGJbAHv7Zqil0uXGqPq2ml957QCeP7er1nznwkyOL
zb1EPNHDYXKyfenH9gUVbsMK+wrLam9davz54aIhfteamwII/iaZG9mGMEP0vZry9lH2g0hIrtf1
QvliOIeohD5Rq5rPKE79ij27mneWW3hHg5pfOMpVXHtjYoHMK+078jo4aBeLjQ7GR2E1E+tG7gCk
7V0UNqZG/U5HllL2QenL+GLSZHIDylJeaahkHspefeU9CUBvZjx0FRFMPrj51ezn0C9taWQnv5Hm
06DFwxSW6aRfQvUZ7jNzHNsDliuYWPip4Z6LuFHe3ter2j9VqScj6rhIEUfq3ZGHhgm/B7jvY1BZ
MYpSjXr/+aK1Lvfa0adeXbT+SKHHmJUxndWirTAfFtont/YzjNpmlTa0jJTqNk+ysdpR8l3S8yor
GjREqrYhIcaxoR3csevW28Wr1YCeltBDj/x2bsqm4K41U1Kg2fEcVYaGS+QS2tUQj5egJXkXWjQ4
+Dy5a7OEjV46F9D1YppHGoSI5z2JOIahGdmfYh9RsrcdAqekhlZ0HHvHPdnmrNf55xWViznSea3V
fVScbHb6mSeoCBzackGSl46dPdz5WlKgzTGTrf2b0uKkLEJN+PMd8jDfCcxUlJ+axdDWw0SiSU83
tzX1i8nP5zo0FTj+pVuynUYQ5NaoAdk65SbaKTT9xanXlrlDx7pomE1Z3H78faoInKZCbhos0rSr
674XuddHi5M7qLfroWtYDx7lzXAwFrPaCWMo04sipTobVLg4rOHaz22NCn6h8OMOeXGsM2E3u4RC
4WWRAZNG+ZzNRysRhhfhDpq6QGK5Ms6KREnKkYOND5A5Uf12erO/0mx/dsMq3+SirigsoDgwuwdD
aur76BOaWEou5qFpYsPaJWNqDmZICJdqTUhtHiraFLipc7toonEJzAZvycqQnbTnBQ3uG3P2jU2o
9ZxdKksZ2ElrzD7iU3q8pztpzo1tXxra6Az3FHOr+JjT2+hrMo5P65om90kqnxJf2nlAmlDdTXA7
drEXq4PO4aGzSTiK8pe7npeLWV4pC5nXmNKDQdKjWgZoSXQZVJVd3am6dCKlnCUYvEywv6J4/dYn
8bp3m5IyXjLHtG7kXAmNuUMstHLYiBsfFeqdC4FIRdkI1sN8YMIE8OGm70Yji0+yrTtv17luctE1
dXM3tF2f7AZcT+MzUOOE5oHV7J9VTd5GODmV+6KN7bu60A30wmlzXsS2dmkWszg3JUXLJukoXvuk
RZFpxuPXGlnzYUXjVwb45pRVpPtj2+0kTcWu4A9O/ZlUUxz43aTjllckeSicju4QvlHFcEghRA5n
ncPgdgsg990aKzTZ1L3bQ059LVIsSjo7LYW64pTn8M+cooyynPiCrxCjcyuy/UAPIhxJJfKzLDGe
QN7mPaQd/9DofrV3pZvf0BMaPXflpF/0urovc5hgCYnb3jXj/LHBkaEJbKtpHi09VqfBRG4YxGrO
vTADHD3F0mTQiQ7Cnc10ARS0Gc1JS07jZGTfitRyn4o4Mb7Q6XS6GKncRsiumzMLyPgB8N0stj1t
ltjq6u2lE8cWcSub4zYJxTdRbMnwUlfbqT2b3XMzehouB062GalXpCxntV1nTdipbO6pNa04WtCW
JDdCq2QfCRwty+3LUnbmc5qmfRFg7WDUQV66qRcWfG4I/MWcSBdpn1XOYLoRKs6xRK7O8X1CZN3/
Icna0rCQGFE/cfBOKvA1bxqPWl84SPVz7Yivnnm/8Qb2xjoWQ5Atmry2UXg+D6MnOR7IPPfNEMOG
wrXVuqB0p87lAqkkUAkhzcXcDfK5MPs5CzHjILDNxnL+1vcLa4VFSZ42SFDM7yNVK8yA83Hc0d/H
OgFSJ1CmsnklmIc2+oPmFmO8r9y0PxcL+VugEY70URm3mr3T2grOr76O9kPfleUj7UXxW+isLiqR
7OtXw+Qad1TXPB9WEDFc4PRTWh5oTNef2P3qaTe3aYqFwuwTesLi0JorK50MLRzijYm3VLotd0qO
KAxgpDCJQvw0UprBjvtkdCilVEWYFwRpCv8N4ogwXtrMJKa2MIL7UndDXVybjTFhrTx2Mb4ETN7N
mUsZ2KEtB00381pcI8mPvaAw2sz6WkIb1epw1Lw5j/cUzIpZvyxS9N5+SLY9C8TPKw4nW7P3ScfQ
IqV+5dFAFDa3WKJ6XOKqOF+82LT0sBtIwORNOYIOWcEMzdsf9mqQbfYlSegem0QTS4UyCmocq1bB
OLeN0+8TYrX6bEgHrfqza7t5tHcp/Keq3tkttba7WDepvRwkRKm+jtQiND2/yQdZ8ByEBl1qwCll
oAYwQnNn+D8qzXfxrJBdXuOSIdPZ/mJTZUrvXsFaTW4Fh770N2iUjrKzPKdL9la6hy+wVStYh6v7
PRGxPjsHeNUr6601Oj97HOSUarg7eABdGpltnE8ORwTbcY+OfbMHwO4Ba4wrPff1RYRD0g1tcVip
bvG0OPLyJn+2vKEeq8gu+2Gpz3FVN7WVNnawLLoQ0otVxXdWb8vM2TkQVTPrpON0tzTwkLKeGIfc
IWn32ILk7Mda30QFLKRLEzIXobv02TFp2EoQ5YlD1rvVskhQ2BEkNcNJXg3lJHZJPYus3MkJxo0P
dlA33sVK6OftYq10YqpgY+zTksYQrS92LlpbcaDuVz1IbyjpH0clDukv4rNADKydHWyT6rteF0RZ
sN9TVewaB/PtaFTwVOZgNel7iGBoWF5Y9ic/S8YbG3bsERw4u2j0GPcr0xkuc2NZUJtbFWStETdr
S2rlXe7PE842hHD4C9RyoRVXPRX1QfX49fSzJ6cacc5YfJerHhdsraLCnoFzdMBPfl1uu0ybZgIE
rdwRgZIh0onXtg/KEX0VxZU3P2trPC8yMJKpNW49/EfsaMrq+pvSKWAHWCCQGtSrNpKNqNxId4QT
qjsOqV2M3xNt3hAXImqzDtciTfbotMZYw43C8CDnmK1fh7EummYnFr074tXsPpZjKYwuRIqeNFha
YF9Chuou3VWFw98Qmbo99F+gPkCbCJSEZRfC6cBNsB4ME14R4NZVQuZdBaIlDr+cKbjNtPR5adLs
lCcNiyuo7IONuAJunaygbpgLji4e7TsoSWl9ekC3wINx5wTVPty6YytLbBIHALPnFcICcyP2Pw34
3zLOVe4dQ843Cw87En5Mg+McbsUPDfIS4CEGRBca23D3RHI5pZ/cvFJb1GWZ2ZEIxjkp4drZM1uk
tRysUeS3zWTFl9Akk++JMrjz3rTO0NWw8sPeec3mQGb61tLBHm4mVaYMARkb1WG3athN3QqxQmH7
twbwoRvhvTKdGYAWWTTBjfljsgQ6QrvoxLEWSKDbSdl3bZw0+96s9S8OXSwD34WHmKpyhaHf0RAP
ydFyhabSzCJz6EZEXWUNQd7PRn88o3Mi7LSuXqGDJvE083X9cqNGkA2HsnYXc0+FiDorWuCsi5LR
2ixhNPQO9O6WLvRCK+lagoJ66S6tQQ4XiWmMXqRjluxitoJJyTS7PazjvmaUsAHcJ6FSLwkqAvDr
Vtsi3s7DFzYgpl7wLipiHzpK0WZpxIGew7wCLrlZKxAAun1I6eyKEYJdZOlVhvnOzHs2G74zaCOV
xE9E/jl1ab0z424Op95eHl12i/F87mslo7IdvdvORnbL5WxaYOFKAQpUmc0lJlDmOXL+woUmFGPE
oYzYP9e01HzGyKo4zZrsbuDq5SEcMPMrqpihps7g+ktIP/Ac76FJZEs0TAutF0rl9fFuSDOvZP9V
VnmeG+Zi47Uy2Q9anMr5CuSqsAADmmoJSlkZj5kP4yGoIGJcNTBMdIwD7IWkwDdRNbSxble7ysix
zLJnhXtuwfk8Ep/jYqVab7tvzvVkTcDQltnEV15ZWV9aWBZ4pAzlo9VVzRfVN02QZjXYI4xKiFI4
+Au/VI+JNmFzVHSzFmpEHpdqQN7Tgbs81cmgnamcRY09VOFe90PfnHq7Reuh3OICXMA9arHuPYAY
07A0qRPnWZqrtZuF3t2OasG1p2t6M8xHb9qiNb2COlMD8bhd5x07K60d/FU0AqeKNvSH2jbH8ha1
bBYpwK1IMdUF/jX2sCN8Mc7rpcH2AF/BL2m8zF/8uDcCiccH0km72GHTEP8JrViPhC36e49w/2CI
2HhuYKB/0XmLHeDrBJBmaV/Q3Hib+VR2kGPPqvOGrxCU+83NAw8cr290g3Ww3vjJ1hpAGaI6cB7Q
tnjwOitCfX4OiqZdTK2p/sgBO/B3JVFp0RSvwZwazYPmleIuTy1RhQJUH7er2qAUBtOysKxvywD6
r3aFBA9SzxxQRTVG1MBRMX0ho20qeatE1wj7us/Tll2+w7IUbpJq0T9DEpiXvGqpNVBwbK7FApVm
OUwmWg0aQDX63Kdn+pBW+XoGkXvp7+NsnuxvNu4hxTHHoKYXYSyU3muRN9piUmxeBWwWalrwI3KU
8Y4eQbwzVsJGrNGyUBWO0uezYZlBMQPHnO29EPXkPTl13bOptLIo55J9zE51OyLOg6cQaQs2RBBa
BBwr6MiE8bCqFrTQLBpo7MKGCprK5ofeaovbRRQ0IertOjktBcZGa5YUsIVkEm8kcuZgSxkkyZNV
bz+NlteTwmTW7Cj10HhTPOYRhViPvA/JUIaDSp43HVZ33eR4jrHTpTV07fOAxz5OaXyKxJ1uagQh
WbDKlJ3hGKNnzn0c25ZtJMJJdL88pMk8uu0fdJ1fTTvIYq/gb3DhXWc+1/qOhPk8X7q4dMJ5a+z9
UauVd9I3mIEIqLfuthQ5oelBfHhbnKt1co58lv43PUdF8rPqbTqFTflJWVUC23PyxroK9Uoo0w1c
VULSDErqKF2I3d3s3ucvha7flw3fVns3wiJ1euSqPvVXWOCbBv9X4WhmL0iTksz9ThvordBSvRI/
qsIvmYhaQ7nsg0Ll25r8dkVk3NyNTTtMyXezCvj1ioCGXq+jl/hRvV4Rw6WNgIHzp6I037mpGCDB
jfqsIfnIcoqV+5ch/0fuDZ+biv/eWzC8sW34n1lkHn40m7lk9/6j/he6Y24W3/9P8/I3c0ywhkY1
3a82DtsbXl0chPiXTfhCooW9KU4Om0r/1TAEl0sEFj76VAcJOrRLhFE/TRw0AxeHrb8Nf8YNlX2d
yUcVuU//7//RDPNfwmQhbVmLidAF48x3zg2/c3J4qdn/u/TtGSRrwBroivEo3lxY35EWFJp+PSvI
6JALK4cipL2A9nvr7UBec2v1ib2Pof8boHXt+E2vdYLwQlZ3Zt3ZPcGyvp41df1YlvVMxLpZWgZg
y2QHek3HBhifpMTTWDU3MBcJdan2uZe1EcdNuHpOP2PdlQyfJ9uOHwAP6GM70tECHWldXTS1aoaI
vlVUVDhmo8QV86VvC3+N4MLIy7LQ1y9QkMXdUOLVhYtUE1Gkum8TvflDm6wGYmgpbXpvtoZzQP8C
pt1M3g5sKf4DSkb9bfaV81HX35fm0W9vqA1zBSzSgbYEpWBbxb9o+1MfW4my4pzN7NL4DOzgna0A
VEPY+HF72Syd8R1OfgmTVawdAdo0U/nErhNd2Ah451pDkwalACDvjZVqYhVXTh0Aut8hMJ1BY2uB
6iEtbYjJ0/of9lJkOsD42jhm5qahphP2229PU6CkbBfKjuybcjeBjxxqc5l3QEXers0zPfplqfyD
PMx4u6lt8+/tBd/t7lasp6k7wfbEbgxugX5dkeCRR6FVFJ8WUeyVS02NEhiJsrXX0vqiXMsreu+c
VLz8QTZGWAAXvZiOv/9ibwkor9/L0dEmsvowe7c2ndUvj9FU3Twx5e0AQmqMlXXVnEBM4g86uP7j
VXBkQS3DbYfE+fYqEjtQAFbJZNHsTUpsqF1rDR9Znlv/cJMdDNZxOkC/D2Ho3SK3IEVkIgfzd3NP
w1G/EZhNogxPzs1yijHbTw0zoDfi8odOjPOgbEcjynP0/GtB3kxLPHHmDqMoMR5ssKnN+zWN/Koq
fhhm2VlMztjAI3d20t3soaaOC+HJo4sRaSrHozT94drA5zXf5WUi78ayq7/gGeqcFrtSVEewkksy
s1EY1Q4TOY7Z1R05cXk26yPoMJTg9cxC1PKTzvQfHWf/s7Pqt5ZF/wsPLNPmmPn/n1j3d//1kKkk
q//rrCu/1t/fnF0v7/3LgojTC9oL+nK0udiMbyHHX3ZX9r9gvwu4npwgP72G/rK78v4lEDOxfcCl
sk17aw7z8/QysLvipIHAurmvUM4y/6PDi9Xx760WnxCKaGyxUHId4iHPfrd6NM80p6Q248gHQzWz
zSIk3v1yY/5hf3ob5f39Eu+iPNihOE3AQsJhE0cDOR8yqe2c0b/7/WW2Xe7vI+G8x+cFsYK5iaR/
2W1o4005XNcxSyynfSM4/BDLgYI8aM2HJh7/dC1CC6T7L9Gk2Ki/v1wLxga1vRXnVW8cz1OELQ3Y
Q2HoURtTP6RtAHT/82ZJDiItTlm1XKG5PC7oYLa7C7PqoGvOB8Pf7uL74Rsu5haevjGb37dsM3Jh
lM06x1GTarfSKo/plOwKYzhPtgervPuknD8gOH90yW1n/uUuCBNSvq5PcVTpyR/1wmUpbc71AG8g
R7WbUFHxP+CHvt3sX+fSr6N8d7b2XuHYqmWUssxDCkmnVBQfnFrvkqXXa+DOsjUL2SwC3k+k3F3G
xsNzOPLi5mbV66faE0eNa9mmdQnj4JJq5HnX56HfNzekGB9dn33mb08SJjMMNYhxOuKtt7dVCXuA
F6biyBmfpFDXKzDs0pVHlDYXXpydloQqMugeINuxrbz7tOs/sGk0t5P5/WTaXGo8Hz41gff2FX95
sn68eIk1VnG0VMneWfNHsO0L6SYBLPP7WlLKprcYZpQ7K4ENZICqQa46AXxFA2riuh1Q/vJ8WHhM
hYvSH84LfwOhi+Mop8Aempvfr/23VPvXR0ZW55G8ehgGiHdrv8Xw0REpFQAcTC974LVSS3YCeh6C
M9jd3TkmUpe1/pGl0D/tbHRxJ/4y4Xr/ja2MmIcFN9XMxnp6Rv55A/lwp5z09vejs/5p1uPlb2Ky
hSCdYOrt47ASLOJUn8dRoX+GJHtTCw+nXwAy2Td7PbdPmBCf8Hne64V2sW0xeZPuUKTgAupfTHX5
SdbrYcWRlW4X0ewmnzB92VW9DX6J0a61sB8t88HLk73WlEdfttcyWSMHC/WJuafPVFiMccfFQV0O
vx+b6f7TXPPgRtGSysVw4P1yW1PPK7TeRc9u+J9Tt7ox5/E8sf1Lp4MnGDsR2R9lVWvcr1l/NmO+
GPTF1wE9MNKjU26JAA7W44yRcSnincTofJqvW6bfrOH7vIx7EdvU7xbgrnzauao61gAspbLYIZ3j
uua3i2JeqiZYC23n/jdz57XcOJKt6yfCBHwCtyBAUhTlVSpzgygL7z2efn9Q95yRIA4ZfXaciLMv
dvR0RVcSicTKZX6TdJtGmXaqSPej2nujRtXUBNh2GI5h9d6yk3KEs4ZKZG34IJrhh2iWwaWxr9nR
gH8P4PHWqKo7P/tWiRHN6+YqHrPjpErbbgwfpwEshUEJ5mNZ4CR9zHQ7O9qi93ysmyCzfR2twFsW
1Kn5+MqP3RRsRKPfBiO+5Wb6tZra60xYvwZN2jbNuKsiczOF8QEowEHyc4RwMUTW1H0+dVtDrr+r
+HVHcX7fR0jsS2F9ZyjqjRVM0NzB3gzZddGkO1jZiMpW3yXm0JuyHm/Vgc9Wt15QA3wUSXsXVSk9
uTl57qcSMH4OPdvW97YOhTsIvS5o7yxLuuoS9Obzpbs174qAUXrZe5FQP0cxb9S0XuLlXjB0x55s
rxUbs4s9Y2doN0ltOT3BYwkkhfkH71amiPp+2euSCZ2WI8P+DW5PuYly/pVm/BoDBhgVLvFce3th
lo9KnB1rP3WzWTxJw3CdRtK2zqXj8ncV/bwL5ubOTsIDgm1e06bHsWcAD4XbEaCSOkl/xqXE64Pw
0FSo7PtIHEvzJ18zbkyDgyeRQUf9TRt0NPzTY7k0mlX7GOfmHgWdhyXqSJG8CxTtxsIiAI1iij1j
H9D3pZh/BF9HQVYy7KqH8ceUSdt4YaRYFBESnFYG9Few1Z+wAvsEPMEb23okYHJABiU7xpW8A5kD
OpnvVmmumsrcyL6+SePwILXDFt7CwTQCbxD9NRIFG6WZ3FdWLH3JepjdhkEC5I6rKOgefT3e0DW+
s3hxBSNqbUrdoMrgiPHfBBxCMbQbLEd+QhJDwQkESKTWV8B5D8urDlP+t0liZUkvDPyuBn3wlCrZ
y0G/gT+9awppqwcjMBthOSike3nfXbVD8EhyfECM28WN5vUMoFR3QIjiz5TMu0r1vTScXaEGT2YY
eohKgFzW96b6bC1VvxIfDAV8OdtaL68mSDZKHX1tBEV9Bv2Yc9Jn2d5Q/E+ZOl6IUKeCPKY6OHDL
qERB3nsffOe6MlOrVW0XBYg7YbUbhsO7zlAvXPurpsdfdxhFsi7QeKHvYa5SGxBWaVnRsoJSmfxB
qN+pkaaGcXCfgipoFP0QTdm+y00ky4vOw7b6PsmDL8udKhv+57DnJDVj9mha7WcxpkdmPWiDXNLj
UU5Fa7yibFIji0R7XdO3WhwCw7Js9MDpz5QKgPzJnn8Ohr6PMd+ApbSXbOWgmN2PWQNqaow7Eedg
JIt4c/7mWIlz/r1hqLO8JkqKqa+SFNVIB0wzTdudhvAxaq1nPZ9pzU+7lqGBCZZS1dprpJ6+R6Ld
VMgZ0Qfzzv+Gk2fjzU9YdutNnoQng5RBJrRdQxtvRRUgwFKU3+NGPJ9f59ThELKydDFN8cofer8Q
UwtUPlsNo8Qh/VrK+o0pkKfXjH0726/fSN77nhCMDglDlRZ+meo7QEEoiXNN+vWVJGMOY9vHoo4O
WcdnG3bX53/iqbSZ+1uBKGouKkWvJ+fNXpjBVKeiRpcGbogjTT1mxAQeSfLiZEAlqN8qNdNMyf4k
BYyeQN0553/AiZpMMEA2BLcH/ZnXLtmb9aWYiVbF+MTNlG8jxhRAbn5idOWlgNzOr3Si7hHQDRXF
QI+Kf1hFBKnURZGkle2q8VXWaZ4Zq27so4qnMr4vdSLyt/MLInrI+10l5CxpM/uh7sfyZnXQUrMe
szZiyVInEePi6AxjY9XBdkl0a0UNHVFJ3vKHS9UZzcG206zSAZ28X07ERFGmV8Zh0gZv0vttNqt7
Y0r3aAIfZ9s4NDOm923wBWjBtizkXZf1XjX0XmxmLkKQXjaivU8WVAfBjWVmxyySXspMesKiANGz
5k4B+ooJ4REGwg3yJIcWbxpw6wckHA5NJnk6VjEMXB3RG/vKjL9NVFXTKF7ktDqCRvOW/76FDDBh
J4g3zR5m/MEq6KBanTfo3HFj+GXJxjrWA8V1bVSAQ9P2CiDYzQiEQelaxpe+15MFTrMOCH3eAUHa
LV9JZ/PnTX0nEzFt1IOXZGkYOswpgi+BLmHpR8XSxocgTP70VrLXqJX1bnys7Pm+y0c40XG/NUtS
xKi5UsiDl0yLsZXXLiC5Pt37oeSFsgQwJtjBq91x2x30afypq+31HIy3S/yeaoCM6reo8h/nMvXI
eK8bG316COwgkYjWvXVEkOAqHW9QDP4GHG3nS4jnFf6LDKeNC+OIGO9m6uEH8x78ud00JafAjh4C
ss+KrBfRC7Ia+zjhg5HW4WHQ2s2yhwxg7+QseLQnHDpUe7f8dxG+DMuNKo/Gvh+1G1x8biR46kMV
/RnZvyLurjPrue4RjcRgiE76Fq+MTcSFryaTO/vJQ1KkLkPHx1nYXt2SP6WpO8jTbklk6JO+WDqc
DNPXbhppdFH/+eRTj/h2eyfy6RaxgWs94cKPeaectQC0uZxkRwaht6CeZxE/4hKwy5tvpmIAUMnu
l54RYJqdagw7pQSYmOH8NIUH2L0OdlFuGCUPMxPmoBiuc4rTwkgecgrWGINDcOcLrTrchX1MklyG
T0svZDkj5jjtAsJUPxCeOIPLFZshzDEBS5iaGYZYxnkdPBvCj0l0bX3Op6U7aj3v6tDYLO8GwU3P
zEzwfzDxCzZIouyM0j06UHulJpMbnvmkP52PCB8vPxrryMKBmoFgbdOYfn8h2Iocdzw7QlsBIgPU
AypsBFyEwCuTc8Wo2CXBkxAzrLFp1/ikgZp9oSz9EHCX3j7xnq4h8nTWWiOukCu5lrXRdps08Pq8
xa5KhxqRwhRqL9z1VLrrALg0Y0yI6/LCLSUMvn9eBV5cDobfApQRHyTkFkDUtjWSEeGjkGesuEjj
Gz15kIwQJyBENCrlpQrHb1UVPpaIlTt0YIESS8c+HBBoXCAcUP+wk7HGwARaQclJbFBirqapJ1OX
TOmIKdqhn1NgPvCJAJ+yuRRpZRnsEGOA1EJRECGCqQ6A/ztEkWzszsjCxnncmSVAioFZVJEle3Bb
1zbpbyG0myLRDoZG/0hEj9Qfjw2fTlYPt7bJiZoAa4ctkGurIvmf9JsCI1I3Ck2nycS86cLgc2wh
Y22a822uTLcDuqAOAlIMsIH2AvsjCs7ZUa/Nm6ENv+Ra9CAlxX1bZ7mDcbBXGxQVJfGyy+AjNZzV
nMJR9R+BKT0BMoUBKHnE4denbxfBqhwEKJftRs3Cx04N8HuR0z2eSz+kOvyNawxgagsLwLy8t8zu
qufzlWhFoKbzmMSAl6XefypMYwP9tXMCgC5ZEnxuNSpCKse8z0vPr3qPSHCAG4fOWXzwrfy+NSjq
DK6rkGJNzamBC/C9FZCbJggeq1beEpFB93pFax0l1X5KWJOW2QNC+lt5To+VrB1Q272xqKdTyUYG
kjoZPx8sgfajgi8PZ2Gi2NdMPlHqjM7ot20ZHhD43CZ18LiEWZDrnxSQk6LtNj0IfwcWnfv6l9vx
HmM50BFdtBEt1WyV7luVS3Gu92bDH3RNsqms9kktGbv5Qwz82P4lcEByO8tAK6iBQ4Uu0p7RoeXk
EF4C60+XitJpSl6u7oeHVEqQTBpvNWtyjdbYNHL+HT7SU1R3t1qaPuAPsxdtAaqQ+5egPFNIlXL7
A8QeE8BMwkBWmqdDOaUPaFW+AO19bFTrsSI4e3aXEbCs7D5o/E9LiY0OSLIZRQQaCxccIhpcrw3e
ah5ej56ZclMWBireg2eV1NaF5GHWcyVTJzt2982MKOPJt1MFTK1JzHTk2b8uFO1Ay/+QCvO5achO
0N2+TQTqiIUQ+SauYI9qVvzVzvtwq8WZ2zEiuV5u+joPLuTOJyKHJQvqKlR2yZ7WvfqW9lY2NbKA
BjCQHbGZXLzm8gnq+TGhO3E+Mn9cTmUqQM6PPD70LXM1GpAjM0SPJqdASrvrJT8JqZqtPP++nPRy
HC4sd+Ii0Ok+YiZBVUYH1Fy1PieLf2fqg3ALgn5KgV1HAMiTWd7Rs9lESvJNnsInxEiOUZjtI4Dq
8MUeXp/5/8EU8H8Dffn/cEhocif+9xmh97P7/quo36Jalv/g78GgMP7FeA9bCSaAuBUtc7x/DwZt
9V/gtDitXKxIB77+0b8Hg/+iN6ABXEELV1/m6v9nLigxTVQwLrG5ieE0/SNIy9oEB6UP9LBppSPr
zwGipHp/3UpQrcNEnSVvTgooPsmz1g6bOvuTU9+nMJagiHaMRSEliiN4NQDutdOOsACkbjdWKmzD
muRyulB4rTIOfpUta5rGUdf1BWyzFGZvSry0GH2rsgnonWyVm35M0KEn5fWgYXVeZNqXJFxeAWhv
yq5FGgQ5C8oudgI7hXVv2p/1uKfmND109onalZkb2W1rzqbv9CGEHSfQdK6GIZcE1AS5Qws2SLgz
URedZVfxmz6HDValtx25KejUgK4McxOjAdCDetSDUoXt5wpMRO3RwrNQl2bAV8J/0dUvkPlolUKp
mz+HcWt8kzrA6DtMVicQypY1xE95Y8+Kl6nGXDsw9Ct/uzyJ6TVpB4QbKVG69eYgoz5X2nVkHbRq
eZsp7ZjeMVDMePQbRSgb5LzmbTkqvUHhaAU7yZxiAx2MLtW3qRp22zALZNNBdd08VEWaDzvoSKA6
xi6PPwfI08DN1pHzcPM4j2Hg90P3tdIX0lMMqntb+mihOsUCc3DDUpggjBK9zhyEUu3YMUHfthso
bRW8eyWbZUC+Rd5u9RCAzUZHS++nhbIydw34HvuQBNypeEkIgUSghlG1mwfDdNdQKJaeqU5sr67F
JbBPKS3wJLFE1npBbZNY5SG54aaTJAOIlpwan7q5qqfNWFjmyyhVuY5/46C0+0Au41sFQYz5QoNi
VcMvh+lVDgibENQnzfVQTeogzo3ZBAM+YiJgyql9i6shDESgTbq08dMRKY457A6hVCORIPc4W1/4
CavOBT9BQfBGXxqMwsAcepVFN2qAWS6yWF5Ri2rapBE0rc3cWyplEW73HBRpoDHjjzIJ6Ejp8Tf8
8b+6Hn3oHzLBAnrJ6zFklRi2oPzefsJzg8dphxgh6pOD9twlVXMfh83gTuDTjh3Cblc2Oe/WVyBI
z35EfjdQ0ws/gzyShgG0XIYGb4Ly/V+f81t57fV0Tbwi9/hFeA1hv/DBFwJh92iSYwXqlp/e2Hrd
3dGGqy9UbCdXATIATwpcmLnAQN4+eDAGahx3keKq2phfT1GeeqnPCO/8s6xlsOgNabTfeMkqmBK6
tKtGURXLrV/4PExZJNa93VvGY1e3+m8F1ZVutvRb5i5fiMw6nSRczDDJCy8E6dUZ+/ALVg9qKYU8
xzBA0WRR/gg9h17etP0mjmanMCs0RwJ/kTaY8gtD69Xn9WHd1ZXlT3GhRxEQenyvB6p8UzrElf4N
J4OOiSGM320ZB9OviQ56uMnkYro/v/Wry+l1fRR9ZMXGVUADXfz+BePlAs8H6h160lWwKD77mzCE
oCPGJj2gA2b+OL/eh4br8qqRxrdtg64rQlZLJvrmNowKGDQqcqAucjOJJ1mhcBu5VD8hTCNvMPGN
r4w0sR/6EvmuGUGd32h0iie4cGN7Iax8PNsgc2XoP+ickdGstdfgpzXVhPGOC0sA5KGiqo96NSV/
ZZn/NXasM2uely8UNC8dcGXJsN8/72BRVRRlr7ixLsfPrT3NV7AxxbMRzjYzEU64E4TpP4MXGrxW
1O8xi8AuQtdkMq/3q9KwnpK05DgbSLigf9Ql3kz76kIMWg7nm0TjdRVAnHy5jDNIC1eZTVEEUCsz
H86JaMLtmI3VruiJiJB10q/nz83Hc4oqHz0jGBdLm16sCobZCkmxkClz57AfbnJ7gGQCaMdJSkn3
ijKIL0B2Tj2awLqNYnbBMKirDZTG0cjz3pLpJBbVzuihGc7JELvdmIUXlnrlMbzZRsIyQY/KXl+M
9TiMq9slFCiZy0lgepCMcU0NFOy1UcYwih+oPVQQ6E01qR3Fqvoeqq0+7FUZXr47BSioHjNBCe21
QTXeD8B/Omg1LZOWMYLA5kCPxND4/JtY7cwyy2Gcu/TOAHYAAlRXRytodVEXseohZIohdTtBVV3U
7GUNfvP5pdYDpL/WQs1RBiBGhfCa8L8JFsrczZCfJ9XrzE7+Bp0wLp3BN5pPdd7BvGim3FIBQISp
BkFp1AIwCRZ9dIGXNxwvXYbmien56GLMa3/PYi6XrZ74TEOzUdOp8dOFC1/AuXRnYSwQBBDcytX5
hzixX2RNOp1AKt6lFHi/X0lijwpkfI1xgWYd0TOxDrNaT9cCSvzj+aVWsWbZLqIZqb1iqCaOpKvY
mlfoHdYm17Pehspuxs3vwZh9dJLmuG48JZf9Z6OKuwsRTl3e+PvzC8mBoSoXt04sWBfziNogzltm
mpflUfMYVxV+7UldS8vsrJi9tlZ67A0A8V+1yF8NCNeoyETF2OyNTqI1QBHauVagAfuzeYjMGEn4
rouwy6izjDYWDO38oAxqalyPQSryHejQKnattoexniixNbjnt3F1MbxuI80Qm1cG8Acn3vdvDLLN
0AwyRQr0w/bG7krbhVgaXlhliSDrXWNAz4uiA0JAW331fpkNaFNZipe2eXo0+878VSCYEngMhZkQ
+Fm1TYxhPuadbj/DFE8uINBPrG/zJYMDA+cLzXQ5t2++rYxLtylig+gZ5ADQtetS1Q/out9WZvQ7
6/QOJIt40bXy5/ndXUXyZXcXjVU+anC7EPdW30OVS2qUD7LhZSUt1WSumys8GIeN2VeR1+Ll8I/3
GXljHX9BmDP0m+zVzZHplcm0oVC9ZOzqo11o6ZOehflVQhUNcSUKNc+WVGmn29OAkJf+b7T5f80A
1ikPT0zlz7eB2y+pFpSx9zvtR5EeqaLiicPBZ7yRwVuYhqk1qXAx8abKFD1NCFMZUtxPTQ1BHpTr
bJr/ff6JwZ8xbM6/go8HnNYNxmFLE4DNeZ3bvnn1dUiKJtWaTkNVYyBb5X+02brkSLOCY5Lk4elE
IwbQjQK4F6Hs948tDDiCiA/KnpzE/uyogWn8LJtQGYGo5kKHSj939xHE0MxJW/z83AbclrpDyTr8
Y44lQhyKXaDZ3Y0zmkgZoq/gekQDUG2OGvqvUa7SwcGFAzmNOf3cJMmcAVyy4sipY3vIdzNjit/n
d055v3WvDwVJhrdoakves8Zs2oFflGgTqV6fZtsmUMlj0eFEdD4zf87MUGQH+RLpW8ScGLGUvup2
bRGPtoNWJjzWuVQ3KLQZD7olJZ/O/7T39wy/bIHp27Ralh/3EdZpo/duIXpDx1jgLNIj6Tg6Kg2c
BytQjJd/uBYyS7KJHzZdNkGStPqmum6AvYLdGTJgZufWVkAvvJ0r+vHyeCEH+PBYS61gylDUiMV8
PKtgbIc6vhowhl26SdoRbyXh0bfpd3hRiAu10KrMZwuXtehfwjWF3CmWtufbkJgCWZXnkrXkvLyd
+VXEIzg5XaaIn2gX156l0UEClNdt5c5WD6EZJ45dYVKAv1q5RatIv1Aefnx6snfudC7WpWhac03V
ts41pRE8PWJq20YBq8lk17yy6qn/xxv9fqlVxiugRKs5yulM7gqEaGhqgN5MiZPtRa7Z+zxl2Wfa
kygzy1T66I1rq7pBteLM9jsL+nsu9/e9XC+aR0zf5nGyHnr8yd0kzbUL993HT3dZlQuXkwsoidvn
/dutp3wK7T4WJM6DeErkWHLsUY+v7LlR9wFOgJtSID6qhVPhmYxoj4T04j40IzTDlBoGNMphPWS9
Sv3nL5mqhnnH0iTWFXn1Nc15Hyd50gp3sEZ7W1YtcOe6G3DQ8WXvn364Go14Nh51bCEgCrzfg6EI
Cn3ITAHatJCRU2vMG9VWk1sZzalP55f6EClhx3NoCUvLNUPv6P1Ss4KeFV82S6HVj+sc+llygDrJ
+VXe921ejxKoQ8Ve8l2VdVarmJJRl7rmC3dxBY+3aqwYKD4E+TWsMwN1wIWCZiJhd231fnPhGl1d
7H8trr5uJhw+YAWrxZsgmTHF6oQ7M5k70EfvtkFS6Xdm5iO4kYX2LsBW4IWuBuq4okqxsqmj74FA
n+rCNrxP5v7+JSpjBooyOg7ryYecB2gEjbmgSz2lNw1Ql59IpI232Wg1ey2XJxAWavlJDHL3XCIo
dQFGd+KDBufPN0XMf73x379rXO3kuE0k07UNabzOJFl7GfXO38Zd+0ziD2wn6cIv59/8yUcG8g3V
hQvow01s5iZS7mMmXOQXZ/TlVFp21L5XZWhJP7hep+tZV7KXAbXbXZyZ4/P55U9EZogbuKDSnKYH
u1YO7xIlQcKoEq5vKQjiW1p3P2aJf9Oqavfr/FKraenfb/fNWqvQLKMsWeOaI9we3qQDZt0A69Ro
u0DqquvJRKsU/1WNXvzcPxhi8G9lrPS+5lph3oAsDf8vYghtEb5tJgPMp1eFy6QjIhsNnDUZ+UK3
rYijcoBYeqCO/8uV1oFRCvI8kVgpR1lhg7OJ7mFDpjCskSv3wh4vf9d/yrF/7/F/nmqVZ6Sygr4d
+hGuUprD3WxmgTdOmXoX6pFTYonkWTXiaWkl/HTTQJS7qYdhm6bmpbLw5LlaCgZak7T11zzsjj6l
znUgXK2fanc2/HmjDq22HdHeufDMp5bCV4PwCV2TRujqWIV+MylpQ/jCUUffpRBBtmo1am5Kd2d/
fnvfF31/7S7nBfcUYAZYc6+WstPSkhBZ5YoDP+PgGJZ/s+W6uwYemMGQEe3h/Hr6ibfJ3UNA1DGB
AIT8PiAFU0d90BW8zQrB8I6hFB5giEGeX+VUCAKiQRCgdWeQEL9fBW3ZTEWqi/g/K82hGmYJ4T9a
dZJco2+UJwFku0i7yXQtv9UGGM7nlz8Vdd8uvzqyo9YIUfdL0MehCS/G0Nqi2p7twsFAe5J8eUOf
KN6dX/TkzmJEw5Qf8gN+EO+fGcdLGQth4t6ADJeb6nl6NZG9XFjl5NE0dGpImIQqDd/3q0hRmoFX
5tHiVLZ2Vj4aOzno8G8CE3j+eU4GV74p+gM0y+ltrpZKavKThDoHe5KUEyJVtEHMqB33aYIIhR9N
HhjeYjvr+zbpyi+VIebvjNLlyStp5144USe/EziBy0Pz1OuvH+KkaOuG3YUbh0vkUFc3eqbZN02M
q0E3tJdA4Sff5pv1VhWPHE75yKifh0f8eFO1AShR1ruwx6dWoTNo0jOGWsuF//5t+lmPKo5MbG1S
KXtU6jjAayuUr86/yUurLGfqTVejzQc4X3PJN2/O4a7Dq2ALNC3yzq9y6psnUdeWWbRBGbx6Fsgq
Kj6OfPMRPlQHfDoiyUmqePiKZibSfYWGpy7aFrrqiMUnYpeqfXfhJ5z4OJi1QDyEUc8/rItCXK6x
ecxyyx2HoLtGYXPe+lWYbHKG6C/nn/ZEiEF+HTQPqmG039ejdxNtW1SFCpZSg/wrArCoC9Iyapqi
/FZzhW3Twpe359c88R5Z04BcCVOB4nD5TW/eY4MbiZROrBlEyE+HcawcZLTRLnxpJ1cBBgyDk3T5
w40kenOe4X5gpNvg52CpxR9twfedf5ST2wdigP8DPsEd+/5RkMjoJuwPqKm1TPjcC1biaUS8r7Po
1Dvay8kDorzahVVPPhqdN4vNA3q85n6RiSOZ0bNqRW/ihnarfp2EFwe5Kr99lTDhRiZTTJOlUFmv
QkejzlGXSQqhYxiTXdKJ+jNCvcXWCrP5WEpt+xzPGiy5HBllCT+XXVKq01Wjpgkw5qq61JI6udVI
KIA9Qy6M5ub7re6VVC4MQRFNbxecNUqf4xYwZ7VLy6kldGfDzaRrwHvOv+ET4YBd+M+yyy69Oaxh
FAqJpGlxiRiwDyp7//cslcJLWrvCCq+KJ4R9atsZkKKELGJFF9Y/0bOCXkV7CMb7oh+hrl5D1IxB
mxZAzOt8TF644LoMmqHRak5qNeI7EnfDr7mBFe2gM6E8o2eqf5dSpqhOm81Z4ZW4oMoLtJphzPmt
UU7uDZ0NWjwKKdL6MmvNNsTPiA4A+Su4EWRlYES3qXRLtWzdRqmkfBk7fRdDJdnEqj9DCOkmHDvN
6XkedP13U/tfhUgx7okj/aqyg3grR1Z8F5nREDmhhbT++V986sNhQsdYYlEqAaHw/mVORipZGZ5o
LmAXbWMGAiVB3zcvRJ5TJxXS/6vEF2WUtXpjVZhjoifHvDEkldFEHaQR5VJ/2CpaMO7sfFIDCCHS
bFxY9+O1ofNlLA1i2rbkbsvTvzmqeR7EsbCpIiylDDaI+8HBEmGKVGkZuOc38mNXhqUQNtLAJVFh
rN/8EJdShz0zJeKQZ/fN0Cnokg/9OIJWwjbVSzQ5PnatLLJv+MCMlwBj2vKxv49NHDm0uEwGTFib
rsuNoeymLLPweE86rOtx8KmS3wn2LJUL1lC/jVPVDpyok82jEecoHaPoDWMgY1KK7HcZOXqOfpln
y10GdQNT88FRpQzJ48YsJ/w8jTYOdnLV69+jeSz7zTj7YPi5IdVba1qsF1QR1TB/hVw/kpqrD0tj
8nsT9NK8UWYMc7cZhlk6NItqvIPF1RQXMoSPB1lHIo7+G6ACA7ftVYluM2RW85hyKzGiwUObOH5E
l/yf9y1ZZYFl8K1waa3zEKjdOD7ZCb23umOok8/21pj73wlqZRcgEqfOE1JDxDeGhwt15/3RtQAZ
2k3HSiBWyysRa+onuZu1rVbWNPmksav+4BTpDZKhXZoJnNxKuEIoDiElT0byfmm1TXRYn3SNKeoU
fFbHsvG4V6OdJk/iiz8E1Q4Wf+ngrN5s+4irsGZUfU1QU/B1BTMmJf6DUfrDw/lP7ETdspS3VAkL
cIt/WPbszeeM/iZ3XIo/kT81hsbYqVGfTMCgz8yB9NvRKIMMaISS/kTBB9GvGoP0Cek9PsLNOEpB
tUHXf/rHfUB+E/pOlMI0xxgtv/9NkW+GsOsmAd/JKm7TuPWRcO/nXwpC2e5YzTOmFFlwCUBzKrDh
uviKiITAsAZY12rIR6gbpORzNmwC1ci31FG/lFGxLoTQFVSHPoax6MqYHAWSYkChqweskWO1bTqd
biVb6cECreyU2gj3BqTCMbJwRHWkECe4tG2yLSbN3a6ArEIvuIof1Tkrf1qVHv4qR1W+NxGALpy0
QeD6/Mn4cO0uv5GDARqKb0VZ9+f8IJBQX4P3UxnpeN8ZtfTTr33/e5OYc+s0OS5yuxK+xx+8RPUv
kzo3u/M/4MMns/oBq1SsHnLYtHouuV2H2nEQ2p/mHn2E84t8CAnLIhRgJNYLYWVNnI5bYcQt94yL
sN2RUd4hSbUc9RTtWBv9dasbj0ZTX8gPlrf77lpZ1gQES8216G+uhw1DpSNeJ0UIB5tkmc4QZAFh
z6ypZqtdlAfSl/PPuMLF/n3ckFIjy6YKg634/nsyJACMQsIBS+BP5uLdZbhxY6PCO8V6/Qcif/Uj
L2wDbF+GKVAFjNDMLhXvH76u5aFJGBa4Bn7e6xpm5JyFuPJJbgRI1kGfq2ICKhu3XdmVT+ef9+TB
ebPUKv9ixhmAl+Hg5DgZHGIRPs6Zku7PL3LqJaI2hkmQ8YrvWy0C0bhHHj+WXAxokFTJ53K2HKuy
5J2fNfJnLBS0P+dX/JDwUc2yS6g1YZ1qQGZ4/xalZpoAYUGDz32/uVasdLoRjUgfUix3Imfu4nSb
Y7J+IQxcWnUVqhK/Dfp0qm23t+1ia4Av+qMuaktVY/euMI3yKCHefOG6/PgGuV3ABC70IERl1+DA
Cp1/bJRQzdPjCMsuOTePihKkV+c39OO3zypAU0hxkLFgnfcbOhBe8F7sEVqyEbS2wx7YfagzsY2G
GX9WG/2vHfaYUEGLOI0unJ+PFRdCddB5Qd7TO5dJMd+vnkikjGlhIDNmq/Fts5RZG4jE1TP2cUd8
apVNnlbl1dSE4klUmOxRoslbk1n+AaGJ8NpoqksV/6kNIdWDYgUZYMFKvv9JZWREdb7QL+LatgD6
oXSO86n54tdK6290tTBuqtwckMtR5/hCmQcwgr99HRbhiBhECZCsHxChSP1MMDR6ZHa01roOFlDb
Bgu6ufNiUcoy1T/ZT4HY6V0cYETlUJ2O5UbGxU7mw1PNmORJqmF/GpVp7PKujDRoMnL6GbhL+JkB
7H3ha3bnICIf6V7YhDU2o4mW5xvbx0rFoSE9RZ6PuOmXsOvscIfVHjrgdtHU9xUuJLqTS8rwoBu9
fNdpNV7ysZzV2CLSvijwmZLSxK0aqzcxfEyAS3eZBiapxIZZdrK6134JZhd/csD3R3vGEtxLRB1/
Hlvkt52cKS99duQHnrRyKl5qIDA8D+TtFyMR8o3fizF3qtTObQctf/4/nj4MsyYcVnF1BO/+c25H
uKaG2Uotdk+lGcFzQZz9IOQebxJcgaZwoxRDOdIMj9q9naUVRN8ZR1cnNEv8HCVDnUCxy3X1wzat
IHBNrGSvgKp0n0cw0vEiThFpronDbvggDfjRZFacWM+JhobYIplR1fmGXhKykBvDkvZyFdhgMPKu
Vmaks7D9UD+hzYSnJj3NUaC9bwEXqAbs7Ur/UxRojDgiSy6elTCAy7PrRIurV4tDR+HkyJuEMKIy
hI+VEAdwFKAEHGvD7JQaoaCQSQkmS+J7O4bJt7pn+IVCol2lOFXp4wyHxsI4YOiSoXUyY6Tun5Uo
aTaKiMbfPYK3DyUD6d/hkAh8XMxMThcVvQBTFAgM80tjZcGwNRHcSvaNqWO2Ms9yWzrjyGDILRXJ
RN6/s0jbqqnpn5QG0XhXSWlmudiFU7WqSSVUJ9XqdvYEDLUZN4zAaplE6JiFlNakYoMeaoHk4SMG
GqidR+nPVHEGRqNXaK+gjH1PpwUthyYRfuMMpA6oaKV+y1HXevPWwpYRTaxOrhFvLwy8r0pmOEUK
KdspQ2n6xThAYKarieCx0og9jhL64r4Hzdg4bTHmFRWABu5KMrLky5Qjt+b0tZrekV5aD7hdlE+A
EtA+m6uipN2p5sr9hN8n2GgVO43lVA79sfKLxtwOQlL4+wETIMskFzhU8uYQ97WNUf6q8rF9otPT
D56Bqg8UrMCsr6JalnsnNgq9dsmPxh8MnPvvmt3wFzENhGEoZcmsQcTr5yfDD+QnBp/qN4O+YOjE
fVJMztTN9XOeNsaIOJDV64CCfdN01S7CmqPDEIxPPLai3y0OEYgG0up2mjQK731dHduDpmTZIcGi
JN9hSWBZiGiEY+3KoTQAGxyqmDF5AAa8YkoYHK1GHx8lbE+/YUlm3BuNaMO9GYfQF1MfhyBUotTE
CalSbnQpnkfEBIT4OXR2oHH+hl6+kqTFsRdsIARwC9Noa5Mxz5zpi4d64XSy1nQunpz676pN5vQe
J+4AgY8wloa9+T/Uncly3EiahF9lXgAyBHaYjc0BQO7cKVKkLjBqwxLYAjvw9POlVN0jstSS9WEO
fSkrqUpKZiYQiPDf3T99EV5QcKYDAgIlMDsAVaqeldFUz3Qym4+dli6UiKkWlKLb2f5H2g1pYabs
oEG6aCgACUvg0mh3maS6AqUx4RkHkFzRlJHuptyc3pOyN/adnVLkPPvmGjTrcZBF9gk0NQQPIYv8
KYU1ThVFI1sWYNtuP5Vj0rxPcMqLsPec/kn0hSP21FYv7nlhGJxQUmLzoCeO82Dkg+y2lpfPHR1W
WTk/o5qZczTOFhySJUuN2zmLx3nHTRHzU2emPnzOWlUYYblgqA7KPOvcU5Ys4DZiSzgmtYYoU5QS
zgy7/S6mFMNYYkjTDcgjZ7OAr8yoZhvqItT7WT/S5USzhYN8rqE7S52+UbkO+wWgjAjGQuszJC5O
OUHujDq9CZ1FWdw8NLUInDNWNKp0YLCB1/TuxxGe2aNlJxi/AArH0GFH6F7hMutaF0n4lfqhJguf
QPnCUrUH8ThROemA+SMNIoe9KBzz0dDGId41tdOWh84dhybQsTuBaIcNyD+nJHG3gx6X2clwZm2X
pp3+jTIW8oTWrMvhorBLKDBezo76TKCe4gfZa111A0Z4qXfg+3qYzvhn+a8kTPOgGRncRYUnp6fB
tSnxXexM+iF9FZ3YVw3puAeTCGxJ33w+TVHjzRkEZqdrTmLwp13iZM6DTlPQk8UOlD5OwwPxlZlx
9sGhR+gs1ZGMuJI9yaWNBHedf4o1njqBoFD1G44EKuorfSjQak2xUDW0NoMfulTJvIxa54OS15Am
okLm7RytRpp9xO83X610Kck7Lu2pjtKkEftcZNrnFvDVcDCHGGY0sxIZkjNeQSI5ccLa4fdARo/Z
UPAQqCsN5A1nlcnaThh87A0mTNwERA16ubEXZ/mQlb141Mw4bsBWS9YJjX3Ii5f5yYWVyRYWqYSb
SUtfb71PnFh7Up01cmQ3Z84DWjeaY9ijkvZh3sr0g1m5AnIAjKiHEhsR4OF6FN80NfZfJ3NdnklL
T9x4yspPbty6bBmqhRYDf7WAkaaa3pzWFiV5W8XneqvCzYqDbXfQOueqsm4QUoqPhpsaV61dGXO0
LHXdP5htnl321Wq2kV+v6qrj/6JexT/Tn3QjlZ9SU6RpSC9maQM1hQcVOF4+fjUE/KMI3qRzkTd6
83EAia0Fsy5kvxmXnvixV8/2iYoHClSybFX9zmqk5oWiqAx8JgN+5dAaqTXl51/tdkvuxrq10mq+
jytvaXduk8FsHFdrAsA6IYOyjRt84As913VAAqRWPElxtQecgqo0WkiMxaGjjcuL7KvqTLIstS4c
+VwuNbfGEu3WJMYJmhdUP6p8pmkKuNNkll/NMYX42ChLuyzMNJfRytjGnhyyzRmXEE8bNKQRvHQt
T4VH/eBW9yeYnNyPfTgOWpFFEK+GNSx6S3vyOmhWgd2n3Uu7LPO5VZXO/Y2jNd6xqs26D1pNJ1wp
sM+9VLO3001QxsnIzxuUpWHs8rrVu08lDbT6JisLIwstr4yZW8z+OZDKAcEOS9XFYMFWdz2a+VTr
Ub5q04mSpfQK71glI713rTtgWgEy41qHsBF41yVYIJ2KM4NHyWQ0BYHAsebxXcdr3eOB1aaFVHNT
Ad+uk/nk5Z4eAznFOLBxp0RQ8WOzY42oGnQ3qqxVHzpppr5Y5Tx883TFjggoVXkJ3R3fcNKOuPCL
JXd0UlHQACCjwucKW2NtYzZE5K+DOEaoC4SyqQslqSkbGlVYOAOf4T3pdtuuus0CYTM/H7KMP6nW
38cCrw8S5GAYwPDPs4j41p1atrg5iyXVIiIpKQkhzjFU0bR1c1pQkYLYWajQWstl35Vq2XtuP93Y
tA5Fc5HF95lTawetc9e9PyTuXUlDHMJ0Fp+qdqQFdxzNXT0U/S7PLSOcKvDuNA5gXl8nL8hlt9ZB
ox5+f079hX5DvJRMM/EanWqKt+F5BcF8inva3c++/R31ktbBEqsIm4ZmZ8encBxieX7FBju1wpnk
1lU3OOkfvFB/F3DIznOg53x2/nDfCsXu7E/tOBd+ZBkFNcNUcN2x1rAdrxb17x/MX73Um3OopvVK
QQWmXKvS0n0qRXevJYVA3ijbXbEQlFgb9d5ie/zh95/0L3SHc40MN49nAhj4fkT9SQyn3xzQeS+p
tHRaY1NIqTYaRRub37/KLz9J7MycsHE/Qh54fcymVV16RZ77EQGx8kNJyxkV4gTYdqhufwzp/PrF
OE5j06Ys+u2Y0OeJbrUZ+o2VQ9Zoa4ak7DwpxOPc9Pu39ffzOxcIYsY/Xun833/68OqyTXGf860x
EJv3qRvXe2+BpLjaLs7dpJno8JLp+9+/6N9lOESxs3uACCk3+/fxxk8vag8TLMBioAd1bUW0GK6M
Mv0qbS5ABP3F+/iXCazzZfdmXeGhc+5exSFOhvjNG6Sdqe47t/SjWBnW18nv7Cky7d66r+dej4ox
q96nlVk8GcMqdnNtG4+/f6+/uDqRTu3zwAD4ArOa1x/w5MRsuw10Y9OY3EdVkGp0aWX+ESP4f+gz
uh6/tv3Qfv2vy5em+y8e5V9eeki0/wFArrPH4F9XF3HU6aaX6uXn7qLzn/jRXWT477jGSRz6bNXx
TJyTuD+YJsJ/d4ZqkSDDN8JE8xxl+yeRy33HDWic4WtcrJj8uZD/QeQynHdkXvXzBAK5k8vL/3eg
JudwxKsLFaOqTf4IO/u5DgNT+dsR/eT1id72JUT5dp1BmZttJz9pqUTNsqBksVdwJNoGLkjTu9YW
vXb8wLc7b7iZmjzLIhuYoIhqkeS0Y/Mh6JdZqQ1IYQn9FduR+AkQ5tIoYJUOifSPOk0qiN/z2PUP
PCccVKO1TT5kAzLdHs9IH1/6U1K86NMK95LaM+EHpTZ6L6ZZltQG+8NNPIO2ZyKbbmTcyafMre0t
CSXK09h/P1sjIPKIZrxPvj9l4Tqf7QcENa60xM+e4jlmQy+4B+3CNz9olV18zMgcUZo+FDdtkRFB
EqLfWDrW+sDCrhWwP05vvGWk53zhK6VW2tE0VCuHnYLuLhrzRirRjblR122pxVS8qTq5hV3vnUo/
s3erQ6ebW7H56lYYrUE+dC7C1GheianvALWr2fmiq+7ZNxIRunoFfXlqxU1HZojK9SmuobSs1WaJ
c3ZK1qDm3Yq5iHODis8+tYGjWuPU3nXnxtknItciiN3ivd1U6aFK5+S9nzRNgeTlJXvTAUoG+dV7
yEadP4cTlVp5L/7Wes1z2UoZooxMAV/tcOyIvoTTQsuhieB40BxR7MqkkQ+OOW2184mKYA/hpTUR
W/y5WoTF2t7WMQGBvqGlkC9Mi1az6zhaKnGdxuIyq+VDZtpoVovHY8aYs+QRS1x8Kon4G2xCx/JL
O4Ij1SDq7oVZzlmg0fJ+6eBYGQLjzM91c7egAckB9Iky1Fx33TgfWWplMBfIWqg+fnoY4paolWVo
975DEhxpyIoEJnewBE6989N03ap0UOFAEdIxLow+yL1xoSuRJzl7VF6vu3ISxMDBhL0LS3OXuI04
dCaDZm80L6t21SI8vMizyoFhUJkngKccE4pFC9OuNThCG8llbEzN+yp3y6u47vMvUNicPli6oTwU
fTYiGp9FZCtVj05V6HdrBQZY+V76uWO3GXWrme+qqrajvtJzMtKCC1AzTi0f201merTbl4YbplDF
j9WCXkF2/WKVZbOvEqECyxtynToGOp5yA1+4kkbDl0AoiCZOp0M/W6g3JKLGPZV27xmfizuFVMtu
FYMBhKMHg0NsgOPGCRw4GefTf3UcSlucVqa96Pri42QSZutLM7mLib/i97IKO6wbR0ZT0czXmKjT
jZmaeaRrNEUWgLjRQstraMDVdlS5eRkLzb8mO0VNp6bwIJl2d4IFiPzWlL71pU4sMwR2PVHkP2cn
MMXuVrjdk4C0u6mV9M6w6wrad0KtL8OHhLHtfEoSqpHCyc97bzvz1R8TXTMzUpMLI5LEel/FqmWB
Slt3Gw/J/NSvNdQ1XNfgrfnK0ywuPp7xsvC9+WNIWC3Xzoydf024t2YhEb7tay8FQsiJf+Lkh30q
TqqOSsm2zQ9x68CKjZPiA3WnJiZ9gRty1ujiB0J8rGE36G77xRjlp0w07o1aBii7mp2FXbPYCePy
unskS7YuuxY1raXfSZZ7baqSBJFCatPwqROS0yg3mA21va3d2gvsrEqtqEtssffhIb5IMjPn06jP
QddyGAqMgHqxttPbyoFN3LmdT5Fmw6dGJ44cXXGBK4/1xjA7qBtJyVd3i1A1e2izUAbMSdQRJc5b
sx4u5zHdd7Xe7I22ORSFvNZWgNsxF9we1JHYidKMZLY8Qkk4KmGEDq9xoWcjDevuJ8tqjrlF3Rl5
7LyHvK6sZa8X6VViECkY6+K+N88drQhzdaEiXRVIW+muE/oWHZJf1/vCAZ3tLp+t7F6PWdk8+1lx
xDnPvEQ7UggDtMNot5SshZCZNyZqQZ17pwZWdGkVp7E0T/Fc7+qSH3ptd2uqDkve7NKuuvJQbBi1
oMn5mzIxEVLW68VcNhVF2L5PLdoyGmesRSB6uIHN3DBV6rrjGW8dCJNxhdTiOzOfWQ6MveTRM1Tx
xVTUEWHam56+UbZ/1IAUqS8CTYwx4nxqoX4ZyAEUi6EVkG9ebs1yMoN4aMwNhbK3aqqqzehV18o0
L+okv5clrMKi3bVajgRe6pSU64UFqdBOv2iGta7HTE7iVrQ8XlNNdlHlxc6DMpKWSZKQD+Q0033R
Tix7rimqYHUWZAyWz22LvLq1/YJ6W9nIsE1ce2P3/jejUuVuLH09XCtxUVnJ58ZhEXHqicRjCmFj
XNbh4M/Tp3jO+8s41buQcYF5kCqNr52Z8hjlmm1IQuw4e8A95rQfNnj57K2fW7RTg+N0JgUZsOmm
SIceLup0nzT+de1SPjf0YD7RjupImUmzqWNXbSbvfO/24xeki0uRzQfXk8AUKpM7wr8uzdXYx5Pf
bhOrvrf1+N4GQRCyXXnpqbw4T9lUYBeODOlpYi7XbKESb6dcuxKzvl4WrruEeTHdjjwJfRtv5lyx
fDA//5CPYxLNo3sclu6YxN2tnpgXajJYFik59wYTnnWrlx+mskYVXsZpT3lYxTR0cV8mchjHwlfV
Lu6BlAa+P2dbU1GdTNBCPH9XWh2W7c6EQLLh/MDmZ2y8b51ojAunLMuNrTLJzFHXnid3veTZUWQB
tF6kitq3vmb8SE6lG4deAUxn1ZvCiqr1AGPJx3g0vE2iD2JjTzp0ksEtqt2Ues9iTuwQy8f9VPhG
kOesdw5IYIk0NJJwbOlOnhC6bxxjqCll7Lc5ePowa9YPsY/7yW+La4bwSMS29rFfO1Y9k4lma16M
05ofi649jJP2LLJsi0I0hKnXbdOZcRt5QspiSuOqzM2LcsgsMPVC2zEDYaUwtG9dM1mXyTrdrbq8
G2yfIp5GcP02J2YFWw3a9JyCAMl1HhLaShQ0NnsAGtm6y0e/3ssRp1rKxjTwx8VhG9f7Qa/05aHL
cEHJgq1Xs2hTgOb87ImzypwbW1Xm3n5pmpPjNn44leqDk1Psnox1Q8UDUusQl+255d7MotHSFe8p
bZvLJp6L41rMInLX6T2xrzFAIHghqDkHmerWgxz1OXJHFWqjuEs77zrPbRMWqxLLRZu63U1HsGor
KdHZsAcu4ONpzk56sv6SIJYVoUB+fxB679Na0sbJi90xCaaNhmkLrKLOZN68XNTz3N/WfGKBn6F4
hNqsPxoxuqftTSb6oLEeFm3k15QprNpeSL+kwDuBDAdQSYt60msNjdPlpAcQuhf9WDgY+FRZpkmw
pMoBp458eVt1ZvHR0hJe0Fi96ziX7WVvW8yzpjm+Spx5vembYjX3ZaXWKWwKp7pEy1Yf9XkCNM4u
98CceuBpNI8HlWLRZtpEmaLQvAtNc6lgN1A1L11NmrsSsXXLVts9zm7+lJf9mAUGetauGy1x6kRi
PXULA/mcXGSQ9bbazlnZbbw0u1lTRu32PH+aMQPvZc5g+ibpe72J7LT1xkcxe1q+a/rYZdHWHKrw
2hZGlD7m9VW7YFQchDh3YIp5ocQ5pP/K7VBg61V8me21A9+SpfOl6DFs0PbswQvKymnvZ8VSRtYw
tw+pp3PD2H0lXkZfpY8FbUNjqBWzDSKOWaEbWGM/7Uo3SdovpiYdJ5ggfBUI2UZabKrFygGKDWXm
XNY14OMTa3Wr7VjGOddrGfn9oM0QaYLFs5Bq1rHX+yzQFz3udy1TbX1ruN25PSJzlP+hmpXX3TH9
5ithWjlrd3OXt82eFJUlOwYERjZwszuO2sxJp7nHdcga40nOjbD2jeNlWtjasWtHQwpuYJ4blCgA
9lkbQeZK0oPLY8e4Ga2Vpu9yXTqa0qyFExmV1k4+bFb8mw03bJLqIVNP+5PFdOq9MrR2PDgOK829
gqNnXHG05DHtKshrF2C5VMJId5FUkuldO75UAyMZAGWDld2mpV82R5O20vrA1MNrAU8UIlgXLLFH
OcpmOE0xG2yzLXlfprCCtV1UGZgJBePgrji6UAb7danG5GD2Qn4qiHFEKS6f21jr7YNHA+JNWnp6
WMOn3vL9aGHudl4YQwNj9k3VACN/Lb0hrFeAxPKiwk1DLsuDZ2sr8TaMQbnW6ZF0tYeq0K7NEsCk
FM4hJka5V3iLTXzY1zw2kLsrzq9l2j7ljBc2zqDUBugZyxRECbcT6o52qr6mf9+/kiCun+rae4m7
zttbzvhYzSbeWg0HwWDV4sYgmnUf6849fQAzs/3yYR3SelPGfShjdfTLxA/zYbrpMyuamkZszUI7
CYkkn2vm+84QYW41JcPR4nHCZ7xdsBhvIJ4JSoLgJNfmc1v6lPM7MY1nhh5oTb0zZP+1r53NXC+P
0+RfTUv+IR4WywrUQI2ib+eMLNvnXqU3OA444GnqBWRT3cuDXfWfc73el85ysa4loI28e3ZyvoDZ
D0uaKawUt5Mz0dTbqEN+9hXkqfZoVPqd6vRtOoprmtkE4ZLqGPvTV91vqDlK/PrK0Lp7q2C0V+i0
uFvTnVzVpVBELrtRa8O1GS9n7HGxa9z0eCzo+um/EeqnqF4eZTwvF6aZsgsd2b7X8wawEBtjNd6u
dfG0+N5HzuPT3pTxwVHmEroOZyJuQ0dvdueHYJXtS/Utp6HfceKbwuNRZpo0bw1bFt8RUdzBsrue
0qGYA4U/Ll47a6vFOSVqMkoK71O/8HnYy4EahOfFT4NqnLLnJe3mMJ6yw7LGz4WXf7bqyjgJMDEo
HoelVUHCIhlhj1o3Rl0+0qaqbwZr3A0YXrQY8KS24oJoybNsR32ygsWs9y1PwSbpr1y4OHM4GutL
f+6kgh/Hzz2WjC6YIgxny5DSnXBgaBDVZ0ufwd8EQPmZUiYcAxxVA88rvrTQ5OqeWbjJgh4aIj/N
hU75Nb7ZRuSBtjaMj0sx4jow7yY3f6ikfdvl407hC7jNRoMzvsen7DkHsiMHorp7bx3Cld+XJHR3
Xl/cN1q377OO80u1S3LjXmfrrs/JVS7nx1kxzS6GcsOIBlLaemX68sHUx6jpvWOKnaJuNAqcaTBY
nX2LSyBquyGgy2OTTAjrujGdxj7eg/w+ekz3KLh7KAw9dDzmF1ZyqPzq3vCaDpGmOEJXi8RoZRdM
mI59I0AeWgez0x7imjKbZsi+zlZnbaRazR0j4GO8VJvE8O9oWez26cINznNeBW5qbZQgpcaNH+Kg
vPFWzbseHXWNcnJApHnKu+xLzMZw5REdeb2MrzLTGi70aRQBT/HnNl3Mk98Y1V6nI6lNWTHysaIC
NF0mLHqafzNNTETHnMbERsfiwDnqEUuSGdJsbgUZgbrIjPvylu5gA4GgOWUtj9+2Z+Qu9eK6KPV7
p1Mbj+qF3OkuvYxiP2lv18n37wa8JrtKY0y6NHqIzwllw9+Voxm66DrHFdSTcJPQHiUIi17bI+no
QV0Y1CrZ9/3KdWs1Ic+2JFKaOq3Ks7ZyQUFC6LiNqTlBzuLcjSa5XzXUmBjnUz7u7aqsdvi4tsYE
xr2v7U9Uozx1mn90ZbNBYeJGyajttiRR+Jypo+4fVMJyJTuGrY57dIt142Feziv6pD1/k3ggO3Bh
XGrtVVuri3JSMphoS5P9mU0oPPLaflhZ8ZcqU4HeeIGJ8ZDdRA/Vahkf26SJfJV86GqTK7bbkfI8
1ZwZ8ZTfsF4HlWqjyc4jFw7EpnRN7dKw5V0c+9uiwnPS3xXwIlrlPegGpJ21vDP4wC0fpqDBaa1i
jy7YkhpyS+JuAB+how7WJKfH2LY4m6/TliM4zjWpXryUUs8led9OHMWzIne2guaOwD7PVztd7cfa
+FqV2n4V6zevzfCCnS2KrVNwT8fnF6iZ9M7j+8wdLxMMRBUgxQCG3F16HsMzFd50lY0KqPcqyFz1
ZVTVcZLTR5mnl1Detz2Va06xfmjpVBO+hLvesFlpHKSYqqZbfLqBm7up7P60VOpyYs9BiDBoauuR
YFNPxWL2IS/lNSVIoTV0p0pZV1muuZd2ydphx4gYrXRgjpzBG4v9DDXqWtrtFUE2vGQGHoFCZ/DY
9oKOO/nY1Mzra7biQ/2MggYbtdzFQ0aVIw6oQxxPF7rf6aFyEHcNgB6cXI0HateiviTR4vHXBI6c
L/N1cAOvyu49vXz2pOVH2axvO3wagcj0MpQmQC+7ElthJCZgnfKlECU2grELhnkYPIgmOWKqsJ4t
iDahwkm1LSxEbTosWw5bTXtsKG7YVGmVhgh6nwa+gijzJ3c3Od2e/eCz7DQ9FGkLbgTrLVtS2v07
H2RY8VDFGG2efI5RbGUzC9hgv10L0H+KvzWr4cPOHeQ94e0xKGqFfk/2rCwEfcjNvAwaPYQtPNNh
TCu5xelJt42BW2vdTpqI77rUW8xt5lFNe7Jy6k93RZxbD2vpMA6wY2xbG2tyxPuyKVKm/HRJ4+Az
6uYZP6cothkrbMeRa4q/1MQOx62Uvf0tq3r3rl7H6Y5oi8QC52sz9zm7JzfoYKigXhbWgKbZaGu3
cZK2eZ7MBL9O0y5azUnKq3jSlZO8Ii6n3anJbp5sJogAGIpaqdBY0uWJOvyRc3aXLtlWJmjxYZ6y
ToSZ5WUPxhyDzO3izmyC3pxcBxNxtcZ7qRRfoz/n55k9g/NW7YjnueBp/doRAV+7OcNY6wYk/MrT
dvNSlx+N3OpvJ69dr8UskzSsBHveH2mg/4+BW/O1uu/br197Jm7/CWO2c3LrX8/ZTsP0kvWvpmzn
P/BjzGZ5786V0/QmE7+kMoC59o8pm+W8Iw1KBzZNvt/Hb+SC/pqymfo7tiXEqJmtA2Kk2PGfQzbD
e2cbRPQ9F7c3UUZKpv/nv19Nfrs3v/65NZ9k3KsRGwoqMQwSA9ggXB8UwNsR2yLdwSpbbigxdTiz
0RJ8OmbJ31htqGNWrDE21VqzkvKsZi7ewZk4XjQ6lV3MMXQRkh7JmIUlOFdDr69jC1NhGh+NeoGs
BNCSQZnjz+zfyyxt5tAeaLwMW1TxmDImR6qITVpX7Xml+XOb5AtySaxDzWvlIOje6Rmg1Hq6joE3
euKW9isotFivpmgtDBBNvoWRNvBYwbAl4z5ENm6EQbVAzbzIdEfwHsJV1QFS7awFommxW8U4J/YV
OudFm5UWNceWAZTAIupyw9BirQ4TZ/wUhZ1THb0uNfwmr4r7jSyW7Fpf+ytGXN7VXPM0JjgL4cLx
Wyu/5TmbPSezBlXQggI27jWyAXNg89emsx8/Uu2gV6G98q9VH1s4r1RpLXdrPDs3nCI18z5GmB++
4IPBkAVAoXCPKTAv+0jSaIIS6bQOfqOVoIdaahyrGKipS/fSpW2uEm2pz7YeKsnCVK8NccVquXqk
tsuaA4rw99WKJQ6DaGqmtxWjypmaKrPfN1bWx9DFFPQV3GYYiBPXq/Y5Le2nmaXG+gQUNDPYYvTG
t4oCt6BwffbepoH/suRTjsifO/exEMVF1+ajE7TzuvC7I8xiHOFmtU1JBX/GUwFWqjJc68lOjGlf
xC2PbWNprmxzebEcym1wxeDmNHu7Dm1Ii0VbfHBlEcMktmuWxoQ+CiRCqnKH3JiCOLN4jBJ8zqiS
nq/7wkfzHUi8cFzRVUXZkAtyjPlYl/mY1ub2D+HO75G6/7NRnG8dTEQGAW2KBr6307y2MVh16nOJ
rAPAZeTDRMucHRuUSgW+owM0lh7W8IAURoKn3GIrPHc6cYeKfmd7MptTldfuLRWLHP29Jr2MK1E9
UO0pIx4Nc/TTenTz44f6+T63Xrtn/vpZXbLnUO7p3TDeWC4oDY11eW7wSXTFNjWnMkXexFnneXzT
HExALDrTcH54FO2+MdBQGIbNJ7MxpL/BRztGsi0qgN+dtTInmNLpm9M7yTd/RilsNL9CcZLWPY7M
osSP2LI3cvO8PqVGBVImrb5hEb7kIVZf1dyI2yotOSlPZJgjxmL+V3+x89umWfuP5ehz5jDGaqE8
JhamG1KRGz+WtqZ9Xdj23CrLK65Kx6/dIFZmw16TpjUvBJaZ8IPFMVy/EkEzSLWiL3884V4tnz9/
jG+ISj8+Rmqw+ReATpjU3mSdcjG745QayIMys+9wCo1Pg3IeZJoZe3zZ/cHWwVpXHHg2ymlzdJne
fSn0obtxtUkcHIq3HmKBo08W43LyUi3duvjit2z8xj985a8zUN9/VHx2wrBZ2elQMc9XxE+GIpzA
aeNo1RCtrTF8SPk2NvQQrNt60A1aFRy11Xk28cUbU/2nj+m1g+qv10YzI4TMrBsn2pvX9tvUA9fG
1TbbDnyH1gPKyEy9X5fmvYfKfGWWRk88nFTwsnb9ZqhxIKzk8sp6XSlI9r/G7AMvrMUoN7rnGcdZ
Wn8q/P5emvX6/iW1RuUqRTRUw5AQfv1TemRHytpJB2bHOY+TFrQRXvf4vhkGnh2ohHnYefNCXfwy
GFHhABOIR3MNlSuf/KSbkPQc64mqe3aPaIVXbazRKo8msXcybyFxVgw7OhAYdaUxIvX3O/rf2mxd
/4dto743a//rbdT7l2p9qbJXdqXvf+SvjZT+jspw09YpJyPmCFDtHzups5MJtDtEMYov2dT7ZFj/
4VfS351xevweuyVCSILg6T/3UpoQ79heYWayrbMt9RyVf7N5+t1m6rVbid5LYtWUMoMHwkl0Tre+
vp7GTBpJrxV5EOuzLDe+r+ptpip4X79fzHmfP9n3zq+DK+uct6RqmkfQ22ofpbxSpcWYcyoTw2cy
LsNn5O36QzokQ0Tp8r9Xj/7j9SgtIUZC7xWWrPMW8qeVRBqtX6t6YlTVTt22TZhorPFQ/KHT4lfv
CvS4zQGYmBoWstevknamX0JdyoOMxfCWUCgavc/k+VoCS20Cr9P/lAh+/UzkffkGsSQuDy6YM8Tq
zStKw+o81TbkO8jK9kGRZfSxmDkFl1mezPvff2l/erE3HyKjvXVaTBJkSmAmpQatNh8knrQsUhTO
bX//Yn+7En3aGLgG6aMiXs218uaz7HW9GlC00ICUdpsjREbJRIjh96/yi7dkmOx/aDph5Ird7/Wr
EHN1emI1ePibJT/JzGSyIyHcdhxg/vBE+dUbosmCJwpdRGdf4JuXygpzWOaJYzg65sHmzYCzBiL9
+zf0q1c5N7mzYJisMu6bGxgfql0syyIRgyzBThkGgIghFf/+Vd4cub5fd3gHzh251MXyiHzz7Ria
W2KihNOmsp4Ageix7Jl8iE3a70qC6aQpSTh1l8ys1UuCjWK5kEOlsOKqJs2ZX5Vti6WPWz4EHqjg
rM1D7AXZWBWXS8UDCP9HPBD9qgm/hv3ckyJ20IgwiagaET52SQgH7SSSbxPVrXHUm0wNUEBz/8Up
XLUE+BSyleF82d35OUe9c0Jm9UjA1u5zYtkkLX7/kZzf8f89iX98IlyoBDUwkrOtfmNIZjVIulRj
qA+micQN2SWdyVpd3NZEme6c0dVAIgxi2804ChEKM/8PleO/+OZNDLDnfj2a/bjAXl9fOB0Bdk54
/1BYvcCY6PXTzUn7w1X8ixvGJCTN9hvTNYyoNwtOsjJNIxYBW1gNS2iMhn0ye7R/XUnn8+8/0b+t
pixpuk1yhLcFWdx6s9zkjt1ntp0WgSXb6ov7v+ydyXLdxtalX6Wi5nAAiUQ3qBoAB+ewFRuRFKUJ
QpRE9F0m+qevD7ajrkT5l8KDGvwRdQeeXFvQQZOZe++1vrVMzGMbx9660FV2/r5xEuG8+/Ul/+Ee
SuiBBN8g696pfT/eQ6ODdpf7XNLajb8jbcRjzjnoN9vE26sA+AA4QpWIeB2ExNtMn9xuVG5byf6N
GsyiYC5pxojePPmHf/dz8NvwiNDJsyGJ/bX48efQwtVtZmB6KiwsKNbmIM2Venn/76/y16EBNCGv
3v4cv9tbd7tylhkMfv1gsRHrdsUBy2/+mxfv55u2Y/5p7mDSEDZv4I9XqRH5DY2gib1it75sWyRG
G8bQ21//lv0Bf/8VQx4gc8MBdESzi3+8uWNFkDMRz72GInHr7nJ8yAdjFOtXq/4q6LAuTSbiX1/R
+RMx88M1ObdRz7LV7Zd137KOmsVNccLpPpxxS7mMDxqkJ1ndGCNB11benPtj4H6Q05QkB0bPtYhY
aYYGw5noTwCIRhlaZiWqs4zta4wn09JwIt3UZ5KkeuZ0ubRRJWvcNBPNr3p90YE1e5FV4/2MylaV
r1s/V/IwuYMSgAAkVZ9rk50YBvagESvBoq8unFKiSrW7go6ARbgMzYBCGDeC+W8XNZsnh2i17fm9
QwLDp1TzgI7jmok+rNKElFWMy/OZopTGN04OPLopQxG/URE78m21unmL0Ma6IMHnmX7dinCyigKL
kSw+trlk6pVYPVPUpMqeK793t9gK9gB56TOvRhFuqTHWflZTDCJLwYAu5j0XXNlWidAineF8N+xj
n5AQMX9oJ79D7jgtTh9Bls2OY04j8NrH5vkiES31j4DifC8shlmmCAWRprRtpKymkKjwyXLbLswA
c2fYO2brfRBZ5mb8DVF9sO81OcGweCURPDY9Vm8s3vMDMBhNqk3tIpl3p3VGVqlpbWss8b5vHBKa
esWhDabFO0u1ncHB6Br7i81LwEQZjsXLkBE19GS0dfLZI64EioTBpx3SZV3vg8o1vi7lXgqPdd0/
TGMhjZfONbcHuLe4GwfNgfuM1vr8nu4XegwC5luSkgrAnjHDy9547Hcic+gbufU8uDr7ZDBqbKOO
cf3HPm1wf+Mw9HR6wH3slUcpyi6LehQ7GPJFPcuoR+XmH7HdV3hZRT/2NhqRdSqOcjSmT0Mz4WD1
ynqQsTGRLA8ugfLgNG6dvR4Nt5LMvjHrGkeDVgjja/IO1tAo5kKc0OBNAr8iBn+jtRglN+SJ0RTL
Ut7zoLTte5zZuRs1hdsPX2VuiPVS14ltoBPp84mZeoV82QjMoTqW4Gxuue9W8YF+mGV+UVVSDY+r
arU+G3urKiLRGcx11wQUHMMKxjrp1BXva3gk9jkSRW5sE6DeOq/XpERZis/ePDrmXKI2W8sapZTO
O+8VbAUtnBCvb/EFMNBivJtaE0e8yMEJX/hBPxRX/TimjE8zd+petKFrUpYbMml7Jo5utp3hb0y6
r73Z4fTmuKhcsmnJI0pDhOrd3RrMWRMnDBlzNK7rnmXikPJ5AA/nkmk8ShQbJI5KTaO17h8Zmcke
T0ZXN5fBMvkJQVWbl8aOzaAmVFPKGbiV2AquwcEIfZ3leVk3Mca8OZUnjV7WdQ6aotZYIoZUJu94
MFXLGuctXLADd7osL0gZr4tDSrmnoxTV96d1SsV5XXjLeMuSk+mjmJSVrUQgdw6TTb9IHPVRe/Y4
DN9UPlLIWKFwIE948ULEl1+eZarJt/KJSGp828u85DcIrQsMrV0ht9bEalIgR4+3reznOZwEk/nh
cgP1j8K52io0PAgOQ68DZxh3nQgwa7BrImLEHc3seeifFn9CBDXXiDSZ/ttVc2znilbnLFFVR6qW
KFkkZUIQSmPX8jKt4qS6q9u3UFtgcCO/pFw4M4bAQSCETm78OqOEAncy9cxWhzJH2NFwSjVPmD2Y
GciUc2rcoeB2oq43s3qn3FGR+hNSy7PFxbscm5PGUYNxzQode3bmuBhSpzvPIRM1ERSQro7EbAe3
lUy37tAPFn/7glPLEna6qN8PC5LEe9NNKWP6ltzqk+skPb1lIUm5XruyXyKkR+Ydg8otueiaOUFe
aHbpLXyE+iYv+Ag4TSf5e/4M1ODziGiX/mmuy8u28lmbrVWj6qexPPvRXPiZdb5pE2e8xTD4PXdK
IAQjw/kZn7yXALtxq284Sb08bGbhUKluSZBHLDpNfmG3fvJiIDinDY1C0EY35qEF6yajezHE6GFN
LjKS360Ccc+ST715PlgWGtPEMaZrY04a7CA6T6eQrEgiH520DqojhJ/qafAG9IhmocQD8kRqyI7g
Qmw5fUopoWtX7nLQzf0Mn2joQoTeuRllhmg/1e2AunGzrf4cMmRLOxc9PwZ3Y2S19ixreyLWzrSP
YsiyOcqhjV7ycSBSLwiaupaFBwZMjXT6400g/mSe0ad7dLlvM/1GcMKPxOn9OBbawWrezKqPzKWV
2be85Rt55K+J6k7Vk1fxAhmF87xlq4swtza98TLXGMoiIqz6Kh7VCDVpbESWfJL8Z+PB0r3XnVva
mtNIKX+bD4E77qOabMicqOhNkb4fIXtgHalTHz+W2tunTlKV5rUuwXEy93BtP2rpcmpe0FK0F37V
tHBDup7U2Vb0xngK6KiYxw0zB6LXIgimq6Zs7eLSZ+HJ40XItUBGTlP8kyPIWQcpMTnlfF4r9uSj
h1ckfxpN2SdxPwj+Ofe1k7zr6mVomHmVjTKvAsbpe956s2j/Dh5Kp16SDCDH61wk4wBpp3QIh2N3
WOBIrF1+tmlr9ZFndILhGWsLTg1koY+qTJOep+qSILppP2kRLsGlY6weGFUEtCRnSZ0zMAcog4lo
JjIe44KRK0dfFBWSn9AbBLrgbMzTJHQat2FD5exkP+SmPdqRWHbuTcM0CVIHnWQsLca02VEtnFGc
F7Ppc3cNVIWHPptBjbQ2a2jeUw3GjVuyh1Ekw9Ks8hY7hxO0LPf5wqEM17yzRWgmZxLC6AG+UzkS
6hgu4MKUYGPfOo1lW+RRsXjt68oy60d+nqWPnmWAXYDI0iSXvu0p98i3D8IWfEUboCzTwXU6uXhq
cK7kfTRboA8O1uoWj5lpIWTGU+bAIarKOo87JKLc36o3nup64xvxq8pik4OrvB3ZGzZFeLvhnKQa
+qsdD0PTMFsnO27nxWYKy2DsaUQNeKPp+QEACpT76vPQTESAYHPjAfGeGU+JSPKEqn4bllf8vs7H
xDDd6WHJ4JqeGEilOKWRSKzhlDpKxfjnig8oA50vuWN2zRVaVFZ5zNxokjDrLuuFjaaOYD5EU6fW
nVHb1Bh4gI84lo9apsrwdo+dDh4LhSo1rIIM5r9ecvO5GD0D8glbKefPRYn6yAACT1eStDYpk7Wt
zjFNeWOolUVSUaU8inqvJmguJOnXcUJsyQHEItDEXKjNnIcKd9eLRJZRnPo02egwsaIiei23QcLq
MVzi7wJ/8e+8hr7O0U0n7b1zcLXFWKGWKrZHXFAA6ER/QeJgNoYQLqwHdyAiOcy2svk8DV7D/RmW
4M+NWBlRKXp8NhptHEWmUszGqAmanCNCb38de+AEaGII+oA7VcOq12PbPau5xJyFqAg3D9pngGa5
T+BJSPSCk1NhZGxFlP+lFzeY5O9GCLTbQUw4/CK/ySyCQ7QV9OHEOylAn2n51I0mSlhOa9XlRG3j
Hx3dQfkZEEFSvTD9vft1KbULFH6s3igMhU1xCDrWhJLzpkY0HQ6n1jbUoTFw6LmQfBwZfKEkQUmf
qsQ95tlgBKe1S+R28PK5x9pRbuvtZg0LZ/lStYyxcFWvh6ypNufkLzWTT+l2Q3tbEW3Q3MtJQ4fK
qNi2I6jYQpynUyE+Dq3RTPG2sBreUWpDh6rXJof91rruR+DHmfdgbZ59jlYddro/dgCKRLE8gdNP
gpu1yi3zVI3ojk8VPJCaxQpXMBaaeZw+/voe/XyLGJ4y92Ozoq1CsPCPZTS6oQ4nndOgs7KsR8NF
jJME+BdDpy7Mx0qu48OvL/i2YSRoh+/Ebs/zTVcgCPnxgtNaeGa5oiVDpFp92QzE4hQdnJPbbfhd
1Mo/XEvSM2JKIoGOePJNc4qc1WmoZI4nQJkIPvuG9JxtS88397fciJ/aEQLqJ0KEPViSdqt40ykK
SJHRDm5dXHndM2CH9Xr1c/Wbe/fzRUhiIMaGk8M++XkbsgJ1o+7daeFgko3Fa12I7FbV3Xz+6yf0
T1fZWQZ44T3ahm/7N0TXUtpQ5KAPq6YzUHw5bpimPv36KtbPD2f/82mpINFhouu9eRFI2yvxtSuo
QTykNtY0kBeOiMS9Rq5WjhH5o6n723FJyvzRXwfLvy8o5baYkv1PfNgqxRU7U++er6O1eudYj0ov
Srx6CQ6//rv+0x0hgpDRM0EM/GP//7/raNlBZ0iKae67N9zbIAXPNfEwv5mm/ONFBGgA+qi7+uLN
G2RNwSSGbqWbqSlDONd2yj/gjPJ/h87/6cbvkU68pQzaGLoRl/njryF4bOoVafKh4Q4DxvIME1fe
+0YE+Kn/3dz854sx4ETSQK/O5+V9O5DKtpHGlYO+ggaSircKPlQ1+k9KAFD69UP6qVXH+iU9WmYE
7+CWe7uwCKkIxTVXBB92ulth2hn9Z02URNZiDHdzzGgjScW/vuhPD21fNAUsdDrTjHCcN/cy9dUo
tM/wIIeTecCQ1B6F5G3+8yr/ajB+nX+h6dC+Dm+1hSg9vrTdqvI0G/73f7fx+f7V/9fT86P61nzJ
/sdpzN8QP/b/7K8JuuFYf3D3GTEEErQHoBke0V9iRMORf/DKASuGI0x8i+0wo/l7hu5A/HA8m1EV
Gx9iRcnbpNtxyP7X/xR/ICXyaSjbQHZ5aUkT/xcDdDYAPqf/tHMdpI4eGWzMe7gIpMWfeMmDBWC0
2c/saTKV56OxCSpu6XcFmIQSFOYqFOZdUTlLFc15P3+0VSbH0zyULTHaEL2idoHCiNKkb82oa02a
mqmdpidafZY8IpAqj3kxDHU8ONt81lI/yVir1Q+wy7sGhsAxdT9nK2zWcEBSdKNYvXDB+pI1IO3I
P44S0f3pHyHk7jCum3FOGqV+DXxdP027mDks0JM7ZxviPPwqCg5ZDA0/MU9y1UZ3UsW4lZFOsmSh
krTci1lP2Ga4+TiQ8iEbIqvw3bu+Xew7Ny1Rk9RrW3wtjbW/L82g/MiwjC5yOmX9cyoGj8P0MuEM
9pp5OZtNu1d0cfv1W82qIfBWt96XsRXZ8zBu/r1jV/WKIdDbxJXE02hH+YamOGq1Ix+h8k4ljgSD
ciCYjfqrJRK3fjLTwfWfoMdakFU5W2Wxb032w9TUGMJTzwPTa27OiIyyniqAme6Sj+G4Gi5afGbT
+a1Zp2mJWYzMoXCtbVruIFHpVICZNfrrEqV3zb0uMbuPDHcguGRpfyGF338lzMnMI3O1i/6oPLAc
NDPA2iONV2LPm9vad/W4Y3WtQuvxAhkudq4Re2d9kVtkUYTuNtL4HmpycU9J4JQ3TTdpHqdwaxo/
dVNk0ZY1w9csWIS6GktqsHMC39TzyhzwcyNm+dXFUYhNynPXJ1kY6YfKBHSJuK+p+1h00sWdg4Ua
CEEdjPhIulnrLurQC15Lr5ff0qZv6psSsKJ1pE4ioSSc6qV4HEhWkYdhgfECEdbeCCcfd19T4+bl
tUWSNoUsDB77qKtudO89unAQXQw883RKdhrxAiv54EI8humCdD57UGAEkPDn1opCt+/4zqggR2qT
xqwluLt0eREtKUHIRpZcH0jyU88ErlgEUSiYBqp2/bs2A3N3tKetqu8scnCwSgftbJzLSs6vaqDt
hGW6yLLPg1oHLCZWYnuXYOIVtsqVqfPB9hxdhBvzguTY1LUBD1JPePXrbWnc0BmqYgytKqMhOFFh
D1Gv+6ojnDFN8Zalbf4MIj37Rm/cQ0aHzZmWJknDbYj8f655VhjCFidt7oZNSQKtAIvzNpW874cc
j+dwwKUh/bhbGh9rCRE72cGYAvlqlCmZJPTA9kzewhf6ysVL8JleK63DWdrqfQkuxAgzW4kukkbl
M/4eA9lfY04cFkAHXWIdjJR+I2N1MV4wIcZ0XdcMaizRmfnZYnDqWwqnU4esMncfXp88d2gScaZW
g/+uNnUChTewhodK1bQtwR2VD7Rf8RZMYvE+pKhf7jvILLfmaqjrwqYLUqUuRnL+OojU0IO3/QGM
yuxG4GHakY+2dz+xQuYfgkEvnxNn9f1zH9pfFbFS72bSJQdPkJRJczPTj8piF5TDGKZNMd+uVUfx
WlsjeIR6LcsmBLgMCXAznCDhFZ19ixS4cqTbUjTMVSgDgHiuhl4uqmTE+uHPY8JbP+F4i1U+gfj8
f7aP/7fFd+3Hyf96Rw+/NXnzvatg/9f/2sntPxi075Q6VG27B+A/G7nJZk0Fv9eoDEUB4+ziy783
ckv8wS4eMNAmJcRE9U+N9/dG7v5BecmJ3Zeuj2qAOuPfbOTs/j9s5N5+Cc4ZwqHQw1oAg/DHc7NY
y2TCwR5C+HGW/DQ5yt87JnZvNcdtFS5SDnz+tFU3PFChNRMxQiNrbr/NxoafrsSM8EXWFtiebNZw
jexO8cY71Dca+w3mSbDmRVOhzu8xsfVbL5xY+Qw6INBbC2EWjKkeaOS77/ikDWBcdNsq3P7w9S/V
olhoZ1SezXU5S7BMXLijQzvzR55tWbLSc8SaVISeU83tZeu0+RLKUaXjuacZSNwWvYElrRuKEj8R
m7QZeXTYcK95ZsZAMy3pjwespxd6niEa0JjfrW+DAqBjdBPZxZ2CwIw9h9bYItfLJdUTcmfQ/3B4
AJe90usv7snLWV1Gz7PU0diLkd3WWorsiJocaGTDDJd2q0oek4ypGfjZBWxLXzlS0W9X+j05jJ0R
remwogLptEH7leDsz3mvaG9B51J2vKATg8ZPDhGrpdTWKxoFZsGTP6b2wdmKqj9lRi3bGB4wE2E5
jot/UzdTISPLoXgPZ+RR41F3Hqj9klx3gMJawEEu14JtDX7z09DbdXtaRsvsokpOqYzJxGrfNbRw
/CgNGLtBn9mDwNLZb0TkVQwPY6G0Fifh7+Aoey8nsTsl3qeiH+frvBDjNyBChEo5quiHG4AZBTwX
oSowggYKLoYOkzecjVMNDsTeZmywTULCHKQJBMUgzjJvPVgj45dT44/J65oYizgt3FHSf+DQY/PN
6k+tQ6AUWn5cqX6I38VbHudFo9rSYGny0yAIPYv2qObyWOY6KaJ6wkm2N+jqW2fxkibO2qD4yMuu
oVWXSBvCMZs42np6sD+1DOk/F7um4bRsdn9LoCGadYFUi/5wwNxhB+zg7+uhbNSHmqHCFdGFXXUw
9ZQyARJlpWif7GL8oC8ZL2jAoizHo2cnN2mN4zOyvWOzLuzSruj9L/SB60d6fOP7cbLb4Lj6ZeqF
bV2iCqmWxf9aTFp+YLKNmEAoYG1h0q3Zi2mNxrs+nRIzYmNZUBRO0yIYX1rN87QJ+5msV7AZtLh9
jDXdYp8NVp68AsnLLuVUpV+bfhX3g+OLz8OE5yCEFpS8DEZjv+ZVpz6KceovdK7kI8GCzUfTXnV/
ZhdTavHVZOl6bJ1eFLFikHFhutqAG0VXqYYgZqarfxiY8fBe8j3OEJba/KPXuqtxhCvCAConCQs/
cmoCEmmnCcMLM7UAkrxZYF1JdMF/6hv+BhrM7ccpshgNr9jdoS15adVHaJFtkocdq7olTsTGCmTb
dcYUzM1eOEhNz7aPnB9nafo+G4O8ZkShkGwk/jp+I3CURz1YvX6X1rO45ek2vDrWcF5nzGJU4Qz1
QSxSvRhFz49SHFYQGGl7ClDmGXTRGVY639LVHhqwvS0fOO6pAKX5lFufBjDNlwMO3PKQlRJ3aEa4
n8dfOPWCY2k5dKFmbxyZsQxgq1xD28lVsyDKDzX2/uBgFYVLCmnmMyKSRJOuN/6w2PV2RCiiGItB
o8tSzJsM4m4bYqnB3rTljTZdTg9eBdPkyDxavZjS91xyFjpOsga4aXXc0hS+MshB9wo8F0ZY2Sk4
fW5jFfd5H7TW0VmtqTu5SKugnPcbq2PdchKJi7UXfRGNVVsusdTN1B8GR/pHNQnIeElquY8149GA
vxaCrP7Rh8BoHpCLZudGvrNOUEAQdQKV289OvP/K+tAZwlq/AEMQH6mKzC4WFavbWSBlexu0HUKh
0q8Jq2kHg7qxzKrxBssEeLeSmQvNydmATd4YordDJ5iGz2lqiibeGANQ68yJQHEA18zEmV92jzl9
lk9pUiRPAqfALa86H0siQPfM3pq9Y8vNoaBAZrKuRDb9rb37/02P/4m8+FdnpNtvavz+iPTnv/53
t8P1/6DBjCJt70bufFMMln93O3xrdwwgIASQLPg/dvT2fxwDJmcXi7MV7Hxb2tQX//eYZFj+HzgQ
TDxJwW4qQED+b85JP3bE/sozwx9D74QOMu2TNz33jPwPIyX+O+7/pAq2znYC+Z/8Jqbtx7PY31dB
EU5Xx5c2P+nHs5jqZgGOME1jfIL3FPenLsg/Z4t3vTvYDnk53Rp2+/rdU7j9q2XzvVPqxwbjX9fk
FMkZ80/bq9gVv991gRu/Q4iXaeMA5YZgAiMx7lP22ivCDD4vE5BKkD7iNypHHst3zaO/rkmOK0/b
tvif/eaa9IDSteXTPXRG/oFkqYFaNd3Au9jV8de/7p/uKMcDl+6pzyHc3dtY3/06C0iMR+qNcVgX
PT+1jQnKODWrd3OK9mVtGJ7b5jwc17qpfjNv+Ok3cj10ogI7BiYJ03zzLIOtgFAqRR9PMEHNQysH
633NUQWQT4IW/zd39Kf3c5dxooW34OXYaLre/E5MGCrVllQxzUTkNrmejggnsrNf381/vApX8ugk
2rsV+ce7OYDJrKBAqBjaTHLtNxVFeya6+N9dhdkJqmFMzng2mTFbb65iNx0NF5SKUG6a9Zb5AccE
y21+c8fePp/9KoxoGBNCLWbheXOVzsrYu6pUx+Owh/xQwbxvSe+56HorOf3rH+Rxmb+66Uwp9pf0
u5cQoMMANXBPIFgDNyKQhxIDzctfZfh/aXl8+3D2kRPjOsED3oHOb01Nal0YQcA9jLuZbHPDxJ0w
r1v67x8OCdCMPKxdn4zo+sffUindlqLrdTwbvhsiO6M1Mfq/C1R4+1tYGFjrWQL3AS6dtjcLBB5T
2deqWJhuBsUZbdrFAnVo9PI3y8P+Wfyni+1iC0XiQ59csLfsRyD2ne+fDA9BTWPQm7Fn6iWuTeDR
wjBLrBM+52rgHM3tr18Fa/8Tf7giSnhSz6m1eWfx/LzdSOq2GafJJ5BDo++rets8jJYBK0WYxQUz
+M+prIPTthP81szRl8xd8isUKOtvfjmK7/1S3/9VGFPyvrA7mo406Sa8uclaetvkobOJZ/RzHK50
C+ICuYPXIJytu648OJ0V2Mx/CimOc6mC+inpqtS/w7SSriejmtNvqyl1dSGqftHX/TLP27MjWOtu
W/bS+iIgFwr7sF0rlvcRTS0ynlmoeyIOivwglIt4qwZLrc6qYu5uAdJC9WjmTl2Z7VSjRLezhRY3
CJEHm++rPstc7YlTng4gCxYA1Nlhql0xoBsckRyYXZYRcgx62TpQjZNAlqhii+EwbfI55YjPsDNz
STMy016W97NDwuWlLkkooYKfCTyCqTNFRHjM9AbXblvfWeXWlsYlHcDBv/LkStAWKbXjFeLQDatL
0Pg9LiqzffT9INdRbuouDvBskCBIkORl0ayqOJQEVD3MuefTZUngHSaDbXZfG7+uAcGAx4NKUuYe
kRoT8uxoG61WHxHvoGppcUYLEDquIWLcg94H7XFQPwgxKD8m4cQEVG1lNkYcqZ3bUlaMmT1lyEvJ
TkfXdxtLqMkEBoDW1hQKTUq80qEGL9SEdo5yK9TSAA3dWGKjd6oX796sPdDhetn/FLNcfBUb/O5X
A4JwdjBl3njhBOrkSzH0FKA5M3vktUCzPmWWDu59u7M/GdmMt8AqwPGFiyzBkhZyNueTWQqrw7Jn
zcud7rr5o0675XWTDTvzKFMM2lJ9zk2zTaij58SOkjYdNROYxX2WxeojWksCoCud1N6VqwIqRGH4
xg1JDd2XEoBEdlZAvd+OA0DqaidIw3cVRQFflQq1DwfgasgpW15r6nx0ujZwBhSDgra1kXrmO4UV
/EnjvnFONt2iCaFyvqOoiiQ4TSTo2qEpOqLBEElBmuwWjKSHCcn6ySgL79OQ5t2zgdfuwwzRqapv
EbQXfnsXmInersfAascxHjzRnPIkn62IwLHgnkcm5MF2ZiOPS45Fc9gES/DklmM3xzXJTpA550Wg
ODSGqTopz92aYwlyY+dU+n0TidIhEDAZdYNCNXW8G1km0g4rhUSceTEpyVdplhbWNZrkckg+YtJU
N2kKzZJnk7pfN1F1Dx0NOCLk0aWRqxbM8DcaIgc/GfPoGHHTWR68voLEJsKi4Ksm09y8z+YWpjLB
Y91N26IPpclmkXpHT60pKNCz6cEbCxd5qF8ED/CtK+ccqVz5LkNrPEUJhKL+WFVNXwIb8OVHY5v6
BDvcYpmXgZEtRWQohDYxDMUCWNyGZwa5UuZci7q2vnlgY4EiIze7mF0BYzugU7QeHUsNRjQHZBBG
RqlcnV73yIURXeTbSPRdYnnzUaDDhXsJljx0G1jU4YC5X0dm7tiXXsl6FWsILD0CP6OhxWP4q4Nk
lsgZ5KfG8DrLxYegziJTxGZDuXmROd50NU2qXy8EibW8lLOBRaIl5u0rNW0/q9hSprx28A2+tGxl
1KqDD1NxdRbnG1S9+slWUqcnpu7yIxTO7FPJNO0JvZb9sdqW3jslaedYdAhrtzgwqljeMwC0SEAs
jOrc3HRrnXzUqS4/oiWEwFlTw4Fp7smP1WyvL/Pat/d+VhZYlqB69iGqRW8i3xrJG3OdqZLENInk
wbSDXFy1RkBPqiPykgx0WsdfWomqMR7THQRR8VXQ8Uodh0lbrt1XCjRg7SQV9dVZIhkXIkFMvf7c
mUb7bKo8jjlTnfUfKu0VGRloKNARZst2F8Ibl1tZ4bCx18D66ABrfSY7AFpjwQmjg6YqKkLV0hxz
SQGGnN6cjTnn3O8meeJd9qBFB/3yeTNnbUXA9xuNH3Gc9OVIwv29T+TNawALX7IU70LfKsuh7RMt
3L04rAFfjaLc4Z3ScO9Ej0o5mmUJESwNArrhE3tQjKdWj0j/pwxdvyCDMFk82ngtctQgnCc7exkH
DQBHktNGF06N4xwbRWApJMFW+R6yH21kcMDGdMpVhYpqtNuxvuwsWd6UkyDUYbBJXIhWGhpVnGSq
f7VwN00HR6bt0Rs8xKLlkvcMmpjB39lON7+rmBF+AejV3RbGnnjndStSGtIP1GeioRQuCZg0DzNg
l2dElKjg+4RwGJDInf01ZQ9azyvQrg2j77oj8GGtV+e4oqjemdpYkUNrHFgvQVzRnCZhsridqoau
eV2M1p25dRlCHjcweubsYpixVRXdfbtkaO4F0kkZJSQMvwY9QbEExLeyod8FUViP9gRgj6LvTgwT
nVmRBMhrMxwdzpmL4eqDny/tHC6ITZmIkoP4VAGkhBnktR7ZBKDTX6VWNtRYnK3qSjYwXs9QvpMs
0G3YDw+uAgwPR9wr+0tN5XLvVxmf9qoA9DFlADbkZWtzYw1EujEArau7wB4dN6qHynav+8rGuJps
ZpFEy2BNl/UYGMgZsiy5AwSM5TwfRvNaoYmAREpcyCNrTmkjxC+Dd0ifbTMyvcn9huh8PtEs1d/Q
BQUqrNaqWE8pYRbvp7HavDCrhqy89oJs0WGrYG0T4zAbn5Sst2fQmluHhGLU9wl2lRvZLyQFboti
Z8GsCaoTATVTZ0sYfGOW+kRuIPhjd5FDwg0d5AdXtOLLZpKCNEI8AxxZCvHUrgyqow2c5k3XrhAw
vNzOvkmO8DccA8wXSVpFDx4cEW+InWF1DuhGzReLMfhtlw/9N852EtJh6gyPxGJWDTQpU1+LtNMq
Hnw/2Q79BH2R4YS0GUUnxoNRW7V1Hoi5uxrxj1TROGfTy1b7c0+K68xHRgJGeZ70g18cFm/g4Ff6
8ISGIUC0hcttPG/SSSTstkl5T4EJFtwtOvke6DHd0ARS+xbPyiw5PrnGuoXAJwlr6boJRXtgC4QE
LrkN51qh9A5zTX+DqBhcbhGhvP5thfQZFjxmjS7eZFA+FJbDX7K0ZPUCOrwegNNo6zYDsIrGGO2q
H2YQklAxF0VehMJeG/OwoR54HPrav1ayWvsTyMmkimWtrf5h3BKiiovaTMYzqLxZHvOowPvJOpnA
izN4wWw3MSvmINs1NFGnADXykPmoVVIgSPXBAYy6xVIaI8Oy0SV8w2layCTBoGTPwcPwB9D3enlK
ba8bxBK6OCYzBNEEuoRtMO+2UbtxPg7+YN5gUaId7c8FB7F1VHwA3H3jxcTnIENjmevHERLvXYXb
BAMjcz99MF0x3Xp1SsgEAZ0c4yZsD0dw1qjdVAIJEi7QkrVHs9xQpdl92YGSNktip+dgaq+ZXS4C
e6ylvvQqg4rHYKOG0eKsUJcLiPOEH6gA74jfBfXX3puIPJw6+X+oO3PlyJEt2/7Ks9ZxzTEDwhM6
EPNAMjgnFRjJZDrmyTE48PVvRd1rVq9baLMWWugSUqmsrGQM8ONn7702TR0p8nXUtuRWVzW0cc5i
b/J9TB3GSGmNhnu8dXp7EJRvKeyStsyambhb6z8yzw0wodsqfRm5HQA+DpR9ADgfY9iQmoKSChf5
NyaHjt5pEdboBT69PC4b7h9QadX9CKP+XdidfuFVK3/atGkJoWbx0qwcP2m+Fvq7H2WI/BHFScIc
nBZV+FHXLO1Wau6Uu6pmO7zj9iP6KPRquiQnNDCqeWaN6G45usTMYfcCniqk2ZdxnMtnQTMPTfCo
Vq9xCfZWx1bpQZiUJHJGUiarnARNcZAIjDw2i4mfI+XZdLGGTrgrB5rpU0MwGRHGaO3xlrgvlshO
4+rD7JxpWRcDLILI6VwPScEswi9KfEks4IGF11png37h+wU7PTMq/QdWCaNvHi7q07MLIk82tzce
sflYpNu2nbKz3fklT8r8BtuZ4R18NsMExgBC//AL4mr37lMMnNNVTZpYatEAvkXfvVRmLk6kpeZn
N2vABVNja9Wnvjew/wPODn4HeVsebeAoitPIGj4Gd65cnmoyPhtIefdydu1nJ2ym+8TzaPU1/ax9
SOCw95FtGQDReu6h+8Rxyz+hNDTdzeMtuOV2tX5D3YttzP4YQXGnVEQLmlHZ3+Q1MOqkKR5PhCZL
fqYyN+6Nuhh/dwlDAMbKioF2xDHObVJm7qbs05LZbeqm55m0xPOIOgVuOzOSPwHX1SdtDkVyVLMc
EkbxmxiswoBO37mvSwsce3mrXTfm6po5oow3PsWmpP3kNCFJTnV4oOy7+srpeiB/4nmtSf6khnGR
i7mDDUoLMNGvKq5mjPN+9e3SIGxGlBkFTExeL2hYHuimWrmY5D5jv86IwgQyfLfJ+MBLqpbZ2XRu
eWt7BajCm5g24XGeqLtYIWQvJy+ooOJTQRt8TwWd7CjUcImjzCzEEbMMXVc+evs7Qnsyn7ImIOzE
KTlY1L7cymy78cazIERQUfNLmfpLsxTeNaszRO2Mv1O+hp5u/Gr8Sf2EIOwYBut8uOdE0c2WB3V5
n7Td/GtBjn/x7RqomEVv0x/Yc12zIUrRf9t9L3+GUWMsyKsFaCfRhBQShTe1f2Ze0mQ1jiBnOb9I
QJPxdp4mk2tN1FW13OMVM5Mo8Ofxw/fC5I1UFvwfvFZs2VUVJlDJg96jPCoI43TrDcqXa9qI7HNf
OWwtPMZtM8LZhwapbDucbphmIIlBIn2Oh9RlRggrj5VF1xMw3dCuUM+b3CsTrmJ1fetj/6ubHYQi
Pe3drMYn9pxYrFrz1uQ+aZNLnN02tMGMBOn4Iv/V/N4BWZ22/l+N8Plf7fCEPmmKR8jye24YFMj7
3HCu4lYqbxhU00Dgu3XNF7m5KD7zUjT8n2999GNaUpbRjreeekraso/4Vl7vZArRDG8c3YzKoh96
Lf7qupcNFsFNbZOkwNFwM+4h1BclqPlWzs05DZV9wZkXvzhZPFX2M/pp7FkvgJoJUJLnCLuB1IkO
kuB56d20u7KDSGwcXVWfbXz+7ZvfLrTK5ImUnBxd+7XkDg43HORKnm+4MQ4HmpvdKC3Sfi/qqdFg
/00NGn+Gp43mXDv66GSNl248r8faWMmEBGqJ2e7bsyhy4AD2AuI9S0atSZpU/BqOPuTMEHbexajn
9tUQt757q5nrV6EX5ylTZeDii7x9UYWmVVrnCV03pajn85h1+o8VGtbvPqs46KyZ8mvqsTTQ3UZx
1V8lWVbkzDM3hyWdd9kYWfgggM9TQvDQ28lDb5gOMzd8/oditnHTyGFACS0D03nXg0EJuQBFJvnA
sC2+4Q86EI7dDNWbx0DIOUuddHWQPn0a72Y2BIQHl8pNN7VTUsLVK9SrzeybvFMrPBbVzdaJ85Jn
h2OJVGzZmkw8WkjRZzZ3wjjIzmVWxSMlykE5Bge6uccOaMtfHcHBQCht5sieCmsVzzL4UxWcelH9
V/EwVoLgODVT2D3rFIvbXUYjDwzrQt9Sy4L2cyDlS+AOz10y6YZYDEXV5XrJ2QASye6d4VrpcIlP
jfaT/pzM5Yj3QxT+4N6FxcKHkhDp6MXxKmzwxrx2vb+oK+HVavoIlOcVd7KZ+jHeTha+RrLz4OMw
ivDybQZa71hp8qUlIaUrsrIG34MkBDjtFdWSXhs6hKm0LXoUeEwYJtfLnkY+1Kg+TjTHpOFgIinP
ZrOMmPKEF8aY6Kw2VAAXvLEP2W9YirVWwUtJjoqGONrd7N/0FIW3kHzKVGGtBG4oe4vto6EFe7A1
MGk3Nzo8QcvtCiIIUP8kluguNvYDHmttVQF7GCbD/U4sQt87qO4MjrqOazyZ4D7HyE0dn8s3P0XF
siZt07kXNF1xS3jhcZhhaTUWZ+7zXQ86FGp6R/KPXnl9S5D+DqYx9dl7znhkkCPq8qcc8QCoNWu0
yj2ZlR8WJ4Gwz6umZI10lCleiO+U2gg7qgRmBovPdqrbsw5kOz27Y+1iqY1rJICHoYL/ws4MuzcW
ZdOUtrkK6uzW4DgZDqxrzi2Vv+Ka9iz0e6T7tVO5bfYyG/Cdd7HdBu0p71w3fdSZns2V6WmQ5LDp
4+BEGcSiuU8OgyppFoyRAdZVBTkV+5Ll1J69HhjnqnjVEhD396TRDAqjUFmsyKXcw3ov4y5+RO2p
bWujlR0W6Y58JSzNw2wqbS6bfvTAOuxojyTTSsIxlTZr49zuhph1Mhcmn5i7UL1ob1wWHrYrGruK
7jz5nc2hPBou3riN5Juglo3nlwjS/1Sr/idsA/9rPZam+18aCC6fRfofDAS33/5PA4HzDwuqCWoK
ARnbYRfzt38AJyVZOWa4mzxKMihAfPuXf8By/yH4Bw3Ig6zMCoX/6l8mS1P8g/QFIB4EGnZ2ATLX
fyMtEfyFcftbavkrJOQgtQikYPwN9n8OnwWm0YOeUDyC4WLtGc1UtS60SPt3qAfC71Ypy5yKkvYQ
EHAaYjhcY4Ru2xNz6BDuXK9txkdbN5Z/KbPezw5Cxv34J2mtWp24QdB0VfrNcFDYzdTBygZYvrL1
Cn1wAsmMatLWEW8bt6iGV3acqo20vUzmvl262lybekjCdz7nNQXGoJGr6SngCpbz0NAe1AibhzSD
AS5x9RtEQUormqJaLamLKf2tFf66qPO6LjxkszM590napZslyU0C+yJz/GsKVjjhWbwU2Vq5QGJv
t56QEEE96DUQwed+Cr+5tV5Gn95Tu8uvsWOcoV/ZcWSDaWQcdp0+2OESpNKIqGvfqEtQh8GrEN3H
EDamPGgnZgtjeTQFLcJ/cdLkzWn78AhnRFWbxtUAAqgEC8rdEA+MBRBZRnNTSV+tDBb7watTIxat
4KloZ1s0TS9PU5i3R5+suXp1jMzA8aHYExNOHqfXBaY9JzU/QVcdcl3b9zXVZ2doOr7aohjpA4e4
ZF1jNuVBWV6hIsZb81kpJ9RRknCfJgkYB/FhYd9ac291zEcbA2cY0UFXB6zQ60R/ZYGGwVvHsRY7
PTu2fFjYM9zs5qH6spQZ39lxtvhX1hOJLCPZcSiV+Wz9Ak0zf5K6765Tip8RA90FB6i3pjoSXSgF
LfQYGuMLU7R1mFPT/iHWnNB4lrDXYH7XHrSgSlu28+3ogd2ogxqV7Vxn1sOlyTjLCR+H43uKqYSw
w6zKHa6srvjIOCDmXYyGTptFD52PQoqpjR+JrAX3rNZEZtN0QqLxJwXhZ/7ki+/pp5xo4ETtjAq7
u0KzbLdWYwNpQEYCzaLsd/bi28yptTKX3N4rLjfNsvLxm4lDI3RqfXs+XX4cgDOZjw3Sd5m8Ee1Z
/F8+2870oeyQ5H5Sw8h6bxXYtFetxm6sq3GnmPfBbK166kLqtUXA/TLAsqBFjWWq0W3mygqzTQ5O
oP4K42mQbLbZyD81uu/SF1sqJUBHZ2lxI5sstSLDwjZZPSiQ7MVdHxQ+7ZOJEIW5x7EXmBvfDlxs
apw1rPCxfmYMKLir7dK3DvQg1qc884Jd7o7dzppuVZLEY1nS25fEHekgyodspuxE+h/QTeQpzkxr
K313/Mgrj+B/6Odf5TRrxoMcvawXQxOZC11d/M3CLY0L4J/zvNxlYUyYXpBfVaQyqMOKMqOxwFLp
5WRRCAfhaa7y58C3oDdnMypckg/D6zwM3YlnXLb3+sU7AsamxTSc/mSZI+90E5OYINBK5l8eGeZ4
3dljcFuD7MU7OvF96GAK3peNtp+DwuIqmladsxM8CY9T4BJtGOJsgrFMiS4Oau9FcFO5hg11hAXm
x3M3d2M0KxhBMqQvgd1twhUstMc3p3SacTO2dkiuJuRhup2WTuxai7sQAZ7gJADPc0Fs52qX5cG4
Xxj6f1kVgRcW8c4mGJ1m6ycB87mTsmBt2PqtzX6eor4RJYtIZRwsEBAX9IUHs4dcRf+y2MoKpsjS
LoiI8a14Db86XUVsep59txm47vTDCVxWCAAsn1aLWVIANM6XWRv6yx2Nae+6bfdIJiTdg8MJIhxo
9O2RMtlayHiR4RjmyUmD/jgnU/Iu6QCIjHrywaZ7HdfCIT5wq3vK/S7eeljSV1Pgyd3iQs6QxZDd
paVbn9EJusfUaNIDFOT5V9khAa082zCeScl/4RDotilq4LsM/OHa9ihXg6xh8bczdJlk2lmILidR
ZRYtNyKMYqOkai0rPuUyEqEz+c23j7xJxWLJbwmshZWaStea9pNt2aiZ5VOdb4zQDveJ5U00QPnW
RZP9f7cyyzs5wdgcmP6bYx9DULDYVVBv3N+OLHdTg33ZOyoE7+SO02XwpH3UoxtfZJ3EO9sASKSb
uvucucVsTGW3B6/JaDSxStyjS//l8xaywbQsaj1wRJUUCeSS6IDp0XPkLHHwqxC0MK5EGfpb8nT0
IzgxBWnAaMVDUxXZM/Ki88sCOMu0H7RyB6yxOtR+bz9AeKI9RMaBONBCM2Ank1P1SnXxtTZAtnWG
sB4NMH9rlPd2S5/XvIYhVlxHXzyNncugWmbeRydMM0LtphZFUJIw5zYXK6ey38KZkrzM4vYmXf1t
FAOPlpTQE39ej3k1QoWhUrmYEVMbGoafRA6K04KC3fGrGB57vrkbjAzc6xUaU1eZw6aNJdWRdWNc
ejx+q7YTWJ9kV/d3iXk7xR3h0hljZAD9t9Vi+1doPu3ZynX2Z1qkrc6DSOixzPkQgOtg8qXgh67Q
bjtP+Kl60p0JqT+CXl7AsYOgH8jOlHiy2QgQgVAq9oxNAlCiLXzcfmnesfoaiy4u4H2Bj/BjpCo7
yBJcMbzhbIWesNFYSujDNED1jsZcJMMdS39V/hA28OJPyxvmHNEaeeKDG3B9IGEi+PBW4VYXNVV1
Zf9RtCXFauGEk0i56UOAKSXyvKR4zt2qCHZGuthiK3xu5Jtw7OS2qqasjIagrB97iiTXVU7pOPJq
v+k6t6EVrtRozb1a9jmNxZjNqeGZEOKimRKEFfAM9n99AELFTIfxYMBUOy+JW75Ww60Nnnqm+pt7
K4MVmgtAvRQsTlxV/q3B9aUi87tKHYoT7bQuo87Ns4vhy+yzaUv7xcAVQKdu7w7bLp+wTU5LHkbg
+AECBeH8phSNpVQ9lFs9Le5PNs9O5FmpsZMLrbFxwxQnffMajEV4DEqvf/QH3OAILy4fG5gwdO8C
E8E3ENCIRhjVWance2K9wd0+y3C8s8EPvinUUkgRk//SuuU73JH+qWKukWxZMv+qrNHetreHlsCR
DcxwiItt0U9uf2pqBVtey856mpy4bDl0ioo4oV3Zl6Fdkg+twyezTIKHhul3C/E9XJkzIiRCNyZ9
jfGkWZd4kNqVXQ2EKjuv/NCjU5I18az9grPjYrN+jXyQeLsi8Yt9nYzWrYs5GJ6D1NPnVPrspMni
uSvTcMcD0dZ6XXJ/48BYvowwIQswUkviVk713vtzimY0kt+x6e6DnGbVGodGarrzHhZXAM6vCO2r
twTifbBbzBrKbAbqXeWICyRone+FOOELJ+NYRb1ekBvmmweiSniGa9s8ZF5mPidzYF1cY5KvZR1n
X3k3S72WQ61fRku0e1+Xt6O8nBLKPA3rQn0B5DrMPxd0tviY80eEJCEbcV7KxXuuzL49ObNNMRVJ
bAfmETgSJuA5efFJJF8cleplu9hG/8RSE6aYe0s75QvREmrjy1h9SNoP2jUbemf60WUVPPI3feuM
GB2+jm8IwK5hG/AVcN92L13Lvvme0go6jdvcMK17pOIxCFasUsjKUpwzDc8mJcbNxTDqmHoSO7DV
OpE4VniicYNxQjZeeTYeQ/BwOhooFXUvxDBoa5KlLVh/0AJvHh2Jq2jrjyF97aNFKGYfuOwoPcw1
dGCz79MqpW/PLA+Bzd4QX19DN3D7xs/V4PwH8tU1fKMSgwMQ6aZtDqU9tWdjMuYTPpevHFXjMi9u
eFWtk51K4s7ERklq9dOEgjW4PstFguJ01zBTmIbEHpedEhfLjp8Uzb5P0vLg+dI7YI74hcp9HSyy
EVRzETqbx1/EEMqo4Vu91nlBP7E7eXuDn/sPX1D7SfLojpx+grIz6eTFbENAgxNWVHrRvAsPU3CH
UAOWrWGL9FN5bXHSdBx8isbx+7tJ0Mmjlecve6czZnaKg6bFYpy5Dq5BJXbZHVO89wE/QyxH2v5K
I3Kyom9RxIeseCvTWf9I2LN1xHKUAjtWGGN7SIqYv1nV+Na+HSf/AzMGtETbicN465TpIA7CLnSy
nmHsH6ZG8noYGOOCaCEB0m3ENI+42vLMQCqIvbrdA7WhjDzw6xQqmEz4CPslk9mBmpjcOVrandQ9
fgZcHY50YmuTDEP8nQJCRpMFbH/bvXP0sNb0y+A8UIWdfGLZcwyawgO/vBr+yEsHSxv9LYdMtQld
L9HHBVeOAU9SsD2umzT2145ubHq77UH61yKOTZbFk2rk1XQLH3IhwhAYyDGmtrNc0sndGPxQP6OH
CHsXcPXzgCEai7sdxkVR80XZqrNeDIN326CD8ZzgJqbw1/KoJgJvUNT7hTwnpKNhRhDOhldQyMUx
dhwKW+YhBnMQivsmgV7QLrGzt+Ks+xZYQD8GPCagVgvvDRfUsmkWk8ZvI252WUUBI8N5AJrc8sNq
BRK2+JrHmJrqyrYpIBSFdQp0FW7o2nwvOpf+zUT45TEBk3CUk6U3bl4umGzoj6XNESmkauuvEXcV
KFvGgu9bkg0eoFWw/8YvQYdsTeGM4Xb977lY6qOY3PirYYPCM9BtsGDkYnG2MG7ph2SzQuNz1S+3
/kDn5sARdrMzxDLD/Rpygz4jLEsWUIRrGZvxaQaUsEOVtx6wpiDtU468RUp49WtMXay7zQ11gt1p
rBXfvKWyzuQNrYvEdJetVNMFoIloa14s0X/ZIMlOhWDRqi2S6WUeWL+Npu9OCSCXRzlbODhEG1By
OPsk95G8k9UABS1DT690ZDk293e+8FsXrxUkMCiarRVf7RmpuNR2fJqc2WEbPOQHP7EpRAGPGp4J
ZmXr2I3dJ0CQ+UsPRuFQKV6QdclMcwBMN6/qwTIP89yCEIP+c8I/N2HkNPN9b+KMcmXfbBpaZy6i
wFSxj+O2+ZWlfZ7jhBtJuN8LVVT9sTcMlyCm5Up9NFy78e+Rf0HM5si9IXfiog77fyLX/yd2j//L
ak7s/8+8vf7sP//PT8UKer77LH/+77/9+x+ZUHKi+s//EO3mv/nn0tF3/oGpl82TY5sgGuy/k92e
+AcZCVo/iDQ5AXmMv3eONh1zrAHFrYQBNBnu+X9tHG/NKD5fWJTRAKTL7V/9NzaOxD5u7u2/V46E
DCxCPWwwAcub8Jf+c/cImVRBG7sRb0ym2bNhBz9zQlZYLNOZ5ZiHTjgdwfMmx7ge5RHmwK/coeub
7GokrNnCstjVl9rTWGoY2134gOYALYSvL1bxWJARH4IufOC7Q3umQlzAetbLqXjIUXvHTYsWj6/e
7Hg+5cyWOseb5KrG6X67bqdPix6U8QZ4uZZvDaLDO3i/8dJDpoY0OFyLqhSM8SGfeS4GJUQJwFob
OXghVZzhesTzlK/RmYJr4gAwMVe1vhFJpxp/hlrB1mam6IOpP4dU0C371GGerwnlcv4Mx4bBYaW6
wjwCCyWr3k466o30wV+0WLsxKWCRtnelceNjtvYpiYcPjGT1eigdCzYFrIYjps2zcqELrhZJ2qLQ
dbau8LPvPFwmPFXIFCv7ZAI02wEcbdV2bHsMDViBBy6NYWWWhOjd+lWh0lI3ulZcXSJTZtJYjc7M
Sm2xUaC8FP9eXeoN/py1amXB7gTLFddV889gzJesVNOTbMu7bpiVhCs6IZvf9smvXQf50+mzi+KP
HKCreLl5iEndl5tZJMm9lVPYsnKo2fxR8wg2tcXDM23J4TLwaBCq1rr00nGIEuW+skAIFI4GuSTI
ILi+MURHpMKmgI4q5p/XGQrP0wBG/YTc99qmE1dqj7bCrdmIbIvU3pxcXrYHkTUH5vwba/qBHES/
mc2WviYyVGsJv9Mc1WdeU5fjmkrs8GThGwrZmmOP7HZjOPUZumrI9dY17yt/wBvFjDpxH+MjMx6n
3k0eZEAzPN289jQdmqSYX5CvTJDSaXOnuHLHfXasJctSjhfpAOZYiibesA7kRkFzB0dBSqAly4Lp
EsfFgU6LXq0SB/X5Sgv6khybxMSeFdjB1GHRR//hXmQHoJMZcQThGBLOBUwkBC4XkdBPd6S92XhM
8UdocUtklzxGiKzYwNjSbPhac+44YnnSiMmEL/REHKRgXo4XnzmaRSmWWav+rZG5t8oLyAKYlXNv
ByxpuDJGZuOduJkP674JxLZyNBSXdP5Ix/IPxSC7xqyPsunpQ8/WZR5+ebmtt3mDPhx34dkn//06
JcQCwgk0YsbxRcawxwRGl3qu+DKlTbrOvDrud/WojfLH4hu15YM96yPBAuwPgDKPTEUUB+ZV9YR9
Z05XrKWGy6JRnml2M+L8WI+tfiD0maWgzkfcqnZGzTBIWnilWjpirRF8j4YlyscKi+WTHMXZs25E
2rgx5uPQjadYTtmptukPXtVtyDCSDB5O0dSDvLqdatIrM8ufYrvUtdqR9ea2lUJ4KOC8LN2nwFHq
7BCOYNMvSqMCOql2j4M15FcxED1kRdI17JRq2hOVmKsHi96PmjV4k7BlJEfzRcxd5lu/mzQhfEyp
tyZJNluS3HNmlPLPkgGAMEHt0CRr69Uy5d6VCDzuj9bAEDs52XsRMszuxhSL9JAMILaNDivcKuDa
scFpnlJiXtxlVk/smD3tpc2TnPWSbT/nRTIdMcCpncA5uCtT2a0zM6D0pG5BmG6Mue8OUGZDsW/D
5sNZDHUMZ/AZrCTkTNJB9tPKQZnf9U3s6pXTtfa0bd0i5NF32/dZJbZe2PxGVEzTZw8MOGKykVte
Uz5mKT6QWzIIEbYeT0bTDR1teSY4CmyGLNJZ4y/HevDLu8x3mvfMVzhlulDdCixpqpZpt8fk/GwH
rEXW2n02vJixVSpuQyjr3Yt0rPuicXErjcHey4BlrxId7AiGvfN87WAOYK+nQojt1JirPfYTLg2e
ixaLlS1wSdsLbSAF96zi1iUC9rbT3tyulGutoTQMZyp3u5NhTPduiAaDi7MoFT5blnrAi+Gv7Zs0
9a65UTZHW6UVV7cseVlgPN1GPxLpYXsdDMY/cO7TquyaFz7gXEFH/8q0yM3ZdK5eZ860qiftBXYV
a5f8t+VTUgPlQgTrLInFXUGQ31uFstI8KOjOayKr7ACFTGTU91ngPHJEBceUJtF1Jx19aUVTPlel
hRPFCcqNjVXlTBpr5hNcwCdYSGJgpRys5bMGZDTCKEAcGbiSktLoAdoiKZbqiKusAsbfzhtswyW0
j5H++q6z2QI6ssKLYizeuiAdtSnDDPVLTefasi9CN49xD2N2OynSOURNsGK8tRVdarCaSh4WlRdu
Y6PawY8No9Yy5J5SrpyWhNQcPhZzrJ77NDAOaW9V9yBfaoNVD8VQK69DHIzSAZNH5HXVcww+hTcy
WXhqhiBJ6qthsjXgvsCagW2lyo4Jx9jn3DdliVsb6Wbn4GJ/sjJqSxBebpYryxq+R5/v7NZpQ7eC
qdSK14Uw5NEGY70hTcikMYK0OfZ9ekcXFwcLFzfu7aqIuD6Js05lRsAqwdvANWTlJti5ssytuDUC
AfmV+6iWkXAsM9iqMC4fvHmwnU0M6/XS5+zRTgIjgSY11ZzD1hp/+TLvrLNW1p3Z5dmDKupdNlT5
Oiuq7yoToMdH4PJxQlFDZFVt/7ykOZxQyl/PHo4KnM+MiPkGxDPOZxoTdrerztHCu/BsDxqaW0AU
hNMRjH/GUQkrTafnNrEf09hiscvHJGk3UpXhQyJ4c7bced1wFVPj/SXxwA/4C83MWqULvj46rFmr
RUEDdpya8JKfA38gfj3PM7m1ET4bBtaZguYT8MiVfJbkgH+KarzGGdSKyLJZkx2chsmKTanqLdII
c1O/Oo3fSKjdqu62YRn4n1Y6iUvD+h/bFENpDPAnEF2UehmwiqboQ00azuDGO1lh7O0z9Dd6aIfU
mLboKqrdjY6B1GT64JqNzngFSwlKlI/S3lDC2pIllIBD6OAAxebW3j1aQoHYB3lDZ/JMjwmUn6zp
twQ63rok6bbNrX545mFKHBuoc7wOU4pTNZ+0da6xZ6E8c/lyvAyUYFI3uMFELKPZExjVHEcQVwTW
gQ1l29RufIpLa9zSWGwka2A1ud4tzWCItUzQM1eaEEGUQHJr1iNYNK7t3bIcPJrQj1OWWCSU4nbf
D9a0dQVfeTMtforU8VZZblt3qej8C6AYMEzLTOfMyqga605win5RQtFt7IWFoCjbgK22Wmd+k10T
XbqKL8Isj47tnNzctHa8ywztiMyX2XaTHfCPpw7lTa5HP1XH1Kj1Jsu6F0visWeKTb6B8e8F/Rhr
oZV69acKFZ80u/01WPG0J/Vr/uGNbfaSTPgODuGVKweYkBTYBvvoOn7rG19vcsMOP9rWFOOW2EN6
lOMUTC88uYPh2CexdZzdbtrUcMxeEo7oYjWKRnn0tsrpa0QVe7HjovyYlmmEpm33u3i8xWpkYxuH
kCKLz8SmA7THI5tAUzKb76WGYbJxTPcPrR9Nuqmy9pgbg1Mj0CAz7RbtzsV5sH2elLgZvWWNMlC8
Q/wof5MDGefjuFCAs6umYQkPgdEYGzM2QCo2ywDseqmH/Nn0Fpbhs1/y+wLEpioCyQ18kAoUT17Q
wFwXvdYhGlnnVWrvIUdUmzG06eWeq9ap7hzKGXWUzTyuSKRSsRNPgerX/L7RfiLrwEPDxy/8g2eC
4Nckw8m2VjNwdPSRsLfmHUDlJurLFvK4catkNQCvr9khel8Zkd6HIpmls01Y1uoJYxKQQnSkPO2W
p3BUbvPRFayVVk7bHXgQTCWmyLYZPrEDmOaeAoA5P6sFdW/A3ByJAXeljxLRXguR6t+5n1g4TFto
7quZduzn3nFxKeQDmuemgWuF11nPl7J1HPXMMVIOnNSAydmiFU9mahX1sSd7NpJ5/ot5PMxsHzdx
16vfbSLCYcv65T6cYPvYSfkiMMu+e65J7x1CWvDmIk+nR4D2SAvY6Lt75JT8FMep+1Xi8CJuhr3w
1+iwLEH+AqS/zcu26relYp4qu+6hq3HKzXYSfqYQEmXEPHzVy81tTf1Jv1GSJ8p6ZF2K/6zKCeow
GOPwT/BLYAEvMhwmDVtEA8UoZXFjCt76nZhyiSrmwN5iZ5PJfb3EthdZS+/5W4zzGaoBKngkjSl3
tuj3podwwaKZqnK4imvR9M4r0qpHkU8xq3wzWxVec9fz3GuZ1xxtpP7S4UzxQY6E3Evsph2L0QhT
Tvmnw9pRbIFYmS8MMF0XKWe8TUky31fjWN1R0Vt/6dkPWkSPVLyBT721kgJWDM/CyeuHPMQbtEuz
uGKIs+stBld73Mb4z7OLy0UNa0+P0yBn2+aJ9zAsElIoJjpikUpvP9ZjfNdRBS/ZhKf1C5vdOd3C
MxtZrpr9V8fqNWoI0vxRVTuCPZq9FRkogS+HSs1uXXSNfQ+tc2wArrW15Fcf0xKE+exOaLudHt3J
wfRMTMe+5b0o4otr0QebnpxDdhnCOW0ZSX1myDZRtYbIReNKhMEHyzsczYCEMvmoeDu08/CGda97
xHtKgnZcpnSPeuct72QERHysuNgpJvqgqNcJJs8uylzr4uOrfHTy8VhIke/MhqFm5bXa+n/snUmS
40i2ZbdSUnOkoFMoMCUJdkYz0nozn0Csc/R9p8COah21sTrw+L8yPDwzXP6flUjNUiLFnCSg7Xv3
nnuhMYRcEA5a3+4iwaFgNU0ZXYTCA7hozFg9iCkp4ucEYy1m+CHW0kNr6Dpn3mgiaIa2Z3gCYMP1
B0ylheZ5dAwy7HFrRfduNpUTyE/T4cJnxxPofmOkf64NulR7CidVdx3NXM8umBO8ZKMBuG+OPfes
j7BoxnKbRjplejNmJ2vHqnv17IDSa9drzpWCrIktMuRU02SJdosDsWWTcglm44x55zRcq9AXxxus
xNwMk9i+MWXiHCjEtJcmSwk10grcoJpTvEiq6CdOIO7B47py3xhW9C0Llc2Z4Ye5kzs6Wyk6JYCc
0RJC5JYduXmuqUZ6TLl5Girk1E6el75jFu2RyLH5HNu8h0jFN12kk+yiNbxyloMNUVUwmiTZr93e
NDRjus+qzP4eIS+2rtJ6yPK9l2jpPoxriu9lMIB56RnmzaaghVJcsGPMXrrOSkd09NSQg3vvGsBS
HDCc89NvJDhUp6Zm3p1lpYl8P8aah/Qaa+TeDlyfblawoYh1n1Tlve7yaj2cpDjinsdMMieN+kGV
mFd1rYHHxT+lZ7ejHu7RePPDg2Q6kw/a3VectFe0lq+DKt8LotFqDrtPXcq2V4hjPeTvnFnf6JPf
em1115jGV24kJ7PXJQTW3C+BiJqRFm/o/RwI2yD7M/PQuWRvkHKnDYD6Z81iNmLquzQ40F0jfxWN
fR/r2pkIPEFOREALXLc4zETlOVftmcINgjcGWWPMbwS1vJbAUTeujAUijgoSA0s1XQbxgdLV/KQH
tvjPqf13TfiGLcsvi/SkkVW3MBGgzEm1FnSLVp2H1tBCV8yA6aZVymV6ZbRZsM6tZJ9X8YOekwlU
0nxcMdq/RotRYgzmXZSUT03LhQgM0WpyKkAFekA9Pk7b5qBVXHP2eqJD92E0ZaN49IpqrnGqT+Qy
rqTT2OEjzr3a1+fmxP58A2aMPc4i/cab1VnUaFFm546aznVpFIexcHw3oeKRCdYtgyuFmOjJz+m+
qvX2MGqDtQnMZCt1daWhybI4wgfotFazM2i0Tp21g7JkdLT8GlOHzsGgPOsD7uXO6V4zpJY49uMe
n1rsIc5cLAiqwmm02JSoBkSiwOrfu46PsvER3celMbzyXFnhqeQipbM+rZT0VP1Iv/U70DLrxMKG
TGTglot7qL7S0nq+QTJ9w1ELC4uUe7cxKKOhD0+cALKxLVYkGL1ZjvFqIJH0xyw9lLEWn9oyvAyq
3IEYuBm6yb6zMmfk9oEcoNJ771gwmg8tuR97u2BvcioKVBIg44prT3VltnV8gMzwgld+W1V8QXZ/
1AvOkXCccR3MwP4M7Osqy24aQ6iDEyV3pWjlhjtkwOCrY+zmorV8pON3nAXz1ZwP74EiMsa0uQdO
MU+zzMj+yhN09GamuoO08fFqyf1MU6pHJzidvXSY3lvbPThh8NRb87e47I85auCdlU5nignIBUrr
zuDwrs8kKNGVjHcgpX2rMsQ+MWzjFBk2QrhcWGu9nQHvxsN8Fsqs9ug6dggxBkyOI8OJ1Rured7e
8zGV785Mj+U+vZeN8YaTCbmCI8dVWlUSp1eu7512MdY05jWE6v7sUkuDep0+oFu4E0nw2rtwDz12
cE4b1AX04CujCpN6OuYaDqZBHHc815htqKctTVDNsYzsgtNIhi+FVKceDo+cwk0bWQJ5mK62FEDO
OEm/WUF9VRriW4llwEcWDcbZo9aNY3okFMV6bbW8WYfxfOPKlgFrtKfQSbtvXjSk+E7jQ53ZRx1R
JCThtPPOeQiDhkalYwZ+XNuRtm+hF4s9ZX7qpIhWwuLDKsw6+2w8Y9yh/vVOcWXM921JfB1pyOZt
E7nWgzMn82koQpNmvP7sccvyI5GV6z4p8ebjKMQ5107jfsyy9lkJ3n4xTNKXcSO3vdlNd+DY56NV
oRMOZqVt+4navw4G851EBngd5IAOFceiKKnYaVBq3hOQlW8bG6edm0dopcf0QKuT/mJC+6+r4rsg
iY9Y+h/cfL61pPUQcsxf1X0tr0DCT3vEj/uMA6lpm2B5nOvCUs0aLmWwITwQn5Y3OVvyIEe2OPmA
WhUapUfWUhGbxlXNIWXv5hV4oeiKievAVmfOWnP9jPQqOSxe333ewcYx22TeDLS1fSOeUYZ119Ki
OJEjtu5JrJlqZ6+DTNlAKwiu0qiqv7SZU0DY4+zCXThu3MY+Ef0E9iFSh8LrD6NUxzbPg/uw6qcT
1G6j2cjUOoQOF8jAStuXShRUDOfkxrTknoxMSBzZiMbJHNJTPHTOK+ldH7Y7i1WALYumbvc4E2/4
QCdI30R1lW5Htzni12h2YdQ+4AzF7t+YRwJEVxX5dZTJ8+LZjIHNqr58B6D3XqF7HwMu9LlQ3cbL
xu8pk6RM6bCttKzMt4S4Li8WCrB2a1He4EbKv5qaA1Opb8NtFmKJhSNkr7gUfyZ45+XUXVCd7gTr
yCG2s08uOGzwmr4z63yPc/5FucFaGNNjmNdcoMP+0bEr5zVE0LZl7PHl3TYkiXRIr11dvs/uKD5H
+H5w974FcfGMEergGgbfua6Bz07VwU6dgwL+R4jBl6kP0Tqvx9zF7GsRvWcqNML0w/J12yNG1SmX
21vUuOW2BliEsxs34obmWnDsWaaeLL1/STrR+W7tPskgeeV28h1uzxnww7ytze6Gc+G0xpdLQYcY
NoPayKaIKNjwb967TseFJ+DVNc38ZtssQH1Sy0tNeEJd2teD5XZUEwzbfMsSF1FCoFsq2ELEG3D/
1iGHvmGIISL05OHZDdfbWDkdC0taojrOO3kmR4W3SWYjQzQSpyXCx1cd8pVGk34YeSU5taVz7fGW
PwWgmzdUVS9Id8YWPKqciBGkOtCeBW0ojX6jCED8IiO94cRVWPuZtF/zENiNyv0KvZS7MNCbJ1WH
lDCSZEs3fTwOKFCQXrlyfgQbNgFRykaj41KMc7JfqwwPORtfNpTngaJCyDMWc45p3y7LLrkb5loJ
H39jn2y5SY3RXU73nBD1jm7NJAb32LB0fKd/Pl3r/Zh8mQ5eDUQ/6PAfRZoNOiuCLPZubcHFaOYx
W/UAjAQYh8mVEa5VOxbHjALtNqe0RVhZ2lk7imYTozCFShCCGApi99uU59d4HKm0Ish3KpC2XmVO
6zIhLKwRJKwALNmOqECt1VC31Y3mius8KLSPmLF2MeAHADrEr2VOw9YbAyrNS/LWrB+Lrg22RqgR
otrdINv0M9khX3GhBlORVpuhJFctCBL4+5mX+snQmZ/CHKMNU8feqLIuX2puNrABxnMdJBEM3rAk
Z86DP2nlFedvRlhXbQndCQXNkkbA58m/RwTvaskJgQtKFy6bFtE0JSk12xT9KNHpFeIYTgNFa5EQ
q2WmvhYynbc9VdFwW9kD0P05Td8xniO6pu2sSHItSsfvHaj4drD50bv//yKG/ykWQOK/Z9Pfv8VF
9z9Wb00X/e//lX3l0589VD/+9j8hrOY/JNRACKeQ6aSHc+P/Qlgd8x8uMgKgpKaUFkxGdAv/SaqX
//BQqZC6JFxTR2rwT0mDIfkr15T86X/DRGUtZMF/ChpgGjoOWmhToGyQcglD4v//E0Ux6MJGuelo
bqiuEZiRcJZnIYo3Q/Jo1cVOD81d3ckvLwkenJjWPW59DcGuOkrqF+vOjB+Ck4tZfmtP3guJy3JT
eBZZxwmVn7576oiFRS1cXnsMWqmlxCkAv16TTtxvkhl2S2PA8ZFK1quCLc8vRPk66bXYNbo80ofM
/xuOv7/NPfo5Ien/WdffEjjw70fv7qvJ34qfxuzyB38MWQMDn4Xtz6PfbgKwsMA7/oENFv9wHYE4
wJEW5FVDLPTV/xiwgj+icYFdkIYvTsGFLfkfGhxb/sOUUDQluHBwqgRw/lc0OD+DdaVu6KaDc5sP
cRDiCIuv8OfxSqpQXlndHK+DKQglPWanIOeGMhQR6LGtRHNNnpn6MFTRHv70iC5/zIk/I30Xnug/
Z8qPT+apoPIXgkKF9deAQAgLSC7DKF63ywGQmpyuv9dOF7BhW9yQqXc7Xnfo3S79avMe5vrff/yy
/vzl8y2KUsLisikxXv91pnZ2W1EnTLBRSMnpn3QC26IX0ZY7ChfeYzcZ2Zdt4qzC5DjDwQOlUO66
Vrd/w139me65PAfLsenK0cMVtuWYf2FtVhjU50FrE6Z1YA8PbgCHXqRBgv3BMnkOQynUb/iePy9S
Pz6S5dN1zMWJyohcXs2fFqlBJ0O25hqzTpJZXNHFjF5sqx+PHCK1+DfP+dcBRgCdKRbMsG5YQEV/
/qxWjQoqFUEU3YwRc1W1HEoOWQdMaMXSp3YNQa/VDcZ5/f3vX/C/+pH2shqTDkeuyY+V+k8/siXu
ZzIrA3lCETTOjYMcKDlaSiPoAOd/+l//mcxj5o9BaKPn/TWMruo7C7mnla/pyYmrASWZD7xZ32Rh
8plTKTmky6P++1+4PLqfZ5AFeZZ90HZ5rkDufn60atY5hVg1em1d6O80H3h53H1/9zG/TlQbJaBF
7i2WYd3+ZbRMcd6rtIE9lWXiql3stXZP+jcRTCuq1+kWuBXauYwoht8sEb++Qgz5rJ1gv/na+KJ/
/oGFBezDBFK5HgXLA4KpqF0FRT9/zkWEEOnvn6Zh/vI4eXF8jBA2ay+H9J8/TWpGWiClKNm17eQJ
5qwD9tXQ+x1BDpQwUDfZ6abLoohac28h5hi7roOLJ5Xm12Uh9FUeFWP9m6/16zMA68MqaSJ6ZwMx
/jJ/UhcVcrdEyPRRbU1XJNIummUvHa+JKfB+sxb9qw/jBMVFmR1Bwqr9+RHMcHIjFVLpgGEkrrpa
j3citCJQaPZYvf798/519C6bm2HrLiuDjZr0589yWO0wZCI0HBFa7CxuyfGKIm5Y/XFE+bfE6V+H
r0ShZpElaPBWdfGX39QFhiLGOyzXzVgM18mkZbt5HMUmmxf1lCO88EPXVP6QBxo+gL//jb+u7Wha
+chFgcsqL5bn/ac1CNhj2KmK3xhJk92tj2cIW7MTh2vgL2Z63Vek6v1mwPyL5ypNmzMw65H766Sp
cRY4BUF76wha7oX4o+yJldfd/P0v+2VZdxYUNdlPy9pg8j9//mW9BLQ684uBzxraBS4eVz3Mycc0
7qETkrB4bzB5/9B4/9tXaSBj/nnFYwGSUMpBbpvLpy7P+0/Ps2y0QbMG1a9dUsK9q8AK3X2WKzCc
bTS7ey1DebAbUjcb/aLsGVATKNDPuMiLfasPNMoTnerSHnuyMf/mVf+YGz+txrxoEi0djEG0tX85
z1hl6nXToGHaJxeJfrueDLvEEfRaDZrBK1nI5Ip8vuhCn9NbT8lcHFqCaZjGc/oVw3KFnaJEXfou
rsXfzetfJgEwfFfXueIsaxwpxj8/OIQ3s5uQyLJGxu8+N92Qf+PmbDi+M2XxLfAhTb+OM3qja86J
HAONuVGmP80mFWIOiM8CXcXe7OUgNx7QwyMmyHH0iT8BQNVmjZrQHVQsyakwHYTAiELrVb8ICle8
RkeRpVukn2XDYMLJnA7zdlJuN25HtGOkG2o2B0AbA3WL5wK7zegojCy5Uag9qm4qLFz/s3FbmUB/
QBqRFuabepodw8nrY4zlzK1GT7CHVFz5STDquzvVGCh5raDYmjmR7St9VNmHNDJQOeOYc3dH6wIw
gGeCzUob1AU7OBLkSOHCNkO7puRUDZy+YEa66SsGOIXAhThI/++n0V/fC6s653hP8nIMD+zHX/Yc
RR82yrH4r7WbDOsv7WDwjJvS6X+zKCy7xc9zZzEA4Gsm6AGrOWTCxQjw57mTQP7pPMrb9CxiJ3rT
TM2j6KaIuFgDXgJcODd4yYbCAIuBBHohI1iXICaKkZ7zQExa11gnCDTixikAQm5CAGWXuZ23WRqd
LIUd3YZ/grt7JM6LPS24m/Hu1BuLiRf55Ix367nIM3gBwMIleMxmO3bxt9kcNFChM7XCFjuuX1Zj
5seq0t8ose9LVScvepOSHIkEdbyPbcryK45a7gqTAtGtUWWikp8MtMNOXd8uSyIGpRKDUhDI6lLP
pjucEP0l64oKYLNLOh3UIgVX1v6wD6wj64GE2UxxbxVIWczrLE5H3UfpIm/B64prhK3gqzXd2fYR
DDBIAlqNTSitnF0UTWprS/h9OMyN+dkK40NlV9b8xks31nbroDLBLZi1O83CmgG7ekSSrWX58KAb
Eq3bvJDDKxChPd6cW6KMEJZ1fIvJN2pHc7CHu9pRz+eFA5m1t4E+VXe1LdN700QUb7fAhsg3rVtJ
CqYAMIy5Te3g3p/xFdbWrslc6IE6htvvTWU0JVONwic2T6BZpTFj2IzBpqw7q7V6CqGqv+hxUGMw
G7IDlvL4BN9NHLXO2gIyJzzJUtYVD1+/KSZUBxXAkV3s9q211gwqlT4tCzreuiG+CL37Rptk4irZ
j95Lw4i6i0h2wl/U1xDjF1wy9VHrFVqRsR9JKFtB7nqix2heMJu3iB7MT2PRIyWx69IMmjUDPMQE
csFrMrpQoY0/f8L9dJXnQtxV9HOa1UzYbof4CzUAH9Z8R0yCqRyju2PuCKEz0pssqD7AxNzHSeuu
+sYcp92gcgQb9pwhNXIt46ka0yKEZW2a2yqp9Fs4VyEaHqHI66wwosfzRzMOnMeoFq8poc+QCq3+
TmZV52epVxMMm8/phrtUubPLBLkbA7HbsGq1Yp32PMFE08jh07TuiDWH6OCCcnKwjukePWCueIjA
5IZHLi3ZIW105AQ5/p+difgl8WfS955b1c08yVRkrBghdfxEQ3iCkby/5DMtheyHQN+w52usKOrI
NZsecBO/4tMroGk294GVdasuA83d013Q56cmEU8Jt1QQoliOG604TCpQ/sg+vhpZuFZmNFYbOsfp
Nqt7A+DvgKLATLy5JhmhM7JNaxUKdC92RMq56LlVasXrUIyzH2eqXs0pxagBJfrtoAztbDbRhdQA
UtPM0CJWNsJRLoyD9ML7qu5QMk91/BkNTn4oyuyUdO2DF4tw4+Qmw1S8VWp+AycBGrEt0uEbp51P
DzjxWmnDe6Nq+yWZllIYd6aDmgE0D0N+p7zwrE1lcaXXtvYML5XOqYQNHcavxvzZAGQFQ/kZAWNc
z+50nPTwmkUKrVA/+LJrd/WSV+w5deGr1n4laHXAnGTS423jdSeqbVLMj5bs4FvSfg8d5DVhkLGb
lo+hZlg7MaXf+wVbTHqYJ6p3PYofkYuLleOUAJ57mgoknL0REtAndGanD853OJrnB1dP9S0kgXKF
kiRdiaoq1iVhwasEBGHFGMsi8lUb4w5sgruO2HhPZW5RB6zg6w3KWZPjG24ixzhn9sQbmgfIPihN
OX5maG1xBMWVY27GctJu8g74aJ/TPDBsuueIdsURyI6OZG8kQYUMDIrf2rqGWnZDXiQahhp9coe/
j7uQtdcKlDuFlTyEo7PjqAMbuKEhhK513ceZDlMgvDct5pBblOd0IgKwWyxTZvzlRpF94PQm3E1T
mzS5E0N80ru3qlWSa+qzy0T3InCVHAPm2clelOl2keLcifnqSvP2WjWc0xaI/qCZ6t7WUAyjTHzU
p+EKYT08YG+5ZIS0YkxRo56dD5wmrud2AM1ZU66bjWqTjZ7t0ze/Goz2BZzCEfcV1maFiUCzQRfa
FIso9WFIEMrCCxRHeCHd9gZ6DkzJBYQAGIUXk8sHMjC1TdH2j0lnbDUR3macv5B24LrA0nabJu5H
6ACwZ40NT1pNZ63Sog96DlSKTVZEQAt4IhrcB4XWCoCTaXidVNWHGTXHOkrdo9eRz6Oy4rurQYzh
swn5tKZobQNF9d2pjD6JEymuGhw78P287N4mLPlxDmpeCvYpTjfa7OuLDbbrjWgJ/4C7g0a77HfV
CLOOMfFlAvpi1HHz79spvsZV7R6aarpDhrA3xuE+L6pT11d3RauSF6Xq23jpImmRnNZm5X4YU4ay
NMqsA4hCk+LSlPhOTGajUTeo0sG/RAjd6c44d0093BHLTLNpVDvHwbNSqmurhlYkKvuxpIsZuB7S
pDq8oGw81po4oYS9NaMaJ1I/3MChuUll9RDMiy+LesmeiJbv5Qx8uaymUxQarBtFcRrMXqzGkOYR
VqjvTgu0h5diWlexhVCMdtMVDCWHnCXCxMAYn+i57mrCcFacMuQhaNWtVTD6twYPEhwALzzvkNEP
7UYqe0cECdxrXDLpjR6O5CXrzsr0iuLR6/IPbjZY2RpA6gjXy37TUIVjLM42Og453dTtdOwacNpW
7yHGGZd4rPlbMMRALIyQTdxyEs4pWnhCm6pfY5RZkKliXbpzfzvmDEpKFzmUpIyI2xgIQjEEw6qZ
CRWLygkjXJBsBy/2a7SBILzXlo2KCp/pXWp67ORi1NE65G+j5iHemotPPUZOSzXA2y4cU8J2wQzY
ESqRwcLVhhV9HOlgFPXJoXFKMKFTrnKPXKDRuBpCT53hFPR7EdpQpK0Wx/mkPSN5iK/Ji5frvgpu
SgwEvkGBIcvTg57hsQj3wTht4Ar7dm1cxXp0LSMwWW7DblwU/ZqWPCKNtC5BYFr+kNWfBKt+ODI+
IEuB0+/MD0JHQDXNtjyMoknXLRihVZ1Tq2rMzNigSMAsMzs7YOc7xKXJVjTmxYXxL/T7WiC9VHW7
Azr0FHBrGxHUG6Z94aSx1b0Z5FKKAtayP81swO5TXs26RlsFmisASW+FjXUbptN2kO6FqvIj7OTP
pLAhsAifypFv9yBQS3k/ivw8t5g75jx9lQ1cemt8LAnriHp22LY0fHuwEd+aTbq13OxC/TTbqn4o
feDA47pG+kQNjMwFA+MSeBpjUxZJe4N2lwM7nCyQ5+vIQvlOxC2ZpYWF5nNAVj029zWBWI2mVVvE
A4A+SWVH7wZUtiMjSyr9hBzhzgzlDaDWcu0o7cqgNe1netodIRFhLRrsCJ1TeKURsLMjXZAHRPcJ
5IPjfcPJRg5KiiSLrUBslDddpim5mt3ilDpquBmK8kNOQltLdMan0l0c43rz7Ob1Rbpjce5nJ9oL
JNsWZnZUGvOqMTV0r5A0H2NuJQ+hizUQUBjxEIdBr+/g6zyIQFt3LQVC5djfY+niGwLTshqk/KYv
VqGYOPvVKJFNo4S6jl2TJBo2AY7Ywyu17re+c+USFwMKuXAfnBGrBYyhbVlk807NKjm6Oc620L2P
gFlT1qhv6d/cylCVN7opmjWI/2/2qB2bDjda5GAdQ19zpzL0trINAj8PqwvRztmSDgRg2pEA9/rd
lIiWBOKGDh7Sjg1F83McDGTulg44GQ80U73wVZD+QqI/YwjmvNUpaGduW3+3jewWfj+LP3WkFVyo
J2wlsNem6rO0xluj8uxD5U7Wo2YASTXxm64z4pzWPd6f4zDOZ8SNHdb8cNiKMIH0U09LwFNUvyV5
fyJmB0pNLo+kCgQb5AIYrwTtfshzenrNuJuvVDy8dgXZNUi/Wec4jswsoSfpAWbc5ETg7bGhfGhd
qjAyed0asfW57oJzgatiHHBnV3ni7aqyY9eZpOZr9khKdYNrzXAjc12maAJ1E4R/YiFfSprUWHlJ
/lTP7V66RHFHrCwrSPT+lGvFKRMJ9hvL3Mx98Vjm2tcsaveigyW+1l2ybkpZA/iKec2qNDQf3WB4
bQ01mQDBIRrNHY0h7XUo+GAH3Al8SmaQOwa7ItMuiVts3XZ6CofuqfQIzhqn8CBls2M12+gdFHNs
mqeya2+hJsC9r+qTNQfgPCaIThNGalFxyEnz6K735EOZoDYWc3OpdfEyFd7ZI3umz3XjQLu3W2uu
q2AujH4Sto+4Ix+NuNavanSxoxve1UZ5B5gjRsYZv+pDvbMK5t0s7NOQlQpuHoImAUcSUZJbV9dK
x/JYcYNhq95GHY4YrQQd1jdIKBXyYMCPcwe/FmnNjStK01g7bjGdTAgcfj148NqCW8MuCMeVKqVi
Ehy8Kt9a+fiUZ2iIwszwlcGlVqUuN2Xje1epZe5WiCOA9fkykxXWdoPG2qoJTJ07a4nIhzuqmZab
OhlHZ6sB/erXqRi9Ry6M3T2m8wjyt66l+UbD0sqqkhCpl60sYDA3IuMAfeeQm4xBpvOydi/SAftp
q6W3BDXX34mFY/HTmpYjYw2T88bMmpJqVtzZ2jEg8g3uZCnMTyo5WMWHXIGyi8abznLCbmcoqZ7g
k1Vn8n71AJ5jrGXbWPTmBXMvrfXGGALngI8n8zthpi5uxNCtN3o79n7VGw+E7/TGqRedfHCqLrqg
Dwg3pM+dgTQ+eO50a1Dhf1dK2ZvafWO9A/ozvVvNfMacDfWfTOqjE04Ze/3C594ChO1eFQ+IEdZa
K+CPDjfeaLgVZt5vSQVbaYir9SS6DrTwQdnGai743kpldwGX52zuL2bo3VIILtZTM/br3BNnBShn
ETAn16bSELaGQRu8iyhJz+gQ/TIBRJKUhFPMCYa12n6vG1f6OSaqQ0aTmLW9HG3+CIygrjF24bOz
yzRjeJwtImcLR5XnsoB/0g/PJJiTNlHrPXo785X01icpcfLrWUEpvIrke6IEWa4EEK1okM1Xsddx
0pfRc0ROGNXHRh/2JGhBjsPYn01udp9X4YtJ8jVjDh/bKuU3kQlnbWTWWStOfViOgpLAKgoHBhfP
EJvhBlD4uMnDYi9bAGdWfRf31pIzEuO1M4Mr2uvvkI3KXYiz5z6qQAaeetUXb9zLwve6aAhhAV+5
VbGb3YWLCgqq6hqetSboJYx3FCg3IMeP0ejMF2wyIBOacNqVvcN6lhjcpJIoOelFKO6Z4G9toy4x
p/kzOn/w4y4ZXH5SKO2RizAV14DGzj0e6fnAtthgFNaKhyrnjpfhi79I2U9HOXvPs15oR9eQF+DP
zzbv4Yr8otKPpDc/aQ4g7ZlDW+u3ras/ZuWSfgC93kcflz96MwUERCfi3ghDfoIDS3XhXB1UV8M7
E854qWYv+nBd6XyIQQxPfQYENMPzUxu6ewU5KjujkOMcLlRynbkBVhiXLjoGVx2TGup4b4Ln0wBk
UJUQhLm0vh4ZNPFb9YHj+prXQgdtbN5oM2ebRlS3I7yktyqi+sSMQZrm1dTaIDnSHin8pgZLOxRd
f0A+n+/jIaj2ZSWGRxynAexCz3kxjc70yfQBptaA47FBiSMlMHs/9fLUl57nkx9hYCGbzD02W3c9
qMkZ1j09dn2a7x2M7mu8xOlx1gmjZQKmq1ggiJSLtrxx25dxwswJp3hyrcDHKRKts940/TiyrE1W
Tm2ym4baKe/DRs81BONOc90BuhtXljXoj7YI2BfMirj10EteKZJAzYDNDUQLs9iVCcZqh5KI+pk2
QbHo+gvEfSpjGKUOQxoUm44MmMWGqYbtYjjcT5WQG5WP6LUrM9MOZCUlN03uVMc4xHe6KsE9boGN
4x0DMHUv9VRcF0l/0nIz3ziWyF6zLo5eizbBYm+040TLTerYNAhb9ygcf7mebtAksNSCh4ubN2w/
sKKSNrB9+ujIAZOmNT6qpdLMfQlMELFRHFSYO6G9VmaUMCAn1FH4jdKJ4yJKVMfaYkocKCC5sisB
tShbk7elHi9hB73NgNxPKKAIw6NqzfweRb8Ou8R7m/VhQiVdzRH5dSgFq+BI8lhTHoYAtilVamq7
R6MzYvur68aB2dv1TYBJZy6abwn/5vhieQ17AYJnK3z3zCJWJ5BVTnwY874NfZ22wlObdz+6Eg6r
HbRU3NSJ6ZKnyCZBL3Li1A/ms9eNXQ3TWBzYK5ySK5ATxvd6bjvvYR46l5oLf7iXP9oJTZ22yYHj
6WRzoCjafa/HlXubDRzyjrY3SGsbdG067kugwc+lkzGoitThP6hBWUm3mhT6AgohUsNXbsLKJFus
t6xo3ZqKOImxmbL8xqptRUBDnzRbq9etfUSsiLduRBRwv6LuSD0bYbj+nteQ3fJcd8uvztRa+zwN
jp37ichtQatM6OGmDkdNwSPAwLenLA/EXyGb1Hyal/kCMtGJmpNDBeuNyB4MbQlV1U2jmWighx3c
vtvJhhfAhvieS9wMpIvhi7xTwGRfQCCvoP98aEt6TImBJ622Q9OS/NRVLDeeUe9JVBS3M+XWjdtG
xhVv+zXiVBsN/Zfb6QDu5Ti/thk2ooXiPLUukC+wJJIbF/UGfxq5+XRqBJ+SUHBZLvHR1i4ryVXz
G36hBjuFo9E2Cltjyy0+wOBlzSkU6s/Yc/fgbb8ZYefclM6gI3xX23AI6zN/Yt9TMk8fLK8XT7pR
JfteqHe3s9m6o1nua07bPlcognoy6EHHku+KEVq6vGLKlH5LiA/1OmJnvGxn613p3GIXcOGYeVBG
Q7zi0w4DJHBG/ECKKeKAzjz1Ui/eQ3uEgEr27GAf63bMLWoNS7t1CwgxGcGDxlzobZE2LhrrjntB
KS2uJ9wbie60YaHtcJFPKO3rZCr9GpCQh+S9ioHijbUjr4pYw8BMdF2B50BE7v9h7rx240jSbvtE
2Yg0kQY4OBflDYusopV0kyAlKr2LtJFP/69Uz2C6+2B6/rk7wKAxgihRrMoK8+2916ZidBgmcfaK
1pAPYT947sEieONtHQOLQVjO+IjhYQswLrWwqyNvL/5/ElAW6Y+p49/teQ22MdwqqLC4OaiDqZrO
ym6cmKfouaNizr7LJsFSQBaJ/2pWIQhBAg7Yxq5bGozmMrxTThB2O9JubYzp3akpJCcWScmWyir7
rjBnbT8BzVHmOehkmx9Eks8j0QWZ1SQ9fy0TA6jM4tvgEtq5Oi1BrUvWIOtsxNi3hK7sOiKqFbiF
MC6BW1vJgb8ZFlOo4vxsdoA6Ols1D/j3uWHBhNInSijYEp2sfeAZhjWhBrsztjZGhfG1D0DX2Wqq
kxVtoO2hMLgG5jnjjWsmanXARzYums8rrG3TB17SBhs1ol5GnDvv56gkl5S4PwNvfmNL5ZLFAfzc
KFs/LHTAMxGlcwnm+lDEgbvHrrA4P0ZmObbs9oVFvRywn2rdGsohwBRwNiqd8Ri31JepRXzXwOK4
cri9/aP3U2OHZh5+CUvy58tYLf5StEk87lqM6iW3fKXSAyNozpaD6vRdqWpInm7Cs0D0qTnnJCjJ
1uUurvhJTwcr8WEg90GK6V2W4ZYGEOhyPMuc3Iu2bJ8XWWXX03b/ZVIZGTxSq+X3xsj0tlfyLgpx
VU+RqUFpBNZtaJMx2Y9+pqCRzNFxFuKpt0o8P1IkO+wZYIPB8SbMvFoiWU3Q7oyot04AXEVzgqxi
7K0eGgHU3g2VoM2TpfADrxnIOfwkeqa1sVLfAt60pxj55FtGfcBG5CCbaU4q17kHH2YlKgiKWyhM
nGY1461ZCecwt3ZyKs0QOBA31avHc7cOLPvNKWcrWaPUWh8wvDyEM6+zNigc+iVDaH2NM7u6Zab3
BbJovRnNwt8W0xDewrCvSY74+lqoULAyEBmnbbe++Ep5DOs7/4EWnTFklMf7JEjqok622XBUQUeM
3wWQNPZ5t6+Hsbozx7IFri/6lceEktu3tAgkL6tdE7+aIqQrtu4/VGZR3Kn9I1Wd052eGnfDjtHd
B51nn7AXkVvj3X73kiwJN2ZjUQmlymVGmtpDtUNNxKwvGzIRS2nER29ARV3oYI25beEuOOtsdPU7
YY6UrHtoWFz70+QKotf/Eju6+zLmPtuELW4Gf9PFNmf3oadKmKrtqJxPAuU42Ggks/uRo8iuNcrh
B1S29lbOcXs1VH8CpsHcyKRj78BAgamVVDaDIjOV1Cxn1Wx/jZvZX3Xab6iI1eV960TioDx8ACsf
p+O8Nvs021ORBogVo07EwgPGNw5df2fEFaDVDl0bCbauWVf9HiNXPTEnjq0Oz5l1BhDp7s2FDg/k
zRrXYy0F0/0xMvmoAB22bN97opeU6wDuzT2CZICoR1BwH+fWwpoyckEZVgnP1hHNJTIG9eHp1L5P
s+GzF2UABqiZj9xporUHxyrZ2IUhjmVRTXDkOIjKLKD8JmGWRfun3DsNeV8Qk6FzmyD4fK3b2go2
Idj4ixUI+VhGIycPVefbeS79ewY4PlzM8DDI+cD9DUaXoPKmFtMjnhDjWbtld1OoYhxfk2rH8489
IgCJ1uSJ/daacrm5hZJQluRJJGNbeY/UspUbunPyY6CG4EBHWHjoU48JXRJsUl9UJz6yx6yM56+4
6ZhqR8weyaOpm+GEcHU59nOjbdOMiOJofhmlFd3LjKTaQPU3cxzXerCm4DVzl/mqWRTpvpcm3UsV
3gLseDHk1KDgbtdahwww9h5ITX8FZQIhswCVil4ZfBKCbn8UWfmZp+W4Vk3fvw8Y6u+JHDXtqu5x
oHptz/dB00PsntYCSXztj3SPcwfOT9prd34OPxxxG2aPcZjCcjgSIgRgCZjLsiCd2HQ8r4NKf21p
8N5iJHkpiuy77LCZUI+1MikRhlMm7ioZQFEYZvyCoWVwJiKgnGIMKrqdUSznG8PIN6Uu6zVzlemO
xloGUfSRPDIKL8+TyB8HTs6DXyQuCCWuE0aPHGljuz3BFORhlZorc1RA1T23qkl2wTBEZ3weHW8E
a2IwBmzABTOsfJifZjFWm4xFdEvdAa3EY4uVSgREt5xnT6QfBX6xnSQMvkEQ3HL2Ml86EKCM2tNT
EehvdWu2W5/X5hPOP8q1PSYQvG39Mvv1SMljAq+NTWDWsI9oVzsZcxG8hUVYMLAEVs2fgOuzcYai
TTd+yMWgH9nJVg0oo3NOL+umGkbjeWrr7mT1oz5HbM8rFffZIWCaxhCeKHjb+AyUvFytkYnjs595
5Powat77ec0MnbEz6WMatJAWKXXR9br0bZx/wUDauCnqZ1Lm2JVYVLdlXkhoqhiMnNlKt9oovAU/
1V/AXzALFgStYWm3a7P1gnNXKnZBGclHEXr6btZ980JR8/heMKn8YrgG8FTjVOleWGQ+quqOKfZa
dOobTSLFFRpgcHbTIjlZpqTYRhntS+g75lk1wifv3jQ/GB6Lc2LQmgGfcSADCXbIiFLxgMMLTibr
GaoDMhmiD3lA2aXFgZIIsQrou1oWQ1qf6NLaalo/d5ZlyA7dQnbX3i2Nez9Btoi4+D/XRu1fQxyn
25wy44MVzRPlpjqvHoVVv4O+Lu/AQRnVDu5idfBqEk+Jo1Po4Lr7COg0W+WYqldc7lieC+vsTly9
Lpox92M0xijDcxE15npg1Au1k1HjcmREAaqGbdiY1HFAh9gzMzFP3pgbFLTzE5QKA1Y6MtncZXnb
nlw46/VKae2TfO2SReSuvmlWmunApzp4orAhB90E534Tey3JM6AR1UFPJmtAkndbjV3tUBAf2+JN
4NOWSKXeQAqGHbMPH9jCsKDaVkzuBPUXhnOKmKkAlSNU++JElvgZ+zo4dIoz2UC9nXippdveRscx
Xsqkty6q9NRp7uY3aHDFZeKKdbNTqU4FEOlHAxwxCJaosI+u1/TgQ6Q1F2tQL8HGLgdu9mLSF0b7
+VZyMRSrgTF+dczdklXeBeTH/DpSg0OPQqTWrtsJOJCyLr/rpRt0G1hz+BI3XfbTzsIATcVgL/B9
lIauEzw2bTCkPPJJJQI4MEn6TH2ghBqlGERukqqBY+aa7blr22zPgsaZLZczHjDujSOWX8/ctd1M
Rhyh/QkPw8Q8u6+uRsxt4bkgV4gghDNuaVjwH8hNQzh2ZlOZrw6eCg5PqRudgJuEa27krn2wSgYN
oi5IbtLHi+ThTEAfVvFQm3ptOn30KbqU2lDoHeuaTveTZZfmh92OsNCCmfVB2hDNQ3u+qwM0wCgf
yks1GuGbBQ0/nkofRR7tO5OsY2OS3GWZN93bk4CFWBtg0WN3uSU71Q/HH49EqChhC9JL5fVfEx5y
polTYq0TIPwYk6S/bSYn42JT18DccF2VDxLHVLTFhMaqx2n7AGmpWSVWwmSpt9NmHVlhtTdJ7iYr
VxcVP5NrUKNt+M5qcL3vjPGSnSL91Uo5Qgsv20ueDgqoCZ3l3AwYF9qBuxIm7pZUyWAXa1UcLS4N
a3vyvwdehMkBM+W+aMzuLTUokgqqkFY80OjqwDiq4QOEEYLLrrECSx5deb3xEeHHO9OKQUsOBTDD
DtwTmKFYMzyeeZOMuKs3MyqGcQ7EXDwPFXfPjVuM1P+URnmZHXO++kENAq7RkTGfWFfRaKmfiTlB
MfRCH3UQg1YFDx9x26SjyzoqOaPze2LbskgjIBcNKIIeiwoXkugwuLYNjFSMwzbCWLJj/Gf063J0
Hkdkxh05A/Qhz8GENclvpImlwea/PH0WWFRuWN2XuUzGg2nXOQcHHzR/2Rr1F7tfaHk1hM0vxD7x
CnpKF5culOl5FBP/Dg59IZoX9+Woh8sDnObKq83i3FYE6/qymo8JA9j/aLrEUvkHSzCWS1w6rhBk
tQgs4gHn9/9oV676Dkp79Q87/ewrPa3HwnXTFYN5TD0ORwTWrOXW2XnhUY9+945Y7yEEd60iIBNw
Cz6MQF55YqeFf85qOF0DFElOYyA66DDu7N7awKWLjc+i04gz9CQV4+/+4f8ql/pcFfzv/yx/5jum
CZVEcfcL/vyvX12S76pqq5/d337V/rNa2NXtX7/oT39z+39//Xb0WS3I6z/9YvsLf33rP5V+/Gy5
6/wTQb185f/2N/8B0X7WNRDt71VfdsvfhknnTxhta8nU/Pvc3wVF4bP8pHvmj3HVX3/o9+yfJX6z
pRUQ72NDwRxuYZP/PftngtgmlECW1ef3fMfjd/6R/XPs38iRLhZ3UoE2pQS44P+Z/TN/85n4mrQA
uhw+lljgP394/HI6qkpet39rp+fr//yAkgGzLd/1PHwMZCQIS/35ATUkIfPeBgGTM61GzqwUpeD9
QDZuFcc4esiu1tM3Bxy5te3paYBtkw4YEKYy74BpmlbqbplecY4saktQluC7d21L5wy2TUY8mznX
4tmBFGuuCld5PzLIVQG2jCLI76TVjRtYNnAMGytvqJVw1CfVFda0R9fwdoUmH+57VCuve6TBecWY
cnhwStp0mSqH0OAcM9Uv+UTwJkzoJFj1XPXivd+Du60GnMlrQis2B3IqDzjB9RPCFVpKynxVfdMk
Ky+AUZm/Va3XvthAORMcu0QM6FJxEKacGuPoOi+4bwq54OG4BsBMqiNDHLg22bcKR++nS3ECd1Pa
o05cERJMDTQk0CEL0PtrN3VYhwBOV6CMU4+PdclSiSFBwlyihzE7+aKu+/tcd5a/95oqPtiKOAP0
H2mJg6Ot6Dmf7eiUiH6G25kTWF/jVy7uM1DZTIV5ub8aeSdp1LG5q+peV2cPYxT2rb5i2ewCACPb
Oqi2TA5p/mEeSNd5LQq34rWxhqvwa44C3IeGl8ZwKYTFuolnN5Ih81UY5Sm3YgrA8T85+BezXjqX
SU7ZQzQ49gfINbvntutzxvQruHGbqi8CToFRYZ6sZLBS3t7ePKDJ5BvPD6ZbxbyTSo15YncDZcCk
aYxdim+Rba9lNe0aTHom73Oc3fl4TN4a3AyvrtXRsQW8Cq82UoOzyqlO42fJOyJYXLUfqYrMX3nA
ESdAVmNb9Q2q4LdGWGIZa0NZB5tOZUrdZ1OprjMS29lCopk2OBaGfsPAtPGPhlebrwUuIR5/aUZU
oY1utI1k06RbhFKUAISvd0G9Ewwz2MEvjmsM7wms2XnDQGlMMcZiC2He63TuWnOEkqtaB0zO49pT
Xxk45A6LdT9RCAEhcB2VqL/cyrPuMYu68DKmWvA9Apw13FRgya+ZwObHonS54SRQzQIOqvOMKg61
89oGpQcMFTAYe5tg41v783IIY4DIPZYKO+42sdHyHaSxADXQpdx7vzS8dGti0X5w0qEytvU0Uqvc
QNek5JdJIlO3ergERhudJCvQwbOMFAht1ZVwe3H2FKfKsRfQklc0OwnrCx5JGdkAvsWwjAF7+6JD
0EtR0Ew3b/ThvARjg49Mgw2W6yJuxa1IhCiPYDGnO+BaIw9xKWSytprAdJ67wgMEwio6uL9vxf/V
Bva/253+Ns3+/+EW5ZPj+Pc71E69l98//7g7LV//++YU/MZ4IICJ4EimsCJYgp2/b06G/M20gSKQ
SxG80wTR2YL+mUw3fxMkiSSDJK6o7GDWH3cnWyIO+8SfTNshtPnf7E5/zs5Jh9msj2fMJa0k+NUC
evjj4SlrJIXINSNgFzxIduBaN79ylYX2pYqWI36PaveHl+Yf++MfE+n/z3eUHNjIKFsEwgUvDVvy
H78jAm7dtVjYV3mpSOLEEvvKDDdTrCu8GJStWMl8+/tv+ZfUGD+XdBikkAx0guV/Hi/0H78nNzFs
UwJH0+TORJfSQRNIaie68lazNeM5i2pv69IhhxEvyaMvSHsGiJTI+TmxV3yMjH2rdWTb0xuOYKY2
f//PW37ifx1gl38dqclACPLb8DRs/y8BXBsvA1kEm0EJ7daEMsrW1QzHWvfh97Txr2AhjAmCUn//
jf+S9OM7M3HjGYL5w5NGqu4vaaWkd700VgZun0Ea1boSvr2PcpugcV3FVDpxs+0xHriWeuijGkWo
SXrMA7nTGtAiI8Zr3IRwnT9KxF/jPxzszeXg/qfXhThywD8OJ7EV8OngM/DHd82ZHM7YCxC3DqsJ
PLNtulfltChxgLSTlWqKhPuKMvxyI12l3b3lxdXPiknP4gcz2m9YhZIbRN7MuMQUeRsb7cIl/I//
zGAJ0f7rH0rwjV4XYeG58kzuOOKvB7yCNrkAZ8fvvQnHhEHalp8mPWdZLg4ecKoKZXELOEW9xkyN
cb2kXJ8c2DwPVD3ndzqN5Fe3ix3G7eXQ3ozJs7Eu5Zm1olilcY8N7NovNvOqeFMnsakppJLme68C
PHDpOKCVZDqL900EjXUzgVecr6MO8unmBIn5MWNscg61FdK+x5kFIvx1Ti0SXrQN2/YtJUljIbB1
9kJ/om/YAhMfV8zLF8zKsMtNcl/X2B2TaR95ZZmuwihz0HRY3CK5gg7mdU8wgfGl1eHkf3hGL/Cd
JI3RHnu6WneDlkW574YaPkHYgbpccfauxzVcS9w82MfVUfV1ayGag/Q8zhyloZ5XnYHHSmGCWbve
QG0dqtz0HpErwpJXBnwYXHx3yZ1O5IwRBH7QlgWHv5E6V0E+SQzO0mRQWDfVgsXLuwwuCwPf5OLM
nqMuxH0Yh1li4r/GlFMwbGRIqhjYsowWUEUhyqYD3dvsm2ACEFpR+KdWxZCQ/dIGGI3IhWC1YkbE
F0ayAKiX13jJsDU1pzqkQQ22b0mz5MBR/ey3o22sxixesJ/CBk9rLrYI03Nan7Bn4P/ISdOMi+gC
Q8wE7I6bbPY+YFmjInt1uvQkOPl0dZ2OdXoOhTwz8lsqKIyYNJHwW5a0uvLFd1/FWbZLgyC8IOs6
O1fT/bAqogFMvSFLf9NWwbye+7EbthMNiUdnxvCuU6sX63EJlHCM7uPb7Nv+j4T+K6YdiYvJHdbD
qi1M8yYDq1OnMKV1cpGHgum5d4YKGJRd4WSnspGEHMLVlV4q+OVwy8o3g5VlOIR27D7VBHeno6Th
oSDEEY03P4NouxqmiPuLqYggbUv6mI80iS0BwM482bn/zv2CI7tLSd77jNnQ+l67oUJiydIfGH0J
mxhuxlKFqjuZWwlYlQL1sj/reVHTu/mHmSM4NT0RIzuxhu+4MdOLUKl49jqCf2vC+lCxh3nqDjin
7HumGgV4vL59k6q3N3ZHRokBPSe0CTWMEUmF5Xzg59cTjjUcB5xiqXYtKFFjBhRkcUH5mnR4dp2a
bMpUdNSptz6ev3LE2TNHvsIfDaH/zUTCgoOalaO9pu9GHZSUfU9K0vZ3pvA+IZClz0bqBD8bEix6
3fHnudy1OXMEbAImMU0vOZlqMiiMxfhAX2y9lXNbP6WOoXE1dWX6llUi2yTKH6LtiI2CZYa32+Lo
nEViK6JAoiO0rF/zqOeTp3tJf0sqP5JJlw+Ku+Ka1GdIkrP0jk3SVXdV5XKjqAmTnGtpsapUjWsP
6wrcdbcDMC7VLu9pUdaNaXxWTIEvjTfN296sKYopqZY/jY6OiSgBUP9ZgRdfg8jGq65jA5Y6wL/s
Oims6PvJq8CXwSp/FFmdYPjznXOGokXtEAL8BZdgH5wZ1jPcGxYRqaeiAAOPoORyTFqA6IKdi2sB
aq/hsavhYPpS2x4Pa+gik8Kx83ZtT+DFJ5FLG3QG/NfAN7QdZGfdsmimxIVr38FrfWcNRkG+UqtS
0VqhE4zJcWXMJCUtwMIJSAuY0qkPPTHiAtmPTnJCttB7AQe1Q3XInaNdCr0HqkZzVGlQQhnnZf/E
zp9/+G5iX1JTLcXEUxjeKNwAykZToAICPlvNYyEwWR2Mue9vmNdisSZC6p7lQJfgeejKeDvoab4a
5UQyR4zEJX2Rs5bFIHd5iudvdtSSgSkrx93NjDrZfaLK8W/LGMu44a3q62MyBnNwYEM2wuPAR6HY
jO0U7xqeWD7bmXPfeqT8AAbhyLEgwaVo4PgI056rmmxP1BZdBya/eB2fMZRYd5BY9W40ur2VgePy
zO9FPj/WIviEzP9oVsEWevCHjqIHQHqIQsmVMIxzlKptHhxbkRfJW79fQZRmTY3Np7x2Lx1Rll3L
NFRO+Yjm1vD/uKmvG68kXIpHemvyaX4JRxxGjSXdXVkH6WHQrblZDIBHdjqPgGmSfoaUFGO8iZo9
z6C3zdyx+xicZiKVhseA3QctRvm8jo5vN68M7EOBmGAcYHVP7U4o30Ugt7sywRHORIApc1CfAR6Q
dIPzXGMxwCmBKNS/Y5rdAXYSCRzXrB83phGLnZeMCh8yL2gYvRuSgSytD77xVCdRtGN9jqMjgFW6
WXK7AK1KRFL4F4wbzM0DCWAT5Dk4zZTJ/m7Miu2IbSV8LBt7xhtBLGXFQ1ivGXGF0QlvHE1GUyfv
8IDNO69LJgjlTjKuAzVJMkrJON1nY4qJxscSoe5sjXUiGQTpP9eGr7ABmrDoyqYzHExfyfvGbTi+
a9upqX9DRY7XevI0zNpunh/hxuNKz+gjJJodF/Jr03txsKVXKKYdXcwQ1vKIdgxoXe4Ln9nmjjs5
3eqlwUV7pYYS7rUu6iszJLljAqQpS2ij/IePm2d5jUgk/JJXoFchtTSL6oKajwBDyrF1gPmjau8p
RHJunoEGmqdB9rOGiPjS9DVNo1meQISIoyjazg4+mMzz2nUQZdbL5NpYKSyn6E9NFRC4SLvEqY5d
gvNj1Qx63Mc4GWEfIytNi8BUJo16qIqijA/sJvmDbwTT194q6kdnEaj0IlUN/PaFlPobjqmWFLxj
XfC3R6+WJrnWY30wv0mugefAdQNcA7n5M21t7yXqEUEUps/vvLLya2eG+Ma6hCeGHy9UmwK9k7KW
XKo3t6lMGtam2UZTpYFal+pjopp4Oy8SHZnp+tBa1AgTd0XC47PPKSB34JwfgPaa3+pF8/OxDp2g
7Xv1CronaMvf5UFn6Pjcg02YqxhLuz1NJ7doh33fjNlm/KUyLnpjylBnNdeuT4R+kSO9GqP/igo4
vXMMyURvMrPxDlHiTLPOgHCHpBnOAHBDMXofWvQphTML7JF2zBCT+x7OrJYARdvxvjLt87gIppik
KZvTkT0cCVdE22aRVkfZmc8ZzOxz0ZnNvabk6qrrwqGZYxFms7EqtyHCGnbt6WjoIfvG1RSDZ4Cw
GywSr/9L7aW6Y36I7ZIoXp0S15Y2NyLujM2P0nJCHHED0vEiItuLnJxqp0Gf7+KLRcXglcTOOYJq
6s1heQdRDUWaC8Ap8oxjuYjVdPiM75Kqv5eew84+z92byJI9hzjEupiKMjKSENG9Ib9TvWyXuSFj
4UUTNxuT8rRFJ5eLYg6xAb/foqLni56e/lLWF43dHrmjV4vurhcF3lq0eFgM5n7U9R1BXnMbRF1/
Hyza/bio+Nai53e/lP1F46czJTyOxKpYa7EB6MUQgO/JeObIZeIfxy7ABBHnQLCYCMa6USm4hdjb
aOVYrzpqMEzZ9XyGTDVuyl5+kD0oOIf0zXYMimELuHjYZ6H92TC/DXZ9NhfbhOHvuTGoXYlj6LBl
rK0HxNzq2Yzb8lKUwqWbLEq87RRT1VRrgx61Pht3UFa7s649lxS61ofMMwh7G70+Fw5muHjO6Ffz
8aOMQUaz4BQgf1pYG73Eol8av9e+jtJ8n4vO4LhPF8DGLau7Ii5+6LAKIS/E5dlx54qFuaMK3W7s
b5kdaoAPuNU4ibf3eFIM0nkVvhHhEie0yb+5JScPAOdocm7KW5xkeE6z+QZVz3r2nDg9TM1Q7vKx
IUtYl01w6VP8kWWv5nWbUgcrbJXuBOvu94CT4SeZe2xbg8k+syBxizY0LlB6sr1uHf+F6gbuTh1g
gbOR1/02HvJXf6ahJJMS61JeJushsNQbsUJkbWhsXRX4w2q0Xa5W+EsVTlqBRyQYyUSrgYbCvhOA
vKf5jlJ4c0dzJ+49CphiAj6bMA5b/IXjqx/SpoUulh8nLa4tsuXWNtikzarUu7zw9vR8YH1NuqJe
NzWPyOBSWQFwi+WlAFNbjoztM6BBFBoN4jlJqMIxOEod0Rd5McvS/p67okCdHB/tjopy9oIgfiMh
e82hQezQFT9dIEkn3m1z67O1HIMk2Qd1r4kwdPeaOC80bMnVbTSKJ85r8yFz4BfHlsVeSieWRT+l
BrRDh9o6hACwDahX2Q800WCeZnuP+HgfGH2FOw7HXwtvpBfJDey3AsfVpQEUvyI77WI0mgkHjT3r
CC7BNvCfLBT2NcEmTPS1SVrTzKuda+mDwQdohexq35HgSn+UeT6+AYfmJZiiCZD0qFa2nstrTgsd
pgUv855CXWPd7jyEENyzHGpwmh/kPH9JZDzvWviBXMZkT9I0igpCZJjIZtt3yW5M7uSsir4njJ11
A28hKg3mQo9bk9NwRVj5EYcPskEfYVe95dPk/2h0l575g8UDDq3YPYZNLy9OVANDjykN/ULtvAPO
tBruDYJh75lhquto1ii94aibg5DyHfew2xFrU/UFN7DznjuiJpgr0hNON+eirNLGIFw4GLW4XsBR
FjculPJE/Wi5r8uemj3TwYsRGbF5LFXenwyCgZcuUegYca7uqUnglwUgk7437KeumAxGG874TTmD
+VGMlN0JA1fMHqgJgJeszTT2pTKzVy0TL3xkXst/uAngrh0ByFXuS+3N4gf9PPM26H39w+YJ34/S
x5vvVfiq2tjMz8CW27U0+npPIpQjSBCSiEYzd8xuI9AbUfenKaFhsy3sF8/CfYo1V3LoROp/o0mU
dBRt5vJzMNoerS9smltb5+mrPfOdNmk99LfQo9ByUh6D0CxT38NmCg6ZadpfqmqkqrOkSyTJy5Oj
A6ohXIDyHNuf8kEmdw3cILrg7JnQoi3eoE5A/qmn/iCEiD8yx88+67pmfbNcjlmKxs5ctKehmCmn
VjhJdZfVz/7Q+DfhKdgvPDQ0pQixGSnaWk11OqzLvrP2ELeNR2ssb8RL4o0j+1tPiPF73gLQt4tq
vGTD+BX1NLfZsERHO8Nk1B/ADQexZ0VSpEyrqCMZb0i8jckUHooeHwGR3IZUWmYA8EizbnnB61UP
CaTA+7UhIFpi+6Aikca+CSDGVBQMcjjFOjvKInneO6jq68AGP9BppcPHOtdZdhjowjJ2s5qmPSEy
99MjL7ZtzDG91FH1VNjhVH0no+kMGPwsWZq3qPCQ8CrGGg9DlstwO8qGtspJCfNk9grzotfPlr9V
LCzONjJhSL1SJEMlhunW4sMMalfvqNHrvwUcvDICFw0uftxRPIXejFmLgfRtyBTjJV8XzM40niYq
OaIaVhfJZZ1mCUqkF2HQGOAdrgswav5ZNkOILKUy7R+CErD3kWBAYN3VVsQorTLCwQLtIJH9lGka
pNF9blnmmEfEQXxssNUY4NEsyzJ7b7qRBHubuQlZ30Uk/zLGXIXuY4Q79ycTuKxGB9J0fXB/TTsW
T9jcDiX0dsGRe5W5RDMeHBdLEAvL0Ka7lFPLj8G0i2eLC0Egg7x/DNiqw7PnjPlrV6j8ldtTA/KE
0M63WWVuv09KX873YqisZJ9I7O7Yc5z7nk8Z1/PUkvGmmQi9ETFJQOlU6NzHglmiZnIRtldlhWF5
ImvWNUuWItkYTlnclXmNLBmQp+a4WeVTuUfNWyx8Q3SLJfQSXGrMiHm0YFyty7Kmd7Vn5rqhvduV
L2bg4fKuEsWaThKdvGlk1UwOLd/smm07Ql1YdYYDf8UUiPC8n4oU+MxgMjvYjYuCgO+dry9nsor7
tgjQT+a2ma7DPPDxpl3IGR7jxOqsB9ry+HKPYyfVBYzynjE80RJoDgTjVvXYjmqbERKG2hXFzoAo
rhjjEankMFFqOg8Hw3TFroqW6UhqGdPFTVtvpv/K698QPMbDkMW5fHQrqirzUFIeZMvQxcwc87F6
ksQBLpzKY0KBCBC47gCybSrit2KNz1KKdcLp01unUUY83OsdYt6mT1kU2KiUKTr82BLUkJnN/Ya+
FVy4mPDjTQBZyrvNduJ4VHKHiXu0h4RIcFnb4zWSkcErQ7URboQ5K9cuNDAMzRzamDiRxXwm60bL
cwLYMMKEp9lABkp43eNMEWRHuU7BmjFV9Y+YfAhd3Vy4v44qjK+tbZc/Oi/vUatHSrCHun1wWkEU
16q8PFnJeQpXaVlM4763Qzw90iWneyRNMfnHSinmtLFyqhFBXLZ3bUMYIeZYdbUsW0sU6TJ/JeRl
vWlrmu+DyqP2oG7qwGZDreSLFFrkxCEnj725j733uRmDncGknF0ad5y78mtwpm9JV4It8Qsan38O
wcDI3ow9TLXt6HDkZ/5MHogxTBvcRey3+0CquF4lWNopbGG9ex+APkHzpz2SJ17LZNuThQPYkFnj
SU1z8sWaK/XsR0QLTJBtSyKDR0ZgQPE3+Pii6NB1cs7Os84EMC86B/xNZUdFDmm64KOczoVt7YtJ
cLAyDNO6ysYr7DNWVpi9lORa+dGwEkggGDo8Nu4wmsKNxzRer2OzCM6o4YzqfW2wsFENna8xVlCg
nHR2cUK5l+WWuxoP95hy3t+4shffErkcOxNRjE8OmUJ7HeNhULiUq5DPXF9g520Hlnp6szhS6JCX
sgK7ytPSwaprY7fluBpOqjiQm8vuW7/7H/LOZLduZOvS71Ljnwn2ETGoyenPUW9JluUJIXfs2wi2
T18f5VtA2lnXF/+kUEBNEobSFk9DRuzYe61vKffOY4Dq0pBwKK2aOYQ2CBmGt9DxVBIPCe4QNNP7
/W4TBP4dbaob7n2Oebcub9LbNQNTTgnjId5OfVd/1sHo6U07hniSIm2KR/q58i1F/fl5xugxHTNE
eh9dis6GhzX3PuIBRgParym+ROLAeGjMNNxJHr9VeSamFwdzybjTUGSzs51iIrnkegUji9LNw32C
IznYZPEahgYuw771uyr4EkGPP5dwIOxtHxu+usSZ7OQoxgCTPlY1h5NBpTDBen5U0emeveaQy5rq
NWut8poZJrGiCkPOra+Iz9v2BCMfR7MmdIQRQDRIwLG3S1tASNzxTmTOtuvq8Vg5tTcdbYLW2TE6
nJC7ARAJcc8jEYTbcmjGGu4aSyNmmaXAw1m67V2lFGsem3C/o89BmAgHnLK67rNxvNY+LKZdK4xY
PmGFrL/OAlcPtCZo31cB56PpQSdVTHmK37wls3uZx10n6/Z5NCihtwCBmHOAz5bDh/cp1lziUDjb
S+p76IwS50utR3U7ZOj9DnpyZcXp3Y2Z2uI/eswzbHPYDlf2Jg+b2FhJj9HBn0XKeVSaDyqlb3KW
0Grrfari71rhM/JqsuJQp/rqjDESvxlOAvMxCEih2RF17S3g4MqAPnfLVrcBwzdeRy3IuANZNorU
GUmT39Dlr06DxnV8TMIiBoAIEily3IqwHqnK8FsvdDLfZ8q08W0XGh7eoJwWc21PQ8sTSKPEvdI5
6NdTPRhGiZyfveIcKBMtO7TsOMFRLXY/utqKAVosVv6x8Vp7vhqn3I1eAd8uLX7SiSwmTzudebNT
O18+utFaHUhnFHIP1QF7HKEgVvvoE0QH1sfJ941jVE+uqkz8HR0gwllCTd9niFr2DIYoaXJGTUdS
NibjPjfbUrBTfPGXJF2WzTR2ZX9PVz7TDyh03eelX2qx160iZt6uNVZ42QZ9cNfjwaCaA8ElkeDn
leN+wKGUHwhBcl5EkS9f49SOboKldjj+BsEVEsnlxQ/qlApb6w8iXmq0+Kg5gzhkmmNCMFSUS3et
m3Y7t3FsBGDRIq4p5riS29gkYUeBePS90HzNSxFz+6hUHO0kae+ZYxffnaYbfuiFUE2eqjlCTzdA
MSDwV12NfSmvwqYNO/j045huLVcppD/R/CLsKT0RIrw3rkKEl2NX/TxhrXzVtlDPFqXvThhuBTgS
7Q4Gf/C9TEu0ysoT7s0wZ6SXDZV9l/iQaU4J2gX3Mkbg8CFekeKd1pk5sRgEJ45VgKloldRfmqQJ
WcD7ESPxbIPgCfs2efMWPwPKO9EBQPd3FXr+dAlQb2xDx1IXnIJMDqdc3CaqcfcoynHH4BqMcvTh
gW8xCImcY0ns9mOSWkiKoZXY/ibuaHDJxZ9OBR3CN9egpoKlmd/xBDXWTiQFRaVIdP919FRB35BR
FEPvgRAYBNHuNqeN0jKWTnGfx5x0wWK1BM4gakruFvqtMDEbYpzbIJ5XieGanem2Ufm4BEXyg1k2
i50zcGJLStvOtrSUG2/blQBkkiEhwh7DuA9lIasuo2k8vWtz7FNt0dd8rSi9M8T+51mB2Muk7F/D
BW1c3/bk/2EgP5Mfy3DMiV6IaqjYe+AbZVvh1DUEIMRSLzOsFZn62W3TD8+CuCi2QjASMx2ta+an
8x3gFDJBLEKSPtQGyLXoJKBTup7gEiIdXMxKWIBw1T8l2GPe5mI1ESKxuKeZyo2/jG11sIPOBgfR
cm+oOHVXgkuKha4mlY36yo3OhUC3uo2wTh9E2IT1TpV2m3wpPQ2rNKi3cuiabmtlaXdMllFjouOC
O7T3WbgZOR3DyA8e7UmW1yhJyIleBdSgjjL/BK6oYVrNQf/e7+d53AAmq29gw6ozB+QC+kxQ7kgG
d2myVQlz+kimHlJGpa6yqq8/I0dnFxvnpH4eGylu0yWbXyGhunslGTLBBHBeKsca6ejCPAWb19Gw
8HI7TQ49sEtmyWVxFYC5vCX3IYwPse12u9FqfljCHU5B1Zhit0qEtv8FKHLmqybtcbEUfdHeRyLL
xw77Lkg7arY4qi9ZSlMKZ1i8LUBc/Qd08K/aHKQdaHeJWhcoEly0u2usyN81KB3rpV01CWsufqYI
dKkXXJEXO3zFTMe8zS7FXTa6VJZ/Vub8KpJ6v2yAngTpl02ChAh+u2zVp1OwzIaBNnJCuSmLmRSk
gp43S2opORwILMv/4ZrOmoTyq45FrTJpVwjmOrYgTOK3N6vJAikLps9m8NduJqAa5lA2ixfU4cB0
pLCO/dMUwd+sHGpqxBAyOzH058Q3oJYlZZlE9C8APoB7GNKFObwKPTUvqJAD6xxadMwhU6isDr4w
bqaGbgI/+1GC08sYfktUKoFdUR8QxGO+ClUzAurBgTvszKoiHbWoqwci0kPomEh2bwen6Z8lp9xx
W2KUQSyM6woZkN035pT05QBOMhtnnLZjJNqdYwLGcxkHo/aLmv1VQWI1OasoDx2tMpgcTwoBM8nB
mbHOdjQD2jRkajZbEQ7LOQBt8gF0RMGjxVnhyziN7HXJhNg2obQ6eBbFJdhO3/N3AFwWykKrxPWO
CgvAV5cAYDrLlIy43ayr+RwWAH42E0RWVk8gLBcnD1vmJpyvX9Dmt8SFBTV2g0qm1BrTJMSRiVX6
GhaVG5DPPEizR0E9fy0k4R5Qcaa+RRg7aZtYrwlhQIuhdmcaOtEcNGtUsxbdMWxymde356I0Tc5p
JqdxrETXXaklZ5uRC/nnKIg6BC+xqOd81zSq4zxmwaKLcRJ6G7gnHmSL0PQYecYEvl/m5GiAXWQz
RA4WfXdBJWyrQzvN8D8VSZTH94fjvyUz/f/RJ+E4qDP/vQr1bN6K+e8i1Pe//694JIwQLGK+bbP9
s66EPNo/VajhXyE9D0EOhY3YVIQOK+D/tkiIv2yFBp4UG4qQwA/RvWncNMn//B9e8BeDbzqo3Lpr
6gtBTL9ZIv5kkfhtkbUdmDjoY4nDYNbp4jz6dd2pg3Ltm0qE8akZrzJQOaGiFVcYl1hAN0MoEeDU
+9tnc/9Tnfd3GSqd0/XX/k22x8GGIwf6Qk57YApc9zftK6PevPMd+pYNio/luRmp3M+lxTF+p6JM
cQSi6RVe12tTHvSjrMXdMkYOTjbfr1r2QujXFy+CgXbwsKgDZtQCsDGT83Q5o0ZAhMJn+82JXQfE
Hsa2Ylt3xCQesoJx+SvB4hBleLx49m3SP2sMeFlT7UU7TDseJrgCTY6pbZM1bvMSx/38jewMNAGL
Jo07zm0UehHQrU9DniXDAcHJAk9VJWN3v8rcH0H659GOYn0JQWBz0NhAVYg8oHTK/0Rve4mPlgyT
mZfGsg43F/+Mt9fK4z1UWQqlsc1DwjoYX1sA09XMOXbL2DKddwQXpOJqheF0bNWME/ONy8QA219U
TuUHrVA27ep4UEekbD1LtuPcuTE2kK2NDvkVUM6dRddP76BQjDdNqqtD0oXo0UNvFJ/Kikk+wxbt
1/fRKIgCLcDvWY/0f2Zvb0avLwAMRTakABIDsqNDyfc6OlX4QlMj2lduFwLkaMrmVTayu7OZKHzp
tQ/jNQhyGRGlu/BG6zFVDTXt7JZfOKCUBC20AW+6IIklA9mJrWdrIDo5J5vJBwWal6hdb5UNqcYM
fQlUJJAyxmjuPQ4RgfMHryo8WNug7vZx45s9Cjtyg1h1Vdvfp/M8DI/s3VyT2JD2dQXxbsN2ntFA
a8/PqdHFQi1j6ttca3yyEtow08PaSQ/ACils8P1mX216A3LD6IHGEI4MNzxOnqEOhIzE6IXY4irv
jsvgFgtyC7l40V2XWcP4TQJQcbyLUi0IbUarmBAujN7L+oANqafL1gJrvy/tugF8mPHH3PL57pHE
+PqA8sBNcSOKtK7vuPTcZoeOvmy+t4SKunsYGl5+33q9yY/RTFIIAFAyOLKjMR73lxOUtn6YOLvG
ANWhgzOIGmm6jfd221fZM66mpLim8T1xF4bINGkX1rbuPXvzrx9KcHPDaVJuBqfDVvxmjuRC5Lsu
lyFgfJjXkkOoM0bBsOxS/BL9mXQvEX72MZSAu43LUB/oQCbWS9dSQJBKPHA3e+nSvA4pR+691Y6c
6eex511XmGKzdegrH6qGXgObsm716xxMfrWLwrTe8aQgTBulMNO+n1E7bumW8O+tvjP2sRZIHhC3
dDwqdjNR3CAdY/ojTNLl92PIxOvJQJNG4wE0k1ta423co9hMU1RVmX5KfVxO53bOsnnXzij8vpI4
Apk4nGBnHSvRVt+NttIfhN2qD8atm+A1qaD7Z33tmEPgOJcc58/Bihf50cv8XB3oePpPcZuK27p3
bMaZxSmJy02LH21iodwm61TfHWYfKLg4phqGqtv7G/DqGMGckByqOHj25pz6POa7MnS+PJJCt2bo
xb2K6+K+DWxry3EZjGlIW/zKy53o47DIng43jFnxELrVU+WVP8iNQDhZU+Ee7cI4534ZOCRiHePj
ByOWsBpjhlX++MhcHVpn6tbf3BKv2Io2eoAHfcJJ3B1EHLwMGSq8qqJh0S/YWaFvlXzRN6I17S7x
nROYM32c2yY6i6r/UpmSriESKtcgrrMj69HKMNGPWsw7tX4zayCzsWR76Wa1a63peUxBwBg7OTBI
SLaSrvfNoCPD/YAKBgiaNaeoKzQz7rCvb9FGs7IC9mso4+L0FqjbR9C2ePoXAi9i1+xFLaMN2vXm
kxM7HuPwj5U/X6FMC7e2E1/6RR5DO8GPTb+hC3OfM2yL3CO6ZhBFiK3PZuD1y1Vca0IJAtQTfaTS
g41zAxynufIQBYBAzj6whdFMq3lmY7+8uA3raLbIA2tV8LKI+Qm8MSQXZBanRMOzjgDBnn0bt6tB
YpTWKAGi4XOzMOKgJxlvWtxMG8xNBHDko9wqBTox7r1jjy6YgJudB2k7dr1vrlRnGionAq89MujK
+TXK6SNso4RvKUGmgiq7OjSOdc1p7clThPoGK4JYzRzwps7MmwhSsb8j6j3Jt+OS9Ad78ORDayv8
455pmU6HlxgswW0fBQ/4qMYtJi58f6p/GQbxAKvT2vQ6vTYqOA0S3xYF7q2bRqzcE+382M+OcQMh
nW76DEOiuCe/ttw5msZIiE/xoqwcLXGg2amsHHCU1agv2UC83gZ7Jk4sfwgBkNkskOAilvFBSaJq
HRaffTAWD04HZ30XGwQ9ndEGwpucq7cRWdyysRpB17aZ8MylywoszFDV7ZuwGI+DUwWnsQqz59mO
xpKXGks+6g6T/YZR4Sc1LzGPxqJXd2SfNrvE7fNLF03NU2WE86baMv6srKYJUcpT0u8BolyzdMx3
nQYgUxeB/CQQuF58xjFvjLs7B5X2vOz6kvnrfm74zJDb7mIR5Cei37Fod5nXZPu+deWTbvrVX5eN
jCmixQdYN2J1jNgwbpKY2BZu9SXe0bzUr1NinFNnJ+IzYPsWEDepRznlI/tEPgyHECrkXe+oNzto
C9qPTNg2bVoXOdlvcR1+AcBjnGsFvZBGZR8TQ1xSLaxp40NzbMKh34ymD7fxAq+5deLph6LRSLOk
ztstwQop/Zxm2dIEzcJtC7cCOKwTaHhzNGlTzkpeOOx0GCGPcu0CySFfo3yxs8LclmkM6rRyE1se
KqIgGA6badxZdsWbdkGi017XJDcsSUjN1XTiyLQIicHQJXelBaM3cpGyKUgXp8Ue7YuEjUDiJUin
ThtDPGGSFdtwKkH2QwpokJIXLWtvSB4Fd+qDaALSt+d+8XYhrN32xmHMsC2SgYDZOtd4orq8BSw+
LydaDURLyIjmNRN1POmOztn243j4ijdlPno6cz61jePR8CKUbNlW/pRgzIUOcIrh+nzSfTjs85L5
Pgw+S+kN3Vr7oxgVNgdcCWnZ0nf0ISPYRGxghbdYc2r8ndsA58qNQ6L4JXbL+lFO4iUt6GFpPdC0
tAdN4FdT3abwYLamCo+adRHIBeLfXYdS6KnTkbtnj+WIjEQULShjOnxR3kNa+OnJZwE9mdbNzqlX
FwdCgpgpLSn2TvbDK9Fa3REjLIJwrxjOpusJRUzz8GGg2H7oux5EAW6kKxMEPwD1FOcGNvK0aSWJ
vRtOpPUe2nbNSbeOnZsMU9sl1P1ym7hpAQcZiBZtz6gsv7aSce0+00N1lmqobpcJvVrdRUcBqyvf
JkuvebQ9k4sPxuoosVAwREcHD8uKabLWzkdCkJLGcBmopjgLkBPRSQwO5NemkPDrGFMtXVhfaeQh
8FvH5Dt7KggyiTKdKc+EbjThVCHRg269cUTSMwfjA0tPj3E8SQNEqM28IrK6/oSaq0C/tPRy26CR
32HIIdVEp9MlKnLrkLmLeTaeZ9GvyKz5RNAI2WgxCn3wWt4rQyT2S7+OQnvrmhDG7UAHh3gPxF4N
Yl//0ABRQC3mk/qxmUVkHiWakRskCyh7+2L4wJGSRIDFEuNxza7aJhJINAbqnsV69hcMzehOpqfR
dgZSvXuZ/EDTxC2dlbP7OSZPcKu7MIZ8PStvy7CwGQ+9tUpnhtGGXY7PnUkrvJXd0Jb5tvWG+Usz
uk22+iuGBLyMO92FoyW9C6iGtDuFJiBthyCUWlzpJXgozIKkYcpV3R27oROXZJUueL7yUd6X+tLn
3nQhLAudAK4notKzr+TiQHxiID9cB7WyLDrYSftgTfN4yeDvbVRHdJjLiHeDUyC24CqPDrwxHeVb
b1h9EBYMcexTcwYLPoLWuh8od+K7hK8/3oyIZLczcjJON8BgN56PhY0BLtPwiDvzRNj2mx7q+UMa
miI/kPFFKgm1mMG23xQ3IwnwZ8NKfd0nyM/6If0YhUl6xaruXMlyCW6HtHPoroaAySRE9qEPohuf
VfwuGCvS3GRqUQPE6XNAB3orUIjt69lNbjCR6x29Hf+r7Be6daGtr6euGB4sTJOklcjnzCvasz17
+TUiw+q5I8LhsDRTujdA4I9oMupT5LpdfGANanY5nXKGPGDzN4100QkZeG7JrOx6XwOOCdqFu7kn
F6jy2+nDMkwh8i2bQiOtmSDuIGjr/irgREk/sR12nu/QIyPyMDhObjucQe94jMtouh3WdgcMnNDk
hAqH1qlFKXbwugqKP/ryhouuPg2mB3g2vNW+Ea5Gjqji4J2t5g4cgi6b+KLXYyU66ghAyhHPUXwf
TWF4KH3XvSnaSnxk4rP8yN5NJGb1k5QYSzhBIixrebV7VQyMyt8tKPnqRpnejSlRRq1ohaa2r6Ss
MjYc7CvLamTpVkuL6bIAMiKl/bFYLS+hqHG/WH6M1sMGkzeBCFCMq4TnJJeeIcK0JT1s2QMENuR0
FOm3tibDrOxXp02S+kS9lfBmDtVPM85PY87q0RnFKLDrrM4dy+DhmVevWBvSyCSpCJ86QaVfwtX1
M6/+n+LdCmT3msSjtPfnvf1uFoo5YWB56VYTEY3hfDcxtX7x4rx9DYrYAJbyvQ8OvUWG0nF0dldb
UvXuUEL2Uj71776lsJp8CN95rX4Eq7GJNvT3Mp7YdYeYIjhx9QDy3O1wJOnVHQX5G6OUy+j9K9AM
gRGLDY4ygK5jNyXMWwa0bFfJ4uZn3aXDwereTVirH6ttbTS+aZaOIPDwa3Fl4EWrh8td3Vz+6utC
nq5f2NzKM0Ic7xapiTl1VluvHCWmZdtprIpHhTrmpvCK9KkM5/zWB+24GVZPWVvLK8HXghWOGJH2
3XoWvdvQQtZ4NorVnVboQh+Gok+9r+CF87eCpjBf7Cy+pGaeLrjhmmNWVfXZ7lbrmwBbjgYxz7HE
pas7znSRwOSXiHI60xsOHnEJMiVpVledGfjSt3iovOsxt+nYc5zGssICCJJobu3isBRGEd6TI0lG
w9Cmq/YvfchczkSg5t3wc+HEBeB6RHbJzl0aDf2G0WQBlYA47kNhtMD9LMf2Okd/L7YS+4sH/DSp
3opqbt9sC7vNBDgjB/1J1CGPEXUpn15idTejX82EG+R5iWkrn8dDmUng82FD8cMeai+njorzB8XZ
CsoViUuLOrVSXFl23IPd4xGbvNJ5pT0FutZgrLwSuDFeWqKf2L/tNTNB199GcL7JtgHwGHBnzfot
Z7JxGZOK83j03uAKioE/lwQxfWVfGJLzaMHGJoZuaHaslt1zSlYpLSzU3AleIr8+Lchn0cinzXCx
5NLu0TeOTyneVWyFQUf9qJzkpW9kcclAu+GFjoL4zTQ1nYXAerccMLij2TDBRinOK0TpZQhdtPvJ
4tBes4ygNZDPCU4GR8By2eArZ4g0AcFHD8eiTp8iwRi9NaWTMlYu2GC6HlHMJlGMzJEXJbjy3I7h
wSXSiow3WvHdV/41RT+5gkD78qJ5hVcUXVW6iUaODlne5HvObvySBpP9jBGqtbH3NmI1ys6aTEyU
us/SgenCzsRf45n0uHnVgME29kqEKj9/nr03noK1eeKmsNekjMG6VQTSKUIACyhPgc3UOR87dutN
GJU91I2SxsNyKrQ75RBdYyh1d2Wc8WG4MAds8pQQLpRXhRpGsToTR/pOniA/6yBKtKJoS+FQ3oeg
BbEJqql5rXxGxbvGU/yKUZI/jDsQ/jqYLfaZZ8/F9iQ5/nrFc+fMfP2daSTuTmzt9R7ixswLnMbW
y2808sr2S1kJejA/44l/9nJoYPEhuUyQMvoaXVpcJ5mVBruqFVG9V+QEZSe05mDmETll08MUtc0r
videoBtkfHw/mzvAkHlVFlQ3fRi1zXcQNjFvLvQm/o6qxzbf6wAK4nEOlpae19gpPqg+73hLRnv8
fuRA/NKJULr6znJsvn86bU4JxLgt9WshHH4Ct30hDwk12PTAchlnRw02Jb9hSs1NCUyWd1rOE9Yk
oPVZn986LD3l9dDn/QuFvzYfyZaIumdHY/w6jLUAd2IPcWSOve2LdttJJkk34CZ5od0IXu5Wvb9V
iWksBOxCXidZNSA52dLJO8lQRic7cHtqQmKOm5zGlkffToZe5G8Z9lb9Pg1r3uJU+Lx8FwTlRIFE
DFXaQ63rtF9eW6gVNl03+R8BXLqcUpk2loFzyCuxlE9+NIA3/S8baSX9Nh/CDq5dknTtOWLiRTuz
ufNHdE3kGujg9c/Tg3/OZ5XrS7gEtnLJ+f1HzOsYu8pOPe5a10MHNXmpQz9lwLWibNGlB8/pS/Mf
wBnuPy7Kv1Uu6jSwIYxlwt/mFRTTDGconjahsJpX2ndQNiPuhu8dx7ud2y8BanHdIj4cLNz9RV9Z
1gGcFGvnmLcPxVhCK1QDnB/c/5hBJ+wWs9cGn1uQaOMuSFagaLs0OINnAyCSg4uR7wieR9E6yUHh
SMJNgg2AiMYMctqfP9P15f9tHMNHaStJfrckUtb1GAb9OgVaLMQ7bB/zhjNwyr0NFgBGUbvTXjDd
d6M/3njkI5OeErdPf77yPz9Yx/NsD6METa51FvXrlVsetSGt0CxCrqWwzIvwTNs4+Z4EDQcIxQjq
P0WW/0beYMCPj9YBV4e7D4yL7f8GreugD/RwOxnwQ9K9XQjcpe2EXGfKFvJb20jJ6zJvxZ0VDM2l
kp3a0MDXUPZ7qa2DZVanQpJ4bv8fbrJfmRvr65IO/WSGfitKD0TLrx9F1XZuDquIU3PkTvcSN/I9
hBDKxZ/Rz3/+3P8PegPHt0HgeJLpG8/TrxdTKD3rWpMa+FNnnBSN12/VFPvnP1/n9zflAIsTroC6
yZ2l+Nh/vc48wCPjmap5ODXtdpteUYG9Eo3fllYGe8OfL/f7jczlXO4j12NEyiDgd8JNNTtpxXoE
t+R940mnlOHDPNMEOhKvzKJf6HltQrEx0FleqLF2f34Bjv+Pl8A9xVTX9UHK2OHP//83JmI6Ij/M
GQzhbzBt/5LoYrH2mb9Ss2CvxRh+tD/sYVA1jAsSnb9Gy0pYC5Ak09ATiPF2ODLomBimireaLMeI
PDwhV7UblIyNJzPsXJEB9wmeMhposhnWD9QPY8oZA6jOCaXEKDgQk5VCA7hCkz/bNcC1JkZ7ugt6
w9r/cy4TDIaNlkHCWoOiuq/vXHrTiB6obqHMWpP+LOPZT68qClkXon8QNjurCDEAdoWxzX0xTnyJ
Sk9O/czZgg2V0Q3jwZYAJKZXg80vljiwQTD0EfJrWFzr1jtG/LfGAJbvAXeTCSA88RCrmZ+2gQiI
6B090W9gATmYKe1g3YmzhGrAJZSIOLDO4OP0DF8l61r8FjdTEx3SzJGXstM0gn0j+utM5uqH7SVs
4HzGKTVAxJjh0pswil4qFa2K5SRJPi6dWR6wBBk2U/JKSUssIsZSLv334jrt8C0eCzFQhBhpTcsp
wcvWfw/wWyETVUlvPU6Zh5p3rge2ew0BmeZE42VQnqHkoTj3JL/HS+kk7d2lBXbhK0oqcqsSqqjc
k3xQ9GlIbJwyPsuIac5ygshmmTOeKzboElYlA733eiRoc5VeptpHh5h6hlaqRqBin4wz2uUVcNoy
BG7R0r7u1Qwbb3j/DX3qc5GeAQ15NnpsCYuL01SdGO69fwhrdhXyeK4OEpkXu1DjZ5A8BwD1KOqa
V71k5KK4zRTRaUZ7nwZKvLhex12T2cw5ZmtsbyMDSG0fNTk0lMiSb1E+3eisYrYQVtl864Q+B8hC
Z/Cjf1Zp0wimjS928DdWO2BcpbP5w6lz92GGSIISUgo/2EFCXICVtw2BcH9+WH8TP7gOojIO2AIy
GDqv0EGZ8XeFmQrzvPGcyt2kOqWmjxkqPvAeWaekTxYnmRPJbSZ7voI/X/f3xdcJhc82K7i+Sznx
ezXhjpwPIzky8C4U63tsrSq2mtPt/Z+v8/vm6uADCm3Jfz0uKcX6/v+2FDGKSpRL93BT+TK7WoMJ
Fh7edewLAOx1iNPB+Q/L37qc/72QQMxAC83hwlI4NiKPX69IJxfnegasxyew5WOinPJ7Zntde0oy
hUXWrSADkN6GIPIqWpz6k+Ex/PHnN/2PHQfkG1IGBeAsQFsif1O0INDNJnTmCzHdqboDpIlzOp68
72rueKj/fK1/3EBcK+AzloGDQsP5HW6WIJ/2O1+gwV7q/AtqdTTsflLwAzXUDZReOX37KXn47183
DCkRfCiqEqTbrx/zQgwZsaQh47BRTvf1zOGIBp4ghW/NxPSC+VsZr5y1P1+VB/K3r9e1McgRRiF9
j5LR937/epMaYXpE8hsdoeLOtrW+zL7d4XvFw9LsXb8Ov6Uin34AfXO+BZaBj+VmUr9pHM1mb8m5
/eZC9HD37xQl5M1M2ZtIFQ+iHLznphLltZpoOm5SJBAfFTPitzJ1bbPm5EiyuWi6sQNiXGqIk2/G
HSmfw1uRylVKkyrE1zwM9c4d1fzmBYNuEelabXbNosnkpw3rL6MBbX1cHHc6o5mo5P3kCHaROe3i
9BNu7dKYbYJrF+tRaGHOOZJJx/7Rs19bWzheHMTtoYRlbGhV9d8VGAkQH5FcmstYk8vLlKsarBNC
GBbTxM8Mucy9laJxfD/WE1rBz6v3no/lUe7jvGQ8fO8PM78hLsgwuiVKKfqQi9hhurqMMJIuQOoy
ucd706Dq6cuSo6irCUwntLgmdxrr0X2svQW5h/QRkSyAynC2DsNNO3SlPKTLCtSqxsy604ztH0nN
WV9cDD2zYJT6LYNTROMrVfadDkrDG0E+QysYwPtOZXI6Bnnh426r0NsASftRFF6AdDMfYvbjWdp6
NbSF9rUOMhrJAdbvXdM1vU+WXTWrbWgF0UuakPh9mMtenaYl9j5pMhQ+BvgiKA+sMGguZB0GV1UX
+yS7JZlM95WS+thl661tUMmdmCLLEIg5gFIa+cB0t3LFe+LXACyjmjG4+rlU40Hk3RHpaQFZfe/V
ZDBH9WuDopmvSkm2apxZlEk//z4DGhlf2SmcyOvUdNK/FnQSP03BGr4ow6nB67rAfgXZb72CHA2f
fOQvNHV8OwLuo8f8CsV1TepWY2HNNFSfx2BWwQEM3GjIJJqiEi5v30c3WQWw6dCVRrd7xBlleZOO
5A9siykkRzpAeGNtkQNyM/+UpSzdzEuuKhM3x7CUNJILCEQuXekGn2DHM1IyGFu/3IwUuGXbhFAe
iKeb/iX7/Lcg5X8+9zBjkEOjTHbC1aj563pToZNTZspaQv5ofoCbb3LroTbNUn15X2L+r+lL/x/k
lzoBm+S/l47e1F399esvfO33f/FTPGo5f+EcD+GXrtYNopFXJeVP9ajliL/YYj0BXDvgAZDrqf1f
8lE0ouBkfQ65/so9FeyR/1KPuvZfQiD1tG0O+5hq3eC/ox6l3fLLjhAIV3HEsZHnBw5zYdDdv94Z
clGxRav5ret9a7kq59wtbxs/m/NtySSqPcdpxeO3iQ1O8p2ZvMBjrjyFSlvuBpdaUJCPnroVg9De
i6t+vh8n0zXRdU4TplVbu2OqsfFtTFclmuYcdQ+zSfOUgfRTNFNrr/ajM5Xd1MDZ8yp8tBsQSap9
YfpdF8jBEY0mExDg9VRGmEZN0xDsn1sOcS+foFDV/kBjNwHqdKNgc5vhQDOn6B87kh6Lexh9PfhH
+p3uHnaeVzMpShFpIOW31VtaqjK7+EGCKQKe2BTSmiQ8CLIR6owDMwTbZmKvrWgzDShTQP753Y9o
5RYfe98dusfA61TzQfWjbe4afJSvDEAscWbMoLuTTZOp3uFujUmuHvt2GzGBZbZHMS02IpaYH4Ml
IgUeuSthM4bVZ4eYoT1Iq5gJr+xlBfuD0399J4YaYUwOBlIcFKRri9SP0iseapI/O+wsbR/izzVB
g028DU6a7pvaGr/lFEv7MiS5gqn2ircM8k9a5vONR7RKDLKwm35AA8SK5Md9Xt0CobQdgpx0/GRp
gj63OamiX0lhIUaUnmszPjfEnSnOB3E263yf2nJJ30o7YZToYWGX31vy1bJPavKX7k40sdJX9sBv
2veQuUiBHcTgXcq59R+GsWjk4X+xdybLcSNZFv2Vst4jDYM7hm0AEcFZFGdyAxMlEfMMx/T1faDM
7iZDLNLUy7be1CJVmS4gAMfz9+49V7jt9EzruYi2eH8hGjBJ1a+0SjogxoxBgC5Fyhyi+ykhw9VR
jFyrlTYR8kljoCKD4CGfZJmU10vR4c5sp2i46XnVyGpA5s9Mv42cS8cMIXxAS+3m7exmkxXwRzno
jKoyXwYTAYGf6WhM0U9w8FqcEnc3Tu72SwskevVbqXIkaN7hE1ITgF7mMUrUzKLfFjdNhYM+mVfi
YJJ7J73ZkIeFYcfsth0+6eWcIgUC56LzMoM81Ay5jXF2ZRepMmrQB0Y+39Y0+c8ZU0Gcwb8/MYZK
3GTtNCQm0iKXhtemhy/zlLuqQTamG8uLPtQAZ/VO8MLojWbZ5zmAJvRfvZ5fFfVouMcrLYQEzdzk
l9YjMUd7WyD+S7CfMRrHQ3uVM9ykcxf+YiskwGx3SLlWR6Lt0Adm3sVYni60Dq+tI2ZmX8nFpVUt
a0fbK0J93CMFDO4xaXVkDlpewRqnfx82FhNFxykCkqgHfjYTA3IXKKXScKuPg4YwIs3xKPOjNMkx
DfG43Yl2GW8bYcbFXkvN7GscV3jl3GVqGh+c5TRshLIhQ8aOXUZBQWA255Ai185yRqnzxnWbCV5m
BojcN8oID1zmzh1uvakGTA+ey7hhu42uQSsB2Ar5eHMaDsNR3GRIyce1cT7mFzj6FUDSMENZh1wd
F5dZGHq3S9dcmYdhmAaDC6izhOdRI2Qb0J/xjbs8jpcTnNivad/rdOJHU9OuIb8NR1y4tlVl6X4z
SBKpj8VIICs3vCBmmIE2SicCw9GtU86QsIkuCrvtyCASqw3RnkuPwBIO6FEyVUO3S5zeyHdm/ytm
sDZ1cFlL4Zr1E4248pSmsLAuzZqx3q6jeSY3YuJ0RiyHlnxbIGN+LQaHndycbOXsic3BNC7SqHlx
sBUfDezy9T0AIXgoLsHu7j5phDTOsp7qZWONqMz2SpnewxyG1Y1AVJ1fpIwipjOOVcuytR00hHid
S3edLkv0+wt6Fc9PBuw86ONtNccX41ADcUtzzZm1TYfO7U7VjvPNFR2DlA64bb+zuDU1kZ1gWK9h
/FPFt5puJUejnWABEpMNVJdsK626KIHPXmeOBWxElih/T2KBumCX0KB9HmKLQhbzuEOwQJtl1hfa
WBAOda3uKiRVa0YXfmaNzIhuWcxAV/08+12TTeJnQ5ISpflImCcJOIORRdOMX9Zz6xU6ljXzZZyi
E3X8EH+BynwEu6Hi/VxmB9AyeslKIXinqzScuDmEklNMREkCpCKze+dMpoXWPhOeGUaWj/67BaQw
5zTLyBYmzfeH2U8uYGjGFeK7DXr0tsOjTRj3LIc0nHxEUCEby+CY9LdbbA3U6GNezCSuN/0KoRFD
DGWt7CJ022zouDnTQl1C1nBmaCIQV/tAtAM8jw3ZGMQ3U5lA9PYJmDavCtsFuFOb45JtSYI3jCDS
sNJdrK6v6Vhga5jRMhGGtAdBgObPAdT8VbgJ0qtNVlhNdKxj3UK4ZsRmRqWLAueMwUGs9pAV3Owh
I/OCgI40IjeWFFIAyqttRRHvymglLeL+J5xpAiK6TJeOs63CesrLHWAOQmfcBZM8M0nesDKg10Z8
GpGEs1nepXk6WWZQLIyrBZ1+K6uPc1rWRCnWISGZ09br+3g+x2PvhFsZx8Vwimy/c086bR7tvTAB
zFDLxGRpzj5SATVtBV85UjzZIFyxtYj4w4pW6TjmIMF6ugJrgq5kgs83KXTWew7zE8faTOX6csyj
SyN3Y86eE5Pwa2n2U9PLuTsfsFerL2PZjugbLACL7X1tWrU86w1a/OemajX7NNaAyVy6PW5X2JGj
Q+uXM8EyXNbEo803Tdjqw2NfIQAAttpi/fGpi+bkmCQOUBSbiBZge8UJysbqXiKifKlakYaneTdq
5VbINg8fQ07YzRbUsHNDu8E758Y5SwDXuXyuHXBLYtUXpsPTiOUFbXkcRvOpV2e2OEmoBrKbOW7j
4Vs29AUw7p7E87wa8uGMI1CXHYd6Oq5HP1uMl1lRD9IfKHJt9I1VGZ/CIKTXSGtxXL3d5dI/4Ffg
SoWeRO39VKTyGit8+ch8wDBvCYtH+olpuBX7GtNFchRlktPWOJVDw5Zi5npgDmOrjg13TLSbHKvL
eIXCVhbgotFmtkewziz8lT25ezCwm/EqBgs3/t1E+qMzz//N6AZBX+rfn3yufhLNmiff/1W9/KuP
f/7Lx4H95hy0/uv/7aGj1WUbnIUYqegkGPzXKcgw/jI4bxu0cC2TeY/gaPpfh6C/HNAr61SNjiSe
ljWa4J9TEPkPugCA5zku5yeTBumfnII4QL05BbngTrx1zMV7RgPUZoz59hRkanhfUwIUbHueAguS
UnTumbMFfa6h4X8GUwi4MVK3LIfLuMTTyWRO7UMsFHmV9Igr7PpKQx0HiIOMYSoHQlgijiFkBg4V
/nOFotzzUVMW13yZJd7VOW2qbdbNyZ2ZKyKHcnAe87YyRzT1VhaHL6XM9HY3G0rcdI5eOSBPHXXe
W1UIpl23FutI0SujvyWqedjyrUf6kTp4woLJi6Y77CpegeqJUuDeddpmPjEgPhMpyHzADpqEhoyJ
Yx6NkZyAMdaEtqHiWdrwCbX+AqsyVqguyS7E2bosLd5jPUF5gukW5OMmLmVCDsu8tpFMBQprMeZF
2wxKy4hYN50n3YZz7HNcnGsS41zvbkFN9tAgPp530eT1F5lbknLnemBbq77HoTI7bQVXlw4klFJA
irhccMbEleFWWxptleuvapAE9KxWzVu0o5gPk4q8YJ+ilLTMdGpbLimZRQD8V8Py0WfLNT4AjqZl
KcPdMsqq2o4tFxMYRg7QhRONcvfsyi3fRqt/go7MocADQHNpA4K6KJUNNavpFliEk+Kkx/BjzAiV
02vgD4mdp99a/BxXlR0hOeuSngNTm4/DHDi45M5Ka1jUXl+QsvqKuaYJzchVE304DxdBi5y3QFlm
G8jZMeOlV1NLHsDVUhCeewTnceiOZ4hoxNmoFPUZesos3kaK3nHAl7gytkQZIcYz66E0/K7uIPLa
rSapWQZO03tpJ+gPZdQv2l6T+MnPstxT/Vlip1qxi227ngLDbnU3YMZcNicdTqMHSkstfXYRLXbb
mL9Hg2vPQ4fEJIYwZXIxKS8ifJRpUEwicv0Vmwzcpif2zy/QCShY+Iws/C6xAKk0Uz7X26ZuJ/Db
qEspU4Y0I5O4HhLSxhmvRtoNyD5b7iLOQjmMTK1LT9ps1O5XMf20ixNcqJvWTqPkLGHU41wlqunU
Lcf5lONszfzssUhSuJlxziT0BqA/1LqsDGFqj85QnFJ5mcNFNOXe+KUlm3k8bkb6Bzs6X0xrUfBY
4QMQkky88PfWqj0TTNdANtFoctfNTKPBN+ER+yrHoSz9SJ/NZBc3M+pddM1SBXUMaegYtjogRqbi
agkQOjb5hWxBvHxhSsNpKi4nzTqxFmbCgYa8y9jH3ixfHEkqQ4AtHS+gjnEv99E8dtgekgIIZjMQ
0bBFOVjEjIN7Pd17qNxAVyzF1J5HjI0JBSepu7gwp4idi9CE3vxRwQirUeuFqr/0jIRjrJpwE+5k
o6ecsMPZsfFOgALwGWuDGKi03o63ZNjwp6ZVrVQ9+tzFuUnibno0IsevLkyDnYd0myqPjzvqfj74
sLslcwGK0RNqgcHdlxwnDJ+Cj+rBURzMg1UtquHKjWPGqJ3gcJbjTRHXAv0UaV0JAJWgm2b3Tngr
Jplfn38J4oF7Eq6f9yDGFPCYmU770syhBGsyGcBpurm618d19aKz+AcauLcZFx7ZW7xiBTHzDP7q
kP2Nai1ANsh2gzE645cgPm3brBTEHaPX/gtMBsiz3lIDdxmAWta0fZsj+l8AZMYQ3camGp3kp0Gh
fZHN3NcNpr4KBWbVvvT6ooc0WWgGcaCXL6lpcNCCcknGVGngliVJKq/uUQO6po8Xt/oRViaPTy5r
XtKypIOF+wzQK9EbcvVpLDBAxjUVNa5sffZ5f2lXpBO83YCEjvXgYSnXPTaVjqshT2SbHLcuSrTd
UobT3aiLuDkziiS7qfsqzvajbEfteGg5Nvp8MLQ6QDhmPUhdZpZ2FJmVtBy6zwboFpp81ZkCd2Zu
+nJSJNKlPGx+TO/qtiCc72cyikwPsDjMV4PTAVmiQ7QmfYRKv4ljKY/t0JTNjkCv0DsSRheiiBfW
jxbNNaoFw8ae1ho9Fh1wuhPRPLg5AURbeX9mVjZYXMPDd7uLO7e6UKMyDXzGs3XDDLvFy0BmHBWo
KYTpgy5sz4o6TCoajcX8tUUUI/Z94ilv4zRhxl40T5YTGBOku1NEQHgE8kk3bxqWB/JdlDLeLWo2
T4GyDXheaGEmQFCAmm90lLg3NV2vry6dfPJLEzK9yQzArhMmBRY5a4gfMAqQDtHQYHoC8WbyeyPz
Tzf12NgcG7xmoamIifBm0dvszNYbDsJam7aPPeqBc8JRjXJnIUW9aOamvK/Bst6XuWY+0M70yk3I
KeRS0fiMgEgxdN1MQOmd7RBGGN2AMxW3Rt8AkEBnb/GNcQunC7JQi4+Zr1TAuAWpKhopCwMJ8hvT
QQXLJmvO0bZeEP0FmQ3AzW/oRf/g0Ffpu2m0h6+DA/e5xpuBT4sIEICCcc14LHVH9wtFQE8Hs4s5
qUVlw+etdpeMqZQOT903TOVcKEQMhGjjJ72iQ1c9Z8q1yiDGdcKH2bIa8g6GhjDDuqhCXLypM02b
3kiMe5SF7fe8XH9Khq/JJSJBLdtHPUZyf8DbeuXQA3w2ozm5JUkPXy/i+cbysUzUw9ZFUmbtUa5W
F7SHubNdgxe+NnH7r8qL9gkTrfe8KJnfmFElT414su4qaJsrsymvftARLzDH5b8YeTSEGz6gWMJ3
toeIZ83MEfc41NMG0Uu0/shMU44InSR0UbnM7BB68+HwCSvovifw72NcaRWGM0A3YJ/z1IXDQqe/
mbe9LXKwt3o/XSOZQhBv5XQkYXCmw2VjDkJseZ6in1KqaD7J5yF+LDHSEZ/n6CbmAiopCkGipZNA
9ivET+lu/L0bimo1Emjish8nnUefxM0Rb1RDbM1CFi/ZOANDS/p96DS2U7YA5F74GJ3QTdNKVLvk
CgaGjmzHwNorjsLcSy+rujdH4gF5ZX19/ZxudHp8k7/Y5fiYyNwmnQHL+ab1tAQfxTKnLjrWRsDJ
dap02mXFAD3SCjmCYrfLzQwBOp4bLSqrbGcIDmWCOMB8C2s2vCxyL8b0US6RAFVod7BlqFSQzhtJ
9KBpHFlxQRKgAbuKhB4C/vjrTJFW3FL4jV9KygLCo7N+PveIgBWbfrYS/m+hVSabOW7WQIthKfMd
80myYeICDu+mBlX3LclVUxwLZY1NMBCPAazec50nOt7iLq1SpQV6nHKyxwFQKjrlFnERcVnlQRHl
GSqdnskjW9k0/2QmPF4UKQNBP7eT+QpBb/fdyj0aZXM1DQ9O1fH5EJ5VmMitGaevRTN1amKb2B+m
WqVV4HR2cYnSKfnukjz4CIgRn2xHzQA/jg2WOjvS4aNNIQqzDY+/ME8rak3MlQVMGg63cJ2QxuuC
lIvG/kqAjvNozgMeGKyR8Q8dTCg27HRYbg1I+bdLhwMxCFuZQhMm5ZDQo7Ctf9AuVfmWIoqPEIKH
DFl3Hrlg0rBbDIA1s/kJ818O09otRcW3LbFpociyuIJv3YHn03WkPxxPsgtadbAbGxzYiLftNQ0V
ci8FfRhF4jthyZXCkVMND33TWSE+CaP+zvQhhIUFKYOMFJz4y7blA0cegka+Et0dBAOkY9RF6Yck
lMVkJOvafSX60L4iNCV+biHkP83LGNEvmWHGw6ouhk1JIJ695rXziyrdIx1EyL78OsMArDDEl/DG
6ex7ug9TJTxrydu1YF3a+kkn3QEGQzmRUa3IcVOBK83oK+0f5GwkVuZ0lrGVfU/qSSeOEr/iBoaj
TTwW+LszTEvsK1020i0MZwvwtkuDYmdbWXed2nPyHV0jh5IZ6vGdXbfqnoiJ5tkcJk3bpHyd7yrV
wnKkE5ldd1UeLiRX8qmAFDBk9+nCCBkXAo+OryhUv4rSM8lssNzHIrMnUrg905B7s3eHRwfSAE4+
ErKigHAqBC1Mh6p7kmcnMLW1FT+DSFvb9bS8LT9i0J1uBin6b7Qzk2c4TOlzhyviIcrahRa7BtPW
V45Mz4w24kTIPy6vCjernzje4IICEKK+yFZ0D16aMmoIIGym6gGDXdTzGeD4tsEjhOmdXNnsNps8
+1YvK+1Z9waIH26XyAcM+mgzMPnz2M+Tu6S7SMTqChcyfbSScuecxI/iZRmn6Z70kOXZmYCxbDnR
dz9VDHl6x4NVnIAQmHpAdkNK2msaEt4adYJxAMaB4SFvvOqJjrl0fNrMBmZdI1buzjUK/JWtJH6M
Lxmf2y2GQPsWeE47wiCgjeande65J0jSky6gnShfECjF0Ra4vvGDc9gvijze+K/xkmgOmaiDXDew
YtjFJTEsmyKx+QfliKuKKV9uXCDemAsKBkjyYMGp1msj9KJtp1vR9y4bjHYvujj7QlFsmheqD7nH
oUp0CDmgdJdrMXKa2ngRUwB2n77lCTHnzgxMtu3Sb5OFF5fxPg3LmqGHOuWjam/DZkF8k6iKhF+3
oVDcFpBww3NvKTt85Fkv3CuEWFj3N8kU64+0iVNqKQDsmjH4kA0wQ48ARsOtBQTQvE/klFxGtTuT
ntbKrC/O/lxF8H+zo8as/aOW2tk3fGff3oCo1n/h7yaa6f5Fhwz3soNmTBf2Gjj6t5QAUYCH55c+
GcXBWyWBdElDRfOB1+Jv+QGdt3+aaFL+hY4R0wClskerl9n/H4CohH4gpmPAZCGZBnXEp81B6HAg
3MsmZ0bmDGoFIFb5QsyL90hiRLJAM1L73NKinxknuxLoweSuoulMbd2ZvGG96RqxM7xc3NktFk9I
DVrrkKRnR+kWSO+yTzkDYVpGTUq3J8kcfWtA06cnL/Icqgy03keMY1JtUxeZ6Ik3KXzWrRoAKRRE
QyR+JsNZbRQq6p0hndA8xUNnj342xtkNog0OCOSGTN9JzWy1fcFuiHKrduEfRBXuNV8bCdLxXfpF
fAplQuJyRQdtl8VCJ3ZwCvWEaVCePli5C5db2Ni+Nt3ctDVYzxjBhDVoFiq3CUZdSZ+ckqwSrQ5M
MtNOQgMrjOzG5XLwwhKWaqydZElVBOGAwdfJl/ZrKBEkBPpidnCuLTP/VmSVq+7pDZYYofnInfdm
MV9Ic54JikjFfEfYiIy3k6pX7myGhjlpXeNxLiUjLbsWA4Q5QK8PLVFXKJi9sv42ZSijgFJrJoMM
S3d7umjg6+Gpay2ZIWnv/OBQmUT+0sMW35Q127KjbOgaTZOLKEjKVr3EMkruIsEy2xzHSOaXncOm
mI7rQDbH8HVuxN6Kaprb6HauRWttvGJc7tFmo7aksJboQ9xuKcgBMphF4aGM7uh9EJrQFqRqYkV3
0UEQNs0HBa7n2J8klBN4vBcpSHfP46zYzBmDFgTjmHXHueyVHw2p8UMRqnRi1VrhEqXRRhldskxd
dHkdE7Bmcjn8vBa+A8HESNIeGhQpVLQ2sScqumxZyEGYc08xhGi7HBkFJaa49mjAmffg9S7drslp
rWSjmUOgKm12toyLqAhmQSJWoJudOlODlZXQaUv+DuApImKkbGd+tgiWfECtX/HMuNX0TC5IPiBW
oFu7VULESdArfAJ+r0IepRaYieWbzJTPWohdYNmTrvkqNIcqwVhoCoEsyX6sdnd0kIlj3xYFYXNb
QlRAXDVNlGbbYaRSHem6P/QD7laIVrk9+Os4lKbrlBc1Z1/VonahhLoXM/XZESbc6EV3s3HelxxS
7GC0uiT7MsH7AHHhmWUT0Hia9/QMC883gOXA7DDb+C4kXafzU2ZQ7Z42FSV02lvLHb0PUmgT4OCJ
38+dwUmibUfSIQtyaHdaBiOBhqdhgQtKx/6sS2Hq+8zVKM1QFfVP8Bqt+9Bt6RmhisacXNfQY88t
NyOWAKCWU+yzJUs59hROKY6jiOrqmHFjke66PBWuX5iT7Pc5kPT0yzxqSj8amWPTR+0WfnNy5syO
w2kIZIR0ugXfX+LQWW8bEKyQ3/LQ8WuKP3gcZrcwDTDi8MaZK95kfcFNGiR1Mnx1+WIaJ4kmSKGb
cOKN11OtZ8YTvWZRbB30EquDz5jqoGmX7qHlQRB0gMYBrndrIQ0057QFhusaHLjQBqYZHaMaQ3j9
JSFwIvwajWseJV7+bsBr2XojnZzEgkg8lCK+yCwveentKaYgyDxOBiXFPb9tklndHl6Ffkdp63HK
yer0e9ZNTr8bbXRRAXwuK3oW2iCeGD1GPwbV09CBJpxv41IB7k7UsHg+OB/9ruzRnFR0Qest/FBN
7l1TZOQnAYwmRwGx6qZF/3QPtr1rzhQSGWdb1rK/L4swnwPF+X+GmApuZTsxCKzp/mD68EVl9tkW
PKAdfTXnYovzEZFE0TXLszcYBFoxMIcgMtmjogXrysXccP6zbhZiETpf6Yai1NdBdG+qdGjxb+d6
iPvOoNRn2e6+EXn3bI1ZH2JlajqH5hRdsk3IWbXkpMeAgbKGjhtChFAZW4euX4KsTI8D+lpGekyz
xXmpSa1Az5qG8EJTyKPzMUQJz9rK0WC/SsIYIVlHRUeGiWhAhlPwssnUdYEhOJ5AK8iY5MQjUmXc
h4QPgLHXLNN4RksDuNyoU1sPWlMbupN4CXtcK0nWeseo0vvvXdsoYzP1zXKjGWHIfMh1uyPSkR45
j4cbUZBFsc9jeE/Iy8ZnqaroVNkeYKkUEw+5jzQYFFTTm1a4PR2UrnhRzewxCqE2PerhILB/ssR3
mkP1y6RNOmnChu7wMRlzGkIGfGpkLnmKG59jxvTE9k1j2eERfZC9MMYbDSfPFYPl/t5tjK7yh2RS
l0QAtSORHeF4nyVahalHrEZ0fiC5d8D0kt2WzPnxMocNgaw65qdd29iI5EsnnYh1zWaTEQpUzXJj
9MNetLm8rvDsIgcaMCFtY+Zt1aYpNfIlUcd4j0NdxM4Wrnj8LYNZ426qeu2PLczhuh15iIbwh3qy
BA2CdHnhelAjM5z2vP2MdkycwbqgETSD34JRU7bTFybf9NRkZkyNTyoIYj69LcGpVDTFGh8UY2b4
ULFiws3gkdt/+wv/f878HxZF6b+fM2/ab0uSvy6K1///P/paimIXKiv7LoJSXYoVtPqPvtax/sI8
huMBLxP2GW/9o39Gy/KvtRjGpeniMdQNZFX/XRVrlvUXYHKDWbVj45Ew8SD+QVm8To7/x1AjKbwt
HhiHGTcD7LXOfjtZpuolqCdiSNHIPrf8Je57xKOKdsoJA2KAQq/uzOXf/+HXaNbfl6MKx4aKZGRF
u5gHBo9ac0LyBcQEw6Cb5Y8pz4wl39Br1cR1RIj68v3j9Q7kw1zeyp510HAYmEqwTb69PJ3hVTvn
7AYNwK+r3rHsm4YJ4/5PVrEtFNKrS8bBMkOAOSL2t6sMCyplZDd0wtgQkTjWpP1YYEI/XmUVwf/P
T/XPKqTRo5F38YofMm2rENiDa6195DL1oLSBYmr5Zj5F09IESeZpFx+v9/beresx60MQ4UKEcgVP
4turyo3FIQDcbTeMlgXCtZF5Z04e8p+vQgyC45DmYptSX+2urzxkhnKTtKXbt0lFbJIJSBO0R2Ia
fLzK7/dO6pYnJS0nDoDy0CbcNrke9wBYQEaJ2PFjj+IR7S3dbcrDmchHoxnjm4/XfPus/7p/OHWl
iXyDFxZr09sr80qrqQsiVMgbLc0TXWsk0IQsPcfnbX9yee8sxRbDC4WiwuEkfXATzRq6awFWgvjK
ocZyXS47EnFrIiiL/OTjq3rnTmJ+Y6SFNRLH37ppvf69JEIvF29YC0CoS49VktpHNvvEmags78vY
Vs7Rx+u98xS+Xu+XNObV8zHTVKrslfHSlsZSHxVGWGN3Huzkk3Xeu4XYHDxDmlye7R3cwrAgmTap
IER6eRMPfpouWMf6RK352kPzyWLv3USA3K6n8wFwpbv++auL8prWdvGp4neZmUaooTUvUDyEvhTu
HDChEn9/mv+tv+bdi0OKhKXPWVsMB6/yQPKb2ydmszHIbt9ILzW3CA8c9HgckD/+vd5byl6te7zN
9CrMgw8KNbbMqMiazUxYdtCbuX3RpRTAXhG1n7xg6+b9dkPkUl4tdfCCDYtTtx0TcGwK1RdSa6M9
E4HmDjKfOGMs3NyR3fHw8dW99zS+XvK3G5nAnc2QxBiMoNcTmNwlXR998jq/uwpyf9eWGCHl4bPY
eXXcQsKkh8D8mGSROvU1t7S+/C+uhYedl9kWuM9W0dmrhzCUoWhodzQwIAvgs1Nl7xLUYJ98G997
1G2Xiaitr1kb3sEqreckbUKsOHJQRjA+iqrsJLeL8KWou/gGuBp5Dh9f17tPoGuzHXr8F8XaoHx9
XYjhGc6jsdr0FGb7fFCPtAWfzcZ0th8v9N7P5PzS+fGsA9RY/yKvbqAt9TgaJVsGR1zHJ6PcDURu
9J+8UL/6km8fc4a43srkt+31Q3Kw48aamxC7BjShQT286UqL2JYlJjWa5GLaHRU8XlvuwzDL9pbs
R21DIrHChUHb4U+v1+bVQU5sSpzlFD1vr9dLCkwoxF5ujLIn65q8r5gIPksV3Se/4AFCZf1vs5JN
rQM+hJSMw9IDGoqLphubN2zm7ETPCZVvmhrdxYC2yNamk7arqy0B5sbGYn1/IlaIYa/fk3N1rGat
+aQU+n2nWU3nvJEe5TputIPXfpypj7SB6WituyNhdhFhXxuzH3H0wC8zIRi2A1M/BU/hk1//92ds
FZcylge2ZP1eHs2mNRXK4EuBN4xmT5VmpAKr8pNf9t3re7XKwSM2DzXpgg2b9hgb9Aej3PTHJqTV
TLt49h6rlKH0nz5LXBc/MDfOxsl/mEfjgvuxqCgZD80uUUcYsvxBwN78eJXfNx9WWRNv6MBw8v7N
V0rYUtY55IuShWJfVdjDwUPjFdNVnj6TRLzsPl7vvfvII0tnibXAExzsCGFWcVKUfJEIC8ePODSu
dmqG+JtcQiPPYbB7fYADrMs+uc7P1j2oJ2xGFhi9RIPlqGxP07GqjmvEfufIBtpT5Up4X1lqfLL9
vXdz12pTh68kHYYrb7eDqQbonbfAjdDSyQcGzJPampjZ92Pp0cyNafHef3x71//i253QW0++lsUR
iM/iYS2Ig3MsZRcxMg67MrCbpg1A1zErLqc/Lzsppalg0FojCUfy/PbiMmxm2UrzX2MD8i0pe2o3
waD942Lak8KgIKEQNNfuwNtVyrmrKmGiQUZHO+6tTBQg5GGdN8TtAGD+5Ol8Zy95s9r6FL36XgE2
s7vJZrfCCRgSvIT0wybkAsHMJ0+G+/vvhFnX0denY81WWv/81UK8xwmpxwt65EGnP+hqxZ6pgk63
G0J/7djDzQSmMdsU8xiPf/4qEHdLW4T6mgP5IUICOARCsJ6v/6L13nXeSPMLLmeFb0g2x4RIQdav
41B+csXvPJkePTu+EEAzeG4OPhCcSezewkO3kUaoNjW5eczNEbMk+qD9+V6N5eBXdc2slc/j25vr
1t3ckeROQRVXw6mtGnVcWMS0Em1pHvUhQRSQKODJf/zqvfOT0uKg70Ahgq7EPPj2w141l75nVQvR
Oe6shPzSMam6EzAG6oLBZLopXUYpTTIknyz922O7fnSxZzA5hkSCBOLtBctwLOumYUeJkDHTOS2t
Hb2Y4ZPQoN9+QVah++CtZzLKrcO9BbQpmoqFZ3ZJejjPiNqXgCNufmTVTvm3fuDfHsfeuyJ2F8pP
KDauZxxUqJlIRCJrzM+MNlFYNEpbngYgPc4nj8q71yQsYGVMy0i/PtjECO+r3VFXjC2MbA66ehan
eq6K44askU/2lveWcnj+gaOtH1rnYKmeiV5VFczmZBMBnh9mAhGQDceVPn9SHL5386iFeAUMqXuG
c7C5NAVx4JNZ15sWW9a21ah1oRs224+f93dWWT8zfBq5eToGoLcPXReBNoJyxRYmMejqxKXi0i3c
T36g91bh0eYZYA18Qger8BYZsLtC7JwZ/ht6wtrzoIi4+eQNeufHAX3OtfC1oQ8tD3YnJKVNrEUo
FwSy3V2f9Z2f/WKZGt7pn9+21yutF/xq5y+ruQnRX9a4VIY71yktIpvC+pNn7bdqx6Pg4DTJ3see
Sx/57SJGP5EgDBJlg61u8tHMazdwvpIt2Nbq2IukIMwXMdb+40v7Ret6U32sy2L08vAYGCx98Igv
Da7wsWFZEXncRbCZwVQSHRB6g5mjuwjjoxL913ZOpLe3tDy6BYUa+h0C5l3MNO/q47/Pe88OP6eN
koUOLd37t3chKvNCubidNw4Q36Cg/NuZefnw54uALjMFTCb6p6tj7vXvaTfjknQ1ugNk1KQozySQ
9kGne+SRfLzQWukc3tw1xI5tHuIHw4+3C4UiA9yOu2FTYhHx09iyQexoqGGGo3LNJ/94tffunQuQ
DQUtCdG86G9XU1NHYscvglYvyW4e5ua4Zh8N/her0PIArcKXyz5sbTs5igswiDjMOswBlYqL7SSt
5JMa8p1r4bZxjGJP5Ic6vHMZakWQffFaqTrxRT4SgYCzJv7TZhGjJpAudKOYutO1XH+/Vy+2uwwa
ABAefhKri5U2TD5JWLqf7Lq/9zrWZRhFSWBnNme39WJfLQNyrIIvDc4zVSG0ydm1dkaTn1QjnkRb
Hy7cUV7Vmh5um9gJT+l4n9heXX/yhXlnf+EFh5VKVwzw2mEpsDS68npYWZvFHkxj25NmV15iCNJJ
jlAjXvhp9HIsLgMg4U8ezHdeA84DjP3IhZIUWgevgVbFUlcFkaVzkVqkkuj2HIx1cmaJ1aTXhfzv
Hz+jfH6ABSIfYkh2+N1WpkNgtM4uIhgLb8bOIn2rIKzm41V+/wAZ/KT0yHiC1lDXg282XedogrhR
YeFAopW7TnU8l4tDkqIXf/II/X4HWQq++0o+hNV6eKRir7T1VnIHq0wmWjBXOaF6+hIbtx604R/x
WIzhJ1e3bvxv9y6aVbiG6DWuDJNDKCzQBTlFjQUUtsRTJoDV3zVqXJ4b5eSBAf/xmUbIdFrHVnVU
tGb39PHN/f1xBXDLGYazDrUku9rBO1M2CPJHVW30nKSn3HZ+5K0DdIYWVUO07kaJz+rK37ecdUWO
rczT6LNaB29pN2KWNY0Gxb1mcmxtFIE19vBZPvP6UBzc1lWqyReO55Nvz8FDY6LEkqLqAYanBPL4
YGZw6C5zIQIATuKyyQYE4Jkb0zVycri7n7wZ7zyzEs4jh1jBBI9z3dvb2mK9A0Y+EFyQhw1Qj2zu
IWIY8U3Vtdan0Oj1Rzq4WA6sPDvgrtbd7+BiLRNRGSw+Xny7u2RfzG6QXWfBgIrECFBcy+vMghGy
mcKx63eQH0Jno3Vdcxu3Al3Sx0/UO3eeiSxygP/k7Dx260bWRvtEBTCHKckdlKxgRU8IR+ZcTPX0
d9H/HbS2BAk+AwMGuuUSU4UvrEXfub7VJ7y+dKOEpqO6mcm+S/lcKbD6MTvs6OkM9AFnxID1vUe9
S9J/XsrIGJFIJ3ZGaYD9Fwb2n9lfq/zS7lreZHulOSmUSWyqAxVVdLF/fIHvPVuOXpQ7wACxATa/
vsCqrnN64Gs6RCg4ephWqsl3q+7HFzKzoM/8+2A+gStikD5EcP/kbkrLMFIBMSNQxNbPW70Zv6Ds
EbR/NvP9x0O9M/lRX8QwpBQhGp/m+fTYslf6DNgT5m4Md1FfHzzpToeiLssjKc306ePx3rmPROkp
cLGJCXgUC7y+j/ijsmpcG+b1xvXodiWF2YN9CRp+5t8fmUfSmSWRSyNefDLnZE7VJgPoV2S1Vk8R
80J/E4m/2jzT8UHU0ccX9s6cSp04F8Ysp20hx9cXli+1UyYjHWk69alh3KSQhUVH6o/jxmD8kms/
aYeOteaT89N74xJwZEiaxSknOXlXRjnrAKNcxp1rYjgLYOUvxkqqEap8+jA3VnPpTan4ZHP3zmOk
RIEtgMvmi7+cfA5Az6xKgqoLeE3pga35ylvahUMaCJ1PppZ33lCPec6mBoi4MfVPr2+sMlG6TDMA
oxiyUViOyjiszgSoq48BU9SJ+CTU8t6lcbDeEihEjDkyvh4PRE3SLR4trDR5O2eGgKZU0ehF8V9W
fvKGbm/gyRTusYsi2+BSucUC+Xooy+kMmaxxHWhJVn6hYlpFOey+/cdv5rujsO7aBlxgtlIno2gV
4mjHZjbp8rKjYxzScQpV4J+jYTo5OGISHmFcG+j962sZUpJvztoySmkvtA1pTrkewS4K6g1tatw/
mSLfeyuIUW3nGDYV1ilTGeuW048Z85aQ8usELb1qujlwNiK32+XdJw/qvdGI8m1FVASKOde9vri2
HhCWtHzc/dol53XWm/uhSNwzDRrbhZqBYvzzI2NGJhb9f5IP+2SWLFyoZwv1ZwGAsZbMbEoHbUTn
Bm3HHw/0zsvOEFtojCithYfi9YUtraWnMuM7XqCdVVFF9UDk0otBKTs4p68fD/bOXeQmkpykTMH3
SVC/Hixe9IWuPzhXjp/aGyPJ734iCrOxCSDYhgMwWem/z46s2MRL2ZOw5T5dtlXjVZjBjJp65iwO
C5FElhEjTxxtgQO0XwKoYHP08WW+d0/ZVNtbEHqLNm234T97klTmoq2w4MGvL88N8ok7oFk0XFjG
ZyH2z0ba1ob/jOS0FIZRFwR9YpTZdMZULctdjUMSFnXR8ig/vrB3lhrf3VKj296ENeXkwirZo5Qa
dMgHi5IHtdriRjnYdDsberBY/PXc7bL46X8YFFT83yIkTksng/YVoIGMPvxgmLmJGcUgD9XqPKRO
3e81pzPRKKXWJ2O+czxj4mdXbWic6om6v76vg6caBIh9HVR1p1PbXp/7kNue1jjNfzaVWX0DbtJH
ttD6MwPbxCff5Nu99JYXYgplR02J7+nHr1kYwxHM0VbmLvrtCPED41uffBdUsMM2Q2o/xN1wBfnv
k5Vv+/5eL0fb68qXwj6agMLpclRLy88kAUoU0JQOkdTA7Wfmxu3HD/TtLMCpE8gNda+sfWzPXt9c
GA1jBo6CgE08pt8S3OtpBCmhqfdWvDTf5Ig87eMR397Q7ZxLSM11WAPt03knlYgQNdqtAlpe6VXo
stq+8bHU0aRNYmVvm7UduHWiTdh8Y+rj/330v7t43aZFnX32yfWKRoNNxTZUa9u0jLA1+biL7QZB
Cs0HqKIyGtfmiB7stjgSLdZ/fzz+20nCRBRFSTiJCdMgUvp6fIecBNtkJglca+YZf74XrTUfjNTz
9v88EiFSIkMkc/6G2V+PxNnB8FXJKlnHvltHtfJmJHAFWf29M9lr+smNffuVbpIMRAdbwRsTw8mN
HXJR5MsGYnGMEoi/DmhgzotIL2IicLJuDglY3pd2dnEqrqb1+PHFvv1YGJ1QOiXPaDMIiJ1c7Ohs
ckdGp3Ysv9BbB/YxNPV//iS3UeBis/FldXZONgJ8IR512jM7xBkfVL5aXyZvEWf/w6V4xvbVU+/p
n1bWgP1xBHVp3MhZtTeUpcfoJgEhfFYN9s6X7/FmEKrEJ8Xm+mQXRQbVruYaW3OiIVHxO6rqIcMk
Z1T8LeeeJ8U/b0kpC9O2ZMdG43tTEzYkxkovFI9IiNzclZMHxYq41w7HqHXz8S18712k9hLk8Raw
pDL99dtQIY3mvLWy5rvzcEaTDdQo3QKuss74p4deO+/IuN/afY6rzU3bTz6Fd2Y4tnHcUqJOlMSf
VgfbqBUo/mDzHQMWQXVERPHGAtZKHJMmznvDwBwW2FbW3VtZsvafXPzbfQE7LLolSPYQAXdOa6Ya
oVrD3tgwumq0Fx5G5sA44mMMxxRqC8WORXG3kVf/hwmHgakw4CEz7ZzG/mVGp2gycQhY9W6AN+vZ
Z5On0mfdHYtP9q4nn/sGraemR3c5ADCHs7N7/YDjCUOFb61ZhGXUjnSvHA56M+WfzKCn2Yz/P4zH
fKbRvMmh/vUwNQsUJkEzi3JyFBLITwQeQuwaLRdh5wzaFxKK9TnQK5TE8bLvyHnegkb7x9f5za9x
MrlZrTbTBgkqMOsx+y222x/YGM6HBv8I3dVq10CGCviaCbxRzrj7+GM6WbH+jk6JHzUrOpFUIjiv
b0IPJzHL3TGLoAqP5zY4qh0O2GnfZNNnaYb3Hut/h9q+6//uoJXprnY1ZdHo+/iraXePDPo2P3ms
JxPf3wsCEMsjZTfHwWf77/8ZRUxpYacZfL84g79+rlEHS5Z3hZ12Zq65r311Wxn/425uG5RaerJ8
tDNtrV8nd9GkT7tHW54Af0uTK7kICckEIPDHz+qdS3OJ5xk0QtCR455ulUfaRWgwZAvng76rLka9
NIujNEFmos2VA11AbsuM//GgJxPO30sjdbnVajE2h5HX97OBe0xjpZXBbNTymARwO2YqdBUtp5Dq
F3dBFeCl03xIxo50+8eDv3llSOjz7m9YCHqHCV28HryfpGuJuLZCu5PJUevjNXQoff1klJMZ3UIQ
AQ6WbRQP0CQXfDLKWGa0sICECAFxJvSym2VznXeLvxMOAPZhZbWu4KzvTUMln0znbz4/hgawsVXE
AaKj1v/1Bfr4vGM6zVFvT0tjPxVL4dlfMykNARkpcQf5STbqvfH4Lljz2ctRsH7yDW66GCMW8MTW
AvNFOcPzosOwDO1R9dHHz+6doYjd+4TwKXHiOzy5tJaerr6gqAYH4ZQCkalVBIrSZkrr+k8e4MmO
YHuAVEGQYucP7BDt5B3NC6fTl3HmqgatuUjjuj2IWNECL9zkTk7k+OMZ+BEdx+blbNrzJw/xzXe5
DU9qhE0d9Tu8qa8foiF8IOF1aoS8pN5BKGlA8UCgGGsCPo7VaLcf39m3X4XJDovbysvDflE/eYht
shQI7pnWjLKwjkVZTzuk0fKTm/r2ql6NYpx8FYVvbmA4Mw7J6Lth4oGnLeF40lvj304TMImPL+q9
4YjObuXZtFJwfa9vol0TO83o9o+YxLQ638P3QA8V0pZtlmMAQQxc+26VUED3Hw/83t2kcogwwF8l
jnlyN1NCjVTxGyI0Acq9pAVpzGb4x3IgHhKNtSwNRHTIAPHFv766slnL1NmAayuX84Inu47IYrSf
RODeXgotEBsimyp3GPLeyT3MJxhUM9a0yDDI+thehnCbIrazf71hjLLFiEiJEpg6DU0NjTmnrYdm
s7UMdmY0ve4zbfjsfXg7fcAUoICKgjgaQ+HvvL5jhOoBocHBjMS0Nhh3NZa3Wc+P8HKWT27bmyVu
q2hiTwXxbiMgnS5xPZQeDTFpAaxZJj9VMVb3NkLWfZfbSwRVRZwnBFE/ed/fuz4qIZAHEZ5l/JPr
6xU3OOm4iwjLO1LGFLMPRo2aU+jzJ1/ye0PxRbG+cF4hLnLyWmBrnzKav8jgKFNet2lThc0E0cei
zPCfP6atf48aJCLqW1jv5D3XFLDPdvSKqJ0VPOSh/NObzmelB2+fF+8D6Qgq/7dl83S+hd1Lkzq9
rbyA7vowNgoBgbDSSzpfhystBR5ZKwGP6F9f+9ejnswTsbM2NG3FGcyYSR1ni7K3tK28T97Ft3sR
kppE0Fg2aUInv/n6tbfRMRQIebJIeGN2UxUjJh0XVAwCLQMcaY59Kptj82ilMv7+7xfIIsbJFpA9
MZCTC1zUAOVzWTgPOc4SOaNRIHCBWvI/jEJQm+w+0V4ayU4uMB+peIpt0NjGNO3NdoN8dvpncd23
rzxnGiZCc4M0kIszXo/SuFpV6zLNkbOoeDw0czsYe5X3RXXsKkPKT6bE7bX+TzSXy2A4WlJgNXCK
4jT5ergJESiIRCuPYtVZh6To1C2M+xIx3xar8sfJP358F9/5BIj6YXnb4uZsj0+eVSotCDvunEee
y25DSp2clStQKnFQkfuJyvLLyQXNsvt42HduK/MxRTeMivNNO3l4Umybr25CT8Dis8eco85i9FZ2
0HCY/6xt/p2byubfoZ+RD097Eyrza211/QRa/CBlAgWGOgczpPpg80DCX06PhdVAb/3nKySoQhiL
BQ4ixUbJ++/x0XLneRjGsYpqkqEhsaX4Hs6OeVRmM/38eKi3qzUxTQy8W6CYdO5pBZUcXbIAKeJj
KundcNLRnZTK//W/DEIkmjgHzWCnx2FA5gn1fLKKqICeITBpMDaRUHwya715LwifsIyR9yNmsxW6
vr5rC4c3kouQaeku725Lwu6RNvTzIYXh/fTxBb2ZIHnf7S0hxi6Rhp7T6ra6xxJKcXUX5YDI72Mq
s+KzTK20uWKJ7TU/YuWeYb9ac9sV3/IZctsnrwgp1DePjvMTpZJskLdKkDcmXI5zBW2fRbdbba2g
E1woszTKm6kElYvUqbIGHGBOVikcOHRQQiALNK/SYNrppO7ibudnml7paOfMNf0OU4t49Nlceq14
TN2aCMVTvBZ5nR9dEE7iV13lIvZCkWkxOqysmOoi32lzosVmmK5gEbVITqR70YT7eW/eT0uLjiB0
0nTe/v9UdeZL56aV/KNLrZ2fsMQ75pe+cvvqV1dYUO4M2F/6LhcNeMIg1yXws7HNs3MNWh6sYDef
1mfYo5IEOec6rXDh4K/xGK56Mc1+QIbN66+0cuMl5GZaeo+EdwzrwqGbUvsFK93yHwp+0MwDvPSg
tELuTOWCUhb5WPPLN0t8DkepAsYHnW7+qq/CoWGykXkcRxuwsAjzVfr9w2KZfX7dN7Ywj6XvxwQI
uZbGfulKsMMqMjE0uPYRuVGizJ2ccmIxYamVwC+PfTqI+SArSq0Cp/QmA0jpliBDPeZ3Puy/tY21
qEljEyzzqPT6V9nWSDwAxTv5UzdwnJ2ism9a8YV62Sb+AkBeUew86sDgU3sa+FUdKkue9THRaGs1
VV2rr63TUtPqJ8AjwJRpnQxH1y7z22Ej0VSRMMXoP0GYdIdvuETKdAwJMtUjHF/4clmAW63sAYVD
yNePKUz75c7JFllwikgU4C2w4cDbMasb/aienMWlsyEDRtwJ5FfxPJVn5TiN6a2bji20WhpnPOt2
xm1WzoEsE4wzELnYRzUA9ZyleeoBbWmcu0CSy0cFizhegmyylbj1BjMpf1qs2EYSVgJv7hCpuc8N
sHyTZo9fGyfV7N+GUlZSEJSGrY4LIJncPA0zb+r1IVzHrulllPjNnDA8H7J/n8crKtxqbB1PHdbE
rusXRJNaDlpQT9OVtaUc3fkbc+VkaAE0w0LddODUiQqLwV9B0Bp53dsJhD9pjj3gaWXEv4e+NmAT
57EzbExQZBzas2etati8zIvqAdPmolvxAvtKP0etaakHCwpl8tX0Y1nf09+6lJHtx2IOaYtQbuBp
EuUZnSyrdlV5SUzLP8F49VgKqkdQVI8OgwM2dy/XNXesR4lgWAEKa5iBQsruhlSLhrjRE3Hs1pLM
a1B31rq+1FbFh7qvtBVQQ+Ai56JEpM5F3WsXZm9UrR+qGPzTfKhTYbtA1lOPMGCgjIJcwMUIMQye
nj5Vo/plp4IsVhRjRKBdXG9Allp7SoRqj545XagV2Jym4LJTYSnQuNFXHteXhoHFlS75vKcsGQq5
lxTf7a5fwFq6CbaKO9D+4BNo21ljPw9geNKyCeuytcefVY6zJQVcmfj9iEWhmLCCu3rZWVh6Gs0u
+7NeYrwcD/1Cc/AQThwKXCdqTSe2kdzkTjVCL0IQnZ5JZuucGmndl5AGodigCbGEaIswG2evNc6U
WTF9PcSlvY7jXV2gCfB3Q+27s/7Qxw1nH3Z3nm3mW05SuFeLVMty4VE0NCBwTZQ1B7jBYfINwwoY
KPLFnPc3VQ4q+9hB9MjAP1b40VAO2sbs//Iqg5zHXuar80eirHYvdK0YtG9uZgzNfeXSk0/VH8VK
FB7SStr8wiapxYExsVsI5yWbpgvNad34fuWAPD6i9u7LQ1kmjnExeBCpQqYv7YcrKxBH2bi2Zz1g
28NsxzqYiLlL9MBJ5uQKSUZ6jTmuooXIL67Jq7XkeyrXH+x7L7OrYke4qUdDR9K7Sa+ddppp323N
zhLPhkns+yfXlJnP0snBrtujEP6BX4uUg54W4xpSh1CaB8qttfJiWOvYjpyZbXpY5L7RPZuj4Qkt
EBVuxUthF355ZxRZiTOEFTi+6SwUcpfMd+2zsvQ1fUxqv4t/uirzqtu8EJ57KztN+c/UAnXIJRuR
uVGqt9N6YK+6ymBaaopGdx0+mN+NP+j9DWWrQGeXJFtwMax6wzsX65S73PYoWepffmzlDq2FPfdh
h92uxzNiTUSnA9H0Bm8174i23NpmRXoKPbF0vtar6tQ5ejyL5n5wqGXxGCMS1uqjNQ/O4O41u08W
/bhwUIC1r2Yv7/9M3jprv6fC6pAkpFK3RrHhHS3jh9Evy2jSQw+Pl+YupU0D+iHZJMkC1T3NbHo1
mnSrSu1Ts4Ow7qx1V/92QbpCEGy8bqBfNk3wk3zvLNCqj25mVRmLUsOLjhWDZcUxwqJZN9P6qIMP
R7mTeEt/8LxNMlWQ9+iuMtShJkz4FGgQ6Ffmc0oPhvEFvYfTB/RQZSNTow5VsKAOhBpLHWEPwOEm
o6xIKzLLe1wSEqeP8SyqX0nd5h7RynIqiAa3+qMuiJiFqH6FGcKb7aufGwXxjgIvVmy/QrNwi+Fh
OSZ8XxibUzOtQ2af7tnTSfwGgzkVLwNFPXclApxfTmbL6rhJlG/beXZuaT1N5N9l4SXx9H4JDX1w
zuu5S8ev7BQ8QtKp7VeHToG3OIA0ieVOc2MQzmbj9/ZRDZgJULEO1WOj4/mZMIid9f2q6RGx0VQL
0hbmQUghHkACuyvLfJ87dnzJ6WatsIqU6nsmWL/PWpy71q5Nh5kSbCmrXY+oau94q27tLa1ODhw+
4Ia0a9Gi9aUuKI2QCjRaOFE0DmOT/cphZnl7ManFLMMuZo0J7WLiocCjhA00UdUqw7Wfx+IMR5i7
BtbkUTsGL85PYAihsY8y1FXLeQL4Yg3yvHaPRdXLBWgNoN1IEyxDgb4NBXjTQIBU62Nshb3eOCIy
F2PRKbJL0jumO+NpMBtUQAgkhwesKcmDnSzxn5TMzq3eA0DhjgihoTVqyCNpbo+Zju5wHwuIN2zC
Rlm2zmUbV0tx2zQA3g+GNeTt2dLQo7MfTWksDwW95l0ElVRkQW4PM2mghlfTGfzK2sWrpzW4nPL2
ensORMJXzJ2hjGMDa6cBgSyyFHsR6hLXikUkd7EuOPVofPdnu7pIzEYtEZXNGdegLdI8ZEJ19JVj
gPvW8GiyMJtLsTfp/UaXBMpgT/gQvGuJ2sJA8exV+9wq+SthWPbgCaY4bDy5njz2RZ7HRyuJZyNw
2alQgpF7fhP6etleF6XjpXvXyKHa+MPo4JJtBo2Uvg/vM2jU0BDtmajsDQSCUkC7ABPsnRqr9m52
h8r+WhVJroezg4ETF4DbDkGRdstyZbsJJuI2Mf0kRNHi4rPiebZfOpTOxybJK/sMnxEClGoRFrtL
/FcKbYPPM5SuZDIbVGaV+7qaxLVBaVXzQ2+KNYAzulpB5yxjEqVJxz8LttiHzuxP7PiwlMOYjuva
vfDL3LUOXskcztbdr4vfBaaX+bcDeuW5KlvWkzzNMhM7lu/3e6kSjWvRhzpkt2QBf5wp98Cq1duP
Bh5S77zGNgSiz5ySO+UmtRa0VN5fYD9gcznNM5u8SbW+ETmNlSxgsS0f8GIK8X/tDOPbYPnpJcDX
CvcKzgLJZOjnWVhjJCuDWenWQ29o6zfRFLEfwBDO9DtjhHof2JQ4VM9F38HBjYpBjvWXzXmowC0u
rHxOnGniJmVfe69GAdxFa4zsotHt0Q8bIJMKuUZToMNOUs9EQkfnKj6ndIYuzf7hbqLdJN/FSyZj
RCMVnrpsFp0Doz2Zi2CijcndxzImHKxEXKVwlhf92ZrFVhBFN2e+JwiJlsacqAZFPxwflDFpkIjs
JMFIzX66fUpzHDit5xZZOCQjcxeZDRfg+EyLZHXs6Xe9IfZmlBH5o0k/61yp0yEmOLPwfTmZAFlr
a0t+BPjbtxfsVTi1IZGy8yNBBv4dLR/tASmaRUM8DSzpE2n96rehg2BO22b+BQAm/T5jrLqsbWrz
0EmJ9kbhU7uvY1EukcYL9TyatTYctMKs7/tCaMyZiIzNvbs4JZsCLfY3KduwmgdHX/TiDCnRcE+e
3U5UyHmf05uStXnX02O3oghK2iiFw89aIFi1Qsp4IWTFJdJfNoM1B9SpNJ0bsvLgKRTNTHDlDYm2
Uri9uzzkte8VZ9Iq2A7LSXN3qty455gSsS3uWoh1WeAIkb6goU5FQNGaVt3n4zoP0YThxjwwFTdX
FFHEtPiayqHtZvSdwFIYiQMKKfw/Wm8sfzQp/D+DZXOyRZLcrQCgR5ukpTewnlFgh+HL0itjF9sc
z6l72ZCRi1513+d5ptMlSc2qCAZfmT9JlnAGkj4qTAV+/cGL3eZHVa9/9X1dedA1x8tCwtl9B42D
KPCezpUCR4gdU3uSpp3+ODXxxOcCN/ubU7fzF0dZ8XdfruJ2NI3x1hf+XBxadjyUT0qbrmIXzrm2
y/K8288WDpadry8e3P0xW6/mDoXZvrTm5YcLlLQIbLHKn7kJKQHWC7ZwANWGeyi1ftII3CTq+6BZ
E73yrVcvx6kYzB/zbI0uPT1r8x2RSa127ujlV0ZuaH+MsZq/TGJqeZW6wfk+JWV+n9pwMmhpLIfz
0UnYItkkU/CyUOMzHUuKcNcIL2T1Z+k08aMeltxgflvXr1kjAbMMjSrT6xxfEWlTMOS/9XLo13Be
/aLYrZDQSyo3y/FCVAvSULNeuz+JY8XfVlRYt9gKhhunTOVLKm2vCibu2k+3k/3FUnU6e/2aZx5A
YVn0sCwE+8ASyDVtuxbgZY54awn2Nk3HL37PMRx/XiE5Va3pdkzw7OxGN6ql3rcaSj1KoGAa7adh
ncYAu6btHshc6i+OLGwHQskgrq3e5nM3aLt0CVRxho8W2trxOrmLy6mUSgKPbJNY/d1sLrRwFMvS
nCtyvtZ+NjjY74xOkvaUuCQObs69DnxZSSdEDz4mwTi4vGQxGrBrIPPpI5UX5f1sjMSBOPiNQ2C2
fqcFMRwGJ0DMvdwVZWL/njCZAezOhuR8SYVp7XyPTcy+XypPhsW4ZVS0WE/O9M4t5X5ZfP+eNb3J
osnO6guQ4pM8w+XqfGsmU1wtuVD2XvfS9Clhwzqeu0nv36V+vC70Phb0GAzmYschXq1u5+mLWxw7
3arzMLFa65fX4cPYyTouLyzVq0drHlsZ9vbgIGwyVjEHK0/mUJGKnPfTlKpnzHvrcslsYVd73yiM
XQV/fA47G4UpW/6Ew13MxXN3Vn995tBt3mMsTL4WPY2+QSY72wiwyedxZBSr9qdEeXNBu982hRO9
cvb9lLUuprlV3rhynTY3jalzA9TshIq2rGvIbuZCzgexWTB5wul2Cdt2OxSlpZ3Z08xl+jRBQIOs
ZtcN+J6tn2T44gettYYni3L6b6QJ1oukHPMllGnpP3nz1PwiElje9Mg4f+S2Ms8aLhPPhmZy/F3I
EoHLoOafOrjZj8/Meig9xh1X3igRy3mHvHIyAt2KO+4scwZxEMMe7koQHxz2DaoimD3d7mbilDpv
4q5cv2hXYX+b1gEJB+Ji3CKF9WS6pNCCwSrlj2L4qx0riX+GQ9U4FdMedqagHwfvOxlmNslj6ieX
yu6WPli5iVdwo3E5aMkyXrZjwiZF00c9WmO3bGjr6oSDm6nJXgSlWS9e5lj83kZLSwiFG83BavMY
bf3ULxyBaCvl8K+ypjvElZivAK3DoHZIxaJnSg03CYcUf8mOXdNah9ag8mfK9OMbY3TmKag4H6mw
SrZdW2dNzbF2oBIGU+u4TZiYNOyfe/3afzem1bp3lG8xdwtV3za19J7sxNTXM79IivtW5s1P1K7q
CnwE6tnMyTD0NVAwnrWFQGpgsALT/J91+l051SwBcQo8kynWcW+XWnOfRrPlKEcVsfWYThNLBwZb
un6cvljKc6wkJlp1Dsnsfc1mjEz8Xs+Z1wCn48wQcyD1LHBOGACaywp/F0Imq+ymgE/c+SHEXCab
YRf8Uf5XDZoUxXVtcp4gDkRO+VBieLvsFaCEQyx8/cwbCvd3Uln1OfXr7GLKiS2GLr3lnsiyi6e3
RmweLp7wUrxlLQX0JQExgJn0zV9lJJt+zqX0nb2UjbG3nYkdfS1zlYVG3w8vWjf7Nw7FfdTa1yBJ
gsKuyj70IUBekMpsbCTORfY1qQrUAK2sMZtlw8TeC4tzZwbSTKqvoy/cOazm1lShtPTl0vKS1Wcp
lNmdB4vXDapWZu7e9EZ9zzNuFTs3Wp1RQ4gXiotod6fp3Rgiu7SHy5LuuPlYkCW6d8Xcp+ewI1kc
U7bVmOD0RRz9VFumg5a0rhv1tkeXup0wyVgEy5DqlOp6kFi/dmpJi4u1XnubAxhuUWSJ63Cdzc7m
inMT0pjl2NfHzCVRhP3LTp/tuFXfO3/RuohnWFyOizT0yJ8HXu6yiKsnKYr2h1+hvQkddig/STKs
V7k7yzTizFx/kcsqyhsNFINM7tAnyyxaGlMCgcfk1b/o5lqx7chGa/xixQY6bq/2uvVHoYQ2BHUh
+QqEJ3kKGlt1ToaDWZiHrQCAFues9386dtbXu64f1PyCa1z/6pE4PK6TlvLhqGl8bqrZ/1mNGHsx
nNX1I/h06wkrTd6HsymqFy1j1Q00TtwPSuQ+6CXHx4zUO7ylvjPO5U4MI2qQBUttdkSPlg+BUVu6
ukywN8Lt4Fj81bFwLJINMSADmASwcdW2hbcEAEubZYeetikIc5jV12IBnABAXdUiWPp0eZFWzjbU
cPXa3VUlv0zUTB1DL16H11RT63LF5hmlTr2WaxdWRPSyHd35VUVMre2+i3VyvORnqbaQwqp13a2X
C8/bGeB62GzM3TqHKkOvHEzuiM1WrAsaTKJzfYuqQXf+GKurAf/lOWTG0fbn9lsXj7BOY3dENEqM
mWPN6pojkR7hNO35YBkCmy0LEtEh8HpEifs2rcJaKfsGQ01xOWlirqNFzhyFEkXZXpguPSj5tJft
vDcM9hhUwCSUAVco1QsSNEt9l/cjkvRETc0X3czZt6250qq9IuprhU6dObdVSdUAsvixJeJWVO4X
wHQmupLWGX/REI8Vg2CI1kY4Yuo2qnqRErBq/eRmWgHjBARKCu0wUbU7R/YCozO0K9/reXUM66qM
4+GOpErF2X5tagzsU19+zxZrZJqG4saPZ+ymAxHr072hLP+6rRa5HCjXz2+GOtGNyIYRcSt9EI5Q
vSXc99qZjf9z67ET0AZDF/vRJ2T0WKV5Qo1Hnkx62DR1pq4KC/0KocwVv6cnR3vBVSvAd4pSzeXF
5qs69m2L7LMl/49q2OTXWkSJoq6gSzthMs74oDJqZRJshxhBA3zCyWFMTE9F4IlbUplxjjbRAz0e
h84YL9+tupTaIeWUekZM1bxu3Nn5k5q+NTJvJXINB14gN0AHqLR9oZJCRX1sTPezLSoR6MjlB9gY
VumShMncKmyrloLvtcuXBU8rR5SZMC/1sMWXGYqaHZKnnTt2+7N3RZKof0AoUmkk/AmFQLSdFVE/
XZIIyOZOoTyJB/0Ggz1rU6lb5Q+RZoqgJILs+5gMfYvLTPhrKDgf3PhLzs6J7iI0h5o2KOLMa1mc
xaZBX69cSMsENmSGOnLZufbhSI4PtWyskGy6i4Uk3s5b6ysees7VOk2Xd6R8dEIYnT6yERrHAhWY
t1lZXdnejBlb3ggqd3FW4TzDLZwIFN3TnE4/jHjFXB4bc3uZF1WpnxkyFve9ssxban9VFdgy9omw
anXf7yqyfVeqsQmApYktH/4mGTCP+u1vY8SvIupYPooYd+XO77v8t20WLKfttKgf8yr6axMXy++u
AeHB4cCMr9u1dpiCsGs/TqUFtXci+nR0jcb4GY9MeVwq7xh5UTVG41L339wat1yg1ARxa/TSkpZk
UC5Q23J7xzpnXZNBG+44qqo2NBN7faZIWnyryUywkPkp3u5y1EV+BbOUfFIiu+lru3rpSr2/Qn7Q
4iv/3WswW9itO78FKEct5DDqfTGMGX3z2i/Dg1gqdtapHLWrMt9mmiVN49ua5VOGs9SnC5IjdN9S
yOyKIM4G3blabGU5pGaq8nbRV/a7DFlfG4twgBtOrHeeOzFZ9a6j/T/Ozms3bmVp21dEgE020ynD
BGXJsiz5hJAcmHPm1f8P13fwW2NBA2/sjQWvZWl6muyurq56w0Njl2lz2YWWNtNgKkbDj6ycMiVC
2rZ2GBqJVJaBworh96JcfvOEtmBFqpl5NeXUJzHFFEszVPKwtpOUPSKkSYwDh6Cgrl2ENMK1taju
s01pYOeU2nJF2NNLrh+k965pK9XvUCmk9Mo5brgKj3r1kM5ON3n0y5Nu58gS0RdtTsR9SwqieiYo
n7uO9L8lHNgxzSfoIwPM+FltSbIj/NiSsMCyNCPWQU8aE2s5ShiBv2wjTaVbiEHiHD2vy/M4pMpj
JNIWM+ClbV/LLKRaO+JbkrnDPNZ3JgKlP1pOnlsqzeIO1d5Ku2vAwuNf3BQZBhxbh3hOS9F+C6n8
qftUX4a7QhVdcRma/bq6DdvL3EFGpP+XKpvs8aY4HBRdRy6v2zhWg+bB2dcDYhu/lRm1WUiUeHaj
0J5ltInqLL7TYMMOQduPbRCFHS3+GSgfz3fRSCraXDXvM5FlmFOvEblCBRr0Tc1oTAdlRyj2lnRm
xdqVav3udXV5kMswdpe1bXLkLHBuhGeNxvxKHdySXgcIeW8ifhsfEwk8fjvmUMWs6wpDKq2KqNsh
Q6OFuOhZ63M6jzgFZrkt3FHLlEtI79Uv05ooPCP1jOQq5sDNtyG3RgsgQUEP34is5lh0Cp9ctGND
Siut3PAagPC/6XsYdDtAEWzN4gLOVSk7rllIx6s/qJ1QFi8JaqOX0T7Urpa2UL/mimy0QMEeJ/Gm
hC4/deSQZrwVU//10ZKrHrJJX95mkFwvTAifFi4beRlYsENMTzZj1+8nFNQvKPiok1uxhL6QLZW5
H+mhonqVvSr6fhG9/qIaZfIESjX+PlCbfUHQU8R7+tTFU5Mmxq92reLZJelRqfnTm3urq0Zez47d
TG1gjI74AXC8Xl0tTBEBwI9CZkc1y/F2X6PWuNDiMmz9HjQICxli52/2I9ZRKCzTJ07GfCHFA3nT
BGamxHXQtYm87FCboN00l/JXqBdUAkRlh37cTua0s5IVNCHGverml1spXXQdGWnBnOkMKN7Mel12
1TDgvlfw7i5KUan0kiFk/srqqb+vy5WkVgm7EEc7ytWYlZXGnHo4Durq5RrmbegiTGS8KNpMR6iM
bK3fpVxgH6xMwaTPMRRlOSZtrD0Ch0UZQBUxuYFVoeFS9YLqTLTlAW4UhvVtXup1TnCfyi/YeSaS
UxrPD3cVtXWvduYY7SalL75bNdmRl5QUq3EbjgzOMy2vH/tmNn7CuaA+U2ZDZbltDx9HPkuUDMU1
xujaepXhHq+4eoZ9MkeSYd2C1a0z3+YcXv24txuCkmIM0OtG1CF2ERYu+T7MGyu91AgfVJ7jphcY
hLXJY5pFC+UeA4/LoAKXJCnnaZSV695cMeLDmtIVWAo+wesyC7dAzyLi19vVN0ttxaYQc8+af4r1
V4eMrvTp+IgLcyrCDBFLx7wwM1uZKehP85eYR/lUrysk4zl1kspTMmKfN8ZajOhwWTX1jpJQdNfF
mz5HPpniSVHj4Rt8D7ZfOYQAUJainjs/lnYnvUipgWLI0NaOXcr+ewUnQICUVkmjS9MJthlpFpuz
1NraFVhgw+pOAUeim9hxiU3MpscdqBD6Pu/RfeM0sMJAzlwiXIlu6q4ceyW9MnA/Nl17VufEjUaU
iby8pKB6sBfT+FUbTfytJKTEPARrOFaClMi3wUDJhzXLh6tFqlVyRXZmXk21apV7YyzHxDOMAlAN
mQPVGiFG0eLlhue7p6wRiyc2jOplXAYm0uhJdF9w6fo2cyeA4qNgUuiudh1+zeyoXmBTrhYwII6O
NKDV217WNWnKrqCmnnk5XvED9Fm9vRHDVP1QcsVILmfNNA6wr4cf5pgbgarFQ3ND6Z6eVw8pciEo
NeZvZyySnwu91V851dcnWZtAJ8IaRR9PzyKyt74hNfeTsZa3PXAPEGL0YNFRGpeZlsMoM2/BopmW
Wjy1r1ZaEQSHmGo5J0lvtV6aJR2vYrJY+r1dl9It404+4c1cvsbYQz6pjWUPbqGV82uJTLTwU0xZ
78knVhAqDV/esouvUg7tUzZXquMSq0UKBwrcCcgx2ZK0LFGdIHlklit3t7XDmRsBGEoNaMhT5qqt
1nbFMMtXQ/Tyq65aw73EOpx6rj12PzQ1QmY14RJU+yFtzWPBBEnpwkG/TEhJTS9Pxq4Cs4JyNWKf
OvK0Yw3Igq1f1HvOwvjNkpPRIzC9rDo6T01i+hIkTOKHPEA885BOZK+GrAMv0XCovEIyNKV/XgPY
creYDGmFFyzdFmOpq9Km3ElHLqufEJjKf2bz2Fag8Nf8tszJPINljGraWrR3C99JRznv5pS2djOb
RYPRKfaiLjgeNQ3wIkSmyGrs+XudqdkrFwJ43EmhrI+aWFRYK0ozPcpoSR+0ZcR6RBOYhSJ9rlc4
w84anenc7qvbsQ+bm0Jq+te25KZ/T9lJl14D8ur7ArPuJaqW4ktnZqTYIMBTMGFJqD/FxlLBwMez
80ahzR0fqjJqXuOx2hCI3EEw80XGrd8Papkp7jg4nBfKMqS0k2gmPpomoJY0RubSnZqy/zVCuPhu
cgXFkzfR2Z86SQLZBD0uJ6jMKem9plujr6IXgIlqOjqbr0ZMu8KoJp5zUiBA7Q6DJu5nfZrvC+zJ
akqXMn0FUcclZOnHnzPI4sKNu20Vd51MqsNaZ+VzRUOYBe3kc+IpFAZwTh702MEkkjIcOp9ZfI2r
ZGl5rdRazuGJX9o1sRxiDD5iiuO5qiz5QRYhwKEumvv7qAuBWKQb0N6VcooX8GiD8szdPL/VDUrd
PPlUua3bPrqDToN4biiwetVETw243SBKbDjDQCAyqwbbtyiqPVFUrF9UbFONwFJz6rJjm4gbMJOl
6cEroXDFfc2kK50Ka8ECswe8QepV3i8DJjG+0ui88LinleyzBWB5RCD2npVYr2dfjxdMZBXa78Tw
aH61ayN8NMhieE6mMrwJfaXLDyE+wWhGGAsXdWWKn0SYGOEFkqzTbdmgGLNjKxDYgOZxVlYGtnt0
YMcmInPXW+pNRW1yVCxVe6VIYotr9VGf+X0um9VVzCW8hW8xPoya3b+NspftQaAZclnmtOLJ3KqQ
tqQ0MJDuJ8Kf1UaHSodhTy02qfbq1IDsmaVSXzLVDmiDpcWxt6A19ith/TACKu67Ti3M37WMczNQ
2rF83cIDtzR6Hqh5k0kcrXAukDWkX/rS2JOA7xDrUckJpdiUZ6hR3OQt5ALgMWZ4s1o5nn4rhTiw
CPFajb4TVtjJmoiNXKxGSQW7DsGpU8AA/bFrlCW7wcCTw7Noiklj+bT6RWbQc0LzRq1y7lBm9qD2
c/pjqlbrewweHEBmrKvfurXhUmTkqO7IOQZtE2kqHMNoUEPScnPUv7EK0yug+D/msMsbTy9rsj0r
IT+3VltDEbLM1UOq1eCZ5pUmJwE7bWJsx0nZ3REzVnRaaNcBNnIm7QgoJ7YDlO5wZzJLLMBLwHBE
K51jOC1H9RB3DVuCwr9z12m1fldTgcbPfNKnl0bj1GTxyelNKzEcctMsNS/HDuyXWzpV8jQttMuo
SU3GNRzsiRUOuDIOBoB9LdpQteQ2j/e55ZqtUC94cS1YjWxWHjNnjgCybQDEysBzaD82Y0LADcuX
FhLp86R31U2pJrN+SPNa3ZXK3Ms9wbXJPKuvsP8GNUFJEEMg6gn5eJGV9D/F1kkEU2e7FozS8TA7
RkG/oUjMjgikUezFKgWiA2r5tLdHPWM/8RLCFhxTb5g0Pkb7OpsSPM06nfL4NaQyqgflnJkW7jIt
+FzKElQrODfiPhhrK9d3eAVR0k4HvX2uUm36NZWcQShy0XH2035pvliOUPIrgL7JZUq0KDxr2m5V
9Jj5EsBlksi1yL2e0SFVLmEt0sa21il9lbGcftHjY9Q26zLHp26V27etLCgI43G4ch9A/5aua2kb
7Td4cLVxGRtV8hXQQd+TcI31AGQmUcCMzFBZMq+tQWAdIkpq3RV02u56BGg+eDblrvWAR2KdxLf0
WmftEYTF+kbiNYKHny0Zdk99lEEFCVokuKyjQiv/FZXv6XmO9HnY05O3K9/hVgzGYlBQh+R+TXE7
slblxUESDdku23Ru4iFzYtBgsU1yXVVfOtr4AKvURH1TgEeU/ppkRhgADnGARnE1LXzZgRGi071t
ADksiBVqpT02ns2ZYpJhWyDN6PQ5j33V2PfroE8qzcqVacJQbvYgbafrdexWym8rkcGnMTI8RICm
B/pDImuoadrZU4I8go5petWi+gMKkCQzKxZqxZ1ByGlFxqXfBhgigIz1Pcb0ANAzWgwKy4b+LTKO
Wb1a4aGhtpwgUkSC61WqRsuQFlxp7pAdq9FmQkrNxlqcc96NdI3WnARGjmZcu3JdLttRo2mFXesX
ksdpDGIUVC8QkxFUWNRSUbgcdyzfaVZRVWjSYgndbCG800ek4HNEFZzLNIATC2zXmopXI9My+MMl
MpqorY7Z7Bf6KH/Ga0kMVBL8aFxFL6jROikYYHcgWD+0eZN/BZio1wG3+vlpjOIiPiok3vQ2klq/
tyINha1Z1KzI3ix7QddQiOuJ5Oa1SUf7C3LBDuAj/IrCAN9yKJ2rrvU3rZ1o3+NKsww/TWf1uBpR
Vd+2TtXeT0tpqGA3bBDs1ZbaF6GetZ5UB1BhZOSbLXZpdt/KOOeemyILSpAHxBn6VMblPeGAHhIc
MyC5epkrCuA3ZbgjTK2jp6cZGMc6RdFoav47B2TvjG6lVv01oZE+MTii8BkmRn5YUFadfQAPtAeB
+TQvC/y4zm8AvDUXOKeov6O5tPW9qlDj8ygTCI4S1cRDkuCi2IGYdK6fqJ/3P4tI6yYS6ix6QmN3
vF/iduSEqc3otemX5XdkAbPbZa2TvTkc0m1gsrHoRDSp3SBBk1rgQhdSTo8VT7Nbxgr7BhYDiR9X
7+wHNfrytaqtZHIF0vBPdHGp0Uxdv1xX1eS8ov0CmoeOsdHQBVhTIMu6Yv/ELnt9S7hbMSuRg2kb
CmuUXpqkRr+184zRwx49/56g7Yp1j1ih20sqdXQ9k43T0Y0OYNGyWgvAJ6rKy49o211006L1rmpp
k8E+kEoMyiiN2sCuHWDXnC2YKtmRXLEkr5rmBu8xdfEt1VSvjKjEbCARU17tyR+zb01FVCaJA3o0
aDWhH8Bj8QO4aXoHr7UHZ5hohRKACA/veuJT7JHmC65pSTV80cCKf63p3TwaJn0Eyel4VVS5/pDm
uizvm3QakNpxknE5aPY4f+nirkMGdW11ZIDqvA/3S6WnD0Otd1SepgXSyqKuVBvJXRBNXTU7swNu
SYoZJLLiujh3jdn6Ws+uCaI+mYmPztSWx1LO2gAdd5K2Q23VID4Yes9fx9B5ftTJWiseWmsVigap
WNI3uwI4sUciYwyvR+44ALqscHyYwc39klwNeNViE3MpI2rtoYyBky0gYIA39Gr+NrVz+BiS6f9E
FGorsy7zJAkE5IABVBz9BT4ISI8CetBLk8wc5G0vnH2TTxldVhhCxWEG3/nAXaXG2jjVOuDzBuSg
SayN8LocJqKbaVqegzChSOKHITQZ8kjLuqM2TbZpwAq4TFvgd36CyaRN82DgeAJcoz9pS5O8zTbI
Xi/PLbJc2H9t4zWqHd6VqQRnROZPkkvbNc52lV6YX5RCA8gzIBpy1ymiX73GDofJhf4Gmqm21Oox
s5Lluz2Y4otJQ0sNRLiqih87Ds0J3KGixMvagtQ0V/TyXti9/YB/Y/WiKp0BYKmqIs0jHlI+xB+u
vIKSppTwmlv9FT15AJ/AcYtjC/FqDAS6773H91EfQzjPF+s6VWBEKKD+7LIketGopoGobeYioRPL
EnM1vVAWkILjhrsE4AY4AAj8t7BcYumDSFppw1t2vQdhz2/qYOsqzj26byTHQPLdQUcnLYja3rrp
U0OZCdW5MKj9pelzW2fJoxNmzh1tQyouUxiuylbgmnFKMRWoLXMiSfcXItsrSQNXDQ2UpdtXkB1c
iFXhmxlTqth1TpNKfwEL4YDz6pcLuZoFWhfqdsKkapMngRxjyrI5iA49EIVt3W73ToOgMqzHruqi
1guHkdoe+k3aVTeu8muUEcVcBC4TPIi4luzstiadQby5/T1B+LtKmqLX/LFV6ZcnNqwCnjQL0jP6
JsrdcV2UZwiIvON5QRLdTlbxqM8WUi0NuEuN0hgpGj46lQbxJiud+z4LV8Plsh6TNIRCsCFUTfk6
Jfr6NUzGQQAI3+rMiMENrzLt9MZbJ+ow3ooDRbjpCi403KgZ3RVLHSnAZ7lWu4tuiWvoYu2N7UQA
ji1RkNlH0uqxi3LqaSbS057XuoVW7zpnU7gDKCqjQy46514pY1Q0HIeO/aU+TnQzaId3fkjY76BY
cNYftVQ6itv1uCn3ZatwF+1puwdcVssUGmJaVffaIoAFgBnrINGEKv0uOHJD0MzxUvutOgvp2SsU
aG9Wh+F11CdlCqahFenOiZ2MPRU7JpkWANQV+FwUpb6gJJj8nCMKM8GwKmL0igoCPInZkgG5cBot
uUB/zCmupzGx74wkyxtfH9ccmlYFxu4Wyg9N7QGeAg+j0YufIitFt1viNZz9ZaZktYtiEmNf8BRb
fyWIk1ukdKl4sHmtCKpCWviQNBa5RIP1hQLQcyQJWdirv/JyxlI9gffxUPULCi+bDcA1hgj9M5hZ
SROy6szrxqDv7OnrUgMttusULUYZCpC3RC5XoZFyI0IB5GWmkgoSbwKW7efwh35WYb18rXKR3kpQ
6eoGGKR2TDXW4iJa1b/tcOTyR12XWiHVQzKu1KBh01u5+p2Mb+o9riglKejY2rei1huxD6W9fo+U
Sb2GYjqql5DJ9J+TIfStOJMDz8RMKDpSGI5X+qNqeQu5QBdg+PUhps2OwYEHCIgdZc2peh9jepB5
lVR5YaOqGo9D19JWbgaT9m6mds5xUaJ+2k+87y8rJ/h8kFQzjinVk/teH6khoXE2XAGI4JSsQJ/c
kB1wXORqV43u2lHE2NtJ01LA0mATfKEmmZOCVKMGXqrM7HuzqADDctxEt00OktgdecrfQKiPt9tF
DyiOmsMHU5Squ4MnGf7IairI3qjP3DDkbOfARLBUeXHihc0c1fFigc/KKVcUKcK6AWp48kdOsQ1l
WK2OH2NZ9tx8Vad5QWfIzCmylfmPSDQtKIgwo6QEmzuvwaSX9aOoQAAQZMFfSAPNYzfpsCX32cXL
d2cx15E8XgcLMlGqNUDhkDaCk5b5g0zgMnh0ocw3w26te86gTt9VYUSfm6XbBmoftaT4ba3X3had
l52WUtwJ0rmnjG3YK8DI2C5uNwzq4sdzM1+TuZSdeYjoaC9BLIXdIC3XKNfdyKl5yKpKP9rURDTX
RmCeK3w11+K2gwz4sw3V9dZM7Lx3J4AVw6Ffqb/dwT0L0TZVrIpnE0ujCvDy6q2rtTfz+ol7gfKk
OBRGaQPVKvh8MyXL7adavOTlKlVyQK5HP5woHRWX6xcYxVBAmtrXDajxbxa+oQ4tF6c0CBI6pTFw
thFFeABAyfIVdOmI34YDdWmn13B53GpYcKP9nHG9aQn8KW6AeQDSn8g1qIicUYU8IXfnYjGcBuAP
DWGpfVeGKnSHrBn2VjbNd4qSI/aqhBGvrh/8PBvE/vPhTwnf2/C4tULHt5GxpQv2nlsOh7Xtga0U
LtQrrkM5UObhoIIS1GF31rf0KBx3NWR02c45sODPBz+1FcNijtE1VaXrqJubfsr70UuVih6tu9LN
Qo7coBUhG6nAGDDIuFUkwJqookUws+mfJ9yo4IgGWQnahCSGgndj9s9nvtEp9/z0G51IrAB4Dpu2
4HVElSQO08L008jRPFKlp4ZUmMBDL7yFjRbk/WSg72Uv+7KkAqBNEdDwhZIDeBLnzJM6lQD472th
Y7ip3gr9L2WxZiZCD5IrcVlElFvhzkUAO3KqkVlXmZX/+VM41YbYRtsUPqxN3RRMzIlMSj3JEqN3
kCDAge03mVg68DjoUqSFszG/YfWrnRHR+WgZIrknTGNbg8I4kb4AINlVWUcfHjqgdmcCMyHNFWBx
e3U+gp5z9nUJd7vSzX+zf9hMDk2Qxua2AhlfnKxAu4KBCP6Fdh9CeFCuKP8m9ddCchYcqQTR2v78
0f490ffjnayvxVQgptQ1xMNSnTZR1eV6YdxL8Bg6WPGm9xu7aR4cI492n4/898pmZMRnDESNLfyo
tm/2h3RjtxiVSCQrG4ck9SIC28rBW1f/qNXy3/PEJZBlAyODIs77URg60Z2GHa1Por8wNuibXYgL
mvLTFwu89Zl18/e+QH2b8EH3mIYgb/P9cLZ0QqdQWKltz2nWUxr2qDh+g1wjDp8/vr/3hERnw8KP
nHYP+r7b4/3j8UHlats54WwIG605ksHAxYI+nHgAPGElt5RzzxivfziijhATDHioCafqhYIbdlMM
7Pk6VqYf4UKhy+nTrZLYxtkdao3n1JE+WiFYJ9gQIWzkn07VxSccISSdW6JxO3Bfcda6q/3a6sby
f1iKWBChCS+k5K2dPMsEMDkZBc9ybawGrHPvgDmamzOjfPT8kCsXgKdwQQET//6NTRY43SxmlB6E
gAm10FkPaay1wUyNlQ4+tbDPl8hHi9FRHdADpGVEs5MdZlatES32tkTE6NxPJcIg3hxFlhIMOUnN
mUhyKlK07TRHt1SeokQ14tSmpHKGnBwY5nErouI1oaEHPjQDurLWV3ZXbqbESj8+fT7FD8IXBwMi
ZIJYifGb9v6ZrqG96gYgURdNARidwgr33UK9VS/SXZOHNlUIXe6lDuDxzHQ/eJuIwNJtRpOJ4CJP
EpVRS6rYbtjpXTjYLxrE65SzWIwHzMqGXQQ/Ovh8qh/shi0hw5pFFxxJp6Glm5wejF1OLwt4qG+g
bLkbFP2cL/kHbxGjcHabQKUI6eeTaSFXE6XltudCLRMzqPesS/d61wl1J0oVNHKSqsutAP8bnwlo
H47MQQCFDbNA9NLfv8oQ3P/c4wbmpvbAPRoyTOiHHXuDIkkn3ojtgF0nqJzhmYE/2CaMp5JdIHYN
vm37Yn9E0hbKuwXDlAeb1fNFV6pjgBKscu9QQTmjnPTBHJH/0zEwYatshuHvh2pyVVsno4CdD/fP
V1qgZbPRQrxNaCDd18CUnzPhnNMr/mCCzqYNj3+QQQVFPXmnEKbRYB7ZJIlAQEdtgSNBbQn3kQpL
4Z8XqQPmw8FlA9sbRDDfTzCFdE49iQmGCAL5Tg+OaWqMc3pvf2+FzXFBxWTVQPHNPJUEVEcbF48G
HxgFAYHbbMrA88XpeCYV+2CUTRuP/xE9kdA/CZ8DfJWiNBya0RYY0VqUBmid2PznbU0WzZbT0FDU
VNTP3j+xWY3HmfQdkAWgkeK2RVyn8qtW6c/trw+mQ2AWqNmrHHKshPcD0VGSUUn91F0nlEmTQms9
AItnFIf/jor/WYqil4VJPOnPyWw0EpZpLilyMt3soozVcAy0OPuFXUnDJWorab7864pDixevRhDq
xuaschI2ElDdlA9ImHW95sYW2/WuXubZ/3yUD+Zl2YRFqXK2mVzz3j+8CfnWqM0abuJOQ8cwj62r
gnKCH9ab+e4cnfPm+eBlMR43AHxMSe9ORfFnTpOpKkjL48ai0ESZKoJIoGHvsv98Yh8PhHcZRwtC
/3/dtxHFh6rC41viMoGuW9FSqPr13xc5QjxUwwx9C7XOibqw05kQ22EauFERjt+QntC8Ls2WM5aV
fycD1J8Mzg+LAxIe/MmGDc0YjalNM1PHzw54NlIsUGWmL+D0nb0z2RBvs2imb9f1xZnH+MH6IMdC
JNDAoFBQQHm/PsZETZoGlxK3MmX0DO/HeIaPJ7tdXqHV4ZoZOKLd529u20rvCzW4UfAot/YNR+bp
SR1PWulMWGe7oV6uewMo1vdcoQ15pWjcye9CaLvCrZqYIu7nA3+wZGy0PG22nc2uOxWYxeySrBWR
QXeMe+UmNWThdnU9/XPyyvQcxC41WFbofJ8cWlU9Q+C3QXs5uV3uITOGKLsppUVjL88L48wC/Wjp
cB5TAtyeKEi59+9v0PHBApzKZdSekz2CXgDq8kRBij600mtECJdrg0rdXiejfvz3x2nxGLEYsVk+
xkkAsxIK1pFpAPkHwXQnEHoKKoQUz1xMP1qglsZFmMTR4H56kigj9FTryMwDRzYzy+1AKXzXZ6Q8
Ad02B8gh3eF/mBX3Z9RtuesQoN8/0BUNlQpeIKtTVnXiQ22vTbBdKGOdWY0fToyr/ZZx8E/75IKP
HBVYUGQZkG0JIQ5gB0yXpKucOT9khaF2Dyt0n3Plrw8G3ZxRuOzwMDm3ty3yR8q4amCT6xVyzYJN
G40peFsL4PcKMZuoKPzPH+Xf6RuLg2upweWUs0A/iS3FlEGtRUsHHlQPo8hL1rnJnyF8caRCC18m
7dxV7j8zlJPYgk8K1ymb50rKcPL25sKJI5N+hOuw7YogGXv1epqRDXOSvjyENv0ikTTdPgYOifGf
Qk/KjRaLLmCBMN6ZpftBvHFQOyGk6yax/TSnjCfgmFhCVQBq2ijAPRfcXoQ8/OdP+eM5/zHM9hr+
eKep2eejGmJ5E67rbLrtsClq4Q8pDa/Qnf7WKGLlqE401ewcmdo6p/+MWrmNFU+qnjGn+mh98cb/
z02ByHCyWysU5EJLMuUIwLgngaj+0tsmAwemRhdjx8Xs88l/9IipeHOWcHJuTm7v5y7NVcXtniuQ
ZegNYmvQhqylmM7M6qOFbOEeLlDE13mX26z/eMLAgWU+D1wO0M1rXsI0onnYaNErbtvnUoEPJ8RF
a5MlB9CrnjxAJJFBBQgSjhbncD9sgQHSnYnPJBwfjgKThMBDwYP4/X5CkJnCWsMrFW/gKLF3aBPJ
wed6Be358/fz0ZPDs4ejlWo7FYeT3L0lo7dhsjKQ0qs7BTi6b1WjdV9DE/7yvwyF2rOzpdMYf7+f
U9HNXe8ovKR67utbO+xj2po22F0gRFP69X8YDIsr6m4k1uL06o2GTYwkNGnuSNdlNww9bpfAwv2x
z4vd50N99K5I0TgA0WDmhD+ZF8AlaXYF9RpdN4p79CvsG9Me7TOxavuU08CJMrK11YQ4IU4FmMt8
NJdkZd2VHWBJdwAgeiQ4Tk8xZaldPUDx+XxaH60MKnzgEoEo0bg6Of70HqZ4YdIvQ0Sr9NIVTlyb
4gxGXh+feVl/z40SiWRRcPBRvjid2ySFk3cAqTcKdbuPw+a+stsL8HHmQW2T8czEPhjNRmwZzwSM
XjaM2ft1OA26gsU4PXVjUsyLqHCUR/yc4OuIYb1Dly88k2/+vT4opwvccsgjNOitJ3s5UU1Q+koF
k53G+kst1oVCmzY9fP66PhzFAEIjcD9xaHS+n5WijOa8IskEjA3ZVTlG7Q24zXNGSh88uy0XorvC
5YBK8/b3fwRaavRQomzA9OW4jHdChBtOAqrvhSwm85vWhPnvf54WS5DKkoZEPW2dk2npZt4mUcyV
AFkxkvVC+5mU1j8aU1NN4D4gCUsEdA6P05RSU1CYKNeR612lI53bIRhDSVmWHvgLWGkq7+zMbv77
bRHXDTw3uVOSYp52AZuxhnYzOoD48ma4stY0vFaHSZ/+ObrDo1At7Motortmn0R3uwDkA+ojQw6j
r4IiK36tG76sNdNz3ld/TcjUBTdwS+WKrGFZfrKpkPdtlUGFfSiaJXkpKqUOsj7+56I8o3A1JZ3Y
HBKY0PvlB/oTiLeFxnAL97Zxs9JG/2Zapky/HocarF7aOSDnIMez+ZG3bM42xz6a5xY2uJETQWgz
vv8GOTedjeULZKnNAcgkrR5fycQo/vX85zjZjLU4mDmZCY3vh1HRhB/kVruDC2b7jj79KkEWHz7f
W1uu/e5Iocy5eYRsDXBn+//7Qdqk7Nq+M78PEIPrSrk3k0OhWrtKaC42NyQ4ML0waTizJv+qLmyj
wjCilis3laCTdwiAEIne2fw+DxdObF8VlPGq0MvN1F/X588neDoUBWOVlgPOOJRZoT2fBI8EMYkV
PChUYHOObpA4Cb1hKsZLBZH1wC5CEGScpv7ng56ukP8GpbFPI1MjxTgt6KVIDRlTNccuoh3ZPaSA
PFjtxT4zyunp/H+j2OS8ur656Z3sNzrPERrATC2G2zSBJFG2+ivSSR5k8nMoiQ8G2xxCIJ/R5sYX
4yTqt1WFN5mxQRDjkLGm2n7gQOPEnPvwHxc+83o31MnCN8wwtNaGoSAkTjAXinCPosq/pmzbKFR+
MMSgrkYkOYmLwyBi4PZIMhJkjP1Eq5gO22rt/nUl0JKF+kCcotpEfeT9/oJmsKaGCSMxTOqaW2wX
I6uY/2vkpd3zbpSTXcyFBCGAmcsjKqChi1jWi5qJl89n8vcCoByBHiuOHFuLyTp5K3Ou9Fq0op9W
daP5U8yIOOSwcjcxCeucP9J/S/fPsESCwWCUCGiR0FQ6taWbEEaQy0jritY50jHkjAoMbau7apWi
uQFxW+16cxgOKL5q3pyk2hFp3PxMbPxrF3NHxuhEANmyN+LmyYyLBln1IraenQTYf4O2ojeb2bls
6sNBgHXwTGnTmOrpIGi9oB0cvWRLUziB3ujGRYlBnbP/p7e3wWAkFyH6JgyE6clJrBjyfHZic55c
HPBi4Mq1/RWxFHijMo3P3PFOZvR/Q5Hl4s9K4xoPw/dLXg+tJCtJbl2zgPHdMUF/yBVxLkio78eh
i0tHi8cmdV4Qp+Rpc4H/JBQRi/vL4+3u9uDvdq67u7ze7Xx/d+3x79c+//R9zz3wJ//6cnd0j/zM
9TX/euH7/N3Bv+Dvggv+yE/vjsdb/8DfXvPLR37U84582m7v8pF8/PYju4rfPz7ubo9HPs3l49xg
++vdced950f4Cq63/Rf+zL8ErusdvAPj8rN84t3+lo+/9H0+6jv/5Ri4QcAnPvvX7vH46B4Dj98J
gsALPM/bfizg9/m87cO8K/5wzUz4Rg/b8PuDd/EUXGw/Glwc3cC78Xz+zKwP+4rJe3y7XXC48rzd
8Xq3fVG+257ffPBe+dQDP3px8+Vw+LI9Jh7U9tv+9XXhbsN+8fjPn6/B/wqX/39X//XGThs1Rdp2
EqzS/fXu9vtx98ikAu/VO1x4X86M9F+x57ORToJ737W51rM2dv7989tt9P8oO4/lOJJsTb9KW++j
J7S4drsXoVIhkVAEAW7CQBIMrXU82+zmxeYLVM9tIlGGnKqyahINID3CxXH3I/7PPtne87Uj2hfa
UdZl81k7Z6eLtm4ripZphyF62t3dMc4O/c2QbA9H9+A4F0L8Z37Ej114diMPpK5OkE+/PbrfHpgt
jNPnY0Ray4VXWpfdb9c7krIpOkIS6Xh78A/rhPaPb//y5+mbz9o4MVeP347+t+Optlk4x2/fGEv7
asPE2t1tdpvNxttsruxrZtjeOWyZzs9XV2/T8cp2rreMNyuPZeE6twfHZn16+1vncGD27bcXTPjF
iXB2VldFOJYJ/eU+uQ+sG3rs0qx+O+5/NgfO7B36OlQu0sTB/3YKPZYly/20Lni67Y5/dvaGv62r
OrR5w/2vLQKe9i93u93+Gu3b+0tT5C0M/tkDnW8pnakk+TopT7uHk+/82u5i29/4a6cffWyce39c
zSQDw0B4NjbQWb90T/6D+7C7O7pPJbZtYz8dvvt8AK9y2tibh5uB7nOxIne7DfPO2zPPK9u7fkns
/T1D7bqy7d4yIb5Z9hfvGkviu/bW9W6xQ/vjamA+n6pvF+TP3vPsbJWWwqRIzFQM9tF+wuYONs/9
vPHtuz8sM6+HET047sHnITzs7udPoLydQz57hLOD14Ke4TyuXf2EeT/SC8fVrh3v3ZPrHHY7rPX2
G6sFY43FZ5fYeF6NefV9+pytZ7vuAu4Tg+N/c3enEwabeXO6C237K7PIZ0zYJbw9q/AJq72332zZ
brM77e5ed6H9erd+6PeH07fYfljs76G9w9hhh053fPn6ymzE5m+d63tsLH/ebu+9++0vB5O/vbcf
2EUm2w7tDUv169X19dfr/db7sttvf97fslM4t2wHjufdu/bLFRvR9vbg3rNEbW+/v8Jm77d0vUuv
vnUzb/6L7mZzpUX2lu2Rffl4cLbeNUv97Qcf7/m/V6Nw7x5un56YiM7PCyPyufXi5PbeesFSKgWD
LYZd8sB/zN3N0WXLY+nbjrv/Y5NzLswD+HSfGk0Idu+bTQfDGEqapU2643hi/bPU1lbX3bu2WUX2
93Wvx1yyLnY2P4h18O/WXZmBZuD52x2/sLOvORD4/G393d1uc82f23s6zd07t28HG7rVX3dNVtQ1
K3f3dlzY7vcsyHWq++scPPmrOY3sLVOI7sda+y72+LAOo7t9OnLScbcnl9/5fADW3eE/C0J/O/yR
hvN2xgRHfp4VupQlkp5FRNVzBBKtQZ3mShGXS8lT56UUfzRD0scKQiaKoJ0NMxqGA7lMAiWNg9Zs
k6mer1D07a+1PtQ2EXEMquwnDVEMaunHFKAdojV9uNPQ0HM4aV+6f53djd4eRydDY70Z4af8ECY2
Cxk5Y2S7ynnK7FZNs8OEtJQfozNw/LyD33L0z3uYkgWZ8zyJlLgs3081Vc3BcMwcr6OkeegptEbG
VNksQboFH7HVyuZbH4/fegmUoRrcF1r/NJENOOOMq7t0ByPoUvhoNbNnD4R/xcTPYsmUNJxnblPu
ikKKCa5IlBpLec3R4ic5qyXj7AYd8yL103jJ5Tv0eeMfSwwZ5ELm+J90vq7rikjaOMmrCCG/75Cg
WeQeKfbBJk0fnoJeli61XJVbR0l2YaH/yex+19TZaaKWZjma12kXdbqwS5kQV/gI+wtnsD9vxeLq
RFXB6qJ4/0INEiNBkbGG+iWMfNmaBL+S0f38fCL9aSt4uyUys8gN0c/mkQXxKkMGl3lUJsk3FGra
a2EQ9LvPW/mzyUHaLUuCsBWJdGeHI5Jfw2rIUbhJYynZDDnHZapzpdAL1bC7EisUtuS+qvbKkAxf
/nrTpsyEIHlb/rhQkLkppDFH5kEhZnqcJG18gVEl7JDd0W5yFH6RsdX1G67kl+o0PnYtRYy4wUkd
x8eJSXg/gMJIxo3QJGipmWp9TNKi3EZWeykJ5mPXmiRmMXSiKeJ3P0+jiMR60MUqn20kEu5EXXsZ
VPMhWPT9gJoe+vnd1lCbC4fL9ej4fq0TKJZRbiL6LVMudXa0pBZ8JBpSzKiAIBz1ZFVAWraVpMS6
g9x/FaGf3YbkxiCXnjx+Ppzvd/Z1ZzEl3AnklpIVQ3rzWdMkMlPYn9K0qVMcp0xB4pVVVHtwJyk8
7ZpLAaE/e1WVPBWqpMigxZ3xfhBnaQnUUEabsB2RnpKnPPmahWHgU/OWIDRhVFu4EJdYzB9t2Zql
Rbo4JT7MnPMkhoVq5wKA6IxI7gAiTCwFuKZ556vNIvmf9+efNkUoBUEOdKXZsd+/H6K5C+xsBP9Q
cR5lNhAxFb3Aiovcl5JF0refN/dhTcA/JrNVV5myawrl2Y4tTOjYmBrVsNqEjprQoDVapUBsP2/l
wyRZqwZpYs3M0MDTr2vmt8urFXCDXtADRbQ4N1uPs3lSuJkeaT+p0zfRpa0S9a/241mT5/2YIcZg
QpdykN2oXElNXxND6ty8zoYLL/ehC99KIsk85XRFOqF+ti9EyxyJyFPGTjjX/Q7duNyhTrtwP+/C
j60QbiI5kvwztlQ4Ou+7EIX3ITFqFGOstNW8OhoW1DP1ZfN5K+eri7MLq4p1xSyXTVTh37dClbwE
f5O04z4IxLvJGgBYhv1uVozBBgY53Q3lfMFj+KFJegx/8lpCt1bQnbviM8lQJqWlqDVuG8mdYMlo
jlV2wo2EyuXJMrtVO3juvM9fdB3+3y0msUrck1TWvK1pfJLvXzSbxn4QU6CcnR/bvTN65UY5ym50
oZkzx5CO0Xjfztmew2mx1+uMdir322PhwkGzf+5vXj5/mTc38Wdvo7x/m0lvI1QYaEXekOdpw1Xz
pGsk91xYdI7mkRFlHxp7D8rInr9+3vZ5TODDG64T9/e13aSZ2qx4U2GrOqNDQaL9wzga+7+6r573
5Go4f2tnygq0uQraUW+DTY3E0SPFZfvgwoCd797nrZxtL0gjJZmwvs3iw2lzEHF2Cqe6sJY/3JPO
W1nXxG/vosSNpCbreB1r73vqPLxqm5fH+0sUc2kd9s+mxZnZpagsm6WYZmqPEiAHLSj7EeHz0+IY
X9BS312YCetc/qy5M5NrQQ/HfNDc6HxHgN/+Udj7X87944Vm/sRg/L50z2MmeVu0BrLs61uhRuoQ
w3PgNzqmq7svm+fW/YJu46UBu2AuzovRcd1VVrS2Obhc7Fhgsfd1sX98uY7sm9Z94U5gR3ZyYWO5
NH7nhY4Kgmlyto7f7HxffHHD0cNr/eg63gV2tuntCx373mv+wVbJZ1YkVdGzQOphfcnIyflXtVFf
xz1/af6vS/WTiXKeSa0KYCEjEsrstbrQHgLKUsum3w+pcemdLs2VM6NhGklrFutCM7WnPtjGcCsq
GfBskSILdykP8Mzt+LEDz4xHYgqyhvjrHx2YnWBmuYYPj9f5Eruxi1d5xhCL9q9Lb3nmTv/Y8Jk9
GcMcrlNNw8q9vG8fy+t6r3wPbogCg0CpXuaHYh+flBvt4cKMudS9ZwYm7KZYL9cZozBnUMFifg5b
TnlOYBtO5RVe6JqO6egXjPQHZ8uZ/ZTPLM0sF2nWrguDvDA/3kruQ+7gWA3siu4tfdm+uI//mQEg
T4uCylW5gJq69xa7Tc28ENcpW3twL1kfimtxclAd65A74JRv2xvoIptmo15Zuwu9/Gd29fe2z3oZ
bb85I2+Fs4o7evpj5kf+6M9u6rc7eXvJZ/ZnQ0qaB7kk1DqQq3h2IUiAhiRzU7V2A4lHlFBCQSpU
nV/7onGT5fbzVzs3BGvgjDommcRICi7JJX3fq3oXy0GUqYsjKJ3io1UJ4UJqYni383LBhKtnNoem
KLgh/5J6cNNAo/R9U5kp65M8QDENUAw6lFZRUKalZBds6Hnvra2oJBZxG1iVS879Kqo0A2FqkZ7s
UEg5IQBu7Jshax1xlvNTUuX5F8rKpZu/3It4cLhWcWgnN01f589vp4kS0aqmreBmA/+uPDTysalq
l9+CDsouzcXVhP1uunlB7nA4bqiK1CiFP1sHkBGbxTKE2TGKobAcdMjaLwjxomfZaKWSPmTS0CG+
nxvVaJNw0Ao2OtX5TZbMwaPWFV2JmNMwDLs61+VbknxreI9NXJl2JcKw/LxfPhy+SYUjZYkcBLLM
LYWUovcdowI0KzrDACguDQP8NyELZ6wh/IDInVo9oIBF14Yp8aHNDy8NCWE/wtYKTVciaWvxk0rR
L6kNnZ8v10dSmB9kHSG7D1Py/SMJCGbGolRNDrirFOiDItuAwfJn8jE01GOrwdzPlcy2Gw/TBav5
cbEpDBpVA/iD8dC/RZh/myao6gvjTKWu03Tmt5qc2i8dQpAn1M8vFe/8SUtrVbNOdiReBVKs379k
2K74YUtekDZOdDJcqTt3yzlBuZ30odfPB/njusaFic8LCScKZ8XzTMnQEKe8RFbUMZAl9LpmArZZ
hxfuqB8uOQwbChcKlTLk9bEFrG/8W9+FBCeUZOkHJxCiwJ6gu9tJHio2Eyrfx/1SekYWZJ4sJuqR
JMvsVctn6YIF+7j0eAbSodfKcbL/zz1t8zKMYVmzuky4GroXloFwr6YipRpWhy7hDpQEsnp/uXdX
O0a1NRnYEp769++da1GulFmA6FFbokY4q6mf54ay/eutUHO2BgtIBUW15H0r4TgQm5qTAck92Oqo
UkJ8KOdL2Z8f+08VFV5EwrO2piedLb10VlKjI1/XiceqOGZqK7mxgBLgiJK7m/dT4P/Vt1pTaSl0
IQLCzFHP5ow8i222yB2sniUO90kpLLsAPt6FS8JHg2LKGvoZvBQhtw+1ICiwENKbzdYxhLhwRREt
wgxgzlY0NYFEWm1EpX9qh10gtP/OlP9fP6b/Cl/Lmz/Mfvuv/+brHyXCm2s2/9mX/zrGPxrG/lf3
3+uv/c+Pvf+lf52G16brm9e/HV+q9m9+X/x86eKyOP+ddx9BS/9+Evele3n3hVd0cTff9q/NfPfa
9ln31hzPvP7k/+83//b69ikPc/X6z7//KPuiWz8t5LH+/u9v7X7+8+9Mld9Gff38f3/z+iXn9x7+
z/9GL3y1WX982v/8yutL2/3z76r6D+pZ0BMj7LAKjazacuPr+h1Z+wfJhUQHcOkRLSWi8fe/FWXT
RfyS/A9pjVOsUnQy1eUqvilW1/otRePzcLWzIlefrUlQ7/+9+rvh+s/w/a3o85syBh/7z7+/XxDo
Cyhr1GxtHWUSmjxbEIbVt3qFogMYleS5j8arIeM0S6FAPo0XPFR/VBn85+DwR2MmH8b7kBdK5On9
Gk/7Vu6KGg3rrkTE9z5PKgluZiHF6FyjDg9HA1UF6RhpVvKrWZrC3OSRgs661PbmVmxXNbwoJ8wJ
EZGSkFuuO722W7VT2xu51sxiW0AYj3yOIoWwq9tcnw7UvHT1VjdG46jEWV2e0qiTYdvFXXhdRMkK
97VQO0OXfw5rf1HlLIIrD5QW0ehFa31JEHM0zpNm8dJaXsB3Ntn6SxpsOmAVwAc3Xd91N3HHIdcH
WVAoexjPYBCyos7zrTqqQeZU8nCaw55P6qZiSBwdKOSzlZp6DSFgUQSnbo0a3c8hoiuSvlVukjIE
MV2lI8Cf9bhFHQ8f4IxyBhPLKhdRcgcxEYmym2IkUKOLYjueaRjDDbmjMVchUU3rDVxkKb+C3q4V
KgxbimzthMrlbiejZBs4OVqc8Fcq7sSO2UoW1V1LGXfosgriBIKMQbRNMbHAXbZ9CE6iX4od+A31
ayIkKlqrofA9THKPdM/bCoKeS2QKNEsOJTNtK8Eb40CyZZAadqYK3BDH9ZPSoHArDkHOYEJUH3tP
FQpg7VLbuX00hbbeaddWZdyFeoTzEtijJVAi00165AmR/BT1xoMOa6eS46M6AzfU5PSnJiBpP0Ow
3C1ysmJkOc8Z4q6eTW1n5Vpgx2GuoSkLOjmlaRsSyD7WKXGYRZgRkwxwWExtSek2JYVugLBjJzGE
0zCN22FYRjce1W3Wcv1J0/F2qpMD+u5cURLBb4EkoSJduNC9AtciSRsJ6Qbx0Da0xfZVgnXqjeIw
o+vXbnOi7ZA4tDu1kCkuogQ2auX9bITHykRINYV4hqxukG+kovXVWruBc+0myOm7iSRcD1LvL2Zz
N0vhdUpBD3LG8n6ZYYyZ8NBFowVykDRHXU22ihhBDi9gTo7zdoEDKS20XpX6VakPN5ocvZIW74RR
0zw0/XCv9CKUt/l6VjJuX33wRemGg6gGW0FNFg++9EjfBbtFSZKdmZH+L4NlWuQ5tUV9WZ8pBu02
Agrs8G6Ey5fcUk9ZCmYqNCbTLrqlQfsWOria5lRtsTxctO2/qk0o2ILVnwZzLh2jE5B6E0XXigCY
CdZPSbCog7YmZHLrZING+2s7yRlsc1TBxzm6V2TZbVDIDRbKoqu0PVZS/kC5eGRrtXUYYb8VS3xT
yiE655LhDIt4jbZiCD9RG2koVf28SMDQg571A4XSPCLWj3JlIZFudjB8l3aDXq+toe3Jg17JJq9i
deKPtYSJEojyZomjX0vY3/cjcuKSxc2/1qHo9E+6Mm07BUlqtRAiO9ba71FjDU40B72v9AVoRs5t
Lle2o2DJB2PmpSFdT5SbK6q3AgyPXVUvLvL2NyBq1Y2F/vUitLKdR/XPfoTzRIZNYg/1su0FxNyh
87ySTernpVke5jS8qyTOGNGkjx4l36il12Vj901jOmWxXKmh0oD+KxdHUdJfw6yQgVNb35d0dmC4
8a7BMZ1mbRdYA6LdiB81WfVaxhYsARkSmCVovqb2HkxAeFN5PNmNabkZEg92a8inYYF/3HQxjEKx
2sSC7it5DB/IAMpLcY+/JItjRvk+mpVdGKQHMaHkOCXiLw7BbZv2Klp8LFXZyG+TAIpVE2ujM2hZ
56SK9hia6OTLsD+dblRNR+Qu4VKtdB+Uxo2speYNSFPDQ3ZZ9pLSeFBJe9lGpuIbwvTY1tx7urBG
ew/ywVjv5oXWlEafHRmOEEFCablL2abtJWyPvblYmzitwBVOeQYqsvg1Z8VjqRs/ixGlVUmM3EWM
FAeolbISUwRwfmTRIIteFaZsq9ZUOVAJOy+sZZ8L2XQltoS1VAB9O1iDe2S9eVJOW0RL6lR8jPIg
2vZG7weAjVQFqoyaBLegLq5J1v9Ra0z0EvxzGUeaR0kJLFGNAhkzAB47xw+wA5C3GSH5QBh3Go30
figB121tekBODU/Po8ljkyiumfSlJ4ljIx2nbLEcaWyFk6jkrWv1UUgRQlLbSlUztkPqZzqkVUuY
wMoE8N2t4QB3d1/DXwCfZfxSSOACcJGm7IsE5L0YVLFJt9Q7sxD2dVKIBw302aoBnm57qq62chHf
hlnzTL7Wscylh07JmdalsWkUUYfIvRhfC2SIX9skF64Lqk9QrcqORlYekV0FNKYsmpNps2+2NWCO
6EEeS/UV5q3oanp9MvR+vk3rOdtMSuyz+X1fjPK5A8hpW3k97xJB3KJWO0F9rrZRX6CkX1Sm14zl
rtAFEehp8H2ewu1Ya7+GksGVh8rcJhBu8aMm40HSK8VLJVNhiyzyhzBgx+wpJXUo4lDoKAYJD+GX
gjRHaC3UE7XcxjK9upOByrtqLAE2zn7lxQLhltQaLlPKdZyyqHK1hT8VFzVQQ9Tu4kJjm236U2+1
oUxtUlO4YV58LTirOVXVmtdNkq6gu/4xsKiTQ9oFBkakUReL3vbeaKpDH1rNDt2+2LFywEYr7aSg
Js2OjOS56Ip+V4nakzlXlieWqKRX+a2AnQIlr9hjYzVHOddkF+F+9UpUUuiWEzC1Qa0FN2d7WaJ0
b5bxLSltRwo+7zUzBkEwQ6lnAxw9LZJRaUdS0FZywM/hImb3pr48a1MvQxBXN0G5uvsVMd4KoVC7
0pD3t+TrJwcY6kfEPi2XMtNnNKOwnpLYX5GyQi0dZS2eNebCz1HJfvTTBBF9iu+0VU6dwpbcsUxB
ekTcwC9GLd6o1Ew65aI/LwAGfdQ8cMMjX2RLIC5tCGHKSWm6TbtMHTCedPTQANmlncJ9Kdqpcn8i
0/RlVKcjM1y90od8cPUg8/sMCRQUPK/7HAVuZTZLJ+3YJfJU4shsgF0HKwVJ5SClCMiVxfCzFAFV
KxIITa2xFSt9weFzWhrrlHTxQ4WwtyRmxyYSExTZsx+phYB7ECLPXuqiGy/iFkj9DXVft3CyN5B/
nybqvAKDIwYHOcygWZv2lIkvnRlTjtprj7wtqIl6+j6M8hfR6Bo7NsZD3kgPFhMxl8Vmr/b66kEY
BbdvwviEZjtT0WoGbvj1MyieifS2QL4ueZgJ/fqQQ5lazVm/MZupim5jMwH0G5kCXrVBH4vXeJSN
dBdF9QCOcc7yu1CU0+mIYR4l3IMIqLjNommHKs5FfQMBrRDsMlEMY7tmBBQvabOkX8ekLymTm8m7
Gxw1tJRj26siR0L8ew7lKXwItNKiPYmNElzKuHvvs11vJjhOiSiuKqarg//c+1DIdF8Wgf3NKZ2y
k0FGi49Jd1VQUxk6czxPQDi1oL0gNfgmLP7+SoRmIoqJ+ORItsAn9/5KBJlw6Ckx7h1VKlF9BlOk
xvaYdIjNZaaZriBMy0icZCaBwkkggDTAkQuI4TBXWxdFxvQef/CwEepMeUoDmbCASkTNNvIudJe0
MzPXBIMqcjJcoI9BbEPdIDUSGJEUgtlio4kPfQNLD0LsMN38dg/+92Xz98vlx17lZrvWhOOTRl3r
XB0Abl1kZIMB5CxvssdWs7JHCDRb6DHswsIsGE86AGjR+7zVM5fv22D+4SXDOb1Kla133t8cdamw
dAjNjEDDkyGDIIcC1hd4EIiywc2iCLORAYfCtQNXR2Rj4pYxzaaAsr1uANCxatAfnz/Re//MH7ML
gUfEQSxcW8i5vH+gIbS0QZAb0emZzYfcKMzDhFv8mHABvRGqSjjWJZU9jjDCUPu86Q/3+zenA2IG
koJG3gdfvRQJJrlwFRJqxhh+H0ITN/tULFAiFTlh1Btj0c0LTkocGr/FB4iw0BJF+BoeBcqOccu+
f91RnhrDIEOP2sJlnxvQc3uvL58+f7G3KMPvKwdJFyQFqY/XcC4jCHq2crRRWdrcAN4q3VvkaSy7
U667m9b+/m3YF375pNoSVC8ED1xRdhxzi9H3P38EkqHWiNH7h0DuwDSJ9OB7Vsh+fP+qaZLHgYEX
FgR9fbDS8iFCN4drez+4CkTB+wmcrwtHeD9F6anKtR2oaLguZtxu55WVxjFv3ZeRKa87zFxpWO1+
MqJfwEB3JF1lqZN3CQcowiq3crNErtRmCWfW6GuHvhFmXq02hOxdA/rY0up+i9MAYOx9mWl7I9Zv
qmR0dYDJulBed4287TKierrQ7MpaQXk06dYa7plUfZP9WlGga3JEvDL1VPYW8gI5sY83vRI8NWLg
WVp+jxvwx6LkB3MwI5dbzHWmj18bbYKiTi+jmfEVDtSz3E7P4lB9DRR5nyjFgTB7DGsx8WB4IfAr
1bshF2DAAAUMoXPmIWMUiCSj65tSnXY470/WoBqH1jR/JLLgL/C7kP7CK7W0HceQLLmXovy6UnWf
MvRNa5j7XCH3YxpdUre/jUENoE9/ievgCsDbdh6Vu7i0nH4Aq6rp7XMucThEnZ1eeSipPrBl0fRR
094kc7zPBe2JE9oRVj0SLbM7y/wwsA8EF/qvg8FlJZGQ8q5qP1SFjRYJP1L2V1mKYQZUwytqTQ/Y
actOu2UzxuM+IHHWYXW6Qhl8KUwCBmbVeQv89jQ27iJFftLSyBn7/HGxyn2fU1mtk++5emx9w4QO
h35eEqS7sgHMVFnPxaTtwgUzktTXgOi+Iv2+no23sE78OBheIHIPdq+Ud0o83mcJEKVc8cRW+ibo
xtZsLc6vDOyQLae2zR6iUNrnap25HWl+izqgH6CYZemHS8FdJime9RjAVZjggtA5pjmGGN1zoPwy
dm3t4pGrnUxkFpEjLN32Au6FsQNwXTyE/Tz6dT3BTA2a7AfAY8NvROkqSMrNIhcHPe+9UkSiMlfE
3A2E+EpdjP1kLYMdEDjC62QtXo3TYonMjdDMJYT3bkNa/NWsxQra+u2t0CvddTEJnHy75Fox2wMX
4pNQt0x5Ukx9IVL3iV4duJ7urYV11s9G4lfWCrwaFmPTN5niCaEcb6M8nYmBVVdDkm6CoF/wVCQD
yjJjss0G5MX7lkOfsgBMb4QvKt6xnVr3wi1eml9JNoDY6YSvXdZ9K9XOcBZhXhwxz7tdz2rz4jJ+
7qzuQc+D3JlmfXJb+kI0lg32AEj7XGrULEROkZdXAvS1LkhP9KtboKNoR7pkETuYBluegQTV5aQ7
ccO5TyS0gEuw8dQsPiKJs83KRX6cIQnyif2DVbHD1XPg5tpQfjUrNsMaN9tVM1oBRSk9m13VQV7q
RlOBZtIf2qn+FcgUuPchaXUC4LtaQgrTaIhlRdbd2PZfhXa8G6EMhW1E8ligJI6h4CurWO3gjNQn
tRHrPcLMW6D1FLNHmiPn1rFKyJVQzAcyWr1Mlgz0yxbBCXh6fdBOoj5cw297boGH9VK9aeRpK+Xa
pgo4SbcaXEl8jUs5X8e9dAoszZeZKU0Zw9vr9lkjeIgDuQM+CqGefJSPnGJOT/0cf88LyYtKcRtn
6s2ki05jLod2DgHIZ5kvWsAMTem5X16oUv/aL1WytxJAyBsqeIToa9uIw6YbjdYmLxXtccDhbdEL
Xjk2VcULhzxcXHu9YW2kXH/VhdHKuPADQ4SiA5sEyvgOHLHSenpfCS9GISd20ISjozdJcZ8ZsXbX
j0mDS5hOt7CNoVwdJGGAgNjF1bUoxNNmtpYUt3D6qHI3ZPLP6SPMxdGuWsQOCqI7D5KV1jc4kX92
grRbBgHYqCWhDy/8Enpdwyk4TJqrK3E37pY0CDwAOzdGVZqONCnir2nBSbKPuh5PZwD0CcyYeCxT
bgpmSipdrIVAmgbT1qJlOVax+EWTB+lOFJMWZnBsfOljAQRTq7ZAA0cZUKCUWY7MSx7MpuQ4qxjd
9xCN0X2SVPNRCEQDGHeYBk5BhZQbmh3MqqyAcdjudCs+QDqGiNgFnY2+xOIsYHggKOrHeBhqb8yE
K3M0b7pRVom+BqFr6HggooD9PeyTfbEykTgLSHg/ONpGafPYtcpTPVHx1TXw/ZCnkJ1Gr4W9YtbX
7TTezkN3pc4FuE4DXvEPee5+Kjn0LinQJUhiAt7gvA7wcElx0D1b4lA6kwG79HsWqWa+Yh2xoUuH
07msn8WRMpkBrp+E3gvX8zvAnDGujjyLT/iq1FeJqIPfSu2KgUZtbID2TfUXrvCoXg6z2iWK2y5z
X7qEnrNHOQ5ODZcGVCcTRJrwxlhS7raZqYHgKwLo6WGgTt/iSP3Rh6KWb6FTSdedlfc+GEc0OYQ8
8EMBh4WbDCA0/Vic2haQZBUd8Z/odsb/2kus3IIzbEBtBdy7mrEqYQe1U+yVw4ITlWyZEjBL2z+F
dQa4vpfCACaM0LoJGdU4zUvzewue1EuHrLqbqjzYhXFypQUrc0Wcrs1oiIXdoCmwgDl3W3cD54uH
TgibfSNnSw9DJEaPr5+ZyAlJ3/itXLMK0ismIwHgZvLVNrqZh8nYmEL5OODZnkxFsM0FPoAsFjEA
sFlzhrnamJEAmS0Wxq+R1txJVl860YgBjIdRv63rPHPawbCekFZXcHDFgfoLYrj6sOSNOnszRHd1
Sk4gLR0rMTy1qkWvIWfBQczqsQbsiUAvHEGjARlcN1OytQCd4oLtyuyeo0hmG/Vi7qJRy+6svIi+
iDN0rgerVMPBNgcqG0lPOI7I1n8t+ojcfVUMfDlXQ8/C07UpEit1NaUZHVMOpptEGrVNuljjVrX6
tNtq6oz4qjbUMGaTAYMuqWDwFNbzFtJh7QVI5QHTG64KcxqfiIvp7rT098QSl0PTITpUiqDabICU
5gN2/9QYY703NbGK7JIDHuTqelR9jtjJBsapnyniIdWqF7rmeYqs66SXfWJfO4r2NskybaSwNVz4
gEA2+jQUcaw3xhYhcfN10KLiKgjJmFkFwDjzwEtq+gbYAPNy3T3hT/qKPFB+KWNESeQO7YWI2IEY
UW1HbcBwJUPpquOw7ExTuw1SnXzyJdOd2tCqm9KYN2YQt7eF1njjkktbY0AwmTLOHbER0R7JfT/0
43JkhcyOJfWNJ9RjZ7dN+sLun297cfQoLDD9uExfupDB6awMIVJ5vGnzyo1MaQ0NGHY49q8Uid3p
stBydWn2cpFcjTKCLHi9b2Ag/6gTa3GFBFwnvhl30DrgVwtJlnEobRMUYhsF16+QMgGFEEZ50UDO
G619IuBMFqLuWJvmTZiuer5tulUHq3amYdpMajx4U0hIj6AGu2EMIbuIIUD3y/LFlIIvaqjLDmG7
3m6K8QFAWu2BQGHfLbICJJnFGULC02C3bS9/GzmEpfZ6olTGBHa4HhIgTGJp9KpaXehrS4tv+pGY
a7uQAadVYwaQ3LxpskA5Gr2gboRBE59wV3Z7MPeOWuQGabMW6TU151eb+CRX6DoregICU+0YS6MZ
O3qhsC21XpmdxnaczMXJ4FH+aJooGkKbQNLPOGmzjYC7ArKmAuxPna7RiVPuxVFI7Xoyb6o2y30N
3e9v+tgeh4nUw9mKNuCRl9u64KQaaumX/0vceS25jWxr+omwJ+GBm7mAIVlkGZZVqW8QUkmCSwAJ
k3BPfz5274k4Z1/NXE13R4dUUXQgMnOtf/2mR8M2uSVit6zSYKbOk5+JIcZSDjmjvZ3zAfw3X4a/
Am8a00ZMYckB549PJOfNf9q6Vwk7y/eqmv1zFZBZOor5s60zmoW9Lu+bnHVEBNx2csEDDv2wqTgb
KVmXnMHXaJVV4mRdcGhsvUfNnF+3LGSsYfiP5FbLX6Nq1mfLqv3E9FVq/402ZB2J2v2xZs+jymYM
jXSsrYyPvfWfu3ngcqtDHurYyzcyM9sxiKvFVC8ljI12kukoyEghdbGYjquhg583agUoZhZSzd2K
knzz7go5V2XicuqVGLY5+attz/J1c9zlw4P6po45OLy+zshwoUBPrZGQoJile0s5rzewQs/hMBcJ
Gz0DUw5La8kezYU00jk8Ul+r026Xz8wx0aWOT97eP61DldaGeiERLlbAOkfR2fqA6dQWD2P4Z6gD
pSMYf9+cxZjjZfVjYDxxIQ7ZOKBKUHHVEbSsiaM8jFWbxVZ3Sz7YrVTlS3PMJ6M8ecyL2Fp+zOZY
EbNpPRDkejF1dwZZ+mKU4aRsiGmZ+04akLoYLYCTkecr0kYXUpGLdbjCzbnokTugm6tX2XawDYe3
JrD2KCTZGNJiG1soqwj4Gx77yRquqxNeQn+oXxw5SuLsqR0yX97N/XKVXg7jmNarZxRBNly96rhR
4lu5TeySuX23zgT6EoduJoNl/eil9e4amfvC5J2CypmW7z5KZWiRw8qFqXO+5eZb1lguI83pO6H1
AQE80rkry/3N2MLuOcwLCn3HDtLFDbpo2trswPK5c8ewi4kYVge7AhLwsqJnGLuKBJzRfPTZ3OOq
KD5FR7kYzi2jIre6t7esSbVLjb3oBw4+K+KehGDQZt7F8mb7YDEUj8LSeoYD+ZIZXPbe/zNYRIz5
Vfjsr16elr1LLUS6QUx892V028ew3ayjDKY6lWKJt3a6Fnt4cWGFo3OfqMdCGqLKzvezVOWWVnNe
nVm7LcSGKfxtl8a1oRLXuzvE5LT9sEfv0mNIdMX8PGlm/2PiCKalsO+wQ85wNrPPZst4ybTzgMU7
fPQbVgITs5sXJ6iuNXOmhxk2PCDy0sWIKe9nXA2PZB8zlr/p0GId7v6lX8hBGQt13jwOSGdTO6fy
Nsbj0MpTrq3tlM35K9MNI3ImcHiKkEOmvCk/iMp4Lgf3Thtz8xm6VMpz1UF4NWw+L6H3Q8EkUy1l
NIn5deoHuBX5+CixZHub3Yopeb3nCbyMMlVSmJwN5EH3zvixjno9aUKzz2Fd0FPh3X8a3NmNizY7
WV3509nb9Ve3ODiik09zXuv9pxis4Bx2WyyL6nvfO8BAvvre2MN1F6pNpxwxvN8sMq2XYkwIOnqD
dfM7I5A52tlj07a5RWrjIKyCyYxXZuRjsfhpQO4J9FjSmFV5LsbeIhctv8qSqPug5muaDONAVMSj
vxEOfUMeLGd+DVb9xBXCxdkjsHzWp1Ez7ylc72KjzSdRoa+PPdsxwPNTNWcdFbYKnwBq/xLbPsAL
Dd43bf5h3qhxNe7uhOVcC3N2TlZdfkpwwCP9r5GWeuiZhnltvLqWd1wWed3yiqmL3INTiCtcpEoG
obbof6oR1HyaGJhT6j+OjnMFqSboTdVPY0+Ie4XGOHIN96frV7yEj3He7u153Cv1Us92EEMZkgkM
2UvbzMdaFkh8qADPxWK2v6RsrePEQ0h7/dQWizNf/PuOpfog1fpK4tsa9eQ6RnpUj9bq8E72ck0K
S733vXjfQv+aNyt54J3NG7HWJEOZHmNb+Ub045NGQB0ZQj4z9v7LnaiFQre6KHvdYrxVoVno8mJC
JbTJGJEDC8YqYnc1n1xV/yI9z0pKl7x1Ine5eygRmx6VzVTagMxzuGKPemtzoAfG2zI71OdZuu2c
KNsQTonDzwhg3e7HTb0XvXzdfXgSfWW8jbP81jnFiavoRsLlD5u8rqr9pPi9w/NygYF4gxOHtU42
+BzcI+GKP59uYmA0ZhyTkbq9ep2X4V1uwDzG2D9XJdlmnRouVZ8/2GI5aRxETpmsCD4Q+kps+AUL
x4cgHF/aSmIuO7ofDhyjeDCKJq5E860VLkirfMJ+6913GF+pcj443Xa3ZvKHE6zvVSWOXggpq7Sb
T2+Q1YdwPC9aZnEouDD3TAtQVigibj1Obcz3q/tVo2c3gRn5xp3qjhzGr35VVVxM1cGe2mupfV53
/nQpUIm0ocVoKhHldRdbvdfFhuWAoYEore6RsfmTl8OB0CNcmjyHDLX+mIfutBkzlUelusMiw5m/
As52SrxiP/zRF/tvFrdzcTpZJUyhZJpnfUrKagZCFjzXcn71uXNDk1nz4pvzIZink6mrJ2+lojTc
IYtc7Clyg5kC9RfzfBr7QzGUVxrDko5ot6lYguvmND0Qk+wOTEzTZvLqT5wbl6i3ZZcsbEHFyhQ+
ILIstb0G6YsRcDu11Q+Zj/eQ9+Yjbe5BWfAhmnYpknadr72HW7gc3UcghJcF3VUfwuWTpAKyupKp
DZPdaw5yBd/rSh5YhUB0VmBTOnvhqZM1xaMzDH+56/AlCzxA6bB2dsXViJ09B5KRhMSh1G3d6byw
FSeWvdaU+uJKxieoeubStGXZ0+bK+03M94y8HvIeeMoedANVag1efHd7X9ZlSHFd/N7UomZOZh+F
l53h9FWR2DkIO5OCPtN+JJqgeCz2OYSc5/0INOIOrNDdpMlUlgZ6eTZdmPuTDw3Llf0Uw1c41+Hy
Ibr8rRtpWsO+uce8FQmYqN+czcm4IdqTbLwh0VXmxkxfgUWXB/IRHtVCemFmX0Rn2EkhSwkpb/7C
CZi6S8vXohVH6TAH3DGxt7p+vluc/dzXIzVUwQx4zkYnQu7WJnsnPiaHU70ILCp2q5xiojWByi2Z
kHvvR0ZQG0mu6CigGdp0wXm0gtCIcCQZBq4JLJBna+/WVDJBehB2+7r1i8thmQennMAaeumW6PTd
ctMsWD/wuI2rev0RljsMsTFbnwT23BxXDbuafc3Dwok2YvZeRofjLqqt0jhva/ZrJlc7svq9+bk2
pvHgT0rGWoSpuWQXeHk2KGi7vWAWDJYd6ks3hB6MpU7F6yjCS9ERT9IqA+e2oXwaKwFGlrmAjyWb
zebrtzEDT5BSG5AJlXkgfC9myKueMm7ZyCk9L9lGHxuiIoDfRxqn+oAuO76R/TteNymy62KYXaqG
Vq/3mQePwjRrbVNs6SVaJ78uLrngxGT7PE6gojTn86EMSzYgarmu/4nHrBPbDP3ubWwyDkNnOxFz
171J/HkY7reheClXsZNt7vyQpDifZtwfTtR99Pris12zr9HovLvedd/3HtYptKw+Ikr+V92Q+lpg
PxHV3vJ9r6F/7IV3rVexJaalP+A2fCtDb44qqghITbd1o1SZMjf71eTKTE3dPymPisTemQ3ZysmP
prH6yTSu4IGb9ZfElIUly8f3pum0FOvLYJT2Hek4VurZ1u+QuLJ4tkza7EJejHlnE8dwKRXQRSLf
7L/1WNwz6O9SkQeXzbb2szLyd4dG/gAJMe3rvU0ZF06RY1K2a2utjrjKwnMBHBszWMiZb9NKGA/t
LpfD7s10ojMEGRmad03BN1X77JB2VaYaWAfOHkXdgD95ooUDi9B3f+oie3QcfEhAZf0E4pT7OJmT
esAbBiesYRui0S24ZuZZBX3xaICFJXY+AHPb2wxHs25rK/bdgQPCNvy4bfMRyobqn/qlffc6d2H3
ldKoEt6brA/D3o+ArnnfxZ5XMuQxJ9Nqju5cNm06jJCVI3O4TZM8enOy1pFynUfXN+Pc7KF+3WDs
whxpW2t16i312O5NRZPrdeneDzD5JMOPybOvvWJsxa5zRzj8Abf69tGes/0QtkEfRjOO5yTFUwiZ
wCqzSX/r0xUm2thSq1nOzCC/4Sf0s1Ga29XvevzFw3erR4wbhK8GELrM3wEhnkLdyMcNtm2it7A/
sdHXEDad0wr9DWKWQS1bON3tw9TFEFk7tWBlZiBQhhXJvb+bQgWk0Xx3s/AIHg7m5MqHFncQMrZ8
N/KN6a7ZoaqF2QrrezkOXfg22DQr9W59N5b5I1zah9mjs/DolUAtNp3FG9drghOVf8uK+XNedno5
8Pe1CYgq3cN33x5fF+5bX+ktAX8Hwg3TtWV1FtSU+fhXU2Dgsjutk2aL3yYTRMLKCba4z7oPGCsp
nmR3G5b/ehZfpJG+DKt5r+zMAmcYofhuUx5Le35sIRmF/p4sjp1qRUyT29UvshkHrPWhWvKO/0Cf
fRRVMR5lNj/Xy2LFrVdD9mxWyUvKtA/tU74Hl2yAoeZWlGh1Pf+wm53daDYTgrrust5m6raCPqn5
ahd/NTbBQAA0Z6MN08CQCe/sG0Pnt2z8vWx0vTROhYFue/jKq4mjK7S22CiLU+c7n0tXvHR+z+Qt
txPO6EsOgjpa45mu8qTX4S9z39Nu3FO1a3Ckiclr8KL7qoj8aXqoPQHFs3hagQe4a+7oW46uKv/y
91FFFoSSO7n6p8k1oWqud4Xp3DV+URzDwn/dV8hPo9VdpmxrDz0cLFrIHW5GWf2WWf5Huc0foyff
w3WeKMq/1aW8mCq/Ydn2Ry4kBFM/01DJHEr33YC54tfmck+YLFRel4rPsZb3qtmeKcKmyCrMAx3H
JWxk4vRAncLvOu9QLV7AhQH6xb5nf7KcUj+Y0wbG1szz997y6Aq07l/cXGWv7FGMqOulrOPNMc+1
GhjPT2T9lrZqEqcywPrXYEhaw9cyxYHb+zNKK38P8yE/1HsPSmdNU9xq0Sx3mWjjHW1kam3tu1Xu
O8RZE64cM99BQ45YhK8Su6nmpA1MiJx10R5nT4nk1sKXQZHF+K5/ZfnSv3YtKGmkC+LHbBTBoE6m
r9N5d1PEA3zcStmxV+x30zAv3JKuX2Kjb3tr7OegMhJ14dF2xF+gpQOrsTgFnK1Pu2+zRShhHins
vkbph0+BrT53h5GOyMrHqRhJdjWmEX5aUB3EpNO8cMRLmVtuYm/e/Q7XACpEujH6mRwfxrUa1GvZ
exUk84aV5yyRqCFD28r4ZakySFovY1o/wlVbXdU9FsokGTsIjxClj8TTziluQSisM/droGN6nHPn
zc+K58ynkhv2L5BMNzW73kh3p/D5xDno360HwtXsF8mLQ2KMfn63FdaTV+Uf/ubcyVC9jso9L0rH
tdvdtknR/GibgiAvZt+lZTNEZcQy5Lo+N4P6pBXfDus6ggSAyx7tShs/CdppAe6t/qB6OwCx7I0S
Lp3XYNBgt4B9wfjsyI2Xz6f2stTFSQqDIKqtuEf90JOlpI548/eM9L36VExITDq6wVhXwadhGO+7
p57E5i/xajHmQ5HG9NFzkcKtJhfKT/2dCaxThZjJEA+XuBYtxh4+UyEkjFZ0VBb2ayNDKNPrnORG
+y1vx6++bqjXOmaDpJfuODrkbhWbNevVma660xbKRR8pg9Sp3DnRQd51lFcIXwOiriIK0UulkHnY
RL3FVtBwnDvDeTeWtNjbgzllazpZzHzVHu6HEQOkLbCblO/8XG19fzd0IORVZjwOc3U2HPtb08IU
HY1QHMoxv+62nh+Mrfo+lNN7t/jb3TQGGYBElceFdjEvcKcXv24PoSy6WI7FGuu2ZpUI5zCo2k9d
4BKGfmQc7hmEAz33F2HqT5jm3GY8DclufLwkMOUQLw7pbW1W+ZdqwrtPt14EbzV7RT+sb0KbT9g0
OqbovlbSPCy1l0HrcRCUauPbNmresXbhkDJnibbM9mkOy+LI1cB4LAiqz9URv4vBnl6duUXS0I5s
yDUi2G2DHrKtFPct11eo5uJWdFU2XnfxVu/XkjyvF1IcqNOxduKkYX4dDzCt4qLYwtsW974Mxb27
3yqQkcK7Cz5GEpeZk9Gv1mHNGL3nVOyBMBg6bToB77yTXWHB9urPnrF7d1tJlbKK5o2297luvCYp
Q2kRm87Azicg2IwhF+kqJspd0t1jJzSA/CoBj84wHX5ROxb2inym/MJ3v+N9oHwozRn0zfa7KZkA
kglgbttldvwcYJWIJ/ciixvQJXStExuyO8KguhmsJ0uSE/yweR0v0u4rqhkjd+ZY9VqUb6sFNpmu
NSqUM4P+0E9Nt53iciYZmuViMx4nVxWlFkXQ9sO3/K1Lp85UXmp6NEypu+CzB93D0+ke5F39NNdG
83vWVDRGr9i0+4knvS9dfxtT36WkQ2xTsxTHkOKCDqqqfnvlWrUf7cr6RnYBrSiZzFLr340cOeoJ
UHdPm+nsw7cBpFUyC/wAF+W653q6/T+f4Fy29lZvQM/kg0Rtbxr2iYBFo4uB/X452rYY4FTU4+Rl
dkk2d01zvxbBPJyZCcEwMvMt/J4PLe9r9eadJ4Xm/rM3p2r7Wqx5Dr5WeCcfxZKJMnVYA7wtsh1P
e05p+jIvZuck1t7UDyjf/S02MRs6rqgsNrKMQukkAUV6e/SWnOQ/yMDIQCBiwdYI6JLq2BwQ8Ly6
5jwdrczXw2HWRVCdODNXrvsuluxQD97mX4nWCMNLvYtAf6fWK7t4hNrZxTi6iCBawmAxPquxVAL/
T8aKLNTJE+AMBfgbetTOpmZmHJyUkOtTB8pYDVlDZdRkg70f803C5s/GxXxzfCzwUrQd5n6ccYIi
IH4edfmgPN8o7kK9jNCGUAA2v4BjivVYAMtAMKqI+KBzXrSyAWLrds7OTNXrKl7l0g9PLtqp5nU0
PI+SilHx+tw1DKXPowPhPpE9KTLn3MlK62HxkcgBizDryFQF7boebEPExiZWN13NZf4CwGoXCq1A
iYdi9qnlhagrIGtRW+LF9Db3c8qHZUvtXkNWsEdmv8/WYMgWHl21HILcG5iFknoPk6I3rUTfaKNn
ocdigAojCdcAjFSosANntnwkHnQY1pMJmX1+8eTuOacxL/lmmBSzGLUKOv/ep4m72yHiDjGX0qLr
X9U2Jwbkt4DxlqyMp7KlYr+vLd/juQZ/u3Si3a071/A6/3H3JMcHGzq86NDs5uVU7yPMUTGP4KpG
AREgKruMjQMGYYEafQeBEbWn3tshL1ymZXLvHnqhgksFteeXsSk09Bws3YmZwnIPWf+hspg9Rpx/
EE7wcJ2eG0VCYNytrWKU6G7T+250DkVCDZcNlM+Ay5+POyoMYOvzrJoZcVyWVweMoSQT0NvEkjxf
jkMJ6BytBdb8CdSIljLIzaty5l40m5+QRcyfJal51CXz30xMKiojcezJdT6UO4vhQH8WqgerrsoV
nc0sB1j6XJ1rw1Z2QyDVH7sd9/bYllC840WssNQquLz2XTB61jfDRcQQkdiKvKNYVjg6+Rjo6g5C
KW17ZTUSUl+FU/JJBSWiBu0Z64vrFW91ucLLXS2kZUtkZYulzq3XLH9yXrd+bAFLQNoKSbcyON2c
0QwzqUKY6byNoBw9JK3anVJLbcaOLoIcLOBap/jy1z7worYqw0i3ZvCjqaW6rnM4Xl3HANAprIqB
HPAV8NKab+9+tbKUw7GerKe14u3EzLgkZs1L4CVV5UxfnWVBNx9WLa2HGZbfySEf1Y13z/MRwbnN
dKZgqBnGjILNU6x5fdYF+WAUajbcLUpmY4yhyDN6dUqL6wt3hK3ThFKFxOFvwrtXwsPfGkxqg7HN
GHsMNz77lq06AY/qH5E1s0UyVXmfphHBi22NXjp2fd2fyg23wzhUawnNNpiMNzx0ICaTP2afMrsp
7ifw3msnUD8RfN34sQn/oD9MfmO+WVuoZ94sCd+JiYvKmC3bqy468wqQAVaueoDKeBBtkwSyVPld
Z9oszRkA0AGfAmE7erplZ+ubfH6Ck9V9wrNlCwFPGmuwCofKEgfuYkr2JWd/pHvKVNw0m/0b4Yld
JLiiOPFU1uacVNlmhAATMLl1ySQPtKcdDkp43f1Q7sEUEaTV3TWmN396ZMrR9Lom59CAfeOpIyDq
yeoCvqe185a/Bq+rmthzmqCjB3HdJXJGc3woNk/8hOJEza+MDuTCKfInqDU8zGGXQOiyCiLP2lCG
RdRns/jTQDmOwxJVeZwtJiLdoCoDB7cX4MyU7WUdDmWLcizakFZWkdTh7KWqpQ45C8LvYI+wGqK6
GI0f+B3P38dqhcUbLOsVlXOABQsEgw+mhXJLF3OE6CkMmKKMeHPnsdYee7gpVidL1NgFf8Sopsc5
RC1G6augQ40cnLa54fmyVE3wfe5W9Qb7ST+UPrLloedGiBEncC81lkS4Wuaj9zq2HlxPuH8o+Jwt
+JHtpfMJuY7fbS0qiGtAl1Ukgo2doQtOIC/hoDp4CKMv37JivHcmOU4pHTh1+jitb+20FZ/h2INx
Cb9xIJnUhWx/jMJqn1dDiJ+uhHAgZ938LD2zB6xzUWwbtUkTNe0KzEfq5oXBCUQ7YSg7gdQkuqhW
znw36sH7UypFIbUJqpKpWawD2Jv8gJVaIEFyi5xvZoeV04hZ2Mliru6rlv2ITyNTlkewF/LdFtXz
iexieaHLfZuka7FZOfgzRxNOwm/bkLW/9Sx/aKj/qQf+tqf7/ELBn18xiO6eA0aG9aXyB3jhaxmi
4C5CxLiDN8Q9Q1HIJRgC235fXPui0/d214VJLf3Kh0NlTI97Se5RRFRD8VXmYQZlxBm791KWtJU7
tJ6YKV+NCHgOOFfMfXiGIRH84mPnz46dwS2a8s64d9Uo3gftl18dZBMDRR0p8gd8lxmP4KYwOQka
X31XBiDmVANGeShyEF2YhIJbu5IOR5pl33S5ciAPHgLLPjxWNBRDukOBXo8SUIMF9bdeYg/0rI+2
TWnumI15tbyd+5Jqj/veXLfWgxvaVDEmMEwbtjHMrbMxte4fZvPGk5nLCjxfIGP+53FzGTK3RQvS
JxAp9gvErhCn+Mn8EjtqtARQTr0UhQ4HtPH2AHQC3eiuNgR7Rrk27DCytbmNMwiiRzuzYdqMPlz+
seo5fDpOaOhGLr8mbutJ5m0HFdNC4WsJBvvLiPo3guoI5aqnjcmzlYK7GHPNs4MQQHjvTBcWSlXV
Pwf4NIlrVu5F9B67Ljlg4RYVwGHntjcCqlbIWl/rNtvjYdKubOMGucBvGovsoUN8nPjkth9ETjZz
hXsDRlwVU0B/B2iMVlEHCHKMlUupqJl70NG2OjahNZNVhS63TZFkyp9LS8+eME1AUrRlo38wu41U
gRCo+w8cZcvDVdz0PhYWMluZKfsFta7vqJhGoVhfR6x1mN7Z7QCVtEceEi5itn5Nf1+sadqL/QMM
RX6wgF14iLQieeTLaQVyzdBjtbupOTupn70haNEnSq7IZAJp8ccge4AmbiRiCXB5DcP1Oohyq6oI
SjQCBN4bVgN10yEpa6q8Dd+9IM+PKM2dVzLk62TVq/tReDbFZUPVJaKKXu7TMdcWTaMTQFrypuK5
GNf9EXIV5lm7lw+JmNobWR3haPnsQZHNIlJHeycNjZwSadiK4tnXWNSc7anZD7oH2pCMiz6K0EdR
UA7vQwdBGdvn+pe59zmnMQRqcF3vAeSfir0U0FURjA0Wj/ZQ6ZLdvclDi68CCJmYuV3aTbJ+SDrg
17uOYWDU7Z1+MZttOKvBKR8ZcH6ZmH4QgJibYZDmM4YbH51Vb16KXoMvVDY150g9TJZzEmFhDOk/
p/9SamjWqDFZWiXc9kQ523rddVGoOMgG7vAZhGW+ODl3aRSuLh2l/7fkLbwdNQ/taIz2oeFOGSJc
BwCX/34C8G9WRIcwF7ZB1Y3r1etzSi47vHVunnY5pBar4yfOurLw6zrkvkQ7b4qYIIPCmGIoWeJn
fbtXINijbnSF2A6Tt1fWg4dRW/0wbQGOQju2QBdXT6GHSmbmAtVZz5Og+OSAWqZtrU/2IHsS5urW
hZGxazpja1rm+qSKld//ZxdgFJN55wA3gZwGqe6xCxhuSfEoZdnAUBj4mwsGNZdBnE0LZDldOBng
iCwtXgx2LFyYruMlPd+td5zZdgY3mohN3TniBH0TKj1UBWOCf7aAp9Xn3a3pJWaYdQIxotdsTozw
F0w/Dv4uCEc2H/HeTHutLoADdnOFmhZW8aQhI8ZIY636kOOLE57It5uGo+ndqJALCxVL85bNa9tZ
F5CcZf1hNGU/xiC+eIWNEHu4q6Fo/g4HztNohcaBOcg8eX6sJwqpiJyQXcRtQV8Vl17JN7kJJdt7
ta1mddKS144Go26LxDC64Rv3kAec2a1unq5E0YNJZQMEFBvjZie2nDB/ncYho5iZpvysyrZEFeGN
Aol1WSPk6C1rIzyE9Ogu2newkmNhlsjQIziB1vTu0oEEKWUR+kHde5Ck8Bvgzqn8WX788x0OwO/j
QY55rU9zWws36vntLqZfDb+YTc72EQyIcbCwx/Fqla7U7CrBhMdBIQT8Fb2iCZJF5gaHitjRZBFI
15/pFzL/6K2lQJewNM2X7QFtsudvWxNb+wbQ6i6TeMvbwelfV4g52ZnOntvPGVamL/Ch6o/RDrnl
S5CXNmn8Orvj7FqsJygWGf7HXoE5B7CiHJkL1kj4Q7224WlcTfsvqvzgs+6zFNtT6FMlypobkdfI
8xdDce8tefuRl9bKESIf58VB42HT9gBFEBjd5C95xQAbkdkEUWn6Yw3hd5SD7Iiuy2F9mMT67W/F
3r89oq7/KPP+w57qP/76v9+6hv/+03bqfxhX/d8ZWh1/dzcDqPE/n+r2br7+m1fWv9/dzTfq/5eD
1c0+6n/9H5eo2xv5HwZWcfHj1383r7r99j/eVZb9r5B/oFu75IoGlkDf+I93lWn/ixPXokKwmSCJ
20P+bV3FY26h1jyMbHoTEyj84qCb36yr/H9h/YQqlJ+RQW2LwPt/sa7iof+hvry9rZvlpWOG/Bv8
p5sb4n7t9KZ31kbdGwpXqIxZC6ygUN0FWWGC9lgN1HCoiU39xk2OdJ16nsP4ZjGjQQbwSIFr/xaa
ueucPG9U3qFsKOMuu25XcWHW0r9YPlUotFw4KofK6fESkvvOLgnG0ZTqAF3QGt4LE24zEurS5GbP
oeHa8Cpy9oVokh4gYOzpsgPzZYw83rlLLSAuMXSHgeuJmcYXQYcVy76G46scmINF0LXXolTDsW2E
ZkbiiONY2jY8aMPCJyu3vUg77ZZ4NUwbs2Gg97gOtGqP+ByY2QJF3BL3eFrUNC9d2JxqOZneJz7I
xY98UtDX12mmnO5b64qp4piGML+64VH57o6pTvauMeNTVCGZD90KGr5rGt9sniKpfdCmF+SKlMfM
FToMYwYv8+w4D/MXvFzGYIBlZau1hrese3kvOh8LQSIEGvupHYqgeBHGpuHIVpnZql8r3exvpiic
hnEwA7Xja9XCXc6LcHJfYMQ57XeVD9122HY4KhDgll+mQEm/J+AAP4ve3/5McnPg+kpt+246KOk9
ORA3ThAImFx6dtaUh3F09QP+vXv15HoOUwLsdKynnjgf44SPggEHKW/N7T1AlPi7ssxaPcvMA6iA
DAbwl1p5rt76MszOg7H5idgC7yScuXxu96U+LRuaHnfatpWie1zTEiG+/bphAiUUAiOnWQ8lXSe1
h1QkfTux2QxN+PBf7J1Zd9zGlqX/S7/DC4gITK+ZyImjKCZlUS9YEmVjnmf8+v4guaqYSRazXW/d
q++D1/X1tZCYAifO2fvbbhW6LJc5W62GvXmOZob2XzpmfPOCkKyE60K6hBTgG4uCYj21ouLjDG+z
Rt7szqWLSlQHmzu3np37JdcXylW66kyV2psREaBz3QZsrDzkN+N0CIiqaTZlMVjadRdZUG1G33I+
Cb+FhDWPcRxeWfSOUNn4LQbmJuzaeuszGEn3iKGr/NAUg8mEnBIx0ubRK4qx2fWtq1uLktPuN3pp
lTdTliGjyDI2AMQIM6p06+yuY3SUg8CatVtIOTbd5FROj1M9xfWmMKd6P9JZfAjCcrqPqU+YgE6j
dgfkpXsYCqp3pD7wnnEKp8EXA53RXoSFybXCxxNuminTdqrvSohkmE0ppV1gJXgqq0NZCfUAgbf8
HjBzemYOq+q1Y2vYJBtmoRQS+rwQZfJAm1Zo4GR5MGWeIQZDIUuDQroAo6ImSbSbGDvOn5Zvhsdx
qtSdkyyjwh6+XNMeyJ5qsuqpxdUXjT9DZCw+5kkfcahNm6PChxNOw5r3smr7F1YFJbsNDrfKdldj
LEPZBB6WgY7nczXoyTKVcet8dIwdItZ2ZDdmDMH8TRhQXMQ1kRh6++g2MXDmlqIDd2MZaLGYN2xW
Z0TXiYtbsfi7rAeimzCQJL4NDYxSJRpu9DGPkUcB2GTQQLEJ2ou2OQAR6WbXvtMxXqCirMaMzzLy
UiZsObZOdGESm1CJHMNNMcJx8Vdzi5TND9DSGbdyaMxh+AKvBRHdWjn1AtEwyzDVd1gZNJHRNVUB
MsNe+JLNKVSNpyJgalKucmEN4XcqsCb/4rbM457nVBXJkRiSYdx2KP3rWzdpI7hmfjNHG+YctUGr
c+jy7lMdjoiw4jqmX9kmQ+bltTHYeC1N63tXmYvUL6nsfeZGatfKQLA30bNvITd3ZZLdtRq4+l5o
puUVTgnt0ZloENNVzWACZ3GytUbWhUlAischnlS3iOXrKyexnM9hXgU4SGZrU0cU73hLnE7buZ2e
79FqNM9SovVgzsWWnQ0hFtUBU0uEj8JhsJYbO+ZA7L8m074PUPQzGy/Qu4mCtHvZMnFFxKwO2D60
e+rWAWGbSPa+lVu7qQycg462PFhV02h+Y9Jnr9uB7VOG98lDuZft67AvblyWczRc1Twdk9pkZIrX
iVSt2JRMmpbQLyFGsRPMEmu078LdKlnHuwjlxJOZZJ9nHWtjEWTdVdnpf1tKM452SceWDemiq6pr
eXDDMv+STmzSrieu9Y5p6I/WSKr6WxiwEl/RX+qrn34qmwL/KPPrTRLb3HDLtpG6iz5kzlzwsX2O
MsspIi/PC0AIK5w//i2QRRX8TKIm/g5hWGhfrRG72U2dYxXaMp3TkOHwhfMYqbcIVQJh92uXyQdt
5qihr2ZjCoxqnYSoorPyOyuZF2NErugpgJTIpy1GGIYABqq02xQbVu7h0EStnU1074kjwufXMm8P
3Bg0o5tNn1pzVvNGouZwkcUnsXsg0SW1ks3MqHtLWAizLCOk7e321Q61pPPNxPfk4a1jZ63zdj5k
TWXjfk+sz20926huEpQiK6ny8UeqyeEmkkn5nQkB2xpaPwlSsGEqN7M5JY/jAlhed3h/vveWzr3f
58y2GgBAgA5fmtAMwzs/QXy+nTLcWTs/iqZrmVriJisRgKziIApXE0Oyv6dZBRPMo5wcOxbIDm7o
vy+w/8+q5/vyr/yxrf/6q4UH+39BCU2H6KMa+sv3vPvedq/L6F//xu86msCmP8SCK6EmBkSOd/c/
62jL+gPovQ2T2FKkYy0xMf8U0ho1NglgAH1Jq0M/bEv+rX8qaU3wB5oGO1OCFaUJPk78m1L6LLWC
+C9kRZaSDhRYB1rPeeIg2z07YQ9bP/bmaP3p+IpXQNMxASIO2LcO1O6Qou6mwad/iOouvuZVFN9t
AO5r/AvFRkPIf2vG9nwfKBcpUyDnezLU7F3jKKSL8dz+eHV1/9nIvUYLnXJtfv9gl8ulIyKQ0lJn
3FqQYlFphknz6E/+7KEknzc90nkaOo27NTDDeB8fTywkl/8ivfxzQC6Ni0MI7P1yB19DhWLqR2dO
9eaRbq3+RVXuvZXNUD0zVDDd6PxJAlJx1eYp9mA7ol3UQX7LVZ9uEOFBttd6QGJBQ6N58Nd0hzAl
DUGzqdu0Yq7ooPvHe7xFGW7vYmW6BxliQPr4FE4pRMsZCJ4km82SICEAbv/pGdC3tFTCCvEYA+SC
h8eXc2JpWLuySTdTaj/qcd0ctOZSZqbBXvDs0hHthcbBYnMvbOM8W14bY0YG+dg+Fv7UXU2aiHb4
1qLrjF7OlQt2Af8CvJsi8Ic9A0sQc7PTYIWv3fXHV+C9X8Lxha2bAo2yY5zdRHipsvTTqns0UVXs
EUTIGyec+5uoq9r9ZKrmU+dUxrZt9PqAX45wvyahm1qEl+j4vxLNTh8n4SiyWWECmhLw13LNXjGq
SjUmhp6X82OySOYmZvtrKv3hqeIJ2tlTOh7rEZ0PwnB4DVMOFMI0kk0Wmai3+so/dHrvPAzJkP4p
lBK3adP1X1CDpnc65LTdhcv29mWDr2Tx1JAtKc03N1Ail0/TNhGPTjVAGwmr8gX1RkCETsTYUCJC
lGNt7Tq0nY9xadVXVk+LnvZebmz1Ihm3sgATyz+Odjm9hnstQjfx8W88ZU4tDzfBLLyXrIi6blMT
nF5PDWyJCvJYPlIAyB3ICcp5gVYahYVYfXyos6Sd38fiPWJFZq1U+jnUPXXj0GXuKB77SiHUcbLF
BUFLeIi8Fok0nDZNy4593prMsQNd/yxMrK+Uf1MMCrCsF42HEYkG0Y7RjVs7qLDIaQBW/+xlJX9+
/GtPCVXLj11+ocnXBbiKaS3fkNcPWmPiNGhDQz4ylo929SISD1Vf7vR2qtZVH4vrKgVsEzG88Si9
jAv35Veq9MmD7nJ4XRjED8PH4vNyevyO6NEupYnziArJfE7h3/hXfRYAsy1ypT+2fjCxI8hHKB18
dhKKsBRWn2fHKYKkWG/Mb5TKEyrt0nAPSBvYdY3aCKGYPe6Lq4fgF8bGvE4yw4ayn0w9UkDLGRG9
6qH9AitH0dUOAyfYNJnT3XJ4iXHfHeIGuy7b3ZXbVUsPck4W//+InNxrOwGCpCnyjB6qP6pj71ag
aILAxM5Sp13ysyoM96ctAlgoPn1MdEVO0hxtM+RVcF1j/itBcbv4AS1RLfMKJ1oFqk303fTL7GmW
Zdpv3bZ0xYbiHWN2DziV9gdMlnUqsixaz6m0x40Bpqmm2U0X2sMaCcojmOv4WrcH2l26X+Pcz0hJ
TW7jIsaW2dmNTLzIjzLTI+UZDlVNS9btgsRTRi2NLSMc4bNlr2NceUCytUNpDvFh0Nu62FYiC+/L
BpkEg6rBpL3eDNBsP34cz3p2PI/uAn5n0QMRtywqZwtfkKtmiOPOfrSy0d1oMxCJrLOiba+V6lth
iuyTDvp9NRem+SiEDH9i7FMXHso36xnDLoJOlQS5qFg5zt4JoyjCLCxa+1ED1L4TM1EsyLjJr2I0
us9sMVw46TeLE8ej6BO0Sul7OvbZ4mSX8UzvJnQeNS0a9mmYQvwoAnuLCCi4sDi9c2qKwG8WaqKd
6ZScHYo1lkEu2szHusAIC4QJMbpmUKc0Ithm8Bu2H9/Pd06NzxiFI3URZaNcfs+r71hejh0DY1wj
yWwG67lSwMr05K9cT8W/v2lUu+wxuZRK55t5eiSszYbyM91/HEoDH8fg4vgttQWDAj57qP3xQp7y
e0+qqSs6FfiMdYsa/fSAWZnALHJzAlZSUeyTppabPkoTpMK8pbnFFy1q8QZW4BQ3EHLU3k3i8sKT
c5YS+et1MRc6KOhIUodt+6zO9V2jR2+qmY+od1n6Ko2IiUNSYVoFue07PrgH+FCMs9TcrHy5KL9b
HkJGhLktn2YYGTQgy9Q3L/2wN0UdDXeaQnAX+RCaQp49aFLCiYor3300ma3hX/QPpe/mB6OyjEfQ
I/Z10eMwdKXfe7qGAYzQ2OGut0LrwgP4tjCnniMmw+WxZzNEfPHpbWL1w28bOcROtZmGR6KJvpoF
/PkqlO1Ppq4umkmsxkAU4nT8zrxJZGu9g9XiwZbUDLQ5bvIlbAmfjaUZfIm1CHc1u2XfuE2aUn+S
ghP0otAGw8pWDTCZPmVc5jJVkkZoWdLY/PidevsO84yDuyZXG0wWo5LTM+rqsh3LpvMftRDLVGnh
DwdJZ2DvzCE80W66cAnfOx7Xjeec2Qyd87ONQUerQM9IhXh0RY0FAo9TlCSfYebc163TXXhw3rlf
dE0FqyHPjWU48uyJFsbQ0C11tMfcUeljIdvoXvi4owffAgsEC+QQok8CAChqL6zbARcU+wLZiZeG
lfkWKAiii8nvd6kw070bgy6CMNFAysTWgNB3apwDQ4t5k8LQv56sqPoqMVReOI33rhmPG8+9UryV
+vniQOmAJSAKKPOCfBVZ/rc+nn82vfiRqktA27drLFdMYkh3qOGooeTp8wBBU1Q0WLVHOQQ4ijL5
LRxKTGCmfP74wXu7P2KBdSFk8yjgcRXO2Us9dE1LOoKLaTms2m/VVMzfpTkRH1SocYAVUJk0xAgO
aSI22gRjrAKjtb4NRKWBwTFInru78IOWh+G0euQHUSQshQKbSHX2cqsc0X1W5sExtQBN2VoxfGon
GvZDbcd7WHQMjis9vWEUVm4c13dgrAblzcc/Qr39DUpCTqLkp3Zht3Z6+ckpj50mDcOjG6TDoQSk
u4Fecino9Z2jmJbpsqmgQ8TU9Oylz5u6YZY3RkegzSGQiMH0SGX5Hzy2CC5MNnLs5Fg0zx6lDBmC
K5jTH9sGek2uNY+A6Q9k7/QIyy/Fsom3d4+9J59Qul6GizhwOedXxQE6OAEsoIyPfLE96PN5cDOM
NGTXKHprY1eHJL2oFCW756d+Fj/Mgli+dV0a06ehGmp9M7vt9JSK0v3Ug1/5IfJSHTC+VXa1k5nV
SIrlHBOq2dr1/uObvry/pw8eHYulHbdEHVqOPCtTYZ2SKAP76NjoDRTRiE+v3TwVqbrWzfQFIE52
YdF/+5IvB1ym5iCiqTrOnnQzDhOYsDI+DmgoKSq0YOsT2LMp/d69sHa9dyh6jnLZvYplW396W9Ic
UbrsjOQ4lAgYcTFaCENrxEN4eC4Ube8dyjIsl0fAsixWltND1SK2TLPh40z9G3tzVQQ7q060QygY
mF64Y28rEsT4fDS5WazH8jwbbwyNOJGqLY5QJ7sHx6rFV7y19g8r10F9GpP8KfsO6HaOhHttZon9
Naw1kBRZkhjRygRo+dQXXHYydGz0qHVQvCTJrBLG+gvvvrRjCLzdZFbUgfPQ3vglxicMZgqvEkM0
wl+R3uANR8PJWCtt62dLK60fNbqiaTXIsScctm5nYuAMx0QkoxvDPSYW+xCHBFjcBFY/EhESpGDb
AgscG9o5S3p2OiNAHONwQEo5C/CvLvaoayYXjr3m4+k81MNCD2CylrfbOtZjXOJWWT1rmcIBTrZq
+E0vR9msAKrUWI5tAZKmHePhb4aKks8WvvNYo2O6QigAY0LryhR5IlzaO+wNTeIZVk1s0hz0PdwP
KwFNG+E/vJGMNcFftiMAN4PZJ7yNeJPa2L/SttS/fXxzf3Hwz95Hm2eW3ivhZ8LSlzbHq6VEyBSH
llGDLwoykmYMntVhXcR9DECHGQdcRH2Gv+IzlwegNzrJD9+qJ2NdpXW98NUGVgxZ2X/O1OxIyfJW
3wpnMTb3WAbhDRrykE9BiToW3pKu8uguqUMQE9YCGQb8hce3dWT/EFmx+0KqB61cnPRwckZlJ39V
pg6VscDN4ayHsDXGjT208ddobLVL2yDxzsrEdpJrgYOCFqa+vHKvrgQylLhVqFePKhHuC744PsN1
04FPMPoSXUBB3A6PUNgRIjHpZQn5RhvadiVp8rsgeLJim2GYhwjvEgoBC6XwXzQ7gZ9d1Hig8Tfr
z+2YgveFLk5GonBK8hhKavhl4ATsKtGQBTJ5Rk6wUhnkgXYZMiGlsKzDx3f97amaqHqQ+FgCxrs6
31yWXYGVpnPLoz5CATdczB/woF5aTZYbJs32tQ0C48Iy8nbFojUul46VQ6uTgcjp5RWmC5Ssb4qj
Qdfaq8r6F6zT3uj4th4/Pr23n3x2dUsXUUKk4Hhnz3TdG7osjLg6BkwfNxYpdxt3HP9JaERk9n7C
3/LhOH1zOMrSrjSWi8hxTk+IBrLZmmFVHUeVhF6jO/dhp1XAhMihC9vpc16xyTD75FLU7DtbV+ZS
kv2zkkuf+3w9xh1J3gfD3mND2fEd4LV+axd6eDvZiqd01oxPJdEpG1jdqZdYiXNHr9T9C8c7RFFk
vRc+6O/+HF4Z3P3LLO3NF73FK1kMiLWPY2mMOxVlR1HXIBXNbvgxlSHPuO5MD05h5FtQlnI3zlP/
kPmJfoVfPb9Q2L5z680FNcdQz2Qno86qPStWda5GvTkOVY9QoIKbpOfghT5+wN5ZK0wqSbJ+eZAJ
tz7fa1WBY3QDhpFjFMXGrR7000ubFBTN+D9bErIs8Cd88qqNXqjmKuO3LrBuN4zWlU5WxSrVUz5E
4OgL+qlaVzuHCmcrSCw/ml+6FNKoZ1pMr5HHVaHlzZNorkfkXTiifP7GE2FfJvs6q80XHz/DWrQa
mvx5QrBxoaZ5M1ChCcGjxsWUdLwdxzqrbDvD6VVATMvRZcK2wzLAVzNpZHUApLUliRiLHsraG+7I
00wE4xMpQOWuIOZ3FTIV22ZBjO0RqtAVGXH9tsCDeTUEfuElgz5e2FD8GjO9fiWX30ojy6Bdphu6
sM4KMHcyrKgtzfEY6Pb0Ja1g6JGuk6YrorRdKDGx5iUOyT8Io9cGz8pn1FbaoXHK4qqyA/deoI17
jpGUbz9+Xs7XvuV3Le8Gr6yQlqOf1aAlFt/GhAdxrPIwwN8W9dcdxN4VHITwf3AonkfHNaxfdejZ
7Qq0QVp5K6ZjF1XuutTNCqwdwYedxDf18Vmdf0WWs2LuIbGvsgTyDJ8ugHqrA+DMrAlVMEF0vR02
x2nAXxzEVX+bp4lza1gUNR8fdHmBz2+xIxk06ow8XNhlpwc13AqFnd1z0IpAh0DA6asV8EKyYCZP
r8JLLeY3yxtnyVNvs2tHlKvL812qMvCwNR1S7wwT+1ZSnIxrE+HHTdnX+MDxHOz0ZZgAiYV+SG88
AaDrnkqJDHHIg/rCI/7ONefW0uGnrcRlX7QTr4uUrnQ13i2lH2lXEvSJafxzQc9hNQyZAU5XjMQH
DtOFa/7eGoDCgluNIID/nL9XTq1kIkpnPpq+pl3Prol3SeGqKsaApC9hWhtZE/lRQvjc6nOiHxtG
bx69JOLShvZWY9xxbdZKf4Aa1B7wV83ANYbCqyzSgT5+Pt551RiMMYVAb2HSbzn79pNQy2iZKIRj
HUbZlxgGx1JdQQfrm/LCq7Y8amePIlUGtbPk0UBJIk7vRWGMLMAqNTDQd/OBKcV0SKdAbM0UV3Aw
9Tp7DBhvo5+0F+q35S6fHpnXDRH4Igdn9Hd+kkhJ4Nqk7ny0+km/amsxfcJn9v3jK/n29CxJujLd
X1sxUPrVxn9VD09jmrHFTfUjVM/M6/lbuIywQFxUhFvZlONVXeEPz4K233x85EXkfn5+v/bqS7Uo
TemcLWJTH1Roi6U4ljM5lK2jqc94ovBKhW4noAqpCETLPM/697wJqJzboiOiBvQEvhtfB53PDBNv
Ten0kpxDgqieBGqu/cjoHzZtMPMngXq5g7VUA43Kp/nvUZgZlAzNmQnUi7rHodCeSfhMPzk1ygWY
arig0F/a8m8Fb+jaRUsyA7glfA1VcIdvF3mzuPdxSX/rUKsfajBckOWZNn5pJ2SCeL3K8T51bcSD
EvVKdeGx/9U3OXkkHId5DFIUeg9MjH5d0ld3y0n7ZShnJU9xo1fXCSr1zouh29zYU5QGm9BNKyAd
DDAy6G0qeyAsKyaVzc9SYy2jZupg1GaoT1UlAw2FrQYXhFjC71rWxcv8VjgYdNII6WOe516c9yNh
FuGQFddaizpxQ7pjTOBkVvWfZ9u1yVIWrXk1YT8HJmBqbbSm9dPA6VBOf6fyKn7++Jn5tfCfXgAm
ZZKmMVp0Gorm8uF4dQEIvh6KQbbVky3D8Loss25vmHFBCkdg5WhK/QJ3ZhZ21R07nHgfDGS0rCo8
T9NaVYCfgVIqA27/FOK3lnPa74MxcTcpJk7ILybvvwePY7p1oMzjrCSTqvQcbQh/KEZU7capk3iL
bpXxrp/b9X0yGLQbM2tW7dbQDXVh374sY2dnSz+TgptjsvfQzzYfjDLKPgmc4gktaL1Fg82Sw50L
r3w8rzueEoijptPsdXBS7QpYSXVhCXrT0sa34iI048SJP3OQuJ1ebwV4pumcqH9ycbPtUZxCP7Pb
ZN/qrenNgdkdtCFpdoUj+C6nslgPhRU/oNuedh/feWNZDU6uBRlhv2dVqDEWJdbpL+n1MZKIXMen
KRtaMOCDg3iuDc0EJI4TwzYrzUUjL0rxdSbYtic8OQnuc1uIfgu5AyiG7O21TsDi75v0r1xR/4+K
NpcS4L83Pt2D9zpRbC7/99+KTdP9g205uwH6LDy6hsNz89v5tHw//8PqZP0hHbro9GOkpOfo8Hj/
I9A0rD94hxjZCoMd2KLs/Df6zF8qmf96dpa1gskcKydNApu38HxEF7V2FGexY3qG5rCxcRHbJFst
iPD0u+NkfOojLEmHvnf66lbLR1RJCaJEhC4F2AdPK2uJD2CU5d9MzCEzARLw7/De9Us6WGfz17DB
+v3LuLnK8Qe8OE07QHEL4D95RBTh8EQWnlQgG1zzUcv7/os+VQieo7KIJ2KiBPnyKD8HIFp6pT+0
TOm+5lgrQNWEDIrJV3D0kcScoJzQ05Xo2Q1azul1TNQMjKqmHp+zzCWpDhoofNTEtZnCRlVVG1sT
Dg3dt9Youq0oYvPKBETk77KKMccarM88X9WyBvStpoYV3i0Bm69mfK/Jlu9cJIliwR48tgmCCPy7
Mf99jGmeRvCVYCxQAuKpabp5z4eFHCGFMUO7IrxPJGz+sPH0BBUU6wJMl78y7Prq1RP36fc9fC1k
PSvcubUWJRLtcZccU1x2vwRUrz4IqW+kehdbyht8DMt7WtQYW3y8nMOewFnrAZWiu6DBMw8JiX2n
N3prrS3oCJDLcCbt+YPzTx//ptPNi03Vzp7F4eNs84UmnmYpXl/9JMYANFkhN2EqSOSdoZFZVlQD
QcjhCM6l8p0LFeo7x2PuQfnmsuJTgJ6tjACs+lTMFccbG3SCbR09+07RellbNC+GiOsLS/Fp8b2c
Hy8Re89FzsvhzvdKHV1tB0GB46UBp5aQ0nKligGsU0TC78eX8rQE/udQLCPMLlEo0IQ7vZRN4TaU
rDRXAdw5m1wbi5dooFy8UFe9OQzLj4taQNeX1haOq9PDRENbxHMA4DYgaxE241yBt5jtC0dBX8Wf
82odUig9TGQRTKPpXHI+Z6eTDCPuRKAcpNT5Dfk71gh80zOCgcyVnmlE9dQtZLfnFMeItuPbFf2N
KlOUGz+uCqB+OVAFRSS2ouG40sNkHO/HAURctGoH5T/HtHAQ2gk0owu4qxSgY9jJ+mQk6PCyma9o
fzHxr7JbN5BaD7J0tpZskXbazJgNHS9hkawDhNemIDStbjJjjQamk+vBGebsGQlRpQ3r0J2nbOsk
GDyAhRIoBNJdk+njIDXWiLavyTOPl7HjLmoaXz3kWkXifDbAClniCUOZebPZB/W15XeSXripdVoq
Vk3PAmyu/YxOVUECYGhOV4mvjeY6SIiW3Ws5zINtTge+WBu51Wd3BjRJw8N+F+fQj9kQ+tekV0AO
8TOQ5JtAB/aGAT/C2r6y+mHyb7JetwDcVf2c3vkDhrsnLN09PC0yEM0fdQL/alOJpqx2odM0ORDx
3P+awRgj3n0uou7rSJ32wqgkfTATIFPzqqmMqP0054kWf8ncMK4f5FR1/ZECpoz3WKWK6JbtKpOF
JiXRjJ1LOSCqoGoXKApVg6Z7D6imr2ASjXGC33tS8edKtFVJyCzb2zvMtJq4nuOxm6Dd+Dk/hdhq
977vLIBmFbaDcMsRCVBIxgUNCnLH/DElaXo7aAH4K5qI8KtrLW7Kn0RjJzGQnDZwur1JQopcIY1p
yLtzshp+ptaxeXlKeOMwrUedk26LaHYJiamJd3vC0liox342wvFLGkdBvmkCB7bLkKWkOBqONvX3
aTXjBmQuVKX+V9Xb0rqivwG+x9ICI//GvcDfBLlzsI3Ag3bSi+8i6GyNdEoD29xL4KAQGNZB0AxY
YB03wr8VyJ7NioxAutk9H9AWZy4SFyrPwEsiWJHXqfQdQurrDiYUFls3vardCvtESJ9sV6qCnCWk
dpCHWm6us2v6ztFXpHBIewMmYJma53MIWbeeO7EvqfqfJ8Ez6c1dgnwDGVQ+QiUpMJbCICAMMEo6
uiMxHiNo9ajn2isHVHyAaMac3Y0ignAgU8bBEDv5wQ22ydTZjJLI5BUozdZlGNYAbDUHVR/m2C4V
Up2xcT3NXwyWnWYINhUCKP9uzCe4GZELmYGEergEK6uUenAjVTUSpeIY/bQPRWnC44wETdqkcr9F
hU2uTVjXduBpRB2W26qKbOtA/EDYAq7oLJryTO+tVWvDjFvR/M5htPVucN+3XW0ew5CB0b6QqOTh
nOr5XdObdsl6VBaJx2whOKqe810HFbjkncN3JqPT2sWQl28nhYNYI4/PlaRz5BBWEPlhCrQ5Toct
kn7NnN+NzITRvIx1JNz9yHeDFYhoglrtgq63yLe+quA7iqxj1pimwTZ14Ft4mj2XmdpFQ+4bwYU2
51lX2UajghIJjbWJxlaRkn6202EJgQOTQNUNx7hbdOlW4qs7rHpVsulK2y2/LGaV+SCsvIx2Osmn
31peE/cmR/7R3gDAhP9b4XvHcdBak3sXxpXbP338PTz79KI3IFIFh/IyyUXFeT5em3qzDhwZgXsJ
Oo4wYuV0RxJg5VAPF3qQZ1s/+9ex0M/xveJDvyg4Tz+KVJMlC4PNaKXu861MZxA9zjB4ShTmF2RO
0ecSOwj/mwjufEfTNwUyRhLxwvLCJvSsvll+CG3+ZRMBjIVW0dlM0a30RrZ2HnlCTba151MTkOUT
j7RbyMV0bxzkm9aFx+GsIuBpoAyg82ZSyjH3eyMaI4FKaUoNnlHRaG1zVtd0LJLNx7fz7VEoEiXd
dUoqdrW40E4qxX7kVpa9MXnF0KsNyIN4hx53vlB3vHMURFFcOWoOatLzOTBRW7qOKXeCeNjqD3Wj
xGHQGvvl43NZqszXtQ1SPoOIM7U0CpAZnD+ashHDiKkT1n2Ffd50K7U2SyDAbuHyhXACons0Ff2+
Tf9/7/2/FL2g/37rvYacUkP8er39Xv6Nf/yS1h+8LIig6BvbDG8s7tXv3bfzh0KPBUKEqTJ9Qjbe
/7kbX+ySuAGFy/zDpvsv+OP+YzfOZnxZBfBCEK9Jkaz+zW78bA2TiM+RATLZXnpLoE+Wf/5qe1Qk
IDZlSYaK3uXs0Zr5upJDv4m1ebqwezhbOP45EgfiatC6V2cboxYBmuPn5DTnDmjzEPklIeM6G9vM
1n9Yri6SC2/aaTPd/nVAfKDMyXGesvM7+4bMnT+Eyo29MEwwC7UjrpS4Hae/JwcoSdpEWN3x8KvQ
G2tX+/LqAXhnJ/zeZaVvscgskaHS8ji9rBAkoyIkPSzXIz31mlLV004ZTZvDrUtICPz3R2M15gFi
1omn7WzlGkO/zQk88kqDwJI/Nb9meQ4GB+bJUHZVf2FH/d51RW7HqaG8NPnwnZ5bZEzhUJCnhGw1
2ykBIq5Ff6aS2Dz48FHWThnLT4ngLx+f5dmattxPhHeIP1DGGYgfzr48vWUmZQLms7eoN+aqWpsJ
3YPYki+AMhoi6y4aUN45U/Q6fO0snI2C3sbpmYrcaWqnzjxD5vAaI8N29wCiytuElAgvNRPjBqXW
7Ilg6G4/Ptffpt9XK7hkoEZ1YZPnyF8xwZw9QRRH6JQTsUXqQV7BBA2DeBOSIUCisJz8BOrp34YF
oZl72xdmtaX1TWqm3+lHbdQD6nS7qeoVbrzpMy5VkjBB5Mq/jHbun8xYtkxqopp9QjuRQwlLriNJ
soHotU6MLv8x1LR/SZQktI75RU2gq2iM7EnBjQTSlg9AhptmDIqN6VQkTmJE621MXaQvqCHuP4dt
0Y6YXuP8oeOx0FfE05v+BqxeeaUR/ie9JKZXtNIjWw5soGdz2ox1QwrWnNgdxPioKJt1X2FuunYC
wADxdqynNtsy3zDDyLMzN0EPV0Aj7HdTqazcYx9LfUwzjL14DHmDCIh+yH62aT1+jQn6sXaRESWf
QR801gNQSnNLuV/lXhlaCQX/MC/IIjKMPZR1xDF3vs2mO5wi0ttKptG8yfCGcKVWjBy01J6/9YXJ
BN5mMMQkOC7lc9E3cbENfQ3gPLHhybcAvGDEpJwHzHOr3HjC7KPynds0FqBYzWJwGzspCsxG9Ivf
SA/aO3MaiQUnXVEdSO1q/wqbnn5A67jxT+RV5IiDaInnDV9/68oyCR7cx4Xq1RcJADRedRCJ8wMA
HmJCoNo30zPDmImERUpVzCESwLbB4K6xszszCRqC98D3wpuPxyYPvyRZA3ppxffCJ/amLYPygSGG
rl1PuE3MkfyCJoZQmPQqqb4SeQyjgY4/vIa+EBrmQy3vqmS4wxytqvsEKAYSS1WoeBu2eH2x+Djw
IIxitAbWwl/0iUlvneSzbkZReJXpw6RuidYt2MZLZwkUisxEs9Wq0uMsuDHgP2hfw4zrkSP0Q2zK
aPI3bcOZDHN6FkGUTqSoEMh9M1SyGXbtL2pHVUQ4fRc6lh6gLrTaHjOmU3Nf7jBhRcEL3ofCeCRa
z5db4MeRIqUBb5LpYS0fB+YXkBNXpauT1CiYqPvPvF/EbyadLphx2YSyr9h02X9jDRVkYbTQFdeT
MQ+8ji5A9rVOrla/RgbbHzO7gkVCYE1D9zkK2pC0KzV9DUH9HqdxZHzZkDxA8mA5E54a+Ri2Aqr8
r6WMqs8dQPlybcxNaKxIFimblZMm/m1q19azxL65y2aDAQyIralcTRr9Jxz9rrrTywb8KWNxZLFq
rgkQy6zCCm/oFhS8ffFkPIaWMT9lMp1eNGM0vrt1kj6zsR1eKuGSfgV6dWg3BY2WT0Ee6j/qxnF/
Aq0G8iF8s1/raY1+Z3SqnjCkbvJJCMgs7cGq/jd7Z7IcN3Ju4XfxHh2Yh8XdAFVFFskixUmktEFI
ooQhMSUS89PfD+W2LZZoMbrXjnC0FaEBBJDI4f/P+U4KIaf2HOtb4iHWQcBb2fcEhzeSelnA8ywJ
8HnIjK5H0SsXywzp5ooflpk6DeRc3/nidQURlomzMpztAbPSZ5nh4rAwjMSuXu0HqKqf0IVhAMBw
Zr/ME1jpkKiWJd2KOs425LQRTCvge35aAlmnEVnfaRCWDhke0TLpzUf0OkTguR3/F6YERVSbMWvK
jyKpMwU3qEBOM0iTuOu0cisf5+zSAcKxYTaCw2liEEMA3/MoKBHSb8nRqC/GoOp4OYaRPWhORXBH
bKdLH7XZ4Dw3Pl75ELoiqSFtrMVrzSrw7rosweab+pLgL2nb5WdF6kOw1VFzlzubgGp6EV4KGdax
8DKFoOHpAsckkpQHjJdxCYc77eOwJWfhECsEQiHF1eROiV5wsue29r7XNOlNRqd93CKrSSke8PeK
IKRSMc8fGvLNs71lEP50MQGCXADWTt5aS4bDjd5kDFySG/w63tQDJRkqWCatDVMW2cHqSHB/CMYA
bCL+7aJkdq+s4b7MSPgiK8JtYaprNP3CckTJRqzP2BLjJN2p2GapQyN3LDR6NPRVoHR/Dxp0RY9J
AzvxKtVnQVQaEbzFmefVTn/Z5cVCQFMzFemLYauhvWqlP5eEEPv2vDekbIDaWPMoP4ima+xL5lwv
40OsG591ul/pcUJTzbdgbsSVxrymEfc3ZmMbBgCsq8vZpqhx4L6W5Zle60RhKsHWzXJiO1l3RwJC
b94MgPfV1s+UsYJAvXa4dJWpzxcpuu1iJ7Ug61VEHVkmCPbNwUAK4NuqCRWK+3E/jINVQwBVZbYh
3TW7r319seCjDkRZU4J7TPpM/UibNL0bxyy7xBBCAauvNe1FyV6dGz7WbgwOdZqf5VNqA3qf3fXL
AxdQhEObEJBhulxqJ2g3kSnlU92tfafEwU+91iYlXTiE6sQS5FlHj77dGJntfRt82RDfngTqjCqq
Rg5E6XSf8E3bHzNSldNIG1v/G0G+NfNPpuTXERKrtYXQJRFPJ0ZCMI9OJWo3TlX80SXhAdYxIAy/
3415PD1z9J4QJsDxuyR+yF/f97gU+0ZPG3Uzk5txweqfEZodU6ybNm7e9ldBX6vlMOaVYdxbBIp8
VMm0agMaz1+2KiXFIgJaN5hbShCwi0cnG2u4L4g29gtlf3oI2SSGELm9V14MiHXLAwg2KIC9dLry
KWsRpjwzefeCFbmGtGaQ1kGyzhR4LwmH62e5dMEXImu164ScXN5k5xrXFiXEZ5CLLpnqsFvqaCHo
zd2mDvZGwhzqsSOTYSLTYxEUhDcVoPcsqlmYgEtoHTGsgmpHc24zy6On4/MZ4bXN62PVfPSTypUm
WVP1kHymozUfMk5jvNiBzU9oOan22Wxc86AKIyckx0npQXQ1qlaiQt3lxV5KdVUTyW4eZAUlLRKA
2wg4drqpJIoHGu3TqPXkBeHysNyvkz8jJ4WDGBfnoHxd7azrlyUINVfJ7gK3yyQuJs1n4mSDIeNd
KmaV7DRocDC56S46lxKzV/2Q0cjsr1oxwWrXM2w48IUhEljbsk9AjuUpWwkSzxI+jI5kcH7bHLH5
U9GBSW8zV8UUILs8iCxhqwICLnlD2xHUdspGTSUXGLNIT+wAdX31jIXopsQzZzakqEPQNvvtto1Z
itjplATDGuM8U7PtBNNwPmWZ0YZTb83apuni3n2h5G9ICvS13RKH6FlJ/CO31tx6kNZ8k3qWZvlT
GVgNUUwEJqX+twCrBMFoDLGPFOHqrxr5xdyOOQ8tNDWvFtFqE/1SJ4Q/X1SKDveadmb+QMFF4Nho
TJ+UrCCRpYAExruszNp6Q0IS+mEF1nnTdWPn7CbAemeL57saYSIqva4ykX/G+1Y9oQlp6fFC2nM3
fTawavtDkn2eh8mEiW8XKTkFutVcQ27zf7hLXdxiBm4E1Z62JQtuzu2oRvtL/KXd2eXVYubzTYo6
j640pnqAvLMAqyCaic9dAbkITWOQM+HUMwkgaCsr+k+UkLQ1itX8smT58lRQp6vIi/GyF6wn1MuM
StLhKnVnPCDQVx5XlP6XPg3kfUCjygl59fo5je+cfKMiJiaqrIAtQrJGHKwT4kBdPRm7SMWG9jUd
HbkfmiqYomnUAXJqnO8TkqcE5H7VBx/s0XQ0O7LKeZDaGWt5urdohKoNtEt0LzoZKVCPkd4jkM5G
uQ3YMXpbl8MFiH1Xgp3G51d+iPVVXoAH1HquCRx4amZZPdlFLNbwBcTzbESTQ9zm7afZgwa9o+sh
rhyrKx7cQFKCNezRmaMcxFvOmhSYrKa0eT4zXeHqCKwhfR5jo6QvF7TeRaaBpAuVGbtPRt6rWzUu
y0OXCBZJXLmotYIEZAd05Nm8dMrKSXdNa3QiTPPUesCQjhOmsTluXdK6tr2NK2OiSFQW9EEoVzbE
WcxCfls0MbFFts3KWFK2JiDeMrsgrJKiJbSardNDN/YcAwI21Nc65GJCz2qXQ1xlFd0Vtouq5sPO
pz8Frf8rDv7DWG0o/706uG+/yJ8rg8c//s/SoO3/gWWRgg1KGI6BSIz/VRq0/D88FPVUAKgXUjrk
9P+nTsfy0Ono+Kf/9Zv/qQyawR+6g2zUp7Rsgx70/ppO59ho/6kEgQh7lXMcC+IBJeTTspLX9XQ4
IdhuZKplS9Qy0Z8nFdGP0VJ11Boylow6plOWeCsro5naMT13liQnuTwYB3iuE+fDW8+QIIt1RAzd
BgVP27BnwotOrE/drNlsCqt12el8XtAMAWaTX043LZBZ6l6Qil16F+6irNTFAkH/53NPtvB8F9cN
0YeA7eku5vR77Y9gchX7n8pPiKzp3NLwz1K68Z/0CeMLs1Gv451otXXOwZFIImrS2+O2DcxRbpK2
QNQO3EenViFUjgRV8Vm2meRUHcCuJLCcHfL8mJb8oTAG0eaGelAib2zZ2CZ86yOLCJO13FIB7usz
ziqda0fDIBpgcr1ni1vZNZP9aMZ2X25nKbvOBbSU1RqaZdMexwsnidM5LBtKYFFOJ5/zfD8PaGl6
L/HOgnk2HjKrIHZpSI/9FyH6a22pKrmNEQYS+zTNHBrJ8JtvVIHVGIWBG9L+z7/4zTTcGBRL6Dqg
gkFQ1bUYXWDH1i92PGqXhbJzQsoW+AyRYQ2Og0hHN7ONrGqMY0j1hyZqncxId0q6jsPDyPKmCY2l
tgH+pPaibUdu9BGCdbGEJubLw4CUWe1FLkS3bfDbJD+Kkun3AT+lT5ZNR3WSEPmCuEVJVhEqIUKr
emo+HpBawtGGA41mW+wIO2khviSC4ZQka89SBCWXtqsEWi75dfq6ZVVNvne6KnlsE6iTUYPIrdwm
Fugj8rMH9FEw/eK71Ov0PpKssMOWlF3/JRY0atbcugqkLPSG9ErOZnWX5t1SRJ604u9sj+aP5C20
3Vb2WrecY1mENdWWk0FwKltGwFcOUZ38rv8pAW5/bhWtXjIV49m9CDRvgmjP0Z/SAcBUchaHiQJS
JcDvRaXVjrvMnVKMt95EsJk/aRJoatzAI+6NpWCIySFodyM5YHfz6HoHa2oaQj5qs5wjDrrgS+Fw
kdNERY6SHMyj4qZIwZgSHinlp76FErUxqpkAAccWGMSg5cnubPI6f1k3Yzq80TE2vcOM2pW+F1vf
ck8AWfOFTQ1nWjKNuh9+hhp54zjoGXDtqvjJ7WZUdj4KvEc2NGzoYqcxtKgYuvE6z9sgDhujYOuk
iIY/2EbiO7dZGwvOD3jkzZAQyxkpDH4ui7Ai9iaECA3+F7jlfUquzTR6YT3U2fq5u+pe14o2J1Wj
tYnN7Rhku8HsFtZcUKzNAcocqZTrQR+ecoPYjHJwbT+CH4RIZpGokUQK7UGLHsUqCedTpMRv+nGe
vsUEpic0+h2ysOVEdGiV9d1XAf3hhUWWE5SuD+NBMhQ6nq5gv0rYt0EI7bCYTyJ3YzNMhDmnkfKa
+RMaEiKgEaG7DOrUdT8UOqe5zejGHmmhC5HQoU6oDznxRT72EeXC3thX3Bmm3DY3OPaVqcx2hTaS
A5rn/ARI/htCi0h7W66zfiSJIqOqaYH6FoQCW2wVqo1jphqRPLbbludlnUx2SBy7/w1xdFdGkqN8
FWXxUFCbkMmYbKipUr6bkwD9xWAKcQ3l0eO9WSa+UDYn5S5JXfMrqGFKcNBerWcPEzV6QmQYl/Po
IHdeKqnuSOJA8DEw6RAVlc9lvcF4U5IESSHd3Faxb9wVZgZmBlb9HciBYSJ/nBM2h1XBdgbTVgzz
2DaW857s0gBjbyFB3uoYlyOSfdCFFHYZPztmUscIOJWyQlNY6MRtq2bjVnQ2Y84acd6b/mJFMiNg
18zTm4qVKmN/5xoxhxOauY/NTMC7x342Zct7bWXecMXrSrYznVfhJONN6uWbRDRFiE1c3E2ufVnk
ktKBX90R3JTdzKVH4Ve7JIbpHrL4uiKYl93cfIB+TUNAsQV1/eGDNTvbSieaVKAICMekAYnP/A9/
K7Ua0gVdYzM2Ut7GTn1ht/oeORuVKc7/SWipj6xx7OyK+M6r/PxRzOPHJpmIGeWHcPWUFJm+f0n0
6cwozY86Kekx/J5QsRvE00fIYRyficD5Oi7jg9dpbtQOM28kNpvzwV34ZCGqLTIn4VJpZ9mSf60x
LFAB7iNOgRfIq+zvaH12VNHTA3RP7QJ7fbdsiHrOn1GwTQRgDXPUDSrZA7d+kPwLhogxgCyzvyZy
5TrgtrlivIdx38vztLWuCTTlLGu5UQn2nWWPWa4mG7BMiG7jsMY2unTRn3Lq2NqUvjexOfm3QeWa
58siXNaVVIsmR//ieQuJ1Ryv0NzWckeB9zIeIZMOwOysgROmmm+KrLyF53ilDXMHBLt1xAuqmYPQ
yvxyScrp1iPmPnQliUT8Qx9GbbrO+6x/KIfa3ZDpQ3rYnD+ObVYdeO2r/qZ2r2KhzChlLjrzK1Lu
NelXN0K3b9MqyM4GeirOWSA4L0JaOwe78EjWZrGBTD7fEKiWUf/qL007fmjNMjiXhOfEQWzfI6kj
CyktjVujX731jnU7tcRVlf5YfXbMlmuX0v8Qaywni6vPZA6wVKN3u6b+3xaRCDJLbZyq6u6Hsal+
UBqor2xMvmdiSIkU6HX30CHKvNFb9WLmibWXWrWp54p5Z9ZEWfDpqYBCuPyuauNGmbmZbyuKjef6
nNT3wLkLRGs6sAZV0XGCO/8h50SS8FEVw3VNxgvdEk7xDbC/JPSzkRJbIEjCTeF7pk9602m3Bk3s
iIZ3u82y5inuhyEsxuQbxM3PukXLN3TpKN5riV4/4EOzdhRRrBdCHh5zqE2PRamhpNRt9i8LTakZ
JMFoZ8PWKMczC3BhJMHNnSeN9blgK8GZ3n4hLgMELUAsNrJbTpDaPbRFVr2hcDfOjGrcyOMrMpzE
fupmfn6ki5yProQcnetiqYAiWtOBOh5fM4dzcKXCgiFjB3tNwI9AWHxbV9WynzXaq4Xy8pCs3h0C
kuJD7ybmi2MVd4TSPQPN/5GRfHOrgbp+MB1O7kknjbjfp4Qjm1HmSMI6XNRK5hlhfara57Xu9PWW
CdU0JJ9zFX+N9bnRPwAPGshMMhARJpHficn5IZN6mUpmQUoASKslyreyt5W6I2BqlY+VLSXFyKaN
UPyIJd0+YpTjlpK9x1ZhaTaEUOZVdS1bPw3KXTF6g8fySh20pujXdmtsL0lJU7lhTwDv7NpZtN6i
0yOzsiS0mLyeJATlaCDm9v2xFLecSDt5T3axNn1yyjIBIzSW7KOsC3dehiw/W5mEhv3Qlqjnmg/k
LREmekVFXa+qD+imC199GERAFOkXctoSWW5UPMQ/iMryqG7XoNWzrWqId7QToBiroH+JzIlIwQ3O
aHfCWdu4dwSusl3W6VXs3IYuiQrdAU81pI9csx7zym+eUVg0+raCBK8/NVlqa9X2eJT736n2H2ig
fneqvc6S72325dXBdv0bf2pe7D84f6IpgRIJT5Hd4r8Otia/AScNmwmylgA3Ez31P0+2aF7wjyL2
A8pLe59h8G/Ni/0HnGPk9JyT8T55On/rXwlAf4ox/pmM9DZFAusLjfufTrZHaQiK79WvatAXOkX5
eIUy7Zx+SUG6TTOdzfpEihNBqHqwh4s9+2THrAEn00ByxqHvvK4jy6Bo1Z4J0ScntSG/IJpMt33w
erjBmwZh6ngTkDDIYuFk0oSR2kvdv2g6o8qDcDU6E5BFrismF0NR96Wnhi51R05xm597qIwd9k9A
DA42pFI9YkLWanYbeu/QXNRmI6xdYomiYcqZgybNoNzrIqIko6WoRbfqra2DvdaGFzahBHL1IxO5
s1aPbRUkn8n8BYJisd8ewD2WDf8egFzCUkcBDkr4iUc5+liatomeWKI8NnPCZ8c8aMnpW0vZaQ4G
JuyyVFo7a6CBuHWPpW864pTB7bUiHnjCvLYJ2zOIwCqSm3atnadrFb1OOv+liSmDRWqGTkTUvKJR
P/e94T5jThnLp8SQnRPm9jiVHEfguVwQGlcMYVUT2b3pjyV9u+Asc28dS/1Ls4zmFiVGoGiXru0A
fUhjknic3v9Y18oy7h1Y1wsk97WPcGwpWJ1W0F/IMMhcFDKW6gZJvF7szWM7gqK6uMR0T5OiVuP0
XB1bFzLwU6aWYe1p0HEZaG8EWloSyMNOJ0xcCo1buXZD2mNjBOeH9y09tkt0c7Y/jmsPRT+2UzgU
dWc4W2myEDdBJ+XYeslpPqmz9tiS0Y/tmerYqvHXrk1+bOAY7trMaQmTIXH+2OTRjw2fqi8t0mSO
jSBHuTSF2rU/RH1de0mHVfU8rf0jI1bpHW5Q9cOw7Uc6jQ01RYXIk620z1G6yP3svieaJmOQC7kr
CmOi4rq0LQXjxbSe1jhHA/e5XuKOmh2HTjSs5XDIe2qyWbo25FhuyemNzVGZ8JjK6XnisEK4oOyr
b4AyMoJqrM4o0bc7y60sXIefjf4oig6LkhD6k4GdHiLQ9ntqlvE3LEPVjWfZJFofW2oqqSdaYJ6s
ho07xI7gv9n4GT8bHXedRnx7Futx3wBTDFCoEOq2fLE1p7nBodsTLyJbzAFiqKlA6W3sBBi5JIec
FHpcfWFSDFGYhRGm0GlWKFJ00pF1AslJ/yZdMom/lSN6trOmrM3qcg1Zp7/el426r5JVP7ZmuWfh
0JniA2mi5l289hYNbeliDphCf5FwURZ2r3QX8FXk/nPuJO5t53bBc+152CGGY5OyLqyu3qekq9zI
otZRFRQUi/jkPI6JuAyS76aaEWg4dDwBDRerZkUdm5+OVY9sxaepeBxTwqaYymg4P+Z1kXzqjw3T
AIeADeAKDurGnUemvikr2KQXoJ2LMLWwMIQc1eUh8PPyUTe52jb28vnjMo9WejOUqsWi5bq9uGsn
u403lq65YhP7C1HXZkosKdgjQlmSdu3qEqlNhxcWNfHUllZQAK+PXeDq2BEOYpDZyCeg94VawFJO
molRlptmyFOdkOUk7cOkFuvdBSQ9bjQblgn3O2QH4nfoOtfYHAXFJ7+JN35L12s3e9rwSaMR86m0
pdmDZtDweGhke2JRx6q65mnhQOa/SceJxlPuTaGq8avyu/aymRLaawmEhS4UczM1G4Ws8I4BS87L
fOyRJ7adjttslm6xyRxaPZuGD46Om7V0Ix0YElijGXjnuPWObfY41dN9e2y+L2sfPsO1T08wXvod
/EvmZGnzCvy50OjlJ1KVhxiDfH0Jcp1GiCTKoN9CPKPrD4o4x94Tl/gU3LjEs3HUCMB8RS/QrdIB
dVQROA04WiokrHcM6yn7lGU69bRWVbq/CVYpAiVj2mHLKlCIj1oFvMzUeBJ71TAwm1L6ZM3oV0Q3
lWH8GGWHgOSofyiOWog6N8uP2VEhQSENtYQ8Kif0VURhEv2oRe1RWzGwy0uJoUJyQW4V6otiFWK0
R02GNJqU890q1ZgI25Yha33+yf+nmMMGDEryUsxu0SQemGykl7Erq2sakoQcmcbi7R0lyoFQGFP8
IMG9uAbL4DyaVKc/Fb3Zfks1pugIo6j7AoGKUulc6/rHqc4xR1qwh3/YiZNCQ/Lqy8JYls+YWPpD
EK/dwDQmnwzhT05rTiJrEFEGGf1u7hbjCaUVaT4l58cgHPnb9H6tsQ4RSC53gviwH0LrBpw1TAOo
POzubCxyBB/p4AU3tJmyGY40HV9686ZMKeqlK7UuHYw9hWHGTE99iamRjybjDM1WPqyywX0Qiaaj
x2tj3BpFbHcSIUjS9GS4tmMZDo7QD2kh029q0oRPPFJjIfIuitm/JbHEKGgNwc28Vh2ntUhDRjQL
0HsVxtTQFkNmfRGB3lEwnpbO6C9Hk7Pyh2UpnYn2nzv2/lUCr1lcuYk2YFJiAo2rB6yandiMfm5X
G094U3zeC63V0RgksNs5JTmFftvOkkqOZ7coQWCGBBVELKs5EFbtF5cVMsUW20tufPP8ZCT/bp4T
eVUXMT4VZmAqVFPB0XMzjyJGJ+haMyHaAAK+JoWWj5GFBghSveHacbeBS4NUbZk6Pd6jrejTJ3fp
NHtLSm4FFnQeKg5tVChyznxjQvnGZZY3opIumHUdQOzhtS9qiD/3tq2srU4imH1e9zU1gJCzFIHb
TFwF2r1d6ziD/l2CZ0b7g1oT+r2bY0DZ4ICyuzF0fCALV0HWxST4YQIR14oJot11oKXbQ4aYqD3E
+pq1lAbCWJxtiSwCfsaiQxffgcDtvctE5ECYMd7UyZVJGHXytW61NtikHTYWXp1TdvSA6VVuTbQ+
4/kU97Y10TanUP7ST11fXFAmn8UHAAJAFFu209gWaePrF3FDn5SSFGP3vJBIb3YSZkwRMUzp5lgL
DfGPSidk4iyRnJ9DBrIzPfoDh6iwcpwxQ9dmSul9oitqPE/4AM0zasuc2Hqc5xidcnfGBSNmcBQk
7NIMXRjMGwo16MJWWVh3TrVTzHueuSAiRB8yAg7aXHY3ORNPcZnmZv9dYxt9QIbnfaYRpJOF7c8i
2xmtUuaZ5Q/BvB2rrDKjhYLBEtWOm0A9WFD+8NCG+rrxlWZt594gP5aOJvIhjRujkK9Zxhz6bLWn
sG08+ZU5Iet3zgCEillFz/BOoXn3bzqv5zM3fMgJq56kkOzW+gRsZWzKfktLTv8hLV2wgw8yKiQk
cSHedHusUeQ/pPBtgQdNgK/moSvO2CAQBiOdie8tDhxmvYZ189EmMZhf4hh7qG1207seBaETtSMq
B6jPxuRuG/zxdw1QjB/kySEzKAaXRPFgsufLronpgCi21LTSYIoAM24VkZp0ZcYAUSB6yAuDuGMm
fk9PnxABeE1EoULoUUcmWhlVTi/Yqkihpx+svk36Pf08inzDNPf1pT0WMg/nNCYldxm1vDoPxrrx
kM/lix0OfS+qg5xaF/RK4UvzUgT1DOsBEFG6HXpvAPxRG6O20XTeQughrXW2dr34FDH5x4qN3qMI
jOjoCHQZsMZ7RFKKBMoRIiiKNRWM3wakLkaIxrH+TpMJgpiMAZd8bYrGntuNTJBqbmeVkfq5WiXr
JZK1N/g93ZAOGCudg66f0N3gkDMgnyVd4BQb1FpoWsNqsrR4O89Wt1LqcPw+uiyiFEaFlel3aTvH
zi36TtrgkUnmse5FVOd8+4GtZ06NM2kb4qH/Z5nJunn/8n//MH7vmTl8efmSfFHfvrSvSgj/sc04
OqG8MM5WIDleKejF/yoh2BaGGjb/4Cz4OoOjueLfMWPGH/xZCgtAeqGV0e74dw1BM50/XHYk1CPo
8K2t7b/UHn/t44KhCgVyJWqsIEqKbKcORfaevW9gLYkGQk73i1+zH0jwd/xUVHnDR/La8+Ab/Pvc
zMo3xgK03jOFjJ/sOWvskjGpHNquIy9TXT4O/fDUO9O2DmhrtBTA/zkg/yth8/S2uBSMEMBjPFsH
XdHq4vnpghOKmpgih0Rq5eo35ObGZ4E3auHvb+uXq1DEpMKD8h2mHI3/EzdjLpJynPO5Bc2YKsRe
TPAswPY7hpHX9g0ensmWi1oPdinwskgpXt9LzraoMNpKRaKciHtHs92VIJHt7Crz1QMZsd/6qWjf
ubXXNqf1otAWTEYunk0gBvZ66z89wHkBKjmyAYlsl1hNcsq6HR1Cbeto5nxVwxB7Z4RQY/uplLVe
zyJDiCtZRB4AqFt//6frwSjWY0JOuwj79LOHAWfD5RAAJaJ750q/vjQcKQ5oMFyFwB5POXjx3NZm
nk9Q+4FrXRC/KCITNcTfuMqaBmjZODAtYJ+v72cQY+5mft/hEEuluEDijFC7C6Sa3rnQL58Wyhtw
N/QFeFk0HU9Gem4HQ7IAn4wKToURe3BxFmDqiPw4s3YNyL8fbJ3L898P/DfelgMYBKbNypAjOOj1
3ekeEs26BzzQmXa1dUnM3LW2re0qdMvvDMTT17U2TGHxrohpw3dRPJxcClxXjw+C2LARJyvsHGsf
jyjFf39DJ8OdwbcCNj0m29WS6B19yz8NP0QlOHvYSyLFMcazOBmuCHTdEsW3LbTK3/7li2FrRSvl
IaIBDXIyGzrslptpago8DoSCpgFduCHwLorGrPdSpMU7L+uNe8Pu7LiMxJX8ePopSzXavuw5Sa0+
OLU2ZKkJD6ksLodi0IyoB3n3Xl7KyVvjeZowVJjVIYwBHD6F6SIjzhHdcvr0SLbeNzZhRJJ4v7/6
HCljMuwpgBNd9ctLSyn0cDxBtbrm++4TvbT3fdHl2xQF8HYarfadT+2tm1qnJqr6uJt/oSfb/jrh
l4Ad+OCzXQ9HcVvQqvsbd4VSjm5fAIeV5sPrAY9+MZtxQObRJKhp4Z0poICbc4SyU6EIFcY7o/GN
u2INYyjyvpx1y/H6ep6t9Qufs4jwUVBb922xLQzit37/rn69Cq+IDQb/W3cCp62KYK6LwZldEckG
TQV9+JY8TlXvfn+Vk3mJYcdYY7MRsEEyAqSDr++lcwOFPYvNPPwSLGD8EpoIjsPOsuJ3buitS61o
Xrg7AHNpv5xcyjQSbxk9ordROGEqs6d7ZQSUENAC0W/6t9Dyjd3TW5fiya0QYB8f5ekH3C9DXzR4
R6LYTR6anlitIaM62FAA/ctjAfYVMASITzpj73SfFutGl3F4XA9YiSdCTmwoGEB//I0bYl53WEEc
a72t188utWqaMKooI4oP6rBo+mJcm72Mk2u9Cpp3aF5vjLxVg6pjn7ZhPDonCySmC0n4uUDKUig9
5OsaDnpNZPfv39EbV/Gx8xIKxEQLX+7kqy01HQk1n2g0tk27zdXyCSGn987wfvMiluWwg2ak/0Ku
ygYjT2ODi2gQTLZZ1dpklcvxHdPuG8MNVvd/rnLydvCIiawq2xLVFUJYvykQTHVUDgpz9O5//9R+
vRRBlHQ3II/6jLjTyGAHGcssB3DEzmgutHMCWiLCdPIntA/aO2/ojWutdFNGNrpc+F4nbygQQpij
TSmScrF9KTyvuurGJPvCOeK9MMNf3xMM2nVtMiGAca2TJ4gWUasp2SLXZV7dOu2shcI01Dsz0K/r
uu0C1IEqAhYAf/7J6aOik1n4lSeiFMjHcDD7un6meOV3l0gusFgKaEN/DQvH7GNxAFmZ3Q5bP06P
J+b1kYOVOdZJETW4+ENI/O1Gw56FpsRks261xjv7stMU7OMFVzQN+cvIUYguej1V1LwdI6V6GSV9
ENMitZqAvJqgUaB7g9n/qI00Uc5c5kMq/kOn5u2cN/onUzXqmTbR4CLt6hMzaiozRlkRpP2NjX1O
o/QqpuIMjwzoPGkt+uVCdtw7qNVfhxywFzbK67FXDwz95Idvc5WQyMFyBOiMhm2xQJLmQLDEXzUK
xc474+Gtq5GyiyRhPdfwyF4/KtUWSNfRrEZj7nXg84VjPra27Nq1huqk71zt19FHD8bW/RWYC0Xh
dNtgxlme9SXrH4BvReRK6qLCGmgzcoJzUDwiO3tvJl+X1P/IHY6Dz8AZQAQfuzDGvPX6BvXEXVL0
TLQEAhpsvft9XlAoUgPcZJJmMGSd+99PT2/dI18vONeVPcM57vUFex1xkiZZDrNx0kJqqE/BlB3o
qsSRKJzsnbH+xvvjYVIlghgPUvQ0A8qCw+xprV3iCQMoEmqdah60WYp9bmfWze/v7K1rrcshsEUq
JZzvX9+Z3zjtOI9FFUH6nbapW2uX5ZDkF0VJSt/vL/XGW1uDLnh6UIfZrJ/Mu1VaJa4fqypagqah
JyW8R9NXkJ0AGEEAqEgoonfyzhr265sjeRLmBdOVg/kjOJkbQQf3C61DvgVXqYNaynjr6KOxDwjd
wDNk27u/epNQ7tdN+3ootn9JUNRMEjtSxPgcwFe1JcJvbA8Zio0iHfWLPBbTB80EbP/7q/76FlES
6abtwMnnF87JHlSRTY/nk6u2OFDPFslCRm+nRBCB6+P3l/J/+faYv1AurBQzE+rTyQO18sArhqop
V0tHP6CatcsPMmh1msfVUn0saMPcCyVRBGXIYep3JptfxxClBsarzs2uFaKTGy0ydkNZI6rIa9vu
UBelExE+i3Y4WMb8mnZd/kCehPPeHv+XdRxWMFkRDt8/GCNmntdficA9iBoGDnSDx3E/+UlxBX3C
f+fRvnUV5lCbVEU6bqvd6VXpa0GKP+sy43xeOg39yLbFQofb+Pcv8JexQtGLD2F9gsjVWEtfX6Xr
pnYwMAtHBi2Z7bohQ7kMuSEDGvJ3LkU9hbPiCjw6XYiKpW+70ukRpZaje266QFRs+p1bPdems9/f
1RvPjg2WwyqEBxCo+fr7P9VtSiPzvczEEjyRhoWKktlmA0YHMvvfuM6Knmb4U+863YaM5prmVS0c
jNSIaliP0+Kzix3oT3vhf61b/zLQ17dE6YTFjlmZXdbr+0m0qVVO4pR4HUywq8qPBw0SEYIzMRna
fqo1U+3oPr4XCvjmc2Teg8nlElLtnkzSwsqdnJSZEntUIC8gOuRfHEHM7t95jOyH1kMfRMRgHaQ/
va4E+k/ruSNwJdfqHUq8uIAjjXLYO8PihDPI0+M5rsQhWM5Ay+jOv76Q8ERdo7coI5qXCQlKbkpe
adrWEDOKfa2DKcgo3lSjGQLl78+8oDLf+QjeeqI//QSn6LqgmJTXuwYHwl5zgcGSsfnUgwi6++sD
8+fLnMzLrsqmWfFxRYM1TYcy8B+tsh7eKUm9fS/r9OGhf2L3//ppmsTKahCh2WvNiWh3vp40ePC1
QH/ntb01+ik+uOAAGP7UVV5fpwItInoInZGTSxfN/GTcKVhRVKXY8SGY8mR8ZaTVe4eMN2/PoO0A
yBB5rnsyzc894dQ6ZjT67xnN3HTJMYYnvXX7+1f1/+ydR5PkupWF/8rE7KkgQb+YDZm2vOlyvWGU
a3oHgiTIXz9ftqSZV/006nj72UghW8xMEMC995zv/KsdmBgcCiPa9ADjxddP502LQceS+10CAzvq
2sVB8AVUB/WqnSx/+VDhZUbJBqKeW5DzK92MgGxnml0+k9Ghd4Xo3qGDxa//199o/g6XSIp4mw76
nyp4uyNcs2XDItD55G8h8WvvgmD9zX3uz98dlbuHopo9UUAO/eUn8lvtdASpTKyEZcSKNiwb7KMI
IK22/s0edVrMX6oMhysVlvLT9JAuovPLcVwtejI8SsmYiJJkV7RGv+/kUl9nnkXkfFMPv+lPWadn
//IHfap3kHAQ0CmpkYd/XReF27mAgUcdFwVOguuuqtz2taIyltRWoVS3YITMp8ZXYbstO78Sjyga
R//IncHo7v/iGvUD+HQBw0xaJQxCfvmeZYMDrWuxupV+b+xyHw+oSTPjNrP9390oWSa/fHBokqck
4lOUAucqpPSvHzzpmyZRSe6jrGsMdsqlMabwGhW5Mzw3NjpyQgiDmaAVID6QiuaYynddr+WUBYq0
wKktCBu20m89dI/8tVgGiXOuTtsBNEyLL4ZK685lquie4QfSA6qZmRjQRfr2s1OUyjvXfR22UY/F
S8dC6j59gD2MKZnpCPh2+p8AhzN0SsqZEBE6uiWiG+pUY/LTEPk6zld5S7vvLkHVoooYzUaSPNZm
FR6GGp5JGaVFmSdvTliNXr3llArmLjJPUh9cru1iF8WJxtfZb4nAoregveSScbtk8MJ6woYMqxrQ
8ciaDhzkhaE+B7rIIhgVCXQymqvUti+HHGxEiyIZkPa2hw7iAyQvYXJvwxB/b46SHHgTFhykfMUH
bPhEn5HcVCUxdCMcpKAhyEsinBQrUVQ0esqtCE62PkEf17p4srWd4ePU5Lt7d/7UhuFRQmZ0b9px
Dv1dv3j2cFT8wCJWSxtaWw+JC6rf1GnsbDO3YdHvnWX0wqsSOEwY43TVHc60vl+u51VW8MFTLNbn
yaTk9C1YWptEjdwyz6YURyEJGevafMLkWD5xCBviwh4RVcdBRpTbWe9DEL70YDbKo5DNPB5TzJZy
O4Cu8p4LL7NccFszblbALOmHw6WKAJ41RQMeFT3e63Ob2Ng83dAMzPInw8lOflg2ZXRzDobt92ax
medHNlbM4jtvG+KoBHRFcp8kVQCE3O0Cn0QLocULVuq82JImI71XLTPzpx46r4GVLUr06bZshgBi
Dkxu8y7NFLpZx4BEcN2UogdltfYmnwfl3g8JTRVOazUg4Pa9Oj3Yo5lVXAg7P9vO8OidXdqaxvVA
QYrhcphz/Q0NVGLB28PEvcEb4crPHozxiw0qD6CSx7NFq+jwAK993vQ73PTzBeL7GnG2mM31SRpT
D8Vb4pE+qcZ9FVs1l5fIkmX+LCD+wAgZWhfmkpuM/WakyUjqU4bEb1s5jcnahnlkbzJT2+8WtsYm
csPVaOKQ8VgGdIVwD9ZhW1wPCsWkKQgBAcC1rPYe/yv5kPjM5dE1sUFvMyw0QPqcoXVi0Pmut6mr
rnd3TWeKzxTkY7EJUuFP+5VC3EVEtup5R4CKeoHjaTuX6RLwh5fV84gHYM2i/EsN4ICybK1v3Yy7
bNM6bTif+Z1LzSUzaJxnQbKYy84hde99xmRmbEUt0EI3lqe+I/J01UPOZRg5GiGJVLxEo8odDeD+
fmhac7kkFEiomMRQndF7xS7iRhIEQHnVtWYy7DDGuktU1UFmbiZjqiFegmey4zQB2X5W9GOKdC8v
bHLmjTUjD5kYxsgvClJcahR6elcoy3lg48+eulAnd+zdotw2g+cVD0YDXuYwBAghDzN75g9pOurF
nWqpz2kaFC8hQIL6fDFn2FAJAju94Q6eGIjYyvrTFIn1kE0MqiMmWCcBaComY08TvU/jWSetByAS
IfSthp82PNXdYt6ZoPeuLZS5TTwbobOesw811xO5MtXRqLuwPbiJLNeYXlB/3yncL3FbG8GPaUnC
9rgoPfb7sBhFftHhZ3sxMtNN991SVMYeVVD6aaPN7KIxQEYHA7J3R0jZRWdEGTfGYGflfVFcpM0c
WmfObLpPXmYOHgnZjnguTAp20HZBZvS87DrIzxZQXudoc+v1ohsz4scGty2NbQCVoY29JJtxbCdY
3edoxmtzU0PgsTYlSvYpMgkaD7a4WufxLWGc318OcP4wrY/ZZG/ZS/w5Ssik0vFgFOtttdJS+y7J
gsHPkaSYk+F5WCApDM85LNCX8Eqlrj3E4Wih3LNQHJd79pJJ7Opg6AQOeMTzFmkh+eLGg63r9BkH
S/nWTb148iqiOnaOZdQIIezKYm+A5STlVo/z1NOPsdP+DmbnUH8DbirDJ+zgebr3K17XSIPKHKO6
tcUdLAnTiUWROAWGmtDuI6qiWsamOSfFxu9dmW1kUI7JppFt0VynzdRVTzA+bYE9uwrWC2IAkvEh
Ux093rnrOCXhHpxgeYwJAxZiIVUcZiBUCO0oDHOPHlEFL0Y1ZkBu1TSeOUaq56Oz8uNtwyA3hy2S
nDKJQlSY5aGp9dr+kEz7F2qmqX6dM9//7EMvkO+6nC3ETxNSgi2OCsw83Wr0XBK62nMf2TYqG0RC
UpnhLbvVMBza2k71Wcc7asf5oorkxBZVhB4JMELJk+i9Pr83gtG0WOwB2t/c1AHhA8z5p7vScrrs
vsZW4BytFg7VGqMVduptMPlN/Q3YXQvCbYAXxipZi7y9lNk8l2dDJ8PqkKZOiKhuBecHzp56Rj41
hoKqiQVmrUNoD6ttTd9VyFT/1VXpgLti6urh3daB5hXKk8y96uGcfTptAp5rNkNC8XJkG7AIC2vB
y+vhjdpivnJBJnngOlEMeAHfcEygWd4/cjPCrgHvoZn8g/YqyyGefDGta1nTS3zCAzOk9zCj/XGP
qnqurqWz9taO8WI27Yt0sTPMTmP1NMP9Xu4WcKPGho9f9G9MWxXkqXJxxqObi948mqQfkv3ejGiT
rcW3z9whX4bnLlvpyQmrqCWm7WA9L8yVzKLGL2iea8LDAV0ME34qNglzOshlEqiSg9zqrodF4gWa
u5nfPB4cxYsZZcC9je/EsBjz3sqAQewMk79w4YgciCt1ZWVdQppsoG1h3vKifjILQaZMXuA/T1eh
b9LBKMXj5NkGLuKx9S8wVnnqHSrqNF856dLSbfFLxxruM4F+BAv5LNROGX5n3fhNUQR7Uznhq6FM
c3j0k3lu0McBzKowcRujuz0RiZvIMKDZGnGZeIvZRmrOAvO1IzXFeO7bFGOwtdTLw897+/8beP/z
pBT5H7HE5lW9/sdnoxDnXkGr/6//3L++tV+A9af/+v+Yd1FnME4hf4M+EOKTfypvgVKdKjxGs3TN
ffDm9Bn+GR/3N9LSGGshXYJcTaX+v7pbG0mudypXfuZ2ox+0/op592tBC/UbshWFOYrO0yiL/7ev
tQ/ZLT6njI+DtC9uHYyeMDS9bqsHYf8m1/zrX2I0dxIr0bB3GWBZPuOJr39JdT7mr8WmVKYFgPUQ
Zwod522XcVH+w1f/L3Qqv/RR/v6XkLN5fDRkzeEvhWyAqbbWLpiTrE82oiA9Uurld3rHf/FxPGTT
J/80rSjmZV8/TuoGspdU/m7u9weqofS0VeDOEFlb/KaH4ganWv8PpTmKEY+6nMYyE0fYYb/qiQAV
Z2Pqlls4JGB+xlb1yWXY13m57XUVdOClCs6AdB08qOCTPZ6jfGLMDMvFnjiJPCqVddJKbLomHaAO
oNaoYnuWGk5rqdr1HouQaXMA2kTIFm0jxFWaDSURoDZeUGXa6Tv0hTDduu6IockAKfAUugntvhQ6
qXVl9DP/IdE23o+84Z4aDSZo6R0USPdHvuYG2ZR26hS3S40XLLZyw/pwDJ3DK8ElXkbGPLtuDDgm
DM5g2HiYLIQt5yuzbLyHURHes7URRXYnyh4IDGYv/jutUoa+ExdHDNxcCUKiMv3lRQ/m9JwNjg+m
p0hkFklM6UCFub5it/ZtsKWZ23NT983hs8EpDUfd1MvblCT6SROt96OucveyB/DI6NPOxjutA4Dp
3KxTLJCtA0sFcZf7HIB+7SC3tcbbMPb+Q+LU5UOiXGTRuIqsIBIjuKcIlE8xPgfoOnE5WlmtnrnJ
jdcI3PmmG8ITvzu+aO6ExOEdCTUXFzAe8MTPjg/hQg2hepZuVb41Q56/8daMr9kCLZPWUwvHMWkF
xkw6KcOrbw1AsFaLX4b8HhxGFRrBdBPYIH/5P+7nF+o5y8VntCwDnh8bwJbd2FeCnuatlOlU8GXa
tBdEP5VPWgQLTO1SX68dXNp4HVUJahrDXdyUtfNoTRpokTUu/VsehupJJ9X82JdGAmbbW/J3l2H8
/YAcodqJRc2Xkng4uGMc/yY3jlRfBKH20HNzY4ML32nz05zn4n1KW/hKaPdcSHagd29FKnpyknDx
G5F0g6kEBVZYZ33eNvQiVG5cVKJKzBilUGfFOoS/u8Ej3twqMxzHmFRzO9mMchF+ZLVcIqEvrfV6
q9c5vWlqLj7l7GdvqdSpfxfIPH0evdznhqy4o+NXCfDaLAYB4FE/Mrbl3xftusXv46UYlOk/4COz
uvehH+B7zLk/PltdDUBM+LP9XraqmePew9FNXpbGqqj8FtwAdV0Jac6c6CQrbziF76z1XWMHGe0I
JxNUq67TRnYwUL8WQbl8B6tA5mvVIySPSNoqASwlFW9ZxV+stlYiuw8rG0y6FNItqHNHYwbCj5Pp
QRbT+lCy7YcbaXrZBxpbnE0ArP2X2u69WyGhHsRt5XMl5WGgWzcylLfmmLhAqhI3GyKUnmW3raC0
s9I6L3Q23QrKB6IWjlR0Cfl7MHj1zdKNRbtZwJsA2xoYIMV5YdIYAGpRi9imxiFgvtXT80rKsYpm
3r93zQK6swvx3IbAjuJS0ckaLL18BhNymAglXokdOGvaahOWSbDF99eMm6AzGyALbTEamz7RzqNk
y/xOLRlQN442cDg2HMhrQAqa17xeILIOng3N1kwX4vzoy6VtbCc2/bUs6zAIY+eTtBQqe7kkA1jx
MR1jvuZ/Vz/YRsF/wTKLk9fczE5MlzSzf6wWS0WH2gZn2IL23RDzZeAzrcJs2MLNr24FKaMVsoJ2
psvSEDc+lZgIg87DcS8r8kOdJO3p2XgOEYakIBd6R4QanPZmCcpgPw1uoWOwANjnPdyr5/Tz5xer
cRHEWjWBr5ELOoaBcKcEmxnQihsX0qtzEASibMO8w6bsVERKAEqT9ZmqKm6AeWvJbkM6wIi9FXgY
rDL2Zx/P52T3x2XE/L2dLL+ZwdhpM+R+2Ls3cjphGZNV5u8OqxW4qhjDfFNlAcVWUY72RIdwxlGX
kSH+QjxovpxpZJufBJu45D6RqnADxLyYNmmBsjwOTKXvR8+pgL8FDlhcYhmpTMsmDHVk6zbM49xm
IExyxjS8g7EZSbcxR3IV7apj8x0MZR1CSAEnOGxD2GDnS+epoYlWRYPvT5ssN8zPMWl7DPoWkIVo
IlfLDiiucaoLqN3OquyDsYr+WDqE8IF2g94/yQyKtZ0454xhqm9mWYVvBmXodyvQdD8dY0iHzSxV
eulSJl8p2+zsPZC9dtq2Qd7bMckNeb6pZZU/cE0332Z8gHeONaNf5HSnxm4Hld/UzU+c7IK5Gnem
9ZRCA4M3PRsJwY4TLYUI+q8sMRlirDTZ27Y47e1mM4qkfWvmar4l793eOLW0bjgW/CuqPHOOMZDu
hOH776THYY+2hmwi/9ZTozzQuQ6uoR2e1jlcTugNhdt0vH/N8A20fXYX4lFedpLo1Y/SSYQXW11F
/e9LsXLs+uxfkWOBsTdICoATjV4ccvBPirCEa6BjZWXyqE6YYbhKjCsYn6AXR0O0Hsj4xCVcp3hX
m3Bwr7XV5O02O5GL3cbijZxOPON08v3XvD9BjpMVSmDneDIhEoB0ki1ttvrI2Tvs8WJCSDZPsGTW
pvXa/iQor4AjMT/+JCtTx7KcTIIoO4jmhXpZlxOHeVlydgDSWeAzY0jW176joDa3C1imSJ6IiXHX
h/2Ly+Ird/4J97ycwM+ZCQJ65KBgHfH2UWieINGCsLYZrooNO9oiuMKPUbQ3T8yZ8+94DTI29skF
gtal7i6364RgP2kTiqpzBKyRiSUGnAIGqwesmo6KzcYfHdBcjkI1IPXY7fxlBLpHz43PRQw49AlF
duDFIu2JqbFh5y07EbK7kx9YcSpvJ7WGRFikszndNoxsylurd6rpfLDQOAEtS13nVvj9TKtGDPx2
NnvUwEUurWj0J27/Rgp7VBmrAZowkFh7EZIDWwSClut4Zk5ZnjeTTfyGzNi3WDitZW/VnE/gzIRo
MfUOtnGulxNQGdqkoeKgT9c5Yiguv3XQBHWEjZWBBXlD6kbRNUf2gY37gBRSl1DxUUZFi1tQHMsR
Ty+rrdRvjTELb7Og1j0rjB4b7ZyVNcRlyKz2tV3wxnGQGOJWDEKlu3bC/RYN2i/EDQwv7kRDv3B2
4cEOLmRn+tMuV17hbYrU9JyrDMvEsllIFC52o7a86qqmIfkqi7YH7cm5SC8H/1e2odKePiTsOW6Q
+MaDyFG2ElFG+8HikD8987ikQc/CmujzpivcAsYzwwda+SWPANg3JJswQDnJXRwOnHSQwxxL6nwm
1zROB1oE7MFmu5jHuaoMuSFKtgoig1lbf7tqjWpMTaietuGQ2OGOIMbpUE31qY2XAeUoN9iZmSJY
SMLf/Nka/K1YZelskyoUA/ks7lDY17mqxG4MDbEeIXyXvBh4iTdMmVVzZoeFNuQWni+BQPj/c4st
B7/8AZG/SoB3nACX6F3Ttd603Cm8V3SwGPqThCKEc5nwXe9t6HwbqzYBAhwHU1qGzmUfOAbPlVTd
s4UFEpuxORTmI8BB3b3meRHChXSG3r9hnppxTHUpZzD3Oq/8/P+WxD88wSF14v/dk7hppRrT1+qL
I/j0P/l7X8Lw8P1itw0pLX0HodVpLvr3JD0c/BDCLOy++CIEc2iaGf9oTDjib5YDVczHU4hIzDyp
vf+RpGebfzNBkeGlwL9DfR8Ef6Ux8XUoy1/Aq3hyYOIppDvxJ80y/KRqdcyCE2fgmMuKNb+dhqTf
nVD9ZzXnCJdgxyGevinzS3P0st9MoH9Kqf635uYBHJL1sFd5romaUvxq+ENelTeZbXkxT8pwcACH
qUbh8FcbfZwk4ACkE9bEljDkV27NoQ9ITIbbNZgY7gGNWs+163WP9eK9JHk3kKOj7fmbSLmS742u
cqedbPxto71h/4ef+V/0P36Z5J8eHVmTbfHTgp1zePe/9iZ6byEliMFu7HmLrg+LmVveDpe/Aw6f
Uuh56cVY7UK4Z3ymBE7FsbW1VZ6TljX8Trv4U9D39XukZ4Gv3GNag0ncZS39UWuFdHGouTPTli31
vG5D4om5Ty1jae60lRVvRUBYAzqVgmCfsl7bXTNMBHFBX1DmXnc1YVaty5COCw4dh7gymMdvoWD2
IbN3UjfOBaVjv/n3X+FXmSnfoIehGrc8OggcfXSSvj60UYZD1QtNBxdkWB2lzWh5B68lpiHu2pLq
rOQGWsRWmofzpsxMQkv+/QNYX5tYpyewTznzaGZ43XgO3ts/fm3TWpQeEd8UkG6WcLueiJ6Oa2qO
qEShDai4Z6SdnZmJMxk3INxDh0sXCeH0HMbWS+5KUTHFVE5leFvbqgK6LEWfq8e//pgsN4ws4mTD
oN/29THJsAYCA4iJyU1Y6ojh8nhvEte260aTy4YpemXFEk+IOBQrKNYraNwE7ei0I15XmGuvt8Mq
LXvjYY9SsOTsWZz/+2f8qd/4sgK51yPbpZw4eXgR4n19Rpa5OJmt2xiiYCpJ8bY7GReZakNO79lb
Ny4W7109hU6+9Zc66KEQV9POMQLhH5qxmwBokbZ5trbJ+EbsNuSgjhnQee9Wb0VfoHrwdCnvWlf1
QezZ7mRsmt4wnI08qdUQeoSpsx25gU/XcnYTdy+RXiYPehzmBz9xCbgzR38YNnBJgvQ3C/mnh+3L
h/e5aIUsYjQhtHjNX34gf60IpBpPrbK06IqYBmPKDM40E65yZp1S9id9RbEwO3DBF2E+ZcFkX0gl
U8rCFvJeTHqO8H/zWGhr+NL/+Fz4GDB3nZgSCOMxL/7yo/ShmkeGUqjO0Bj4TLbm/jirRRcbICl9
8wYdi7ugn6CEOwd5dgQo3hbbAokaQobgJmzMhHihiREelzlK5YkIHgaRjyPT+2+LHT6HjWsfK0hF
3MPqEd61qjt/O0ipL0IaMxHzGejEornOLYfAtFxwGZLkfe9tE0R6QIrUt3ZqPtAGNbHtVw9VunpX
iyQQIDKXpdgaSVvFromINEE4AWAnBtGq7rkJzTtZLT8mpnoR0PDv2pRLuRF1253PSC2Sbd055kFw
nd4I+hTnMpA8CXFZ2NYV/leWS/ZRSgPa/tTzvCxVP9gOpD9kkZH37mVINMNuWZcUsMo4npF0d7di
ANundPsPK8S1e8tL74cVLCWxPuah0sV66eiqp/ObNCTEpn237xjSvTK1tGLQxtllUufWBnK59529
/GywpbPxQy88YB9LKdZEc6Z7BE0TdkwwZgoFY1y5KWkGFTCYpx70C1It434tIN8NhWqOlbWke0uZ
9a7OfVAzCy59X83zXdeKhxBQ8bUAHnQKlbHAKfcLIQByb+TNBX0X/xnFkPFdIuKDE2YWZBOahAiY
Z+7sze5Z6JXjJ+P7/qNGR+5qssNIq9kPla5ujECdIhCS+r7L1PecvL0d07pPW4t+2IbkygcbXQ62
CybdW28NSxZvprS6FfssF/G4Y/wMqGDwP3pUeTehM3pPUifBZycJ6QA9Pk+RpzLjyim8fN8Nl9w7
hFOPR89fm0PWkiXkEntmukN47CzRTLHP77B1wE4Ap2KcsCk0uPHaS/PbWan5mK4yOdptXbf7uWjl
1QTQkNLJ4zK8htPem+b2aNNI3RhL1+wFVcajvST7tFnt8yJNZtRVswOoKjNIp60rZz9OWXNUU1od
1oX6AH7q1D50/fROmSfpiLqNfMXtLd8EvX0W6Oysu4DQuntXEe6rROWieOVmgw+7bbNXOi3LfsyY
euYKLwkKAfVEo0EAKKhzoI6mxbkTCMNs48kr5psgpJCIrVO91+MWBh9fOmPBm4TuaFdqz5fHbND5
fiwcJxrr/DmFW30PNzDZghzv39hYy8PsiP77KRX3pp9mgjVMGq3WQguJL525c517cckG+62nAo30
4nvlNgsgR1LuoUczRCke3HyaGWql7OWe5pUFE5Yca9IKL5ayXy9TaRH24GKNFFl+SWzdSIigEx7Q
+ZjnNoP1ONems+/n8a0z1/HBEqxYqjehz+YcENkUDEVc1051ViXzTT1PLwqh6w6ymDxiB8zcGJOO
u10FXbt2LfPbkAFDHM6ldRug/blLhwne/jQ34GCXZi9rsnCHOZPfdO+aw6Zm+HvgVnXDv8ofC7Mp
DqU/ueBbJ8M/prmNitz39RsK0eJZLVUiMATUBUy9rr1aJrIArJJ0DUtnpDJLdA0fVlueendUrC+q
XKbDKcSW2dW0HBKmQGVEhpSHwKyR1UO56lsbcOK1Rn/6Fq4pkqJFvdWO+xn2/YzWyzayc1ua1X0t
+/JqFMX0g0m/yd3XLtoLw0nDfVIYGSqMFd/FavPz2eUczJtEM6lOOOce8Hd9yDwfn8Hktnc1SPLI
qeyAVCeJ6mo9fQma7/G9Lub16Nc1/UCsIuHGh2251cWiYIuSbsnp4Sz7FEjXlhmdfbCAF+oIZjYh
VaDamkdRBvZ16WZr5Pq1viDywDtYZlaeCeI2LZXQM1G6QCcAt3joSn/nuXTnpfbMbfeTutnI4TFp
uuSimqU4LqRtPBLPq276ivkYLT0dMUbz0u1k5xEwRQZOwL+2ZDJU+3TABMkNbH7Ky0ZdkRgyucSX
tNKlYzt46w4eW3+NzALImZyJwayhrH2CAaYF3Zns+3Q8rryBQoJWXriFoXLgn8MdDZpPxszTZc1Y
awv8X96MxVQDSAxIsPJoIqb98tg14JPcViXgd7X3jIQ33DkJ7zMgcmaDY0IpHg9mYWMKXlyLwmq6
TaUoL92JqERrFhKoelK2kVVX5NjAd8mPPjECj4Q5OhdJa3gXLWLBGEowfGb+tNgTHjBuCbbxD+TS
Gu/Snz5zkOlELIjgjLszrU7v1O/0E3a0KKE5ugmbvDgQbQKdue/QFQ9K7rQMxLcOnwnTCJj0xmCH
F0FWk8njqHG6zkexWzClFEY3PjAjsfbABL1vXeuKndLdeFzLVnz3QbMPgY9TjMwP69PtQpY/cTQ3
iZPKPZdQ/UK7bb3qEmu8yt0UYVyaD0ew/R1xHR2ItwYf67mdr8u1gsF4mFTvbBqmtAx6PPs8x6f4
gIT0CXFueGbYqXFqqhIh0CUOQTCQ9X2g/uV5XlF1rayTvSzm5gw16nQgcBLOPl17ZoVCfHYMAe6N
aa52zmlvCSb4F0Gvg2/Qt7w0ltCA97MWFgItp73nza7O116qIZYSm2tw6rGSZbtEvbE626V1jUfl
Liaa4NJ/wSjtH9I+sXKGx0lIx087FjoXKrHemoJvZtLKxz417WcDb2kW+XYxf0J58m88olYR0tcj
U1qtWqJfgvWVxtB9TVJn3HEIEXwT3mMplN/HqUrvJ7QOP+a1LT/TsMtu8zwpdx4RGodgQKWK6I8J
UNkFdKatNddHz1MAhrvsQ2GnPZZkffCEsA5ziH6QRrLyUp1+M9T2xhJNcF6jMu/yA9hmcPwouCIb
t9o9iU8DlYXD7ULjh9wXerUIs9BI94i0YIAoJNOm2i3zD4vexbkQQ0Pl3hjue2fm631iT8qhnZks
j/PUGbdZxwV/YzCkQtUVLu4zxj4XAWdd3qPR6Z+IP14Yb9fBRwaMK2C+CjScHX1gptKYy41LLAyl
dg27f7Gr4NrISz67ajKdxrxYNMzCE4VxJFzqpI9u70hcMC3aaMvH2Lp0CHW9SLEDeu4TwcxIMTKt
ln/k+hc8OBZj6yinZZeQxMmftF1ZqF1o1FqfZTPdykeXfIWdVY0hJ6aP4pr8lJMBik1b1g5CpTIk
9yHpF/4Dqds+vJ3yDoYfK9TrskOfAsqMkl50Hv2/arlhdZQpIM4FkVPRY/PYzCa63h2NfTacVATt
YRxU+GBlY/3B+JiUFIq9HylTA87XuVaXelzTG6KUS0IWCTSJZLEuI/tOOCZx5nuIJcamucz8sSWw
1wo/GlMFU1TYE1ee1O9fOHmziw4F/4Hef5iSDsgsdI8lOlk25qA4N/BQeHsyQbFeK4QSF0Vo9cBz
ixHhLhNFEr+CGZJxn/p6y3QrefBkMIzotFbyXBpA8vNmYm7O2je8XuzScKo+1GwHD1U/GFcakEZJ
Sd1jnqJBbLwmHFtVzBUT4UIR+Om3UjvJq7kGaM4W26j3Mql0G0N0DB7mvJyb/ThU/ktTgmmMtWEr
tbfCBRB8zrUcxSPxM69hoej8Vt+4EXrfvdyYOo5yRVqN2Q7Miul5I8sk/NiFuiiyYOfNsr3TXLa5
k2DCryMT+SpJyz328agjF/GiQkJGkriLYvt0XFeMbHJC0UoUzg9Wb2t3v5b4M8+NceyQiI1lWHxv
kJRe8Co3xhnRW6Pacz0Y132xuK3Y0rAg5EZlUlbnc7ZiM2CkwHgcxbf5GBAWaaFphBvDNmqwXkVD
L5i7e+8SgWa6hiRirGOUZHNvyc9ts/YfEeYiojY0v+g26EZ33vl9wOW4metMIm1QIbdys/Jvnc7K
r5Z5rrYIifm1GGYSAtCdxMyu6JtLPCvBC4J2Q2+gCNpbgqW9OyI+zlIgzje9mYizThTGq8hOwyLl
rHxhRVUMBro+z4jabM72NK31PYJhjoaaYQ+Kcyd8YqRN+Hzr9fW21Ys8H7Hev2o276u26qYfIb1I
h9fIaA8icxRbXgZCMCrqmpoTrcTc7UtmcIoMq7UwojUY4c7z6DbZz85EnJQxGIgZu8yth99IoH5C
N76U1wBtKCqQlWEbppP7iwYKfNcEidcaIh8UGtHczKXDPJUguYuw2yNKYZhRrUbI0HosvNepWOHL
q7kiHc6bBBg3nxw+dd0mKwBgK3DTGvfBCpIcM1fGgZar8WUUGuSQgYjm3FxImGZ1TLD9W5a/E3mG
QF48mX11xmDDMfZsLSBnT1LOlLjyNURToRghnO4LpRvndTX8Tjf1px6aD5cSuhlmwUC4J8fg18ZP
3+R+a1JDIzwo0neHhEHIj8nQfi6zn97yKDO6pM66BZHOhZ8DHRGxt1oqVm5pXVbeUlxbVU4snJ07
+jdyuD81aXk4kMEYu2icIej49eHMPphVBxWDw6QvHlJ0TKQNmmtYsAIRzF7MaVDsK0eb+VYhqWoR
UffTEBvMzP+buvPqkRtZ0/QvYoPeAHuVJNOUlVSyfUOoZejJoDe/fh+WNHuUrJzkVF8MsMBBn260
iYxgmM+8Jt0oNi7VzLPNYoNDtBblAH4OZeNVrTEUqooVQ78gQiekEfr6Nne60Q9Nrd3PaWJsbM5z
6NxSzZQpRi1UHI3+AazR88+i0wvGSIHOfDDpX1tpFB8BFqBA3JrO1+ulv4sjPYsSYgrKRlhRHeFg
AYEN8TOXYicCeu3IN1UeDW7r9PrpeahXIV/flzn/+z/Lv/MNoAt4oah9Nlb5z1/dx9/qsil/tut/
6uxfwn7l98AL0vTsL/xn1Onb7kc9vfvRoCP3X84tyz/5P/2bv7Gr7ycBdvVb2RVEsO9+hKCm/mwW
LcDJ/769dOi+tj/yrxmf5BcSdpGpXf6V3+0l2/5LJeeC9izbcCZlh8rj7/aSo/6lciCpxvJHBA2W
v/VfrjXWX7YCvgsNffQ++QeoC/7uL2FoAyqNbWpQyUUkTjde018ynj/+H7seVwMuBmr8/DbqL3jX
nG9Drq201+YiPegVLxD4sWpHCRfnw6J9I8d27rcKfNI0CX/aiVK8l61a2re99BZF7SP9+dpTCRb3
+kgoVXTqdMJHIzypqYXjok0fFovGw1BUy8sdUiSkBf6POmMzOOmYhFB3/rtMkOEPkT6YkZG+s2Od
QqVkGS4Exbep3X8ucjJ6Jxi+KmKQsUfsw5/WaPc+HZXIVYfqp4GppR9CLyPuMd3ZEukBlsRTYUnG
XicbhhXQTaNPtIOHR9Spxa7RaPfslCwSx6Lpwn07yO9DhV42Zn7agumxP6ENKrdU9ehWH3BUxPnP
UtJvUyvau0mZNIxkZfNeJcd9KxIRzjutSRYPMKzUbICBpjsEOIF0cfwAVv1hZC3v7aEpyGzEDVSk
+KChdO2BzHRNFG0w7BtEc9sZS8hQYCJyiLTa+LsKOg28WivfJ0r9IBLlg7zAPPM0NQ9zIYU/HQIK
cmTHeShDXPO6SWCN4STqFzvNGk8peUrSPCW90AvpOKSVoAk/fIZgiH1PPe91ahkfFvA7XsLqsRrk
8L4ggD01ha1+LesiC6lXtjoRmhH9nQ1tCQMLvNBuSPvmxhizL/JgTt8NkNN3WHCYp0Yxp89lJTX/
qGVFKDgVuHDiAAh7Cpc2qmT12B9S4l4QTlj5zlTqBmvxuY5PgyE5j04WaTsiperGKgNcYvKiet9S
yXAF2f8udgq3EWr2edaD/GSnCnZslApv7WYwv4e1jV9pbabfUXmhQNdWfae+xTFHk+7boUraYzuq
wO0wPsvvgqGVEqAflD9AqZDX9JQyahe/bfISQw5cnMmq4tiXUoDbnJ2lyRH37OJdFGaLI/cIMUse
rEUr3mrvZlhEd13RvYMFNvpG30duUVigc+fIduXa/oQt8INjExRL2uTm0HeAt5ZePomPTeA0nlZP
T1Kl609ppqW3VhmBSlKqNJe9rpkCGkoRYryfBA2y6nMvZeW9UWn2EXJm6xtF13wapSHex0psfbNH
PD691JHmJ7NJg5s85gOGoTl9gkPY7EH1tk/J0BZ3OdIs7+Uydw6JBP7JrUfDvlVrg+MB0GNvGZX6
Li3r7HEkg/usTRzZrCvlOwvXHM3Hvz0pcVwcJPZDrsX7YrClT2Vujm+6QiX9n2h2cfaTHtKRiT7n
oacsehRGA752/Cnj/UwUXuLl0DrWzrTR+p0VRfHmWOtuYhuppSjKH7Mg+JzKoyf1lnwEhogge+eN
+M2ezNqMj1Wd/+jGYXRNRyv2MEv2OdK7u7zIOg9mTLorIBa4+EeN75UMwBO4sgYol18g1YzxrPQu
iMMHNWm+B7LW/iCcF/suRtos2+l6Gkj9rY4Kt/QhbUyorXfwDLOseRB6GhuTD2RpTlCytHQjdiiU
BapTes0guo+o1twi3ql90+o0/d4GmfmZRNR8Q86v31SVsmvrFjcMyXBxjLEB7pojvg9zdqwqPT+K
GWbnTkNi9W0SG9/adiKIHh3TpUZ3KLDh8zPsTYGvRf1H/FK0h0J6Z1bNhKaaiQA06LThvqtGgLRQ
Y+4cO42+JCCBH7Vq7u8DmNj3HTqFlQ+VMthHtWQ+5CStFAglbW+U8x22TndtYN3aHcIc41j8o07a
iTZItOsX68YOZ2w1HuNTENRPY5gpHioQb415vA1Egdq+QMae0kDqNsk4kmFX6U1ZfalGAg56gbtQ
ZO1tgYnHm5pulN9Fon90EiivcOiSj7lFsUhkcgFYKQAiLJREpinfUiOUAd7uSnkkrwwsKz8oSllC
tMqxuajnbxmwrlE0Jg6P2tCfRC5Ur4jBpvaW4UNzW7iI/fR2uTOXWvT9rFs9buLKLd9LWyDW5Sku
qF4aVdXhwB3hIIlZlRWbyqON1vCxGOXxO86L2X5oGvONE07KzdjGTw1RvGvVU/keTC+USsDRrkAp
wYPPPvgCIPsxpz1NNR+vBCVWFXlXtPJTVkvlu55C5C4eq8/wtLLbtkos3wpDku1qT3dJQr6cE1eO
dbJDTQrUcIpG3VOrOB+NsLT2RRHtiQ5Sb+6zT6HAj6vUcTuFBDaRJ071m1Ad2Y8jktqZCvSpDu6M
OJz+hucWw9UN7Z0GJ29vzsMBvTisPMf2QA0y86PcGR5bMFpUPz8AnQsPGGNhTltV4x4ZWnvf8Fa+
t9oQkH+F5VrS2B61tad+mD8DWKQy1CSVF+hDf4e4bH7U+yZyy7HDjUIOCo8YZHINHeRdnRyghZUP
4dg9NI6a+wpE8FsnQaxaRz8FO49iuo1sVTlm3UAKrPOOIUfORAdKNIVjJZgmxcBcZdnlJ1IKqqS3
ttzVXCkTXcokeEwD5SG1CD/KrukRZ0/wRbII6Gk4j8AHuJhq/MWmNg3ed+O8Tzr98yJPo8U9KLt3
ET3pmAeoUdGmvNH6SKegrUVgjXfqhNeQH1mBbH2UkHc8SHiIqJ6aIoLwtWlE8Tg55WOhAEQlxEiz
4iNXt7EjCYjdtm8RQo6xi2zrKKEKrR7botc/QUA1DkMTHUfHuQejiDkogAeln+61Uq8xoYh4Ac17
fIL2ZozZeh16CWlDJMWnsAZZV8Y2FHyl2FNZ3YXxJ57Vr30f+omKeZvjpBiEsy3sEcTdVCHA05r0
aduHZg4EN2N0azrTCcK9P+Ls3vT1t06E0X3YO+OTNERvCEXhQmLSHlmAP6S0lD0I4wDFNV47zKFG
cAHseW4uO0i/VWWkPEFD3VvZEqdFCSyAITA+GIOIPIOKmxeWnfM0qDlrOTg/DKcr7juQurt+1L8B
Rcz35WjVb6W663lEglY8ijS5Q6tBbrvdoqKiRh6u9ZD7O9QmdF906FBhBVZG8XwPgUOFoEwvIX1A
+l8z7tMOe+qECiEWhyeJbjvtsDiYpJM+ket9Sp0hdr6BzZnU4Bdd6X8tEzrLng4/yoVh1/x/kC6B
EbuWLz0NP77/OMuvnv+FX9mSqv+lwPCyMevULHh4Nin6r2RJkf9CLl3RUGZDbhFBqf/kSqbzF4kS
1D2ZdEihwEEG8ztXMoy/NHIlyGIGwu5our0Ki3eOhkJWhx9goeKj8B9b/ENWWI0u03BqHlD1kwS9
rVZ01lvaG0T8ZVPcpvQgv2M9FO1hoHDd/LFGF7Bs5xn8r6FRgQYLSM4HvGhVK1DBKjhNKuin1lQY
c1UX9zFKApBAlGJDAOfyUAZfgf43COpVPohgXaSo5GIuHdrKy9NxxrNMVERi0rAxK77ZHwWXX7N6
xsSBslRQLFpV55QwS2utYVYKLro3Q2dMnl7p00aJ6Rxi83sUFAkpMSGlA2P0PMHt8jBMAtpirphB
crTgBvb9JIsboqHqVBdRDgUDDryyUU26OCychgUVtgAblsn/Ia7WVaqZJUmFNCLSoYRPel2cEKMp
932uSW5JT8MNBjyGXr9RKKcZSAoyLqXr81GdbKBfazIqYOfJDTHncvEzK46CsvuvUs9/K463fJ3/
FA6e11VF1s1EHAxbF0BM50PZrRJPSm4icqlOEQiH3IwOyZxWb7FMQmJQjSGhIGyDqkA93geC9+L6
VC/sHvbMchWoTNdQV9+VKC/BVYvv2hMq3aol4bTb1Bp0ievjnJcFf81zAWwu1cEFp7Uap5e70QkT
0kRtzuaTaDWZoN1s7kQR1V5dRvbx+ngXDiAtwqUspABGto31ukpjGnSJRduGOPBohmBtJuARHwzq
nxsH8OJQYJ510IAm9garimeGwLMmbOQ7x6H6ltXCOoR2tihcperGSJc2C7grWMiWrBp8sPPNEvSJ
01DiZhEnW/i0V5XYRU1HubcduXmfE2Uv3vUi+igTut2R0OXe9VW9cBxVIMqUaUAyUwRffUVLKpQE
4KWBS64qIXHTwb62oulUtfn4YZE+8SQzzO+uD3rhxWCHLmrZdHF4gVZ3AN0SbEDREXVLoMcIjpSI
4FAI3HPdSDepkLpDVzvGXqBN+/P6yJe+rAZ2F6Y5yYCirq7WvI/Hrs1sxEUKkoBM6eh0ZanhYckq
bazsxUkiBefA1LeB6a72K9oeY1Mrge5SuC49pZqT02iOyj+i6cm3qll9lKci/gjuGgjAq2fJ5aNR
KLUQ1bOf2z9/3LFxjHelLAzdLSLKbw3Gu16jOKkf4168cSqVZYeurjvAyNaCoKWjjc/w+Q4GfWGl
tPDQBsLw3nOqrNtZRmL7qMUFQCGzO9JalTC+Mp/QfJR9JbG+I4hRbty6q4bJ83UEiJy3jH61jSvZ
cl39MWfMItB/jPgdSHqzm4PoAzgtx4+jMMRwtZK9hEYaOJXk72TIq73UyT+uL/qF+5DgjB+iUtPm
6l+23h8/oO3QL5MjXXebooXyKRnprQYfaW9SA96jdrMlbX5hK8OzQE1IXkJDWBDn44kCBKBuQB5r
y7HagwvSPDSKYj8kfd7YyhduKZ0AlBiBbiGh3mpqc4/tqBHkuosefOguHoAqPKxpeMK6tD4FuWEe
K6sXPyyxCLT0ufH6/UzjCf83qjxoKVirW9LU4VootAldM8SFuCdC3hmzWd8YTpS8fqrQ94iIqfvj
NbP2tRGgqwra5bpr8QI9Cq2S92EIeEupHRX1BF11AXagk6ZTqBJUIPzrm2i5+Van6c/h1yKf4Eil
sKQkyou9bNlQTveUssqNSZ5f+s8xusmXJBSiBSzLxmrryJhSi2jShF9kysLAlJVbo6EP1o31tM8M
eG8B4mEbQPvz/fp7UFrNvDKgzenQnO9XTVKUcFB45ewurQ/wD8JjGsXIgFuJvBHtne/X56EQN1+M
By1LeWnjI6shUCGra31ZNGjoqWm4n2f1K0X3YN/0zFZ3RAmgvgvhA0f6xpV4YXUxpX32n4BaQHZy
PlEJT9QGXFfrBwbN4kijOJOqZnPTQbaG/j0oPrw77c31jXNp0CU/ZOuqiyPe6h1XOnBQSBjV/oCO
0QnN4MyXG0D7mNOmPy20ot5aczdsfNLzJ+55ndGZlnnj0KWF27+KkwJgEnaa4iQDF5qqTlwaR/BC
pitXqEcuegbjzqHysA9noW0s8vlt+2tojicAYgIniGDLT/vjtu0CxHcAytU+xtmA9yUpvAMQ5rhy
b6HXX83yxvtyaaqU25d4kAnDOT8fz4padE/VofYVuRPwdUMLfcqhcgHKm8BpsHJ1W02q34kUXMP1
T3txqlAkSNWIR5Ul+f9zqlkk5RbKjrU/WUNyaxWVsYsQSv+ILbnlJ9O4tbQrUsjvtYXXZFM+oB+/
VsiRe9UsilCvfSEglRbIlvmAc2b4AsYsPpSWCZFFIICISKXuRD8iaPJvkoAnHdmEyVd6OKobX3sV
Zfz6SRREKDAsnCvKHedrgPxiFs9zU/tWPnzgfNl7J6TEECYGcAxHhVtcq+YdXAUN0XgIE8kwaFRn
o27j5rxwicFGUWGn8EAs0ev577BixBv7TG9QtMORsXWm+SYFiuEpZhlvHK7zp+DXlCEXUtSBoktU
sfrsEhwWhP+S1s9Dy7nXB8jUfSDaz6/fXIZiadpSIVrSkPMJKTx10WSWre/UCqqcsZPtM3mipdqZ
NJaAlr8uNv09LWBHENh0e0F5nA/YBhF9XrlqffqKxb6b5fEGKfbhNGhJdHj93EyiIxMsDYiC9T6m
uV5MlLAbP4Pc4sPzLo7QNCasYzvHCyc83q+Pd2lzwEVVYL1TIQLbcD61Bv3lodTMxq/qfth3ltEe
UUQRbqAGW5icS9cRYR/+TWgS88fVzQvuh+pJFLV+W5qq1xhz8b7EyvAx0+E8pATsbqJk0GPaESbX
9Vk+1/P+E6P8+oIm4RF5P/+z5dVZnFGTNSczhleD6sKpcYAVjzgbuZPVt9Awpe59PDXBtymOmiPq
No58bMM43YPkB0UZBVnw2KKGSbshtOxbM4P6tNOlKDjpSkvfP7Mme+MkXQgHSMIMAy4zimnUQ8+/
SwBttVKdrvEHtC7vaTrfjcCOIIkV0WMZt9F7GIl2CLtwKvZaMTpbl9eypc8XDEMLKl6WYiDWxmY8
Hz8zkokiJkJmFprJSFkiuYVKUEJ3Cn1IU4HQ0CCsKQWN81XQf/SarmubnQ3n9eBkRf0hMWbt48ZH
XNKy1W9anFLQd4P7h3fv6iIDZVL1qLoLP6CZsLeizt5FidXCGA1i8Lu1BI59yEMXoqj9VoAteBOh
G/Xl+q94uYuxazFMVobyLUHEKnfsdaENTtlQ+AAt4dIkdVwWSjuoTSfdVLioHucMCy1lqouNo7pK
F5dN7DCiaYPqXrjqawrvTD3F0juJocEBLV34+cDDJWuHSoTip4WZ/akxh/B2dAIaW1pvqo9KLA8f
ri/AyxsDTXqwSjKC8cgsLUz6P592+mXKXBbo/mqSsJDkUemFj0qCung5bQQwl4fiKnUw3wJgt9qE
nOYStgdDIRjb/lOjBeUHyE3gLo91/MaBu/RdcTwl/KYnAMF0deBw9zU0MNrCN+RFZmLChaEF0aMO
1AUd7Zsd18XfgdWAEVdx59m8oC7tbd5NrmJMgMCXrZ6YMcmbKXUigZpypN4GJoiTWA5lt4Hr4cM7
FrdODdk1nLB7KubagHahbFS4lsd5fbwAbmJZJT8/ravjlaCcYsGWE37S2cVDKHowv3Nkqrdwl8qj
kqWvDxKxDIQyS4BIv/6FH2uPFQBGN1LuJyY9djq/PULbo6G4rTXOt3GoAIC4vneXvbmaInEQ1mrL
vYpSxOojozpoDXHg5H5PrcnreL7vpyS3qNo1wW0iKAf3uBn+i3OrsqEoODMuGd7q8elLkdgqzAjf
atvgoGVGej9qTbgfDYTJJKNDnhyEvuINYd94SdmmDxAyh+/Xp37hLPHu2fghUGsCwLT6EQ1aQ4iY
tch1673yz6T0+UGzxnyvGnX94fpQFzYSrzWCAzTZKCQ+g5j/yHNmWaH2ItWVj+dI+KNRneKmCFSQ
Yi2mhkaTzNXGZ710My4RJ1nOUvLBoP78TmoyFUysXVQ+FeHe8KSqDXKPHjbeVRIGIHKm939X3KjC
jykJHRrDDFpPCwMr869P/cIqa0vRyV7KxMBAV2eIvwOwC6qLzw3ujG7m1DTDRl3xtAAmgHd9sAu7
maka7KpntRNrdT3OttZXZddXfjq1xn2X59qb2RyMI4yYtzwBMPikWD5eH3M5IasTBAyfFoqDTKsF
M+l8pY3FxRvERuWHaaW8GXoj8Li/82/XR7lwGVPlYYwlSafivZpZAtUDeJYhfFg/mju1WnoTpHC0
ZovgDJlP/h54Kti4h9mOkn+xfQmGuSHoRS0SA+dTLDSzjozRIvrWguYux0nJ7aMesAkQNOVgRuVs
buzfCweGWGJpaVJ5Zwevp9v2VomsI2UmK4doh2J7vbPTud7Bk7Pe9pD2D9fX98I25VjiIIaqDVV+
ffXaZL08y/lEJVBY8Nby1LEf2mEu3gmg/Z+vD3VpbksCzLNCd4p1PV9NTTSKkFKLQFIrUnTJ0BYv
gly6xV8MFRLkpDZihuWorzYoUsKKYaCER2lp3Z3iO1mJbWeNv/ituInOoSAtnSygaxH22GY53NVK
DWaRu3j052myNqpal3+ATX5D4ZA9tJqw0VvQwQ1+AObfBSKOWXenIvuIYGuX3wkUOXYGfndwxKzy
c1Krn16/3JjMUAahnUqosho96bJEHjrk0AgxZqRwbBB4jaBB3fcwvbns842t9LLysnQ4UXZZ0Az8
ydpkx8qptRlG5ng2ThXHOF2ilHFUPBn7iQInlFMf4cAzzairjlKefJw6YMCAIaFlSHa/4b754nri
x9DdtajVokKNQdP5bpNTTG0cvXXwLR3a+3pMDBTX8PW4vsiXRiFh5ArUsBYiez4fJXDSAg1a0/ZQ
0QBx1ibwa5FbPF4f5cUhRSmKN5SuKT0EZKhWo5TMEcFCVfVGgA0QNhEAVWoD6BzcuVcPtZiDqbqM
uPSycqsrT4QW1xpG6R5KHcWXgZPxwZ5QLxyq2NyoDL6cFWUbBwuPJdbGS3d19ThjjhKtPakInYbz
hIh+3OH8kIRoUUCyQoXk+iIu+/3sOqBsTwdo6Z5Cr6Bjff6pjBpR0XjQAd9P5j9SHvS+MUxiX/cW
vZB8kDYW8sXhZyQaaUveTjGFG+h8OAUbN222RtWj+ol5bmFWDwgUtI94mC/m6E1zA/onjzxgxDPE
0lrSt47jMsJqwoBUACwvrBIi3GXv/hF8IZeA+4reqV7PBdu4oYJWvmvBkf4Emb5D4kGvtU86/GKa
YjnCyCCCUGb04RfnACNTpBM2Hjf70g8iqVJk2Eo0OVcffBDVnCpZrnl2I+l/2/AWd4iOVm9wing3
SQ2EZdG0P6IRR6FXf3rCUPxDEDzj/9aQpLyBatBWtKQyGM5Q9jTTq+SwvU0wKdhjdGZu3D0vo1Cu
fIfzQ0sVgBnNhfOlN61htlpJn70Zkkp6qBVwM24+15zeLOtAvjaGIMEcg0HtPdw+lOzgAGBciBKx
tfEOXDhm/BbQIBqdK50Y8fy3TAqamwV3s6ei7HMqK6DLQp4QXeSgbXzgS/OGiwSJZ+lcURZZfWFV
LZQaN5jJg/oS+Ykd9f5Qpv3t1OvFPkf7Z4c3T+HP84APSA/PNpia11m2UxtZYD2sOvETIKIXaw8v
AaYGtltehznOqQwUpIgC1K9ERU49wNDcuFcuHHSqifTtNThdSwR+vr5CWO1ihSZ7OYkH6IGoulek
Srpp7EL6MWJmN/hp7hRPgEUA6wZBaFsby37hZgO5sAQ6VKWp0K3KqUkAgxO1MdmjKob4h4yK5xg0
8wf41PMP3ME2DQkvHORFVpHyBLUY1DdX23vI1XRyggAXH0keopsUkaUbLcek3pVMAxQ5zaBFN7TM
U7jCetBtVeEvLDkJB2+HTHTDlJff98fNFiUovOLvBrpnka+Xs7mlTFOjJCHMThi7wLDqJ/SYg0Ol
9rObTdG/eCUJLXQW3FbBFqwXQM+SGmBiPXvD0Km7pFvIDEo4wgBGYOH63XUhqsIqgzoQuDFuFbxS
zic7hhi+O8LWvbFbQOKpmDUfZyYd2RBExHC/s740hVZ7NjJJR6SdM53oSjGQ80KaajDaaMMm8uXH
5zFDPxAkokGc8HwH/LH4mEspSk8bzwP2L+7D2ByPxLKYAvVzdlMUDQYHUd0fqE9vLcXLYIt61CL2
BjCRy2Vdb0w1omlEAg1vbPT4aKEyeSNxJDegsi9PE8HPgjpedhfW5qs7DAmMRhOxbngcK/XJDiv1
kFSR7iUaGilpulC8r3/hlxc0wxGsKgv4Br+U1TstRUi5qFpootSQ5l4RjLOvaQga8aXF/l8MtURd
4FFM9PJWd9WA4DbslAJ55yxX8H6yOTfo5bv2aG1dixeXkbiDC8lBCk9dzQpdZ5wwosCATaLdjdCz
kIzO0GDHbdkVcRJv3MKXdiVRHUhgGmZLreD8lMiqNODsRV6nTpV4Dx4423N0hduqTfIOCyu01hQt
OCD6l7w6uFiCZSpcHE2VnH21pjMdVXRvBtY0Vmq3F1oK8DKS74u2yY60TLYaMhcXlpYM5EBkUF80
1BW7DHBcU0zkhZLhaOH0/N4JDTK6LChOZizq79f3zMvLlnLactiB9qh0glaXLS2VqnBKxtPKQdqr
C5womoz6bphzXBIXIorUCdO1ayc9paWRHK4Pf2m6ND8pbnHfUxlZHUdEj3ItzVheVUzOMQgM7TDp
GoSj1tFv5jHc6pEvn+s8atZps5moB6MuCwJntW/FNKR44NamZ6Z54I48QGiJISyJBV8beFrTWvvQ
DLdC44ujksWZVAPpy6/LXBomqJmBGgfErUa/cRbnvCghehL2FKBn1lcHqHhb9tmXvixKyAsyg6RP
tdcpyphoDnaYhocFelm7HXqF+wZgir5Tot78mcohPi6yghOPhKUl5gK1Fb1//dcFBkiFlGeUtVxF
Em00DXMbqYYnYy9zU45a78+KFHhCmluv69qtpOjSbqIERULGO0INfHVN4FeYZTkVRU9StembjNT5
Hsxn+UUBXq/tmrRM/7k+wQuXOxUvwAJLecAEPnZ+L+G5Jsq80zRvaBSNl3GK9wYxrx9a3bfrI12Y
GlUCjTI7FR9ektXGxfYuz5RytjxUv+6Spvhazkbso0aeu0llbrXwL4wG8BrYNWEJyK21hG+ZZrjG
xrLlyR0qAJ1GNcLqNMXDJ7j2GsRSNqKOl+NxBUGRAay/lAzWMh51FUS5KeGqNE5Ktrd4od0hkSQ3
T2DVwfTuN6KAZ1To+T2AgAKwErruVA+ttbm3yDAZ1WSyhbqY1G+jHtvf7LnJ36KHKD/Is6b/jRdD
/yaKkvAUi67Cvcdyor2cx8MdiYBMfwEWdmYH9iciWFLd6197+Zrrn0d6o0ObIhLnS5zvK0fDQ0Ip
osDDhsg8cjKFq07ZcLo+yqVV56ToXP685AT856M0ZY++ZDIFXpwM5UE0JTJ5ufUeRUf8iKV2Ywe/
vATpxPHCQMe3FIBDy6/5I7LUaPkROjaBl45N76qZ5GAcWmp42+DPGhlW7sPV2kKTvjygVIMIHPjK
vHCcnvNBdS1pksjEDkSXMxn1NtQYsabU98QZr+7SENsRNhOjAIdbamznQ5W9M4MgbUiMs2i8aUPL
gkJalf6cocKVDnJ1i93l1styYX4GySHXDwyJBRZ8PiiSrLhxwq4Ha2cAcJERugoHq3vK27bdaBu/
fE/AAdAKIgWl4AqM/XyoRTLK6EI18nuzjd2s74x9JQ35FyXHXm1HF1fbTwPWCjgZt819bchi41Bc
OrQGzzYgFdJD/mR1KkgHzQHDSKSui7H8Icy+fhyGuUMgmnbVQc41weMNSZR3HZcaxHNLvykwXsJD
ewK80PL8IDnbfUDVJLqvAN5sRKkr4f2lOMESgbPnTSCro/J5vkRllmlBOEqRP/YTLkG1osU3sSqk
R8QBZOQMBvxd4jFX38yDKh6Ceojvm0WtpKoa9b7Sygl6/eIYJwFWHeUarcukqLtHVYqKL6ohaSrK
uhptzUoat9Z2+XqrG2fpg0GToLJOL2x1OoUO2icP2sjv5OKpFHJ2QtEiWvhTiGNYQIOivGkPaScQ
kbTS9iDx0EJb6OyHrFBDHxCJ2FjNF7cT9x/8QtqCNNX54yoyXcBjBXJtupsMVnQKi7TpUQSkoIjC
vfYOzY98/8rrkAE5QjwK9LGWas/51wtaHPG6UcJUTFPQsI0a7UZ06ujBuC9Poo/Sjdj3xdmFBMcw
AHepqJncwefjWdXc6UYAv0pH325fQWQBqQA0YR7s0Xv11AivGQWiggY0brWWRMJS0huF7vZDZSx2
M+r808Ev6MnJpcErSkRNrg+4rNXZdloajsRg3PcgeoiMzucmkZc1uagggFhtd0BEXznpete9uz7K
iyuJ/zgHjmIganGIxi1Pzp9PSpvUFKQW7kWMKmiJfqOvTEXmi9xCqQb1Hi/Lp/JdpEo9Mgr5FsT8
JfKX8VGD58zAG6BPtNoxkRRUGuY8jA+7xzPULrx1ZmRgNaNt3glJ0kYUGhr8y2NlUN6jHTbdp5bA
dDMNBvf6Ulxa8AUpC7WS4gYN7fOlEOAfFCuEBhOqTu5WQrG8oim2xPkunEniBXaRrS1MtTV5S66i
Xg0sfOXB9Pf7zkH4RgK8iGlV73hpqb26AbcsMPmaurBGl5z4fFYTTBFrBM7savQTTpjLF3dd1Wcb
a/ciMllGIW9YQG5cgOvoUxlyACKYWqEMrgXf7RwA1IAEMTUaeiZITLaq/mYCbLRBcr60mAudR6G8
AE99LXSIjDgNnsnCWFtpzc+NinH3zjCFvJ/1Skn8VkPh5vomuTwiZ4UCHxXtNc4OD8we3xUYPFU/
D7tcx3BPDqtsl2szUPUkaDcW9uWmxDiXsgkoGWonlOzPP1+uWumsFoyndqp0gHnXnug2Ghuzevn5
GIUWIyAVHHcwFz4fRXeQ16FGDS1qDtHmr+3E12pnehhEl4HcnCQHqwi5MTaAhC8Xk8BLI0PiKCxG
K6vJkQlxqDvOAkb22bEL6uSoy4Ptx3Yg3xp2Nm5McznB51cq46ErR7kQCyPDWD0XNN1zRzQO6OlW
L3zdGotT56iW7yhowNH4oxZn4E9TohC2FRwsU3kxNOySZwtfoHqry2UKcZUEUI1VoJqi39siATa2
hurXjZV7E9jkXaj09T5H3skzchUpIVPS3snYpm3EBC+fTE3mUBDuwgAh0l7dB20P3Ak3EuQclD71
g6pCZ1ZprRvTwETttWcFiUferyX0oFS0rnA2cThIaoByRNi1hmcJbXRrZZKOqoFSmNK0w+FfjIc8
ICIAVDmfBTb+fMuaTFMGMKNsJzaWj4MnC9iZ2R3ayjZc2WbaSIEvLSW4EU6mARyJkOf81HQmQnBG
i5BDaqPjhE9o5k0YqPidom715i9dAwuBm/o3nFCgDudDxVjG4zTIULUVdr5DIIfgFzLqr19AoAtU
EQlhKRGvzkc4TGEUVLXhDrB9d0GUmbjdTYFbB8k/Vo/rx/XhLt064I+AV9ElYhGX6+GP2AMJ+lRF
3JkIp2kqIqpEOWRpIbmSXDc3DRRvt1EKc2OTvAx4KOUxN04BnBFaU+eDKgJjUstqdTcIF/0dKXG6
NxiEd0cZNZ+SntyIaJBU5R/1VBI3I2psn6/PevlU65sACjExBg8mPO7VXYuiy+SkQMDcKZ4iL5Ox
OM27Kj4okuO8J+cVJC+FAy9fDG+vj3xpv1KwJcLhubSY/vnUtbEpSnNgve1MVHtAbOp9kk6PXaP1
3vWRnon260nS8UXJQcFGDfTK+VBYUcqpKYccxcYZop2KTyCEybCzvw92YFYY4uBMhEYI7uSeqYXI
JE55XDzIY1/iGFgk407PhcCTAoPxEP1lYZE+xW0z7MauxAXcibLFGwRI3qcG1bKfGSXn1i0qNW+O
gP0R25arQlAjMc3kh2a149fUHBGNogUAdsNI5q7YibkXG7iGC5troQeRA3EjEHGtdnRbRnPZz5DE
qxGKUJSa5k5zstZftGLdqEJoeHLMCmk7lEOyttgCDCmXxqc6r6P/vICJ1wfY0RpHGIGtIfoix18m
DV1q7GZq+duQKQ1SmUndIakGEnWnGynLgfBwr7mRMyn6QUR1ZRzStgveGDHuyzuVkjZI5DqrZuzZ
LXEKc6NC0o6mC8yjKB+2opAL+5OmMDinZ20D0oHzTZNMc25ENdGcJemjh0569jSMmJ2RdU/+9Q16
aSjYOjwWHAcQ3qtbQMs6IRROIVsGqCVfjSYNHuo8FVm7UZi9cMstxKD/N9TqwS305YpDYdU1jE65
7VWBlueSDu1I+lBebItqPI4oEW7EOheHNZZaEwkyHlurxdT1EDGVmBnaldkXCDw2eBUkQ4efsyw6
8dlxYskP9NreGPfCytI3RdmPEhMhxroHHdlNMUb8HlRAtfyYlpjR/1/SzqtXbiPY1r+IAHN45XBm
dlAOlqUXQpJt5sxm+vX3awH3HJFDDLF1ANsvglXT7O7qCqvWqnu3eRXq6s8X7yFPFEk/wZxEMm58
DKSusYfKr8mxnoqv6HU4Fw+KPkRczcz7ct/Wzvu7srWJVKcSYHEkCJDjLlc/DjDhfKtlR/q+ld1v
BwM8hRMiRWs7cG2qFbLeeg2xhxY1oLYb7wPaeeVTUoVHE1J7pjQ2SScNldMWm1MJWWXCbaacITSY
3qOiHc8IKjIqlZf/3F/UzkEklqABQuuO3HCLMx0KZ4K9LiSDmVvQTjBZXBBrp55bw7WYpY32AZlK
6+t9o3v7BZxNnguaWSS+a1dC2cCNK5GYKCwMbpClZf5ZYdL5830rex+RnJoggqIle7bxIpRIhT03
LK1rW/0rrIT/ImvsfLCb7A+Oupyik3knjEXb3TKcAUzqMBmnKh4oeCJLUvjzxFzOsoTK48sXRQjN
/ByuGHj05mTUhl7YuTcapx78aQBQvWdGfPk05aER3Le0t0nEz1IBkJlv2jTrTYpnbbSaEc+oQZ56
WWBzvjp9+GJsI+U6Oa/LlDUfiSO/tlKXljva0GFAk9n+INBrzi0R2LmC1uak2UP98AeLkuVPQnWZ
aW4WZSvebNYuLKsJ1dBXcBWTYIU5zJkHH2/vWkk2/f9vR57N34Jn+d7ohoIdY2QqS9Os2tfNRoD6
8ZZLVs/uU9cW4q/7i5PxyyasI9chc6Z7oMPOsDFKHRHdjWLhLmeOXiMD3SVfhmTuL03sOK9D0VnJ
y1MSWl7Q0hCsW0Tt8hf9tsxUy7pUqJx8rXcfUiVLT2rdo1oeLycpCn+Q0e2dSFm+BtgE0w8c8Wtr
bTmkxqT2nP2FOQAPjtoHYwjV6/2vuLd1cq5MpWZGzeqmzaWlZZH0unECyZS8ckKqcX2etEE5xwlz
wu7z6IX/3Td5uzCqLDqFHQCQ0ChtJw9SrddrDR7ZU05uAN13bX8g8nM/3bdym9rIWg6iDgxmyvLK
xh92xaDHMVO2DJA4+TWubfNhSLr2fdmE9SkC54ooX2eTY6XifN/y7SfFMiSZ1JJxWgyMrTfOFC0d
9Zb1lYUzvDYUI/kCnlk8V30Dg1GEZKayWO5BO+/W/VNEklVHCaJl/kp+9N/OJpXNLo+5hbCEDBEs
KD3chj3d/SJPxIFXub140hRYTvztr3rZ2pSWRDaUPZiaKxtuXC/xTlADZ8GU9j9nBWbp+59zzxwu
02M6z6bouCWf6q2UjujCPc8G0ZwkJi+w4yz2kTzOPmeiUA7quHvHU7oUOQpJLLKFRScaJEHwbOCj
o07zPaPwglIJ9YOXbe+QgMWgIPWrYLMtfaUtbHhMHYIy8VDtJu0drwq6WSd1GftTkjRuwLRcGdz/
lDtLo1sEo4iccQQlsT2ZFMt7JrHZOSUan3M9j1HB7ozTfSs7R5F006VRT/+Rjt8m3jEbxy76HCui
QPTBdUokO027ewvlV/bifIZYR5ZO+H+pom57bojniMEuuOR6qoYBkRbCoLG7BN6CDrZmlmixwdj9
4meAqWc2RwZABFtbo2WzJGZd8trFpviqZZH7RC+r/KIoowJdcpEdnBS5Ket3To7IgrKgNUUvcwvh
dVB0z4tlhg3Mncd3ZjpOZ+aMnRPUMNEpb+rxxMx78TRFcfHBjfUj1sbb3WQmgoddpTnD1Kq1CVny
eMhVb3bA5RfR+M21Q7UJSmbizks1R+Lg0+4akyULNhTJpO0UYDEukyqWkiHgBuKuJpnNV+0y21cS
Ve3g4bsdf4CCBiE+OTVP2RR+hrUbKxUHxTUxF0E85gMzP8N0VrkSZy8V83PUT9kra4IEaYotZoGV
6ZU5uO27+zfl9j5ilzaVfKEgj9kCDEDQKLaxQIYDD+/0qCZafY6SJb78gRX5zhJ1EgOiVrN6GkjI
OaO5WwSjLvqHhFAXBAU1v/tWbt20DFKYoJFFPValr60YPfJjWUkJzegoc6NWOTzqqP8+JfYI3ZtW
9d3BBu59PHyYQYhkMTK5hX5HZgdJMrCBYGmM9kOvZfbroXa7Fz92rAjsBzgVXTJcbj5ekToQ3C5x
CVYOJVxo6Z2nfKkmyM6mwu+16Mje7buwtic/82/v+FzRTGYspQycWUEO2PK+wMw6PyRWlTKp6X7r
vdg7uHQ3O8ckMT0vCZ6jWHczH4EygKgh5iuCSUfseUiFdxpNp30wJexcS6ojzP7NJcce8wAUolAE
lFn/eolOXC5dj0xsgBxgggxGTcPHAMbAr+wPHrxfbZ2V85S2DNk+4JAwMr2JAifcYwWTbxF07TAj
RzJO0d+cpemts4gB7rqkKGm2zagSFsI7N7VnfEfdUS/8NlPTV/0S658X3YBZdE7hxM3yglLSNAAt
NsviO2wf/H4Us7/MhdE9aHY7vx/CpEKRYEB4J9bjgx7l7pfDZ9F44YWlS7r+cmUNz/PEdQqSYrJf
jaojEAAg43E71HnuX+ebcyg/HGbAYUie0S0AQUyOMY2k3wHic9+s0S2/j2ExX8u0j4HMN106nMw8
OaK+27MqkWBMQPLvzexf6cXElMZUBJWizWdvmWqGHywFIdA6uhS9ooLR17Xz/aXufVUKJswdm3Qi
wGiuvyq6ciJsbCUPUBwXQZvqc4ACdkepsDwCce+aotEDpgwyQXK7talx6WYnAhkQ9CC/fCu2mlOW
jGEQN9r8Un/MBkKpB7k72ABZfFqbit1oNEfXzIN+LNyrQzctGKx+OCtZHF8Mrwj/uv8Vb99TaRDI
osn8ASwQW9iFMlFu08GsBNoUpYi+mpV3AeScPwkUVxARXLpnJDY7WHmz6p/EQwrIUdPq4EXdOUBY
AfPB0Bpthy1ni1eAEqxKNwu6IXGCNjGqYJnM2rdgv3jjhV4DSbpZHhjd2VVcJzEhlXUevi2spSt6
JhXRZwkgMUQXJw3HT4vmdDReQEjc/8q7pihSgddkuIO4bL2rTcmo8jxiKmrV6Np1eYQCvI6Ii4Ua
6h+YIij5BfUgQpLv728vEfSDgymFnIJoaDwf/U33gjLLdKrK9qjUcRPiEv1IMjsgvdA7k8KtTUVF
KvFJYQb3C9mWGmXWtYasHJ1iz/tpW810Rv3EfGglUgE2qaO0aO+jAsqWHF2kEhQl1uYbIiJbJTEP
Wqh//UEoULfWKurQdSgOijo7b62k6udo0iTACWw8+OKkcVNYUnDLGFTGx9r6Yx4uDp+3LR+0wsiv
9zdx7z5QPCX6s4G0UHZZL80QFEjsbMqDLNLrp8KxmnNV6wgzKy2NNK1AfzZOmwPXIxexeXShBP9f
o5tHN6EqN7TQaAYTotYFaWA+I49NGF+VmfOYGUZ88TJHQ+LK1LOv9xe8a5tSFpgLMNTAI9cLdrVp
7gd9IV2ZeqTAEHH2iQytk9oZ8aktxffMK7UnMdlHiL29Q0T5WPLhQtkKzmRt2JvL0lUQZA7Ufoke
ZnLfz6mKaDru6gj+uWuKaO3XMymZmtamqGrlZa2WOeME2vulUJ2P1eCMpwWRp5dWlbiYhgc+ltxE
8vZvFsVHm0xG9bIAUF1yWrpFOY8TiMx0ctrLyzeOXIyZd4I9oIibm1FSE0xtFXcDR2j5OBdp2/he
Xnxomla5Gmgs07PWlFOst9Pn+5b3Xi7qkJC9Yt5hbE66p988HWhT+AlHC0+3KFqge6lxaVq1e3Rn
W8pKo5DuO4n7ZWjiqvV12UgfFMs9CFX3bqqUSqZNKil+tkNlc5hksm6SBb2Zeo9CjyHpM8v41OTl
d82NjIB2zhGT200KxfZKhAkdI+J+Vr5eOPrcSA3XMzYTZj8nsxPvoftxDwpqe1eSgRQYi2Qdg4HP
tZWeUfsp7pBLa2GUeVua7Kc7T+GF1/KbE1r1cmp6p34z27BYHHzUvYeFCT3muejq8IZtFjiWA+xF
bZEH5qC39cnsk/E8dVn0YFlZ+yXta/e760WIkbVuMZ+6xVWPpBn2HL4cvweFAasHUclm8SJrYthH
s8DmkTuRPoMMiUWKej3Vm7Q0kwPfu+cb5AtK9A6Omqr+2l7aIN+YoDwYuLO3BFpjp5d6hq/fDTF/
/97sLY3RH5J+qkNc262pdnK6pDIIe7xE973KtZnjD7uH3C7nMwqN5sE5ul0a/lWyd9I6o7q47ebb
ZqstYRRlwTCNH6K2E0+9SqCZg+F5d39le5aAYshFwZBELXj9EXPJ6+WZHQq8aS2uo8plBxw/XIp2
MA9O6C1jgER88A8daflibv2e15UmxeCCiFVJpq/oug2Nb9ItRvavG5ePM529f8Ypn06dJ5AZtS0B
s1hp+zotjEsxjtWBN7z1Q/wYSZCKS2TycgskzFXFMfslww8rSf6pKq0xO+VWZz7YI+UqPyzq7nMk
6jI6OE27dqmwSIUJ4AbbVq/Q6fv3Q5oFEKD+nBQlOYM+cF4Ji1I42fYcFMIyPr58n5naQJZA8v7d
oOw9+l5m0VRZYI5azpzgiGheOqqvZwNFjT8wxasGPR5egDxpfaSWUUT8pWxzC6rxYrnJwo1pbKRM
2iMBqtt7iWA1/k6+2BLVv3E5HdyjljAxNZp65Q8Zg+49MW7QRJH6ANrsqJWxd1vkqwXIBjgokM31
0trERtE5b6RetfU2dtvqxFteXtw+Xh7vf8S9lZEocDokSPPmvULDxnCZUcsoSiSSkoh5haUpIn9K
ku5jn4/lAYTu9n2UMBGiZiYxyCq3m2bqc6Q4lZMGttY0l8FRureN2+ovhULiAUC+SL5/Oci+7dJr
ekWNv6jTADbTwafyYZ+tjFaXwOec73/AvQX9bkpu5W+RTpmYfRn3mHKBHLzN+jC9wuA9/MFVJo+i
CQmOn2l1Y21l4inUIuRv4ArLpmev7N3XYQubqIXK8w+nZLy57qujccKdsyGFRiT1Cn6L67w2GnVl
ofLcJwFdtH/CkNIN2AAHEQzmzOZQPWry7nzJXxzbAEpJ+uGWWZsLIaNCdNBM4ABouksXo70MyeXL
hM8cHBP5hCyEEe3TrNgewBZpVjNusCKKemgBCIfVqYFQ+NsUK9MbwKVHHYmdu8w8AnUFIlFu2rYW
BvGei0VDnsWpPTH0ZZ3sOHb8OT3kHNn7gjx4FBaoZ/L6bdwUffuKOTY2rPGaNhgirQ8KNz5qVu+9
r7KEyRQVYQqB7iZZMuKMIW/8bZCPoeojW6L91ELFLH30mGFVyaVKDMIEQTx56jWCLekE80l+LUVZ
nsbCFt/v38C9DyzRCConlKxq23UyGTFHab1N4GNXkrfakoev8XdwE6nREfpx50V16I7SqKRLyRTo
5kZ0KF/ZxVInATopaMM6TQsWR/Q94OV2gJpICwEeecvDSxcop9Z4S2HkJrm4qTvqdPBcNWPOqk28
sz6J1s8mfIGVJulBdnp75Q2mh0GHMfJOE3ir7wCK36nVLEmCYkL8Numa4QxeDZ2WimF+T4NJ9/7S
bk8s4D1ZVKXOxyK3KRrDwKDEerj0F8jhvlDmLc5MCirX+1ZuTwiUSQ5pEveC7vIWySGyyc4ZZ48D
VO6NoGjSBo6sDnkdhF/8+6b2FsS4KjkZXFW3RO1jCclcqSlRQLCuAHpjGHmkwh/ctyIv8rochAUK
wkybcwo5zWtXCcsoHcEhnoISKqr3auulF9uCb6olLbxm/G++Eynl+66Zj0AxOweE95vCIoGQ7DZt
MhSGy53JQzA24PFFxqX3xKUzuvnfcklRiiiz+eDs79qjYvprpIIrsAnyEFwKO6vHXtgWM8ipKj8V
qogePb2Zr3aOuzvYwNsrTt5AkEfrVZPkMNtEpe7hFSoIjtH9Dq81E7rQmi76KUygmqdPhXR2ItKD
eGXPKHOp+DCSesjF5AH+LYgYMoOgfJqmgOH48qxnAvF0dMkDzRbKK1uPqvcJwmYHMcXOrQAa/L9G
5af/zaiqt8AjwD7QBLXDU9Us7jP9J/S0+zz6cP+87q6PCB1ef27GzRhyn+XtONScVzRx5x+aNqKY
4aIZfkn0WQm6gqNUVs6LB8ZIAZk95MpThobUdbOVJlxC1RTnU5BZjKfQcJuDCQbyJ8JPj9Ke5b7c
zWCP6AzpAJnDb3axFouHYFY5BakzNyeinP5swjx5Gp3Uudz/oDsOgKzuFwEgLS/eovXehaHSDZWo
p6CjbfO8QKlwbkODuaI0TTXtAQoc5Rpqavm6MsbwwPaOi6OzJxthVGCoh2zOTaZPqWi8ZeS9Gz92
qCi9nRoz/XR/gTuHE/lkpo2hZSLW2FZCCJi0Ev3WMRCxIWkVRXLlea+DLJmbg5Rk53Ay30e7Ujo2
mAY24YyXZNlceXhPt6Qx32bDQjFSLZ8Ki1ZfXqfdX0ox5AdGd9YHrwHVO+lHNR7c9QbOqrJQlUnG
wPYmz4/LXA1gVu8eUmfs/PufUu7H+rFgepvRcIbSqbxAprA2ZVtdqHkjA/6cyOSbAgbuZDIb9YEC
XhGk1PwPikq79gBrAsIBd0ThY21vBmxRjy3xkDlb7lORT8nrOI9qRoynqPjReKI4MHh7IFkgbVnJ
z0a+vG02dW7cjJO2DIHWoosSIY3znHRTf/AS7ViBcU5iiyQTEDDi9bIKNRxslHVEAH1E8iAREE9a
qx9N2u98POo1TC+CwuFUbmtFy2B0QuNVRT0SlKZfDKj6hGOUfVFakTwvWhseFAB2liWHpCQ3BKUp
3tn1siprrBL6uSLwKlO91s6gnOPjufrbO0bYSg8CXhxpZwtQXlw9azx7EUFvdcm7qO3DJ6WdEzzz
qFFJFs472Evagx3b+5ZwThCmwOEks8r10pJEEcQrlgDOVLg/4PvNTxGTMQ/xDNF2OkxH7Da3d5rk
i5KjJOdkPGCL0uy8homvuhiQgCqmsx4nzVNrcmAo3B4heHd2jdYKICpKbcxgbgE/s0g9ED8lR74c
mqcmNbRrFpOS3PccOwviFoMEk2zOrGlz5BcrVVpXY0FTmOfv9LTtz6lZoSwYH5Gq3loCKgLMGjpH
EDLm1mfQp4qdPq2IRVy1fWt2qvXJK4pF95Ox8eKDZf3S8Fx7RKz92iUIknHBm9cTlq0hQTBvCkQS
VwPs36VE5i+J6/hQWZBeLTRYHkRUzMPVIqaB4GdOLIijylQlha1VK/dDZIl/9otidafM66vP4zjP
PxW3Sz7NsTn8JG71wOg1EKA9zFSXDT8fdWMJ7m/Q7bViApDaAuwYkiZjCxAZhmLMjCjpgySiVOPH
U1F9zugYRX4BQYkPrTozWN54cK9uWV2oTVIYYpYAYlaO/Obx8vC4XRHXfTAw3/VlChcFtuPBWrRz
LcTcXxMx2hdTCuxe2pF5c3sOjf8Up61tf8li0ztwYbf3HLptckeJ3oBVfavVPcUMAIw0F4IK2tjn
jkz5PEd5fjKGrH/OEic6eG/27NGOBjBCV5wzKy/nb4Gzicx7pqU9wVdh6acCTtyz1zB0GwOb9AWa
WQeB+u1lp8KNFjlZCQ7m5kHtBjoqeUVcmThJA8yh5QaW2VG0vGdFukqatbTbcdXrVSH+CUIbHGYw
lKl3rZC/vdCNag9O7O1Fl0REksuQB5t4ZBMcDEurVRHSskGku8mZklv73gybzFe5gy8GhkhTxKhM
gdMD3sIH0hkce+41hP8oiiE5XYzfCgchVkLy6cEOq+iv+5dxb2kwU0C4BM2lZERff8AaejUmmYiL
a3NyTy1k5KmvlxUUZYad/3y5LRmIcPyo21OyWdvqlFpwYGCmmjszfub1C88Un7LXgzKXR5pSO06G
A0GsKpWaCBQ262qnqcQTRCRvqlAflMlz/FCPK78Gf/TYzNZ00knTz/cXuIMggMCE4Bgeah4GQOXr
FYZaM3m9Kn301AiAikn8schGcYpL7pc7W+JhhhrsUUcb7tQ16nLp5kH7+/6PkDbW74QE3VG6ZUgG
btYtimHyIm9ZcnZUNAKyvlESj/AUjO6P+3b2Tg6BMkRdcigNarz1Wt3ccQT8XGQgC3Xigm6in9du
jWxsPR181z3fBc0QdnhmSVM3pmgjzKMyh1CacQ/9FA65S51CYZC67bOdjcPX+yuT53DzBYkqYYmR
gZ8BinC9smXKEiRjZZ5aWhpyoeA0ReLVjT8si/Yw98gSx7Hw/MFYjgjWdo6tjMHIQPAArHgT/YHR
0PSizQgpoiVDQdzIezAntOwNvVf+plFY+pNTT9f7C97ZypXVzfc18mhelpGagwH1z0Pm5vOzFkXT
qfbEEZ3L/gJlJVqShnJs1t+WRSuNOuPfJjVKLpNpzwBaKsobgucY6fTx2c20I4kL+ZduN1SiUUEU
01i3tmhJJ6wmyDg0OP8y1QYC10ZvwnFpX9za5XWlHymDK5KFLSlpPo0qFLIJL54X/d3nqfMhX5zw
0hqCsdT7G/Yr/d2uiFIfdW9iKZQQ5Wf+7TWHwSBc+gqcjN25xVsrzsXjEIUmAOKkeqNNk/JPP7d9
oHdO9wQjdPXBGLN+OeEcsg/JsMTv9dD+J4rN8ES40f1Hr5USbG7NqMFF4qjbuHefmKQjT6PxjbbX
phwaRiOchDXPpx4vklgKXvC8BVxZATIK4HCuzpEolzN9feXgNb09bdSZcYYqLpn2x/a0jXZv9Znj
QF+l1snsN25Wv1dLtRl9qvbJO22ZXe1RMO4THRi+vVHUZFRSOOqiyEBsUQzDYAAZmakA97NtX5a+
8Z5J8XN/GcLwxc4RU3KOD0JnWklbsmq7V0N7mvBW6ayUzO86Qx0o7Wi/tZSq6fysM47oinYXJ5NF
wCGAY7YU5KrStBC2CN7W3hoDYEb2pUBDw0/0Vnu4f9Bvjw6Lo68Kbw+Qcg7P5pyHQk9N+I+ConfM
S68v2b+ZUrpvUertzvXAsJ/VMwiqqtkRRP/2zcEyPooOHRUUCihry0ZkNI3tcZvneplOXjaFr6qC
Ny4OR4hyyqxuP95f6q5BNJZoXVP2ArK6Nkj82sxeIgNm12meHUb4/LxKq1PRTvolTgAH37cnX7G1
C3Ep+tDGQpVFprGbTxuZGiovNZ64QAf9KWmN8cnT4N+ZEXwK4GXKP1aAOa7VUC++ubTfX2zddGRR
3eAHAIPeZLORnjeCxiBJoG3SV44SKre+Ubh4L6/tTxnzHRdGzMrXaSL6s6Y3+eX+D9g5xKsfsH1p
x0bRitHpg76hk0ePBAxJXwyvOms6GnS6fX4IJ+hf8XsBtNKCXu/spGWOh5iQCJC77gJoIKEAcfsj
JMLegvB2XEjKiXDCbg/sOFp2PTQiaGxa9uGMo5lDgRR86r1YPYNKBKV0+hMEKpJofb2ghD+sNVOI
QM1QSQ01M/PLEX7Cei7UU6wcckjtLY1RQkIGVka0twnIhrKdaqtWRWBlUfngKjjSuK+W1zVIzdP9
Y3HLRi3XxoH81QdFkWpzLvpMqQTgEkqLFFJU4i4a2X42K84P+lre4iP/a10QWp7L66yrCInH0O+8
dUVsFbTbBCRDoCU0cabMXH3M5tB+VUckAtf7P3P3i0jJRmj3DErk8s9/e/9pu1EMynsR6EnfPogB
bqqpjT8lUe4duKWdugmxIepczPqDBqRSvTY1DW7kNZrOZld1d2m7ClU6hYpu3abo8ZYlenB6LS7o
rUxcW9U9uZDlPjGt1R5szY6D5IcQP1BvIwvYPjvNzASugJsuqETuRbiMxfJhbLNPpLYGo4qR8+IM
hyfO5guTAhCvbruqMfpvdZFGYzDFiXh03IF65TBQdLNC5WBtO86YmQGg53gK0sZtu0MtKvB48zgE
pW0gQMB42OOSFmmAwkgfMFWYME6gDg/NEi+BUSRHoMud40Sdm2octmUqtzn0wmaKNqlcui1JpD65
ufGjQHTnr6E9vF87vpAcDvwjF4xK8BaJ3Zh1XapJCHFzWRtn0Wf1pyVskgM+gN31gDGnyIxuEh3h
9Zm1mtyMSUiHoJ2K5SldxvEc54lG0VSpD3ZuJ0KhVgMLBqMu4Lu34VfjeGVBB2YILDsuPoulK5/y
0DM+aHqm+0ONJFWZaJNf9ObLq1LguymlUJfSQNl5Gx/gKJwowOYD3B6NFjBtQ5jbVOl5jnvjIFbY
dQKMf0h2GOA8OP31B4XPWHS9Reev7b3mompFdC3KtDpPWfyxr6zs3WDp/SucUREM9pL5wnOrqyAh
Ovjaez6AiJrZcsaUgUlunJEmXLdxq3wMqhluPD9fuhGpCS2fvsSlCVY6nqEPu+9qd3IIgNCMDjNA
SW/X2NwNc9btfElp6npNn9DxHwwEqWzn2Z1R15lQHjspIXxR943uXRO5sTTCYVglW15/75kpQqFb
gu9N6uTn9qR8MOYqfXffyt41IaiWB4gojCHytRUnNRLLbFG/M/rIOofhUPmQ1zVvJr06Gi7f/Yqc
G94RqkUAG9amvGhOBYpeQ4CmMfSJWsh0bSKG6gwJ5L+weg2fc9U8yvv31seDBZKCE+PyeK2NmoVm
CbuqxgBOjolDKboqUIWtvxG5dSS1sLdACt0qp1N2GbZ9u7xdQn2MZ1yONsTuo231SfKhgTTa+mxM
8pWKKghyLX3MjzpDe3cC4Cm1AFwar8cmvByX2TR7OBaCWoWTPiJ+D+qhExeRaOMZTOEROceRvU3o
HmrhZNQp9pK6TwO1GeJz3rTVRZ099xINxhGr2N4uMsgCkpD/yO1c76KkEhrEXA2BAobtC1J7aGKL
0EQUoK2Sgy7Jka3NMTUmJv8zHRgAEBT9PM6W91TOFMGqOT6C5++aolZMaxmMKy3E9bKi3mjghwQA
YNSF9bkXqK/EQ6GeJ8V++fgeHV4QG7TdZDq9rUZkg6eMlc7ZrJTWu8Ju5171titPHtfjct+l7Dku
qHAQRiSGJuvZHA4eILe09GEImKEytXPJ9xzkAMKRV947hCQCnHaYmcBdb1xXnCVU2k2XqNS0k/em
ktt0Faz0qXbMqPNFtxzd773tkoKtjEGStjLrtN4uF1l4uGoiALNEaBfVFualKZFhCyehHxQ9dk1J
fANCrTszInR2o1JfQgJddS7PGWKhnzgYgnKAlR6Y2tsu0Lm0SKiMkjRuPmMbujrav8kQeOHQPZak
dR8V5VCgYHdBwMhtnlG6vluwEuRcixvDIBRUDFBcU7tA98oeROUnVZ0dvGl7fhiU2f/Y2uxTb1SG
mzoAGCAayK9MMbnPjjK53/ucmU5FjZ0gZarsD049/ToIFoCXU+qUQeJv6Vie1n0jUlwUVY3q30Jr
Gd6Kejc8iAp2v+OvCVw50wzcZm3GyvNUlCOHnuHmNH3U8sh8ciOTSyzCpQnu3+RdY4xgSayGxCBv
npUWiFcVzTU5wdCZoW/UVvw0960yX00NL+//gTUAAfBTQk+ECPd6aRrcVeqQpb9gKNUbOxxRBJmM
pyg/pO3aWxffDiEbQHpyJGBtKdRSR1MYrwM7lEeBuoTtIyogn+OhUg5w6XupAbkHKSRpOjo9m/DD
XprWLhO+YI2a1RdlglTAqfRMUl4n56HvVb+clPy0TPmX+x9T2/OOMkRGpBG6G27deo2R7SlZMZJl
9Ym5PNsj4t6VNVfXVAyQugvFuuaFOb1r6iH5G+qk8LnV02Q5QdOdnau46q52Ghnf1FAU9qvcjst/
hTHM/93/kbv7INsC+HAaltvDDPF4nWoe75+njtbHNB5B1+ZK9I83pEeCJXufg8YMKAsAk7INsf4c
VslMauPwKJWhBz8t/uFidzOk/jrYB4S7juap95YmoS1EuiATgJyu7fWllvCUTDzt2QyRWGmnX0xJ
fl717p8kgQwT0jeTuSdMl2tTXN2Y/iRLs5sUFYY5E/TtYi8eP9LWV9Q/uKXyqXBhAmKya5t+VVJX
kCkMQj8tDR/gH+gfSj0xTugZxuf7x2Nvz0DBybwL1Ap40/XChsGJI3OkQDzIBn6ko109leZMJh1l
CGp7Q/7tvsG9TaOoSdUAuBYJw8bfDWbTu0aSApXsTOUxynX4oMshXrikfXjwSO09u7DOQXBA4UCm
JuvFkcw71WxiqxrM4UOW2b0SkA4Ozun+mnbsyDYrU2NML9KO2rxLjt7NZQFZbWCNRvxoFXNzzsOm
+PoHVgACAMMhz7pprzLRUwxFlFCMLLquugxVrD9GiT561/+bnc1Zp4IDMpEnMACaNfmzO9VAt+Lk
oHX3S15s0xih0Ey1UyIoCGI3J88yvWTQ0H8Nat2I5yc7rybNr+octzQ0efa32ifV93GuWvFgVLlG
MiJiBvtNUCXf0bLSjbM6W92jpkZKDD+Po2dUSN2h95nR6r+1paYpfl9Av/RuQdY7ejO0WSl932wM
/hCWxnISzM1m1BZS89HtyB/ObZUtn9o5b8OD+G/nlsnxPlhhyEIolW3qOqPVMSY5INsbltDhukUy
f2yryH1QRy/xjU7rLi/fQmJADssvDPm2c5CFpenV8D8EEOHCFz6Oaus7fV0f5cQ7USD1OCZpiZ+p
gm3LDXrXFOlQq3R32pbpMx2oPyGaGiDA0V+UmvClJxc6OJ87HkSOUtBwpupIUrdx+4DuWyYp+ZhK
KdQLbTftQ1cXmm/pS3NwSPcutuStpNEDAwKh59qBiJxSCpLXPWc0s6h6FdkXgz7wQQCzZ0UW/iUP
pxzhk6fnt7C2VvRBV6KSJl2jKn8DJx1Tf6QkHtw/FHvVRRmr0KqXJN68nGs7ltdnZqe7PWzTiVAD
x6vEGz2dtH+sUCvnxyYcISRs2i4aX49t2X9EqX3+kdq2op1NLUPV5P7v2dtHYjZqOagaMXywuRTA
FOsUrCh+xqBgtUSa/gAM9r9S648Q0XuW4H8DpiUHKhiMWy+8GdVJDRfk0F3KYF8Hje4WlLLZ5IcI
iB683XtXQu4liQP1MKaJ17ayKcryzlC6QOsUR3utR44DgnFIlepkQmWbffBSxc19yP6mH/e/p/yb
tw6VuilehjYKL8QmGp27vO00FG2D2FJRF5n7HIEd1Hjeal5kn5hEn/9gA2mAMlnr0AxlPH691NhS
XFNRBmKHHOerOIoDlTJ0/rWt1wdnd3dtRJVyYJ8S3JZkIUff2sxGqw+q3uwfkWuyT6EVD9fBrsWj
JTmP73/L3RMDehfmN5AC9DfWS2spBRPO4mPMbgif40ox/CLxtCcj1o46G3tLo6EshdCpHAGfWZsa
4CbqB5gCmBvurKsY5vQU105ycbqw/0vB/kGwsusGwGfB703YRxgpf9Bv7oaQb4TVlNGHgs7OqRiE
6/n9ND3XU7lE/lh00+dyMeefloMsn2+IKb3Sno3e20ZWHt2Wve/8+2/Z3Ewqc50ZUYEPBr4NVPiM
bEISbEGBEkd/8Gzg84C3/OJK2AI/4tgYkMNhegaWNnFKzFIDtJl2l6adzPP907Pn0OH/lZdQqnxt
n3tNHVOI0ch941nJTpmuj68ouqp/37ey10MHKC0JGCilSBjUZiNds+0mZRLMv1aOfU5Hbb4YidsE
4P0ZMrbd8ZVlpNWruASO1zXWPPuUu6b+0mbCYYaBIssVrHf1qQwt67EnXz6Iv3/RMmxdEuhYEMIQ
fXLGN0+1DmFiCbMYE0t62/9bLanz2lTnebqW3GMGaDtkkIvM6bjIdei+iXKz/xmbRnZBbjf9ntSG
VkCJO7nGwQbtHTv6lWSOGvtD/rj+cmUNO5BGuRvoaeskp2YM3Qcwmda3jsnaA1eyd78lJwC5AQ8d
uMi1rTYVsDxMswiSYZw+ZiiSnEo3DBEBUxa/SRLz/f1jsbM2BppAC0NBwOjbzfVuq2UhWmNtSjPP
QelNpPyG3dj6WTMmNztwJzvVF2ihGejGndCY3U6bmpC5joPLtFEauqZvC5jTS3N0/LGpy9egefVL
kqlf9WnsDmKz3XVK/jYq7TztWyCO01VMiOYMIFGIHANTT9OrmwGuVwf3iGRhB3AuZ8wlNJr0C/by
zR6WzCbNhtZwoUsjeWhmofulUwvfS5EvVnrXOWlhN76PFFyJMiboChjzi2WbsEyTkrlemN2Yudq6
7RB4U9zT3BLC0y6xZ38XoivPHRwXByd2f7nkZEAypOTEVlvXcdMG1D111mHRlLdWGVkfGPJyn7wR
VRQ1bjN/WWbn/3F2Xr1xI+ka/kUEmMMtye5WtmTLsuwbwh7bRRZTMYdffx76Ys90q6GGB9hdDDBe
VxcrfeENcYlMfOhZi7fzZXLpZTgTRxFB/e83nKJZfRgapB5IxSuza19nna6zi5fIJwQNqptpzoKn
Tpb5hTztzMVNHEr3mWNDTnN6VrskSLWyBB8yduMUIqlh3iaEqBdGOXMjbNQFelJUCzZvluMbQSDA
2hcuoxg4NjyLVNYyauzee1inRd8lKaWYCyt6dl4s5GbIyMxOwxldz7oh6XQ+pp0ua1gGrV6HZhrY
v/7+7oG5/L9xTmIZOIFpAzCBCqCj1H6ay2TXKKA1Uzk1F2DgZ6dkAuPBqIRE8DT4VOlajKs3sFRN
PWFcjvWR3WSXSprndiHaqsjHsBUxEDmpILkWypRKslSDTUgvzGSLc+15NyxtE6dctVfl4l5iW527
2QhxqcpBlEb34WRQ361R4hz+lGzr6kZfEKvuHazGMEhIL9zeZ7fiViQA07x5sJ880MYKLqLvaUy5
NTrnFQ7JRrj6XG8w6opYVF336T/skE1+yIJlAoz/JLCefDSixUxoZDUWDHO50h7VPPHZ7Yr88F+G
IgwjOQFefMq5MpbV15at6WZ0eQ6xd6njxpf+zqut6sJnPLdiOFShos5/qUVvj+S/Qmq7RSXe0LbL
qqmbl6FZxTfsOpy7qTKS5/dndW7fb1H7RgJHgeT0vfVn0XvDtPWLdOk/w5EuXjTECf7LhCh5kcEi
/EaOfjyhXtcgkPQ8eJTptD3OHU045a26mir90mtzbgvCGQGhjJgD2ownO0LgQDIbPu+4KgaxR0dd
uypamT+v1tDukeBKLlwc5440OAAmtYnU8BmPp9bCNRc4EZAH2HMTq0EPPqRinkOfCscuS60U/901
+fH+qp3bIKwX5U5gRgQsJ+fMlZpSM/4nsShz/xke/4Tp96Bukwm19PeHOheQ/Wuo0+SDPDlvckVZ
RffTct5naaY9FLWnqdDFNTPyeqe8n70K/CPXXRC/P/i5xeTdRKaU2IGa+Mm+WZXMbEVdLt58ge7J
LD8UTqvHurms95mZXvJWP3cYQG3BINiqOmDXj9fSdJoUxdcJyLetQwGyHczTO/2SbtPZxSOL2xhj
3JSn0V+DfVNT5pSPnGwVO6zOqt2UqoZSdNJdOHfnNiebctOeo+4AYOx4QmmCUhPmXmzOdVhA4izL
ThayCvvWMfdWbmHbkaI9/f6inf2KwNPohwBuAhp7PGhulqYUHXVBAHr5QfX4TMD5uNRCOzcK9zB7
nxok2I6TrZEg82G5WUH7Yi4VYAEMZJY+KXfvz+XcWhGzokwCvJy0eNug/7qJ5xWmrTOy+yUinF8y
Wc0hrJ1FhF7u/peoamOgQQLleTHewF9R1y8Gl+KFp3xnL526hDrjX6J1nTtSBKRcjxZkZaKQ4xlt
du0yHXQYQFrfI6Vub9GAUx5UmZfXnleLC0f4XH2IUABczAZJYMyTx4ymnQ68AnIk1sggMbM1OBRa
5t7Z2prupgScvrUqZ9+skgZL7lbY0dnJYTWXSybx52ZOP3nz70AIjkbR8cz7aZzMwptI7mxn+GnZ
hYxKAC3Ym+EzYQhpf31/75wdj8yKUjEuxsD+j8ebPTw0hp7xOi1tr9w06UJMX7rbqbHXaLSW6QJ8
+tyJoAm6oSQQS3jrlJ4lix9MsNfSuQ32IujyzxN+qf8hDEJvingLjUBCypNZGUWRWsYM4UklphZW
hhTxovnEsVrwHxhrEHBgrLF9Np2Tk4ukbrkW8fGGI+f2SSidpA4bIxmfi2VaLvRMzlyUNA5okYPQ
QazztMze5R31sGBTDUsdd2/JrgqXQk17BNFamAueH9GBvaRIeG5QtA9JcNDm38wHjjfImAxZ4Rv9
hM6CJr+Z0reu6nYcIj8X2g/XWLtDkAzWhV1y5kajkQegkCY2+f9pw1yBcqB/BwNw1DLIWuhpRbVU
KiKh+/7+/n+zHykZbfxGcAc0zWHjHU/PHbFGz7JUIZpcdNHSAQioaa5+fH+UN6dsG4X3jVUDgkT/
53iUNG8qCvYFo4zDdOOCoHmocAPZEyN+TEftr2XMt+EQXrBMSlRbFnc8nCisqR1VpuI69f2Dpg9t
rI22xHvVsA7vz+zNSsGXIUJAbIorhFfhNBpZaFomda/iJpiHGzso17hbZHmLqtal+Hz7q44Kq5sW
IF8E5hSpKaKjx7PSe1F6pSAGQf0MLZdhmfAmrOQ+gx50SEDyhqi0NNeKUnc4BfNfa/Ztw5MaInYK
X4wy4/HwJTJeddYB8ikRNtpRL2s+qnKjjxKRxW3V0Otq+Ul//3kN+qMbTp/H4HTOSm9xDitFE2+W
RlEH3Xxfa9h3Wlki9v9hKFJvgGsUwNk+x/NzVx7dzrFU7K3eeuikycXiErOr1lsuPLdv7hQ+JeED
mpKUyDffneOhNosqFxCHivVAbF16K+m+mmk1zKFQtvZUW73zBP0i/fz+DM+cdYAXG0RgSyZBwB4P
2/BT2kkYKp6NGi2CZSS+EHX/H77jNi1yHh5wYNHHo0zOLMiA2SfV2FcHy9HM2M98I+wnEez+w4Q2
WABXGIXSU99asXhaYCdMyNQ99dEqOaQU1Vxkhd4f59whp+wEVpOXDmn00yn1FLzTwlYIeWXlzm/k
73kI0rgcg0tdpHMjbSQ8xPmYEBX944+HnnCgUS2pY14W/8oHpxI2MtDvRumov31j2IR0q1gjoA4b
OPR4KMEm0SaPAomjsimsx0k/+Ct2xkhuF9fvf78z1z/dEDjtbAq4MKeUSrZANqJTXsWidocm7JZC
l/cmUd41uAN/3MQp8vLCmp0bkx4B0K5N6/dNTx4TOCtjhvicdlO2y/BSCmU3r6GBN/ah8v1LjfFz
Z/rf453ECXORsJojFqDOYPBaq16L5Gwu1/6QWGgypOlBNfklSaNtO5w+CZQ02P0GT94bK5KK99rp
9KaKTa2qdtTG9aigsnI7z767yW0DAyp0jzDTF5E10w16f13fzhnW6OYTQhoJ3d07mbOXOa2rWu6x
CmGx60KsVjz1MDxGUfSf9Hxqrj2TA/P+oG+PyEZVpd5Aqgxr7lTqLjAnm64MSgz8r0VTotJuZvKJ
0EQK4q+vMvYs/6G2gaQSwx0fkaEmQGNH01wtZuelG+clnJ2k/FS2nrpwRP78XcdLiewnTBJ6eKAr
YB4fjyUdt9BWZgb+cu0zPCU6X4aVVudfi7mq4f/hCBw1XSn6aJiN7h5wOU9uDtHM5MUS2dckyO0y
9NSqntomLT+9/9Xfvh0k2ASIXBmQXfzTI9yMNeUQ2+VTaJb8JKnWRTq+Kp/fH+XtoaX1BDACmSXK
BahIHX8EzCH7IvUJcaRuQg3PNCcU3hg8D7l6Nafev9BOPDcpBiRnp2oAUHrbav8qHKyL29oNJc/Y
d3t738L6bj7oqe9eUjM8N62NMgu7E8WSN+XOebSrlc3TQDdukBrr0yIPQZaKsAo68dAN2qUS/5+w
83Q3kdCjyg0wiO17snNRb9KpwbFzfZmK61nM9UNAUvjca1BtMGhU9rO3JLAFk9Hr7pMhGL7mbtDF
SR7UX2Tlu7ddL/xbfazI56ygma5Vk9o45krxsVBGRhuruQjA2bb4mx+NSe5WpEXK4ZTq4SUkzJad
tRBu+8oLtSDXn5rVLG4sDDYfAq/X7ypnsV4XQwsupJbnVgjEwoZII/pDz/V4Jyyoa83+aDXQNe3f
wyyCh2Btql3m2y8tQN9L1cVzwwEzgmdL53FDKh8PZ1VZkOht1sULbkQ/K82ZrwacLtB7sPxwKO1L
9Z0zd+YfyTKPC5Mo5rS0n1WuXfWj1iLGYY4Pad8aIVVU+1r50yV14TNvAkNtaR4pAMnXyZnS7bTX
cwxx4s5px3XvN4PaVTpJwo1oOMCF1flxJ7LsQoX/bf8aVS8goLxGaJlROzq5P9sae9k2hwSw4p6K
8pXsQLUbwBtDWYjkM5Zv0sDNT6EDSVXUyCl8Lr4KW1sUl4TU377K/BS0o7c+7/ZAnFQ9qy4p/K42
21ifhuFVDjYa6n4537XGlKKuNlgvSBFUWEOYU/ZxqfJh//4teuYc8VZxe+rUXem4bbvvX9da0K0J
fOuui1ux5K8Km43QS7P0uvE0EfmZXJ8XNUxXqvYu9SHO7DPwuYBNt3XgiT7JMOANOkY/D12sfM2L
G3cSj6Yu0ltwDMXT+5M8OxTNN1rbW8nyFM7TQ4imm1Ij+lLhWVyuwg4HAHxRmYHyfn+oM6eVus+m
MONvNdLThmk9GFDzEd2IBx0DmsOqtVPP0+wA8jT6pdx1Znop731/SHBUx0voSwv/JZQ98Ur26Jm6
fpKRHDquFmWrttyNnTP/LT2X8/P/kwSjcDxi47mL1LSkjYW/rrFwW3pF/bLeObl16Yo4O7ntoNIL
/qN1dTzUpHVGltg5+qz5aH3JgqG4W0elYUa9ZDCHisB9fH8Bzx0I/ESobpOTci+dzE2lrtLXDO3S
1ByyMKmr+joYs1+ZmbWPMJ+XG69zggfEDy5ZBZ4JMKhcgCXdbDnoWZ0EyEgbdJ2VtW2cDLl7IMlp
I+S0/j5phIxGQWaDCG0N9pMrd2nKwXLJumOhq+91Vaz3lmEksDSXfvf+hzxz6PDro4FKwcsE4Hcy
n65T9SpGkio3wVMSHb4mniYsIlC7vYQFOnOJEgIxLTp8MJFPO/n2YpgQKIwybi1r6KLZkM1tO8D6
QwpI6258tLNe0nGqbiq7yu/kANju/bmee1E2ShvZFSE5cz55UVbfG73qD2JhgBsFi+7nOFLUa7Ta
PrQWdRsjdf2dIBoKq94NDoTtl6wLz5wUWJQksIQk/IY3QmJSX+Y+w6zdLqdi70p7+jA1AQDleZeV
QXH1/ozP7NY/RUw45hwVcJLH5xIV9G5Ocq4bNCvS26J208/j0GUXRjlzGBnlTw1Kd0i7T96IYjBS
jwCEOWEa/HXUczcMrLK5DzylbnP8Dj4SwShiwPXSvXNuSxHgQTPnMkDs6jTIm/0lnVqdkoAwnKu0
VX5cSXpLIpPTVZd1Gk02w4zn1ar3nj8XL+9/3nOLCcOY7tbWYKOeefx5TZkXibKpEEjDWrlyvNeG
8HhfDP5vXUvNC/WPc0eV1g/3HQhGgtqTxQTfY6dVxqWwsm3msO6q7sas8uxhpQlw4ai8XVJ68YxC
98UkCDvlxNZ+0MqxQYAtmJLlKXWdJCpx0AjB8jkHFNtVLLKkiPyEH/L+N32LhyaEBsJE+QONIMCo
J2vaJKIbUqG62HME1n556mQ7c9BaLlqcv4tQX0z7ylsnZ+dpo9/sdG/JDx1pTb7P69QO9b5pZai5
pYUmoAbrZ7Sn/vuFH7l96+PEBgwwlQqszykgEh4dr7zvCllnE6Kh7SyWW3PdXqIhr8Ohnyt0r/z+
bnU/0uOPA2FPaajPrnOVWe0l7uzb0JyfAQuI3Ud1gM7I8c9AUcJVQgyoXtWWe91r41fR4eC1jHax
N5A83clkvVQ6fbvpYWhvfJFNlgoqzvbv/xWLitWsM5F08JyIv+VOW+fRCAuUM/UD0HU0IIO+XeTh
/Q/+du8T+9q07AD70EU7zeaAmnlWMZBvDxiPRDQiRTSPbvKhk4VzoYTwB8JwvLYeqSo5xSb0TWPk
ZG2HhSMRlChQJVpvY2DUJOUadokVmKGh0ummzxAjP+AI2ZBITyBkorFy5x9rq43WLrAkmi766vj3
/tC2ZaSBbvw6mS2GFJq/+C8o36plL3p2ZthVevehHgv/Unb4do1YG4cPhn7E1uU8edXB+9ZJIdmU
gyQXsifXi8BKab9FnRYQJsfy+a+Xh+yEEIJq16ZyeHIRYpjMX+/lbexJW7goYKrgaUXk8Ll1Jj7b
hcHeXk5A2UgMaelw8fIPxztQ5VI6S+vha17odXOfm1bifJ3yCcd6lDNKGAid70yhhgMv9MJCw2vS
KQeZ7D166HJfTJso9dIW6otJO7EL69o109DX6/RelBkF82FME6on2vpgDeCEwjRQwedGQd4OKabh
vZBMvvcI6jF9XodVmaHuoTu/T6STfvASf7ibfE0XcV0TD4VNkbZrnBeWV0XgCrt6Z/jKwa84AfEX
TdrgOPiV4/Z3NcL9WqJZTUu2X9NKqlDAmxU3ZV7QHsxrhMqjoJh1WGHIwAW32LoIiT12Jsd9rzX+
cKs1c69fe0U22I+B2Qtz17QBareW0JNHa84NdYU4GVYYlVG0HpUx1/+2KrSP/jq/AhBB4QUMNiUr
2hHHKwTs1ExNlyq28LIgFDixR84oSgSTg2BXLKm3u7Al+PuOjyz0I7SD/4AjNh7D8Xj4pLhGB+g7
Xqk2vnZ2o3Y9ekuP1YSe/PtDvT1a5KbkqMgnkQCQER8Phfy/aKB5NrE5NeUh8Y301luw4SR3XG6h
oFxKwP+0vI7nRl+PXcXFt700p5Ueq18swFDgepfE0eaHxWzXL6YcsuGQ83+4qywr+dGhvStiIthE
PBZLbZdRTZlmjTw3CZLPtT9Pn3mqszrMaQYnt3bbGj9r1bRNyOPSfBmopTxmc031JM3E6j8g8kyi
34xiui41iWoc2ZY5R23uNnrYm1mQImYXOC9eZ4lXB2ft58ZoqyR03NJRu1IUswhXGDMvbVoOdQRA
Rv1TWVP5SZeV9rUfgcwhJTH5L2mHwE3YZqK7ppFbrHFWDe2TkJr+CwQ6kt0qSOQaektFwL6txhdz
sIcX9N7cm6LLzV/LiFNJ7Npr9oP4rlU7Y8baJVQFZr0f1tQvaZPIxntKx6J7wZloLUNfS7oyUl2f
VbdlbvifVyh24qHqUt0JS/ap+rQO6QTjfPCaAYhNZ/dFbAq9ch6TEs3wKCDs4uAhE3BT+MH8YvWp
00ea1YyvWltmHQStNlv2NUcA6U1Ugyhc4VCZxwPospKqRpI/FflmNG0byfAwIc+kh0OFaF1ojFRM
9zW1iedBk6SvFXYhfeQm9iLDYWzF7ToE9fQ4zKu2E4Ke2IX9ffrSbiLpRLI0zTm7UDdO9vfEMQMj
DApsdlt1Y/RBcQdfRHpRu/AvLgx2mp9sg3k8tQQv8GHASh4fpr6HRbEMjoHvqV5EczF4ez8ZLgF+
3mDhtvbGZtfHy7QV8BzreBi68XYDlU+PDFml2q7yxXxLpSnZOYJ7N2zNYP6UCGe4dcemQy638O0p
LHxdk5FRGc0lvCuh7Gniwi/avvOGyt5UwU/BmggHmtm8eHhNVIR1z95QaCNNPSdoUSZ3M+fLJLC2
tTt74wEaDeoJYnKq9QoBFYmyacU9D7LA1HB4V32rXmbM3i2wU1MKpkJUUxqbQZt7YaeGVl4lWDRQ
2VK9bkati4P1k3Jkbu3qzizTMJmzxNjlpevtu64vxc5Ik+GxHTvBny7S7coJii70J78We5CL6xjh
IrlU4eCM3u9Jz5rqEFhjVuykFhhP3BRetSv6Ofgg+mT61irD3ihyiZMdmlr0r4UOLzUabY3jDTqP
Dz4Jt0OIxa3t740aQXhmTTc8JAV8+hC1+8m9lpXMkl1iKu1rXgv3wUNIDGNiOLBBDESGYyYJQzmD
giL4zm7M+lam6Tze2frgv9ZtYy8Y0LTldZeunYjyNW30vd7681c6f/310s4SXEieGM+D7fdOqA01
yo65qD/QQaplPIsVN7jG9/MEBQu/tiJhevIeEji7ik7a8gwN3rvBJICwDiVpOillnQx+iEcStese
tezhQEqF4GZeLOutKMoKADn2J5GHxM43zgG/0AQTcDPogyMg0Za4oKhCq6d9I+wFlpo/y0+uoLsZ
j7nTkIuluDSGrdfmKk7GMn0UFdHKx8Fv2m+p1NF9FhgQfqa9V/nhnJjT1wplSS2uzLn6qevd6l7V
SBWvUa6V/uuciVYj0ulEHoGCcF4p0i6fxqL3H1If29do0frgn5Uf/2luFSYNqG+4X/vakGWka3bw
WZ/XJN11AC5VvFSr4YEeSkxUeTNL4VwwiaSPFi8RHwajSs1o7uEUhRgVCwk0x5qzsHSXoHupS7/7
OWqFvuzAx6sHYGa0HqzMcO7KtTHzOBia0grbBsYv4ERN1+Kgq+W+LTXkoVpUIKw9jUXvZ9UXyy+S
d4+/ujEHq78ufAda9loYw2+Siardpf68fnbgsCyfPUvgWIrtutZFWdVO2t20tE4TeakvZTxmnvuE
XEv2aYAa6dw6OV8vJG/eSHRtl6E6WrlZeeD8iI+tNfrYh1Xt2kvewn68Q4q5DG4cYddTNGazO+82
5l0aTr0sql3V0OjA9WYZreuqm6tX3G+7OWw8TzuksscrAFma9Ec2V8lDPflNgdOR0l+dyuy9sLQs
8TRMmCtDfTDt2BEa6aCGVsmjrTmFGbnpYv0a28LrQ3uAtxPOiLM8mKnfskXzsfgk4B+bB3Slitt8
THznzjMSwJFisZV+jRuG7URS5pkjQ1F5lRk5OMrebQ3Eb6U2m5zVOZcfq2Qrq835Oj8nGKYloHuF
q8IyyacxCmbgV7Nlqob4w7AxwalhmD24JELiKhkz9QE+vvtdVZPXhv2KZUu0mVO1e6RrhjG0WjbV
jS2t/FFotiActwblfQly6e9HnSZbnHeLG9lJro8fhsQssicTP98m6mRbFyjR0r8NSYkMP9b6cf7o
WWbrxwjO+D0Krmr+5NFwqKLeShOwOcIvatqpLgMbs8yKvdZWqR1JP0nX286e2uKmXG35j5aQrl4X
UtTLDlOfVN83PnKlEYhmL4gTPtka+vMsMIdatOkjdqei3vV2lj+gRQ6exEwxT7uBf+qq7CATVadh
LdagvB+FK37TofC8HYj+xdpr9oCkgFcs+vd5orkbomUyOXFr5NZPMm1ioHqR1mFFid2NNt3CR7RI
yiRqVNIDzfEmD6y3KQsqjLbT6zeaVgeCo7haUyRXSDv3JtsOeXIgmB9VanofRs+wv4ksmLKrVanJ
fYQbPBT7pg7Scl8Vjf605M66bFKV1QdvSlmTRs0phihZsbKtzUJdS9Mpv+ubsEyEIenwZI8Y1R8w
r63mm2WcqyHU6tJ4Wcu252o25/RmRNHToU9h1q/U6uwRLalqeskXtMzDafX6Hs83fKGn1uK41DBS
mn1p5/7T2Br4cM1G7zkxYOLV32ldkqJ5UE1ZE2ld5f9u58FpAR401QvHUh9DvF204noyE/0faa+N
ulmH0njCP8MadrKr3ZscQT11oLfY+Xykuv2YuC5Ro96a7vo0tVLcaoSmRBQJyyI6pLOvPaGKZy3T
9I6HsCu/Z/NYm6FqlP4Dtm1mhkmy9PdtwjaPpxk5rxs0rLoaCoDtZHsnDYIrdx5X6EuY07ZhB84n
2adTPwaRagmNhwoiSQw8rrVvg7TtUZCXam4AejX5VhYLlm/NuGHCA6Pvv9j10n8oUmPRQ7dtkXPM
h0RXN7WhUPXGWCz7SnRp4zNvBHUdeSOg5ZspG9MssrH/VkQFhnZDeOpAqmLXr8UBx706h75Lcokc
4FIjKO9IZeP43FsvbdtwF2brkP0EvivMUGvsQlw3Q7aYYW2NRfWYNCzLdb2OZnMvfYRNPq+E3Nld
TSclDemqrAE+l5Xc0C+p8SFfjTIIXatMUGrjWI+RGI3CIiPofVi9xbq0oTsuNH2Gyax3INLWjipH
1y1XiS2XNC68unzRCymTMG9q9aHTcu/7YJf8MekKByWguV0+KAlNIhKCm2qvskAGIWgC+SXTpHpS
9CD73Zgb3rxHPnUy92uf9zLicUrQuPcUrJHanUwZkYK3+0KJheKDMFM9HP2Z3dF2znSvjGYdQ9+e
jenOMGYyxI2HYkeOapKPuklSFRpCJR81zRiqSACn+T4LGVhwYvUE2Xels0yL3rYPRlPr3mHK2qy9
UQ4sii9ZlhHBeXJwvnRS1/oIK0vv1V+pesSmU6Aa5ZnIXYZVVoh7pN0TP6R4PEz3TmoPXrjyt4IU
rKlbBL2pFeFcmxYFD5Fp9hIPtU+z3Ve6JGnHrJN3tGXmkSjN+YM3LBJrr0R3H0mo/OvOHCYtqhjt
J2alApVjgSxHZxVWsbelOSugTkm/HNQaeNgvS8f5rlM2D8JEtck/oAlKQSyb6+knL1edtVOupb5I
wyvKUNqjcRe448ralIb1klJdQNJMy7UrFIk0Px7M0bYOXOjNnbfJJoTNYui/qBY4eFLOA/HA5Cdx
MxfETrqVpMnV7E+ZHsnGSdtIOZMjY/QrjJ9QFbRtSYTB/jWsPM4Tyx/2SLpUH63aEfiGLuaiwM9k
zRqakNi/QZLl8cg7G6S0UeB4wFNR1WlUC+lPtxa3lLz1RznXHOgO2Amyed7NWoLKDpepaZM957Jt
otLt13u76swk9gdRLGEGVI7H1bNbqhrAzICGj4NKDwPM5QFCRkOjHETEeEjE4I9XmakZ3t6oK/OL
U1EDPqD3w0loZl1/IjfK8p1nVH5wl+b4MIZ6Ukz3heXk+XVh8GKFyspQnE1omXzSu9bod+mw6t8x
V2v1fSLMtj3IYmq+ePpMH4kEQjw6E1lU1KSIv4VOMCnMVLuFfkGv46sk3Mq/Iby24KdTJy0PVK00
N25ol+oItFsc4Aqbv3lPs0ZLQ3fTasPPB59sMrnaxU+xMbvQJuGgVIUHApAPBzZKhJ9G95wEDt+n
Q2HotRMI/LBD0wXFiCH1iSor51vemX0TFZgCcSOxt3nPqZ3ctXODdFqnd8C0TDpVGiUKr1nC3Oy7
+2ou8jFsSm8FqQeNGX23ls0buWvhWHtbUD4IEycAPc7aQ+NiZAHMdVLDj05mbsX9UwYv0h18gzCy
tZMsxCbHlYfEnYD90dZRPrEYHpxhDsT5M9GzTbRmu6MfNpOw/lEV8mGhiV1Ut/e1Rslnv5oD2hm4
pHuh44zzCJ9PUdcvA6/YDZ6Vd7sahKETAkqHSVLC5+FOCwI8R9pVK7tDgSzJzWrNkmkgN2UcSicv
7ciCeLKGq1XlawRPcTYiqxrGR2dNJ9ClgC1+NUK4BWlB5t21dYNdiln5lcc7iCLVY8Jd/nVwep4R
yb5cw3x11zuuB2Jrq26JT3D1NX9VeZo8tWXVvHZrqZV3Vj4uGuJyzgzt0kK+ZmOvJJEMvPyzPi5L
E43JZLq0lPzgVorFeWJFDCtqyQX28C9MD/+UcX4RcgHkkgNeMyJ7TCwZzY7wbs05AyQO/0bdO9PC
C99mfpXBbKMtGieTaxdEXEqLJf7eSxR0rfvbdVYnuHVUn76kmI2w+sM4vw7ocmB712vtz9oOqGkZ
o+1dG7U9mpHfWdbjbBlLRbmvKe7mXO+AdOaperZrQaw5CskyTz1eSZHb4DsftpZZ9lE1q+TWbNCh
i6Zc9laczWlZRKNo0k8j2sENqNcWvEsWZEN6q9JhSjCrcac6pKjZozI4O+tu7FK7vkFP3vmVepmd
x1mvyMVdYxLe1QIjrI67zO2nsM0D7fNamW0dOVQL64NZ4jnjmkPph07lwqzlT1ASK3XSgW4s6yFc
vXGWHLtAZTHb0/7B+5d8TzXpibCd1YBlOJd6icF70v90mn4w771yLbqdFfTur5kWCW6hqypIp4lO
wy6XmYynQFJuyzECUrzdJX9ktXAh+2loq/nP0Ai2sS7lplUAH6CjPZItv5YkS2+E7F2FYgnCMNFI
QexLq9kALHGALzloeqVxMXaD/Vm3Uv+3ZywOXhZG76exHOfOu5tKu3+qBjf9ilabW8QZWUIeUrXt
1psVa71f6P/31z5hVxAVhV78Y+i5PvEIZ9QUhtYfPplqysRVrwOwvPITa+IA6nP1u5zMSe5yorOc
Kmhlvc5VMX4fPFlrEbYmuqICUwZUYIqpna820psKHbXaTeiM9thEgz94T1rr0CJBJdoGCpugZQdi
s/MGbj7fuIfMApqzaoTlhegQZb8LHATS7blEhrsCg/6zx8joxyC7NCeNyqsiBiw15PFiWFAC6frU
P/oE+744MQp5SOd0bGIis0JSUxyah8lLbBbDGxX1IG80aSXwxae93ozOq65GGgRuIJHftLLaq0PJ
NVPt2ll3fjeuS04xZlu7ExUGcm+ZgW1me+VTWFbd9AIHRWSRIIj6pM1K6wkOZu2qoTnjh/DfWt7m
caAzmyNjEVrJhI1tR5j/0pSNhVv7PA4/tUo0D0WTiX/KvE6+zEuWfRuImKlTI/z8uTFQaI6SSqyf
F2zLzTC1NWithe0voSVWISKzwNDbIz/LQiMT5n27kOfAPIW+uVtmQxxGbJY/tkvdf1z8jJJLpzqZ
k1A3vIotxech1lIeiAgxb/Xse1iphrao5yeua+oIctam70r7P/bOqzdyJE3Xf2XQ9+ylN4udAQ6Z
zEwp5U1JpRtCpaqiN0EG7a8/D6u7d1pZOtLWud4BGoNumRCZYb54v9eY9XfRjHWDcil12mBYzLzy
F4z7rnHyMm6jPspPuBH0361FGjcJC+jb1NSQ9grgk5prvwps6yWGjVJIqPboR9jmur7KPZQoe3N2
7wW3w8FPgByeNa2rkw2MFicLRWNTgmNx3NFVsZb2CixnLqivZTYENGSq9triGpqeGt6CQCDTS+Nz
m9jVVa/rw7OXN/lwJubCHWlLjo7lq8KOm7O0Tdwq5AqOBfbkjfUm7YRXn+S0Db6mwPwHj+TH6hRL
Secak7LVXo6WYxOY86KpIULA5syVirzLR2V5wWKyumuiyMm3VVWBGPf0bs+dbqljUppsLIJhbOWd
3/WV9VCWUx9tFuE2zYpvdTdEgkW0WU2lavdsv81WmmWi+LYesYFPnGH0xNRaUYOSffp60Tiq0TZL
wEiocBbOTqpWg4xmcXWj2W0/nwJrmLcLZTJtvoEbcwiDVKR+DOa+ADMW08lQApIGRap2zJlWAbcv
S1Lu/KydKy1IXMUrwlkaUxm0fYHfmQ6r7rJoDTHvY8/L3QuTnuF3bGyW+xp3tj4Y57WETubcPYmj
cswo01QxXrMEQIWETPuLLs6qNuDAGsug8PDDDfK8Ne4ts6ZdIcmEWBsuSqWdicSQpwkIRuSPLVrd
3dzGiwijtHIK7tLaRJdzXJqXcZ7Sezi5tdjgvhdnmyixSAzo2t6kGKBx/j0ax+lsFsPytcjZR8/V
WhtZlqi/5Y7ydzi1llrv9rMolL09q3FPJ8juo20JwlrtOmqWZ2+auMQazaJvm8gQ5aY0RXZNSKxy
aTqNedvRPE39XtjONXLl8rNIRyUNq9yxGr9TdH7lNJM/HtjWUHEnHM0IDGCaOS5aLoxWYLB555tE
RivVuJNrcGQ1yycK2ewh6V0OQydSmphF79K4SrFk2wOKLD0aV4NVkecZ1yxnVhucF9UKn4xcUBx4
VvoSGYPV+XKAkRWKYYoLWjB6V/qo1uvJR6Oh31OS2DdmMTld0BfudBrXjeb5jWMpJ8UwS/Mw2lDm
h77s030x68l9uYAgnSVYO4ptjCtvSn0/cC0xjcb6vHBZSUILdJsjIetyzhLHjbxgptd/jyuQlW1R
n9XWpi9mkWzh5cXXUKQK8lM0UKmm1rwd1Pn+syUm57ydlJyuWq6rJ5D7s5qWUstCyEsvP9NoYElf
H/L0StE1zvO2H7osrGQVPccQ/hpfDC27ITHNaMLcYkFRolJC3UbzoFE6FlUuQ3uIuoelqCC9tg1b
hY/BYnuPcFF5yZgALxIqQxLQpIgezVzPLjtJ1RAsozBoiOPtsuuXFnAvSZuqDwc77gg2HMritKh6
Jd5qaqecuux2dohRilltusGJqn3eFUsZ2IQklH6T2pw2XWdpZ6YpeyfEn4B6i+svEmbdSZOt1+px
HSSt0E4WEHoaCrXodxmtMMvvk4ly1S6H0QVdF7ICOLNNDme2WCqMGDqfx/Yz0x32snOnrT1KImvR
v5aQML7UJl6vQa4VGnWAxNPCi1N26h6H+IB+W+f4Xh21l2O5pNqGlVE6+HjMZPqZXj+bO1sr1JiL
Q7I8SMMa1SCf7drYSAWwhwpC67PAqSfzoS4gcR8SYpZ0v4VZcj4rs6cFwiu1y2FZr5ZsPlZygFxa
30VEgKwsEl27sSieO58eGn3csshP6XK4SYD3mHLrCKxEAlfL9MuCG051Henl8rWE5eCe1GbV37tp
Gl/Zwt2mcaN2+0nRgMVKu9UBBMw5N+EXeN659ObxkV6F2+xRR5UHLkHiq1LE7AykqfITeanoV8u4
dB715CAhh3IFuGw4f0ikchdA24jKATTHMQuumbmRhOsle9jETe5u2FhjD9Rm7MW+ht0FbNQUNIBm
ot+Ls7YwEjZLc8wuZjOaPgvO6huDDyeFvCX177WbUOmunnln0vBqZNF6WV9C/W8oXbMpAiI3+Jqa
EpLl4z4M32spvIIrqMM094m0MNHFlgMkQD7Ya2OMAPXB9K0ne3IoG/Q2Sl8gQ+D6JPH5zHwHkw7v
nI4uaJ9bmSBT5NhY6mZmhlps3wU5ATnEkvYyqeJS9Wsb6zBi3W0Zh3Ul5J3pkQ126OlodOFcIJzj
Cmyjzm3spSEZhNjrZ+gjebOdFe7VIS6jHDZ6m8TLzgNtv0cebax4scVtZR7oNe1n4Krel12Oiixp
tRhSUeyUpg8A7gL+KJwdHA92XIXmUmEtSKWnFdt0yeE+hqrbe6rwDTHO1nYwZKlclIDOZNc2eSGb
b03StsnFFLsjGQVdmlPlEFhpzOyiqZ7rYVFMCoyTIYbD2V70Kf3oObA7Q/T3ohdi2VG1NLHiZ5EB
mcmbYGviT6cnyq0uJ9PFdV7P4UT5cWmzD4aO0KrsxohtMUS+iq1ogXXoLIw7k3zd6kJUyqQCvnDo
mPtOtRFTkZ+pU1lXqqI8qEk5lifZNApn/bkyrQ8JZhX9ra0NC/WV4i5u/c2pU516hn4fY8jGQ7rg
97VijVztl1HV9taU6+O5MEHPaRU0Q/Ud7+phqQP6x1y+tm1jx9H3yFscIqJxly0OXUUC7kNOwor8
6mqcnReqW0d2MOE1P32iz9Kqd+Vg50MWRJ5dap9rpbFUe1sUNAf3kTYMdJE7Y3GXr8pUrwwearjk
uYIrm+8YpqWNGK+J2zNHIiEEj4apqCxuzcEi3yOXOpIY4but2eH4VFddBupCKwWXh5y3g1qi6x1r
P1hLr9yWll5TafRjYzkPXTS0M5xmqQqWlAXRwv1iC8N2vvS2mztyl9IgjRPfnOys6UCdUrN8bFxO
ma8e19UonNzJSA9Tmhby0poFftgBajdcvhNnipzD1KLR2KXGMJRnKrdyc+dqUzqGBZj5cm03/P21
r7r0CHDtJ6nva5zGU3FnJ6oyPUXzxLFBk2T29i3zm0eztdzbgYf3w4kmB47MRNXpoQCpje3prPT4
ONudkw/7rhzJDJFVkY4clX2XXcCASsS2Hp2+Pm0XdcnCwSqN/Klr80hwt+3cNgTuNNV9C7dk8bOK
+nVjKHPp0MQAYAlmy6zcx5wVc4M1YDaddbPFFWZROV9DOUlsEbB4nj8TG5J8a6dFa09sNoF8M5l5
9FmJ21r1Y2UY7zHbjPXtpHoEyNel0fuo5wvClDj+zBAzs7x+irs8crhgGd60jxu+KeDcmKOTmOXy
tbdEZm1UyM3zDiamdo/iCFzJAqz3/N4De/NR0ShXtFDjYpO72fI0C6e+QQ6t3c1urDrckro07ESS
VnQPqBH9RCC09emdJOcV9+0rF/cOmMtmV1p+ZEfJk+ziTgsGq5WDXzbN/FjqyzxSyA6qutF6XbzM
+JA/jn0+nSp4WxfwYGr7pO/wuOdmZoeKwbogzDI/MbJMQBKQyxn9n6EI63gwDzWrZ/QXvadv08wR
SbxmOuZnhUMY5mhKOg+x0TSlPyR6I+nPlZAwGoCfL+WiTXdN3ThApk4xVBtRwGffLAkt35uMHfFO
VdoOMBorU/IgLCeZaWgYsA4KzYblkfB271KBnGST10P7CNHIvYnyUsu3cRU5zk1NuPeDILgSho45
WV+9eshnABir4x49W2UVWOOUh23sTau3Q+7gyxznwGrjRNrtWSe1cR9FhShPBnVM9iPs5frcQrtE
LERqcXx7bQV+gascjRo8J8F7Rl1NztCsW0XQ9FEWgzd35PRy8Fd0PEXk4OFvOe2TiDmbwmkuIXBk
3Nc5jXOPhNt+ieY9UFZsbjq3K5MD9CmlJMEwLYswjZb+foEf0IXcHecvpa0lL3jXu65PgdmdGnFj
attZiPSplSP8ZDdJsivZmCk9S92tISrOi6S9IvX2wH2JOyvO+975qmeIA620ExlA7aEBQ1eVNq8c
KsIOmpJ8VZ9g0Y7DaihMxRfRIm+ThOuwr+Y1fvkOlU67Mad5upKZMTS8kslS/YQdaPHj1inY8TQP
hlU8dGznnoeb+k4Dxnygow/lYcgxow6YloDV2ZI2hxi+oxYOaHUGNrc1fNBaUvE5F4Z5p3pTVPhs
+8wbvZulfqY0bZv6Ki2gxzju7II7XgeHu+5aWskmWNR0PwPInjvgSAqTx+uurS5eVpqfpZ/XcWtf
YaqDz2tZs337ypK7c5ik83yVwsK9NVIhykPr2XUSRuaQxYGAZyDDyIpil/YO5cXWbWmEr4gBIP5g
9XEDcqlZYqvpZVZu+8b0gHy4+gG5ymkI+lnrnypOXTMoNBxwHlBTVMtGqNDcQNkSJw7VxEtxQ3eM
7kDfZK4ftWxx03AxFffZqTvXCISopiFkWWObkJVVSXj71HnmiVBreT5M5FgFGCCBqbtlWZ3qtQJg
nWjc4baUBvonYQ3tN3ZP+ll5qq7YEDi2ysVz0tygzYh7vs+ydtlnsCcKEFeFbixMoPy+TVrrTptw
Jj5onHTXS6nZVALv8zF/opBBDMdRycXvSKWaO7Y7qgo595RToK5N1m7LKbFOhuzDUY6J9rj8YnSE
8TeudB5uR0ekd64nwi6Xyg2aBsTZKfj0rVqD5pRD45hmIw5STMg/eLSfqHjroD+Yn4gvwQ/Xr/+N
ad/HGmdQhC21SY7wAaPk+rYmT2BX0rX/9aHIRYaXi28U58mxNgvvHa2Y88YJGg0qgeGmchfbeb9L
NFF94FJyTKBdDZPXIPYfCRC40B2R8ZKxqVhwgxtEWVP5eUQ0Qu6U6Y61kMPVrL788vxYqcGETmNq
Bgfw6JPL52aJII14MAZm/aRYhunEZQf94P299VBwl1Gv6tif/jQ/ELGXTj5lXgBZj0TZEa63ESFJ
LgaLRm/WWh8QJ9+YGhpB7ToVPLoIevOvp4YOF7zrkPYHni2+pKaab+IRNnna1x85gryxvkgvU7Gp
YkdnMh7xQRHDiUYoqRcAfbS3UACc84J694P395NZxjorPBR5TAgbO4VjRW5jtRbXQj4mRYLYR1Vv
netjBPaskz/ndIABg3CHQGstJxCRyh1OwHYhGMrYwaQx19ZiH+owZW5/ffp4FoxvkwMUPc0Rk517
noNIgxfdtRDng9SDsAJXyzB+NatEQ9q1TlMXGI/IZ+NoID1L0HGTcopG1xlMv4sjWGWj2ugPy9h8
5OL58/QhfQXjqJV4y9bpHa1BJdE6eifc55Ukn77QQKG7ife2eERml34ULH0s11ifbFXq2sZqRc8T
vp6rWdZpEX0O0C9Hc88bp3oWtKm3lDgvQGElAXyQSPJ4GD8Q8vy8ZzPuatLBmlwJzUfj2pPbKlT3
rBFrsLYNcV2B6E1nW3pNs1Fiew5UrdS278+XNx+WmGLmDFRj5DevHxZKyWSKnMaSBNlAyQ7RHabf
vJ3qwfalmYtQ1wR80qr/KOT3zc90zRBZ1bUO+p/XI1emICConLwgMpbyU6GU1c1sFOCq4zSWl+8/
5c+bAgJeXJDXI5Ej6tg7JjW6rBmEx1hV7O7UcRY7baGT8P4obz2RxfUWYRF7gnbsPcAdPQJTddhU
J6tFL1zTueqr8jDDjv/gUHprrlg6ui+kpM7aDXr98pbc64SDG1Pgwdm6mOQcXZgwgD5ruDGo4VKZ
0ehTF2RW+P4jvvUiMcMjBY0YRUS06yv42xGvZCpgaM81dxn18qnQY6vcFJ40xs374/zEN2cNIqt0
kHNaNBKNo/OiUzTyEGbbQ0iAUBBHWFZcJrUN7QnEkzAYyJ3pra8tVMiL0XB/NZ9y3QLY2i1sYEwc
Uo/z3vtBpz9LdzmIMM4OTAzc/Ux3CJwbM28fqfIjO763Zg4GjqsrqwGIf+y2mWDBkc2IWAO3V4ct
aTDXEXlBmyq13Q8Oro9GOnqxeIku6Sx4sbFdW2FRaoRAZHm0KUVjnrz/Gb451BrMqmNagfXY0QIH
24riNjK9wFRS8ws2FcSfG2nzqUmTj4LJfy5n1jztfw91dBhRdNg9XScvGBIP72qdENEYMC0k2NuC
lkmg5PuPdrxr6nACVwk3Gu7V8Nk6Go/7DsZufd6HozJqO7RHE9ys2dvmOoxBw5iGrROD5xhz0X2w
kx2/1B8jYxKEonA9dY+Vi5neo2jU9T50u9z9Xta1d5LT/8UsX6s/WINvDYV9osrejPWgZR7tMTZm
/MUs1R7J7OB+h1hvBogi7uTQKh/dHI4/v/WpEIutTsE4BnPyvt5WiqJv9TSGy6oY0zntF+1TW46t
T6fCvinc4iNN3PHuyXCrNBefGJiLuF8ePZkme8JQXG8IJyWFKWm7O+uHdAIlBR3UuubvoJX3wSd3
vKWtg7KdUJeZ693POypMU2sQ0qnhZ7p0PM90xcr3A0Yk9y1K4S0VhxWC+NSnSS/c52SexttfnrKU
NHyK3JgMnvlo4Q8xHbV2LmVYzq3cyXxb1zdGGfdXZeJaIX3XGs5I/dFDvzGH0OWzRNbAVQfN1OsP
dugp8BlEhnmb0bSxdWUJqFDt73GbwiZ4/xHf+lhXLb7prm64TKbXg4keagi1mQwtnBcDr7THi7pN
uqtIm5OtFLDNlKZWP/hYtTfmrsZ7dZhQKoEfx8blRerEapw3Ej56q1/oYLi0YFxbfilk7e3FMI53
TrLkp5ns9GuhZekni05HKNDrCjJx6JtFXpkCUyHaCKM6MnyNRPGPKug3/0ooaquPICTT4yk/cW8n
SjqDmqwizxPSXXxmibVvC6Xbt7ZVvLz/Wfwodv4uA12nu4PiBT06TAb1p/Kug7LYzlMfJojErpxo
cu6l1w+3Y90bF6kODKxzZbjzOvDdQkzVwViACZE1RYc8Lbr94NSjt/3gj1on+U9/FNdPEu8xTYZi
8XqGtICg+hp0FOaNXR6A5cqtQw763onTfNN08xLUnbTOO3VpQquo4XfzoYei77npq1H9Qb341nwl
kcal9EZyZx5788Dsj6NapwW9jEl5gFAut410h0slsb7kTezQg5rEB9P1rTHxgKAcxkSWA+zo5MKM
U12UMZYhkqEMRow+rK0q6VxnszvkPs09QIcyMp0PDpM3xyVOYPWwhLZwnJum0SVfEsC4sML5gf6C
rFZj2Z5oUrotCTpaRU22WS7MDz7yN8fF8nDd+FB2H3/itUymtLcqGap6YeydLLdtqMYyO0TIwDdD
PWs0TVCZfbAVra/xeKKx2jjVMMzG1nE9DP5WJ49QfnvdQAKCleZwn6ZTt9F727p/fz6/caSQ/4OO
nDWNi+SxsQD80sKS3tKFdltnoYcN0Ql6AUgWXfwdHfMQdPqkB1QLBlasvfFBfffGq0W+ibUUuwp0
vuNShNJhbnMtYSoVmX3IbOj0LtFNO4rWLpSVDr1PdB856LyxjzEooAuFwiprP5q/HG4Y0XocY31P
jxkrFQ7sGdA9d6I0cKxx+PU1iveRvp7bBDGrx8em262GzLYrQ7OYlUNnd+11Atu33qqIJtNALWS8
nT1nvnr/k33r3QIGUOXxYnXSmV/PH4mUwoJhL0OlX+RurrVyL61GDZHdulc6HHaUg+18/f8xqAni
saYUreX060GbskvVwuKwtvOkPkyoyP3WtZSXuGmmnVrpF2TtzvkHK+WNCoHKgCms8x51HPpfDzpH
mWMXZiTDOio7oHCjv5Wzi8jW8Fq0qe8/4Rt1O6kXiJmZtWtW0HE5IqEV9sNIDTYjNjbQlZ1a42Lc
KvQ5fYmcOzDw8N7KfGkf3x/5J8CQ85BGKXmyq5PWmoL7+jnVatFjY/bgGwEe0MWYxYWgSfkdUca8
TRqDsFSjaa0Xt4kaxOzwliF7KLp6WpAFfk/PZjw0+lglG1hPaAje/+veWlWc1CwssEzuFUcfgjWM
qsLOzbnoQmZziU9HVRTb53TOVT+Kh1+1+vvxMoC4AWop0wjSeP0y5sTVHCG4xSQQKH1LYmegg1fu
Ul3qv34ArK7BkEkJZFMJl3k9FB0lo0sQioURvPMdVfCnilW+Y4PhOuO11qWnl3n466+TeFyM8LDY
J6HnaCGhdattiN19aJU18IFW9ZdjWs2hF0E8MYmEu3l/vLd2C0z3XM+gvnMJi3r9jG6lLvUwV0M4
mJG6n5JeQ1TfyXtkkRqu1GV0Ydd1/hGU8NakweaUkBc8MFcbxdejDmnijTE6gxDw2whsT8A8K1Jl
A3FQWT0KjA8+yTd2CgPasGnweRIWcjxe47ID05YeQ2uO8/PGStuHVjfnHRBb/vn9F/rmUCgacWgj
Po0ApNePpjnY1TgxQzminE/i2UaUqPSQwdNaVE/vj/XGazRRXnN+0wxcff5ej1XVJoIUtBNhLuJo
W9njt9JM9T1hajCWIW1/MDffeDSsNXH8pQWMv8TxJYkee09jWB3Djv0qhPSX76A8mLDN7Y8cxX84
vB1VQWsJREYall9gy0d7np3AKrPTaQpllsx7y8DJQKRKf004MU64o+y4jKrVVdp36mnXILexOm+5
VMc+fkqxxv6C0tvE9cBo98Oa1eIYVnQbR21/4XIFPGUqZPsKTcs+jnP5kVXZD8u4n/749coKBGn9
nIC1aAYhm1DjQqvtathDEbosS5+sAyF21UMNyYMCdp7iR4+j+KQWKR4ksIiUb9KoUzQimAR0m/en
yhvHF70BGmkaZY5Di+v1VFGVGpPUlqmi2VKBh1S6qxPTgEMLZC9sK/L9ongdgsva+OA699bIIPXA
2nQmcC063mGsnnT4JJ7CTHW+kkVhUqsv8gKVuRVqUi8e7G5I/bHz+g+KzDemKw0Rukzc1piuuv76
kWPEYJVstCnEJT2BeWbnPimCRmgJ8vDef7tv7KL4b6/jgIzjdXL0jIYsYoOTcMLHIVp5++ZY7iDx
TH7TT/Ae56XdO0IfPnjAN5b/usmQTkFNoOrHiPqsWX2b14jdmxm3ExWyLDRuLDz2yzhV7ADYfTTB
+w/60ztlNlNbWmunAnDv+HICN6DWJrefWX1pd9FpSbXTa3PcwbL81S6hzlBMWFwrKGDcn8LqmqwY
7MzBG2PlY54ixUv9fHChIIFvf1DDvPVUuE4ZfIKubVFUvJ4pldbMmWsrc4g8GLy+bM0+sGC1JDCY
xuKDubKe4K82BwwFgSnxTwduhZN7tBJdZDOQZLFSSGFSX0DOzmwkcTWmLL/8UbH3cNfReX/87+ih
tBgjhFgYc1gMeCOYSMDQw5AEHHu1eH5/qJ+m/+qRaFMVs2Nz6/jhc/m3K6ude9gSrPA5Klaxl33X
hB1iy43slXkLED4/qFox/uqZvg4Klr5ay3IJOM7JSvDLQ7uqwUqC2YaXhp7eVDMIniPhzb7/fG/M
D4YyyCRYH44y6fX8sJHBaRAaVwKUJMfW6mjR40UHW95z/ujO/cfL9J/xt/rqj4nQ/eu/+PeXupmx
+0rk0b/+6zx9aeuu/i7/a/2x//621z/0r8vmW3Ur22/f5Plzc/ydr36Q3//n+Jtn+fzqX1BHIBm6
7r+18823DlHPj0H4S9fv/J9+8R/ffvwWjNe//fO3l7qv5Prb4rSufvvzSydf//kbVfTf3vr6+//8
4sVzyc/tvz23X/9x0hXP1dd/rP+cv2zq6rn46791P/2ub8+d/OdvjvH72jMFoyH7AMbeehiP3358
Rf8dbMHgi+sSAIrnZKrqVib//E2x9N/phBCxxsEPFvDDTrer+z++ZvwOKwgYGFhE5b6Fpd9fb+XV
5/fvz/MfuA1d1Wklu3/+9vr4Azwi/8tmiyZ7BPMv2llHcwcDExyLSuVEsfpyG8nGDltneFJyTHlG
NIy73prvQTbv//by/vwz/j7sj+zHf28zjIunLffF9QKjwjg59kv15OI2NY5yp4SxtFdoIrzar8ao
foA5VD4jgFFuaq2pQwQqUp5IiIq41+BXiyWSnYdJVQ91aDbaIQN7igOsN7VDmlSFtm1xonykLR+j
1DPc5pvR9+gs+2bKzuc+Hb4n9qjezbhOfVeyfmcS6dMTDcGRkWl5f243WvxSteV9a2po0Uoir11/
QdL/SIWeXhVeuiMrBlEKbhjQBvVRSpoLIpuQB0fqpVOk2R9v6n9X3G/aehn/j7/m7k8r7uK5b/tX
q2r9/j9WFZTq33G4p6YBiqcx4bB2/1hVP76i0pJZCw4aiet6+2tVqb+vfQwcjfkJgzb/D4/1v5YV
X6RsoELCPJ9GHeCX/Svr6uiG4OJETXdghX7WFUrJdXS+cRoVSSrq6MoBNd7oSTagqvoyi3beN66+
N3I8BqSF8L9142iTf2sVcaeohNSb1rJBNoMkeWyTB2tGzuotJyneLKiwnDjohxdU219+vNr/nWW/
rXDV/3uS/Z++k21KPfHHGfHjIOAH/pxlzu+rYy8wME1prgjsnX9MMu93dmXm3oon0meFePPfk8z0
fgezJteKBiztc9Dr3/7x5xQz7d9J7IMjCFAGn3TlW/41+f8HG7cOgnVcqlEKMt+5RDAe/7eWcn+r
a7I4lXgeT6RFeUN02kHg8oo5nEbnMYoTZ2s44tRru50KjbRR9ymwZ2hOT06aIafTCxseM7a5HkLZ
2Tehn92PGeY9QgRzPPljcoe2MveTxNpFBkabJcxaLbXsAO0yijCdJPT0rpsNXIdMeTJo0JpNw4dw
Hfsa6ig3Hk4QIGDv8Sg7q8am7Evb9qezDvE9gYVuTm2O1366qeN8Q6SSH0/N6URkKvJh/bxa3c06
91p4alCZD4qGZtSbg0JxTkS5rLY/y2UyjmQqLbAOIxzGxqmA1aaE8JFGxfOx3UCVlJ2qxfwZtx9E
7W2+E1qzFfSG2qr0zS56xAZjr+cS2jDdw9SKyHR5QtHj4yytNU9Scl1J3UeOG6wD/d743Fdfm0aD
dfEwKL2+wTmSvotXbgY6gj4A+mnbq/eiKHdo8O/73HxZEtQeOfzrejnVZwR4Xu5t3VyeFR1GYBmB
B7ACDh7uOc5QgaZ5297M49MRq4jAy5K9Od4YU3Q6JtX0yRFG0OFP6V06ouU5LRceKHBqPV3C/DaC
SsPXMOeas2ROci0ye9sm6l4xnJ3QEQRNT8mQedcw6dVPdeOKO01J+3M6f5+kxCKqlU/YJYTq6D5o
soGeID7rZnMqMVKv29ss6QIgdJxk47HwywTJhx2bhY8EfV/Ac3W8LxyU51jxHSS39k2Dh1m3jKdc
+d1NPhsnw+qc4Ir0U9t3gRhLbLwztQ0J0Lqplvl2NDPxZRH9+M1tHuha+tY0P7d5tsGV4Qrj7KtW
X/NYr9lufWJU8JOONp6Bz25ZNnVQNg4285hgnOlL4Xct8Vsm9oVTX93PuKH7E0T7fYoz21ZkRGlI
FdFXX2v44GkBHIqNUw2BVd3TsghH7Txdimu83A92hEVIiRJtZYckmXcRaQDGWCORU7kvM+sa07FP
kFSu0Q2jBDk1YeJ2OaCyZ+/GujyJygy94nljn+A9E4C9kzRvIvysN/gCAiKW9y4+vpbzNUNFWNcH
mNeXqEcwMm82Lr6GOmZHw3DQ7dr3vO5OT7zbtHhZ4kM8Z/d6c+Bbz20Dog6OSxt7eFrKL4gkbDM7
NZJ+M1G4EROaaCTb5AeOS3/qkUTBFziMivyiIXhSJzEFZoJUlf9u4O2EBRI2WRgrYSI3Y75YifRe
zOpVu2QPc4wV8WJuSQzzNTsA7kfkM4lgBauQL5156FWE19zhYnDdOCfGVJw4EVLP0tJQxNV2EE+u
wFVTNCikaW81xrRXOuX7lDrpgUvtlZa354bov4/4TJRtn4TLnD1iw+fskmSVihsXnp5J4KBUECxh
zS/aIuJHPPHc6xEjiV0RVSiV2DfCytDuEnMYTpfJ7S7LxUNFKCrTJ5eDpdVOSYBXKJZ29O71zrpt
jfomd8fz3FudlbLqe77M1qc1Jl3ze4xghB7dWUbO99M5mIIm7W7yGJO4DnMUlLxDopz3ubppoR3g
uPMEoSgJZGljN6J/Qc26LyJ5aGflNpIucoXsM2kjAaYIEjnfEGPh1/UB1qVaGPcuweyKmQTEbMfi
OZp6RMF4/dSDflkZ3/G43oyZjS0O+q2FgJimHx5c1FerzDv5Okbj5HOVUNDethjQ7ad8DtXI7QLD
aTGRQyT/hF7MOdPaJII27dZh2tHFdXLV23UV01S4To+80VI2nbjMMwRXWWwiqI4k1k+GQIPm3iVa
qyL1VjrOiUV9gQiOe0ZdmEG3iDmEjg+Y9aA74jFzCrRs0WNbniqt596I9GvTFaznwgkwA8Cd5VrH
Zp3F0Ux+ZW8U5zJVT00Zo6nbSeOlbgMZszSwLDTEYS7qkzIenuysTDaRG+3Bs07zTt1ys0eiz5Q1
ntOEjRvhrQG5GBDAz0fI62g5UXyfF+hNpwi3DEdLdur82LGf6Y7yGWXiBhwclxzsC3f4LjghVnVo
29zxRotcmJjtme4uZ02Z3SQWsiJNxVdFLeri0GBu7zTpUzfh/JD00xmNvQ3mnv7Q3qb6GQFpeEv7
TBJdXTaLe+2a8WdMGRAHrCE7GKV16OtvBfur0NHoq/ET6taNjvOVIvMdPicBdg+Xno1NWX3StWdd
/IiH5JPSsajF6YApjVUIvy9bf9Cc0CuLTeK0m1yJL8Qgd06tnFtT8Tl1phNb3JdF++g2M1Zm9Xyg
ql59fkFeaBdhKhfVCMbsYpt40rmwmzgBmUMHPuDssCCn8zs6z8qYX+uMfUKegAzKOF72zbQEpXNR
xYg+Ey8ASLjA/QVrDz7l2ftqzu02FvrGdVsXyzAZExFQ7PoBAWsmTnpc/uOGMgMwL7DqYTjxqi72
0yIjXc7M0eyivB+rL2bR/F/2zmQ5ciRN0u8yd5QAhv0KwOEb3Z107rxAyGAQ+74Z8PT9eVbOdGVK
L9O3OYxIHUoqKzJILAYz/VU/JddKF9hcYuTMBDED+05ZrbAe6ukRDGOY5M63kLmF58b4Hiz3ddDc
hl9vOBi8+V7ck7AnKGCFC77GY6QYkVeZPCouCSIVZJZSvEtLYcGjmWZD3BfCYvGmxYvcy7bnXRSO
BFO+orrxy6jTUyuzPVH9wR+UNORsssnsW4yxfFK06IHEiRa2QxMmbeR6U9oufrMW6dZgqUqGNST3
QzMKjvRVPzaWDCO5HQkx1SMAL2t8GaxpT5qci9+0gKDSVXoqk8R0rW/Ty2NdV5cx2zMoyzx1Fuq2
tbk6YNOsKgdfOu2IQHmRMR/TasvuADdSuucjJkDiRWFW2Nu1BNEs00vdCW9Uld+TTvTctQN3SR/o
nHxs9PKBYO9FWPKqJDWe1qh8143cK0brMW+Hd1X9KUt9O9Y/2qIf5v6oxZ+xOfqJXu1ndfRh8iAk
F9t86FgR7hqVbV11SprT5HxE4qBOL+AVcaoznyw3c3NAeavcatOqyy7Pdu7KKqtV/i1SqLgv+pL7
zvzZlw5zChkKcK38QZghPreTe2cEwJCeaB3xq1ruZi3hc1F+ZLcNHuQ78doVZiAi06+pfYSY7ZmO
XHYCVp7HVvuorQXJVCKIyviYzY61Ab3j1VH2ozq8SmN+RCS/S2sH1Ek3nbNkrxlErIslqKxSPUtJ
/ng0fnVjC1NXNdjJ1DttUEIV3qIaNbumcCtfgPBqzUrjFX6wcsH2TX5VTbubVxQEaGo+cakDcDHa
fSEHqasMTat+dsiKDk571fqT6HgMEvEwpj82waIV9cOtGSgl4qCv1T0GnTRYgbl63YCNyx5fWnCJ
rkXOEY64p3fRpjL/YGm+GFO3T9k6nZUibUq/j5ij5iychglEYaGZagMWTFrg+VpflbUnuReZUzsh
LlmvJKdqnsZSqiw6+o8VwdeZ+RXQd/w4Ge2rm+kRrJqZI0Um7utWOt5UPphN94VfYQhcyT2xZH1M
M+VKsuhDUp4GBvgiOu0yLPl+rr9NgDmRycGhvKHVCiBggq9tb2aP4/pcQaYhuOuLut/ruRskq9A9
u3ZOatEftK57GYx1l7rLq5mAqbXFqUi1I98JHyu/l9XqsaUJJhXJSdT1DuuBvBkRj7Jvhd8Y08ya
LakpsiHqCiMkgCtYiAW8hCw5tpa6aQya7VZrAbqpETgdn7J+3blKHnDQeVq45MpcBv0tXEwRyR1I
HVo4h6KAiTo8003JXndUk82crdvMACugxiYVmsMniEfVm0f1F1vX7t2qWP8BAqln+AwGi8dUbVMm
/P40apBaFBAyFJdT/gkwSsAmUNqjDV5sF4tl2zaavmNIad4oyMDoosfCWumfkPAwp75rnru1Y8Ul
fT3bF2WR+UWuSFYwadTQmCraQAADratqsJfegkjgn1hOYFVuCGmGrX/LxUgq5VVCWgBuw1FvulU6
rYMMl0jfr53e7OzRfJKKcnac1uWBd3giAbw5YYeP3MefMXkCan7tcOyrJ0zedqK8Jg7Hgayyow/F
cu8zsuOeAOjtaSK/LJm9hmLO+32RQ+Rq8prlwLA3TV0fcje62p0O8qNuzklKGgXA1T22eNTB6jsl
G1J0gwgso9E3bZrTFl5WnyReqdbI4v5bM9d+5+C+9oWq+XPK1g1+zurPdqZsIWL3d4NtVKA1CnYG
acpkd3TvwOM4XofLwQGgeTAn4wlKaxJggqz9gpOWWVWBLcXnJHpaIyoQK6khlGBuZ5eJKdUa9tTp
e/Y/20ZDWm2azAeQVHnMhR1uUthUnQZb7TK0+R6U2UOvupeS7V+SAj7Mp297JapurNDpujiIWu3H
coq7arXAvwK1u70sApOPKNk9Aqjg9FenFlmWKrnIau23tcEZdxi4bdFaWT7M2j5cQCL6GoFJzkT9
R9OJt7nTrnojdgvsvrptN4NeXSRPNsbVn9Zw3jt13M2u/YPFMcgrRKvJhP8XfWK62onyl+O+xLP2
omv9Y1cYT6Ysk0O0JL8U2/pk1vxRl/27rYxXOPSZrxjiUiZE6rsV4njMq6CmmwWc8q6QAxDbJtBr
4FLpd8kh/kglQYr/AvTCNOlky3vT8hYqQeo84/KykcjG9bVTzTiEBMeufSlQFZqzoiiks9cHARR7
pxcfjTZSZKBOtZeaw6UmS4wbtigCa+xPBDmTs51V2HaAmJZOHdLH6K2q+tLzCemL8qm/HQnT8SsB
h82wdm1YaCyJqyjbCjkc6jh+Rbl+pCbyHJn9Gd5KYBZsppr1e0pHXFnUjgFJiDza6oN24HNNtQcH
5HmzOECGwARyKr8WDSVCuQHn314+8Y0c7C6a7mwn/knZ5sCIPRbtdF+p0zfExzbgznLohw5ZrBW8
YTtUraTxkfzZtIO075y3Liu5QCp0qqqhZEMgItoiiDPtI82G+xQIr7lann77kAirBSSUAQ8ybofV
OCjEeigMd9v1Jk++dqg0/YiNwVOL8dkUJT0Fpb3FAh1ODmBrbQ5SfK92SssQW0nPZaWidQGkiPTs
GH1o1ElRZsAnUgN5Q+s5ZtMTPA/7ZLTYStmfVOPs6B04jClfwqHZjzqSBnChwnPHvCUaWdzFbFGX
KdLu9UY/D04JL155Ydoz+aBeYCyamQPIgG3rLu6b8c6u8cjHLXi5YrmhKTKQ3OyIxju3Fb8MvnWD
sgbazNaP/hq0tCk2z9My05ujN1LbJ/qSAmu8bU4UneGBtzaOfLBnEBrBbFrzQ9ZPyU3NeNRBxfJf
9OVtaCB4k6GGLa6ZEBiSyocT+YVPf+PK70wS+SqHpySV5ynVf9eVMbBizu051htYriY0nOc4gpqG
IFUiNLV8eY3NuKh0T/A8xaGdtfUuU3r12kbVkR978ImvPVYLd3DlJdkMsyI9qcvLVEPNrnrfhN0K
LaC5wPhgc1X6M3VdIL9DykbqLbP5KnBoJQ2M4XbN1yJw5taP4SYlRfISmfXGoTgBkI1p3pmIOWcQ
PRDXOSLr2fJGxc++axawmCDYArOZjYPV19duzNM76j2XjZ1W4YxUvy0HeVjhsHq5xH1gVln+1HZk
akvIJh4NznmgAKqSAVKQl5byV1n3G5O2lPtsXPCzo1JUtsFJZDcPNk0bEwheNcawGpPmBOTa+APM
/jOLfP7qCIS9jLMA6/X7uAwlejr7l8Eqt52ZJh7DxuU8mj2gCfKon9RcxD95hdg5nttS2aVt/EsX
Q7qNG52ikdysaTTjsIUociga2B+KdZiKF1PjHF0D4m6wmDuj+TjaCVYHucsZSG+pkYCr+aOnaB85
JqDSTB9kXYV6tob4fjiQue16SsbmVdFV+p2668xL7E1tcu1ViElxZP4MSbe97VF0zDGRepdkR0VT
YZ0bvmFC5OiKJ0f/pQ8EsosGo/R4dauJLppWP9nj/E01Fl/Rtt5PXX5M7bLYiTW6ZkZ7aoW2VUEN
8Srxv04Dj35xuy5JkV67Uj2VtitDNSYArbR6+lpE70C+7sRwdctra1W7eu32UWTFF4QpRnDonMW2
yaTp2XarfawQqP0+M6vNpGZB0xZno5enNPpq9MdlNG5wG9oXqJtvNp35JpDlkPQkFDpnys6pVPyV
r5IyJEqgUOZttD25s3F9Q/M4MGzfaRoKCJGrg13z9aPEIZBa+zhFUMOM1HxXVIZzFUAnz2KDjkpP
I4dzTRvTywbrY5HmwHfbxVsuUl8bSkoAKMDNzCewmoHJWjbwiR3REqo4papVOzi0XlDCoHi9mu1i
dfFvIDhRzqgIwtjHnHpoKvQFuU4Ph++rjLLOMwG8zwqMv4SPTaNMrVcN771CT+JBXSAwNWJj8eEB
a7Rl/+1ZfRYY9spytEZuDHNHzm+VoUFNj39ub5VFe4NatVulU9+GggV4qtZrA8Xc0IvDTKtLtUcH
PfS2uYfoBGsF+vm0ndzXnGdHRurDWNYfOTZSfyI9SFX7nmwrL/TwWN+WCuWpttygXskoc+EzCY1k
MrYttK9udreV/CW14qN3k2CN3ixEiXEK58X5nd0gxYif+QiDck18a1G3lj0ecqjSSYl9cpOLxwTM
LyNd5w0Gmxcl3yzZR7ebNniEfSt/79NnFA0V7kSD1K4aa4CmcO4LM4S5ekw17Wy4Skg/CpJa1R/L
+Kep+apoJQUOdK/G6hZKlBctMHCS1ghAdrJhM338ucDwoMkoySveqpBDLhfQiA8i+UgE/S5FuVem
+4Ihs59b464rjV2qACc2rXuzenT0z1vVn1iSDTnka1lwoO8MZTuC3fOMLr8AaCNpwRGdDQOutSKQ
ehdghYZMhw/QWuev0oi/mWHHnuyb+8IRQdbGD+bkHFZWvLZK9xD7GEyUCUBXVeByI13VvrbTmfAD
vYYvmp6GTfwjmSW0ud+J14qG4gFSZPlSL5KL2/uGtZb3qzKqh9mo9oq85hOjCNlbW0sOIFGcg5FO
d2pXIwjHwaS/peuwT5v5qRAfxbzAMbKvU29sM7CtlkwCLTrG5ruROruqgR0zuPYzRWkzP2R1Z+Tp
FkzrsR4ukTvWT1qaoDeBFc5s7wbvLHs3sKPHNIOvrVuAtpWtLpYQpt5mzWc/F4KPvuMP1X2b2P6q
MPQsr7PxVI031JEoT1YKHO1jFIcFsXfYKyNEvW7w8UL6k3pgxgO4mHOUoR3L5rSqXDrEyeQA3JUy
ub0SHyp2xwlUaDaK0E6rl2KFxliGpvqh8AnP7pr6IAF0Z+wfEvmEgeoEhocGCT4gEc/OwYVkmBKw
ddo2KHhkbsdCQ6l36fod6bSpZvKhgPbWylcHamIMFx8W/Ql9uZ5vsvN61kyOkLMeqlV8L1yIfZq+
zfRdYqTnrj2ZOROsOidQS/FOirKWOrdpr9jbrXmhN8uNXln+vYjOLrU9mtXRLE4Wm09lVw9IRSHN
S14Nv7h60ftXEW1Swfevsa8Ak498h05Rihwiih3GtBAgEqVCyktHL+yQMuiYbp0RhqAgZ7s0+q6e
weoXI8Odcyd4buNt687vevaw9lRGKdRoIphnzV1VbZ109JGHB52FJWWNEqHhAnKW2pe2Oo+JXUGN
Le/xyAoGFYw/HNPTXPuoCKUN4rJkBGhQpVNkLkR8+xW3P21n67jLOX6xfdpQprkn10Ddnxb0GE8T
bmLRAkLPStXeOHoEUZ2BBqD8CB6ZI1jwRuY1CR8fgN2t6pR7Y+k5nhV3jYZkW4x3/TrUu0ppLkMS
fc5W/aErHG+H8RW0SPuagcw8YARgU6jlzWlxu/dcvkGp6z21739RVH/Xlauvg/KurBGQS7OBZz6o
TlgqlzyiKxaJ3F2WbUcrlNJZXrNcIvoKteVDLa5pv5AKbzZjW6fPEDQvi21A+43KUPZbKZbUW5ja
3kTfp5xRRLv25qYk9F+ODNYa/p/L5ww11X1ZtJc2O+uCAifmHqvSEiOJPDgSYSTuSn261/pfs65g
DOj2wvl0hxQAm+uL9J4UP3OZbmOvyzY2ybwYoO7rfVLsF2IJ0ZuYj5X5iM597kpQVYRxfGFSuWWq
yFB9OzyuRZZAf9HfXXOGgfDuTM1dY+mB2zBna+lTsFuHBQX8YwG+eNG/q/jLQD4GhVZvXCHhz0Z2
GrZ2dUYxwIqd0iOVG9PdpPJD9ipVirO5K80+v1RRl79ba2SF+SLuecMGipIHZ7MmWwdNwlXeOWnz
UtnMgfrxPV8rP8nXkC6Th7hM6G+x0t9RD768ECd3itcD3VybAcpv28NsdGW1ix2lCbLsRnEjv+ch
iAbKYhPCVFxGyzkz3k75qhX3XK1MchXVOBe56xzhLk1P02p8WirveeXKq4Y+JN3uZxza/ZJFirfk
8cDgC83fRaD0O0zfipQPrpupn4OpWLt+HZ2DBdPTXgmmmp8Lo3aPyJlELEJkiSeLqiJ3OfWj3m5w
LFlBFZG314AnPihmdF1Hzh+jmTy7BGzoEUXnoNJN5a3q411G/8oD0JTIBfJqp5c5AaZNvxUI+FT/
pHwpRUiNobEzALm0rEqeMyzzrhYGg/RYTaNXjoYuj5C7HjNgrVtndpVD2Y6aubGIIYQgZJvAKLsd
RuFX2j3gF8/4M43udZ6dHUnOT9KBYY7v38Pn9RKrK4cwEULcp8djvVhTu2dGHMZOG3Z9sm+Eeje4
6tlOJq/IFMurhZQHiiwwIbsJBQ6dGhSrom5dnqR721qOQOyp5CgAOO6r3CxCtbEpfJmyongVY2Nk
G4FOAjLDEEmgAicaOSjpQmFViZ/SfKQMGLAn8mWe8PcGGU3Ys1Vs+gaQt6Kb1oY5jn4cDX6nnrkD
Ku2QR5EfOakZRrSAbXu1upq6qDCiMSJ1l8i+NLFot3qVkfq2UvFs980pn0t9w2Gz9lebYL/WcLqZ
GlUGZY1YQTJ0eGzRXTZo+to9IdWEvuzFGnY6HcLMoWW54poQ6fLQTi1TcgMAVNgITsc4nR2v1LXH
PGp+0Veg5ecqgtHiF3Gtv8+ggX+mm8wbC232mxmtqcjb7mdNVXqn4nX8zTs48TnRxwsEUHuj5x36
SpkxDm6U9lTy5/AyLBMHq1XhX8E8xqBpTXPlhmHm9wTwzyuSQtx3lv0yuYhkRhPtMswbYTJW+jtD
d0bTdTNeRkEDqoGHlhrtmV6fRi1C4H/uW5wnbHWLYf7AL/U7qVpj2BEDwenbz/pnFzP2jnE8/GYf
S+EJTPQDaTo8J7Oyc6OBHgB3bdHaSFuw+1ir3awa1Z2lIDvV0Y57MbA2SvNQtd3vYdLoqXATzo4M
JPnqyhtBDfT+DQNqsLub1X2isDtT+3k8g1gz36bKbWtf63v3R00lBTmGqkxbwI4hwgel9mlWL0HC
mWbbJArKb5S0PcllJlqchIul+N0Zdv44UvJwnSrZM0JZAfbP68cQVWWoUsrx26WbHoQ6UhHD2KkB
VVWmVfYABsWGWcgGjgIGl5vscr6bgP+xvRC+287inWSVuNA6Jd4Hjjb7Jjcph5vXdis6U5xLjhDs
cxr2VTUfGBHomab5AyFjDwk8YgJaRC3JVU2r7+j1QCCkHX3btDLdGE7Vcd86RioRWfFtpZ5gJxLY
H6XhfDfmVG6YaatdYOFvuah15X4VlJZts1WxNxM5vlNEKD5U2SUc0KjZSt0Q1P2kyFeb7J8vOmHd
99rShxaAUOTKxrSOXae7ZyfX7WBqBrwwlMN4uktNpCfbueVQYU1fxRyb3TZVFE4uEV3phGMq9dD1
Dt9PEWtXbaD1hC2aXW8i+vA8zmBLUKewNPFdDIz6dMqDMIVQ0YV9Pb4fkYChP2jTfW5Jfr+BLp83
aqzm0MVoezLBJPFncmz7FpUECP7DNtdjzKRKo746UbR2YUufwM4oC+djyod48tWc4suAr5hyFTnG
H9tWvtUI0qGXLdE3vnxB/wZjJ3Jl2ibFTlUhUkTu2Y3RTbrCHYMhsx1uS2rutd68l1Fb8tWstHQT
NXmMuGFpHBZrW3s1iki/R+JxqZ+zmkI7W3k+3tjOEbhh9H4/x0ayUQBEaryzor5D3UABz2hewOgb
0N2kBDqxgQebKrStjObsqNJ6uqlnTEOxbdk7By/yNSpk+tBwymiFXZ4ztpPYPuboJ226ZfYiOhhP
TZ3eS/Cf2ySvKOGlhgrCJaPcaEUnboTw06mJ3+bcNg7ZbL7OoLcvxlDJe0H3I8s1WSx+LcG1jqId
MtJwbGl3fbsthSEAhfwimgqLsTpxE3gmrnEuTNoVKEaaAHeHltGpe4MOvSdrhKuRy1JjV4iNJkWh
eFA7MT6gVUHonrolhauvkkINkjnrQPoqhtkExVA+J8wSImc2vLIo52OUL8PBmfuWNyJWAulozm8j
pdyabpchrBvmvrxDjFVazjyexmb/O5uT5YQk91WPzMx7p9m6K5FEGJsIMoWE1WTXLocoGgYW3sPS
2Ccd8S1LEnPtZn27uHhnetfZ23aN5u/YrV+r7QEUeEkdhTGeGFsaodbK5aQv/bJRhoJ3LOuqW1G7
dZU0vJ6EM4+XZTLljnaJ/MWpMzSnBlAeRYmzHM86c5LWi1I1Yr8z5fdykGmY3PTYQSTXpez0y8K9
BQlrKvqGgZK9o1P4Jc2c4gFL7Hg3GXb0WiuLiuaWv2lIDX6p9FqwSlnvuroM3cmYQ23qaLll1/js
muObK1Rn08w3ebReivHFoYrb9uo2tuhNtQYEpdUeml3XStO/wb5PWWYw+49rNWT7wySJ6OPWoZ92
szIivdimhjGrRAhilnyU+ayf+9bq/C5fP9B6kGjqWX5Fka4CNZa4L2aQC9IS2kY23Tp5A7N0YLJL
JDaNLCn5UNSIeXFZY8yo7HRjz0UVsGEY+GiwEanyHvo7hOsSPQ9iKq5i9JcPEeeawYJtYRtyGxkF
0PnzT63i1kUCa4FewiLzgHmwarZybjB64ToZ2jL6XcWac3frj21x1wSrTjV4mxWB6ta2r6qzeuAB
zXfwn+2vEtTZVmUsecHGofMXdfaW0k6LOY8mlLMqaMTr6nwXDWOHDhNLa6/OE2MgqcccoJchuvC0
cTqnJKbA7RSl1wFrI1tMB3N81oh0N7D/oBwXV19BJ86uxVsHWzYl4Mp3TLOnoO9FYtFtV8qLyMcB
4Qgf29lWC+2+myu5z0SUYfkc6SY27D57bTgj4PpqUxHglJc/My3sF0z0FrzwCXU6TyTtbLMrD/hf
menQykEwyjVXegOpNWjvc2OJvnppc+lqa+R4VCjt9zLU609eFPXBXdWFgjzaZRlfTLcZrIw/8GCY
F4WVPITQW9DVOcElBkSRPChLVW3oGhiO84hQPieDtlvl1L8PdBAFsWuym9aL5kpTcXpCyao3FEex
i07ke8H5gTexVtAMB2weT2Mk158iz8rTrTYgrAsqYD0hFOpETFv1RxXv31qTl1sWhAuilbhji2RZ
KV5q8bGWs9NdZOzuZJbfOu3zYW85lXYQMPUwI8nq1Pa0L6fZslxkjaGnS+0rFVB6KG09e0+cvLXw
vK7DcaTyOlCktemUZP1oI9k89YOLQSurGbracnihxwEPlUzVDplusI9U9WFRnB90K0Y07LEjqEtH
e1Omb6FVjBepRkyo09x2nztrbHa1VczbCUDqRqnH/kFXbh8GCR08auySlXRYgbJ3DrmlfqVHc62w
XfHOULKia8ZXF3MxE13AkY/jlkF7hZjnMBwiT7/ODyuYSe6dpcKRbqys8iUQk01uZtori8nXyFxx
z2DY9QwEhs08k8GqUtIZ0ZLxjkRxxrswm+v8abmL++DEpyJi+JEcXfM+KpPyEHdu/91Kg69TdNfm
6xZF27OtgS1AF62hrd2+5qtybEmArMZYMXI5mhO+w26gws/AVFseDZqKgqFzTY6T0Sp56R09pvFY
QW1gg2L+YiphvPPliLa4FYuUcYlt/nJbJXoZyyrZFcgZzM8Z0kuv6FSFjX1mBTZBVSMoigpIt9F2
vqBmt9S6XZynLyoi4Og7qxbfO/rBsZXjGFXoe93M+BhA/76gg22g+Rs0HmNPqi1p9oNFnq93kTO+
KCSbA51Sm0Kg5ZvL7/+5/f+pLvnP35Naf0l4/d8lv7a/61tmqv/7v+oWRvg/abH/N0JfwiTv9J+n
A14/iyLt/4h7heMwVn/JCfzxZ/8ZFKDQ0yIqIAQpW+sWM7xRgP8ZFeAfOf/QILfc0MBkAf53FkXT
/yGIOpuqpsNSgE2Buf/PnICiGf8gE8bO3waZahHL0v4nQYE/4o3/HrXCtqwTU7iRssmpEsN3/4bA
iGd7TFMKdZ4JpzMw6PSyOMsqZU2jUXjcujM2rUySNMdzK6avllgOHHrOSQxWrfw5agea4KReXmkw
Xre9rXebf7mo/0EY7K9B4T9+wFv7Cz8ckBvD/jszY5b86B1cseeWcXSjifGQ4fVY0Yfb/47c+Nd0
659/le1wyR2NOJ71tyT0MNkzvTfr8EznT+2Pc4fXVk2y/4Z3+wdt5a+XnKwumWdYt6BfQJn+NZnB
Oc3CUl8mLxNGqa1mcS4rk/le0hrsg4tuQ0bozewNQ5Q/cRZliW2xz3fFEXOuifsmrvbamK+U0yfm
Y+lwxRXNJSfBp4cx6DW324aK+KxBy250PjZJtIWuZwbu5Krb//rmaH9Nz94uGSlWCwgGjzAR+b8T
PJfIoBOF2vsXTjvJt83R/35Omp7KCasKrbRxvXTUDtJgjDYaS0Ov30pnH5bokllFxT5+W/SQmqvx
yURy30y4p/+Zf/3/4aX/JXg+//PlyftdxOlY/mt46fYH/rkmWf8gaAQX+M/1iKXnnwsSqVNy64Tg
eDpvbI4bm+3PRcnUCMgZrGGm68AhsWxWsT/XJGJNBgljXCMqI00CT/+j0OlfHynC0ESj/ojYkfu0
dPvvKG/VyCQVHZZJfROHDYy+iGXj61gYRzpyhlDgV/qX6/IfrDC3y9D8+wv5599o4ac0HAJYxt+j
UimdsHNG8o/9ung2tBy7ONMvJXvCCPIoXM6QzdiwcdVf3dH8perdNUubr6Vsew90ddiNNL1yhs8H
bGFt/1bDP930GO83Ru+c/+uflc/F335YuGq8buQRLBO4Gxbov64eVIlEFiMp2snimUFEWUg0gDbH
6YY7yuOe8t4ZSbYbnEE8dShjD3mab7ukm1Fp1uelriyviClBmHTQYVg/2Y9Jptd8wPozLV/vZkoi
AM/m4vd6q38wP33oDJ2ZOPUi+oi7dHUucQoajFqzsJ/Za3WDrW+mMZ6eaZLU6dwt0V6idEdtAntH
rAxfUgxnyQkSXeZmtFegLelapaAHZbiwGU0KtlT+2OntdnUx23RCxnc0RdiByrkedGb9Qdp2DKa1
QBvvE40+Vat3goSN40M7TMpDHMVW6Ap2TW7FCGu8iXvtatPHMaobVxnONq7FMCo52BERWfTfUa7k
v3v8UeEYKzIYBNNakwJdFSWICUn6SA8Rvveyek0Gw92DDntbjebRJANTc6bwe0nLW44ysMXAmW/t
dl3vSGS7e1COL9qtdVqVbANbyQVSXTZohiOYEHdpE6oA4rDUKgd3ap/jpVSv69TMm3KF7aEpE4v9
XIgv7BrUUi/6lvvn7lrwrJdYbRP6xSvzlCIilEn2PadKSfA4Su/MSr2hkxH8tyniJG1wSb5lBL/F
rkRD+tCq5t50EbBp7YqMo7MUNpb6NXlsBbmYOuo7WsKZB6KLeCk8X9wy2KIXFQhXXjIDzt29u4pP
kjFlQLPW6i/MPfxVVOVGK3RqqdNuMw5rFVQ9xuQ06eqzeauBnPKa6VRzU2xyrBVJMWKMW2hxqpzo
h6LR+JvxwSe9L/QsT0WZ+Sm1NbSwlfXDSkwqKGNN+jhAkbdo9AparJ1+rBlZ0E1JHBJa/1VRBv4p
HOVlTgr9ojN7v1sh529Fo+jHBBe6vdbFW2v16mO+MItJVBsdOTajPmj02Dh1IwdxUPGoFGZGt2Jl
Nwzdo+bsYtb+aKnP2qEMJl7lxDcnr53vFRoUGRRphP+69FbGaF2STNOfhtTOuDhmuS873Jk3nsk5
IjYf5oVrftmkx4jGLKavQlYJDZncUwBGysasWG5K10XVz+LnVpVX/N4ZLyjwn25YSNFFuzTBKtpY
3Rx02kC0sWuKDV63XdeVcuOg3FwLAxe8OTbmVlRGfVZUd31fhD2/00FkPBTLzVjaJUx6l4kdgcDp
7aGR9VU/HjsLf0RpLvOJ+Y8BpjJx8PbZ0XYY2clQRjV+FZyyLQ2bdVMAhRmSGrFjOaWz/Www4zP0
3rhzq9ne9rUD/yu/DUyJZA0PUxnpPiPWUO/oRaVEF+PLDATNo2ah3/SpkQb5KNvvSTJyizvDeo+i
/qVchpTJbkUk5raH6E2aJ31gBPULfYmfqyibs5Y7xs7urNcMVsgzklL/0OtjdK57LT6xBKVko3pt
k8d05vaAMS7VQOVzVzNJJBbrfBDZz/BQd+ND0zaMMNOquBdZTj9vnbR+ZJkLI6Qcz3BKvayImk+m
EDhls3r4QevXvHSx44tpNCqmIps2WfFv5J3Xct1Ilq6fCBNwCXO7vaEnRYq8QUgiiYRNmEy4pz/f
Vs30lNTdVdE3J07EuauqKImb2AByrd9q9ZXi+re5mriWRj/o2Xb2shf+uRJDiDnNvtXp+GS5/ssk
7GeBLCYASmzSa8ow5aHwwcbXbj44D71nTyfKO5wj5rd+U/KC/HCmGl8CD/ChcRIEcKyTgJh1U8VI
wujOPEL5cCcOJjuHMNvzJkT9dfDChue6rwYfoKL1DrZXg1zmFohrmxSZAJZrm9umFbbkFGgboisb
8xrqzsl2ZWKo5mrphSrWdaLtJzWriSvb1Z9+Q3jsogFvbcyC+VWYOnsdJkhws/Ld1bO7ydpInX3K
lw9T7BdA82ESfhdOqnaelSWbIY6lu5pKsO1Ke90JcN9Z12WgN4lKxXXk5Q0VxmUBelTS3zv5Fh29
pO6uUuP+oCa4nbYiMskTYXMOJLwcnI2am/EmaSd50ktf36e5caAqu6MTxSwMQHneyhbdvLNstWyM
nNxdGnhAYRWJQZuKEr2tJrL3TnUJy3lPK6rJxw2SWMFwjkaMUstoR+VZfl3g7fxsCYC768B8451D
S+7CU7OzDYnh3PWwrOSzgdirgvgo4IYyvjKJ/CT1On5WXR9vLc74b6wb6uzSGAd3Ct1DXbcsmpvG
BM0ewAD+gPTLEgfHUN02eeJ/t2YcAZScL4fJHx7dtk5Ocg4NmhzP3zYg1NsmNh+ySsubfqrUNghH
50K4nnAeFtscAPiuh9/d9aJ66YAOQUYJeeE0UPIwZzXFhiWcbj1F+TVpuSlKjyHgNTGPNbrS2L5X
lguzOVloX4soQiTXtJfv0JpehYLHEzadbmW8i6v2VvZLdlOMKHeHIrmKOIEwbV+qxyZK2lblwCFp
clrc6EwbH0GVmp2l6ZjbRMPS3yS08enKx37aucmVpWPvxWPuwCxV17ciav3DbBAIDAVdt7ke0WBp
QnQRrYTRFY1zzrHwneTThFjvCPRSZ6tHNe74DU3Vbv6Z0bR1xKmuzq1Txs9Zz03KK9uaRol5lwSG
k503w/QAfIZ5iIo+yACSLQ+znkxKZ4cs12VNPBvLV75Buj9d+y38kRt8wg0SOyjVEu/KarqbRU8f
eun04Ubb6XUnHdSmpRtv+gBpqlXReur/JG0aqoekHYibsaO4sDRW83XJpuRAnZs69D7B0HJKuivS
KPOX1MqWXY9De11w/J27YdKI0mIz7aK2y0/IqhpscVlyHoug/7CmCyE0Vqna0sY6Xo8k+u09IbsH
H2myHg2pmnX6OPZOfRwgENYLoaz72LuIpTEzwwtSqEoWhT5QFllvTarbDY2T+Vk5lneLbSqgBcfz
r3ySb091POv9IsI7aGdo6EmhZIqKD+G3yU5Y0B2hpEw4QrZm8OmuUk3TTE3D+7ZyZrUx3jivx6Gt
DwN99TfOVKJNFNmV9FE61F34NKIIwRuJOscf3HdqJtWpRxkdUB353IBz3qfDcmEsFNRJ906EKnpF
PBPJMFI5TeMlZ1p+H8L2brNmMPdQ5j0H2xJFN5yk+fNgODx7L1W8Hdv2rMOLWHtMr+o4Dz4SDyq/
nzr3maLe+CXSaG1ETmMNjnf0yE1eB3fSrce7EVsa5aXUTm6WgDJc2rMNPEKWN2cRA3yqLP+KXp/h
0cWA6oGUw2qV3Y0zpwyEVpnz7lbktldPfo/H2qWODQ40F3vPiJNrzdlj0QTXbUm5nnC7rQ6t8spD
Up734PT4G8tj7iC+VF1AJgONGqIJEViiY63CLN6KkJNskPln0xlSRCLvvTDBtyrRT7Nq7hd2sWtE
gT8Q83zDrSWfVCxxl6QuFHD11DBkn6pMfi39SQdQfXimYpqzoA/InLdKpsmKm2/s+3RXkP5+zLOk
XSPPbtYl4bqHLNFiV81ztVG5W6zDdmpul2p57FQd7ciZyldlP+HcS5EdZP4d3+SFqemum9JuHiAS
UfVXnKC+aZqVr5J3K6DEvKFIcz0wbs4RwvdilgjC7ZRqDw4w1LzYPOAVcSHUffMU+IW8KjDu7wXq
vRRRmUjb4Yiqq7o0ZVVH2j371WKoL/Rw/DKMRu6dnZX+Ck7K341UJdJoqA/phSTOmzHaQRKIh3Fq
3oGucM7MumdtCvEX5sNqErhAx8BDBq7tGyKbxlWNmAPyInwLG7Lnpy6bbqmkhxYt9S7No+VcYyVD
w2518ooGz009+ixcfScoy7awzYYOAkPekSrwYXEt/6oBrLuTWVmtHI1CK89LfYI8Mahai1K96N4i
HyNbroppinCDqEt1+He7XcaN17LgrDyInRVW0eF7WlxmX4jbR1enFNKjR+VGpc0HpWcXGaRhyqfO
1jWbudQXHTMyO5yyqTmYNj7ExjrMdaNw3dkGUr/Kx4ZbjxVzSfRnWthkJSL8goqi0Ga9aMRC7mDN
m663X9v+c0wn7BdVRO9kk02v4zjEt5N04x/A2ws4vELGwIS0IjIfGwC80m4qVLXPhP/QV4Few5Lc
d0X8HfL5sdQyPfnqwlotrJGaAvUMT8fBhXSnaDzI9i0r+VQFhPJHCiaBPIGynW/sy5sujLHlyRzf
Lc0OZltVPvYRelBgxRj11VVcOcdobsp17oZQr656781SPRZUwaJtEfaehvJb4Ppgw8myoJ4UmBcr
k6y6jE/WmvjEZ3oN5ueS5PVd7ahblnX3oQuni/aoXlbVND8IhZIsysP+VbkFW3KUBrDpBc50jQrJ
zy+r5iQu6lsERN3CvsTnG4AML5cp4oFt0OHRiaqJUcVyXdGGmp8aOph33EDbQNIjFE+MwPZ0Nbpl
vuvZw9eghvFcFNdjTQNvGSMMC9zgiwrLg59qvvQkWK4o0Gl2ix3jRuG9uAyW/+gpaT0zc0MOe8F8
JEkj+RFiWlrjPjMnsvM2S1P0L11hTmGBXLah5HQdxtSuK/bzDZWfzSkP4CLXvtfYX3q0AnvEHdb1
Ar5xRLTT72iBp4icXfZjoev6x+J1+a7LsTX/hFX+I5Dw/0uK4wLo/nsM8bH5lv2Sgwfv8D8QIjSE
Sx4roag2sC+Bz/8IQLIcSI3QRtTrM3riM3YA3P4bRfRJvAs937FBC1GLEcT8DxTRDf+L1ExoiAux
AbDl/EcRW2Qc/ZpeJ4hEAiXDihY6rku00oVE+XMCEsGiQAHl8GmEEw33MvRxSfTxqO3NpOOeFYos
W1T187yAunhQaZlYEDq6/kcSu2X6mtSJ8fZBRzE0j9YyFy8pKA9CZDAP1O3zUlBewmj6zZDIB7/Y
OgFKfKpdoWpJnZnW1BSYYOdki9s9NhYegdwvPXWHawPp91RlwbBFV4VRZxmSMsFW3drsD0Frl2v0
psElsckKxTZHCoGgZWHqyxxYcsuVcbSWzAPI6dq8G1bSRhtLtg8b26ZNGuuLxKpdr9MqS7q9jgTF
6XUvPcYlQlZuKA9vXyO3CJyznuZ4n8hu6tfBWENph5r8ivVA5ycmKEqzCBjoQ7fcNMqykbH38irp
UpTiZT3OD6PdVAl7YzO/Wq5iZZj6gWJzsldUgbQfrc2JQp+RFM8iz54yKoi3aXApApd1Onsr7L5c
x440QUZvTeDMG3+a0dA00zA+yVgF1n3MnEBESyLQBdtS2Q951TriesjSinRO3bM0DEtsgfX1Sfuq
bfihtUUpMZL9eejeSSlNGIHqGnMYyabNcrg0jSGyH6fxVdQZ3bmSfJV0jZJALnfGc9qCUdoqxpVo
HTjsJaPneO1rR57EOMAiG9TGN6kNMvqA6XbINkme8Vvo3G1esRtJeqnGxL0f6W9lFGWwOUEZL0DB
wyAxRMdz55PhMkztjZYes0wy9v68idK4rbaeGOz2WAYkrK48JIKn0G0zb4XFNfpqULLGG3w3CYMj
scQvEmd0uCpJn/K3ApS8x+SA4gUwoK7a1zGr8k/VSEzKOAhT512hQr4DGSAfywysO0yetf/NaREQ
nSgMGJNd0muClXU0Z/O2703ebjCeIB+2lUjll0YU43dX5cZFm2uTzduXqOKRDSRkfogkQZDIvM1f
lk4OfxlOzZ7zqptrJlvCrzuUJy2/GFd3WILkrAjQsNetj/FvV8fxdIfc0nZA98bBeix9YpWOkeXw
sGknYqlWVcVfSssypmqnm6Y7pFPFTLLMz0dR6+4iWkHXxF/R4AOa3iaVCP8grRnBwUpJD4cLhKWS
1btfeOUCu8bShKPcKjJ1iTgRMo6fJ0l+vb/BtcsPXuKpeaVtTLu3nD9Dsvvjdl3cNhFfjWP40iur
4NXwx03X0WVDfFcz2MPG7VlVryT6JJ6OAIf6Ou8pefbTQWz8zGq56fGRfnU7Zrlj7Y85+rc5hKoT
eX/PNfEy8NPZf7VgAK9EGWqQt5ElE+W9/x3pE3tPnaj3nECpgwv6dZakg28JGhO0vCse5brRjL6R
i8m1qj9T0EYqLl3q0gKrKm5CoD06cAo7o3pGdWZeDYn2mH1tMW7rPLFfpsG5mEkLd5svORlpTRTe
qNCuv8ToULsVomv1hkQvPpdzhpsXKA3YlF44d23qpNp0SpXPYKfxsRUjDesGX8eqSpv8zhs1QgeU
hx5zNB0JdDKH8gvY4mMkJ2Z2hSItXfv2AHIYuch2CB8YVQDXEZLv0og+nPkRJnPw7aHVdxXDyqZP
3GxZF3GauatZYM9pnHB+IMDCQpiCJO4ucCp15UQN3wFQ5pOZ4paQi16c5pB8PDJoGHkbPYoNMFT2
MDeUrXINo/l2wamPdlIV20g4M69j/aWgROdmdudPOx+7F/AF6gQXgbeQoUfUFoOsSl6m4pJM0aVH
DV9+xW9P+k9kzOsUk5CGwCo5FvFIBEJp1L4puHUH3ZCaTvhefVp8HuhskHpcWYgP16pB1rqmE5on
N3eGdsQwJUveZqX8NGquHnljs6s3SRygMGzQLcI2AD4Bq8jbMW7jYju2bbcTaV/FvC+ChVJezgSX
6r4qv1piH8cTLmHzI8LdiV8+zNBLxu2QfAPK8A5OVbtvaNAU8nMrpMU4s0i9SBJ7fkSdG6BRS1tK
2Im6LDbhrHW0jv0cQiENgpulLAs2rCra8yYxVxU60DXgCTY7vDaHEuD+jf4GTV2oS75sK1k98d/n
6jtHY46cswUFBm/QaBpxxaWg+sjwotp3T9kl6fsAXWCp1WD4xlYgIcO7hZ/hI5DDJ+a77poW5BTw
BWHT7MfJa2QX4ZsVTSNGpb75ruvxQnTNGcFmZGFhAQ6BETPuC35UgUkpz5s8Ptvl0D74CNM2KEGn
bNPFY/Mx27r/BJtt73jDA2ZHPHs3wgv0D8fR4SOApNl0o4OEWSVLeGVqopE2XemW1E270X3jzuG3
qpvbe7wO2QMvzAooPF1eCmcUZx1Jh7dNk1xHZbH8oJXLeTELpgu37/U9Ub3xupnJH6xtgBPCxNLh
VSdZzfsjjLv+pnLl8rRUlwJ07NK8GHTfNcOhoIM3flVMZGTclFYut3nh1MXKybqoW7GzztdSJcFr
USw87O4ykEzhiXrcoq1zccugdPqM9EhhDOtd/xx1AWc/rwOcWlm2LJwnCQQhIdPurpbVYNau9jmM
85GbiBCv2gt3I4L8acdpULwUgcaIRuHMcPZFPYSbxo7Lfa97AtLacEB6pVql7ftZRf1B60p8VHmq
TgurPDQdVZOXgMqgXGg+Dx0JDTUTGkRen4G9mPgOoi9DjMx8FZF+bIMtIA+dVykS3q9ue9HSkw6U
A/uKKfAPietTy2bh1O+3DEFEkPg8XBvHAf2Fx6ytD5dOaRuTegp0nZZzjMXMctF6xzhZxwlh21o2
Q4YHFPccmmArjGH/jEusX0s1wFUjlIHmSLreEJ/mBtbDGGZOT9RJHKaY7joSLKvAKZ03lfnOm/HC
ebozMflk1ez7zV6wOFucATY++BqQTJKKMTTmDrXelF05yQSd1SSzq8HRDZyjy+u8uIrzuP+azX5z
z4kcDZg9R3Wx2BKvQbBVxsmFjrp5x/0uyr2taEbaF5Nv1C6c6ATA2kVsjAfpke7zAe2nj0GvWQ9L
hEJ3HEWA39nDSLDy0YCCTLQ+hrssHoY7MYYVjnbwTvKrihg/JlGfW5cBr0fNPtqH2aY/hpdJFpzn
pBH2OqOS/eAh7ntwsbzIjd/44pPh6CaocqflGrpteHK8Hid0GCz1gBo27iduScjPnZVMOXAnbp0K
5TUUE/soXom0L4jCq0BOt5Z9qXiLrbHLgILi9hXVO/5rfyFUoeAMxfU8qXs/kbCNtrGB7dhGGTqm
wZsgJHDfX1AZaK51VMw87CV7z7ZKMeEDF1XyW1en+rHMF47lpe+K684xwQcwERkqFgtvIpi2tlMe
WDdFWTVvLO7o9nMqhvg2WhMQygQGXa3wlOVglTPWXZSnzXwJY8nIFYJC4iatawWUOBIJAStbjXWx
q+ylxfERpjB0ZhHWlV3nEXYJIyznxOIDStd4JnuOh7wX65RMs69jhXcd4AS2b5RZ9Ezykaz40Lx7
1sCHzTEfpHdyG8S4ZLqGPL5dQJTISnrKfY7AOeH4Jq7/7BFOvA5NHl4FAzJ9ZFLG/+IRCPqKL2wg
4ivO3/wMqmfllGqCEnLa+6hVxcxvLBP/aKwAk7Xr9ePRLu26WAtj7LekTyk4H38uAbJ0JvcKUOI5
T70o2Xa4fchFWEYVIW0YYXOAwKTFqpKMAk108umJMTvbmT0dOf+jIwovfRX3tQIOtCCdN5WkanFj
Yssm5jPGXnMJilpeSC1cno0zGx+jtlkeSeIJSbYg0vZciiJ7d71E6QuNH92NEXfYqi5JKLAvLwvh
XDJyYIL6Q+em3SPjNwl9PP6raB6zQ5NcFkKp0hwMnvuCah/S+qTVbZswlEfZyHcRkKdqA/cfeeiI
QiojdAOY3TDGCo1JkHyfYmdFjbz3M5F/dDQhfJpBWA8V1sK3eCJeIZ2TdBtyvm7c0KowuNULNRA2
/PNdwOP7QfSjJVdE6HhfNbEFzVrJRXoIScey3bfdHL46nfKGDfT4JTiKrywanYB/V1E73w5YYdeu
xGMcFeFF8A6+tSLF1SJSrPaGw+D69QmydkJqQAvEzE5Jz2uoYUpSfLWBPd0Ru9MTC9m9ZGGYfiGD
Mji7F6YkQ/h4WKrpwPQ23/pW634VzYhOoGpHib+vBy5lOOn2wezWd67ldQRA0U6U7id/MseJkuGd
nJ3hCzRiuA9TBvjWJl0JtvW21y4yxaT34qulDN/V5JD0UyT47VZLvFTnCEz+oIeFZyRJTZGv48yN
Tpma3COnz4cc0/SdntIBDtrxtkhgJgA/ZQVXNol+eF3DAJG5FnmMrwrM8YG3ZHldReYSXJfhqCob
7k7O+hj/s+fFMXkIefBVZTEJ3X2ab7zGYbRForWuWPyooh66OwIg6630xuF6xBwmNH9qmLV17AKv
PPu55dIGFKwzDjR/2zpW9RHlJFhlIYGccdkHCxMekOMu76pBXOw4+sZXfX9fJwmQYeNYp85KU4RJ
MR3pFkkkISlzKdbkTrfINEAsvR1t9MzXtLnDrOEgOdk6Ge7dvv5Gafx0YrzQh2IOuisa4+wVKjH/
1q368nmo5NASWQqkTQqDF76M+YQjCIEF44Wr9RovaTbiy824l7g/yfXsMu9ATlL8HbG1eqh7W/Pl
e8mwajpZ6rMzluD2Y9ba8VbDiX+WHRKn0GGq4T0ZY1/vGlRNoxXM38PRL2/7pmkMZkAx3PWhxUMk
3YXXPdmM3bs9ESS1sgu9MMxq76XT7IR+Z5ya+sQQw0hRR9AFTB08vXNKCVxlsaBwG+N3Dzsfp8JI
m+YjaKp1ZBgnDEXaIll7DboxTkTw7YYgIn/bG3/Ytbjy/Bble429b13Vjt6JlmxWfIPWmz3Z4d4d
QrxSeT6dZWKlx4n9Y1VobOHMKJytXa4HIkmc5NjOkt3A0TUZSeSZfJl0mJVkSwai2AaazzwFjvPS
IMUncRKxEXBUXNylk2rfRFqTOpEVvXoiQOSp61N9W05B2B3HzuLBCQvURU9dPVRkssQGU7gJ8vEu
8wcruZ3JoYBWGWI641B7IMAd93MPSbCb0tEP2FbseUPWZfnAPEhw5ei5LempovteiLr7Zoq0AzFr
hx/TqMGwjbds58wqMRWU/p7J0yJzMSYHaBpaoqCrwbrhAGy/G8cq7iSszJpIKzJOiclwCeWrKrW3
5i45jmU5HhVL0n0FgxqGJGRswnQuvy+ZblCrQQIcHVmdCy+aV06XSFjfihcFDayHUIGhjAzrZo1v
P/roRpsMGhGytG10CKG8Hi6i3P1kB8t9uAzmayvm+aCM2+s7+j7nnZL6jeO4esyjGsVNUZV31SyP
dOSme0wZPOhRUJgPf8TCelpyvdinNIz6cUtAk/W2wO1+jSp90+RutVWAn+vJC7OvWVrbD12XV2va
kV0ANDt7jRErHKzUgBeG1qNKfGJEgMrmAzMz9mwCrZi22ZMV0YJBdTWYpTiyTtZ7Mh2DN6vKyNpK
PXmd8y2RhBrkGx0keBHkIuojWI/ejL07H430rYeePPAjM4/gUfAenNCYE6AfeawcU6TzWf514uv5
SmXIe7fQX1Dace+RubpEDhGcoTDZjd3FziuaFPsw9sgntqaw1DlWwwQ219RvofSY4cr506mmcde6
ZfZMJ61hsEqyjY5FfppQLl4X6RLcuGH5ZbGY/mui+kIV2U+i73mCSJmrb0uMsP449c/ar2V2ZUW1
fu59YZ3aOtKvtAESPiC8Qrl3OXPE9FaLCMP8EBq73OjE5GbDPhQAd41Z6iyrpvL5HYH66vYuWyrA
VHxHqACk3fZPYRUwAcI2jAuxYiBBiZ/Z7V56A8Bl62EP2sCo2RYSOsv+Mrc+/vJB4i5L5eCfrdrm
f2CxD+5mf6yeOHG7YRfUGbMUzHWK7qZMgQcGlhHUdE2HYltrlciNkgxVK/w+hI+IyZmaKyaTOCcP
ruM1M/khSxffKZkTuF3IA/4Tuv8vlLD/CjGnfIWKJ4h+bAu/aUsRtSQjNssP1L/zKaqMLQ7z4kvC
5lQK0aZMokhN7eabsECl8Nc/+6J6/18R7gWtv5SlewHNwdQq4In4Fa2PgqFvHbV8i1RfX2exZ/bp
7CCxAHQlD6U1B+WV5sFKCr9a54ipdn/9439Wbvzy84MQzOCyevgR9WC/l/aNkelSUhIuYpehumBc
Fkqb0KoDj36YKtizgINYxiM6ulWIoZkY9WBYDFDBfNmxTVJejBIV/4VcWUZiv2RF2JoqizrqA2Af
MGMjKtwoG73LJq7wXD/8p79ChB6fi4j3n7M3+L09V4ZC4gwDDF9sR8ptZZOHdpBxls0/Eiq0hqcm
8p1LnnTMXTRZtv09x3DZ77oQgBZxoAFiYm1pc4Knsqk4JsaayzO9iYm7F9LF/OUXfTvdqYWa2ZUz
5571N7XDv9XFchcwOvkhEvOIziE6xn7jbCyJTHt2aA9wnaQI9rKTQPkWye02hDwAI/EdjlMy7RV8
RwSVc3HTkiR15NrT+Oz3RVXtl86aBtKKLt+C1WLdvPub6/ybT+TyIcnBtmmEQSfv8Dl/vVVRXBhB
VSYZrnCtAw0YFnKiakj5XMwe91qO2UdcaOgm2gK5yD/vCvq2uE/cNnWDLVXKGG+nsENnPs1iif/m
OfYun+DPNzNxeVw7wePkItp37d9cPU0uEJ3JtkCIVnIPeMWMTb1M22bYWjNP+Leq5aptRkv6xXXq
4qBf8d6U+Q0KISXPSAFSgY+tITOVbNiMWJma5YxIwx5JoOgkb8/8QgsBCUhSwVD8PQuR4MCOuzJA
59TnhU+bRjuQdFGxczBUt9HeilSFBJMb6ZPVKX9A0AfomrWQJ+tpiaxvjRyj8X5EzfIUT54glFDr
5u/q53/3rASYe4TPsiW4Sn5AA8+vXx/EhWySFqGORq82PPzxUu1dEuz2TgMGecO5IPCWZ/AxqPC6
OTimU7+UN3EtJ2Qp7UyG6qqfCsbDsoX05p89HiPEhzQoVFnrjelKjzqI/uhXw/n2r+u43N+8UHxy
Hzd85GORiPmn37X/C9wKMk8APKIVJnljZRHbmdHZkhCxPilForPyveu+0+yEXZa583mJg7Q4CTKv
Z/SYYXgLgdFn+7iGol3XDgLWA+dAQQBAMEf+rqK4jhRb7ql+0xYG9ikiC2Q+u2T1ZAx5tR2Pm6gz
efQNiXaxHAGO8q9wFPb89NdP2a/nQejiiANQvfTeCpeGrn+qyBudefaLhGz1iMwjloB0XWRTeazs
qjkFGbKY1FYB45BPksNMauXfVa7/NJr870PEJ+AiU+IjbGrYBF6Zy2n5pwadRU5iJncZSFxmvdoF
qM6Zg5cIWOQPVorLHPpH1PTyK0kTpJiWsru8WdFM/RASBQw9DCKj3wl8OVm7NOqA2nijeatzznEW
6CQhZW5M2i2V0f5emAIBZsu+niGuWaxqWFVuQjusD9a6/+ur6/5+eWHYvUtpvHPx2FDB6f76ywkZ
pDY+/XeWqxYBsq5RN5mSTw/IEV+zCKNbyZzQOyVhIb81dg0iGoZdkWztKEq87RjX2lkpO4hvZ8Dd
zTDn+aM7TZp4ScsRj7GZ83Ngah4bOyHLcw0BVXcb7ObOdTZF+N0XB+Q/mj10oA21aQ1wpKAZF6f7
g5+wz63/+je+iA7+9E4MXX5jpAqBG5JC5oh/KvsuLfQsQpXv2rtQgx7EDWuQ6i/wH6qEeh2Bng07
7jF1XSLhy/ZCAR2zVrCZ6RZ77d8ZG3+dti4fiB4wPFYuCgVa/n5v16t8hONM0Zd3Bcf5kXAC65E8
lpoYGeMkLZmBwfxlaAfC4IQuk2w7Ej2cXMVxTey0MLo3qxGuPUejJ+LPWkYkD5GLFtyEXuE5O9MU
1WeH1DU5i6atrg3xpOWjjWKRFfHC0fKiaV7dphdPwkA5rGbbBoD8+V+tQTTwDfZghRQ+4WSmlyYq
yl2fWNwiSrfpikgONlDRq4JI5KZi3p0rp2/WI0w8QtnFy7J9pTA2MxjXAI4le4XkrxxJx6t4i+iv
ca34y8qfJKpb+V56qImrPmA3dHYRygV2YZGYZKsilnKY2kTRUZsT/7apwyr2j/WcX9QCllugl2uc
L308A2ojoGJyL4j4INWhitEyNwHachdN1tbTFRM4mc705jRcXWK6HANj9vNO+78mJvp/0ArtM0D8
e5nQ+lv1Xb3/WpR2+RN/eA05SP6Lpw67mk2sIa9RnoM/3IaO7f7XBf2i5ZJ3UPzTGP3fOiFczgFv
JV57/2M3/IdOyLExL8a8nAVbMpXFYfifGKB/f8vzCvR9pk24IUInaCL/bZhj44TjngaQrS5Pj0lI
1D6Qe4+sbhFnBqbxjjy69BjiyTpowX9DAR3d9zqPHolytaAAxvKuJTAF6anof1htSeplOJNirPtL
lHXZ59s27sQ9y16xSafhCVeavzOdX/7hdP3348FlPfvTgXX5VdiiOK5Y4vmNfh8PzBCzbrSSKI94
yN69rqfYBIL6yJGTb8dyJPQzI0BD2bM4kzJMhRIzG0lnQXgvvCXbTzhWbmZPqpuo8pD+de2hcfvm
FQUliUWJtew7nuoDDTD0kZFX/jr29viD/I0MX0ygjuDR071tVPZ3W8Fl6v/9FxMuxxXzduyRN/jr
YWU61dp5GnbAYBgjEj1V30gCmcj/cNRhnmZ1TFy725O2BDDC+LjL6QE9NYh8T0EwZnuTpxAAf7rF
7/746X8uKf3niy0wpV9eRkyTyNV+21dL2+TuhM2M8Ymf0BHsR4FR01+P8ejulsBYjCu1/Jtj+1/8
UJbzKKbCmrsf1d2vFwJU2yD6biDE+aJfgb1gmLPFwSHn6Da4u5BHB2vEFPc3C8W/+rnMCSznLlMD
Q/OvPzchSC0l0V5jQ0RuXFCGdBot9SWfOu4OW/VvwHv3f319OQd/PbEj36e50GHH8i/eYkaV3wZ1
kq38Ol5KamPq6aTYPTsMGal9mjOp343OvR+I6Z1XbGFqp4F/9pJQmKeu8+WVHU9+gMkcTsNzRt/s
R9MHX6yIEC6VmYTezDyj06tp+Io3C4AahLGEKhJpNj1mEelLle5/9IGczrUk3XIksWlDEH53aKcw
4SDs7f7FQPNq+Fgg3HLeZ7msnxI/WjikCLUr51DtiyANv12adzpkHlgy/RS3be+mzzqs+0ux9SCu
3LqJnmzdSt4YDfmohAFFPch1AzZqCe8kUf7x73gTyOnnLMQTl5O6WpP1tFe8z86REOU3njp/6zXk
bLZdN1CKG0gKDDFajm8ckDROMdMTTdeyPzzQBkjjBVhBs+ICThTu1PgwEYpR/xMPzLGdmfRtjN/j
yWo8Egi5kc9WPLa7PqfikPzHnLK7CXVQlYQn4i7Ls00yK+d64BGqk+nAfac9wWZrpOOslyPO/sZt
DkmSdC+F3X31W/TFBMBc4BbyP6v7NprlCzuZIXu4j86q88hozT28zVHPk+vJLliReSfvByMJ1q7I
tevXNlehd9DljG1BQ+Ks64/eLZtrX9IyNI8IqhbD9x9WvXv6P9ydR5PcVtql/4pi9lDgArgwi5lF
JtKWy/IsbhDlBO8v7K+fB5S6RVbzY402E99MRIekFilmZSaA+5pznlNYhYLKzKScfoKVNUO0hBCS
WYJnH1MhjyHC7zcY/dYdJY4883Jp+O044qOLGoi3EH/PExRcw0aFGYTrSKR3LPa6hHGo3eMPpBOj
OzK/kvpinA9A91InNjaeDJ0N84gTxBu1V1o3U/yGOwQP8lRIhY7L6ifUMPVAnFt71MboZUptdlb1
m2dr0dYLsyuTee+O3MZ004PIWXXQJG90atMt+NbXtpwt3rVDZpgx3OLtqcNthZLe4QhAQDOlxR1F
aHib8EsnVuj1nnVDf0G5DZeuiiOAgrNCig19cEu6FJvOKaLmIoNimQulwXSNmMe6DJKOsQ96yy3f
kbqzI408RIcvA54URR52HpJXtrPllXwbwDAPYUfQEIQidw3YyEDFn9K/SQPzlhxn7daZdfNlTDxt
rzmZOGEBH64wmXsXALU6UDnmsOpCqHIMYEt752kiORXgh7aGaOMre2holqLiLeg1FF5pFGzYTY5X
SB20rwXWgm2PrmTtFn28bypdb/1xmt6ddiL7qUu/sp9DtVCcVKAOVgtzg47hsdbrq7bWHuhzJ3/0
kO8EExYYstHqY1LU6tZrQPfyoq81Tui9nnMg7ZuM3A0Iv1703jNcuepYi0FTNCMySoHB4pJxmmpv
dngtAuI8azqMVdHGxwmwLSrXdJtVxQlrsYlJUSNFEI3veGtXrrFZ1JEIMnuy76ZZbg0jwcDce3DE
bO7NFiNwjuGmHUWB6CR3EcdCHoPNZA5m5mOeL9RqOZs2PPWIwJyAEhWwpW+igLwMowOvxA3UrLFr
ZGA5iuA8YZIQrxrLOzZdYJvnwrTmx1FA92qt+KUfG/3USze39z2iD/5UJY+KJS3gGpYAoiZZQotZ
kzEk8S57kajrFqeWr7tBeFXQqCyWqONYyPvCCMeTOWvnhtZY29bSpqtBr8ej5RQvqv9iaQHBpcI6
S9kXEblhlTH+Ee2uzU1zR21g71wmWxuHEfY657D1mWhdVQN22Lku5Z0JjW1jdcTDkiZ06ToIsYWb
0XT0It8JTq3XqSzzK9sknsr1CFNEPJAS9wpemWQrodOm3nHhOtuA4m/vNjJMNpOo1WXqAgzzmrDR
dhUQjGOM8hyZIlUY3puyxl4/AZTE5m8nNyNv8V6vgvJcR+66t7QCNxwCH3hPzhnPNRtlEFu9MioY
JLuk/LDvRxWIlwdZD7kyj3Wg29eB1y564BzKS2E4eC40j7a40YkgSGV3iHpuelojNyEYdyhBXIve
KnZqzq3LuQymXWuIY6nmx3zq7jzVo+SZiiNyK06hOV96beTnpZ+I+WCiy0SsXcebpI11dI8D6XgO
8+BWlcMTZ4nm2/XE4rPn7FSimC7IOk83ZmOcUCZeBG3ygAH3OleaozaLohuUJ8TwXBhyDwqWbBNP
3MB1xlMNt3A71Zxb64zTs2idJdFR41saq4GSBUXn4oILxGuWZrC1zbi9cXUtxw0/3TdqlL6G3HgH
vE1eG7OXbplVK5aRjbspcMD7etNXh9KovHNmGvkuysd+5bgBwMLIVgv6cO2YZnyEM/iALPYwwPNH
3OqhBV/NBY9Ns/4jHlzpQ5wm5FTAA7EqRaLq+EcXxNdpTpZnTVNpOXjC3MB113IxxucDl4LCuryb
XJGeEGcGm6l7GapAO0AtQOLfHi1PDes6cxFQ96FvIuI8oI2xj5FdyzMet8NZhaJ4w5Kjln8EuW2f
Srvu73JOUz9RXoi+JQzOQ5e2G2UxrHairzZua17rbMC/JOMAEi6x6U8i1FRhhUIV2u+8rlOi1jT+
VYqUaWVOjG2nKdR2rLsLgAKLiUDzTpWrfSmbcGdHLF+yPjmr8d7GvYUcL3Og7LJ0uI6zrt6Go0fi
VGIo3/ZKYa5ZHQ5fVQfevgow0c6mAyqiuVOl8o2qeXYMzJbmPL9VQ3OLKCUE15YRPWTIi7omuqVH
ghoQgeBjFa8v8gbfFIuXcI0vlz8gRabaIL7fz6FD+F9gr6yelLxQinwfVco55NjynhGgQb/XsS8E
HtF89WA/mCJ94sNdM5e0HzIdo9pSIzUuqgd2tgbOQ7J+g3ZQF1YQP4dUV+s2r5gmxvpNast7gzyd
TSCy9gqJcbmd9PFR2SnoTFCMLbqE9dDYkGjt6o8+FFumVda6UdFRC6oz5idIWRER2BRZmcspahxa
ckaYMR0TN/6i6wUolXHYVItEx3FAjoZTmG/NwXtStUI4CHehz0O5nm0QptX0wjR+G9nOuAW6CGtF
PbrINMHDkF+ZW7uuiJzzIAtt4rWwzpNxh8JfofxLzT5d26X3NWm929Zr6y8jCSqgY58YZj0mbeHs
o6b1rg2v2jU2sWWZFA9iSYYyNQlEILbuS300/AjY33b2ooFbiJgiJOP4S+A1+SW66oOHiOQsC2yb
CU04PrAQOUsriyBwmdzN5FjNfSO4sB1cCkKB7au8N/AxiNgIdy5D48VAinWmmV56GbgFvmPiSHU3
nC+ShtUEo9BxQnY3hscmc/s9wOEr4AT9WT+N1rVU4ipAx7GL8MR6VPSrWTnWTcWXf+hQ2O+gyx7s
HEFD8OKk8UB2HqO9MkW+KSKHFW9AkINLGyDdgktshrCtIZJd0WSAC1fYMMmCWGNg33jkuRWdqQ6G
XkCYLC6yEYi/Jsxj58YuC4NXmJjmXRgsAdFJnpzS3uqBbpWnxYvMwbJmdR0/13wwfrhwK+vJuwUU
QAZF38T7UibxV+b+3L9N40Mpbdl9EwK2q6c/WIuD/HpQ9AyhjHaZNipic0jQ2/R2fzlHnbvG7EdZ
WJErUb0TcieG+YKRCQHEmmwAGGBWR7YASWQc7fPSPh9LdmqDRgFmaEhFVq3oLtPG23gjpn7dQlyj
NC3Ca5j3xPKBTtmWXjY8Ez5r8VMpEw6Lo11GNsJWzEcHm/Qm+MMUNchmb6kohk1L2GonUNHDidGY
T5LM91QYbb6rclA/BqwbxuklqQ6JYUMQDwGYO0gcO9MkPGAUD0wfFiTk1hhUvpGt/toN5tEZY2JX
m/ws9gZ7H5vc7i01DOKU7q3xuoMz7ZziHjL+PgxecBv4Vj2DgNUKy9fFdFmFI5kyOen0jYnHoJis
Q51Swmm7pMzgfSbVCdPWCrtSdWzmMxbR92NT4smkH9T6+8kLCAQ1jr0kg4Rn3p2WKHdbEaguGUVa
jJp3gY4odhxmslBMOOIrsm1RcmaDtiV92gUHMRjeJmQBvk4S+NpOUedXfW4RSh/1l21yEww89sLB
xyLka5AZDI/MoOy11Ad/QAsN9eEWJf/DDIZcucckKwgnCeOrSN0YSeV343OF7HINR5CcvzGcN664
bVH77PvprBLAQPFdrgSpenCkUYnpDzw7m/Ugjinuy9Us98rLDzSzvrTuaycnlQhIPmDrUxDfg1kg
HqO3DnbX3JgVT568OWhevxPJHTfZkj/2OMNnOsST+Rxa0aVtHUtEHhu3+mqPuti75hPrSLnqm3Rn
W6dRX0I2ZYN3tm0f+7ywL4MwOFiJwHs0Y28ekupWG7JbHn+SPUg0W4SFhy7hPx4LQdKR0XFXqlMM
yZ3cIBwm5cHgMbPCRHfVgdD4I86hrUD5vXC8lsYHJrVE5nUPaA7kZ1n6OpAefQQRu4ICUK1Qcs8r
DOb035NmnoNYca4XfdyqJyvPW091Sf8iyup8mIjSdq2C8MBJaIeI7OtzELN+MNv5MUexpK1bm4Si
aAwN31FutckMat8xH9W6RAeAnEe/1nVruCosHYZWnZL0ErVvctDgx4d8FeS2QulyzMBX3X0LXWIf
sAFCq6alZxbdxtNAxDS384QMFZVm/yXLTG0vAs27zccvNc6AJ72MhrvaplII0FMRrNGo68rsK+ri
SAGNRpGqtSpjQD7q7hoZmHmQQupnQ6FN6CqCKzMaKBKFMJwbaEHyQMrauUFreM2tjx/ZIBTD0LG7
TDJSZLNq4UU9V9nWdKKvSJvm29wbksNEPvE1esglV1RK41kGE3brGel6SuuFI1A2mvEaM4BAAcvM
jCg1bao1P4i8kGwZCYx3ZVTFcMiDurjVgYAt+IMS+2A6cWQgtmoJ2UOd2ZNWGLQXOKdDvzFFc3Jm
doIiJRpVGCZPDFdnqR1b3pkRGOle2OOBfZs4t6RT7Ttnrq5j7JRoiXug8UqHSU0+4dg/Y+qSu5gI
kDXJoJIGuS7SQ03/vUUB8VWMqUWYdVSfBeYUnpsyJCJYVt37xPLs1YAfsh6mPqPmUxb555EorPPa
RUC3Egv1vtGm4QTpILkfLRJ+14aYKAWMUrhf4lIUnKCpTE+kFCB4Jbng0Shn/Y7tCliJBHnkJTkW
+Sk27PzZK4rZ1+NvXg3NOsWpnh3DkmJP5o4TXKaFCZ8OwSsxoTNOwz1E/NuqSIczpwVZkDbl6O2D
qer1bVnLAOcDz2afHHB6pi43Dl0QAILK4xcHxNtCOyHs2DQeHbPBvkKfjwY0td51NrLwbqOsv3Q4
VKEha31xoOoQ/TIDHTj3MsnzRrcI+mKwRCDTsHUWM2W1qLXWOh/HV0QBhrcuTREy0KRNyKsBNsTw
hShSFJALitcsiLFEpdOtiTquc9KOxsfYLcIL003MrdYZd1E0of9F7PkYEOORMZdEhWM9hNB7N/lo
r5zA8lZT0HdnaOeTfVbRvVOv45ojg4fNcq/qrYMdb4cEqN3bxnxtI8iLGHEIwMXtQ2d43iUV7XSN
05HE1EhLb3r6v23v8K3MiekRlBRB0Qins7RoyOm1huKwtOO+REd1xUU6bSI7JlMt0ojg9aLUuxSc
z/qEr62KLPlialaJZC39SgceiXXdZD1GBOGkl1pjmDuBm/8Sdoa+YdI5EStEsAthnRGpZv2UXkRK
tXsz7opT02faDREK1iPnQH07FAZ5x2HMkHqCchLu+sHA0GXrCRj0Eknm2+TprbsS8GbOK89Lr+jd
U+JOXOt9HPTh1mrM9hhagngzj51gWgfl2gLytNcAwZ/rmhvcDEPgnIsUKCBOW0mjHIAU5imLvYtp
3zZr04t8ngVGXMS0wNQchpKcNqjQ2zaZDok1j2+zRSQRfUNKyYP15CvUEOfQg00/anOUPqR9qO6/
TfT7qYcIOw/aYYiQlqswqlat1TLYEGV3KUd9YdvAxPaZCcgzjfCOrT5N/VMwpvGZZU3zln7pQrl5
BR5NEaBQkYEFWg9Zbzbn8tEtM4h9g6adglHLN0QdVk+2E7gXNNQVjLfGU+fYu6ZmwxddGogJ1fwK
bZF5fGBgNWpBjOFKceUJaj+GlQ5tdy0qZj8qEBc1ss+zCA0c86bE+sriMrsAzEK0V2tCCvHCYnjN
04QVba7EPTzu6imdQvc60FzC0EVlnM8jXuwVbLn+0sOxB0i/yRnNzkYAUV3Npbr3FNg+QhvbdqUS
BLx5YeVU9F3kvSPrNFyKr4zKM6ousT4Mr2Al4WHYExgKt3NuCAdibaLZ1WlyHWtXF9rLSJgRzOnS
lGfMX83LGiXcNjQXNaMxN8lmRuT2h0izcZOICmpnnejlKc9FelFNlMLUCunL2HAnxxgCr6tWGIeh
tY0XUevhgRxouZksA4kxmeiXsuAQ/qa71FBQX2Jvx9gD6v5yUq5FxFGl7lUXB+dtKa8SPOv3Zpar
8xxGBpBwXQfo38nMvc4iIz7gsSl2sG/4kBjklYfU9vKNtaSwkHUXWatsIowVtKO67xICVFcQUgK2
Kp0VXgwmYsMmB3WRtxy3O9W1cMuLnm/ZNTCfSVxUe7gkQGiSwXlVE8+FVeeo6qnClVGeYpWAudWc
nNzdvnCuAxT0KK1UUT2FU+VuxsbEkwpBAWw/LQNO/MJb7D1Y4yy2I5dFV6h7a2RC7oetMOHvKzKf
IuDEmoEHKbIEomCb6QjnOuW8iTpxZYeJ/qfu6P/aQpsN5r/R3v/r/yUAuMWq+r9ee98Cx1C/PcTF
6zt/fy7eflPR+2+75r14fovZNfyA3l3+qD/34Zotfkd2I+HO2tC3Aeeycv6LB84vWWSGAZu0bVN3
EUD+m5wBExwmtWt5NhtQ4Ez8yl/4XWH8DnoZmq9nUjcauvmPiOAfFuKYQA2w1ChSJDJSLrIFAfy9
7CnwtMbV5pYA+x7G6mqgRI9XttczScZ2h+qRGBPjHhu9+QADaxkoD6176lXW3rPFWumDgR3ZKg0g
ALKpCb8OZPIlyR28i+NYAlqcVLTGBhTeuXbOjm4wu1syHvJp0zmGu09a45P1sbGoHf9eH397RyyN
CRtBW6zzvw97RLJZHcdKitQfeBpCUnLzE4aDEmAA3aaceEIGbevctZ6iYZzK7ILVuXXduVW6m5c4
39YkQXdMxCnJrOGYJdQsLIDuWe7JTUCY7V4V5Gd8dyl9ul7+9jNbli24EBwgKuZHBafbMI7WsL/5
k5nnWzXM4yYc8ocB++M6zmsaQWZYn0mkfvJBWayXTcgslmkL+8NOmy/JY8NoJKDCE+M+TaaHij58
JSh8mKfh9rEbe5uYur22bDL8qq7wzn79tr/JvD98VxZVoiGWixAhw4fvyqmrYXJ6fgT4Uc7GNiN4
pZYovowCbU/GEXNBndLQY9nzTmiJtiEaECsoRqmNbU/RWRTznDSr9LXKB5CxJgysX/+EBjfux6vJ
hhAvbZQsKAOdD/fH7BRaDgWED8l8iHtkVUhaqeh6nuxLcV83ZDYkV3YL6gqMJ5O588x8M+0lcShf
p4H0J2OnhZzN/N+5c30TmJTpPU2MBDXrsRqdVd1q29i7bTrrkzX+B/3ocmuT9gFH33AMLIEff3T4
vkWRGxhCWq2kWBhB+ZYFmdReyuiiZ+X8iSLlo5ybF2Tja6KvcZBvSMP9oBtwZQ8Zx0PGb9G+YaBm
UTxVya7sh3yT5WlwYXTmC5t8hw1rOeCqmVlJD6x+mEwhQ22JycaC9plQ5j8/Bn6qRT8E+EdY/P3H
J1znuQ3yDX4qrxl7jn62oGWlmj3P2NKftK71v10y/+j8vGIAd6ua93d18Vx9DL/44YC86t8bQnve
f+M3tr9tu+LtWRFQ//G/+W+oEhO/Pi/P45fp+ftD8dvv//NQNOTvgsed6S1qLI/AB7Qgf56J3u/8
S9Rey3qPX2Kn9u8j0TTJ1eBe9P489Qy+x38diQuR3sNFwHf856/+E43Yj9eLA0IFybhtoRBD+mLz
Tz9eLy2PYBiiIPLGHme7p9qx27iFFp8cgevXaezx9OtnzHIB/v0QdAwbThGH1XKkUyGggP7xBSGH
ytTuqU3DMQN0LSwN6JT20hdNsP31KxnfdErfvRaZPDq3AOK3xTJCMfLhcaZbbpa4irnHjOU8FJus
svHJ3lYeo4MpX5uoN2m+HQPK1yb0Rj2ZI9/NdfIoxDZvcEnRcMSRSmGyBCJhJmMrbK2OGNo3s2WT
VOa0unu7wPdyntlmdeloAYsfjW7Up3xfMhJdyaDUHU3la52dmece896aSFpoKcxOwAdsSi0X5eso
mmLcEjntsK1i0MM3Yui4HfdF3MpwWySizfw8JYbXB303oQ7JXRaigdPlLRs1G0EGNkv65ISR8GtX
xe1ZE88Vs4xkLK0LlrzOKZRxQMPixK/ZmPWE0bJwQn+LDG4afer32bLXaBla6npWkFl5lSV6cFHO
Y2p6RGWlNNF04XyWvh00EuwUOvbSPWceA7dca80M2myk2REraxpzPhgu79cw7EX2VGgRI/ZmgA1b
n41TlyEB1lFuw/IMmP6cuVENamslR5gY8BhSMZNKhp2klZOvQwjGL40xp7DGHUSYNKlWKnbTGO9Y
VzFI4eE/EDMdYqa5c1kZDyhqSikZHSVgx/QHZxhTNhuVwXg9WztxgDhz4w5ymNUWL0ypNSuSEtkC
MEHRzAj0f1kPnrlJ9baZSffLtahyrpSq7bxlqJazKvUrNKGYCXX4Jq6+QvA8AYsqI+nMLKpq5PA+
HZLp5Fdz53T6TQAxN38MEy+Z2w0YHiP0q1kb2ues0Mra485zJxY1uIE8OE9J29FMoqlqG0CjVVSy
M651GM4MKIWc6hvH7NocW7VmXQEf1dptK2LsdqM1N481wCVirft2yrdVs+Qh8j3aHMRxx1w4iRti
Auw4Y7M/KzvJ94zBJ3fNICYIt/AtmtcZ1M68gWaEAWjW4cg/dATJNRIDM7JpEAnMt8IrbQSPs+6N
AOyxxmeNfa5IKJlrxyVBuis9p14tG3fiRbXQBcXmyXhvDi1pwzqUMEIfyXe5ctK+5ds0lxKWYrwz
3+iWYScObS7LSzAornmegRTLzmLY7iYman1iSKNbWBgYgKu23Qd1vfxWknrYwnBXGJc2TF4y0sdo
sOXGcmWAZIkYSX2fMA8sVzExkNW7XmZWugdfMoVnre2EwxphQfPSdrTXyADhFqBBtPRjpcV9UC0U
IJ2Y5abuMtVtMOS27FvcwJuB0gYjxuV8W8qRRQysnrzfSdN1APQEUSWYAREaiiOnKlC5RVO1NyaG
6QAFULH7kPmQyUdGJAGwVdoSoSXrFjNF3+nsYxNZ7Bcvib4NiZbM0TUNnr4xNZV6p3RhheyrLh/u
UnwZ4UXAjeyyujE6cQtYnMt3A73WSh7KMmBlYqoRadTatApZJ09jwQxNo+8RvbogsQ3hmI5+CTZ9
mxD03VkGqDZipqmITXzNRKIniR4dNMNlrNUMQfRWmJYNHmaW7CpAgdUodbwovJzCJjOJydbn21hk
PWGXdqUNq9ot6rOU2RFg1nmQ/abPO0xIWPBl7qci7tAHxdng+FMkI+t+0MCqjsxHiYJhsA7Xqi+e
EINVOYkfFRwmEgCoCcVNEJF26xfAj6bya1T0k0GIrFaEHtflQBdkYu7KQeA3JKij2i5Z6SryNoa3
sC4QKuIGt4KgbF96psQxegdzgv85vI1G1Ob1/T+vlv7PssR+WVP9N6yPDIGw+RfzhPi9aZ5/O38v
i/fvy6Rv/9lfswPE70vtji6eKt6lMqEW+Wt2sAwIdAOBNAE8nBrYd/9dKHm/UwwxOCBixEJGvQwc
/iqU7N+9xQzjwS9DZGsit/8nhdJSl/xdS0j2S66u6ziKEGAtP99SSH3nmGqQYObB7B7w1YnnCTnh
xLCrUy/CispPWoul5vrwUkQRYXQVDk2N/FgioftM6roeD4202vWAYppHgnI/6Zd+/iLUYw42Qcm8
5sf3Y1RGrRY4SyXs2ZdGDAwr+Rd7lpr+566+n3xoiJwlJzm3Fu7XDy8ydqY71/lw4MNVb7aE6Vca
5nA9Ak7/JDzo49vBgOBIi+5Px2JtgYz78e2A8hmiYCgPLLQkhpowSwFfpuVf7c5/+YZ+/jIUrwYO
J901P7whRShC5YTVgeG9eddFTbBG+KI+mY8sf8j33z+fl2UaOlc16ntLfCxbE86Uka3ZHhbStOsG
xalntjbcqpSf6jCZVf1JbNt/visb06hBaeHZnCXfDHXfXdsGYctN55jMW4N8DZJDJwoa5dl3N/zp
z5//e1PBz94Vt7aD3h3jIdXRj98Q9PeBJ6q5R4GTrg2JUBW/FNQDTY9xXaaffVO/fjnaqx9fLsub
uZ81sdeIrGU3bMi1YpFxhZbbQmrr1p9I+j+OFh2+tMV5u/RQPIXsjwF7s93aXTkWyNKH4iuejvil
Amy3sCjRjEKJSYOjnEoN8apNfNaCGvBsKIhdc6+HKIP8CRN7wwCeTXhFbIDtm/j0gLmhWT7FNVC/
dTQN8xNnEltDgu/afVemev+cZrHUrpvRMHjtlsXkJ1/bx1tY6ovk1DR5ZzSpGA1//ByRT4CHQL0X
Ta3cOd7QXORMcvcTCVufzDL/8xujN5Y842kO8eUuz/jvn7CB7TZ6NrV7kGP6Bk+As+6aqX9H14qN
kbZj/OQJ+LN3xstgc7ddZsEfr3rY6KKtQjjwcIb8eeinHVmuwz7Tx/Tu15f+f95fvDPc/4zDDcwt
H922I0ZbO8T+ZxMvuwbbRUVexP0nw7ufvMjyGOcE5NjgUPjwRXVpYWNXKPfm6Gg7VK7UuUMutr9+
Jz/5zPDmMGjD1gZJ4+OjyTBjTaBN2feqrJBeoo9KQpxgSS3rT6alP30lXkDqQtcXs/SPV4MMGR9o
xG+Dh4nPE6G0bVkWyE6GyLz69Xv62Qdn6IyE2QtIOr8P11096QYMrXw/GcSDhZBH1rETdZ+c6T97
O4xaGHgz73HFf+TwybTWWyfdD4VLWSrtdhcpwTlSdNYnA5afvh3qE8zdqPthHP/4wYHrYuM/ZXsN
Sf2uBLjrg1ZzPrnYfjRNcdTqyzuBwcDUittd/zBZIeMYM75K9qXjPcsqmy4qp6suBgawN7gUpjdR
jdXXX39NP31Ji+PdYsKJ39n48X1FeigNUGN71LMgvMKo2OK3zvc2HOb9NCl405oGguHXL0q9xR/7
42FMQWraHJAMeSXCmh9f1nE6FaJP2rWEk7qoEwcdYwo5bquWm23wg7Q3ljgOZbAIr9STqTfJi6dF
KNsms2ybDeWsflmVxXA1DekMJNAum6M92s0XzOaERLs8gogL5+cHpWe1wbbP6Gc2UcrmnCQcWHjr
usL1dt1GmFVk6jTdKenLPt6KjBT3GwxMeGJUraOfz+aGdtsLjJxllUz76JkMwUK/MWLcCOuYi8Za
27URXBmNIC5IenV7xAtiyk0TaOWdNmpVte2NVl8ys4e9PmPKW5ljpF/oRqc7m7bmw2D+lQ9H05jp
7wVYuHDT5kFPDEY6xoc+I4OiFEnwZJvTAjgQvXEoxpRUKWDw1m5M1fQl6yxH+QmBLD0/ThK+E1eG
1Kzt9JCkNgZN2zAUPQOUSJ/O3VIxzyewjYwSXFydzYp8rOu9V+GMWlV14zXrMHJQDHB7wRQOa7js
e6hzE8rYmSEqUREO9pgErh2zcFcO0SZwZutLr0eC39L2+R9RO6WXDY+zDLafCm7rekLqAxG12iIq
T+u1VoziDcb1IidGKfSEwKmCrG8Z40WbKStZFV4xvWlTxUwgyFsYbF2UQ3nTsXSfEW6hgxkawHaD
iCyUvQ8JHSn80lNJgQxYRkRhZcV001l29wTtSr0QgwmAowTPZpP02PR3CY67G9AeQ4Qrb8yliVeP
zByiHQcR9as6lu557yRxQveep9eLFtC8mKOBzVEkRLlrXEiCSK8dl+a5vrO1Mgv27sSZV9Wq0re1
HOxhVfVtt4uC0enXNffaDb7FsFmbqjCPygVXOUl3BrWSiwsXVe0jpf9ITKCWpO2GMl9OmOuK/C60
lYZKa66dLznSODxPnOjxGhgr7QzhAYBNjYSZOBekal8QEzi9j6Mni30zsePnLkrkW6viSTAbDKeZ
EJSyys+SPOUWz2XTEtwzjNkfYUVeIah2iN8YCWCVzmNYikNf0cbfE0PDpz1LwB+rAd04WOSsSW7l
kJtqrdFQKro301mSkCfCi0J9ICTMjUJtWtWkfV2EEGAA7+cTDVJY1KPfBWIcfQ+54o56KGQ+0i8B
IQ4Rjn7QOUgPwb5nyGMbhQDHRTL/NcLUxI2kd/ACeaYB3iRrAnVFFutorgKh6X7k2s2jLQjA3Nsj
fDF/AmbzkIFVg8UZoavaehZogY3dp97D1OkjfsE6RoBbhkia11IPU2InEYjcVwC+8pXyBEyPxOms
cUO6Xf6ajojIwRNAn2AqaspLMCkkrzk2sM2MvFRgZ21R8de8arCTBovs1+O7CFd27hKU2ROtVq9i
NCuvbP1CG1VvEgMAViXxApXdwmeF/JwQrgCZWvmsxsdXCOhq3Fax08/rBpx4DPMuRGlbRzIbHsYe
Aq7nV4hKpYkqSSXBOUmgDkFHYWSAQxdCRBc2bLo/T+B/tKn6/3P2wjTiu1PNf1bPv6HaiNW0pNH/
z/9xem6eX9+z3w5thpCj/X788u2//AtlgNQCTAEUA45YgWOZP/MvlIFA1MH0BHQYp/4ymfj38EU4
v7PNYb1CMUZNY3gc2v9aU8nfiTrWcXNzctJB6O4/mb58ABtp7MyXEprm6sfjVwvCGGtD3x5lk1wm
aY4dNT+m5E6lpeXPIwo6U/uCRfJyZH5qNCaKRkbrzPGQDtuI9M3qtRgD+lnzkyZ92c19Vxj8/RMt
ld53zfIolcGWZmqPSaUfCdQN/agEMkqjVLDG6LZd2biroMlpYSZ17kqMkbRvrAjm7q1OjIea8OI1
g/qj6MWz5aBmFprr+E5Li4q8Oyd0MbtDTOVsM4UaapyJeESufwMftrwh62/xJ+vHrIufLHM+znMJ
ED25pKR5mOYW/vnYDPsia8N93mjw+zk/N8lCQSXx8l262FdzzHEoNPWyvIv07K7Ou0snx8cdtRGj
WQQt5gCEpdbE69DoD6Ib7V2R6beTJAqx7PlLp+yrmfPpu4vyJ/OBb1/l35XW3x/oh0pfqMrWVD32
Ry/JtFXPRJb9dcqh7sYbbxAr1nW+DaKHaIQVR/I5W/YnVvuHMkSpbI2h37eEl8rB2GW0P3lovzeo
6/P+a+fgiNDGk1rm2SBewq1bDPlhCCsygw1qAi8x+k0zoekZwGL6qTVm67mesiVK4M4RBaoHp7+u
a+eTZmDZ3v702vlQTNqj0vsUh8FxCoZTluGBKZJruzEv+JBh9hKJh8OGxaAMHHS+XL+TMzxZcUZ6
/ByqlVT1frATxH24nodsh0bhtSOybzfju185YfYFmDUeLZCt19EUnroQ+f+vv6Vv9e7PvqUP5Xda
emCQNL0mPZhF6IzoUh5j3fA9d/Qd09jppBm6zTYNE8ziXvaEK/zBJh7EW2iRRPtWDqu3LOXyFXUN
no2LdpV74txDzu5R3ITjcPvrH/WD3ubvC2phL3x3h0YF4LYUb/ux67q1iIltDr1N2nO69pSPagxf
G8nl87+pO8/duNVs275KvwA3mANwcYHLULlKpWzpDyHLNnPOfPo7KO/uLVfbFvZB/zgN2IKtxCqG
L6w155hmcZcq8e1cN73jh4G4UXtsNJghMh4Ve6yND6psv7roF4UvPeZB17SsJmyTFg/NDK3jyfqo
miEvF+AnF+ayjJGHOHMDsa53dCAJCa0OTUskSaXPrav1iJsg8rZLCGeCB1pag1im2wR7m3k7uw2y
JiMMMrzyg3aPaYUCVJosMZpY+NLoSUyTW0lGWh8bX39/bX7czP3r0rwJkN5dGiNJato07IBGrCZq
8NUCdZiwCta0wAFK/MGQIi2n9mfn5GJ7qjH+RVnUVTupGLYyRCS9yjg/aMMRB6tSAfq4PHVA7S1t
cn7/zi7IHn+9tYuZyicNKB/TvNoN1nyrTuY+Zn8D/55Ak2bQv+EW8N16GoX7JMAAzEY21rXVKAuz
C5y35cZALD/2Wot4WfwUV+AXmrr/bBWYNzJzqgH6Etn3wWv91WW4mMN0bRJ0bCslTvf+CdWibMuR
xQpN7ZBIq7NsR2Am9MC6l2VA5No8OqZKsq4MScsMNNL3msCbxPZT1uFrCYJTy04qs3x3UEl0DPX9
MEavrFNvhqmc0VfKIrk1AvvEP9W7vyzH/2o0upTSQQ0BZ6sq1W6OWPAmau42uU7gqH4nzvKjNoAK
kbt1RqW5J55+KvVVh9+304QrWqbHKY0c8DfXAriBWe5uhkIkYcF4ZaDFlRTBNQ8q8YOB863+9rN7
8WLMz3Ok9JlvwVpo4Kbj5TAPc1uikUgiBO7DrHvYsH0nHJewooGFfyAlN4VeikQoBrqNV222jR4M
QhLAqM9kfEV+i97bzxSIofS/U9m/F4b4QfGl+6lQni2JzJ8hSdddE72IjRSyEiHJKMKe5pIetDcz
o3MpZt8pSPp+f0MtTb+fPnAXswN4k9YsVKncyXHoAAPe00rYZbr1tdekTZEvVsxPXK69Bokd29Ze
zPVVjvThgwf+rcr+s5N8MeQDSa47mTtzlxSpiM0BdU+fsejRpSY8lywpSOpGnZJnkiOIw+dEUV9L
oWrJ1zbwLFoKJH5Vs0VobG4KIpxazhe8bUjXNdKi2gbAh5pJyD3AGYPQGqsM9QbmMwLKNiMVEbS+
Slnvs7TfY81EIkxolAu1TvMsPK0r8C4HsxyIpxSCTerLpLwLJksz5JUVSkEWgKymRHG+n810qzQK
pv26wW1RiTdFLQ+rPqyfNT+Gzqz5Z21CPKUUwqlHQJ+kxmOoJE89g7itpsUhC5RNGQbeOOg1qUPq
0+8v8IXe+K/R7WISM8RmMPVe7nbiyIK2Caq7pleJo+rV0u4UsURsIbcrpcbGKXQ4olNsOZ7OoAgs
JiQZjaUIygj1xQpLluelmq1CP6AS07a7eiDgrx5ZCP/+tb61eH5yM7zhkN9NMn3RBlWvdP0OeuWp
7o9Gf1KgkahKum/qILJVEoe1wQBJTmxozbrAlEJgAHXvWCwYCOpYjxkRfuH8Lc7rq2R8mklAMARz
jUfbIaB6g5DVGSKdipO6qWdlnaoB79Xf+dSiUlzCiES8pHgGnLPJFFlysA/jvzf2ZFGs9T5zJl/y
BPk61RfFOGXLQ9ajNzBIbZedKEy935+HX10zadnBvDsP/sw4B6Co3mkCCE5MJeldkidkdmNi3kpm
jZ8EnzegS5KGCwy83JmiK8zWupO0+SUS6mCDzILtf5aTrSBWBsUHUlcluc9sLFzqppnG+aMXu4wU
P7toF1O2AGFCDIKsRW2VQE8orCnYRno8HeG6+KyVMZWCMHeL5QEU4c6A7KavFljFAcFlcIMRnb4Y
ypHobEZxdztkpuDMs1ofrR5oipkXLcGTInqXMok9AsR/f471Xwx8b2vQd+d4ouYUCZpFYrcmtnhw
O1BYbaJvkiaSVr1FlVAB6eDVxJXQ4qNgjC3YtPVOS0iNqw7xHN0YlX9VdtNGg9DrkEXYEp5GhBWl
TpKaAYzakUoslpKBwCSKOl3p4F0x9cb6koNGDFNijLCioqfOCs54DQJ4OTKhOkKSbAgvkO1K6GUn
DflCJaHUiTCL2SW5U0Q6xTcEWdQQ7KsDyRiFS9V500/pk1mH52iQ1nivMyj54bbyg5Mp5F5M6RQb
aRcSd6mIuYOgtNn6aPl5jpZVvZiPa9A+jy2IaMc3isDrQXfCh00HzxhMZfX70/6rRa90sYCRqkQn
tiotd4BXOF8lm4mmGUrmvcyHi9/S/Q8wITtkY30dVbnG/F/OjgSy07PybvAKpdG8qpAeJaLyklm5
7mPloMwhJe1K0a5GuT+oaEOnXJE+mKJ+tSu5JL4VQ5mrRlymuyQxHymWPbcj10AThwDkRHjGLfEo
y8ZjBotjTJsWoeMSaKQLOVwUslwrOTo3GdKTOLr5/Un85Su6WJkoDLnhCKxtF1dSdCVNscjw08vt
ra/k5EvqwwPd2spd3JheKKkEyMU5/dGKuBVyqI01A4yGgZ6a0TEgz2kNXyn44Ln6Vd1HulhQ0EMy
2qYVS+Bl6PfJJLWATzXBWkmR9LGIGrcYgG1D0K9aYibQqxLjpeua6Bm0HJwxHdWrsCvElTB0OFok
EYMPN+IHM8yv9hdvPN53T70055EJ1qaHvZZs5VlaE3zg4hQ9GmaxJWzENTsyazQicKTwA6HBL6/W
xQycEbkmyagLdn4krVtgQWKmhWRlmEStmK6viuvGstxKMxYgiO3H/n3T+Gs5mioqKIEOw2Y+m2H7
QZv2bRL5yXh9iWvkomtDBZ1xZ/T9PehaVIIt8emguM4gFdnVNdRRtCT/mgnGPmeUgL15C9qFTow6
a57SCguAKniF7dfZQh2/6KbwgSboQpPxr8UKpcfLiU8sO7QVuy6kUUcNJ3jGThp+kyYJClhfNBs5
qCQ6K8oqinpEicEZ6cQzSuBDHVEN6CVF3PQm8BEqBtGO1eVw3QY6DQopvdF6tMh6/GQYbOjIKfRw
Xn7Qkf7VjH3ZVvVTAW9Ha3Y7qervtZZsOcjtxD+SKlPW2ZOUtM8DJX9HndSdqrYvBuMzyAg/pKYQ
njJdOFKkR3CLmGcVENSyCExkh+iHr0HOqvaDccP6+VR9KR1DzTmHkDi7nSyR7WaJ8VGqxsSJxPyL
UnXsnorgSmfjS4Z7dQB0dpDQwtuGCCZBzXh5jLB3s8mEVfmPRs3irBug9Mnt+u31/a2C/12BETu7
9Jewv/zLtPnLnsD/QpXl4oz8tcgSlkz78kOm+fL938v7lkylntwMiKMGgkhNZ0D9Xt43zT8MjQhx
nd62iIdqUVD+SSqWzT8Aq5iL9BJYqaYso/Cf5X1Zp7xP2R+tDl5uIOLy3ynvKz8d1dhnvY3/70bS
gPAFdWw1eaPpwrCjJURGMdgkJiKhgoZlRvVOrkTjS52HpemYqCYRA+Nfm+xIyaT2PkrN5EEQtUcI
A0i+qWK0JMG2IwpqesImo41mhNdoNymrWpnRg6PTBemabE+5hJWUWk8jy67nQa71G0B0SF5sFXmh
6ODJk9gqFKV5Ow+NRqoy4XfBAdSPtmv6MbgJSkMi4C4lMYEqc7dYJ0RUmkEeqZDsiLfZUX4LKPfL
/rRRco1qbqcTEOjGMpG1FPKnG73WpojM85zOtKBUGLSF2rBKT5gnlAGNPrWa2wEXqJ1INfO7JJPi
a+Dl81nNC1rwRKNtfCWtUcNjXVVmPT+G0pg+oy+bdhqLxgNwnojOYjdA6x8Eh4RRHHxSpBef/a7J
V1NZ0emtKeYmUlgcG7By+yBLQ6+V5DUaa/U6MLTwCMlAqVFiL+ZXRZkXONAobwYKU12ekPciaA+1
qtMuNaljJOVgbiZNgxKd6pH+lBIfsEmCQD2MxljtF/nadWto9NiHhZpKLUztxHlt6ZS4apOs+UDV
jiTTjK9+L+Ngl6fppNKl3xm0Q0hbF9Q7Ipvzq5nksRmif9SvFV2w3Mzsq8eWxMtdlcY1rPcBvAKC
u6C2y9LItxnVfYaKXrqCqyHfY4I0VgbeDBuS4Xw9KxZDlJ6kYDUEtP/uJMbNTTmXst1LS3Zl1ViI
SYGYzmtFSAoiZlKV+0es9lUMspj4OUeoSnFbYjgi/JSATirKKjgRALsw+B+FQOz3k5SoiGT64BFQ
BwzJuaXolvQVzpiympygLQ2HvX64UTkB9piEUOwy/ZGwNd22qHfBY+6oC6p4K1SQUkYPm7KH5OVo
TLIJLgx4fVQN4MHhfeTNkJ1ZqF/aMJcje8CVD4qgiMgrM6W1VbO1s0tdZYMVT8Je6RKSaeauqxtY
QXXWuFE1iPImSMcxB1iRdedBF/wbWsl5uZo1yef1+qmkOiyalauOjRBxNSEdmG1LRx6nvxYjPUIa
NEAZRjEQGMP8YGjAVelVZT2EGkQeh7TWxLsIHuwMkcYcPDIjc9nGX46wv7Y0slXsCfJ6uxIqNGCY
jHpZ4CerYIefg5J2Fmrgmkuid/OANA8maFW4lgOjdpG7GuuFbc1jN1TicRK09jGw4vIYgeEVeJNE
2juaNJhrMiTateLrZbYp5yT3gCrHR6EbQiiiQ75Pe1ElLFfIZtpNXCKCd9UqXGVzgLYgn8IWnGQo
3IuSAkGt73ARDa14o2qFzKC0zIdhroLxVHJr2Opar20Vv5S+GbC3rgPJhziHc0i+a5WmHewhbWXJ
DSXIFJ6voX/DkeTXV5VmAo8pfNIQgNGUcrIWjA6bF4TZrW7OXLmmFdJziBBp1wF977H5wFOyR7zf
tEUVrSAbRRKuC50qg5DPpOdoIdGV4tAVW4CrugZVCnMW0TfEnQAQhbvIOBxIz60Zs3OurIEoTPSn
O4RZBA620ciTGg+meubmmg5yxSYW7vAMPyTRa6GykUGxGGV2yUlH6MNNQ4r9XikU+dymy6YeGRLt
oBwoDjCnnjTUPhEJnDTZnMOMNoe1hbpji5XOVymfJ+lJ8yXjIPYVlb00k/Qt8ijVhSdYQHgjWM+W
qy677jGvUdQXiZaUhL7G/5WbERDpqDlQD6gfq3bsJ57Hvs9pJU43RSPfG5ER3cLNGJ9KU68+m/3A
EoVzv2RSjsP3/cx/ek3yXwSSQG0qouleaA94WamSLprQX69RnDQqy6/I0PI/9Qjv5Qg//V3/codY
qBDQp2uXCxgB8MEfMl4jWAJo9TB90nr5Z9aC+IciWQahQgb5YfLCj/jnCmaxm5gYLESRFQ4mWMqH
//f//NB5aC7+/17dLhlLifmvjdC/vXTzooBlBU3UQVaJt122D5GEGdLXjEKZmlPho7wIrI/Sm0wV
qHKm+R6WtZh7Vu3GmkcuuObvUhLGWSAbTqt6wHWN1wQuqLi19JuqOuv+ibpc6VPj3Rjzo9lB7P4S
UT/OJ5ri7WulXkvqwQ/uen8bQmM04GwBq3yJwlsTvhId/nJXyfjczhg21fjcN/uEj3vB38/RVTMi
fSbRBxigVDtydKpRDxtIr+b2BCEnIGRXTD4bOfP1zWA9aNFVIXxNahoq6qlG04h/wM77VZkegUSq
/Van9EUyS+Hp+d2o2YnikCguxBu53obDi9xXdg2hSfIbqGw32XQbKnezuCU6XZqf+2RrhKB3N1m7
1ad9MKxrfs+w0stNvHS8D/qC30wfLA2QqgPQvUiAT60BQ6raVWgdpMGLqfOWmzHcKcNx6s8T8Gbf
DcPd3D9BPU2bnICXlRKfDQH64MboqeF+crVgI4y75c8C+34k7aFL7soBGmS8z7Jjrp1q9bZqbv30
GIcbUKJx4oWmB+Wd3MhkdgF2TvquFjZGactwgaSVXK6r8PvO8D8wfvwv3K0wFDAeQP0jkYjMO1S0
7CB/PTTc51H79cs/btuX9mvzj2PEI/yPq65NpygPfiZe+umv/3O0MLQ/eK4lnFpIxzUGBzZCf6qZ
dHYuzMXfHWFsaX7Y7siSCdFhwdAohiLypT+3OwLjCEJd3gxLBuLVFiPL3xouOP670QJJFCMZmSyS
LjIGsVxjZ/W+Ni9j3yV7SA+eKnJEAUiG2g3SvRPG271QVV+HkiTVeb71SQBZJ6ZK0STzWrOq7Sjm
Dq9z5cu7U33+Pk69H7+W0emv0evP1wOaBOOdgaRrUZS9fz1D3SIRnvrgCZlltRIC7NdvH9gYRK6Q
sKAjMvPx98e8KJ9xCtlCMG0Q9wYuAVH8Rcu8UWTIjEKk3E26sNckSHbZUD8EE2XYFhigV1cjcNYq
I0U6Dx/0RnJ+/wJ+LGBAUWA/zFoS8ALtTsxcFxchC/OOUzqaNzPaVQtdI0vZaaXCiNSFraiKmp1H
ymmSxXn7dw+8GAm5yUQuP1PJxVxBZHFIyqGi3MhsRqGkoGQe4GQgwOxvrWaAHq/f0g4gkuSjBh6T
3w9XmjuYC6xI6OcNtHkI6i6OHfeqlmfgL6/BuNoKf4/H5+02cwwHeYTtH7ST5WmndmO6+lbfRmt9
W+/1rXESPOAIruVYnuAsn1++r9xgn9m09rnetPzT8uQtCzy7tXW+8bV3Xs+6m2/Ep3pveapr8OX4
8/A0ndP9vB6vxxvtGGxLTzrNp+Bg3Y/Xw7mI7eksbxExOa3Nbsg2vNp7PfNLX19po3ij07mcJydy
r9kbO6YnrHwH/h//giG20T1y2NbiuvDEdb+qV9m3eFt5pAI71sbaaC58lg0iObQA8xfxJG2nm/Fq
vBL22V73jIN8FDbietoBt/RIeea3Sdv67febnrYVVooNUPmsnuCK8ps623e+bfaF3dlAIdzlZbDk
3VR7WvLOLboax3SUbbj2HW2rn8K1dddsBjv/4B5eyjPvntw/ryf+lQWRpYHxuLiekdW1fqWRUbNy
r+6gm+4rp1gH1/3naKQkS96uTUUhU+1xP28Cb7YjT7IlO13Nm8gr1nyrVznx6uv6tANWbNfO7WQP
m8Cl+WHzCS/24DTxqlNOOXw7Nz8izB7sa7aeGBZI+bi3zrkKJsMW3GEjuLAqnOVnN5vfPzLqxfpq
uW/ZrRkYdSSLMXgpbb0foWgZD/BylOx6TImaV7TBXEK2461V5OsB1qxbTDH83MD83MLqOnz/kIW7
sMvC7dv/mml4yoO+WVdZ1NI8Kzqm76mnLVSqDs14NuNoscWtLw0OZMti9/ZBitvXUC7p8iPatxHD
olE2GBp4jNQ9wpcrP4/Fnc+F2rEG/PNDjoADLGlguH997u37qhG09e/PjPbjMPZ2BywsGMyHGKXw
zl2cGX/Ox3iK6viaytVOUAVaV+FN3IYHM/tKe+yWuFjXiJKTIkhHWZtvm8hczdW2RxU3N5Ujz7tY
/AJo85Crw50R5y9FYV1XRrSTEmvfZe0jxkYHJFdq558jdXhq2mxTAGzVpnoV1d3JIsckkh7MxbcC
BuesUl+oynG2/Tlc61QB/G48jG2yilWC/lRS78IrLem8ti09P2C1a0BN0HuUEeC6RdGlsr2PWWQq
KYvEKr1R8vwWjsSOABD796fuYgZ6O3XE3WJsNDh1DLjLTfeu/JjFZofBKQuvxYSpBlhTT2dVBeP+
TWyNZh+1a0k7Ty0J94H1Uf18mVL/mnKXK8YFYwZkD4I5na3wj8emSqNNYyv5nqbl47LFjpx4HkqQ
yITKa2xkb0o19JQm/si8dXG/LKsy5j5U3izNSJ66fJK0oTabcdDmq7iRvyYZi/eQUInVHMjoABsQ
Ia2yEGDKyLbiRlp/cMp/PDoxlSbQIxyKPMYqwUyXPuBSpUuYd5R9KimRN5Ma3MSZmewJKxRt0RfA
LSuc6lYrjkUJenuOumOiFateYluFQPyoq/mLqs65G7QzjJixfC3hldwBoYk/EGz+/JXqsmpg94bX
drEmysmeKVLWD3dUgp+okhPMgtubwjMNrYb2RULWeVTl2K5S7YMbEzbB+5sDPyolLtzfOFEW661m
LV9/d2PSWKlNue2K6zTv3BT+rFf283blRkZJ/EeNxx29k0pVc25OWQQhNgMTP+Vpt8euQrWv6qyD
UTDi17T8elX6ZE45TSzq3Ou6ThrCSfkvecjks6rDxDbSiNYkit131H9PiiZemZUaX4P79O/V9jTj
RD/Ewc4ywv62kMLaQcYz2rE64WEZNZJEh7zfkd8hunPetDdG4J9EvdcAEir3b/fPf2AH9ENX57+N
n7EsAX+9NbJfwhoi5/tayfID3zc7mviHCaKKAgcbF5KFLQax73sdvoJDE9sGkwNJIG9z5j9bOzrx
lIYJgPWfjLF/7XVk7Q+0pAo+EFwX/CQiu4tCyG8LIz/eyQb7KKYdJmwA0sayG7uYnTRy3mKDECJX
D81uFcfZtyKLo5eYlcwhE+BvptQc10rfz6vc8rMvKrElKxDuKshYa36Ww5pSCWRrWg+Dun13Fn+y
61GXHcZfY/D3FyfzmiSZx5sn/eIRJ8cYDvIYUZ0oqX07KIesnVV37eilRdczukT+i6BWFNqbFuHW
XKaVXZVR6RDJFx9juq7P2qSoZ7MqP+uElNCHHxR2bfPcLZ0Q9UHKFppCoApPCq1lcqhqKklOTbFd
tEdYEg88xWjOjF5Yo3iIRId0qKVuqeuCYbeBb7mRqhi3JGUVXuPHQIr0JFKXOCtVpVpbHDWhDYlp
MYz+a2qWrWrDCF3iKPRh+sYumIJxnmSjYvfWpD9PNd2xTBDjj9StF+TI7ydSIQmVDR0HgEf043hl
MhbHULJqsNedh8zIo/VEEpOVskaEfST4xz7DFSyt+7RnTnsG/rQ2wpuqT8i6IIvDuPXrlWFgbWAn
Fo/bKqVu34Gc4tOQTR0fC59J1FSlmhu1ED5IH1/uwcvbgMfB0mTYw+RAXtwG1MNbEu8aXn3Sk0HY
kgkiIdj+YOr7ccL/fo50pnwmMOQR5tvN+H5MRzoVZjXwbWPKVU/QuKS5f91lh9TInmf6I3ZaRR86
mH9cN3NUboW32gVvb+HXXKh8AoCvcam35Buwk/ZYRouHIYNTa/eROL5ocqx85RHGsmpJQXGtZgwk
do2c9LUssuygRVMB5FOVz50qojbLwlA4gNOIHxENJffhBOqpqpG2jvqkyW5sIlL+/TP6ZmD44eLw
BhjbLGVBp8JIvHgDDCtsz4MEMCogMJIQln4X3mbUfS2lNsJZV3Wn6A4ZGcZKJ/ZtRVwHz5xIM43Y
gXGrNeHgaAL1hFEvqCzIZbOZaeKB5yXfZErRR+rNdZaiWAM+G7uZrBlHqSC2b6CItNZL8aadp/wK
NF7udkRDfPAGGbh/vPlYhr6l/UIpZKVhLcuQd7eF1gsE39Kjctma19RI620V4YxGxPdNknXXNOaP
TDz/NuotC18VWA5HI+LqUh9DE7Xw+4wjlnV9N1XYN6dugJEm7IqsUbzfX783MdQP14+jqWzeDDYn
BGL8m/AN8BrM4bpyQag4aau1q1KMDCdXI8GNM8Vc0dMp7OIsAgxMaP+P337/Ai50wBwYhgTDEu+W
utay6P7xBHe+UMOBDyo30K1gAQiq2Ocyf5saM5v2RqM4PMns+KHy2l1VLVENFSONZpRO06EKRk9l
bMUedVVhAAxU2ru5TyZPjYlQEfAiunKIAUFPgN8BNKYUbpIq1dHCdWFKN05AU/ouG69VM14yVSXh
nOWEboXQKLyht9CuxoJ51xMoh4GtTDwjJsx0RunvaWNIG71FWn8vRejaR8aOcNDYnRKJth3btHiI
wgq1UFH2ABq5dCOAte8Kr7+14PrtauqHddd/k5pG0hgrf73oOr68vhT/uP1/Nz8su5af+b7uwiRL
JRlyKrsO2kcwf/657lq+AjJngdj8KZz5V0NKlv/gCRCXSHAaUwuz7K91FxId+C0gLvCe6NRz/pak
5qdWDJOpZnn43w0nQTKaZQUtb2+QUedbGGWV+1FZQpVoTJ99jZnZfwRaOOzb/JBYytO7c/STJZXC
G3g3nH0X3S3HvdixiKHatHJT9Pt+Ws3dLpVuxaE45cG9FJobsZKdK62tX/y0dHXUiI0xboxiJ4he
p95ULapSwlJS09Hnr0TN2V1Kc2wqkaVfDWkJGMPcGFaxNhN2XQ4ZjPvFojeNn3//2mVzGQr+Gqv+
evEXi1TD6voMpghawGg7il9j7XMakVPiqVPqxPmTNq4qjMR07cdT/yrpG3ps83AWKThZ44lsugHl
v5GehKfoM/8jldRm7zXLB0k+HFthV2W3RnKfsK+tgR8ou95Hj+HkuKgIf36uviXq5MaRHW6pTm7y
Y/4MzgKdx0p0q1W9njbUCNzSbbzOG138YrZ2oI5nB17gmW7kCA5ddy+/EuzPhp3ZjecndniID/L0
1kv0H2lnOIa8ktM7eTiN4SauqHE96eUpTe+Jn85QzSr3pCpS9yBL/RFGrZ00VDXz1J40F/Zo01+J
5coMVr3iTunuudHtYscYRpGmRJp8IyiOQarMhASAPyttSXj1T+1koUW1WTxXynUyXSEQJ5LY0Ddp
fccB6cG3teRKje6U/irGwFixMjmp7UOV7xI0U9qGErgebiRMNv256q7MAGHkWuy3Sv9FLyZXFuyu
32QF8XerZMIYNd2Eg8/60SFoLNuIqld+xjd83yhrLbkJ56N2TLWVCq3VSy1Xu4EyT6+/9MbSaR8E
9ag3DNBErNVXVr3iDzmjoSuxna6wAkVPg47FDJj4i/pKeBuBcrGTU0nWIVoyhNsSaBL0Gqkj3eAP
QXBql5Wjvxb+lfkZF+BTvm44sY2+FcbNcBt9GpG1VJb0OCCdEoMTYt2pIQ62IgMotxNmZ4T3bCLc
RjhGnSsVe6xCbA9edNmWAqcmAMXlPGEUMFyBoo1uK6T/pZulOgHs9YEKiUJBPl5l7qQRYfbQTZGt
JCdd37XWQ9OvqpW86r1mq3jpLr23NvJOW1krYGmeBeAXUdk6+ZxHH2hyfyr0W4aHi1XcqEtZ2KLv
2gu36dnfYc3chFfKSTsqO8z7p3yXH6Vz9j9RJy9HWwapd4MgAmTyJBKOlh+6h+pUn8db4KC3wVrz
4lN9yp6m29yrj2iR/qdHXJbh744oT0Y6D+xw99IV1eCd/jBvq3V4lRz1g3ml7dKTeCDL8tE8KXe/
H7QAD/5YqPpr1LpY2JDC1UmjpHV75arCXsXl5f4iU+rROpEFu9V36R0KorC3s4dpJ20BkHlsrTc8
Art61e343IptwbbZ5QfrVVn1h/rcXpWraJ+fIQBoKb3yTegf2TOOEinILgT7wEU4rQ4reu+B7AUk
rtEUEFFTOQYyocwLyeHxbUJqZPKu7e6zlDvDNXo60CgohqrJ7ZBkepKn4xvA3eIcTsXq2mgAA626
aUugkvapPMjrAF/LeGj7axF1Y7Uq27WmbyRimnBM7v3mAJjbwGRW2dO3KSc7124eEvoV38Yld8CO
Mfx+0wuH3LtsnV2DL0LvRC7yS3VTnaz9XbMGXo0mQ5McCNTJsd00ZCQil/tUB7SfJnQBq0wAe+IQ
cBtsOcDVXNA0sSApOCbo57UauwTbsQVfYCotirSVKdNW2HXVV4vRtyi/WZ+S5jUtn1rlQc6/BeK2
NjZmvBlf5eOwF54SwdHIWkINus70XRlsOtGuv4qf46Oyjb5RhFUJu34NPs9Pg2H3sTsKdvZ5PIvX
D1HFoLUfk+e+c4KM/RDJlRv+0RG07Nt+uoEZxD8wHXFDNN/Qf82v0Wnyok2wqR6U6tpSl3lEcbhI
1qbZL3le9vCo34g34nW6De+UT7jX7GgV8kimx2LTOTUPUet+QRri6qvEDa6sM2dfQq9LjDsmrMrp
uVdkF30KUdvtVnHTVbLON9qxpuGERHAlXxPf871JV3nJqagc0SkP/WpcWVfit/C8D9yY3lPkcqHs
gcPHjrFNP1WeddU9LL1oGlsuBkjVG45MelvUcavINne8xXJr2aEzNdz8LjM30e+P05V0Cp6bZN1a
16Q42dNDw3MQ3OUhIjp0NuxDpvyz+NXaVzflU/3ETVDxB5ZRvK5nl8AT03JUj9sTMhYeHSf4Jq7y
3Ivu070uCCuz35okUt9pRPqGVxLY1OJeM5C7u/wCnVzowZZuxOnWpJh9LZ5JyTTzG81cKTeoXK7r
l/ikXVefpOvpyjwIHiO0pxxk2nBQotzWjt3ZvtOdYFPcCJ+MlXZYTibiXcffPbdbi++OV5UD1WAV
rpKj4ZT2k+RgcL7TV+069KZNtXoandfRM1fTIfkC3ih6al+ic3ryb7tPfe2AkUYwp5+THZ7L5bdR
NNrNO+YsN3SGxlZfEmXdRi4a5BD7D+6ywZM+k4+GZNVLUCXp+yVhtZwoYig8no46s7yw9emG+25k
DiYAVmU1Z1s23tdVv+dpU7/EtV18Ei16r3tTp45V0HjLZ7xutr5qbsuj7rvgqBIeWVdYY8Qgv26d
HUgOL8GSJAdcP6fgOhIeimdj1R76yB47J8vc4dtQAbHeQrwT6d/264aQNkKeldVorWT6to2TPKse
VsadsopZLelbXF+Pykb12q2q2eY6bbbSqjvN2+5UnfRd9iDs5/Nw3b/KGhSITRM67F15IhvaodzJ
0MCQV74STppdyzoNR3LDgDWtK9MN0i0VvLqzo57E4gNdja6yh85txmuIXXWzn9uzrNgEuFYy0WUa
kAVXns/+dCJtlo645A3jrnzMb5N9sG8PTbIrygdZeiqNz1byrAuPxqdgTp4a0dhUb6nfoSMWdnMX
TN9oxuaxF9+n18QQ3jV5ilyr8KC1FSZBAstIOWzi4xjbLFDJc9VNDxdgiuwgtcMvwqf+rj9bj31a
Zk5RVc+F3BwMC82VjPZDBmIFczxBBP01+2o+GTfyWTxPV9k82jjNCdz0X9uX4Km96a+DTxVgk6Fd
U/335LEi/hw1K2tC2WNnvUlbx4+eMdgShAacG+C5TWBSEd2rKMOSbZq7i32lvskFcsdvza/tFxXl
8/9n7sx2XEeyLPsr9QHNAOfhVaQmd/nsLh9eCJ8uaZzMjDP59b2UmV1dWUA2kA8NVDwEEBE37pVL
lNk5++yzNr1tG5fjabjt79x3/4kiZ1jeXANXAjJWN9tHFlo3GEk2BMwsn0LcjeM+I8TZPsB8cR/l
T5Fej82BFFL1FJ7N8avsfsj4Nd7qc//mPoC7M0Zvo2VH9XbFImz0ZQ+4MqDdbCa+4rImwDBW43kd
dmmDRMlUkveQ6lOlSTDOJ0UpnPnZTUQuRIQ4lbgqUdO27mKNAeBFIXlK7W76VzwQNx5x4pftBaSD
yw2jcVhEj4A6m/Ta6e+1tVPYqY09nVF7TfXcYUs/uYfyTj+lOxZ98rOXx0ObVDquB+Y2MXEM2AwZ
pdosVMFwK+KZQjTbuuO1We6amonrdh5f1ponTMTmO7cbP1p6cpPoIf3OfvJu4zEBPLMhvdTvPq5h
IEZkOxvLcXR38DEaNsry7ZThpo5dCxTxhqzn+remyej2nvW4Rg9eT+pmzDnHZ1r8GUFj39un/gH4
mq2I4/50HMK0T7X7FbmblAbQO3bhFb2d1b6ItokB8+JvP7DYVM2bWiUF42aZeNa1U1zP1ZcFjsS3
uZ79etP4cV6ea8AN/vwj0meuzYACBoP43XLmbGRkten41l8c7bce3IEHdysey0/vTgHH+ajeRrWR
r+JJ3jkv6Qp7qT8jf8ljl8yP1sc9Z9KWfdIXkUi9VZpOi5zpfOZrdmjKLaA0OCU+aMcucaNDiBIp
nU1KDOhivQ5Fc51ZFt7CMYbSzK23X7flPX76ajksX2ir9pMXbWviy3Pak6l5Hp5yfrd+E75aN4xD
73Hps6S6LszHAeLFNJc4Yr6dhWNiw0OnxZa4oBWcWjzseCDLb7n1TgULFK/Bc7jr7itMiXuZJilt
Any7p/6DnHbBDiQB5Oo6cJ9bdS3cmHlvUG/BHXWH4lAn+stlVeMl4Ha+Hp6ah+rXgDp1wxOOv11S
h+Ub+SX+FKf5nYRbrB7+S34qX9Nb3BBw/mYvtrJDRNbyj34FVV5l8aIuhY1tHzTx6MR3cn1jLNmZ
j3zMoRnbZvy/xBKSYAk881ow1NhgPduYAwDqsHgw3ojgesG2wg1Q/hLoFAHxMW+L7oZokU16Rag7
RS7pkolHlbObjDHOx2Zr6MQkClK1Bkjpd0t/DlW1nYb6pnJJ8gYLZr1NLf4h+Xd18d+Sx/6l6PVP
0tjt5yiaP/K/L6P9DzRuXtyS/1oXS35r+d0S3PT9H4+/akAJ+f4P+edvAYEQODP5X+Wyy+/0d7XM
sUD449/BWsmwDdIcLdk/HJnoXoj4cOJRzDxmmLRO/5hSen8xo4w8QOgeHsGLgPyfahkx9H8xnQQw
R1aZBZfa+zflMvPSof1f7SdESyd5kD/98hfw3P+uU48h4ZcGwfQbAUE0xbizlIgpg1iU/CPNbuCq
WVSFsuMQ7LpZoslKE7MlbUL5Bqe05U/UAnUVsXYJF6/ke9j6+XHso6aDdFWj3aaExApWnczg3s2E
/mSbJ3vKS4Oz3imFEWyndB7WTdFWRMO1KULhZnRYKvK8EhOIYD2h2xRsajHskMDp0bMncXKzoteM
94YRMtsy26+G27QODmvEnQ5mXMayu4nBycdqA8xzJONjtxhrmx+HaewBD+W1vZJju/rfOezPd970
PryWbNcYm7mR1U/aBmW/G6XMbwazgI4D3wBnDtms7ZV0CprCdvHXiu0tone2zdKZl2tTpy/CIV/S
c711OIweVIbNImTEAUlG93MnJ/iohiuwQ02d0Xwg6AE9n4lO3Zu93QPgWlSza+c+aKE09dOTAZ8V
gam/5Mo0waRftRO1atv0ZPxsrA7vLoc58dlbUmhxNETaW+Af16tZxTbBJzSfUzS9gSVhU8plvjxu
wlVUH+yn1lYy2i1/TlCN7p/FLNe72l7oisC7ZI9zZazuoWez8A8MEIMRGOAeBpTE9zQHIzXFuosW
nTVE4sFiY3vQlTgj+tazGVzC/tk2NjwKc26ApJi+YT6rovQ+oGOiaxZgc87emHfj3paFc5aENX6X
jFd7jGazeb22VfHrtNl4Hp2Z27RoyWTcsJBpP+TSdX+CYaQdFyIzB6bJDCQ2rTdafTIoZyG1dpSX
SfAwhP4GBpnlP+RYBeE9uI1rpMd6ClkmJMZ6Ev1N2VUmjX2dBazSga8Pt2Mamju/NpWzH2vP+GB3
ZiGtlnCqdG+pJqeealVGEZn2xVXrZJFP2WtChboJM0NQloK/b2hjh5R4QDsDbj8GEzm73JdzR95v
F+gZZg0Zw+YJ4GnfALsHIpvetr2tU5ovQiK2YaQXcW6A/Do7EoxLNqhsUbomlVe0eB+L7fJzQmW1
8DIidBfXK2TZ8WQCOFuPIPYhAChbGwOvWA/lNmLjKIi1Lm15pUJjZAFh9In06ksDBryfVqV5YzQM
Mt+cxnWzp9VpKNEAScK16tpwneDA5pX5MlYVyTeARfL0o7LBvJ4H7aOtmjmhPtdDaRTeWyNFVF03
EyMZMpQHraIv8gBU8VgFDaE4M/4L99GsL0VyPqkUXXOep+lWqSEYr1XZsDIxlwMovQ2xpVy04xBO
znbCxGg+udphn9UuCnb4moIFMda9BH+MFQzIyGRTeO+VMa3Zdqi11SW4lfyv2q1VnpjO2vjvGWAY
sNUwBM/k7NCNGcQFIigbZJmvLdTe0+J3YN2D3jPjeqqs/mjh6/l1x7IOb6agRODOaowfEKrlbNxF
hhmyyMUx0+/aNHeGzyV3ca8XAlWIc7cQCa5NJVgUr/H/+djNukcYUCWLqTJ0H4JJhuUuj9LxwSfJ
oOJzzzmUcLRQUBJwNZ1E6k/Tn8wmsctOR77NsLqaiTKaj5TwrEnixmVn64n7qaifvEKIR1Hi32RY
QETbtJhhw37pSBgZBGVvTXeX7YEHIAXd9yrC4c0tc/UtgsIcdpM3Q4jKWAcoGNeRPY3QK/L5Xdus
6GEJ6eri4JQQahNcN+1EWUoQ/Cbrq8DYtpOouoeoEfBuB7jXdF5D06dxvwjeLGMwJ73LUgvwh9vo
5Y5nACj2JY8535TarW9yO4LqTKGDOsaaKvGZ0UAQGzFyEenjCMrR8sdWORlIxUBaQSyydCbBKKzq
itAyoBT7cTRBjKhCNxveTze9LZu+fKF8bih+fJtDN0pN/x5MUUDbSmgWqM/IYGCe5UK89YCT3qtg
sflvvqXeXb+AtzEtDSwt6VcdApqZq5O3EkcSW1btz3yANt3+uqx5RDRd2ZwtHQ3L1mKRFXmeYBk8
t0XwZPR+28EqLqzlxlJZeUvyc/pHdgLhpCEA41liu5j22uLBO/jOyBw1BchsItIN9TNOWnxwYh4g
S8DSWSPImBYqu2uNCk+1M8q9o4cIy3hxeans8YJ4Yx1SLLtgYC92Y0wqgJKATQlRI710ZCWr09V2
hK33YLGF+i4roVEm7UDNsTcuaSxUOn5DTjezK4LOL7bfOYoY5zozmkKeDwFjtXxQMdIvagSRgrSy
PL3OQRpdxBU9c6axYDSQB5oXS8/fDWmeaoWzdOMWURPF7OUy/OjttQUYBPpNQ8YiTDupCX9HXRw7
XyVziztq9nBLsWKkwmcbHC7v67REj5Vr9nAcoX5/VdzOKK1rwZFGTJG872zr0gYUFnMWtTohA4Wq
u+O5MD8K7REVHIKeWjcd78gXVQ0phVPQz+8VgNQv8k0ITp06e+JtdvRFx20c4znv3PxtLXX0U9nl
xPCGEsGPayfjRXh6YU00iGqTqzMPj4Xf8nrKytXeyWw1H+NgDWw5YO+uKR3CaeXZh7C26ZjaN9ta
WIb3FPK9mRIT2s3K8olqc4QT3dWnoGqyS1a5xdJZ1uH3UP1UuASiGerIEu5kb0DPwaYOJyt6G6NC
3g1z6dVxCISJEz6S7Z0N1zLEXms0AlmiGO7TINX9flaOFDH8AZa/C2ypzEtEVZug9jifWGJMNfgm
yainNKxaw/xuTLF1lcMvTwX8triRA8vhQitqlXKe83SXlXl1mqIwVIeuHCjSJp83er9ma9rcrsJY
3sfWuQTEYXj747S4FzYuhux562miBE/dHPpwxlmlPcGFVT/eLIzXMiVROlsy5W9AkURfqpGli1G5
Wn5rM0iHZO2Ufk9nI6p302o4p5b1/ssoy23dDf9SHMa5Wz+ddggJtK+IWgfJ7Rg8o6EJfLNbTHUe
rMsWymJ3wS1LzAov3MyBEk8VoI9N3rbFNbygHpVS6PTK9Fha3+p27B8aStqfidh6QndFVz91baU/
onEufrJ+jsrEHIN6BGzpiA89ZchNNR3/y5A3y69Ui7ovJrKU4nA1o+c2iJAkp2nAcgfeMA6tqf3m
Zm4fpPLnNh6lhT+7aFVxFp6w/tjtsj5FUq8HVpclr1gb9sdoGvXjYFgNxAIS/hgK5DQwzKYltVmX
RV+6Yv+eaY33GQxZxKcPCeFLrW1bxUO5RKfe8amx0jzNy5gKM3yveVJu5mBg113mRYXCgQWpjpue
uIXNbNo41aJVhacpWGqG0lkx6yTCPlTHZh1gC4R00MZLqZDMoRSq58wgoKDO55luOpvD+9Z1bUjV
dotY6K5r9ISN1xMMVNflSKpCmW2KsJxeOddMg+unAtTecHgDHFjZHIpnpxvltnArr92qy9Nil2PI
yJUwPbwkxJgyBQhbb9q17Jn/KrtrP0D2d03sk0hQbKccz9PGtXvjNZ3r6duXvvlccGIQONT3aGqC
Qv9lKUr22ru1GCSKv89se00ZNmWVvOxiZJ2BkabHAoaXvR+DTalyBIs0NVt5UN7qEls5LSAShNWy
Xw+arI8OfdE6FM26gNm9BtTUcVuUPue9hHEdp4sb1sxklPGcdmk/karuqiv+l/SsRWEwX6LWgurc
NAuTmTLMnG3W68W9mau0qQ9ttGJj0wZxMcjVAMnYQOvQrrwRV3s4UrXHY19DdyjDhgue4b/8nefR
j7bpRM2b2GHrUrYuEbeL4TvFZ89Twnq8M3MBqX40P2Zjogscc8UsvDRq9OEwDfowViZ/6FZMs/PG
56zu8RF676TOkywIXGG6NYyoekt7e7A3AdSqcNu7YX6GzqZDeBRGvkIJrGWd0IUhqzdlOv2ulwRU
XpJlFrHqdM+wiV7jkMpoIKTdrhitrI0H/MzOTHTllnZPJuHs0kSq1FuauK7ITkUDrvx85864/5Ix
1TSXnV13PEZ9hUoXmiyFxdJjUwYORsNurDtw1uw6ryo0eNhs5qMhICFPKs+q1R72X8sikdWHeHrd
Zd54PkCzZMgWRgOha2gbdsc6tLdwFzq9r9jnvwnmYrR3RRZaTFtmI5Wb2uMoS/phCWbU6NkSZEaz
MhAHhMZ2zBoASG7UhSPyBKqZCZNjZLSlWCUF4xFHck3NKcyIzST9kUnaWqaIwFJaKmFTyG+OfVix
2Jw1JW1CMS4OKLHVYxap1jQaEo+bhaQKZ26aPQVN92z4pSyvSN8gUsWpVMmRUVrKTyqlOGXHzGPp
bcWyBlF6Mh7nmvJ237UD88bFH8roZljkMqOHhfxo5RRFDD0MmJE6uPTEhE/ic1B0HBfCt98tV2WK
ueBQuf34oqsS0Vf5CrVbRp1tX9m5GWUvZqRJw1LEsZCmulTAXlgVZZSyVJboYC2YeUSEA2paEswt
uNsI/w+3qha4ZTRJwfmu9UdBbAkcPkpPp+L5dZ08t5KusiojoS3UDF68FIWgHcbRAkBSDeG+Jm84
vSI8M6fzqeF249AJivxoB3kWHDIuZnmbTmRqHNYwU/WNXadCHLj/Rcb3u/fzLf6mpT8qws9B2aRL
4G8IqeG/9gBF8l1oCT5mm+ja/p5Se8LJ6Ufa/kmdgAwa5ZtNfQs0Zm1ikzA/jWsFv9XGquq12BfE
eOQHNRJtgpU4v5g/2qyFyuXVNPv9gM9oCxgXoTmjSfxTmBOENtJtmyjppRE5Vzkvbd30q/TCu4F+
HeNOIPo1mVetkNKXBT4mZGh3SC5pMuLC47HZL58ucdGjzdP/0I02sXVlReb9DrBcYCVGZKZy75op
kcxJ1FAMbgSgnxDLzNBNx2mWARFAajHH26qXMAIszojqIZKqFc9poCs8KCIdp/fRy3geN8Ja1+Bx
XGk4YaRXHnmxU9nNuxGD+Csxtmy7TDzVVTzZRBHvnEikqOFqFFZIPT0UXMeDbpadps1tadVRT7Y8
UDrazPgW7bheiMI7lb0Gq1JrZ5VbmHlZCFHTB+Kha7/PD3bhKmtrVz3U9qgC9JJ0ubC6re83UfFV
Kmm8hUFd6yslOzJY0f0k5Bze4noXiqbvT63TkYHQO2Ix9v2SOUy59DAplsIIcoEpvRYoUmpsmMNb
QQRBqJgaiymsFWLuWWEJg1bpFDM7PfuEZZX10B254AeeNK+F2KTBkBaPoJ0tzdm+shoTlA4jFG8i
ThaMm2jsxFrHjJvb4a3cO9HsnEiKHZizih6HgPIzAXbZdtrHwq+Kz6nJPMY6ncL0tAwtpW/brQYD
ggHdIfFV1d2GfhPcm3NW45odq+EjBKe6X+duDPc23yh/O7drK5OGVyy3svEoCXPJsz417kIgrpmS
DrGy3pAsdqX5ZNZQPfumjGZkAKuHNzCTJbQtEAXFtiXZIowFNma5dcVa3SMR9NnGq2b/iPwmp3iR
RMsx/S7qdzJ5ZEqjE/W3YpX1sjNodt8EUKUzDNSFfUSfpzZOBxl8WIQwfi3Wshq856Gk1zIWHBKk
go9XkB4F/D6b95nTEh2R67ymn53zgVwYsrDQ9+06ij4qo7eIjiFWTdALSpR/bKkdcIdAdj98+Y02
iYJWL1fj2FnLayvoD45LlM3nYajJH1d+29I5ZuFMKVqOsGhQxLJyAL4TmQ14iWWc++m2UnA1qr2Q
bUchJU26ZycemOX7iW/UgpGRoXxEtn2KG4ZFZJ6S6RaFq8iegYFSWty3li+d286wotHIkgEsuNqV
Ua36nekP3gWT52WdesIwxEaZh6jkb8EtlxPhCmBzGFoA8wEjnrcm82XihTSqRDPMZvNsydrT29CZ
/SHRfumyPBCiGamdXFozXTadO1zyJMjuUq6xc/0UuTMfc9K7xlYYAzdAVOGHC5y0SkbN0ugVveC4
biFe2SgVzoAyvncbYm7bfdEHq/U5Vks0PsKIr1mEyFPP5cP2s+CxKc1l/u0IM6ZCbauBrvJ6EoGH
aZKOhham1pnHzUOTnHNclGC6hu88ysfpxlQtnV3rBOZobQLJfscFmlhnjKqnybZL5rQkIemvtGiX
9KO3/XJ4LtO6R8AUZkqXwBgYChF9uOx6plZBE3nuGwV13j172QqEbYUyl//Ywphy7B3Uvv5ToCKK
76iWAgeA20cCMq1wx+Iu49GQcGkpXfQG3JpSCddkv3XXCoa6ky0vLZSzYj+GjgSZHw7BrUlwJGpY
YKNgGu56oP3XfqJtY/BiPrj6mMrV11cDZOo86fN5xOk459Uva0X6V0lhnXurQO0RgKKaraNdykOh
AS1xuM6F2md9WeRJhF3BOEIHwF7XGn1wChT+xatKRZhLJhWCM5ksV2AacJoQooojLPIEM0WdbNGH
c4oZannqjFDUm6nTU38FSw3mG0uSgF9A2oZURbqx6iSMIODRllmdjbUBRQmJyNRvEaS6H6OovAg9
qTSeyIWPJAMBhVV8QWVa44gcbZe8NZnfjza/U5xORn+DVJQxmtUTKdyT7HFnCJLK7xtbkhrCCCDM
mLU5KS6LfKp+ZNjM526NJiMBrkfC42jApudc6WD5t0Eq/lgoofwIQc4Eu269GRHAnjs7YYKRYWuQ
4fitnd7lOLcdRqZh2lvWtlim9k02juIHrkb7sZhgMSVWv1jftGnZTgRV+Vg2ZLYTeZwbm7X39Uso
2ReLh9UjIqzviQpHTL/MV6xxKsLEVDhSp46Q9Q1PM9347ACiZElrDT4kC66KSBS7/R2DwScPgOSV
hyUwe+xDa8BjNpqrOpQ8/49pE4TkYyGzP7o0KMTjwF/+7SkRH5FDeHfGvp2e+miBvcahhr9rNDrv
3hCZwuuzzimnbsE3maA+Ntt2qg1B+QPBZ1xaGXJ6rVl8oMdQ7noTBYKYrnYG9M6plVKJrmNB1zjl
yH9J7Qqz3AqSampogm34aYhomjnyFEtzWdX/jk7GNjUiERQhDoqTkXpc36KtU3p0xGiuMrE0WMXY
qH13qYaXRMsMxX8yluk5ZfySH6PKyMgtrMUcJrbFjRu7RjDdzJFBTkZfuMUvfZTweHdBBdUlWDC2
lEyAByMLdHHbKGM+2vAIdVxFlfjjNWTEx0XfMLLxlIe+4joFdXIxWeaaFMoMOFOqEsOccH2NYwiV
BOo6p19+1Q4Z3oy2R0CSZVTRYJqlTevK2QjSVxvWc5ZBX9vIQpgsXtQh2W8RxxKbb0ZGpc88jKk8
Cg0jIZ+cUAUlFUQcD6XvP6WTY54Jx4lWUG1O/uC0puYpKlZWnSqUpp+Swx05ZAp71vnkSDuOjOGa
V61S+tugyT9HNDkM9tJenMbU6m7VUGP/CXxpPFRrJgQCuVwgFnZsv8UDOQzPrWuluDIyx1pipzXo
6HXENOSWujB8ULMc3GRGaLxo9F2EaQQBODisANhM/Hs6f4v0nBlxPTr+YWWVEM81aehdbNpao+f4
Sw3yaCyG+kgDaD/RvgVX5G+wQ9+5hTcnZqpqfGgzA7qNPRbWGhd+s4Lm1U5bvHer7P8UesS5YRJV
8BOA4y0f/b7ro8Q2L0owWgwToZDQvsderZFx7QeNc9tHHsYa7fbFm19X5sNEE9bvXeWSzNrx+k46
LKIAo1O6nl3mT6zN5KBPEH0a9Yf0PnYhzcmm1OgMk9wbFoXyx7Hu5CeBdBq6hKm7s44kC8WmquT3
32bT/x/m8//PJZf/gVN6VvjBteIF/tej+muJje6fBvL/+T/9fSpvW38xYI8c9EiT9x0cwf+Zytvm
Xwyg2JBgTcUGF+OztvaPqbzr/MU6F4svTN5Ze/kbS/YfnCTX+gtwpo+9G6HcdSkV/63dYfJx/2ko
z40NI4i1RROQlM1OzN/YF//FVl0VKccjegSuEd0+eoVar4yhy466LTC7rl2ZyCqB40OG48Kwb7S7
Csqk+skkHNTFubJB5hYmwi5A0nWL4MiIQI6kO8Cb3VAcOg/ziLl/YGqIR7n7zMQ87RZmwdJaFkQU
mhJDT3fM2Ned06TniZsoozvdNF39gEdBwKhdjHhifWVRWRSTDHpnD/N9bS5ITKOE+wh1g7PJfmrx
y4bW1Vy02VVr5C8zOCy7UBpz6zTcglFE9W5Io0C7hUpqoTEb0DXgPaZfFu6o3Ne3zeyBUS3fQPxc
uWOdXWdMApO+Ho4UAbD2o/KU2t4QD756tE273jdFRf7mMFeHaa1uoX3YMBWr6yCQp3AReIJM90YI
72FY3KdmpTUxF7qiJZJyp8virjAWRiTOkG5b2d3XhmNcuUydyOU+FKNBZQrzch8V9RapfR/IgD5O
c/6qDF+Q7Z97kA5rG8W0gZiyA4UWP0+UR85Tls23GmUkcuWjGS1bPaiD0POW1uko5jlulHMMzew0
ms42FMMJHhbTYTqni2BVUxPwJDzTffMrdfCCtoQLPXXOC0tCKIVYT20fxmndvtizvfOW1Dj0qw26
xnWrbWEaW6NrxTZFDpqn7JtMqjgP1r1aeqxuTW4fc63CpOjWI9kTTzU6V1N7GJkJCmBMVjJPdYaN
57bbIi+QWAMSPYYqgUR8NIbsYDdAgDz/huppJ8pi3wSEambUjUlWdtdKZ9eMe7H/FU4E75dxCJ/G
m2Wxrsqojl5k1DENyw4l/ldQVG5clTLKL4eN1BhpBwF4vxi+YTqcighx2OoWEpBsfMBMBV0d8uus
am/aPcjt9bLrMxax6Syflbl8RLj40Iq63TI0p7XC6tqV97U/3DF2ww82PqeAglKs5+UMBvXiwrB7
8KaFtReKUbMo1EzGU4iGXu9nljV39F1GbFroIuj43IcDlJbAPDDhfJxH+2g6/smRbCIYJXsziwV2
dTAZY1Ii7Hh+zlRetyZ1Pbx8/xGNkh9kkidDaESkVh/K2VFxSkm+rAQ6CBu3ozfgT+i9eC3syzJz
9qQa4oLptIMlfZ0WHH2l3X9pmnq15t+ubZyXhkwuJ6PfHt3vNQg+266/zuz8m0ybPDZm7xnvR/XN
FPfJa9PjHFgnx1tOTs0S1KIhxZM1soAvmDyxL3zrjgoIlWF+AHtMZ8jAQFbzS66Lh0zbWyGdJ21n
D8oyHkXD04LZztYLuhwoRFatGZKX1i6slj0Jv0XsVtGrIxks5c4t2c+fq+bxXvHot6HETd/fEAt9
WAvpkiSMsdQwD1Yxjhv6q0Oq5E/QV8ci/LGrzMdVI5/YLb3q0tLc9JmbJS16HomHHBLlwF5F77Nl
N+G29Gv3Owza8Ri4pE2q+eyY2XWayaSra97glmfKbuxn/gFzyBBsl25gsmi/84imxNvYt3UAjK7Q
2tswnjhpw7iyfJyxjl3dQeltjmCtd74cnvXavdhTfTdamYrbuduX0mJNxexrOjrT208RuOJV5S+h
MSU+Gye6jF5F4SShLW/GILSScBSH+noqk8g/Rw2mwJc6JKyGZO2dsvIlMSbnYRQ9h/863pgwIurZ
Ppdti/E/Tbpw+aYNZweOrgSLjosfJyoOXT/bW4u8gp40Z8ZreFrQRFO3GWJH+NcA025qrI1ywPnh
8NUFc7sivts4/Jv7wOPLNqwF3xLG8MB5e1bCOnhgw/BOs/3oVmj2dn2wHP/edofXweuGJHUQu4jA
Bb3QcqzV7m2+OEj56/jTSUftHawUG0cWD8M8ftQy8/dTF10+v/ClnZoHZhDovan0Yt+rP6dcsAZR
MxPTJoWtgXDqceQGy/g6DfxT5+KgNjGfHHoj+pqIwtsMs3NFMss9R8G84b1+9UtrfRrn/Ny5zRfb
mKeo0d8LO/7AX944zo94z47VGAEkGBiMWsPZbIcDzMKLetQeA9LMaTR4u4vF3lWKEpi7Y2ICQBKH
ZhYfI0Vc+Vp8GT7OT5KBESMDIiCr/maxw2+E/iZB7kEjbp1z49fsrflVv00LdTdPLjcTMreVRX8m
K/R3i33xOWsLh1ODfEyO93iSOvuYJ/MtLKqr1a1BhIoI0dsuqaiD73Uer+Wg7oRjukxGDPTkkVw1
emou/6x5bSykcIS/e+Es59o0ftHJWE+a2AdYrMd+YWLW+sEhjYIHrC43ruzvcfx9Qjd+tFcL/nM4
3rqWF6NrDknfzddhCAs9LIODnCz/cp1323pmwhX4WwwCPWW1hbLl2D9BYd/zcb5wcLWnElG9dIw8
xmmlyLAZHoOJPW4sZitfd46MBWOOHObfObOe+rSQcW+M1yDDb7k6aC0VtHlyyrdtUcR1zxhK23LH
gPkBVZ4g1y7UO1eW94AormoVPpCjC+V5HVhjwr60WV2NyDFlX0ycK+yDxp3jlt+dHaKOp2xBNWtx
Q0XDjDJCiPKj4JVwvyLu167GSXfxKOO5Vyg1+DjeLEf3XO7VAbBygZmoVNvVb7ehNd7Wl7KrH05E
AL1UsvuD/n6QK57gvHH+1HLeGm14zcByPdZ0zxgbzL0LnzkBPn1hHA3WjVDvvoG3cc1j4etkKccj
tqRbZoj7vGdNMupZRAisleOh2zHcwrweBHEe9Ucvc6DgluuH8EPUzhqHQjaExACad0tQYIpe32XK
5+RbBb81tj01FXwk5Wdnu9Cql/k6L7gjbAQ3x0b96It676gQ59TS8Tg3zomJt0v/rCADDlhBZgDz
+0bnF2HLw/W+VujM001F8tR29L0RFG63r0O/w9wxoY+sxYsXoonq5luPvhW3kbjR2WzFFrC7uO0F
Tphm2lkgXgAFl8+GME820uSeg2zYpqNL3gD0mm0mGdXnZjsmKquKHXSYS844bLfeczHX1QTJdpwa
hXW1jC1Zg2n2Os162K2Ldoj77G3EspE81h4UCyndnIvZxVWRs5LkYvbvizDuGpa5A/sT6x+iOHfB
Dmn/lnPu+n+zdybLdSPZlv2VtBxVDZAGuMMdwCAntyXvZd+IlCYwSpTQ9z2+/i1I8SxJSkVW1KzM
3iTMwkIhXHSO4+fsvXYveyYUKAF9EZ07bv7k0GFYRQYqvcFtDLIuqbfaeNOZAY0SZso7FJQ4XOOR
CKYmvdQAdLapcu9bQSQCucbDPDFPYm/ZxMzoEfTXTsuvAfqxFeGCLm8bbMgeRjhdlZQCPm4FM3cQ
7wTO95Ke6ZZ1EfsSluOBL65dxSedXZ1XpQ8JuB8uDSHjzYAnuR1ZmK3cvBjYlra2bI8uetNtZxi3
2TDuobMdM9zaQcGM2e/kc+nY1tEZh1vG/feN7W5rw/0xMN5G96PUOi13SEZ2oSZfmFlUsQNkyKuF
rjfN+IRLt5BMARIGEwXGn8YsWHRAEk64dDrb8dFrDWdL2xhwICt+W2Ii0pN/GqdQlxk1UCTHDUtm
/JSM3ZllIUaTloubBOEhUEBv3TCIXcuwoeER5CeJyTgwqToIYjNuFV88t1Vx7/v5aTx1C3gDophc
omTmO/C9/ipOqzsc6eU2meSxEdOj4dD6MiTt33qc7oRfn42xpKWuL91kJnCtO/IM4zs0hztQI0Ak
LfW18frz1qSnhMjhwMSWJIjhaIfyNNA2UQot6ZCGo7aQGquNXXRXfYoqq86M76KozrOcYhjEEl2s
2LsMFCq5lkTFgRExkEIeyKlJNybdwI2R4hRNEv+EZLsrgfurbYIfPmqsvXKwM/NViVGArOhNK7z3
wwP6gHhPV+1LZyRbVXunCEzcM9Nts33WJrThQ31he3FKLwl5LS6vIInPy0qdUHZtZRk+Fs7IqmOW
3amZZu2J7Tr9Di1vd4Ksc7Fvh+qUkS6U0SLqTqaupRpnWT0QDmCiR04J66jzw6zGe7+yj5NsiG+I
vCd0NlCd0pYC12s2jqMOxBbhcUkbYxd1RkqZYk6Y7PFp0YOp1zRqDqPE1ePSod6Yw/TYpKVga6yu
QhteEmMgZnxk/ppJ8yDb7EwU0Se3yjFZuHLrF9LZljp5kiVvo104UEuHYDfW3sD/VVMGYoJCk1Hv
YgPhmYEvZqrq9KpH17OOQj9fW0MVXddh/NUS6BTsTh0yha6hr1gSR2nsbZrtezPuEINotqNOYF7I
MLsKQ/XUKjTp6CsvWoO0gqoudgbt/WI54qCuHRp4yezSJsOIi3Z6v4wgiBHYkhn0iFCTflkWwLhD
PriKlce0ns2M7iUGwOie1/UbpPdLRpPsL2oi7ojLfUZtWqKQCW91/m2S6YOWoBdQXhE/Sp+9q6Ed
0NwbtuQmZLskma0vocWk2g3LcKstgaSixNyIbCc9E571ZMG2WjOHmNEvaZO+S3jbzgHWwBax2pwC
y01Sc6Mngw2Et61o+K/p5m5KfTa5xmMcXmcUgm1qHXG+YSWM8rsZDRHbELqYtUPgLMNtEaybqH9m
1kf+y9rvKUHkqW+3VyWUrAyVg4WE/yTs6dnJSy/Hi1zRv1kJ0i6yqTkty+lgF9VBm8wjDFftIr+Z
mdjqo2fS+bdE/ZgHmLPpELAodoh1tCEivuj2dWs+jkPlnzKl2uVsctE4nOq8Q/7gVg9jz3zPr+ZP
FTP8WBLewOrtD9NF0UjouI68FBlzFs/Ze3l2OhbDNaoVheg+upiL4hg1+K+VPEeDD/Mmv2+K+i4r
1a2XFJ+swcJfCVFJWc1JN9vbMJzuaCPQ4PWaK6eMSGD3BFWQGNJtKj77RWutumau2ex2j3F8kTXV
fU1/fROETXIi9PRcz/ahatia2lRg/rBs48OMCWbHMFOF1tqf6WIrNJ4pWl02xvkBxSBpvI2HpJn3
GAZzdGjBPBj+NykeCIsne726jvop3PdB+ngk1RYyZXaOVoIw1JTNde9fhjXWLOX6h5zjIKCWa6XD
70jcz0oTqImZ7Y2S3bSpqjOny9Y28hrKzMc5e6q6K1U+2Z6DDDHJN47R79qSmgRGG+5z3BaRhVS/
vUBm4pD8W9yMHRYR0i6RCI3h7SQd40iMR7tp1ZTsqr6n1nfMiwm7V5G497IhgSPjD6ymurZOknkp
KbepLJ7VzPTHyecL5rIM6Lph39Ul5nELCLm3tvwe0UBzF4VFvcunJxWjl6sc5zQZf8TpeBrTSchy
87Iqu/lCzYCTCuPZ4hc92AzSTNN9zKsZ73ibPBc+Z+H2U38xTfiObVuvhSYf1yHVhCSRWADjIL22
9Hxr5yQZzMiQbl3sIrwiARNlt7G36POh0uG3F7woNO/FjzqEoDK2FDpo18i5Iw70HJeJcVCNEx91
K60tciJM5yLBj+kbMywndfs/veV2On3+9z8J4jIBB/2fO8u34Cjbf5w/UYPm//hfu/op//b9f790
fv31N/xqMxta/MtzFi8XizVS5ReMStRz/7KAJdEyRsTuarmgBf9qNFvuElrmOUxBwNVimqLZ/Vej
mf9k2rjFAHo58C1N52+ld7zuMhPEqCFeukIrjF9M1NUbZlIyJnQFTJOqcrbESYFJYR1KanZG+ePq
xWX6Ax9JvEYM/ToWhjaL5j1fJVu9AYUgU/EYX3ty6S8OJw5bxZqnWyRQHGmVrQNkpIRpBPG61l6+
oV8dTmO6o4PMJseU5Pj+iMxAIXOYvY1rUyOZUbix6/zMSUy1e//H2guV5T+euJ8/djHGaRMWLc14
9w3USbhQkHtu3qYpnE9BMicMddz0zHXD88Kje1oynaNXeq9RkPNCn5jmlO/jkYlsxmRopQxJYnKX
kLUo3a9JVN05y2pTtsy4HGxbo+okvZUY9t1sbNDe4dqP+hY8h4hXbNDBtGVbNeSs4heiRbOasxwH
bl3RkOLvocaOdpaID8iYjzVWURlFz5m/eBW8oVy7KJVZMdX277/1786KXrk+L/vvddvV33lXyuYf
yBefcU4W+f8HLlBa5C+els1T+/SP7zmyqOniKfv+739+xuz/ikj788//et+VvfDPXM2ASEhhiyWC
+5fZcxkQsQSAnibvkX+4/zF7Ln/ov9/uBYXmmnhCEUU6BPf8nSnSL8Dff55iBy6pRGBiIZAlrxAO
IEOul2yesu1HFSnIFYVnhMZexmFdXs0JAln2y60X9Ks0HTMQCkHVGBE77CBT7CSy+dKZnTQ41Q4J
x6iAhFHthcwr3Ecx8EkGRhlpXQ77ls+T6CXOsjCYHpIucT67pMpB5vKT4sGV2MFobCBtowtUFUzb
1wy+W/dL20tCPlZ+7SJ8WYOGzatg4yXTxF8S+n1/b+mgoL3NZJhGeNTUsfEjSTu6f/QPQuiuK3MM
I9LoMJwJ9vZGJEDMMoIyMFXKskjOXEYFcseYPASI3xm0IoYoDzdzahIr76QTNb6Ss9tcKTPS9imf
3lCiu5prNR3KqUqKJ7c13YiyWMsAsqETueHWcgyy5XCFKoZeSZGGYh8P2eCfkU/Z+tSGZlRPGzV0
6om3zzXvfA/BCa4KwOYSmIOKjDw8xnVcZJ9y6Vb9l2lsxvq+xgNjrct6XPhpAw4AVIdhInCAe0Uo
SaiYtJwuGBeI8NpDnfFlzLKxPPXHog/Px6jQTL0HCKgxUCNlTEgzA04hFswmcqLT1oGLQtCm/xJV
zcZHtRqwIRAV/cVNMbg8GekqLusgu/UmC0kzN4bJDOLrlUDtXvY/TJpriqblPHXC3lh5GYb3BJRl
utrPcdgyQQxklmNR6FU7yvYsrYqEfyvyyk++iZ6254kqY0w/FPOtnZ3Ei2bhR9XZ+NZo2Od71jQ0
2Oxpk3u8dGR9OjpeQyAwsYGh7zHgo5NtBBq3jE+LNq1RVIcDbKM4d9SjZ2MYOQkQvpcHZCuY8pnC
Y2MqZvoAc+el14MPt6C1veqaajiGuxIWEabmQVvXi3vptBX9sCXhvbsX5eA9tmZWfo11fCnq0nkw
A4aBKMOlfV2wlWLHFSABsWVnozs3u/pRVlFUX44YER5LczRvqwBaa96X3mfA8sF58NPNpkqLfWxF
YDoT1i7fDZFxiwB0XiF+S49TlOJ8tSdFzK0ay+s0HOwvApzxuBahjUok76JgY6Xk9roDhsN2MVlk
ZFyCMDKNHfKCtczL/NQPEavniKBXLttlnIrqB0nw4FB6oTbNbN71adts3U7oM01Pj52aqG8CN7/p
GyYSIrXHH0UZ18dpgltSkFBKd9Be6EBml9w2KBeKtQf1vF+hyyhHRjpxprcpCjx9dIpUgmagXYuV
RaF4PEYRbaCNWw8o5XvPb5ILnLZjvJUaH98jz0E8PFOZeN46awbfvOh7ms2bTAWG/gyTeOL2TqMT
rTtY9Ap1Nj6iTc7szrhAedTMcDr4pOLAXLrNgn4ouIY5CX8kUmtSVHwmwb3uPZSjUf3VJUHYWYV4
/8I1rS7R8jdFxb1nuLXex8Lo+RF12/MweRm8o9rsLXMrknYuSdewaV43QxsCvYitFlFKYIrHwepr
RoU0gBl0DaU98ZbHibML7SLKnzLU2fUhsYciPoGwHVjbVDt+xtwiXLhMI6GW/YPUFXK5IOkLsZZd
EIdnVBQFo4YR7S3NP7/S6XcH43Z8ZZc4rXatLOraPJmrn/4faVFNeBV5gsc6bzOuTkNYHUmlfY86
7sUX7g/F2/KhePkhkRSiNnoIh6qUnhZF56sPScg0OVFO5wNIbmnc03M0mdOVdftLtEJhEHwv/m+P
s4gyXClt134Ly1ODtUgToETOmVV9LcNh+mrVYb9+/2zegoeXs1G2B+qdGluLReHx8rM4B2Of6mFh
NvU05eWiXfOKNL8BMT5S1SXN+eTzUrx/UOt1/YtuhKPS7NMWn3dL/CwNXh41HXLP5Q75K5HlgpEG
M142qAECT2eOoYHG0V6Y4JkZd3s0gIqSHmpJqvGn93/H65L/18+gosXdTfCHrfVS+b4Qlnhp4cQS
9i+BvcED9WNwxqc2wJo41afvH+n3h0agpOGMyfki/uQn3/rFkVzWTRTcyJ9Iqvfu8B5bOxwb1tn7
R/n9fATHYIOF/I1t0W9hFU4W93ODAFx7vA+Nhz05DHL/bFr6Lu8f6g8npJRk78KVU5CrxetLN08k
LTPrw/VZ+8XRnazncBDBB1uPP5wPbTai1pAROTaS69cHSdkOtiG6MkxcPsVPYGNnbX23vRIJQcB/
/4y0sHgWIdg71IlvCkRaRJo0HOBkFAyPBg2dzRxAgn3/sv3pjKhDCVxZIN/aenNGpaqkQXwOfh0Z
E39odjRHjkmfz9RVRYM28f3D/eEusZlm66yw64J9f7PP1BMR7LyE3irRTbcTkP+3dEHS7ftHWX70
yxURgDgpexBLWBE5iP0GQel4QDXASYDgU+jAmz5Mjrrj5a6NvjsUufn8tw/HtgDesmcpoexF/fby
rcVgJyMcd3CFYiN6GCtbHo3UE8e684oLOU32BzjP35dIE2o+4BoINcte5s1FDOYhRp04OSvHC/Uq
bYMnIeB46N66mDQOBdF/hCz9/SnhiJaUfPBZ5tDcvz7DIApkhFsDvaVAhDUDyVjxiUBDZSbV317/
OdSyaEio07RA3jz1ys6bPo2RdlJ9j/TAB1I2lejuHJf2fGDF0b3TDPIj+PyfTpCHn7fAkhzderPw
1joNWEFoZkL16WmLRs1WAFDb4blp9u8/Lb+/AiS1s7rzTzoj3MjX19IJWAApen304kF3RJ6+1JlN
f/L+Ud6+AssHTWIJXJId6JS8LQry1m2S0cl45tM+/JrUibH3rCzftlPaX0JO8Xf/D8dzbE3MBu8B
C/Drs8Knnk60TJBCO/G0Ce062XeRPT32LCvdynaC7IPL+PtLQG2wNO80+R4sk8sdffEBi7rZ6B3t
uRA/c/Kxck3pLUInubPFOBxqzxsAV+pq+ChU5I/HZVUxl/Mk5eTNieIPsAD3J3wChsy+Q2dirfPU
K67zWrXfJsvsb40Cp9L7V/f3ZwYeibId4Oxc49/qApsQFwd+g0dnuoarBxZHfhUDKU/vH+b3t0CQ
Moq4lnaEx+r55txSai9L2cJboZBBPjQFz6xBxR6BpP/BCf3xSNwSGi4czDXf3L0+NmvGeJYHy81q
PrOdxsplz419onqQDB8cbPnZLz8HknaNoBFi8SJQ8cg3pzXqoO4geHAwP92LFOm50TjfhgDZAy2M
D/K5fr9VtFAZSAi0weC/nDcrCeJ7cEhG7tFbAdVqjjADDVV4H5zSzwXp9Tkth/EUZ0QPW/2UKL94
/MOwHNMQiwhimxkuWKcHDyLGJDARaqMA49FPLtc07p3w0ehdKLCVyXQc4W/olLuJ14NhmB/aaDeD
3HQ+eJD+eBGWksLkGjhCvbm9ip2m30jO2ik1ggi/M3eTxsvz/uP6+6tIXB3Nar72KJtYe14vAW45
+LCtM3fFmM04K+apuApgnG0sF9/c5LTVI+4O+TdTeRZeHDWzckC88VkVb+7vYIC26OfExTeAuTJE
wb1pvDT8YHVb9myvbq8liQfnI4/MnPfjZ7/+xe11QAwkxoh8qp7y+puKcFYBF0roREUiq6pNzbzU
uEDgmdlnSkVSf3Bpf3tlljRWhGz0SflGMeR/fWmduYmyVoP2qHFZnnXBTNvCrq3xZMwnuKJzG2Xb
92/m8je+OWOU/eD0lpkKIv43L2nn+WUUssyvKofgknvbL3ygc0VHntxsxYP3wffxtyfUkuz2lmh2
xeRWCPH6BEUp2582gpVF/NzGw02zKorxb3+klqOwolLEk4JmvQ0wZprbu2Uo1SpNkgapfmHB/Leb
tVUIay2TrHyufARY71/J3zezFuuB4r2jfOLw3puGQD63ft1jm14lHvC/3BofI219yj3nwl3Mj1n/
1fZDxr39HdS+7qOjL9Xn6xupl7Kb5hAlqkmc8Osr27YzcTIT4YMj4K4tgquZ8HeAoAlKkytd0UZz
qja+rhqGu0YjGLGv1VDZz+9fhDf3l/rRgvTFz6CiE0sh9PpXxMgmck/O2TrGrAwcA+UavfBx/feP
wmiOhUDaQrk/J1UvXtM0Caa5jDyU/2M14c4My407M1h6/yjL/uHFFbV5fgASLhUAJarDv74+F/zi
AwsRNmNvJpkHJq/2nlDZR2gZc+kPJ6gv8Qf6Wg3xbkr9vtzpHqHll/d/xZsXdPkVSyY1hQ9FOTvG
ZTV+ca5KBCUiJISjMg6MG74fPfI3CVtqZxB11f69fSlHQwdrUk1itbH4wC3398XRNI2yALd6iyCa
YUTCDUDvmWAyW2lncOPN++f2s1p8fYltRj+8M3iXyMC236x3ozX7NXpYILnSNQo05L2HnBitgTPs
e7TY7aGLicnaNFatp7sK1a7Y6pz+/F5jXawubNgu8QLi63v9hFrOcjaQsloAGCKw7npdZCEkx8gp
k+sE+p69nkKrczaCsdGXKRW1uY1hegC39q0ZSENL/Vw8+rFpx08/z/R/nGf/pLp7cdN/mwyefx+j
b69cZz//h7+kAK7+F303dkq/zQYN4iEBvrKtN5mP84jYPPh/SQGk+JfDptF0+EAu+oFFnfDfw8Kf
w0abPhRhSywOjvN3poWvywGEBCyjLGKmhghE0eG+eRtquVAj8rA6DwcvcrDPism6TGyQkd+w/gqa
AAaRe8eWUozocaTW86cX1+rq15vwj7zLrmiAt82///kmL41fwHlLm54NfTx2lG9raEiOaZig/jyj
KVSJjehr7d3aWEq700l5YXkARifUlV9jqTCAOI6aPLNMtmDKA6umZbHSTYYY8oOl8U0dvEgsJCfF
BgJpyB9+F90K1VqwIM/EACtn4xY6IoYmcgcS0uKEIWoYz7W+aEZpNzsyJz3y4mU2EfDZ9FF8hQsm
wWtsh4ZzUEXTWR9UNdbrVVORlcuXmNWS7j57Ah6W1+tYIlObWkOVZ5GO5m5jFqacjrI03CtjZJT1
Y0zKuT1aiVTNrhd1hHzB5ov1dUpCeOoBAssbFhu3xxzUEkGaqt6LrtjxRurqgzu8fEX+swQqZtqe
yxKI5oUSjH++KcCsYrJsYxTWcUZANp72eVv6JF666NiDirHMNtRZ/h2kX3ed0E8gG2qoGnVS2WMb
fdDgWg716qfQ/+ar6rpUwFQyb8smTOr+mGprOArf6UlwsbImPR+GmUJqhsRRfo501YbBB/fq9WeW
C0D3mNOmWbKU+L/V3PlcGDqHiXhkT6r6TTfXcGmUTkxoo+2sqrtZEUGJHdKOxn0hiF1eT0bs9jfv
34g3Tww/4+f8g1vAa2art09Mltt53+RDdTRHhl8HrCu6O2UgR3R5BRai+KBFvzyAr681t11ZPJ2e
oCf1tnkp4SyGOAuzo6iLhMQc1L92tTjE83D8YFOzVAgvD6UgWfMOMA7gxi5LI//9xTe98gNNEqcY
DwnTh25T/rqEFlP8Y+Y0RnZf55k9n05toewPyv3fDg3h2CHYjusp+Blvv++GtlPpTQ06VMOKwWDo
bEDdVAp9WUQzJ2rEk19vq6Az6g+eqre3k24i3XvOnOoJBPLbTaphTkGDfrk8NEFlkbHRZrzpv5aj
EFL2R9eYjvNSYL+8zHzDLHLM+S/aptP+tlBropKmA4SvfVMYU7ENjGb60cp56k9kwHZoy3uNpjj2
shlrR6y3MYDpY5Y6pPD5JfxX6bRgkROb+JJyIkmosjX64sI9UiKJ7SBQPNZg9cAatP0hJZv1ofL0
cFKZhr4ZPLgLYw0vSXbtxaj88JYEVEaw0A18kK67KhpBJR9MYx5bPE5p2qybuup+eOxZvpYdCWCB
YRH4I2d1wePwNetKY6/MpD23xhKQnSJ7yRO+dZLObgYoAbHxsU6sdu/OnnuHcdK9BCgBXS7A3DCW
hbMDDZud1SOGxggTExF2OQjCwAC5ykf1XmqrvgkdTFoTCIJdAXnnoPMi2KP0uB/KZL7uwa1s9VzU
G1pTPia+hmSjpgifyq794bSzxlFi0wan4Yg4YzDmDZiqZO95VHmVqnsPUKovCWOxy4vW5UpYBrj0
VVlaJ62EYjcos/zkWwBZhR7pK9RlXj/VSSf2/qScHaym4g4JkLudTcbIfJ6tr+4gJnx+VT1tpyKY
zm2VXDV4BK+V23YQGVrr2s3D5KYvzP5HD4Nh7S4CdZLSF+Yq7of8mtGMvXL4JSDggsls1ioH27bq
GP5+UehSijWd5Qqt/qQOIyphFB8+eVfMb/b4uG/jLJcELelxy2ox4F6vMPCE/DFM722FhtuTxlEE
zXwGK6W7890k/Bz3eerTnPHiywQ/263l+vLSIN/wU2ZbM8aeHo06mOpjpW1s8BE2VkzfwE9WVeaS
0VxV4RZdPGl+NTYSvfH6Kf6WjOoowMI1SyYtchBv5xhVrDKUHgYP18VoI+c7FP70TVnYckbdWIxp
EKYbYC6PvWc7j/1gIGMMawjKoYFXmiYr6VmFWRODbabPclLWaemCAY4lPh9Mgf1F5cCgxJe1M2FE
rsHgANkbYWCVsEbuJ3smlczjDvX27BBBFQE2A2q+izso70I0QCUxBZ/T4sg2rMn9lpGjD8dRhbdO
jYFaqHQ9OcWzrpicDmVwapVTdmup8GGykgY6ZNzunBqf+GSN5mcrcve9gj7VBl15NgWduQZgf+kX
/QC/fR63Mk2I+KK3u42QHeNE9yeeOtsddr1lgAfq4/liaB1vLzD+n4isLK5yOTW3evazi6iKgqvI
D6azOJDVtq5GwvJKbfyMB1eI8ocankiLZA75u2DTtkWi5rPXmVJ2U34Yjt9lGQmk+EvPPLLG9NwK
2zg5Ekebpo9h4qfkU/YTk4oWAq8i3JEJQnheemUeP1t+bP2ouHOC5EBJBM+UK70Z8qptL9wYiegD
LK/I/1TjfzOzVTRHcXTotSmSH27Rk0VmiKnRt5o647kGOUWkTNzV8xUetWDci8htTDx9jZXufhVm
uaE7vKnabXv7dKQ76q8wspNgi6AJ/BLsTBvZWQMKhrSCvkNTEwOs2zQdMIMdjF8Rng4gCt11MWX8
DT3d1pockSg5D63AJltuLDv3jIbrbK8bnKPJQU1cgpxoyLHAymSldn/hsBLb9rYqXML7VhY51vOn
LkQOvMp84aAhMjtvXss0C5qtzTqq14VT4FBVEJOTc5gl1XxlmxVfWAFu3f8+g2xKzzNyA55ETeGI
hq6Z73NGCuBaYwtkHfGLAV8lp4p89ThWFtemQezSr4kKaA+zQO4QbCQESlZcuM19U2QkIcwpxHKE
Lk5/A24vSA4dJrP5qs2hBd9l2i2wCklGsfR3MomnphoWcBM31hcurzQYxe9IhkLCXuilF0dUgsQ/
mF5fIjPOAFINejeb3KFw6+SRVxO57uj8XNOvkzt0VPJGshmKozPwWBPyfSOtaIeeg+ikLXNUXUbg
+boa4GqtFau8uXYhbQJh4A5X+c6muZ7vI7PoG959sF3mNkdwMQI8wwJLEGA4Y1LYWInpPHtZ7GLX
AL7hxAG6lBbvoBM3vbNXQZXu0KsFDt6l3k6wemk5YBKQoVucqdRKgoM3Iib45I3uUH/P8oHbYrhm
2Tcb6q6Yr+XAP8Y928/YXTyTeA/ORJ4n3ZcWcSaTpKoggnb5PPmF/Z2g9BZfp5x91SLWZlcU/KD6
qMvrmdp0PmWRtJubwGfBXIMYGFnHwjKI7ks4Vfqib6aZKxValfQ/57SWWbL8Lov8m0pY5mSvGg2e
E2gOmyob8N5Eg/lHRNnCUDlM875CIe3bVdFuimaC/oMhd+ziO6PywgcniK2tEdHkT8lH6Pdjk1Sn
QZ0CIOsq374A/z9+UXnj31tT7x3IatA/LcgbN7Xw0fMqgxmITjk9BHg5e6CVJwfEsSmzexuo567q
IKOtygzjs9eNT1VPnySt7Wjvu7F7biCyWg/2xHMmyuZUj75xaxY+8sXFI1uMpIxo2yk45Ghel6wr
xGB7ziWJF3LtRZ7eWF2oNmFFckXt0AEj38DpthVpFbvEUN5hgtu2Lb0AH5IeWViASuKn7M02vVFu
kG5cY+7EymArOm4qTHuH0HVTiau3Ks4dBej71Jtt81QQCH8SZYl1ImHRb2MEqrsoHD5ZE9jWlfaC
Zu3lugKFZKtjP9bTAYRSdRTZgJO9tdNjTxt3rVqudVgWGqpmXqqvtOZSBMQ+feYlqqXJOiCzuVtd
F7OFuV4W02mNX26bN/F38Er1DdQ9CNsWUNBiBg1lwWa7gdnIUAO36r1KO8slCt0tz2ozB0Y7haVz
GQ9AU1SOio0P3myR2NRaPbrQjhivoayzbdQWZGfg9QnBTDnEbmxrOsE/PN9wz+LJlp+Ez2Z4RdpF
um5KozJXHsktuy5q2n7F3qqucFr56lOC0U3tIG9m7mf6akF80Q8TgYEuiy+7TtXA5/QwaG1y5eZQ
c3O3phgSHdZvFIjEzoCXKW8jPtaHIIjEVxkU/jGRgzgVY0rAHz3UfnFMM310lZhI+AqANtcF7mXm
ZXV3GIN2eCjaurjCIEhBxdm7N/hULb75mglzDpgZpGjQi4dISPceB+F4COumuAGWSrbasrHfQB9u
Tk0Y/fj26ybazgkwrzVYGwKUdVnq7dQPZDB0duI/gxr2PikrqnBldWULl57sKUgfNrswRCsjsQmV
C44v7WJsntOIBbbqzQi7bmt363F0WrIC4ZYdMqBKq1JKvls9nGhc4lEdkcUFOv1siur6S+9Gya2V
LnQ4r+rmBykDzQelxJ/tFKMnL9zWMAlrNbOKFIwa+xIG58o4uO7U3KPjbK5Z0MnZscw0vqxHgj3b
biAPYDTTadcM/RBtg7jCEGmkZIHYEyhLEGnTeB5IHRDt5YXDwPWdMJR64PDJNJ0QD4spMLYA9sen
rHec7Ugr9rbvMHz1BIMQraaCXVOPal8DBNk1UOLukjx9suDNn3CCql8XbLEeuLSVwixTNhsspnRg
zdnT5IyF0x4jXn6s2Dftpe5Ii5WOrIhRTMP+As1sd1VF5nCvI/ScLMf+cA8ssT0gZ0jO0M1n52We
nRvV1H4bqtY/12nlXoo+BNQ5TurELvCVruTgkIkdBQfE/mAZwdAIwIdxfYZUm0eMOQd7KrM1Tkqd
1ZeqmI0nl40Kjj9jnr/xshJoaEqdf06JdnpCBTPs7Q6KSk6Byel0bgfwVwL/lcHA5iqCGWJHbMcy
KN7VxoqC7/DO9AGWZbip88jax0067yfECuyv8uZcoMzeWqr8ir5rcHejSyCgwbD9VrML3vQZ7GL2
5CQXTeq7GgFqW012DIDR70gA8K5NX5h3LXuAA05aZy2w5160Awjb2cUw7uu53UZ97Dyqxm8gQfxE
erThvrBBRjp26Zwqsy/3md2orZVFJliilshKsrXRvQmqH6gA1Tg067YQLFiQ4g5EMfGOQJ78bCN3
2gGngP6R2yZAYlI0erc58X0NHc5FzC13GJj4LfwgGL8ZQjkz+QY6lLi61PC2fW8wB4LqeJKTprOZ
SM6hYZoE28wL2mo/WnL4Ng32Pey45JA0OjiouIDt4M03OpXOD/ZYxW3PPvIiZucBlFGTw7Sl+Q+l
0aZA3rhNV16KBrv/+ZTxdq0MEbjHMBtN8ENO7RJWAJdHSUI5J30V5cq4Y7DvuXug71F8glIe2XYJ
FvALtQ+AmdYDGTTp7IYhiXic6qrZQyRdQvmChE2ZZSWf3DGFsaXI70pyX92YCXEiM7jC06gQn5Ee
lDdDOFJHVX5/lZfVcJhmoPhe7VhHX08kXlIn3PomfEoMDyRcjhYlHfrKh0rXcBVkalxigvwUt1jP
dDjRBDTTUG9yLyVvizXMrVvnWIU2P6Ivs28sZfBuQmN8gHFCmKA9OKQC5qzXE/7iZJ1rbWxTtx8v
xtqZzni3YZn3tnc2VqE+xH7yla1xfI0Q3FuPYNqvc7vlWecLxcRZ6F1gBhRlPCdkPooqOYXRQbCk
SKPb/2Lu3HbcRrIu/SrzAhwweCYwmAtJlKhUKg9O25n2DZFO28EzGTyTTz+fXI0qWyil8PfVAI0u
dFeVKZ6CO/Ze61upXwM+ofyvw0GfjTVGv+KrpbT6pVaKwQw6njUcMmI+SWJ4pXHKIr7k5ZYn2s1C
z9CWLS3rZSZCJRI/m5EYCnhMeVATtRTk9LGC1m8SsqowihDekLktuzxWxsCqyoGHMS7WLX6auGuI
l8zy5gMjScIUTdzRsTafmGxadvQTajO9HNuwrofvYI4bxpGK1JBdW0LOqd2s/gr/E6KSnbBBLflu
8/xNvQqohl9t/tgCYgXG41QXDwKp/010+tbqJLYeTPBaR7hW1h2yavMEASc9YylcIxzi6FCU0lLY
LXJ3za4mBoEG9ZUcXW0k3IMC8ClOvfK+N0XyCuuSFzBZiD6moUFlH7FdJQBGAlbWoydL7/S7yhkM
Yw3dQ9yWWFy3TVKjchGiJC460t3ghGjdSUsDiE32hsw1HQ5WayNZ6sRirdiidz/IHyEhUpoDOGoi
cvLKwqxupQ7ZyLrxutCLaVduzzpGvc8F81p3C1xXBVyAH7nlP8N/0dZZYfkfrEXUgRjdBBVMkYeQ
AICUKKhvIyS+vbSw5MF0m+ZV04r5VssNIaijbfsZi0QHY88daInAMkZ2TYRyb3/Smnl6ddq23NIB
LogoNRHOGJpbfynkOD94amZar2mFPa38doH5QLsRE3OX5V/zJR/bL5iJTfjUMJ23osw4sbKprDe/
kABzonxYJ9zY23bQcAVWqARX9jhbT72V4EByPb26zfFhsWIa/VCvTQC5m6QasuRAyyiSt5HjAZDK
6Bx907GAu6HJYtfD6XLsZ8PmC5ZnZjPGcI1i/6RASoXTKcQbZtR3z2TdD6MiDs0CLA5lpxMgRgtz
MyUtqR+UhtN4nEUsntMBAZheW88NX9qj3mTFD3ollBy11AbrIeuEAum9MTCTVfXaMfltN8OvPUwT
0xm4KzPFXjIeutza0YHpnJWzTD6fBpcy6aCMhL9r1GTTHIELN2hJ8ETBfmthOWjUjTa4MaT1oMBw
c1W6f7f0brJsSjVYw0fpd9Yx77TSOcKf0p2vZAAZ2XEZxzkKIicnj8iFylruyhzCPBhwhYnt4wzH
XtvFCSSvW19xwz/MhgkVZ13q6NPXCT+MPUJSm7G1q39tn1m4o+lNi/0M9l0E8znCB+YQ4iwYBLT4
fKRX/Eh8EKsfXLL8aOrVC2K3debUM9z1ntSKg0e6TgoLcRncB1PrjIZUInxxM70BI+YvllAzWygd
xxKL4URmjtyDP+zTEFcweTe2yT5+SSF7fwWcTioJEUpsHntAHeBJKqN1vZsu1Yzp3sAykB0zjLjG
QdViwgdn5rEGc2Ju4ZxuoPuBWPf8yCweSOKp9W3lWi1dkIxaeq/6fC4OniZpfev+6Fphz0rDbGOI
5PRsy7T0rLUYyrYKGBNE1s4TeHR2lKY0Cwh20MV+TvAzgD5Bzo2VHknUDXBLfqvFcD87jqCf059g
I2s2QQMV+r4WJTz8pdcd7I30mLv55yLQqFWQsBbP+enaqEaJDO5bnich4tPIrKq48KbW8N+Rj3no
g60zNyfwyVmY7DkReUW3eayr9FAIk2OXLqXtC4sxBiFqobShQhbq0ahy8ZrFpgPoo2C31rCHN5sp
SFBykCO81ExIolMto4OiUEkH99AfGxt3jQmL+CdWTDF8HDPf5NYRX6HzF9dG2vam2bNlEyeBYJLi
qQBJzR8WyWIVR5SYH1swGbSHyUsEAI2A+8ZoY9faNuDL1Vo03WI+orI6ES6j2iBEnSc6DazJKG1S
p5wFThocHV6rtspoLJ5SCMqbPJECkYDbzYRryNGOqeOYkq0dHo2QT+Do3y6UulpwGnxZxxJ9pVrx
4V8IarRaIGgkHzIgxSt4ilvyfNTWfdFtlb5w1jQ7/INo+skjLnE4dc4yyc1EFCfKIOqoCLaJ6Yzk
UhVpGW3GVmTEc0FesFYsfJO6KQcsoSh/YeZR8zFzu2lHb/EwP4PJ31PxkDUV/DUVtX7d1sacGvFk
5D16GoW2V5GVaOsKN6c2LLdamzvYFuHjD4AiC88IUMOM5d3YKgA86dRrBx4uzb/rG6tCMla4zQcr
FVn96rdC0zaz62Q7GtlpfcNW05gPeJB6dwvQ2inD3OgL/QOhHTNGLSDdy4bwwCG9UwsyJ9oKoi2P
k0VUh90WxKUsFPvUsCWiL7hwvyx9ejaBfqR/nN5Arkpo7lp+8zzgWItWeAd4amnTdP46m5aqfbPS
DJ6lsAb1be7tAcQdtyicDdG03wHjWhlFacXt7uHEzxt0+cazmxe8bxU8leloLLL+bnKrX+kRZSYC
oKmat87kA2g0kioCGcDCAKCTN4wl2mNTHxKixqPRpfn87a+Xs2sEz6inNz4O+W5x42zVGO24hCUx
N0i4HYPGYNFXS3tjpAVRTTmForPtGjqJDIXq0giytE0PyNjRlSam2ZWbWJfTfOPMRiPvTaJH1CHV
ylxfUYr2OCXbuErZV3bEgQxiU5IFCQq6cpMg5cF1t27nZ/1aVlp6GGZfyT3iYfJNW32Mf5qVLRY6
z0aEox5jE50dBTLLvWEoUhQvVtPzzidkdJKy0hQQRVbAdk9Uj8Xk5B4MY+AW1K6VZztjKeRuNBpD
EjczdB70HJkp4t87wNmnVD3Gw/jAzDL9mdLbyWDPESp3tAmrqXAQ6zymW8a/dNY1m4yHbZ3682c1
l/Mt+awMxRlENKyf0IhZvaaspO5Om1HJdea7TnFjL7g3tp2Fb3eEp1UZ0efEjW21g93pkbBX9VTa
rNNFNN7nFj2xe38CeLLFdsQTAfo0MXdTPjDPim2wK+06R/3KOdSFRjRwlhCxe9MWnuZuRt0jCYck
UDsUcd6le7Yb/ifLquAY8QaT0S49veN9TSti7YqlVd/0ARzlumsTYW8FLbGXRnnRuCGaNjfWf30j
/hqVTkWcp0GVpOLJhlInj1wku3qsrBmvdcMwtftcA5py7v5aMV0wiOLT0OhVup2EDsVyZmeBjUOz
zCFGB9hz43wXDTz5EeDKWYH1kqyXZVrSvcGt3NdDbKUgbc2u/e40RtRtBr54rD5Ojk10pg77lFl4
1onqy9svtSA3IkADvUDQdKt6NDoS03uHSpmbrFOzSZVqYUmWaLsVc0RNrAmiPh5G8KPEF2JQ03Y6
oA3/XqPzSWJ5JXvvK0A4Oz9aU+a80WZQ822rdRYUPD6Lw0cqInv4IKl8l4cI5/3wEbCf4vXFCr63
wFcNt2QG6suHxvT4mw7SIuRsPk9SAv+4ia23tHRmXWyTE87rYC6A8H7wPckzPih6QqjIiv71ot21
zPPr3Zjmuh7aVntqCGuYv21/wxY6mkbCPKRy3qKigZToEeMJV7kBSxHztgPZ3JCLWi3xppoMkoI3
wmegMB5KVc2AHm2vIrlLFaQBBs7Al/5rUww2aP7ROYl4GA74jAgSHx0KIjkq+YF+aVwOT0TsDfUj
m4k52TGPtT0SEvvRWqcwcYuwxjf/JWuwsPOI9ijT6WFPTDnCslAecJ88LVTATq8DbMfQlGY7ht3l
839qJJuoEKquWTpW2CZZyacLVQYxVyN/9nIn9Wz4DlaHFUBzRKydkvvmqP7a2EZn0QsYh/yIUbye
nry6xqudyJ7nrPRKbhosNbva07qAaatpmmzWuU3C7dOiU9OE+inNMhwWV/vMoKkNx1Gf6zXM+TK9
jQYCOSsyqoeZACRDkz9cl9nnK3tWrXyRrqF/czUjVW/6jBUIdsAUO2AD8UJP1ADMLGNM8l1hyG/+
0I7xy+hPKnoFC82zEdHe9H8yYJlUOHdQF/bNTFytuWjZQg87ZhRxMEugkMdWUsgDXXRa/Wmmn1Wv
5OnChmabaN1tSUJKeRehxai3S9EZ2bPNnJ+FPiO3mHiPOHbafGvinbAYH1J0fY/jxBk8nBKV56zL
WTFSzNOWHVUrYsl1LR5MheSJ+eTiD8AIVQRltIfHtzzWEWPpQ0WEUfutKPtmRlglR6JHFqZQ/aGp
jboKGzR2JFurLFluF0KVjbuaTnm50oi5nudVNbI9w2GsVd38Utk5SWRpWdrjsVBdaX0YMD1ZIexr
1mbFDj07pv7oLDfDkBO9E9R656Hx1bK5TfZJSxbdQxq5FrpnJNFQxUYqFuAFxEKe3vrO1OYDe4a+
D3RBT+TZtYm2CGgDF30b5Cnx6sa6H2HEUepJAhc3PZkhGcnfZOLIPCjQVGj1vakNnfCPWmUmMWkt
+YmPHiwcFiDZ+8qgMxXgaftuG9T+FvpbfJLWmZbMpqYmh6eZdkNVOOZTZwHoey5Tq85ep5iALhxe
TNwfYFHwjvpEGzt3v37A/0g8+rEq+M85KeYPuswxeYO8Xv3s3v2ndj+qE7OlPf+H/j8MNXCRil2m
Tm1f8yx/Lb//r317+kv7O3Dq9G/+R2Jqu4hFXeTTOnfuZKXk9v2Fn2FR+t8m+mMqO93C0/nLfv4f
ialmCyIPwOF6qNldpGknt+d/NKaaDcAKoQ8WP/5I1E24GP7v//nDz9+e/e8/NJ5/yu40TMCYy2yM
93/qspgQIBovshy0uX0/xYtCL4+sASQK5KOuMb/qVBifXDPHSJARxYFkatzyEjnrmQ0Ng9fZ3+no
4IMB4TOk60FtfrueD39pl/74ZX9K8/75ZWdeglhLdZTsVhbCr0ChZs31bTaxYUrpsh8NiH5ryleA
rZKxuBjm/Amd0yeigcTW0BnN0hZiOEBGk9zo7Ba3rAGKxktL8F5FuG2OtuqKeO/Me/HPLz3Ttulk
scWUr1nYR2yFzaZvaDGT21e5WfzGZyRmijlVUPtiduc2beNNp9prWr6LRz9zBJtk0PhEW2chHUEw
5249bggCsgNPQcNp4q4I26om4HFkVlOLcTg4KkqueCH+XJ3+OfMzdwLpScli+UYWLkRql0zIhuRR
ygqFjd3aWDt8/UNC1h7eRdeVV1bEP8V1fx/zXLQIQ0M3NBhbYc2OFbxyT2/YK/NjFV3zdosLp3Wu
QfUsYtz0ZcxCQPHxYakRH1HLVwgbkjFMl4jhrZWRFYF4au3WRRkWy9BtyQy/y/Jx49sagclWOR39
rP1WomhCJmAwadVEdEXAafxpuPnnIpw0j7/JKTWNEMvWAQ5NGBqRE22SBogu2m0OWyMEFFfeIKdh
Bgo2Ze1GTvwR304aSKH8gD0G+XyRbAEwkuRtZlN8o4+Cj/HSTwdT1fNebxFuZISEgq+Hqfz+C33p
vp1pjGHJJF3u2SU5QhMjGd9WjA5T6NS1+/T+EU4Uvt9UkP9cldOhf7sqCGVkbqVjFZLRxBT+NOiL
S08L7bxG71XgXEdlXbHj8KvNUsLV6BtV3AwFQjh96hHONckcxOSZ3lcZqVgaZNPnjiZ6KOu4DzE3
07mnBQKyU6qdCZY6mKjvd1A847U4CcgzwM8KlWtQRJGxHbqlPFhDr/ZTPaUbUjEx77ViOlj05VdM
DmrSaflM4GM6kurgbUfZmPfvX4tLV/tsXU9ntpqO5VRhGS36uqpxDswOYAe9nt3t+4e4tPJ4Zyu0
amC4+PPE5UYRs01ypW8QABTrruzvalk8j1HzxericjOa4HS9wpyv3GhxWln/kbv+c6PPVtxai3rX
otcTZonTTyvHTtnt06qxPutoCn8Ug4eGBBa/e1IGzpm17mvhwyjvJOpmZ7Jh9XQCMeGVC3Hp55wt
wZCVyZSqbC42XfXbkXF/zowgKUJGAi64LeumRCcSKNs0V0ZfjYEmEOOBQ59CGmXdtZ9xaVE4W42H
EoRDoYsK5pZMQvBEZI8M5E00MvqkzNHcJOy4gplJ9CoeFaLS5jSG9EjDev86XKglTvXP768f1k5L
G4jCDnFguGuha96G3bs6lKQXb4BdXhPtX3i2z/kG0ezxZkF9DIcU12Y7Ow4fe19tdKE+vn8mf0rH
/36+MPD8cSZN7oNzq/0MfUifbiIYops0Y5qMHLHfI3EgPRAXzvP7B7v0Hp3DPnvcPUuhFsm4kzHD
TMPpMc+g6JJE0ocZ7nUGLmYMIrz+2fdWs3GmtLzyJv2i8fzLm2SfLZmuO3tkyXTaLknoKiPNMdd6
5S1fZvrwx5rhXmCbNZJDLbabHe1pSaabGIpyhfnV/qZ3VGSrjguPRnBM/LtyjuhAAuvrw8Qeiy1Y
cwnIKSGCbbL8+lumezTskrje+b0OuEvD0Qx9G7VaQxzfPEHJGuv5XnVAg3bvX17z0mpxjm0oaECW
JjkAIcSM+TtjXTK8FWd+49iL5m9bm+u+YvafAw1u8vxAlikuw66PSJmsSS6gp9ChdmbA0zh7AoqO
qTPy8CVd5KyZA2REvDcOsXzprL/RdoheVREJ/D7Awb+wHe2/xPogN0XcVVu7dxDL8onJ4hV2s5T8
y84tT2I6emg7J0rcB93rmxR6NWxvgu9ceKbzZBzbfpjvCGU12F/SJd/nc+tR3kEYX4D5R65HxEpG
GJJDBbwjBGkRG9qy/YNm1Iq0Rbd04dd7xcz1jdND4ve5QBBdMGIoW4P8ZuQPP31PK6ag892quJ3J
/ftCV9Q9MJWavDs8kSKwncky1yis5Ulp1DAr7FMkjGs/dhXJInUptzS8ZLczMBd/NIkhZzrLQPun
FqXa25iywzZQhGEcmkvzUTElq9CEatZtkzr+x7mFLRIIizhJDjozWJBDYSDXqID52T7yeuiLnN6q
Vf7SBIVnNvYtAUtrJmz8n0YVh72Z3+T6AjexnBJUDZ2j3GEtjD4lc82cPprI7+6zdqj3qsyRtEtD
61ZdQ2OEgQ6ysNWQ1/G8wlwxJmFLJ0HblIbfYHpIBnu3ZKV4cXRUbiizMy8jXdXJ7p3U9bWbmGbi
j8qx859jWvuHRrl1zxCIgFBqsCrAXDi0a9oDSF8U5ETk0ahUEWQ3k/ex8BATIjIY8w8llDsImDX9
xJWTFM6LBg6Pnk1rZSPIWj9jgjSI4mUsEhqT85JYpFPXGQkYsSG1IvSJJX9JZwe/h5c1n+hVpa8i
c5y3gvjhFt4DU45PqtOdN7p4i7ZlUzh1JGkak3x0Ekii6CW06qRt9qjnjcyoPlhFUXyWRlUSBJUb
mR4S4aCYUItOx26YldZeDa2xzxgi9ttkbJagKFqmSsVUkZhhzz7tPuaxDUPWBI6V441cmSnW+0er
470HoagzF/CS1mAYjnhmk3R4zFdiLvPNWCP5LnzG2g5Ul4PdVARFIIANhIhGJDFNgWImZXO6imS6
fPFnWymCVhaHeL5o6p4UmvxyZVt4tbY66jqSXK14Z01jDymSQJZHSQdUrPvI42EHpvTTjksAx5Y9
TjbexdQOMEZJG0nCokINiM52alWd3o+dcJ7I7e1fSGCuu4CkUp5DHh25sSeTYsjRzfSRRh592xY+
+7eKd41pYd64T1Fflz81s3XePEmTdROjSvihZhM5sFB9YyAOQVaZYo9P8Tu7/rcOMzEQztbEgSet
9FNSMdIEDT+b/QYy5ISrxCQnaKVEX74qXfZ3PWiC55kBwdbAn/3RaUBUrdpImvvOq6I6iGAAAZ6P
jTvAd4GcagdPSt8nPydp1whTPZvMCbu+geszfexEAWh1okn76vI4IW0pdKLQjKpIt9kYm+TMVZ75
ZWj7KQ5KSd5aocd7xHKNYOQkVB2iVyIBSs7pFCJjdQ0ym8TyLfObugtJiJiXwKBFews7ckTpucji
Q6TyiVWzq7/owj2NlBGYHJPeXJhYxwAjzdqtPlst3HeUWrN3SwxC1jH8IWAIZVbDcx4ld0Lx+nIj
VWgjBXcw25CFgTBvSVcid5cNsltih8puTsJhPnGrm8n3f9gV8/+gyEf9rYBzWxPEBal3X/pT/02x
Iyi3Xs3iiW5HEIqLWyU/kk4ISj93Gmdc4ZMlnqR0Yz6W0qPlq9XWF93vCnKyR1bbvDXIzPMLRTas
k2U8z+0wRBFrOGsmFAEfPasex/YtFiLew/c/gRcKpnNboRrN3u7rhvq0m9stOl65z1GCweU0oyvt
mtO+4l/qCMf8s2Ka+qItVFFVoZOhghi7GfJrOs9XrHxnXv2/CzLnrOBP8CH4qIPKcCpO1gLIpjvK
CQuNtURNkVXtU27n43aBuo+uxrfWU2Q6N31DaUgCSrzNhB1t0OKhorKw+Md8BbfWkiaf68EVOw1/
7WbKWxrOtkukck2WEdv/5UZZXkuYN+Ks92/EmaX6n/M42ylM6Yjqj3DeMO3H9FZHULKyAcdtUsMa
tglujaCVkGjBsbd7ok78XR6p6RY4gRG8/wsubJHPLYkMG5mQerTWCTTQ79PBio7TWKcvmmKOOI9F
y4TElKHGnH6XLnK+slc0LlTU57GpM56gIUbsFEZpqr6TZdwRB1I2jCFwCN72ZoHs3pZ9pFYD+Tif
iIlqXzu2K/Qj+3nQd0QYoZNa/NYFLLQwb58E+Y5r3RoIWnOjQX1m5w/0CMLMMAdTm8uP+MUkG/s4
r/yAyDfniwbA65CPGNbYpJsRCwh22yt39sJ1tU+tpN9aD6VVpwC0KUHifoKnPMenRhH5ckHPXA4e
CqwX9qlGLRm5Mrb+HrfITK+8exdeb/tst7I0Vdk5JvsH7APFF4cxfDBrzbRJ67S+QkC6tLU72yY0
EyBo5bUplRsSwFQjpqhEXhxryffJnN0rF/HCibinxeW3iyjdJdEknNcwGUzrVrbksTcF5ffoUGS+
//xfegPPGV0l6dNabpI/i2w43iKZs9Z5YtL3nitk4y6fnzUk5fkBhEzDs1f5e5Qr6U6XRvTjyk84
rYn/sla6Z4uZW2uguelQ8ZZ11b6O5nlnYLl+gIWcPCqJ7KynofupFGgr6Nnbx1QV9uOiMJrOLWsq
Me3/M1jR3+uRe7YelY3E9jV1WahRNq+8XM/WhY6cuMorbS2KijRZfx7+u57UOUmSbpibpZ0khMUz
xzW+M7xyZoVECWrrh/ev7YUnyDlrQXSzIBgLyzVNxtTYYkxDr4SLYZON4hoM8NKX7uxNr2e0RxlN
brqKk7Eyk7ZCl9mJKyi5Cy/aOQIZwQW9ALxuoWIUvnZ9/2PVFP6hzZnMj7Mcr7wGF5Yr53T43960
chg9ZHiiDOOpXgLUveNdLrWjrOflttBsmmkzr7fT25Q4Q2Rceb/NC18B52wZKadiEtgxqrCIdPU5
8xJOCB0gOxMtt5YXRrT4kAXsYza9o0zQF+SEhK0I4SFhKVJadouVoSXYL0qyn6VXVZ8RnbRYlxiN
arsUvayioDttqHG/x0wlclZ8Ex/Wbq6L8aEupuHFnRKm4OTO4shCXQJ437UIoTIjys0dOWXszbAR
YyM3IC8/IiIjvaOwGiJ+p64dHpOozz6XM6K2lYVuYrlyQy5cmXPmkd+NTLNOZl3E3RJk2EJGKBLT
WzP32nVKavOLinN55SG7MN+wTwvTb3cfugZZDF6dhJmx/EC89bgsomX7kt7l2iDwf475V0uiAH//
pby05tpnC57upHNaeYyoyj7G9dH3j3qFeJDpf4TeOam3fRv729zPXiPkFi++TWJwz9f6CubkwqJg
ny1ymYjyepnSLLRaOlmprFzc0Na8NYo8uTKQuXSIs9YrORK6Nw2olhjF9fsoQXPbwU045E6xXPnK
X3hCrLOlbfFKmHG9JiEHkM4rRzUErBHZbd2Iej+poWcDaGlv79+yC+djnS1yJWA5du6eDNk7tmtv
1J099jLkkBNC//cPcWGlO6GVfn8IY7ecloUtUFjQcHoQpNutvJIY2Y4goV3UoeB+/zi/fvO/fG7P
wd1+pzA1NZRHInLKQ1qThYb7AhpBZREuR4T8sQeYe9Pq/b3gxX9AqFcErqjqz31piNdqLHKqSPGj
ZIuBPYMUWK/TP8oxLcMBWmpUh3mMbj2W2fOSJBiXu1yeNsn4yTRtWs29zMCkdbu4KuhI1YUdoB12
6XsM2f0s7LeUFiw73KRj96H54VARVq+7sSLBjAJocuLiEQU86aoEGQRuOsLo7lusXa3hbBYn+up2
icIyiTP3/Qt26XU9B6Z0eV2hZDDYBXg12/20rFJ8Do2zdvLK2aicqUHcGHrYkDWyHRQmftkqwqqL
XA/f/wmXnvWzQrAanMJfzFNiSOHKr4a7lE+LofK10etiPWgZ23K8FcOP9492Rk/5uwqyztZDVw0n
zVEmw7xz9SPOkyowo3IJ67Zp9uNkxDt0TQa7xtZA1w6EN5noCRbGQOp24kRrpvuf/Fgj8LTImnVv
N/rWAvQWkMW7fHUYtZxGhOnGNnJjwza8WCEeq668Rpcu1dna6g9+q7lJL0N3mtrANEi8ZiEilaaw
n7skSx6XnAbH+xfq4pNxtpLOMzGkBZYCSBHsxS1IETsdBf83lzC9QzIkAwCGrD3E2Nufxqyo1gt5
xRtyWK6d7YXi65zunmZ+Asml42w7zdlga8WVnkj9ykf40iTm12D5tw+jaht/MMhfCKWQtG8NkRAN
PTaBSyIRCSuTe6jBZAXINtN9YysiMi3dubLFurDkmmdLri4W/FQ1ZYxu50gaeiLJ9QzhHzkjzZXz
u7Dk/irLfjs9mk6phW4tDt15Nl7MyJiOehu9tShlhzW9k2v9pl+4oX9Zcs+Jcd5MqLBNpkuYuYg/
lD/Njyaq5sPYdB2O1sjYoaXVt2MuxWZJp+SxNHrtZAig5HNqSAwOvf1VO2lzMEjXvJlteAyt60T/
5bU+3YPfLoQppdnNYHLCvCnTx8igHSwWI2dkYovP778rl27n2RKWzF6FG7JPwi7O/F2HVZ48bM++
t3rLvvJlOz0Z/3aVz5atdsz1ySVhLuzatL1xR4EOR8v8rWEX/s6CvLLOpCBb0+ivBW5cOqmzxUYr
8CXhVU1Cbl8HDMHIbnhkCQ934Cy9f90uiW9Omrc/7g0sncHKfTpUrhZ/pAVb7Aa/MR7ypqnXmMUx
OKhqeOK4as+QHaH4RCy4LT3MnG7ZbyZLEKnsQmBa/CnfWKXTr2kidJumQR79/o+89CKdlXu9r7qR
4VDC9gl/IzxUePOpO2+xSLZrLGtq918d5zypJXLwObiS9bsRs80wvZgPS+WLbUw7bR0XELreP86F
+3qe1YJTBY0Y6VB0b/tlTy4YJv7I14JmzIsrl+zCyv2rMfjbK1cxDcQGijhhGEbcKZ1vHTtVzsF/
dwKnG/Xbny6cYSp56suwcfDrWp4Hz8zgC+HNTO3/u0Ocrt1vh8hAn5h9jn4pLSUzJTh3d2293HuO
P175vF66C2dLhsQ25zVzzknEvncP1xeJWXUiFmHRv3IXLjy454BmLU4WsNh+EUoVdZ8jQt2CesrE
3tFbEPJ5dA3le6EqOUds89Obqc/MNERn+eS09Z1MAZqLSss3Q40ryrG8K2d06aKdLRcLzJ1lhOQZ
WiXzAKNMIIe7StBFiP0rh7gkIDgnsnfSIFOjHnDrp+j4Rm0ChTAl2jodSmM3ji2YytPIxqC9ECQY
IFYNKNebpvBcXOTe1br8ws07xVP+/gR6sU1boGQbHVenlLfR9zBtC1uIr5HCHLYy5rTZD0bU+ygM
erLOKvHVxkdZrYfeMt9AF403OHXKFZaeGXI+Zplm7UlBA+X9V+RXrfIvX6Rfa/pv70ilJTbbezS7
JmAwfAH4Eqye2X06bY0ma4IOrtYa6SGiXqc6oQbAvDFHhhMi+xGvoW1vkG7Nd2AeltWYWyXTXlc9
91J4u842IMwU0RSgvQS0F40ySGVarfosPjRje6uGol1VLbiC3pKkGZnL7YBt5NmJvWFXSDM7WeoO
3EG1GzrN31iJNO4mvd2I5toaceGLfI5fzGuVGrXgQWH+b+xTsIUrMIvobqEoYSUxfmoL7hfZNP6V
hdvSL6yr5+ErKDXjzJviNBwXH2qX1QNrTFShQ4yhCFs2k97Lne3ljr+uIw1GFq7ynsY9/b3AtJNk
w/YRSYrHyLhZJ3xpxcqdar6oY7rg5kIyfoKADesTXXhoJJCiFM+QudZkPn4tcuK+V0OlwUbMvHZv
JOwLVgU92O/xEDUj5KimebCVNtwjazKfclNMD71y7O+xKmOxafUBCCSWM+c4MoZOVn7XQlZLTSO6
L/DEVZtB88cPktEqWZa1U/VbTb4xJS2rdTFHxl3ZiVNiZJExg8DbdwNMuQbvtHRKrmwTsZI76yjU
E8aHUyCSTEIL8tycaHd8dVvNJX9qQ7hm5gZkVujmytMwdzs0cjYTjhAXNobZfmng7RA76iGk1FTj
M4/QbX3mpy3Rqy766XOlFx86Jx4hujFfbYV/X8uhYZQ9k2huNXFfE8nhaEwWWte4rcZS11e5HlsD
pKmWeTznl3zvc0jGUSpJqnfMPuo3iGSaLRzA+NXAf8RcM0qR6tlJkcfkQFvixe6UcUMSyImd5LVq
p5P7mq8EuSTpiuykRqy9OlKhSbjpJhn7yl17fLrih4LVAERY1Kfmml759KMi2xP3WjyoDynmXEbl
np+f8IOZ/6aiNgf1Z/t5KHXLrDalINNjRae40FBryQYYjK/l38u6sV/ymV0oMemZG61duA6fvTTR
k9WI6f15TGKbTPnRm4gsWUbvU1d1UEoG/KzfUhCKNQyTHIdTI+dhTx6l2a9Af6Ibk7Yytkh0eh7p
xXAYUzKFz1c8kOPLLEQlbxLcaJ+whyY/ofgaya5siwKfatFG4dSVqX3C4DCWt2ZkGCtrJG4X4ood
wYOTXQ+pIJvHj+w4SjRMfaLSLTsSbMALRNppl0GeWpnmYBpBnUrLWtuxmxxHiM6CndqoP44yXtx1
5XTeKjH8+JOEXJIcPVFij9DrSTf3w7LoAvamzMugKnzUWxgjy29JZxGQMvWd/3V0/W10yvxb14Rs
PHj+TMpmlvvubgADY64lMW3YZVtySRMgd7cj2UPZlq6W+jIPiXxt9f9H3Zkkx61s2XYqOYBEmgOO
shtARLCuKZHqwERKQl3DUY0+F3TfsycGJcbX72X3mumCQADux8/Ze+0l2WlkZ61drDj1DSxh3tnA
OK3yG9fhTx8Zg56NiW4MvqTTcasckP4nlHdMvtwWB9ZWtTU/KKu3+eKlsXrUwq6YNnwVzllq6NPk
Z2UJHoqAsPTariz1FKpmOGfkSF6jgccw9ZkmefdR0mkZelvmoYy2vTa9o9Nc7ctUs14He64D3gUI
UCosyO7usyZ5VGXofAO+SnYCFsGJR+J1XQRSrKxQSTdMCnakHCwRq3ZYX0YjEFlgAHl3C8hMzMSG
TngN4N+s5lO3VUBQsTqQuB0vFloKNWZA6lbEDd2b4hFJtAYcNotdskcrTpqZbTZQAsdVn9NZpnW9
uKuIv8oGG2u504d7xHIt9FEvtJZdQzPxKi+mbNiQXxrD6fJWXItVD5CYZI4llCoKROAstVoPcolr
YFstbr8zRVg/YJlB7j0I5wIkWebuYq/ovw0DeXabRXeW3Zx4gjGPPjIEMc0uB41i5O7GSHkbPFg7
OyX78XIwO5dQ5RAkrjGF0UkbdqlxptRSm1tuHdlgHbc5XvJhVEEx6ooks8J69sxWsHSBX+UJNcPg
nkKPqS1y0S3ugNd3OJ+WLHI3iHOsayFcsB9w3sbTQk4pZnGsxLd89Q0SwthrcNLxJoP4idwRxAyW
v31EF//FsoZLt2g+RcJO2oBUFO8cq2n0veDf8yYg5tnYeplcm4UjX8M4wioxpASWblLbsE7BqunO
DoBiGWHxB/zIsNxybmuAgskOTx5dzyl3zI3d/MQS1moAPdv2zA26Eiq556URs/dC15sN3RnxFM6j
AaasCK+bRDrXoCj1Bzzy1d2SCZhqjQGRCw1j7qEToPkTor0qzQsokgiRJBFDN7DNLHNj9rX+7FSe
qrZWh9QILVVz3YVGT8jz/IhgcZVNeGn5gEVTg11hx923fLKr2ccnTKysAUjsS+7l/HEVFBDdT0Oz
PaPDCIZZ55UN5rrSMNgmrtACo8/UHYq08S4mfOsLLONu3rsYFkmdyCzgQRgjx5naM/fmDVu6YDxV
ReKk5BFsBi8vXwjWHR6WqiyuiCrF4x2JaKmhBY7gqiYt1Abf5sU5EYAcJVylaox84UyxglCnMJjX
GNJeY77dZwqD1tgU6I3JNkk7wHHzELWwyMsmK33hhV6P4MIJT01V0uxjoqsumGuvrs9O7umeaxsE
axfJANcYwpTR3f23N/BiUDW4+6FMi8/odfjTYq2sP39cgv6hAhMHNXIaskpCPvD2qctipSf6qznm
3bXH2nVaRBBMOpedZsiUd6Rf8Yfzx2HYDEvnVMbrBdmP6tsMIfAPzrn2qZMnrx/f0p+6kmI9ZP1S
VY/C7GKTOKy9M9AVK6UUAZki2c5O9O6ltx0G0P2QB3XRtScJcsOgz6vp5cjF/1BfrjEXv15coBK1
Nbp4+0EfHyJI+sBhYsws2Sh9GMkDcRBWstWgLW4MVuXTnNi987EZ3W1tZmUgu1zbZWL4+vGf86ef
9+AQPkH0LOphtPdihI9sRIO9a5eyu/KgJOwRLuY+We9qF1GkHLniHw5dP+vuXx4+22af2UaGUUJL
s08GPqFAFhM1BwvWKar96f/zPZJvn7NejSB8jBGuLPjVbZwb+SW15RDURpLdfvzw/vSqHnTvljys
sxae5R66AN0Xz77OgRhuyaw7pq750xUODuNdCn9HY3i0t13tsU+lvElzvUTEMovTj+/hTz/HQeet
KcqcmZnJACBpANK7kAqrqdJ3uEKrva7cv8uZ+/dIiEjEtz9H2Eqzq2NAEFEWP3GIPQXvita4iL81
CUjVzO6dI6qYnwPP94dmkjjeXspu8xbKSRqfhArHJrHz0Y3jtcM1kyZYxD3IebnCItouLS/xoEm/
asktN+J4CiSbxyfc3j+KsaVmSfrsYggn/RNsWYnHR65BB7OzdSPUCyaJAEGk+mKLJppk9jyxb2Q/
1Ts4uNnGpi+NYq10TkcNxmo/m8VWYwq5a3RyBMiPyK+jRU/20qmzy5BAXL9T83gxQFbYxo4oTos8
YzycJ+yqpblsyzEtthlS9cBRSCU4ifboCbv5WEtmfaN+99AO1sQmylMkdLm2b+yyO9WpM7cVqYgB
JsYuAMCTBiVAraDPMu2sS3oAP7pOQebGR1Nofr8wGoeZKZkRNUYbFuF+GDtPBq6+5NdMCWULAsVs
9xA+yMpx+9zTURt23dfBGIrAnmy1d6t64AQxZ3owppZ15aX0p4+0YP70Vx0skDKOut6EBHrS5o2+
LxP2JLScRvDx1/eH7/tn4s0vi6HKdI08UL4+C5eAX+UxISly7nccgo/JHH62CN//skQRvP0cFAbf
WMZLdtISVAOoBLhsHdFg96QTvYYt+twqXUa8tc2yrcowelY2iuN0Eil8/WU+y0ENb0K3jfbL2OPE
7LzwMoxUsqNZgScz8m4qM8/BTVavreUlu4+fzJ9GXvrB+h1XISiknHnPEgJEHZHt+cWQjbt/bNhL
79y00n6d3EZe5NDCTryE0YyRCJN92/VupO5NV0hk+fSgR92bsQXMuvP0v0rX+fdy9o816pcfDuL9
Yi4eDzV0a+fWsxViC3qlvkF0WcBD/bvMlf9c52ADyCJRZJFtOPvYm28806j2mdepDRAscu2tbL9E
uBo+fuJ/2Al+Vku/3FLhDkpvISjtRTsNFzO6MJ+z4rgzXIHvELPHP4/urwAY/290i+vhO2jo9vt/
XX6tu//aqfLb1z6pyv8DsAub3+vPsIvge1mQPvIr42L9B/8wLnTrf3RqUJuoyzW8lNzQfyMu3P8R
xO+AljCFp6/RqWxw/yJcrFwMErIIiyWll7nDugj8C3BhEaJmrbn0JrF8HtZd/W/4Fm8XrDUHU3Jl
rmSYxJg57xrTJYmqKegKf6xaCcTFS4KwrzHDJk118sszuflnhfoVWLFWBv9Zt35eigQrk6sIXZfS
PaiyssQJF1N1k085DKuxlcYumbvsYnKG8gJIGvQmRM2Pad26exxR8ZHCSL5d+f+5viMtif8SEgZP
/WD9HGOAqNHS+6BmI0TFRuxujclN3F0qh1UZmRBPwSOY6RNFbFKOH8eRfu/IwXmNUie8wX3VOkGb
z6RqpJlFENait06zC+nbANdYyH9hd0vHH83YkH1Q2nET02XikbZI7uneDpVB57dtyh+EES35pjBS
ByAs9KMH3h+XjDazCV8iZx4+D4NlPAq6YZckumism2UeP378e+gHS/K/nggARmkyC5HgHd8+kbkW
IcmNKc0P+ivk3BAUDQzYcmgV1BaaLA2n/GcYIfpXomQMiQhcJ4utrmqO1vYim29LMRrGJgVQv4MI
FtlBl0T1K07+2tmQWUH6gFWmLh7CKLLSfV4o+apPhqXvWfL6h7A3xjiI0zx/sVRMaIQ2uO10AoK1
epqQQmP7scP5zmqKFqefi6tsMyGKpTENaPl1bY0+dKCHqce4i/FKn1V8NeBDM846s4ZVENPIzXai
oN8JdN7C0qDhi4YKBwSIcbht9HDxRg+/T9uacRvERTI5+KDK/qvIWa83kMf06rRThmNfwvR2tKDr
pPsFA6qbnVROPNbbeGj1ZZe0k+MEerjmEJaL6u9tKvHoBlrehKkLTP1Xp3UMG2+YYU370ZkKWg2t
g3QKrO7SbLM+lPUGJnDXA2hPgBPHbSIyuP6Ja9LsWoDvEbtg0sOTpadIyhwm0QQ9XhxJqUkswzlN
CHjhUK3yu8QGrbx1Jq3UAwOQAsxRF4PdCUEznvHKDdvWOb5wG0YHGfTJbRa6zkgpQCdvtyTIX3dJ
Cu5wl/NWFH4mSiM/DaXM8yAcgLZv+xpV/nWqpzR8MLsZfWCRWyODnNyUa8MmM46OnzNS9VpdadOe
H7rwRS1mnOzMnmKFxBcyNzap1thNsGBKigMHeOiMU7dwwYRAiK+3psK2pGXhlOzE7HKc/vjl/91i
5LLkAh+yhQ4b7u2r36XWnA1C9ZAVCfmxY90MOrtrrslZoJes1gJpQfy2I+e0Rv6vwh8fX//t5vzz
0yNGCRGU8KBNkJX59vq9rkVJ7gI/pndebolVMMl6UcmZYRb6vtK99Mjp+WcFerD64hKmpe1CNCE1
96AMs5sY4aZOMsJYjtWGDnvvt1PZnidt5X5V2MxPQmMxoacD5JgJUqBfUcuXagT/uZtmnbSzNMx3
i6XJc6ml0TFny8EIeX0gpiCP3rOE4wnDPMzztaGx6X2DeKbQ5vKmwrG6VzI1tyMcu3wT4VpGoDzF
gDgLnE5g+siK7s1lVxVavzdb+nwf/0Dvdwv2aoHV3IImtRKq3v5ApdaVZJiSG4VWscF7mo54u505
PSY4+M0ibFEfmOxHxLYTpXqwCOs1lHrhAsyJ4bzdAJDsQNbMzGIQ13fOdw2KaYLvzbLFRrQxU8gF
dZ/cmHZcMdPCLTcHMATHp8ZCGLpTdgttxNHMfF9osKoDVZGtd+Rw+f7ltfQ1DdOBJSohdB3spC5J
284Qrn/ysNQvOvCofTiFBQfmMr5PFs3cf/xbHDT4IFaS4GbY5Dlb5LzyzRx8rZqDH5R0OoHENTc/
kZzjwezGVUrkDOEzgd2MuPIIGYiuiYDOPjHiI/ydYA5t9/Ef8valoG6hchES8hiFDK3Lw6+WwUmt
13qKRxo37W1Obu5GDNn88PFVfp7k/vOt/nMZkGeWRay0i5Xl4N2TNojJMWPUrBE/cjc3BUwCTKT2
HVCy+VWZ0Hb7rl0eizofLjherfR5UaYYL1J046zhRVbsyfdyt00PIuHjv+7tyrn+cQQoUjaaBti9
Nff27YdREzHWEZXekNdWkIVqucB+cj3el9nwGKks3bomHNuwQXwg5qG7//ur6xxUwM3agtzvgyIy
gcYbmYTtMUXt9WhLQxdPVpasHk1O+MEyVdplNhhjEei1UNvWWcYjkd/ryvz2x1nLcUPw6rNwW4dO
Kmj9MUUe7wB9+hJ4cE1M4aZPm+mmqm0O2GmenBCwNmw/vvGDBXJ97paASWl4FqukyRf29rlL+IpG
W4+QNlNZJai4hHjMo4bSaJBRdkmt5mw1lC3XVmEz2S2neIRGbSVZHsCMxDZjC4vO2Md/lSnW5ent
46B2JJCVnGfdhs5/8GepShnd7DGv7erxJmqke5toE5qpUuQAZRVllZNDDjCWfmBPvwLusPWyIsDc
u3dj8tt8G+v8edU6VgulU7qCmXLLigfMgMgnPe9BNBgEgPm0+rUqIAtEOkGc6fGTHaOf2eZQSvZ1
SNYTz4KMt8j7jEsqunBYRcJtprnEOygBPiTGpQDBgL0cmIEXP5Hr26aYolB+bYVVd5FfdAzPduVU
z1DuQ9hm/egapyNerykAFDpMQZgZIUkyYJW2hP/UzyY9/WsGmm6xKWJ7gPhScvHzbIAJ6puePpC3
04fJNZlzjNa7WjdORVVjYaaMqhl/eQbOeDerrfux8kaCj8YmJWvLDI0Izug8aCsmeyip5QrZ0rTS
++5snqd+h4VGR8IZJ+4Pt9G0eeNOdvPJ1pUHDYNafgrQEk14qPum/W6EsVP40iqY3degOM/KtKPA
irRyCfJB9Q9knFRPeZh0390IISs+T/gnYL3b9HtMYys8ZU02XebEa5LYjFr0hZ2cFLaFTfJBmFEx
7ezFy9sTmcvRJY8jzCIazyBNULbp8zX9H/07LeiJ0XIcX3FeGuQDN+N9ItSXAaaZdOal0hh/kjhl
MDxGF1/BFplAAlAPKC8BzVxAhjIm0WdbBjslnIGI1xopxsJfxmLRuFd5LZOnAkHPHBj6zA/aixgu
SB+qFqSaEXv7xSY1D+hXDRVYL+fFD3VLnpbg3haakwhN2DTc7NusVswupDKxGUYrxETU6Qg/R/DM
flbPQ+s3GFL4/fIOJUc1q6/pgG7Tl6kQzwalyjcqyxk0ql4sP9B8RE9gbSCBZ2LSp9M5X/MwGO3J
hxbHxnOlEEtU8C9vNeAKeQC/Ij3DYRrVm6zkmdOLAoPLcXKZrvoBUrqv1ViLT7kv5xV+Su6BTXAy
vrHKlGdW5tohsGGDA12LuLTdGrUVEZVtDpwYNBs6zh79eBTtBorjDvpOZofBQD942MwWfoSsz6bp
lHA/RuBM7CW3oVyRnEk7a7MgYULIuwkwn0iYMOakottV89UuMiR3lhPWEEv0xFjWmNnVklJPzQ8z
n+KvbiXr1remRbk+2Y/usC0EbOkNmmbOwADu22ybdZFyz+C5mrlP4iCBKaRCEGsS5zPwAZb+l1Az
kbE5S2PXZ9x5PV2p2Yr0fRbP7MVKMhQPWphyIuhDPdQ3w4LSgFlsRlmF8rtDCEcxVhNK0dtmF6hQ
zAQeEqeIqkTrIkkwacVwfSFy6Ykz3JjCXwnlVcbLOm2QCdjFiWEPAs10n9rwQhYSc1BSu/LBIyUg
Iqoh865AnnUufphIrAPV2qr5BZP+otGI6gkiuwST06QmE5m2iIynKHGzZNNYXt1QXqf2J8IyjSGw
e0X3AMp2+mTKvJrJpXWVdppZnvOlrnotDFKv0l8nu6eRPYDN9MlHc+y9lmgevznE8XOsXTEJdISi
3FUIqXJfc0s+pbyX3rOhSfdH73nhU2GVC3DbXK3PdVo/O+l1D/PMRNE3ELWXW33SPCAEBCs4u85x
tWfditiBe0m00iaMLXkT6clS7Jo0tvoTgybrZR+ZtUtAMI9ma9Xk7Iz10HCurAfzzsMfbAUkQHUL
XWwCbMHpqPG+ntleNtWgd/PWnFMl6FpbgAuiZSgukkS3at7YPq433Lc4l4IgkGFK8nshxpJ5fw4D
CshIa3Gyz2NcyF7aJ72vBKkmW5e2/Aks/iFGJ2GD1q5SOe1oDOB9W9Y3nxDA6Julm1HuT9kkzhLe
CC8ocvSql/psUmlDKoH9CFBB03ZQr9h7u9zkYJJ1y61G/vN3scj0M/8H80cHhW8kfaEpn92iHT3U
WRl6wiRMIF5HMqnjYHbNCg6WjWBaxkKiBMvb5E4nc3E5tz3LCJQ0ZHntGjVxeFUj6R5hg7XvprCZ
P6VEBDk+J73p88BAuz6bO14WTJxqRuDPKHyAy8VZMOiIEclPJqbuHNFB3KuNTt7BD1ZOndlKyKGu
wdJKqNIQR6TzppKMa1VjaVTj5MDlbBvSeDeiyhe1GwnZQDxkRXVmXMMwV+PFCsq+yeOQmGH06zbJ
qGneFT52goYEE5B/X8plcUYWb0FfwocYxMiH8DVz3icN6Q6XelN6q7apStHwJ+YaykEW5OTPseUS
z4wgOkTcoki7N2s9Zt3AI33Gl2NL2Ef2cJuhttrpoA4/Ncas3S2VvvSnxB1ml8bUsRPGRixW0aRS
aq8t2TYfK+1iVCEGXzPMkOp07V0S2pIkwQFmDSE7l0jlu+9Fntef9Wa8aQd4TdQ0Z1Abq2Ns2PeF
tEUv0tYB+FuG8+7EqyrNS3Bx935GFC0IUhaEHrIIFSWIO1oD5ZZ8OhFkaSqu7LI3jpxl3h7iftaT
kvpVwFymzQx8+W09qRMUJkLOiKBwPVxxcVjvtbk1A1spsbNtItg+LhXf182WdGyH0FhHSl0cQg7q
aXHHjIkjlWkTPbn1bPol47Gdy0f+yJhyZDUN89uPL3pgyPvnLl06m5Ygu9Yy36mAu7IdEG4SqO4l
UNu9SfucIq49mz2LU3XLhj6iEgu0WIV0nku6TxqM99ir2yN019/cvkl6JtGXNPq8f2TKv0xltDJx
8ySM+UOqVKOp0NtbbxwHOJfW7DsxHEAxZ8fEAAfA15+3T2vBYFJgeTDxDttcmTk4uVPivUGCN3wr
eRvW2KLW84Ixqct+12t9lq74tSrclxDP1ojXeP4a90Yo/YYVtAyWmkSh7dQvpB7qFiEVYa7UpWeU
NrZTp2VTN0d37HdZrWvPQnZsK0adPywziShRnIIYXbJ5m1WevAStVhFx0js9WminrWzf6oZqoKe5
ao/mwsy3S2mUEZqqup1WjVhoBxG92I4ckKqjsSnwDY8imcJt1TsEyH/8trw/3lvooAVjOBsbL92Y
t59EWgwxCQfZ6Ku2DD8TLpBZfp6XJAl9fJ31/3NwZnI4vjouB2khOEm+vY7Glfu0JmM26XXiPtgM
2IZ1W9+qqroNzZEIMXZBoluNFrnCx9f+zWfPV7hOm3glTMM70IlwqhdU6USV87GRr2ZG/alCu/PJ
hDNxzpjV/fzx9d71bji3urT0HUaZjF2Asr+9WQn/jGw+qXy1TvwXpLcBMxedBGHN2mZUZhutdfv7
Av3NlkCYCaNGq/1d9/PndwCcmrxoxnAOn8HBXY+eZedW0w4+GEM8PnyJl7IlkrBRevmgcmJKO6W9
KNJ/d2bRgYFNnOgRKq64BCDnnXVFlZ2mrVl+tQbLPdLS+GlPefs62DqJi4LECwmR7lAwkVeUaUmb
j75FHswKXqvqCM5Iiz/FstrsNbFSZftGmi7XqbEKdidnPSBC1TP6TaEZxN3MJO1oGxWPKiWpMVZf
2jqvO+SscEYDyxNJ6XeCF3pDEzdXR5oAv2lN0Jtb/3QGQEKikX/7EyMirgtknZPvNWgLCXJJ96jg
WWQUPd1vwmnuQcWhUo8Jijil3yxea8ucHhI5MUgi00ZO/rGXbt29Dp6plKyy1prTsf7+b/+kPuaV
LInu8j2P6vxsEPBLT6axkl9tF3um79WJVwe5oSWfHOFGiV+3WeP6sLPST4WQKvFHVx9u8VOA/xkj
wSiFgs4mqj1jJnPdST3+bhkgCAIwqFgavBiHGs0fY5jXS860PTQt/jb2djpsQ7IjwaYog7ooknX+
0rRQTM+W0gPwmGDnPFGkDXNY0DV00sMwh/cK9jahJtUcPYSUPQjZw4lY0UjJHwxwxHO+RMjvCT5F
AEXYKbYPMZoEMDPmLbiZZZ6yTTjyxp2Qy6Un53ZU2I95MmEiiUPZPscMlu+lnhWoMcgwbxlbJeU+
dyNi6GXfO83WZO6mETGXmksAgMxaNradQWCZ5uxH0qWNvanB0gCM4VxpBaY0sVh0obAvBDPwL+7Q
Ll8H8CY5pMi2IMSu89DwlkjT600xwr303bxMw8Cak56sYjXCgCW0ytzg0IH6FyncTXhuokBZTi39
omdc45dEpH4Bp4mmMrTg3WmGBZbFdbrsB3nooXmSq8Hc9TQPKEkXWccbybVrP0mzOvRz8kyuoeWt
hMFmzC84yuBeb0RNODLC9wgjhOHVl/QpLCCQlZZpWMniyvvrFdjmE3Bth7a2a5No9PbVXCLPgBcb
r2LjWN971jRuEQO7Pil785lGdsuRz/P9im+baAlM2rWmIczDSYYY2mox24J428gjF0jWTcI4eQqv
e8qvxC+YL2hHbvH9RspQy2OPk4xzbGDnb28RRwr/ve5XQJkEhtbDVNpQUTjNkeu8L6FZ09HUSd5W
tAuHxj/CqboO2nnvOyBpkdWIFCsbJ9ZIb7UnVdCisThJnLIpDFtZaOnNx8vM+94nPQA2NnqyrBoc
bN/ephBhvKADBn4/9e5OKend6KqeIIWJ6unjS/3mRyQL1GMowJHBsA7BAcLtopwamTt1lvk+VlDX
NlXkVFvX49BmxVn36e8vSHrK+uMxeUFx8vbeyBMVWlvpIJ4zK925NPtPQtofD41jzxcNCQtHrmes
K/LBio1KxmDEwsiDCuigKKrK2e5swTvTFpwKSVkoJbtbQQ5zg6V4r3e6t2A6UvNDbVtatyHQx/yk
YdjMNpbTiNS3szSud6E1qKuObFUtcLAlYeAjEO4u7TUrDQTmIPJPKq8WwRh1+rEe/W9eR0jyvPrU
ao7nHr72hYo7fZZ0xiJa2GetmrLrgmDvjdFYot04VhSdTaMmt12ZytPcmJZjwIP3hwzKShNFh7VW
XFReb3+0iF6gKs2Qt6QLY78lWWA/Ec71ow8zxLJ9BGlRIDH4+E35zcdOLWsIi6AeBnSHVXPtOTPY
Hdx/k8FLuTCNOZNxuhwZO/3uKqiHGDzyra+F3MGtVQ7ZeDlXIRtxuW05rvrIHuq/kgGudYJtm+T9
OEQOcTI+fOvRD7sK8sfgT61b7fS5qIMwlfRrSmttabT2kQXsNysIWHU+at4Xw+CteXtXhVVjlWtd
WieEmp57vZZ8rsa+2Okm5pMj1/qptDz4whzEoA5DRckWZBwsV6wZDh2vYvTpLX2hz9+eE9fHhIIC
4DSpAXBLXXNuaM4zzeibeZsmgJAH4tLwKdhhRKsWQfaxP+o3n72LFcYjx4nDAZ2Qt09gIGuhSbJJ
EbWmhdcuZvUTFyjap16vZ+XbYrS3mDULsanTJIVF7a2IAXUsmeF3JSwHBMZrnPzQvxxGJ5QEvcXJ
UFAvqsZ0gLibxmOXFcZ9M0edwxGl056dLIHLJqpp+u62AzrOPIn1V5o0+K+rDFvY9uMP6zdfs8sI
WF8HfgaP6ODRdKQ8YQbrVmN9+LU0o/kUOLY8E8O0bMH9lPsRjcKRyvn90XTVhjDHo7nKie2Q+OTm
mptPEZYnswTlE4XRmsiaoWaelsZ32Oe2SzqIi3gYute/vltPZ3OTkh4Rf8HBhhNN7Dcp3jyK3kzc
xExDrzUDV1xEyOLJjL/rhXqx+vrxRQ+wu+sHT8wvknML6QV7+OGyUiVFtDYwWVbsqnV9zVJGf0XN
ltRBR+1APCtJF4sfg+rp6GNSQG9T0S36RQP64LMzGWRlV7UZl/4sYqPd0f8lbtN0FQRuRg9jSq+5
1q+Qic23KnPN7/DwWZrJkeekFFmTtVsas9A2M/0Uex+PiTGxr3fzZbGE3ZEa4v1igyCBgkUgXOFT
PzwTaXmO4dSlsaspoP2tmeVbisZu44VJdfrxc313qZ99TUL5DM9BoXoYFJWFaZHGxGXAAusflkab
9pjeLY6ssfW3LywVCj/j2rdgpuUefiQJ0Q1EVnP2ZNwCE0pvQpDkQCqFptfBRMJ00Mi6u4P/1e0+
vsf3Mg1eVldf1VuI1k3+hrdLFxuDtEISrH3PzsV9SZzsRs4MK0hPrk6WebFv8hLFnrYwZ2XKJa+g
EVW3etyA5+4j5zRLm+6qq9bl4+O/7N1eafOXMdjgG16FwocQU+EVsuLWQTpOkKFiV9nnVpTJI5BM
42fz9M2GwukF+fKqH3YYzhySCq1MkVJSGZM/VWj0donuabHfO3VubB1m50+9k1dPYrJWFZU1tegH
y3Rkji2raKTrZU94epkh5+RksCdv2j5uv3hT5r5UaTXp27gcSxLtaAuX2zET4l7TmuG6cLu+2VkJ
pnBIGnOzEEOTQi3MOftUvt5odnxqjo2hyMeI+tbXkB0zDuQ4SFhZVzTtTh+Ue+mlTVjSK2EEgZ0+
5pQ/m4lQm25saX1mS8cJPsnUc6fryDSNokV9xNmaCDtb0RkIxrh2HiqAbuIcjoFZEdGaMSwZW9Wt
9AIhutMxszEq2V6ezqekeYTMU1nrtaAGO9+dKGbWzl0BSzUMFuxH0Q/ZjNaj10zDNwJnFxC0RZF6
G9avGl1g2xJxzvpTyx1tUaaZLRriMiiGoX8J89D4wpiv8zaDFpGbVKiJoYk1FM1NXxA4sOGHIhza
cTAcW3CT1m5QkzDNsRsTagR2BDiGjXrOqtD8gRrAOF8mA3Wn1mY1jPAKlyhYiby8ZDqnp2dLmhHG
YaOVQnEjo/6eqSxB64ITLH0qHAfwSNCjwCmw5xxmY9lx8nMS29YI45UOVzfr9r60olbs6wqhcGAN
PbLTsS+XT2Vdike3i5tnJu35uFl4F9wNE7cZPovKGyAJ3VhfR4RVvGLVmMQWIPX8pV+Ai26api4e
NQVIYxtnvav5sZ1JiCucVkkP8QyBLZqAdFo6CHLBvS3kTe0VZLsTUrVFCz2vdPMdGEVdBGYqmp6x
K2eJACU3YpEmI9SLsro3fphJj68ipE+sOP2xwmGd19yWXUDHm11axNh4o1FdoqErPHAK5EpwmMlw
FMcAwmnhFZVG2EoPRHeL3gzfspmSYRSEcSnIrQiBu+3jfJxeaibx8iI2Qm8nlN2ZWzW3TXpRkZzs
bNLEbJ9aFrmbCphL5cPbVJfog8rPadwYDwrlRLXt8glohgI+EQGcaL07j0iFByzUHjRj+iIvglHv
S0dwvEFvyLOfQPi6JEc1+oLOHS0oHVqM1eDqsOxY+Lkm5PtTF2pBq9OKQRiqGY/SYhzetkvzytlG
nRaZJM2hK+YhC+JYea9U0lqy6Yam3+GCowfUWyYPZuh6VN3t6LjNLmZSz088a1Xu4273kJC7qJc3
ZcYXCTe08b5Zld08EQDMma+PpYnKyNDrc33uve/zOEQsBfDs+Z47O86CSrmN2gxJGTP6B8SmBZJ2
eBn0RM6IXRchrj7HMp5dcbIJQRNpFTo6zgSRcWSL+t1G4TiGjtOCnFMUngelTccAY2DKDPo2Np1y
BzXJeSxtl4ZZSpv3nAFkumwce5ru+MbCu4Yx9ylO8uR2LKNMna/6qxV8qLefacOl6shu8Zu9mrOq
cJgQ0YJmS3u7jVFu5SV+hdE3ilS+9EgE/Mosu+cKwMrf7ktrwWUgrLVRjDnewQEEFyZg4ZHTjhk1
oMd7E6OHVi/H9uV3NSytNawzHt01xKlo5d7eUB+SccxoHSUDjAtQ2Xw3X3IQa5uYjKUzPqruBnrE
cF6b9bzPYUY9I4jh46ly18/FOhpZjOZkmlF1GWjE9sgdnuEQaI8V72N75Om/n4/w11LvIjN2OdxS
j779a1G4VDlIEQLKGcUHRojGnqLTTb/T8LGv1eQ1+0rNrk8Hl0D5ZKrOh9FUf3vu5Y+gW86EkEpG
ZxTx9o+w6kqyZzKCKApD248QhDZuMz1LPNdXg6r1Iyeb9bD+tnDgchx7GXrr/FCH9zwNjLhch0Hb
EA+SqPKieJnMJTvFO4ATyUvCI6/Eu8YMt8cZGw8N1Ro2nYNpQMYmo4mEzpyhgU5x4UW3G60o58tS
kJAdeqFzMoaLewcG29m2bsjW9/Gb/+4ot/4BtO4Qjhoez/egVKzcaB6XCe+TqKASJKpwzuT/sncm
u5EjW7b9lxoXE+ybwZuQdHf1oZBCoZAmRLTsGzMa26+vxci674VcKjmygBoU8C5w27iZdHeSZsfO
2XttuXpfnaL4OWJK/gL/y3l8/5qv32uuSVVGa8E2UT4dfWldq7La7Ns5gglf0NXOoWEj2UE5mnon
VrjfSXxHN9QwcGgz4+P8ZnrbZ/ljup0EwFNtBiERzQzSR3KERdDGpO0+TVPgDZdeNvZPtB2q9GAX
Dg1oV8/zqzVJ2NpZ7ey7LkuHx1wrzHulpSi2MIisw2F0OuPBJR5WwABxbnArJR9BeyZECJO15hJb
LOkHwA7Tv62NZefEDqVEw9BFfGi6IPuaAGtGOccx+XIam+B6zUc/25s2KfUUPEV96yfFAll17hsv
7ghLOszwnEidqawU8bQsmq+LZ2T5rtas7pvTU98yAJlszms26iUFob8LczJxTdBXJAEePCsdf9FW
J5TA7FeJmGMKZHo9oq4SH8c68+toIV2n3fsWgqhI4P071TV4490yeMpcTrWkH76yCTPXVmRjCA5E
c/VU1655Ndd8O22ckMmhvjkVwP7G9Vgz6NlyzkPhcIwGJlc3X9GNUcAEhsI5ZicaojnSf4lGbKuY
B1s/sY0YbzzZFi4WWlj83TG0HK1W2KwcqAPrzDR3XW9m1nGwW1Z7g4qp/9rCld1n5FnHTEALEvRm
9H8cqfEYuV+6QF/O0BT6u7HQrZi8lkKeWNve/HDsbwaHX36X4xhmTcAIa4i6jYQx548ggcqwUCNW
/8511xPH7DeWFRTRvNuMXtHwHBsF1FBPmWZ5XCsoxjAXQlx1w6pfogAW/NeWsK02O4USNd+64xy0
LQQlbK+ef7SwDG2R5cSwz6zeAQ4msbhuctmUbmbvO9scXQr0JM333lSZj5nQcDsGSUeOn0KkGmeg
jJcr3ki2uaWgnxXKtC6/d35iVahMCvGIfE7dO3Tg1kj2tpj3ZID6H/h72t6OttywG52iFIcNpPUL
2TYClEEb1Sls5uuOIOd60yRk3qM4tLiVL5e0kRd3TmjwRb47yM85Dak9vel6DDujCXZpIgmQti0t
SkdUhVll0SAuNWXjhHH7K0le2dn7y/nrQ/32eXzPIE/A1vVj7wlhBkmAsB0FXdOVAByg7o0hU7FT
2Rf4h483582ART3IQAtr8vF8UmIXDbp+miKS6fKzwdBbtVsQMX9cvGYicLBBYLslD2VfVxpAKjbc
eSIlaKjTr8VM4zqsEkJZc5k4XWi3bn2nU1t4FyRLkYtZ8WKKaPCW+SONo/kxrzRdRms+Ee4BzUfL
EUFkSRolzE8vy7Rc7Uhr3PYHB1/jZ2nOHmdx3WnucNwWV9B3stuyQuZN3IDqk72v6+jniykRj+Qm
oKUoPTSGEaN99xeBYRUksUykvBomiQIntvjf7fMXeyCKS6as7PH0822M3S8fmFR5fkFEpxOhNDfa
2NWwsUJCtCbG1OuIKtQzHunNmXe+5gSK1Wme6wsYB/bn3Emsj+VI/OpHSo/e3icMEIcrjTzwr80y
YJLtSo8+RcCnH3ZeL4L23vMK4e3YUXP5t1jmf8LP3/1s7pX8+VNh6P9f4OL/vTn91zb+q5/fvjZt
86eN//df8beP33L/Yg76L+++hatftxycbozwcS9uBv3/9O5b9l/MEdAbojakAcf8+/969y3rLxTo
2C/ZKq1t1PSPvPt4EV6+qgwrtlkpHizafdsR4uhgKdXot6yeW2It/YhdQf7SjyqwWJBqj/hd1HJI
0gtVPtVeuxygVckiRiSsPXu+dP1dReTLj6HIDQrxrqoecjUlxE+ijIslUp/bJPFKVJqNloCVJYH1
OS11bAaVnImtLAkdYqkqOc/KGiJq3RsDTTRtnWHWydFv+HuiNopS15i6GCba9IuRrfPQVEHxCUBw
+SlBj430etW8+9abbMzEo91d1fUwfaoXld9o47BsGax5ejVIQ7n7itSjLAb6Q0aJNjNSHZ1FflE0
05NIBZSCsesM6U3Wrx4GMcbJD8NIzxj7fdPMh7UDvnhpjIgHA3umm5QNFRGyvjN0Lu6PqXxK8+5H
NcmyADHa7riHptwJDU8GeF1EQpEtghQTSjrpz/a6WARizC07vHED/dqBhGgXRhOVSblQ3g3erhF0
9fac71Ss+UqYISnF5RxyQHYMolSX0UWNrusXuPgaa2+ZdfYM/H/reFQj7RZ/MJSGMl1YGiJxH9io
kTYF663SBOMgTbRRSlWGWtWopvuRYNqbvmdqYulagYJtWHqG5G1QlJGtOgRJ2WLoycHrJ+cu75vl
2fcTcPic121SYrO1UCH42ImEz9bKwjQd0lub1a6MPMNLijAvu0mPhWdlT/PQJkvUuD1NLsCNAaUf
HW8tar1asF8M5veqHcuDvgaJ2C+BUf6qKeJ+5HhbxcUqe9yMZaO5P/m9RB1LMegJ2IWM0T8UxHPL
xLgedvgpvsmF3O29qxMYuLPJIEXmX6RBvZe5DWmNaOQyi9KilB9zJjKo3RJiCtCL+sknneC6X2So
IbtCAqvwkDhl/8nu1vq+8ioQApw0avYyxDAXcnX8L/MyOfYh7QeagL/37f+/nP6bS6viv15Nz+XP
6mvz48/VdPsL/l5MNeevrTFDe4Zxo4sWdcvSAfGp/s+/aYb+l4sGhGYURleGwltV+y8sivMXRT86
chbQTcK6nTP/hUUx/kLdtMFMNmkVf73zT7AoL0tchy7BJmAyURUhL2L0ykf48zxrpF7fo8DtOKGZ
T64B4DToWnNXrLV2cBqvjv/4ZW7/LhL+RKMcmcD/vh6ffFPIoo6jR/HyeqXpr9ASuR5+uDQlYwD/
IJnyYJkQWu+VO6oDikFUdJbDi5y5zhdO0TYHC5ucRF7mCzXNd7PTlRd5NRixNpjlDjNGc4op9PJw
8/tzOgh0EJhYAW3H332AP875JHava1NUKOo8+SzaKbvILBFE+SLEienS6ztAQ5I+ITnGnDEwSrz8
RQy0uPraU9yPQSYO0zy7BxOUCOc2v332ZgxJ79+Cl0ep7Zt5jP03ERlPF0KTozueg31jxtPKyCzp
gy8FhScN6TyysnK5HiYSWXNL80/c9ze+JINSrgZjDc3O8dmZhajGRZTLqLE8LQISs0FAyjKWwwKe
utV+vf8dj9Bhf39JHhGTF8ujC3bchsI0nlIwlvjX1wabZZ/j2UaUiwGmZUjzpaCFRoNjMLR7y+uM
IE5W6d6Lynd+eHqLz3CyOs6Z6SKNZueCWPF2mTZ0RcR3WIlVNXLtATSX/J5B8n4WudNAizFX/76o
W0Ocvf9l3vrteEAsWsob0uJY6yRzYVRO1kFFHnX/qpGyPNT9TEpjWra7ZjDd3fvXoy35otr6/etR
nwNMQuXMzPc4qWN1XGWJqisjSvn+gmD1tqFLag63ea7j6cLGk9Oq1Ycm7Ic5PXfR2X8ZGZ5dtiId
oJvYtVXc2IuPibZYiyYPbb/pAMhrbo7uM3WXXe653Ba24eWnVQvnixhsrT5P7TS7zvo67RkymXZ/
AGNcXmCWLKydXIzm8yBNhdvJAZFzyHwf2GfKGOKawUnb7zysQxedJdOPRRIwM+o9FzW47VNRhLhO
0fX4S1vczWCSP3QwmL8Kf7G5b0YlaXMFMp9DME3BnVqdxtxhottiyVvFkGbUZ9TCs63E5yBvqD/b
rqR6Mdp83NPZAjLtyg4S7lokwjmzh077nuSz85k1DfMzDxuznG7tb0ltc8Bxe7l3hpDP/rgW+lTs
RlTXZz29c+cqn+uKcQTcmdDPdcG8U/oPtgzIKq+zFC+LZc0ajpJE2fE8oPeLpynRv0+WMJ9sxMbV
rTCzzTa+9DMj2rZcNDAoM3PdOlnbNkzrHFh+5krdiUZayDhnSY+Ydi1ubLEzgP63YQMp/NprPPNB
YlVYGImNNPnaoDI4shLPR7TwMuF+WyrHv9bMgtn2OpaZR2Js6nOMHruNmu+UudzZwHiXkMTm4WEy
O5bPbM40UkZUbj/1E4VmOHb6gqi/70ZnB0pAPtc61rcoJ5WTBX7G9p6NXgutB8JMxmnW6DMSxUR3
0zU+7gWyBvDdeGKa9DBtVtL8ejTd075QIGaYqnlphSvYYmSrGW5eR4L3+fOUM0HDeVMU0BgpvxJk
2q3Ff7b15jHounWKZSC1pwoAEayoOcXpbTUA66PAg0Kkalx2Iaj2+RFKgR1ErY84HUGEPj1NANdx
u5J28dXrkHOHU6PEbeb0i9thrOx8iDvkC5M8DnL8ZsmYH+10RZcuLoa5OmSDK0gSSQbSFkbV9kPs
Lmly5i7r4u6HYuqJ6HSEh0sw7w1GO0GaQ9hUzM6TJFvS3ZDl03U+VeUvcCUijSxjrB4r15lu3VUf
ahaQ1fIjhKTpjYlig8ginutpn2J+ZGgMlOZDV5vWAyxSbdjhM+7Os9oCD5XClA9rGkXjPqAHUsST
8txvUzM2Nz5t8AovZWOQqc42ZpJtMVCPL06T//BGSOJh4GYSlTr3596YWjBPOlkU6c6vMpzjmad1
yOmZwZwP6QppzF9mp9nlhY8BKi0y/Rc/f5dHSnUbkH+ZjF9LmeV6JK0RWpiCExLEq0cC9s4pOTBF
sIG0S4TYRhNPdpKS6t7oK/KcLHeC0Bwb3vjMye0rl1BgpvdDAy1Us925ilRd4fIeUl1TMccyHfc3
AQPprtEq8pB7jhbfCsvBpyQ1kd8qTjr4GBnRqxDksj6Frt+6X0wE/xwLS2LF4gYK2s6rhLCJ1WCo
y4mBD5vQU/zUqHL5WE+dpx/Gzk2zaOrqsw6d9d32btsHd2mEG7FKjU+a3QWP/coLFRopNIRwWJop
x6AbjA34sjr4SQpMtrKV6tMlDhUnDTN/Me0wywQGgGkiFSPqiSu+z9Uw0jzFe8U5azH7KzpKzkIN
pRM3t5Cw8bFvJlYGd25K3JJ91j6Yai2Zjeu688NRq3pWVA7tYRp7R52DWOV4muoonZQ1BhjXaXZZ
UQHC5s5t8qaLUtXMGGrHojHDyvdGzD7TrI/nGUz/D6Wd2z0LQIEG2vEyXQAJ3pZqI5uKQ4bnTeFv
Tq1Hk0nLp24hnPfgLObwzORKVOeWmkS5MybN/rJkremGGQ4PuatNgxM6sj5xrRYJ361Z+/Jn5mXB
9RbD8pyRu/jdBewyQX1okc50Bt1bJDU17Ptx0pZL6qfsg+6LqtzpdABNwAip8wMclCwiWKrm81DK
DHFDH3QfCiUsBu/NpjMxKPevjQE7K5EndV/uR9fpLQ569uz/4nZOzd2kSgdgDPYtFZe1vSw8VKn5
o0B7CJWB5yaGR+E99JpWPa+Zp69xphmAQ+ZqGvSLlrMC6He19dlVXUxf0GGWCbsJrP61kdA/ms6r
27NkzGGL5CBpKhyvVq+zzcr5qiv9qY7orRLC4Ae4VZKFlyGkYYixP+/M0ccINFPH1GONZMuvWwnF
vdDQUqCs1s7F2GIPnMS8YqY2OHFGWach6CKSpLkq3KnXdxwm8N4LLyN8Z/TWbCW7odG0A4j38oMo
52SJBe58jfZekjwsVKl9NJOgXNCasKpHNjDFKjw5JFJRMOJn7pL1m1s2fbbjCV3u60EX/Bq1ZCtf
jLFL96vbWnMoWtAc8QBoV/KnbouzqC4F2iZVw11bGi8/r5E+ojyoS++b7yWlxX5AtkmIBZEl3sjk
uobcW5JZXLSNUV9tX4EKUn4WNsOFOK+8sgzzLEEVE2gLL2VKIz5Ufbt+sdyV4FrLBqSHpsOzftVj
Uvf0RjtsNZiqWFoHrWqecGOSDFBWrf/dCNIsu8Kv1D2PxkBrYE0X+86Gp1eFKrfg5ec6tlAzGY3v
HikGP10YGjGxG2uB5GNMfqW0wzwSXjgH7V25trdSN7kXeJ87J57qMrnK/cH6YcG/3VVg6p5r6BEf
kowZOxkrlrytSs28BrpUSLa96slztfnWzzXUnU6eKPrG8Ed2LDDlnrkRm4xuZXs64+153hZmSFwv
KgphNaMK01YbfrZdvj45TmZ/0lp7ujQ9NFecKHtSMxpv6J+mfsF/JbKaOIoEBc21TXxND23amR6n
1SiI9YO/dd3S9V4io/AH/P7d+nUegt44z8hb+IQEzGRdNdlumEBWyy5hCiuuhOOBjXASrE+BQPho
ig2ippqyylFxc14NsVDxYullNVxAPsdvSCijucb+9v8hjzFYfiUDWoAQbnkHeW0UcBNVMRr3a7sk
VizqZX2ESASRp5+d5aZoBUguCXImBWJDPA5H0zmQd7M9NW04Jq33SUwdKzPGfBfntZc5LSwGI+2D
fdEkaiZ0itCgAUr0j37qy09uYEDPqGgmdaFetP1DnRFicZb00vnCQ+t9ykAhXbDPQaKDfjJrsTH7
eEUoDQUJVnrueqGo2lzE3uQrg6abUNk+IVEj2RWAwhwce8i3L/TKb0md0ef8QNcMEANRtOYXSBps
iG4NaCUSkAM8dhQzuwInAMXac0rzm4XwCJyCLvNglwd18U34c484Si4ga5Cf4efOiRW9tBd9xgJX
VcGdjiwtgNJgtuk2w+jvVcJfiFswmx5IFikwAY5wTnq7qJ+W1jHvtuHij67Wl0+GpxY0pGQGzYCV
8pJSrMMHxEFET57w8W55u7qqRGhVGvHEeTA1H/u8RRBbeTXIj0LPrA8i6218bYy8IclNKeu7P6bT
Q04OZBvO2ULNpoqBfCiTQkBErRNotxLS3+aWM5tz4pdZkixNK3/YpU7xt6ql+7gYiQnfE2riRSe7
RQ+9YfSZeJKgFRxmj+T5aKyZx+xKy/aDuCGv5rbQEllRHXjdD6BSqGZbg4giZAr9SocvHY1zP3Xd
M7et+gNqUBNUEbmp0Wgs7lmrBnBbMArG23nJqNSBS5KhgdzVLmPd7JcPmjuNY0TAVKB9xE6CvzpZ
swlM/LgaP23KxZ+MmSQSf4hz8KBSQY9hrpO6CXMbQEHsTG02nbXlNO96W+Xzzq0qGjPegD5SSg/M
vD7qG5GIxfSn8FMPbe9ArkpXlGsT+9gvNcKMDPKu3XHIvDgFxY3SssQTGimzbHiWZNLijSxJkpJJ
idmEjn1dkhJkTDJCPOldIwwurb03zjPrgJsjjfV0UpM0Q84lh/LKwrO/6PpHO08WB2WlaEmi8gfa
PdUCoT6ehFDXnrUQi5UGkm20RJRaWuz3VOj8v8NEOlMSJpo1/nRTG9ZgWuOXpTKuuYWzXOUZJBgE
u5m0kjx0RsTk4eiO86fCr6crH5SHFaKLLM9LbBoQyDg0n4tm5IEjUt6+G8aZRD06SI+joQN4GXg1
oQsrMT8npomsqvEJL1oF9SCtls7c945QksMcW/Wu0+z5Y+Kh20X1WXqfGC9rpAq1xBJFZMeuyc6g
8QRtCEWgG2nUBZhfi3G+sxcyEELwqcZt2q7OT2UoSnyRZEUorbr+FViq/47P059vin7tnmDTDtSD
2MSyA18TrXAr2q7+OPS19WUAQkYumJ0h9vBRNjRRLmm2h5lOvCyJo/pQ7jL23CxuwD6JOCHz8rFX
0p4vTTnTueuL2boxqsapIt0qWIkrTxNnqyQJjXGNkblhT2JPsuupeQ32t7reT7404bnPJP+G2rzI
z9piBiOzGN34AIpmKZH0yjGuhr6A5KX3zgXNUdfGGj5mfPEmyK6CHrhLnLUuSlP+dowbJqNtPpVO
5vpxrebyu6iM4HouGnUFZ3cakcxKd43aoqueEMXOxHYl2s/CF5jFF81JygsLWrsXTfWISrilcr1e
021NmZJiMnbUSQEUW5wNVcgB1D+YwuufAo8IxTMUu/m5svr5B617i6yeRQ4ggn0tT6FKYNEMA8tJ
v9mDpXPDWjTGLtWRFc3ChwM6VsZU7hBv84MKjEkcmzeXn12qBqcSky4LxNgQ6DFdYa3YK7h5Zxn8
5JaC2S6/rrzFTrxoQ31VaSm/dpaN+Q3SH/tXIRf7Z5+b8hKdijeeUbxxmmOQkX82V895gEDBeuES
YZDgWGiKD6gy1wCPfU8mX0M+37kEa46yGzzyL1H2BYBdT83pEy4xe44xXpl2PPZSv6BP4fhguNIV
CbZRUzrOSNbPWzGXpA/1EPn2Y0FkZdTiqK4O7KxAdhWiRbzyK5SEXelJ7XJGbMy3AqbB2pOPnJk1
8GsrJVz3XZlZIWIHQf1NaZXr86yUuurzRXsWc609V4j2/S2G3WRXX4LGQqaOHyIK2DlVpE1kBV+U
xbCke06M3VfZqMTb3v/FjDrVQkMaujr1b2yjweCQFx6x0/6ErZpeqf5Dzb5dhyrYjszMjJK7qu/b
NKoMIunCUhrFg6Mm+0vPSzyf4yizfy75tN4JZudpFFTMcDhNbSSptjAchaQr8enFCE4gIclz2mXJ
Isz/XLb+AxIYZlW5bTNYt1rIWJwmhp50DoOLRZONzvh8skb/KoAnxy8+Ztm5JTHcRbadCUrSZrC+
eW5Ry42S1jfn8BWdMfY6STJc2ZBD2IBA6cOmrRgdimTWATkryLCoWGi/hX1RqAMAC7eOBoTtTK1q
XdzQSwZPVtk1sFqh1v5z4vVyS9QSfaSXXZbQDXIbe18LujVRU5vyR75QaIYrxR5811kfPtZrqmWx
m5blF3w0nEzzSQXWueRlZo9poZXs9KErxUVW9JSSoS05X4ZObziC6rDOp5g/9dWHqWidb7khgRB2
BJqyGTZD8WiCnQsYW9iAy906QU6fpgiseSSBkR0Mmn6/pqXwr1ZK+x4wds7QjePqVW/UbhZv7cmM
gmNyMp77InFig3/ZpcA5m9hWRPaFLEuJB6fbTm6FxHBBc8L0xQW9lOKSA8XSh9rAgTISve2uVxqk
eQt4NT2FsBw78mGDDjRaFc4jY8L7me/W7KdB2yA1Xo8hxHI5HFk+xOuUqfYEGNccv7H/DmqPsj67
nsskdc6B5XnNedGC+Agtjwy+XUbmREkwIETYijC7L/8O0dDQG6Vxc+ko3iK+W+8m4l9u/r1hXru6
9URTvIJ0HZMT6BESQo9k/34D+Y0JAwu1BYpowwpTIL6caCwMhsF30XzvdDe9WFckv2SFFpeGV9NR
WlWwGzAlnFBmbmOL/ydK+btnbdGiQzXEWAwh6MuLWgjEOoNXgB4fpeswUpZMsBsO0mm+icRY4t5j
g0pKcg7f/7ZH+qn/vDJga7RTrHj4d15eWdeSrZkCJ9UCxwrlvpqqLKxlp87NdnnEbWFdabNJc8BF
QwlGaLhsaU3rkVj9Ll61tDvxSxzlpv/9gZBKEBpoOeQuHGd5OzCXWqorQaZb2d2VBObF5kg3YZrX
n8M4jVeIPMEzYW4BbKnG89GW1VlgI9olFJHSdcy7fZd2Zuy1nriFP5fcuUnFyclq3H/+qLB2WMyk
fmuGj387V8g+WacWDHwJTHmiHXeladYQ94VX3ohaS+63OLcTE7AjJfrvHwguhe3ojIcQlHjbxOWP
4Z4tathoNXcssBX2RV9fpnAqKolVUBQ79MTJuWFC8auYIMR5M5t72cPafP+5eT1h9KArI3BDFcad
co9UVJrj962Vwkxc58G8yMVgHJbcn+9dXa0nkFz263eDYcimvPcYIyCffPl9zUG6mrTZDW36v5d2
uQUfEkl7QqP55lU2KACCXEaZx7Cn3gEKIDzOg1ZqrLtKtdp905byxLj09VU4rgQsKljjt0Hm0dtm
OyN9eyws0SDWdt9YCfTGbUz1zwKOtmfEx4TPL2YhYzJ952g9qWejTNdMtRujbz4T2xdpU5Sa61Tk
//hJwL+BJnCbyHJ/fi8wfzyODjUzrOWA3gtHlkutTbxzsyr0nRQEHbz/0L3x66GVh+cMRZ1//o4O
+eNSgVHNPoynDupSYYU4Fooz2ojNiascwej48dA0YFJFpLrh3gHSvXzg8BNriKe4DJiqeVd0NIfZ
UP1v82gZENIg6joEHsRN5qw7h3y9w9C1tF3MxD3x5L/aisCbmRtJgTfN3yJRXn6Q1HOlBta4i7QR
a5U/bpsSprXLapb4nsl2jq00ME68CK+2Ii6KJTWw+AehNsd+BG+iNsm3R7TZzq8WJWSYCM1EnZTi
eDFdcmx15cdVzlzj/dv71g8PmQLVggMAAXr40feF42A5xLt0UWZbXggYOoiKIkOQpdXmldQQ1U4o
/G4KV5qXwwhGyS885qKJeYqX/dYPzzOmI53gXUUx//KHN4YE4B5nraisczi+eXtVQ1kIs54BXkrH
4mLV/VPC4de/+4YZotBHTIFK0D9aUV3O2lYjaMyx03eHZTRFtCrdgQKdBlHiwROGzYvFfUybE3f8
jd/dQSKGfMbh3kN2OXrgVaIxhMxcEtFcj04Xu/8l/RtO202af54VPGGALE2otDLb5a6Uu3SwiSyQ
Znp4/wl4tauwagGyQR+EtAi10dEHmQu/rGWNQ3KzY4SymWaO0lTpxYTJ6/1LvVpLuJRluFjRbeoM
+A0vb3E1idFUDvV+2ZASI6oq2TmWfkqE//oqPEW8TnBK4Hmwr7y8CkiwzMZm0lDO6vJg5nV+N5On
8k+XYFZgw2CtwlyAFutYBqWMaSZgoW+iDjofcv+6PGR2iZRhRArw/s/2+s1wzW3DR25vEsxyrDpP
CjFmg8WlNJkB7p86W9ur3Hd3dQFZNlgH+mQVUPMTWJnXLwf7MiWAbUDMoaF6VPPkQsIwN0Gt9Z5W
7pct3mSukuZqNCZcCsrUw7odFCnQp1bDN24gF95wLLj0kTcdPSZINvXEV0MLx3eePwEmBTJj6eXZ
+7/qW1fZHAyseb+tYEcLn5OA4ne7uo1sJJjXTet9mQuSD/8bF/FQJ/Oq46H2jhaYcaBe0NHSRr5V
2mcgGKpbMOX+iQfkyPWz7Z5I+5At8e9bVMrxUWawZjnWoO64VYN9Y00jw0Rqoiu3E92utlIrhqeb
Hdzezj6CfQaE2A8l3DGnMAmZKpqz2jHzSx+v50PrjP7X93+EI5Pv3x9vw3NB1gA8aB4TZExg1CDO
ijYiU/yXnqfiaejEnTut7aUF3vai6pc2Wp2BFr83ecM1tDbQ2t4w3bgp1v7WJlPVJD3s8f3P9dYD
ToIIQAhc27hvj8w6kixymzlyG9WdUe/TNmdiM4LVC2q3vFjFiM20gTe0BD/ev+7rFZfygkdik2sy
w/O3P/+jpKK7hnvL4KEAL888m9zJDyJhnjjp5DC/f6nXBxeeCDzQiPccbKWoQ15ei8nlqK3EzwKN
rxEOdVCTybS0kDKjkFJgdaMxzeGy4/K7cQJc7VWwnoqG+W3veHHS5kNQZADvQ0UIZOloayd0nDaS
YuQ92iZJDmZp7ioKj9DTQUlU3PZzY5mDC+YV81fUGe6zzEziEl2DAoRxiDC17EPp981uLMmaq2WF
jgK8hnufLcxnUrteHeKj4bzPuh3sDZlIgsWFfkqK+sbzQqYJvgXf19nBju9bTUk2Jd2Ajt1N5ycH
Ov0dfjuycRWum9VLtEcD7cC1FiBNev82bnfp6Ad0PMg0W6+Ah+a4WMAnqDqdQUFUG/bwbfIT/YB9
07yjitDvxBKcejPeWBvxZ2ARx3fN0vJbLPnHE9ogKiIkwayjCinhHUX28GFpbOtE7fnGewAbxQQF
4+AOMo6XBTaYvDAQs0dNJsQ9rFNxZTN8/UDqh3EiKPkI8PV7CWI7wavGNgpj+pj2PMNUYIHBmCaV
kUWGVUNWgaKF50FDmqEAXKpJNxhW67wqudkdoPp9NvLkil5UcmmO4sTa8/oX9gxWHNo/v4+KxzCp
rhLgC8aaKBTNKA52T5VJBEO6/6fPDSUDokxOvawCVCsv3/7ATIGM8ApFaYXhssF3FkO4ns4aBLs3
BOG2Jwq813eU62HVZ52xkKD/Bhn+8dzYWglF2+R6NkGx+x5UAoEARrJ5Tk/RuN68FHlobHd4qqnh
X361nFFfJeauirxhkOfOVh6tJUBLELTFief0jXu1VcgI67czGrX6y0sFJUoNr+KJGYmq3pMhZB8y
eLQnrvL6HeebwAviMaXGQ9Lz8irEv+jlPPGFEoQz3CZHXjbMOSI1Y/9J3HI8Uf+8+QP+cb3tz/+4
V94sAHpLwbeSw3ovXH8M0ZUX+2yuT/UQ3rqUxVbHPmsBX3SPSi0Z9MkEc4rHsJN+aOPMjHpVyUsQ
KfaJc9Vbl2Kfc2iUBZvD52i/S82pm40RoUbRKfuc7JYktObauGl1pcXvv1xvVF2o4ekbE+rGuAQ7
6MtfkHQQFFEKrVxjmMY34bYc06HV3nbwUIt920o3Gmp7eCjNFU+jaQ6fiT1NosLpRB02IvFjhcqc
cb/qRIylwjjxNr5+brfPx/NkoM0OnOMYA11RMXYD66s7lwC/sILtU6amJ9aY1784hBRsD9C0KKfx
+738FZhD0zSCpQ/dqKsPWVJX50K4a2wTA3viUq8PQpupnUqXLXjrsR09R20+uNjEpgrJ0dqUMSoB
7/Pso6hZyKBpQr3C8huN/nKqfn3jK9KS4iuCG+SsfgxSA+GwLnZPnvi4TG4SNmnaM7I21Nlslpce
Utc77nt/wVO+3pijPV7iCW4PnZuQHkS8NdOWtml/6GgFPhliWk/c5tefbuNjUmHpmxnbOP5V0kDN
na7Q0UnTH+41PW2vB51eUkaK1Yk16vUN2CiQPE/0HrkB3tG9FnVJftWcl1GlBcGzaZZ+OKLDmuNJ
t7U48SQT4yU71fd+/RxjlqTX6RgsjrBYjur0AkxgLTq6JK2w+wd/spY7X66uPPHltg//ssiiqPvb
181T9orW0Dlws/1ypv/GCPFinWsk2gOTPLTT5I+gxUYZM5LncE7aohsGFbKv9xeUN74nx3yKZJve
CGff7c//WJGJyyEkA/N2RAUd7IJ2KHZlNqf371/ljceFKpJe9Xb82IIvXl6F9VGis1MFo1xrvFPL
+JGmbP3Fqdhm3r/SW98nwIJi4N5hg3aP1sdFpMCxtBEJIxbXfdLV4zdPD7pP71/ljWWYphW9U1qH
tHvM4/SUte2w5VTQ/WdNgqA0FYoAAGdz7AGDi/MySHduXy2xbSoEFNUy7GZ3+q6cHsQSqt09si/k
8MWiIoMW93/joeKx2s5eoEo5OLz8tUtj+g/2zqM3ciXt0n9lMOthg97MkmnlSiqVTCk3RKpM0HsT
5K+fh7oX+EpMjRL1zXbQjV407lUkyWAw4n3PeQ69d0Qpq0pW1nWDEniVJ3TqpwajMC1sk1O4HeRb
8hErCFtVtf787pw8A+4Ls4Zl2XYgMi4XB1bHOuiAePkxDujHUPGSGwDIZ5NaPxgGzCSD0EWky7Is
3ibKkDZ8jIliQp03UhMKwx2sAbTneUq3muhNl9QpF/Gnhux6k4XT0dTCfpegMN8oUdduyAF3HkN0
Bf/cgP/vMf2f2lyu/r+bTL/8Gv7H4ddxaTR9+7f+dZqyFfsPDjsaV2SPsIeZPYv/OE2x3P2HTyz4
YWq1HDhnd/+/RlNF9/7DC62ygvAhYPMzsy//dZqCNvkPyhwVqynV3TnExf4bq+myUc6OeyZf8Pqw
TLnU0BbfG10FnkOWaPuSOtLdAgkfnwfi2ucELTyBdqt/t5uW/Al0iP1NEETOPVWQ8Di0los0z4NR
+ccdvPvnY/CnGXWxdvJ7MLTyIqv0wjjdvPXR/1ihI6KgtKHBi6RlvXs1RBGmbaOdg9F068yLu/ga
sdGgRA52bEbCcRuXh44Ioxvx7DI+lMHOzS6mDBoUIFC3gyciN5IKR8on//PL+3BM7JYAp5kULPvv
F6vWolAjXcZs/MYvdtEKTOpGrM/Vg5a9j3+u7Y9xmMd/fugsp++HTozxod3S0tuKS7GpLo6qD//z
zBUtOKzzfo3b+MdQ88L1xxOju6ymRsRQgKq5KHvlrOBUr6PVj2q9H3zDtzfnntybI/mPjYSLsgru
BfoOF2giL9DiNqZ4TIM6jvXXrgaIvIpzolJFXJvl2s5t3d45al2KtZNRJgo0KH8rjg6FWPds4z0Q
CrT52bErwHMBN5FhUus5CR29VSPpzQn8yFZeoybGirNOpm/B4/HliEOnxcWjJMktEFGopkgk3Fe3
HUjRa6CpWNh3NDTgUySUCkmJZb8EWW/vJ4d+hY8evSSWklP9romm3lh1vEAVsBo9mUg+azrqddLR
fpRFQ0sqNpr2Z1MgbKKsMBn1RgJ3Sfwc1eNDKYkoQeae4vxoWF8e5Ghr+PfIITT3SJDLp0hFYYwX
C1D5hhpT/lu4+JD8jJxatNElyRTkznfs6V2vaZI16tK4uTIqrWx9YwbbNF47s8MUs3PXoCeAeU25
KC0/s6Op8Kdm1G+G2OOyI4m19mrKAr1BtYFgZS26NrsfqZf+ZYFgfuDzKsnxHWkILcPFlspDfx9Z
WT29hqTs7XAMTtfwOZTd52/ncvGxOUXSlgbCzkgmnbT3U3k0nDYp1UB9xZSQ0XFSCYMl/Xvl0fU/
s3M7eUPfxmKdw3TPheFofz9W5oSYOJpUe1UH1kEGK2fbUo/W0ccRkKab1q6yb5EMowe79YJfaRlj
fOo8Nzl0TqCZm7++dJtbTNnVm2s9J5TQuhYsyyOXngt7i19v2AZaW+7r0ZnOqEXer4G8rCzss8KH
theUOLrC7688xAMg9C7PXlghwd1GjYKs0cX4OGJQIUiH3bktUaiqhXdNpk/2+DdXOg8/D6zOxDgq
ZRx53g8/oQMGq5wZL4LIPX/w3BoBf99hVbTCM6fp93u2t6Hm8+JMJeRAbS+b3+4wumGMHvelijrj
boAntXX76lx8AJuBP05V/4wyT1k+YS7F3iU8gOBYfXTa0n4pKkStuLhrsNUkdwZTNF55tDKfP7+B
74v0jMe2gyMHLKGZp3pSusZU3cHTcdpDUIZAD/VJW3WmPWzBp+GOc63wOwDA9ljbxTm4Kmen5bUy
YyjOcwbhvEPu8+Ktwa2bZn1hGceeVKXXTJtcsVMsAj8o8dR9fm1SQCQWVgGTDQi5E8lmcnE6rnBB
lx7GQ4AROwxoOJEKlI/1th+c4lWv0LdhI2jjcFNYbJ8vOjyWfDnjIH+V1MCS9VDSIgY2PBo/rbQe
bZ9UIdCK4AbDi6Ex2ToInOcs7hwpf04Cu/Aqxt0RXeSOQnh2OFoaHu2+5aZFsSH2rsV3iQYcOeDo
cQf5VAbwaXaRFzoYTGol+MLtC5JdXIWJu51MJ/Uest4xb/QqBXJmJaIJ0dyThIN23EBKvTG9TvsZ
G9CN2cxkTn+RGz2uu7GQyHMRfQAOAIJf7gZ1tNQtjTkIC0DQjCdplu5jQWht68edPvfMMlX0kJPK
dN/TqjLWfN81uQfdHcWrkaOceYNaWXp+JMAr7cNCd6abDm5pvCdL0dDvwnISyT7VMtXeBpHV3/IS
YHwMbC1Fk2DW4aXMaNH5xjDFIQHIRmbx9jWAPSjRpurKKFWw5FItB2tXioazI2X2jEeGQVq78/Ko
630XgnoNT6hETKEYkqggMskSYtR5LuM6MwdMwqHjit+NU2CXpMzNN9+stHrjhSrSE8AroOBiNSME
LetcdfB1hXPtbJKXBOuSiH6dBKZ4mmzh3idJlk3bMNdxx8N4mh0rrDIPkyWGpwz6PMhop7a+5thd
sk1ceAiMi4GgYaBAjvncT01hrY3Gi9eQPWoybTlKYw2TGp3QCHPjHMCrp+GVVgoMPrmNkPsiDYEq
YqJOcX9Sssu6XWxn4VNXedUzzkjxIxk9YVxWRlxdDdSvSZtPG9refTcoP7HuJHN07JTkGzUqvMep
1sPfklSEeBNUBreJQAmD+ayUyA6J3g2fSjioGkEbHZY2J9OTO3IiW2DEAy82ziBn2nQRyl1hNNOT
bc4FAA39AOu1JicUGqoebbvWiBCdm040o7Xd0juOme48EXGqX0okOv2qdApc0gDoZn0gtvE7aOv1
tDEsdl8NXmdzaxRTFT+kIQ68A3s4N/qZsOVyv7SpCG9FlyuPVgPqy+/JKx2uc51cwmvVa2R7FVn4
mH23IfTNz0dPvRJKDSfekbrEMOk5Q7+Z2gBcCGnLw4MgNCHeUNczbzKgB49e0HgvpRLDQKGflHwH
7coETQxQXL4+Bcp9BfmFHVOrprfRCJV/1ea5+zXWBusXLUXvtxG32nOTBZhniE0U+kWtTPwLlizt
eI9dPgXRoXjx/ZSkBMfXKAy+4qmk9FWIXG66vJAk46Q4r+YfL6uNpePshOJulreQ6psbUwpcaKVT
dWxL6cv8nNX31iYmh/xBUTtv9I2mtzcsZFSb6i54qQBsOassqPWvljtGT5gou4dxIpvBrxzR3yuN
Gx/CdrC4lJAQDhDgRfit52FhsEhdlZdRJQDVshJwAWPn9DcujPLAV5QBljqWB25Vl/d1PYeoNz/6
QRJA4Lk9hTs1sZzXMsEh4hfVqJjMBlpJ/hg0zW8sL8O6wnUUrLNJSW8q2InfIrM3w1WZjsNdoGFC
9VkuAKwmVp7fhV2I9SfB/QEGI9War0YxhuHKMRKoDtxLQES50oufo5XGOAmN3AFpUYPqx+kuVNgB
rF53lcWSth5sRf1OsZiTa+JJc6dkCXACmagkvqc0ZcYvjqi0bq/Fjhb4GhmSMTdQ6HsLEfR47WWz
wbSdZRLrJHG84ZLVSjfWuQMJeIPSMYV2XMVluelTQCB+Lgv72Zb0rslwDJTbip0HMF8jw/ChJOkE
ByDK05cEqsojWq5wQjNbp8kWjxR+yyrKvRegYmmz8ZrQJJA29vrRj1MTn8qodjbvnlQmVkXSoW+r
CTzEqmkAYwAlmxOLCLmerQ1pHvZr8hAwuQotgGgXZU2TE7Ze0iLCkOiFq0SG6rDmMz5cxsZYEndR
6vHjGPN3NzMa6GeqFWwnGmUgxg/7CRa6SQwktldkrLRz0U/DORjOYJe+sMkDDSePzEWSnfAX97gl
jU2EKuLaKNvqReYKPkvXgrVGmtqcWmnUtb5NQ6d0L4wi61kvvThsfVVqTGqg/Bo+yRLL7lbqjk0i
lnAz25cd6AA/VmwvWNn9aN/TGBU/MrLJc59tSXulx2V0n1NJx32mhmAPoqC+ppoCIXPsQGOQ/ZHV
AhNXX0lsLU3VwzCBasNnIA6+dr3V3Br4wiNeK835TZVkUleKGTgHPVGaYtO3c8KkMNtpO2Sj/BZb
on90JZwV31XqsVuXeiVunci0f+bsIMglFZoBC7DKtK9J2Ng/mimYfqMbgtaHIRVptl1VJbYW187W
ugCyBzDBlQ9qNght14mK0x4E6B4z0DCWzUanBTxciEoZ95PeuwcgOhwCTTUZHhAUROqGq7DUFasI
x2NOoOPdYOfWDwEOLfDJHuGQOaZD8xoD6rttc0CpvtIjYNoMRR+8ykqO3DKLBiaxI3m/zvMRCEoE
wemn4qTtzzbjn/U5tCW/2TaPVzhJzE1bfM3p46Y0EQI33zace56bQan5tE5ObO1aHSj0auqVBEoq
mswbK4vCcGO5Al5wzMp03bluiWdn6oTCGgF1xG9o9N3DPfB+DJWmfcNB7+yTxgbJXWCOYH5EUhwS
M48eB2y2yToji/EeaxtF3z6AHbvmexke2jBPXrC12jM50s6O7JXiH1gKHRavoiOQNW+7+M4aBVqu
CiVTsiUBhdOWIM/hWYvV9s7IpISx6JigbVAo4ygLm+F60qMnz6qK22KWlDY5gmcAP+1Ub52CTyZJ
GoZ5qNI8gVMsiAXY4mbq7sfcdcK1ZNMJ5UYqQ84/57IaCN4VwAealN5WVjVEQiOOoxsdhRuZaKY2
ZBuseyBkRMtSFSGdsH3k6+kXu1ea6tJsKn3c4OiSlHlkGbcbZq5s96Gi6vtsjAl8NgnkmZBahj6v
R/tNx50f8omyWAmxH/uC/A9/0qz4QC42IbSKlklzTVNBYoZNbfls8q4mBLhVBRUeySqsx2N8baSe
+i2ZWs1dCzuGX1ZaaQTPUYpRXduyFdVlXAu6ADXtl1XVpllwqxdJdizVwlZ93hrD9YE5u7qvTgG3
IMSyLV/TJBcUPbJBl6CuvC7Ku12ArKTf6J2DtApRdckXoO+85xBgxR3NgfYm0SIBisftm9T3CJMj
mUY07hqHo21f52buEASNJ3gbSH0YHpJ6KvWVAnsFLbxbp7eKyR7Dp/QR7+e1hYgMAGPcorYY8l0Q
pwns0Gou5yRtXeyI1GUJUTFJ06wsa2tYBSFk8K2Kg/81H8f0ru2MiGWKz/uFErk9qwlHqq/2DOO/
VOvefQwCqxUXY5U15bqb8si80gcjyMaNKCFtxOsS53fztVWBv0AZN02xxXBMESnJCtYqbSiDH1HS
AS6mImDcZhMG1ZVed3Gz11unwbeb6O0FPHDdQcSlUrPJqzL3Vpo56tNmRO0arsMJtoyvt2NzR12M
cBInUJOruhm17xkmux9qyZIA/bNQs01NaC9GLpV9yEo0jjethjQztK1jIj97I7rdiNDi0xA0Uc4f
tafotsKpPTMF82ELWCRmo17j1V/bFKUa3yKJ5rZt1UluK7QG5N7obv/TjQeM+VrP+YtSVat0e7uN
B4KNUptzDZC6yvcocQLqHM38oNUdsH2hlhcWRzh7W/VVfO+KbsLmB3Nf+DBa5V3V95Prg/824PR4
o/PLawPQ7Wmex88c/IJbtjIgRUe9rPcYAc01Dh1h+imrFmuxMNRXrxDjfiSq+R4PiL6xJHmO+JRc
+55J4QJFca6niCCi/N6UzDI/dm33kUNsOq4C7AfDFR/k7qjnepf61hj0ty7y3w6rL+BpgMxp8QRe
bQxuRgIziTEweyWDrBAOgmAOtRVPotHALfdlFomN0c8XJu20CS9hX+m3bhA6xVWoUKJf4RpzvuM9
9mi6cUBWuQ1WeCkUm0nGAgR1t874AJRlhGURNH9U+NAxYjBEUnhgAUKrfw4poLwCEsNj63CEhVgR
iPESSFDzhAqDuZcYkWHusGXnD7lG2QowZJzJFTbhGYifNMHXzKuKh1kfG6yhLzhXjSdS4QdtnX2d
IjX9xqE0O6jmoDqIb1LlOVdz3kP8GPUTZ/PwSSnK/ABoEjmemg5PfdAatV9yOL4uU0I17nq36wW3
Eh9VRWlX724NzZ4ezL7PXkdenIHOuW290D6fDZtBaENR7FuJsdX1RPMqyF34MQaOF1xS4wjUK1XR
jWHVEtE5rGZy7Xd+RP2cKb39LZalvLfEyELkoBO6TgwcrJSKRwBzVMerL+DT3KMTjMXXrDEkT4a0
hXqt15AYLkInCndZIRTOOOhBfbcYAOR45jT+KProVRUsAZALjPgKQ7nNHiF3p3UH55IsJxc2OWER
RmP6I7ypxxrCPsTLQnjbFk5gBLcLrsKKqAknX5MuXzJXi5E8sZy0J475odF8b6gP0WYYRGHe2FFo
a7s2wZp7bYKPKDdJnFB2G6Qnn2PH6JRHneDH/GbkDqZrgjCa7CrU7dLeVPxQZ+N2dX/v4NRh95/Z
Q3PRZ1gsn7FlafA56kjYvuMOub3Rkrz/HeW9YW5jtUCrFiqEcOHcwuO4KuHcDRdWYAYU/Kjs+pTx
i0fTpRV1J7hpe0vkZX0hhqjr9gWfjOSKRndHKltd55dWUXbaXs2LgWcgIqTYYWXnHemvMijZLLml
g92j49tn6PFgbQuA69FWm0zZXgppTPFmqAwDFhj5XTmedNNLDpOSV/UqhgBlrRVb1NFFBP+suxCZ
llVXXhwEyTfKD7n5FI0WFXnuhTPteSTOsE2V+WEHUzt/3mI9vGtbA1gXYB8FOLaa9Q8lYojvHJGg
U1fWlD6FeCvY50FNSejac8rxYvY+wEqoTK4T0zRvUoS2AX+zqbKdE8pUW3tipGGRsvGbNxZF8S0J
2/i5Z0bFqw6Hy9wDthLehDIqmn1kJhy1yT1kb6VBcqx2fBrHx9zSKPwTZ9J/jWlaouhRSnD1KarQ
FXZSp7zCNjAfMQ3QXVd6GpQGfIXc+u6a+FZWQ28VD6ibVWtDHwF00v+i1q9bZdYZLx0hlr8wVI/I
rdTI+Pl50fGklOrgGFPp+hD2gTxmaWSEd1JQXrTdF8wm2jWuau2ZKmPytwXbeRRIuNRkkYegsFzU
hidZje00ei9Rag+bdCSHpUi1M5dyUq99G4QqNH5XpE5vQto/GmZJalMEol4Mytpp1tBLgn1h1dJ3
dJr5cRfLM6X9k3ot47EVR5iLHl7nBr6/KOlEbesOUfAyec2E1H8g/2yI8D4DytgGvf4UutG4VQB/
nOlxnF6ojgSGhgJbZu7lTFn+szNYD60Z2W2SHzyS7XbRGKBHfKPYES+6Jr+x/fr5HJn/3n91BefC
NMophCAO1mWksUudXBMbFT4/Lz6kECPXPMg5hTst16UL5uH/ZSiEMe8vzSmsYRSGQQUlU4orveDL
aocwXExYmmfSsU5mPioBpgkbH/z7zJmFxod0Ebb3jsgPbUG6XEYv8haQY/fwtxeEJgomL95ARsHL
8P6CqDa1gZzS/KAqrAohR1IOo+FrR733zK376Hr+HGnxjkkJh58kvPygQEC4gF3qrQ2v/P355ZxM
vVlagZGVNhMtClSx7y+nGrCjwEjND+kgkm1duPmtEHr1MlaN8WVwJ+Xi8/EWBpy3pggN6Texqoaa
wFo8JWRHad1OVXMYh0J5EUqZI4RPFOtbBl1v3YIZ2OdSPAQYK+7URsitUoPzBflR218nu7V9Kxiq
79Js1TPdttOXgtdP8/hxAPvwACzaXdoo6r7krTtYLNC7RqOzBvFWuZjK7sfn9+CDB4sAitfPYuPL
fxdTqKY7wpdZVod2mONpCj2BpIAu6vNRProezKS85tqsWFkK7tNWK8vBzNpDnHpERk7ZzylVslVI
A/zMSAttzNsznQXOfHGIIUD9uVw4ORwCYGmaQ4pTeZOBEtlTxM9vOdZoe6UKBgyWU3jTKEn/lNY1
Ipl2KG8IA9B/Wb0QZ9YB/aRvOvfdzFn3oOPxQS7/fk6TNDV1bj4Oh9DMY1hqTs/xyAtje5eyDzF9
BKXYfgIYSPuoot2xtpumhHDHe3Y39IX53YYiqBOvGACnHXqPNGmP4kJAc8QbL3I9Nmt8N7kGdzTt
xL6sjOxGcXJCPYxMuXWtoQT2auTpo2Lkhet7WIhw4huT+bXnG3CrJAGhv3/9sF3U1Wj7mFMqzeL3
l+wUFbLoUOsOBkd8+JtaddPbOMlMOD3rvx5qJhi49KPRXhEntxgK+pibTEF7SK3M8Anss4kxIcq0
qvPt5yOd9DARGMyPkIQBuqfa0qNbKpawNCufDrRVNpNCFApbULlByPjLJmZ+n4BJ/nzEk3cGZ6CG
PJ09B2oyvsXvr02mscIKqHFtjurA1ku1b+xwVZ+APnf/90MxR9356lBSLJ20vasrOc6b/kDus+oT
/jds8QCSY6U7wZkndvp+clnzZs1hs8YC584L0h8bKWekbBeUbncwSRC5VdoiuNMai2C2TIcpNvXh
pqyUed/fvkhOmN+VlNOEEoXWmihj++nzC1/4n1gt+DXOzNbhlInRfekDHOHnq0pU9oeY853fe469
BywEnVmnkUOxACtbPJI1otX2vQNje8OJ23qqs0yl9OHt4N+qL5//pI8e+6yVAeUy78GWBh4AHANF
e6M/dJ0aXZtIyzdhZ1WX1JfPzbA3leu7vZdn4T5lmZzNUNyLxWcmt8uBCN9OHhQHPrZPi70H5Jt7
BjybxhlvUZ9z+HE7XT65Xsex3UgtDxBQQSs+bbPhi+LUEjitPlLXd/oUJZbqNPlvE1AmtUSO85eU
1Thj1tyoV5t6xZM2KMpTCo764fPbNk+bk0vBz8muDmwRH/X300qXPc6nyJCHYcrz3Rj36ZpUzvzM
cr4QVb/Nl1n3oyJp4rR7sgykBSfxkRjQA9nt9UapHPvLVE7ltjLK7D7E/LWqstaZo4e1L04c1XdT
Z3LHRkkgWuOKrQP0/Aqxm7nn/CXPvMYn+ycep+HMe3adrgrGrPf3QNPrpI2meDxIzerAh/fZhuyy
FwB3wV1IgOqZdf6jW25iecB2TKoULu73w3l0FuaG/ggyjr5CFMh4UwpZnll4P7goJDLUmlCvEK23
XHhrow1UjIfTQbHVufoZNbtijIwZCKzc6A2Ex7+eSGwfDPLYWHkdloX3V6V3ClIPrxgPg60qlwqU
bqrMZKP8N0Zh4/XmnIPbtNgWZKWIMkUQQl6NEw8n7ZXXrCjOxkif7D4QHM+2OQNlBGO5y82QpQ9u
5cXaIYid+rKrLPng2gDQ/Nakq5NRQNu1dZddaHBm/aIxg0NBAdO3GyO9JoujouiElGCkZnVjuJGx
UtyI3bCnXXXwXNf5gEX+b+8Lu0SCKamom/xn6X21M6vMA0XTDuRCRFsMYbqfd2Z45jU+XWMZhfUO
SgWFPmPJlakV1+hwIWmHOPeCXdxjiYawWq29djDOXNDp9EU4xyprzp8ZXsn5p/zxuYtVo/VivbQO
rkWxfcTruOqd2r7xzEpe0h431p/fwJN9CnOWoVSbF4al4O3I88d4UD46hEWqd+C6tZ2TWBjp9Ni2
QZhMlUZ9PBp3JRWi758P+8GH1OGF4SpJM2QNWiojdSulqly3ygFhlL5nVWiVL2Vly+CqYHYTzJaI
m2JMyu6ri1y2oZkcgmXGrQ50wVa8QwNAXK7A7FAG/fynnS5T8y+byxmY/jh7LLaj4WB7Be6i4NCi
H/nGqx0+Zk50ztTzwX0HBMRp38Yazudn8UIDz9IB9cTKIRk0gPepXkFoxNVGO7KuvkR2FO0MstnP
LFYfjMrU4kny+UaquNS+apURCDLjyNU0cuVCgA/6lSSx/hJDt99pXW5tEi9N/kl7/CH/t/hVfKD2
P53SCCOJMJxpMoRALL07zVhNHjiE7Fiz+70gooOOL8kvCBlIj43VsXv66wfoYdRE/TmL/nmQ718h
MAcqyFOZH5ljbBH5rt1EiOvOrAmn0wQrHdpWJglOM3tZ4KPzV+l1a5dH25p+erHZrNUmO/cxWy48
HIBtToG8nJQRCdpe7OlpIOnkTDjWsQwcaMuWTcz1ZPigza3d3900DHusO8ie8KqwrzXmy/1jHYAw
LLWSfeoxa93qCsiVuZJCBGf4AW/euz+3XfMwzD5Oeixz1PEWy5ujKWjEOuYCeaxZuelqN4m+TN6k
y52iSeN2tEV8Q4vA6329trMvRLeOF14BgPzKs3qLTHUq8qjyW3075RqxhRxz4D5LlHQ76cGz3+WR
2hAMQjxPvFYKrf/qTa73VKuKxmYT5gUQ/VolIuPz27ec42/XxdyegVukbS2Xs6wne4OTPbcPYjEu
rmIzwvu8bCfzFqmA+MslajGauZjhCCS9IPcYrWu1dG20rbUuQJScuaaTyTc/q/lTxL7DZLlYTD72
G62WmU52rOIEBm1qdKvAq+ptOvS/Pr97pyOx+5x14rPfiQr2YjEMGxJoprEKjyLl2Q2KzaGu5Gw+
YTo48737YCjwLVixNDaIMx/t/TzP8gp9KhSHY65K/SotBjpKVWtdssLbZ57SydGVzSBeBlwsc2Yv
1qPFDQRsGTZEfSRHqLAAcUvSRwq0/Uh9wZCsLTNSOP645FaDFQ9+9UYu10ZtDNchwSq9H9PdObO5
WK5Zyx+0uHgFHnTSOGpyxEdNZ07LlL1IdbZ3nz/Oj4Yx5/VqNk0CzZm/Qn+sJbXmZn1dGskxqoW6
rr1MvXONoXj9fJTlXpWLAbM9f6TnDQTn38UoBYFg+dAWR2C9sNZStbumNCKvkMZ7z20Glb8xvHAz
jSWyVgjtZ/oQy0/pPPzMYWOxVF2oQO774R2zIy+CUJsjvTDnOsbw5bOsdDvDGqO1sBAkJSG7qM+v
+YM7+27QRf0q0CFNT61bHNuky3a2GKpd5/bnkBYnmzOujeIjBkSuizVtSX+wbInOnWiPYwhi+nuB
3gC5WhUjaNA6ImJQRoWaSY+dedrthK3YcJAtD7apR3FwYu2ntGZ5m8+v/XSJhf0FvO1ft+SSCxo3
6K86PaiPJjJsiOuO9eSi0kNPmGo3XSusM8vfB+O5ZJ/gOJ53qNCN3z9gckucKOb4eKSmNt1KNPt3
VeWQjeXm6k1pRucAEG905vffRlgvJm0Zvo5oAJaQM4JiC8dAHXoEAKBZ2ziDJuZHTYtCqe3d8IeS
DO6TN6nKzzaRPfqAqdqDdUyx5A1B9qWWzNY10XreBbkFse1H9gC7vsKzpfpdkVgZfyx1tnWZD4VP
OJLz227RaJy5bR9MUQJNKQyyAuC6XNbTTWkpqdY2zdHDTo4oxW2uihmZ8flkOB2FMyq6t5kxSoPV
WpRvumigFwDR+miRyLjBIK+iICCH/b8xCvAmkrbhruDiej8FonSwWxN53dGemnSlueRmIj02/val
xjGs44SdOcEmHoXFRGtY8qMIsv4x48i3VUmp2aBjjc68PifLpcGbzDePRXM+7c0e5T8X5dlbUcO6
7Y70OZRmA9wRV4mRxtomEG19ExtSvUA1N6Qb5PsqrkMvPbNjPnmh+AWIMnFKzXskJvj7X5BNI+cd
Q+2PbaiYV2M/jKiSCQTUM4nIYhacf/703q/QfHdppJDlCwqIgvhc33o/npZ38PvtaqJbVz6juyyI
mekmibraMvaWhUIkjMbinFFrgYr7Z1jWDMqxuAtPq2rIU9qutLTp0I5GcU8semtgNSGtfJvAHdRW
k+NEl44jFGS3RtirFzambHZxcZ6es1K93+y8/RSLcDLM2g4BsMA43t8BPULrlRNJfWgnF3xNn08r
LaIgVkqv+6sO5NtQXCvHedytKp2NxVAt2tk0r20MHVhadgXWE9Q5YbBH8XnugL5YKN/G4pTAbOZU
CXnJmheHP/YXBkxdAuJT9eCVkXBW1jQmd0UcIG5la95Hm0EX9UMfIz0jU55GNMrfXhAKkKTVNbHd
gbmGgNLtEfRhIzFEqRpXCpEft7nlBcodAeziEi2R8qBodMf9nNn14JpV8/j59Hz/Qv5zFTOp2WBt
oei2hNGNkV1L2idMT1triJiC8HVragQWVHIY7yc5qNdYWarXjLSvm5H4gTNnsQ8mxyykmOukrD40
3t7fRRJXldQ2punQa3azbhTUZhEbJgwZdXFmtf5wKD5uqN9ZrE/2973M21ZpKzLtI9zbnatMFx4x
WhdEyfTrz+/q/FL/10f0n7v69r6jgpntXYsl20j10chVRztkKD3XuKTLX02Q6KsG6nHuJxQ32krx
LkM1jP+qzPHvyHiKPcqQLLD6YoEtytjpC3weB5lW9Y+YL8eGf9qcq6HhxZQ28bnW9Ud3leqGMR8t
KHSftDAKKN7ppPDK4XgkBCpxL5shdNehpZ1jv79fuudrmy28fNRd0A20f5ZzpdfAv0eVcTAJWLRX
JEjGWwPKynfd5v8gny8Pnz9/jgvr9D9DQtKgwMIun4iHxZC4Ptugjyb14MZ172x71yyrDRao8H7w
muGQyxKhc5REydfeNMpr1tz82rEEhBj+4pkvyemkAkUEzMGiYcIxbvmFRlrZs9+b679oHSKkRkTx
RdOc86hTv8AWGacPUS3RWeal/uPzG/F+p/N2H+ayGd/OmZpxogyalGISpEIbB+GK/jKdAvJDPCTC
n49yOpdMkFf0ZZhKsByMRUUBGMdEeI8ARqVU7kqVHkDbuj+KsU3++kOBQoU5y+rNdp5u4vtlR5cN
6TNIuI90e7W1FpvZ1gIVvyazqd1/flELvc5879jyqqBSUVRAw1uWz0La81XntcmxFF7+kkhaa8gn
9Y0QqH/rHsKXhhVtg6nWfFIG22TZb9UVQW0IPXGawERECxwp1bmd0OndZkqbrjmrl6iwLKtgk0KM
ldI56XEgDHntNVG3KsZGANmmO/r5PTidPgzFELy/qANZb97fbnTGMrQskR3zRmY7dcqLTRGa51DT
p1sta0bWAZCyqB2iDXo/Shs0gA7ypjz2MjWua+o89HfVAYuMFeEFkM4Leof2zFL/waUBQkb7zPfT
BFGy2N/h1LNCZ5oHHSzyXqURX/Qk0ZwZ5YNnxZ58xhnw/vO/i0sjH1eRcowrzgBpsIrCCmGBoujb
PAniMxvkt4br+4+XxWkbhDxnDfiqyxXdRvHU1VNH5Vp1BL4nr7V/uIQ3XRng4m6Z6UQnsr8nJjTW
LGAKKerYiOBmInKIYgvtPcdgO8F7kSquT5mOsEnSPLGBsvvFMJM7qeYPxtQ86JJ8960a29qlFZEd
t7KVgWAoDTuJ4XeEKsbsR6X6O8fzQP66TK1HScmh9CvWHsxb83nIbx0DVwVi4O9FkHUvWWnxG5FF
dKuamJIHBKn9z65LqNcaSZyXa0+n/XCBilJ5ndSsNIGVlOZWVXtRrSgnEKlYulX5oy5ULjNCDJT5
6L6HyQ/rVr9qHBzkdA+C+KfTVzoemdyQd8OQUz8rIBWTqNBoOCXn9PjcJ1/VUq5ajELqKisSNcS7
o4pgHWMxVlZ60uo/BPW5+1aE8ndh4XWmBxNgd5fERh+tyQUnULeq+5obXYrzm/znG2IOpOZnLQnC
K+m0cb7u0//D3nns1o5lW/ZXCq/PBL1pVIfksfL2SuoQsvTe8+trUJH1SofS08HNdiESyAgg4u6z
N7dda64xIwpRs0nB2nEcJk13ZKoVKIVDHdKsUnOmfVCHZ953Q5Uei2T+cA1m0htsbCRsCTQuL3DJ
IHdMi6x61imCC+wCxcUJfljvYeoXl4U11xqHwrANpRZNhoxpe0ktzG2lau0aHkbgllIDj77V8p3K
/r+b6sBc1RkxB19shj0PQGomi0TewUJQjxwCPyxdQsqi/EkVMrgZHu4XAcWAgxyO1XPWVwUPsgqJ
tJ5Lq9/3vh+WLmZMiJNBXiFyWHIkuqTs9XGok+cSv4c1eGfLHacOtb4/HiNL/9QUJyiuI8C+yEgv
Ln++quABKyrs6Lhkb1Pd110paawdRKLxSFDih732k5qtMXjivP8djp2nUMHXaUn6LAQyJaekNzg9
/Co7mQnlgV3h+XrdFMN4/feD+fnaQi9DRGS520KuAE9keNlzq1WyiwFLTp7DwxQ0NIMjl5Hvt02C
ulw3mR5kpFFzHPZQUrLIGnQre84VJaGKuQudIAjiba+2+D33VbT+vWs/PNl1EUgMGOk5J8tT+bBB
oWiTXk0SQslk+lZlSUQ8jvrQreWOoJloeH+EBP8QrDj7vaoq4UolG33koP72HCRcIFP0QUh79lJZ
Cj+Vdhw84lh81ogiooas1pmiNd55KkjhBYZM3jrlJ9qUXsSrcoQV+vsYfJtVPNsZAZ5nTGCS0vME
//KmVmeL0mJKJaLpUv3AJH6XVDVfU1sT7QpkXVurr/Mj3/l7lz/dl0TSjtyvieYdtplhJxpxDsrP
fj3l+5JaX5wFxRTCVJbXlzH+FUQs2/TMwKxsZcKEP/Ldv+1C9Jm7AwNP67NK67D9Xk8CdPeK/Kx6
VeOOOGueYox97Bb6KYn+eqpzx0UuSGKLyYzwfrlyeoLkCMRS7ZlIbI1NXRZyOlOxap3khZ+0M85C
SFwVqdwDAHMyRWTeAJvghoatTZDHzXkgmPpjYwkwBfK0onooVcZcpsKn0zq76nvxGgyIedLmSnvW
ZZ63aijKwAk9oSI0J2M6V/d4H8YY569eNhG91us0ciVmm+LU5RgFLugcaUuVdIHHfNJRPOIr3fQo
yL0cUPLtUYo9lMH0qkCQQTebyFPp6IDB7kyvoprAk61kC8XKxICgq8WNpHfAZTIOZB/bdGvsbBGG
pWZrlCSV6IYoBl81aqCdKqHf9bNasrjI81RW8c3JxHOMo/j1A+62e19T09chDlVoZExcJ80CCk+n
PC0bm7KU7qmmJmwDZBe8n4cd6Xhkiiws/ZAIy1TVsM1iEja/IT4hdV/WxeBT8VsOg/o8VZ43ghjq
UieOcxVvVrauHTcRRIxSn4eXXh1b3Y5KTio/S4FLntNUQRq6oy+HV5haG/eFTAzW7gdDvR77sDuX
GJN2nyWWcGRhITVm6h7MOZVCDwJ/mspbjlzL4oClkh9rW4CuzwplzlTgtlH3WGVxZdlGbEZulBEe
oSh1Jg7ISmlVTutJ4m0wRfmzGg0JuawOAp2rG76nbpKmqE8bv25ekiASbqxW0Kr9kMmgGySlxXI2
tKrhpBGGZnIyLMGNTdd2sEUSz4xeKdDWJ7vFvLS0s8K0Xrqml1/0hApXu4KB4dmTZwzeekj6GCFM
31GKDWIGNFsuZ5ROAT23tPU0TVHoSEldvMLZESo3zoX0Vu+7YdyghValVW95+ugYQqFFTDovtm4g
dmUjIR8TGJcXNMkNnLFBw2S5zy94cvlnEWpwHNbrfHq0vGE8kc0w9ZygqP2zFvJtaFujQCWFWMXT
lRG2seD6cSFs217PBzw00ujMF9vBcwNLw4I+NOF9uFLcWg963oIxaOokXoXNaL4kmEWf4cUKZxCA
lYBZCTH256xSxYtBa8ZH4pNU/Heixo4Xj53xrsYtZWJswN5VFqcmDucAjqyTBvvTp7wGnWRH8gSS
BzIGd+w46OGOKFVk62pTXWt5WliOWGMKTEV/q73G/VSC2y5yrVhR6ylADQrD6LZMylw8Eytctt2p
hTK7R23hJes6q/33xEt74X4UUBe7gSj5pRuVzTCeJeVE9fmEGON5ACg9nltaLERX1I170ZNeeJqA
iKxse+pXpVCorxXRS0woAxHW7tt26oYusKlv0JOzPhARRiDQFPStQaZYcPLKz+8iKuRqu4iFWHUj
PxbxaC0ISth5mrQbcvYQMHgOeNCBRr14N/Sm+WPiBQRORgtmN8lErm89Ra/XehFXynryvBrbTSEQ
qZaNZF4G5FD3vOUkHOH81oN4OHZcMNJStqLz0RtwmYZPIfWbvIlLEFJt1G57pS4ap4+rolt5ghmk
jtgKY3ySmmLyTpRBPx3VSIuoqMLY3kbRpZ8RRKteVaXG5p58gH4C7yyiJG/wAA0OBRQQUD0wrxCo
hDhxC2KKfQYGPdKuGDuFpCZx42lHui4T960ajcKK+Ix8atRDoLqpUIJxVVsEoDsoReW1P3RCtsua
tIhPOz2wwouqVwzk/0QydlJb53vKSLMydCJhSl6DwDPOTc/E3rNQeqGgQETxK1sqUuOMHirTWsBW
G+u8Ti/PQWcKH21TIMoeQ0GBnISTPQyEJPLOetj0437IJd/foiO2thLmdyEeWjku1mKj5LIbK30r
r4d+CLNzFThz6NSSV+MGlHcQCkg/UvEf5WaKt3uAOdcWXRpUME/0qYKdehYPEv8a/EHOD7dzcyhe
DWgKiBNlUn5rmU/8YFHf2zimn3QQ2OTQv+7EJi3tksjoI/lk3IQlYYhHGOCet2sAfRg2iJfktZNK
9PlyEEx4+YwV+1Ufy9lKtvgdbmH54Ql4fGBoAjiEEA/3MnhV6lBTNvPDsUSyXehXfgxabA8iMz8h
i0ANP3om6nWAZfQax6QwQv9UMfxmh5STO8PjsW3XoKNuJ87Xj7KNK4y/FNlHfQ2jxgIlNoZPXm0C
G6Oc1yrsIpiGcGO2kv9nmCr0BHJn1lDTx0aSHcXDJxWvw0aFVA/C0q4qrOndkhhFMSO6Ao2XuKKL
a70dSX410FBDG/oUzwYPKpbPC1WeblH3WMjQvbK5H9W8+DDrTHliE4chhU2q+gc78fKlKDFUdnUh
jBhZBbOnzVgVxjMfdyqcojEGTrs8iG+FIpRSl4tFKyMXboCypeos/Q3oJff3RpJWSlgBRVXDYChs
LQiNwCZEkHQ2h4oU4oHbE1yVYB44U5Tk4qqh1G60jdZKIKSm5JbdqTeVTe7zGnPKSvTu5FzHtaQc
hOiOWmztbtSbMic6gf/6qoEh9Ei8zTddebDii37AgxOkcYknkiI0p0DU5Jsoy3Tq+kP+K2gf7amp
Z43vSLkQvrBnqKlTWxT924pC7GCDXbx6LqQ9OAJvHKEvcYckrNKYBXhBumoRuwDzQ0jDy42tPpKQ
cFVPxOu+UsRAAG+lN6bdt6G6jpOC93mWs7/amD6Ij2qYWPckg9MA4mLZaly9ImPbKIHGuVBI8gcO
3ToGBWIcvubh0KQU/EfJCV66Uwu4KBfBkAx5L7sQpYbHqsbPmht0XuKikY0xtM0YIBS0iRbYFi7m
yhWXOghfhaX7D/o4Cv0u6XuMmdS89GV7rKxEtQsoAulcII1nJpcbVladTSDCRCVon8pMSF/LUJj8
LawucRONIXhFSsfHvdKloQ52DroOJlNJc6+pfvNUgBK5tHopKLet2qq+GyHvuVUzs7hGGFVcZmmA
1Jb5y10w4cG9zjw5F22K7OML3RRe9VJpMI5SUzbTfhCg1YOhwcu+iQZTWg2SJYDAyiVr2BGDnmAr
gN094U4iEjgLu/ANcl4KEouAqb/xWjmLYAwWqnLHxq1G4LQmGSwECQSenY2SXRpEqxVK/8dJ3dRj
TKqjT9qe/UIPlfcsbhL5IvEV7yxsxJ6UAPt3a9dUld2xoXPADHWkwvdrYul6NLE+R70YaXfEPETj
JDTN7NMfnUcdGUbPvMnYa3sHTkg/Pvbc+PFNGEaj3bQ14J41Ydy6JdNCNnAz4LYe2f0I8qIHI9ls
uGqwmiD45+PeiibRe1KJPU27OJCK/CUTdZB44lRO7bo1ff25MoUIuvwwBdeKWsqghPpaS7Ytb78/
5FxBDw9o3IW9Dmz0PkgsgzgbNjG2GIyd7qrmkD9ZoZTAHIMf1q8gTcjU0OQm/0XAE8ghUxSlV4M0
Bv154lWF9sH3a8XH2EO/BO4yFMV9yT7jrxqrkpPTgF0DfHMDBiotcYzaClqUVnslGQJ/3Rdxo98X
0FtPwZjrt6GktsqatL/0AZ5hrHCd95vYbZiKtZv2VBit61ZpY3dIcrUgfYRfMTVqSntiJXUlrLwe
klkELbOZsShF64oEo0KXKr4mR++eq8TTLKF87CRUqYgdxW44k6VkMi5HtYuHTT7JFaYIodn7jskK
Fl0SVUPEziWPraM0cf/eRqMhOEjH8qdU8oRiN6a4khMqacULX5Sa096wApB2apq+Ko2Oo5sylnG8
Vsck9k/hY4RnUUYw05U8HnIOstxeXhsdYVXHa3PKh4hlipfodXsu6qZR33dN0Jc7XjHAdeh2+lYU
onHOVUIQ1gIl7KNdV43RO10mhbKjsRtdahpYyA1wuc5Y1X6jK/YYV/U7D2XxFpZO88w+LeTrXKSu
wlL71EdapMu7WBLUEQenTvkjeMJUM+68JdYVXTuNeKuybYxB7LlmV2FYwJ9YXw1iVPLkSEuh2ICe
qc71qhSHNUY6Q+oqqTzW9uDhiHJSxFKBW22iGY7Y+0lDHfwkyyspStKzJEWIb4ulLr8MQckZ3hkg
gxyvK6WVXwuI2XOI3WvVn0TVbtouzB65gUUrc8DPjmoy+MOFRh0H/CIwXI7ll5xs8jhy8kbV5Dt1
l4KFD+S4dv0yzSuEEpZSOh2sM14VeuzHdjCmUwgwEZLChjq3vtqItSxujAT6zmmRs/PEYSWJp/Ek
yZep1Zaao1Z+lNrtnODksSMKupvUbfQ0aOLwIEpjnAFZHZDw5ticV26OnfYAKk3QPAeTG6o4ZbIB
p63OP9h5SEKJlaX2r3Etqx+WOVnXo9ZL0S4RdJB1Ag6UPOZS70Es2+kijQQV5mgjas8dqEgV+Kpg
5mv23AFNZpRKzXmBkVl1LhfD9Kp5ZV7tq7EH+41/ILBmCLY8xzl1Pnql0rtVN1qF6DTpzNmTzVG9
SbIBJ+uKadqv+nocIZ9r46TbMnBe69SEeTW5XVv2vdv3fXqetFTJUivec/rN1rKDE2ZRHm51Iwse
BC7sL4bnT40DfFOk0hvUFEtfEcgRRnIavIOrTZXbBrNRgXKjuj9DODt2W88iqbEhEjp8lNDXuJ5m
g/YCn8wq3BwCteYWum9BRJ+pV5GdoHa9TcCSBU5ekJti68LygLHlwUlnw+o5j2Iz4LkihxnZh3h4
s4CRQ9SKYPqvWqFVL3gvGrM/LaEJDh/VuKVSHGObWpZ9gD8ERxuHvCMwnpxyCxi2ghedw+k0hB1Y
gBQWIshIaV9J6ei7idIRb1eEoL0L+5mkqOqpQTmyF6drJSLlPKdkSLJQBkj5la+FlaOpMGy2gtRl
ykruydRSwZyCUoRxF17WBd7fKOc16X4YQlInnIrt8xD04znp4/4ijNLR26nU75fcugrhHDyIPzqq
knePFAB15FqGIT8T4zEFiIYkG13KoCivXRDW3t6aJoSXo1Hr2zI1yvfJg3i6kqneFOx2UoPUtfo0
vwWIWJ0ECnEpO9fhdtlJmVQ3EHRbCmObZiSSKVhivU20qNYugGJgSZT2OT5BCFXSbScPXH9J5qon
1J9BJ/UUyPtOWo2wFdVWjM7GSVKfh8owKBKIJc5PUFGB6sgBr0jbGLS6t1u9ax6nKadePzeMlKdk
EJonA3ANXAgVlbBHy7VKtIdAr29n54i7CVj7qaUUfbCqc1wGXC0yjAsvUPXzKCymt7QWGtXhzyo/
giTW3/qSy7NtMV5PwAVrqLShIT9TTRrLNBkMke3lifJAFM+/iTsoTDzOQ7mzO67/NTA4q7ikINyn
qCsX2FwKROkGWw9071UjqoN4S3pzVAENw4UkntF67CMFpzKXgjo71VE1AxbEIaDeKHrVPFRDFH78
HhJe6NeJfSG7kAlNIv9H1kLS9jA+WsTsdJnfZG/sSHbrf6SpuYbEOpm3Wc4zNmM/znZ59BKH1xL0
uCOtL6Ozy9YXISwpKyzRMNrsjafU2Qg59jW/Uc+aB/2K7bGQnLDdFIbbbH5vdhmTXra6yD1kiln4
qkCriUKxzaS9QqjcC0JlDxXMW22lj6rT1t3u91bnP/UgXLcY6flXfYkyxjrwKq/p6SuMNcNgfO+B
zSQMewOp1VOP5BrmD/c/N0eA8LA5MKeiGHt0Uh9kN0lSZxQ/BCMGhxgcScH93jEy1Ict9QJxJbnr
srdB6C7IINCS4uCRyMsGzFWzlq3b30fy91nD5D1ssMggsdeY2bwVMSlwRjMLL39vYZnqO5wh38RA
Wlb4AgDS7I2wmj2XsQmv/XCkjW/h23k+IMZBKYtu5VuhPbl4jRyflL1lu3qjusZG2P2d2ca/F/eX
JhYDNUy11piDnL0hI19V6VsgHdOnLcoIvjexyO9QSSjBG6IXPH45ZTPZru3kvnSr1bS3rvzLyQn+
k9X7pVPz7PiyjjSKZmug+9lbYLYbNdyULTHHjZpnm8TfZsIfCreOLKUf59uXFhd5M7ka68qIaVGn
ksir1n59LN/742L90sJiFyZ0zH2AyOWbKIhrVVB3Omxmz9vH9RH5ybc06OfM/tLSYsf1KP4NjXbM
3iim2CEIdUaj4kaTuG11BkbbEaV6HWXvlXQUrPTjNoFAC4jRLCDWFtsEcfqpIBecvRk36Dj26X24
z7FZsOONekNUJnajM2D0N+PpaB9zUfpxw//S9GIdkJMZ9VA2s7fOem6HO96Afl+5pvIm+ucCZu+q
8vQf7B9fGlysCnTNmTJWRvaWsuKs5p7afgd285F5+fPH/NLMYilM5HKNFMwXW4i0vr68BIbtgv45
0syP0/9LK4vpT4lGoLTEy95SA0sHbrRhuP59uI5NjcX0l0dVQEHPcBVQbJsV0SFpxlQ4A+Zax8qr
ftx2v/RmsQAENcZlSaKt3HSMtfZkPAExTo8MmfStFewVyQUzzyULrzF98WXKKfdVeRqkN1kf+ks0
X6BjO0jvkx5N7hjM0tqy8c/IRSo4LmWJw708fong9bvtoCJZj+p0sFNLV90qFzpHQh6HMLQwj/xQ
eZ6JB9cETJph3cyCBLLjVFMf7qaK3BZiXJfeC4JRRA88LYfYMfC6ChyC2mHoNqVifqRzyMAu2gjy
BSUIGJd0Sm1cSYOlgJXVpuzEGr3pJaYwAFlFr/SNzX2nKfaIPAz8UkyL4HkrBISKZwWC3cmTSQmw
AqfXk6ly+306/XwozcKSGfk1V2gcdsooSWan8/FtRlsY61pu68/1o39nXREd3gX5OfYwx07Cb198
cb2TD9tMo7QJJYVbUIqpthw8Td7FyMAVpNn9Y7Zp30Svh/cTxE+HjSFDh5mUcrlLn8PzcB9fmTv9
EumeQVTlFB+02XT3PT1ydvx+KYKUcdioJ3W1hkKEe954M1l/isIBPPb7l/txo/7yGlnMxjGvo5Q0
MictwjpbkK4E5qHQXMZV96iSLsjaZyt4/Wzz/7te/pc8q+H+Z9fL+/fsfWrfk+f/+l/vWUOebff2
v//5b/7tealZ/0K8PNvTz2pxGZfD/+t5KRjKvyjTnJ+MkAm4cs2T4d+ml5L2LyS0tA0/ACg2pMv/
9rwU/8WCxOtp5iqSsZ8BKH/jeTlPuP+3d2kUDUCQ1eHnwYAw0DPNx8qXmyCpdkKbMQYkeX4viS9V
cPVlOC7/+ZO+WlgeHkvf/vzlJt70qh+bY+/BEd6W+p9QfPLjS+og7KZo7Vy8/721z7KVZXdA9c4H
hyrNGKDD7mix2CZ+HHnuVJRnYX/a1so2NYFfqx+lka56Bbjx8EyCdpV112r3RwXp3al7YXoe47t+
uPXbW18Jz4/8qvmd+O1XmRwRsBxm5MbiV02gSky9Czy3FgW70f6w89ixdMIeAHx7ViK6mXkiNX9V
uMTQ64j0RBWmLhULIFoWj+VRkLGOIKhPFZdfu4YUkucxsdAABttN/2wA/yO75HBf00ggzHJAanGZ
mjICo8W+VnU9HgAN2cNgwhwHWw5MydRevq6iMD3y5vuxKQA8s8kbltJLsG0eKqFodZHpJmhlbrTJ
x1t6FEgw6sl0zB5vuTrmblHVykCSVYPfu9hLjbyFkkQAzVWbXLuweDOtgKQlR+bHT61QB8kNh8wD
AuXFSQRrfwgUxFWupfEK83rD2GTGZLl/OQvnzlCYZKgqEkYUfYvOFBrFs8YoGy5ROH2NBEH500+k
5ZxMM7x9mFYyqTGvidwyNjV3hq28RpkGhf733/Fjb1GJgTeDU8gkPVyiRhuUapyPhovIQkcT1Ml2
XxPQ/stWTHHGLbOrziVJEMcOW6m1gKeDh0KhratwE5uTjAtZcewd/a0v1KawnLn3wZNFE7pY2Cgc
uj6gLhUDE1F0KounexBY/pEv923G0wo1KWCcgdzMSu3Dvui1Xkdap+Nd20uU5JWShWOqEriSHwZH
Ps4CXchCXrS12DQsCEQp5ckD4C4Q9kF8nZqGU9bNtm29XWTUK/iyf3KctcvOcPyp2DLP4PXpa2nA
K0rvt0ZCamaYnil8d0HJriOlG5AESHdD9LcbwfxTMXqk2gwdLnyJw2ERMZQhgcFPRQedrxtTeVBM
hAMhFTZHPsBPnxkZLxpBlg7Mn8VkQuOWJkqOlthTUv0sRkx4KiBuPzJl5xv111NiHnom6wxjgjpl
Lct1cTikNo5Yt4s5irGCfgpMv+/kcx0xvl2Ygbb7fYks24PKyc2CJwkACwN8zWI/6AJFBWpWjkTT
Se832RaLj7Ws9fu8NNa/N7UcwBnJNIM3qd7FVBWA9+GnEiKtEJu66V2pSwW4f1N1U/mZ+HCklR+a
QcvJ9ET2RYhkednwCwUjSWNCSBKkO2pkenfspAeid0jOCgJrlYTX2D4o7hR0a0MD/Nm6I1GBlNGT
bYECbMM8QfPyMMFpRaAmBSdJ1W9TmFUpTMRcdyQoaqaFuD7iDj3iQvHS9I+S9DgAjfAKVL3jZhLf
5D7CSuCPgSg/1puVgStjHL7lTfHE2bHWsKE5smp/6PfMmAbWL81+pEscYR6pFgWPdDfNJ+tliH31
CRng6sjoLqYn35DbhEoNNtUbkKkWu1Ak6W0jy2PvqiOU1q7qrowkH/6q4IVV/NkIJxV6di6j+mJD
HfSxqgW17l2N+iRMi8CvJ40Z/QddYbxgk1vMFv7mcDrqqM48AzcMF5tI5RRsGam9sTWPrK/D1+w/
fZlLBERu2JAol+AdpafhoMThb4jj1m76xLqxcEY8G9CXoMsC+xiPg3z2+1da3rfnAYQQxbtfFVkD
xmJRe/jUJWnCVOhqM98bVfVcZjJiQ7jgApq6khyvhLebm3hQR35v+odZSNPcN6ls5Da4rFjVAGNn
aZwxqpqCzgTBjTv2urz9+1bYS3ABoJPzbfrw2ynYN4pTJXRunPrGOtKSdi9x3hx5p0vLzXEeRzCW
sIKBRENJXYyjkORdlddp70ZYviNGwyqvHGX/EhqHuY+9EZOueEjXyOpl/hVFWtV9Xj9aQ7JVu15h
OvUG9VrpbdEbq1CVjgjXFynHf+YWqEBuptxNZelbHZXcDlSKmp0rKbUvI52tshewysVFFebzXhR7
1zoci+3EI8m3M8mvr6hr1SoHByY5doRJzl5//y7zgHw9vRgwUp8UPHHFtPhViy2+UiO9IIneukbf
qlisKYbNERms0YEdW74/NUVFNE88XFB4Uy82iUCy+tZvmtZtIXVhzZnnw1WkQhHZosWvu9XvHZt/
+GHH2IeMGQrDfODGutgstML0qZbtWrcLTcmWPRknW4qLtp1eZA5+NeHppIjbYJCvCxHA1u+Nf+sq
pHcTtD9AGOp3WVaHs72pvMoklQ9CNc1Q3xhqwilUgYSWN7iCVccqAb/NelaVTCIbWAIbI2+5w+ZE
CdIFqkT8QqLyIhGaB4TP+JcZsIjrUjyyX3zbqj6xkOQx8Nlgg1y6RAgCDpWVacQuEF3KSkehO8va
qd3pTd1d10bYcZz1CU5zvnnkOvJtZ/5seb7/MLws9MV9LhGstkNJFLv6aCADEYrTChmNMxXBU2Xh
TQFB68h3/LY30iJX1TlHyQ4JX+1wYEOlHgjk6GyLSHGdYoT53Ux54v4+Wxafj+I89gOuACxBhb+W
NdhwkSimxM3UzaVIU05TE8PUaz3VB4VaTm7QmzwY4uLIibOYojSKJQszZm4TmP/ybpdpACZMfMxc
oyjq1zBp4k3KCYdGWAsU4mb/HVy7/GfVfY0mLYZxbmuGrfEQ52SD1LPYZDqu354So5xuCBRfebgC
3oZTegxS+VMr5NjUWQZIfZC1uOl4AJi0ou4R3VVKvJmkIHquFCX423FjPoD+43YBB4A9c7G0w6H0
MYVn3DTco8x1qtTZH1kci2TdVmV9JMSwKILWeO5T+0iqYxarYBCwZJiPE0Z7ZRelbgjL19wZhUoM
IPMVC6VehTzrShxDzWqxRESbdlH0VfZIpkTo0Bi3Y7RCIZBjphgaRgAxJqle0OJk0buZCdVZngRZ
vwqysOkD9OqyGrnDXDVx0k0ydpM+uvkjQcVvH4jOgN8gXqLO+tXlJafsLaTUBZ3Bvsxy8kTMcKPP
vSM3jW+rCegPRxnrEv0MkqrFxq+PVtnhCpm4lkX1GgL9ZsjcngeMifiuFJ4kTh/t7+6/fCbQS5wy
M97MYs9YTIpGMLtm0jLs0DSzXPWo6SgGHI6x2BfJnXk2cDGV6BppD961S/oPfOHW6yw/dcsBH8jM
DHx8gCIy11057aXeLG4wc5EdPwh9RMKYvTYmyi0oIcPGKGt/O1mj9Ocvl/b8kzQu/VT8sCUv6cep
iYIXT3a0cQmXqDDSesxaKuXv9uF/Os6tEVncfKh+pvK+hLshVIRpipjfhXsQ3piUS1/2EVVTf98X
to/5Ga/ilrMsqMdNHOhCpSZuEcrTSYgcEmSJlP0Hc4UbwYz2YxVwWz08U+KAAr+ksBJu2V20Ngfq
GTSDGpD/oC/0hBALDeE8c9jKJHRwqTHWZU1LyUeuiD0y6DI4liBfHMmfHwZYGa527ISs68XE59xE
Nzg3k9S5cCVEcYGd8VS6UhM0GyJS8Q7y7LG3xLejiznHsUW4gOsdXVuM4BQ2fh5yZrqm6bWUJA7i
Vo0FgYqaKr3922FkA+EOqQGYgR+0DO7EmlYDNxsClzgiDyMpKzOKqLHudH9v53uXmAu4cs5wBcoz
lrFCBMaqWOeEIDM/1h+KnkcAlSiU+OgrS6Nw4P335r5/Nogv3N543Woz0GYxgolU6dRpmTSXd8a+
YpfQ1mM/WhiqZlTExmMfb0U+7eZvm513C/CIZAEI84rz1v1lGUdjFinCmAiOLmZlv9KlWig3Wink
F01bjZotsWdFrp+m1ZGY4+IxwDSdpwyzUbGgSnBvPWx4qKSuGShPYqfsvZMgN9JdbPjRZhpGip4p
J95AQBDOS0mJXDzf+yP9/n4kEeHBwGzGtROMWcabSSPC80sEzzHEMETVa01Buk5TKersMVUIhRY4
BktHptSnfuHrC2iZI1yMtpgl2Fvm5AjvLyY7td+eQvsytC98+zywzy/fN3f7j4e3/c3vn/gTzv1b
q/PU+/KNp5QCxpRRdp9K+/4qt299u7Qf+IeX91M8Zed/ft+sHv88n5/cn58+333c3J28XfX2kd/x
qd797Xcs7pzyoDayNv+O3H64v0rt3H66f7g/eXkP+dsH/veU2pN9+3Jxvbt4ut359u7avtxdX+9O
z6+vT53z1enmere5vt7Pf7fa71cnTzfnp87+Zu883pw7NzcnF1fO/uPk5nx/5Z6cfBy5K31OyV9+
v77YwHlZ5sYsL3XPns4ervbbs6eLp5OHh83m9uTswbdXp9enq83+dHV9fXF9sb6Yf+L+6ubq5GZ1
vj9yo/q8n//2WxZXqjzM46JWPsfyZf6sjOXLy+37pW/f5ozmZF+/34aMZWiH/C214vb15v32neG9
HebZ9od/809hXz4G9sfz4/nH2+PzVWDvn6/4+o+XH3z9q5uP+4+33Pb56/7q475kwj5cnZ4+Pr+d
fNwE9tXbkfH9tJz8rU+LLQGTcbi1Gn1y12fu9syd/39t26vder1xbMdeOfyDvXW3R5blJ9nvt4aV
wwVS+PmQ4A7kufSQaXj19nHycpHS35frd9++PmesMvv0cX//fPl8fuRL/rgnQMf975T24kvGyQQ9
sielzcJ8gWhtX4f2y8vl8+nl8+Pl+duNaN+/HZvK35JTy4zFosdhI4gku6vRpSr1Urto77Mz6prf
1HPoXs2f6iS6Hy+nc1w7PsJLa++tKrc/1u+5X18HffkTFgdeP5SJkPT8hPxeuRGvjQv1PP/QN/5e
uSLq318CShDuxEvKBstdvVUulFv1yFNubuHLL/g8ggh+oYpDMTK70Rx+dhPgRKrisuN4VECthBb/
9z6KhiOz6/s9gpOGtqgOJnbNCX/YihU1UU3ixHOGqpv60wqIPPVis8GrG0ec887vu/235ngEyyI8
N9RzXDOXXiQ+gj2txYnUUftJ3LRpdJ+AHN/KZXOMdvxt+Di2EfoBBAU1QynVYrkKddtWVeABb2yC
YG1OJIY9Ke6PDN/8EQ4+0twK6XbuCUQSeGscDp/v52Uu4HXmdH2ZXctmGz6VvO0epVBVA9unSMpG
2qPf/uUo0ioPjs9IIReU5SgijbCUqpVNJ/aGbJ/p8EnqToqv+qry1783NXdg0UGZexfzjyAa/pvz
MH85nZEC49mu5oYTyEZ1D+N56K70NhHC0Y5iRfTPCDAa6qaJGj+1bJSZ2fC38RNiQHNwnjwffxLY
wcNfkNRqRdI80Ryl5+UjFNhC2JaYNvf4ZKrPv/f2h0mDNw9+U3NYjeWwuAGNFFCn0Bc0J4jaYg/h
JD+TKUI/Mmm+LQJ6xHomzSbxruOdcNijiILWVPg/nJ3HkuRIlmV/paX3KAEnIt29AGAw5iycu28g
4R7uCk4VCvL1c6yqZqQyqqRzuncZGWEMgKo+ct+5tHUg8ellv9NsLah3giabDqxVMJH+3/+of/64
ywpH9WWSJtAD/m0LX+wB8QzJSlQwBXYuwB1EzNwZt4yB1bv/xUddaufIkOimeL/tJqK0mqxamQsD
yaGvsXJ6G/dhzcHgbzK1P9mj//lm8bv+4cN+ezSNvCtTWzJ/BE18TjqzmZkOwjn+f/6T6IOSPqIQ
Ytldru4/LAA24dVcTcWUU+15VVTIwbsXmedfWYPvyP/F9cMPyPTIHy8mM789fxuTosqcuH6ZlToJ
HAN9p+e2dmWu7vYnv+vyVn9c2BRzya1wcuOzkCP88Xdt6ToWZsFHGd40/sg2hgk3v4SuklcrOuqm
/pNl/C/uFsVjnAPAi3kXW5s/ft4UqMHKsciL2lx6j4r51UPg1e2fLK1/+SkuKmYcoi47z28XcDSC
rp2LksHg3C5umwJcYz0Vf+Z18i8/heYrmiBalFRb//hblkyabeBVPOYXKkg5NpiFzdv6Jw/Dv7hD
8PopurP5WphZ/7ZueetttBvmwzQpvF/cQfyhXDCoZT8SB5nN+Ges8Mst+O2RQFaBSTjlcCpBv0+d
dKkYNHq7CMW0BoKIjoepjWar17/ochLw/PcL65+PTijEFKkvpG72it8bvLmqPKcXfJqzWEHkFpks
QmgnwbWYuyIe3OBWzcyc/PcfSpX1t8iOBhsqRuxc0N2S1we/N4WkKjZzK01FP7GXj52R9jNIkVxe
oSu0xhivQSZsGvigbzg+V9e6C2wgStfO39XaVnhJGTSDF3qtzO9FYa1BONrGggC1sLcI+Jc/R5Ml
6oeyS3srdIsW8r90B6tKqBjILlK9nT2kLAXwb1K2Zzgp1QBHTeh52AGzpZ+iLeaT2TvjWy0LJuwN
0XUqmmRrJsLbUiR90rY/bV58XWKP7QMV8oo2rHwgCrEtmJwNy8mTKsnSdn2slTKOQ3aRerWOaE86
wJ+vQAuMY1NboDJKhqmunHwVtHOsNAC7NDrFLZq6uokE9heHQZtLwBS97n60Nr2FcJro3IVyLNsr
5quZnM7yXvMSZnhMQLxFcXFM1eFIOAL0RzjqhXVeXX2tTnM6+TQmlPJh5KxF+1JmCrSkW6TTI7XH
8m1SMq3CmuOxDAUulvcTFPk1LleO+5AgL3/FX2WEn2u67ZoY2zL+EobWYsQzj+Vj4FcWlt6N9F8G
bWt+IK20y7DONfsRhFT+AvlU5uepcz0ICAp8RNiPVnuoxFaCZAH3tEVmKhfgfF2v3TnjVrwKgwgu
klnrT7vehdMXASxZAGX4BvwlFst8vY1u3e89KZiYdyuLGch5EQCS7K2bD5rZDUxCZ+BQd8LN8rfV
cLM3S+s1+AfjYjpHrWQQP56QfX2NiFCviPO5aAzRMXXu9AvUKahgVwAQgc5Yhef/LHQbz7ZSCK+G
iokeK6rG3CtDaVfyw+tmJ+Mnl/aLGsDJzuvoXFepdN97ZE3euVUdCJxJef1daU4gWpiaUQbMDDne
i1SD4GHaKZaS5rh2y25zvdSAotJvReytqvZ3auysIxioTIsl2QFCKt0anEiUfFhklb51HKeu/ijN
pYJqo9pfE7SUl6yaigXzsm09Czz13o3OHl+QUWhPeW/Yn6JBCRumW8swiEsc3e88DxuQLLcJxKDU
2OvOnhpwNLo1WUvU4BFyK4NtdqMRTPyjL1flhC1w6LtR5Z0XEeD5btIb7Uh1MnOrs8UD9J1pBXLx
RWijHrrA3bhbpSUeFDv8o1qD9RUnvkmEwTjBwKjWBeZjZfsSAI3XmztzLRwc2A1DwA5CGtNxEbPt
taLzh7/rpo37wIQXhMa89KCXzNOFj2bb23Ndqf4sKFzmO2hh9q8VU4QCIMLCeLEbKEZNrYX57YHY
DR4RXKUldMUQ3GtZsOH+TOfihcbF5iSNsrTrvq3cd60pFnlEuNac9TTvICq6lvwBP6eykzGV4lhu
PcBqdCC+jLAFmcpEQ9SojrNJRJFs41Zdj55yvirXX+7dvgFS4RdqMMOBSzCGTGANemyaW/UI/D57
1pRt35rzaLIo11oJNIS1dCNZ5f77Ziz9TV2wHkO8wEWwQ7DSOglQzvqkrAUMVjdqa7DLLaaYYgsu
VgF3KwW2mEM8g7lJ3RrVNXEI185RzofaGDcMs2JbnjmEXA/az4qp9mJozZIYmulsoYlBTpMsflnc
mWvm6/E8Oc7jZKhxiztrzcCnYMp7M241Y2HKHpsy6kxP2HAqNYhFNoveiOZuQzAz4zOtx34vhzNT
XOJXLh2fIa0qk2/TOI53m9WJH23TaO8mNd9vJtJ6do2lmmj2GADAeHAukEY4OmuU22nzlQMkAQLS
blV22+vI8mn/r+sD3lWIAWVXiM9uzuvvjkdrjReCcnWACtSoEPBCwO+W6tmU0wjnUzMvg21L8Wj3
o/uTAL7PE2vCMxzpl/ENKqa51YrAWXb+iuna3LOow6kcrY8AotdyYDIIgHk5l9V7BvcZRJMWeHux
UFKIc6tv65PM8+nTSi+2R92mLR9UPBY9Cbje107RgtpQmFvkO5cJi8St0Wnt0mW4QNGF9leMRzCX
ewCe6kdWpNoPRDLaz1Xf5ptLvv0+t1BTQlznjOdG+fWEriWfaCy7WHMkS77Qisuchaa0vfVIPy68
ipPFlBYsl0Y+zsvEw+b6jXrQ88KG0GdxIizzDM8iqIz+p3DVytZYpJwkjlGbHM0NnuqaP2YN3MjJ
MSLy4/S53/Sg0c9bk3MO7yWo8h+WLlP4XetoNXG3VICgyiIo7wZ7lL+wHEyPyyLHT3DwaRVNDTeO
542HN+wAmTxysLkfQWY5E9u3sTwLZRVvXeV2Q2JxEjWRJ5z6W4ON8M60d6USCGODCq3J7nJkUpp6
h51nbdGi6e6OdXUZ7xva6qoENyxg6s2GDNd2Hrg63jz65Bxl+YRnGPtNIIHNIdGxbVhjPTsfg3P2
9FxlCxyjLuWbAihJyyxxqmXhlgLx6U9ztvZOqC9dwyQlwSwuoa6AG+R7m63CrYRUCEFZmVliu10N
D2nsnOfU35z14GrT9IB1bOBjJ5a12EAAi94Y72nhb6RzKqzQ6kf1bvk9v2Lws7bd92vtjZGtFkYY
rdL2X8Yx9XkMRAbNZ2oUP8BGrH9BJ6oaAD/xCBjKPpielnLzfo3IdIZYE5CRuSxjsERBMfuf1dyY
L32/eGdbrcU7TZDhVhvF9rnMbfepZYYYMNZWUM8YvUkxbd6C4hoSWzpFXQE4MxzWLLtJ7ZwQyLwY
OCdpqbCrM3O3gMDTdeVjiWBGj9UALZVIYC6LEHqc9jEBNPvopNFO8VgOcGN1QJNsOpX9ojPeoMJR
Vum6d0u4WZEzihQld1UuGQhX4ko/zgn4gBDRt5X5pxmUtgc+pi+1pFRt274F5F95rHG+tLGO9P8B
mqIIws0RGS+CHFZeiPVQqWSjxNfs61Dbiw23oESb6vqVsJNeDQlCte1HmGMXxScqiisvxazwsKjN
Zdn1l/1waqds3S2W3Wk8zT5uPMrRpwTJR7XBcwT3Db6xAOkHak8rTopmnx0vMwpoojO2UWaZ+7Fy
TvSsRn50VejFeRqxYM/RWs9FNkU5LObgHmtqQ9vZs2y816WvxaNXwoWK6NQNpYjbDmDjkXa6tuFU
OPTurUTesR27pt+qk4fdlwrLfCK6iPLAN6vzBfis7aapxYwZANta/sgwCDuJQltlLCzm/0+KWNs8
ObVTyl92RpCpQmOAOxvVVAWr3QRFZ2USUhbrfp78HPk3eowg3Wl6ros4U53KT3bJ5Nobjqtduhzo
6ffModpWugYntJf1eAWVl8CP7cSeHsBVddMZaOtq/7Ak5yRIbpSWw473topkbcUcgM6pUBrPjvKD
w8wWYd9bhDxpNCMHKR6AXA+AomezXAuSb70UL97kLzqExtzXX3HOHAssUJsJOGg3OqQM/EvHP4JO
BRYNEBBLFkMgFwWBWOPHxRxtYcBHLAEPE6TVoBE5DJwk9zgu90PNPv1o9Ny4K3yGMxdn13FQ+6KV
qR6vfe6pJ8Mot+3OzqgAdkcBOQ819sxwUO4B5/Yy9eWnaTNhwNrNTdJbWq0zoYJp3bNnjnl12wPt
qHfeICZni93OSfUTybAVJGoSY/4uO+RINTERaYsRefYks8hZxfDczna97sSEFuzRFxb0MiS1Cl5n
ldrLQ66CzgazLRQcSaxp2tdxMlhaysmMMrHSbSDSc4ESJeUIajMEiiT4YG5ffuyYnyacCry0N0KD
6GK86fRGsbkyaVb1iWprtZ0xBvDd70AP1mpnwe4yf7pNM/jXrVtLdd/52OLt5ZBXl6hx7NUzQ12Q
18N+rqv1ZTWkamQIkCcdbmsoRx5tS60AlNZU2UDKF+St/KWXfkmoJlFeUZFwspu2QLYNFNqqjq3K
1XY0C80xObOMsV7jTOubKslh+xdXwQhjigk7XLTuDH1pB+Ime3rzcFZeby1IZX5oDYM+/WKizGl2
vqPUy1KYbNG+N9s9VEIsNkJRQUVDj4Crj4XDGvz0lWmQXa8Xc7Of+swwRWhL7+ICbTuDnmzLsHgy
NPLFz3bFkPYdIV2/Ke8beqeR3iyjRnin1g1E5KLyOWqI6tdkkiWg2dqsPSuWzPJrZwruzHrptQWh
KYC5DRCsL5T5KLmJTTITSBpxmhaN/mFA1YR43IvZksxISq/db/3SVj/W0TeGcHVGWV+XhZ/m12Cb
EXOuulkCzNHmrXugT7H0b5NmOeXZUV0hn2boJph9lhn5W1hl/WDsAzTD+VFMJftcbgFRS+Q8dN+p
s4yvhgcVK0y1YfKO7ooxUKgL0ykO2JaI+yDIRgbEbXQiUa9bc3UWWl+2Ud4JJlsnat4n1D+WxNpv
Io2ikqYZd2ODRgB010LO2vn5wpbTzGC7JrztZv4PPxHyWctqrVaRc9IHhUuQ4ZgFNLN2WdXHAggv
uCuRfKcf+WY02akgs/TPo1r98mUpKWqcc4zim6vMGk3nRvHFtxvNNuf5um5Hh+wTOuzU7Ihp7SoC
LG/Vh05feP7HubPdu6x2vAKEE0R5j9huE/WzM2Va9w5aZfnKl9lxmgOk0cC/9wSAsgj1M5SJ2qj1
k+cPGxsXMZC/Pk2Z1fbfq9CtEuSxDEbjztWr+hn8VevtlklP7+yuIVfPpybdTV3BABkXrPgWLKkA
mBd+B0mGd9kQepmc8pif7p8rvfDlGVty0vfKCuxTuhRFEJaLM125zuCwFMbGb3a9g3FKiCrQ/Jaz
gcqWAgMnw1h2/aej8KWNAC8sd4WHsJnVU4HDbt0SxHU5tiJLeD9Ez6YmnFdS3Hbbb9NSPeGxmm27
evXh3Pp9P6ah7Uj7agXYbe1a1ZrjfrwMXoKSwxJ3D6Kwwv5j8zAGGFTpfW9DsVer2Xb7ye3UFeRz
HyAbEOV3zuZ6DjdjTsfdSiVFC5eyKM8ebOk8nvKgnHe5iamb0Sv9A7RyYx5wcWSdD3o/ELPhrZMn
iGHWOGd29JE+BVUEwob0XmYV9brMmU1Inv2qPt3ZcH8tngCWoallu+9kvVJj043+2hssjwd2M50X
ORSTQ7qMFrtfMJiLZG7mP/uUMm3S52rx9+SUTXczaDrUQIw/Fl2EaZWvvzxgwmzmcOldgNCuU2IR
VDtXZpDOGzzvKdB3jl6oByok8CjtwhgeKt/aQHWbW75Es9FNz1jHVUxczEx2xDN65rfBB74XubM9
mNGaA9oIDavTv/ulgfsGHbNZonXW5QaWy6Dsqg1F98WNw+8XVG+rImZexbvvQH+M6BnNKmTovng1
8trsIs+UHJ4i6Bp48UZpJZ3S1jQ0XaW9zc0G6Csq29IwDtKBy7hbLUEUUpAkTtE4NoYRqkUZXOJl
tKlgN233gdlTW8eplmb4pS3112jmcPZUO70aePF6UU6+zhe2NALzjJThiYHiuQzxgHDseGxsnlxM
XfJHPcdGJcSgwncifPW+s4YCT7R25dbtIYTYvwZLNNg18ezcWumCoNwlMqZ66cuyDClGTucVA+Vf
IGJxggBLOz0aMzpfEN/4WBk95b5DNenBFjlT3Rkns5qzBjChaH81svSAZLdD/grzwCvJdwj6Y63A
Fo2z2F7bXTYE6i31S6MHXR0Qb8DQTEtfMVKHmcZ5swarg1YqIFoJy6B2xsYiSYChk74tpjG0kQ3v
leZJXgnyM0sqktK6drd4mDU2W2MhqgV7LXxsluzZoZgJdHOImMTE7x5PwfTXMl3Mm1VqBzW7eqGR
Cjm+dUcwRDRb+SkWcQSH41cPANoK7bYWdZT7nNtolAcEclIaojyWNgjh0K3zwt0NXZp/ayC5ncjx
C+d1KTHxivHswhUAp4FZi3EboEDc92rIbpRK83IH0SOdr3O/qth9ar+ao3LoTOKusuuuiBX7LMpq
hSNHoY/bi231dGKB8U74UrPpkWTKqZ9iwSwrGLZ18b5g7c9ZhKarNg+BQy/1bA8DM7a5aMefuBIs
1Bqxb8sjiekqUYW0RkAxNNdmphPnBVYYlRYqMo5dPXR6tdY3QP39EoB7kL/zMFZr5HPkGrFLUrS3
sq6YcOdwpbbzKfQ3bBzEEIwLGMKMvbarxX4OWqzh0xQPk2QabXzNaCo2Tizk0o1hYfUADimr/9Ww
IKBkMS1DmxHBtsZNMNSmHvZCDnaITqZa4olWWrMDFIjNnYdvmxW2pZ0B6kwbOzhOreZ84YCnkbln
FKriwBfifpbm8hDU9YkyFI4AvD0S8z5PR+bVgwGouD05qxlDZa6HXWfiNn/hE8PHN3tbgdgtN1ff
Kfzmv2t82vJoWTYrO+Ij42A/RbailochLccpUqiuKRuNlneT+mQwEQp0/cuv04o8n3DxDHx8ASSJ
5eYE+JrIMZaWqe7l5FlPLI9BRgNd4qtyuLi4AGGfbpivp44BFUzR4NL0XesUnYgNbE3esPPwngqz
NU2eBV9/SxlWzXdBu1ISyiwUsPDUi6ra58bCq5cCR208fAsq4UbrOUs4ZNi2xn6VUtqlWqI9QKvN
BYd7q38aae76oUZlBk/VWVbLPr8wHEJTNd3t0lAFuKbpq09kDNOKVspUwbnYgEWc65mAPCL51ZtD
Jx38FtamZa8S/ug/+V2gcfwRT+XxhjhcinsaG1l9N5Bt3OQe0X/s2RqVIkDwn53m2SKqZV9944G6
PTp0qbA4aUbLoLaWV1d5iblAbCz2Bb/hZK9U9CAslNPQHLzUd3IONC4yaNh1vF2mabNC9nwCJH3J
yvMgqz4Aze8S9jqLd2Ln3F57h0HmcBMdzAZivFntKalqB7lYUxa2S4BduKvNQ/Y3Kfb/iH9z2301
D3L4+pLXP7v/uLz0E1+PIReZ/K//+MOfbtXXgA7169/4h+O/JSCGfsq8bX5/zR/eYvyvv/61+Grj
n/LnH/6w+yt45sf0Naz3NAOqv33c3//l/+9f/h1f87h2X//5759wLeTl3bDra/6RbINs/h/6apdv
8vfX3fysed0DU5E/yxxxxdf/g+H89SV/g+GY5l8uvBlmrlyPKSjmzP4vC8dw/4LLDNJoG2WOgf06
ndO/o3Ds4C9MKqCcNqin0Vp1eNHYkgz+57/b3l9oiqOVMH26rRct8P+EhHOZyPpDo9PjC7lMxmCS
yWShz3r4rX87gq4fqoqmWsq+lb2l6HtB4we60inKGdulXjwYJE+Bm0Mbt5wKOBaNqm0yYk9N7WHO
S/odKw64Y4T5k7/fSP7fVyDbx3Q2+zfcDkHT10bwKmCEPdfFaEWDzsLoaO/Vzko5aenqx00bnP2s
qHMxRVl+YStUnGkgZK+zp7b7YoCh7ivBeNemHfS+XMixVfNp2msez82injs1OqHfO9qPtJPaFaSr
gOK8N/aJ4wGNZ8goi9beHU62bD4G/fnSbCvFe5V5yaWqOhfNHZXPzH7u0rT+0W50I8gU1HEDieVO
s/2rE1b9YI/5cjvrUz4hCzDljdcZzodYlXk/eS1GQEXmvjarXjYxJtD13kT0dKiL2f2Bt6R7DJQr
T+yYVYh8XJ46pFIeZKywWTT4W1PhH9KWML+niJoMgqpoMLX9YWZw+xUphE3Zrjci1cUg3ua9oo2c
1CvlEcRR2w1x29MEtZnAosfuZOfq2XJlgQM41+a8Ja0qZQzfO7uanBE7LJwiELF/GqUzxeQLy13D
7nrNrFlzhSO2EaW2hqeKnd/5VnfZ8GGy611a/JjL4NnM0wyJnI6pWE1d1qtIJV0xjiesNlFjG+PJ
resu1gf7l4ajwDEfHPYzt3nUHM25DjISHMpYTNU4bnO1mPDAHKsQcFmaKpzJaaIe+sdTkTtvdA2c
O02i+9N6z7oiUen2Kcb14exDHMcraLT3a9N/MhRHlQY1+KF0Nu1kZnW6Ixprf071szsyeRg5xfCD
Ki4Ec4ugQQXyu7s0qbBAnYxbuNdl3LgtY+p8r53WT2Ps4oV23hYH7HVLp+jeF82E84GqD14pmr3a
JtLxVXA/5CKfjdmbnxfFhVP0116scXui5KbOuleLs2rG/tQ1k0pMR5tjxE0cNQSJ2ArpkT/3+Gg4
A6A/czHnUzrT2natzH7vrLnfjzgvx9nQ6ddb1i87S+bbXrU04ezVTW9xx+mvceArZCj7om4IV5e3
Bkb2wTGq6bZtmJ3FC2kxYiXXF52X4LebC3GsLVmH40VtmK6SmDg3BM14x7sdiMPbSJZB+9zY20pg
N+M161ObMjcTK7jF9E5TQFahdVu3G2CjP8Go5IkuRjyylNknpRYMn9LG9Ep2xhYT+xlPtrCGY5rm
ZIrM/TanoeqMo6FjwcSg3NvsSSrfsoH0XfX6rhLF/YIg49J7noNfPD0/g0LDkWlbplM2t21sjb4K
mYfASIgKRzR2W7MHGs9/6a1Ils1933xEa5fx2mC3zhpNXbPIEgKh/lx7IjjOMLOIznuqEtvGgOpm
e+xAJUjlOdvG22buhoeaYYOT7rXw5tuy2Jm06s/0Jesztf8C+akRPLrF3J+xR9IopBoel0lbTYzT
TO1IO5nqctuZh2ae7J9ZQwbVWg1McEzjyF/GLnFoRZ19szMftBwjA1HZV+bWXjOXnb/BIbof2/JN
w+Jw17WleUOA0V1lpPg0ycXDtiKwQSBxiw8us4we7vUVSzo054VwYWZuuxpLeiC9L+NhpSGu0c7m
+7TcwXYur1JTRwsqbO/DLtf1aUFDozPr5z0041gCLtbFOWUSYVdM8xz2HERXJDE2awJhI+uM3bft
6EqjZLgTRvGRmwfb1kjkPZNqvP0utIPr1lnstowQwl9KMLX6gAODZ2SdzVdrNpWHrK/pLDQ4fN1j
BbTdwjjAtYWOeqnNO8cLcJ7CmiDUpZBYJ6iO7MtIE9XNw3HAxove9PyilU6x03EEyJ0iavTUoYy0
+RG+CndAYELH8LTYoj52FobZHCeXmHGSVBKCbXyw/fwWAUIetY4yd6NV1jdIHNUd5jviRU8l+iJT
ex/7TVJ2dfw75LlWMrjNLlfpK/CoY2/O8jCsZnCa7eDg2v5Jd0z54G1FYmTltNdm7+jJPpFC089E
/X2SrmLtdrpw81isfZuIWTsh9/m2iuLOMemdDr2W4hUsfuqB6HaaMRvg5fvuZLt5H3tMOocDOoNP
svcCQ2PWKfgBGeJZFgrKDldaSbuRYX28Khis5e6v3fdglm9gYMTO1mrzUWvIxPQKCIdc5q8cuwfq
wkZ2UHZaHTZTc95yN/dRsmTeDt+INbR7+6w64e9oYfZVOLFXXYwlTy1H+bHwvT5BMNJf+d10vazD
evLqgBjB+MEiS1B3zCXjs7A6ve2GabbidqrKMHB7aexaU1nHdZubMkwF6GBf+RV9DXvCkKrLjDCv
2uw7UKl6cih8HCp7nullWfoN0/FULUyctnRBlXKcraObDd8qq6rEp7VGBh60/kVxZGMy6eh4WObi
TDNUoy/kjTj2eYLpey117vvNsW9EMHV32DtS3oe+sl/9rL53JHZFM3KQ00TWc10zVJn0/dQdt7Vq
z5mRrkeMeES0zKSh9VAgflcZ1intjP4BcYSi0U2HN0SuuD1hFoYgCf+i8Ys+93YxDuzNeOhnrEM4
Jz6owaGgwj/gFDRtEFWNJp/JSqa7QuWMhMh1/tV0FtntptniXOiVuK7xoSCklxex55VnVlZi1+7B
mXSdlpveH3W5dolnTmgJsgena21w5DYXliP7WOlWfaWoPexIa5ddqjdGOHDxPfwvXHenM6h3uxSr
c+gJsijCm/5BYWLyPmoboZ5/BPZ3Xsz1DAAsLG0tcXs90cFCWUjFIoxaTnStjn0BWCmgL+aT52G2
hjWSZmVJVlTXTjdHuVitE/IbG7PwZYwpfdEdnKorqnh20o/NvpyW0xak3Q8shbwfU+rWyYILREIu
9anp2jHt8PlE0aIv690qz4w0kh7mewutHM3jt4XWPzwuVEM4y/mC+gC6i7ME6xa1PMj7yRleaPNc
K6+51Eic0NWHkc7kgDu6jNJa/gzK1QSbpLS9SdHbaPvI06sDQuVjhYM4XQU97oPgM0P7G2cFDzFr
JMkBwcQUz4N95ovdVM4fDEzLrskQKGbGcu1zlFEdHegQB+v9ujr3l+qCu3All9HASqqwr4qJHndg
VEkWqHrne0RcAl3cWnX7vLkNVqof7ebsR7HSFW1rSpwj0wISURjDj+oX6vA5hqLbRbrWdKGFF93F
GQN9lIEgvamPmpl+YnTx7Lin1Zyua8LusLGMgiZgfT9QmdcGdbZgYynJNU4rqki6xyaTeZyNFZat
nZWZlHDTDRO5fG8L47HUvAPohS7eyCUwxZC/snk5owsFV7PW7m72smdpW7tSn95RET60svqlBvGd
Ivee9eKQNUxzdGrYDznRykqpLrac/EeazhN0irq+Qh/QJZYi8J3wecJXLYgNvSb3NZNscu2wz6Yc
FA2xdcWNR8rk+A8B95psANt41yoToV4yiwpZxzT387aKBM+SG+HQtsdpPPJa3+V0rp6atq8xW+uf
hWeemC5RC/vp6tTyxyKKODXEUU52e6KOuNxiaza/mJdtE8py0H1oEunUhs9UmBn5lcZKxsPr1I3c
JiBxw9A/wiLEr0jST6xzik1FVdw0TjOcNKNxDmsmbApjHCfU35shHGvN/K62wnmvljRcWo1mVX0i
2uemtnIH3BLPOdeMaFDeYOQVkFtc5mwrSpJNhrqO3d8bvpQVbImY+ipqkT4wfGGDj/a23Uo9muCt
0W5mVCyxdI0Pft0JXNJ1raQbe+6obnVV+k8ShidfZtFvvMFJCYo2f4dgD1g4bxsPYBQoYU7ji1GM
c+QF6rY2JiPJtqrdK9lrZ41GGljooL7uA+E+IaquL8rObm+2XruT3f3FrdqpAjY6P3Yw30KIHeYm
VeBC/sQ8L6wCP4Zgmmy6u175CNHGVVKiMm/aND912PJhl9zkpxHfpVUVb+sg29tCOpAPS3Uqm8vO
tKoyKTFNlrN/kzNneh5t1SfwSY1rYhIXweRssAiWxK3aa0zV3ktd0ZpZtmu8/Tjw0BUeVVHJw7jN
xXHq/TuOANhpW3qWs2x3VdsvL3ZqkFf081eDvo9sR9C2lulJzQ2BPrLRkOa3IuQfMAnLrGv6mffU
iBDQmdJlOXc26yR/rRAuya0GXl67Q3qrdOm+jusoSM4D9jYoYbtMkx9VTkHYtwS/q6JrhUVfMi7t
o023qdFLtvLA/T/MncmSrEiapV+lpfeUKDMsegPY6ObzfDeI34lZUVDmp6/PMlOkIqK7MqWqe9Gb
KxEpGRd3M0BV//Odc35PZvhstdUTqyE9FwWzSMM/BR4CX2954rXmPo/GBk53rbHxpnPDoutAOm0z
P6cKe5t+qO2RyVgVgSN8WdA7vMZWAyuUxwYiGApw/M36AWB4kJzih6Ks41m6ByHTs6xQoOghwspB
Z8ouc1Xzbnrhzrcd84x5OnGrUbEKB7xYS//NItUxrkP3XBGu3tEQlVvEaoyhvZwUJXXsH3ipAlo+
0eua7zYXjjPwd7zASJc1cg/c7lrXlPqfKXcfa41X3/att+6mwvoxWOMbG6P7sUGAQ+B8pIb1xpXO
p1V2TlJLdj+Na13d8Cm7ktI85KZ4h1xkNO1I9uWBle4YqlEs2LdvLSAieFoubm2voKCWxffAllP9
oh14PWu7o1PRGVcOdCjbvuuOP8fyqnnxmC5ZpMM6OK3SKD9aFItb19cj0RI13NFEF2JUqtX/ks0G
qOA5k+Q0VNVnq6S0iyI2+31bNcEYXmGgd5YzORUuQV0ZmTM0cW6HNW/CEx2f6tUaecbSRtu0h3vk
4vECZ4PJnJWMfDoY4yVs3HfmtLOzH8PiIy8HhgIbb2kAVjqW+HNd77zOXtltS/nqdc63cdHNKUPj
OXctQkGlAgvcj62xNKaeelULVjb324uB0+sEYeIn/tD6jxbN3pGoWnHirVe8SNcr95zwjLtwW1l1
/cHvIjd19B0D5WvbojC+5rQaHschBDR2BhdhgjNfta3mbUgi/AsxHPIoshowySU8PiI4cgOCKLt3
FDpxHMRWnXgYp3seKDw+wkvZ1m0BZhjtNOmz6abwE6rV7Q5Er3ua+7b8NmpPcPLq3aObW5jac208
tSFD4YCjAPAvZ/peSXdnNw44apUG+0yk4hCUGu63Leo9eH2ZRkpt+SNFrmwce69C9zPbm9rQS6xt
7X3vle3fmKMOAXZaemNzHzLW0RMX3TQP4mTbADoQek2y0PxX7FSwppSpB2rhO6ZqcMbktqc6Obip
KmSiGJO4ZlfjF9dWLn+MB7cy74McxXTyA4MmUTLBburC9T49kgtv+2wYYtDgOvG7qjtXWWgkfWPq
E5Vo/pWRTveBY5WvnpN9oZkWj4u/frmEZMet4xuHLsz7kwvmltShncVzzuuq6qRz/QopjwsFO782
8bIx6ewG2X1zEwTSHXWop7YF6KD722o43nvbvmomftj8BZfnEAVVDnc4mj/d0Q/ObPJDCDB3Oxaw
tkdXKXWg602cyA21PyVN3aUERBQSloPiQnaVzNKMB6nzIYydpcnpqNbFsTec8EcrWnUMx974rsa1
2OMXGA9enytSXULHeq3Kxns2tZ1FpRHyuvLJa5UkAz1tgknSxHgmnpc+ezBS5gss90ZiNkF/7Pxl
eljMuXt0LOW/83qp38PJLV6ya22yYER/QBO3n9IRhYGGIYPJJZ7B00Yh5pvsvDvLgR+keFbOW9LM
6fxc1QhBMdnSRnitp15k7NLDdmcuyn63oXtul6Cjbq3IHI5fbVqKExVv5j34Ghl7TrZWl6odoX9K
xygPRGy3Dxl8zJPDyIaZAHLy59w6RnUFbrKPmXULxIV3wnPulRB1mGmFyYwJbmxne9lwA47g/d3a
8v9OJvj/cORPIPU/G/m/Euv06+f/uKHg7Gfb/HHw/7f/8O+Df/PfyJ4iipnkV2ESnmHiMJp/6eF/
/U8jIM6eiGYi8Inj9DgxYcv5x+TfE/8WkGaGY9C+pm2gDPzH5J9UfUg2cbXCgacSk/Q3iQXN4+Hv
xiXkkv80u/zvsWF/MDgx7CdJEPCPv40fjwuiC/zBy0dTe76xWuZxaPlrl0de2/vBfl5rqEapjNA4
rFUd3vQEPmF/7nPzzWzArgMUbA6RqV/cbXMWsItvzd+0zlEQX0A0splg3NP4BRTbrHYUbFLvB/7E
tFd26kFQXXvjrZbzIeeuP7RgbRXWH2buzGFW8Q3ZuvjmmaVfAKUb3rs91BIxk4VYRNaydFPS1Yji
dNQHk33wZsN5BlAdw3u0/7ZMKjae2zmzJzWdSHryzD1DpuDDGskmStrBmvrdyAFu3HtpE/5Sbeph
d+Ic0KL0GhxRwlWYy6GvROnHEFccXpE+Zklufgf4nXXU7p3Q96YAjCzXqP/IlMvJSXFDwjjopmJg
aNR8cPTyJXNjLwfZQI6+po6LqO7VXXYcQm/lEuHSfOaQ8ffzhm8phjLxsTUE12ZrCjTThBgyi40j
NZa3jRukvI62rK5iYk4X/9DQXL5LrT7PYzlnPt2qHTaeq2W4jhfqYqy9C+rPIgR6+XPYhJsy54aL
OqgJcechn1NzOHGWIJvYkT6ofUGuzHM7h969Zaml2C2yrW4Zj6cLOEK9mHurC4lF8wpHfk4cztSZ
yMDZjddtM/ec+uzv5tB4wSPV5mu/H4Dg6V7Wetg5m7DgdGsxU35Q5eoe1lqOL1u7tGPcQKB0O4yP
oT4NahDfhTmuB5GSqha5MEZ47/rSn2963DWfuZMBZaA8zQe8eGt2JOLZft3MvuhifMrDI9ixDVjd
gpGEg98zabYM+WNW7vxzyr3uo4WXuXX8ujh2bubfjEZFKvOYTYimcwiWH+XC204hpb0vVaibJ7gS
IIV5LXx6aPPuxhkzOmqK2reeVU2rbdpZ67YbVsRtSLKsemvNvnvoOUd6NKjP+oiNJCB9NivJSJDb
lH65TbH8aDuo2jjEuXUY21akke33zZSUC3Ox3VjSJB939ALHzJLlV7OVOGNKw37rzDF0EwiP9heo
As5RBC5OZnnbbGSwz/4X20Fri22KxR8ZM6gDhlwLfIqNxn1HRDulpJUAAoT1NnHVMTvLdrKpGWKN
dlp+BYbJAtmP3Jrc3bSwVt4o5z0GKroqqV6Xt4G+KlX1qplrbSJT7slr3frWAK0RewbmxndvNdls
sr5T1/yHt+s/Xl7/eQIiFD/52bZFQtzVmwvHepUw//Cqoi17EA6H1KimB1eIo9dn/yX79D+uQF8J
6XB0GoHR/fkKTL27fqy4Akxrv/nsMcv/yyv85XUbqnG2G8UViN4u+B38Qf93rkASArt0K4ATvnpM
//ApmSiV3CquGY1+YrjOsSv7f3GFv8UL/MeaEeARdQT5w1jnWZqgMP8SP5Ap6rDtMuU+GFpnuc3p
gHredBO8sz8xzBvRdwqKgZE9mHYgb6VTpDs2SvWt6WZulwS2LpmkLmPzvmB282OdiXX76E2qS4+g
beCpqcvG8QLNTtChSVKY9S9upT/7iPkNuHsYyiGrEoIGQ/cXH3HXVkvndcQKhJt5EcPPIKzOTgui
Mjv/4kp/NhD//UoWfTWIaBjm+Yc/fx2GY+pc1GhP1qpe0qBHzva3R5k3W/LPn47/84Vsgl0dzOt8
8X++0FZLSC7JVM4ZvaSBm7Xn9q0I549/fpn//ZPzOVRRuEtAo0u6z18ewoXhSLCaCFykKSc2gSyM
qoPPRXpHPLH/4lp/tkNfPzsf+gG/JH+wt7f/ci3wu8FhdmtHeAFOstx3TNAXxSFC36DX//Pfy/yz
B/pvF+OXukZP2lihiQH48+dXeajIwZIz6Gnwj3pvwmZeehMaBPwEX/701GfnoLmQVPovPN/XLGX+
6j89T9T28Av6zKs87pC/3o2zo/pMSUYtneWOL745sfte+7D2Y0y2GTokBctxu9b+T4sEnjMKxfZk
YyXdDZrShMSBhsKzCwOBEkzEZFxxrIW9a9Oc/Zw7GmThNfVhooigiS2Ww5vSHNXrGlrcLS7I9ku6
FuZnuunwG+GlSNI6aDrGPC7cK3bEeuzw9Y4ZopftzTQM4Fg14pIYz0uptuHUBuzpos6bp++kr0tv
72fW/EokNlZHpmvernZ18ARqOeOo5aR4NVE723JmEiNs7K+z+D4oVTzUVYqR2bBTjnizZ2xnoa5K
jV2ExZM9ZugmAqv/IuQYRtkSUmaXrYMC7ocifp41uSwoDcryzqir3XO3ca4/LWjq+1UZ+id27uHB
lXl7gm+RRwTgeucMjQltXq55m2g1Wf1hGj37llOVBnVkYyI4ogcYsoKpNRwGpL4v9lRzK6r2DMx1
20gUazKsVbPcq63TCWUKHSfffp2+0mBsb7qss4GxOvEYolY/mD22ptZ3vEuwAU8YE1upOLumMTDr
Fu29FbZTs5+mQYzP2VL7RVSCWyMmQ2cvtxqH14xxVk/0bpopTTbXsT8ao7byEbGv4uCXgODOz0r6
WR5TY199hlt4LnnfHd12Sfd50NuPbArD51nyDj+YWbqvm/yKnRgRt53tv1Gnnl6MPuyGuOEAe1EF
ufZnvkxrrzn4JkuQTuexxa0QiR5mPXJUKbEnNjbEROUte0mAk3MZQwxdOKtQDC5DRpb1FnjGm7I2
aNdwHPVu8soRbnjlOP7A5uHatFJ2wd5DzMQPW7T97UhX004bBGJGg90XJ0tBJT2NqBxqv8CXjqj4
jncf5kF3mtOQxUNKAhhfKu4d+zDz10Fo52ZTsVepoePCF1Bd5itWtkHQSS+hKX6GkaDLO8SzZLXM
dNY2LDC70j+iB+HX526e8vLgdhOncjrgLWHdY/3X5Y+JHHET+2c6GMfVDev52RNu+UWC59Xot6T+
qZZYYBJkyNqL1yZ0X7xK9sVlsCVD+7Bg9JUAIpXf0JZLNSQOY6E0mVjVDw4nsSUmP6imHtHsqYWX
vcC51rK3fJdV2Dv7wqIowk7tYS+dNXzOnabau6uDwdQT1vBlMU/Y01GN3R4962GhaJKts6N+4+Rz
jiXVZ+BORnAs+378CjqCTd2sYK64LPU1WN+pMSfi2x2ZY5KWe9RrYLxqGmYt4PRGEO+fjfnPdsQM
kaZTYcQGwPh7b2MHiXxVbzSEAHfG2J7k3p8RirWlNoILeevuJ/zYH5Atwde6dtSb+stoHwxvGB6m
seTnMPDSR1bfNefCo0b2y2cuYR6kLrC9ZQZeF+mkC/GyFr71neeIHDs6L7npUG21vgCrvLdS5V9N
D8NkynL7URZeGqDjwl/vOAB3FF40uaAExYAGYaiXFq8rrfB2RH17f3AbjC8J6cgOg+1aNL/noYPA
hsIJnyZO795BhKp2b8QoF+s+xzlm7pCmCyIZoHe2i+sUwoo6I1uZzmHn7Y5G0W/462H1Hzldzt1t
b5b1+NaMBOfJpBO101GTWSgnEdgemHfzit6nZU6gPk6Z5YWfWyaOFcxfolwm9Tlc1XVG9rw6pEcF
0574jtW4IQlBOscc06GANS+nAwOi+WCls9kxESrbnx5RFWvkl1Z/Rn8wyORYjW3n1yGiALC48ZRf
MaU97uDidUsb91WOi7tbS6nOoTJzzIpjliWwJOtboGxvu2DgF7fGCo/zQrJ7BcpbSPkwGGV+GG3b
/z7j8ygY36sclAl2396JNg/s1xrRIJZLpqiYyXr/2AL6m6cO5aTf4eTaQi+CclfzM+e+cjvX5H22
e3/YLOfBHxzdfAzkk3R74rbH4tEjjGQnmpGUHs5/5rd6zGn0Dgq3cx5m9o+XzqynR05fm3M0u9lK
j9acwb9MVnYHju09STUyI948hdQbmOmUlohQBotdty5e9uX1fK9wN3Qew/evS7Avx83MjstMJ8bb
ULVMJ3tvXm4AEbNjq1WY3TJkZzzKEbw/rZbRPjcK4x5PzlDglnJHd0oC0YYPdTZb4Q4VvVHndWnq
LCaQHUHXHLKxiTHR6U5jwwrLIs5Wr96XusYYQJjLViGoEaCLVNCmT1PI03KcKrJxj6wN/dFl3NLc
9WGrDzg6GfJnkHBRycBh3sPsD8dtNpv3DLPYBy6u3t9nTiH32gjWMuFtO5262jN5SjxX51Fl5SaQ
RT8+ADNM/qVR+WLihIB5w2W4YMtu19B+coZN8skCJCqwka9sKHoRpWtaPNuVFhwJUptaJzSUbYQi
i0Bu6oOPv5amoXJhOxL1SBpMGVzeYP5mtod8wxUDx+Pbpx663bxUoTeTsWK2qXxyGEcrYOlJPDe5
a8gDkgqQsxZ96N+5dAw/GRxS8NSpzXnd8vyJ17RZJrmYxu7YpctYflQMv+c79A+SJ7Ts7nBOOMGl
IJ+FEREp7+NNCwjDyMMrGRAM0uan3gRsS9mJgER0VRok4JTLeRJYa1tG9vFSDXXzzSClluduCmaH
zBLCBnbSLhTgerU4O7uDPv5uXB1ADWl/IPi2IniZAW11adK5dI9FwEQ7MfvSnNl5MqCnxxTHMuMa
08VMk6ZfnOI7hsrOXL7Ng1mwjPWoo3eeuZXNTb8EiCbUJFFot6QyO5Wp4K8gyND92AjmQF7JBkRZ
wgEr3rV9ZR4zLQv3lG1jJc+6qmCKOlh2hA5dZU9muo0T3py26uJga3oyE2S2D11vYwel1pdAk7n0
TF1nbBZFeQ6yrk8kc5lkzuxjJ7B35s5WUewX5vsMaj1OTVTKjKe/ibpROHzDy3K8aqu7OnB7Chsz
L7hUZi30785ABrUmzQytK4Ad0KUla20F5uinupkepwZL7i6drCo8jq4/3OUkG3w23aIqXiQj7NQ2
rTeNVotDQEeIh4i56rLuZ7zc9QeRSohdxD6Akel2NS/WoOGGrMKZLmJFKrjFnW7NEdat+nvJ4srG
wAizk6w8kLW2mj1Mz7P3UKZb87Cs4ANfczVl2VsopEosjeWeJc1DjczgOwAPNiRi+CW3M8SnsThB
EDMT1o8LqheZPI32bizSvhk6BGW7C8O5MdAc8sDaB+hVCP/5hg46sV3ct8RZyLOzGen3xqrYDDaW
JJspMMctdgq1Gs++zANQxK1oWgxQ+fo1lGm1/rQIMeq+40Eyi/3oN8aYiLrom2e3ynmFDJ1qyWsK
c/ZaDG+Ttgrom2DOh+HVbsmA0dAF8YK08TKuzRVdVWI94zRLT4ZZtE0U4GwKLqwYU1zTBVhGvtN1
v6UDZhkw1cRdWZ3WqroZ6RiWq7SdnQy9XCcrrUanau2qvd/m2bEMS+ijQtQvSu8HtvKayVBUhBMP
gFhgVu83d2A+bVYhpgr2kdsGUJOlHDfITHicrZKYqXnTwV0AggTcZLt3o1g5QznN+Bs5rH7lkQsO
vsJZqUMFrggY9hvbz8pdLtr1NAtse2c3zbsr/auuqtwqsx+eo8ZDhyveeB3tyl4iyNvUitvSBJ9i
jyoIYCpWCgQBYaY3RfsLp7CwZI62DPWudw04EI5ZfdJjVLvoGv6SYJ9AmvGAonqAm0YqKzbQlFNt
5A45V7oRh2aW3RTP9QR2YHizb536kpSwS0AWgB253LQfRY84H4/oy/NuoIBEXiq03Js2t+z1xGsx
P3GoQjSj80sUO7Oc1x+sBiVq9tbYBVK2sM4ZbFs8F7rhqnLIwSAm/1hmcNKtUJ4+ktSSz0/B4mAM
6D0LLbmsu++dr6dbG13hkPpVmKQtzr/I6qq0vYzQcR9iGkiV8uUyj1YiR8xWcYp7yt/Rv1l2l5YJ
un8eUhotXgYZMJoc+D79XWer6sPmUFwRktRMT8tU24/Gkupvgcb6vcsXb7vJcjHcoGY6X0tjAdRm
TiPk7TbPouIxHvr8yUvRslkmnQJOZoT+MqZsnXedI5a7ChfTEQakn69nk2qJsg5ksgBB+oG3d7zH
qCX1ialj9d1Bdxvw2yWDK0O1R4hOq1u3y7dP12R/nlhDb1MZWYDdI8+X7+Vw9crhmm3qGL9cXkfd
RPNYNLD+DFGqLQROr+8hY72OJUD76mKX8+ydypB9/KBd9gzhSLtBXfGvYTjtsQsN+xVa6EmZS7YT
ovN3IyXA8O5SBIdwyrNvJdO1F7WqiYcrDZa4I47ose21eOtNjqyQ7NU9OLqxqxdPCyLK2vTT6pXP
gM68MshFf5dvLZddVNapnZPP03voqeJ33dZkeFlLuBxCJ4cKmFbO5SS4MSYG316B5ovhfm0d61C5
nqlfW8ddzzlu/WQzA2vb88i5WVzTzho3s/fD05ZxWzFXL6MmE/KRLWlL0JnpaLZe+DeaTbMBIm8i
o5RlzdQKhuZy0kQKsk4E3LoHb1r0pSqq+sIdbSaIm+WeH717tK3WfJnx/6WSbQLkRYlLrxAh9wa4
NfFC3fabF41Js/wcOvsUOPW0sn+XUbVJ+a4pQ0K8dUoHnMqmoaDpfR1xkrV/BMKvdnPftad584F8
pNLwQiWh9AkJNOEnAq1xbBfFjMpY9JhjtDZYMmpiGZDAnVwREzS0GmCwDN4MoyJshZPkh0cERHuy
CPFnaN558lxYKqAIBNKHiAevejSKYPk0+qwhlgo83zWyBaJgrS9znxLzZpu+eQe51hyn1a5g9wZ/
JzqMs5KKwvtBF0DJVTgVmGIADDXnvSbxBm/+No4uXULEVXjHcuH7SrgJ3HEP1FL5OyWM8GCzoBjR
vPADxEUn09fOW/D1mJaRQCURuFSt7L87q7wBY9qOGSLBqV/CMcWaaA/kYUz63KzO8hIi4zzmlAtA
jbtL6u3IVMH90UAWJBNz+Oexnr3DNml078WbSNnrri1jrZUysWidLu5S8IwI3/i8N2eDhQeFOy0i
/uepSpq8JiajF6sf074AN0YLPL+vrM3lEW4155jc9RdnnIYkUIiGab4WB3fmveaaqyKyx7r+RxqT
5Vu9llZ1qHh/kFbg1tneVvguZj4I/C2eNV2kGRJkMQ29+ysj7G/HSi+/YaXBJh6UTyn45nSLQdpN
rpvn12Ct/OfmGrhytS2O1Y8tCNX7Cpkw7Y0tEPUDHwePz6Km1cf326p4GIOaP7fGuCe5BpMsHoRM
XdmDQBwcaLmVfphBrBeZme5XWzjEQfTMRRMsWSMBJ4XR4+gHjd+RDSPCJDQ7H84Ej+e+yyeWo6Gb
fkypN+5CQg8cs8y6WFPVwk9oQBGPE4+ObwgrnnimyG1wg1/eymRqxT5kxwM5AB8h7RYfqV7nJ4Zg
nCXD0pU3AU+XybhSj3TqEOfTJ/loIcRtCDa7udiK5zQEiSfv1N+FpkyLvUKNLqOl5ibY9ehJNjat
vHNjozD9izshoIK29dmj15MtREaEZ7P75c6LOIgt0zNhJ5F6My6IeGVzEKYSJ00KnbWvKg5q+iJq
haG0MX4O65jiZeA8/isdPcPcGWljxhJH+t5N++1m7v0WVZKY4Pw4y15/+U7jHHB8kLoytsV6XAeT
S+OMJQzIEFP/aBkK9KLmiwsrMe6qkKpE0RQz+yFzSO+ctgi7qOsovAVS0Zt7qwr90qrxi5yI6XYL
rPXJmUK681Zn4y1rIq2d3UP+iJO5PK7pUGOlddiPH2Atx4+tkL5/FkOz8LYlWvuWmfzK9rDl0LRY
OEHo7HAk56fOe+NsOJ9nQKedVc3LdMxwTP5UbCqHiAq0JpkUt0Zk4lxLAqZTyZaazsD4pJreBvbB
32nY43voPY6Ou4qa5TrJgxZAxxecyW5l0Mrw2PdlMdIpu4xwjJbsbvM54O3Llo3cxXJb5WvYmLmZ
FIzA75d8CiENR5sXR0eROKANzVL+HZxTC+wPiR+DYQH+SgTa79Y4F8Wh1v54sohvCA8pe/2vaiy9
A+aF6suwnUAl/myZ53QrSWbj8LDOh6IL73ksH6ucyUFuO+G1N8pNT2E/Ou4+JI9HkhHEIWHvsx+6
Vbixsf2mKkxKPEsfijjFuNcaAZwC6PS958gTxtYYzEvU8pW9kXDXkVK1YVl8sluE4nQqnZPX8PPv
xWw0adKXAdsmeyIjMinydCbfq3YYDNqz19+m2Rr8ZKD5q7WaxzSvCjfSS2Ddr27RmvsNGb7eZX5a
P9uDMx6K3ip+23WFDSbVKRvPwGicSGJHr4GS17AhdqMqXR6FPNsiQs8kOgXRn1+ZChoArHZc3pwU
yiIioqC8MW2JOX0ca9M+WZsS42HcDBz4waz7ZodfYKyikfyhCr8VFgZ6p/IVB4pJU1Q8CGNKXxaS
/PCrF9lGeqprpcCHAH23QRZiKNIETutDJWsb6G+w7ChssjU85gCly10O6rlGWe8u1PAEa/HDZDg+
xZXRFJcSfslNUtAl/2hjljAO0CneF3iDSSAMOycvCTOyRFQrt+oxM7vgRXmNIPOVO/syEjHEKEtl
ojqRIEFtUe8yZAGXzZVXPlihb/gJM/uR0T8fWcQhtZu/sNUTW9vZXfc1MabbftKu29YP2MHGk+Qd
uBwlsACBMMqyHs2MXJQkraT5Ylx3u8fMsU19DFs7jYdBSpw0RnMPKq+fR+yTzM07Yf7aCvwNi8R3
TSIDuVSxXogSg0DMy0vN575f7N5jAm2KPXuT4tYh3XU71EbWP9JlOh5nMAKOUX243ZNFVTywrZvv
pK2n/JqPqRgoCJ//l7ekP4FtBSFv8Ft2jFab6aiXpbscRNvMzo3tSiPJPZ2+SRtff5OS4nQBlmlX
TsJM4Z9G4pqHuOAmfiOqiS0j6R4GWwOT4BsAgGqF7BtrKNvJuDK4GfPTaDSy8q3oGQfwbvYMyDKC
oDbP0ZdsSHkx+9U1JrjGJkNQ8xcXq9IdqE/3bOAveK0b5aKssWL9chpQ1LopQZJ5VwyHyQuCHb6T
gXNwoPPmpmVc+DysmzPHdVvZ1qVwx/B3PXByjUQ6YijMU63ngy02sD4yUohCzSntm7DvhPVxkRXc
S7v4OYm+2FP4aKb2UGVV94nV2L1NR0OdRDjMz8IWJatrPdVR+itUynhsDN3vSwyHZKiEbm8mCJ1M
DhY2oJhlpWgN5BhT/NLmHHbxtJRBDjOYkuhb5U3+Xqa56nfFWHM0Ez33M5py+MpU8B5v0ktKgB3G
RfInsA5mWvEtttAjwzJy0MDq3OQrfDmxtCAqeiXGRDIIuQiCPrK9g2OoPytYc3UaSzJ9E4ev+s4Z
OjntsJWW2ApJ8SOy1NqMDM+pg0JIdepwcfBcyj3fOPkVqOlVfS8kTIqSCEMJPEsO8jzn8MfLimoF
TdLTbY9m+NRdF91sCLjzvFBVV8Z3Db8h9JllrKXVF1hYNmdX9Cbp26wo1otuSnmPoYadICXFV+WK
09t+YTZaHUpCRM1EdgHHs7no1/JsmpP/YVZWcWPMDa6RviULKyL8urPItDXPGWGHBYQkTldi8Iru
O6Erstj3/VbP70qhWURdOOfFAbCWxbYvMBNMRjoj1TG1eVQzkWZ5WC7Vo0Se4zcLhqx+MEk0fSwK
a5DnulxbI2mkb7xuWol7kWVbF4mGsZFbdY3YSbGRPbxZnsVGJ/SW20Zt/rtNLG6WZMbgAUzK2rtw
L6V79lGEha7DKM/LYDrf2XHyCbmuqfojWtdrq0mb4wuwBx8vhfY3skIBwCF7s9J66diKmTE5AGbL
YJGgW06ApOUgHJHU0VFHsZL+SRRyVBPQ89amS3csfZZUsN16/c4XZ94Wvi6rbxW/dmQ1hWU8I4rW
iCsTQByDO99+nofAuA4dU51UpmYggCF6Lq/a03QamjCrjuRHqP5Au+P2UroEkif1vCyvA2lhCQZq
+7Iyrn5ERS+/yaHrj4QoNP3JbwaFl7OXEGCLa+0gBplRNinZlTun1uWzNNcuwNdZtVvCYCJ8bgTb
gduaxLL6aWhTQo4IkIEkT8mLWfcgDHSB1r0mq2aWGZH/1eB7vw2gl/o0zAo7UtPwfoztsNanfGQP
8V0h4qyvhifN/EmnTTVzyxJAEq+rw0jfDfr5dSJ1r0jSpZCvel5C9sg6uFoRF/uKSheMzffbFBr5
44DxE+mLwKVPO8uakxJbfnTy1m4jp6y3t0LbDrTjUj3nrmKu5BD+afDdeWD4zDkEmd9E7/Qx4xgl
LsOcmcVd5Rq5eMrzlTu85N7yb1yW7FPTrGZxLlGZOZPmfPrRGljjF9zmcEc3SwfMpUPvsbB4D8dz
NzQPQebrZ5tjvxN5xqSKM1nW6jHLzGW8zJYl93XVZp8eGyFNRFPKrLEUhc0BR69fJBiSBn3NIJzi
rGdxiS3W7eUGG1NBIApOUJ20y1g82Fltb+TEpF37Ttb1fFcXnuA0nlX1uxQQCJEw9fAyuP9O2nst
ya1c69YvdBCR8MBtoWx7303eILjYJLz3ePozwP3/e3WhSoWgzoVCUiypZ2UizcxpxmeUL4NhUkGt
GblEsD/IrqyxKP31aEsKnDu1iWAwjrwhnKSIFIJJeZPcENCLH/ntkrxGz6/WfkZDU9Ihr5cPsoFj
omjF+JYD6rzNaCxZQyfO1+DF2yuDsIngc5I5oGOnlAZvNxh6ka4GNbbof6aXxuyfwrAm82mKUnkM
00b51AS0sbUfqC2dMhR0foNCSl+kGKiLWJF6NPcV++VQwou6IedmguNurGvUKHTC6qDG1nZauNGu
K0VAP4cRqFuav8VjS/vqTgkMarKTYNBe3SrmhG0bDiSzLhp/3/AmJmuZVPJeaTQeWQFI7mJDxay9
0UlO/ObKAqsw5qW1dvUw/lE1ZXlLWaH/kPV0Na9YVnTQG8T/sjUNIyaQCMpkm6dCKZSHCjAo3YZt
fydsoXzIZS3fGL2sb4qcP1WQvXedNKj0ZEN/VLqOlS7fDlU2sEq0FMpuJ4x2o7ZSaF2R+unfiRSl
WzxngdLdkNfXpep7t6aem2+iMRC2LZXmLu8aex8Acx/WMTlo3iuyRwCfxFiKT0ri/5O95G7avLIf
wrIhUgWjhz41gx7/RBb3atBQPpnHtHklHCfvjcC5FyzNzYRvRF7c9ZXkt+vh+90EHXWOV3TeVP7a
jTmP9zjpVL/6HfXvcecmz6FcdTQTBrCbCIzSLuV5dCw9+IGbV3vq+NIrKNrGnlYXo1kBAc5Y0UJK
ngbqG0hnhkX4Syju+E2pdDIjgkxbuSdcObwWo6jFrU8GkLnQktw9dGpDtW1nB+ovgAz1zhWaW65V
kO9T+0sUP3meRdSBQhb5qSOGiSdF1G1VoaqQbn2JtKedgM51vEC1XpPRzfSN0TZmsalCKv3XbQIQ
mt7yEVyKTXPAOpkoHls8ihxQADnCfQqUP34ZghGAt5R0Nwp+nU2fJKfcNuNKu6bur5FpQ0rSBziE
+u3gwpYh8irTN8andfFbpg+3hR2VpffEOWnnbcdCYaOU+pTcIouAbmTr3TZBRaG0OqR1+2ZkuFm2
N6CB66Ja0x8aZdSIOoM4/s0WL3hESiMMGI5JCS6cAb+JlO4Y01lsDPmO8yJ6cCG7B3Sb1NGT36Sk
5fkU17puQsdIXK+6AwjhhsQPVfRPKPh9yaWAfdU14Z0nGwSpKdTzqCjBTw+3JrLLCIgPDftiZMIa
R8J7XvejVPT0WPrlT5CDXeKA8Wi/66HOoeUievtQZbXdryPyW7SnhWm2schKpE8NVp+0IYXnwDF2
xxPGuG/qvnyUgwE0syJSMhZtUm1tV+K9AmCudcYmtyefHrZ8mFWaufEVPdk3FucwEAYhnkicEfgt
+FuI8emaexi4bNqr2jCa+w6AGl+pAGG3LXVrYngTWUhWYAMjhcqLJntQQ0257VPJV6+prcv6A01m
hLisUmRQUNKI5E7LViHTH/DWKMp7r9R09gb4UvCb8bXs+uMPt4y657KmkHLVjDoqZnYzVhuYZq7t
6CYO1ja3KfJcyXncHohcK28Gnvc75eYDEXpdJe0AZuZHk7moOrDt3OyB5rVoo+lRa+GiDdpVFwGT
e4eQXt6k+ghg2+ezQEfQkiJxylqioclsQrJeIo7uw5YJ2uImyJMwGBh7cqbAYB7JQvjDM5UEcfmB
20MDtoRI8V4v/eh3JYQl7RJbbf0HnvIWLdv4M3A/YiNxRKvZ5qrU6BYHdR7zJC5g9xOlpwzniWMg
onJJZNwfQ57syrFWXk2kUckWdhmch0F8o7Qv5xTUuf+UNS8ZHH5u7o5H7KgTjiBnGnMsJ23okh+q
yOnaGekata/BnhQ1DkBEoO8mRPT7hk4BFCISCuNeoeNrbxoi3usI/uWnBfun3Jdan1ckIJBz4LUo
E5niF/f+9WBV/bs9RoGxDWz68jecuDaFWFyG3rttldYn1DAlOqQdvVS3VCeW6QYHvqdlB6z07WCX
uDay1Q0fNWIQ/wR9qv4orLaSKAZLre8+lU21A/2HBnHN8KxPn/SFzRFP/oUQamcWNLfXgqNLKkkT
+WFCz+xAG4RMXUa3ss0hH/d0TtiPhDApA1E8K3huk1LQbOwKmCA1lAMcFq3L2/tE88crX277n4J7
9RcQVH8Ag6Nw7mS2Mq3z0Oo/lFzWnodCQngYxiJM7sk9M8kWElraEs82hlWnpHJ4Qy1aijxdYiFG
ECh2/VHymrwOoZ+Vh6xqXZMu8BKobNiSTKbJAow+yYSW6EFSe7ZYA0r2wE5oUHA34whvDsyTVL2p
Ta/9Ay6lHRw19l0uE67W+grYWmYcyJ33j3UkNdnu/9T9mDZp2XKEB5GarSHTt7+tplJpgicC/RQ1
qbWTjSa8gdTR/QBbTh+0KsS3y2Wpp1W9poXeEdpoBl6U0GaFylknt5XfDOpKqZ6GQLkFFsRzdzxc
tnKm0JZcpLBIhFq6pWmzgm6RI1cw1CHZeMUHGfAU2JA4sztyubn2cNnUmVpXG1l5mxp7XQdJNRsQ
9Vl5XAEDX40+Lzbhwpl3Hy+bODNnton2k22qjAdto+NKXp0W/76how7+9WNuvqQ0utsLxdanVdAW
Ik1Cpb5MpxNLmVUmoz9OLYwPBoUC63VBN2kQ7QRlskg5LJQHWye1wZbQNZnbHP04WZ/ax76W86cA
r2zos9SS5O4qJKzXwegZrL3R/0ysq8BeLEeevvVxMTJTpsAxtiyqyGHLHRuEdxkB/hk0mPaj0xI8
FPJVWu4C+zYMbj1v05LuNRaKr0+/2FT2TA2boluyIea164pHUhMiNpmL9knJmn2b1gh7bC4vi9OV
ZwuEQ3WZKmvTgB17PDDg5U1QGrjQsn3fN2+1dXP578vTRz+aOT4QK47OAiqRDbbssYGK+KnZl4aB
nErjFLJw2uw91A1Y/xP6Q6PeF/aE2v5QqreKhzGxxUMQmguacifrhS4DWjI4LBTDghs4b//IEsq6
7ZHglarfZz6wDFE/DaFROQCwHhSQQaQSlhTETrbDZBTpRkMWusUXnOlEG7FN7aUvEyQP7buyeM87
vIFK6x5Bo98MtM83nXFHQo4YpV5S56jVD72lOuCWbhA62Feed5t7/dPffw9+lapzGDAZ9A8cf4+y
Gsha0cazcut/sly7FvhgeqjRZp3dWkbjeD2Y0LR5pV37XtKnHIH6j6LJC00MZz+ILXiw25yvijX7
IFCWxeD11MwWCSWXurS2bfh2hbcm0rGfFFWo/vl5eeQnx/n0Ob6YnH7SlxYgpRxI4KNRvCrdLbiR
tSv8VUeyrSm7feYv7N2TbTUzNvv2ve5R4dxhrKU6hgubRKbJc+LyiE4OCIyws0xd0TiV+JjHI6Ig
cggbKB4rMehTv/MuBxRb4AteNnO6jmmoNemp5YBA7W8uL+jBX6ohuLh47dbDkIrfoDKJjSTV6zia
2dtlY6djsjXBpcvJbmiAyGZjyhO1kGrddFdSIHYyzpKntm+s4oUL93T9YQbFLgifqkHXzjTmL4sh
qz2FxnuIHqb8VofbhFx5SoUA1cnNh5nrzuVBnS49HAmZJpqpZYfundmgOqn1a7vwCKdhFdo0gGW3
3UR98hjZ46ZNxwV7Z74Yl6PGkpAF/z7fXUFgEeqTFSDV2T+tId/Fff2UDnCuU+/68shOLNEixJpg
UOjUGrYx21TSlKVCRcFc+ZX5yP8y23ttSQYuBKzk12JhJU675ugu4QpWVHNyMOgAp0Xt+KuJsi8b
KvHYwtDWNZAVvzv6QFJB9s/cJO0HqpCby+M7WY6TRc1kidj0m+vzLdYU6HF5AotZqEEfoEVa/+UO
0d9uZAu6EA6NobKV6VWbjYsw06DYKejrsr/r8286pOooWrgCz3wpbFh8KyQ78dNm5z6JrNyiTRin
TLqxJn2l8sqM34fm7fKEycrpN2IgZIgo70E+T595zW2tDpYcK/iZlSTf0Idcrwuz6A9xr4bXQ6P/
dkFwUcNLrClv03000G5Vkr3ZKKHbL6zOk30HCFg2iJVahPpwcKZT+ssu7ypwOb0p66tQ0UDkUQa8
g6KmvqhaGx9GtFlByTfpgsdzOtGqhnA5uGDgABasgmOjWkM0h0wHSfcaKYrypyJGdKRuXOPl8kyf
Dk7VVIMlQ0MglYTzHkpv0IuxrCnky5jsNoerF+jAuhEHRQ7I/n3Z2LlBsTYhKmumht3ZoBK17aBD
EQyI4vyB3s0DLY/U/XU37aJa88nRzCOIk0QRDMygmXYa95ePFnlqiLZfCnkljtaZ+1YVxZo3u0NF
8iatf5IUvDy00y2uogJMn6FukEZivRzbQyRIzdXQN1djq5UIJU5qfeGYXfVS0i6cJqfnF6YAsgh7
ahLFGTk2FVSGp+kVDCq636ODTPxvFbQDWJvBQJiIhIRx5aGfeU1m/M0kMb5wzEzL/fj4VHVWynQK
mIp2smL6FpA8eWITd9smS0KrWvE/2PP/TM44eSfhWX41MZvMXLYaUy6pUE8COd1naGes9SFrDiVF
Xw7wnGyjyuknLNHC6dL4Xm1E8bd33/QLbLq8ea9x+SmzX5DErutrLb9AJkwMCki+yYCBaunwEZvF
wn10ZlfQIKeriKZzcivzFlWqhAdCeXh5MZh7WboS9m2ScMtW/492pjP3y5YopZY+RRk7ZL3WnXzr
ktUOICUU8cIlcW6FwFXXkTYTHJtidp0X6Ct6jUwmtsjkxyL3foZQYv96u9FsxzUn8xqUOR+Px9L5
EXVuMa+ikmK0VaW2jq70FSKPxcJqP+1dhr371dJsJfS0tSI2yKw1Gl03wcPIwvN/1ZJGFWPiSCVx
iuZHRe2pIS2ZPnOGYVrnAiA4xX+YDTJs6MGlrIb3pvwSePek/zSxL6qHTtkJkmtacJPBT+53OX1q
5ZNf3pDsb+ytDsg0+3F5vv/EQma7/ui3zKYBlYoAFAvTwG8Zsp1X32XiOwDJlarf0IRo6Lugf47d
azdsSZJujAhM68KVeGZZ4REYClVmBotrfiXKraFmRsl05CWUa7UBbtpSQ3F5oGc2oyFr3Bgggog2
zN/4DUWi9ENPxK6u+K0gPkb97i8a5zYFxMe/NjWBhlSOGQWfdwIifd2PKJAVWh6pxookEaCr4TGv
9GvqvX66Ub6kfn56PeEZAsQnAKkTeprHOiVkAgq4HqxiFdZYYf1UI4VOY/vb3w4JMzyEFEEcUqas
7HhIAyLF+aBjBj3wGx+hFcrSN0E2bHh9LgRG/tzgxytyOlogigjS1Ob/dP5/Oc5scNhF3vrEGcLO
tB7RNe8PnqJK3TvKBkW4ReoET5vouPWuqXUfkvAbua2kIIILTBQuONCoabzFNGabt26Zd79gLtnj
Da0H1MObJOeSNeRanNx6JKGwJZsW/x5cWpvWxhjobwqNkg8oDdhXLJm+xg/t2pcckHyz61UjJVSV
p/FOU8OewhQ/KF9NY/ReqqAOv5HMqA8oLza/XDOsD/Qs9OHCAXl6dvwJbIJ0wbXjlp7tVz2PB7UI
KAxJin8CO3RC67MIQB8Vd2F4MJWFE//Ui5xeihbhRcVkLcszlwQHVqVmAqiNZI1gg9xHcncruWlv
NW4ydXT/+nbWQFcoBBwtkA9gRo6XmUDBoJYr2+K9KK/8ZqOr3dYc6dtPFwydHjn8ddUmt26aNIyJ
2XpW9LKtEEuyV2n2TdWuQ2PhK537+7x6CaOxAfDmZg5xbtNr6KFKRxVH9k9NjhtI5Ntfb0loLP+a
mM2VFMKP9CgHXAl6bMhNrtgtjglMlMr5y5bODIYSKuJw6nQhq8rsuhqpWA/NClpso8JQRRtOVZdM
nJ7O5AO+mJit6npsu46WLYtOSyleJxGqVWEmuv1Io/6mykT/cnlIZ6498oksNIMvpJjkI45XGlrc
Y9RYqb2iQG1lqPlVjgoaMTn4EtSOAOShguUFnMETkpOO5dMFkqXXiGisTfoLZCVcSL+c7jOD1A4t
2yYtMbapz8LgdjmGcWCCsJdT7UnTPPpBSzq/q304+h/WKC88ak6/KOOmnYL0galT8zD7ovBoDUlp
hET6N3Bvwsr83Y31uHCQn15NExqGpyfRhCnOPXupkY9wM4/SsJXW/ggyQam5uZXUbOFLns4cVgwq
8QnFWFxNs50W5XQK94HvOXkl/4QYvnPpsEUUhk6giTwrV9bu8tI5NyyVq5BQiRCTO3G8csYmHVoJ
XBfs65c0p382MOHHLR1QpxvCJh+hAaOijFfVTrI7lh95pWeT/zDb0EH2Mtil4Hw3sISfTL2TF1yw
06fnZM7ioDIAv5y8qmNXMmurAK/iW2DV3A+KLjdRxf5r+r3KMWnoyKYZvr6+PJenH+/Y7GwXUncF
W4PSCyds+itK0ba06F0h63Lb9/WWA2Eh4HP66TjxVUVWeeLynFdm5oAWpDQp+mjhgcatCkED29Bd
54r0cHlYZ+xwVeL/wSciD63OlogGZa6QS5JXoQWicULriZso/rhsZPqxx27SdB//a2R2hdEMNgwx
zqvTB2hFyB4FzhUirbBtR1zB2P3t9+XzZZNn3kw2iXXODFamJp946m2QdxQd9gGPsuDR75StRqNU
X6IfJ3soRbZUBYt3inEJ4BXrQIsWbu2T5WLzZBfwQNkPMlmqaRV/8Qwbmsrjdmrx7QQqnHVn/rTR
XvpRqI3syGSj1nGRDq+Xx3zyLSebFBHwTNO4b63Z+dJ3NHqERoZ+VwgU0NChAnEuBxsPOaeFe1Y5
CY9gC5cOa5bBuaxOv+XL+PzQ0ildQKsRzD68jBUanpt0fHNjaDLRW4McYujd0OV17cfTVEO5foE6
aCThFvm9g9Tcle4v0zzo3cJ1oZzcF9MPA3pKzkWAJJ4fsiNamlGBlIozpvSmEgAL8cjstKK2l2oz
ZJWHDKo6daaUuweS0dT7DNj1gx8rEqTzsnH3SWB5/lXJITSs8CNVKOaFgkBD37frsh1yusClHrln
0GWaI0cUOTv0/eOvF0mhfjRmQMUeaciwWTiBTs5ZG30hJhwuLDmsk0xj7CptL4kydHLCNTc8oMZ1
3rloQIyt2MuBZ+wvL6ez9gixsXGJ8pEWOf7EUTm2cmVQ+GT7AMrrb16gQHbYCm3BcT+zbEmpk5nA
xWXDzJ+7QUxTA3QixjUUd+zMn/Bfdp5kLdy+54YzBdG5DRU2iDnbkXzv0ec2Cp04/C7rn227NdTP
3F846s5b0WXWIM9qa571CwIho1OhhI4HDn38HCEheP1D0H5e/jbn5kzjRUDmD5+Fw/v42yBTwDXo
2gGs7AARokBPgP5oKMnYyNAsOEfK9KGPjm8W3vQ84CbiuXOy15GJKTIziEJH8TvxBjnChh3sh/Jj
PwjKNAeqROEFSor4p0o7c5tSJvga01B2k1DJaz7QQp0nTjvi+ezI8FE9b4rK/azAIbyMvhf/NM1K
34NJoJB1aC3zmxZm8o+/ny+iHIIjWchEyGePw6JhP3bCDZxGG9auTzm7ne1t96/rhpipr2ZmWyZV
3IiYLmYoeKOdf+/VwtEjlMfct8vjObfMDGQrdINsOxnZ6fr5cvzaWgFxS5MYT4LiOdKCmvaO9lLx
xENX/TkaPgfgZYtnLjTs4HIRw2Fti9nlgl6ryofsUeAakaJPRSuhVef906eII4WU2m46YkkLrt6Z
Uf7Po5fHD2+fP3f8l1FKriUVPPkpvexgERadk/AOGKxkj47Fgh+0ZGrmolgjMZIiIkgRZW85LV9U
21Jj/OFrC4f4mY17NKTZNMKErXU1xQ6Fq2uvqjZmHeyb8a+xpES9IZ/ilNu2gv8xWx8iEKWGkto0
c9a6kcs7l+Zz8GPby4tCOz0ZNJtnp0FVIcw0c2ZGbZFWCJupFy987wxUrdXnywbOTNeUY7JwTImz
kY85Xue5m0e+kTWRA8jhd1An2wwQBxW7C1fQmcU9pXohO3G68aqd7VsBwNKXDApKgSrcEFgjJwFw
LP0kxUWb0LCwlU59U8rhprSBLKDDT57x8aiQ2IFAkEaArukcg28Bnn00DgIJhRFBL6BxDRDFcoNo
+d/PJrcGAU88CA0c6rHdsfBTpMlpsaCp3lEjfZ2hbuGZ8uaymXMXBsWfMjEY4hYyoYtjO0bV23pS
ppHTxnhduU/A89G2XjX4b8AAyA2gKlO4V6qHyOUbIIDeekY/yG9/5Pm1NpXub/rmnsjt5Z91ZrES
rBNU4uAdUyszm3W64As9oEeNLb6j45I++Wrhw55bRqwiPikNg0AjZoeIPRZ9EWdYsLj2B9q1qvua
lDZUkGqpCOLcxrC4/BEyIm4h6zNvxjMNw4NDAD7Hy/c0Ga+9SD+AMl0Y0XkzU8Bnelroc99s9LRK
tTgYHS8bHYM8rh4ZK0u9v/xlzlnhnOJyoXKYd8tsMOhA2RROUPbeVTf6xOhCkYS77bKRM5+frAp+
s0weC/j3bPEjiJILNeX9aTbNXqcjkO+34DGfGQdDMHizE0kyOEyO130zeo0al4xjdNs3SCvbipIl
EZt/Gxug0HWqluD7k/425hG4oq9Rn0I+GdoHGmnN1YgwnmkNC9vlzI14ZGW2mAfQ2WMbYqUdYJAQ
IWhglg4S5X9i4TF5btoAI1PfQgqKQs7Z5wdbLA9WHsS03kUHiTYeDZSIWwe7ywvgJAoxTRsbnw2K
53Tiwail4mp17ceoHpf0SwKBIBN+NdjghnUmMi+QTm5+/zc2KVCl0JoozvzErd0SOVATmwBh0RTF
I0bq6rHMiFwlD2DTLls7c/4At58iLeTypwTl8foj8q0bmQqvUEV/AyWAQ9Kaa6Ph4qQo1mwXLv9z
n414HwEOixAtCijH1grXoi1DpxPKGydVVALClr5RqoXXx7llOAVwwKvLU4BqNqZGh/9gSxAJRGbs
pthbmKAgC+sB4OaCF3B2QF9MTT/li7sZIK7D2Y4ptbRfYnrO41Wuj8O6NIby++Uvde4wIg/KWYez
wRebjSpos4BBYwpa4MEaTERqlzoLlkzMRjPofuvlLibKvLefRq8MCSF63tPlgZz/PP8OZFqSX+bM
H6hSH22sWJ20GnkTaGTBnlTpv7haSU9PNZqUN5Ecn50RUHzEmNJbAqlKe56KYlrbRcvWB+Ma3aqS
tRS/O3dYfLFnzh6MgwUdx3MzNm5Oa2RV+pmTtR46Y0rxzZ3UwQJvh2L09vJsnrU6qQUR2ybQM3dR
utjTKy9AyHHM4ityi3n8S5H7FV06iSo7jbVg7k9OdPay58T91960hr58PaVLTchk2IOX6wzAsyTw
bLImANI+d/p9QoRdB0YUbi4P87S0kqP4q93Z8tdk0C6ITMSkS8cdSBWteBxUuG67mtFS2pFVgwMY
adtUByjcl42fPSS/jHm2Lwx3Yt0n2CZrwsqBCSh66WFAcFfWO3oDk793bo7GOtshWg/p08+msSo3
ngwWtYK9SDvy5VGd3YdfRjWtrC9fEk691yCSAw/Bhjms19+7qqHdxgspolySovhTSHiybIis08mD
R02N6LGxuI69ttII4SO2m5P8BtVVmD8RmqF/2X0J91mz0kCYQcdQxUHAvgp/uIbhtN5Hmy2cP9NK
Ofkplq1NBQbUPM4fiK1CjVeT17whgupXYoFaaOgTR8p44W44O79f7MxWjQpej5g+Q5YUeIQjssE1
DJPxO0zI/8JPZekRDSXIS43lzIn0CkIe0LdYn9KAmi8ihSsQ4QtGzk0bHhC14JSonqljUkWfgFaH
KQrKyPLyGz12b5raevv7VYnjY5P6oYjBmvfRmXkr+ZRgxA5qoumLIYb4UEJ9RPjTVt/0JHq/bO7c
w9qweXlR9oMHhI7J8cL02wk8GAyAUIEst/WBOGzWfjNw+YarRgLTad7G3bpyt5ftTn92vgh5i02+
F9+MxsRjsxmiGG3jCS4nKbiBv6TtomoQK5Hp1YNVX/nxW99kUFIXK+KmP3xsmOJQmSCCQkwTv29m
uEBhsw5UxCE8MLcgzGrzRvL7D6lSgbSQ0lgljfUO8nt8r7t8WNfhoDlVFDx5qvq9k7031SqjO8kY
xl3Ugt3w6JBZeKuceiH8PmaGEgauUzF/QMZoNUpTL9OqUF/q/L1LPy5P/emNefz3Z+ceIpFoI/gy
j2x5F0lvpgLQ7DFOdrq1zr3mr3fNsbHZ8tLCVIOxxmDceC08H/gn2CbQQZeHdOZ2ZAFzmvESQlkQ
Ufrj5aRUdUtmkcABZewrzXzTo++q+iql/arQbyLlteiuq3YLpE2JlnL58pnvNSWZKM9DynDKxxzb
RiIziwu1RnpV/iZH69id2LbwTX+bukOVU4n+s653G7t7daNq69q3i8EA7XQ3TfuIuoWpx4NE/2z4
EtRcq29Z1PSnbwDDRMC0iuCq1ijooSFAum9A7bYh29hwEJhy0mzbK5uxAQe+7rQHJXcqf1/g8g4u
ePsOoY1dS5tw/9wB9BBTA3TkFLq/7SzNGVxopuGzVu4H5Oh6C5n06gfNRetIuq3z74n2qyqfbete
s3fhIHYepRRkOOLkuTGv0nQp2nnGHzse+mw1BwFaqmnM0GluB+8GUZtYJKI4vkZL65py0/UQPulw
Xy6vuDOb6GjGZx897HtJijvMtsO26ciSM4/PvNRZbN4ND/EFX2XhA6sz3xqAc2RVHuYyWJ81Tf4i
vop64DCto8hIGg2fAg7k5SGeXnhHMzuvcwjyuoVo1+qgLQzHy8EdU4cZIFpy2YyinJ7I0yXAC4Xw
z9T0cbx/3GEA9NFgZxh7tK4TejSf0/gXotdy82ia0gqI9hjB2nrvygiIzFZRP4nfrzrdAOrVrVC1
XeXqbdfvKjBqkpQveL9/rtzZlXH0A2cuv5vQuAFblImAqlNbVyGgVbSIMceeh+zS/IoHeTURZk3v
YQy+Zzn1wMmqRjch7W1nCEBD2Y+U19FzcW/BZCzNO6Uyflyex9OiNwgCPDR0yoVVk/Dj7BAgWoE+
dcU8eqOCWrBjR6+Bf0A2UaHGKIQbpplPFiFyUnl28U68vOk/YYUszNbZVfPlV8z2o4KWhBm5/ApB
J4HmfhbUeqawqxcGe3bRfDEz23/CglUUu52+6kpbfUpHWUzVPvp1r48lHVAQWhtERJ3IVYhegp3c
NI3brMJJT6dSA2vhwXLGvWfukYu1LQqb6ZKaz72wxxzGpb6Ki0eUhBCFVrUYnjii4fa6sT/M7Jvg
+/My5l8/9B5Osv2tK6kberk8MX+O+pPF+uWXzOaffhdVVSt+SdWOMNf2DSW9aTTBzK9swPxgiGUQ
cJJyL6onIbbeeNcPr5rkrhF2bIhah+GwUpqrknRHZW0SvXZCUGm9VtOS9QHoi7dmvrv8m8/4oNPs
TR2/hg4zdF5/DiuqMxFI1SkM/nAVtHm+Saq/Kitth+a347ajU1NHQhW8XC8cPmdXK59sgmPAkphf
nACqjKwNRh0hG8RFmhpF30RqPyHVxgsr9vQ1NI3xX0uz7+JZLjTgEktUQPBOoQfF39bAo4zm/9OV
/o99WEuWZltDSfhoboQlTxVrl5t7TImdxg9as+DD/6moO11r/zum+a0EsNYyB59TMCgmLWKgkPzH
+CpvYCsGj40UbpCPp4bIGaU7WewU9coLrjUbr+gttj/U/M20Rv7L9264JR1OY+99aidOWGwydITy
98F+XFhoZz/3FEGkEY4U7J9t/OXJb6ixS+UEP9iQ3LveB+JbmqB0UQeue3UbKdq2FyORHHMN2vJ7
5P4sUXl20MPajXaLTvJST+D5lf/lB83OjdHXip5uNn2VogCfDbkjC2g69k3lKw5CN0R0rivx0NXG
ygz+/nonRTX1lTAfIPFnyyRREqkL0G1eoWxBvEq6ddt4U8f5QkHCuSFixyRPMaWRTkp4pSqiUtnk
Quh1KXQkFDNWqAuiIzDAtgW7KW35/7o7l95LAIzcsEk0UCzTWvHCgM856hPrZIq+EH+35n2s6A4M
oZ9wzIQwzXtPXWe2/KbWxlrpM8fO9Gc0lA+gWG9sqMrAmx6NTr4PNG2rt9FCiP78rHz5LTOfools
uHs6s99MQRF9hzCWMG4z0BxwcdXOKUVyhU5gkyxsgTM74GgOpn/+ZQe4BV2EKeVJyEqEh9jstsGY
brL67xPHlk5rBAPkyCN1PFvXMSUIcjANLwqvACg7dr2QDTg/gV8szM5TuUXcU6QMJLHvPPO9Vw9V
so+6d7V/TLIrqhY15abLlpbQ5GfPTryjcc02DbVKno8mKq6g+SqP767k7mJxJaUPJZogNVVl1Pot
RbfOfjJ1KsMy6Cknb3T8yfSaR7QxMFLNYF+42j6ByJ2l9sIbepqwk6F9MTOb0BJJnMGczCBE5eTd
zkdHKgXu9pTR6wZ4eeEonrz6S+ZmM4nTr8DD45aKsgc52UrhLQXigfcLlSQCH1CauRmdLP2UNZSh
uwWP4/KUAiA8ntI4TGK5jjl21cqHYCnuIXPftrH132y2/51SU8jHZtCjI+QWM8Zcf6rq+9D4GN2n
y/M4nRP/eRrprjo2kQXCF03PV4tGaSU68NvSgoWluZo9z6KsFjApsND4/k7teev23tUkh3B5INMq
ng+EGhvqQGgMnGrQjwfiFbTcW4JPUpUqdFZUoaxbuaipg7mWjKUajXNeMj7AlB4lZqMC2ZpZQzVB
r0K+DLo37fBb95V9Wu+LrHeMEG66fS9GgFU9PokZ0+i5E2a1s/pnu0FV7dPW7oT6mZmfkooK5YNd
p+sqy9Zady2ZPyyjdKJaWfBTzx13Rz94cvq+nNuTnlaMjCh3V6RU90o4EJDJ6p+qTc8p/yCiKD8J
3sBmp9f+MAaO1Il7y2/ihd9x5isd/YzZVyLQxSsT8uLKLwhEKEYteGM07SGC9AWLBSVbrw6XOuCn
o2C2NI6Mzk4mL1Es9CcxmoyblEBWlw6rMkg3lIk6DYg+ob5a5iL1bdqcJ1ZxEf/E1BTYPcczrmW9
mho9C1LvylV1FcZQOiUKu9fWXWzep0P5WzOSp9KQDpc3wrlYJsf8/xq2ZoeT16pxzCxPb8mXpvsm
K7//0Butl6w81CFlPiMMv+sCUbFGX7gD/pT6nw4at3CKxYiTGILZZLKL/oq+qvs82fiWXazRrBE3
sgujogVstYrTrnM0O3z24wSmbDf6DvodCp4cBVyyuXS+nTl9mIx/f9Ds2/tKUxHYZDIM2vaT9ltH
nVObLhxxZ6rvrCMr829tGEXrDlgJueta9DuC4Y3uca69tWr9KGHC+umK2KmZgTYWzhgB805RPBye
87BeQxDO6g/FJoIar8bxY2E9nF+IU2Z9apu253G4Kk3zJB/4Jlnz2g/XsXpQ421L31GPwtRAUfh1
ojmQ8y6bPReWY07+Nascr/9opNHIRrl61dkEGSf5SJ/HXbCpqQMrq7UFtTZzf7QhoK6S3kqyRKZD
WfsK/ngsPQFOVkwHlltIeLK2rqul3zd9+JOVSp8XPpGY7o35SUQ1V+FLzIqhdetJNTWqW2S0H5CZ
rqJvw7iwROQle7OFKGVejFgE0xEG/Z5gihx0K1/e5jm6hFdB/tpaz7p+C2Td7xtCkrdIf6AJ/Svs
14H8aOSLgItp+i+Nf7ZkjdFI5DacPo/+kTbjoYzHLRqpqyZ4VSQnat4GTSGq8VIM/KKFu/pc0H1q
bfj/J39e6gF8TO9lWomJttY4Nzexm28N99YlIZbwXMo/bR96yEK44T9YtQVBtql26s8d+eUOlLie
S7NW9dUYf7NjsdLTD2DaK7N4NaxD0VeOaT5LmrQw2PmHp6EQXA99A7gKCs7JzP9pRUfLomRRxyIO
QPadjpoE/UaV38r2KcsWDuB57AYDf8gh1G8rAs7ZzC9RS6S9W3QHnbahhLCB/avYzcqO9I0aL9Uh
ze/yaTCTGdKw1PiegOJ0mOApcQGQwKlwSycbogwQP/JIFZ4PpKDdaI7BwSvTeMEtPjNIg/ZCqBY0
+wAXnA0S7dZi0rGJnB5GwIpV1qwJ1n4gQxNeIQgvry6fZGfNAZWCoUGBmPbn8P+ybMomQ4gaGDfX
93etoLIa7Vbgf/JS5PtP9OjrlmRC6S0haztdnDbhxOMT04NDO0kb0q5ZUhJkIMyESmDqr0YyQirE
+w/Pfa1SAOXvirkjpzIoz0hPWsbu8nhP4hzz3zFNyJcB11Fvi8bldxihu7L+L2lntiM3kmTRLyLA
fXkNxpZ7pqSUKvOFkFQS933n18+hBtOK8OAEIXWjux6qgbRwp7m5udm1e1Vvn6DzlT4TJ/XiAW4J
L7u3QjdVdsjkbOzw3pFWqhsXR0bYCCE21xOI+VHlB+iIpLu97W/ASqPTgORoJsc7GNd3lWqsnNMF
dz7bfSFAe6hKGREsq5Tygl1U3FYQeCTBXuqO0vB2fYcXTXE30kxmtuuC4af2nFYtHU4OhOlUtA6F
ukuqcKt2W89bCQizz1z4FENYYNuAwpqi89pxbul+RRNjcJ6mBnTql2mtlLJsArgtzIoAD8RXaiTr
XVbO+PEArd9fUr0/E/+f6zt2kdT+8kmQxP9nRMgmgipAntDk1SLXjLLRGJLrnaT57T9p5yQ70470
ox9P8sdsSKJ9UhT9fQNAqmOqQQpvYtRS1+oP4sNZ/EFCWC8DtN9CXWbV6taS3SoAomBvDe/OQkkx
eHHCmxJe+NbZojwVGm6lrP0AsQDyvz/A4pqkWweAXygOqE2sT1bKD7AixDIVN5V2Ghp68gPamTka
BagwORW9cxr233VjJbu7uEtF68L3kEZ9NBB9ZQxJPgTN4wTpqhp+AxHf919ke59U+7paWfGyn/1e
sLDjqNKVXVaxYM17T+IPY/GQ6j+vu9niwXR+mxCqqnkpT0hLYYIurFx9B9uW2k/dBJhhDTe+tpj5
/z+JsXqK8kGSs39aND7m7bvkyHt1dfpoMZCerEeI5E6saTGE+1hpeHmigqofenRXeQrBlm05K2F7
ThkvY83v3RPCdu5ksWHMuzdMz0gZ6M6jad4P2SEEUNLc0sa5/rGWtpBRXMad4NGbGXnPt9DUygS9
Xid2i+Il7L/6EV2ItbrJio1fx+DkMyGNqKR9hw3kt+lII4KNViAV7+srWcowTlYiJqYqfbzeLLGS
Jtontdd2bbOVuz7eKNrKGVpyCAqKIHx0RHiZmDrfMwAQOmL09PTAGPjVPqU/Mf7Toj7aGne9d7i+
rMXNOzEmnCYlMcyhUzDWe/3O9F8iBoGr7tt1I4t7d2Jk/hEnX8gjEJGcYcTi9lG7h9Tco4qNpOFa
xFtcDc1leC2MeZBPcDe7yXyUyLlJC3Aj+feh6zcjes+GsqtKdWcHHxPapQp6rFPmttV21J6C4Wu1
Rji6uNzfv+IXScTJcgFRdaFU8CuyiMmWr4Nxq6HMvcazuGQFpmTSeigXeMAIbuI4XKVmDBQf2h89
3jr2ozRs7bUq6tKOkuXOr2/69oYj7KgJjVuNSGHi1j4KTM5bDVy0j1agFb9KsWJUgv0H9gEeDbOa
wLmDjPAPyM5sRZHpH7ZJOctYJLl9jKFyQ/sSvTraIVNS7fzYbh9seyp2ctSP+cNgWjV0VnZilz96
iWk9IHC576juFAXI/fqJ+kOuEzTFANgCh8uNTC73UOTnKL3badPcd502yIckNQYShEov9K2uZf4a
sfXiNkKQyLDgDPgUB9PLABHrsQaPLZXOYx+qrsLoduPHuz8/aBSQ/mNGyI+TGiGlxmQfR0/rNlqP
kKKVb2DeeIra5Pjf2RI8Q48puUsdtrrszU7usvghKR7bNSDrYhJD5gQ/FMUx7aJE6yMxV2t8Qtc0
oh8tdBil3G6Q1OThrCN8Wz1Dy7jNYdKr1kCfSwcMsrSZitzC+0XOiiRTFakN+Walom4zb5cqQGSg
UPtT8sw5TaPOwiIZXuSRJFzJRaFAiW+xwrLy230RWT+TwtBXHshLqTCs4DYlFSwBoj8/YV6rBxJY
dN6LeX0XAtL1s2Dl3lrcL9QeZs4w2BfEGqbZBW05TcwrIokcb4fhvVKqjTkw0D+Ua1OYS8tBqAuQ
BxN91GuEPUOGKS/HkRslRkTMzl+65Pm6dy8amNmideim4HUQMnfb6QwpSViMMYN+25uo+f43Buif
o1JI/BZHIB0/GnxHZwQSXsF/qXQhdBas6UdcdJRm10KUgEI/3x5ye+Gr55WallWE9ttQewcl3Dkq
xYB0ixiqZnz2o1nE537WxIXi7W9W99uwkFZ0hc94bMLIpVVmX5lLc3VfXQGdLLnb6dqEO0OpE5S/
A9bmq2/w9Gy1YSfZxn40VjKkOY6JdxNoc9qI0BnzRhc8gVaJZUcTwJXKUjyEs74PFfWO/kvVRc/O
4JtQTyf3MqwB13dwcXkAmKDGg1DKEaeZU9PRG6/D7NjBEKaU2jaOLKTqtc+Z9O91U8tuwt3OJKrJ
hJ3Yl4USPc3MeRarKzTX9O6t/Gk0ocW7UbUfeXk0jBdJ/WR1KxfIfEYvNnZmlqDsChm1iMvTIZ8l
kWOFJsKfKuic7N8SfK8dH/R+f32Fi6cZKTFCBcVB0Crn0S/Xu8AqVUyVDa+sWqmOnh+t9U3XjAjP
bTh9Mi55jMDm9rn35E8WTNDX17G4ZcQ9qDbn/FKUEZNGy0Hykag0Su2P0g9vCghzwUYf7f69rNYm
mZceIlAk/seasCBN5q3d55wwlMdJpOV2R+Vzg+wbrCBfvM55VIwv19e3WNZkyAugODAYpkrmDThJ
nZFolNJQwiQaTi/9lLqoBr6iEvw5k5HIY77EyFCOzQokd7R/NGfcqq2+be1iZyGRfv23LO/1758i
5FJeF41JUhLCHKN3S4ks6hER29ZodsmwYmphowGOMKo3gxV4KQvuWSNdjm4tnoM207aokQzfBsbR
tNKtb78jgHx9YWvWhM8atnbTIZfKueO9bE6vpf/P4Ks0IHgyObdmdrxubiGQMRFpsjDIiriEhDyx
LipjUnsG98CDHCi/tdK/RvMBteSVgLkQpxHlYLiA/JeBeJE9Rh8qKazSeaiOZln1yexhs7jN9KOS
oL+l8nouVsq2S/uoULJV51kkCGiFhdlpCyLcI2om0/NQukE23Kk7NOp3XVOvjFku+CLEqBSi0RaC
EERk75Mls/LleZyzRqB54I7aIPWHj6T+xoutZ/OP8WgkDhictYwg7qIZJ6xt8vPBi5H/dCMY7VvJ
3jR0FnrO2Z/7xokZUS+jqtXCaGYzHil2VD8UtesVKnNLK/F/6YZDBsahG8b8OHAy4YSVjtE2xcRg
51RUoG6hKIZtJ1PLuzHRX6ShDl/scNS+e6XZ7MeMAfYgMttgoweIUK8cvyU/ZWdpyvEpORPCT0GI
WUGEVOWaGN5D+R0KzmSacdG3BvPlTr0J12pwi356YlA471PtlWFuYjCHpqRNEDZ/RX94o+aR26fv
SrBy3pdebGCNfy9QSDqlwFbTBokgnuD3hV2DrWlgfpnzXHgj95JMwKZt45Rfr/vS2jLn6/nk6gAH
lQ5dwDIZ23opcwJNYH7OA/sgOdNziQ5cn61CReelCCnM2VKFHNTwBk+rMy1xC/XHUOwG9Jv1G9+5
t5wbS39ymtc23ZdGgnD7Te+tPLcWY4INdQuQkVlXVLgq276Zcj9nmxvZh6Dg2FjavrNdmdmjfo1t
5AIz9Cse8D5FHcieubYFp439weukkM3VzEKmRB3Wu74fAYqkesrIhvdd96OC2dpevYVp8KOECPe2
t1CGpgDscIkH6c31r720errnCCTRW+aZJgQop0dHwMh0dt6zkTCAICs6RPXeluJDmU6H68YucDLz
8k+siRW9PNL8pggN6lPZU6sgu15WJajuF4KXG+T6tk+jbVapD2WwL5St6lo3ZvipiO4J0uiuI7oQ
PQ9baatEKz9sIeXkd83t6FlAAhLKc5+XkOCipMYuDLQn47J44mpY2eil6xusJnO1vFVtWEbOTTix
F1RSM5/mOLTi7djFQIFGq79BY7IMUVV2mo/Xd3sxgJyanH/SyUnW2yZWST3JO2dCwPJr176a065X
aK9/GRADRjRQertuc3EjOUNsFv6ki8ShECj6cVSxyqR3UHOs73tvDXe3uJHor1JP4jXuiGAmxVPi
CSgGOuz1vZzcWcMHST04/cv1hSyeC978Bm1kBck+4XPZuVaVZj6fCz97jjXptgzKj6MN23HbPgZI
xl83t7hvKHyY8ANpvKwEc3Lj900K/tnV2rK+q83cuTenNbqE+Y+IURYP/I8RwR+KiMJg0GHEMIat
E5fIisTbUl25P5bdDmZIuuOcdhzh3O0S8q4simFF6PT0peoV5imLm7APjhJswlOsH9vCueuNH5az
lhL8P6Z595CgUHASx2NNlIyQO3bIkVtt24RvioS6XKXuu8BzhzY9pMZ7nw8HX1lr/yw55cyMBTQS
ripDbFB3JU1iOwPCN4VV9NT6NfVNeYofyk5BQNVv6pWXztKnpIgL/glYELOAQsCiZmtIIK0opkCx
6LU3E7dD8OO6Ty4me6dGZqc9jR/DVMt9gJFOcpzNUEBw7ku7xGBro1lseThMVMCyyHkZLAdhj/Df
//IHCKcip7snJSk/wJfSvZ4drOnN9x718dDU/q6tXlT5k639pJt83e7SYTxdt3BO6qrR7FTjYxpR
jk7DwTaH7XULSznWTOVBiASSycvnfGcrX/G1uh457vDAaspO6V4j6aBLxxYa5IQZ0uvmlryT4hCi
tDMWkNrNuTlj8qC5DQiZinKvOL0bNfB0RO+5FO6uG1rauVNDQopcF0bmg1mBfL/IPrZT9knLppW1
LHk+HckZg8xdfUGzF+peotkdGVTQ/GNTTy6fs7952J+amFd54veG3CRl+utl0b9yW1rMpPOmdFvf
bcrnco07evHjnCxIcHInduQy9Pg4Y3yrVB0yFxDQ2dFmWEty1gwJbj1Ikdp2MTsXebeK/dolD1X9
wQpW8pyl70OZmB4IgymX5E1DNNmT6dmc2cTON530VhTlsfezlft5ydNM4JiI6ar8T3yIeoFsTLpF
aLDjCG1uT2mZplCi1+v+vFRH+yVQPXOtQyAqNlTlJrKyFgFGdEek97bUDqqkMWYjuyM0s/0QwMH6
TYMDuRyrvdP6O58jZRe+m7T2it8vRmOEB2DLh2XeQI/53Cu1wuxp7qWE/KlhTD3shk080I/Vc7D1
OfrsjpuHJSPz4YZpHTef1mal56Akpg+nP0A4FqZTJqmVzfUu0oas3cfWXYYSHggBP5V3bZ7zXnKv
7/+Sy56aFM6G4fWRX/j05p1q2IfNtzo85L22nZpv1+0sQe74zr83VzgbRuaMoTUTJo7GEMJ3nm2K
Hm5Lq7r1G0jOGI3aWs03bYoPfZ/tIjWEnOePp2jm19HpjxASJx2hArufN7hOvU2iUr5HI9P+MRnf
S/PbGDyg1eLG+qFu/6IAh0zfLz3QuUkr7LKtjUFMs56QqkRH30IJKvfu1ehjY28j81vUba9v9lJq
fWpO2OsyJyuTaPa4fjB9ycZy1+kmc/BUF+c6nPKniry/dnVWBCRMoKkmvu3CJowcu4baEZWr7Vhu
8+JxkqHbWaOAWVwWDzuN3vOskCKczyCc8lYPsVOmH+dD0ZWHQfG3dvlgr5URFk1BSjeTTYMJE+/z
okoDs4pKQoGsoPN31KRtiiCA9zX8U/n3efPmdhaDvCbVZ7E/HI720ICuJ3Nodo0BocxLFz/JZu9a
yn3drJz2pavj1NicNZ3cu0oYF35gYSzr6uzQRYqM2J4OzVqLNvZ1H1wzJSRgcTyVeqpgSusfrfF7
Ij2Tra/YWApeMKeR4akQQwNWEZZT01fNIxyiaMtN3OYueJMNEksb569Wc2JJSLuYsnEmJ8eS3zAE
qjFb5j123dv1LVsK/6fLEfw7KjtdzjOMGHrI1PGHugw3inFQlE/pWG7q4aksd9ctLm4g4oeo7VBr
vmDq4rLxkRijWj8Ej3q+L+SbMPkE595/Z0XwuhFQdTuUWCkyRPAUX3qfkuk2VNSnJPDWLvH5Swh3
6Exaz4uN9RCQhFAbgJFQIpv6OSShu4qxuB5iPbNMNi0UaIl0oyNayvVj3PoMinqq4hp2tfIbFt4e
/ARYJuCzoIwlHumhAPBRzD8B1jXV2nXVtjBuOvgDZet7t4quWwhVc/sR6D+FNeiNhYOm1kNeT/OL
IDU62J2kPfJ1n3RzODIOcJf65toAy5yEiBvMxjItM3dcQX6eH7pJqYZW0/iagPp2vWnvqNBf95eF
0DFD7GaBcqjxYdE9t5DVdTJWGv2xQHov/Md0HDZRslKTXrMh+KSehLKVltiYeuiz7PfYku4Ve9hf
X8nC+TpbifBt+jA2NL/AE6ooZ7rfTcqbUPuowEX139iBu/58xybYfxXI3uHY1rtNLj8BiGijwl0H
Sc8fV/z41ASorvOPmen/3JBKl7HUKp7VUwWwatNWYxFDbqc4W09BGRFsZx7ku7QtnZ1HTfwm6If+
BrFQ536wC35fguj2drLL/jAFQbTHRvuDIRw53FRBmcG16XiIAVYRZcdwmKBrTscYuG/DWbOOLf0L
0Ed5re3ipFA3hjQNX7x+kt8iv/bvnbAY3wc/sbyXuFW1N72FOScPJKrAvWz5BztRzH+9MJ6erURl
IlSyu+xQFEXWg/3y+8idBtTDDpXXWN29U8VSudfqWAkOiu8HXyqj679IValp8BXmwVsx2kq4kXwP
bTS7Ubsj7cBs30dV5KzcckvhBEAUAD/e46C8hFtuKrj8UoVCqZc128Y4VCSthX4cyvtC36X2h+uu
tHQwTq2p51/Yj9pwjFSsWWVPJ5oBtSbY2JQ0rptZOhmnZgRHquMJpxkxo0Cfl77E3oeu/V6utr3m
vRH9FUIfcHFkppBxCrdB5RmBo8HD6Nbl90LbqulB05/iAPGU4k6KDsCHnPLZNFeezksvScbEf5ud
V3+SZ/UNqli8Aqjraf92kA3l6YcEJRqz2xlGt5H1p1raNdAirOG5L1j3yCZnul6VoEnDCbDmuWG7
nBoJOFbqomL3Xc/fp27YA4ryu9c2rm9Nf9zZPANmqZGBMZvYeOECvZmC/HbUrMP1L7xwL539FGEP
mspO6MbwU/ReMaFBNraSUQBZbny3zeMbNV9j+VlIn1g499IMHJUtkSLBM70s1NM+dZPc/JgnyNDY
RewaqffYSvlPugrHeqw/Frr97/WFLmHCTw2LFAlGqsS9pHRIpOXTjScnpDh2armNpDcPstlBUlJk
cXQXTbWV38aB5N3JVhIyVVvUwU9v1GTJbWJToaSeds+yOkbHKLURttSholOZ+veatyA2hs+dTzd+
E+lBeRv0nXE7ynLyLEdcw5mfr6BKl1yYXJQ2D/AtAwlMwZMif6qboBvANUld53pg2WW7NogK+hva
LPGuquJP1GGejeQwlbG2UYY16Y2FSASCBMzdjDgC2SGECNCMk6SFckoakH7RtODg1NZnU1lDqi1E
IsRT55IPNQYSYTG89tFgGiVfb+ynjUkng4m3NjikgCqu+8nF0P58OGlhKCooHHmGjp0fzlrp6YPZ
Y+qW6tvAs1KHTX1bKdt0uu3kVwjx4IQMgqNWDpuEGQZZe0rCm8A/ypqr8u+u/5rL3Z3L1LzZIeDi
bjGFBEhOoknCf2a0egqG7diOmZsMfxzloSI2kDgCK443icQ2bdBZ2gCsAIURKrzhdjDeVfXzsDYz
epmSnpsRQg2pilbWOWZS2A56/XF04pXdugxmswVybBOCHmiNhZTUSMZQSQ0s5Fq7G+XXbNqC5j8k
E6xUN9c/zNJitFkvXIdJAiF0IWc0zcnjy8BRiphd89xkIS3eJk1XFrTgjPRBNXBoGAHtJkodWb5h
ofKFGXN8NZBEDZT0s9NnDKUkH50a1D0DOonUIWpdwTcyK2D6m8YIPzbqR72NHjzl02AVrqStzoJe
XtnzUJRJ8waJH1jnhcBDj0/TK7lMXT9zkGTVYKQLremJcu0G2pddMUHyM34bunSf1MCgjI/Xt3+h
w3luX3CmyJeMzmyqlFaEs+/KblOOEjqySvA4eT+rOtyPks5YFkn9sFZIW/IymkjcXrMiJOfmPEDk
OWCUKav5Jrxbw+5BTbdzruINd1O81uW5DHss87ctESgS9swBByG2tKkBNgt9ynCnhXf2GqZrcU0M
udGxmOnIxeIg1HsUmE3SAEaYNoqcMxGzb8fHpHnPpMPKp1t0nRNb89E6SbuGTq/b2MIWL0hS5B+y
Qop8NL3c1a1vE1XmUN/nYI+GT9cNL6yR9xA4MuIDZCNiD0N17LC29DwDpfbTz6SNmnFRMjUY3Vqr
0iuLtnjr4x7UDfnP+RqlvkqzqC2QRFZrmmYHVT3IBdTudbtp/ryrCboZJCdWDLCjYjZZNGOp+mOJ
rfpgKg8TKtT1oGymdmX/FppA54aEM1doY2UmA4ba9C4OHqbiMGj/qvZuoFJptZsuu6PxIauf8/zG
rndt/HL9+11mjpjXaahxO0NrKBZsMsNJfHLDzPWMHhgUA/AoTPdzU9L6mNWFC8V3vDassXD+zmwK
969GmFdTHZuTnuydaK+k3tHSbo1mra21tjghqKCKZkTFwMyZhvImhI4saty08XfF8LaN3rmhvA/t
t+sbevlkPdtQXahHkHOMiImwuMyi8HXb1NtJf59qnTe3O0TVzZ9b4yJDNY00hunt+cicHPtxkDtG
XBTe4Xm40xjcjat7iXJbXA77su3BVbQrt+fSITy1KHw8w2hDhJLR+5SU4lAPX6WUsWTb3IdBupFW
s6hFayoPSnoeMxGbcOTBukVBXLG+Zsi3Y2ZBUgPIf8y3qs+Izdqb+eLbQf6gGbYGrohkmOTwfDe9
Xu27tlUkep4uKmAz11hgqm4kP9jRCw+o69/uItuZrSEIBsqGNPTieghCI6sTD2uS87VOGVfS368b
uHB/DABdhkkEUUfSKvV8OV1eW6gqwdufAT6latk1j3X+ORoRU0OxIK2PRb/GxrBmUtjBJO15nql8
I398T+j3QSadw0eYgLj82tmG66xNk1/k8sIahXtPbaemy6hgbobh0Vb3mpqTbB+u7+NFvBJsCGmZ
N/lTagXYCIiLnr93eojFhm2prxzmJYfgJUb1guIfLiEcZrCtsE2H2KmKT4mWulWx4hDLm/XbgHB2
zbgZpzSfDQwfeaUryssqI9naGmYHOQlIjTFqUdxgwg78PWofm0lf87EVE+I8Qq5EVDrmbaoDc6P7
n2Vn5TssbxMYanV+gzBSeL4Gb1DNDu1j1hDVG5iZq+qDan647lOXoIDZqWxad+DCmR4UP7bewF0I
CmlWsIq3fgmxTbWdnLuudSPd2pjWUyBVm7KFTq/eyuWKRy9uIaNbILagYIDF7XyFih+bMYzr0sby
Hsr0ya5XWgyLJ+bk7wuO5nddF6HuTmgbGb3Uut1ob+TpIVmbv1xbh+Btpan5xjif/rxKNqly9OS1
tvHlm4jvNEMhrXnqEkywcPiZKh2mfuA7DVC7mgaTXxs/eqw0VxtvCmMbeY/lH7c0ZpM063SgRwQD
TfA/sy6bspNZVcw0m7wZlU86gKDSOF53waXNOzUjOEEaQrcfqpiR1TcLjhSz+3HdwIIXgKKmL4K4
Oi8EUWFdHYoAERDmWcr6VaEmWW5H/WZwPl+3snBasYIXz41A+C+EFEGLZmhzNUmbRN9lFAmDKqY5
E7jXrSxsFq8BE+5v6iD0WAVPg5fP0toMwbnIeXWsFzlYofy5WAUlD7jwQYQb8NxSjTs/kcFMrAsU
LHB16THu72Jzp3l/+r0xwf7MHD+Mszu/tKtOQnPng0Wv+ixwmXmQkw+6tvL3Z385azjMf5/SBcpB
hmnRwDxfgtTJfpj2eeA22k+l+tg3t32wz/ptEK4YuvArwZCwV77j4XNIs7tqPjFvehta73qyk6s/
/eTIE8CKBOQGJAypp3A+tDSTEYLvmetWfzbhtu3W2skL6zgzYJ9vWNpEijmCXXcN62ny9ozfFMCH
1tpNC5+FKjKf26CuBvhf8NzYSxXPaGYr5UPiIT2sHpsud1F1GNbC8YITn5oyxbfP4OSaMmAK3io9
P7T1bWev3CxLqyFr1niwzgOkYjhO8kDv20bjo+jf9WJjZ3dezawBxbp4xcsuTjyf/9TS/PVOjkum
mhPNYCzlaItFGc2HNbqPhe3i2c1HASdB40osETd938V6bQRuynMjftXNXVSt9DIWXAwTQJlhR5yJ
gQQfBuTs2Y0HN0Gi/bD1jV9AtB59yJEZvR4eF+0w9jq34Li1LOHs23bv5FbhBK4kbSPNjfytaT9N
a4MJC5+E+jNoHQQGVQ2E+/knaUNNDc2pDV3EkBTpU5i+Xl/F2t8XPnmntlmQKvz9It7X6XNT/Lz+
9y93adbLpsT56z12EYHDoHe0uvKBEERqc3S85tHWp/qmyUFFlEOw1hVcNDd3zQHHMNwtfnxC9TA5
EUQE5bgz6xyqun3IqfellUB5eSappzOMw9I4kKqYytbJhKRX68UMyz4pQU3Ded8Xz61a74v+6/Ud
nIPV+R2DKQSDTLpj4ALE0n1cGvQAdUwhO+a8xJk8vPRJfTeNcXXMuzp01bH/ptXjcBeHw/frti+9
AyV3qFqYj7eg/xbhVb2vDVJls52Qzriele3qNbT+HPDF1encXaQCQKjoUZz7tx+VZpKZM7GC0e4s
ydg4VnMXF+GXxhrdjmK1hdDjXyyKtyblaQIESzs3GWltGDCzDga9fI7sYtOs9cKXvhi356wIzmS3
LBroLDWNfoGfjRLhlAjdgO3gPNONlyN0nPqNt4YZuYyq1HBmIABRiAE+XcgHuzSqHLsESuhlzxO9
qvKlXXuBXj7e5mo+sY6hXh1GBPH9VKh5W9ijD/tf+MXyXBmO0u44+Ci3+tCFPneMlJYQ1Jto4dWH
6x/s8lCfmxaShqIZFGRzMa1aw82gMHFpMtL8Yfpj2Of5Ei2heKQkTT80SgCDp51szPhLkBX7Zq1t
cekcZ4sRr43KC/uo7lnMpIBMBJ4B18CH2hk2aJ189hWk7qp+U/fOSsC6dBHMzikRrEsA+cR7pOjr
WJ501uYljNhHhyr/7P1xkXveP6oH3LkQ2lxiE0u/k7rZRumY3bE3nB9Mlj410lgcyTv2151icUG/
jYk08J2jxeQqGAu0H4a8mwgTvr7ieJcv4fMViT18KzB4ImsY0aV7T9925n0EL3CWavtKva2V3VR8
V6V/ri9s0dtPFiZ4YRBNzqh42HRCNdtWSfRgdKPOwziXdkzwrU0PrO2jEIBT2csGK0faQ9ZeAu+5
7MDrrMxDrJmYb5mTtDJwomCy/JBPZX8jI6PpubH8ldT1kgB9/lQziTRIixmYOP+IEyNMLxl6b7AO
w3mQUP0rH3J907SbQTt6yY0RfrJQ0/PlDRrQpfGkJ4xibNRm5Ul7iaMRfsX8cU9+hZNpBTPo/IoB
TTVtowbDRoUtN/4aDE8pKq69tzVRvOvWwvOi05ysXkh6gwpRl6LG7hh9VE0kM44wTG8Z9r/um4sH
AjOItdOrZ2xK2OV6amE38LAj6dTpdNahmJBWeXQnPIC7wQx3kZUtiua3UCBeN36ZcwHJB40BisW2
uYaEVx1DfcaoqNiOS/uWWbVtQumrH7R3M7du/HbNoeZL8zwzOTWniyjbwbLLfFSR+UnI76wfxaBs
fW+j1x8KhgmrrNoG+T7N+ps+2F5f59K3/L1Odvvch8xQrkfVx3CGmlGpmTd+WO0tFcwk9IjXTS3e
6jrSErwuyS8vbvWkrYc2C7Fl047ZdNq0sdsJtvxkOyL4ZhTDbv73Va09xkpy5LcC513hEFo8M6e/
Qbje6dk1WdLzGyQr8j5Rou3vUjPjUTXlnZvJEFf0kj8d4KAab4tQrZ7SoTo0vL9WiPv+n80Ah/6/
TSrxcaqgKkRhhB8im8Awmm3XHiPru9TsY2PvI1nP2HLPJlFsG9bC12WijbNpVFxh1JtxOsI3L7Uo
hO8oJ0T646MmlUCe11TDF90KsLjBe1KfaRfP3UodHSeFKZptDt/hsou1f515+Pwv8gzmIND1AApP
C1O4TiJp0KS8qOY8w7htzfwYtAxljN9W/HZpvxi2IAhZNPAvdAOspAgVO5pTwo4QO3j258xCIdxo
YIHx2kR99aD0iZrUA8vYfxuK/J+6tl5K3YP0JdVevUbXVqLTYmiE/JAJEOpmVB+EENwlEhdTRWs4
rtOdp3kfwDEdm6lEDg2ZJi980dt0Zwzpzk9WMoZfZTkxVPFIoyA8S9MAXRM+bQzPuAZ1lBsXz5U5
HMJK/5aM8SZtPkxKs1X84AdiDnMdt6OP1xVvTcQt1FfqTW3EJGrqxnTern+h+dCKP4nvYlPXNfmv
CGMfrbosmxGHDgeEVbqXVBsPMB1sPG94zBlz9eI1sool/z61KORNBVoO4zhhsYimEkkwfVvLyVtI
3cRY7ZrPG3ptdYKXK1IzDWqPrZhs2unDjVV8LvqVG2jpvjtd0HwGTnKJypCCWnEwMhKCo6jchD6c
UbdewONnd/1rLT1KTk0JDpQnTRvAbBi7Nfi7OtuhJWaF717sb1WkpEa/3RTtSthfNgmTPChZopEm
3OZRX4QxAtgEW6/EUuRWsXozOvKmNZ1Hz4SeK32KpWmF0Xspbsz69IxfQtEAcd35nkppZYyBQhDU
dCC3lv0Y+ms50tJnm9fDCMJcgxIRFXkhh3AZN1zfpjUWz+nY9QD7CBjGNkwKyCL8BkXOGmGglct8
ySmRhYF4nQo+L3UhAFVFyk0qdygBjE+xtm9Q/+n/5hKB04srxNF1WkPCV5Oboc9Co0f7sP0qTY9+
8Bo6r6a9v+6OiyuBbUalK2hzLQq34WQNY8JNgm/Y4ce27T5HFVMp/bTi9YsXPkgUC9YXatEXEG3G
jzxfHkZSPOfBCHZmfNdn+7E6VO2zbOxyZafxRjDvle7TX6zvxK4QqoJBaYM+mObwke2dOLrRyg95
Kq3s4lIIPl2d4OuRH05+OosSBZZeuJVm/ZiNHp1Qz1y1yKx9WLTKtsyyFcjFsl1APjT3IJIQT7bR
Z6VW0+uHuyd1w9S+6yxzO07Skydlm0yR9qb58/p+Lp1qDvP/WRQBaF6Thp3GYJmr5b5rR49Ou4aN
XLzdT00ILsnjRi9NHxO27TGAzMnaBf6z338pTJf2kopwmdesHOilEPkLTK/QTmY4XThsnlEY9RQZ
uElHK9l4gyjQHeJ+q4FqCqvhttHTe7kfb65v5opVcTNBaQwxU0ysdHiaCgj6n9XgcyU91/qxKt1y
DbG1dNZPFinWLh3NaWNw5SDqIsZ47gKNOcPgL07CqQ3hvCHdl5u+ig09rtFH3Bh6sFGpaFfjdmyQ
nVsxt7Yk4eCNqR2PpYw5K/iagO3Oht2qlseva0RIQUwcfu7+z3gdsS2gxX5T1tyhbgsdcLhX1M5/
Q+DP/B4C3N07uZJ9HHI7frSGpprcsfKlJ7q7tMX62O/vgzJJ7hrDhqb5uvcsrH2muVXR9IPTlGrx
+QVrZ8xlNrxeKcDceP5tbQ0bu1sd+567quLi59c5D1ZuckeEzqM3WeVaR42s70vjXrJL9dlPjbtk
6HmyVc5h7NR+S/ryMMCWvAmifFpZ5kLEmYkpGARjwJzZVyEcmDlPH3iQWabGzBakU1wW1zdyKeJg
AtkyhssNwHHCde5PpdcYPjlZbt45zXGod3buJtabHshM8RyGnsfwSqd56ePRY4RtcCYPvmDNS0wt
bfR8zjil+8Q8SOSdDKFeX9dCeDFPbZjnDlIpMoilJiNWl1sIKQZ/O6UPXvgKGSWj+u1fpBJQudOC
ZLRkzjSFXazr0TdbjfdoqNzqwW0xvNvhSk65uGugWnn64fmMlZ2vKC31MAgmTNgKLv+9Tx/GZuVx
CQ3TgsfPefJMfUwfWCS/aKKhGmMYyJnSCcvXWQbymyHH3WfEYgoIAD31Pakz539Iu7ImOXVm+YuI
ACQk9ErvPfs+9gsxPj4GxC52fv1NHPEdd2uIJjz3eWK60FYqVVVmHvxIGrc8k/VRpla6kQCF7P3c
DA+BVPU32vvmRylzf29awbiVhhPgVcFyssvbwN+Cbbs5mmxsqTfybPwWD+A1Y0GfRF7bU7MAvair
1ukgm5s6Ssz1ULFiFVWNfVMN3LhTpd/X0MQZxl1plcGHLa3khqVN8eAXVX9NZVTfJ4Zq8NoMC/Db
xakACVFTBevAtH+4YwyK6oxWvg01uKJ+bpoo2tC6jW4drpxqHTkRaJgKVEgB4Q85GAFHSNe81gwU
Ppi47rEtxuBgOaW1ET4CHa9pXLoPiz4vkHIu1XVEyPRlvjy0UO9Y22WTQTGYhqBIFXm3LZmjtmbW
iXTXBGWzR5axOzA/jYKVOYbkJUhG99ixqgezQ5+RaOPTZCg8mpr02i5Mfx90AvxRRWVWlddgErcd
JLnWDvq0gP9jqbFvmyQCVNdpxVayNtqlo2DvaR2mR2QfjWcZp+330Xf9u6ro6MawQtKgX5+SxItQ
DaVryLBS9BWasfVGRlugrN2zqyRtrI8mUfa/NI/M+44ncpMrK0LADMhBsjayPHlLY9aVYHHOk5+Z
7/RHCTr7V2m17SHPrHGluiG9wb83N6HrovE84eTGNwYLhRUSHtzeljd25JRrlY9R4ZVI976J0mYP
XRYICeFjRQoAcNyk2/ppECQ7AMntQ25X9UMsSbkFKk3UK0nIcETDV/edt6GJWq9CstiFtvGuAzhO
eRQ8tvcuoBm3iV/KApzvkw+HksVTEKfZY56NLF/LIiwOTV6W3wLKQuGVluo+aCvROJpYw+gc7TCp
3yX6I7dyTIqj35jkOWsK4h8g+hqBD9AeH6BxlG3TeHBWhm/wB4eX/qG2KsfctdQnwaZsSt/yWIa8
64rKeGh3SVX1D0nRDq3XJ8K/7hwjBdLIaPZ+VBiWx/sy/wGgTvhMMC+hV4Kb9imwnCpbZ7xNnnNJ
+ycbhGrfRQHu2CARZu3JQmbPGWnLDydBRgE4IgY4SBiH5VveJeLBF0HFvKwgBEznNL1yuz7YjA0w
3kledc92OdjKCwyV/+rbrt9YKCg+2ywCoCVxUSzyUjsH93MaifCJxD4kvyIn7LwAwfmzPdjGNvcb
Enpmbibo+ff77pWooDv4SaqEl3WMXXWF7d8GpMYBzk2nxylCM2OYFu1V18XmtwGdT54dlxSf7rh+
Cg7enN+mCg9sEOY4/aH0IwOug6l4gI7fqI5UGfH9IMcm9yAxUx5Kl8XbzKmRL3PGUCH74PTAcsj4
J/q6upeCi+aQuolAYRtJwLsMb7QMCKVwXahcfQSuH97CGzZrQ6XDD57a5Xak4G4ibdaHXsUL0HCM
wxBcRW2E0FUMzN+VVKZPPdz11pSV3XowFBxyUZRbNHrEN7TI5aPhD+GehcTBcYjBieCysN4EBDz6
yTC2WzDBxd9SURkeHcJmA84KvgflBPjjWOC0a6UGjqSfZaMnBLSpwZYOHEKQtOw2kczoJm9jp9sV
jCmxclPqjB5gxJXwOrDN1Ws7rJIQjzKF6rBTgJjVa0EltgHAvyYrHvB4w6w4eXYhFo++tqo3IBRP
HTWsgLcZi5Uwq/gXyOGBpezzsn4tc+FvBqKKb5z69b4Nk3gLHobqGwmMel9CIXmljKbeKK6KNZkm
PcyM8Y1ajfmro7HrcR7nD2gM4NdBLaoriGOMBwsbEQziRrgkbTFXCgAz4J9bTosew8gYIN/lSzAp
PI7R1kQtwuLfbPFmop48spVRePGwpUuCIrPR3NQuOFEJIJmsmVXogcqtqZZsVLsSHPCJWmqsnI16
TixMX3CSywuawg5ATYGibjN8L6yfE7W+MCFzQZAQiv4RSXJP6yXQ92wISU0AsQVy5Wggm17qJ1bL
isumNxA0xFPrY3Rw2m2TRh7UiKJw30dvPv0py4W3+FyggqweR6cicioIuc5tRlUIwuKpfJ37t1Hk
dWxbF7uuuvGXHnVzYdepIW1KoeM0iHaqKhvquVHvJDg0SyKDc/vi1MT0CSfzJ0tfhdG0aiM/9KkD
nmPy96VxhgQXXnLo8ZrIjs8t5Ghko/ZUfxPdVTfsuNgIZ6EmPQXU+lsJzPgAkYL0gH1q47aqtDKt
dirZju515ybHOoqhNRlBPdZeX47t55bkxJTek6E4r4o0wWh898ml99BJtJZaez8j2cEbempDe3kR
RHmZCGEDPIQr8M4hRARR5miuua/AsmJc2+gsDFsGvQpAA4lYIaryzMzyYtnvB2jy9Xix1eZ3jiaB
y6NfmGi9fcjlcelXUyeFCjaCvHYNMgvHYKkZam5PQlgAcD20Aluf9L9Zm1QgesDL01a/YvUcqpcv
jGLKvIIkAMTzuvoVoqDKHyq8ZlKxKUuvBsoEJI9uttRBObtX4CLQ/e8CcKzL4nS2RPIixvOW+Efb
+Ldswdi0UGJYMqF5CBMi0xBlh4nGfRJtBIjE2lwSSVyyMf39xEXksWpd6uLJ7Oa/yngT53d98fiV
FfkzU59ezCDxKToMo0C4Vjpvbv7dT1edWqofzO6skxXRnsqRZYcBc2Ang+YLeZHtQl54aaq028go
8UDyKaaqTDclBAYr59X6a0r+yTucjEHzpzK2wSRXYAx1dZTNmxJPsf9weTkWpun3pXuy4sLP0A2u
YMKm72ECuQ31hTthknpAZyrydQjBzrfUYDbxYKaoUaXWMYJ4IG5s869FWqZ5QtgGGB5YXIVepjdd
wy5FjVM+pGhm6e5d46FxbgI0sLMFrzgXD5xa0g5hibg5zABQWg3mjob7QLkeZQ8g/s3/vgt2GhOD
Yt/E5IqUz/m82Vbhl5mEpdZau/R2pNu2+8raAxOFPnzkXtFnfm5C9ZArsnwU2uvixhG5V6dfOet/
DDjaGJKszpkbTt69fcm6LQuvcn/HlmBLsycRHVQASKP3GtN1PgxuRllZNVMOju+6YGuUsSeXLuq5
2xA8o8BhoAwEbl0tDsyLEXDYDrW1EJDyNNjGbPDA0mXJzeXjOFfEY6eGtA0GYWZF03oyVNXFNZJK
8TFDUmPD66q6B+LTX6kWhLEtY99706rWbHS2CYvICuzCSxH33GbHvfx7H6J6bGvBSVKTMR9tHF0e
b027B5z+MTCvagiJ9dZC1nHODZ2a0moaWWGXyKvA1NTQG5GHDpIcl2d23gLIqyY0GBBumh8iCejJ
5ZQ6ratdkd+SduEwze4QZPD/9/vafSAysHSpHr9fZj9lI9dBhmyJ4BsSLVFJ/6a30WNgPO0AOkLo
iJ5/bTNiI6KmBQ6zldsyyNM5ePwYWycAsyJyVvXI0erFPTuAGk2cX6Nh+XZA7m+sGmTGWk+CAJiA
hyjqxL6xbhtfIPG1MBdz78PTD9Q2MdBpzdhMc9EYby67D9kxDTdhDl3QY1nsyVLzxezUn8yH5gCQ
c3QE6IBQWURBrIpqjxUDoIX7AAmiy5toztWcDkwLXjIhAR0ZMDCJhknyUhu3prngAWb36US2jr4E
1C30fdoZmQNGCDRcSPs6jC2E30vV39lj/ceCDr+PskTk6OlAnwCUCpLqueLbLHlPqmsjXWrHXhiM
0I61L5jqShuDCaNin8voGipa+68syX/zpb/QK2IPvfQxGsGaXU465NUyL+HJwrIsTZq2pcs2VtTy
sfIDIMQgxeAZyLXiNW2fOpms/39D0vbzUIBHETReuDZrumb5S8qA7XYX5m3+jP6ZN80f+qYVcVFh
3gK5N9EEqqqbobspGQIoqPZYO0G2l0c1f7UJgMlBeg72Bb3bupBD3FHa4DqJrqP06Pd3CXqPbesN
IqINiHyoR60VKsEeXopfObdTZxZy7wTwPW1Gs36MkZ+G6bA6Zk24MpHoD5cUVKYf+eSWT4xoM9rS
bDDYdHKFu5N8p9IKLfkLpbPZA3ViQ7tlyiwandGBjR58M9lEatAsbL4lC1pQGHRFERkGLGAuPd/I
V+1SU+3szkPhD/Au/lt04Txey6ELw/IUXVeZK58lXKqXplBrA5MrW3FQIIHpZnhE5eQD3V+HL+zB
SUsSaFqItgNPe267jLtKunWPAqoTPKQuAbjnuatK5LKL67biq6w3H1T/Y6xf0Re/ocZfE3bipQJq
XQSqE2qYf8oTGFAOUhbGnkorBoc0H8w9bQ0H2vRFfO26ufVyecRzmxJTDelcABxM9GOfD7iPOmui
QsWmDD0rBpt8djcGw8LxmnOOp0a0axG2+6igMBKSfyKOgs4+cQo8JZ+r5vXycKZf0s/YqSXtjPV9
OQRtg/C46MH8B8pHAIxWNopEpP522dLSxGknDTcJS1CIQbwoPoJgz+MnzjeXTcwdhAkBD65IcITg
BXO+NrZdllXUobUs8z94BMUc1J8LVCRNrxMfxNiWwY/LBufH9J9BvRnKTRp0E1cwaOdkw3r0K0CI
N0UR9LKZ+UX6Y8Y+H1eRO5ays2mR4i3LNpSus+SJ0C84qpPZ0x/9DmTgwdUOK0S9p3LXFguZ5jlH
ePr7099PMiMcQPUe0kV4kvSQRIPcq1y6lWbXf7oNwU0ByKv+PG5llYASzkKfMn9S9bCS/asyKYqJ
qIMeogFloiWw8OxBRb8rIA2A4ANhez6moM45clawKKzryAceRW6zoPO6xkLcvL28C2bn78SWtgts
UGg7jsL8hYCAGgw98wu+4DPz4uRMTyxo76DMHTKqelgo0ZEpj4V6yoNHRVdZuWtQIEbsLI9WsAW/
NXBdqyxbeFHOBjTc+U2Vjh6WTwGN36XManzsQCO0OumlvB1eaGSg4KykmwMc7Wco/fXlY8JZescA
gspXUw/CjQV8H5hpaaAW5nz2gAOuAaQCiG4+EV9zO+jKyif4ovZJ2puqO9ZiwWktmZgO/8mxIKkY
yiih6GaW/DZuwKeWydtMLXH8zp6Nk5Fojh7et3WjEWaqNqmvHN7lCEaso+wjtq4ceXRFAuFwGVzR
Ml965c2ekhPbml/u6iZy2mKyTXJwK21V/JSHO/DiAP7yhTPyx5JOZCtl1bqBgqWwdjxFTa9e0mRf
WC79xHOSc65yWEgowtFia6Phh6YLpYnZo34yDO2oi94q0L6Cbddar9yFjafL0zS7IC4BaxPwUege
nAZ5sucyKSF6U6IWFSE7ZDqgyl7L5Mbw71EEu2zpd3FcDzAQ2eKdAMcC2IE2lDixZEImIAfoATyf
XLXtr8QHBeKtATmoOt90ZM/Tb4N/Uzj3KMldtj43TsSGQD5RiOEAbnE+Tp8ZmYQMLuZRVh8qRG95
/x3NZXe980ziauEgz50woE+BaQI2gX7SdctzPJPcqdHPpib4fq5S+aMnrufkqzC7auN1Vf97eXSz
BkH9AkAH+DkdnfnHgPynXfg10jRufjVU3yqwVbj9beh2EK4Pnsd0WEMeemFK5/Y/LlEXYuqT7rRe
kuZ49vHMAowkpmCwg3RDezUs8kDNGgH1F9ot0MMM2uHzdRNu3yC1iLe0otW28sdDGZq7KmALKzbb
UALyZIggAZSHPKZ2favOnmj/ptdDlNwM6m4EX2yoqluwqm3Q67oNy/Ae0qWPg6xWIvm4vHxzhxxw
ZfBPAQzkIil8PkgmxoyVAkF+Cf1Do79u85+XDczOIhhwUYxAJRh51HMDsU3L3iS4Trk/7qbKXWGY
2yBwF3bEdEF9OuEnZrQLzCRQHuVTXALtXa+x0aWbbhv5RL8AfJ4UyP8bjnaYrdwCFy36QFc+YroI
fThx+lFawO8t1aRmz9WJIe2lErk+awoQ6KxyG/Ty4oOijTN5quldw9dZHu0r9wslPRdtXAzOA2V1
nUqv6BphqhLJ+iA+DuO7yfaW+kJ1FVrEKNkjwHJs/doyCJh0pIGEjZByxXuQVOCKXEqEzu3oUyOa
r2fxCC6iDEZS5t6brHkQ2ePlLb1kQXMMhGRpDgk5nBlI51j9nZMsLMVsDIranTMh2CBHr9fwYnOI
gk7hVFbum5kDK3Q12E9G8yLDB5AuhzfGDZJp41deeCdW9ZdLiNgzcaYHfxePaI95rRX3Cne9yIo/
bV39rJ7a0RxeoMyuB0VUvLJKlu0ie3ho+zc1ins2/pMCz+fx+MflFZtzQqcW9T2RxSSPcxym2AEw
YZIYaB7jv5YuxMPl1Ii2LVK7sgPlY1it2IFF1oMYLzhIyRIl5ZynOzUz7c6TsCnnVUd6DjMFXmBJ
P3gp+1F3+8JcAFrMduadGtI8Nx2shNsTNg8Sratg+Bh9LNiNXzxCbg+CTSChd2wEVF8o6QHmCwI+
JJWBFNczAEIGsrKn6zBpzWOd8dt2kdx/Wm5tA8KEmAg3QUX1STvFd/KuR/89TPDytpyeycXoRWHj
pZIAKVMiWXPkJFt3znsfvNvFEpPCzBKioshcBgQLIKo6iQNrGyuNbFwiJhiBunwn0aVhfneWCLJn
dv2ZGe1OBPg3oDGHmbpGE3jd39W0/FVn5vry4Zo5zmdmtCuxbsayjSYsZVLJGyixAJbtxQ89Fzcq
9z30oixc9TM3I8c7GFU0IG8/19KkZZilrHDVS1a+UjvfhM2v0AfuvHvClkJP8Q8RdbsvjPHEpnYb
G9TonLK2J5e1VuOTih88j0B1W9YLJfPZNcM7AXEtAyuhTg5YVCoNoslQN4Cp0w237ZgeyzFY4BFZ
MqONh/Qq4J0JM329K9m9rLZJuL88ZdOyfzpk0LfD0wdSj4iYzv1U7ZfQGEPz/Krt0KsfbYRCFgcg
ndSrv1CjgXwVekRAyzwxUWoXigA5MIIymOrDbt2wPYFodrKUP5idMjSK4Ncg7wsKp/PxVCkBTMJx
kYUBlA7sHQN6NJ1g4eafO0uWiVZbhOKYNh2aGAS9bQSNARSotHZ+iFS4pCCto8NatAKglx6JxChf
WKm5kVmACII8EaHfJ0id7FgIzAz4L8MaEktCpeWai7bbRmRcGN6c4zu1pHmkceQMwAQMLxQUCGV6
nbXiEIB7EDfN4fL2mxuUjXo7GjfBNvLpIQyqEz8RMZKiRQ9RWBNscpJtBiUW8slzu9xmeIdOulV4
xWm7vOSNSPIImRgRZ1DA2EE/MnSvGPcGub08oLm5O7Wk3fuQnBuB8MaAMmMLZg+P8R+t2LTk6bKZ
meAWnKF/BjTN60l4YRm2GeCvMOOMd7wTuzwvFhz4/Egmss5JzPwTx36SJpD/IkgspdmvARBx8cab
Tbck2zW7AUAX9T8rmouLYouU4ZQ1bYr7vDkMoCTpF26FORNgskFiB+jmieb8fK6iNBVNN4Hf6+G2
d14NUNSa1cJkLdnQ3I7qO4W7DjZcuqXBe2eBwWxJS27O66B2KkCoD40t4PjPx9EndgwqMdwGQC/+
KNLwuiVQPSJym4CB1CldzwV/rHd5n83d4hOeYMqLoRlcj4GcXMmuDjCuqC0Asr2VcNhlmnsg4l2x
YgMEJvRvL5ucO6unJrXlags7CQoTZ7VM+S36PlZ2l/7TFtYmFe625emCW10aobZyVKEzzWeY1SEv
8lVN+w+/MKpD0lbveWt+M0WQb/xI3KboB1uY3PkF/TO52t6HWF/cJwUmd+RWDzUuJK5AydKuof3w
0ef+NzO3biACsNDGMHeukXMErTHygLgptWsYciz2UBiTL+yu8GwgfeyN0Ur5vy4v41zCDH1UkNAB
LAVAcL3vgwLI2APdDv9hsxszZqshYWsoau5KQ16l8bfaTQ8OcIhOMOwDp/nnsvnZXTQlspBBBaWB
zgbM2rZVoEJG8J7/U8cpNk60tYMWV9pHasiFhZyd0hNjmtMnjhn5YAVDUgbcegV7jcf4ICpIuBhf
iarxc/8NS/MBDpB4kikMawgBqDbdK55xxIXQuO7zO1mbaxXWnjsutsYujXD6+8l9k+GTQJMHu6Es
9naiVtJpPAeoDnBl3fTDsEK73H3Qgg5Gmnu/qZ/Sgt3xqKshA53syrjxrEWmytklZibIgyYUO6iY
zr8JaNpEdc10fJC5TsKtAG86XYPqwFsiiZs9qCeWtNF3XIEFI8Toaf+dEi9N9gmKIZZc+0EG5Y+F
rTt7l5xY0zxSPoCBgEzjisBgYg7vPvKkFkQILx+QJSua8wm72DGcZNpJDvpRN0B+eojGFozMOteT
oUx/P9k2pHaa0BqmJWrqdyLq67Bh69Z/BRpuQ1m0icKPDL26l0c2V5ue1Eb+tzF0JQXZhrIsJqu9
k2xJFB3AWLmy2mzT8nqP6BnlFbkGKcZj25JtaBQbN/gwjeA+CQ+Xv2RhjnWJ4Lo0mA+035SGttc0
tMGNGe0KY0lmZy4YhKoDHgYgDARjsubReVIVjojx5gm4AyV5tgdgffeVkfwxYZ8vJDqeI1Dfw8NV
bXCUPEQzafjqj+OCmVk3czIScm4mJ3Xu1gNGQofgoKrixmofrcxFGwhb2JlzxUb0wEF+kwKCgS4g
bdKoqCuDhAJRITjpoOg2OpBa9xzyyul7P24b/87pvIy2IH/YVEuI00Xr2nyGCFUrqjBQG7mlnD6w
8Bi6q664Asdv0vwAIhvnETTsrY02q25zeTFn3dnJ0LVZrnhXNmp6I+cRGMrkamS7IGrWQfqSCYiH
ry5bm8tQns20djsGQViEKV55q3C8ddpNgTZXp92NkUJc9UiMx8Re93KhKj67kaYOx+lAkE/YRkMk
nSly2Cz88JCpFiTs1SZzjV2DIV4e3+w1NBF6AeBPka3UNlI7OOng23gtOyFEMRGnGg3dJXhhjPQd
19aCS5kb2NSfLiCvAz4fvQw55AF1DJoj4Ce88lSc/KxL0a7sgEXeaDsvl8c2V+JAzdMEtAJa7jZk
Fc4PZJALtzIdmEOnGt1VcXFdV2W+duqgP4AQie0aRv6po7LyerfJ16QHh3/hj08pK5Y44eecKZw6
2gMovuYTH6yd1qRHlJWsZCKOtClXtOQ3yeIra2a7ovI1PUchTTDpaWt3Vi2D1nZJiyRi9OhmH0X7
kIOtd4BIDkN1flMZkOTiC3vo86rCJlJjaI8lkGjRy6+Ga4dR7sOmTFdW9RS5ChzBh7xbortasjP9
/eQ+5nYjoSqJlPrAV3XzNGRbKGQr+nZ51yxZmU7MiZVCdqDTdzEaJ2m90AVoy3qiJirjz5ftfN4R
06xhe6LJ1RRc35xlFELpoJ5Gkzx17UNm3pVLvP2fD/e5Cc13hU4xCjGZ6PmPgB8stQ5ytDP8Gpeq
AJ/vcGBOTBtab7+VzPT2kxqEJcYw9Qr3xUOgxKPpNgs561kLUJihyLNN+ijaviaWDP3IR0K+Uata
vlHy1y53YvOEHCL48SYxFG3Vm7AYqv538p2/VGRL/NyL/bsMkKDLqz63u07taIGr3WfoweuQ+mLp
OkgSL+AgVEIxiC6MZ26+UHpC8QeJI7CmaX69qRG4FQyZKSXu7PzfpLOXLsaZzeXAryKc58iscF3+
WwEJkQ0ZwsPGKSCQ/WxC8TPk6UT+4qn8RohflMmHmjTbWD6YbbVHgeO5scnatBTYtHL4iHLpWTD7
TQxEqQQ+fxIJOz+7qoHKGaD8CFlZcuWPzZWKrB0pne2AvT+MS9XLOXPQEsHWRw4Q22Y64ieuIs/B
8dBxLKaqxuLbwH0QxaQjxEVXeZJAjF0OFgWvSQP9xgxiyYFHacu9sefdMYBIyEY0Y+J6QITmGSQa
3IlRS7bVi48k0r2Tt3RJpG3ue1EnYRCZpWiN0Lvh/LH1kUfG9Ax4T3h+bK6NsT+6UX7dG/XPLGqW
9sgE0z2vzxBIz0GB2KbYiii4nk/QAOncPnCnQNFQkEmozHVHmmtgu9Z8HNaqFEjjpMDddju0Mi6t
zvTjn4xjL1BwfkwMhZpxIHcqoxkR2vStWKvO3Bum2HITnbSOszUa8jJGHUIetNPaz20RLCSqZg7g
pB4PsbJJ0RNtSedDz+BrxtRHDOcEP7rQ9WxwWP21K0Ej1+/CA2gwABI9t5C0QV+S1kfW1t/Q8FBa
Vz0IkrL3y1ZmrqkzK9qR6rPQAv0iZrHlB9UDYlveCXdz2cbMg4LAyESVg3OEdJc2WZUao1FVqA5l
Tr+NATbwgkBYK15bw64WcQwlhi5eJzmIuHtZ97foNEPyxuqcY5U2D209DgtfNHdSsHUd8AJOCWu9
RkYiv6NoAAQ1qv0LlQQvdW9907hvRIdaRb9eGP7cTsUWBY8nXnQ2tsz5SpK2Qll7etIUlg+xlLS6
FiD62oRlXn5rIya3iBTu6mDktyC8vpGuwSEKES9s2N+TrJ8XLABkTi2cV/RonX+F77hh3/ogpOgL
1tWACKfEXAUspc+GAEVOHTcKJO99nIVX6OHCpotkjDKlBZD5gXOpnnsSg6iqNjj9cNuArMFnOza4
2tL4aJZDFm7iEb/kVTWrnnMRWevCLya2s6weNsHI0heb1c7EY2M9mzU1fpVZVe6ENOxXx/fLfVIP
6VqGdLwOI5qiEuL7oReAF+2+CVS/1Kj0+ZmJtUdghnAdcQ3TZQziHg9vu82SlWsD72Xz+8z5p0YZ
IbYU2DnJtl9qYpxJOcMiCAKmy2Sqy2vzL1tGu4bjtdIMG+E+kGCdNW8Zfw7bDwjeRcjBsBu6KN84
d75xGaAyC4p20GVqR69L7MGBjESy6kKQq1qTskt8xxRdaAaYiXtw50AOC/lsHHS9m7ZLwJcX9eiE
ThoBKrdDVHyX7jvj28tHae7cotkFutZs8ih6zqrLFWmA7UlW1O02dp8cmIjXYUW9hHwLerpwv83O
3Yk1+/zEjK3dSqlgrR5BIG7bm4Tfl/3CzM0bAS0+mpGnfhRtgeww7gMuoD3Yp90/Xc/6e5e3L7ms
84Uy8/wGhHQGynOozgJadD4ciRYe1U2v89zv0HP6oxrQWXM1Ci/oURnc2PzYAplaLNFET6G77neo
IDhs0DICglML7V1ac5+lmEVWv4zNU18cAwnyAS82Xky1t5beKjNZASAB0KY/SR8AfKPj5BsI+KXo
osMeqV+AW+/JyozXfrSpY4/Ld5KsAlhlt26xu7w35yKCU7ta6C9tUAp2LsbpVvUu4v2+G5ZwYXPb
f3ojYTJRt/qUS1V1V9sJiE4naHZRHcpuP5Tp1Decs3Eh+pjblqemtL0f5wG63hABr9wA6lMB27tO
4plp8oUDfWpGuxoDOZSjCmHGB6i46O/7+F2k+coffoZgz7y8QHMuH71EEO0R8PlU71Ofsv1V1tU4
aYBqiEchhSecB+U/NRCYZkuJfntuPzA4e6gdEdCY6f7eKo22VGQKetDHWVueKJ7sESu3McqHyn8F
FtygN03wMeSr1N2T+FdV3Ia8QOVm57ZXJv2pjNJLi6dk3GdsHWVLHDxzm+n0+7T9ysqKxE6AeACU
0dL02mGr+AOpftTRQuTxuydb9wC48cBeg9cqbiHN8RDlVlboYCaUHaKNa5cMqGZM5LFeHT+UbFiH
FvHiOtskOS7f5HtBQAe0Ssp/HHKM+9fMBeVovzLZQx8sePjZyPT007Rt3tgFQZkXk1CmV2CjwuRv
kBpSck3Es0y3TK7beJ9Dgy1I19nfQ7AI8JYwj34pcC3pb4iyRNIDmSiIBoPrHLlTz6erbkkyb879
nhqZbu6TR2xcFSIDwBABgPWtrj2n3vF0S8Lnztmn/p291CAxFwicmpt23Ym5shycIBpgjjly5TKP
ktseYDmx9Dqa27146ptQBkDmFxXeczvNYDjMyuFtSdwCcXhQ42MIYjpqfSRLrBszfgPX5e8+YnS3
Iad3bgrAWJlGFKYi+cQCBTgn+IjzuwBci2QFQNhlLzWzXmfWtPXqpB0kRg9r0EsZS3A+Ap8fhdRj
tpfS7+DZRcvLgmOc8fVnJrU1kwAiZ04Lk7YiG7Nu1l1+Yy5tjJkFOzOiuZuxk9JXUzAVdKlXJkcU
HDGtHpjW23IhpLJnVwznCZhZpPpQZDlfsTSTNKHDNIfJU9Qfuui2zghAemsn2NDsOZJ0FbY/q+xn
xK79cc+JWneUecTcuqAijw51sFV+sraaDZBVqz5pwLS5RUQRQx0vvOvE31+CqJb8+VxtauAfm8yO
8PsKPQoCzUuW2vHyR2e4G/7z8u6a4RWdlBb+2NKiMeUCozNOUYpf/siddWW8RUiHitqLw4M5bFS0
Lci1sDZ2fl+DnWnIVqX9KJz3JA13xdIVNOd+T74GItLnCwXlMr8zTXyNwDSjsBpABHblxKZXtQcQ
k3t+996ofuc491m67vovVBxgHrA5RvAyA+793DzIq0nVT6GpX9734tke0SKSH/tw4QKcPV9/zOhg
XmP0DVFFMJNV75Hq1kGxz8rsK4f4xIjmEB1qhD3amjCVxvcKvNhNtGFLRMFzvmnqy5pwFRwMVNq5
spq+S+KpLB2yH4l/GBMIRR4UB9lsfJXnb/3r5c06N2/A9ULuD0kjtDJry2PWJvp7gwHnbtgY7t5x
n8YvXMETdPh/JvSlKewOcu0FTKjyJgm+lWxjZAune34UUC0HvhXJJj3XBPr4sSZGh+tj3A/0zZTX
aglNNmsClRNmIk0IpKm2LmFrW2rkGEXbP6ELeoivUXW9vBZzlUfw8P2xoTmpwYHWBWRGsL/U+/id
IuderQznXzv63rQPCa5Fp0kXbM4PC+8cYKLwgtTThmVRNzRHI9XKUYcg+BUheUQ+Lg9r7qZAuek/
E9pt61ummyIVD5ZWf9MZewThzlpmt6PY2NXC+3tpNNoiiSFIQtrAlIDsemDtu+g72qMvD2f6DS3S
xiL9GY62SHEzdJVlwkYZDV6UeJS/Dm7qCeuKLBWIppm5ZEo7nBYvlW8VMNXl/1jGMal+FT0eirvL
A5p7zSNfZtlTfzSCZP3RNsoOSijQfloNiO7QMwnJFsvzm/aKl2zl2wovueKWu2Q3OP5NyIOHsFxA
nM45vdMv0LZIgS5YkDHgC4h7aId/WftsE5SojyDhyd1tZC6NeHLU2sQCWebYICUDnBvspeeXUivG
sO8sB3lCBRmV0EuiF55vEv/Y09HrxRtBCrnG2/Hv7w/gD9A1Dww+FH50YG2s6tIHjehvN+W667Te
tf3m8mLOzCSANZOOFBStBEgUzkdWpLzoywiCZKyMVrW7ZeYuJB6qb54TrRFoyaWU18wePTX426ed
PEaYDX2JovexdFR6iSzQS3wYm2tJFmpRM0f7zI5297YmwOg0/T/OrmxHblxZfpEA7aJeVaql973d
7RfBY0+L2ldSy9ffoC/OdBWbKMIGBgcHMNBZSSWTZGZkRIhiCcTXSYAC9hwNf3HAnxiRnqpBy7y6
xrV0QzEMFSYbJ/w26TiZFfkD9AEoQwp4CSJB/PvRghW+sVZO4ZcbtEWvh4ZBvSq/Gqds24j5TZ5r
1k2RfU/MSekKjDjQ5zARc6X9q+iyKLOtqDS20D0nWEvdVKjOmhR+vcdwE6hhzfbjPv8BJGbk9oe5
iD37oWAf52P9a0i4aN4h8eBqiUeIL7lmmolfswCaFMHQoXoBEUMe1c3uvJGv8Q0j6INDhBo9cXA/
nH4ub63QAZ1T9F/RjXZZ3BkZXqePgXFx3s7XjQs7DmBkaPbiuiS/p/I1bcw2gx3L+ijAXAsxs+6b
Dck/DvamYNpQT3Nj/hqHpwalT1WaU2NBDhiOJdu+PvDwchjfIWallWlTXGuOLYEp/HQJgRdpp3qE
pdX1HdyakyTbBWOS3lhOnu+yEHIYbdU3v1zqp4/UInTvs7B4Pr++SnehoyukK1DRkJs0SR/2TmVm
gHt2NwMgx6X9QIL32Yu7XrPjlF/yyJKIqKMNXnm52dcBLBVTG4e4wXU+ZL5moDwPdPrG3Qd31Fx7
lDF6ZFFKKcRNMAXuwCJIuJtpu9oBAK13SfsXXVZ8SfTX0NvEaw4H56lr7kxr6OnCkBlsMn/jWUPE
OdjZzKhnH4n7aGbPc3gLXPzffLv/zLpSAEFZN0/9WvhngXsIDF/GvR9u63BrTpqyhjKlfDooAx6s
tAftQANLhrv1yptpvbeWt/POqLfDkQ3pkLEMow0YpYBSC16KZluhIzSuA6TmMuBiX3geGcsF1/EE
6DyTrjxmFph8seAZt9fYALBwnr8nq47jTmdFFOyPYj8J68prRYBkzhXNnxj0zAudLqgy2pEmQdJE
UJd0pWhv+6pJ1hA2Oi+q1zwigJyCHICi2nX+SylTxpEh6XwpwnpMLLGRZ9TUXeNn2t2Eznbto06n
GqVIGb4FqhUnsC0AW2XQlZGwMlyDFBfDaevVdzyLx+CJN7fALRRNHFR/HuVQ7wGE1kPHAA0DaQVz
6qScFBmKJfl1YN2X3lv157cctGOOTEhrl4FzM58WFP2L+n6073v+0jWbdbmz2Z8fY+j7ICHhhEbb
Wh7u7Bj6HgEHzIQk96X5lHcbQjYujpl8OZwPB9XGPTElLRuAZyRofSwbKT9G482HCPamaZdoYDdW
92rlN2nCNC8GRayfmJSWsTRcF0S98A4V6sl6W819H17Xuvax+CunzyHRO/tcQymt86UY1oXAsdD6
tfAf0L1LwseOPpbZIbE1saf0CNRnolQj2jJyHmLTQKH5h9Yxao8cWIxsgIjhtcM0X0uRiSA08GlH
ykTFxG2nGGEnXe9sL07aZ67DXIk/IS8bFg17CH0QgI+keKhHQhs7ASA9sQHFND8cXeVMbQDEZuBt
Q31Ofsw5BO/iYMVwL9TCIClvP61eoxn1V5pAwUw0uwFplOGFBbW8CU6LffqraR99zMKc3zWq7y0q
cv8zIJ12dLTsea0rFJiqBxOZ2i7ugvKR6rSAVZ/72IwUVn3ecZzb8IMOF2v9GnRRnmgiSnEcCIWp
/zyRIoqmQ0rnAp6Q5tXI3kMIqUNqs1iKqNRxESq/CuS4CXGE9IesyE0Kd7IGEy17L7t2x3YzVJ3m
s+gsSM4UuLo1jQCqQN3IQQWk1WnFKT/IkQvi349uAv3Yoi0QAvxl0JfMfXYWEPlOmi+itAFMjxjh
Qh9BLlylyVp3xQzgVTPfGUZMmmun+jgfvqqTGa3j/0yI8D5yo+zToXBbmGiXW0iqsjB2AZtsbzoD
UskdJFl100SqXGwTYG3RDkVdXC7IAtMGrSAHPQa67Dp/iG1oDpdLbPjXyM8dmG7P+6cM6iNzkn8j
xDvAMANzpL+erEMWvAZOvPSHVoclVn+rT7+kZDlxAvqhFYbY/N3P9x0qs67mGaT0Bb1+MYglwCfS
MUa6sMKoCHp8Tvs8tS8ZvXBTIF6f8vwv7hz2pyFZnLBjE6uqDonfXA68esYdvmw3HAhMXzOCoFy0
I0NS8SG1CfC7gLZufPrNKJsIU5jQA9SEgDJDhyj/g4MFsydyxJmAyudgd0CIO5GLrlZPYpNhQldz
m1ZmnCMzUqRZY55bNIUZ23wwjLfOiM9HsvJ6BuAzPrFgP8fV9nSrNrmf14nAHnUrVOEMekXyInYy
+2DR6cqcbue6BjzNrruoDgdNU0C1hg4uAYKBVPwn2R7BzOysNUJvJndNUUZefpgM4F4vzvuoigcA
ncQZhOogkQkH6ciddSCIh8ba28m/fLlbAl0NVIFhRBnm04jMLwjefQbmDRhh7QYYtdgmN0nw7gb7
0NtYAEzUj3m4H3QKi6rwOLYqh/riABUhrA71VQYdzvbPh9LgVoCwQKSDUE6uXfQ2X9u1RXiMs+Gz
jRvkw97B4Ga36YLCBzUoM8NKE5PK7/VpUy5cACAxFETY7JofVQCR6nfGdudDQh32RzakhesmDgqv
FTYs/4IOVjT1HsBV9+V4v6JiOSRxY2xNe3vequpYdPD6BvEfpjCAFD7da7OzWug/wGgyQnklAlQ4
56DnMzroy4xk7022HbdDm90YY4LC4lJZ+/M/QJXrhXqDoPTBU0LGlpelQRxW4ge4uFiUzrbDpkvC
MjLKV7vWXDOUm1t0ilBmRqnZFF/56A5gVg7jYcjwOu+zeM3rLQSvuwjixLg1ebpJUGXIHBmT0uTa
1GUyd+j5me394sbj9FIQTcgo1y4UuoMADAs+sVN/jJQGZV1OiJiuBjWHEQXkB56ZALliYo96muNF
GSqf1mTFq87vRoDM4NCSuU+UvK/9WxquD1VtXpk1wcmJ0RRXh+JVZpMjo/api2XaGXZqwcUKyFBx
heJ/UZPElByGojHagruaXCmsqha66RRuufmHsxrROkWOF4X1i6cbo1B/rk9Lki9o38x0EBHBTMzq
DJEfbpzsgXP0997/YlNhgB2NDg+HqPzehJRb6oz+jDoA4EHBeAule06egSDniU4hVhXmv/HjaKVb
gpHt9AP5BVkyp8IHWsEIULTTtmN4G9qv5x1S7VzQ/wj9YYxloLx2aqUxvRr0mgveUcGP3PmYgQPu
krvB1zyiVV8IY2oYMMCgE0gBpRTMBjalPcW6pcY1Sy9M+7acruzmgfmaPrnybD62JMWCCSAFo6P4
Qla7X/vwKh+BK3NqB8RKLYstjjGNptvbGNmYh+FX6739xYLCQ6BsUJX4IunMerKuYygWFKy2oeHG
abcdkTnSj/N2lOFxZEe8ko5SLjGMEv1kEytKrnLvys13xqA5m1V5yf004UhNhWL2IYKcwZWZf1tC
FHXnQw6a3tT5WNCfspdbU6eVqoxGQGw84Id8tPmkMAnIYk9WAqcq9LrcZeNbHxS0+3amuWkrwxGF
XQJgJlAOnmSnWjJm5x6CpFgPaMK22bMxbYf2ztPVDZUOiUcq/MGlSs6BJUuHJs1tRGNpXPj9Bwn5
z7AEu17faXaYzpIU932ZZEvSw9JkP4AFzq2+OUIwLC225+PuN95NrulB8/c/l6SLDV7CQLwmFlzq
yM3Km8jx+w2v85d2cB/7gl1nZgv+0me7fa0zeo/5t8jI1u1E3l28z5a2365+tgm6/MLlOjYh3SKI
Q+9oU7DS63y3w28Du+0Qblv3xqRxbzyeXwJVAQLlYEj14WaHk0CKnrQLJ9viwMaQ+XvJPjjfrPmF
2V0u7Wb6dd6U6pQGQRxo4HG18ojc9nCX3JoIKPA2xXzXWHegQIjOG1Cu2JEBacUKx2iXooOBzi/j
3LlexrjsnB3/m+rjsSPSaRbYDa98Bjte9j2r1sizHqzin/O+KHf1kS/C16Ovj9F/wDSFjYVVUV68
zW26KSyK2fhHomthK9cNw4wuVDUIRLClc3NKOV6AC2z1LWgs3+YhMiFTomtJKiPtyIqU5CGeMaHo
jQxMsXX8fDsmEVBYzLwnyc4lz+eXT5nuj4yJfz9aPjMtJ8cSILfMvEkA+h6AO9+F1jNNN0N/6DLN
VUqzgvIjug4MgKKX3wflG2v2cwsY1nOq4/RWHpO4rwnQ3m9anFOnrLaBCFSz4tFskP1qgYLYH2+S
Mbg4v3bKfXpkRkoJXoY+RAJOsQ2F+nUGEW7723kDykcsaOT/c0TK753jVIULKofNan+4zIy6/jCF
r677aHffKBBLUJ8ijS7XK3fUkVEp18+UQ9O+gFGvRW5HXQj3w7jIaITLcewEv6BEtaP1I/NxQw3f
54xuDPatMetnjlHpLm9A+jy9nF8IZdgc/SQpYRnMTL02xU/i+YRn2VPbYibisTf2582oPigm5oA/
E+wHYJY4jZuqHSvejD5qIXacgdmoWlfNHUTlyJEFT/qgYVr4fZURWODfZjOegwcreAOh2nk/dFak
L5jkWCynC5ATy39nEESkRTTO38fw47wZ1TZDb8wTQx0Y7pULy/7UDPncwZkK9Q20Yjx3t0KC4LwR
sebyzePIiFxUJnZrUruHkQ4jO1X6FHZxmD+ACGrIr4Ymj1uu4yxW5d9ji9K2Nu00xOw6LPodOIs3
zMYOsKOlvp5+FbWupaVZw0AKCBIybi8TjBnNc8Himb84mpRrKaMhFPAuNDSA45SiYRwNt18YakJe
PzwHGL48zIu9C7r1DeydRVRMZNrPQ7/EGRi+Lolfvk1Nh/Jfvg2zn+CWuPaqaefM66gBhKnyjNCQ
gJaE0MoIpHUObeZSUwDgCTdQ68jACJGgUPUj96NRJ2uqWuZjW9Iy90ARGhVk+zZtN0Xo+W/W/qer
Q0mpFvrYiLTQOLZTsgiYfb0AlpBacVPy28oAj/BftcBRjbbRCMPjGuQHp5kKVxNCh3TGwWDFHpiK
af3j/LZTfpwjA8LX43tBTtIwqGAgtTAICNi5w7Io4a+Nu7VqnbCiKu+CoCSA+gE43hyZ5o0RdzGz
2RUNy+/t9LObduedUX39478vOdNR5gZp4uD1stJN6gwxDZ7HWTczolqyYyvi34+WrEYTJqkw/rdp
8gvu7RMTI6F8UxK8hp7+wh/QeWDoAGcVyvanlsqpaiDLjHNqcfNNN+wcluzsQJM3lB/l08jvu8mx
O17C7cGEkQQDYyTYU66by1TtlwCYU8dGKAP/L7lRQ0mpmXMcU053WKEOV0f1/Jj/DVrkyAqRChp1
4KHiacMPO91V1scMapfzX0PBq4tHjpCgI3gfAlUu+cGYh/yywIKPzkLtXuAd6rO7bN6DBoskF23/
DTu0GPdtCr0c7Fe8hM7/AvVC/vcDvhD7GkbeA0Ityl9005Mo8V+a4W3mF+fNKLfRp58yBUpqZhCQ
G+CnZdGI4Gwon0Ld1UW5iUJBwy64PCHAchrayeIMoD7BY74GN0//5GUXZn3RDNtch1JSnfJgX//P
kJwT7GZJc4rSCSpO9nQzTS+LcXDHt746uLpOiXIrHdmSXnRTk9flEsBWjlbMCpKJNtOcpRpv5E/T
2LM7LATLZlc0Ggq0L64Ju+7G2C2+l76mz68yBtFFyK2g1omqkHTOrWnolkxkhrlodpltb1jgXbC1
PwxWCEqHORr7VtNIVu4xobYKAIgYyZJHGZ0xybKkxD2pyTaJY0ZojzhOBkqou6S78EiUJf/i4hbl
3W1hXwdFPOrUMpRvseNfID7yUT40SM+tjOMXpM2tPcdrGnvTri1vaHrTd/s0f0zwNjm/4dQ2UWgQ
1XNoBciVIKBQxjGDRsumwjDC5KJtc5+190Z/Rf0BTISYZm+KCFPbGrPiA8p37t/soQA/CJoI6SQr
Camr2ofZsHaMX22xDqgBQxaBzUZ1UQ8CTAr83b7DUNUmyHMHt2N7Wj9Mspr4ZWh0cjb9DVAGjHso
h4GEBmMtUpLtUKOow1VMcJlNVI9vHflotSyPqo16ZEQ+82bUvd0pxKATGRiEU010sTRrq8pvoiEC
bn7MOYXyE9MrQLCTjlmFpxmNmvQnA9NKEf6q23vtwIUqXR+ZkmstlruQKcvSajOnZQxtlOtsprE9
T5oatM6MdI1n+doUvQ0zSf84ON/K3sFm1BHoqE64Y1+k+7tdr8tYJbTauMaW0Euf3OFSlU+aj6P8
/J8fR4arlMsacMOEK3iNREHnRIEOLKnzQ0oiiWlVZm3Bglc8TBXqX7DhhhH9mzZsCMo/kFOLjClf
SQpiNl3bgzXZSPvXPAjve8uAJO98hYnW/WCPh/MZQ7lwn+bkC0hRZbm3Johq7rH9bM0PK06E8yaU
YSaYEoQaG1iUpDDzrcTjaQUTQ/vTwQhqQbdT+v7HNgIhawjdA+Am8R45TfHMH1KvM9oKOkhL4kZL
Ypr3GLTIg9it6zLbnremGDAGtswTutoo8AlGz1NzUP1NHO6CRsut8ig3kEu96wSNeRag9btp1yIi
jB6s8t7pxx1ETDSni+IYPzEv7SmT2zmkm3usqLszUFoGFRuPQ4B2HfPONDQXFNVRdmJNnDlHx+eA
+aGiyGDNcR5HPMXWcQteziigr8zBOYPixHUy/sWGPjEqbTdvAcXuaGOFaXvXphPuXrqrty1WSTor
T0yIuD3yK3VIUxkl/DKMh8TbDWTr0DR2zRsveSuMbVYbUf/LqYxdTrc0+0ZzJiCRePFuAuDhsqvJ
/2mm70v3THiiCzDxtPny23wPKjC/tUJlcgaMvlUdqBErQNZeKxAM8B/euptasq/6Z3eNEXwAB+um
4RQbFW8N4A3B2I7CoFzWMRc36SyhUpvMUe68+s1NPu7O7xzFIfp7KB9QYJQ/AnlOvTRMZ3YCkD4M
trMP5p92uVvSYTPX+1knzqhI2CempAjqAGcifgNT1IpLAwjQQ1jvFx25pCJ/nliRggiz6WPYDbBC
iv1s3w3ghj+/YsqPgrv6/1ZMuHkUpZB5a+w2g4HcBkP2S8Z3NNPAjFUgDGAI0fEG2NT+OvdBaQ8q
Zo5ZgyAztxiege7atir+KZI4s64dzAQVuzKDMJqpKxGrcsuJZSlvG04JLjVHTDl0D1BwbarYzP9B
IQFM0Fkbg1tW+xRWmsRsGpge0Q1GIUa6IlthnpQOR1F1ZFEJ0llM7TIQS47RuLAorxiGFXGLiP/4
KwL1/GlU9tMk+VII3GS93jf+vWl9+PPP8yZ+z9lLOePYhlxvH/joTZYJG047PXusu8yTJcoBsB8w
0lWMTjw6H3355ltPuId3/nU1061F0N4lkVlg6tCjFxn3d0sFSQD/xU5M6Jz9zDB6C9xKxL36fp68
uxzT4ud/t2Kfnvxs+SzNOLW8AT+b4xVoN7vJeg2z2Kg1KVVxZuKsBnzRxB0EFXVpo6YuTdphARx3
8Vf3NQvD6nuK6AAzm+vQK+wKXB7G2u8bLAYFI/F5J7+mCfDig34WFxQww38hjZrKrsLAeAZgQPnU
mFd1qfHua5b4f959YcLDKJrkXcXbrE9y/P0BvZawSze5WexC8+28FwowCcwAK4VSGUrtsHWajERH
04MAHrgXssceFJ/FznT2M1TK0hTA3DtvjTseBeH1uOmePTcaNxto1ba7VZexVO5CpxaYcWhigXlC
ipmRtla+2HC3a/5tCv96XIz9wmwNOO336N7pjgI1MTSmwcQA9BFaMKfurqbJjNZEdpp8f6WRAXTJ
h0Ur/2ppbF5EZjkCUjh2K1RyGmeAqkqJEcC1snontrKsubfwrL5Do37IMFYZDn7sTIm9nYaez1BP
Z1UdGZCGbKKxK+hzErDheVobrKBjFuRgJ7nusBKf54s/ALmBjwG1mEBOfR2rSt/Ne7Ss3BTPlxby
p2VYglPdICTq7Op66Uvc50pMmuXGX2BXsJq4K4NNFRBTYMZOV9Ow5hACEdiBTfmR+ldJtufJN6/a
n49RZWgcWZFCAwoXPPfEhAkZHositnqQXFgv5218vcUAUIUpNteHiqiAbJ96wgZA7VuHCzBue28z
74aGzt5PVhwfTUSMRHN4qJKHGC+FojWUmYncBhw6x0gtBpd6YJrD3o5s+uO8Q0oLKFXhBiCEIL6k
j6QB0ygVx1Pg70I3AYeEZvBHuWRHFqRrzNKhU9oWsDA3DxwE0tOTmV+FxRCFOiHhr4keHycUxCbg
xbbwP9LHSTjUJG0AcfP1FhBIszskdFtPkUcg6bg9v24KLsITY1+w4H2S9rWAZfddXNk307Kvui0p
tlZ68N3d7MTNcFdlcZMciKNTz1VF+pGjoXjfHN0MoT0CqIBw1Oyue5TCw0OqU3VTJYxjE9LTr6Vh
klgrTLAyZvMFWAOQ4qEDkIc7g2wGnSC4olYslhMnCx7z+Hryu3qui8KtAc7ZpO1uGO/N9c3OD2S4
Wyh0H/4lzkXpfm+NCS19SL2ZPwZPUxFT7QNkJxyhgO/hdiiW/GhJk85Pc+bA3wo0J5jdibitSU9K
C4GAN9kgxQGY9dSCubZtYfsCeeQMkVXdmJmOk0tRnECqwCqCkEvwp8sboO8Ms4OOC04tD/2kq2p5
tMKDUdyk47bx4zQsom4AQgL/aUr9qp13ZFjeDEXA05FzGAYqPTT2lvNPPt5ay8vQXlp/DlA8cVLW
qMsX7P1WONmmzW5YfrSrfWnQLD6/v3UeyVusq0t/EahtCgI1f70r6yvcfxP/H3M8AD+msaba0Mfr
J+02BrzHUJjCJzTtg+/DeJlP7+cdUqVhjIqZYg47AMROSo5t64FOd8TkD0lc9Dr77N+M20Y0NVBL
oXO6bkEXo2MdUS0i6mSCsR2YPkKkkJ8N6mShQHBUxdM4grd8Y5gvjRUt4eWkI0VSLKEleNp/j35i
4FjyD1SJVmP4sDWGqIrZrv/cjv66KwNQG55fSUVqtMAvgNK2EBPECPPpRk5NyPJO4DPYZNC7tJbs
Nm3ugZi+Naz2snVuqensiIfr4HmrCipeXJw+zX5pDcwMVwQP+SObwwNGqyC+EsRp9uos9sEw/Muh
fe5TesXpEOMcB5GDG24WaF3kK+Skghc3pweXuRvX0rw+HcVXxg9DWGHGHzcIGQnSpzlvghrBSxpM
NhgsLS6p15j2pgyz/BWvyfWdhGV4kTlsOuTuUsQ9G6cpau0RMq/jmkTdWtBvdd+a93Vi50lsTqNX
HpKhYGBQnubxsp6dGdqii+/EgU3bXyzn6RTbRjX/KsHe/C9NwEQ8uPMyR1Pm2/8EvPcu6mkprpaU
sHmDs3p9ZGFvISjM4j0ZuuwCYy7DDgC1obo2ahbeFCZvNE3Xrw9cfDIMpQEngScThNFOI6XMR8ul
LXr81nCJp4Lh/FqamzLRTVX91gaQbveYFEd/TQw7YZBauvni4cvHjrro/fG+NjeUUn6DNZ0+MmYM
B9NlIKvwi3b+h9Quu63nCS0MkxfttpiL4XIK5v6xLBpUdkcQ+r30mVvcd6XB/mlDY9UsiSpYwAvk
ASkvOIHlYEmZ6UI2BH3oYDGyveGv9tbvwou27fsLx0EVaCEkiZbG5X9+wEMcC3hUcT5Cllf6Fni8
opr/uz86PICmMAr87fkNqvrYxwakHD666UgMBPoGBCcomzRGGyWZucn/vKCEwV9c1gXpIv6PnMiN
jncsE+0o4ndbxorb2mER473mSFdcV0DQgCyH16IgcJBeOnXFu3wqJtShyRRnBjbtvDm/YIoTCQ9C
UARios2F1JR0OkwUcni8hyP2sulBIQ5Na2aDCJNHveVobCk+DrrQng+oj1C0kbuE3HTbkifoRNMm
4vX3fr4bm22uE81SrBmsoDKBRRMKPVKMFV6Y2WQRVup3n9zkusaF7u9LTym68JWXojtM5joyjW06
15p10lmQvnpu5v5Y2fCgtosLn+eHpj2c/+rqL/G5RiJBHF20u5aW3brAh65Od6EDQpj5m48S7J8P
dEG8haDsJsSMBdfNqR2PWy3lFexU1sPqzVFKfozObZhTzYop7h0ndsSKHvkDRalhAYSrwsDk/cJv
humbwd7PL5miSn/qi7RTCj+xh5nDxpo+5gmA4dW2DvIonQ7jemP3D1l9YYY/lr/IaCeuSeHmg0bU
yIgIZxeynsOGdeamba4c3afSLaEcdLRZxpDBvYQ8ee1dn86RU8Tn11BnQwq7pVmTyh5ho08fV3Jo
pg2QzLormnL3oFiIaUU8YsG1cxoLjNhZ6g5YsC4EBt2LQ5COLZGorAXmywJugey1L5+GBGqbQOiy
8hlTp+fdVPQ4ECrizg0VeBR0ZE6yZugAmW4Q9qzbOcEDr3aALuzmbpNUYWQC+mfO1+WfE8t6kNQU
t29sOJTapRtx4Bfr0lsBrqbVAaN84FshQ9zz7XnfFFeHYysyYKEPKwIKLljx+re6jd31hvA2KgZk
kF1SvZ03pooXgbwXY2OCwlaKybW1ioaYQBWVfdz3kB4KUCt9/AsbIGGwcDK54tV+Gi4TbjlhFyJc
svqjTq9HEK3oTnGlGw4OPAhX4nYuw3Wbqc+nbEY4CLgCFeg/lOt1ZP+qsA8/jcho3ZnQIF9XGBnb
5wS98+xvCl7esQV5pXBFWfIKu9fo2gidSZ9dJjq+Z9V1BNACAJvBIC9aNadfo1oC7OkJ8JvRujbn
mPF3Huyc4mKZXv/is7t4hKMUBEjZbyWwoxMDlLYVOGnx2X3zsCZx2l8k9st5E6oTQ3CJAHX5W/Nb
3pGsGbk5rkDeWOV7a1zi/RM3fLv4j0mwI+G+sD8Cc9cEmlKv4myHVahUYRUtaMBLS+hRlvho6SKR
Q1DChlp2lhw6PMQaHTBFfG/pwQNDmAgH7xqaa/LOsUpWDnZVAEzgs23jdFFCMM2GGZgZ8C9rC1gG
ELUGUFMTdLXX4p/zq6uI9xPr0jWPF4VpEOA0gGudo5rcWp3GP+U6YsAGsxxom/hyk6sM+DCiag73
kLAL42OeHw16Q3WHhSI5wMCnGcmPkTpj1ocw46TXEFnk9OAlu79YqiMT0i1stQ3SpUUFPCOoeqcB
GOD0+bwFnRPiYx3tJqMHz7Ej1goliKgJPyiHalmr6Qeqqv0Y3MGDC08ulInlZyuYqgoD5GLAYkB3
rc3wtKMYG3Ciur7Fgxv2wL4N3uO2eZnZS6JDfSkqTifWRbwc+QjlXJ4bJgKu4vl+CIMnk3dXgi4r
dXwgsjAPPlcIxGF/fmkVGfHErHQGZmWe4jEFp1fncUiuS+9mtt6d/rujm7D8+g3xDgzAoeJCGBy9
Nen+UA0T6AHNIEcz1aRRwbrbyjei0qSa/PR1HUVzAZR6ECvAG/DLm2Bk3VgvfoHu3RC57Kadn6Zu
2UzOhQn9Coj6/jnOViBNYAvKwdgFckF+biu/bNug2KCTbFgvBX00hvfzH0m1dkcm5NK7x/w6TBqY
aAHj7N03h/nxsMTnjXzNeL8RMzisCI5hSH6cBuACmu9pmiFJ3QXT1s+HeNLdIb6mPFggGCnE2xl9
TrlUVrmGX5sZ5MsDHrXGhWdvuQMaLv563hGFGcivi7IJxgJEcJ86giireMgAH6jYixdeOTMk4J+Z
pXkTqqwA8w5uOzSyUN8Q3+xov3rG4ltFksJKmWB4pEseS5PdTqsxXFhmYhzO+/R1mxK8OD6tiV9z
ZK0IvHw1HGiy11lXRG77Y67LZzt9J6t9WMaP88YU4QYWVxApYB+BdduREnqetzTpOoRz2KSgUfgx
Azrlt0/njSjCjYhPhCFToHpBF3XqEcDIYxMIlrIZuAsvwlUmeMBJSX6dN6NIB795tokQ2QYsUUo7
Cw0rqxN4sCDZFesbBQ9QnmH0K26sHcC/KBTphibRhMNPP725EEQ5Kl4AltigK5dusnQ1qpCm4JJ1
WjKskekmCwZFzOQe4Eh8vYDiyR1RTPFvAsJZHE50ijqL4FaNNzLmDgxUZ4aNOxkT6KbXYbqYJsN9
rZIBV5HM5O0hb51ijbmDbGpW/kj3bCqhNcCRWa+HfmLXqCD3t521pOyqDTL33l997Ld1WXf2uNAr
367M7/bSkKs5I8MFQ3hlGB6rkJjd1bXQPCwKAxRDaeh/VGYz71aXLP9kxuI9NENSPVF0sr61BWFX
bljMOw82HloC1Edb1zaNqznkl27p+2+8o2B3KhZqRTObxiW2UqO+bTIAmlezHNLN0pv8h2D0HHYg
QGsumL8ibfdTUN1PdT+uV+iyTsl9CGTpHUZdCN9MoEoco7mmzUXg0eW1ZT3dBRkHE2hjgR8ABU1/
TzMHWgEJAd15nLIFA0CrTY270q7Nt6Jbk4dmHDL0TwKvu6i4kccQfINyDnfrYYO6Fa2v6rZoLvEZ
nXTrhMXyr93ZTQXWtKJ6Bl1Ri3c2CMN39TBkH8PYlfbOCPoab+IgYAXe5Sl7s91pfG/WFJoynJL8
H4g1ONs+ZS6kNerSuXbpgPLb6CdGdD7kv76hURMzBVNeAJgEAB+nOyvDQUWNDlzJdrVuXHA/2Ma4
X3Nzn4GaOeHVv7mha1ypNjNKEkLrOgQhm1wU8ZI0cOsKu8wpdj7AR2z+c4gdnDqyICX1ti6DZhRs
qSmkY41yiab64vyy6XwQy3qUYsfFYu7yO1MgvobsdrYfzhtQXDBBUeTgtIDeFVoUci4agVdt6nFB
caOxje8BD4L3mqZTv+lIjfJoCALMXZWEKXZh5fM1GmmS2fFY2NWvPnVyfL9suGqziXfx+V+mch1k
o7ifgd4OpXop4ZdpMk+pC2DExF4Mi0c+1TQaFIclPP80IH7A0dqSfiwa+zex0WS/FjZoHIHA8Jb2
srY1lnSuSMHvZaTKAyGt2KOdAfRFq9WMUp2OAd6keHiDwhtdgFNfsjBDfhbYBGSq2A5eQ3AcUk/z
RZRG0FjEfRK20O8+NeIGZdZO0FffGOSBD7uSxZ6jMaH6JuBh/c+E9DIMAVn1kxxdumH+Xnh+nDNA
susJHUwdu6XOGSm8zIY17WTAmWE5WP3lgBu5DoWguB8RVHRwQwLuAQgfab0yvtgceU+gEOodWAd3
1d5/oiBWdpM/p3IFHcKRKWnd5sasisVAiTJpswPETusy3XljPJo3lP75re/ElLRwsxWkvEgw2trM
STz6WQyG1bJ5dU0wuRv+5nwSUB0bYNEEqTGEaoBml4x1acPZEGIJp3aTDVnUUmjkHSBDFXnQS851
QaEMvyNzUkoYrMJdagPmliqJMh4v5kfCI16+nvdKFXu4Z6LAYrv2104qWM6YV3qAjFCIHwCQQADa
sFYdN5PGiqwZu9Sp6WcLLrM52KYIvffdR1/HnKxasCNP5EG7au3Xrvgtfdp6/n5yih5lf+tmBSUe
mkVJ/nR+4XTmpDDPFsibDyUWznF+lsFPzNltWkwO0fzbeTuKbgaY+3BnQM8e/WFA+E9TXY/t1CcM
I/Ic527lbULvkdlP1oLKRxbTZjcu+sahKtYFZAM4dyjYgQn11GZIwbGeNgBTOE0tJvqcq4axJza1
1fb/SDuv5biRZYt+ESLgzSvQhmySopFEmRfESKOB9x5ff1fp3DPqBhGNkM6Y0IMiuJmFqqyszJ07
lfpdTw1HcjZIEWseykGFHxNlx6JIfQlJ/Dho1oDWgDTo3V7Snoyk81FryOXb0q4+o8OxVapaRfyp
BYAumBhofYlodq3eVAlut5hSi3KbwrThZIiUr2riS6FX6ZWfHrOxyzYSaStXMKQpzbRskiFoDi+e
XHziPDEHyip5aNwW3YPlV8fre2bluP1HhNGEmUVFamGZlDIHXe/IfMtJku2NGV1Js25GuBjWjz9A
4h1ML4IjWkEXtsylY5IIxkvFBQkR9bmzjqVa7a+DrC0YnedCM4aelDcpdWW2wzqphbCbObkjbVja
1uSRla3gnCMsNp81MwpG1iaiImry8VMsHxTtJsvui+kP4nTB7KU+CjUCUSvx6c4ivSQf88meBKdS
oYm0c7wy/H59tVYcE/VHSlGQ1qEXLVnEyRBbpVZqCIQoJ3U45fp+sv8pjK1n/ErDlSivwr1BNd7i
38WnN9KsmyIRUrRxVBycLuhv8t6pZ9fKDTPYWU5oP0RyFr4LnLArdnWRVe+GIU3fR7MWndJMzYqj
T3t37FZVp+9V00/fi1T5vRqPCPeqTGaHRW4gwdkMQ+O7cUH31d6MokklcRAZ71MH+RiPIoh5GzdN
VfPsUaR8IwoUVlzmKrAPPjQaySS97WUt2Z+SwK8pEPByM+T9NOS+pzeNdDu0ArBqp72qDvrRmLrh
WPeV7V3/mG9PMvD0rKBsTJH0zRhRJoUOUVJSVkSupDq0VhJ8ticII7lf//7QdaAEmxPyDgT0pTsc
nViJ85j6Ytr1k2speXQblqbt0q6zpQ+yZhVfTqh9OZrKi/jyEJCekYohpdU2nMrmrrDN8lmNW/ub
XWqkcK6v4NvjILqkcKqGDf0WgfxLLGIbx2x6OkjL8rHSKCUx17ifjnopbXyqVSALNhfz/kxNXQp9
BKpZWXnSU2aG3DhFCu/V6B3TePaNXr1ct+mtQ8SmX1DLXiK/1At5boGaTDT+mvxx6sov1yFWPxHa
LRQybc1549grPePMlUAMfbDLfO0pYQZfmEwbN9XKmx9ToGRT54M3i1WXn6eLHLJ46UR9ZTh080uU
3knxa6DeGrR4R4zOrO5mZqTH78oUOuaH6zauLSMqBmKyNlcLSdZLbFmSrD5KDArEjGrOutzLosN1
hLVVtAXxmxAKsuKbvE9nFL6J7/Wi8pVZb7P6/CdnSXh5G2EjIUa4rOdMQVLUc0375pDcyBmDC+ab
iCjquh0rK0UYSAGHr6RzpWiXK2UbRRWVtoL8x6R4XbKnf2QDYeX0wJEnWyAYBjL/XSJkFW2DoR/m
Xp4/+OG7qHqwnH8GdePBuGKH6PBiSAAdgPRwLpwBQzLzNsmT3BsY8Kh/Nrem3qx8bxwnA6a53Sl6
LH1o3nTtRA9P7pUo6w7JTs0ftW5j4uLKjWRCLuBTiGwUe/dypdTU101SXLlXKUcl+zDYx8L6pJu3
svHiG0xMoan3+sdfNQqWhhgQAMldFY+Fs5BFSWCqBwOAfXxvGK+h9SWhoex/w1gYNSVy0BU2GHP+
6HePpKzj6P11iNVv/8uM5YCAepwbqN1A6PN0UJT0ZqJL4PchaInghPA/vVwLh2INel6hIpF7Es2r
kWmRo0/+wIpziIW/bCIrJL0DRDrXrkO7c7/xOnn79CPEJhXAHnMI65YuyzR6pLuqOvfMInL1/EP8
mcIqKY6dSaVm/HZ9wdb2MsEqImGCAsY0scutxZZz0q5ucwZgPU4945PpppapqZnoDx4n3zzKW2PL
1jYzBjJqiB4BJOoXnqyLw8Ipix4/Y0bYc8riv7otId41X3aOIXbi2YGptVriVQaGlLvRP33zSQ52
cbixEVaWziL7Keafk42inn8JEg6qP9bSwKVl3Elm7Gbhe5M+yNBxFfOOmVHVvOF3xM5aRMJQOokE
0GaiRK0ujujQqAyYnCa+lfN+lu505geYntZCupi2xMZWPhL9GjyRHZ3r4M0wHlvvc2JxOffqbkJC
nNel/qEat4oyb1CEaIBJr6zQUuTqXBwlWaYrhxgN6mGb0MO0K5XctaLj9R2+BbJwnlWpOK0/AmL4
ELzRF9PyPxi2JnQJhAItGxr6yDLGlZVhNMcRYYJYJdeu7Yag9K6b8WZL/0QAg5qtaP1eXJxtV5a0
ylHyHitnl1c723lRUseTN/zBymoRYNDqzZhukdcXf392cvyiLgmjSzLhVcsYVjqZpk/BbwdlNOIz
5pcMCV+d8G9hi9QUoVGLCVZ5qD1rXb8zcsbvBRt+dM2UcxT10pQpHfwu9gUK/ElTlo9K1D1q1hY/
aRVGY7148uu8Ehensh95M5ozjXh9aty3o/ZgQR5Rs+73tzFTkYnQBHNIdOAtrJkl1awNUaIg321B
NKs0lwLS9U325urhw6BLQ0xDykohfroEUYsq58FpQgo1jMPgRHv6Mo9DAJcnjV9GadiF4ZYEzxsv
uoBc+IDYLitrbClWZJFOT/U+Kv8K/HaX0Gmnpwe9PqJ0dd1I8RMv3ChxAe9rkfqD1YESxKWR1lyY
pdFSqLXthpjdQqOm3KPbcDRn+6X3s5vrcG9ZsAJP1BEU1IpJPC12e+gjstyJyVwDacYu3ZcmZftj
EXuF9TFJXhXlOQw/O8HpOuyalbRC6kwRIoSAMXhpJTHyEGU1SWutPgUh9RlRMr5rRsct+g39phXX
RPKJQiMFDDqpnOWuyZN0rgqgTFW+zTT/vksTZIyqfzqnfb5u1RqUKJLIsLO4MpaPVT0vmsHo2S2G
2ctuo5Tdgx1O7X3ZVJLbBtMfeCqaJh1yT1ScRGbmchUH1W4UX0hA16q5p96KnDXZst8mfbND4EkL
bjwh65sXpAN9g91DigtVfWuXWIHlzmn+HCkpnad5cZjy/PP1dVzbHXCkhW3idl8+kyqr7tNaDGCw
e+NHOo1HlSnMc1A3bmwnh8bcUhHbwlvESs3YwKUKwSuz6B85bBlKOp5GMvCNVD2b9W+HLz8X9Jd5
iyM+5YVVpQkLauco7UofGNN7KLZUGFccvwVxmWCfqglx8iKQzYvJQQMPG8ZEva2057Y39jDufv/e
v0BZrFyQdXUSi/z+GKoHufY/d231oM3fg6jeqP+s2UMuUNAFCWZIDV7udW2e4niOJzxx/5IODq1k
khtuOd+VG4bkHGl3/iGhu7z6dTqvax/VIQSilF0of5KjT34Tu7nfPFcRI103/MUqnMUmh+oGU385
r3AaQ9gFove5mcuTldyn2t/1UO3NHyV18X5L+kV8i+XNgq4BQQCBDau48Lmo0ndy0xNxJI7zXUoR
dMyjDfLwmgMkPNN4PBGmoYN1+ZE4RMxub/C1ZIlu5S7fdcP0lZcIXVXGxj25th+InyweaSIjvXwa
Rgr0vNyiUBJbN3AJYULfNGq6kXZ4K7nCUT1HWVweph5luSNmsLWpnv0tzYZ58ketfkLhavqoSLNF
57hZHimqpOQmreYuLsmGuHkdO4+qM/TvzWyvDluC9W9rvotfa3EYnGgy/NDEeAn9nnQ40uFhzl5g
hMzV2hWV5unhsdm6B9Z2K0UjrhrUvnT1ZyRxFnwrSO5aM3KEXlm3t5Gp3c5Rd++n483EUfTr7pTo
9e9HfKJO9S/kIkjuC3Py8wBIdDncVjfd0f7e+jsIV3sqiXm0cR7XTohg7ZKk11EKWPbmdGk556nQ
CFAc/0lDkXysPl6/2VYPCG3PzCcVb9clSUQNjNyZaoEADzk69XKmxMdRU6rQjUvD/6sN+/JP1pB0
E7IfvPzINF+eyX6aej0Q7KE2j46dJX/O5fJUlKQcLPWhnRATzLam0qxaKfKc6HGhnLn0NGE1j0ZM
V4RnURTQZxnVxPxOLxz6L4yNrMNq/MrHEk4NwDfcO9WKE4akcnf7bUpL7ODq3HlWcIiT76PlStq7
yn9vqQfd2nANq/6HY8BB0AVnc7GsIXXtOdFFGbWxXEbHPMHRO/gMk7m+YdZCE/KF/4VZMmMaewrU
Thw6uQ72QfsqUSyoikM4zcw43nCpa5+N9C3fi7QRyi0LkwJDUpjuKQK9ESpR49t/O9VgeVI7hsjR
JMfrlq06MRrhdB45lA14e1xuzMDpbYp8fC2z095F9UthWwykLoZjagQHdU6/jLPB2IrH2NzqcVk1
9Ax54Vb8lok2jcGeidLs8yB/mhPtuSQ561HQOly3cm2bkEuk4EHgTH5sEYZZVZ/7QQxUUhmJWxr6
P06bnSisbQ3cWvNdlExxKRY5eGWpXhi1GpMBRzomKbt/KSondLVNOd/VdUMggkcUVy7f7vKLxd2Y
DXkLRm5BIGYgehHDoNdV5Bo33oerm4O3PikePJboAr2EQiZnmoeZarPZtrZyah0tSB8INsvR1Rll
AEW9jxvbNQc1eae3Rviihmp3Z0Nm//08DZlGpPJ4ldPkvDwURlR2tiPxiyR1+5F4mrY2Nd7lqMhu
+OlVk6FTiQyaKDouqwOxoYSpXeE1CYNPmh0HbsK4Zb8Jv/r98PfsqK9hpnlqkT8pPIeub9O3X5ZH
K66a9SZR9EZyxtAGYyiJdTyqb/vBRCK+2AVoXOb5y3Wgt/4MIPhqVD3Fa3IZIWr9YHSaQ33Cb+5z
8+uYBW6a3/AgpzKyYdPbo3cJJWw+i1eQ9yq1UQdKmZiq5+ydgmBx60LfAllEYr1hNJUiSjpMMgma
b47Uu8lvjwiAZUztg2uGrBC9cgsfQrdHLY8BqfyEvhsz7W8yKz1o0lYqaMUU+EaECPRk4bCWhcNJ
IagsFbLqeWP9RVX+aPk45KAMNq6ZDZylEjNDeguGs87stWxyw1I6NNK4940tnvEqDGpP4nYmDllS
wCWnn6SmMlm1ye892S5s1zELdL46//edlUKVhS5rUkiICCzfcUFV46lSxP4js3Qze29bXhI/2EW0
s+uvZhkebHqC5t/uUxFOCQYGuRcF1pu92Hpm1ISxH4Fqp+kHtKFe1ZKwR5aY0EYPkEGzWxY4++vH
d8VPiJYzU6hQIq+03CO9FsRpN0cFrT/yode+pdNwnInIJ2YGXUd6m3llI/5CWu4SPyqCZhxBau2P
NLYQk+wl39jP41dDJdbbV1u1+S3ARTiStoUPlQvAsKlcayBifBcP9Lh9iix730ifrS3C+OpaonlG
f57ggCxvls7SO2NsksJToC1O4fOoTjvZd3trI0R++25jJf/FoZRw6QfropRL38SwWNHIXH/Sndnz
Y08yPmfOJ1vaGmnzNhBRMAlRITYldmmLdbTmcAiDGjdSmXfqVLoa6tfXt8bKyUZCSkjYUgUQYdWl
QWOVkmigp9crbVV2J3mI90mLdAtzm7Z00deMIXdsQjkW52z5IqSilkqpalFOD0rXMJ42Q6qfAfxl
VobBeqLvGQ8Cg3AZ6HQ1HNza5xSPRpO7pW/cWZnRHqQpfgxl6TFrdOPkq8O9Ikkn265vJbX4WFXz
Q6kGATrwnMImfKKGpBM296eCETi+REQWyFq/cSLfSqdyXUP6FvV/4hTW5HLdh7qHwpSEBb1B5qFU
shs5FILx8q7smY82QomOfU8evwezsYuVQCjtbaQbV7484gJ0WJMrI2G2LBs0pU8FcpIEH+AU9JYb
1C8IWx1/e3sBQtMso3Ig0CzPZZZmVVZOAY6AOMxv5KOJ9P7m7LyVcI+yB49jnnYWtJllMN3FVa5o
CTDFmOzz7qM1CW5sO97MlZDT6XYTg6eUkrGHRrMVa66uI89KgU5MsWxxJAystMgAW4/RxBpbbyyV
uzTcogSsnB7BMP8XRnjA8wgsr1Fh6oCJCuo7qfmuDbcGr694bVES1GFUEruid3IJYVeME8oknJtZ
v+j+uz7/jLBOO77YzWddv+n8jdhlJd3AEKUzPOFsz0xqp9b2pyguvLnaFfW7ZHIjkt/KbphPuvTV
0dx2+Cj1N7+/I0niazxDoFgRzlyC0otbZCVEPuoT8uOkFacxMB4j6fPvo1C7ovlLZu+ry6wNEpOQ
LVOmOBrptK/b6baqmx00343raG1TaMwUhWoFx+5NGnqI7bAiHmJT0KKiNT+I/X/fDh0Hoarwg6jE
LcJlNaYhoDcbNrf8QTFOGjMF0g0b1s4PFDvR6gVFiM13+UF8OrILCqfsOsaB5LUpREbczbthbW9T
s4cpCPmU225xkwamXTjkQ1gp866j1QQRE2V4TsJd7v+oh11WbMSxYhstriL4IaJ3DfUHcubC6rO9
nfZ1TT86Tc4ampxWN7rq8NwWT5EduWkcudXW7KyVVaThUBRlZShrBNCXeNLUGxUvm8JLctGta3/v
Ay4XTd0iD67sOFG3hDUiLnJydZc4uaaUfhjJIpSspdM8qMgs98aWVOcaCkVYcpCsH1fkYvXspGL1
0qlgyMjdyEDprRbNld1AAzBPDORyoY8v02VqZ6G2FvLzpXpfyqRSE6qhH5TmHt1+NThOWyy1VTxR
pCQ+RclhWXCDn2IMrcyqWcV46pzxSCbeNZ1/NOsbMQvqfNaRuvHvth/j4UwG+6HE5sjc74tFHPq8
GhJCHC6m9sYKBsaMbyk6/fwZy22OWYpQjiJ5uwwi9E4LC6RuCy8g+YAwRBrdRvJDS0TMbMz+ozq5
9vzEYJ8g+ivtjv38GG7587Wtcv4bqJcbMjHGfqxyvfBUf5ZOTPxSH/XK+P7bblBIKv9r5sJH1Vqi
sJCYGSfyXuJPRiDdWgiOXYdZecX8LMFBzoe0QgPWpS2TI0+IbYvDRRjRlranjMwViR6rYktBcc1d
iGLf/yP9DKjO3JNRz1EUZkrhpdp8k+nokTjxfh7Ml983iF41yk5UTMhzLtYtTZQq7sh/eQG5Z8sJ
vo119CAT8aKWtBVNrCwehVJkVYTePPt+sXhwG7NUC8BS4/Ku64KneTKPVp0xjsM+JEl7I2tPCvTa
tFKRMn+nKu9Ns74PGsOttG91kmyYvhbdnP8+yyVuK57dTcfvMxv+p6JX9nqtnIwyP8VJ+NSQ2Ujh
QVrEq1SbQkRENrbsygWEpiCji9BXgeG1dDlDr07J0EJOzBvHzZTbUfEYK5iqkZdJRHVfrn/olf1k
468FAQ6CEC20lzt3NoN6ytApY+oYo52N45T+Nfcb/mwLY3HSDb9IUscPS6+Ocnf2j/kU7KrNpsHV
bXRmyWLLBlU5ykqDJXpytNsvEn1F6S6M99fXawtFeLWz8xeWDh2xHbaYjIALICvc8uxT7Q/XUdZX
zBRCGgxFRoD/EsVW5thiG5ZeyjB2hQb6NKL4dLgOsm7KvyDLOQEhYjryXItPLz3k+mNm3cSTN3Yb
bIjV7UzegMYluvPezOGqcsuPR4sFkxqNsKO9LbXqvkNlmzZ91RsU/6gOW8meteUTiRdaTIh1IGJf
Ll8aWwkisDRl23ZM5tO5l7P86LTKx+sLuHKDocJCBhCXD9CSNVglVaxMZcVeMNUHxgsfC//bdQTx
cFvc0gjnicFiKFMLFahLQ8Kh6dRaIzi07ChDSw1hgCQc6C9v8q/DFHf4xSDb8H9vMRHopc8XEXyG
4GnLRPucSUbr6IRYbbTrnS+6tve706B/7WTvd40DCGlo0aODw1v6/chXtK4pCHPK7vNofvHr26B7
rdXTvNW0+fY7XQAtHXpTIE2VDtyZSv3ZSnDZW+PjxXG8/EyM/DYpF/OWQxF2mSBr9H4u2tYkyhjv
5vbJzI9S+KkObqrhrlTvgmaDzLn2hc7hxME+80FFkMdd3QGXlpM3ybdoKh/96Ks03rTxFvlnFYvO
P1iIUJmoVV1i9TMz5DlpXIbya2vHN7oxPxdavZfqzqWytBELvD24ooNdEPVQjePPxX43pDYOCnFT
DEPmWtZhsD/65f76tnvr9gQGwrOoGTCcbaksUMS9PRUDM5i74ocxvVTxfThBA9l4HK/tORja9LkS
GFIUWaybojDNUbMEivJs+hEZkefrZrz1qwwAx6nyPPjpGRZL1clVmZdVXHpFvjNLZnF+D/RHLb7N
mM2abJE113bBOZj4Zc52XFYVYdehJuTZs+5Gya1hPRtG6VrybbP14lrbArAp4bTBz4Phtbj6kLMd
ciNk4Spmb6T1UQyAM8IthYFVFDFOgjtJ6AcuVi+sC4O0cVoyhOp5clA3c14ka0uNdW2ncYX/C7JY
NbsaJDwtIDOHs7htou+zcpKVrSFvqx+HGgPxIrkYpvNefpy8LBsriYCxE+Muo2H3hqcpsqXB+NXq
zAc18LONI7SKyPBnyqRUUuBeXyKGRpgbss/96md/iyu2sbxKupWGctcWx+vbfHUN/4WCEnAJhZhe
28RFwXaYbpC6q4bSdQzCug2Y1f1wBrM4rqZvVF03AOOne7P/0oUvZfR63ZLVRTMZX0J6kemoSwoa
AyX0GqpN6anqcx8fWuMkOz7kEc/cYvCtGoPzkaE84x2WSZiQ3vpByzBmaKJDOWleDMNnZCj5dYNW
P80ZjPj7M6eQZoNtMs2y9JIuIzfmjdF+Uky3Lf7AlYpul/+aIxb2DIcW0VRFZJ/nA+OHtc5+zefg
Tz7/GcTipJIbCxiOA0QfvBjRY+Q8zuNGXnH98/+yYnFmGt3pKkNsZESrDmFw1yXHCsmKUGfOzOaT
WmzXZUBytmTL0B4pjqGpdMC6PKQvdRA9A/NRMr6anb1rrWzfz/quMrsYSZr+Jpmd/209l1GDadHU
hRbYT/faqR96/eg3WwnNjV2+nKGjpsgS2CUYae3srPBRbh3X2qLPbOzxJVW1MouBYXKAKMHOafe9
fTDUk7WV1FndGzQgwXsiC8Lo3csdrslTGCojKEP5nZkf1bTv0+fUDzwr2YrnVlcNOjEiH7SpEdZd
QoW61SDcXOLo5A9atU+zH9aWL12NTM4gRGh0dl7jIG0128caM3+182+j8lfieL393h5UF0LNdSe0
vnS/7Fk4IauX0mLQeYPVEpJHUbcLx5GOWHcwvhXG63WsLcMWXqIJgl6uCtYurI0bajf9+MmA+qFo
X9TyoVf/IBamUeHfL7VwGFTKkzrQQVNz/VtqTZFLxfLA+JTb61at5LuIJH8BLXv+oSeX1N5ZwjbY
1/4HI99ZlA/n+GbsdoV5U0R49/DGl7fIw8KAN07qDHdx587KiHwxjayeXyevvRPfOuMHwxeYdKY5
saeQja7qPwmbz0AXuajCn5swSADthvqQqc9lNTDJ9ag2XwYGM2fD9+uLu3HclmU42NFVIovjlnfQ
h+kJrdvyJZWsDau2lnJx5NDmNeY+A0YuvhuxV7YnC124ybkJB29y3GYrst0yS/z92REP0jKURg08
f3qw2ndF8UGt3l9fubUH1PmuXBzsvkrLyhEQ8/B+nL5p08Z9vEI9uNz2C6c72n5gxj0A9ti+zpP0
ojixWyrhM0o7DEAx7qL8sUzpEMjMrRMngtZrO3/hSGpbreQ4AtrUi1ct6+7jNLizrOmU6tGpdmRv
LnOEqM29Mcob/nLdhxF/MhOFhqufzuDsy+W0uXZai3OOJd1L5e9yHB7DbD4oDJjJ6viBztuNbMXq
XuFqg+/Kc+4Nw12jQWBMY3HiDEYCVMM+V3RkX7bIu6sXwRnM4mAzurJ24ok1baP+kNm2Vw/RY4/0
cab9CJ2tjvLVZaQXlNQsjAtKkZcHwKxbradHkrigFcKZied0xxb9Nnl21eJT0rvXD8O6cb/gFre2
jnB/g5w75614leDC2J+aYjc3B23rXbxl18KRkPvzg7EBqEveyzmNVKd2vGv1R0k+6fqP/82ohROh
XUwqMlFpn7q/LP2Yo1433ivRgxPvrgNtGbVwJYKX2ukFQC0qXfa72P/o+MhlvRT5/aj+iVuhfiM4
sARShi5+mbMD5si+niX06HthZN8W4SdZM7w4mzzTClE6osAyfpeD9L3vbJV0hRVLpyLy0LQcog+K
dsolsGE2RjcPAEeRfDtKzh3u8zmuzYc+DLcO29p9c461MBIFwbyQc7zIqCbHMNgNxXM335Cx2TuS
G4Q6emv2HxyBc0jxK52tq54FZZVGmNek/2T2ndT9M7bMSfHR5N0StV7bL+LhjAAlHCDqYpdQdde3
Y4qYhzcnB8unwfarat/7U3FQ1Z0dbKl0r15E53ALX5IVllZ2DXAVMaWl36ah6qLYbQcUy5x7u9iX
2Y/ONDcOxep2OTNy6VLCtLVKTXxC6cEej31B2hBGg7mlJrbm/s+tW3gUraA3rSVH5RXD10T25PAp
mTYiZfEj3ux8cu/MUaRYhqrY5feiNNIFZsUNU9jFu770X4i4Nq7sLYiFC8kZ0msXbU2AVfr3nP59
1Ww9AlcXSjSEMPRBNKwvNjgJoypiNBPEI3qklPBLI49uvKUgt3pw/wV5Q4MmycWsjhFXaE3T17n9
EDnhbUQyd/zWSO/jSHm20X277n1Xlw6WGKVMoc685PbmEAls5miTJpq+1s6TvtXaubqRz37+4tOM
cj71kgixI9O8sZ3oMUyokweFtPenP8lroCBoU5mHRqVpi29khn2E9jG2UO9M3cCSMjfq2lMVbtXG
1jfDv0D6Iu3ZWWOqJgZAcsmjrPz0n7adDZe6vnK/QBZ+TibytKIUECOl0zF1bZr8u49RuHE8V92p
QR6cYUAWXaoL/5ZLTTvZGjCT4PEGaeiFGYPRjDHyZmd0yyS9GXjyXd91KxET6kX0CaFoCsHyDYEl
N+IQPntBX8geYXi9R6rDrYud5LxeB1p7PgtlMTrHUNui9XbhfRKUP8zMdGBrGd1en7KjlM4Hn/GZ
aT3ftPoPqtHvDPJT8WTex8ZWeX3NTng6MBVFxyp/Xvo+c5aHfIghq+hd1e00htPslSFx3C4pWgbJ
qPlODpGIum7zypGGgA69lNI33QdLgpqad/nkK9SeUr9LkXD9Nky0Wl7HWFEdUKGtiqTvT63dZRa7
n43GzDoKQeakP2U9fCDQ2jubGUcnaWKalDRKTySbrDuFEMBT5/gvGndhDpl94kYBWs7x7wv2iF8J
zitd67QJLuu85aTK2ahhd298N6r3SZDs0B1m1SfXN50Nv7niAi7AFn6to8oqlyZgYzDCmZGMyVOR
l3KlcPp2falXLgWQKFTyPOMFtTwreUXGxWkIreqpZwJdGPRuGkXSTpmk22qKjEOdOoqLQMyPdiw+
XMde8UEX2GKrnYV1TNnr0D2ieCXNpke/jKXuylbb61vDFdbOybmNi1M6xeQHm5LqSzA17yyCnSo/
amXNaBREYYub60atLSgzCOhlQUQNIsUCLGznWk1HjOoaZuhWmopQlmyOrwzuMUiB5n9HKSLBRd3H
H+W6yzYe3GtLCvXMRjKSxiOUCBdLOiLg2o0S3L25rN14rtsno22qXWQwmGqex24Db21paQsyhJyD
JnSCL/HofOsDPcHailbGvnt1mlPn3yjBQ9RuHIm1UJl+kX+hlv1wc5HpRqTjE/TR8F3F6L2pCD8b
reklqv8p6epbOIrfp1K9neQ/eBpfYC9uy7wxSP+S+eI1Fz/1jOUODOVRKmov6VO3nC3L7Q3p6fpG
WvuUQvkTBQmFDMryJWLHlV0Ookzd8Z8pe5L/UYmS3RRseICVKxp68y8c9fITUv1s+lgDx/aH3UO+
K3Ial6onKTnY6v66SatQmiZ4pUifQc29hLKkLuk0A2dToGAYRNkRJa2KyTe1cmPod/ZWk8IqnJDG
YA1xcUuSkW+UmfGztNLJQXRTzaaCXAwsmSkrpndO5ii7NPIfypQpedftFKds8ShBsorMEKrZ6Eks
GQZapdJHORH1lNmjkOZBS1feGmGxatwZhvj7M+cZJ7nmywMYY2x9a/vkzo8ij2j7PZHRrRXWriZZ
u+tmrUFaSNGKwVXMb1+yw/psqOxZ8B8H5YMkeU7wxZpvm+FDRnFn8yG+5kfPwRaXQ9GpPhPDoZ1Y
MFrC/m89RsIVRqSs/ZVKoesPd5Hx21xVhlbyAqNKT7qNRobLJS3DqJdjASkp82FU2tPcRoduMA/X
l3GljRAcVfR7yCwkmqGXOHNXTU0lbnd1YC6m9j6IKJGhaALBeqcG3ynA8OqX7J2RbbVorC0qaq6C
cMdxMJZ6ebEcQy4vOesylTLGU++z6KNsvXbmKbBeci2CkvAHd/xPKRUaQoQM++KCoPktiBuJNVVC
9X1H12KXqfuQ3pOaaZUb67qSWueo83r+D9ay8m2PIZSRhHXVk79DdHgz3889WFQf6yDaR3lxq7Zj
5cql82jLwet18LWLUCgeQi1Dl/NNbZUST990MreTk/Z40heHex+SketIgZeXG6yILbDF2Zhnmndi
BbBe++4ER7VNd2n8qar2I1POr9slftTSlZ3btQgo6rmhO1dw2XrlVU3/Qo/jD34+hU4YlGTT6Ta4
PAuB3AZ26fDzGyd7r4T9NzWTdn8C4UC/YJYBaooLiFKuNaegpISY6C5FOlFmMNl1hDV/L7iQYmqN
RR/z8kD7bT/EJLo8S249I3enBg3grZ6ZNe97DrK4p1GE1Oxa5Hg152Nl3WbpTp1tmsU0Lxsfs+/X
LVr97GcWaZefBf2jqTJywNRRchV0Q3Rl48OvrplFdzHSNnCclzxtssiRpdakbqYA4hCN05EXpB+V
uPkjHHohOZUI8y2/DVM6OC2C3mPb4XCUiYP3CVzqnaI0W3mH1S/kIF2LpyNqWwbDkhwnaWPgfxy5
3rfmKY52RvvDKBNXzj9o/svvfyIhnABPGz7Amy5tZ0bsN7d41ZTTp5YMjrSVXlj7Qr8A6Gy63ANT
NdtZagNgDn9ZGFFZp3DLZ29hLE5OSBG0yWMwJvPgxM+a8Y5I9/o6rcXR52Yszk0pdzIpdiCG/j6M
USu7Lbud3mz4yS1DFgfGQI9d7TRQaq05ZFVyYBKzm7X1xm5e8/yIMBBDw/fkmSl+jbOoz5JUpx2E
ExDDjmw3dD4msCIT83vu/HN92VYNOkMSy3qGFDvdRGwLUokuu4mmbmYe02Yj4lpN9JzbI+w9Q6no
d5rKgWXro/nZsCV3qLg3Q2Vn6snHXml3odPy4SYKW+ZOn9vezYvokKbxu7oat36Ztfjh/JdZXBST
bjTqFGPyaDuvA81v0VwcUqSNrCI8jbru4kKOdM/uwuwPeFNCXOO/39VenLWQp16nC65ZED2M47cK
Daxhj6DExJxr5f3/9GWXXdV56Nstfcakfq3wNg+QsMyhTnVbMigbG8henDtTyae5sFhNGllrNXP1
LnAZVXzdljWXe75ui0go783KjATZ0ZieFNVT++e2eVGT+2y6ybZurC2sxdlL+0qZx0Z8o3G4zzvT
rWOGrPfNvo/Dp7h3GOzXb5i3mvQQykZIovGGxctfno+6aoupEnw6enX823TSsgPr+NnKgtuYccgu
00EMLzHi94XjnORqKg+/vb4893jvEdRQ1V4+oXvbD7UC3pIXFCHu7PtQ2BxHzxiOen+Kt26DNXOB
002K2GSXSatfmptWQ+yYzBH27FB6pytE8kZLKinyWiaFJIjATaG5n+TGlaf05rqlK9v1Anrh71K9
bps6xdJMeYjLfVq95v4GxIrzBgL2pfZz1toyq52bpR+NgskRV89xt5P0fewc/P6u1TaICKu2MK6L
LgqSgMx8vVzGfkoUI7JYxt68UadTWLzGw4fry7VqyxnE4uClkhkkfgREHu3j7qFCkA8Rs3m8cba0
fsXCL14gtHD9MmaxJ+Z6cMak5MMgL5pFp6n8OgaQ6L9dt2cl4CW/T7FITHCBQrE4aFaS1+FsseMc
g/F3VHDarRGaax/lF8Kb8muiRs7/kXZdO3LrQPaLBCiHV6nD9OQc/CI4SpREZYmUvn4Pvdjrbg7R
hL2w/eIBplRksViscA63JkgwjfuZX4fDgaabv1cCuCVAlMAhEhgMp/sO7BR7XkW1LaMmR/MakEwR
/1JNqKPakCMpciI2aCfHbBki98l9H92E2ld18Tau+/O6KLwt+Dn/00VOf7opnYycQJciAkAigPb5
VVXsjOItcm7r9eG8MNXeiIl35JcF8Ks8nxFOGDkHfAUad5beRrbJH2K2tvk2wAicZvVUhgZfjko/
JKERT4p4jQlPHbh1Udphm2EdrxZTV6lWLR0KOnhRB8D+g02fmoEX5jO1AdSZ5ADCBucy+HubvY1k
UtFED27+LXTo4fz6qbwB4MhECztGbgGfeSpxROjLwE+GMgAHvuDcxbbx6FVZ7C1GTDzNVLFOmBRY
dA46GSpLxMD1FqzLycIvh7XYLRYgsTXXn1gp2fcc6yU5UtH5EZZi2Gnmtyag3EDxFKfFltLNkI5o
Bb83EISfX0qVKR6LlBxrz8p5mUdExGizuizr6H3EgLHj5roaq8pIYCPIiwMJH72gkpHMKx4nmYFT
zNHFaJevXfAaoTczOFjkIs01obV6Hf8TJoM4NyNdmsCGsDbLL1hVY+xyugDv04G4dWwE60/b51Mc
GqZuUETlq460lMe0c7NgfiFavhsvjKfuhWd2vJIbQBJrts3SrKctWeWUYv52Fioyu/2aW24fm4OX
NOVyHbR8S01nU5j5HQ8/TD/dNOGLYbb7YrDj0Wd3dvuccRdVHjCugW7pHwxKQEkCPAuZiU89OI5R
OW2As8n97GIY4LDJ+Ktbe42/Vp5KpD5/g+gK8qhTF2ANaIl1DLhQ33we0qfRuevr/fojW97+QR0b
oHaWgIz8NFzLom42uhX+syzcZMGDMAowhKgriyu1QRQA2mYBTCiXAsBcT/POhRTTLx/wLUkJhqUU
wC60ai5HS3cpqBpJ0MH2R55kPWuzrnBlCKfwrLXj3vyx5l8aDn7yyd2hEHOzWstzar4EQ5/4lQ45
W3lIjoRLXq7kxlyV2QyHalZXofdEzfSpzNddgJX9h807kiQ5t9axVhAHYVmb8gLtGkvxZdKNQyiV
icSQJWAZHMynn9phy9nsDjWUIfmP3tmE9Y4MGMnXof4o3fQfMXJ40paEen0JMeaAeZm2SbiYJfmX
o3skRLKKaIxmm/QiyGZPHbuohsciO/zDjhyJkPbeaKoMNMLQw/KgALiM7BztyhrnqFos4CXjTQdf
DJpwaU8yWk6p00BI012Da6HvrnMd44Ly6YjCDxyQgPADvt7pvpPWrMqAmwh6wu/T8pzlQQwOBsxY
3k7wE7yI7eIppP9QHgE6+x+pwo8c5a/wcFkicL7gYgNpwGgmPnqgz2+Qwp6hEJ7+aAIFHaPcT9Kh
kI6zCb/qcvuldPA6IU72beIeujtGXc5G4fbQ0+VayMpbiL3lOI4t/uqPA86nYf3AJPPGX8qDUS+b
0Btip/h+XjOFVZwIk6w74Jll5wzCaHU58R6xR8yYplKmXL0jhSTzBp/J6lgzntwremJW+8WuHktM
o+bGj/O6KAKcE10kx8YGwxxa/AUNPX/BsO8uGJGBirpNH0Y3y+S8AL186xc689Mtofj5kfn5qx3N
jIr9QrnRR2sDbQCPqXER4tulIPhEN+lkheGUAYUVumUAMqAheJtHXRuRTg/pGE1I4fEqgx4Fd67Q
gY8ZggiK6Fi6FTHaiSbi50fLlYN6pgGbIawh2PvjdTjueG+L8xR7I00ajU2o1w2QhcCvxLNIvolG
alEvGuC926XZOMNVR3SERKqwAQr9J0K+hbyhD0WPNbIWeTyxOLKuuZcAsCUAkDIv48lKUB70dWLV
XuKPVOng5tFsjFYDqVXnxYPzQOlHy6/nnMcZ15xfzRoG0vl1OCmHTmSyfADLs2UfGrqLXH1y/ygj
vuDIJhpjbtohEhLwtgtZzLMtK/a0FMD/AHHes/rivKvQrZ50ZglKaXylEAgAXQzeres9YWUykQ1z
vpyXpD5Vf1STDi6rI9pTE5IA4bxMyDhZcW1pGrxV9+6JCUpHt3PrYZyICIQW9HFufPLW119GjPnN
5pe62Cx2POsgl3RGIR1jzEGhP9mFXo71OqVftGk03bpJ4YrVzUAp5/j9Y5R/NRZ2AQixt7H1due3
R7d0ctFnBDHCvArjbjMXUz87QCwNGcAdgW2a3/j1prYvPR0elvJCBIIqEG49tId+znPi8k9tuMCQ
ZRtCzYODFE1gfA/Qmn9ePeUu/SfpU76zt4hJpwmSlh6jRX0Tt8O/2PeRBOnJ2QTBNJnCnfeAgg3m
72BNynSQRMor40iG7OvCbih6B3vkVR8+eL2zW5SpeTViTh49p5olU7oGAUgeoC8aSPOSa7AMFnSY
ksVZsh8cq4qtcMOH64nctcb+/OYoTfxIkuQazKiYptIVp3Z4NL2NZ26jVucZ1AbwRxvJMziZTZqV
QRtmIGaYt4Yzbmt7a7Vj3FlJ0zMwhQA3Gr1vryX9aOaETZoTpvsCyVEAnw/h5Qgth+aH73xHmfP8
KirvjqNVlBzFWkVrSrnQsH7N2GNkgSbjPp2eubehAzgZWl0TtMZAIqlM7K116tZgyEsyoLEFZpKu
CcsA/pUns65coRMlHS6f9fY6WcIWkTIzxH69k+V9Li89HQypTpJ0xBxMq7BgEJKYga7VK2LkiTXE
Pv/OQ80BU3o/IAKjeRUAkUh9nl723boA4RXjnYkZvhkjSCL8b6N3P+h6c5Wn60iMfLpsUg2ZyFGt
wVfMhszs2k81GVWlaR+JkA7XGM7WFIjHEwuf8vHX4h7Om7ZOBenoeEXnA5cXK2XXRWyW2cac9k76
6/8nRDo/i9uFbBbrZM8+GMUo5vf3Tvb+/xIi37K074sRT2U8zXAPFfZ2Nbw4IDogNs16yS/nfnYK
dxAJPCt4yd0vJNtX/4AihQ3/z3hDKRbuQnRihiLswYB34s2vZO6SvrkuybWFUbrzi6b0bEeyhPkd
RcUGsfMy6CAra7+moOVZu+rVLBzQ2ZrbMYo2XUd3nk8/zktVXrZHUqVzM46WX63ixZSxL277YgDm
eu79XWVZqCr5YVyXpY5eUuMRZNTJJp9TFor7fWyB75/HUboFtlRs6Do5dPYhnafAr3uLC9Xs5RDy
DWVvWlx3nQjpNI396pq47mAf0S7gj3X1TdtirREhJ/m7OjSWKfu9Ws/VdB8Njy7RODa1CLSKi2Ii
4lTZsVUO60xxkJZ1ivPiokxf0Dx03s6UN47zR4a0GZNvp9wKIYNUywuhY0y4uyt5Grdt81G7ugZk
pVmjHg/ULSAGIx1wepi63kP/k4MLLsD8AmDF4mjazT3ZdO1lXhxMXdZYadKoLrvoCsWwhyvdp326
ltESQBwxP9zlMuwOeZPQ8HB+DZX7dCRF8hBeWSEBXy84OM41+mVM/pYbGhHCYD8lnjBHAzZW6IGO
2tN1Y31l+zRDcrXCVJl5YZXbAWiDNt8M2d4NeLyWb/+g05FAyf/0k22UjgGdqnCxr33EJUk6eahT
mIsO1UW5fEeiJDNfw7Ys+LqiiSIqH9Y6T0gWXFVcM56nNIUjKZKh27DpIZsgxa/2oQMk53tq3nq6
znQFoYRoEPuzUbLn8YHyziOIYWu2waBhZfaxn9927ZY3rzPmsMkVBk1IejUPj0sBkINd9E8PmkBM
JQEBRaBsSrbiAmKT+SIRjwy5w6+95YuvcxtKezySIa2mg0q56yEXKh5NubOh9Fswfh3XrZX+6Nxt
p5skVW7ekThpVQcjG80+hUqu++4t3y372Y+utFkIZSAZAMEcEJhI/cv4g+FSeU0t9m5YeDJ33/JU
Y4NKSz8SIK0ac3OXtAEE9OO+pJeAZAK4yflzq3KweKMDPVH4dBSGTzcfQ6NGHmbweM7S1I9tPl5G
HtpB1qnwLkcMltxmJogBbHfQMYaqtghtYyF6h9C7+4nM1eY196Kaw2H4j0HwgO4kbl+VumesagUd
oIw7mDy3MV8kGQLoeoy2yx1xvOxNCoSfzFvBfOfsz6+iwhIEwx8wEzDHG6LUdLqKAzCGDRKCJ93E
PCjAWlIzBg6bDqpIHETJqZ9Ike6NOeoCPvmQgqH2+7YFCmpX7QBx/zQgb+0jcX1eKcXagePGAfqE
wIgBsPSpUvlYVW7IBRP7lG+bfvjujDzxDVOTp1aKcZB1BM81yDjl8D8AXDLgAcByPRftez2jj93q
7yMdmoaqXR65TQErDmODzYnPOArLA+JTz83BP52GtbcNu7J4NP38fS2zYkuc6Zqm7W1Z+G8NmgDj
efVv0ow6sTmuXczTLjqUg6dDlVHtpw3iZNH4BQoRGUBgnm3MD3eghxaNkyxq1rgefSsOEO8mIFDK
48LXAbApRQq8H4zYY71lHLucBxmoAylNON9F02Xq9fj3ZQEtaqvry1flaEF390eWFEy5xJ8L34Ws
BZCsNL+o5yIeSGKut+O6cZyHBXACvbE9b7S2wq+cSJWs1gdjejPwCvAEtBT4LDwobmyrGb6kabjc
hCNx7qzU936mjIftLhsnMGdWvpkeMtOaH9hS1agr2FaHQic3D5E193My9ANqd60zWSDzNCLrez5k
/paRDI5lRN81jyvbaS/SkmQvee0u1aYzxnxH0tnT5G0V7hqzWDiRaBXEmK3cQOpYDTMMAYC8eiBV
c56m6ABAwtzds+CmnjXdgqqTeSxMCr5ZBss1JgjDRKxtx8zozZ8WBpkfJ4NUH+f3TSdL2raFGGXT
lZDlZI+je2itfVom/yJC9KmiU9kNZNu3WwfjEBOOW+X94vU9KN+1hFZKLRDOCR52TGDL0+tT1BSE
9XAyprfsS2bGKCUgl6nrOlKNQaOxCpzeYDNFe5qcz7CrqbSn36tFmnhZ3G9Z/Z1O1bWNwbxpqX70
VpBYbpF4tLxYwRmTleT+/GJaYkPky8gRHKe4GTzfk/1pWZmj1Ttiw8A9sAVzzJsZGWznRZhx6KoC
TNKe+2T2YRWbJrniHjE+gqJ6pNbkb4GQYmg2V+XYjj9HuIUj90691iKr8KWzk8cMxAfleuuNiVVe
0uj5vOoqDwO9LcyR4XICFcGpqBpj7vlQFjTB4BEGHqYsTdIa7x1rKVO8egZj1BValRIBUgQ2VLQJ
4jo+lWiGNSsdIbFwfo7WlqHq3q0Xvq6GohMjOewUtLLMaiGmbG7TYtOmN1MB89JhBaitF5RvKAX6
uIUisZdHezWxqiRDV9IkK4NiN7dNXETFdbEsz9H0ltfVTV9NSWeSt8k3dnW1Hjz7/fwWKq0FnbsC
TSMQzW6nXzBnA51dD1fT6IKJ4RW2HPNm35MfVNdFo3TYR5KkmA2ElODWEpdgP3qbqHzP8ykuuRnn
ePOQiR3alGmyQKpYFNYJPh1A/+OGkHQzsmXuHXEBIiDmMS35suknV9fIoPJ0rghb0C4G7KNPJrkQ
FwSPNVaw2xTlC8cUrbluzu+SMoJwXVNM/oBZ1JT7b9GrGridgUDXzIA2dMmX1ync9et1CIw/MEBY
wSbQjQarmpFBb/NHpuRIMpKC4ySCTBuURw3oCOHJ2q+zc+uku87erP5d3iULHJ3x3tlJBRiKxtyM
9OA3h6jRheAKhm8Mq6IchaFoAcMkH5WoHsSjHV/Dmqssij33Z8of2iI20pjZT34ar9nWApNNf+eV
V06zSTHY2l1O07ZlHxXZNsXu/JaojAtdvf9LmwKSPek9ZaXU6B1roMk08zk2RYA6ts2gGcJSOSIX
HY+ggodtAVvr9HhGvEGQXk008cyf6/De+gFA8EIM0v9DdyUua4DORi5yi0j6nQqaymHgnssoOq8P
EfZ7JfehbohadVLg7NAWCNJQQPdIznsgYTNhGIcm9eJdBF53EzTWhWENmmBNrLx8HwN1Fa8lAKMI
CJZTVVhZNVkVoReLDXVE4pVZ5t0MjLvL3uzoxulH82Ge7OmSLqPpJwvN67fzpqHU0xG7hfKggz+n
HwDeJrL6Ez7A6A7Z/GGme6rbLpUzxWTefyLEz48ujq51FrzsIKKjOY7A9epvybrJZhPNbyFgCrf/
oBFgSfCsx6riz6k4pyudIeyFuNlOXBrd5NzbLmR9PC9GqdWRGOnanTo0LowdrB1QfMCnDvo+ro03
f3iOjEOrbfYVv+2TnRxJk+zEzoi9ugzS8LAfq/cVOFI5fcHdm7dvY7htGjMOf5rdAfiL8Xk9f0e/
50RLd6G5DmnfLFjPNt/b5uXcb/PopjYS2u2zahN21b43L/22jwf3expuc/cj7w/pdE90OPwq/4J3
t0BzDzzM5kob63XobPVCrIFRiO7ti7bZkOw1WjWPNdWJQMAGuEiQy+PdIZ2IiFXdYoEHAkzf1r7n
1i4c8u2SOhozVV6ToH/DlLENZilUSU7tNPP8eWC9uCQWQOhsKcu9X8bcT2W8pHaR7iIypVtgyY6P
FULWIJlr1ErxJqD5qLmxVRqDvQ0Y+QJgAbm90y+xinEK0nKGKbNd5HypaWwaukZr1XE5liEZcImu
vC5fxeWQbdYgLu0LuwJoZbMD2oD/Dw28GKhG9gucamITpaWdABGKyxAK9Suuh8ku4mIq/sFxHsuQ
Iw5qcASjkJGGGC0C96N1sIf8W0CHf8n+HEuSDBKlhsDIalx31fPQ3PrjHV9vzOKOPJ0/6ModOlo0
yU3TkHXo6MYOpeVTNrhxBf5odwOCtdXdI+rWuBWlzeFFjwcZ4vlPfJi9N/pjZYmBH+8qLPaV/eDr
oBJU/gJoqv8n4vcBPLp37MXpO9aJdWNvK/thDxurT6huDEwVWx1LkbySTezSmRgUGcGIbU9DDASL
8xujWip0eGLIGeyrJsAET4+nV7ZIOXoWQhHn2sO4KUXTqS4VropDfmfCTXhXJKmk4xlxTJ8NKD6i
KIK84n7FOCbFm8dus5i3+7EuNwXbnldL6QCPZUoXi1+Xlg8vCH+erbFbX49Zj1HaK5Pu2JIM2S2w
M9Ayd16oWCvpMgsFSa7pOSbo/OQ7xBizokdXPN4JaH6eBVwZ/VksqKz23xwd+sHvlMKpMA/YuSLf
h2ou5gQlN+Rl1VQHM2YxJw+1aUxB+uEcL+V2Dnww4v0IAfDHvPfWWuIoyxEn78qFxmX0yynWG4oU
0TRcuPw6Cp5G8+CHj9lUg4m02gTA29F1fX5eF/GpEdixsf8eiNBPbcwk0dKuFJ9aDVvCHi36gcfb
bOKNwn+e34FP5wXAu4KRFH7ZBOyF/AQdImDfDrlfgZEUfPHd6o5xWa063tNPZ0ZIiTyRcoWH+bTP
GHhv/ZqgPIE59/VyaIYXHtkghav9l79XB1SUNpDsHVSQ5Jze7IxpGa2IFsw8+0qRLlvtLDkv4pNj
hi4Cxwt5f1SpLLlBpB4Np0LWAwnd9mNxnsYVUNc8trIsrsmr52/PS1OtHDKqeMZhisMOZGQAp26X
cvV6lKlI/+pZ2XWY969RpkP0U5gBAnQxnWti9iqSq7AWmMUIzRpEP6bzFizDw4DI9rwmKhG2Z2EO
TzjNT89Ek7OJRzhSSd5OfgKM0hGeRgeD9engYMDPxdHGexQg+Z/S0z3BoDEwAmhiVQjB2bNTj0nm
PRquk6yOprD86UKDLA+mAGwQV9CfSoeUpHSOlsrFmoVIIvwyrA1d7yf+en7ZVFJ8oN8APMND6jIS
BnJ0bS4eQ/Kr8UT6hj8UzjdMKt20dQgGxVXjjD9no6EQkMWRjxJHFOmJU1Gdm/m0DiCqB2Izny5n
B9WYi6i5MNwry0v4uvWRLCnYRxFcoWnp7/XEwx4lPA9FGYDGnAqPJuCUtjOtAcTdJHmwD8ID3pMx
ShoaQSo7BHsSDBCd05hdliKE0AFdbbRAEBq8EvCY3/LMfTivi1oEwl3UI22gnEq62I3Z5y7gC0Ec
mx3agWFmcm6/n5ehsgvRRYy3F94JmKA9Xa8sB5sGyFZrFLG+hUhnBR89SIvNvyaRg01gS0xYHiwd
jz1JzFSULPJ7rJZ71XTRDXWDDWbtNXui8HInUqRgF+UO5lgEUvoWQ/ukB1mB+4PWVFNvUa4Z3iEC
1x+5UHn4ZCReETUzxGT+OwE7ZJXG3bDRDu9/HosTi/afHFxGp4vW+mPjFQxyqnrYGN1+5V+c5nLN
7Tj3QYka3TbITnRJpYMqUlxNJ3Il07a7qMrmVMh1xy1G1ZJ6juKiCrczd2PXeTSRJ/hrKwSIsOWh
xwHgPsianWpa85SMfARvC3wXcMmamIwsTp3XVDeIp9i6E0HiyB25QR9N+ZazQNDgVPQpII59QHm3
uVr69ksJuGmNXoqVjFCWQiuFF2BwXO4qmAyMjFsOnMTQlq/ANduM2TTFmMOKC7O+cZCUS11bI1Ol
IkiR8D5GbBF+SqiUgQVE5GKqE4f7ADmb4znfRDXoHTpNZlhx2uDhf2M/i2tFznKSmfVdGMB1IEd/
GdI6j30LtQAn0GG8qDRC8BqA9B5sdcjdnm5atJjtzEpotODdT8DFGz04oETpHc3KKRU6kiMZR24a
rj+TGb4wDfbEyhI7oJtyWHfnjV11QUbH+kh3MU9zZKoo9EnXelOWK0ASd0Ow9Zek9S/Brc6B7NsZ
mwHDm9N6RZy/bfIRbyUMO8JCEEh7ct2gBoqwmCavkwhjBJZRbu3F3Vp283heTUUMdSxGHlhI3cmq
jApishzPoPQLc7on12w2o21dNK3OGJXSxEUsUogoIkrFEMI7brBwhVIwC7Ntrkz3GyE/s3nY5Hj9
nFdNcTED5RlVINSDPNeVDdIyBhPdQlDNIfW9QZ3roPt6XoLSFI8kSKbYmUuf0QgSgmJO6myOV2t8
BEOFxhSVingeMBLAvoPAXVq1kdQLnUG/kwxh9mAG/MkhuvE5cThPnsu/X+ZgaPLxAo1AE3B6eBuC
/6aNB2Pn6WMq+qqa5wDJDreNw6e63gLrMnBvgp8mAPlrOu7Pr6PKdYCBB7DCIsSxZYz62h261FsA
ol6EdwVyUTX7TqZtaq4a16Fy9I5gboOaIWDxpSPde5RZNkFLUuEEN+iK3vDGj9OljKOo2s+hFROq
u8ospW5IQETYwCgAzdDpylZgSqyZ69ZAl3Te3IwffLDIfQkq56odvZt6GvxkdfNnvw8eCeMs9src
OvQuMy9T2h08t3d27djROLOcl/Or/rm6gE1HNwrCYlGBAlz56aeh/oW8Iygykq4bYi93Yua7sT+j
msJ4cbCbdOcxQEsZ3RR7RZlY6Jjx6psSEx8z2tbnjsWd98vrdANtn/Jh+Cxc53j+eji0tpy6gf2n
rMgRUNdjsEGtFKr/Ktth31gv9ZoYzU1LN+dXQnWOAw99m7j8I3CjS9bfBsaIynlVJ1ZHi4vOrNyk
dHJ+0ziV/y+ioCCipwi4ifJZdkMypHUE5Zp+vYkWFKW5+ewH7Om8Rp+bNyEjgBR08qLC8anZCAVP
n5oiKl1BBRqU+cs8kpth/rmkPxzGDmE+5rE3mQlquU8W4VsP8OgbwzbBLTNZmoBftaFAKMe6og7u
eXLHdN96FiNLiqcms2JnSAB4mHU70E6kaMlboucp1zhM1ZkDAjtYUXF1AoxdfscAp5b4fQYLsrM4
nb4Fwa5u14To+uOUih3JkV4yYRfkRtgYSNvPLyO/n+uD6WHcCuWx6MZqdy37h1gOQI5A7hJuGvWV
0wNL4CWNlOU4sCGwxZFdNwwWD72lcZOq43AsRizvUfjtjmMxWGAFBcDQPQuaeMSgRajrCVP5Yrge
bJNwjLZc/MY5oDSaCM4cv03zG9oD8Tq4iMzdWG9zHQe3UqMjYdJG5WbfDLQqcL25Ztx1VzbZD4Cs
PH/mVMHNsUaSpy+HbEAnGzRa+p0RTEmNQcK8uR7Jiz3/i4H/0UdmbZwxfMeqDKIy66MNL3j50NvP
nY6LVHmMjqRI94MfsZIPHqRE4SFq35b2Dr3mM9Nc/spDhJQG7ABvMIxeSdaWVXNBKB57mZNtoumn
aRNkW9+CASAOBtlZjpmEiy4QVRmEgNKKQEyDZ5Hs8UnR2LQPYBCI4rdR1cVFn21DHTzc7xF5Oaw6
FiMFiKMFvBwjghgD6fKXqfRm9DwPZCy2sxcsTy4mA9MdwKlrL0aLyEQ3rRXNX3Els80SWRmG+MK5
MhKEBFbzGNrG+Moni4hmpiEK0DLdw9SWHJ1OUd8E3+iyRo+z31ctEg5W+FSkRfTAfaDyzDQdPjr8
FlRj0bnxXnVg4h3zJit3meHOI4pNwM+I8xH1roeeIaG2wd00AMS16ADCbTtmuWM5d+otY8wddsFQ
+QCtXZ3N0AftfZt2KwhKi6qv4qkdgyTgXrvr0LdAsxFzroPb1FXM86mN4gV1wduoH6019n1e/zBA
Dfq+mOVIYhKghTEGPgleVdxdEVIPXTYlbtHa/mU5B87GDjLziXUzL24md/HvrZxGfAvQBZZtA25X
dwA+njboW878OHcxh+ZW6GHCrK2ZvuZtxIObnOK5mBTMCe6snvaHPOuDHS9mOO00zBDydENITWhf
BC+s6LIxnqa52lv92OyoG7b1rojGAdVG4rIrdEXyr6mZF1PCuNGCashuK03AoDqExyYk+fx+ZSvo
+3A8KKpmQ3o7pY8Bckth+Xzee30uCSJiQBFKgBIjTQBqqtNzOBSmm1sij7nwu7q5AGheYe6W7gWg
tHFbXKXBwTEuzstUnsIjkdJFw8N5CGoDiZcebcit3eXIgrQPWbt+nJejXEPUHVGPRtsazvypatHQ
rXNdQc7I+wuG3v+mK14Kx39sJ6bZLvUy/pElV775UoO4V2ScV//CCr+Zy8PokmQJv7rtdl23Qwmq
dB0XjOKRIdqqUTfykU/H/IjkqdHhkfVoEEYuMLrJuvuG3fT8e5Z/XZqk8HYLDix5xjmPMdVqt2Pc
2BtSvo/Vt/PL/NmTn36FfbrMmEIK0zHHV8wlOh3Tp34pN7XJkzTfsPYtJwkZNO/WzwYEiY4nupIF
sLCsd+1hrpXkYw1WAi9pO2PnkvDAUp0YRY4XcvAgQTXZR1VTLsylbPbbam1wEzL/yY3A8Tvn/cWY
R5e+g2IxtUuW5A4eeSPpD6QBORYwucO/Ny3xFb5AUMZjDSOIp+ubWuhRtkrE9LR7JdHPMl9ip8eq
Gh8G/TovtxgjXlZdqUa5xEdC3VOhJk2rrHexqdxbLwrLfx/zadf0riYKUJwbKCeqDkinY+ZMzkCY
qBGmDcBUAcEOZEF620fPFDc/vQvBe9Fv6XBDU12z8Ge/IGSiciiWFPegdGzAnDNFUw/zGejPfigB
WX6bpgt6CX+ePxjKNTySIx2MNIqapQqgWz9cNtW3kW4t9nBehNiG00jjVBXJNnpQ6KBNBaqM/cNq
NjEHgPh5CbrFkgwhtIfAy2soUaKbGl77UJLwIQCGL+ZqNKKUjuRovcR6Hj1AaBsWqKpAmTq8M4If
xuDHKwd4WBqn1jWz0ngAnM7fa4cTJbrzQQUCXoZTkZHTTZyFyPbaowvKnbuF3NYz2Tk6XBWVKRzJ
kcfRWD44i5lDTm7VV6Ct2Y5+tVmrTOMrdGJky+bV7E4mxEwAF4kwbpTTftNSXdv558EUEIzAEwU+
OGMF4K4kBy1eLTFDZEBbwlbUTVjq7mxA9C0xL0eH3mDoCvmrsDNuiUnmrdMv9ZeQ0fnKHgQDJOvR
/3N+I5WaH32RfbqRgdO7CKTxRWE6PzWp9WMI3E3QPJ2XorLQY72l42bVw9ouKdY3YG/R2IK1DgOo
3QPaDnJzRXD2jvr5eYlKvUK8lJESE+GFJDFrSdnmNpLAhITpruhM77Jx5hJFxkoHEK7yJZiaEj01
6J1EOHi6hOB3G7NGiJom57pPm3tS+8l5bZTuHmUpYT0geQXV+amMPC2LcTVRCeiAxZ/1GKa/sM2L
cd4Bt82K7m0/j8dJM+ej8mBYPjTDI++JIEmSaRgRaBU40r8ez+LAGpNqXQ7Udbd+PWp263N2AwAs
SGSLVjdIk3u6gjLq+pXYNUp7NF6NzTpnseV/9PZNzS7r/uX8aioVO5ImpTcCysaVUkjLke8KwTdu
jsg8DHGjw8tRnnfck4g1kaLFqZfcpLH21VALvRbPBFDzuHMiuiHovBwHIykCa8OWN3RxJ0vHb9Iq
2KXForEcla74AOS/0JYlrOfUcChtWlBi4RrK8Q5N6fcpzDcU3fdmRDR7+DmfA0eN/CnKmSDQ/dSX
t4Zl1BJRYCfDcIMUeb5PaThtxgWwsNG6oMju5fbz+Z1UnXI0AVq4hyARUe2pdu0ctREx0f6b+SDc
6mk1JFnH0u3UWj/PS1J5MNGeB6QCQYgpo9MZNZgIIoM2qC8687u5rKwHz7EVgO5qcMOvjb8Mdx7J
GBq3UJ7EcxBxqWaBlWF14GOBTSCpCO7sU209MvsZLwMkw+s0dhyGcu5TF8W8/uItd6S8a90739+v
3bg7r7tylX1kfUAEi/yR3KNuhcHkZsxHsGR8NVxQCuEVX2eat4kiBW8hkkDrMHLfAYY2JXfj9ym1
PfSSJoGdx/2yb5p7Xjz4FLmffe5fmMO1be9W4iYMcYb1gazDeS1VOxyiu8CFPaFFTnZ3mC0Ka3RF
isakuzlkO9FxO9574bVTHBgncRD0mrtX5fVQXQMalIujA71P9zPEblpDBY15+HW18DC5p2hmHwBE
FfBNNuhAXxUHFI4Azz7hkFAdlVyB3TUtZrM60foddlfd4oZgietzwCq7Bdk6SDLtxzEcUo2Wis4A
XP2o3aBzDai26Mc6VbMp7KmiFHLrZcfdO+bFczRhvnjGwxecKjeRl0zhrxB1NBQoNpb310DsYrwK
PaKYV8VkIY7vqfwUaCwGGwF1RO1LRr673UOe/ThvOypHfyTDkbualsBLPb+HjCFyH2x7iimYDbj5
vfDKa3QkXKCm/mXMlg/kN2N7sg5tqYMfVRjTyRdIzgFpHITGIb6gASNwBLy0YbgF2s6VP/KNhy67
hRQ6fyROpPSIQrHsN3kEBgI/NTh1lVNOq+U2idFmq783PNa/T2uWCgpANj7mSN8+dKbh0Z3tgeY1
Tr0gy66tzC0vgraZnd1UueZlEYVMNyakCMmA0uugKOqhfxvP49Mt9/nc8EYkGLzC2xtruGuJrgtK
KQJnCQMIgMv4RN0z+7RcggXOGLhah85G1hddGeetSnF3Wxi0FgST4sXw6Y0/LV20Th5eC5Re2F0G
Fr/rnthxlKearVRJQqZPYNLBN3xqMPWboirtDB6e/A9p57Ect7K02ydCBLyZotGO3ogUpQlCErfg
vcfT3wXe/xx1g4hGbJ2BNOEguwplsjI/E3ZUez0ns6607NGT/yYOOR7SFYo0tVzPv4sZm2rFHcB3
ScRrSfwlFsWh6jlpQ21Np2VxS6r0xGk4IidIleQ8liwoueob0SSvd+d2L9RjbNE/SHGElcq9kL3o
zXWjXSXti6+vgJ+XtuJp5Fl+2aZyGfglWYk43BrFrZQeZUnYaMqd4b9I4+HyIlnKCgDaTyghg6fO
J9OlUPW9ZBCzbJNb6o2ayU9D+8Vq863nZbs8rO1a6W5FMboxBfOqktxvl8MvjRUULxYKxlQu/vgK
J7WHoKm1BmO56da2XgfNt+VMwS3axIBNfGOxXtfemkrV8ojJRPSp7g7baLa7hX5QfNdjxH2kfekh
egqD5PRSHW0i3bvRpQ7mCo6rubLR3PdEXaMdLGUq2E7xrKRXDgJnfqEori8Zbc1uyaobMyeXP5pd
RZN5AP99MK2tae0tdxejQhdSBtxFa+JzS69BSceJdVLrIPGdU4NKK3CrBrv0TRceJRpRNcAAVfjt
czbowiEejqp7i+fRv//SAHeRY/gAJswh/SCPvcKfLhg46OFNVJcJJj51fmslSK83wZ0Ruj/ayKpX
mvhLRxPsGDQKoC5QtZ/fa0qZxoFcZxu1UPApTm1DJ9kF+SNC+Lg8woUECSUIWqvo+IKDntNc3Vwt
RSODG9dqvzAH2aNp59S8C626PBqI5F+OtvQVeU8AbCEUJdyPLsXJ1mliF513iycFqc/zh4W1jNGJ
GG0ls9h31UNriZu2cXcebcjLoRfm9Czy7GgUMtxuuukxU7kPnRtu6hTYUuztFGNN73TpFCYUl9fk
dslyneW4wjBCe0k4H+pRuVLpxXLz3/iC5yh5uY0S1U5yf5eZT6PuX4+dvq/Etero4mANmeOJYiWb
dnZapGNQyH7KYEfhOxCySqjsvH6q6DJfntSFkxBqCL0GVAAV2s+zkTYmTWP2JGmu1FyVZrvlqN7o
hfRLSOuDkPTH2F0z21iApE1WUFyo9LJ4PM3fLGpuGMj+EjMKjhp6L9qV5O3L+MDbMzUP/ugkxldN
uEmtnRy+YBZl45yrGffNv1bRJa/mQYGICre3irPp+V3bKFbvCwO/I6S6EO1V5Yuh3ZqlSyv+2orX
zDkWv+ifaNqMQtD2QxHQaGemMSaoxa/UGpy+V+187chbOhAoZjC/VNwmDcnzYbmxPHRNM/LoF+sN
6AqaLc1TKuXXvhI99Vb5eHkFLW4WDh8ZKhg8Ohot5/EqsRcD3orZRrIGYHw5thy7qBFtNb9FCAcl
Xzd4ctPXwETkLvhyOfhCPkul6k9s+Tw2Bt6SWNI0B7fogRUPbyR/Dbc67YDZewHYJJhBah+omc7r
F1h95b7pIiUZC+bWBAWgiQNZYHC8PJKl+xm014Tlg8o6YVbOh6I1kN3VmmZuVVrZPvB81R7VxHtM
TM9yWq2P936T3YaGTnBANNWghrbvDSSGnvaCvHp9bLNkWEnmPy6q+ejBjX6Yu8DzmwMGkoGkIWz4
uCWV/DaW7A4n60J7h5d5rYoTl50DWP1hBbqda+VebcoN2uqHIHkoTf0QabXt0jsN9eDaNfW9LwtA
6tc6fMtTpykG+h1UqNQ5Z6WtmtAbLFZB2mImH1410Vvo2kBJ0Cp+CdX8qAZvUqXYst59kZN4F4al
XYprbI+lhcLyQCWb5wjJ7ewo5YNIQURbbhMoEHUCVeoPgJFBplflSqq+HIl3j/lBV/xINU/uYOp3
RdxMT9hQlQ+m5B+qNt7qsbG/vCSXTiw6tXTeNSrB0NbPV2QvKkIIURVnH7AoeXUIovcASrG6JlWw
eIJM4GmeA2gnfSpTpgM0rjqEHJ0VritvfXx+dppY1iQSQvvSmoPxVWok6ZD4Rn5TGZV0Y+qldK2m
OaJ6kuWtnWjTUTxf9NZUfgHIChN0XqDFpFlWtMmqoirtNrhxs/dG+C3XWwPZZHlfpPt4bZ8tTfVp
xFluM/h5WVmTaWaYfivETSxTFx7uO2Wt0b90N5zGmT3y3MQVs6ohjiDHO6EAdWb1G6Gvjlht45Ti
rxwfS9nFabjZCuoUP+iDjomM67exRAUgf+6CJ1FwMjezM2t3eb1S8Fz6cDQN6PNPylXzzGIMk9BI
Fe5YSiCAM5Oy78t9Bdqr2rJl9Kuylgtl6wGq3g24Vb+KeSk/CJo1KFe1kbT0KnOp3+mRgrFHQ6HE
26njMDzKQyYaG2VUlPiB06fY512qGofAjfofkQS/YKMNnrL1R49j0DO96LoqrLpzZEijJfr8beZv
e00or2IxE7bBtGyVVHaR+GlE6d2qxeogV100OGJiCYHT+mFqbKreNe80oQiBDUpm/qB4qvilkKX4
TRMT5LgEyRzJ8ivREzdqILlQEbM6PDZJp5C3DhYabbDo+A1mc9carqLZsSh4P6QyyB2qnuWzUihd
7gxN0W2bsBa/w11gr6tioMMMSjxf32l+IV95HbbBdp13dbxJqk7z91UCMAAQ46QqIcXqxMsSD1Yh
I+xZx4082lbeg+8I+7TgaELp/qqLfAvtQi803zMcOTZDY1i/Iy+XjoliBXuqBINjxZCxrgDVo/VU
I9ZnFxmTbHtVOIQOjn3NBvwgzoP0YzgZukTWo9vAbRDRwI9F+51Ybv1DCurB3EReVf5qKil9zvCL
cm2tGEynNgXrd6wxqU9GZnh3mGeI4cYb4gxKhDreqEgab9sywj5B4rJPO8vct6kr97Db62NSN+HV
2HXpkfKWfBRrit9Fn3eBLac+JrdlxboSSsCTV5o20BNPtczcykIbeA6yjSkidK17K8q5UB6GVDI8
J5JF4TZpWLH2kMnZm1wOQF9cUILqphzGonA6zNayx7wP/Wu9HBR1U+RjAWmnL4rJnCyrtG0f+d4u
9LvqTtBG6Vkt+2AE+owVuy0rmSw95Fqb5tumkxrvVqhL5abv5GqrkPr+hOpe7JHVAJaasx6SlYfF
4qE+8TvornGOKnOecVnWrJkEH+MQYTVX3vvFrdx9i4I7JbLT8KBkv8vRGZQb3VylvU9Z3+z85i1D
ZQey56TePjtNs7a2iioiH4AffAM77E7z3iM8P1B62cuEG7p2R+/7ukgCu4rBvqvZylG0cPChlQWC
HxwZGt7z7kEqiGPi600GNEOy5c1eu2k6lb0oovqwZsC3cKaTANPF5D8S8PmhF+eVmgwG2UAWVegw
UKh20ZSIIDRackz91SiV6BpOQZivnO5LgeE6wV2EtqZ9kuaQhFirpFqgotUA873LE50u6mFwv7hK
sLKaluaTWgqahDKuHZzt56lIPnSc0gVYabdSqZ4VanYliX0T26jbIp3EodU4oydFqT02ercmarOQ
b9G/NIG/UNFBk30WvVaGKhg7oqv4P1diw/XlHuNgzflyIQlAIBBuvspDAAjDPAwFSDP3c5IAqd6W
2gEDCu7pL8baA3EpqQcgQZbKTPLun6/OQe9zJfcCWH7M1VtBd5YS3ACJaFODRMcWVff4FX4YDeC3
O9XV7YGr7bvbNm1hx54X3aSeZFz7VWsdfE/3t66be9d+0AlbSY1bShWVHrlOVHd0Q2MdkXC5bP01
Ys5SKYrZAtwvT4BfUL/ni8Jqg1QTG4ysc50agT/afpxu4/G7r6S25H+HOiPHTqJKK8t+aTWchp19
pqhKE7kMCdto3TZPvijDsI/XjACn3z47wlBVUXXgVhOAZp6C1rFSDa1IStxSnfYU/z7ymofL6dJa
iGk5nr4ispKN7REiSSK+sOs/ynXw718qU2eaVhCqpVPd+TxGWYhGG1c4SJli/pRWwg/PjXd4Cqxk
7FMe+Wm2TsLMygBNEJd6bRIG0/Q8vs8gJfjBbWjZsbVV2q+Jvr88dQsnH8NiSHBZdVR+Z0sgKagZ
JlqFzP3gO1lW34ejsa179UquXcdIhpXbZDEc8hYTpXXqqc3ChaNe6I1E1u5SY5XGeKsVOgQI1LwU
/zZfM0laOGtVOs//jTZbFxAveiEciFYK92NX2bL8XkW3tbbz6cuka4fR0qeDngFxkB2MvtNshagR
wpt+N5m56P+oxtYy9n33Ow6/WJ3rFM17r6411pcmEwkIYE0W+DcKU+dLUlV6quVeVICxgxGZubk9
xmpvN1G4GXxj2DR68/Pyalk4MKgJkLlCiZ/yodnnS/w+s7JJnSHLAIj1+r3naXuZnNi+HGdpZKSH
Cq911I8/CQuZw2AE7DUQtdW2Ha+RFbUhzvglyeEa23M5FB00Tl+kIOZIWsVF02CMgU0Z5VsmioDQ
XgbQfLl7GNaqtEsLRIc69n+h5mBaPYjIoySw6ZC35PKu0wtHHvWNwe6LzR9J5dRroitLqSsf7E/I
2RIJmhT9mp6QBsZ6Rf5ikbeJfbJVhegB7KmdTcRaelyTwYW4jy1r07nyCrJoIRmYwFKo6VskHTSS
zpcpDcq2DEdmOMYkNUC02hLK21oQjyZA6cvrZi3UdCCcXASx0MqKMCkCFX1xMAvNEUhc6z6CrLdy
5SwdLQDxoVjgv8YXne0EpR+s0hwAnYZtunVxJ3BkIXsW+m4bGsnWjIVt32crV9DSNXcac3acGV6o
+21IzBg/+7RUqAs+X56/pf1toDSgUn0EUzHfDC5oPrUaQCvmmovOYoySPTA7c0U2d3Hu/kSZ74MU
Alo7dqCRx8aiRCG8BpF1N4F2BQO7I0/dt96aBdrS1jsZ2Lyyn9W5pI8RMGvd/6rHD6b7W+6PQbUd
4wc/edbbfy7P4+I6PBnh7BYP60AWgymc796aPTJl27F8XZXoX1wPJ1GU89UeaPQQlWkeS4N+RRdS
Ro98ZWX3Lp2PpzM3/YiTLZXR7ZE6iyDwrG25P0jNe6k+asEvXdv+xaRNinVA5EzO/dlwmrCpDSlj
0lpaAaFYO0pwwC3Jcl8vx1lcfidxZiMKK6uhBc2IlGm5NdEvMxc3nRTuotj6prnqVR5Ff3NanISc
nRZG2mnhOBIyqSmHuo7vP1UDqpk0DrVffrvW2l5cfhCUIdgBz6CXdf7NBq8yY9mYDidPsOP2Lgd/
1gaPWrTWKFhcHAAgJiIfkmXzbTW67SCLCYGq+KuW3ArxDpbyJrW2BfWkv/hqJ6FmWyqlEGf0CqEG
4UaMZFtOmm0cX3nURqLoRlvrJi/urZNws8WoBIovWuU0hWKxi3z32uvWXMQ/O1GgL0HB4b+zN1uI
SWAlgdpMszd8T/WnASNxv7fN4apG1H/cQdJD0jDOD3V4wBBuowcvnfWk1w8DQm2V8OXy/C6mCqe/
ZrZGQYkiDa/ya/DDaspreni2AU60rTw7168tUjBZhG587afbVQWMjz7P/NkD8AO3QFQwYC3O8hRB
xxrKrAYUD0z5W4R4uVx0d0JDbiJF+8HK7DEtnb78nloxlGt3zatwOT5FGdQ+yFOAs5/vmJZOaBcI
8DsaST8qSotvWWynzYuot7aaKKhMQvZN3B+qXr6p4srpsNT1AxkLsZ/u/SRVNxt9pjQt2FFG33Zf
u1R3XLl0BnMSQC9eXUs+Uubd5n3E0ui3nha9Ub3dunp9UyarhiRLR8fpT5ltM2C0WMvUTERqQW33
t6L1Dy8zsfAOK8ttGtP8i58Gms14DW19ImGRqhmkv9GrYmIZkNtV9kVvGxwc9wXVl5Bmgb/WOVqq
tkwWJxMtFU4G+pTnHxswQdQWFtPtKZmt5ABF3hXxMZG2IfYPUXjvD3fJXyAvz2JOl9LJNTqq7Kym
IGZBIb/YysGgxI4eJh1wkaD/BpGie7o8w0vX3Okop5ToJKI/BnnSSkRErjIUrqMcGYbM9vuNIt6G
8VqlejodPn/O/8wpFInzaK5UDKGc8zmNNLsKsuqQA2Q3rH8uj2npvvkzps8IhrEEsjyNaeibTeYW
ZCPY4gXPicUwx7VW5uKRiPka9DUKWKY1h9XEsqRnDSZIdGqw3Rk3ovioqbGdG19M/SdI3Tgb7EB9
y9z7Jl3ZH8v78L+h5xibqhe0yBwIXRf9rpN3SdM4CbZgwV8IKUxWUh8IJk6fT90No+yhSclESrJX
392Vw0b2bmWxsyXlKg4dY9yMq6bIi5v/JOZsNxjjGKdSRkyd0kFk7GKR+jC1/nAnaNc6oqTuVhec
QPpxefksUSHOxjrbE0FrCk0sETdN2k1pHcv6TtM53DF5vAHHKQq1Q1XPz3aNbLv62h5Z/KbAyEEy
TVZPyuyGlej/gTcEFR9n5UvThY9B1206/zUW1hSlFnfjSaTpl5zs/bpvYzStiZS5sZP7vqNADs6F
dHt5PpcGRP2Y1aMAOkW79jxMJrU9cB0YirEA6cEIQ+h8HudoqqrfI6lZef4uRgOviQME/9R5G84s
ykQSRAhCggy931XAhfqbRCgeUYXcXB7Y0vzBGPxvqNn6VHI5Rt6HUL4AETlSalrOkLydXNf2lyN9
FFjnB+dpqNkcGlrqt21CqCy9ruTvsvWg53dNcePnvyJcVMfvovQquQe5/ZpFT4hPWWs2rktn6skP
+HAoO1krNGH1ipYyqU/2niRXonkzGUua8kMSrHWflq6k01CzPKctXLWywMVvqtH4HfmvURrYmd46
ucDCAYfaqvHK9C5+SAqVgCJBfH3SXBdCXYiq1uVDptoRTPFLk/tO0f4FfwN87Z8ws6xJMX16aCph
yCKv60zdjYQIeu0Aom/FBmxhDmFTo4CoA3+GDTmbQ4xZ/+9zGVZXbWNXtZxOTPC/8IyHkKqao5U9
BLa2KlfyiYUXERJukANNOrQUFaepPl0nKOP7SeJnGy0LhCelSYxNgt7TygeblvtsO9A0pBM7ueEh
JTXbDmOhuFmi8DBGNERvHDFAIwQdoe8mFY4YGyCpXGFZy0vjQo+fyj1mlZidzsZVZC0Vw2ICu8El
UCA+x02LRC6OdI2GFoF2wA1iG8iqHWnCUUFt0DC8rVYH+3oM7dLrqFx1jqt321E3voiZZJtmTCU1
QnkpcvLU2kRy5Fw+NBZOQg2bNA7BSUaGisn5pxh6jKf6HChjWlW4eJKNhHYcvif14+U4S2tNg/DK
Pxgun8wJjTYVqGLRj+/rvYbXpOsfPXCHyOWo9cFgH/9v4WanbiaVo2iMUzjvJbN8W7Luwvbed1/S
rrVXRf2XngEIWgMGxOQWxPicVpvkRdBXog55uXNi3OWs2g4jyalkAL52pR3H7DZbI2MufblJtBtQ
B0fSpy6iJzda78cdFIfSqZV4k8b/pMOXTlxjxy0c6h/i4P+JMzuQkPmluyCxjTTz0CL7o9uaoNrS
uInzVczj9FKbb1lO1sk6Q5F5AcxXo9eXpRoQy5AeevVB6BFga21k8Zq6RVB+B80+y3eILaFjuzfX
Sq2Ln9EAqzbRW6c25jQVJ+dSohuhngz9xyKtxV9R8d3QdnKLqCWGUagZNPu4X9kXS0fGacjZQvVr
t08rna+oV+VmHK3nRBFWTtvFD3gyqtk56OvK0GktIYTCvyk0JBrRIG3L4FaL4q/tquLkUgGELf7f
WfyQBjyZRVmPq9ysmUWj6N5L/97AoyT2vXtqYFe50jwLnrmzKFTW6lv1VzCns+izS83KrHrILUbr
V8eo2BZhD37xSWjeXe/V9G+y/Fkyt6XyJVdXcsqlF8FZ5NlGCQRZTgeTyDhUOEKJck/t32h6eF/q
2UuVx7uhe4Luthe81onC50F5ldo1zbzVyZ/VQiJFH7IuZ/Kj4j12H8ExOrW1ScL79sOIIR15i32t
1hx+F88ilIsxNgEOL82v2mHwxD5ViepLTlo/G9WD2+3CdGUhL90hyNr+J8pc+zMK3SYTNKJoKnd6
w+26G6WDrH2XK7vsvly+QRayB4oCIqRgiJjY3sx2TWAMKVR/jiLLhG4T7fX8dbCE51JMbUhXOHfI
dqz5Kx2SlaDzp7oKz+j/89vbzMnaF829DnlQ+hr10hvDC2w9Xbn+pwN1duBOcDzIDAh9kAnOdgu6
cpYHAI8cSXrMkZaSy+PQrrXgF1bHWZDZxtASPXFrhSBj/1DzSo8thBnIwbSVS39tMLO1HwimBKJg
imP+9MuOWrhrm//eegkAIwC/6Y36waE8vyPSAt9MPCxYhPFGjV/px5njdtCQF83XPs7ivEFX4nqn
mPJJxsKSwVJnIqFy935s/ym6Z8N71up//wpgQH+iTDfUyXE9RnSUYoEogkGhNLYLc6u726L55ikF
LfyVBbd0xyLhLEHm17kjxPm+otPtVfIUzkjuS+9npxS4U7/q2qMxHqRu2zWID6ysi4ULkAKtYUCJ
B09DxeR8hICOTTWeksFYqzFvRcPG2GaAnc2bQg1Wxre0gw1OQQC2pGRACc9j4dqaya454U6xHc6i
oyW9+Nmb2fe2Vv8alW3JCXz5oFpaJSwPxKpImIDvzA6qodBjL+yIqAFYFGp3I6goM4yuI0NM+p9C
zd/39BwirYimUEK3ifroIMhfFcj4Y2au9TGWR8UTysKZnp7gLBWrPNnNe0/LNkNdxu8pHPGfZi4J
byC18+fKkF3clbPYuwZ6H9/E42jc6IOMPYMkWf4xaowss80e33mkyROpwfrZL1pHVJJ2JX9buJOA
N8iSNUF9aTfNZj/X+r6CFAGmmXYsxVW9etCy1o4hhCmZj8zbt8ufYGktT45b8F/J+VVrdpZ6epO3
eUU8vy7sKEPr5VtPOq6LD2bwF0QVEFOwRnC2QWt03twQ1DJrlGlsY1FKX3vZH7aykd+WyNQ6gNPu
sFEIDgx+BdOx9Iw2UMuY9Dh4Kn7ar36sQAoNQRZrpe6+mqk4PAHlkJ7HoJeljdLG9bdOV6KDrCba
70JrrB9wVttt1TZKaPf0fI5qWmlv7HhvsPU6MZ/MMNKivZCpXefoRev727LVo6+aLyBaryuVg3qO
9NsbFeodkuRJaw+bhZsJ1xfqxfQjqUnMXcxaz8ekfsBAGo3Yu8zLbuJUAQxj/PuDDo0RwJf0/VAG
moPeoSqaqEtHObVwO4bjIcrP1L6t6KfSrSz7hWOO05Tz25hkKuRP5MI09TM1mFhwhQ2NNR/wZKuu
yp4iar9PMv/I97i88JcyW0JChINkD3t9DigyhbLMCxwcoZr+FqM9J60tNYEdJ5u2j3aR9S3LXj3l
NUxXpASWmNmngecYoz5vIrFWCKyiKFkAqa8EJ7QeNPeHHLd20e0C98oq9ojEBhbmxQ+l8RZ438bs
rlrjFix1d89+yux26WvscBqdnyII5UZDXKuT6G8njib+CI1qo5QHObnxRgd6uIdMCdjY9C9UJhHJ
xkITyD+orjmR2lBcOFcKAGkXeYxQu/d93RazlVNuKUvgFmXLQF6dBDZnx6ps1HLi6hPSmyJZt4vl
H26yN6eFXO7C4arEdUg3VsWkp87iLBuehB9xoIQ8Bi512sYnqZCb81O6aEJMZ99k9Va2YkfTH3P5
UZZ7x++vKnULcODyul64QM5iThfhSUzVQORcNcFtCnBuxhie//Bj6hRocQxxDAg/oJvLERdX0ekw
Z3drP3Reb6hTyHIrZrtM3SfjfkJKSMYhl2o7yI+Wd0s1uC5wD3nMrdfLP2B5yJO0AiuIJ/Ps4/LA
yOM2hgApird55lT1k1nTPR+3IEZSjuzL0Zbe5czwf8PNH1VRUES5K/FVQ9HfKPIhs+6G9tgUGyHB
Dxgan6u/5uKBhnOiv/eluhZ/eVX9iT/btBlqC9DVGa43HjETUoOvORw7cTMEL75y6PFi9sKVmEv3
zemQZ1lCF3A3yNMMy/Kj3/4jjndq8/vytC7dAKchZkl13rbx2IvMqg8nPwNFJUo7DRCElRxwzyqn
L7tyAyykPhgRQ4mGBIR+4xwhJnSS1Y0KoPjRuoK7KLambZU/A3dvrH6zpVDUVtElAmSsfPIds8pE
dQevyze98D1LHW0ESxVtFdhy/bgGfFvIdCGtTxrW8HbQ3ZgtD7XWTBSme2gTCX359Ib3+DYMf7XF
4fIHWzpT0RenfsLZxuNknoRIrai7iBVwjzUatsepoUIVU2MVjfqqxvhsqERulN4S0xtdMGHqJmHT
xU7h9clKo2Rxek9+yXRAnJx5qOyqYquI2JP7/WM1/sqCtxpkwBDRGx3XLs3F+bXQDUN9TUXKfja/
pqZ4JWINIINGjFVcQ1Ad1KffMst4E2IAQ5dneSEaaRF6H1DyEAOaC1qJAfI1ZhYWCEEmX828bg9y
YJawoPPosXWH8ng53MJGBwlvQAHkMNU++T35XhuYhQVvQwxH026KCDSXJGPRWKtrmpNLI6NZh7O8
hvgBhqHnHy3Ac9XCTqjYSEq+98t0m7btsQ+MQ91UKynXVHKY3cNAGiAb8GrHHW/eTmm6jqZjRSgz
rA+J0e99Y02Qb2nioITQ+GTjSZ/0WVxfEAtdwZ02rHkmY2fyjqMVBiqj8c/lL7S07dCJwO2UAwXq
wjyVKSi65XnZFWBfQD6LzTWAiq3VusdcNPZiXd5FcoGrZr6TXPN9Jfa0tucTaSAwS+KPtTF1l/Nv
RtemCX1jLDayO2xrd9xmdYzMWLvTi/K2033u+cpOBOTNEm2fDn64Ug1Z2OjTR6R4BRwU7b7ZTV82
aQ2hXiw2eafDC+kHBAO69o42j79VQyGxRaORtpcHvfRlT2LOr3vEMViUrVRwMWGqZHwXeQylMfLQ
l8MsbYdJ21aeNDpgF83OsAQKn2C48sSYsvZi1/8qJO2gjeVBV6Td5VBLTx/8abiMTM4vMpn51iut
WB01ynFZJ29S4JRqqzoe6E6o/U4kAm1tCidpXyOyirb19v9j+NlQzR60mFcQvmp6Y4sONYSOoNt1
uQq2JBCGDYf5fe8Jg12E3k9DC29cs/y58iMWsih4hQpmkqAjqMzPjnHIjCMwBa3YwPl40PGdprbS
7yy3+CEN8lXoKvsG8HbjW57N8bGSpC99bIgEk+wJGD7Ytef7KDXLwSwto9jwLrrtqv4JldQnwRPf
itH6dnmgS8v3JNTHcXJyNw5DboJlMQlV53CqhzS5D1vd3+ilulaLXTpmTdqcAACYVxTPzkclD7Wp
gO/n8qAgypPuW6dqvy6P5qMQMD+BLPAQBpDVycx39tkS9AzHIZLzyUmtUB2xuB6H9yY6xLFip9Wb
X+vXuvcy5Ee3fy6k99DKN0V8K+S7ZDwY6V4dAGNuc2+Pq1anrFyen78qdt486SiZmGiOz8Ufq17z
1KyF8S3BnsOVq0m8zSD/Cq2ny5OwGAcnSrzfJ6nJudlKb7VKS08QJR+c2DWaEmFH8woNvVVzgcVI
DAku2Yfv7+y894W8dLsAfz9465gXPqHNM7j3ffLj8oA+LxyoQh8V7gl4gOzP+cKxerwzTZc6U93F
OlbQNVoWrrtGZV8aDDuBYvqHlO08X60aQatKnxdGm/fxNWmpcJuVMhxfcI7e0FUrfZDPG2+q4tJi
gyQ6VVdnK1Vy0S8ZXUoOpeGSPzV7rTE2eramH7U0d2hnT2qfCrzUOW0Z3RQlilMe371xSNx3OX67
/G2mw/h8wzEMiOWMBbYO2e35t8HwtB30BKJyoiHMaLsJQhD+NWJmdqge1eafy9GWR/Mn2vT3k9NK
ktxAiSOiBZ22HUUkW2PDuRxiOls/DQh5C0tSNfoq811aWMrgjRnvI7FR7oTY3ErZN6t/MuRXeWyQ
L2l4AhZr6mmXg37CoCuxWehazQOwEw5Vs/O1/YC4UJ/sAx0wCmXHfI0ltLD8JmNc7jZ0oqm3T7/o
ZCbN3g+ttleoPVUFJgs7YRSdaNVraiEKYC/oIbo6sRas2SJ3+y4bvIa0N9YSR896yLwCdYlwIw/h
1yHUv7TZqybETuQ+wnD5hbP9NWSR0lKcAvWtyx9Wkj9/2bMfM/39ZMhVR1XcnXJwy3oUcIjLa5SO
AyfiCrRr82vaZNctEA5rFLZxd9v3w8oxtjAZPAipJ3P5wRScM3XkHsHlMOsLxALNL7zbPOT022oT
VfFaBvc5D5ZVep20cZHLRpR7Nu1ZLgUBbblykw1Y4rV4pdr5KD4UhvdL05v7qIiMFSTBwsYEYoly
ABBn+jfzVoBWY6WJJFTJAh5vQK5d12mxvfz9FqYPfQLA2vCs2Jfzh00XaIEZyjLahtmXfHiK0/3w
73Elk8giuwLJIvRY53t/1MyocCOt3CBG4PQImCCriyCy9+9dZYlDF3zCuKE0OZ+toIlbr4uJU6Ah
joa5qxyK4GgKu8sztnCjTc9AnetlEhCcd03KlAcpNMdy4wk3evokF4cRg8Q1vsfSd2Fn44YoknSh
k3u+rSx08/rCUEv2dgPBzzw0tbULOvVfVzqYM5byBJaDHmrMLprIUxM6gsxZMmKq8Wi4hQ2P16RG
9heTdhJndsUMCWrcmU8cN1F2/uQ9YOgvSISldjas1B0WTv2zIU0ze3IgBZGmhGZDqAFZAR2D2k6z
nKxAJ1tqX0v9V1xibb0mcLRQnz6fyGnVnEQV6lQZ25KoI6gfNPYs+Z9BQrCMgyizDfWITh6P5LqW
QdIfESq7PL0LBwXAAazfAHlO7bXZ0VRaVZmGqVvSTwk34HRASP/7DwgR06AfyZ0jfbI5Tqhr6P3U
sEqxQxmAxRnfwvg5GFfyhKWBkPLAh1FMHstzbYhWjpo8S4NqExQ1RKBNRxp3eaoWNhaJ258Is3cw
rhAjEoBEyK2jVsW2UAF2+5tRcKRyFE2+puJsMRRKrnToo1abuMVimDaXtGamuXAXcV7/iTA7HoS+
EfsiJ0JnPQTxVkhRxQOt7NqpstJoWooE84UCJaLvIOimL3aysJW+Z1kjrbkZkuuypv5EEvGeBU7t
Hi5/mLVAsw9TN4kflBmBLFZYJ2GiyXOWvhIohbX25wLJBpa1bFCCUKe7T5vFooGPFHFXVLjsddi3
vRXZnS6gVvhLGxyUnevul6r+Gqs7XuuKVtpAwBtzZR0urfSTn6BPpZKTeS2SshGHgZ8wgjNv9Uc1
W6nPL9xTaCbQ29dJHSY09HkAQczSCIvoalNLst2RtpSuLUulDRv/8odbOHBPA81b66YwVE1kMhJx
APKNhv21GlxNr2Nexpq6U/yVcsRaPPl8YFkmSK2nE68JD2nulCop2C7RNpJg58lvY22xLB0YJ/M4
vyJNDbyUVjOPI8YOIqTzn179cHkG10JMfz9ZC1WtVCpm63wqNLj710S6i9eQF8urYQJ0U92SeIOd
h+iKMArSgFFMWIPipvG2vrLv1yyIFhe1Sh8Mog5QqrmFAh0oQxgbBtKHIsjpxLbWGrELEdAKQ8OC
rBjkyhy9FkWlGxfyUGx0EnAbkI6DgHi1khVN23/2WqW1BtkWPR8uvfmbQjWisQ4ttcC8rnQEfV9G
b7QVRrwQ8+beX0OILg2JqhKPCpPuwidcURGr+lj6VPD0WByf9bp4GXzr/5H2Zcty6kyzT0QE83AL
9Lh6zZPtG8Ijg0AIEBLw9Cfxif9ztxbRhL33xb5Zji4klaRSVVZm+/eJEaRh/hhRTjy0XlAIUSH5
KfM2hGbCkbs2Lgx3f92TF2ZuhlwYc0VmLpUoh05TJEZBIS4dodEt2zbCA9gGOoQhpfV90wb+U2I3
zUteNs6K4YVDAUk5qN7gcYYXmqNsIS6ypPcBuYhy/ZD6mz54aN2dUdw25EvHwQjyeH2cC5fVhTnl
hrdTDN+z5za70d30+oZobFM0LaK9GGohK+644CDQ6kAzmgv4KxILythSO2B9FQjEls1BVCQqgSq5
PpyF0+HCgjIcrywdaJMNGA4DgISSqCue7Oq27ob4uqGleTsfyvz3s5MukyBAheg5AlX9sZN1SFPI
yjc3Rg0eZnTzXTe2NirF55kLed5al23UT1pzX2Vk2PRakz6yKXjUKTdXxrZwimODzVUkyJzNJ+Dl
2EZIzLHRgTkRPNLq0OY/ArHiCUvTNxPu2SgXg4RABXOKhgzVaE5t1EHV1gllv5cEWKNn8fddGujQ
ODOkjCUxE4A6CQz5xR6iMIX+4InY7uMxe8rESqCy5N5/bCFivpw3vxcFgIiwxYfnXB79f0hxoOAE
GincenN3nxIvjGk2DG5v4WhIW9Qq3wv0wOvaSqpmobyHHhPo6mCLIlfzgSpN8qyZELJjC6VxMsRl
V8WpG3b6m8k/8XLjDyegsKbg13UXX/K5M6tq7FWBw8zs5rH59Q9WOu9ma278jn76b1aU56Wsy4BV
EmNDGLkjaJGoyvpo+Wt8iEuXB9qJ50ITykyotl86QhJQkAvZGIyn/6rLvayeppqEog0niYn8dn1M
v2MR5ZIH7PWPNeXMMzMbCmU5rKE87H4Ze+LcEK+EvkXlJBNw+JYFEvKpfeBG6kQO7eqTB+jmAQCA
bqNrZR5BpLw7ZEXlxrLl/oYT9uP6Jy4uLmCTv9PJs/7M5XxYeWlzGbj4wupBkrsS7cT60z+YAL0R
VD0cJJlUE8IvU59UmARnghyxIOi/71hYJclK+PE7LlNne6Zxg+Qn4gNk5y7HktcWHSt3xB1GzI3g
7z3eB31mxkURbGXz3fSCsBF9NDBAU3Rxy63RDmUzbbv+8+Q/lFl70Az7iOTDvaMnMQvWtF+XDqHz
77Muv09mntkkBfpua/LO7dtqDbi15Nvnvz/bP7v4aruwiW3jkDNxCFnVYeIi9rJjUTwkAnC7lRzY
kuecW1N2EmQYtMIEjgEtWl/Gdk4OvDlrANCl2/XchrJ/3N6fZMMwY2B5K8iLhZceic1xxUEXkDcm
CqGAp8/0kyhAKwuTgml/qEoMZTLfZOqhL/PQAt5aewdwb7jd0UZOtFl7kC2N7dyoslpdYDV+4sBb
pXgtyYtT4rV0+w99exgaQtaZRxphvwpqy71eVCDthxVGNnlToc9NvE307+UvL80o959f+YlOGiwU
BKSmOg5GSL9ME3i2xhA6lKFtrdzny0t2Ni5lydA120n9t2eMHJqQQLoATYJXwamyiljOgiMlaL9r
QKWDZo0vYsnzz+dUWTkzA7Ld0jGnif6Y959Jv2uH4/UzcykIOzehbC7N9OpJJwbiiaF8Er4ZjtCs
77z2pUW/BCoDKwm4pZMJ0Oe52geCjw84umbSnLxLYM4ttZ9jIb9RCJNcH9HipFl4r4FgA92/KrZB
pomAtgru97zx33Ow6Rm1e+tnzoqZpSQ5Wvf+2FE80UATX9OWsJNV+WvXvOZ9cHDHEhQLY2SN78Ok
7UzRP3e53KRylgXMI38sX68PdumleP4RinfaXmXkUp+vvNG675MMelbdpijtk+amRxRJNg70LGqY
v252bY4VxxTEdMD4DbOktUJkfEJmAIblHq5bWRuc4ptWXnMgPGGlLSMfwxheLaizWwCQfC3JTYIy
8HV7iwfl2Yoql4Beu6TJvNmevcmSGBAnGryj1esfrKDlCq45U82owsu0zHQopePVSK2TPuycNJb9
rWWsRLmLITz6S4GzRFkPWVMl3spTDz2J82Dy+q21zTA/tr88N/bMexAdeGU8iK/jmnbs4mFyZnOO
G87igpR3ljcy2IQ6Eyl+DU4fyvE9KO74Ks/hUggCjWegjNFzCCyGMjxQe3tIB2P3Of5tS2/77La1
7zl7s6ZHIBH/fsXObSnD6k1tGvsatuwyCzN3w5LYhg6XJlf8fW1M8344mz6QLOW1CymqKOvLTT34
kFb6kbsmaAs4+uytCFHK5j+NTEWmQiylb9p0nkV2X6c/PfGag/cn0FcmcMkv5ro/cGCg1cdlejkw
iOzqUvNQT3Q88HyWd648TmBgTfiNyXbXR7R0Mp2bUtZqsMuh7l2YgkJUUn/VvYOT/vxvJpRlojVQ
png9I9IxwAaTP2jsezP8PZh3BmX8b8rUt3DQ2aRKjNnn8t7eFDoYYo0O+gA5Spf3RpDo0fVBLfoe
gAbInKGZFxmMyyVyOfOBZJufZ4P5NqHXNZrcIW7leKOXFI0Y1jt6PFdsLp23YOdAuIhS3Jxhv7QZ
2JmRthKF3qoGD918onNoO8Sl/Xx9bMt2AN+3UPsDFk0ZWwruJRsNEm0UUHmARHsB9c5ASyM2rjjf
/EPquxDgTUTAaNSZ0WGXAwKioei6CZPYiK8dA0DQQsv1biAbECJZdGOsSfQu7qsze8qFVTGaSnOA
PXPa1zK0zDjlnz3jlrK/RhujOmGA8GEWrPWgN3M5MLPSjJLnRRfVBoLDjeS3CUTBzMPfrhOsgDfA
RGiI7LCKSaps4pjjVELtvEAT2gko3HaItbWn3sdJA+4JKf1Z0h5pfVXmw7SDAv33NurZbQwRYwh/
VQysmA9srY/y41F0aUhZHemnGRAxFupH1ndQlVd4I3ffrs/YkgnApG1kaJHf/NC3aPiA2mvC7+DS
p8745Yrv9Rp/z4oJtbt2CHrCzQkmzPFQOAdL30Ff9/oo5mjxctvMCzGj6JFMASJ7XrGze49pzahz
w0eqLIdMB0dpPq1XUjZLozg3oVwLqVXowwTEPMBnIM9i6R7ULJump3/9msJILF1HYggEGMYHqKtV
cl5znGi1dL6SrEJwjGahW4CFnqTk/pY65ooHfDxyYNG2AHpGIdFGK93l3NkjOMXBPImYAUCDMr2b
AncnBLq7DllmhbwNq7Vq0cfT9MKipWS4kwZ04r2Yb1h0t9fNZmjyL1BgPE2uWGvw+ngpwRRYAEG3
gcQhkvSXgzN7n+TJfCmBvOWGpPzJrZDU0xr3ZZDJU6+LuHbH1+vOuNBcf2lUcZVOb8DFquO28NLp
QTDQM1T+d7+YosD7MnoeZCvz7dj6JcBe2qNbd3cQUNnp3qteJnFgiyN1vC0j6cqrYdGBz6ZCWecG
MKIkqfBVBp+2Sd/eDYAC11mzMvrFGcfZiFSyhVtZbamz/bzv/QH7pBq+uNwObQg5QH8TZB7TsO88
Lbw+2UtnMR4pc3ocHe4fKK+5DlLEwseoyuozt+jWN5rHavpFhXWDzveVcGNxbGfGzEtvagI39VDE
RTalg4gNJXvSHfQAoik3HT8Y/hpXyeKKnZmzLs21aZs7bYupnJIklALaOY4eDflarWZtVMpTvNdc
XRMJ9sjAg1CzvmZ5rOlfjeJd+Dee9uP6ei3u/bMxzWM+O6kFZOmDHNkh9I2Y4ZCbccN/pAM9lMj3
/TdLyuXZabTN9TmUcumvmqDUaYake6H+3wNisNtxsgCcik4YqHJdjgjNkbZXGAFCNssOkbu940MZ
Zh3ZXx/O4hV3ZkZZJTR2IqpiuBgYJ3qc1LmxB+eBtbluZdkX/gxGWR6a23rn9xiM253QuLe1vE9C
HhjfuVrU+J+vG1v2BRDWAzQEnWZdid6dgU5BosG/wa8caT2iG7cLrcYLM/r3tMBYJHBX+XPBZY4N
LxepcQfDSlzMnpmDldZ9spp3b9BA8vREqBEZbMX3lk4lvPfR2YieG8Dq1Gm0JlT1MkS7tHVC0t61
kOqo2eMoPrVrFI1LkwhEtIUWPrQVfdBup3Y/+gVFyFunaNYUbWrem2aR7yhzHkCixV+ur9mSG84F
SZBYgfcf+PXLiZxhM3bF05mXpdhUZno3psP2uomFyQOeCYMBhBhSW+pa1U7a+lMBSGqgPebitrDA
4cFiF9kLP19x94Uc19xjjkcDekdQq1bfW22Nm6xmWKisAP/q9D1gWgz9xZDl4zZHFsOzwFisyxE5
sOmJOmsAMUC0MF9K5IrWS7RnoWsDTMJq0aOo/Wp0CAH00kSx3ymK7LOXjmRjcKlPUJ0j5IUmmtzo
VloftNyqvvPadyMBHuhnEHXpL5CxmO7SEVVYQjW+9YvcwdPH107SasVdzw2JFgOnhkcwizTf0cLf
fSLlYEVOZ7BPwPT7WTQYTAP3TT180zXNeeoa37tryyABI2WV7QEvHH7mvVtZd0Nig+PYm+O0ctLd
X+7A6y62ysw8sGnQNjKdysOkZ14Fhk4CqkebZMXJYchJhahbOXroCG6O8TiMrgfUgU1lSNw6MHfg
RbfR2TVVdrYpDAZh1073OsBsZSY3JXRmNl6SiF+iH4IuzLwiy6Og6AMrSiCSchgNa7gpDK06dWUl
X3wysbdOa17Rv/0AU2I/1NQDUFufJhFyLwA3ZGZWs9aUaW1zIcsvvcf9aDJY+dQj2b1Pu8BAG4MJ
3kg6IP0PQEHeso3tEikA/dXdne2U1sYt9OJglNTclAZetS4kJ4/YNBp4BNruoLWiOTpC+IcRMAyB
vNWQbbjQev6dJL2RHsHgVwKnWTEfgvVuXm8au/Wso8wGM+KkroLQGsBUHFVlC30SFIHZs93mxZNJ
0XZvTZ14qVgLOh0tCLaDSIAOaDy3D327078MYwEyoR4aHG5sBylAgUaRFFu0f6Nps2Eife6njvvP
ZTn0YyTQWfNOJa/2zAZ1duROFdmCiGn8oXspMDUt+v03lUbEK9SGAjM2aOLWu6mxYdNsnewdiomN
f7TTJnhB0F3tRzAomElYNYl1O4FALAhBJIa+DWr0/DSYzKNHVHFsG0I+pr6hjZ7VYR2gyhhaFKLw
YU0DD92rOWPYg7IW255S+y2vUpJATYvSo1bp+r7BTG05wuwfbclsvJWI6dGQpMmLIywjFiBzue0t
PmxRzzaPXUabfaLx4GTJMjdhNSVQ8NB5uuelLJ7AwTwdAFVHrnsacmNTJ6Axt4cpDVsWCNBPOY5M
Y1Z64gD9eEgCDPlgxM1kGb+sXIDwphM5widhDknopkNysjStfNa9Wv4Mpj7fjMFEHkdZ8z0g2MZP
ELUxGQ6FP90QWiRxlTrWY9MZWpRXoJIILYx26zSCADuqpe0XsFbnZuhVLP1sFgWSoCxnvnxIKK2O
gIFqSIzqvHy0ZRc8c7NJHyqADD7LsRu9rU6sYDdJM6H7ydO6U2aUHi54J083FSfuo2Al1K6lr5XG
iesle3LQwnFjam7xq3YQHIZyCpA/tu1ObvyU9kHoEl/IZy5pGRVFw4/u5I2xU1XFhqBNaFw7qBeu
OShAgXZhZkmDUrISZcnAqxy/q3Ag9FSPtQl81kMVjV4QA8UBvaDi1Wl+2hAqDTMcmX1Ijt/GtI5p
fevow7frF9RCkx+e5mcfo8Rina6zLiXznVum4C14qWgVF96XYbDiqU9/1c33JnVOWYJwk4N6qlt7
1S5eW+cfoMQXJRTZfTrMeS5ZHAvax31DY9qZwJna0DEy9rbNN26ZxRXqAODoeV+ZgPmWV28tjB8p
ipm4GDSKl1GApjUFICq4tdz2G8nsOOuyrUW7L335XkNZJWxFveFuncYly8KADStByKIzIFPhIeTF
u09NwAFvBhUuD7hqoIPvnaT/hq1yFPRIUepYGenS/Qz01f9MzZ9y9l6pNUgd8B5AcY01cR5s9KLZ
1OjCgVDsKN7cfDdkx95cifUXonC0y86vZ9DuQO5BmV6il3aCPDDCR1x+ziTfoJK3nyYd5FDUi1hL
nrS1vtGloAs9LWBVQf82ePCUuC5LNW0qe5jMuzyS0GJOzQyMfIekjPiapMpCDGlAMAppRwOvFkul
pBc062xmjQi6rO88laG31nC05B/nBub5PVs0HINmU/sw0PMmR2OiXd1RmXwqoXOP12DZxNedZN5t
6m6w0GQH1sjfqW1luQDnwL0NxFhExXMr37LiPXVX0oKLU/bHhNoek43ayDQJE4M1xO7QxV27+0+D
UAN7mky2dE1Y6Ntvvtj33us/FDcgJDErc6AQgPqGSvliAboxEmLg7ZBnQPdAR6RuulAzjE/UZCeR
8ccpg7R0I9dKYUv7yZopxyAgiLYttauXWCWavnWzi0RngD3gm15tEKhp2bTpypdBX8G+LnkfmtwC
aIWBlQweful90LHrO2u+qojx0tSbcvqmeTeIU66v15IVKN0YoOTCfkWO4dJKn+GBqSMGjAp636G7
MxnCxsKV/veQBgtY4T92lL3ksIDLnOgYDcif9drbd1N5qhEyllRfqREtOTnk4X1EP/NOUiuIg9ZC
BzbDMuH6P5X+dALJyv76rC1tVdAz4t6Yn+d4wF7O2ih0G1c3Sjda76XoM6Ne3Ax5ElETFaN/MDW7
OvLPoNhRD3EZtKQsvWAOErowH46U/oRi1XUbizOGLvVZfA99687897ODbjTKvgkKDcMZHojuhIm5
Al5bnK8zA8p8pVmaCz4mXZSifIxGqtBuZFiu6RIssHdis6A/FNhi/A8168txuHneZDVx5x42vdl3
lCBT4/BxjLWs0A5ZLfmpmBpkQZnlVEaU+nbxPDV691pLyKcklTHsa2uit6wFVf7m7+f4/NuUDcAn
vwWtIFympQJw1eFQa3JlLy9ABOfxQ15pZixC2V65QRq9yC3pg+2WTDZehdaz0XyWZrYn0OFjFPWm
6idj+qNwspVQdsmBzgyruibAQPtdPmLik8LYSi/bUmNNY2z+dvV2PDdhXq4tn+rMYK6DhkGqv3Fm
7tOk201eFjHPTkPSpOBbdh86Zn++vm5LrntuV3kxlFYLOTUdQ6u0h6b81mhHj71eN7F0BgOuOkvS
QqsVklyXQ4NuwuB7CZYNnU8eHpnOvQu0iP7pupXFNTqzojhgD5YNUo+wIvMfPjv0a4CXxd/HrYyj
dwZV/n5snB0ik0txUtbY48J80+SJ6CvevbgQLqhAUSpHP5OaIG+B2/EGE/XfvoW0nTaEY/MoJn0l
5bpsxfPAPItrF6+Py7WQMsP5IDGKsXuq5aYZH1qycrEvmkCOEFcHgj0Qdl+aSA2fCy5x2jbj7/Dl
Dgh58F51/+JVZ2aU9fanCr/rYSRNcXBsgvaDve2+6dVKQXvRec/MKBMWlDqyGVUKwMy4r9iJeIde
g4ZPdN1554/9sPv/WLGVWq8McjqVKayYXjQVJ739AjKlwDj4w8ZYY0VeHBGwfPgPMjbAz1yuD3go
3cHqch4Vximf0KVSkEPR/kAz4goGeTEBAPm9/7OkjspBosjHoY1RjVHPtr5747B3Y3zP6IHQGmHS
gRePFeSa07Wa4OJ8nllWTlOBVEPKKUEPZwaIwFPFT1b/NvR3VXEamr9H3eFaAufWzPUJ1J26c0t0
dboUQEmgWO9baCTrD60MNQhwr92xiztrjmNnEgKkE+a/nx1BCCqKqkiwcjnoyTvbCGXwTWSH6664
eM6dGZnd58wIcVveBwUWTXOS0BiekDO6bmDe/6qvzzUm0MfoMwJOeUMTJiqQYmNtJryd+ZhFU1re
1kMQpazbUa9deRMuufu5OcUVUm4Bccdgri+SsLTTbd/+JhlcgxuvDUtZHN1vOeQsYSfwv1bZEX1X
Y4l07L4vttfnb8kLzgekLFDQS0dyDkMOysKgP6uznSnXaMQXyC4sMAnN3d9zxvkjrLmrehBBz8cr
3aQaJFXKm7R8b+0DiAz74kbPnjQ7BDVbbp8K84XQKMlWguqlCT3/AuWA1xO0V0mOL+DVfTk+I7MZ
IruOZFAYFPk/XIsoLmBjoQ8TORclCvJ0Uk3+gPM3H+9N7UdTba21dM7Ssp2bmPfd2b7S2k6Y2mxi
rI1HWkCV1022HPx5171jMel5bkfxQwLVG9ZT2OHBLii/9toG3Z1p/cty0B9H42yMquB+WBPjXjhw
4SaWCUUxMGt+0IaYICaKgABWjbYJDeOb6MEuDP5B43lIUBbsV/bAwqa+MKdsalHnZYlCFnIkafvQ
UBrbvNgKoD8RQa1M6MJ5eGFKcY0JIZkv3TmcEdWm5eSYdu7m+pqtjUZxjVZonjVymBDV/WS8j8az
Pz3Tf4jLMBCQePvQ7sBSKfd+I+3ArSdcU4N8RnHAyQ+UryzL0gvt3IaKWTMgQkU5ww01+mUM6G8c
pFUIWvrP3KtDM202HORPEPMBx9r4eH0Sl17HF7aVe2WEUkfgSNjW7U8F20hyLNm+zt+mZtNlr6mz
59bz2Bwki2390XJXTpCF0+rCuuKRxMpsuxkwu1VqR5n+o4X0LMnSMKn1t5qtEbOsWVOdMiizkswx
HCgrDOunLaC1TUWoVzcoL6/M6/zlyn2N5zaCmLmX0gZe+PLgsgpmCj/ByJyxuXMa7aQjxSV5+tAU
GdJdyeeaovrNjSdJknvfzqGX8On6JywcnRdfoNwEdeVrgUEw2mJAxcT3pYHCW2uAN6hZ6zZbnNiz
wSqbBJQ+Va9TDLbPnZtMS7fMdo5WIEJilmhA+/EvA0NSHDcs2O7VyFFPp6ykYPKOnOYAmsOpRjF1
d93E8oD+mFDOljKHXro2wISBSvXghYxMSDGciNgV5O26qcU7YMZooFF7pmFXnFJHITxvHZgayz00
GHXrBpJ0trnJ6RNzm5X9trzdwfYG/Mus7afymcIJGmnqJY4z6BJ3gP3V7lyxn8JiFLel04UOIKOm
m27cPI1KwwxrKGj3znegaVYi5sUpPvsSZetnmTF0k5gjTGA5JdRzKLro0EnUxjJbOWDXTCmrqZsy
4G6GQWsetAxdYLI4idu2DwvxEzQpa3O8UNYzoR/wvzlWYglWgI7cYTA3au8DtEh7tFHP3MUpyIBe
AvcBnQphvsa8sXgb+mBqgpQ68iwq2EibTLevWxhNehKOyFP4LntE34BRr1H9Lp4rZ5bmLzkLyRyn
QWObDUsp8l85mhOEFureyvtj2QjIXaDX7QO6pJwoud9x4ugVjyRHeOKzbdH520xfU7VYnrX/mVFv
XtIN2kQ8mBnQWK/FNHkAq5AMVnI7a1aUO9ZHN2o2lBQzRvbO+IsHDwWN0+DvhS0RSc6EOP9/zixl
R/nAvYwGOmEiXD38oHf5d03Q5p2S4qchrGxz/dxaG5RyblUl9wOSYOoS8ssdN0H+AoaAMt1etzJv
zQ/XaICC19y3D0yAspccr/ODbMS7ukwza2MzN43tMf+nUPLMyjzWM5fOhyADSAVnUQ6dJDzhdia0
rRIIwgGodH08i6d9YOMVP1fC0U1yaakuq9wy5lPP9aArZKJUBJrWrxyuEdxrAEf/N2tKCDDZfYZM
EzxiaPmNlYgubFgHKmVhAMxn6RB7lG4eVkFQr5yBi85xNkxl+/bEBrpjzla04zOr0BcIUA+ddqVp
RddHOP+Q6h+gMYIoA25ONGEo82l7ouc0x9aiPnBRHDq1dR6OprYhyADqUxdXfhBJq9xfN7u0jGDe
Qws/oJVgQFacv8ntFKwEcH4+3AVVlLXPqXFIq28ZG8O2WJOpXHwgnJtTLrAaBFpCFzDnZeA/c+48
WoS1vk+sB0e+5vm26iNK/sF3zm0qO08wkF2WJWymHNrD9oG2ZTg4dwgNdO/RX0MILD3AzZl/35vZ
Bl0cYpcbYxjQi+47NRJB+Ss6ESy+6zTkO9OwsE4zizXYDQc/9tK18v1vwdmPHvTHsLr3ZZO4GoNh
kdA5hVz4X2v22uBdqUFc0G+wPyztMHIS9i4DlLSNa6fficraQbo4DIJ+m7Ai1qm1dbU1yuh50Ne+
TfFu3nQptTR494TcqJk8UfdTMazsoKXgCJAJqEYBPoE6r2KjbaEZ246woWXoxxoDqoVdJgXq12W/
ASDuDqqzcoUzx1jcP2dGlYNJVN6kDylDiOTVr8Ugd17WxwyA3Tyvt2hLjIQNyHTzmen5TeH8ssh0
axuvpa6FFsjRKKhjbWs6tQndXd/Xy2549mHKwaW7aT8IENZF1gAuWu3d7PdC7Mrxu+3kIQVXBrv1
AAfrD9ftLi40xLtm0lBIr6mAC1rgEQxkMuZjoHvH43vTT1GqXqvGLR8kqCfizALs4kPGDkjRCsg7
bGrRjhHE7SI0um842sYctOeAqvLFzupYeECSTtnK1C7d5HMp8/9MK2eYLZH/CuYzrHfFMW+aA/Q+
Vlx5eRb/mFDOECpnSmuCxQuAyoUwJY4QEjJk/P9lsf6YUXYMo8CVlcjYRDkZ4i4oNqXbbSQ4m6+b
WbzaziZM2SMo0vVeN19tfn5wpq1fPwU4/Mmp6KEWue/XGifXJk/1fA4qk3rE+pRG3Mlb1z25w4/r
I1pxARVoVhSJDNgcoGr1y2Ddr4Zxi78PPkgHbdMAY6nEpGD2Rbg4zUOg97x9boL99e9fPLUgeANq
IPTEgH3w8o6CSkztlR12KdfJSRI3tIzi2WEvrs32rVveiGGtg3r+xQ8XwJlFxQeaytWbwIRFdzy4
0HYH2kDbO/UPcFNcH9ri6p8ZUlZfBnoKHAAMZf593zmQvASsaI2XZ3E0QNSin2iu1atXDZGTVkAK
GUeAxAVTlcNBH8FMlemfdLAM80lfWa+lKNTwgfmBBhkwAmqnlN3XSVJX7TyofWe/+0bsBigerJzd
i14BbkMEn5BGASrv0iu0OoEcioupS90ybrkMi7LB7YmeiHRPszbU6pU3xOI0/jGo4moyXrO8kjDY
1DvfvGvbDa9/6v6LscZwtGZIebemmg8t02YemQatCh6DzYyQb6YRBdNK1Wpp51oe+LIh2jczRsx/
P3uApV0ZNJ4vABUy0dUrNmawVr9fsoDCPTDPM8k09u+lBQYWySCg6FRBCSSaGBoL/gE0CQgKvh99
TZDAdZVA0u4MazISWAiIiFIJVFucIZLV5Mr1s3iJA9YCmnnwgvgfetgKLoqkkWBuCIw3r0Ti+Kfr
nQR5IeZb4cQZOYq1lNbswsox5CBYAFkTHq24wBVHSNquyoYG6vWD+1qDnaS6Z/YOjyzfz5DduvfX
DoqF0whPfdRPwQkOvTk1S2maoHlzDXA8600ldkMAumKA1gXupXKtLrzgF+AmsJDqxcsD+OF5D5x5
XpmzXKAvFc2bgb712fh1svUV514czZkJ5RCnucDJ58CE0TUhhINjLu/FGrnLwlnng74IsiE47NAX
rCyR2/SFlTMYmSy8DVP0JGM4ZItCw/WLYsn7YAgvBZBjI4+hXrKpUVkdusxmfqHjADEMVGyEvbOS
ECQiFNib8pZlz9dtLq0REo5wd/TiA/SsjA30GKwgogcVs19tacIOpdeunKlLgT+G9ceGkjybnAzg
fQIbhIFeAIKzFtrI6dwYt215PKFBa4ozvs3Sv090AlEE2poAqCLcH+q5FFCWB75sQcp3lyQ/8+G5
XlMeX3QNIMsAtcam+pCs0AeIYo4o80acvTSBEabWd68scMy+XV+mJT+H4Nz/7CiHeEZztGhx2KlZ
RCwoqN8ZfCXCXwJHAcJtusgTAM0LVPLldtW8vBwgPAjvq+rHqUjYPgHRRztZUHPQ7XQP6btp1+qM
nmojO0CH7XMgwXpIp7R6uj7a3xl15VDEp4AtFT00KNyoOSDDplZikAEc5OWQlmEXeN2brLP0wSsH
9n20KRotC8k8KDO4DolFR/27jGRuZPXoZ4QsV0H3+PF6R4mHrv4Gl9Np8DvpQT7OTeswn6aHdNYb
zjU27MA22JxYlvJXB8SVLXDSTOqhnjr5Ax1s5we4hYN3PppI/EI1+C0PpMHiDPRcj3lCDDhwGw4Q
cAMxqVnc1/38gkjY6EOgQuTbmoz1L5lpYxqi0UHfpCDEejBog0CmMXrzaIJ24x/AI5g+MJHN4psB
5HUuVxK0QXWq+/AWVN9PpdHudI2ekjT9h8MXpXtwNkEZE5+tnO/OkFYuK6aZtc67Z+BkGVEFDh1I
PF53h6VzEWJQSFyhDuqD80YZz9QYUnjVvMsC6BQEfYkk0eg2ceOJ5rlNuzGc0tqMzNKQoQve8I0J
vMnL9Y9YCNgCpMln0WzcnignXs5plgysBJUQKCJrxNfWc8FICNJnIV+HdFw5MRdOlQtbyoFpJ5mw
xxG2tOAYtDsn47eQsyw9bSW8XrSDlAhCHcTXH2RGC4E9OKWY1zwz/cfRRI3Q0cAmFbjgPZhch75e
n8OFywbcaMiHwdOxlVQFCDqQHP3JGFcAdVtpAQYp1172CwflhYl5yGcxh+Bg6BvBDRxJSKUVkL8O
jDHmYk0VftkMkkqIo3B3qiFBmvtGPc6ub7ff2godxclzof28PlsLPLMzldwfI4obVGnmdMXsBo33
O1GBHqGBfKL6wTBerXLngBKFCVTx7noAq9Z8Y+HpBeOISkGSAhSa2lg4ZVpJyW/CareD8ttedhV4
8++Ie3SzuEN//fXBLoTBAcjbdXREQlUcs3q5bpWAcu/Yzi7P5CEp7J0xDF9QBripU3GybRrpk31w
LPl23exvngblpoHdGZiLkB99HIpdqfGZHAz+QsGU4tevuIxAwFltp2Dad74RWiP6+ov8W+r80hv+
7I9mmJnFO47euHLAFwPkCW2/EEi6253cM7DklaZYSekuORsS+Ag9Z5Y8tCpezk0JnK/eOJgbk+c3
EkX1uh6Og/d+fSqWVuDcirJz8smnPXqusTk7Ju9ssJGC8tQnVhfqbj4ddNqRJ6IHu9RLqogN8uG6
+aWzAdKgNvpmwU6CQ/5ykCxJNTQSYUcVQ7fjZn1nOf/wWEBf1x8TShBViqKy3HnTOnr+KPTqqchk
NOO/ro9kabmwb+a+UsQujkqPY48dmbye4k3SBkDQTFuTTYegGlfMeEs7dFZuxjsObYuWOmONl4jW
tGvowmRGU4dlgK0DZgxHxnpFWmcrMsfd+qIZnv2eiTtWliQuQRmHf6ThI8Ncz/kYenrWmWExcPD3
gJu4jnWn1caozQryAPVd6xbkER2aIcHXyjqZgutD14dTIrzpaBdJBbZrs0jDJkiad54EoNfKjIqH
3OX5SXbt9BjYkr10RTAdBQrlseBs8sO8ckHrUUOeKg0txv4fad+13caSbPlFtVZ585pZBp4epPhS
SyTF8t7X189OnrktIIGLmj4jkZDUR61IGy4j9o5jCtca5bTAvek/FS0NeqeQi2Il5JJlB2Po35uD
XMHCy8bggn81B2yt2ntKNVoxkRuzRjYovK97oESLUuWvhdxfJ4Ugrw1Bc6RyVty8NCZ3HkoLb9zW
dAd44dlTNUHdaRUiExKmXQGivjxBId6I2nmgoKnKapqb+TjVupSRwYjLe2VGcp0ADaT1yQTwHge9
nP3zmI6S11VZ8ksIIglAB5GOB0sBfMILOvKqH2SCfFqCyQHJLR+syZbQ5KmBIAqlccYOVNPloQNp
x1pF+ueId3EfGEl5N9qlMJoHyeziHDAV039PdKPgSfjvKDizlCL/WA4aRjFY825MDEAxdd7tK3RN
F5k60EDRWwieep6YfIA73ah9Da1sSiCsCxF2lwG0UekKafFRiAX63sx1qS9lNa85eSbAWUH0K6Ny
mH8rsiyARCoNkiO5tJMjWggBakRzZB1XpbiUa7rmfJ3K4lIXWRePmdFjGUujAuBLl2YuEN2e27Sq
HxtL+Bd0Bti2k7lxli7CPRe6AvLCOR1JlLaomZyEnRlFf5Iw3U9GWNpA8MgdMQdaSmUM9fftTb2m
F/EPADMGdYUa0kLnGr6YAB+TthiAVPUIhhSrcPxp+PCFZqkY9ZpmBIgXsmpIGrNO3nNJ6lgVMRxB
mDLVf83TvqdWhQLcVsFDtwaqCBEl4bUG3JPbE7x2ek7FcjsaF2XhKyy1VtUGy7RGhq0m8BFyJHCW
WKKZreL9llNZ3G7mdd1osYDFBCgfSXNsaLm6PZvr2/WfReQpCtGSKzQx5NDIPOhAcR+GbZ183JZx
7Q6czIJH0TI70Zr9FisW5N9RLRDEISi+CO7aql9o/VqSxCktoBoASZutV4vev2LqqTo8KaYzNQtu
zMIZ4Gm1ofWVacwwI7MOHGN2Cyux59muhifgSS3Yg6U5sTNyEuvkqKvq2wQ7JGYR6ayRhCXgNJ2q
WYi/r8oB2hmqrdFrqvKhQBdYrSIzrai0oV3kdq3tS9UkhrRw4q7LQQ4cKVaEAfxpqPoJgEQlS0Ah
Ed533zVAqlTNGf3vf3Hq2GP5/5XDnYW6QEOKYmDdJDl1Lb3aiZp/jFNzA4O2BPmzNCfOrQ2yampS
A7ljzfI/dCR/SIBSkKZOTTIUxuP/38S4AzGhgapqBkxMwKnLAlLriVPKz364ZLuu2WeQBP5nBXlV
Lk9J2qkQlIw5MbrRAbgqEa3jrEy0iZL7rC6BHF8t5HOXpLK1PjnvCENCDb3h0K/xZkhFu9R34IMl
kwR0lQx+pBu2mXt7Ra9e55OJcpZEDAdDBD8a4vxethHdkUjqnpK8gpcs0LZY6rlfOi2cBYm6ukcD
HMSl2kQUf633ABYDqcwSL+JVOcB0BxEVKoAvODSGqcilaUJGXreKbeijRgWtRAIyWnq+xPp5dQVP
RHFTyvTE6gEeyF5o4M391scVSjvANZDTWv8XxegWMpF45QTKO+BqOKPYyeZQZjkUlaaA6Hoqfhth
uqlkGXhaMI+1Oi4orGsvG6cC+RpnzRC6vBdhVRBYr8VS3ehRs20CcZ13b2BSvNM1nUghjmkm4pqk
69uH86qFRhgsgeRXsvDEcX4fqjEtwCKMXUyF0o4rBTCMH77mL3g1V8/KiRRuA4tMLro2hhSRAQx3
/VoMY7dLEHBqxcIFvxrgoPwDeFYIapFz4vSKicxDHWSQJbSO3Kd2Ikdwvm0Z6H21SszAHgOFqP+i
i9lCshwhNMAqWSb7fB3lTq+ydMA7UTX57qgPJZHA8KUL7UIe56r++iuH51yZQmHwM4E94iQWuMPe
kage8o70phf7PdXqT81SndtHhG3OhZt4IpLLWo+mnGuCApEpNswKbXi/fUab6j2WcuR1FvZvSRpn
WGezZFi3WEiVlVQ+BcKjbu1D9SlEx666AIOwtJicYR30XFdzEbL0vnJmwZ5yt53h2h+B9lIB3jFZ
7EBekshZ16QUWEUZJEpT7LZab8dW4AyzZAe42f6YvaTReKd3S/SZ7J+9tYXcnZDQjtWbBcQGIMPK
qhQvT9qCI3mtZtSCbwdQQLS/432FW0w5N6BdImRBI2EX9se6emubrRLYkryKC+QUQJ7rznNK/PjB
FEOiA85c2xrdWinBExvR22f2qlo7GQy3znWUNf2UYsK9/ph1k1MmW+SoF4RcXdUTIdyqpsoQa0OF
GSfJRqlH4I78CzA7PF7K6BdSUa1/QXhnYKvStke2UcASSv1Xo/pEzAlAcxZ27+p6nQhiCvzELUpU
BVXSFQShbokUaLwMlKOkL+iuSyEq0DtFJKBlJMtBCXMupEa/GkCxmCJRByr0kVd0KoIb6b/elnMx
nAbBG3SgJAr23pTl3slN0XemqE3t2yfs0qSdS+GOu4ACICDCYDLmLNtZfKzTiFT+x6C9/xs5AN1m
tcd4x+HkmGOpxakO30dtweJuqqvaMkqiDK0HyL4lUu1L9YRJAesDlSPAZwSpwvkOyQw8eVSRv+9w
DMLpSUEHrmGHAEUA/DUiedzahYN3eYfOJXKblYWKngSpCHumzwfEOKS1gofbK3j12P2A8engutEs
7mz3xlgYoD/HJVLSjzwf1Fe0v/ien1hLgDeXfir4qFTUM7LabTwFcc5UWgrzKE0q3h+SYgMIr75F
mQUy49UvvO3cntSlmYQoMEWZGrCndFnmFNwsVk3XjRq0rbSp61dJf5biNciRJwXaaGEBr7hU58I4
RReJclAIM4TJqS2pe0UDeEZERNPta3RXPNW+My9xRl1dypP5cZs2DWBCjyIdbnjaE6WLyAyIbfgf
vb9ahAy9tpaKju4WCw8hus6TFKHMwe8LwcC2FWQUFDJaSM33FSBcerurt9nr7a274vGzOsq/8rgz
n0eGWsYG5OXJS6uSVDxk5TsiDGoVe2Ei4+iaHW2sBYV17W4je4vCPXineKnkDudYjkKYpADXg4fh
x8CTt8D440ihRZJyJYsvprq+Pc9r9w7QZYBLBgYJ6t7YgE5sCqg+5mSqILBFk3b9bhTH0f+6LeLK
87YqnsjgE4yVJpdyWwvsDb1+mvPZ7rrfoO5+V1nmYpLupVLdlhpI7s3Bq9AblcyvqDNcMDhXqp7O
R8GpzTiNQgwDMx2GkpbaR+XnD9lYuJKf0wiEeEMAd3knCJFX9x3wxdOFIpprl+V0FbgDlRSSlqEx
iPmxllOVJZnV11naafG9MS7kJq+dolNRnDkqkDCsjAZTFZGfrsuaBIatdF9K48KhS5qV0f8b5XMq
kdN0habERjNDYjI9x5UH5O+gyIgAWoi2f2mMwAlFWov/fW78fEs5lTfWMHozkzoaLwUybuqSXV9a
SE7BmZmkNQ3jdGnyOSSAJQUjaE+aPNr1SuEoin/MUb0559rj7StzTdmdLienBoTGL0uU9EINKD3R
xic1aYnRAlk6/BPH6+i/j/zZOiIONyQUC6NM6FwJzG0VN+gLQ+SRfQ9tj4Cf5JadSS+3Z3Vd1/wV
wx0SvEj3ksFuQDvHK7+Z9mqrOqJcLXiw15y+09lwpwIwEIHYKBAjNo/5wIwSexWmRqyvbs/nf1Ep
fyfEHQ+l8qcYuNwoFUNCfkxbR4te9dmWDU8Z0BXmsjBRo3No45F3wbW4ap+ABY7WDJSoMXKZ8z0z
x0YqZjUA6GSqDX+yRB09PZnjNd6/TbwyZn7/KJRq8zr3amX3dVdsVLzmOnWcCe7tZbiq2PDoDNAu
QGCBrvd8JEJYJomZYCSC+AdEUUPtlsK2QCJMXPKnliRxB4gVaMVhBkmmFdDCcPLyuRDfgip0ijJZ
sBdXr/7JrLhTFCAJoHZliFxm6qIPCj3mlTqheKgkmRah5fxVio631/GqB4e6w/8sJHecYJ0FY9Zx
nDTDAw+j0DkiyAJinfq13XcP1oQYvVs6R2x3zrMOuPsnQjlVY1V+1IGgA3hW5YOBakBR26bNazpL
TiMFbl63aE5A2uUBZa61tUmWKiCXtpRpwhP/Q0n1LjJqLHMGTucwfmYgMQhjVNUxooWXwZ/251tT
5Xwdf9T6KGkwVaPu7GiYIRPC5vilSnRaW78yBQQZ5bBttcSrZP2XAW4EEcDa/TjsxP5bQOE8dOc6
FT8tKaR4g/GUUfDiyH+s6njbNgVNrSXC1J9M6OWgGV4hnDOQ/XDnsFIm4Ne2IFvSpB0MHh3AH6OG
qzk+4JqD0NREcXM/PoKnWB+eB2uji69GtwRFcNUegbzvfwbBHRKpmvsaGwV0e0EHn8zwjuA0AhHM
ZHdiBQzUxh47zVg4mlfNxYlQbrsiOUuKNITQpCZKhZnjTbJcIoeDqrx6Af4zNz6c7sBtb/YaxJRd
YoC6KFQT8CpEDYriQwmkXfX4Av5V6VEKh3ygxhC2m6aLwobEWdT9UaVYVUniT9aHCNrZLQDsrb3Y
ZmZLgtxSp4d59NtfRZ9UO6lvfDS1GVrzCGChzp3APxa68pBYdmEhcmqjUehIW5ZWh1FUPphfzLTa
BLHWrlBAomwLo0JmqRKkhxFIqk9F3UVIOIE0a+WHpfmaNYO/SeoABejF4Hf21JXI2inDfMgNK/Vi
YbS8Jm9AYiSAam8wu3yXxY1hI0FW2xNa/F7ARTRsfN0C4RT4GZAFtMx8n6JE6A7U6MZvYP+Z+6yb
y440himjYb/oDd31NTXfKOGYuJpviHaOmk8QB6KPfygb5VfUJt190UhRZlvoVsdb2pzbc5uFz0Lc
6yQNM/O+TfvJIIpaA7pPn2dpBapqLUcV5KR/iljAbVgFrIfX6ESUE1slSJcrKxxXpoWnM9SuGQA9
ZRQ3nWXVR3Pup2dwDVT35jiGdw2aMjdmn0jrCt04Tjr04ndUyf1DUdTiL5BdWWvwXeBf9M06c8vJ
qCY6T1K7rpFQ3wQJENuABxkoNjLs5gsQJNp9WE16CQBMMf/yQdbj+qHe+TRAhcVKMrMyg+FLa3XT
xZOkEzlsrdxNzAndoLXvawCl85NuJEhpyxMxY1l6nMYmeFB9OWRdH6l/aMC1dY9AEOyuemVm70Yd
+A0p4qCMsPC1YAKU27BWopqr96KftBuw0Ap7S28ZbI1oxg7QCKZvvdFVWsxglvdu26mrlhFUnqoO
qGi0bHD2fkpxrgHdAbrgtlBJO1V7XZ1Nx++G31lsfiZ1tzNyjForpvVtydedHgvplJ+yNGBZnFuL
qFLArjRmaECUGtdXmoQWpgUW3kp1a6UP0D0qQDHjUZyIKUAnBAmRelHkC5Ecs8MXKvlkFLydbuvC
FJG8pkgsHwBx5qnCes68Kh7s2/O9ahxPBHFqtwfqr4AMOYC5q64jeZf0pIz9nSYKv7rIJP28RIt4
1QVBbbbCKrdME/nF8wUW0sQC0FIM5NNhq0g/UD618SRBObUBfEe7H/ex4fz3s2SkEoziD998w4WK
hpsunSBTrD8YCdygvepgZTS7V23pOfz6/JDqAEu8CfQgPtIJQpCJoSYDxETiczACoGKrpXuoXdtE
/ZahuhE4hCRpYYLXDBkwmlGQDO4E6YL8ureioOzbHEQTc040QNiGbeSUiH9ur+NVMSifBcSECEF8
RVLQTVnV+3BvinlVJyAAE/Zy+31bBvOw+aOvncjgPHAEF4qlyJARGGXlSjUawSuwuS0s2LULdiqF
zfTEKfSnSekqCVL6oQZsYAVu3YQOsl2PwYKXf/1AKIh68e6F/D3fCxfpeRkLAkRpQ+3Mg0YGKFGz
mmnVFGutanWSI5ER1qYNRqSl6/azJX+XE09wJl4LAJuD3Bt662WRoeCdTBRA8gX4mLOMuvFTti/J
ga62D1v727JXS5U8P2r5ryxTloD/BSEou4dnCqZtzp0aDaEYqgimsrQH2jjgELdHWyACQa2LU9DQ
Brc11fGNcJG2zkgHW6I+iYlISirYA/Edw9bsbmEHfhDVLsYla3jnQdu/dPGcIaSBOAimNZDKYePq
7d5G/TdtMK6Z/B2XQSMKN5NO7mD/M6rEzmlg+9SwTVouaN4LRCME1SIaptDWDCyly8IZaYAhRvpn
JOa0jlIiBXZtEego/alxpYO/ErKtTjqs0EtInr6WFkXmbwAvnguLejHuCzB+jEQICYiD5AfToPn6
/a6g8CsVIK6SaO275eqzpynJCU7ORL6BmkCXXkuAD8ddeaBwswptGe4Lsq4Isc/PaJWBxlKpYp3Y
tr217b293eN3LvtyXeKu14Tgl73ruvgdWROvJWvPI48ePv7nB6Lm/IM8Eg//eY1fH/H38Hcd9t/x
QdkXxQ+bfVBKbPrwYK/wtV1Bls0+8E3xxf4K+6vsD/bX9vhw3H5tS7vEn7ZbfH1t2f8F49wunIif
Jsezc4oOY1FExRFOgyJLFr8lWpiLY5qZRCMFef/ncCp3rW2QyYlI5PUuCtftjP4Z3IqaiuM/zZvU
G7YD6cixtEXy/WXSwDXsaSMsjE26OC64OYznBFx/IlDhdE5hpvJYZ4WQhnT7lpGEBGypP1+pQx8W
KkQvsE9xRwGWoOI46Gj1hqzz0xACtcHXckQIslfb2HTP2zV2SrAftw3NDxb/+XKfC+IszaDIYzJF
PnB+SfajsoBpitOtOwr+pGCS7DvDz+3bm723nP2dS9Yjm7h3/6mSnUoqW3NKR3M+yT3cVII3HPLq
OU909fD1tV1i4bowJCw4B864gpImkD1jic4XphvRFS43SEOVn7FK0ceG2KzfTG/Dx/grXbD0F7uA
44ezaKGUA5uOjeD2Gxg0Uj8LRUjf3A93/ef+0zk8BYuq+bJahFXxgOoL71BgYTYu3tyEUunCOYvo
USPYa0J2WF1CndXCqfp53T3dbDYf+Ecg/gLBMsPxPV882ZfTQkZ4Q6Fe9u7b/p8fLrTKHsqFff2j
KJiyYBrDY/pjjf+dff/8cBzi5GS3o1AbD6vvh5W9fYBy+Dqubp/LC8OAoYIIXWfERaybVuTMaFa1
muoXHTgYaUOh9KIfjUVXS32SP69i3JoAXwyNoUBKQnaCt9fiUGRJNmHxmTaDrsWkHbJwy67tMEDr
JKQAQS8En4CLMGrFyrIqAgdjQrbb49bev7veK67Pq7OwxRKLHC6mcyKJU59iHki+FULSdr/HtkE3
/YuNQcexBM8eHMmgQD8/Q1FhFXETzUyAbb/t3T/Ew3GgqwVdewlZgANwKoebiNRnRZgUkLN/f/94
fn4O4KY8Q/EwZ2XG7/EniHZ2Dl09fZf06ftpIOzn90QmErJfFh7ffqpd+aVFgQGqJkwoZJmHfazR
oAjGTgknhV2X9R1MMmwkDOVqBUN5e5kvk6g/0/8rjJmiE5d1MGAFtYoJg/mH4X+ElcdUV8xA3xZ1
YQLYVQOYtwng9x9jwwWjItIiU2uB7pR5HczbWLNrz+4/cwF+3IElmdfX8kSmfD69wErGrqlayESh
OcEHwO/wecRsE3igf7xX7353v9s5C5t4meflJssZ1q7q5VBMIBgasCCu++z9ooclpXL1vp8uKado
jUCSyzpi07P3BrGgPe89nNSXpWNy+TTGTYezUHqU1hLaTiHozXbXHiKbhdNxEc/8nA4dLjqqNFDJ
w7fwKXGRC8n0z05tDfIGBnLHdmH8S+fzR1XSFbsDC5Wv16//iVju+ieKn2WzBLHsfCTkraNvRyAX
whxMtLVZ/AKP0H0ksJTM62jhdRDvFbCvPzFVShBQ4ifWf8Ew/SCWXWiBk4FxhskEFfEMYId/bgsO
kb3/+cDFYZeHWVSYSnZZ2Qc+8WOHX38u04/zjdXCNV64w+y+3BgVXwotVH7ViWejYiPDgP6x3mwU
bCwsCHB+LOnSCBR2pPkRAGkAdVjAvYAfw61LUVipptZo8mSCf+IUFqqwKOQVsz/QDVOT9oO75NT8
5K3OBKOxVAPYhoXYFgWVCqcp2zgX4tBUYJAKcheQgGQ0oz35g9/NZMRnwLwpB2MgGIq3u6eP60dv
7TgY0vf3wxc8rrUL3YMgZ4tY6OF43D6sOvIdIBb/WvRfL3KNMvwAYPAAiRbuPWqQzhVfJeha3Ali
AioxMr/53w1RVvNH+hGsi3X8WJLaS54ne/hYor24NChombDAEo7aAzTTIwF4LlhI0TE/olWVWa87
2NPnZ2ZSsAZPE4FXtVral0vHCj4VXE2IA0IJ8Ek4gX6otmgblQWie/NntErX7rz6o3jCpjxG9AN8
G1QneMagAKpa8tuZEj87Esydg5GGtwU0RTgp53Md9FAX9N6A6BfZe+vt5Jiuh8GTvGSde82qWtAJ
F3GhzMnjjmCVa50ol5DXu9KT9Na/yfQxoX5jy/e7YSfvDFv0jIUr/78IRYU8ei1YBoVLatVqJ8RD
AKFpSo3Afo8e5l2/+mzAYvKdb6EBXbyzvFRLDiYfA/8z179iOW8h8q0IXFAQa8l0enzIvkUK2Gka
idvh1+tkZ+sXlLQsFtQz7XGxo9hUJK6A2oEW5PMd7UTcmZlNdrZItdE+ZW/yzH313drP93FKprsQ
a4zkEYlfxK3u3NauF0Hnz5xPpHPeSmU1c6UCeptMGplRBXGEwQFGle8Invy6BD7802Z0OVc8DyDW
lZHH5k5vkUUoOQE4EYl31Xd1lKHO0q2+lrzxsXgbN8DTohU4CMmSirgqGI4tLg4CCGSfOcFN4vdd
KUBwljkoinDQS1N5+VZ7TMmwm1zTtR6G1ejFzmL2i51VfsqnkjmtKBi+L/sq217Mjcib0lXvW0KC
XRPYOjHJS7PKvQdlrd0v7e1Ps+2ZaGB9gGdbA7Ejkk5A3To/WT0YhgCOniGnMyLBGaysO4Wggcj2
XQAgutE2cdpt9qDSAKlagJsf7wcPyPLQXjnJ7ps7nIGt76iHw+zltFjLJLBf0oWYS2bT58f4c8sR
p6L2/aKWem6aVCk6kCna+nEkhgOaUkc5vJfwgVAC6LW7aNPTbB2S+KA9pI/WOrOhBjzhuXC09cJl
uHA1QCMAxY6yblaDjyjwfMEsNBGIRani8do1ZBI1RHZ8u3SawJtkImAN568FiRfqnJPInY7AQhFW
Cl4SWgtudBRQgEgrmm+DXYXroH5q/w95aWacuBU/myTnzbTgqEFBNkR2m1zYlxkE/rHoSMW3KANN
FpEyGy1S3u2JXkZFKtiBYZwtBUurYcfPl1YR9LnPRz2kvV0dAmIQc2PcZY8AI6CDG3/rNkoOkJlO
dvnhW3EGckipSMxDRn4PJPi4PZjLDAw3GM6o4Zm+0doC/NQT8oEaa3ZTJwJ4yR3Yzz5ax3cBhlLR
Ai8DMtEL4v/XZUScfG7X0TYgV82MxZiQi8xIc6hd2UmfASXz2K6k1ey9AHTATQmoVuz2AMSuTbfK
qbVQ5XipFDEME7hDeA1HzuOiuaAO4HRGLRJR7WejkR6F4utoGzjmOvyYD+Kd5gU0Cx3HWktLF43t
NncGzyRfnAbUT1Q9JDcOikT6N/W78+Y7lM5IVNsL79WuiXDLlxTipd8Gd02SgEeDJDd4bflDKE69
HgugLaPxTrHjdeYMjuVg6wU40ooXfwfPxr43KZCO7PGzo11Lbh+8K7fgfADcwYssPVN8dBqz0M8V
VnNEpJ353e7evkx32ox2sB236rfsqAQFWPk2eVaBt0TFzaHFc6JPANm9NKIL84QlYU4s2vlwLw2R
G1GazmXS9fCzQoUODnrjhRSqePg9E9NuwRlJJjcmx+QZnkhAv0Swpi6M4ML9YQNggLlAr8MR/ImW
T7JBqjkKiaFhAH2EK8h0gHoX3A9k0fe41HvngriZVmqcpjKoN6n2lO4McC6QKiXlNlpn9FX+lF3T
Iv6CdbtMyXCT4wxKkuVAHNYhEw8Qz+JGpOqvDuv5x7yLaI2MXvaRL4m8tp5As0F/C7wc5mSdK1qj
rYSyF+Eq6+/jHTpdKjwrwd73q8AzLLx/zo4z2BNOVWYvHaYrelVSNEQn6Ixim6lzpsXU61GKzDal
ySruyPiUuxZF1Z3TAO+UCngWtv7MOp33gTvOpNkuvXleXe4T+XzcIMZRqagj5IPO6cFY6zXMqWnP
tPAGZz2z8j+JPt2+0leU6Nmc+dqTaOzjLlRZaFIQFNaTZGO8gXL4I6HV54jJ26EzOv5ruV/yLC+b
YnBnAVsEZwU9aBrU2flOt5GMxpM5wHvRTvmq3fkt26hrZV/DpDmoQ8lJt7o91yv680wiv75x2+AS
oRqOihNV34vVaMd30z547FcpyfYjhfam+YPoRi+gfTI2i7wpFxmG8xnza53Hki9GOuSHa+HOegoQ
+1bH2E525vMUOPPKSEhOq2f5MAsLWuoyJOVEM+1yoqZGKUwSX2FT9/qdGK8Qq9Hoz2SRDv3rd4M9
buQtoghbeb695j+4EOemEli2CAwNPJ+D84K/z6nf6YKc1glVvehVhW3CHHfFXkGotBUc0Mesrd1o
q1DaKP+wZ+I/vwHVeD1uomf/rfpSF87AlTuG8TCsYMY4DZ+dU2kAxJk1LUXdnP+gPkpusQmc3kJV
hezCX3ATuxwIXYoSLl8rVRleOR5FkQ/DI8VPUvpk9WvAE0q9lSdUeQJy9uRpKO1QfxWedQAkeHxs
dsDqW3DSLhPdTKYMJCMkBFDK8XP9TmTGfmhIzVglUCa9Lb6MEemJisIWk+CA78w7EVpU2LYuXuiX
DttlVADRgLNj/ByM44TzD4s8UYFKjDVGboVEq8CRf/m7zrU89NM/otX+/vYZu6gVwas/aL0A34pX
WuyqKZ8fbkVNx3pIBOYLQ5e49Vu7vgPJkkl1L77XbYOGCJPf2o1OLK/8zmlJrRfw+aDCKFqqdLtM
SGAs6L1B3pOh/l4AsjVxozRS/DMWmaIpVAtIvkKhOugv7qKP2xO/fGPghHEqtKgBaF9kEBaiFn1V
f2WbhBpU/RTt2Bm9JUzjq0cKPjccT6Q+8MLI3R1VrKrAF6BE5IcaHmi6/ohosEdjVoYwSL733WYN
PEnzENwtddhcegVsVf9K5k6UVc9h4OthQuvUBXD/d7ATP+tj7BkLMcVPcz+nrs4EcSuaW0nk1yEE
AXnCeiqO7uwhhwb/WiX6V7bXHhFb0PoApET9UL8s8Z1fscaYJ0rBWA8a+Dd52MvGEGpZLbGh++Kx
vTPv1RIZj4oqPrVoQOP34n7aDmsdebzXhaPEVvBi4ieSuTukWWFhhewotW+mRu6EmUiebisGKT5B
zzG5NYnsZht9xF6f08WAiv3rt6QzjXKirCIB/HQhXgtodUTBY7C6kwD1dxzsciN4kbvoaF1TUKgn
QLwAFxOJd+449UoKsKsWulF/yH4jnj/MKwGVf52L3saOlr+XwDavGoBTgdyxSlLNDOQMAgcqgcPy
fl7d91t0TdwrHpKy4m5RBV/GRZgX0NtVREV4eRE5gXGaaXqfwez6D/Edqv6hhvoNuMZkR/nyHxfO
Dgs9+N3Tgc/Lqg7AY8Dr+0kv1FGOoe87CkqCMKPdIXeBCehUtn7XrcGI+x09d0/mkom7DIlkmLe/
crlJ9rMRCmUEuTnKzw7tPV40xk1MvsSdjByQBD2/+Eh07ZqciOR7ZfzBb5PQwrqm63mnbBW7otbB
oqUTrZtP8VMmxm5aabi1j/OClbvmuZzOlgeIiJtBbcDZkNDkaO3Uh9G2XB/+8vCr3fpuuukfJ7Ik
ky3g5caCisBiBVUyr/ClTo9GLe0SOr8Nh4omu+R+3ig0WlI+zHBcyGGOAupwGK0XF9v2sZFoYQw5
DbLb8xNS+W60KV/z0gnQl7ad1tVT/AIKJHhs69tnlytAxnGFCf2p7jIUFFlc4HBlviXPeTvCV6GD
Fz2mtuYCUmGlH10wFNF+r79FbohDZbrN7mUizYreHsA1z/xsANzcRy0yCz3AAEZ7jwLkz2hbr/8k
O30dHxQkbfWcbJZQwBZlcvpPkaOx1asB+m8f9gRPVNZd7Ope9JC/anvkFQUPveSSE6FWc2G27DWI
32mDgQ6DGYGx7XJXVtUDrRHYbCuD5Ssd3c52wh9tMzx328WUyTWrgjQ4FC9AwxHXc09TyYgQc6pm
+CubuqeA5rblr9qkPTzeoCVSbNfuwvSuaULDAMkTvFEQePGO/lCX0iQbSkIfU4tod8i//2pIm6/E
rfKQ2bUjP0L4aumaXnUbUN+O0i+A4oCHilvVXE3COSqYeXmwXNUrHucVAxRdt85usg14xWQHsBz0
Jy+5S1fmaygozWMvujp8Qi5bU459loixliBB1NH0q9xFj9PmWcCr2LjS3BrZKWOD8PZOJvkhcIXt
A4s6lnyXHynnhwqpIjwog6EPPhN63nDoTrwHHSgL4tjrLJOAY7x+l5GgtyvHf2+8yUEzGjnu5Y3i
ag705UxeMxyDfhPYLZ6vhJgAPe237wQ03E/eEsrllXAA+M/stIPwTAegCedWgV5EAKyAAPVyLGUn
eFE+xF+TLet7NUAcuHD6LtU1CtRNPFSAlRWpSP5x3ciEqfYLnaXrmmP3GyjvH4odfhXoQ0S1fI2y
6C9A0b+2e3O7RIx35SEMvFoMPhTYghiFzlT8yR4gBWpVaJFK6BabgJwdngO8aVOvG+TjLSq8RBR5
0R0Axg/Ce00Kp/TiHXLkaKR0ggUlc9FQgbmjQBHYimioAJEeX8khNSzT4mMsyt17RJW3xnlCasvr
nOdPVtoRPX5mjYPkPcvZAkFKtaNdSdJN8RS4s6M4xn3umc7C3lzelNMxoUrzfH3ESQqGgeV+BtDq
kMEBjI7TfqQiuZ/sEpXaEVZiK6yWFK586SMhncmAT4HAhLJinldyrNDjVlhRSuu35LdK6xzlWP0R
TaRusFMOpBqoSsLfmw5r1WxA+vb9Lb4v5j+YGji/oBiEAUohHE8gT/JqYgIMlTl2cUol0Iyge9sz
N+JvpK+TY+Gl2zyk82b8HhtXJgurfunooz2TvR5DKSOXzZfExrkSGWaLp+viIG0zD1RatiigJE1D
4zraeeaYjAutkVeSjOciedsqGR3ARCBS9vJ19PicrwN08ryyrqLyG3vthQfpQXpX0FFUo/no6/aM
r4u3WIcTA0e7ID2sc7NS03nA+8CdGNLgkWFEYqEPljMfIhqtg2fLAyLWYLPMrn8o1v8ii44FOBkB
p40NQcyEMQYr9OhKrvYUPofgwrDVTeWV2ypGlQY1NjT4Jb7VxFq2wJc2H7COCOpgZRVUGhnsHp7o
of/D2XX1Rq4zy18kQDm8Ko8me5xfBKdVzlm//hYNfFgPR7DuWRxgXw7gHlLNZrO7uioKwUHI11g/
4/r74o1p9PFOrC0o7ZoS5qH1bLWOfZu8wiKwVCzkfOBo302zHxYzbpqHhsMHZ8/ymdsgoeLPzVcG
jIIrX1rFZB584N0MMMqaq1Fl6WDhaCFpJqo+gK5drzbMyA6IUorEOX+Gwx3D3gY5iBm0Jj60ycZQ
jzCK99UH9OKaNajx4JVJqOSohEMsJ2EOBbLmbKvY/TPE3nQW0hWxPp1yvTlJjnzpzDeMd6+ly0vf
F5ORMrnjsF4aTplLUaAWIfpfEGiyRl0IdB/1+tnp7OQTlYlk9fOuGaQCtwx9uYDNYTDedX/yje/1
2zbQoes+/2EhmaGvlbr4JYMKpsxQNEfiegPjFwutq7WKRx8TJFy2ctH0CBIsuhzqp53+9DQbOqD1
lqy769OYS5fFT9PUZ42zAUSvI0wLxy4zmzvGYA7oeznBnrzlq01pWPpoBZfBzB/EXQBEye/RayGR
RRr5d+20tneugil7ZrjUUF+5S3AoHjkTF3R8+WJemxN39iBartf7tcb6QmETLkwUTwXgWUgz9/oY
FcHgB7mP1jHqqBVGqv4wxwit7NLOtzyeuzvFGmB9tuRD6K2idsgfpy9HUDFDbA+cIXgCU5vODUWj
Vk2QGZhm6jUda94le6goJJvEjJ0u0H/f46UbArkopo1kcJVD74zK1DI5rXtUcqFxZsw2KglG4AVf
tRs+BefyHa4t3Kmlzn/yiB2IW4BO5Zvk6fffsFDLwJNBxDQlZp2g9UkzKAiRBGITFb9h8tgv8aUi
DV5MqxnJvWR0WzBVWJClXBuqXvIuJIUoL0DnjcwyUq+VMGbanOEBGRrtyeLf/FfempERZoUdfOUH
oDKPGmqtm/i8FkRuq0aihtYXbiVEaahLUJ+49oNZqEhjFz0JdtJrRZc3wQ687erKx11YooTeuSwj
0ULHCUWba09u05yr0rZCwjPp0j2afSb7mHn+TtmDFxOV+n32mRvZNvVWE81bN4ZlJB0EsYc3N11x
5Hyocok1Gsnxhn/13zCkuANO8qKhmeebxXOPg+sOA5D/XnYUD+HXaty83WQo06KIBJJ4DQWGm9Ic
k+EFJuLmrw7NmcXg8IMGgNLgfKZ7ydxDAyg0FeeJc/VgA9pzDEOW6EbmhooGP+bbVyuFt1cz8k4F
RQ6knkg8aRrhEsqsmljgao47WEAocYsdiGrLre8GPBpRKBLmDoLc2tG6TXmR6aOtrpEuJ9pilAdE
WQmkDOhuDP7cPcK5LQE6fia7mb3Chp4ne9+4K4f5Nhkg8tpQuQSAHSBIGk7eD0MF7S0/NSYHTe1U
543iTtmmR/8EaNafPNCTSOcBG2HMNcjzwl1JTBOuDgw2gBqKWqwoJK2fJAjc3EW6iJ5oMVb8Lp7f
pUOPgreRbDAn3rlTpiPzFQzQhznDWjz9Bjhfx+/r30DluzEbgTxJw2+QPgRggHxc16TTGvE6G1rd
u7xW9V7w86s1k0v8R74ZRmnYxyHui3DT7QtM05j+DgpvSBa8XOfOjDM9dcDHPAr37cvKl77ND66X
SgVQBiJ5qchjqfUzePY2kWr2TxgzBgcT+dBGe5fYa861cIwALGeJfgdaqujdX6+2haJ2PUVw5xpk
Df6mfJ8xkVbpUBXQg6NklHv2bmQwobay0oVTdGWWfIQfmxwzQowZWBUwJAf5rTvaga7X29HonqtL
tV1tO97mfIAF/F0lHbY5phrnikeS2eiBAxwd1oe2zQHnJtYzx8d9/AxhCDO8uwhebaSxSTjj47XL
Y8mzfv4K8it/LLoYu7L1Q+z1jLqJnuyhC2qEF8364jcgG8IATFnp3XY7rrnV8mYDQieTR5RGt+Mg
LKAmNRSVMXDSm5LbHTKDecvwYvN1Ui5dTYEWjywRAf6fQeo+7jAwyjcciZEOl9q+M94HZwD4Z4PD
4Mu/wOjwdUFzQl5LLEYkKB/uQA0bTD4CZGeMHy2+Y6YrNpxY5y8RcF3leTTWhKwWOo7XNikHVnPw
vssBjupoi3+S7WABSOYUu/RQbQBFsKXN2oVH9owOgz8XSe1pKrW1rPQwyDrBXfYQ7ZLNaJUGe/f7
yVz00b97+Z3d/vBRqYxCeahhprcVu4v1xpawnH7FJdesUPdKnIcTJ1Rk9z5mMzj7O77A9SVsfl/L
ypZ9324/1oKWsN+mA6zEO98B0ctTY0JKz16LLgtF6Ctf+O6B/bDTcWIbxCPsiGcOwazd1haow5+B
/Dn/vqAFr/tOcAHGRhUeEErqgvA5rS3DXkXDkMMrSi2N7I8GkGojkKkc5ZXZy5fELNzfrS5kAbBK
CNGQBqgoClBfi9Sdw6jy0VSy8nuUno3MjlF803bpppGBy89dIX9UnNI4D7qG6rS2W33E3X5KzNxj
yZoEyXkF47jXoZNteA3KOhmSAD27Sx65Xg+smDOQCOiRFzk+GEIEADj2vRXY2QVSrr9vwcKD6to+
+X0/PnEF1dpGE4DU7bzZ5szUFl+4w2Tzevqg7j8V5+1zxeBtzL4ySJ/Djp1rcN3BoP8qcfoAVu3H
fsvpmiXtOxT+/qCvsrbG2zyTaLfjqcyi0UDQMddrjNmJqaURn7k2mUt8qg79JVZMeQdunV6fHe2V
MxKz8g1BWo06C2V0cIzg80IGHaVN1NOvbfdZVYVB26GseOmRuO+eC0OZARoVQX9w6LcRaJEkFKQq
sztl76GlwgVRGxLWtuC2i4CfQZ43ID6G4KdKVTeFwR8LtcVDUvNtqdP5/WS8Zwbek/xJy03hXG2i
Hcqqm7Wou1AhQYUR1xdSMA20h3R7p9ekOhxKFHU7dOgVV7t8YfDmA1tQIx0D+Mxh3WGrueXzoJlr
N8uSc4NqB0yLIAuDKjgdv+IqUzlGw+ZHb9o9ZAhkfd7JJp6aASozyJJ6TNqo9hq67nYul9RkMBSM
WiN5s9Nm5W4MwCuJIqfam5Ml7kOT3whmvp3s1CSwbNUMARzVixwqjmbumG+eoVor0/YLmPTrH0Fl
+5FSSrXITuRxhYckTta7tvXNZh9hKlnbq3r1mXzteD05lqa6ctV+L/D6Sr+2TXtbVavgfYVtOBzY
AcXXV7RXXz4kTz0iNdTlM6bbXrNzcd8e5nc5Aj28wVn+20qkuX10XP8KKrRCdiWHtAh+BSBhLxWE
+0a9fM8edv0j80d1xbs2Qcfud5v8QqjB6C7m5XHckCd+Ayh+hFMhiiChOrMoo0BK5FhBxdtpQRWn
HO9jRf9g9fCPfP9U64xm1BZ4L000WIGS6+CD8qHbxmvw7QVYIirB8Hzg1TggLxUqvMutpCShL2Z4
1A8g9NTHnbqxEidxMHMEVhWMfzLwh0GfO/2BcVbnQG4/AcyjRIoDAXknhJ/r6CdG/SRnnIwjL22T
wQSCze718Rzt53Ob6hVjv/Gro9sLqF5S/UZrA0XRBSzkXEpFK1USOAP0Ru88dHHbWId8ER66HSCZ
R7DkAUBdugLI6OoJbebMAPoVyurIB1fnyG8Twusfw1/vQDJD5zNt8GMQdYHgi3u8EgJEuvYU2/j+
7LNyBywsaPki47By1S6kN9e2qXuvU/OIS3LY7p+TP5NncoFV6eKpe/lQP2dnxCOtdYedrOjxWXEK
8hhffQ7fvsKvfwIVhTpMH5U1+RaFpV2E5x7TA8JecjBcbowWsz/z53KNKeAWwYgaFhATEGtDmRqV
vesd7wAgGoK6QGmndSYyatjsEXqPTWMlp3HN2ML6ANOA/As8HPc8fb37PuiD8kKBXuChccInEVyP
O77T2cspeQ6tIHaROzdrl/mCT10ZpcIrz4RZrmYwCiItJ3A5XYVSqNu8lE/Knnf5owSNezAwZFuO
lGx/j3AL9wr6DYgnKpl34gHGut5eRZvH0s/UDIMXvlPt443qBdAMf+dPgTGe88fIlDbRS/IUXWJn
rY605NEY8ILEGtqlHMDy1IN4xNTm0JQVLk4jvwe3NiZxJM7sUpTOmhhDtGSGNdkFjgoCu9RCmH/K
ndVc6jaDxaWOlguwjYACY57yegf6tk7zlsGPqKw0tOJT9qDu2A0PsSGPTCpw0Kf5hxT22iZ9l6E3
UTASbNY75QIKQTLhJd2JmKTPwOqJ55+hHhUvN9j/XjS8Nkx9bjCER9oY1ih3n9NTb5IO24u05VGh
VTeKhfEnW3vkHvu9b0jmiqctHGSFRQxXUS8DiJQeRMGoMqEggQqu/8B65UUm5ni7UjEBNK159aIt
3FOgs0WDC0j6628aZf0EepEJpUgIz6EnzbxpvQnQEer8q+taiBkosP+1RfkPMycxCMthC+jj7JDt
1c/QJhhy3uaPBroNe/adXVHZW3hfk6L+X5vUweGKauIHDjYLK0R3p8DNGJqElkvYh4dW99TV6vba
KimPZViOTAiiDajg3v1gH5MAbaRpAySsqYHhkzNSr9usNZMWZgOv1kmrDRdZL8ntiHVCXKix0DKD
ZIUhXvJtbJ6UcwOqx9+d9HZMTQKDCZm8wIg/YhL9vmlScY55LSqQYUs2c3gfzeyt0Wt0uKtGd6aP
+umOnM18u0uOoPl4vDD3oVe+gsvU+f2X3H5i/BIASMFmB8QUaahcu3DSl1pV1inQxy7TOuqZBTUx
/9JKumyK4HDpneRjJcG4HSOCSVRNsHrC2wk857XJVhuSUR2hRD8fw91o9xsoThjca7ETP0B+vBaK
SKp09aqgrFHnBgSzPjwY1lobObUL2LHDbevtfMA484jsbmU/bxyYmNNkkkmCJg3QoOvFKXhAdWxW
FYbAgSCgBQHQrH9jwGQo5+56bzbe8LBc6/jePphhFuUoXG94qeN2oT6jL9W8X48Dik+b+Kju7+VP
foNxP49FAQwzeI1p4Ewx0Yof3yK7v80CkIRuHHkxi9ernfJACeuyh/cc0QHuzYDwUqj3yGUSR9kX
u/pRdquttlljArmlBqAMUz4klcyQl1kHX3VeRxiej/lugPvawqXQk69yVyFSoSnXIrGJ9eqJ8awO
kOG3CYBgabOar5P7jHYyos3wv32gnEyGaFDAyvg5bWNJrnIB1nMrgwuFv5SF2dijhYlLt9pFx+TJ
gLTYis8tWAdtNhrwaMGDO1akMvY4VAI5g/S8IT+or8qOUCQ3hn/SIh03BJpI5uzxnM7sVRuDZCu2
F/z9yjblAVVcT1VXwTYYxP9kj/UuPQlboNFULFsrjdkQKr18YJ9WzJI/S204uIlkYErgeKiBUscM
Clgo/ZYwy2xlsN5wO2U7bzWL+WrMCYoCOrtd7TvfrhRQHYIoBSETIAcydTWF3BCNSl+UpItjd150
KA7FA76ti7IUUtkE41Wdq9yvLJS8da8XSqyCZ5pjedSE6BTDD9uUS6FeaJR4aaFB95JvUdreY07N
hBzS5+/Wbh/+KED9tEaFkaQdG5AgVeijTG5mgdDrkfAdKYfeq91koz2A7MvqrRZjcoJT30VmuVpZ
JiflZr1knIHoxWPEi3r7y3FRRGLWlij0goqd1HvkTbWv3QA4xw3MevGocy/xZvXz3h4iPEtQ5cUH
RvcXstz4YT9qMH2KJkOPYGZMZwkc8GdwmhSeHAPvl23yJ7RJvdyZzGTjA7q9Fj9uQVIEO440EkOn
KDcDK3RtPC/ZjE2TDKJ5xyLCXMG4SZzpVD2LtnyR9bfyDwpdVmEB3e5gLmmtMfTdEaQ2HS1ILB4s
FBADpjuiKZs2uSjAtTuPMAVMZ6TseiJC6wjIEXbju5OZW/GD+vTfEXhY+A/LKhW65kSbg4BYlo7Z
IT22NuCH1im3x1afMVZBDlXz3u/rSpfWXmQLHxwPUh7oYYytA8RCffA0Y/qGh7QzBP2gIo4WeP4m
WB2Km6v1LBKMqO1FuqNicAVoPzABkF/yw7WSSJbTIuRKQ9xPXnA3HSKkeMwm2GSw1q09Sm5DI5Qd
/lqjk1mlgF5TyLClke5CTD2Uu9CO9nhr2oEzO5JTr76vFxI6WARzMOae0JLFIPr1+lRmVgZITZKj
M5vTIcW08mdtTbb/FL4y9ir5Pvlz9HaqoFLAIiEWAezZtbmgjVN+SLsSajkWh8FPvOGjB/Yk+eTx
vivXOGJu69IS8O1ADuJyBSiEp+1BwLrJIVkDH7UFF7SzlmhATmrLPID1aXjBXIPB30MxbV86vpXU
evKe/UlWfWjhq/78ETc4q1oes05GXBwD1B4jiwWozM0x8QRGDZE3qiNzP4JOpDVXboQF3yV5BQQz
WZUUqKmLFiM4VZrMsKug2+YOGcbMXvkTcswTd6jM+IndQI6ADLVgXhFTbnmlV9tVrN3aj6CyvdAv
ci7u8AVam9txtp8Aqcxbw5/MgASUvCFIAx9d5vyRtc/Be+M9rmwCufYoj/u5Cd9UwD8O8CQoJRTj
YD/eQe3H4e4ijNSMJzXRa/TrUZnMUQR94m3/Ln6Sn1h9cPlDZ2jmg+BkZrbqCwsHAJkeytSA2wMU
Tw8aZnLeZGM2od191zw20COBcNSuOjFoBp/EQ7P6KF+4k6/sUUEat2auDgXsMa56nix2H3lCYaZP
JUaruE3sxF5ykow1/KywkHChFwbhC9DggXGDhrHOU9xLQgfkGci/RDC3cOC7QqJlfXAmqmZ2dw4s
wVNAK4ICj6rHXrxBpm9lLvR0N+N2snIHuqzWhd9VlxyTX7/7xMLDGb/p769TqINRZrMiZxV+nXyu
Q4vb8oC89AY02Qt7svODb7Hmn99NLmUJVyZJjPjhhqJUyGUzwKRyeY6seQM+21feCI87ziAj/r6e
hbq4i2wBXf/fTa+uljqB0qzVTcXDdPdHuZ+f++M70jAH2izeKXNGI1njOVt40GJ7oVJGmLkw43cz
VMcRzKGYYK2BGd4DIh6HevpnsirriLn7p8EMLhzqNBuoCUKGZ6VA/z0BTh14jE+i7Y9LDe13Otoq
mh+EtdyhQG+lAJCATMj6xjnseh7Qccl+HnTOVo6Rrh0YvXG6HkDjwngJLQEcrao+bjkLDMMH1RwK
3W2fJ3yU/nF2fP1cmv4+tFYC1G15HWBvopKjcmQqF6WVa89I4iAC5Aa/N3lEGWk263fMT+Dx9dU5
Cbg4N+FOOgEmYHWufPjvVVAYB8YddLFkGhT547VxIYmZOpOAc8cM1CsUNcf3UTal2sbVn+vC6XdP
vC3mwxqmf0HwTWhh0KK/tqbIch7GQY9eUI3TrhB0pqL3L8+FQ3hT5M/CURTMoIFVidnNhid9Tu7a
FP9C5igrkJ4hmSOQdjQ1gtiPOR/00FyvnzOUO0K8ymLPv5swHGStrJbsHeWIKtAAIB0EoRU4WqjU
MUqToItqH5MLhmj0l0EEJa8+QaDtMdq2G8HOUFDK7zTQ3aMxetI2mtPlmHOTdUj6NgAA/f5zlsLA
z59DD8zIhZ/kNaNlRr5THRndlMBK9r6L2kK4FbzosgoEWUh7rgxSqWUwTFVZxFh/BPZf8MVh1uzc
ugpMjY8+WDFK53NliTd9Ggm5898dl6m4Pg+ZL/QJLA5GC0VLHUwJXmyfMKmLRgnvJObv9paC+pU9
6nINu2FQswr2WrPdCbu5NzQ9Qc89P4oG+1aA/RXqjOYBnzhEWQe+9g+h/eoHUAcqD+tCborvH9Ds
G96Gj8n2R+A94VL1FZ2FIDWYu/7rqpFMaghWJFzgWURTcERxBynbBBnVZHBm/YTWyd07TjKG9/Eg
ChFNTx5mNk4dxObWepG3EYSIAOIsKZgJ0hCzqHjFaZhaHZS2hhPzr4S5M7I+XmLM50cWuPJs0Cbo
OSLlwwDlsfN/VwSBdVCqYnQFZX/8Q5VYRJUJJX7oaqPB9QXyoQPoeWAWrcdg3xvCo4CzjKHd7N5N
Vof9bl9q6H2hjoQpKAxikZGd6+AZDPLICEVTG/we1GVgFVY3ifFUPBebxF6LXcvGCIoENHQYxaYB
TaPgd2LUYp8Z1ENnVzNIppBtZgv9JHc1NN28EcjSflij3DhMlWCWNSytsmQv8Bg9PKZmFOny8UXc
5vHKsb0FuVLmKCfCxEvFcWjq4s1bmyUQClCYUFKM/KBiZPx+WG7bU5Qt+fqryVwMoGIHW4PXWe/j
NnEwF/BMsOOMPR5Xq0E3dw5ljvJQTuzAYUWW1j531vSmbHuQOQF2JoLYI7i0Tv1wXj2TN51UyiZV
XEX1SR24AjbVc+aGJumFTUa4g2COkIGuoAVF5+ggv2Lt3FlLnm4iPrEtguKY9L8gxkFF4AGTZM1U
wzb3oX0mb7a/59F07OwR5Wuv2Kx+zpvXJGWP8lQp6tikJJ9T3DMAFg1IVQgPWgX+dtS8CD1ma6R7
1cid3/3oJm2h7FIu2w6TljEV7IJzzFZj/f1Octj/x/zB8vpI8o4pKSg0UP6TQvIo5LQeEc7jne4r
24MVBGi2DARHtdW/RZu30Ou2mJL6fXm3ycn3+v7apXxIywUhFmOMqhDuCZmoMvq7+r22OICG8lR/
OK/NpQuLMQe9AE4GZRXch/qS/QwMax4hlpPsTNs11pHbTMbx7tmHagCZq1EO/GYfPXzJ+vQCBgQ9
sJ1wG4F9U7t/WK2lkjBwlSti/ZBaJngiIIskWpSSKWKuSHKxBg05Bl0jd0ZeKurSGaPcxYAWYLVj
QVQznzp2LUAtnV5Mt2BODMwAKARSnhWKaAE1E1ujnd2rbnlCVmhY8hFNCnYlW1lc4w9L5P//eAJH
LDQxshGWKquH2jreWrm2sprbjIzsI1IiAOsJ4ds3UvCHjUTNxMZXZMS/jxEamHhiOArAHfJG3YHZ
c0b7I9QPg16A8UHZ8Csp9rJ1JAgSYhKms+nyLbSusqob8RUnj8/MXjBKPOAMzoEH3w0OeDUkPWQs
mLdCwnauYbTYXJ3Num0EkT0A9BoATB6DYjTHUZdHIZcUGOKV982behdkAL5HqHBMH4qN4e03YdaF
19oK7llg1cqPyNb6lc+wdOtBARPa6MSpiM7n9acu+QB1yS5qjAz1ebs8YrDXlvbsZ4sOVAn6JF77
hzv9yiLlXAo/dVqTw+L3qx8Uo8NJAxa0BQ1bvdZ9uB0KIwq/P5ZHveyycpRBvBBChd2Rz6HZWbHJ
pCAbv0yO8rkSGRfOJ9iyOGB5UcnGjlI33Jw1KVtDrRE3HNYDcZVMhy+PGLGT9/PLirGFoIinKuDD
MIU2Hg3vGCO5KgNwHuOxpB1ZawZdIBgLIcjzFuuxg6O7Yo+EdSrsXdmjrpvEF/NZ4DNAdgCMPosO
YRa3MaOA8pTZaXprCWdy8ZR6sYv+SPcr1kmI/806demMwVDJcw7rnVGQB8ThvbdZNN9Vk70Un7UR
fq0YXLjFUREF4w34pgA4oFUZeIavZoYvoIy9B/B78GRHso6nI/oBpQuRMyfVPYwCdyhF/MMgI5Eh
/mGbOiBzXSt8q8F2ce519AMM/5g4vfWnU/S1lujSV/1pivqqELnn0yEsGzCn57vw2LrMnjmvNX2X
whwWBGFZFhVGjPxSVlql5QF2roiVGUw2LWhl0MsH08umdl9Cu3jW9vx9eDdtYyQzyXsyrTjvLY/Z
947+/QFUFKizuRs1lvwAYGKnswxskuqMEHliPwG+0msrtAF9Bz6V80CJayvQFgqd8ajpjyDst1Zc
i6yW9mUUmBW0FEAigDLbdcRN6qiaI7YGeAXJC+IuKmrdIUTgDQiXgehGZgcyQdZZ+9ZLL0XQCP41
TB2inIH4VTPCMKZf5g2Ly50FbIpwWOEAR+U/qFuQbf9rkGZg6YMmhuA7DL4GXlPpX7nO47vPwFFO
Jot6B5ibVvZ2KQT/tEjiyI+kQhqrrJM4WIx3rNF9+ffplnkFzc5BWOtX3oKyqMVRpzSVMX8ptWQ3
7XAD1K+Xm5mjAQuFxSUYrYaUhss/iXe/r/D7OX/rPZiYAh8eeqV0K19Cn7CVFbiydpE9ZSs8gQ0C
A+YnzCBib1m7NJ7gykaKfJx1WZN7WWsTLmYMcF2UN1AvBUqHuuZCbUzZTsXCZQdFACP+DIGrPkQn
xkwtTJ9u1mCci3f4T4PUR+1iFbz36IyQMUyUZQf96YXXm8vkFiB7/5ft/bE4Kh1qKqSstQ9bhcX6
loy5uERn0YgG7eYT4WsizZ+Tf/oo7wKrxUs9QV+a/e+tQABWkRUCcAURDWANqZM6+iEHDZwZ2anj
O9mf2W637zPyU8UCrvwSnEpHDJBW/L7224k8WJUk8knB/AkEBV22ypXZ5xKhBmK0AKWNle0HZ4RD
S3oOATZM7rOoeePMrhF+3AJjiGGwqqAJBL7eG8yXUCVj0+d4Cii8MW4rj7tjjMiSNyDxnM/dpvcy
CBqML9znmujV0iEGilTVwKvJsmiBkSzrR7wY64LQn0wkAR/tGFpzgZviGIut4bviBZAkLxSRTnWr
r2jiR9QxBhhaA78KAKXYb8rPRLyvomnm8Io2FdBXmsfGiRRL5wWr3PuWirBMiJFX0+GFPApIaFRE
QWOL2iT96FLlsVX9FGaFC8j7Ult5FjTTvzT2bEwbZG52M5krXrVw3UHBAayFEAYlmu9UnCxmjk00
Bgkp6zR3hJcHE8W4eXNddP0dWrkma7JbvPBWAuWiNyNjBZ4MrHKAH1FRY5rR1c/akdR/5mfg3IX3
GJW8Q+S1T/KmPZd3cqBzX6uwmYXEEeNNwEwqvEQmUajbHYq8gzKVCqqIe+0wgFX/KXFLN9rXXvrA
GQ1UvTbBybf8L61zk/fV4HwDWsBR+mmeihxCEzasRsz3dnHA7A24GfN3XIIAMjZuWKwlViTWX7ux
AD0QpHV4QRP2MSqxmgZuHrNeaPCMZpCX8/i3QXIlHHhPs5HnFU4j4FKKgRP2lA1KMo2BwsxaAPlu
vN78DMCUNMBUWdTAqU2Xe1ZtmQR/nMX0amWghmALTo+fAq4itwMkKwSZe+LkCNgMVDSkDQsuWHH/
Dz4HnD1wsoSODL+FFu8Wp9kf2FFtjOCx/pAtDtMVR9lB2+VLsXI3Bg83500rdM0L9/G1UeqTR5IG
SmxitP2YMCSo6LNb7yLcWI0NVt7D5K4c6NvQdWWPJmvsSp4IBcLeY7lRIbeenRmdQ4Fz96ShYdju
uf35d4u3R+raIBWkp6yAXmkKg8pFeGoxMgHi4/t8XSbkNnm8tkMlNiM7t3E3wU68qQED3vWYl7BB
unAPL7KKzWSjW6Va+ffrz4/stcriwivl2j4VsQI58MWGfMjB8lGVFw+tHb9kFiLWdoScFUk3FHgx
u4k2hz/jiT/yEE6L3n184rWa60J97Pq3UPdTweax4Lf4LcFjZ6GyDA5uTERBOw2kq/F781w+Mk58
uIT7wYidNe6PhYTg2jp1Z2jSJEkJ+RKTJ1u+o6a6BqQRh2lKMhavfiQvzFl1VytTxJGoMIJxUSQD
ePejIKlR0YzJxonhW4QR+TU3W9BsHOsn7lBa2ab4rJDXr7Vnb4M12GyRZ3G4p9CkpNO8SeMrRso0
kmyOzwp0lDJr2yKpFo0ZNJWEfsK3wYXwgHCqT4Vee/lKGXRpo3/8AvQQr/MfbaiEMZnxCxgXIPPK
2mdW+46pBicF5Xrx4d83p+Gpfl0dpFm4N2AXTWkByGQUYamALSliV+cMPjB6s6/QSIPW0Ct0NoPN
pQL/qpslxurNeJuHkM3+a5IKk0Iwz0PiY6ms0W84N+hM+dS3QNpzBvMig3Ig9vgDc2LdVT5f4q20
W4HKBv+RkVRM6F5vMi+VUyi0PqoPzrjjH4AjjE2wx7i4jhwUl0FEcKmdYfv4n6Mm1vvXKnWCZ7Uf
pzhgGkyl5qHeb+M/mP/FsIjOff5uaKGuQHb2ryXqtOa53CSRiPVlgOUe2uccNWzGKjB0B5HY1lnl
GSVx8Lf9pL5krfqlwvWwB3m5g4TnWWU991AE2PgX1n5r3FUlk4WL4WqBVFwQ5THqewUGhQ8wBWT7
mTX4Qe+em/tgXhXXW+h5g/cQzy/MKSCNvGnoA3+ITnSFDzelZvvcOPwL0oe9epSAslr5ckueqWBG
EokqwSrQvSzomlXanAUtWAeDO+HSmwCVt7v4GWq7d6JodVAPbN9ArbSWQqzZpTwmymUhCRLY5T4S
K3zMzQiayzxIvRVA2gz+IL6i6Mo6ZEz+X1YMNDsYQAgrnUa9cUOZ79QpVXDHeuWO+2wgjYkQxD4A
XhZ87Zj9/JaCAVpY4/pYStKAc8RnxfQg+iw0yjaPq4EFyTVc6DjaoVEBTndgT5BS+qhsbdO5qxK2
C31auBHwcxjQhr41yFuvow6TSr04VNA47d7Uzqp6a/TAmyk4qReBshy9LBDggFtbeFnZ4aXQ/tMu
9W25vI45uSZ2vcFRjswdrrd90RntvrVao31ZEwBdeMNjoYRPBFBt4DJpnLZQc4PCdlFraB+TqGtP
4YW7y/YJkegbjQF8oQzaWOy2MFlFX1nrQipM2PgxjAFOGUyjUnvMxmEz1BVMNwrYe1jPzwFjm63p
BF4yV72ke6HUs+PqM2MpbwApGUDpKKtjbIKKR0KRV4k0Y4tbUHWijqz7l2DzEu61dREaEkvpWPvD
lEglCPGgaoE/Y4UlUCoo+B2k9+Sr2E9HcKVPtmhLp8RmX4OXcB1FtehIf1d5812nQSg6skoyJoUq
J0QllEPuvjz4RrFd/5aLMemHOeqVwfVzm0KREJuK6SgOUm5GtIeMkiHcEZVpZZfus3+g3Cf686ji
ogWOcUdUKa4PKV+PwBTzcYuWPiiqIYzsSvpojtuBAzEpXvHSawf9EBAsn8fTiu8u5UM/TVOvjXLU
0hyiFi2yEumDt/ICVaiESI8fMZ2nnSH17gRAkflWvhoMFy5wRF8i4YHiFwoI1LHh+HDgRw6mJw8p
g7/n7AZEC7jpTmi/S57opufY+X2534BlypFhE5NTkKsFboPG5GncmHB9BJvtPWkCF5hZLpH5BRC5
RP5pkRGS0cpsdEE8+YD/sQv1YSuc1sc8yOH87YdQflYlgGANKX6IdEyNx2SbhnomG3xrqtCrAVLT
fYNebaUz9/mDsAnXmMcWItbVNlBfvRjrRBsKsg02hHlBdPDcjEbvxqZ2x921VqgrKDkbv+/9LW5e
BTwR4AKgHUCUDjrvay+P1DKBhFYKV/Py3R73bX+KTxDSuIePg/pLBxu/3X0y5jnGc+8fbHM4YxAx
AjG9KlHX0SDnLB9PWWtUNaTcExdjBH8iCENmu9rN3Vw1TvxFJdVWsOC5093v1r9b/vTHJl2S70QO
c7ZUpM6UKQimsMX7KtdDg/VkT8ZRlycI6BJC6WQj7Qf7EHsvJ6jEgYf4AgFyM91KTmXn4FoEs/gq
SdACMBf4hL+/iQ7pJTvUtSA3aFwdnxkr8ARwhxbn9AmjdeBriJ/AXmudE1aXTtU2MAG3x8Tb79uy
lJt88y0S+TYM0tOHManLXMg0aJeBA0r0BJAjh4RtrUedBUxBJ0Hnkfv9bnOponFlkzp3U+r3tazC
5nsASuDd+MSephP7XJkvoEEBDBIR1ww9cYtdd1eZRBculyvj1AkYNCHWtLwnBQ0y51JY/mQkDgPB
pgGyKpwegcNXXa0oLR48wmv5v32mTnsAFgu/TGCWcWdop0l64SUJOr7Nx666F49QSjPlvYIKPL/a
bV4MuD9tU0G+nZDxTgL2Wzhy9oxOOhLf9zsZiE/Z5Dz2xB41Q3BEMEUkTxeItOr/QNeBuPPzJ1Bn
v8/bepB9/AR+L3Bwsda6m/XRZozvo5fb2XPpKJ4A2ojffW153yFOBeFLGTLd9It/7MWpCXrsO+jb
4FoN4mqn988CuFEU1HXKbQyRArz8QSjqG/92xUAYCy0ImCaIwet4y+XpEEfs+F1d4czKnRD63rHr
24/8sdS/0IG4n3QQzRvpo7rau1y636AJhqEDCDZpAChdG5f7uk6qGcYFwi2k6WjbHrM36AUY0hm3
ew1eo94oXmqodxPR9M3K1i9dcD/NUy4/VFGUySNZOyhIPsbnZB9jarg0/o+061iuW4eSX8QqEgwg
tww3KFrZ8oZlSTYDmDP59dPUzHvmhTAXVX7lhVzSogng4AA4oTuCSgKEi9jPVaQ+v/04Dyt0qhSC
ECsvyFrMyMUkaKKPIPBHIqQBx/rdgEglvS1AK1od2WEEzY+OFLnJ4OHQRY2mmjQAR0j8ZEhJSr46
GjAbgEkWqgk6CDT5HG7flgSVlUilEni07zv1YYJwVQmLs3yHocR7/B55/Rto0M6P//MgOz3oTnE5
76q1CbNnC6tL3Uf7IrtavrXBcjvs7sAlhd/1kMXo8WsKEnz30Qxw53hp9wpKHc2gCbpD+qx5qLTH
GVheldin44uUdGP9gnNfyNmlXZZNX+nrF97G+/gRfHyQ67PBd4UvuKxQEgguhAvbJfcQM4lBTDfI
Tr3PLBT/BQjp4KIPIZOVpO90Zxhs7quRoPCR3t5aryi83zc+KDbcBtVQXndZmS5S7MfSe8cl1P0N
HTl1x3xll8E/ycoHBfZqIHH351s4e82iCEWRGr4F+WeE9VHC8euHA2mC8ANuEr4Jt1/8tNxmJd40
j4o8QCEo6z75BL7du7SGOs1MfAISwzk6gQhE2a3jW+Pnb6arf8ygRKleQmXtHEIeHnwoKGsZX/X7
d/Rh78pj5o0+82UNx58b5MwiOZwhGws2FlPxVeQ6uUdn8w+Qk7GL0H8v3GRPbkskMV9G5KvnHZ68
sm0kuKSczglnpHncls6wLou9f+thg4f4ATnk5Q6VU68LOkvTO4Rs6BW9DW/oukgyVuavzhuVATqI
9pCvpwhtcCa6aA7r6zEGVZhyZXSzr8/sO/qBnlIl+6GFmPgM7SmdNB3wNcAKWLzMVkqN1XVx12ST
9WpdWaicrZpDqLtM2w+QvAWpF/GsBQUn8Kao/Dnvsr4eFMBcU/QqkrVwlVwKwuhnpSBrZbCj35vE
b/IZXlpyGgkxVvYMhHHxT+WWc8rrxSkrjCuzosua7MlQHarq1/mBCOqjMJINCnfkpZ3dZN0IlGQl
Vp3Rh1Cy+zqcblvD9rSwGRCYb3xjlYdszEf05cmKHr6GEk4/YJ2GTRVNWCHEXOaw2o7N3y009ExL
8q7o1UHta7fpSsnKic647Xg5IzVzbRiHEOMt4n03PCfTS5c8D9K44tfQ1zqqVXrKQf8i8oLcqPI4
18qe4Z3Us49FtT9yMgegbHb1NroajPcBL8qkR41SrycXBkGxdw7S9KJuoUdgxSl47z4qW7tO0B1n
dIVEkVTycTYXlyuo1SVRiCkfF7dOLhd7D1o0x0TuWoUCtqzYUWzHqFaFR6AQn+TsmDhdG0brVBT2
7FYFekmV8mgUhaSUQeh9cGv9B4Yz5MnQRpRKASYdXrrqtl9weTZ2dmZ7M1oZF4+mbXB+78gGxlnu
3GlhHQ9AVPPF62zoXNmz5pXdVEtsVgbE2WwUW5WhtesM0idm3qCg3a1SWXmXcP6QNcKzTlujiZzF
GpRVidaiSj4Eo3bLXsb0JppTvw1/LsneRAa7tWQk0sK9iC4eG7IF4LXiSYmyqu+tcK2TT8ydXdv7
sYXK/PXca7u/WCgbaRu0gYHXmHILxbqZLCUDjtnO3mIc40ULeoUF51GEjmyDwq1SbhsNTdHHAUr0
6qpo52wXdcor7VCPR0h/V0apLD4lQ+ROoVIPyTBVBUoO+nBX9q+1iRp4FReeProgKTueH5/Qa2zG
x9360DOdWn0NtKE+KtpT2lyYY3y3NKNfQuVVt5P9eTzZ6DiDLPJlSJMGeFk77XKqf6us1jXsLEi6
9GYqSSbZZWJr/NdKeK9odySjNIGVDBoqOKfHpv1d049JuT8/LPGJ+2ceeeIS1FAmaVUAp3PIj5aB
NKVJC+USauBXJM/RtDFNVlCAfdVTqxwlFWT4rXSVjNRANlpyekC1CXyVto62UXbE9itUz/YZZASo
LJ4hXEY0y2HfoTIYHE2nQA6xcuLMWMa4us7r3cTutApx2+YlDg/nZ1ZooBsk7gQYFeoUywQkhzx3
KuZxVyCKUDRuz2wXNBV/Yy9rT+nKcYJ2Ts6rGMqYdcmwrmMNpETzcwgbdgu5trJRknkWLtYGinMt
acMqtQIpgIfahQebjK+pOXvFaB0b05GMSnjWbKA4n9KmSgGhMEyiESGP41homu/fDFuqRvY1DYkL
0gaH8yapAXndz+ahAhRRi1/gpULiyi9gG3X22EEup/u22J7Z+eeNRDaVnFdhNJ76ssFU1rrhdsQp
3awBFS70WsbClLkUQR3xOko0H69t1ut/T42/zssKwpxAM9PpV4ackUqiW3uKjl2efA+LHL3kbf87
hV4Sc9BDZUNHJG39tA59iPK+GAjFnB/9isc/UDffw5PDDAotqrFHy1aBEJKGumrbABVXbAVmuVMs
P3MCsFf9xYyDcNAEHSDKfA2dsyilzEx9KhpgquhxhnB2YJSzv1Sg0iaGJFAvqH8x1C0YZ1bZoJSo
XUKHS15f6sOlanlGcjXmfkmfQE+TIcGfyG4xgoDtKSa3yHindZC4XxvEtIsiuc07TGTld+kD012r
943yOlIPLA2Quwq769k+aONF3N3TJGisyySSxQFEO3gzBXyKRlFmPdYzfE5rRj9G1n5YhO2rKZRk
A1dvypsSQkDg84BGIxhaOPenVVGpJyVgUtrvJ6t41ezl7ry1io6OLQTn9pxIRwAe9cKekbZua1y2
OPwX5ZvGnkP153+D4ozUcjqbdho2RtNqbpzftUq9q+ilqRReW0pmTrxAf2aOs9GujcM8g8C3B0fk
qeAgUFChaUieQ2KQVaIH4stoKeAGxCbHTloFu4616JZMYy+PwstKLyRLJDpzLVAE/QPDjaVJsjKs
lzUfWFxPzaOltN/b4qbMup0FweUY5D6S80l4fdoicrtt0Y1CTTsg9sXkxeXB+YXB6Tdz5V4kirfM
Xj8Uu78wDnRkoALzf5uzT714h3to16+9j2qEAjf07Cp0DLLuxtEeO11Ghi/cVxuw9e+beEiVRUWE
wCYeRZUeTGMCa1Q88P97YbUbIs3VhsDQnkvnrm4QInnuwWEvey+J53jzDdzejoolm5wGA7Ys1wl/
TMZ9zHAgB4aCE6wKwrFxbeO2pa/n51mKy234itKYji1wm4W5UBJUh7sSFHJkV0HlS8lyt7KQ6DV8
DTeD89DC7bIZMbddinxQ0mIGctUHmQoNAGvaD7IXjXhpV90kXJygS77eiTZLq4yLWirRmlJcVL/t
oOajd/338wMRFAviNIJcxD8g3MV+dJqOOhOqBjTnFjLBHXlxnH2jXOXGzZBA2ubFIfu2u7HL905G
yyF0Bhto7qqv1MxQBoR7PB3lGr2pukvyqMQoY2tUz4IUoEJNiTcQ3WcQOkAdOMoj6ZcSCbMqUjVa
1hKJ6nEerjvHpckurFCQoUOYuDvYZSCZXlG0eYPIn66DTbJ2LoA40H1HAqv8NrPFDQfo/cWdq+O1
0VaumsnqwIX2CYZfFLevrbv8Y0PXHOTjTcA66nORNEGiovIlGg6S0QktdAPDbcCpc9holcg928p7
17s1vYILd+2w9hTwb4Pfu6EPoLpT04DEP6J6cs2SSk7HFeLLvWLzCdxOnPQ4y9J4TX/Xua/G5o4Z
97MxfWt6ydElnlIHGq0GiN2/BLzSxoaE2oScXqlctdMdC6+L6Hh+PsXT+S8ET0sd9UVd9j0g6gI5
c1r5Y/Y3sUGomfwzCr5NPtdCyAWvozDRodiw0o/my1jKaCG0eigcgGUG5Oi2we1sNdKyRLGBkrH4
Ff/fa419aGgVpOFyXZj6frTuCojo4C1RSg5EoVPZQHPnIURl8yUZ8BLKtOdqil0nG9wx6Y99+KqP
P9p6kewBoUvZ4K1ms3HSdayZ6TisE+ose32Z9mRUg6okbu4Mt1Ft7de8RJJp/nlTkQ2T23n5NEy6
usISR3lWwrchq2O30+ddqf/QhjwYSSUJKggfp5BDAS0tckzIKnOL2sdG7nQLZjYh0AUm05O2VNeJ
Vu1tG6Vc2lOizYcpwmfQGQQPITSVXUd5QUOua7dQp7bG3fkpEO4WKCyoqD6AQg7fQWVMydynpo0W
8nraZ6S/n2JZTm11Hl+cy78QYKg9Xdyhwht/iQGB+pLRvMF7MGV729jp0994sQ0Qf9T3Js2dCUW4
oRV6SQgVoy52K7YcilgWdxb6sQ0Ud+ATOysTdV3GoTsM1p09vnSa7JwVv6s3IJytFFa3qHOH8dA8
QoBUd0dUHjG0A4SdlxZBRwOyRhRaWbpOCsxt/yIEq3+srT3JKjQAw8hd0OVuHAbUPzWTO1sHvb6p
6d8cDZvRcj7AHkpmpwpAC+JTxXDDaE/bQXJ3Ea7bp9wjgqIok+dA9CLLJ3tdt4LZhykBLcNsBVTT
vfO7SmjyGxjOsdTEmu3UAgykIdy+emtK0O6tFA3pLgwnCZjw8N6AcYc3xN5p2cwAq+fCnbObCgxw
c/SzLReJu5QBre5046WtSGvw7ARQUnxLxz1Y9VyKTF8iyZTK1mg9LDYwZoUDgKUwBBVdP3mUP8Tq
vMvr9uH8GolhQNkJenAkSPmSVvAnxzm6okFvqUO2QJ+RGniYiPZXBvcHhXMUBauaCHkJUAB25kFz
4se5TvZp4UgiD8KTDNSG/wyGcxV9QrOotx34WIRSlnhvhEVgJocOL/Q68hdZQEA2d5yDsJtwNPoS
cFF5ExNQ8Q2Q3JWVtsjGxO1VxL9ix5owdTmCvX6D0g+U4i35zySzQTaoMsSn6nzUAz1b+sfztiF+
FOOoQlcfBAlBKXJqg0avxN04hmD76AITqnh90MWocSpvqvLC6XzIT/coJogm2ZjXiftyVv7B/Sw3
2th+ES31PDCMedHQzYxShXCS3UCE18oNBHdKzoPSZZkGCAga+wpGUdGDBUdLUo9NzJtR7gtp9Uim
YCUbGbcRaAExp2yAyZgKPU5V/7w02f78qgmtcjMybhOYVtK3aotFc8rrJi9QXfNIYZ3nQYRX1Q0I
Z/qgs7CVecY4ENV3DeXYwgs2RHdbLJg1QQb9YlEO5yFlU8dthGxU86IngCzCEEH17AK6Lz/OQwhd
+2ZU3IFl6SHSsDZ8bo0y36K5LsJy31vXCXQ7/gZIB8040U0d3ZWnGyu14jE0dAUkL3T8puVp5JEC
zY0TdCJs4+U8lvAUBo/MP1jcUjV1m3WWA3vIzUuEDSat8fXO19HWAT6d81Biq/gDxS1Rm6EMpqgA
pen9lR7NXmrcTzkIGNQ+ehua7Ihu9mCsQiKZTrHJ/8Hl1s1QGXRhGaaTwMf3IOizoqdoGiUZHqEn
3kwkd8PQ0YEU6uvobMPvsvvKSFC1BlFHc1c1ThDFu/OTKTbGP4NaP2fjBJd+6B0tx6CyKBiQIRuq
vd7+MCxZ6agMh3PyWjYOdq1iWASVNtP69qsTZOXYQ1+mMq+7etWvjv2fMYEB9HRMha3kYWIDy4mf
kvEIMk6dgbOw95YRynnsYXF+T+pjaXQS3yEgjEBo8t+1Q7vtKfCkWJm15ABOWnBvpr/b0Il29qS6
HS4kNVP2efUwDLPrDFBlwZOzGsIdGaCoqENTYaD3k1F/m3NVlvI+b1Jg0z39rKKjRjtkWOMufeqG
S9O+68r4Is2eLesHayzJNhFvT/CGaRCag/os53V0ba4g5oszr8lUECd6Q4n2db2FQtRxKn7OKL5y
YolHEBoXRQcb1RDBwVPjdIATCwlJGjhtRC5dGgdt99rqv2pL8uYVh543OOt3bDaL0s9p2oYYGq2P
VXHME1BWvWfNIR/uZm2vEZy1H03/VGd3sxH65zeqcBE32JxfMOyadNZ6puv1IbNQiw6ZHST1e3vX
R77aj/9xSjm/AJEnLdU6wEX5rzq5MSqvhha0KRmU8LTdDIrzCq2TWlmlA2Vgy9E0+w+tJ5Lb+nnb
QCb3dM0yNXWqIgFEUqOFDX5NQZBX+ZbVu/PrIzwdwF0AzmoVmh6Es0HbGUiX5hFyH1N5rRj6tZWr
z1ZD78/DiG/LGxzOBru4Yn2ow8fo4wuyg5oepFDb0kBEGAVq4yuQVwrduFclu1ps+xtczv7IrLRt
vwC3QZVaM9QX4aK7eDz6YQElQgaWWOdnW8TvVQoqphptE317RSnqrc+PX7icm8/g7FIPl0Ifu9WX
Zf1FZVSXLerk8gmNPMoigRJeaTZQnHHmjlmNeH1BqyD/MGE4TYrHXbVrxxfQNR7+07B4xnXWsrDQ
1zdl1OyiOPGA5cyeakiunkInAo0sC5LFaP+zuUU0jMlK6Qgjree90f5C8VNV5n6i+mb31KitZHcL
T4INGrdWTk9ZRyeslTr+IM2TNVwS53kMY5T5XhbVbu56yR6UAXIrxtpQMcpyHV6RuhG0oZRrrSFu
U97kemBagS4LBwn9158R8l06Zhyj2JigTQIpBXdGpGFJu8fzliGuvtlgcJeKsEUFVTFhUGqm3jnJ
iKbBrBzcMiegfsimm3pMb9WufW/0EUXgxvLUhstRWVNaTXKbNFrsNU2WBmWmh14xINsFle7cTZ1Q
kRwZYg/4r3HxzUEhGFvNuMaHpupyoSCLkVXGTVRDUun8jMhwuAsGWF3SKqUwK8QUD3pYBjVtXQhC
SGDEe4WuUVKkX0GfyB0cllGibg3DodbTYC1um/t9B84LUK1Nd6olVTEX3lrBAADOBzABgDPyFC8a
6RQyA7aUMS+js1v2VzmSvFP8OIFIrjg4KEJW0C5SyFrvhEa8AV7/vrnVRImjZOXaajbTeq9M436U
tcAInfYGgTsbszg3cbBjKieQ1RXLrrJCn9FDacg4Z4Qu+7PJFBNo49F7OhSaps5UjjCNIr436yBB
RYWKO5IRJIPsIBJa4QaKm7VwIoNaFCtUfYfWDNdqVTePUolHk6FwM5dHMTgC1jenklw5yPwnKOcs
ZM1eQreJ6mUwlYIF/kuhbzyiGAxtO6io0BA6T67m1CtB26y3t04WpAw8qbrkHBLQEhmgIkU/2ypx
ArZdbnNV2cByRgHZFS67Nu/nb9Zje0O+hTsQ3n4Hew6uGMfoN64Y532HaFNvcPlzljSsSLXPkMhy
tEEYjcrY9BuJLnvNn9O781jCbsktGOe5QeTFBlzL1h5Ox4WEfQQ5ILAXuta3/CLfV5fO4kKoN3uq
d5HPoF8cgljl/CeI9sP2C8jpfkBKU08sA+azTLs+vZxnxEge7ca3tJ/ngYRprC0St/NA1FiQMQIS
SS/hkvu593X10jRROqIfGmtXg8allgUvviq04lzconKb0LaHiAwKZrh1y+sFl84HNXWnyEUoPn7p
nsL7y27taE/8n2EQyXKtusyYuM1JFpaoA1iuoJYY78JH61v60vo0SEBROe8jLOhd6tu+4TVH8772
lR9oGT7uwQ4K66689oBDHIzh4FM96K/NTr1TLhPZrV3k2ik6OEHtA3V0g6fczax5YWmOZkA63YTJ
5M3SY0vkoChUttb+B1OD8tKphTVF3mXqjMOjCF1zRhFbvg+lnQjCx8cWhVvnBp3Q6D0GChpdVZCs
0+waWq9G/KH3yOxnys7Rglp9WtT96OzMWQ0k1r3uEz6itMXnVjoLlU7NKfAzHTWgbbRXUQBmZmV1
IKmKUmx2EQ/d3qiYV+GVqaTjEZVGf5Pe2n7EespuzmkDmU7UR+IjtPJuVEDkjCrFvJAlHoUPzC0M
/0bockXPGawaT/LG3rXt1TI+W4qF9ubvbfqklgezPtbL/fkpFl0RtqjcW0GpJpSVr12yRq1csIVe
jtlvRcte2ln5OI8ks1ju6GkGtSwKG+Oj8zdTe5qHhy78/Z8g+GdB2md9QSMMhrDFIwnxQn3ZLVnh
n4eRLRXP17jYTmz24zppxk7BixzXnd4+NuR2MINR+0i1y1LzVSs/nseVzCB/0Y/iadDUGLCR+b1B
3mzQ7kzych5D7Fv/9Sv8bdi007bKK6xSMqJmdagR7lC+2/Z42ZjkLbUfWjs5nEcU+8o/iJyPmR3W
ZEYIxKa+DlVctEEUIrtpCTFQ3Ag+RlCgf6lIKlq7RRfvahh9fFM6I8IjjlH27+dHIpw77VNNCHVe
Jj93KiqAxmyl0iC15c+KO6vXYTb7RNH92rqNkK37b3jczOXRMrN0bbFn9X1j3IZsx+ar1H7Nw7vJ
aiQ3OKHxbQbHuWKqJilTVzaEeVhQf39sWOvGTFKTJ/RGGxDO1bJoGJHyBkg41gG6vj01cfD+tm9R
6CExO9lice7WioqUMBVQJar8HZSsBN3yNk8POrlUOkluSTh3ZOV5o6BY+RKap107V1mI6xIE7c15
vNDAHlLL+MnF194NCmcOhUEqBWWUqLG9jm+bw3JA9uqYX1eg6UhdJG6hUebrx8JTrvOdmruQGQ2I
ZP0EQkC4GG6+gbOSrjcUo2HYAsP7rY579zNq+j6+PxITpDa1P3jmnkKafn6BHL2nXywmGP8MyTcI
yw+338AZEWKjU95GmIcefFZ+Pnrm/XTZ7sEn+Fa/x3d6wCpQX9VacH43ii/Fm7FzFpUVZLbaGrig
zLQVyHhPl92BfIQf4ExBbkndEbd+Q5b0FqTmOg3+gkX4dO5Xi9/cU0LDYMxJgG8+XDs5LuLh1Yh6
6hTIs2vf95fhPbkJFzd6Oz9w4abdjJs72FOrrUxrlU5MQZeGKA2kTZSglSWBJCifD6HN6ChD2wNq
uHEwNW9peGlmHksHd6klL+T1Y7/cOP8M5vPo38AQsw3BirdOYpR7WUx/6XjJOFrsqvrvJVbxuFIR
t5WVzAqd0QZ1vQdvUKFi2MTDDNS++lBCw8/YIYTe6Gw/WogbJu3u/IoJiZY2W+Tz3r/Bi6rcUfo1
fjp7tUcpXsf0O36gT5bemC10E1/Vt85T75WrYt89GamX3SlX8/78V0i84icf4+YjOtDkwWPBbmoN
e2XUdqXhQYrpb86tzdRyHqkE8fUQr3ZTN4UbWrVnQq6Dya6EsgXkfE7WFGuZAlDU9L3Vgrb36/jd
ZMHMajeVCpCLQpbb5eM8jalMTU5XL6sMrTtTNDN/U6mfDL3ft36MwJtZ7Wj3jBZQiY+TLRnnYkhf
q9CGwDC7fo+Aw5T9Qim1ZMFkU8m5E5Sml5DBBYZD3HH5PubHfNnbqPWDAOVusSSRGsl+54vRzLlJ
+mFduNwOlD5IoPxUYAumx4UM3uxcTorE6mXH9OffN2Zf2bD5pMHiZUeUb5MLSNxWV92lE2Ruct3u
UrfVvft595Tth4vRNSHbfH7bCe/CfzbEp2/Y4KP7IEQuEyNWWBdElCIUKHEvq/l99aEmcUDeD+JB
nphn6BVTNwiuVnb53MdH6lx29XOcBVSXDEUGxN14zEmpy3zlXKrmXR2DDukCrZvZ6Pd/VUYDQoZ/
h8R5EWsY83hCt7Cnlu9oNsfNNEOutZR18IrXxqbIEIKXGI1np+fAnOqqllkr1xBKXHOboRjpeH71
xbvrDwK3g2c1JottwfoWLXXnpMbpUnohNa6GUnGzyPTbkUqO1M/o/1d7+IPJ7Wh7TdfVK3tdUtQv
jFA88bICOp9Olh9oWxm6WxuKvriZbZD3pDdydInVzWWeo9ncLRJFfyP90r73ExqqGsOertRxqn4Y
XZzdo7vSAJkV6IdcVAIkh3xpUblaoZWs7jv7N8oKw+d+Vuc3aFdCbqueQO3KdMXx5g71CMyKokPU
0XCXd6aOW1vlsGs6RMM1nefoiF44kGJ23XXbJeYqdmNMfu3oyftgz1CZYo55WGhr/IrVOoX2BssR
G1LMINWnB7Wi+Z7V5oM+Kc7BKAn4HJXkW+kkimRBxcEIGMz/2QxPLzOHC0VpAGYXhBcKiv2nxc3T
Hsfc9xrSiMrVUj4hd+YMMgJt8VnwB5eLshdzrBEUka0RyAWcKIobZpbH/u74/oPC3YwUmhWgWMKO
qEFzZvZeOOzi8Nf5PSGeQh3sbSrkElYGndNtF9WOwYoZIH36EC17dXxazD3DpQ/9GXmyU9q3Zq1o
+5uDboPK3RmMVcm5mYAatj+T+jnRUtDhXSrDUWcPzJSFQITLtUHjXEtGExOc10BTlNdEfzfQbbXQ
4D9OJO9dpjKNQgcgaXUX9rfEuZnU0u3Lizn2W0Tmi9IbkXOpZClw4UGgOyunIehAQDN2uoBV7GTZ
0oEiizbhfpkmL0/im36Mbho6/6Rt/jcH3AaOWzlQNNKmJ+CyibRXo3ZnJXGp7hrsapLOqKiSHe3H
/46MWzarGR1bUTAyJyVHS0nd2D5UzquCO7lGL1mMnmAjwMY7v5CiWxECWKsAKuii1U9RuM0doQaB
oFKsnHfzlLtNm+3mgnlj2YMXqNjHUXqY8xaN5urLeVjRMtqrJjcKCkHqxJcwFtAzgtQd5OPDFgcs
vRvMlMEpt3jwOdcqkqTn4URbYgvHXR/CmJqKOgGOqXdj1gat/ZR2MjcpOnC3IJxp0sZ2lnIASFT+
gpxFwvwhA8UC2BXKSxJakhuRtvpD/qxFqw+Su5a2KgtwcEm2jNXkgG/EYrGbhT9H20X9sq+HoCJ6
7HHmtVAXQ9OwM3duqL39xYSCXHtFB08AHwDNFKNK7RLN5JR8wM96yfLSyR7owvncYHCLVuem3rCV
M4PFBK0y+zFCK12KW/sr6T8MGZ2U0ERs0EuipsGwUOJ66lhsnZWROWKnFzqCODEoht4ms5S8QUS3
PgSm/wHhT3A2gn5XWWkE67J9jgtzV6Di/G9W5g8Ed1hb1aIUvYJxtFUSxIhO1XPnWcPHeRTh/nVU
okFRDqSIvPE5euckSYq1GbTnjnnESmECyMWCRJoOmcTUhYawAeOcMOIyCykZwJzhIbS+aTa64M03
NK36Jj3G3V807MELO6gyh2QIBHJODSHsi4qG2iocQKp9RBs3ncygYJINtH4zv3u3KOvu3vhd0KSa
pdliA5XOTYjSBIvuGfmWZhIYkXvfwnDJ436cltlY2S2ipThknbFvB5RZ6vauYsTtweFcTLeqJmNI
E+2lLSq3cx0WRs7Yr6jk1el/k+6COI/nDVA2f7z3g8pLSzRA9N2E8JmDPE9lk9epAMeTdn8eSzic
tb3WsFf+ApU7mQua5d1ggE9ihCWomn0xGuZrA17d8zDCISHV8el+wHPIwVRdmc5aDxgTTzcUcjnf
+sr4rUflHtW3+/NYgv0LHlOy2jjugtCJPjW/Jk2MGiXF6F+zD7cEikvjcKMnMvK6dZ05Iz9B4TZu
MRsluBBatL40h2rp3EZ2RAjMGwCQP1NBGE6gsHM6jNmak5mFADBZ6+foY1w0AzSmj0sDXcZQeY/b
3G3tUJLkEfgjcNwSB4VhIHRSeWIsJ4wtPWo6tJdReHA1dCfLuKNV7KbFVXdVmbIyJ4FhnOCt37Px
FXOEshDUR6BEbdiBdSBty0OWH5eWScb1GYf9sl6bgXFnYBFbVtbGANLQfWEcTeJ11p61AXOe6bgj
dYHensOU7s2ld7vexoVUVhEu2GrbofJ0J7ikmWNF8AXzfJ2hmIrYB1Ycztu+qJLqBITz8PnaW7ys
68eUOQgnlLmkjptM7VXr5HjXpqitit1YGx9KXL8km/z/AUePLyjViIni99PFROHFMo+kR3cBHtMm
2i0Ve5clL4Xx0CqlG9IjtKRcyE+eH7Nwo6Bg8x9UzrcoVUZGlQ7oq+l3WuQXxMNFdafW+6h0qxzp
ZBmnvngh/wByNosOuyJXFgyzaa/R1+JMXj1JLlPCqUTNFYgxLejafqm9mg0aVlE1wlzVpLuZnHjy
1XqGuL2mQ03NQUcrePd7NEMhM2YaiwXer1LGjSAap7ZK0JsgxbRwHTpdztzqZoWNC9oKcNUOI4LW
xZu4/Hl+9UTeegvC2YySoTxsGea1EjbyJvY9I3sVgl3UGxvJuSBqsNO2UJyhdCpI28IM47GmAPX9
U3WXmC9x9TB1ewf94WMVZOw6zt50db/0hzHzUECaJD6REbmJfN72Ozj76RJbtaGHCJ8HtpBKfy7U
2UfMAVX1k2RrCFcQqhqrFjTqZfmnDEPaCEX1BCPWTRC972aieFW5O7+ConJcVKX8QeGuRLFTxZmR
ASU1c19r/Wl+s9WLQb2M631oXg4UUkzkKmHXGvWm/tVkv8PlrZWVc66zxjv47Vdw1jpXqjp2PfqF
9SSgqCUcS6+vTbeLKeiUEbfsJNEF4dxC3xesA1B7QXvN6e6wbBpmCgXesjiVn7Um8juU/DQ7UxY9
1EV3DWjNmqvW7Kpyy0FlaR2zKsYEmxCSrIPJN11kzDwGSWjmIskDdfERWvZ96ma/m8O8S67Sl1/Q
Vr8lN4mv7XGYvWRQvVcPMnJX8Rz8+2F8QTTiOnU/jfiw2n5gYezqy5HpkjeLyEGgFxQKyipdX2Pc
ui76OGdZoaM3vHmuVfiIFGQZF+YSaETWGyKa5y0U54uSGVKWi47hdG2gIm/BwBZwfq/IEDgXlNdd
NrIFCCU0UVqtdpksmyQ8ObaD4LxLOk15YgyASNIjCDFiIxjzn7F6SCE6rVyE7ZUmY3MSWQH0CT5F
ny0bUZvTnQC5+XxOtdUKjJ1qBzWaDWQQnxlMfncTEBGsAgW4EvMNkqER4+WQwgog5HrR7tq94/jt
e7J/mf1+ByVgP/RCUHC4OXVRGx3ISuFFLnsLz1mGUuZmNq9DTEA1qsJP42ZMjYtkkZz7Qhzc9SH7
oNk67P10Km1rRDFXgmHO021i+Ub6ZpW3Jnk4b4XCBdugcA5bJcq4crnCYYMVz1IOVoSKclk7najs
GlcyUEdQqA+ZEM07HctIsp4OJWKGjp3fKOq+QZ+l/RxGz/3i6mZ5yZxvOfANe4dGEUe200TwBNIy
NuJ4eEKBmfYUPputKNbKGXWMq1rP6E/0jsYv5vROikelduPFR3WPjU2h3xIZL5dgm6/hIxtV7Yjl
aya3I1qK9yfUOVENqiofdlX7UWvKCLJEGCtpOpTx8NbFg+10fD0b2m52LMTbqqFytdncQUDn7ryh
CM5UQtaIHq4OiIQ63DjUUbNYM0C42Yxt0JUGC7grGvt3nwQtRKoTe3ceTmD9J3Cc67Ji0Bckq060
MoJ+S7GvdWVCKw/u9OZ0OA/1eTRxDgUClrhcWjq0khH6OJ2+GNTuTeigEH+8KNGAMXogbHFNyH75
/UW5H1J02pTBG+r9XPN+8MDyB3nByH/PfXale6pL0XRx/otEc735IP4sVZzMGBcDH7T0qPr+H9K+
azluWNn2i1hFggl8ZZggzShbwS8sW7bBnPPXn0XXvVsUhDOo7VN+s6qm2UCj0eiw1u/Zjny47Ago
LwM7V838Dw9iLICBdgCMl4IXjDueAzMxQVdAnrZSgIO11/Ch9Xv7Gh2c1H0bc7e03XT2Lmv5l6Py
67p/iOV8D2kGpCcB9+I95wGwLRiAaPegV3LDo3EXn5aDsxuuM3dyncD5jtJl7v5wjj/aA6DtdJft
2p83AEvrdrMXBpc/TBTFYj1sQE/g6aqDN/yzQbAuBnB2iA8Lvym76sT87h1QltQPTyzQgL20TpV5
+fEf0JY+iSWfxYYsU7RlRQRmLYgs9cGlL5cVE3WzfpLAbbSujuZQ25AwvQ++fsA44015k7y232Iv
fDSRA3bZo/FaIZxEO4J/FQWp++f/+AncpudVarKMgSkahK0uELp+aifDL7/d5ef3t+ps7seX0MNO
Kz51TX++lsFXi7qVPi0BF0M6hDHUebAEyuE83eZ/qIc5FOtAj++v5R5DX2HhKt+NR/ro7O372f11
WX3Rw/OT+NXvbZJcU4M+IiOG+ubtLfWs/fBT8ye01rJ7EC5WYGbWPaA1yoBsBLc86L4wW4WuENxG
vIdzwFhV5UsKrOkwaKudSWJkxzNvsnwUadTurLArtFSoiUfRJPk9joJJVggQ3sG6baCORsA7gULs
Z8Xnyq4sG0Qw3tLhca13bqoaLpwy5nT2un4snVvaugwg7Xlxs9CbSvb+FV0o6Kg1oL+pY5SNO9PK
BGYro4f80bymic+SY+Ew5IOfL2+wTAx3hkcLQ9mtiv0NMWi71OUJE+HvShM9aJ2MV0LEdEp0alAL
CDk2uvA5lSLgaGvmakvAL/c6P9qH9zTIjtMTfdL2+mG4nh6Uc/Hn0fyFqGOHq2TXggd68toX2akS
e8zNp3BqN0kLNAgFq5uCD9gf8AbG0zTZ5V6NMUpvwjSnO+zV3XJlHy+vt+iNs8Y8GhrJABKE5MVn
u5pmTBBpRoJF6EBZZk97hTheB0LVccox1xHPt0iw/sD8akBaGbaNKO5CatyAXeEl/qWUASQkva5n
HCvCMOnzewgfLisnOrYWyBGBPGWpeEzxMddsOsDYwKqSaJ4nl1WlzXaTxjKwl+WsDi5LW3+Nv463
0riQK2F1O9cTpGVddywwatu1ejDTwUtjYFJEb5elCdcOqqErUAWCCF9tam3QePVj2cHlxGhha0+T
mkleUKJEPziiARmLDqi/GdTPtsGScgZbaNV5ZTm7YKByF9CeOg0N0rC8HoriKhxBUWHEB7sx3KXt
vVID322je8Q0ry6rS0SOAT2QgN6HCwLgIHf1kiFn+tA3HbBEaFBNnWc44XU+Z/spnA5aRnZFke3s
8VErLS9X9X3Wz0cAhbs1BSuAmZxA2edF4IPsgdDUh9+T4keKopbZV0DFzc5zTEeAOmQosNqSME14
woBegfhYNw3cINwJSw0SKUzFl2v1qz2eNMcl3VsFKszozqzcqbi2VCnB9uoveFvcylxXc3NNWqHZ
qGoLmaxN3RjV6UJXPDYGua7s1PJ2cs5alrlOj46aXf8P6UOyFc4duygLyZTMEN6PyreuTa4s+tRq
XZBgLHIKa9eYf142DmFUsJXIH72Cmu3UreqC1YsiFxQVbykSl5bhW8xyx9rXwWECeE8d+Flt52bq
HhQuRfZ7nK9t57fka1ZTvLT43HsI9ZOMqRO+BkygvjOd/naWmj6ZgiVMAzu8q4tXVckB1vRSZ78V
+iiRL2gRIzaSfBYcuoGiLXdUzFRr6oj0WH/y1CAaMqJnvNIJOZpgyrZ3Tor+GFkNV/Tk2srkwlIj
1rRqMobOa7PHaNjR+GpWQOmi78Ab6ZZM4pkErtahNp7SKNBpqK5xR8q01aiwVbSj5W3mdorzWDcU
3J7gRY2/D5Ws4LnuF7efn6Rxh6kJtcZi8dpyVzAYzTkH2Hpo+6X1kI6tm7ZnQ5fcymKJyHGDyGzt
QuX0Q6uWUaQtYks7zsDmhZSc8ZJg5L7P9cex/4PRQQC1yfoXRO7ewZMNz3j0taDNj7ObxEiGzjLR
EwRayta8IQBeJ6RwjSZQxyPJAmXJPENB3+YPsy9BAXGs9cNl0xVcap++gLOiaB51hTlYad0uX4u2
qo5ORxrJVSI0no2a3OIa8aiwcm3higd2ZCz2LPO+sWIPlaRdZ/xDUy9UQtkPY8a4uAzeGSSdnU8L
ttKJ1cAmi0fjFy2On7qS7uYEVqtVEuNZv/+LuX5INDmgPYRtWjL0a/cYegsrkh3ClnmplA9EvFfo
38F8M55Gf33y5opRLIOOZYLGQgVPMrdSlu+qjCtN4FSwdh8iOLceEr0aydoHpybFAYlRYA3v1raD
gvkTsNmI8nrZ/ISW4RAw/DiAmYLr/Hxr6lOMBrKVaU4p3EHRd21428R7mnl6MfuXRYkP20YWZ+pD
4YAEaoQseynVu7mrzk5s3feLs68GdGrqRHkkRgw8LWSU3anN5jtQpOtBbUZXfZYntx3N82+Sb1r1
+2I5m2/iToYzVOPgxPimME+ewQL6PVermyxL38PxOUcBMAUU86iEezNN3MUAtFvI3okFOurL3yEI
9Ry6+QzO35al2Sd0bVkFwdvgmFcaiOXC6dmWcaeL5ZhozQEzj035saSlLUrUqSAnZh5V9zZLjyXm
rqTd4aLwBAp9COL22jCHKdZ7rOtA39Wo31tzh5RoaH9jUXHQszfLAVUj0FT0ufPz9qUlw11vOi/g
nHK1Ir1JZoyYOjLwCOHh2nwUt9klCviTGuGjVNMl9slAnNjSfW5j7gCTKtMs2VShV9qI4zZVUZRe
aQgWu5+R++78afBL9NP8i+VgN1duMFCAcpHnqIL+c0rQ7ldXHliQdsAMd000X6Wa5A4RL96HIM4z
lYkVDnMC7ry0+GWYy50d3wMA1iz8fn7Xw1Hi0cWG+iGNu0OaMWpjtJriQOg6Xq6u6rR7RWtuHFXi
ldYf+uoA/iOIvzrKHBB8Zo4W2ih+a5E1z1Q/73JgXr/UkW/T9BqgdJd3TDScj6sR8SpF6AHCMW7L
0hCdi38bkZd8Okwg+tLQzlAAkzkzypsUQJGKVe2o+avv/5jFb4LxWbwEQe7q+FafSz5GZKPbb+F2
dTFJnRY57pt2TAq3Qf+AP9Z65BtxlB4u6y3a0q0obksrs8xoYkBUOrJjNmiAe+uPIHUHQJgMvF+i
FT/ROvfVRCaMFnmmppzLGhl/nRwsW1LfEl5oG434MVZYTVbaIcSESrbvY+NFKdHxbXaBwgD91REv
1dDJNlr7laxoHpLAjlE3NAw3HmUcdqLTCa8Orj4gbCBVyiX2qDr2Sm3CjFs2ehmIHa3O9lrHPI3d
z1ibHkfQTko8z2qm/MkBsCI6KygyaV+IVUZEKU20Uq3qs/7NaUAh0JZJBqFF7dc6mX3GZERe4n39
EEk+RythFWK2aqXftWlte0xZaNDEI7hQB1NW4FoX7It2moX6lo2DqvI3Za6NSmzrWFBgQ51j9ssB
5i9R+70Kjqkk/WObCaJAUCKS/liqg8T7rbfjF+FI+1oWmp7X5PNnPamW6PpYQ3g1J7s4MR/SYZEk
+IVLuRHBHXySTIlaLnCwvZXu0NZ/ULPMLyPZtLwoFQQ80Q9VuFOvF9ilbHXkSXbSo29jFKEp+L4l
flpfWRFQFdRXBVNx/+BqdOTsCTjY1mfI5/Uraid32haXotXjrZOHuyLp9zZ45hQaSRqMhF5tI4oz
yd60MCZrQFRErWBCDJHMI6rOzi0ou+8uayU846jJ6Ljn0aLOj2im4I1F3RVLqWQeolXMrBfAPkBM
1eQ/Tcr+aQ0/pHHRS8PS1sjWwCLUzhZFCTM5OlHsprI0p9CNbLTibB2UiKqdzdBqZvl+ioCfUv1x
1PZqil4GUOJeXkLxbn0oxVl9GZU1ydbpLKUDQqtzTu2fXTjetjKzF0UVzkYpzupJEXcpAU2NN8yx
49csTFGM7u47e3xlZLzp5zH2GOZPrjMrMWQ7JxSO3g6UzhxjnQb9bP0DWpFULYdwE1AOSuVP07vS
Hp08dsv2Mav+SJFihav6IZBnvq+YjoG7GgJLbT/WP/rOd9KXXJXNKorgqB1nI4c71qjC1qHaApSt
83EEWBAfQr9HK65ruOb+h3Ke/fZ2CXKfPSonK7hsOUJ/uZHNnfPBGZLZLlfZYHw3s2RnE+eY67JL
VRwcbuRwD/LFBCFl0UNO+sMIrCsSGDQwH6pg3hUPNaBFcdntAW4qiYJF1bhPS8u919iIxxytVrHP
ZZBFvnIIA+M8Phu/831xmDPwRXnNH1BxmRKnJlzXv0yZBtqAvzRaYdgsLsMQgik5OxoGMmt/thuZ
euvufLlQN1K43VNIF+vaajlJszfbWxPMPTmaxJfWB29BxcqAzfsabzNcSM7wdNlyhKdjI5vb0SK3
h7hSIJt1xvWcQYhanwCAsm9i63BZlNCXbkRxuwhICeCTM4gqlHGvADOGzAnI09CwYGXoODS/XRYn
27v175t82FSFVZ8VEKc5b5V2X6590zJnJlu99e8bGWaGpBGSpFi9JsbVcJ93B2Zf0X8Yr0GDGgp/
qo5+LpS8PotpO72LaKriFiquM8VvqvdICsomKFJg0MREPQwNjfjHyai7ocopQVRndi8a7a/GsWr8
cXlblPaMQfRgWKrXQntKi/Lx8j4JA4eNYO7Wi9sCv7kGDjESfE7tlQscSRe6I/qirAREw5b5D9WK
rarcFZSbNJ4tuoYqKgZfJ2LvgMk4hcO9Vq+9YqoE72616y/H+0NB/gKKCjWKhjVWSTqMKPTsxzBj
EOvyIspkcJdPASYDB3DGADzFruFlELrqrMpSRkJr3yjC+ak560yjbyGk7yuAWammFxIaLLaG8KuU
BUOiBhsY5Dp1jS4+NLty57dua20mM5atTg7lso/LuyR8Q4+3wZ46HQnI+YWYxz65q6JjKyvmiwBH
PgnnDvY4dmURr6OwRhak5rVBzsx6MQGrMLkZCmr1STNdOkhuG2FoBDxqzSAqQWTJabzUld2WMYQW
Sv4yRZhuSGJ/JCSoTMNtWwskiYmn5srusu2Ild3I5ZSd2ohO1hp3LmjxmWOUaS3mhnQOpvIZ2Bye
Nj8XIAkr6bOZyjJcUuGc3+nbTLeBCYTQJR3Qu3AuixvbfAeflB/bV729r0OfNYdQlh4R2vJGZ87r
KGxhDqCp4QNI0Cb0vu4t1wzrnWY/X15d4TW0EcQ5G9VUx6aLICiyo+OMxyRVit0K7nJZjESfvy/d
zU2UdGYyVeYqZnJCtx6nlwiATQqq+1rfS94psj37+/eNsCg1UNevISwhf7QqmHQvZMcQ5fx6BW4a
d2q/m1qgH8uYR8SBICa6TcwNWwBq5dxcmecAg2KI5btmdBkQk9KJYZJA2VM9d/WmPJBsxv83R0NN
AgMLrSz2Y4YBuMx5nvXfVd4fLy/7/7IUH1/E+cSqwbjk3GD6e6jugT4xDrdDhnm/6MoE1L6t7xXU
SqwucJgkmBI1eYPK40MwF7i14JAxC4qlWOq3hun7ziLuNFm31mxgAscOKoW5WnLf5fPVQCdU7NSj
GeVHXX3Us+jKMcOn2vo50reiJZ7aE5hJdDXYKCSNJNp3pfa7zZqAsdStS011hxa1jxUxZKxlxF3C
sHCjCBcWEstJzdmEItlwN3RHlrzXaBMyVJ9Ns2S3xA72Y804B9uE1eCE69uzJuDifGzDaa9W91p3
a+BNodgouzxdNg/x4f8QyHlW1qiZZYywjsoIAT/kHFpVw4jmFFwWI7VC3okWmJAdhvVc5Ldg76gp
wGxyl6lo/jqmqZf3vQ9Q6FGTVgtWK/sc25jgJzYByoUxNuR2uRWtHHTzERUBcBWf2jDeh8aVBYvH
86VPfqZIa02JNxSnKfebfnBRtpQo/nWBIV9bRxXRLqnafIFJsQa9RVEaAXgN2JwW+a1dql4bMfHD
mvq5OXt2edeooFwsvKV9MIH0nUW36vzfIyp+/g7uOiEY8++jGt8RdUu1Q3JlBP4I0GiNorkNyyR2
gUg17y4rL9QdZNvI1akmggbOA4wLSVlq6gjHnJvMOLD6KZVBVq+f/WV70QZLTQMvbJWnRRuWFmXQ
GYM4oVWhRgB6BxMUJtTAUE5EfCc8tZhrkdxkIrXQfqqvLOJI3/O9RAqxYVAG1JrmGwuQsPm8Y9Pv
y0v3NVzGDbKRwZ3LyXIY+uYNPKgiQBnCbKT9VzItuBMZz3UWTuvm5JE3IEc/39TZ62Ul1o/kN2er
BGdzPTIDjqJAhF3cKnYPMKnAYqeu/a9zyJ/XigtgRuyHth4zb6rP+vSrxEBDfk91SUlDvCNoMkCW
BdAAFicln62RzRl2pCej27Fd2km2XLxa/xHAQ1SE8UxnNYWAan5smrWuHoWPZAgl1vv1isFqga4d
AGkU6F58zxazQSvkrKsVDgyAlWh3h+NdqtD8ZSV98cJMJf0FssTuaQkTkLm3WRpKXhFCRf9OP2mq
jqkrbiWLxBjV0oCihEUYEz/mqtvaqZvLgEqFFm5CAMixkDKwuVhssut8bgGviQG673TAcE8IQB/r
/rKNfw0OsJwbIVx4ZUW2UnerECPb0/huGR+z4RmXjtv3rWTnhBa4EcW505KFWrYYEEXDk4WxzaLP
vcvKCG1jI2H9gk3YjC5cq1IGSBiN1zw+TGAhnG+06ltrHYzktRwlRTSR89YwUQz/jRP1BSGhm9oG
RH0OAqvyqdCBWIKR7yb6FVXvhv09Lo6XlRMu30YarxwGDkeE/6hqzYc6+6lUkqSNcPEwzbeiqEIM
n59K9ZSNbFBgbsNLx066epNWCK2dN9t4TYCSPr5f1kdo3itNMzJugMvjH+PFoM45XVjnJYMBIkXN
basE7dqywEEmhruJGjt38rGCmMw8Gg4mAXU4BdmVSoSbs1GGu42WxCJ0XpVpduUNkCuO7LvJ3NbE
0F+QPZte4Vk318sv/dH2x1eKccDEa05AjL28pIKWBJxmx6ArCihCRn4OUa/1Bd1zMWYFMp9cTX78
3XrDiPshdPNTCgLHwHlSKolQseofMjkPQpXBiGoHg7eIUK3hifz33RyfdeLcRtMpiZaE+P1IPzXV
wXK+OTI4ebGNfKjAHa08dkbFoBBh0RvFPDKaulIcReGt4VBc5pa+5oC5W2Og8QLyGMjI6xUU5wcy
TituS/vfz0GbGJiDWwL8l7Xek599oJr2Ey6+dXJvsODSl3R4zEIaYQaE9uTnlEblfz+w/lkiZwBL
rTOF5RioKsaXobpSnW+XrVq0cluNOANYUq3KB4Lf19pDNfwZdfC4z/shl6V4RVchwTMHsoDL8qU7
cta0BFNVcIDq5Gtj5JrkMKhHOrYI/A6XVRIZ3FYUZ3BKVIDwqYa7qHSkcZbU16OXmsb+/03K+hWb
61AZrI4lHaQAUSfXBg9lWQtYWv8iBNgq1grig36Zz0KWnjhW56yqgOgFVBoGwNEi2aCz0AQwqvf/
hXCReMPQjMMiCIkxsbTosW9hIDVNNdCNP11WRyjJxrgV5rxUC3inn9UhFbJ6iYbjYxsrL+ZtMh1C
NRhkxFWCxhiErohfV6BfEJ/+Tc5v9mZK55jEyMt6g214tWk/J6CkNfSlcTHh7oKxzZtzzDaHbGe1
sq7v1br4d81WNmd9dO70ckQp3SPF4vVmc7c4muS1IQomgPxAcSUil2jzAEcsWqIC9rK2dTDct30x
+EYLnNqkd9A5VQKftGvC1Ce0AcLb2EsKQqLjhSsQBgPQFwMO9/MmDjYJ7SVGqGSDIIcyQG5X9BTS
7h8eAjpeUut8HjAQeGjcPlMcAyEnIrIwIJguY0Ppd0DlcurdZaMU6vMhiIfHredyjCoLgnS1BeGv
1oTdY5FXo4rHHFgwJSdabJsbcdwVglRkOeclwmgrnlwwjbpZoh7ohAg3s0HmEhde56A7drrtq0X2
SBDF1Ei4YHwECReAb3NbpxdaqE0xxfMO+SbDeaiqCNiO9SlKiW9ovzrA9FxeW5HXR+8BJoBUPOdU
fnbMdvrJ6IrV65tj46pdxEAuGBcHUgN2dkCVqH79vwnkTx+1Ur1rINDJSiSF/zBLdZMSQaI9uKYx
vVyWJjrrmMAEEyt41wAnw4UdaM6rR73HY9WYgJdKLdQNZPzhwhUEDgh60mzEnvxZtxc10fPVOjUy
+YUVzGbqNhjLB8R+93hZm79REu+6MAOM0h3idOAKcqap4o2QZW2HYPDoHLpXctaBfudOr+NN6gFD
jLzT47hbbiz3W3G2bue7+fYNvbcH52ADAgRjvcHl7xGt7vZzuNCnHhd1iSp8zrqJU1iiKPx8WYIA
fsJE++mHxtyBiMtcJ2BT7jx9Z96EZ0BO3HW+fbBv8qv+TfGHq+psuWDKgZb5qQg6WagiuhC38jlz
7Uhbo6EM8g1gcmbZicY3Yan4JUoVlzUVALevmlJwvqAcve7vZ6+dZGjlbEdMVOKYviq4AdO58K0J
SFlWuM9yvOH7DjR+mCrDECl6Qny17GWto0LfZ6MpH6i5QOZDweXzR2ShttRGixdUkvZXoRkfc4u6
SdPvegIkhIy5w3yXRIAqjH5dVl/k47eCuRAHxfga7zkInljh9vGhwARrNx0vCxFtpg3nqllI/6Ks
wC2xWjlNalkIpRV7v4RAL9lT66e5SDycoLNgvfMBNYEMHSigeeiOtB8NowcijqexOwtEtJiq9+I0
OwxaexzS7hCb86NVvWFs11tYgTFx7YoUkWRiRairg6gU3bLA8OITnopCiILmY+B3dJmH7tykZG7e
BKAevLymohvL/pDD5z2nQm0pOmxgMUXyoMdJUGvV9yVU/YEwt6p/zbGsXU8UXFEcAtXAGAkanDmf
biw55icmoBSEsQ7GFH3JD02J5GAyhXe6Xp6ncYg8UiqhRzQiI2gSeXs0xK+kGGvikL+gQYfRJs0M
GAbd/JmMd0P+exm9qd1N//0c6TpaoINCy0YXsM6nWTG2oLCUwPFY9KVqj0ny1sbvafXWq+8y2AxB
eQ+yDGDdmGgOxhOFc7LJWPQzrn+sKFLK/bCbUdMad1p0q5k7qu0oAXMSeSGyfKUwX7OVyznXKQUT
kwosNk81dr8m7145tM2Ofn9QnmkTxG3QPEu8jHD3TOBbrPOe+Me5N2vJUI1ZJ+VphsFc82Sorq79
UJNvkQx1UXT86EYS588ycyxpvErC+8cFkV2l/hhTz5Bhjgt9zVYOdxjYZOsTXeUUHTpltcPgZm5x
pd93SL/59V0deubT5QMv0ezvFbJ5uoVj8v/WMF5n8TExW76UKYim8ofLcgRTlLBKpCLA5gOMOcJn
85bWLoHMPOHq3VuedtCedqUHqjB6q31nj4uX7Os7gHmM7vJ2WbDoKtrK5aKabiWdL+kIq2x/suEI
CDnm7C6LIOtv8IHcVgZ34gY108tUgYxhlxGXPIND3J+O9Nj64WP5pI1+4emAyjN99iPzrjF/4P1L
umf7BdzZyxJb0ZUMq7sQcpcu6g6AV56Fho6F3g11c5QoLFtU7uqdTbubrQkK24/Wvgy0dwV01aAd
ZTcYq5hHX/MzP94j39S7y+war2y/XGF49j16pjtZYuh/Wf01YAfEJib1udXvYptZSwQnru7NXbkP
98fcszTX3mk3tdcC1C0w/Pak/9aOmHUu9sne+mb9wxsdQFT/+QRu+aclBPGkiWuzT67Q/UqsI5WB
dgsPKniU4NZVAzSMnLPLW0Or1XLVsvrVN38cYwBdzqM1/Lm8tUKfuhHDebp0qiv0dEMMmrvb4Seg
I8LyXJIJ7OfS8FQsC6igDua3gQrEWVG6pNMShZDFQDeQ9ah0Wmi0+dEx07NGNA1Yo4dEBd6V6e/O
in17Hs6O2fpLY5yVhO6U7G5iqcQfCmNmWNJ/Pmrdh41DNNo8DAe1xqUCUucevAhK7jnzcQbZtvW6
1Aeq3uiyPN1qHl/8B6CgdPRyYjH45lW1ceZSJ7g5c6rep7n1iPP8D4EdRnT/I4JTS49SZZprBAWk
0IMm8UZtr6aYqGHHWbmKCpk/EjqIjTjOWtve6ZRoRTDSkXEZB8xzZ0gEglztH6x1I4az1tGqtKkP
sXBWqh1YuysT1Ud2xFMmv5INMgpVQhIHXgaRpvMXz3NjGAxxaDJUMAytBRRqbblGF/wLQRxYDpCZ
ByiYQRAXcwtnFU3WISpF7U37E+l+i0ycbuzi0FOAm5snXmQB1eVweRVF5udoazkH83jalz5Je5ms
mprYrCoHBmOj32RjI3GQIu+1FcHdwkoNcN06hlpKjJRpdJslbgFoJ736dlkVkUvZyuHugrgGXhcY
5hBAoYmBtrdFGyxT4UZl0MmYOmWiOJ9fk1JLWwOiUlL4QAWuGoIxXq/pTln8flkrYUV2qxbnKZsi
tYAIjOeDcuhntyMuPXdHI3A8cltdgx7Rz9zU04Jlf0Vvo4dvifeN+bKH2nqWeCe1/QbOg+RNP/Zq
t1pmXwR5EYxLuRt7xzW1a4WhIfLXZZ1Fx20rjjsINUA35pJCHNDWn5QVeQfIoUCGGGWuSmiaAAZF
XkjDIeCTJNpYL7rSI+Y26t2inyrjTNmPRWYtwtXbSOE8lePEWU565IPifD/S4aAophuH11ObBxW9
Y1LM8fWl8GW3NvK4l0RRYzwgHKAVsP/oHxvZglfdV+/1FzCRssGtmKc8z756IDf1rtuFZ/b4D9uH
tJe9thUBY4iz2EEHq3k0Q18FVYsUME2x4VkyOj+h49oI4UySzVak/F3UsIx9lbzEwCm+rIYwjweC
G8vG9OnausY5lCUFP8kUri8y5bYu7wqG9mn0qb7Hxq9muLWAjledmbJP1afLgoXmv5HLeZeQaEsa
rSe+XRioRFDAtRERyV5lQivZSOF2SWmGfFiQkPXq4sYofxvzifS5Cz4kVhWARsuC0vp+WS/hadtI
5LZsKqvaKarVLtorJ3mLhzNr30zZXS2QAtRQ9CWg1RWI93wdZFArdekIpFSh4iW2vsvG0k3p7aDF
kqeQYMgVIjaiuI1iKUiX7AJPoQno4Y/a4C6H+LzslbNx1zRufmTefO28aZJqncCdrIQrmPNDbX/F
JvscpVat0utsRFISyFMUZSQwZC995BraysgbgKH38q4JrPGTOE7JTh8ze0whriKnXHnQkoOmPFwW
oclU4mwR3W4jrdc8a2M+jJi0afx8OPeZD6RS5AYDbfjTGbuGXqv0vhmuzeKujW9b5vdwbJFkdUVP
SuiLcTKUQzHcyKeWtVY1lWVE4bzy2Y1+C3qpx/KH4T3Ep+HUHaKHfpeDIPuQngpUZ66ib62MWUsQ
XHz6AO6YFCHIvMwUHzCFu3DaVZEfOW+Dc1NFskqFVFfuom1qNc5iE6J05mN4DnhSzDV+Rbvf6ek9
2SUvpebHR3Y3usWpd+Onav9DlhyVKcvdjZSWaA91sPN97o+Gb7DWbfIgZt/15PmykckkcbdiZpdz
V1jQ1Zi9Ibyus6s5e2jnxzCWXRzrieDu3+0G8mOcaCTQjaSBpIaA5P57l0oCalGWVwObs4GngkkR
u3OqtEZFQmNlSQBBihneYpphyna1vluK63nyoRx6TLzFMCUXoiE4psBQx6EAkq+Gdl6uaBmxtq0y
VJmBOK37Dfwb6LlRekk6AOOOQUZDN0k95liHvLpmw1mJroEKNZvXln4zmq/WeB8XsUtmIFSzfRr6
STkEqLuP6nW67MbStxe8fHR3No4JDa/7EMjFdAoGNB+iru210/MAXJeu+0H6tYrm2WAPqtLrubm1
O3U3RahDo3UBTMIyDyiwHALsdA3IdggFCH+jICFTlspiIg6AB2Rg3wHgRuo5KN+Zsgl/0QpvRXHO
thzB5ZqRVVR8AvVNG3n6mLgxOAGYb1USzy4UhulRS8MMKcGI2OeLhC0j8Ah1CMsGxwX45E4F8Gun
vSrjqexvkqrbXT6Bgpt5FfQfeZxj69u5iPEGxatJeVZtIPuSJ9Zau6UPLsuR6cV5NXBp6lVrrXqZ
6BcFKCAl76W515doX9n0SKUQUgKBuoaxe0As4dnyBX1SIRENAcfdexoAV1l1jJfvM6gFivo21gIZ
C7lgFdGdRimKViaQOvnrPy/senGYA1B7M/Tm6tscLsgM7MZCYh2Ce/+THM4UK02PjFa1e69wbqf0
nGlPsYwyQOAoP4ngDFBfdCfWa6xbFxoe0UfP+ofRAx0xIOCnkDlFsZgzBbLoFisiLJYR9S9dsfhD
FT0UiSRmEOqxkbLaxyY9NGhUsWIVUlL4N70DaYxsvEq4GRsJnMdPlMgh1QIJdf67qgMduJIa0qSX
z41ECE++Y5ilznBAem9C40tnHkdqwPNKuvMla8UzUtG8HmyjhCZqb95GA/HBAeBf1kNUb9ruuk4+
70fTYOQYFb0eKBjLObZO5px6IwAlu1n3q7g4ra1mRTTiMa66mBlBobvwMEXvRwNAJ0d1H46PXSqr
E6xbxEUFnz6KC9uLISk6R8Hq5v03Wj7W8w1j11l7jaqUlgZDf395EYRu4sNi/tIpbmwyCdWhSMhq
k/G4H2KQG8UvoBUNU8nQl2w/uTPcDw5tK2c9w2ly1zf1dV48XdZEJoG7NsqaOXRSIQHDMGGxJ50m
sXtR3v/T1nBewoqzBVxlWKvMVJ9okiQuXUbq9s58Nw1K4KR0N8Wl27UPDsacL2snFc45j4gtmknH
EAdCfcrDBp3AXt3f5ssdmNmmxPFG5bpQiESq0BiR9cLVj5rDl6pD21CLGUo0eDk8VlgEsYFxbjQ9
TxgO/GE9qP8wU6eDtxPA72gwJV/YEelktBX4ewdMoA5/8qZ8mpAL67XCV9GMKVlQIjhoW1ncgo4d
JXmdxoOnnVpMEzM3PVU/7HP4+I08NO+lZHZKgDSAFq+NapxrpiHg5bQC4oZ39SZ+th/Tm/l37bjV
tT17euCbx2fznslcnHpZSXP9++Z4VzbJwI8CqXidBuOfIXfNs3GMMjcCxIpEmMiVbDT8AsqpVaVa
TJCFQqdfJLW3oKUteaDG/vLOie6frZx1Yzc6RWaSpV0CObnuHK3MuI4ALzfOsgSRTAzniHstavS8
W8WYqkfH/6Huy3ojx7U0/0qhnpvV2ik1uhoYbbE5Iryl7fSL4FUbJUqUKEr89fNF3ttzM8NGehrz
NEAhUUbYQVHcDs/5lm2F7NpXWfvP0Bw/zwr3tKn91BdQSOkiT42QNYoRK/FQ3bYXZtzu+INzU3lh
+cU2/OmZ9/PLO9uHwaQypvo0SEN7lz/B7vdxjIeQJCUQlaMbkrduZ91OQOVfsbv/t2E725+xbzJR
CrRs2y/Kv7PsIeyNb79v48vunW3R01KbxDjNDW9vA930aIbjrtyeZJsVusQf9Ha+rGO4slgr/6vr
9hcbinu2oeDU9oq5R9uoi/dNaB4dFOJD7+SOkXw3ACugX8RIn8CpTrg0WPCBUAgD1HNme7aAydWN
JsDOXYm7/bFh27qCd1hsNUNcVjdLv2+ztZSrfolJf6jqL1biJxmG0wNAdhGsAxSmz3EVeoboDWuB
tg6AJa8nFjcdvLOBsYLlcgbH1M1SePBESZqvFCdNenqbv8ZJvzZ9tnK4nwNuRcGLrr1dTlGTbCCT
u67VBt7ZJDg2/EL0D9xeCXoXuOEE/gzhiW28meaThzuKGxpzfQV4aBjkRmJDH1Pt/T5b66mOaHeL
LAnMBxou4gAAyqGbwlE8Qn8hGsdjrmGZ0a1tq0CBcjM5QwoLlmW4GHSNQs2jr0lCRgdqA6lprSud
dM3G7bectEmvNi1ZZdXGa3U4NhvtQyl+Jaabet5nNnT62jCv8rhpX/Nyl0PB0kNU0fA40JesOrYW
aEAp3N+7bj23xwr+iktqjIhX2zuI3hnZuqJrP7jj3RXk3WBpsGPLFeRrqFnHvljT/sYf06a2w266
cL1tlV95/IJM3wp6H6Dgry9qseMwvevrDeXXTb1qh6dM3aJu0gY3dFpzL6TLCp7VLdaPMUFMrXwZ
HAhUHJVOwUFJSkiSNA/G8J3TEjLXGSwWktrbF7CwM7+11Q3hT/YCw5wMWhawIPNyvK4FNTVnO5A4
KF8s7kZO/t1YDrA/IF0ZSRRSrKlaN36K6RdV/FvWr6Fvq8f3sY+q4MLIjkhjTcM3v35WUPCBjtbU
n17IDp7XbTBH9ZTmTjIYw4aAVDFC99C1jsxWocH9lV8/AC2UNmUC/dyvzvuPodOJknqydnEMlIXO
6b6Nm2fCLeQJjBOZG7oR6RjLpAzZxRCORmhc2ntI2SaYYTdGDoLsFxvhJ817yEU5QWDCVhdO6L8e
LD1zuRQnmGB1AWpspKI6ao/CCLPw/saDYWe7fUHh6H5I+i86/omFJqoOP7V8tjA9vnhU4FD7AQ8C
UWjbh/oe1qUNQtfomiZ03yXDxbIuNjTu4moF21pI88RfnQSf7A+/PMbZQVdMAx9zhcewIiiNoeks
9lbYjFXKH75B+z0MYnpRhw/B6+/f/Mco6Nfunx1zMCeCLARFvQxCUkXz2EENrOtCaX/Vv9Pzn+1/
v/Tv7KQz6gbKSS7qV03YHJzI3hVpjX728bQak2w3rGX0VUrpk0LWr307O+GawraC0cc7be7gwLVp
0x4Wxwnyj/HTuD+wlRt9JTnwVS/PomZmQ2fnB36XBlvbXWXzwSbr3w/YZ6foT28yMM5i5GLpQFES
p6Xi5c+Gu9ZGu+mg/TqoJ1Sc4oDNT6OyQloXkDX2Qa8BJU2V09WJj/n7R/nEA+/nF/xByTsImNUF
p5I8gsGrACYxabup4vqQxc/1ao71NU61EGWWcEj9cIpUCrR/vHWr8Ob3D/JhEgc20OEA49pgEwD8
frZ4FCkWZlgZwqhFpJbfRz0214HureX69w19GF80BGIooBUeJO1AgPt1mwqYZp0HwyYk3iBX7rWw
GUpsK/19Ix9H+KyVszVpTbZm84BWIKoKbW+N+CzkFZR+gb3d2FELf1kUr5ovdsKv+na2QttONTTv
KwX+59VY3XZuqr7StDx9xS+bwFnHzhYkMpZkMCQ6RirD2LC6b+4tYnsVhBYXvqeyYu9EVvMXeczP
ZgeoSxR0e8ht++cXvboCTGbSTKEcuDIGkMCsOyV2lv3wxbB91c4p4P7pcqQdC1LCC15ggLguNufU
W+Vb6zskAfML/6a97nbuvt640fAVEvLjtez0Xi14pKGK454kT35tOac6UEFZw1tig1W3oUZ4L8Ip
sVfgZSQnvlL0RVdPx/GHgfypwbOBlHkvSyHRoLcfL0pkhldB5F7RR5XOq2LrH75MR3xIDJz18Gxj
Je7SKlqgwd5N55hHU2iZsKuPnLSFqcYX+9rHwv2vrf1Ibv00krJlfIJYEogzsXn0V9MLZ+GwJFZ0
up/plXccEBgV0fiE2bSsvzq3Pl2IuAtA8hXAyQ8ssMXkvLV0owCsAqR1WqtTFsv1vurkp9PVhguo
c6KGOudFBG/0aRfgtSLYku+wzoi8hFz02+45u6SJQDrk0Fzm6fiVx+7nkxWOSChdnEK9c/sH6WuZ
ez7aRWHpxbkCsD7NYvZs3erIjfqjfP5irp6W3Ye5+lN7p89/GkyXWGwsCq4iagHJMsJsM7SjcgV+
YqyMUOL298Wb/Yg/OE2fn1o8C2apzJjXEPTQf8yXsEeeOoUS5xRWqRebSzgcl5iuyAYEkfX7HNHH
bksuqi8Y/qew9UOvoZVtQnAGb/ocAyhYN/jcPm1G7MIx33359vvX+nknf2rgbAsAskxBjBR7+Th7
QHnzsHeqqDL861YCniq7AHgXlPIFeG+LgxR0Acs0FLlVsc67KoL4QGh5WRjo/qg6tal9OzSVuPHd
Cak+Un51wfgY5p/G5KfHPdtAptqve8M6nW7exntUT/A789Lipltfd+Gw9l+aVKu42trbOTK9eI6W
+OZ/jID59RGCs8DNJs4smIs31uhNbzwSeeWXUeDft2DY/H5wPh18JFhgKol1/cGLuZrcvqwG7F8a
ta5Wd4d5Nla/b+JjgvjUGyhHQOYNRFzXP5vkc0txPT3tyNDydkEnP8hD6u4gQ7t8H8P81t2OkNCP
ylSkv2/4023rp3bP7mtVJmob/h2Y2KW1cTp9gSo11D6XpCheft/S52/xXz08C/ZgKeHqMUdLfnBf
lndOmfz++08r5HyJAuUCyAvAAwhaz3AndOgKSHr1mJK5uxqQ9Mgug/latSuzZYfmK7jHZ735ubWz
bbDxOl0MDK0twb3MUz5+hXn6qoGzCeHR0p3NUwOef3OSgpjWv39dnwWPJ+UsVHdcAHXO5TxMa4Ha
3yQUJFmeBzfm42ooU7BZgjz6fUOfxt8/teSfLVQ+g1ZLa7RU2sYUtUWBjHNd7Zv8FVYxaW7ZAJey
MW6n4F6VLXhw7XhnTGAzuD4/ZGz4YsZ/ROxiqUHk1IG7MHCmH/RS4GDU21OL56nfzdAM4hGgoiHk
FweAlJAQGY0vbgKfLbHABwAIzlABEDRn4aRT2lDb6gcV5ZmE38dFZzdg1yR8iH+86H9/mf8jf+OX
/5jrw3/9J35+4R3KKDl0vn/98b+O3Vv7xyV7enkb/vP0h//nF89+b/XGD0/Nx1/65W/w5f9sHDf4
p19+SNqxHJcr+SaW67dBsvHH9+MxT7/5f/vhH28/vuV26d7+/vOFy3Y8fVte8vbPf360ef37T7Ch
f5pwp+//54enDvz9540qR/0m2FP7+uGv3p6G8e8/TeMvjDUkQWxwZqC24mCA1NvpE/cv0HVgHIRi
I+S/LfgT/vlHy6Gf/vefDv3LN0AXxIBBSATJbYzaAIWF00fuX77lwrQT3gWufTKi+/O/e//LIP1r
0P6AuOMlL9tx+PvPfyTj/rVxUehvoexy4iVSB+gxUHt+jajscsh7s7Ss0HJ08VA7QR3haAX5xXSq
AverHtpFQa1FNFmg+U4FQFEwbKOXDTRhN4XujaQrAgPQ3nw4BMPY3RT2/NgNkm/GTJrHZubBriYs
v0B4CjS1P3LkBIeK79sS8nil9pz9FIjEdam16QDM0yGstqbtXGrAoOp8SDzSGZCimEy1c8GEWMnM
q7eVGMfUHLj+PtPKhN+n6w8bHvAFoD7b3ZnVfNMGvNzP+OuVTYUd4GuVHeZDLh7GzJ2T0/tKra67
Yq7bhgG8PWPKpsmPSFMAQr8oFDMG245rR5YsFEuAK0pRuisodMB/rynZfFV1hhNSZBcAKITj2Yhs
8gqwym6LFJxasby108ai04tis0yF7byJobQSg5cG8HmOHVl1AIA+A0ZQEQYrQ1tMe3PIpy123roL
W+iybtRk0SZRhT8BX2/nSO2xoXgw2oU8WwROp2YX1DCtZBIGjOWyBWEDWloUfP7vWpjWcyORlx9H
G6LN3OuD77k51ltRLt3NAIR2vDgTlCKGmr3P0BBe1+2UzhmKV0Mhl/XE23ZTwDKIxm0LTXZhtGu/
6bpvSgzQshIuuMq2pruhcHsXguAD0vTFMGjIhjB3xylcNGQnNFIDATmAaAeAh9fgcsmNKl54RQDX
tZs2DzUpvbBnvAj50g2xdN13nvfebgKlJ9QZ11d6ctwrq0UdxYOvy4ZLO1j5PRGrAN5zu0mjoiLt
2tt6KAOlbJrbNVWNH+YY1G8WIyrOBrNGRcS0Vj2Mv5Ee9avY9TM37m1i3kI3k0HxqGeh1ZQoLbg6
C7uZrmCHY8IVVbcH1XSrYYSFmaIUvwUTYbw6+JfSGfULlPJTNXo8qmk2hEbV062TK2ffDpkLxIRZ
QMqpbGKaMVBNGshxQYqz2RRNP667APkzTwWrZpqMOxv8t1vHy8ZUQbGJAL6ZFQnzmJ+M0puSglfO
A2eyWEOnEUltN7faXRa0UIAzhgWgHe5rkNaHynwoWKFXSzVNL/kELHGW21Yf+nDfiIFxMDf+4I49
bE7LYpUzkeEfOGmqlpYJ0Gi4HpcUuL1g6XC5smobeH2J/10wlhNEcS0zGWflIVBk86MltBENYzE/
t1bh3k5aPdYwj42YyeyDCSA8yyfQnaH4vbKJax4DR2QJ/KbJSnnNlHCwedO2wSsaJ8/c9/0M+U6o
ba09IDGKEBPNnaHsWRQ07BYm73oVaCRCkT1MMlc+EG/U36xJdHE2OSodeJMa88yh5zKYsUUgle6Z
9QNoWkaiHJrdY6nKi6ry2VVTwPI5C+haQkU98azTbNSNsI+zU12zktXhMs5lSsq6vsykzGKnHv0+
rNUsDz10mWUS8Gqqw5b39Z1nzfPa9pU8jvZE33rgtHaLL52oMb3Bhq/EWEZ2n6kiMmdjvIApz0wS
lRNrjyJJA94kfKT6ePaC9lDUfbUrigaoUKMWK+4AbZNJ/UyUWPZFx/VrTzkrUetC8a7rAL6dHfiW
Dz6BVJlmwZuZwVMpwPetSL2M25Y1amfVoxMyc0k7Vn+riePC8EZVgoYukY3a+rKEiWLJF1tHpJf1
fY+lfuDQtMEdkLT6CuVDkM6EE9t+bm1wlBVZaM19xiI1cMxQ6rS3M/ecbmMYebsqsnpAccWaE5w3
RVg2ZGvRXMXzUo7A7GG7Y/3U6bicLJb4JbljcvR2um6qW0t6aRMo/yJXgoRUcCseLUzdmhfVavay
OONZPsQTCfKNDbzkRT4ZHthAjrOyutGBGd70YvcjTiyJEqUtlyCF6LgM5wUzqABmMGJ0QHaLsSoq
RXVC3lVTMgHowxsEoIHTviAd/50NzYYG0wNl7OAYxY1HyqAMi7ySqdd6HgDipimjKZ+79Vh3T1Nm
L3uy8PwCAG08rG2LNVgLQyLt0e5AH8/NdaexU1Z6OCyBtB9IZuZJzpxmW/itFdpz1t3WJV0eS1iI
JRXEC1AJlSiHSgiWhI7m3y3WPwTTcqhVcPRHbFBiEq+j6FHas6Tk2BgT7BYqrWo6HzRxIHaAYd0w
d9iNFJIqi+Nf2czMUVpWzy181u9HXFliG3DQOG+1xrEdIPumSljV+IHEZlZIZ5NVOBuJ7QfXeWbl
R+bbTixx/b5irPQhNVhfyDpnfeTiAOYwg1HN2ikD46aD+cZTozlgasxHhXwuy2wzqbZHmO/O2O0k
u1+yet4K39TQRVr6yBjAIs58yh9kx1snrkwJIRPKvY1pdfZzZnZdanon72Y92nTnLoP7ygtmHQPW
GFcCzJMqhIC8f3TyGiZ63rC1/GrZKppnd3ya3WpX8h6U/Cx7MZViW5HhEPP4fJWDdnxDIDu4UjM4
o/kAKEpPO7oJAEuM/dEtvvfQFULevrPJ95oAPN262dwmRutuaI/TBfuyj39cd4WJaYAz4M4714J9
Sb0YCwJvZnZX+azpU2uxywmshSlFWKWhqNkM7R5DDGObkS7tpdKLvLNr437gWFGzP+RROTHuh3rO
w0rmLOWiyxM4TtrfrIxw2CRMbhG1CD1pWDsG3IAFgoiwCwiLXVQ3HrrSxznY2WKXGX229yzWHQpR
TdciH+aNOdR9XJBeQwDTX7oIOSac3sFMXvCMzAlNYwamsZl8esj7zNzlhU/SIF/GcADDwnKFldh5
k13owrNXBSO2CcMVVkPIMIBTgOwznQaygG1M16751OyVX5lhTVmQbyeH8ohMhWEipaS9sJZOndAR
ZS4+iTpLgDYELQXckjq0fJRpWwiFRifi3mtriXntt8Fy4FlXrHTuA1gjTHFbTb7EEQKjLbj1wCVG
mUZ/OfWkG9eMem48Y7G766Ly7D4qIT72iExqjfSGb6rIIo2/4mWew6DXJzd1MWPj4plHwhEs/jst
KhjT2EiAXjAAId+Y3Uvzpsja2Q2LjuqUs9zOYDlFH4EyAngfuoqOlbZ5CVII7duV61X+Nzhyvwub
vPPRs29UkPmx30CAtMCxD2zc2DVPgd2NRmywql/V7hgchANw+2A3/p32NKlifEq2yNatTL9giEgK
fgNxfLGCfoWb9lOtr+GclIeQtwXGQ01RJUeRGouofMRasGvijdXEjjuP6YgBP7rEu3cQS6aza2Rp
k9MCdPS5evMbTWPINdgbueAkpV5drw0JZgtGol/Pk9bf2lmPydQ89sgNhzRrgVwxMDa0BOksQCTW
6Aqhqrsym++0rcuQluUFvOxvcuGNYTeS6QkuT0AFjeIStgH5BnHKlQDFmXndQYjizeJB4i8w4jSC
t5bp63J2XuzaWhFu0LXi2rpwESwpX20Yo5cZ68xkXszNrJshpG1Xh0NPsHMW3kbkHs6eOZ8TbIQ1
6HuI6ZURM6eAZyPTzzMEr7FtqgUhWjBWVZoV3nC9zL0ZrLOSq25TSd6QK04B2L4idflCEcFeodY1
3lIYmUgY/HnQCwBp6IrkAxCqBspTHOjHWM92c5M1doWy36xj2Y/+FrTVHOR0pY+BuwCu5AViQphb
Zt7O1x7YLVTkYMfnRF0pQ+ZLGjCDxIUnqutc4lcAYAmEuewN1UHBKqjKtd9p3BYKhtO1MZxiQ3JG
LqnmHswo5agPDpvKN8MROa5cnEelK/ihyHKA4ZDluXQsIRLaoe7TzqY2sBnb3koiypnLeQX9RyQn
KCNDUsi+KcJJiiKxHYZduOkKlMYAzGVZNcETBgPslth/cPba/a4aLRWZfj7vG+CRYML74HEHL2Jo
Z7JpF4YIovFWIpNzZMsGaghiqczLbsHhWln+NdNjG7fyoW2g8TpRedNA0juhEvJrnp1Btws5aqjd
0m3bjGpb2Pa4UoJNV0VvXTCnv/R6qZPBy/t7gwj7uq+XPpRWNcTtYhV7r9dF4qi+hWgta1aiovnG
tUi24kagkwUh+JGWvrUvzNlK+8ZzYEML7vZS0f6qajC9taXURg6NQmQx7ye3vAIcwrxwRkU2qtNs
ny1A4RlGG1SJB1eZOgXOsrnW4/wq4S64hlSBiheTWCg5gQiHiFuS9sLFslNhNoBNVhZz+Y1aCks2
z4Nrc1H1vZxZbUF0cgKqSCljuBV+UOL60ATO6QsaepGXDv6py/yqzKx2jmavhZ2tCHRcmNgRiDa9
KC8aERVO+5AjT3UwiYPZNuUEsCwwn4Y478iD4D7cARqIYAwZM7a+yfVWTxoXVmava79rL/tJUFwj
q/xSqyxIsMM11y4SrGkhDB31XkeB2vbmZzGZOoZTJKbdYkCfr+safu+OLoMtyox9KMyRYnB4yYtI
uZl9N/e+ueKVV99MPfgjCtTXdNQClVCq631ZObeYDAh+5LgYW02GvklE5zQRn0m/GSV4uNRYOM7n
CuOLrBeg4thYTn0pYB83z8dmGf0bkXeICa1y8B8aTIzdoPwR+Y6u20soOUa2WJZbX7tdROVMnjO9
LECsDuW7OXr+g0eWagP70vn237jb9HoE+TEsXbM4rS5YJnWZvXYDVNtLajyZfqV2/yZppSskOoD7
s4NpbYBiHi55MB+6yjtUpcwiKA/miBbKK1w7q4M5m8vl/zw7d8sb/PfbxNy+fBF84O/jb3/r/6P0
3Yka/e//nR/7kL2LkAIUT+yP//Uuypen9o/rt04+/5A/+Udu8JQAPH3DPzJ5Fv3r5PHtoIgQwLaW
nvgq/8jkmc5fDlTsnZNuHPAHxkkq6p+ZPNP8C+KNFsR6LQ/Zvh/l/H9m8qy/TpTGE6nxZAQCQyrv
f5LJO2kl/VKDgJIraH2gf7qoEf7A/53VIOSA/WkUDO6isBYEalS5AxBLYweVGUI8Z+0I4xEX0g4+
cYF8dLQB0T7ljcfOD/i9Saf5iJVRNWFNaJvCQSa4q53y2e65yGLdTUPsTaW3opBYj5sMyXJcoQz3
jdoIs11cdeMf3wgU8hwTyZ6X2jLjBTGKCAX1+X0xA9G+WZwW10TZzXe5240XvWvX144S7oVnLvDr
83mHv65IFeleVEfeae9bVhTL3TxVANrK4dVZAI5HTsCCU6qL5FY3TvZeeQXKwCb+1lgQmQcZa/cA
b8XYv8ZjUTb1sXTla1WN9EBZM8ces60N0nfG2mbDa5Nn5L7ESXLkI8zeKpPyezJLeiiAil3Jgkyb
ZinpQY7d8F6S8nlqSLE5/SVE9ejBqG33lkj12ots2U0dirS5j0fGLWM8zjNx33tS0nVZ1oDI6uqZ
4sYRa2rXR+Fr7Ko/ulG01Ft3Bd7Tj6f0seEfDaunB7V0r7iVPdMaFtqI5EF3H+QQ89n11q0RmHFO
RvfdqQx+H0hHgGiJU+MozcZYu0NRH90gKzaWWczxCAn8eKbuO0Z1hpWmQCcMQnDBhCCuuWKLU3+z
DbzmqkFWxhsnlZYNup2fHny08LxLhuyN7Jf6qBwP91aOGXfQnoWeEDw+NECMHbyMjDpaPFa7SJgy
Yz0VbE5aZMjb0Oypiu2ssF4bie9UtZ3ZSLeRCmIzp8HrF6BTBaf16vRyq8L31npuCFDDS+a+V5Q9
o1aDFm312ojqWQzEiqze5eDLVs+tPdJ14KDL7YIXbPfNs86NNpoIGqVd7r37/iLeXScvNzbHgDAk
BdaVPbzi+u0dHLdeDgsBGd7ikPNBwvVQj666bBcDVapBofRtD3dGZlyaLOOg0vTc2lCkL/JQqp7d
iH6kSVUoeiSQedqZIwwE6aQApPOl6d8ZEOCN60wYR3dc/KQbbP+iAWAkyb2AT2FgKw67Vo/EBMv2
0DeGTIxuznYwlbP3dRsgOLWk+F7W84mCOpebwK6LCDT+KS7oOMMQaaD5K1JY7rql7ZzFrsWzNZW+
/WrDQQsJtoV3VgioIU9A4XJjm+thP+ZdF/ncH98q5bKITkEOQcI50JEjCHzMfWhUKUx4n+N2vQSz
2YWNBhaSOrV31RvKvu+kr67hp8ATkVtFHzJ7KZ5gZrrstPbEzmculM9wC75ecpxsmPXyXhTETNrZ
6aeolv0U897ID4NnIm+ulZGaTalCb+ADsvWm1yfcUtaBLH12HXCghqJlDC6lUdZQg6ihxGf01r5e
An3Iuxn4xMyykasDNFWUhgHxgakqIiEmDkt4HL2FYageZLLcX5Xwnkiowgk8etI+Gi0YlQbHVQBk
XyPSLs23rDvFQAR+wnslaxvJdKNMF9xqNrLhL5LimmBiq1ThgvzCljWumwRtcPBKm8RtnhkQWx5u
zRZjm6i6FWAAZHZiZ12PJ2xFak9YEqgBubFVWs4GFO0ski0SchNx7ngf8MtCmuah8nj5rTYyAd1m
4jxD38ABX8yC3iHxjALF+h4p/WawkAEKct/emJ35bTC88j5g1L2Xnbe1NQxw9KiKW1q2HAWV0ceE
I32szWZZl1rBul61xbh1kLK+QyBcQEF6BBZq5OOl9Aq5Fo0Psd6scXWobKhGqAqqBqNZkb0naHZt
1DoAB6Cb+kgY0gldT5l9OFREp53UZRl1fskQ/GVvYoQlTkGQLi1MGi+eLm/kUAZrSTroVvtY+yOO
nypDHnccQqsQ3v1QtdbGHFuULcVcr8UMZ9pBGuKA9y9DyO2zIGIA7RdL2aZ+7/ffcmhmhd5sutuC
G/llns8kKrLRjwU0/7+jIFzuCo3c/AQdwGSoc0ifzj005WvkIwurV6EUSO0a3EKKNKdQ25IW+iSK
JiytfowNTR5qnWk7nAVEF05q//VWI6e/1y7LY0tY1ka2sxeLEjxr0bZDDbfSKUj6Zg4SF/n73Omw
vLNxepkcucftHCDQEf31ibtj84w85sCmjeEtwbrLTrKpPnf5jjUNqBJyEfu65xgOs8xnA4QK29zB
J1nscLOBPZ4pLEwo0+2vCwM3NAQlwKgY8wKoQKY2wpi8ezEZTUJwd34hS+4jBuhuh6ktN4J3zTcw
ZfUd4lQfOh25cVoS9oEWqJOHnbNY29FsUezxcm9EMUYR96osh2Xtalg5zSZ4y9nC9Rq6W1NiWRmL
AeIB/4lkFJUFkx0y3OdCv0B2usGDJCTwsbcaHAsCxdONmOh2gMXR1puy4AgpSigY9jmBdB1OKpx3
1cYqnAqX7PyaSQlysquCHeqz9atUJg955iK1jMxZBs3uaDJxAe1sq3nLzQUGBU2ASsLSYRZXDk+F
1PyyYcNNky+oS3Evo6CnZOrNFnkThPAJrWAIbQ/DGh671s5vPXJlNF6Fqwfp6NZDg6glTv0x6Grj
tYLx+25Anf3O8ubvZBmcnbFMYKhnjmzTwC2bKzaA8LLk2NQ83vchUmMK07Hk1yjbOzlERZBotboy
O468v5odw0RCu9gDHt1flRS88D4jmO1itNYuvj91SXMpydwiid5ON60Ci7SuiFplRXPsCveuXuh8
SYxsisU4sRD+R1NUBHC9wYHraLvZY60u8JnFJB58B1lSAXNP3M6OVPSXg40DoGys26KCKUCjnxHB
LnE2l0XKA/cxyExM09G3k04YBIsW5TeTLUHUUXZjl9RMhQjyBFlQWCEtEJJDmEYiIxiHO9RA6A47
TZuYyjZTLh0kDrp6etbTzB/rSnFQff1SHLVrzhvSZM5xaIkNg6A5uC67IFgNHAp7QVDodxGIrVDG
dGO6Q3bsrZIc4CE9JU5v5Sn8KpcY7l/u/2buPJYkN7Y0/URog3CoLYBQGZFaVm1gmSXgkO7Q4un7
C86dNt6amebMbozGBVlkRiYSgJ/zy8SbA+dQtIHaXdGJI1Ht3W4yKmcnZ2fdA7U7e0L7AJfyAChD
+mu7Wx1gvWroXz0Ot9u6IHQ2StnWT8IeKcJulGHPPDW2G4Pftcm6NuZrsNTej9Ui5KZh8I1dv5e7
PkTCv6ZjfxjXod3ngb/sHTKm9wGIKuECqk7wQ97I0MXsP/JI35B0ciu32YkByD3wC9O9KYoGdkLV
txXUfNQCnx1CWmPuDIP3RJD33itpDu9FR7rNZtktIJcwTl496IPrLmymoA+7gOLmuMDQAJYLs+SB
LS2tKvZkW+QRhwMyucwnbrXlFZcpdzuqxlj3m6iteFqBb4Km40GTU36eWkciDpzHY2ANwQGFdH4w
RGv+RD3mHYo+XOEiHfRbdHInWT5uAOHV9gD/8tmUbfsj8+o6NvPuex9SLSbEWjxuzCsHJ1zERa2Q
4v0U3GlX3htYIeDLJH6tvjGfV9O6Hzw4wcbOWnCtNThwMAxdtPo2DE5o9D+A2MS3itPtRyrX8ESM
G3eXAmc/Nc1MsryZrpQsuqXh3A5lauTRX1ngiTON8zkMVHfyReU88MTqk0Uy0W2gO8xarTXkH6bf
lxfXlCiCpnQg02R1l5dpMNrPXG9Gom0lj+HGK2XsLSu21ITAqJq3cwCSClWjycnReb9d8+6t9skV
XfNYU3f7zXIATGLKZNLD7PST2nGq+CS32836MGWt8YQ4e6vJB3XSL1eV6ZGZsH9zU7OEpu639WTk
vXhF0uLe51SD7eFrWrBmUK1oKEhqjQodBA9zqM2jbwBLchoN7eMkw4aOFi9drnjcNJ622tdfjlf7
PzkotpObT4Re4JGTD95kbxSoc+dJKyDTqJ39t3kp5h2cLJl15qQsAsur+tSkYfGQO42ukWr05hLn
gVPcytK9tYxOJp7fbzdQ3lKy7vhO5Be2TBZWpSfDQsQwMFh5owgA0+vPstD4EPt+OgdLA6Ijhw4k
K5wJhsTlt2buB36KldAB67Wm44Qs1elnx7/aZbXJzKhWXtKc05cxLcVuMdhO6k1jNvODz0HjiWy7
aTxmnZwuIjOry5QNn+VYW/ymR2O/TEzjGRQ277tV/pwGQVxUPT35m8azh7+P7/VtXf0utufyJhu9
eTeNdRijsYIaqWHioMJul6LPb4W9zV+l15V3lVzFbyvU1uOcZfkltIs8GRufoWzNs93imPWR8efR
b9bvq1V0kZOTuLHwvCZbMc67dU69G99ys5umHbA1olZOyJKkiLwHUmIpJUFAqIM25HanUfIfV3+y
3lLX6CLPX70riUtoiD1cpnL9ybuzjLZGBsfaF/BJstyZYb2nX+st7eqXclmfa0ja/eD1ZVzk60uj
iEDoekzE0/y61H4Q9wBx3/Qst7OqC//BWdPmFWIASNd33rZx+pbWW/Mwuj60o2fRjMGjcKtpHF3a
8Weuad0ua+trqVEaLIQtJCOdHpHZecRn1EW1L2hmezUNVV8KfraTYt7dt1vxDMRw8uVIkHs5lx8V
Sb1TsWz3IAgUE+Xd15qbX811lsoN56VbOCVDas9KJtuboi7ba2TMd6Nsiniw3Od0Nn4vDffgpu6V
uXxTs5r2ZMY/1K5CguT36yWF/rlBWY/n06Np3bF0sqUYSvuG2K/RMt6taeYFY2yXeQwKLMilz+um
LXZhX1KWVOhp125C3ZQZ0+RgavfGKAMAC6HpisyKO8ZSyC9TNDR2L+nOlOa601SKnja7yrG2jhfH
ndSPRflrCT9mojl3gVNDDrlkCJflxcj8AEZgCr/TWwIrHrjZbqqyG7TRbPuh88Pk5LqZqyBCv78P
KnVburV7H7bNdCiYhWNgoN/r4I+neXWgII1ijZDb2Ps0DbmPx+ZceOF3JabnrUNVhIvqNs/D85RT
DOmOP5zM2zdtCbmPWtJipsgHN7yoJoVp5dwEybmTIW1CwECGU5yLduHNZtb1bkHNvkfg99ZUxtkI
i9c+1/Ot0KvxpNMiiClS+e2VxX7s7J8EHZ4IV5FJabHJDW55N456TuSoMcP1ctoNlvUOSfSeM9/G
g90ep8Y965JjLhipoEX8cVOl47WbmvF9NrzniUOy5IaIGC2/lcGioy4sxSFb5o/ZbJLasLC3sRZm
3txFRkGaijES2y/8e2XQM2sH0o2coh6TaqjqJLBnuPogH1jpt9/c4MDsBVSqpcjoqZc3nbn1I2af
8WCEzQ2J2hoAoHo1rexQVwYwey4Sju03YwgveqyWG9scf4HPXW3e67erv92IZO+8wE68146xPerC
/Kb6jtfV3H9YRvuoXOtXLer3Ngy/5jX7DRl9mWo2Fwf02wl/Qz+fAs3cbVeo/DKChdCMyKdtHD6l
aufzvG3cbdpB21D1p2zwug9twJ1RpFjeD/jnmBXN9OLXqtghlvGTKpMlg2ZfJWXl4Zzr2hB2t9BR
2NfrQVQyQQuJcHAkjcA1DpOukaVhhlfiBrkXW53hHdts+9nANcZ8O31Uttu5SNtvXMznoZFHVau7
JpDLTlbTfnQqjtXxlEMdUkBvgAiUXXWsNglb2CjvvhmNuGJPi4rZekZsmYEzwbDnZMRupqn3Kkeg
5+unktk889D7zhSIaVhDyjcOKqxvggmWkPAcj60iCmdortDrbhaZv1WbjowVyXA9Zp9e4XCImA5T
33wAbEpf/WGuYrIU9+ls19E0+frIHP9obMYtz8OBr/LkbcW9nXfkfG/uncB+Pyxof9egei+y/mnS
HJSpOrsmg3TYjqgItle9YTRZJYl6dPKQsS7kY825FeXl+mYv8sas0nsxyquqyzxUJYk1YRmeZFam
cZCPR8/T2YvThLi/vfGbl/Zn9uE2mpqaiGNlyaPmVXZY7AyRW+9z90oJJKy0mUbbVvmfXWezg5dX
l7xvUA5olLZ+IoXgFZDQOvSVYd3IrCKNIDDFQXTDUiDiKWf7vra6joVcmcN+ykcfSKH1ExucmDey
lgCQW2NxCYep0VW8lqJ6JySuOwVBu+VP3VI3z36H7j/ta+sbyJg4Vs1oP4RQ8+M9h4k7olTyOYAR
rNrRkuXZtqPM3ajBHSl4jdFopCV3DK9vwgQpFrKt0SLrDDvtt6KTaRIuBf8cCtYSc0Sg2TVe7Vx5
930TtizfAx1SY50H89lH+NmcVhSC1alwC4VSqp/s5dBIK4O5WsMcF6yDPCNB7+FUu5ogzO5uttvM
viNdqD+XNTfMrphHOFngC0feaxNOrNAuVDiSH7SOKL8ylIHMh/u+htZrSHxJtmwhdLJbkY8z9Cm5
Hsul8x+BBDfzdrWGGsy1ywhYyPquWpJqnV50VWUgd6Hd3U3IM1bSrJtsOWilgZiyoSIvAfS97D7F
yMRyDqugMxPSTIk07Eqz9Q6DsZh3tBi562FFonOQwuxuXGRJz9e0yQ1izk/d41iOa3sKZgFJYLIm
1A4/wLMj5iwkylNRYZIHWv5ihfPGQ2M6M2Jh6dUWYRyD2RWRm5eye9UBbPxZG+VXavOH35stDKeL
7GcvuBFyQ0IaUbwO3RAERW9eltabvtn+0srLqtzuJ3dvF+6AL/xW7tBTSmb2xZTzowj7HA/YVok5
crUAiUXxn54QV4O0r1sxPcDi9vyvUiAMpOiLvvptojG1Lrf1SBJ4wc2plPnDJspeI4Jw6T8eK5n3
UZE6zvSyaIBwE5lleMhyflNHe/D87rC62hl+jl7dauOxZrE9I4qBeM1yM3izHDAgBeo+Rg462eFQ
bdPPpmiyh7QHYEh0zZ/nk8NqOlTr9iDmAFDR+WqJ1u44uMJwPKwwjTjbrVwcXWw7XHYKUNAVBCj4
r2A/d98XakjL2ZCyLvNP6gLtOGwqNB1hHVrNN3gCAotzU8PE42f3Ne8b8XtFgRXGwO2EVpQDxq+E
i8mHphDN3V246OLX1gz1sncL4lTvK7czkjlQvnUu1nwTu42jUD7ZlW/f69R0+iAyTItwurwmL7Vv
UJ3tW4XvuUTi44ttv23j8pYyBqbP3VxMY2IE2VMBxe4j+m1NTyU1EugpttfuJ9o6DaTcQwgwg9Rb
dzfSsW1Fdt93H2adcXyzuldvG6/tpAj7zXivs2323xtPFPW+hFiBW1dTea6UTY/iWmvuAsIDEGlo
vwg/Zre0u1twpteRTu9kQwynP+usb5BKTASdHRYV8K7J1VCiVElN6y1flGHxymrM9mSHVrYmc1V0
V8W1eN2Uy5lvjZuLimIsPky3dz/xjwx3xjwZzhFFsa3Bk0vyCuw0q/won5RkkGqbxyDLoJsJqUfU
sWbGaB997qhzBs9I6SFCEZ4DcFvk7QynYTUcEbWcqTZPo7kyt26PJqONwFCR2clM5Ye1qoMHtvM8
0ujj6miU8wBgjqyax0vopXqf+3QpD2IuTWpjelkUuxn8phoPzG4NiK4a2ovdth3bVuFVbR6Xi913
QI8WLfdyKnKHOJcesamqJRkxXTNOt5JvY4icTDTphWEvGGJXet6vdKp68IdZcRKRCFJmsemH1Vfl
NiiSFarOn9L1PefeLhW9hJ4t9W93y6x7ozVFGvl82FNIgn67d/xtA8oj1evJBFc1z0XtrOUZ+Fd7
jKo6v0f/iSZinI1wQvHaAugNaUvoCA2zkgd4A2kIlXwUaOkTKbjdI0f5WRDXGa1Uu96WhWFGfRea
MeoCH34ym6v5VLdhjUWhKbeRr6WNMNz3C1jNbywNRdx0vCh8d84Tnr84TFNijlIL0em2DvvQML17
RroevRLxlJYai/0Am0hWJYo1WkxfeO87XLSh+NW7aNKjpU/RFPvrLh21J5Ohqt6strrdGHw6p2Tv
zb31JKylSwzylmO1eVOs2qV55GrmQJHrh6HWAJH5+kiTGRWQFRhAqm2S7EfnB4BqFoVqeOeobS4I
Z49ylWJfeMb3UW0u5IBFTEDa/uxGXhYadnAIRX2w5h7mpVAJwun5vDDFJdPspReNfq3uSD3KRXAS
SEOT0rXLyG0aBiucECWxcnJjbJOKylgfBaK5JJJumpVdAMtfNGZUBmQljRZ6DL+tCLZQjJshgdAM
D/z+nJfNnbOYPtCXDcMUZBuQgMpQsRm8xgDYdv4yDQTZNsE7vYZNE7dWp6NiMS00b1RBqpXsk65c
cYbWvBGbnDG2Uyj5c2LA3jUYDvOw7quLbpv2xZ3c+lau2Wvdinzvr/otZMWc0cC7WF1igQ2FHOdi
deu7IPUDxCQ4dMghQhNZXAF3TRkBzrWtVO5OKGt50H453WwKLHUACTgMg7uTGTn4rlWd/XF+dOs6
0QXiq00fWXlPhmmqXSsKEfem8cB038WzUmFU191jmmLUCErfrKNwWNBvjWhKqy58airg6D4giIPY
4AjE92IiCKK+xrofTRbSsPH0vhRbhmsUg30ryq+t6P19syzNM0lsbaT1QjxPutoH8EpMKcZ2HheT
8KUCFQCllOj9vYG6hbbPPBCODe96Htok5qwkZoxZVjy0ITub7IZDZurisa7Iw2otxhN7PWVWRTlV
Lk4qL96FIDt9aLMjewwjecrUQr9CwIpijeoNsHf+tHPFFjDojhUrfze0LM+NU353KIR8Wir726Ka
Lh56l1iqWYH7zWZ/8Lpsh6Rmr9vNPq1EIuHN4HQy06fOmped2ZbzsRfTdtCFM/4K/fSnVUpG6qZe
k/YqTKsc/VaCgJ/m3g3ukFWwRWyyulRNSTMDf5o4fXZC2brshQnsYrvMPqFlbz95M+VsstBDXqus
S+125h61XNIxi0RZm3sIv5aPlINqXKS6CKM62Fb2iW3kI+2HIh6vxfeumF9d12rZ9qm73dbJiMgz
RsOcg5gPYv0Mlq28OI1XxE4hfjl2zYzqqOYe2TTIeyDVnl+rt0t7mLFpoeNhC4pPv8YwBZ4MaGeP
UIwugl07CDHNB+IZ3OtnZXQMFQiM2ZIKGo7X7VbaTXDSq/9qCMrGKxcdBCQik7vpBN9UiTpaOMAw
q3sEMzYQXInvxdTLQ94Zz1P5uyR3vGvCHwGKKd7l2wb7x3BdZ033Ulz16ZaVH0PL2Fldtqenh7Xd
uFlr78EO+a33dlCdrh1jd6tMH2t7+iqKZ+UV96XBcNSGImGLOONHuBPOMCVrYTzYCNWO9bCycDj1
l99Vyaqz275X6Yee1Hs51Ls1JxutneELWtNP+g7l94SCH0X1+tK5NoDq+tQFwX25Bf4Nu8udtDe1
a5DdG375vS8x8Wr52xzQLIf0FybkXe3mrhijoDSovJoJ53dchi3MSLir733tqfsCofkeem29sepM
sY9l2F2K4GMR+qPoLPp1nFIITEICeaBYLktn8j1O4d6bofl6387qaLDdWzcPH+pxme9tL7/33OqV
yLmTpGKITjSy2/yRZCkxHdNl+goLzcJay3CnjOLOrUgPsv3uVQ3yZujKJMWg4DD8la1B+Fff/Ohd
6zBlFdEJ2TIBWDXyPh3suLKLt8xvD+QrI4MYHkNTnXurQQg5H7cgJNKvOuLVviuU9s692ZcCPSRm
L2tqxqSwKlwE+Y2oURooXLQTap/E7ywbtkS9ymA4OI1IH7tqrndqNfZbL26GsfxVTPZdqdpzOAmU
4UFTJIXhTViTuOsrCYARmBB7xfJlLSVTA/v4jtpY97tTQn1OUuZxCikTQaFWRP4pn/Bp27sCjva+
M6jJhdeYn8Ixc3AfWCz3Fs4p4IEa1nPyiWZsbXHxxsG66wXnls0dgP/cTcd5ja3BdWWeYLwZ6r2P
CGYDkWrJ8zjbNQ9aKAVknrmGgvW3OVmSclJYwvu5KvvEheEKS76xagaY0xwx2+Q+UZnxFjDuxxKx
0TEY08hoBEc5+bYeb0+xteQGihhOmO+xw7gWW7Jgt2vSwxLI8QQAO90LjIQod33jYRzxZ/XNDDRZ
XrWKbntp6iC4oB5Hh1hSZSDSwwaWzy5RdomJxB7z5BTcjH1THuZ+OQ9Od5db7htH2xk3gx9h58qj
vMLW2CnLO5Zq4CaYRf1IxYrz0E61e23tneKgTC9FZu1IjjmynICtTijWU32Q17CmRX/ZwxUsKQYr
JuwuFltgJOiOT4M/X4yhu6DAuDU356SG6o2TCMJ9SZxaveqKqvFlnBVIBXM2QY5p8FMErdvEo4fR
ZQfX5/6ahZPfFmFTXIBXw9sMPPdG5i3q4omZEC+YK356DnMcbprfZchxCXVWE22YM7n7ffBoMR2T
2sqqjbAoRKCqg7sZzO9C9MW/eof/ZU3+N8vtf9md//RF/9/JKq/u6eeh+/VruP3Ufwow/z+0Rlsh
AsP/s7iSS/OHK/qv/+FfWkrxH9Y1fCvwTOJDPccmT+G/tJSWzVlKFoXnc+AK/Nf/0lK64j+QAQTX
TCQWA2SG5H78T1d0iMzSpgQdsaXAmRBY/y9ayr8ygf7NFO2jyMRcbfMpNqfiNR7hbzEzpr9ZnYm3
LDY2jFs7pELMpYWVNWlkKZRxkZeCR1Dt4YUPW0vOqEO79HKwR7sL/oev/t9s9X93aCMd1X98KwRB
IikVJjpR0tL//VuZRDu3vYOWiQjbFc+YjwKv655WrHj/EDTyT5/0R1JArzJDN5ltxk1o9YfWJIkX
lk4+4RSc/iGV4RrQ8ucPdS2p/CuvCEj2+q387fpWPmJPYD7z2sQSHkBiSGeyBHl3+VztGglAsCDO
SXxs62cjCNNvf7sR//VI/tM1/fvH/3FNN4FU1jP5eOnL/N5x2jCpsxGSz4Ey/e8/6vql/pefVHgA
TY5FuMpfAUp/+0nddapnhFFom/B2XZTv4Ir2GCDspOERMMDjl7k//Pefef1F/fmZhFqgVA6swLSD
P348KJNSuJIfryjLDuE7HrWdbaDqQlRn3BmlaUepzLd/iPSwr0kBf35sYIY+c/C18+vPTI81a9em
HHMrZoBT74E1Ys+UIyq7/ro07hUySyfu/IYd0LGzMFkRG5qnbu2C6fu6oa45uhnBKrva9Lo2wXy+
QZDqwnjuh814aDxqS+51V4KgAsmr6QGWG0z1v790/7tngPHdx8gYCPoW/5BQV2WjpiBwLBQnpb1G
XSanA/R2TrCUM6p/uA2Dvy7JH5dMCIvLxW3Oi8v54ze1biJcmuC6zxsby1bvIRiParxSjyqAoo0c
TFdpMonKwGub2f7Fd1sbZbd2dUZ2QupB8xgqBR1Z0PpGlhz0BUuH52OdGHwsLy6q2ONEBAqjTjcI
GRd4UF5W2VnXxLVJvU6Lv9SvWy5yyoky4O+4YHgJIj8TE/MlYsXftm5w5WBtbR4aWZdL4loNJFvi
58WarE4ARuJrWtWPxpR2KgkK3L0JyYBN/oCeT8xH3QZ4n5uutRitgVO+N2rR1b4uBJNuF2Apiskf
Mp47dxJfY+1KFkSn2dykL9Pcix1m+AR1IV6XcDOCHxaqXugxNn62JQR/T9YSTIfuOgBFBFIjQuXv
YUw8Aw4VGdpslMwUGMEHnBcPrAvpgIVK6FfX5qS5nadJPQLPufVhVSNYf11t/ms4gJjGbo7BFG1U
S8zEwm6IhX78Cdrqr/sRHTEdcFuKlYkt8DqVyLC6Cv3SMp4wTv3wxOq/5/XofVBywMSosHvcaHfY
fvR2Qe94ZSnnwy2BHbtizn7hW5wfJ9Vdk83atPxeMikiWcSbi9MWz+XjABYnk1pp923tw1RFk/LW
56Jr1BjrTZnPm4E0bhegTn4OSh08bT7ldFE12SszWRFgAu8R4xwh4CvEZlUN2zWbAYmUK0WmQdR0
Pp0ARuhnik7kyf/hoSMuDltp5L+HQlh5UgijvMC11APLiwNqjH2YkdTNepJ2i5y2l5o3xhOnpV9h
qicje4wU1ojtbUkzczp4aJY86pyVEDd5MNnEJWw1g9cBGUfx2qSd7cdBJhC6NcVcMrcqFhmUrVfB
SBmSey0E1V8nMdae2vtT71EpGIA+IKtJ3cWJptqy+HeFIGfjbm7qjao46CKioTvXQztZt9h9cWXZ
cPhyAv/gZebEVup4S0JQSfWDHup82eH2VAXidZNdL6Qk9LuekVvsDQNNUjywN6zHtd9cHhUBnhzh
KhheHQ6xlT7wNXfibZgGhaVvK/0dQ07/WbVpZl1agQx31mUjomkrYA4nuK27rJbQK0inZ4KB0VXO
t+WmOy9pbG3PBzGN27IndWPwAPhTboWBiN+raTb0Q5KmZ9ctXhWsJK1YxjSKpPG2NoQ2WIL1NiXF
xLi1kYyu7wvjzrRrdOu2e90My/IrBf5dTtks+SvyfXgb4Dl/gU/gIROkqlf9nRJNPb71Xiqne3uw
S3lvdvM1koEH5SyAgYh6T7PRfNSt4by75pDiVfZW1dFPw/rC7tw1WLtsA9WFXhpq1Wwz7IY7boHw
3dSr9k4FkqIQy6ZbFrFtpeF2WpaOwATDL7iD0ShVieNL8dxYiD8j6ERHxoYOzdvJ7tnlJBwWodv5
2hcwCaEB/0maxbqbLJM3CC9N6PF3aGv5gAVg/rIA66ePtIbOgeRs0rT9rjyv2yiiReLdmOAgU2uz
QVudW59TJ219ssdzb/LjaRq8RiFGbW1tsaFavrivS2Nc3SQ0weorFPA53dyn1EDcmuRZ7r1Uozsi
7sf7zSnYuEJHjvTsmdwHGMLDLFBholVyDZWkRTYGED3L8NIKL5DAghbShMoM0LKPfDF0m/5Svq+u
iaLMAtHHPj2MnrefnDE7KGD9+lb0urSP/Tr06nl011rxHDXeW0l6yIs3NeEFXZO8DX0PSmoprdS/
iv+ys+rGZY9+D5lW5pTxYhLCKbdJv/bozp6FhH4A0ZrcZMZAyE4LVfuZyirdL3NrAcQ161Mvdf9K
aIy6TOE6XEWX01tqEEoCxUFqg+/tOrsnYwT4tpLtclcU1SfhFrThtanX7RpMk0k/dLiWaQzZ9RJM
T9izj2kvsxM5YOGIsq6uXnrWWeTao2WeEdPuWpIA8UmQ8j0X3zIylBPhABlAfAwuKoKRBI8uDD/K
MTSizc8eu2lw8yMSJLwXYXqbExS/Q7S2J6gwi+bF9M5GF2TRorZpzwuovPHGFFx33Z7TFUd04y89
WPI6E2toersirEvMsMgP/f6whoS8RGJyuTeCrMJ6PPX7vKzkHunPMfVbsHfCdJB1LMFnX/fBniCP
+kgs1Xgqu7T6Fi72grNZTId64MW1LDBRYVbxVvGtDWWQWH4QafRelml17IjdQLLDEWDrMi6DdNJ7
312K22JpCFWimuBMBodDFoGVfhezsA41AqcwGgM//bJCqgAcg37Qxv4RzHDSZB5Z39sSSHFYCVjw
e9oaxhqeF+iFWE2dqveUyJd3IhP0C0CkHzNjBo/Gujm7elJ95Pjj70Lqq6Jbnvu+/bH4aZdMbfWI
NPEUZgQeG3bx7ls+YsQCX3HNKV1er1VZkXyUUYuebAS3h3Fqdh1q4mY6pUgj97krb/rcesF5Svih
sjR4W0vcDjj2sRCpewMXgCaU5T/ODWoBRmaDK7ImzI80dwZUfB25+xYU/F0RNIJgS9jgpIMJBzQi
fyQCBv8umlY+N/ZErlNgDq2bdOkSQDFk+qHyVm8/tBNRV+P2cqXq7maADPDUFhDWszDBhlRJwvAF
vfqSs31XhOkNMArBAYXVn4i72m5U5t/nQpFyOPYXaVNunfqhEbvN9bUyy+zKPpv1RU+N/M2kGHxB
eBlJHYJFSY8iAdMQIOOb13t8BXuNzQl0X/h+FovGIKNRzUPEA2dfaLRGIFmJdCc6edI5sR7uTD9s
4f8yrxK1Affz0aUNdlLm77nx9gxp2P8Mc4inhmhcm0oLbdQ/0qDocPMFbQTYdC/nbPpY3B798yYf
S/ZdtFNXlsVGc52YmojpzSSbyerQo3tbtXd6v9tTAoiwD3Gb37e70VvcqBm3mGUHTtAYdkyD6Sl3
ZztRFaLtvFkfIbSzvfTr7wjrg2ensW7wGhOoaI6HWuIQJzDhNnVRtvr6U4QTS4zRPxsTkpoQg24m
PwYnfVlHRXdq250pBLITQhk/a0xZEUiEFQ1teofoaufl9NM1fSvPmuQhI2XqAQL80beM4O0MXuW3
lnmQJeOyk1YBTI1CMpELJDq9zX+MAZvMpKK45mOq3PtQq48rZF1/m1WeJ7JZkx7eGnfkl6a7EtbX
bpLey2OliVHKSXkhU2bcSW/cbUY4XJxg5X1LZjb8j435JIfnqrZsRlOeQyMMmNIOqEMmzI3eTMKv
QhXBuNIZJLNmUEIxRolySwZmx4/MzRy+mJDrlz22qJeWgVgCrjWyOkDA/FiPaMhyL82e13xp3uXs
2ZCtSOO5avXV+oBYJSBRbLbNX8RxWBs88AjAZ3HPtXGVewauhq2m+YOjlEvfVLNLjIX2rhAoOD6Z
Qu42foStv+UHM3fb8KTRPtwV05qKvZUK9VCanU7jNg0hx81e3ticwGx6qUeuEeKj5WSWVXg0Fh+z
F8IBzIENgCXehVA6X1jCqip2zQq9b0HQzm8uYwWrOzQmVaRr+LNbA1quCRZAClK24LYRDOIs9/08
+N/DcRE2mueVSm8Nk3/Xg/JwGXFKvBRmPWUJDgD7KVjzSsVEgxV35rCS5tn5TvBpzY3FQQAKRSB/
7/Y51SJeKSN+yiLFC2G3QQKmBF+/wRJiMHc3tEjg0xbaTCTYb6y+z7rWEM8h8E3+n+ydx3LcyhZl
/6XHjReJRCbMtCydSJESSYkThCgD7z2+vhf4uqNVRXZVaN7xJi/ujUsUgESac/ZeeyXwDYI3AeBF
xTsAzrTqVQ9nruyN8E/pm7RUu0YF44Y87ZIWG0oJ2v2dEV2aVl+8BBZCe2zz8qmlKy13MUD258Fz
6hrUUs5TcmRNwWrwElJrSzewb6LUAi8yy77mH4c5yG2HpQt1k9llT0iFo6coyBiopsydryBUWMbc
NnGRLNkBATuz7yPcL5uYZzVlCNJ8gk3WNI3yz+FEl2YbdH7I2hAkIxd32vTFwXhhIz0zEcbJdOou
W6mq3750opdsyPt7zxbDi1uo6jLtyslibOeVtQUQo5/b2mcXmObVvE8adAlstmdnXJcDxbKVjFG7
r6O5M1/7MPKelU+Nf5XqIGbeBdEzb6yptvEyGYg+agYmuiIrHR6UUxW/kj7LmJYg2qTrbqymm67g
UECRGl34CkuKrrbIaVVO794sftfupF5E5uuvCORLSJ1SKZqwvS59GhZeTZWqMwYmrnFKSz7FfPhl
dzlWizlvEA62dm8+qNRp7wNfZ9FVw0Ue0oHNwYrCkNHvlW4TlsvBTtdt2EC8iyx3fsVqV9xPsIYy
IOlB+uQXsvrZI/q4Q/2N14mvrMSGhT3gaxZLYG54IzSmlNbzINsZAzy7oGvmmK2MzZ6lnefAIvxG
qxc79wm+6UYZ/TToNdqsuH6mEKXoBpdL2EZ/8mi07jur5AyEkqppNmwR5m+w5RDJDa6Tc75u+ynf
N7JMH9EtmM7KzMkNMroOajSAxeqhT0fOpwJNVblymWmDbZrm4lfll2pe+zhq6S7KwIZjAZFkhtwy
sSNF5TG1KGWm6SayerhKpQZjmPYuYlfanWWxrlPfn1e9OzbJbkyMsVhlSerykNuJQ5X2awMB4NCN
9IlBVUEClCwX4RBDoLJkqh8sqDRIldjhP6Zo7PizjUtvcm7LkIaOIHLtIrRFXm0NWZeXfddPwW5q
AxMxTGubl5meAnOXhHE7Iglv43af9NKbPgEHaRfNKB00Az2pg7sBzSa+BfTdhh5qrEfzQGOiqlwy
n4o36KFXLycjo07m367VAEnyCj9nj9/3xoMbwl3CR+MsQgO/dpKdLuvh0TZqIIOOx22ywc6re3OO
UCdHNDKAXlPKyPYisNJ7JJmeIgOpET4SP1w7DCxJ7bhH6RWvnKFhOvdZwjmu9bsZX1ywHkrbffYj
TWvHwRo97YLUl92uMf3kxz8X2Dijs1HiwK0cpZfK8F/10FxkBQUniswTn/PKZUZBIGiLPRaF4Uzl
/IPSqxZS2sISZMO4+qie3dsxyp3lUmM9zWBcrGRjxZ2F28QeLjCSB9t/vrXlpqSgt+TYtnNU1Ha6
JhV6KfXSfmVy98PxmiHAR4lV60yF912Z0l1Y/xZASE860hNHl7KsYZHKIsKVgUvKuGB9yzU7RWvG
mnf6ro6AxQBiPa4FHtbTVJOXfIHDNwa2x4ZpkoWbFO3VA1iU+BIefpIx1xXDlocfX7RUfgHdOE1x
W45GAKetNL5K4GKfmmAOzd3pX/TuvfKDPFfi/6Q+qy37aAhFnqY3nwThRlrT9z6ipe8U+AaLLsAs
NM/iv+iU/2cD5oPLweegfC+lMqkJHz3rJMBz1412tPF0lmwkRsBNT5nownatP672rDOvdnmcByVh
z6JdYFIrlsoxMX8ePm6sX4GMhI427Rz6zY+q8Gv3CR1FAdAmNKYXZzDM5EeFX3I769b+b0n6/3cr
/we47b+G2XsUTF38aCMms/9Lfnn7L/7brjS9/yjlUKdXFpV6/g+D5H+3K63/AITh+7AtbREipOgY
/B+Is/0frYg/97BmoWQ0HSjt/6ddKf+j4LcQxW4zMcPx/SeI8zIk/h4yktaS4A8x70iia4/jITqt
qq4D5rrO5Ygq0DZyShUcnv96Hp//+/f+bpq9NSOOL0NXzOIRMLu575p2g2TX6WNWdiKze7BlI54q
W6CcjFRVP/hj0T3KuB+uO42ZYJW3eT+ueuHhQsOUNRls1xzxHDYTaxYoaKo0Jns0XBcIHa45C2df
Q8CN2XWi2bHAJxD61hv6EOk4NqHl8x5jQhRl7w4riPLG98w3zS8DNrCnPklGpNKDU8XEnrXel6ig
tbxSgRbomvP4ukpM5FyqSdw7t7MIUT79ZI5nCJ6/575lSAnmR7rXh58sIMtcp4UJs4ace1RQt87s
flH5Y6DPLJ7LzHb0Bg4udDQVzSGxX0PDhaqge8bLflvh7bI5hnqDtaXhiW99RPSTnrm/o34iuROe
NiGOLyuA1LAED+8viKKut3L8Ic2UwVMpvGEbxGmx7XzH36k+I9FUt2dzkPhw/r7Zt6tKSuKus3Th
PXU0zaMKZ1c/kOQ4W9SFCq+Ptknq5Og2Mvm5SkBn0nexE+p0Er5Z1Rb7caKFjLnFPbMEqqPOpmSV
sSSfPuJl1kFWw8MH0GQ5atRs5GxhF8Bz+y5EoWVJiTzOGitrFRUkmRPDCVCNeucwboBSZJ+I7aDY
yMEJe6VoO3FDcmHrr8DXTc9RMfgPCsbrPeYyb7oqaciBQkiCpUJoTAY+qhiv+Y61h7TJ1jXo2HQD
CvmwLjS2JNW8NhbVpMyK4SnC1dGvy2wjdoIWSL+yamVP27qIp4cy6ImOt02dNWs6F+MOeHVDwZ3D
xLhlKY1f4PmI6sze62iD8vbEaHpzFnawJbBXOXxi2naCuZg6g4aQ23EGsKuniXrwK4LT6czoNN8N
T94OIDia3dgcNZ3nw2thdQf0F0fGqrNpMJakBCJWbToKK+R4fo5bqlujYy8gTinofhvlNkur+h5f
z3xRAzmnKTkYHTzJsLia8KpswaDGmzFR7Jb/aaJ4eyp0c4nMZRgtNpPDX+o6CSq2AqrrlMNqyGJw
xWv8C9GGCbN8SFU5FNvTVzxKv2I90OxI0Y6wYRK2abrW4SW7sC6rduqDdcU39qBTx+X4neV03Mua
MLEsxriLPjJML7KJ4sVqsBPf3Ua66X5YCM8fWzSOAQwlf7pEO46HcsgTyE6DzghvpS7pranaRufW
mqMV7e1Xs2Pn+E8KIHPP8kH+dUpACIsaXfFK+UIeKquxE1SsVIHOvI8PRo6m++5aWqND0m8Rw39d
ZuqLxE4p1qxmSAR3bTe2W2+SXyrA+p9TSRcEgXR7Zg4/1hYt98aHQaC94ygBl/VoEOjAsQzZZcZK
iMm0qXtRkd5rD4wVIbNd+R3fJ/LZgZ4yXU81pv2+mUTLwmJb8dfTo+ODx6yRa+C7IPXHhBp3+JjV
1M/sLAp6IxYXs9GR72A2+OfG4IeXId4CLp20BOPs8DKZThVxtaWxSuaepEA7wQCeDDgYQ8unrhsF
Sr30w5he+rJEYo4nN2MqzMKfmNiiW+rDgOE6F/k8gFp5Jjn7w9+2HG9cXr8Q7tGSSsc/sUKrZaSl
YbvRnQDgKa3g369is5e3384Ry4p2+ATKoDZoTqJXCGKz/ewUA5SEUlrPp1/n0dFhGVl84pKvRvDN
gMw5vIoDxdKcR54zWIlsZ2Dg31etmV34lTXfjnYSXFgK4TC0B//y9JU/+JDYfKLWQ/9DKd06+l5l
BPQgbhlIE9jw6LpIbSxemBU+Cds2vtGGxpI0lEF8f/qyb2evvzZEb3esLNzr6Kv4osTRyMIJKjrl
LssMfWE6QHm6qam9YJW14weQfOlFWbfBvums/lI5ZX2dxGZ3kSDH2GB1bQnaGCjfBOSFt25D9f/0
zzvaF779OkYVyxMpK6CAj8ZWC8UjI20gWHdQFT8ntt3dBw0bCNKJ5/4GtUvU7k5f8aMRwAq4zGZs
2t4tMGM+0s20zIAkMp2tqqyZr9VgFK85jI414jTa9WiBPk2NO307feWPRoC9nGgkIXWSOeVw7PVW
VaV0RIJ1qqCCp2CuAaoO/caIFMUQRDD+NnTj7uGfr8qoA/uNIpSp1Dka8ZiYa0qNHaubwI1GPT34
PvRZZW4ht3SL3SbqIrTJc7Y/fd03AejRwFv0YTafNAc8zn6Ht1uPdTZ0dgWfHQ0XKp24aC4ao4LM
bdt5dcVx3deg/WiObVs2YFc4A63+yqL7AnBhMozVkGHMuah6If5Ekub/RZYAIl8HCYTudUchm4wG
b5pfo8ya5YXXVY1P4Ade+rUD3zjdchKbh52Zuu5XFDOESDQje54LU9H3v2xkNqnVmM0NSH/LrhFx
J/Dyd3Srsgvcuh7uF+3aj9IdrQ72uXRu8SqraS/rJgVSk9PzWSEg6zEJKEwAK5QHHoW6sSM4h8iI
5ky+ofnBl8I5GH46HzPJft7RQmTBq+8QNvAde7K99oNh2GIp6C02skW474K8A0qZCNyyKQJyrYpr
b8K1TLFbXUzQ0C7dqYPTHVrebdUKeddbA+fLM++cV3r8yhEDo1amCqQoux2+8kkic8rRCSBhye1f
MXPaejKq/uX0VZYZ691V+PsImTn1MLQPr6I8wCW8fbZcYclJI3PDDA89IGs6MSIiVq6YbkzI7DbJ
BDDuQXOKM/vpD1ZEik+c9kyNl0u4y7//a1PU0hqPpgnyvR0b5jdTIpWPPRncnL7Pj3btnKQ0Hy4V
U0Kujm6U81uG5SClmlBqe6dSaEKm6DRdXpXtJmQz4eLc9S4LJbCnyTqC7TdGn2Uz01GMEnpj2VTn
TyFSDSAqCLM8MwSMOMXpuaDj95MqXzrk36WCwxwjjh7I5ImEjEKWVVraLBS5FaKjEvFzWQzB7Uww
1OUUxM9jK+wzq+px6ZUFhEq5uezbuTKa9qPpLReIV4hUMpDxVPoilYG+K2gB78eszuFNIX9CPRux
g6KnnAVBcxWLeLitEWdtdB5CID/9zt6PDH4OEjuWsmVj/vZz/xoZiB+mKMor9koGCBoUJdhMkJKd
ucoHRxbF0NfacnnotFCPPrSkr2t2h4OxqmUUAYGhfVrVE4EMZtXLfWbm8+eB8/732UQUukY7CbK0
xNDXRIBOd6mw8q3CTJqt674KccIW6b3E1rvPqwjlXVVn308/lmWuP/xk+b1vJ088A5IP9/CDGRJc
721LdWAYilfFSrDItgzak3okXuL0td4vs4oin1jOckQHkg93eK0gUzjRUfVxbIjduw40OirE1HqE
lm7DAcvYW+jJfj190Q/HIayHxVrB3OK822Yh6HbrUTAOvfBxgW3AUtPMzjKB0ZZOCTR9UtPMtcFh
CjnSjOoDJkAf4h7Hix3hlb06/Ys+euQcoKl1Ul3g6zhafnMoet3AOYr2ZiN2QTVSgzJKOm2rIRr9
M5uqjwYkTXpSlSVlICblo88QyR5lAY+HLmERPnQDQUYQgMaKLQcBR15yURAGkWyAW6ArwZOc4uIW
oYSqk7qwy4TUiBhdqQAC2zOmUC8Nymad2mEbLzAmL4Jxn6G8nrQdmhenn9QHkxdy/LcODqhxbuNw
wGRGYDrJ8jE5vTnc93EcXxTu5K2KtCdeqlbpJ+l3MZ43qZozY/WDky6TBWWOt5I5T+7o2hVS7yYQ
rrGi2dpfRRg+knUbZ5hfhdFHxn3rpc1Nm7B+k6aV+sknsCHz16R28TWffgpHKaBLGYSfomiNM4uS
pqiOvptJJ/5Y9iY1IpVHX4cqJnO0DJxVPepHt6mbi352OTYIq912s9F/K6EIwCUyp/ixwimHKN5j
j0bejDiz9Xm/3lN34L2QocThmLPC4fshiU+kdhAE9M3N+Xs3tLFNjpk0P0W90cz7ofSwOI9RhR7O
m6zosuSgUT6efjofzOu8XnbuNPds8103cTL8xmucCKGjrwAFoXNBQBKcy/r94Ju1JcdTl3YI+4vj
qSt3p6l1CyYR9L5BudIVPK9Cxk62MtAonNnEfHgx3jolBxqXtjraUOaZ7bXK1QalWcSrRH3B/suz
b4Mczad/fniUOXlqeLBYqr2jF5g4CeEPwfKB5X51GQLE2CbowM6UoBdr2/EiY0staQziRjM5pB2O
EyeN+kl1y4znYcaoy3l4Cru+sS6jqGhe7Azr6qWTSFw1RO9t4GjEJdaQ4Jccuq5e9W36w+1MCmq0
yf+AJCHrEER0t+aPoRfrCyYrVGwi/fLvD4euGEG//GKTLvzhr6a2qN0JLQeaYYg1EUK91SRKdWaO
W17m0QJMmVAtPWHSTKl2Hl4lzSrqHgFXMfLOXjdMrPtINuajVYTODdvZcxm+x06nZTaxqZrxGmiE
wXY6WvERQBoNe2IDBzI1VHAZxrNEwb+xwHXsg5oEpijzxxthQ8IP0gRcXzKixYkGC0liEs2X3QDu
VycuaTaNi63ereXK8wJYCYZ1o7w2b2AfNvWZPfcH37kNjYw2NmN1sTYcPifc7aNZOr5BzmZScTpF
DmhMQAf//Z3TK2WpoWfkWGLZwvy1Swzb2uh0yhEXwLy+qmfC4h2zbs9c5aMPXJsWFTWX4u27dW0m
5UYNPpsuHP/eph7tEkC1Z8Wb1MzMaH36lj66mMtWlPFFn88+bvCNsxZZTWjlqgyz8CYaovqyaKgr
qSLwLk9f6qN3xCeOnpAJhYXh6B01VoIRpGJozdptV7lZN5dpm6n701f5YBtpuzRMqEBTrqNFc/iO
khCAaT8ym/T4INbs+OtdMYMVy5uHsck35DlVZ97X+/uiQ8Pn4poUvznwHY0K1JI1iEGOewHnWrLq
xoWDaIxnRvj7F6VRXJCM7LE15ux6NN+YZm5S6GAl6zuR7oTh+CGBBaazNUGY708/w4/uCLcRKG7B
PMCJ6PAZdjFeCoOYbCAeCO0r16gwSTTnXJUfbD6p5iGVwiTNYJdLHM3fn1MywbVHGoZmvG+Mn3UK
k2OELXE129Vw0UGEgLSR1iD4IYoOyOqvdTwB7DcKRQO8IikgBlFt1t1PQKjelxFW8AKmjZ8aEg+8
M9usDx6/LT1a84sMinrs0YYv7QsrykgWQCAYLqfEgtaK0w4eTVlffj/9+N8PYYoGqLsUUzFn4+M5
WGmf0ohJoQQRI7aanH7fZNjZGuklvpnAqIMvoPxafeYWP9hJHl736B6N3KkaG/HYek5xhuva+hEj
697xU5BgZ7G7zwfx2DcQ5FYOyrY7rycJM/FgP09GUuz6FvKo9NvuTN2IJ8xAOFwF+WFLb4mDCgKI
46B7AmFpLHuwPEmFqMr7ZsIO+CgIIyPrMsh0/GXOMTygGAvMP27D90hEhm/HUDrauLxHuJZ7JGUY
4hZsUKp3MVQvjglW4H6JEMSoC158yiF6UOJpmW45avlWA2e/D2yDnbGntx5C+Wm9ELfR+JPpZa1c
eK4Lp4Y8xXXceHVy1YPJ1hv6WaS64sJFwqnn2Yw3RJhYyNlAc/5O58Z+oETO0XaG3nJPrSqGIxLU
+U9w0xGBpp0usWroUqFFH4G1r/mVk15XA8P7JkVfiDZ5WNq3bSGJ50AXMj1bdpyGW682nWgd+LCZ
eE6yvKaEiPQd+SCimWROhp+jrPiSXeQmNf+hp28cPwn0JgNfi/HY8cInh7Q8vjrk9eSU+J75VNVD
7uLFK71myyaNxlYkRtGTqFyQVlx2pvmKFDR/9ShS5mzQQqF2GJfCeSPG0EDWYBjqK71gIEtNz3bf
dAdHrxFmAhCBK1WG2wIDy3dS1tSvBh6f3Iw4Za8Cvy8W0XPf7/MyNzajKUoH0HBUs+toHBTzgIbm
n5XVlc82AWdw/wW0p1xbqzCqivteslld1YDHvbWZWU6203kc0pkiXF1BGoRktDJN330YQvo+HJXC
cthHbqj6tREBDd2HkOMesiEevzUoNb6NE6TbClNAHdm1iQ81q39XjTR/Jn2Fgcgz5s9zGhcA6eJW
/3LhD1k4+Yyg+EwGJThfR8HqBAOygAgRFDrmulLTNG4aw9L0yYOg/Wr2Hb691GnMJwog1nwV65Ac
gtSJezKpMImUFL6A0LrSTofdEOLU2kg8X+0660v52SFu8B7Q9IRkw3SNZ2yD7s+4rBXEZzcI8Zxk
E5y/sVnIij4ZR/hqy+GlMSmO4xowxGNaxdknZHdpiMt9HCWcSUivV52C6sV4BkXCG4Nxuephun+Z
0GFLDLiYPwfbBncNoKy97XEXvEIgHm5T5bSvSU0Y+qUzmPFllbIPnIkOYXCaZvOF/FyEyVUdkbBA
TRabCJQJsqULXMJbbXf4l0qrKMOdTbC0jRZzDhb6NF3kNdZGUlMJGw6xSreRCDdDVfo/1DgbLImZ
Qm0yT74drkXvAZgnzHE/GmNigzqa9RfdG0TNI7LHZt65HaBTNboki40EOv7CO4ZopCJSnVQw0dXr
Avl3hKGwLZ8IYsmLTVo1GBuBmunXzkGOD7wvqjEpB8qd102GAHI/Jo2drcrBIxcHceWUXUeiYlKp
PJOMR4PwjOUjnKznpG4Qd2bmZF3zezGYoBfr/ySmk381Ow6bi39y6DCQN8OVRZ/Xwd+ApRUYcBb9
BiJDcJMjDP+bnQfFTT4RyIdayvdeRJH331ThAsV3YCwmKypcGA6pr0EOJDvIJLvd67I7I80KBVRN
tl9hIc/fuqVG0dW2SXCrwsZKHpEEeRy2c/skqsHKORTo5m42QT/glNHyu9OH/ueIKbtbh03UPVAN
mO+9KUDSk6MUmVYRMRzTHoECyzVR0qq/qlyFDy+aamJ0QhKE7vIGd3LbmGG/GeIZ/H4ZK5uABZIc
ZvI3Xitgi3cCLhrORNWL16FaXDGGB+iR6nhFknfDMrVkdSR/ulqL5ykWGOcS1QR4zomR5JPW+Mv4
jjWPuHQF5DwggwpwppE+DK5FadEc+5FI8KhxrsZyxlynKuJrEL/79karHpY0hhDS1UQcpV8Da6jc
PZUu9dWULTRYu0riB+FW4SvnNQrpvq/cH0SeJKC7u/aLkv04XwjHgqY3kPGInVf07bMIc/9tAlro
3XF1WzvYkYiNFDPjAxPjHwCn03OLWCL5Yltz+o2Z23NvBIEh9ioty+Jna/tJeIFJo0KOOEzphIoL
nlZKsMKugnFnrlyI5l9q5P/dltMqrZVq6gLI5NVEbk2HgJlcOoijwarpARXxaRYTOMB07G8ivx1u
rNYPPxmVL340ZjN2K+CR0y8c2FAt45LKMxjamLA8S+HNXmFi8l4SkWR469Khvg5ZtNMrTdNynXgx
IXoyB4PWpjXrVqutxryQk+0v4WN+ckcfG1sl2iJUYl5VwGQPKVfGyImYS0lcn4ZiU8w0uslQmsgW
9TIJZ5HoOu8HFyD6pbWTJtyB4zKLrVNb4ePgzrXc+40kBBU3fkoY6VWwpLBgOqO7mfhx1jADRKWk
iW4Y5gYEbz9dkLlsENnlvcU5qODnrKas2cwK/6PpI2Xb0scqLhp/wR0bYT78VLMiSyNhroR+RSoq
3U1Rj+7WDww1rCO3JgrLKZXfk1DTua92kWdPRAF79Q3m0Zm8gAhzmCCB9hucDFVCg1LjuKkzJe5l
NlOKxi9nhYAWLfqUTA6Bfam0I18iomyw+NksHKvJnJzPo2nSkx2Fz98z8H0CVPYdcVOXIF43JakD
d8GkoChGo24FAcH1EFx0Zu99qwKIOyQ8N81VN9kLZaCqYVFG3AceL1gct2luApmSbQZN5k091IA6
vRuHYtL0NUtSfgMUccValmIJvMac4G6I0nHJXPGwJu4qZYC4cLBbm9ugcdPuxufN/dK1M3ynoknI
6xT7zhePsDvsTHVMQDdd9+wHe8JUooDwGgZ4r8gJMPVg/SCoLEMvyJ7PIMFiFEDGYFhADjBcZl6/
82S5sb1Y3tpN590ZcdtC3w/DWwACwV1IPNd0lZM19lVOVp6yHTDHh5ocGJzJfUwohtujbFzHUzO9
sPlzyxU+YhlvfDHUwUqYEfiGshoJ9WKv0twHEwTHpBIJk9YM+3uTdLZzmzZhvvZUN9DgDsWmKyvv
T9zYxo9O0uYU8xRq1JCVhSONNdTHdB/kOxkNBKjjfTMvdFwPLZFdBkoXmkVy54xeWj3YjRhxQbWy
Dx74PsJyPbaBX6wLvsMUPrbhfsczE6ZXJeE66XWqcN2sQKdP8bWThbVxH6cirbETpnFymWihPhHL
BrendKpOrw1yt6qVRHVQf9JknFcsd1mSbSudetam6qq83Uus7+7ekcTVX41uDK80ETHuVuCXOia/
p1YooDqwjAALxse0NsAdRgSvb2taDOkqbQxFqjbwxEcBxnHxpuneZM+SZPGqar0g2cIZTKZN13vJ
M/IoTI1ENognsI3BV11gsCGVAVR8MeId3+ikJM8j8fAZE70rP+MoYotl4fIFyWgNMQD8bviUUzKj
c0UuX7rShdXl2P1RqKwgxKTdtrGbhcKhKg8lDb75i5wsi2xDbg/jetKGcwORz8zw7jUEEacFAWIr
9lUd25fQ8HAYDY33YGbO4O4KXMq/oCkEzm4eF3h5nWqZX8hOo2zOCzf80zuxz29js0KK5yRu8TjO
y8XRNmzCwZU/WT3HJz4mjeUF0fh9YQ2aOkmZfcbRG/p4O/36+5KicIdamzT5TAzVvhh6crIdGJps
q0uzB9NttIAJ8IxHG3oDzY1SXduvdYm78aaeOyNYUKJmvS3bsbxw7CJuNmpgU7ASk5YzuM/JaXa1
nSW4mBGoYchzOjAW8GJNmIjZFHfbkoz4dU1FztZkeGBnXGFGnZ9Qz1e3Gi27dRHOEwQdWMFJdp8M
YULKOoT/fhOYPXRnH1hhtkLZoEhZsyb++/8ZzCB0gw6VT0GYEcDSOKyIN+yNak0PppHn2l9Lb+Tw
YEl5w3GdxWOA3MU5Kt3g0AeCIsHxJpMu0SUDPA8XhPNEYiCOIZ/n4GqKz4N4bequvgpFT+YG4ZW/
bXsM/73CQ2SdcBR9yEUfelS5AjIl8jqr0RlpGe4hyTe/HTge6yhX4PRPlxje15U5UbvmIi5DL0VN
87D0oolqtAqrZfsa0H3OTCxHwxxXf3KDzHspMvnj9PU+kLNpG4cFzDkYWlSWjp60VSFrKBUlJWXT
Ocael7er2Zi9duWm4y+y3YavNpBlkg2y6hE2anlXLfzJTsOEIlEuzog59KBhpMY47pPZod99+hd+
VHSxUbZT2kWhQgzy4RNBrykKEIsImIlfQFgVpjN0kxi+ee8an9sSGUaXF9OZEfi+h8lSbaPvEh6X
pdV+eFUnYHXki+KqVtFdG6M5uKukjQE3Ft68axwSP0ibgi5QFWBwT9/x+2sz+BfRqiO05dHKOLw2
nDIfLCnXrmdijotkcC+aPmu+NzL/wa7Y/zzixF81BoCu0xd+/6gxES4oKZNqpqRHeHjhMTI8q8Dd
zd8euiuOP9mVJfwK05dHBFs+pd/oj8dnnvT7EY8OFlEOzVpUqu/wZ0ZtelS10HFaQWxdYWvhoDCz
Dyp0FN7wL9L96Zv8YMQzsXjMLJZAPEHF5fAuDRHhwMabvm7IiN8VhJZtgSukuFfZbbKm2b65cUbF
SilBrHvsazuWFCSe4YMH+Gc3o9i9MscOuZKKvAU1pNgVn/6RHzwUlkFmQPQodACOtX7kFcABlrhk
zb60V0NCsVwUN2Fs7URl/jp9reWtHs21DLJloKN+ee/+Gwhpy8YcsofTF8UNgbe1AefE8CBMho6W
69ZTwTNIKCPYW6Eglk24bu6eqdW/6d4PfwVvhEK9RxlRc5xYSo1/tXCQ22k7WFQmuB3b7Io8ZNtd
12GkvpDxMjwYVWW+jH4/p5ucZUcBgZNsrHBbuL8MQ5AddfqhfFBzdcWigBIuRo9FdHn4e3DEwz9Y
TAx9jLi0wv6CYp0NRjkn7n1GitHGzMJyASS4bMvnaZN2VrWrgN1e1HHcf++pBW67svE3p3/Y+5Gx
/C7aT+ii8LgcC65rOQL8ahkZcZqlm3GGoe5AB9oGgWsQUFSdkyC+n4yQutJzwEOC7JXG6uFzgPAl
KgYifXMCDZ8nWlWriNxY0sW85UgQTOyu4+QN+e1CEjl9s8sfPxoUiH+wCTAiljbi0UuwO+S9pT8h
eR2mel9XoFmIFnXOjL0PHikjD0MCNhk4V+/EdrYdz+aiPgw5Mn5NkFZ/romO3ZHOAU0HHM85T877
ngUrCs0wPhSUyyy6h880oUxhAFNApF3VwZ3OhLsBmgX0vwVFfPoJfnAph34bns/F1Sasoym9zyQE
cMUwDtNu3sxtQyIe+pkVuL9zBvEP9AJcgcHC/pb+NDd2eFuBg/usDwWL9Bhm1xApyudQZWlJXzF3
P4U9cWfwcwYcZGRVXAyz/CP7qNigsxTrEm74usNUfYWWG1AAyJgtFRt/Z3eqxJ+ROMMVhKbwzGLw
4eORFrhdFlqcEsvo/2vW6b0ROWjA10TtKv5N96i/NovB3EVini9Pv4n3MwqNad41qUaUrh12kkfX
wjEHOQICA41qkd3VXdIQnjE07W/k5GmNrgtlr0yCObuKRxAsWBzJP/1RyTBpt/VcVxkpYAjDNhbt
C3lfhl7gndl5vIkjDj44JBNEFnhLTwe94nEzE1RL40P8CNczrcHpOYjGwFwPeDnIu6ZyPW4Co5/S
vW3m4bBvR0gUj4iJ4EwQROhvRkeTwokgokbqwRS/q8oKAphTVlSqyQJET04XCP5g2sp6BwarJetU
+ZFcSdxJgIM6Px+uMm3Vn6CCNgkZRcG4Rc8VEszb+cCVRoOwyNuGLoU886G8NdSPbh2n0NL/5gko
WBGHr8f3M46rBei1mm3dfoBgS9iVcJMXag9WAV+ny+It9UNCaxMSFcodayq1L4SC0ydcPuN0U0WF
AUBysJ0vTefE1ktKw4F04nj66TgxxcMYLCWY8ZZXv2L31b3EWQEKSfRqSrcxWccNncUo/HJ64L2b
RKlfcqTw+Cb5Hx2NwxurAj9N2G9C/hAc9LxaO+uynoYz8sj32yr0A5yPLM22mV3kMSKBJ+VG5sLP
iTu/vCGs0Bv3UI8aIA6ZqvcRPPb5car9nFL3wqJHctd0JIuUxaYviyKlRqc98ufGFm82lQ5fbqGu
xPMZVdP7p4EDDs0sPUvpaX0s3IFIx7YPWRKWpFLQ7Un6CyDt9vZfnzkfOtOgi8Vr+ZKOBhM1ER3z
sVJECp0lsQ3xwBoAZ1SeGbXv9m4QYyTJbDikOSTz5A/frcE/l82CTxpKMrp0ZJsrn0rJdoKWVezj
YLSv+6VbtG5G1VwR/p3o3ek7fbc/4BcsdGKEYosl5ljgM4gcH87ML1CyMHaNIjvBwXZ20zpj0FPC
a8etMkxvL2kUfj596XfrNpf2kERxTkIkSz/+8OZH2u6diAx6q0NFZhxmlE/0GP0HJh3zfvTBhZy+
3gdDZzmFOoutCuiBe/Swfb7yPE4ptrQEsF+Oqfo14bo/80ad91dZbNychBaj5rIjP7wrn5Mw0Wx9
vI7sTD8nlKmTXegpqvk1u4ZwGzdJkNCgDDHgRIRT9dsZHylJJPlqoLaEGKOw+rsiarqfhjLJ3FAT
nWKnU0VHTmmePluOPb76RtgxDwDnNjeNHOYHtGzyNoWg5ewAnjrAOufCaoA9us7LWJqese2SpFeb
mW8K/ItpEFVUiSbjaKSdorsj8AvqAhQtQb8/N4z/xd6Z9caNbVn6rzTuOw1OhwNQXUAHGZNCozXZ
eiFkS+J4OM+/vj/Kt/tmhLKs8n0uoIDKi0ybwYjDw332XutbtzF6wODVyYyq32GkscKNHEbDXTOY
DbD0IhwmzFNBIOC3JvTJNY1nafpuGobmhhf9uOTHCOsRYC+Izbos9RvOJENxV9D+mQ6jDrLWYx7S
VmuU2GQKtc2YaSS7t4C2mGs332akWeTDhSCd/CSC3s032hX6FnCdS0UxG8WVogRg9PqpYXDV8LBA
6pU1ETJjBptNqfvnprRKpANYHJrvJQPovbDLlmivKJrrX1vG/2BQ/vHupf6vQxsunrs6buOuOQKh
LNqmXyAUy/hCFinW5UWfxmOxHA1/gVAEtBOEVzqPP1WnqVoc5f8JQlE09QsWfXtR/fJH2WBpdvyT
hKLo6hdkrfQ4kB5z8NVc8UfJDcsT+a/KwaHngRnURuSNQ8tdBMDHTyztOaKbUkBxEAO1M6Wyx3ur
Iv7TzztcxQx6oVo1FcGBVdsStVPMyfMAjuytqqLpkyLzeDd+/ygQHZa7ortr0tA7/ii5OzWKw3nQ
04uw2fGqnn1bIaDVJnuWbDMzam9SJwx+ViP6g9/vjse7MVYC1GI0ViAYLjJVCorjS2NMpLQ35sJ3
leiBaR8Ywnx8TQh8qkN4Fb+/2PEm+X4xdNb8cEjIkdifKqBLKC6CZGvQG4oJED6CHEBf9pPDwd9f
hGQPChrW2OlRO+rzGq6zUvq6jLW9UiS9P9uGcfv7Wzl+hXMry2ubXwraCIJ4jtnH31vZAO7Ota71
04UJrxCGM4bVHZKI10Wdzy63d3p5TfjaZyUKD8fRsuXCuJdxD7noCUHJLP/+L2efwsIcHra4pklK
VFyvzEzlXPQVExZniMP7wIFGsWEKMi5+JvUZEvh8MQKbu4vMgDy9Cjuo9LtEJr6m1PPoTxPtQ69E
Q/QYG33J3FlXwPnC+VXmlax0Xh6uBfXaaUbjrm0c/iL6O6uh6ymK6xQIxL7Kp/lyGmnN7vVuZsKo
6w0z5aLGLrrqu9Bx925T2/MCG2Es5spYecgTA3EYssMd5QDQBq3tbG0tEoIdV0bZ5KDmLfGpY+zD
2uCHfg9R0JZujHaKccBRXSi8ZToSfpr0ApYn0bax+xmQ5sMzZRssc6yVWPIQkpw+U208YmBptdYf
1Lby3XaR6qjB6Jljr276Wc8/qXDYE0+WBE5TDn90Q9hwxenYxVJkKcB3tJxqsKYoMCWBc1SmH5IA
DhejEL420e/6/QPwNzeJspB+N6cUeDfipBviupFt2lZAJlzaXTd1me6AUkIXNtzrHNnSJ7f4Nz+c
A66T0nEhC2FqO171KqSLIiRs1Q/4SF6waOZCc/ysKj6xr/FUMycCDIMFiP2J7fBkN2y1kpkxG5cf
28n0QINJxuvcKVN3VRUx/um+JLuuh0Ifu8j5/EKhjgbip9t31tSLq5ioZ+fXnf9PgfGP9/PVf11g
7Ir8paufm6P6Yvnhf9UXimN8odcOqYj19/67sWZ+FRjk/HyhzarSmSYNaZGR80L9Z4Wh2V9MxOwc
qfEwLfU6ZcE/CwxN/+KylOmoL+YcHmHzj+qL4weEelrniGOxQy+fz+LjHC9ZoBvEQoNy2IzTMK2N
qVyZIheHVk1uDKUxV+iz/S6wYNSDzc2rx2CorLM5lPq+H5V6rQUhSdPSQC8cf/39o7tEZv1lw+Cj
QaDj4CkwCGFLMZYi66/vkNhuBn1pL27nQQu+Z0EekF8FViD3SsNIt+VAVb22RSP3djGrRJ+Obp6u
LEY7exU20+2MGW2NWrS5U8DTihVpQabPebHYldowXyPiQsZYhhFMJcwC5YpERaSgcyH1H7FFQJbf
FUHwymHNrddJVMtgFaSBdq6Qjf5JZXViHn+/VQsbhsvUHNoERq7jW20iIrijEKdnpCrW3Yj4eyAJ
eIy8oNLsHcam+DbmTbd3wD1t8aPE3yX8GSAJU+R0i487vlBaPbmKA6FtncB1XihtNa8Ly09e7Ced
mPdPysgCYgA/DP/PODlBRg7vWtWNo20yzON1Im15z8iFIHKWBTTR4aqvJ+d+jMZ6M9e9eTW7pbNP
ZrvwCd8LOy/oAGK3QREfrHkaNr9fMicOTT4dH4gWDAd39d3sf/I9WsVoZfR1xKYsm/aW8OfRpye/
5FAQTSDR8DyoU3plkl9y1jDqPxfNoH0y0KeCO123JkhBIt94qdKK5WBx/GMibXRNglyNjY30J7vI
xzA0zkLplGt0Rt/CBKjbZGQg3snc9tFWmh7MohR5zP3MYcZP61w7pATArht7UKFDdFt0mINnUMoQ
nNMXX4cmL8WqUKYdGtx0Y+VCvzZgz29HQm28MnmaSNz16kJNHgoxZYhD8vShwVnvSbvfkiVperUy
3EUoiS6qAf2+OelQByyti+8iY8DqYIV6n2/7wn5ORKjRZUv1bBMgE6DD2PdQ8YMuupdqlW3VWj2P
OS87q6EnGN3NTfAaxhT2+6J2UwBBU0tuF2G0j12AXQ/FV2vwMQQ+j6wv3Y3bq2tXS+5sWGKLMlon
QkExfw6WzJ4cLa12cRUgTtfIizGsUEVlONMJXjVVNqwHctkJMIkG+cq8Gnm1lgqCovl+B2jbtIYT
OIu9W8UPatJOq4Awmt08yurJtWrzUpHZdAhLZ9oSxAjvPKjjfSTGYqeYVfMcOGAiJOHSS2L5piL2
7KxLKRcTYwlmEVm9l9BhR7ixfoMr8JzBYbItrMz6qomEMOQeLNtkMVOIJi0/R+4Wvbptlq51B+ur
ppS3hmgzX9b9N6Tw9YYci2GrdtP8zc4KgG4U0FcZrS4/Hvo4Ws2N6z61Q/DdcYbreVJ7IqQ7YdwV
AzHkjtPfxQMJVH6EE/ouGRTnLczKJDqMDFovDUOOgP41/BuwWNe9MtPEmFK+e5xF42WoE8wOuFmX
t9ZUEkaba9ZW1KSvj2N7C7KiIIK+IqIFONGK0SFNn9Dt7qIIvUKYaUSiTA5gTFTFBBnH/IijXkSb
ShsJjgHN/Ko1OBlcNc/WxeB8p0BKVlkxfM8iV3lVIoLyJFFf18IonkaUweRk8iXPqTqsrcQKtrig
fypTu2ai5NIVG+orJrg/tErXvdEthedgmveKXveKJOzXQonEOrNo28xJDhuIhSTp5x/6WbmJquQm
C0RzvUxGTBC4+4w2DRT2EuZjF7QvaSauhRbQnq+iS6j2wybKYudVme2fSk/ruR/ogmEfwEoSS+ZJ
ZPttVR3biV7QtQmigOwFThSHsQ+iN6Oemkv2GpUAqi7Svw8ziuFCSy0iA4p+F2MGIaJnrukhETu0
r4darEkBeuVV3awagVidNTlclbAINmkSt3cTh7QVA2HzujLEmqOMtnaTrPdLcn0wBKOnOBdVnUro
orG65q0xPsl8dH8YRIDvmZxZ3xQK5acyN8i5peN3HsiGrKguSyWI9tCNdqKZvxa6C1lLc+Q2g811
5VT5z6lkVNM004r9TpyjMyPz2hbBBn65+VDjEL1FoHZGbBi5IFIGN+loz+etHAwQl9ZOQ3LnJcFk
Zata05MdmmACF+hfw1Eoi6h7S3lGn6ikFWcVZLq8YigTopRT7U3WItEypoQg5SHztRCqXFsbLgKS
ZCwfYfoYezwHPG6ZedbB4n9ToZKT8FTX4MmJGVsXQcZ0NbTS5NplMuTZlv4tKafzOhjsfdSwjaF3
qVa0X6qzyJL9WqZGeqDJkV46c2g9xhgACWIfxvxQBI65QcP+vXETL62V6KtSOtWlGYbZbu6zDjXV
kJ9pNscZ2xncu4GspnQR5X1t9LbwVb1pNmhsKaHUMXCxoeA98UUYXxEoaGwKO36ESk0gmab0zLsk
IVk3hH7Rz1k6pysT2+SWGY+1Ley2PlONJvbV2AFVUUMFoW2EbUYJMwuqe3aDz1/6HLSjvdSq5NuQ
aPG9ShLUWxnOw4Wryx+0KOMDI8RybwaKuBuTDN1D6Op7bUjeXKu67TKXpGG3+za/V1R0OfNNJGV1
QbJLvk9zUvoKo7QvKlsj2azug6vEkjcSw0CCAWHFwPiW11R0ZmDuWA91N+4z192oelGeWfVwnljN
lT0JYz1MxmUZExChNIXw0riu93Ypyco0K22Hrdgmkms+C3r1hhDrDk3UUK7gxXDerutWucFTgW4K
m5hnjDEq/TqONkES/MiRuftRE/C6q6xsF04hw/C+fEQAXjxrVVXexzq6nNgEle8afY121xRbTGH9
as7M5JCjxUbdHhk7K3VDHlBTZ67dR3szquwbs3VwR8wVFjm0nCtdIp/MnNq8YoRXZQx9WN+8+fqd
kvfpoaDiu5/c/BYjkv0y6soFWWD3eC1HT5uC66rvS5j2WfI2mbK7yE1LXqCJjnfOSESw3QYDZvYx
Fq95E2dvdtgNl1VfLS1rzGCYexBIa7l6PSZu2Sy2K8nEu1LDeWUrZWLvm54YrVUStmxfGhM2or7J
yHbO+7Do6g1H8MY51HGfKxwfQxTrVT+pKHmDXtG2LURuVRLYMWYG2Srw2VGlQR8mgpneoj8oca6v
RNeijs5opmXbrjTkz5yXU3ZR9clgHyxpVLpHzOLcvGDHWjTyAoOCB27KLna5i09pW45MRm/L3Jbn
WpB17E8ugU89TZX2siVc1NrhQVUmxIq6Gu6ZhFYWIwSjHm66fKqApMQj91bajXGYXU270MwhfOvw
DcYeYv7hVgcOa16yzDsOMHW5bcYoPxcoyy9tyaB3pWPIAt/cBaj57TDpz+FE6xLLzdQ8MuDQ7jt6
Blv01NllmTtsukiDCYqU7rOatsautgtjnSeOjXmmn0keaXG3petcdMR39GrYkvPH+IrYS1SNM5rx
VU/0IZAfwx63gSbHksFpj9eh1guy2qOJtInVXNiD9FrCDe7t1MyUa2li15o7K7zuojjd9BOh4+wy
6mHuVOOC1ql2Dm4q+G7HNUeVVl9sYz2Cq2lNoDh7k1snzQUzfxT3QVsGZ+S5BWepbleqb5lNvicP
c7g1SOY90zvMNCtd7W0sdZq+oxM2/eAboE7rcuBEBqHSXwuGLORT99Rms2RSD4NiEzBr+VE2enwG
bkTDihnEsK30wHgEBWs8UWsba/6T+Ydi2IxjkILjxVQK+9XIWyJW7Lgxb2053NYB+eJdkT/IiujN
wI0fY743L3BGfFLJZaqIx2aOHA/7BQVrD5JHFfq41tPma1/1xnmRT+35jN+GjLkKx0muwtrUrSr/
GrDLJrtEn52SQ6xW5Lsy6ANPq8KMjHboMV4uSIzwWlT1ZzJqg2SNCa4nxiqbW7I4iBLZaWmnKRdR
0Db6TTy7sLxnzIkvA5J/8hFC66UOleqgIj/3c02X+7rUs2+Rm8MwbyBdIGAFomSVdwBCIHlkYXVW
9i77O4SiK4Kf4j11q40HoRyIKSJfd1wyqIiZNCqB7amkw06oyEQ0iL6oNZGg/3DcZvoWmRn2ELtq
zhvMdy9wC7+PKZrlQltcqVFB0kjc1NGTFRccgFFbh746t/pzEmRyP+lVeNGCZ9rFQX8fVrW4N/AL
boYuvGjysfyGWSTa5SPVgm+VXfGstJEVcI7O1PvcYVvziK0coEPVNKJWuRWNyYpwkuRFol5XMyW5
5PmVF0zRksTr+PhQaOlr+AoWTb6/UFDbWM4blmLLl0N71pcExqWpeoblNML9V4/GRUqJvI5E1V5V
mpRrvgmRkYzHXJI5QIYhZmyc8iUG37AqmfMVjUGSikHjGfZqPjwReKv6qtPeGEHIH0Hp3+PpyoPH
lOgbnGK5026FyUNjjxjkpqLc5ToThszmlRrZVU1qHKGoDlEmXhi78typaqpPIuArAwWLVruINUvl
Neu78Sptkj3vXXa5IG/f4pEAxFVp94676yzSZ/yaMar0xrwtdi1mtYQgmcElnheCxTbUWkRhpVk2
F3znb7kaT9hJJrEzoEJhBFfWtULkmyMJz22MaK8It71xVXkztDHzztR5DCuG1WZTUUwa9XPYhMNK
SZYIo74M7oievEmTVLsYpZ3fO/pcke8n0ukbtjvDZrxqBis80nJDItX4gx1l3vZkRXXTgFlWGbhe
ppVYwAagdhZn1KZzoj0qntYnPHHqfEzLNI7MNGHxExOGjZr3q0vIZUa148WJnTwQFJR4oqLkpPju
z4tCRjtKuvRAVBpN4HYcEISb+2xsz7EKZrcT06gl2RUAVWlxmEvqIr8nG3b0o9HG5JJEjcAWZyrG
LYbr+HGQnS5XucmkdTXWOnY0c2KTr9jN3UkTlyPOEggmo7FugOJ+540T+UgNcYsBRt4Uca/6Jqz9
Z1ygD2WGo4fBQfIDN0xzwI+ETbFKI0rWZh9mya2pOOl3kkQrsVWzJNy7tZH8bKmVH6PRGTaxNYQP
FLbKoXA77byU/fDczU19NU9V46tGzAuXT5YSbNfGhkmepkH5MBf6T5WAOuhwU+lsZG0RVq7yMtgT
uqSdL7pjH7VhcYgTPXl9b5/8URP3rpD8338sf+ZnwagrDqP2P//j6H9dxD/roine2t/+V9vX4vJZ
vjan/9HR39z85/u/Dl+LJcDi6H+s8zZup5vutZ6+vjZd9utT/PO//O/+y3+mX9xN5ev//sfPosvb
5W8LgUL8tV8LvuMvfaYPURq3z91L/L/+T/384zhP4/2P/WrzCvEFnqJlw+rQIX7SE/x/XV7D/LKk
DSz9KEToGhr0/9/kNfQvyAKZayLG4MiESPBfTV7riwHnCQSBQDZGsPyf9Hh/qc7/NUS2GRsvA2QL
xQdEW+YHJ027cLLJ3dRMsEWVVijbIAzla2y6A9LQ2hZnI1xZlJIzbgfYqSq1v9FOD2zVUtv3iVK5
nko75q3GtHwbhi7dXh0B8q5z9GSrRzN6XWZxAdTGIaBGdMNqV5rh4tCdSPTEfR++iDys9k6j3Oez
I7zaUfODJpfOkIEB9DFOKhufaKy8cMxSv9plrm1I5cV4pGvfjSEgiALI2sp1FgByVOUGmyQvsedR
z6zvxG/UFCt29tXRSO2hwkkxuYUYevhJzvncLuEbwPCoSUpdvIVtTqp1VvfkGHW5eS0CtuOl0+0R
CjTc0JMG45V2Ia9qg5P6tjH7jiBmtrHt1LTEBCIeSQefnVom+7KSs3kImtHGXJBmWBJJb05Qp0R6
vzXg6vFKaYK0vYgAB26RvOgXiVKm0BxyW3xTWzse73XR1fkef3B2oApqXoPIyrYmWUg57RzaqKtM
r4glixDd+JNGZOCtTBhIDrs8J1X7J7C51EYL1WPGkg9Ek01u7wdDIK1qS+vKDO4gwU0AH0RZVlq0
ppTtqv5tiEZVxweMRL1scB8J2QWa8qq5hdJd65UQAMf4wULdXedx0DEkpVdVO6XKy0M4qJ84jsfh
Zax0WRF5LG+lGAw/1C2EPKanY/HWLhKk/CTZ9ktTU+1M1I96rnYvw6DgJJesoIssEU29H6rOtTyA
24Vz7swNCl2byi5YK9pIRKtwQvgrFm0zv5rHkMi2wXGfu05gdMYv5h4g/4iWKq01aUKOWDq7DbWa
ZIaJ0I8uY6U3XtdRkly0Zmb2Xy3owiwticbhuxDRRLcgkBN5LHXvPrpuygCNaeSlRQOt26hRm96g
aXL6r1qikP06BGXdPNBisx4CpD4vkUpH5aoq+vJpnNI83s42nAK41RBVqtF1B28spLh2StK7vK5U
ZOxb2Cuj+2aw02nbd04rvcHGUmzVgmZeqirxRIao7fwk0DOc6GLqbXQI9HEePI1uz+y1Qmncs2xI
528tSQAXVURv7jDrA2mcipuCZbDHWI/Xda7MYMvzcLhyIuyBu74sp9XsEGK2MeypvuGsrd8LMemK
HxCY+R18BtcmOTUqvCbtOGkM0l1zym41jHH9tMrn0aGFDyrzroqnoPF6pKH3STTrybrCP7evC4oF
zoZlGBCbOFRkj4fVMD+rzlAPQKzhOVBRTWF5FiVpBWJaxpBUyGRQOc6GbXmF/orsDqAO6XyXR9hU
YHuxFleDVmnEUxdxh49sMuwXslkzC0AnkXa+PtTlHRrrsN2XTmwRLdDJCGdlxUGNpo7VbzjLUD0E
hCTLdQuCeViVBKs/l6k0d4U2RFfo8nqTjFeFN3pn4AIGDWoqDYMDRNNeQEoNrWKTxz/BhPY6Q+e6
LvVRP3NxJtPYC6vkzXZGtdsMWYGHrHV1GqP2HOHEjJQsJogDVJk/hSpJ6GNjM4xQF3HqVIT5g4O3
HRu4FdLvmZ3ikUmt+D6i2lA5uVlx6Gv5NBDuLgI0rQONcpzIccwUmz8dRmtjtNDf5rGZbib4BeEh
xdYAMS+srjgzuo8KGysIApdnaBMhh9sXdgmi06kIbwEjEmCPpbZBtVZhNYGWPZp9DklAtrGFSDzP
co+kE6YZjOIKP+/Jco4PRkMG8F6v3AI/Pkj0rPUaRXew9/XEMUbF1uiGAIpCrEhahW1fR7OnBMSI
c+wZJq1G1+dYc72E4aq9dV4WVlLEbB8gmOQqDZvhSVahu471yuD43OkqyiMIvUlRJlgVqxDEY3lt
D7qRmjgFhazoBa0G4PlwSDVOT6Z1GZgqBvYRj7XK6qhqvSG7UTEVphspXy6ZIAY5whJdOeE2Hm7L
cVzRWqWHuk+EUhHezmtRO8/VfNTVddzhsx/WUdgDpdhMnJqJW0bO4OvIcekyZimW9K1jZjNjQrUm
SQjDK+L/rlt3kW0MBymigJNEbKTWmF4TNEIjGbSFKytEl5ryU0SGJMJ5CMfq3EwWQXWea0+IwKf0
drIVutnC6SZa7k6d38aVazOJiToVKQMpjhanDdnWN4lThLjsmaoOOwifMxbbsWneMqJG7pTRRS7b
ItDEzl6X8hX0WxZuAs1qWk+bM6hBhTHqT2WG/vBOGQaikepMzhTyeTnlvmzMwL7SUyMuD6Gp46gA
/hI4PBaRO+M2D2TET5DRwPYcha7ntmr48Pj/Y9lYfiOdXnzrl6klAIcaqc5VO3datupkqEJ9oZPb
bGymdMQeDFWOO5pmjPto6FFr7Y15suR5pHbhforZSM4p81VBQBR/57xVc0Y+l4lVjfr1TFq24Y1Z
HaWbaswt6ybBZGD4etzrxDAbkCQybS5dz1gU4peDBezWGSbnquWO3IeQ9EyHTYXU88sMz7J5luH9
rckzTxUqcnCsan7Vklk1AdBQxZWa22nlzV0rW47nVGQ/SZgMC6wUHROOSglrT3ZjiDGacTQBq8HG
Rt/UePUUE2mMhgl4LKGdGA6etLiOymXTMYunwu7ib5nWYkllcufMTM3G2drDvq3iG7eM8lttAsL7
oCSjDZBA6dNMP2PnwDqbVfRHMy/U3PrNLLiph8KRubsuEtlHfuO0FQ5MVn8THOrMNtUtx7ls3jhN
2sCyDRrSBryYJyIevawyK+aWppr8LLPewsbdh/O8iliL03Uvxyh86to5e0qsURjenFh8UDwHy2+a
5aJcF5S88R5aZiPuwhxLklxJIVq5oTYMGFqP3bgpSWQOzjs3sOavGk137S6eIjVZz1VB/Dynx0p/
yvWoa67lJHIMuaP9BCdCRZfb0BTYdm3MUqHXUtL0H8yyR9lDQ5GvbR5AcRmajPunLsEKy+7QQAGb
HLfrdzARMoNIFhsy1qCGE/nUiZF9C1jb6oWMZC22nErnaN86JbALh/jHxrNmm3E3U8uWWzQqpbNW
AjZSvzZCwegnViZzQ90VXWjjoD/m2Zhc6Zoi7xz4xJMnAs7E6xagDoNfq6cKbzVewWpBPdxEk8rf
78DKIrbFNCp/Ip7gUXVbEDdm1HWdPw3CVtbZjJLtKhVlm15pGhSBVZfm7g6hg9KcTW6WvEOc4s2Y
qd1Z0KjOc4BIDbyVqJwnvBrd4EsWjUXKeEP2oxrYEMemdOoWYHP2ZrUlTGAwAazmzmzeClWM92XX
a9s+UO0IYLssv+LKHqaNwezwW4ZEI2Nih1ueeTEZDkGs3gSABq5qRWte7Cimc6BhidUBsTm0OmdF
BYChGyazrxx20oquAque3rPKFlHETEYad1D1NZF/c4gqb6aptkFoaB7myBxpRze9Eb1wHq/ERmQp
hBfdjARvWikbd08DkPByJU0ORdujLw+Bd7Tguwun9wAHjc+iriYgI3aFNLClXuSQDV1VUlcHtX3u
WAXcGy3QIGs0tYB8hXuOV0PR2ddU6e6zlADvEhLIxYpodnjKk06D0DMScxx8qtz+LqL12O0gT07X
Vt+x8UyhmexQSTIkkFFguWsGOOMP4BlusZc9enbs0AreTrfQbAKGxdAVZ+3YAZ4YSjsCHzWysX+i
iTsW4iHzWr5h5GlIxzBHI6091iekpjaiOpyll0JmBW9OKfE2ioHPwqGAz9xiM2MWX7dz/4nodZGb
/vUciq4RAT/BSWyUyK1PeYpFTX1RwXbDxJel4HNmEd7Sh8v9LIu4ukTJ4PXUyKgZ6I/NlBR/avrk
EyDYZlgglgQETDTH985ruprTmC26pAdOZ1Kam6CZmre/9Aeuf93RX6MlPxiOlxtd1I6LVhm34ql1
Zs6WY9CgkCk7zmXj21UDbqqzYvdch5+jgEkpQNUF88i3QBXHhqJV0J68CKfqHcgA+mW//0THykR+
c975y9HfAciAg+qdAPwXPW6bKExDzbjw5skgtp6w512O9/Xmz6+ySNqWRQUM+PQqqYYRwsYN4WFS
nPccjExKnCD/xGW1iHiOV5HAm6MtHhacrohJj39DAYCGmD/GnzTXUKixX+gOp5Zquk8Y9RWfrNmP
35yNrQ3THl4oYfFXHV8NOGtgMYfLKchcHpFJmOOanIb+M7r8sWpo+YUwByPYxkyLvB4F5vF1eshz
vO54NoIg75NNoQjq1WCqmSwYZb5OjTb+LOXqWGD3fkl7IRVAoLAsbA4nD4NL+hGvVon108qbNyiH
xrWIov6gRp11p86D/MnrZgRuzzr9ZD1++A25VZDp0BmIaeNwdbIHFSQJuRYzTwKCsoGdehQ0i3Gb
wUKrw0T/BCZ6ogt73/IEGVJ8q2jscN6fSLKgspXI7B1qm540eo5nIy+GJJume9FDD/e4vn0TiEg8
OJUT5Ohf7OAyBm397fcPyIcf2Vy0+Ci6EYgRu3vqKpsaNdENRUgvaZ2lJslnjhDMeKLQU6vUMlYi
sz5dWX+z30PctZFOLRsSZvvjlRUTdg1XgJGiaIV4IK9cY2oRJ8Q/E4Gtoq90wZ8lwPOAYclPguI+
/M6wN1SI1vBmqG8+7DtaUi9nYIZEWW8HBxQaUcGh0GnewsjkCPNH3y6+S6Gh/GNWZZG/Q6zv8Y1O
jdWpSOAwQXM+PXRdTxhf5Vjfs4aZRO3QGfzkgid7w3JBXiFseIsIFJnjyQVLNyGJvitgzbc2/dBE
9H72+a56smhoG5PSxNt6aQfjtv+w3zlxFpUYX7w2lagFoOpBpmuY6hQDihpLHT97fZ0smF8XXC7H
Yl3m3ScLxpKoN/qgjD1EjPoTCuD0cWQLomMi/C6kDwQyjwf19z/eyUrhogb+ZtwiJrp2HFcn32Uj
7Hpg8onkRxleAlownlt0L5n+p1EKy4UEXiq6XBDz8Pec7AXgp9HP14CWJx6LVQZlwsuyFpmEnn4W
5fo390TKksXxggsuHpzjBTmow6TGHAJWYwAJ9v2mMspTH/PgZ5c6MQXwdPPOwHOGs4Ju61LfHV8r
CyyRNAYA1NLgjrQyAYvQmkPbXySVmJOzYLbDGwaJweUsOWqtNIEkzXNgCwfbngFydlFqCOzWf/qr
oo6BrsGyxUIHDOr4U6GKdMqkIcpbnznWBWpNzJXTMdZd/unPL2Wwcjgiv9uWT74AJHXRmEfARLSq
vwdfe9/L7h7swf2fX2Zx/umI8i3w+Sd3lMQoBvOIlnmrJYKjZ5atzcQxVxhosn/jy4MmhF/GYKWy
iI6/vLhTbafHUse0V05etDAZoQsQkrb80+/v6uMjDwuIERQbNS5DVtPxpWiwZGmtg2Cj1kl2dJt5
vkdkaHtYcMmO+UZ4IRA0/fz9VU/OA6xZinBeDuBKWCAAiY6v2uepAvWY/GB2OLfwVM6alwPamSu3
aVmnCHgeEVig1HQY57ROJT+pVz8+nyAL8FdQoGMvoGI9vj7E48GpFEIeUUWV+rWtZvpTkS21gbQk
H+j3d/vxatzqAl9TUYZz3ZNyS0Ir6Vx7iRurp3tFKjS+rfb+v7EXfLwQoz7k+cJkcuhClT++LS0Z
HAbIxDuk8/j+JDA4+7eeBAtU/ZKKrYOb0U+/vbYsxtgSS1ilNfd+zG/0UI1dz9iKf/rTr86iOjb5
9ridjyXM0LZOaAA6XVVNcrY821KNz/6dZ5uFgHWRepR3LgXa8ReXCcFZGAXfyjGj4kC/Fd2amR+S
qH35/f18KBzIg8N9r1F7c1riNHR8IQElvU5a2h2JqSU7WB8IUj7dqf7mIqDIFhsyffOPF2ltSdJC
QmRBZuT5rSmi5o0nytz88a04y1nacgE6L9io41uRQ1ExCRoDfPFGeMP7JT9UbffZyfLjkgZCQdgS
xieDjeI0epb6No6RPwUrvSC9yDe5t37bkSmPfiNdAjJ+f1N/ezlzKVttShH83Mc3FUxNHiBRXS43
TPfZMM77aqJhgCRkXP/5pSwHWgjmZkxgpw8rfItJYzRAOqAk08vP3Lg4qCnH56KKoYH//mIflgRN
AOLlTA7opHN9OPGBW3Unmt7KKglg9oNw4Cwbsfj+8CpUjSZiCDYG1gNsqONvT5lTnD9cZhUvy62h
4+qXk/PHXxxX4Uuj+7e8jnlnHV+FDOJeseo0ICxRhbjbATTrOStL+yu1pFl90nT4UIRzNUQcbEIU
/JSOJ0/s2BmNQ2oprpI4jR8Mo0C7oBrV10nrmbcnVvhJjtqHX4rrEQeInoQ3BXXdyfVUcpYrRuou
qRS0lBVL730kZ8nuj38prmNwO+CJ8CeebHgBR5siQc65ijIF8IUqR46DJJNXqPT+9EoESdJ/WoIl
sceeRi5O7f9l70yW40ayrP0qbb2HDPOw6A0iAjEyOA/SBkZSEmbAAcf89P2ByqpKUvUn/1y2WWWa
yaRMkcFAAO7X7z3nO3MDCXTgiSrqLmO4hi7eB2MD3vqvX8j6rZThllgqM7KaUNfw6/v7As3bUOID
WZY91m6AwuNFEob6S4Ea4SSkQYTOMIjqUngMOzHzGYu5YErRdzRq6vpzTMIMKClqVb80VOUIPLc7
oW+Q9LJbnLaApLtz1/bWN6uycZ8AXpZnRyvmh9ib6B3Qfpzu0fpV4lhjk8oCp045eQ6OmVwz0qbv
10Z4H31cl3W0zySTBnKTrcc6HAyUp6EVfZV4yuNAX05Z9+PQhGd66hLaeW0BGrHUUt4Ps3Cjs2yL
0PQZAxpXdaS781oiaDh5AEXB/5vRImFFgE5fGVzRj7kf4WSzlg/6OmrscTdHU+We20Rq31JHodxx
nY72719/HL/fxy5tB47kdNCWPsyH+1jmOPLTDi9yF1HDykwpGTx9eh///nQiIGYvZbpIuxVIxfvP
PORyYAFnezBdUlx9Ix/Dc+l11JCDEp5R0n0GXPv4tsiy4qCFqAorO2eBjz30qhlyWkTk8VWQ1n6O
XmFuIchFn3Cv/s2rLIxOdKus2phgPiykqasks4Xcw0cESymeUGbNllLc/vVH9HGzW3K50JjRAWQh
oCX34VUgx+udjNWQ2X1XHVNwuHhh85ATQGF/etD4N2+JExoPKKU/hfDHciFLRZdUVUdw5aCYflWw
LUQMLn8tAv9RMn6iZARo+afP/jcl4zl5fUb22z3/Wf349jX/cKvrX5YJCSdObglODwto7R9udecL
zQVueCpWi16XwW3yD7e69YX9A6kPDwKPH0/Ev4SM6hfg1svBcql3VToBf0fJ+P5Oxd5rUSnRsWYP
WdSUHxESTs5tjHkXRnkJ8Q6Zs3XrmNgzDcBvn9h43+8iby/FaQP7PfepSxnzQTLJyi6g63tNMDjV
HjHMdYoPJHb1O7MJj62jfLIR//5yXHKWE07EKq3Ej/VtJlR3GhKrAUlp3JmhuzGQZGDrS/MFjXwx
p0g1/vTJ/5sZ1e/XklfkE2ZdZEdi6vB+yewbaTVTxyvGiOnpMDBS7+sNBp/PQtTemuv/mtcsl9JR
YRjQCeNO4NcPGzI0k4Zm1NQETKAlIJUs2yRau8R0iggEtRZnR8uR7Z01pSIoy35PzNEt3+kbwRhP
xWRvS+wTuu8M6Ewmu7lUzVBsbD3cl8ixb6yu+KzW+zAuWG4zzn/UlXwcwBGYj7y/NimB1VruRXmQ
Ku2FXdUn0kCunMibToWD5SpW+3UPuwDVpVZu5kF+1jV726/eXbLlB4Caw8MGNILV+f0PABKXxIjc
zQJC+dANlmOFlcwM9cBDbZ8gB/IBdO49jSyyTkEd65z00DuMkfWsqsOxikZl1arzq4627ZPy6n3L
5u3ScKgkMxtNM0yGt+rrT4NE4rLS2GLcDrwns7rNHNqYDyPDkvu2K1XEAGLeFIbAfj2QY2SuC2Ea
V39958J75O3/+fKwEIGxY00BWrHIrT9cngUnYCYJIrYCl8pPJZ2sb/M0WTHQHkfdK/oiY4ubObtC
GlR8VcLmjgphXodoIcko0od+04uZ68a49IYvEwcGE2pgAjNCGNnfdWEX4hiMkpXLE7L2BGC4udpP
VpQ9wWjQmSHdmTKMFTJHBzOBEaf3wxari6Nv0gkQ46YiHKw76RWiRbCe5BfZonX6m8jItRe3zNNz
GVY1Q1+oRl+bOmkfJf88MqNVX3BID+Is52Z21iVmKQR5Uw1poUwKHedMOAVSpB7C0QZXRGRLudYq
5NRWUZRnZ5gwPsSV7H+gi8H5NdhdWK8c2WTPUmnDhyYrpz3LUGZs6nGctyU0wCAra2WrJk41Pspu
0tLtFKrTQnPove1oEhni2M1ijxN2eXZlUW36TBE/iL6Y7khqsW1Sn9z8FNckSMEubH/q05jWhNa4
nJdlWz1OEcmvIiMjAJvMVFvEZ9c8z0k/99U276r8ZDRO+zPWB4AGMKAeS9DoCSJWpXgqgfecy9kb
LjSnRRyg5Tq5GAlhWgq5UOtSGCmWLRSq2aqBmHOI4xbbbG9W067MQ00PZIJtx0feTLRG7hFq5Ne2
N2xjne7mVg7AszZuJMDjaI598tCyE01E2M0LQD7lMuosMe1jgQBuk0agGzeudHBIkhc4zyv6+XEb
cC0htRLck7aHolabvRclgjeJSrq31wRg19MeU5WW7bG6Nght29haVQjWg9iyslVfizpmK8sK91JP
kgl39aSr4bo3MiyNnV3Nq7KxtcY3jfbejKxUZY4gx2fdrNPOJxW5rw9ZQwW+6ed2ii5IKFfSNcdH
kwCzLL0OMxO5WzcVyh1kIryODS6bdVlj0QG62CvJizW7WCgBZ9hzUKA2rgLEMNb1qExhvHcXy2m1
mE8bZzJ/uG+OVFlj1M8Wm+qMs/iittz2gguX/mwWO6s1uVfhNGChzaN72s0X2WJ9nfHACsO27p2y
yI5K7nW7xHDJO0SLmK+KxUAbYgb10ZsSILbYawekPsSQhPY1kvZ4r82TjhYZQ665WHMp+MfVtNh1
Ywfjbr5YeN3FzBsvtl68Mfkmnr3qXi6m3zAtHxUwHCvdmPJdLtCUFotJmAnhi0oOUqAvBmJg3OFq
1nAwo31RriMQECNHVEzHIzZKHlbzuurHg2sI5zgsFmUljgGcLbbltLLNVWWB0KoM7Vwhl90oenc5
ad1JW2zPCI+DKC3GfaqSJDgTrrabNfdWcXAw6xKIRa8UQVXmyiX5OLgNieZA4dZq+6Fzin1bueIi
H5MyMEB/ELeJNVu3CdAhWPdKx7SdQt7fE+OTry2srneKqgmYK7i8xzR7qRffNyr1+ee4eMEL1s2n
ZvGHN4tTvG/L6yjG6GY4BSt5sTjKtcVbLrkma+HgNzeK1N4OaddsoY9gR08WZ3q5eNRH9AliLd6s
60ORPzIqNQIbW7u++NulqOhwWr9s71iogmbxwjeY4gcCADmh4mG90xfPfIl5vsy0NvatN0c99q0z
IULxDQ2rFefmr2amm5RGVXm0rQxTvprOHJgzLTuHaZcdoZn2G7hj9aGP225N9BAh7EPl7I1pOAk0
tUFZ5cmZVL/rIdEwKKI9BhAgTFgBrhTDuV/4ATEwpwN2YgnWgUSO9g0z0HA89/UFPmALgsiB9u2L
BUyA9c4JIiG/Mw5yVq7e1Jda1hCHaRIJv60XtEEbca2x1S3Eg3lq8h2CZZQ+YgTEAjthGVZtVHec
T+Zoe9dl4U0HhDn1GhEoTe7UMR5iFostkhZ9q2BeOWntiFUWJkO2wBmGBdNApt18NiE3eEoU7VwF
CXFX2VjejBG4xbyAHvDLmH7EyPBbMYvpKTfaEto5aAi7acdvee7OG7DiKXl0SmWcsLjAk4hxoqxd
kU9bURjWVV1RFaYLhgI58hxoC5rCZWi6qh0j3RDrQ8DXgrEYYg8Ai65W40rHPLOLGG4F7SirDWmy
BlmA8Vds5MY2k93s+ebCyGBLNl/HhIwFK2vqk1rkcuPiXvDtMeT7o0XeJgtuA1XkS1/Oh76anzMB
AabEMbMSvAUMkeGLZHnaoHS98cBEbtXcuDJQHSJlbp7R4qbbqNbB0ICkxTlEIGmfNFdzbF/Cjrkt
JYSQWuivkeE26x5b5CYuU8CsYTYGkaahbJ+UVd2TRWpB6F0VSv0yLSSSZmGShCrp9F5/MBPnFQpH
uC2zDnZJwr6d26iGuJzfiimOobaUw0qIVvmhO+lNVKKr9gAWCjfON0Jjb4Nwmfywa6Ht24VkQPqH
d901+UgQiDt2q7zz3HVUtabhexWWJ1WwUOWm3QUpFsclt/UFK2/3HL/xXCYLi/u8QF7ikXvdj/TG
fKLasM+4vIp41es8MruxS/P7RGnrfO0BkRELTaZxpXHX525Xr5AtXoWt3YlNnJnNOl+gNE2UzATo
xfltjl3ym9coySV4iqxbEfCRJEf8i1C1ptj7OmfELQJMMXPVb7GVPfAkJPs8Nho8TUTV/cgsl1vI
i632aemBX4P9HbeJCCNnXRVQlHzRZVqI7xUJ2SLcoQ+izUyC1tPo1tQSiUFNh2KXZEk9hqG25oSa
gWNB41essDbqlwh6qivUS50KLKGpHkJbGdW1sEa9BgTk4U6a6iS5q5IU/JEmhxTfC0adB6MoTRz9
biN/yq4Dlj8oY2X5BhTyym8sKe5IW6TWi5v8G4LGbm3NOauQULQTzAPzTABmZR4ItXJCoCjpKLc2
muIL103S7wCq8mgDcMXYS7s1TkUTuzuSRNsbbyrIzkvYnx9T1oCVxG9yO3bVxijM8SjgUDS+rbYl
S5Yafp2y0dwCXBmO5GUPO0Bm4iKZWvMli5cK07egU37DSe7+zIt63HKXz9eDE4W7MlrQxULWxlYf
YXpLnnst6MN+8nxQFNCZ83LGCN/lc0R+ZDZdpXpk9zeJ507xukvUgi3QttaR0xp8W5n2q5EGn1jZ
XkHAGFUOUkedRYb0m+yUOW46blVRjk8abqILte6s2FuHbasafoN9XPdjo4yLe9zW46vD0eqH6Nzp
VsPA7q3bXDR7V6s9/GtjhENbb1T1JZEjazhlUnVbR2UeX/XNshhgs52sFevGYhqq6GfKcKpu6pwb
YosTUTm35PcBdIHAvEn1odzoWiyfSEL1niTfO97QvyjWdpv31xpnhAOJz+1NmczKNp/y9uSgIH+U
LvwOCuq5Tn2sK+ODmCbEFM2SzQKDZSa7uSYwptqbRhWZ1J0zqs4iHHv7IU8sCrFmti50+mL5KmlT
e7P49zOyQcw0IF5NC89wUyaGDLHViB+s8Ihw8Yxohbs1BEO+O1WilH2gJQgWp4+pCLyRPFMc1lb7
QARvdFU4Lpl6ONaym1pv0F+bU9ruhtroVwURsVyIZuIHZWgxp22Y+TjF4m2vK+yBjUiw7kPZPkal
5F1yFK9vZ6xPX8lSJAZVA939U/eyYYdifFerE6eQUZX3Y8GG43jpTP6wSHb6kBfdys7beYsjKF73
EVpne5AgtggY3sXK3IBbneMLWAVoYOng4zBp6iCswnnlhU79XUfz3PlhH5U8Mp16N8dO92vy/58G
4WcNQnDU//X/pllePefP3bvm4PL3fzUHwVh+AVWMAxeF1hItw6n8V29QM7QvtKff+tS0+ugo/bM1
6H5BnE8z0UWbBPl1gcz+wbEEY4nslP/MOJJzNn/h73QGlx71vzoCCxn7TaDL+NQzUU7+lrWi12FR
Vc508pICwmzqLGnG7uSPGit2L8jbEsa0YcsoNn+6Pp+20ZYXRkm+AF8XhSNv5kPzXKWF5WEIak5u
jJqsB1qGgI30R41Iq9Vfv9SH1vmvl/IYo5Chgqf8I8y5z0F6d0PZnKrQy1dZ2wPttOzkkzf0NpF5
fykZmyFTQZjDkZxP+33vKYEa0al53eGHUCRWMTcOpGrl9w44uwPJ20NgZbmm46Mk7xboZM0iYmNY
XvFDD88JFLfNYErbBqJTN1tl1qnjiBgmC1ufHf2yNjrSmwc8PF+rJLsgAK1q8T11yp0GK/8x6+vh
O8g75aujGAR3zqz9fjKmPeuTwgHFG+PpJi10/d7shvprG2nOMYrHFxTh6nVTlsOa3GXgO/Qw6pLV
pRi/ebOGuPhvfxaMz9Fsg8C0Fxjm+4uka7LQtUFtTxmGj4DogGJNFvtnoRDv+1xvNxcNdR6QZWbP
jPbDRwGE1IzoUcgTutmHvl4b3TmuB7E17PCzLKeP0RDL3QUoGeUsCull8sxz/2faquwiOFMilKdw
SuAdggKI4IiFBuUltedrlAYC6yViixWy6NVE47jr262cVN/lyOU2V3r3jK9lT0rGD0KQN+Sabgvv
kl4FncAzTqlVBvMyxiVuFQ8u2uMO/Mgw48wxTlpz1aPnoRqWNyFW4Fj9ZiaPaX+Q1Qr/qTITMeWo
m4jc2dRoVm7aBeByQORsNexDo/0oQZBV03WWUU+GpxSb2pheT/aPsH2Y5vQ4JDdV1wa5BkyM0lA7
49lcDXZguNGG1h2/fXaM/NIV+q7sbhqwnJ/cLcuU88MzZSwCPrKZKEIB6L+/uF3CXlqRpn2i8aNt
+WNgu6UapFn5I8mqaTVlWnKyo/m5oE7ZOjONorjt4zsty85JKdTAotu4XhxEx6qBnlLQx9La7knT
9aA3f/QayKU8NWfQcSU2UIJ+rrKkylaeYt62S2RuGxvGSpMjLc1B+54Lq91njtUfPQwbF0Cgar9U
am3dkDZwa2S22AMsGPikymmrlyLe//X1eGvQ/nY9liA+2L461+TDSCCjwy7Szm4BsLrG2gEWFbAe
TYdZzNbKLI3+pzeMLOFODuOlL4ynSJY6hpJRJY18gQWEdr1MR7S1hdd2paB3wWjWezCcUgzqLDa7
MZR8544gY9PMPvtAP0wIfj2ZSzgE0m+cyu5H5TdMRyvmwranYhpM1PxRvZKRZ29bMUFycYdym1M6
HwcXV7HQukeHMPPtX1/E5YH8eA25pRihaggeON+8v6eGkr4y+ardSXFHVjpPSY+45umCYVj5ZOf5
ty/F1sr0D7yJ+nFLKAHf1XLuupOHjxqD+KRtCj1Tv8YdptK/flcfAMO/rixjRkwaeBWwhnxY81St
daWFj/uUC7U9cyJy10ZaGNdD3w5HLobhZ/HsrpyhyU6xpkJ41hsZYB+Zdk5cW5cT/Y9Ab3H34l7W
P5kKfhjMLD8dsyx2RhWpAWOij0aSCNL0IDmQnKKGDCkZ2wMNLhXzGmNznMOD0a2dCLq61xpPYZ0Y
a+Kow51VDkNQarO9tfNh3gGrBYA09+o5sib9k8/q90oIuTAbt4OefhFNfihIwGzENhHn4lSNbXVT
lA1YuWzMD0vLa+tMMfZ2OdsnEC+fAf6XT+bdDYmkHpYNxHLKBhRtH6YydaRqnROX5XHKpLuBaCXW
ESnSf3fnhWPDbM7kX8j3CELf3/ai92h5w3E6FmozBmpBUGfqlMon09Hfdl6T4RZrtYofYVmyPzxc
kIbtmaCk+VhMGkevptl1s6qhnnHqtTL8QfT/W6eR/z+q0qX4Ud62zY8f7cWz+D+AVkL386fn/zdB
wuG5/K+L5+nHOxzT29f8IUhwviylCF4pA98Wp4jFi/KHIMH78mYcw07FEPANrf/PU4fDeQT7ISoF
E1k3zwMf3x/HDkf9wvSSgEHMr87fEiO8Ccn+db+TtohijkRjajPkAYss9f2dmJi0f0nNYtO159Je
yWqKIO1qKB5tJ9vFeei4fkQIZQ+2renOdWR1yVGd1TUDqiiFHKsoDHxwKWPUXbRdTMTjdihwRZvx
gq92oB/2lmLT2QCt9C3X3oZGbTgu1Y3KfT9qak5cuk697htW3/odHHxf6MBJbDUZf2rHmon5qOUo
oii/vU468GmIWmO3x8TwnM7t7ICOSLvbliT61pnIO8MOrN4PphUV2x7Y3XFQ1LlZG7HC4HGu4Qkq
ZTYYm6KR8WHAc/JKwNce26nE1KaP0UGM5tivJlt0DwsOqyAkq663EkB1wHOt5dvSa+88ppl50Ml6
3ZWZt5edrV2ZagI6iFNWvJ1jRXvWmWoB/uwYEi3zwudRpO230u3FrmL64kMSKHZv995/HsP/Zj/4
q8fwZnguvz//+dz/9gW/nkGDJwbjGU8SR87Fukix9usR1N0vuMMwVaLsQERKLffPJ1DRvrD1oFz1
yFzGDM3v/vkIKvqXxW7BZsFpg3h4ttG/c/Q3F3nRnzYeNEFLfi9V0JKdQK/h4zGp6mOg4J5z22ax
JQGQ5a6vRiE8ADE0D7reUpF5dn6Obbe6BlDrXgyaNb6o5TJQTkOqxBgYQoTC99xAvf2qj+FwS3dR
vyPtTgTdIKe9lefpA13qOwUQ9b02YDMaYxldQxCcj2YLjQS/xdj7Rh9NgV3z5zLN2r3RmUxs+pYR
dxK7h6IFZuy3eWJESEsIGFxzpgo3NbX+U+bWsAnIkhPOesGDfbMKbezWkTnr9iq3DXmpN5V7xMzV
2H4YyuJgdwMos6a2W8cfhZihBdqGk6/UnDa4bw5SAT+gJDucWSLzIc1VE0+NKa4LA0znvlW77kFC
nS782mS2WZAEvuVHkReISmljViHPpJicVWtqwxoMk9jbpLhbfla2zKNrdSQQJI3WrdAOktHcFnzG
2bRj9YipYV2oYrwanCfP6K5a+opTChbLruuftfEN+8NwjUz30Ev3pcmmk1HKTVgwO0gOlHn3TqGu
rKxrNsPo0GVtbqHLfVdCpix1MzwJoqH2nej1y8Z0V6aTxX5jSAByqf2iq6N7wsJx4FIBvTJvR68W
G7PvAs7N04aJdvSSpsBDY+G+WqDpVohZxme1aL8DXocbUnja19GSXyHs7AddORRNRHuWlNObQZvS
rVWP1fdStW/tEr7KrN1TDd2iot5NvbbJmiaQJFutSoXf1TppIx1gx55JBd96DqsmSIUrdlNB6QjJ
88YWxR1QvfpEN/rZMiZE18miBWYpFjA/qHAhcBYc2o+giuiyVMmdTIdpgK9qRbZP/0HfhEOj/qwG
Pi8dCqntoBZS4hFulo3rY4lV2iIYXSd9t6+NNn0YzHA6jI6NapkpTP/U57ndfSfF7bZh7BKVX2ur
Jfyq7THWYzqL6aS7kohyAXN3VExy58J4yciyrCZ0fUsxSHtIwqk7lB4Db3806qI/wT+Vz4rqlFey
j+hxG4B7rFjXEB8IjXZ3O5aJn6TlmlDa4gGqTe3rvfCtGNRFHXXniUYEwY/elZPWCOAnuaOh9Kjr
CC+M4sYYpnUR6bfpTMBvPpnrVhfXXZQnAbAjcmpoURw7YzRW8A6+qlMaYHwDfF3FhY/S6yBz3k8n
ulMp43iHGvVkcEikiQFmuDDdU4Yf1pf9UAcmJ/RYWvJcZI16mJn+rDI9qtZIkkjf6BXVB3XPL+bs
+NBjnW2hSwC1GdqWsQ4hR43McIr8pLQAhCnEIeUqzKlRb3nruOgmP62i2yJO3H05jfodqKzomno3
pMHCpTRsdwo8Z8jhN7cYYZPosUgaGKw/W7oFd4xt6w18czLKOL6DnPV2sagfRWnqQV5gAx0NGOoF
Ggfb7bbDyPUgaNLayFSMqx4M+zqUDC6WqE9SBFUaANLt7NVsmDtzDN1AKwcKX2k6LxCNnKCLh37V
iFn/Oo3eTZSVu5BUKd8S6S4ux5eoyK6hqpnMp+x1nBKJWbW3kokSJltwZZPqRsxCwhTLDp5Tmb6G
XDqgUI5ci9B6jftsP9XZmnntA0XVK9DW7CUr5S5t2OmbgbCHmmN9YSZrExQB1/8yMbtzqVk3iiIF
hILeWOlmtxtd9UlteByZweySrPMrsk6W2oMAvLDyS4bwZRla59TJxRVvB45vNSfnwjK6TUqkKNkf
TG8rdAARYpqNHQ47hw7jzozJECHvsGp1/auX6AOfuBOHdy2YmgMxanFQJLpHJ2rpNrdhdJ+H+WNa
m9tWjTkD2l9RXdPtAkMJdlpPjHDDYmuSYO55V4YhjHsxgBMK3ehFS3SeXTPmwk2QbWGy+dVMaouZ
RNaqyHuiUWgEsvSQoaYzB9pjYyCLbowVDse92j3nWVscTa1rXwjDGUYf1ov1WupKSTRBaNJ+0xJs
XL6bwdkr5trZJlrSnys41u6FXlXafZc59Qrdl6JsCxUOlpd256WtFPt2ExpXY6O1q7YhuYKVG1WL
MkFwbKz06Ghh54JQi1g0PJmfm3KIg6EEr6lkAzNgS6qAtiEyjj0tXc1KkA9l1rQdSR9+FFG0MYvi
bIbtrukiZAe7auzzHZkR5c6YQSv7PUugjQJl31fDzsjtn1gW6iMtIZVcZ7AJvgROGCTY93ZuO0DQ
UDN4W7wX6XGOa4pau5J4LpHscQl4D9ghHtpxGPiBErBG0lL9UD4vQcpByLD/XummMBidQq5btW3X
ZF4CVUP2twnd2n6I1AwUtpHPdxGZmJuRxuKFUWfpg5JASoYEqWxNI4kOzJRjWOueclbyZrpWEld8
TSYbpmVMKcLuObnhPjMZg+LVtm/aRilPRaKWDy2I8pdYs+fbZDTCtWqPcl2aoRrQEQmvOIjna7tU
w73Upvn1P3VwO+2//89/I6/+qzr4W1K8PL8MP95VwsuX/FEJG1/wYGAQ9QzVwzOz5FH/UQlbXwA0
IN22aEpgr1uAwv8Mi4UNTFob4nj8Vfg+HY6wfxxGFV3/gjmT6pmQV/433bW/Uwm7xgcZuY1PhAMv
Zjg6kpx/P06jahedtdcz9dUqnLm7CfkcGgLyO3oZXozznCrbuElS2KwkHwe1ZlRH/I8NiWMV6K2Q
oTZ8QI2HCCVEESZDtfdGtUHZgAy2bAUylETVbibHfURseXTQiG2lIAenBmboOSGUK9cFnViQ2XlE
3tQjS5j9qPOsV7M0q7Uj5J1DDFCAqOIBpbJDToAaK9duGlXS75yaCloQKf1qqF2+nxiN7AjqWRho
c4mgbU53gr9yK0xkiZvBoBzWK8Xe6qGJFi6s9FUZWRXhVSCMc5XYqsoUT6bWviA5OBp2cc1HqjJ7
dil9XIyDVccy45phf+RFrwjlCLypvHYa91wbwOop2bsjsNLUIX4UkSzHUj1MfrLiTKVfRDGVoaRI
3prVqO4rdZbtoVEz+wQr0nque3xIBNRWq1E1b8taU/bDlJGWYEUQyEHYbsqizIkYUnekOEK97KzO
CRoQxkEzsC0ORo+gAEVoMM79a8GKdi30SVzizIMIhI/zbGOxXLvZ3CEiK6G3yPAe/vW0soVIhU+M
ge0rVRwigpJXMyi5fasY415TY3mpERIDM7+vjopC4HY3QjGkIUj7QmGWU5eRdteDwUGB05ftazNo
xAFgE3uai948TnZsfCN5hu0hbYodQMN+zwio4ANMWhXpk27EvmhLsW7N0Pa90NTXGANOZNoJTG/F
zEAobAJgUUntqwOiX+GpIkZvhx5vlXmMgSzRz3dDUjDqaSvIdqljXRdurBA1DEt4NDprI2KRHd2J
gk9tLXMb5TDTiIgY5coicPsVqWv15Ka0CDJ3osIhfmBvjkZ6l/bOGBRzhUDZZoRE4VIdYtRRRxiE
2t7wEL/VvOuzm7guNSomOn8QLdjYUcsUyiDNPA0o/I526mmSOlQO7NITqXthk1fP0zD0WyJC1G3d
zc0y8RzsnVG7ag8ljmPa4DUmMuQwQvLcznudUwn3tYu4n5QsD9kdsQPmQpqkoKEqUl40RBYOgTYh
DeZBefByraQI8QgP6SrvuYL3fE+3yLzlxpm5UxzC261svDa1ygrQ3amMUFr5Gs2mclBJyLrhSKGs
rCZ5LAvT2ZL0SImkEnWmxmO+TOPi00B0F8oZIN9CWUKmPNLJrEhVNqNVacB3VUkhnRkxEdMDjR2P
xLcjMaTXURFFvl6WmBytEWGIctl0sbdtimonIR6dx8Y+kJ/enNAL7FoYn7fOrIstt8GZgfdt6pXP
FZ189E/NboBPtm5KFHeD13+b2D0vCFa9MXvzBWSc5Xep2WzjesqrlWdkt5oCDtU3Eu3sNtqTM5r2
A4bhNDDATe8Qvu16p3jOQl0N9LLSzmMO/DFV5lejUfqXoc8vs9C7q6pqKyb6Va5trt0wuozn+b7w
5DaU2TXV+vOgR09T79yHRbOWJXpdt0XE51TNRtpyA6dsa9kcCumcHQEnPml5/+roANHLegg3Yx69
hHp9CRct/pZYjk1Vlzv+jFD2R2iLG3Jqz7LCyZKPymOVaMEs1WqFtmkt7eRYjMnejpUnpR+cK91U
pk2S1I995K7sBMSaIeNVJeKrGAEs4mQFE416IN1HBCZiPKw/5Dj0EmahCJSEyIl6YogiHWdVS2He
2q0ut3k6sTQyKUzuSLOzfgoTBbbiRLeI7ypsBNPRzbl+8RCWPhk956iFkjCVIyFFs0WT0eFogZsc
L4DhAX0Gr+sW300jE4FRE5HGmnGBl6LyQ8XLDxMhb4fC1M9eFJPYoTAjIApw3jW5hdGW9iZY0dfU
GzExKBxf9WkpiC+8tD4kaVpy4FKE71jxa9Smh7mOCLwtwSA1WGphsyVueGFUNQPUgT2lbZwfgIhb
NG32dTwMd/DgjyNPhu/0uv7UKTxPXZJeFr0jd0gX9JUT69eDbmxUb7jKibb+mUUxuOKstaEne9mS
F31OE3bP1EYt6fANAoI0xpVtVFsn8RhQzq22AS65JKkm0In7Ul2jfDimY88RKp7vVVT2SN9Ex25b
FmxaLRlqdUOQnjF/66TWb8LUzX+4ucyR9fKhGQ1fS8xcOZJ91rZbomXqV7fxRj9pRpOgkqz5Psue
4wnvdOvpSk1QGFHt66gnb+M4OHWLlNSxucFnznqr2Gy9IcAWFp6raR5jpFaJRXxiPuQvGJuTW1Hz
67ohtK9buQz5cNdPVRrUjn3dxWG1UTpP+NFiZOg8rA4x2N2DnsuQmMGaGDXw6ompZycQ0pyT5lBZ
ZwiRV7ZVlwEfNscvt97qCg8cMtB5pek1IZZT42wQOI/PtVrYyTptDXWjNg0E4UiCxfMJJ9THg6TP
p6z7RPbjHYyW1EOlF2X1Ri8WcA2i4U4RxGElBC1lGJFELVbDoBVBWnLCS8L/Ze9MlhtHsiz6K221
RxocM5bNmZREaoyQtIEpJszz5MDX90FEZqXEEkXL2LVZWS3KqjNbIACHD+/de2648bt4FpJiA7t5
WVaww918wcoyt4v4SS3rELaVChoqNj5jW262PJhrtTZRXbcLN1db6kXlsg/jpdf6IKbjBdDVKX6A
FWBeyE6dG6G4UJPhS9ENlxYi8QUp0DdFNOTzoLCuhQj7OXadfMYhsZ+POO5U/D+z3IvTH446EASD
KGZmiUwueIUqROXRJYB34ARbJslLBDNvhiWCuheYdzZDywg1+azNtHuOW3ybGNKZVfJkZfbKlyGH
QWvBMkWIoT8StsLMWbu4IIhjmCt6n8KetB4gv1/RrGg2bqkTh25jk0gUwgY9FdoY9c2I4oZPGSYe
cFCZQ7dFBasTpqp29A5Mb1jEht+j4/GDC+H08SZxq3jdDRQO1Tp7QmuCrM/uLcolpL6Gy6JvvMvc
wBxkVATPOUgZP/XkKFx0ndvcdRQ+aeOWqzJzlMuha34Ay1+VJT9FZUgqad9t2YZZz1EtbBIQjaae
wRGv13ngrkSVr2vipWghLwxLfo4Hr1zByfeXlV8Gc9SxF65iPZpGWi+h/kb3KbFiU06qxxBATQ26
lEXQLMMvLaGjuyElnWVu2RQYSogWLyW6kMbWLDY3TbxkYSuyYWkFWka9uQu1Aq+DzUul3JPyADA5
W5vY530sOUor6VLrMeSwHAAvL29EyW46RW2ZstoYBpUImLVSJ+R0ELLqZuFAaQuN14CUGN1xLp1V
L4N0WNHsefSHcGiXkMz1Ck2Io6RXDk2ZbtbRCPO3djioN2okFJV6llVXq1Qdw+Ra8QddPNe6Krcl
7toaL0M4pPmnIEI5NdcbMgn2olDV0Joa/Pb3gtwAKeZ6oHvFzk3sHqJ3XPffSPG1O2VhEfGEbVt1
M/kZqL3/QwofvD9n6YpgVb4iCheJryXhTm89lLw6T6W5V4AwXWSqGpRfigYq0UIqiPkAGI/kAiF9
GcOHgm3trrBaOY8VZrKppBiEmwkTNR/VGiJ3wyml5rBBABHRg1MWZt17z1aNNibETkGlKem7rtr3
RkolsIqD4L4OgbAaBM4sa6PP2oth6EK5a8NEwCLXnWqjBeA2t37qptxrC6ghpaANqXzkEi/OFM6E
fHZoS58SthX3lzDEI9xuHZXcvUmoOmcSTam6rQ6H/d6NTfOLixhXZd0TDgaZ0YrapU6FK6DtD1um
nbXYlvljxjhq11EX+cG26yLGFzGuDqtWkNXP2aCgss4tJ1RArRfC2ICDKLTH3q8Ve4cpzGImyrSQ
4CUkRzHBGHVUFRtfVlK5pbxLXkQqS6dGwmyV7mdh45fmeDeE6ooOgdKs+bpUkktpI7QED4V5Qyed
RQ2ppEYiFKj/Cl9glud09BHq+9YV3bxQ30mhYVnwRUh+raYQHT5LmDOqbzoCDdYdavs2S5I0L2Pd
Q95Fopv/CSW7eGkcJt5ZnnnVA0jDIV2wKKT9xqu8W7VBe70YBwJRrnpzrDchdTnxDUOXgxtHEng7
8dYEh5VZObTDxdhF+V5pWP7WfFxWj9bco1UgHSUiO6Vyuk9K3ajFIoqkzK5VNHMss0h16JPiYpkl
TVHbc/IdoO/Wwly2nfcIisC6DdU43eIZpQI+rTZVHaacY4kwrToZU2+J3GUUDXJT69PBTtParTPq
6rVdqvG1plbdnDAv3mtVeJDCG1Urn9yeNoorDYOkKCKTo4rxKVpyjJUg88Di8dnNW+Gmjz3a0QOl
uJZIuwZJ95DRjMLSYHnNLBik+uImljEQY4ZuvsaX5W5KduGfOes1Crotade7IgFhQzbl0F5M8HtM
HzVkaU822twqyZ3Fs1c17q5zMQgsCquL7y3pvzSxZl2FOVb30hMo1B1jP2pdC2xcfMv89kqL7J6+
VHRT+8Y8cKICSIndSiDzpGrjByG7kno/specmMChAGXag0ZelqWBVbrTIvw5utO+QFppf0ld/tuv
/deHVar/Tfzv1dsoqn+XqIRAVg3CgWKTY5mTiOqvEpXiEFEFYHMCJqFggjHMP/qzRqXbf6iQcaf/
oDf9Vdj6s0QlnD9QaQvENnTeAeVRDfsZB0YQ1/UvMQQZXsSD/f2/X4OxTYdf9qpXCwEG1DBELdRB
NiIh0zkSCRGN5AG6Cnd5r5R+fF8xpRtXnSrNuBM4nVkkQ4xnnqjo1oB1KLFuuSMQYn+6XQL9CrdX
Gn2vuYP6xAft6zgFUsQGDMCu1v30Mfcb6bI1MFgGqS9E/N+qF6J8hHpj20iUiOptSZHQnk16g132
hIfHJblCKsAAJfQfMzAe7DDp7UUiwlbe6XWGWJXECeCuZPCY3dIZ4aPPCnBCF+BfPT4OznrBaqAE
dIf0Kabg7wY+0XENCFVhxNR2c5QkIw6pLvjm607C/jyKVAJlo0ApLoUVqkgaDarvLDgRAaOCAJxw
Yzt43GalK7rmasgQjSlzw4B5ED0ZjSxkMPeZ5K2NrbVYloxcK9V6CWa3F3dKgUVqXccG2MayTfv7
xC3cemMoTexelyHRocugydh/8NYtddU3rZVtCKhXUX90TcwxWfJbkkBQHkD+ybJeNmmCZDen0z8z
gqHYyIKVf+YQEMKBMK9KscYf6/g4RvWMboWOAHyuyEaxOCc70mq7VVPFxNJjdSbrrV2miEEI9y2V
ENLsLGoKQ90lZii3qM5NutqaqL7EFAd6/Dp2nS7LMA1a1Z01GnuFckX93x+SxaCgfK13vmZESTU3
fCOTd0Oh2vhgKv7ZykOJLPGmxHIKqx1FxuCCFJ7uVTBr/qwpKq1fpYrLgdgA2U5Ehc7krGxSr+OM
lnVp5xCpoJDUR+ITrdtU0OCcaxaw5hVBLuw13TzqYuI1S2K3WNrLfuePVr3HE11jqm+lwVaQvyM3
VPdN50akpLKQ+ZgIqGE+zsl53YEfIfMk5QRBalD2YFmDdUMdM3oid7Vx5sgWtAdrVKU2j2K7uB6V
xCmpP+bNJWSD6moIUGiAJUNGNHNr7D6UEtk/Ib9H6j0TSUwvwekCY6sGhf/DDqwIF5CwpTOrPN9Q
Lz3AtzXqYSkJqiYL3trQeeTZBlNcEqkMlnLAlc/eoY8wz5IUT6lmZxIT8ygJD8EHQJ1OXdr0K9t5
ZVC7IIIctw/SPFl/nRD/gnOOghjZD1LlWiA9zuY+21hCczLVrVcyUtiFN6KwnlkH2xqDvu+qcxf3
JL5FRWcP7jhe2eG+NHlntg8XdeakAT1OQt8NfldgK6TmGsJ6qbnmYydT5UfsRA2m5kj4hI/ZGoLL
IO17Fq2m6atZVTuKD48ki27dPKXXPjn7SI+VMnhKqhI9lluOTT9H4xD6S70g/EGR9JIWcRaQ1qBU
zJgc2vJqDY2LA7HdtcknkyQ2MadtmYVzvlYq4FZdvnDW1XwoLgLeCMd+nq/fA90bjW5HxHWpLuPM
ED5OREKLSnrVHDvXY+sCVFRd9sgvgdOl7k6pqb0m1OpywX8ZfGv9sq+S2rpvuzxS8c73dXLjDKbZ
dLPY9jJ2V27XAGuonKT1Xvqu76Q3971GaTkA06QLvkF5w8FR8iMIHqiLzPQXrqW4o4lyIsRduDCT
StU3futr8Wd8Z062ocmP81KJm7q6AxBAaH1AiG54YY9tHj9DTnP0AYNz0ZR3cYAWZVF1Ebo10t66
MvW3fJ/M3swXDiqcpSS4nPwlGlhDv6OjHyd0CNhysQOya+bvpZcZ7HQBxXvFJy/qLGPtNCJw96HI
GpzrWkN4KYzBIh8e097UsxvHS1yMnJRp+namECZYbKUmGvuzHWqNtpmm3tRbtmC1InRzne3431KF
T6vimD0oiFRSkILszDSprwLqjxnVJCMmkbeIqhgpL+cpKtZlTi09y5yXhjrDU4dMRLnrSCKSTKet
cUPRu+2vB5mKl4AcM2cx9jgm2GNKNCJ6zO75UaRCrVdD7+FR7vHLTak6KijLoDX7ZO8UytCvWwvx
0D2Zh5UDxc2yqJqTbX1naS3Nf1UQ/R1R/kaV0Urkx1zBxirvlAQGEoxDbhzydO8y8ST9zSRSUrAJ
osAZiNG5B5NIQE/JB5kX7B2NMr4pDC1I1zqHhocuN4MKX6FRhts4Asw7G/uOD6x1ytBbam1AI5Lq
DnD1eVXZJGgRRFPqWy8B48VAqtQCwp1XiCcq4pmziTrFVPBfT53YJEywBNXEoCFebGIP4yKx0qhJ
poMQdfbUy1ctJUI8oRyqeSpBntwGSYgb2zTCaqUavfTXPZVIoLNZheM9C4yy3NpxLu7xaQljIeD5
WleiniKzRVc4+lqnSfsD6HRJXo9XiWfGMd0Ppw41f5FNbZxD2wkCl0MbgcLO7csCfVgyPCgJ1J1V
wnOM90NHy4/YasclghmevaiJ1jZ41pyXE3c3ppWzQsaCCEoLIwyWJpXbYi7h4jg0f2KNZD+20Gp1
yKzGgJKTIiigRcW5MbKo6DH9G+JH60TJ5MJPaNKrnNyHZdaipiT01revk6hzohn6JHNKtvK7e5BE
PiDULMzuuqiynuGvIBotwS3AFeaMgmxpJJ5qbnN09LDnW7o27W6sgCgJQ70tsoqTHok+eHY5Acsv
+LQyZ6Upnn4jZNHqu5bAc4z77Kpgi2i1XV+wr5LVwQWbXleUNJG67kq3lOELYJW6jpcN6X3UcjlE
pv2DjPoqoryfe1/HKcxiroa1f9+g6RQXvj2G2b7pirL9mku7/2F4glfaUdhJgLHHSrBIWsvsOCZT
J5mpbGTceWSW5iasGpMU97RqrEUR6RkCLj8VyY1nDLGyiREV2Cuny9n5Icm18gNFibRb1RBcbcQD
WbkyG4X0XQ+YzoJvmBQzvc9wlbThQK0yzZMimcVQhcp5Du7zRaSdSugdyq5q41e5Ym8bjtpPhTYO
zUEkhV3cauSYVncUYyiz0U+tfrgJOtmlkWk0bcK+HdRd3HPeXRWpltlQvKveWpJQa+H6QSYR7UIn
GtyXECID+X+Uf/LrMdJxOoWKUpmPmR7XyTXGIkS6JnUCrDJEvlVdPChLJeXEVwZgySpYzO3ayrkN
Cj4UjdsQGCrikwjQxrwbfR1fVxVEP3zFVJEcR8Q5rTVYPwlrc0XYtVLmzb6oVCgNZeJPYMzItkkK
c+RQzRo351/p8bw3u0Cv4O86RRQmm6q2jCtWWML92PkQka2MVvAZK3x8w+6Kc6vt662YeZBU1K3O
yOL0Xg9Dgf5IM56c2HHQ35i55pF6aSFRlEi34nndFs5L4QVwUJy8MfK58HOQNqTRKiiJTLO/sinv
HNqsNoj/9kT3wq5lkKswCBKTfBujfLZx/9/bJP2oc4+izQ0ZIxoFVcvLRmqr6Vgvqigfn5gRSxIL
3UAlU9yuPHQfiNFIDue5ruj+2o8hwpWWiQl/NnurHvFjq6sRLWCjK9aUfwCh5PSiPiGvwnomw5xi
epDATF85fhX+CFx2Cqu21FmVLNTtzgZISeEv8EGqX4Rp9WRftd5QErSQDXd5mscZk3Wrf7MTzeYA
5PdqMbctmp7zhIxJ3Jh2yPru02pM50FgjRs/7QiZs/ACJWuiQ8nxDdq4ehxyOnFzFVhyPVNwRSbz
NiiNlyaU6vfI83BVISlHYBklEdtUQ+laXP+51dGu5aAR/LJs/Pec/i9tUlictlPf8dk2/3PZfn17
Wv/5//WnwcFCXW2baKFd1TZ+ehX+fWC30FCD5kM6QvCHTpIULoa/iIvGH+QfEQ0NUVF1OFBzzP7r
wK5DXHTw1iG1Q6qIO+KfHNgnquOr8zo/DH0366bhMMXgmziOlagGk7Xco1ocDqB9gJu5y1oqxUpF
1sTcb35NaevcAX5pLhNR9eZsoLS8jgcCyk07+w70gMR6G2sByuuSmAQzNUYqgX5w2cDpvRwtNQKg
kpd8iJoXtJCDqks9dY1rqr/uS8Z0d+0P3niLVUJQBDCD8qoe6ECXTmOFM9YmAFlESauc4rohWzZm
2X0anewmjFUww2ripRvZ+It/LpD60InzJi/90H2vmrb6jtOlqP9n1SK1b0gg/3/g3tEmd9VHwzvN
37oGpn//z4GNt+MPjNEYAH6JnqaR80sspQgbB4BqTPadiURuvxZL6X9gH0PlCieSio6m/z2wFWFM
8iuA7PAHXFx15j+y70zogdcj23bISNCFio6YH0FQwjTyX5EM/bJV0tQZxT3J44iSq6xiNbS9sfhW
hF5AgcQ0AWUIX84jkpWhI4sRDs0QarG9zTpqyquQDpAyT223XqJmx7jD4c66BrSPqyZTddYyPx40
e4H3M0eurDxXXT0FHWt9/kXVRw4vGZng/dIbdeUWNxp5hJ4RdOlMI9a4WJJxStahVaCt4ihMUQTe
zCTyB4pyja6cjN4GLSgHCAzvyyIsS+UJ7rV7CKXfVLPJa7CNqQdRB85iVC2DHM+AGN/W8hCyETCh
OjoOOVzwGDCO2M4Vb5bDYzKdR0IPYFhL3CknvV8f28ma4Vsr3q+rCMFomTR3JAAcVQyTinJRWYTi
foLyLLMAGb3UaxzgWhAs9S49Z/17Z2BwKxY3RjiQo+nHKRCtlpI/W5nDvaUWAyyUvHuSuqPopHu6
HCKgElXJjPB0d43lMWAwCJtWaq1zoupkblAumFrREYq3r2mmNt89NXfh8ZDMjZeCPlo6A7xt3IF1
YsBpSM8eWpusARTb+pAvwyKDrjb0Vb1sU9dq5+Do43wxjgI9MGwpmFFYRKjuG6kRHfCUu8iB9WLQ
Zqrn7Tm+t2JhGUVxoYFSubUCTz4HfsJBQKlb/cUMJ41KGkflPAJcls6MblLtvZoF/qz6vq7y/scb
s0xOExxtIEnq01N8+2Xh3MabLi153/jZD2/ML3yFZzNq7kaJvfCXU/O/m4t/GR9aJzkpZG8m3+lf
/zX3/iS1EI2o/VyzeQFMbb+mXlv/A5MUfixW9L/4zn9uKUz+EX5JHK/U5qd5+e+Zlx4AFXvmcmbf
fzTnvpWnKhOkhf8goH07IGx+MLqmpjx40EXz2N+hkPBXCtyyruystRun/2jO+PtC08h8Nae3HXlb
I/qBQ6sNLwkBwyFbcaiZKsQ/L/k18k5OTEcpn39fhQf/+ipZUzXUgJziUNhIOprMONjERM6VPNPm
xRSdAIZ2jlCVnQkiq9F2D9jHfvyTb+zvax99W76txZZZuMaBHgnVcCW8kjJO5oFWbyiLfnyNt766
v68xrZyvnuJY6X1sRrpxIJ39PhLI2Z1gr3bFXWn4Tzri2nDiof7JbD/5ON/uNP++2tH87lC8QLSv
cbV2oOAaz9SO1O7VRDaLCjLShzPJGqfuit3067vCcUPblEbTIQ7BJBv1xkGNgjR75rqPTVKhgysf
nHOBK9NQ+Nsj/PdNHS+NsW+JkhiSg8oqr2cT6CoyN2Onff34Ff2EZ79zAX26y1fvqIfFF9mdYhyG
Io8/K5A1d/gcNhV8uGdXlfYKE4u55NgLbtTxf8DT0zZJozxL4sMRGVnRmad6RMT4950eb6NSzy1q
T/L6QoZgrSDp+FonWxkTxl71z/hXFjqc6JyCw5nReWK8/NTAv7pzGz2gg6cZut9gfQ1EskprBaNl
BjIzWdD72xboED5+yife4n+kPLREZLAX1A650gAg9wIgr+hqNpoTBb962f909OtHc4lqtQnsv0g7
uL2G5eUpD8atpa+IRqO2tx+9b793J0fTBoZNm3pOph0yKNlD7FODoJBC+0Y7Myn+fCbvDcijSUON
FaWwzF4/WBJBBSLdRK7i9vsAwNL2bwmZWWH+XijFNsivTI1A+p1Kere19en01uaj2aMetrZZc1OU
1jyNdokDAjr5oQPmdaodswD/tIr6zfQvjbs8YYxF34ndhNgYrZCB/95zOpqM4s6U9P6Ec4hTIt0J
xJjbbSSR3BnF5uMrTE/8ved0NA0Rqo3QxHH9a3WCguhZbONnb4Yzv39a6N7760fzDqgCr6Lr6l97
LpLDJGtxN1cqncUh65ZNcSZX98QnqB1NPnTvxpyWrXMIeRWYjemcgO6EGbbtrGHVq/W2LpYfP64T
s/ZxFqmpl11nd1VwnQbwKa2C8nKifg7M8dLpx8eB1pflUTU/OwAmTsV7T3ASULyeWJXWy0y7Svxr
BIg3nqivsVgYs6wxMlo4JuYEJ7AQcMWa8xy4JeDsAtgzreVyo2XKReUXk+K7W2q592S5bT9TAPNi
ixy+O1hOFkILFyPoz7QwtVkdFMq2caJuYSoTXOvjJyZO7La0aWy8miBNeuNqoytI/mIJ2LaagT9L
cAXb9kZ3sgfAjNh0fpTEriPP9kbhXY7RYwRMaNU5jyCE5o2u1WCT43MRryfWCBB9b39RHVd6qBjk
p1nNKizuVKdbCe+a/wEGFV/fVSiMddZuP77/9z8BDvZvL2a2rmXYdaugZtTYquTlGn6RO3OKz4X+
+eNLnBojR5M2i63Qep3jlqYa39rBWcsABBM98nNhVicmiWOigevkSpKYaXzIELrQyWzu1ag+MwG9
/3wASL19Pk7cUq1OzeQAhEReAelTlp2uOTejat1jjAnOXObUKDyeSQ3a+KOFQsxo/J2QkLq6m976
HMT+qhbn0lpOPaejyTToEG2MvRcfFC+p8V93K9UX6pmBdOqPH82lNG+lIdI6OkwiPFp6fkat5czf
PjGDimm6e/WNhuNI1wkR0EHt62FXTKkZIxSzWRzxadhsRs2wPzSD2Z/ZZpx46cfGwIoAtBiXXHSg
5JB0CHfaeDOOxi4Kz0RWnbrA0bTpDqVHl0SLDk2rwI03yhWYmMeqZ4ZUmvuPP7tTB6+fdK5XT62g
tVT6jhEeRNQY28jV1HszKfMvNhL0pR3QUYPl7gXWGvnAavQkekpl/fG1T72wo0/eQUtJU8kK2W9D
/oW10McR3uptAUynJaqD8Ivfu9A0Gl/dY1yWKmiNJj74DiJNO7kK0I5jnGDo2c0KwdIZpNmJ0X2c
yqMIJ+4N0AeHwS8mmg5Pr2tMeebrP/W4jr5+8lT6VveG+KC1vbYvgMZetCgxFjDCs4WCO28d4Q8F
3JF6Z+7nCCD374PIz0Hz6sGxFiMDlF5+yLLouho1jO0bcgUE3q6Mo8LSq8yd0boLxW+SZYm0OlIu
i/wqF3IHwaE586GdWBqOa6KqTT+uVLzs0NAjntMJbECrQ2Oz3DMzx4n3dhykmJG7OWVp5wfIq5Y6
U8x2+Fx5RXlmnJ/4/cf5bNgiXDyQSXpASbBuVe2LpAgtFbH4eHSf+vVH04RiFabtNQaszTC85Jux
hPl7E5A6TUyvXn/sVGRrDFpykPAjabyr47IN1OWg94u+dH58/POn6fmd7fVk8359EVHGsOIMC9lz
07rzILF38O4ACDjDgl7+uhXRUoWZikr1XI7iiQ/pGL0I4rK2fMpnBxIZ9rF6aAmo0fsSix39ckI/
zk07p17M0a7AcwGMYhnjOoptgd2uZvDL6zNFgqlj+e5zO5oOSr2no5OmxaEhZikjSgA/BmEMGDns
dotHfF61V50xPGfpk9vuBvjJQC9mUn5XPH8u2SSWKYhLb1s2V2ra7vNshYrEih6EvUWEQvUb9MZ9
D5WodWNK2joe5lWaPTBhOpF3wX9V6XdZBrdKVmHKvrfs299dyY+D4toxFKaSyuKAzYIdc5AjiK2S
Cl1YrJN1j+eNdALoNvQznTNLxIn9NG3gt8MwzByQFkHmsP9ML9EK3CDd3rtmcIO54TKivop6VUfc
4xL+sfp45L8/L9CQfntJGtSFX6I322uliR+YJIIxnOEm/a15gVTft3/eymFM+aXh7Meobec1p8kR
p87vPS9ogm//eoQAJ0Im5OzZ/bTaYzhupdPMY3mvinUu7uxYhx10ZqyfeDkk7L29WNrVHD5q290b
5fDgsfFVPAB2YhO1xto05U2VButatVaDySf8ey/naFqykAHHWuS6e9nRB2rIQppVA7CG1ujGM+9/
+vX/OfOBgn17V6ZbIo7MGjAmQfItCdhe9fKa9Ic5jbszK9upIXa0mVcjqwvyQFX2mLF05C02AfZh
VVBIOjPITl3g6LNRAEP2BDAo+7QOl6oVImLoSCFM2+VvvYZjQLuReYlZ6DrPiCJbzrMJ/HrmyduP
//rPXe47r+A4p3VyVisgv5S9T8euVO60hEKZvVLdW9mvxuDebFZRugUbhz2/no7VQ/ZNM7eVPPN+
3l+KSHR8OwQSTad5GJvKvg5HXEE5BwiIPmE+R5f6JPxsg1H+41s9Mdh+5v+9WsvD1vNlrvIgrVTO
cjHd0DDzsN1ZZzaLJ0bCMew8JqWlbMNe2ctcbiwcF6X1ogxnfv37SykSnLfPqY97v62Qku2HiNCY
aRzQZj73qU8P+71BcLRO+5rekG3Cd9hygo+7at754yE28e5Nz8qsxZnt1KmXffS9J3JAh1rzrVA3
vh3bcZd4zhYyyHVT9+vCFJiO7aeP3/a0hLx3S0ffvQX4NLZUybgqbUSrsEjXiNegfs1G7IkwqmZn
X82pydk5mgK0UdFqEwvRtBIoPaXw7BsudUAfmKL3LAWxq635Zj6+sRPD+Ce38tUw1vyIUB3KCPsS
Ia1qmNtpzRS6tkrLc+zlE8NhYgu93pB2ArZO5wzKXifZRpJElKLaZL+Tt9uiPtdxOXHu1o7TDgRS
qraruYr0y6upZlc1V1yBKSaC5wVuw9Jxzqjq/GwR79SLsqdn+urZYQYP/XwwCO2BOkEKQY0JkUsq
ajgv+08FrkKmOwUI2sev6sSEMEmSXl/OArtgZQ6Xq6HF+O29aD7VZPT83h8/mhA6x6yG0WM60xrj
pqusRaPJr557ZlX7WcN55/v5ySl+9agqmaNBNu36gOPimx53ey9EUx87/VMSrGI3IzcNcIvnpgfw
cdhCBnSkRrzFEn/h0feUZrryA/YNbBYmr8Lm45v+WU9872cdzSCakYlOLbrmQM/6iQyghyiPN2ov
tqMnLkVGVB14wXnUTo2f0NsC/1mQqrYho6ogZqLdKCQy5UqsYckK554Hd9GJKfwz4AJLiRdhW39G
JXz4+Nce6R3/qh7Ann87ADDXtnDoyuYwNsXSLroVlmaCGNncpGZ2ZwbhttNBN6TlBhX8bBSY/PJw
Y6gREaUU+PXbgYpX982x9blTvQR2dV/icnMq8pCSeCn77ALkMdET8UKLle2gyytgXZcuScJjq32y
6JcElr7GYxHMMg5LGFIk4mCjvu4LnM1nbvLETGsfzX4WCdNeU+XVQRTDHncfnAEZL7XYyYDSqgf0
w+Ca6jkpo4fUJVQvETdRm22czP2aozjq834/iJrNs7wgi2EtxdSO6/FPFBF7HSui7oexIy83wJFm
lVT3LTSyWdNYd52WGCtvcA5mjRaKsLxllKvbMEadnuCux8IegQ30rXrhT/gARQTdmY/vZ6fonXF4
HOYMhQy/PGiPQ6TC4CGMYQaRRhBtMoL7TQ5DpSRooYDNYt0g88p4kKX/TQI/mqcBiZQqQMpZ5Rtr
2Ue7dqgwGQAx69Rs3QzuMuSlZeVwEUfRbRpk3WTkuRlKY1XhkyI77+LjN3fixVlH07weWdYYqLI8
YEFaIC79Ac5yh0/nOuaXLJysWDaJdd/Jx48vN/3Z9x7Z0U6v9I0eW1xUHmKjYErQ1nnWPYpWf2hV
1UPgju0xyM9smk9d62iiNwvBBs+wikPgQr+0qQviGACC6NfNpoBDbLf5w8d3dWI5to7meCrqYuxC
uzjEsXFNbtyNmzr7DDH9bEj6My/qxHo8sQNfryN11dRuIdPqENjWhatB8RmBScga51p42/fNmYd2
6laOdoEwBqieirE6xGP+CXtUshrs8db2bLwdKbFpHz+wUzdzNIOHDrgrpVI4zzRAebvhClQIRWLn
YjQxpijV148v87Nt/N5wO5p7bSzP+ggmaB+6n2V248YaqAu5tKUErf+ltT6X4o5CRhPf0DIcia6z
0vIZb+NCS/HVGXcmLD+je9GzftbAIzaMTUzLu5bukwXB2C6854ZVPRbT3HquyzgNmvd+89FUWhRA
PrzG9w+un11bRa4zWD31diTo9Pee/iStfj2UlMCtTMSiDtWuaG0DdZ3utm7F5eSKXiCr+Pjpn1AS
Idt8e50mHNsQEKK797pk30QKSJ5iDdh5hc1zocTZteKNi9aE/xrr7oNLmHqk2Hddda6adWICOE6U
h+xr04hU3H2poR2o5G3Up+sSjrXQ6psBB+JiCO7P3Oupax1PNmUZWIS/BofEO7iEqFVavQqh4jwF
2jxMty7DZdQgo6/GGKfzhMJRHsNGn3tTrlgWr4tzw+fkUz+ajHBrlj2u5uxQhP5VbOnlmsjue6zC
B5rhKz8mFwsIUhM9o56aB3DCfe/bEDjt/syTODGDmEcTVZHjCzSMsjggcgZdEt93TQeC2lV3rvSj
icy9k0WI4JhCYk/IV2kVa5y8lFWTDJd/oPOCMELms7qVw5ml+tRvOprVYseUOgy0gk0CZxcRiGAu
8LIvaz97gbl6TiR68tkfzWuM8xGiDDDNIKu+ZFlgbWnm4SSuQ3fhSHVJIvSXQrcfuzSdUb9tVnbJ
51Z56Pm15szX/dNA884EchwJlsCC7ccUqSoPdZ9rLbnaeujBVU002kYNzNFEv2v1/j6z+msSDO+T
wom/m3CMH84MgelVv/cLjqawtIDZNSImPXgGabeDhoN/UdrKtWJFAiS/DeItR8eeFFee3pEb3l8I
UVpLkOreglQ+ZyUzyFJnpqETa80UF/F6trNJABlEGI4HK6CXC12dtGJ1Y6JMmLlSG2Byy7MCmRM3
fhyRlI5pWuNIGg+ufjtKZ14E8QGJRdzW85pA9okKEJR7XeGdQ1oQTrRsRfGpTc7MQieG+bEaOh90
rdSFJArR1q5QL11mZfXsu0Q8n5PUnlicjKNprieZuSi1UTuEbfS16/vLsJN7Wa7ODJxpgLwzcCbh
+et3NYo+AKXUiQMpW/giiaVbBCXyaow/29KBNKlLmJW9gSLMgXxQ++GZytqJbfAkUX99YSD7sR42
qjh48Xjfls3Gb/QULrx/O/j2zhjcez1vwBvkVbT8+F5PvaujKUnvRKEA/UWeKbHnQ+qYNtq3EJRz
5N7q+JuD/2hCUk0j6pMISStYl4s8NJdDIe9rhyJyQmHv7Is7dTNH+yxpy66gOyoPupS70lN/OD0Q
QxH86KV7Lp1uciC+OziOZpXi/zg7k+Y4dSgK/yKqQGKQtkDPNu04tmN7Q9mJwzwIBAJ+/TudlcMz
TVVWr5JUPVogXV1dnXs+8H2TUIuGc2GMD9XYP+tO/ZQ48Z6Rn1osb6fwm9QMePr2Xl3fh/mbiIY3
nIGjf3uXc2G00aRZHMEt5YwM7UnaALZnGVqlOPoWs+Z+9Sy9EK/+J3vWYgH/q3Y6J071jfTyrkuI
xzMwkM1sL7qVwSx8sbnWmWsW2plbfTqDgrKVAHe7MMs8Z4Brt9nKRrSQEs01zhbK7EVU69aZZPQB
oX1T9ycCn4tcG56gBNik4v6fltJc6UwVGiKAu3bO4GvC+jIOmau60joydLh78FJZeWVLH2YWI6iC
wVQtTBs0T+ypI9qjXGyniQ+N0Evbw5HYQgPD9REt1UXpLDqATM9o6LT2uVAJsJXOKxQ14HpPcOaE
G0jZg5BDewq4SfkbsA3UVcjKMZOQr1fZvCkOdiMmR0e4fdZiM3WBURhg9KKi9w58rF3Yq2PXoOZn
h3DUTrvUoS78KOmJ8PDVzOFJ3Kda5w+Nyna4Z4c/Q67fCzt/qWAc4BYFbEL4BfTDu55vYM46rond
F6bzXNZI4eIDVNPAzjbsgi0YXNZtcR8X0QOKu9c/yZ8X8MXeNFc32hrMwyjsfc4E1gVuhG46bwDU
yROR/G7X8QTWEVzn7RyW2QlPJVw/dAr33fDYT+L3lEZ0h6bm6RFdzARiguZNtej/h0G6L6OaazCN
Ke0jjwyKUh6YFnE8ZN+itn3XLR0tHnV131XJgSUDh9voCLsfCSNr+GGE1tES4/v1MS6ljnOlUxeh
qbUE7eKszP5ZGWHvdz3uSvWObJjcFmYH+hNSG/jpBwreVy4bSxT1FJbZ9R+wtMRm+4gzgRo0wrDn
bPXamSf5bpL8e1LqTyZaFGG4uJbGLK6v2V4S1xBATkCSne0ie4ItWIuqIU928QBz78HJGpdkU74p
KewharP6BjipBs/fcK3KsiApI3OdO5W8KyKQfc5Eo6iVxtZJMRjOF+YhRAt8SvNf1OjZoUg+tJSA
tiSRstpmWriwgMCfYIk95B/X3/nib5kd00MzKQXa5pzz1ENiLm0NIm4KS+ZInkCz2YcJf8sJPnwD
U3Aeo7Q63gLk4ndCvTuQKm/Svq9W7gaXDlBzjTxTOXx8hOGcrezi075tRhAAYCNnwKV+h5s1XKTA
/xuAElJ5+GdWPl9/CQt57VzZXgAlnhKwvs4sE0dBqlcDlhrTWq5HLvP3q9gxy2uBryFMRpZzFon5
LsNvcA84w2ztFl4hN04pn1ns3JJYgUjUiFMI/zDtmVuJC1NBEBl7+RMWIqh2q0q8sbgGraeH/VHM
1cEp1yTJC5u1ftkOPl31EDsKwUGb+rOMGECM4zceFVuzVy+smvY23MesJn28/q6XYvXsUVli241F
U8Rqnu15Cg/Fmp1Mlr/Bg2QljizdXP35EJ+GQ8emMPOoYGikDM9F5KDIqB3rErKvMo5di8J1KmnO
Lb+YC8Ibt61eOfC5EHYBZAFpuXFhWEF7X70YBgxLr4/7T6L41SyYBZ0srjuGBnB27rPcecng7O2O
st5aI1YcyFzMj6CW38L7v/qWUEu4QlX3wwXxlQLYcC4n+atA53+tE1TqbVvdDKrIvYLWsPyn9Wts
1NNOH0dcOOftIaHaW9TBYIzJI0R+xsYMtXs9hiGSgUslQ5jTRlevvWU/x2F0gq+eC9+Bxu1taIoG
i72WlgYnxrT8eX3sC998rkpPow6obOCjzzTs7+0CObmcjH2cdLizW1Fe/Pl/ffF650r0Mh6I0xt4
hoX7vTCKjolmeLrxzPqTiK1dE8OdCVZIXqt7Kum3jO+qut3Dgp4AgCVaehIJMIsOVGIw3lYrH/2y
wr/6UZed7tNERCd7bwk95Wc4WRY4cAnUtrKT0+f/lmTPhevFiBaUdKj4udebPSwj93lK7rUneNHD
jmljrHX5LZyP/+wdn4aRl2DKjBMeA+EuJEK2vgvlSwipmcz2bRffgMz6re5WxrR0Rf/nBPjpab2i
eRxpAi8Ns7xhcEYQ5RH7ACvODXzXMiVRvsvBn7BXkrslBdSf/ejTE40ScJMY6Jmz4km2E2Y1+Y6T
QAUFYUDxPYW9gXqVdgUbDQdOcjUc813Fit/qolJoE0DPrPt+BNHl+mpZ2i/+5Geffo4eg8GEYzRD
AU3/aCpRbpzWOIQ6CEC3vRhMV9GfhoR3Dvo7DtgH+/hBsWc6Jj9pqMx957R3UfsdyL37Ecaklp4f
cMu6WqVZmtOzOKZqozfhWYng2mr7nJXp3ij5aaqdh4wcKAzpnNzwurTZmtqjDh9A5dBNPVQb4DPT
PW+t8mPlNV0e+MXimivW9dhsUwrvtDNQIN2GF/avsu+DuBawu50MFNXL7FfeTMdIwUKsiIFRClOe
+v0wHmMDEMvUyKZbmH19NMx5hOFP6knJBvhcd3zrRFOzNp8Xot9c+t6CCZVTynAzoHV3LRzTCsbu
StwOF3H/Hb62T5E6Db9gr+8N4Xd4gj1LmBlaFryMdZikkQgnhetvbCnvnZOlp1YZNvgg4Rl+pvmd
rWwaAPVs40yRd7dWp1AoLIH6uofNbujTOmE7eEHUL7j/m1YqbUvv4vL3n6Y2sAV5QUnawtmA7Hkt
nkQa3akYHnOdeL8+yoVgNdfSdx0ExZAFtOeJkbtiopuxJECftMrrSueiR4D9HGF3gtprLWkLK2Ku
pZcw+zVFWrRnPep+hjo61PX0MV7rgFqKThc63Od3pkqZ6iW42Odhir5rTeTpsASKYNEONahZbrPi
pUEpX5eNp9JbXiUuoMR+6KgdByNC4kh5/b0uxeW5Ir1qwVeMNdafgQl7jxIe30xgCfqJDetMS7tr
C6jREh248LFC0dYSrbq7/uSFc+Fcll4atoI1RgjmSNnLvR7mJ3FRIvP+u8TNGigP+doC+Xp6GnM1
eoU7y8xIcXtGI0guKnpXtAPaMUAjQ3EHZn8AvIbnuobpb1eedRCqAEZHs2lyN0Ha448p2UlH+3F9
1F/PKmMuXaemBV0BCPBImsRdAnV8o3TAHtXKSlw4+IHv9/e0svhg2eGoYRzOcAY+DtQgOErtL70U
6W2Uj+cGfCmwOHEEnk7SCu/B60EDTJVCopmtnY0Wjnwwpfv7V5RRTwYctKvz0JWHpq49SCl3OaCd
sM4uknZTsxyXJ5DLdPZTqcjv0hhPPWTc19/xQtZo8MvL/xSPRB9qthC8OQNpc2hQLCQZ33O5xVMI
cM5wd4H6sTjHOiwhCaCoWf9QdiU8ti37qPHSg0Ptxmzu4Jm4p061XflVX+9s6Pz5+1dVqAGNzaWg
nmdAocT6G4wYT20u0fPawB2vv+1pdpM5b6tav69XmDHvbQYBAz7GoxixtMUmykGj6vMbR6hdPGXP
qyXhpdVF/h6WLAjvexWqc2oC3s2hCkz7e52z10iP9tdf3dKimZWQcM+btrIpIbez2Y3Oxhsg//bt
ZK7Ml6URzHIfE2CRzBgrB5DEbJs08S1Uv35OwmBynq4PYOEJc60/gAMoGhIcWeEWC6t8QH3AYO/2
aMRDs8dKnWXhJc0F/0VVsbisZIKeWv4A2sdF+3ILgtzh+hAWjt/GXNDvtEmm0aRCT2v2uw2No3KC
uERLYdjclc+D2OSkPTDyAvPdyDVJtBtH6wWW97UhHppcezCL5uekr1S0F2b2XPLf2dKBK4aIAHVv
7vmQblSU7FktH7Sc7zKKm4/rg/66ggKoxd9zGy5t6L+henyeeHdjF/ZvmNw9kch8VCzbo2jurX69
r/MboJ3/fhK6HMEutjAiBc9xoBfAPE71l9QJIVuybmWoP7ehOqaDna1M+qXpQv9+oN4aJhgYU3QW
sX6DZVu6bACM2a74ypxf+kazuOAUWoUiSMuDuBp2GYShhHXHPFO3YDF4bbMyExb8Kww2iw35JGNA
EXos1rz1E/TPwJzYb7r+IGvplS31wc8S5Qd1jRMYgTyebvVBwX4oekfrtHATqCGvz5WFPBz4k7/f
aA83k75uExZk4/jQKX4eu/godFCc9Og25sQtU2jQZevDKP9dC0n/b5N03jigRe2UVyh1B3GyQz1m
Y1XTjmbpTVwUG97rWCP+yggvk/H/ZzNwg/8eIa5quVkNWhgMA0m8ogw6Bg5aDH8sVDu/9R0KCBlu
iwZPmx76qN+Vw3TUxnxtG1iYUfPGgjBuU02BexagRe8xSTS0uGse+hn2YhoPcbiy2SwlL/NmAoJG
pRSnKBKkAFZGLf0p08nNOQFMLPat1jcu7uwRTOKM4RbqEFTQbbppKvmPn3MWc2qzhB9Cm9lBRyxo
umz6VJtdskO/WHKCCyWuayC94X4xkGZt5i5911nwqWrdqMF+NAMp+DaNxEuhx7cNe5QT86x3QK7g
l76h4IWWaE7wikHbG3lx6DL++/rEWvqws1jUwecU6yFTgWr5TxAW3JLHvxsgflpQ4BJBycpAL6/w
q/k7C0nTlMFdk0UqMBU7aaZ2T6zhWBlv10exFADmXQGCp3DWjgwVWKPOLz4gVufGKfqLrTHufFmD
UJzKPI9c8FDID8ETekL7F8q4bdburv+GP3f9Xw1xFoTSvG/RlF+nZ+di/VlYO1ndwvv/ctEFnfxT
yLE7pyXH+W6fU4hf7D3c84CedEewcMd3q3c2TbkLh2nXlDchWpTL/nsG2zRl/pzAjrQ7jmbRWzQ4
cPzbyC9XojFYEz8v/7HknYO/xZ+yYXt9PH8uib4Yz1yPX7Q0TlUfp2crJN96PfZQ8N934ASlzn0J
ZzDAHv042wIk51e94fPS8GAlVhLTBcTDE6EEanU7yLcJZuco2LgOGmoGKwAzz4P3c+qUuOqHddja
jfLSHJhr72sLzrdAZiXn2io9OXzg9aHXw0mbDX4WdGsH3Iae+kQ/rOaWS6edC6nr82kHjfKoh/UM
id+I4ia3Lh91LJSHZvi+H3wrhh1+Pfg2RKMJaNnZLzkedIv6eV5sCnEYjGd8arNau7b/kxB+9cku
SfCn0xfJDFy2Oj0SxRYG9eKACUbDOxzzLn8QChqBXzS5w7xk1Y++E64NKqdlpbg4jz2YFkNm+6PX
JiDauTcVP2UPCmD6o3BGH5/fzfLfuJsvZbwl6P+jyUee9a5qNomodjJ9KR2/JT9ARnKH4gWwCwbG
NZ6EB2N+T8UlYUOG7xu4oI2NaTNI21MV9ThDISCHNbi5gxmUFyLLo6CcjzhmgMc7OmhRsbw0B19S
bCVMJ2FYcnTkHUZ2WQKMHEPt99CjhpBsBIn93lQ3YdwcsAy68ZDF4U6qlyhzbllU7JotvoQhPZSZ
vQntfcmwNSAjXVkvC4fMedsCL5JCg5l2cjbjZgeL5QFti7Libk5H34TeSKco5LwBWgNngy0mypRL
l0J7QIyfZniHH5zTX1WIbqtobT9bqHTBmf7v+VCPFdAuNSvu4OQCVYv2G/di73bLH7pweMYtdA7g
D9lBznsXJt05QfOuUWh7OpJtDVxbpKpNzp2VdHEhobdnO43IQom6LZGBVpENiMBHgH/voyo/W3Hh
GZkCpMZaSbCXHjXbbEbBWAUXJRlYMf0IZQUrw+4U5/zb0DTPU2vdryr1FrY1e5YCQ3Wg55OgeFLO
9l2e3FI6fQB592+7sz3bUgR2sAsrVgaqkPtUaT8M6jyNNPX5yE5d2N1fn7oL72vewWCB8FcP5QCw
CKM4h7TQ0gKlx0drmzKyzYl5B7Xgw/VnXULRFyFq3sUABhpwPDyXQVSWW7vgz/kAoHc0QNdcr10Q
XN7+V8+YhWVAp+UQwu09MGR+LBHXhJkHHJC/SpAT0DXbwra/ERj5jeV0Ri/uv41sFny5Qbspi5w2
kNR87KrmoOfYM0X9KORaIWBpYJdp+Cm+p0lnw42MtUEBrP1E8zfCI7/JnGNH0r2oTS9hDdztFVyN
mLGxJ9zLXx/bUnFz3oaQqaapiyqEtQ1uebddMgH9Zw24VE/J6xjjljyP0RhIEvYgbaH5iTLfkE2H
J0Kwc8DwVvg8st9HePWvnBWW5uwsnEzQdCpAv9ugcQZ/MhqfiVx4uKO+5SN8lvuu3QjNWontC1my
NQsoMOIG3whnkqABk/BjMBP+C/jp+KbIFEFHZVpMe9aa1po31dLYZlHFYH2WFmBlBTwHSb0Eb4jq
2a8msQFo47rhOjgVVVq1krguDW4WZDregRw/kTIgNjjcvgXvSdjaddaNDnRhvdFyxDd3rI1pWgnP
C0Fz3kIwsVYfqaAAS7XxCR8qyFS1R+Pw2lxdWCXztgHTaicEZoCHxQi51egqsdfKZ57sL4nzIPbU
uGUgqCOZvr44FgpI8z6BjheFJdHsGXAjB1nE2iuEGgupnkHkKdSyyiuiofYjh26vP3Dhi83bBlIW
ywbODlWAewMoQC/niLp741PnqzWXrqVset47gH7CFnIWqwzKmJmwoKxsl0mI6phTlv6IPujt1CZi
b+a69YOILr3PhfHLydgao2BhDcxbCGghWh4bURGIkm60cdpC4LmvYPlAAah3nOmQypWW8oUd6Q9m
4lNQJaC/5ZoF1mhfo0vTa+CsGrud5BCYlBZKnS5Rhv56/ctdEq8vdiZzFkiMqQtxca0q5At99aTV
oe32WrGmNl56Z7O4wSKI4oiOb2Y1YE1AD0X1/pFoEBca2m08mHtzzalpaQnPYoYNMFDCQhhft1Dn
uppqe7do8wtvW1+T0C2VF+cNAppKxwbnuTrAiYkd805qMMFFl1upwsGzRkbBS0PfkywETKgYBEk/
8ovYLm7v+inbkfjFaIA4xZANxOeV2LKw8ubdBKOuSVANjTqA7cqhM+lbXdhenXWIx8Xkr569lx5z
+ftPU7KmE8sSUzVBB8rmK1X5kxxE/kHjOJu24J6ofVK11vh8fVIuLIB5ZwES4lDLs7RD59G+ky1M
kid8ze/6mr3KwmSZNxSg+6wzG5V0AURVwi3BVZQEqm24TF7//QvTfo4xmUQOjlyN3y/GV2UZTym/
wwbqhtM3FjOvTMnKvrX0nmYpR2o7kSJlKIOws8qfqBV6jqn399QmPoqzK/nxwmYybxgIC3TStc3U
BJwL4gmaAvAMK5K3Ggt7w+sQWE4Vbg3WosGJ5rvrb3DpC80CB0iCPdf1SQbllB+tCWbkka2APE7y
l+sPWHp1s3gxUtieqEjVwWRHZ71nKMRZ7Qv8mW03pCtxfCG2zkXgUxdNsUYjEWSCDkDMEtAO0zr6
t1c09zePU9mLkiQiGBv9punEXTrRw9AKuhJZFt7QXKrdEadCMxmpg9ipd10SHeEPtpdCPvDVAtnS
Iy5//ymqONYkoZvW6gBSvLpy6yh5yeE+4zW9Fp+mKsLFLg/zoEpi0BEL6XRQKXcw4tNjFIDQi11f
0LmWYVjwSiuIR0iJvtvr82NhCf8xef/006Z2EGEiChFog2FiC85Tn2n9b7zr/Kk34+4jSjnu4JQe
GytPXAix8xaXqotHhjy6DTRYzZaguFul7pFBO2dNfFwNTUtPmYUMK68mKKeyNijRi++hzv6QodOH
NDoE06r3df3x+vtb+rTk70/LCqvo0qloA5DUbhKcSXjf7JpUHLNurfF36Qg4F4GzkPU0BiAqKEU3
2ceBVzp7IUVUAF5e9ScAze9su3QgerHH9tEc+5xsNYdB5KHgD2BZAIcqs0SfZBO28NtXVUs310f/
p6/gi7SKzMJLA+auboZtE9SZ0zmoOAsdF/AyLJ+JMln3WNiiZ3h8GjnlDrAQtNsCzqnXTwrI8eZo
OhXaUxNDa+sj6qcpOkRo043AzmMbocqgsNrnKYzLWdZrD6HIojzoGv1haBt0DahwdIpToknaASEf
X5qZooHA+A8ClpXJulTI+5/gmyHpadgkglDqFYi6WqECO2rRMpSnUBcmFxBrV+9Ajoc1DhsUHNyH
Vt9yMUJZo4F1XpINHZwA+dmvSDTGv9X05hpxoZGiYxlByO0SyzfiLvUyExkECgWPBgDrAfYyZxd3
UbvypRfm+Z9c8VOc0KvKqNuMioBNwJ47Fk7H5QAtKnMzW6wadS3sJH++wqenENsorTSTaC0PsxuW
Bbgv+iVpyTdcgxqwj4dun5oJWmei91b7Eev4OVX8vbVasQNteU1F/Wf2fjGr/yzETz8DCTvMO8JC
uwWucycbqAFDTjqwMssbNtkfWgNkYFNmyH6h9fKrOG49ILUAkOt5tQ0TiVoykLzgrEPj7OH2svAT
Et52jWSewAHOdVj7fn0BLn2Wy4v89EttuJ5kOgV/u6fJNygZD6lmDK4NEadrO4l//SELHcvGXFUO
THzCswHmJ45JbS+9wbUO4QlAvgKqhop7uZPvhMX28EM8O7Fx41QCUOKqIG5P147eSyOdBdoOp8NI
y5IYDXvjj9ZKd3nZfh/q/gCV6vVhLk2+WS6WOBKNgq0TodJGqgPRq/zG6PmaffTChvRHi/rpS4W1
iso6SfJAdKafVXQHGkDu6hmkEQoNU8pcOeguZJRzLXmDVkz4ZkRVkMBjwIWhWOlpRXOIm2IlGV+a
DXMVOI2LsuZ6XAXD1EGei6Lnpq8axzPqHdLyl7qKI/S1WRvGut5NO3lftezDrOS9U44vg13LlcRw
ocvTmIvAQ7iXV2mGagwMIw4t9gK3lnybZVvp7FrRfMchJHcTtMjkClpQG0SnzN5fnytLb/kySz99
zTbKQNiEGW+Qhc22KdN3TsIHtSbwWZjrc+H3KDJF00jB9cRubhsjDoZMu8kr436o7TV7m8sO/UWM
m0u9W2hieUF1ELTi5ledZaem5r66bCET+ejhrJBLVD1Vw4+rVfSFE9Zc/p1oyuZyQL3T7DSYo+b3
2Qhm/VMF65hER/aEdpjKKFd2yKV3OIsXpoWwnOWYHGCfK9eOnH2VhImnCsd31nxylmbBLGJEqVHX
VoayD3KQdyeOTnHKNquNYEsjmOVWk17knWpRjKbhgA0w3deYZ1mm+SWsHv9lGutzlTjqz2YSh0UV
gH72y4xU6k6VNvlAC6+sk6+PF1DA/r1OzIqxltlYJ6oAy0KJo8zCXSOrXQkbq66cdquHrK8nlz4X
gU9xZaVovqyCwrB3pkkNFy1rMGvMn+0SNHuIe1Rb3Kq1N/d1ONfnau+oDgcF/9MKyaANB8TGz2gH
VFCznfSPfmjWVulltv5/lQI8+vf7g2W5JkjWVUGbJ3u9s+7Ty7gehl+KyV+w8XgoKMDLBtpwU8e6
bZtm7d5paXyzxCJO+snWLMyMrnWe9KrYtXD2KvSuhbmhdmLxygRcyK/1uV5bKCnCLqurgLSJHwo9
sNAnEHFrM4jqONjRq5abvpaKBnhggfq+4Uec7URRUBdkHtGj/DmsqYm/TgD0uYO7cBjAQkNdB6ah
HVFU3TXNtNbU+XW41fk8VEToG62spg54mHHP4pVHO/E0atWF8JG9y4TvcXFhQ4VkP1OSr+ijF/Zq
8KH/nj8UVElNwSI+qKT1LMaDRWJ3aPyqOKXopkORFulcR9AkRu5HXtQbO2U7dXG3WKt9LASAuQqc
Dw6sGBonR6IOD1WWdu8aS89h2X5wQYMonDYm/adcWJ+LwVG75YpzXDiXODBqZniAuOZGS+lmdTBf
R2R9Lgcfw7okzUjSwNQb6rZRdRHb4maL6ED6uddD8tIzLn//KbOYJojwdRLj7KPHmlvCaW6q9ec8
I+fVsvBCqJwrvKuqByEnGfCi+HROpx+J5YWOtcP09zSL3eHu6blLVmqDC9dZ+lzkPZpE8LDDw1iU
Ih2ccHMxllCztT+AlPUvq0wKcqxlcSxi47tRrbXOL73HWQGIiabIGNNxZkmjn8yc9hV6b2zR7Yli
m+ufail4sVmOAZxxFvdqgsQhCrPfcTHwnU6TaRMVUNHmvbYx2vQ95SHsLgbeeqGk7OINe7bT1x5c
dd8anAuUPCI3cTWupaYLNRkQ4f+eQUySjESljTQr5Buz6tItOM8QdjWwqiUSIq4aYlNlH2S7I3X4
GFbdMalqNHV3meODL2Nq5YPlxJbbmYPuKmf4aOQvRjSEiyLxaEpxdkn2uHLJ+F2Bbo7rL3NpUs4i
VRNP5QiXRWQKdnMwNVT2cYAGvcVzNPlCeX0sYDU8rp2SFmbHXD/eyAgOsVBpBXURlgegK4Xn8NC8
rVhyYzrTj+tj+jo/1OfacRg448WrsAoQg6eb1NbTA1WkOppl3v26/oiFFhV9LhCvUKktUHLHxabq
oN7mcJiPXN3hfocL+KY81U166rMSkkd7j9b971TX9kW4jdhDIXsvS7fMPEnWvKz8nMvy+iJhmQvJ
ez20jBFmskE4PsrCuOloddvXoCrLt6yNd4yRb8k0bCoUjpp6epZOfwMrvOsPX9hrnFmy5KSG6qrI
ws01EkxgIC4a331hhieOxJ9X8hFijhXlweJrn+VHtqP18Hip8KxKa+GtG1Fv6lJgSuMjGp79sDL3
KGQlrmxhJg/Q9MtUTeca5HXPtDLqtVLu4I17M+rR98nqXpHirVVrFjK3udk9rkRtiGNkETScuoPR
v4x8uuMDDnMgZZ5XC+wLTbQo1/4dZvK0jEjoZGUwjsZGL5MXyxKbqij9ztFvQlt6utl5hlR+NK0k
i0sjmwW2LnaKWq/LMqA62VFHl25tOcdRdNsIlor/usvPPeDhZ1iOhUOKgI98G3PuW0iKwGAHhHXa
X5+pC+FnrvBOnKwbYWZSBDZE2ySlP6JQ+kbTRO605m5ALt/hi5U4V2W3uJUgJI7KQIHvNhVemYf0
LsrM7oP2ldgMobnV2y7x0F8iPLNtQm80gIMFjHTbGBcGptjoEKi6CaN3o0BxRdm5dlMIPcJX3fWh
7ldqrdN96X1cvvinpAe68a5lQ58EwqgfBvhco7xyzKrsn4+H9uXJn55AQRNOcbeg3UonA7Xv4t0M
RpChhWgyF2PkZmSCUwEyYbpydFsIRnNRcpaVpLTNQbvNIQT2SMHuelJPLmrDmz6Fn25ZHbuuX1kZ
CxvNXG6cl8ComJWdBYVkzG+QTKHN2YLB1uH6fF3KdP6nITamIYmTJAv0tN46PIeBSBRtoxxN8+Y3
XZ21+r0qnlST3rR4ox1pUT4aT2gg+iEN+ZPK6Nv1H7I00FnQYXAlboqGpUEbG69KAzLdRps+Teq1
c9rC/vU/XTEoC1kVRRmc1tkugoFqR5PWRY1sR5vMkz3z+xF+2+ZrP3y3xaYkztao5fb66P7cgX61
ZmdJUM6rWIic4oABWARs2/ySBwmMl7vktYwM/Be9QWmob8sCEB60CI0i3lpyAi2we0RnVgcBo0ul
1A9oWr3g5WN+IZpQF8na1D2EFXu8/kMXJvdcI6bpqZ4qm+VB05ZexZwg4jhN2tLwTSc9yEpzi7Xz
0MIX/59EOo4FrtQw8zjOFq5dVs95zQ9duDKhlraxuSyaTGjSaI0yC3IJXz5A1frcc5jzahs0fRqr
WN4ou38Axl13a2eU/tDRfHP9LS5EvbmvO+zmVJ2LMQvSeLpL0tzxkSQ8haFteaDUJbvrT1nYNa1Z
5KsHYxwLU+EptEUdUUShV3GWH8gIKWaBvqF6TZu29KTLJ/wcYx14zfROhyhUh7cG9HvCycGZzE/W
kN9bffp2fUALJ4W5IloZOB0XcMQPWl1sNOdxAkhiNDs/gvEDcNePqXaBrq1UUC753Bcr0podI/O0
UASGYlnQDk686duq84oUrg7Xh7IgtdPn+uZmYK3sSZMGQzHYOuSWA7O9WJF7Yg8O4L+2sUdjDfOm
dNS9TGlwPs+Tk5AOnMcYSew7ZtPWAq0IvKxxkiChW4XYDV0XriS6C5AifS7SLAGGcfSBX864Fpin
aDveOUW/je0cVrtO3rlA0XHP0dt3OenqUI5icLVshAH1uAtLqEmiHsffMbd9DaQbO4yhyYWfm1Im
fCL7zvqGfiQbaYcBPnztlP/Wxa7PVT24fCztMcWstwg/1k5TnsNQmEENagZ8c26ZlRcnaY8r33Fp
Jc8yU11ImRW2TAN0pYwe1XDCllr/Bi/CEULdcmVzWoi61mx3KIsx5yycMFlM+2dRjwolqF0ss41Z
oFGrrl0Vaauik8tP/2Liz7XiGbAvhQ536MDMdzUAN2jW/4Wu9htBxUlS/Rz+cMo7va1uinjNQmUp
ZZ3rx/seNzZWKfJAE4JwtFPIG9vQPE2z2bbSxpvK6natzf0WZd/KYh9UPl5cNdujUSm0nDv2TnPo
gRchcRsHlJw4iSi0obBGGLOmueWldX993S5EurnwPEloyJ0qLQLF+t92o8vbXCV3g7L9FPDBS+fL
WqP7QvyZK87HuuGWHuIzZFH4zCN+wyHk8a6P4hKXv/rEs3hdQNSgYON4+X/3H6Ye7+NG/45eh5WN
Z2G6ziXXfCSiqibUY4caQD/0ohrgu+pojYc5YeWOnbaZ+uzu+lCWXtNsAYLrl4w0w7NMp4CPFDQQ
ZWOu7DcL+it0Ev69rwGICHDx0BdBLaH+HFX/iiI+xOlJAeBLcS6FtgUgE2C43tXqdlfpSeH3kYk+
8tZE56bzqlfRWjl14VQ312aXYdyNtqMXATo8S+ctSwGEbEAAgrlTq04oNmwFTJ3+4+y6luTU2e0T
UUVGugU6TndP8ETfUPbYlkAEkQVPfxY+N7P5m6bKl9u7atSA9OkLK4B8uFOCnXRLPt5+wQsfc46/
7kc+qDzv0e9AFE9t7czG7JAX7VQ65oFXRoHwnm8v9Rf+fGVfzjXd89iJrWa0swsxx8YC8LGApER+
8Aovee3dGOJ4rbEpUhtrDlwcjHFI/KyvXyqnBSF7FEg8jF4GTQW7Mo+BvMDTk1VUcE32yGOCe9xn
Bmls39a6U204aVByjW+wfSxoe7dW+TBSpr0WImnCGhUApPLVL8Wb9CSsBFKUXH1aQwmVB9iZhXoK
H5zbz72AZ9DnOFrHAduCskZctMR77BvrMyfVqeoijL2SS8fYXq+on3vRO7RSL6oqv/1ry2OOse3s
wjRrgtsybXkoK/0ISMNGcwpIR/GVy2upYzYHuzf6COFnG905nlS/Eo/8qXTyUNTsWXQ27AxFgMKx
MSX03gbf7o/V0XLSO2ZVLznF20jVQxflP7w6XWkWLo3G5uD4NIOLZ17hVGeu7tfWM5we76gjwsT7
UVhk4+YA5zxOgktwlPEjAey8TA/96lxkCh7XNvkUyb4ky9RkcdaVGg5UpD6SDgHLoM89bhAoakM9
JfXJ1MF3wepeBTgtBbK5Gj/Uv12rRb5/Sct4V6JN3LZbMydbCh5to5d3I7X3VqrLAEwxGGnZu6bO
d2nXh5AD3OS8XNnoC7fnHGmfu07RDU2MR2/1964U77ljAGoyxoGhwTSL2e3L7RO1cMFZs1tBoyZo
uwmatENdad8Yt+OQ106FgZf8eXuFhcTPml0NALeamtFgEyWNue0a7aeb1DB/1dUnNM7+aYm5pPfA
7RQMXVtcRuuTFpDVttgH9GheVw//UnNnjgEvDVF6peeIi23Gm6hyIY8+nBvR+yZMmcf202RIrqqD
+eAlfCN76622223uet8MuFQa3ub2cy5NCufAcNTaCUmgVwIssfzWdvWdAoNVleOHNNF7JcbZVGqr
a+WzTcW66cbCHpnbIURZ7XGzMwUGFm0WjAAYdFnyUafeSmaycHH+zXW/nHMDd6WqWw9PxTK/IZ9N
bJwABvRrPuBdx99XGfGL72+224G/NptSUmBBddzKzDtI19xDTOdCUtiJ1MQ6M5LuDNM7Gtqv9UA2
/fkrgWwOAWcmgE/oIwsIsHYfkjreGflwHkKIuNpkcVc/OTXqRhpD45tgQGq04tm26VoUn+rwK6vP
8dldz6o4rmpxES7xa+9tajt4PQ1t+gb/tl1WANOEqHLncVz7lg2Cocqcbb0m9LAQyuY47L4bpRln
aA/o3Nkws75L6myjmewh09zQy1fi2ELHYw6+9hAD4jJGj2pk3baSxanBISVSe3Jg2mObGq6qxr2z
nXLtrl74pn8jxZdNm6SkLdup65EpFfQQe99Z2S9ejR+d4DkQ3/SJuMW+imSFLZ1DZFFD6+92GFg4
L3PsdQWdUIi0oMNblV7o1vzseG0YVxDcM+7R9A1Xw97SS51dwBaw3VoKnOVFiOGlrNVDwYJcQRqb
kgSPlRtHYRq71XOytNy0gb+8UjAjNQ5Tl+RiGg0QY1GBNVK6KaHgVkm4gokG+oh9rzZaGa1sm6Xe
5lx+OytpCt9rNaV1NGSlGY5xCb5EcZxwisIsfCLYjvTRoVsbwS5E07+x6ctTErtWelt0aJ9X6WSi
7e1Gz/jugipwe3csvcXZfeuCjdnbrQ50TJaLbS0h8lkkv90B0jIm7CZSvfCbBOQYdAhWqtilsDoH
VJeThHRLLYGMW9yPjqg3PUlCzRlP01hZlrTAd8vhv9D+8KzmJMiqRNlCijgHWnttB2g4w8qVx/Zx
3OYfGOIPaELqTUggDu0zy019aG5UvlnVle/R0Vx5zwt5zRxa3edxobkdMqdG0t9oUG5imx4J7X6t
gpCWmj36rC/tsspxHJcDoNP2IohlHx9ab+fA0rbQIQ3StmUXZEbh7Uzl3fPe8xkESzZ9Pmwgq//o
2U0RlKJzTo3qAkxNvRyuxVsUoZUGaSTC3MfbO27x+09b/cuWLuwhruwETSkjLVLfUKgjcw0dN56W
UPwQQORuE+fAmc22EvWEn5geRFVuL75wvcxB2lZjOskAhzvMReM9oe4HEdp9nLsP1qh+rkoOLBza
OS7bGXo4YFmgd1Cme/dR55KHuk3TbcXNtXbi0oOY/32JFDTkEkBNcBzF0bUq3R9iICBhBNCBRxTA
VOv99gtbuD3myt4VMKt2DqtAgB+iTelJqF5Vp66hP2Fdc3CRkax2KZZOyCwSYWzk1KJEI6Rw0H+M
qoBB7ckVw8PqBXX1WSw6B2eTqqWuyVztHJvdN9gmK5BEtJPKdjEUe6P6G/SlVvb40krTv3/Z4qTu
S81LI+3c1k57qDIIk3Fm6aHeO85TDKNMzFMAY2GSrcFCr+4HPNv0719W9EbodcthZBentbdtZv+s
DO9XVxnFtkwGSGm+394OVz8SlpnFmIxZ0LjqWHxJ7U1dDE+yHgbfwyTXp2tz/qUlZuGBGJXENhAx
BBk832irx8Ft/zDAAuGSujZYW1pjlqpIlWZNGoMHArbXGAI75EFvSPtNvQo+1Gnv7W+/ratxAG9r
lqIAx0N609OTSwoArdGodqdG1wkHna9JG17PSLDELA6wqkukJdHOiqDN5gEolWb52XDEPYr+MOrL
Dy6sjW6oy+opWnqoKcX9stOyEuzZ0qyRd6V858m083XD9bMiW3Pnvl4+45lmkYAPEtjmAgVQUvSH
MStdWDJNsEXnGI166AHP7lV4UDIEAITt8JLxE0bzx0Ro86ui2jpMAyJlbfC1sFfmgGsuVesweL5c
CI/8Me6gTckYLEIKZ9OuVT1La8zihWvA7tgGmwZqWBrLA5MMJhTMAM4Iy2YaEpqlVnv/cgVadI65
JlbWu6glk+l5MADiD1qdnaSZ7qCsB6W0lQi49ETTv3/ZJTlSSh03bXLJWY0429CnUhXvljDuIFV4
+3QthLw56joH8181pvn/gWKotDvDtR+yBEKM1A1WE/Dr3FW8r1ms6DCw1ih34stolxc7NvwcDtQd
BpIxKXfMOGS59Us5yT4aoO4ouuIwtk2x57bbbXh1B6lIV/s+MADBeQmyXufe80JaK7XdwlkkswDj
SfDZhpzjW7rw6EoBgIClOEUV0u5uv+OlBWbhZegGLmsdOCg4oQGyrO4MgboOwOHbf/66TDJe7iyY
eJU+VkRHiwXWX/HRACKHGhC4rauNycSWeKUvkjLagjocStRVsAeH+GhxVyk9WPkFSxt1Fmw0z068
JpHi4pmegJFHth0ScpejV+u49QYub2+NlDSAzDf3O6N4q4rIlzHUo2oUnd6n1qHXTVCa3f4515N4
i85x1B0ZIWsxAPIxVsXWBQudDd4x4o9mCqXJcuOoJ+dENeNRqd5XJN5KM9uaRbbXRHdX2+YxszJf
H4jf5Y8JSv4eTWmhybXm0PRZ/qc5hF83i1NmFXtOUuHXEQduWzaMB2L3ANOnwMsutWmhzwlDaR2S
6TkGt9baqtNuvrbqLLdp+wJAbytJLyZwaRKmB9VdzcWjPRRA5KUcthdAaEPeqvE5asuDMCwcN6/O
fnrghe/zwnBXsBvXSxc8/yyqwQiyUgLAoktawB+eygficRlksRs2hrdvYbzroP4SqQ6uvQZTHhId
bu+LhXM4R2IbZlp0ZVagFYmBpJV0p7YwfyTwvbz956/PbvBgsyCnd6IXjiPEZWCIVbVW/DFtKNXq
oz+kXb5hUYpile6ge/o+tvZvmf6GC2oDe0ITvPzNyo9Y2l2zaEYt2OhMZj4X5hTS79TGy6I/8DY9
FhG+rTtme7OxT0oDbA/Wxm1mrJ2663McPP4szMW875vUQ8ah7NeuOQ/lHjAIqDCm0IE0AjOuH0f4
GE947FZL33SlhUozP2HT+pqZ6cvtx7/aicFvmIVCpgwIZjs0uZRQBnN6e6ulTmhOXtIleTTGfI9W
yWU141i4POeY7N7OCBtbdAU7mKzUvDCB9tL3caJgvcKLGmMB6OXcfrC/+IQr53cOztabzLFA9EI+
54LVlTCdb4ah2QJMDcs1wflpcKsmzOIoVLZU/jhE+mvRovNUQFzcFu0lJfKE9syhNf9YDkSni8iF
irKAEaqHu+gOQemFAXLxjWvgZExOG8p27jPP2LQQdGaQuDr0jtAPacqzDaGTHBRwdBN3A3t+q0rM
vWlSiD1MzlOfJeO5ye1900Fi0XbUya7WDvHii5iFT88aR5pWJTr7NN/WY9c+5DbEdgV0Z4qR/6pS
IBzKIg0opom9NVYhc6gTlsDivA2de7TYqzHWB66TJ1DJn9umyTYD/FnPTKPFRrr93nG8xgfc8dJO
9wGho49EfeOK9ltB+ndqDfvYcu/dsRd7IqwTQAB3OmrQvUCT3Y4M+APoAXetR1xud7xt3S23m+8w
7bZWwth1KpWF2cV/00Led8MAI+Pk0lB10bwO4tJ5GbnfoiKjb2WRVT7rKnUq2uFDjpl17uF5+pl6
oo6CCKYmJPTi/jHGUZWBGPVmD2tTXNRNpL2yTmSoE1J4nUSWeSRD+dOIjKcSmjc+KLfN70IvvgmR
qZVHWaq85orpgMFVY6LS+NIk3UOuttONDMTBljZGkHTed8CIB58LdYDS4+2DtJCqzCH3ZtvFWStj
5NQOgj8TgAPyezB2w9WosLTCdP18ydrb3gYsvUAdMiTZQRvcrQesHcw69o63ZhmzEHjmyHpUOqol
joZSx5ZHNMRgQzeGeg5Bc8LgL6Y/3n5X17EfFp0D7J1US3SXZPGlLaAQBmXAXawAzB0JlBgGiuBt
n1znNGRwdaXwzCyyAShl9DFuLz+d6Gshb3ahWDiDI4eNIGbMPWqRIaDMfo09696W2ROMAlbhtNcB
r3jO2bXhQVdbsZbGF0nHXTYAI6oT33OLoH+0aPIOiKYJVU4GuI9AusAI/4HM8kwru/aBt9oCu/kG
HemVUL/0cWfJtO4YvQcJRtTKcbslPbvEnX6ntdaxtqrAWlNJvI58QRSZrtAv29Rp4y6nLWjDPGPB
4E7q80nywrrW7/PkiGi4nQLZoNvcn8xildgrteHOuxb/MfpjP3YH23ED0/u8/bGXqpg55D23BgLM
LSZfOX8yo/g05hYogmyb18l+AJLNJs55qmeMwnzOI/1gG+SiyTUX0YWXPsej96Y0K60dkovbtc/O
EL8nSQe1oo48q9x4Wgf2L6Rnziw4pGWZiLTEW0+cEhBSgKTHDaf5vTnyV5oCpaxT5KaYFkxTv4O0
1NvK650OzZXDNMenewO1+ySbwMDscZDybTCdew+bq9XYpciS50SvHysVv1Zj+7sby/vcArnq9tr2
0kPPctJkdHvgqTVg46sfBgHR323hMQwxMgivX2TceEAqQj7TRWnMkDBkkU18cBDRXOFnOzM3Jvlp
1NGBxNlGpa0BYgkUrLRWhrUXHc1OQ6UC15Md1uguvdb6YIFlDSDcETKBF6oEJjaA39VGcYlc/adt
dkgJ24MAscWXrlftC+mkPkDu8NHlXdBFT7efe/qm1175LH71BApVTWuUlxJmkL4VkaNBxY/VHuJU
Vlz787Og5XrgeFsUYoLWALFsHaJqeMXFShBa+uPzIATFb17mqry4iVPDJNc5eFqxshenCHPlh89B
3GMHRKHZDNBTM+ofUJi94xA1K/m4cyPb9OtEf7YxXReAR61swKUFZylj5kGnpvcg4AZoG1pMdGPA
epPrIWfDQUtJCCmb7SrfdyGSzFHYbdRkXdRF5cUrejeAy5AMcL7C2HMhsTZtUytT0Urr6i9G7tqr
nNfSaWrr5gjFOS2j2Q9I7P1psmEzmH21hQgicm8hxdGxcUJ0BYQ2fL8/yzwetk1sJUEJYJVS+oB5
YdbuO0rh8VGOIK9EvweRD4/wAo0C4ujeScCDVnn4DwsKmbkS1t4Z3Kdcr4BeiYuXvM9pQNM2qn1A
X91tpGojjNvi2+1z9FdS8tpTzoImmtZR5NRFeamEs0ONAtp4tfdy9zJmdO9VovU1D27paO3w2t1S
HR6ymEi0DvcL94dufJN6g6cd49e0MgNBbLWJcvEp/jGlnPPOal7ZBvRIJbhMAyru78J5nWQBVhnG
C3nQnOwiYifpjLyTF9OxIB5kN0c36wFvEdVewIPJKNEzXWMWLfXO5vh4TNm6VKlBwgpXHLxyDCNR
vIG8jbFbtjGrbq+D+8D7OARBLUwV2opA/Vg4r1Ez7iTlUKU2ggi6hEwlUHL5SQgsoVBiiufbm2Fp
sPH3kvmSt/QFiwZdQNeXKf5dwRM9bz4yyAyJHjjpmGwMje1KyEJYneZX7EGSY/tZDDGA/kQE/1pG
zNH3LqyZ4X8BBc46js9Ee7UNuUcC/rZaRSyEkTmknkGLoKtdXB5UPYj+xGsb3blJx1EPrFXd9qVe
3BxAn1OJGCyh2Kmn7AQ11nvAGV6TKvmtIP/rGM0zyZpNIUGgLfofICSvfMPpBrxyoOdY+rQSsQJP
Fg+XTK3I+DuB8j0ky35PnViPql9gBoIBXe4I0lGJTiFwbP+49CxiCuUW0Bah5QWGIbD4fDULfct1
APpJ6bUbhsMEf7Ac2UJth40Vb0sMUDVQR28vv3CtzuHdltVl4Cyk1cV26KZ1xV1a5L9u/+m/iNRr
L3Va88vB4I5qKo2x6gIAtXGAHUO6HyIG4voTChm7tKKgHb+T4UjbofPtKt0nZX+HRvkruLy6X0CO
ZVOqrAYlv3ADyPEkQVWSp1K0j1QPWZeec4u727r/x17dHPdtDJqBPc5AGqAijOI34YZRW7+kWaF8
aQwbU8gfqzjUvwfz2tuZtuKXt+N0I+yuPVIAZd4M7wNYXMLnWZRsWurFd5N2cdRwFZDOqHypNTC0
Kcz8bGX2uWsg1Sel3YGUqn/LPG+imJRhb9H8TgMAyk8qop7cvGkDGXsQ1jUKIxBGlO1EmgzPTTXc
t5LedyTCnRB7T1ZSpUEh5BjUlIoT5uYALwrZhlUtyS6GNMqu6nuyzYj5wwHJYm8L9qIPCh7Zt3fK
0qmfg7ehBwsRGCYkZOLY3rQ80Mq7J1pZLybubE4twOOGR6fda6UeUoizryy7sPnniG7itMzW9Bz3
ZK3dEwhmWC700zaSfRZPPRMbHYbfg63uyligu6Dgiya5HzfJyghk4Rr9e26+7AAYPgGV6xby0kXj
XmPdRQ6HMqG7aBBPtVV+JlW1W3nSaVNd2Wxz+PYweG4TZZBgtHvtpRuNCEZqdOuNUxkNyROSwSkP
ihWJBf1H8EgatGUHw3i4vfpCtjvHdtfxqFmKQ2t1AM3Ah/nvA+aoyIROLENsi2DJUtP8rfrXHt5c
CNy1rapJM4gOevofx7LurdQ65hY72g06prW4c5P0tZKpvypwudBgmxMoagGOjDOkEhDy9rUdyFPm
wEnd1Tarhht/yU1XPuCcQWFJjHIymWGJrAiKFlJkCYbWUSUebAqjJ0IudQTNdi3dAER/70ZPed89
ubXtbRoc/+2A4t2vTHOXp/ZTXsgjrjKzaU4khVyV6NF7z5mfCnrO5WOVe0HNs19t5v5AmpSunLaF
4nNO24qbLrGNCknpkEbvkcbOkW588mZNgnzhG8y5WS3oMl3rtlAOrNAbt/k7rs97q9XhZ3m4vY0X
EqA5V9rqiNUUFY7raL4mbvorr9vd0FY/y9QJVrOsv7Hnyoee8wTsrjdaHTYeFy2uyV7TiXlxojTz
W85/piySpzgHxi1AqyCo7Kx+orlm7mTqkdHnANtt4VrI0UTI0l0f4VcJMzlWrHnXCsPxbU8z3/Mh
to5eKYY9qqwyNLFCUHieG8I0Z426tPAx5nQD28KrchLomdZUf+AsvXcZ8D41MGvrwkoL0XPOKdA7
WWlukaOFwhIOaCtNYDv9moyHqh5/tqP1jTemRJU5wo2w1D9iijuu6e5Zb52sUn+UbXpo4YgKIejS
h3jAsLLNF37WHI1MLE1hOqPg1gQ/3G5w3/JuuDBRCl/rzCdoi8DMYVX3dOk9T1v1yw0iOzSxmqIu
Llz3fimt+cbrDXKkHTTitoMYh0A3/YifSvZbwmpPxO6xMrZNdR6V9O1MrGhpL/2K6d+//AqDJhCJ
y6ASxwvrUTjFJs7txC/ByPw3kV+L/h3xflliyG2aDjCRuJh2cdeX5n2i+BuQvspv88fbx3vhw/0d
on9ZQoeouSl7UIZNK2/9yjhRgM20Sn2vq+yjECpovSq8vdTSZHquFK+zAYN/BepuRlIotTrnnD/o
im3iJg0LLb0TkpzKPv3uOfLDkd4LpuRn1+Lok+KwAke3vf07ljL0OfOBOnnOsYGyS07okUKp0x8j
i26RkDIcDIhReEwMoYrKPVPVgWEs6XPZPigMWIHk5vumQXMTiaUG+E7s7Rpu+toYlT7oYvCNzZP4
GYYb8YkwLRQNupzj+HL7ly/E4r+J5JePldeOXdkVuJE4vh8wtg6MvAwxSbyMDrP9VfTy0p6YNR0d
dzBqTLQy+EQAHWa/SHh3NflFj3uMlKHe1zv07fYDLaXAc/5EV8AyoYpbIG5wL4aC0CfFqN/28FjX
/xRJdCRRu89gf6TV+WZ0858r6y5cy3MKA9ejtOzA3b1kDtuNsghbZtCQahZEiuz4noxwvm1zA7a/
nXZCU2mvSGP6XM+E7/bptlHDh6PBRXjl5yzkinO6Q5JWnlc5EMKddEhR92/GYgiRGsrmCO+IEAJa
EwnYycZtHH8qq9/ndbxt+JvEpD9TfZCUzQ6d09VW1xKGZi4y38MYytWMKr30EZG+YcoPaMiAzKD4
tijj3y7k0n0zNcpNg0MTsB5uDtIp3iASKgAhWyPQLv6MeS09usWQCVAcINrvWD+16Nhi3odSaBji
wBzZbiK9I9x2ht+fJoWp1XT677zrSkYy5z3Eoxp1zVUpEjdki27MIhwwney7umkPTtVQv2HqtyVp
nQV2qtkQtfJqv014vc/KNj5VnuluFXhVu6hKSGA4On+wXNg7DK2OUh4mm/DBioy9RI6wLRo92UbA
QZmQhajyJjSHsQdSKbK2PZXpJqeQ1PPjsrH3IMSgZd8UUJK1x+GFa3m2rRJV2DDNLqQKgEFGKGpV
Dz9nlkrzWcTQlwsUAE5diEpbO5vRCN2CNAOWWq8lRNrgZ7zDSErCaIKPHvEJd9IDzKiMHO+5dKN3
uzWybzawoHAEj7n5Ssx6eEA33zx4xAJTXPfkg0poviKrtHCz6uZ/b1YGha0GyhjRWTD5oOXtnebE
G9udFJxQrd0+cgsxbs4F4Z4uFOCm2hmmx8aJwORqqwjmy55ub2uzGPxSlG1AEuqu3X5T9Ly2oWZR
NalKQ8cwE5p/uhv7Dj5Vp9JP/IYHOmp3hW1vRa1/ZLb9tDqauv4iAWr774u0xwobIMVDQniNopHj
NkgcUEAJkNJDYrrRyge7fi+RuZA/H1HnUs5BETHEm2IozHqJaV6+sRvytD4cvv7NyJwXgq5y1ws+
0LM+OttKJGfXcQ+VR46do2LfNXGFQ1j29v5YenXTv3+5as3WwOlMTXrm7uDnZl+GA/OgOQzAUkgM
urILl17cdD19WcU1TZMQQyNnzYEer8TuzssYXqq2zyP+gOizNnpbWmgWSC1wT4zW68jZZjqDU5XD
1GlgbvpHdpEBI+5CbqsoXUOMXL9dyZwr0uQa1zI3oee0snoERS4hWQGVstL2pV1DQf72N1raD7M4
IUbLFSWv4IDSlHc5bY6xOfokTl7spHsiI0Ahabp2eqe/+b+nl8wl+ousHDPdwFpEDduRsG2Usti3
hPZJUnLv6q5vUuPASIMYq98BW7tb1XhYSJLInEOi2hGCb13BIVCG5gfNIJIm/AQWrMqg6NxBUjzP
FHR3XBFwDdnsard24RDM6SJuzlKohtkwPYKmZ9E9SYj2Qm5h9e9fT3vIXJR/cHNDDbXLLtJ4tVsz
hOyB8JmrnicujJ5GD63VQ4x6FWtzPQSTOV2EFTSD53yqnRUA1aToZJijDWcWSHNjuUMk2ST4P/BE
5/QUd6RcaaEsFD6EzIJJ27tcwPCOXax2ePfgAWJZZ3vM0YFs+p3CU6PKIoGwuga28cSDrIb6dDUT
Ghdsk0X1eUzXnHKn835lG895JkK4KTPbnF2ypNZ9nmgumjiwfbh9IBeAagBW/DeeFZ3iptSJdnba
AaWc3LrQj/fqbaQdnBbLpCihsrG/L4l2SYCxX50DLu0k678Le01sl6Aa4KaLD5GjApjNf1p29Gy1
j+0kALldlU5eiG1zWX80WGkvDBNawVUFYDeQUVCKv1Ncvd5+hwtTdoT//z4KgcYTnAkorKF5i8nu
wQA+vC/1B6b1l84Fh1hvvkduOMDFbTBOcJYO0h5a4gpMj6IHyDilYGhC9P04eQUfM2GgMeE+3P5x
C0BRWCT898cJi8mkQGJ8RovgHWL/UDyFOFEmjkkZqzDTIcmvuakMoRv94Zips7297sL1NWeSwPDU
ihxsrgunXVhnPhl20oPteU2657HsN7dXWSg3yJwSYmelxTqzxzKIOR2RLyYrtqwBrto7Om0GVIEp
i6BpW+hqNA+gng9AgAOtMWhQMR1+rPyKac9eOaPe9BK+JAWNxeAoPTAOUqJM/GTgAR3yO1gI/jTi
ctuw7KHzxh9urJm+6KugEcaxgejAal9/4VqdE0OolRHH7mV8YeXPxvk1xD95vu07Hrb2Ic73t59y
AeBA5iwQIlmSFzFWsazfdl7DIVxg/PZtrPQ9zOu3eQWsTG1tIWMaql9uTe+NorkAUHCnMzMPYZhz
3/SG6dO23mvwUYcWVWecRugh3P59CwFlTiLRjDbmlQFysMXUviugeCQCh39Q/bl0Mn/soe4nVjb3
32b9tQ8+C16y82BLZWj44E2f+zGIZP4gfhAm0NtJGzAo0x9G/mxDPdSHxtOLFA0LJt3wekTpX9co
/+EzI/rhXhMAe7hl8tzILNQ7auxLBzq+kGaQd+guhH01+hbQ935h6ECnM0xHTK9fI34u7ZtZOqYZ
2DSlTWDCOBYocLUPSxuPucP+NBIqMKWhdqvhfvGkzoKkXgI7oAmDTVThfR2hEE3g+I6KQ7YQt068
/pVaTqCd8ZEyUcDRhP9qNHAD1viaC/fonHJCWzif9AbWB2ICZzQfPyy+KrCzkKbMOSZJn2kKhsTs
wlzjj+hzmPtsOE572eehioc8yMF0zTiUHNeGhwuX2twOwNBMWWUKCcpYZa+R3bz0EWuCGhTG26dp
SnSu7PA5v4AYedVnesdgKkRBQWITtmPrtdoRsO2VA7sAHidzRoHD8tJlsM24oKl47jpwm42Bb3si
H21T3pdIXa3IgumO96eu1XMZA3zRpZ/TtZnVcCSG45ywwnZNmXzhMMwV/gmagy5Ah0j5HBUmun2I
RgCZRyv+5pX5PquAbGnVyqMvvd151pWX8EHWLXqOpHcyknpr9tFOFcbTej9waUvOQhSlfQJ+g0HP
RR52mjyzIfmRtXUYg9EkALGwqXPXp8Y3J/l5e8csxF93FkwMYPp50aPWB2Wpgtiv2GRZs3US2gbV
WL4UIwFQASKbGxKtYZIWPtkc0aYa7hh6b5Gz5eQimCxraUkvbg6VxdpotzHXJwOn4PbzLeDsyZzr
MI6w5bFkgRrZSJ7aIvkGJY2XvOv3zWDQbV1BP8bV7Lsu+Q197B3G4GerhaoLe7m9/sLDurNEDrwB
MSSjpOgGtqFZfRLOTikQMFxrdx6rgCBt16YWC0vNGQ4AQ2cRmFDYOx4Lq3xHf8Ql5Lyd4Ylpctd3
7lrbYSl1nnMXEioxG40UPePGO0sMAgv1U5lVMHxPRe6rBkY/vAgxLwV8FjqB71niHaBz/Fiz4XeR
umfCxWcJzCwcKlgWT8Jl/9Ygm1PFTK7MuGpcdJNADNLKPExL6H+ArPcwRYO4tlameQtxfE6f8PAx
U5tr9Mxa9VRp+jtLx2kw8E97Zk6aUFoqLdYS9N9s7Y4CB+AScScRSLXMeBgj72EVD7Bwvc5ZEgQ2
jpkm0QGOhkzfNNBBg4e7Zq2cvYV4OZft79UAWg0fozNHGSfi+FsUc9i9wHsLBosrN97Sl5jFrzFJ
81i1Q3T22nI7GfUR5Y1+js2+8hBLpZgzS4GGuAf6AR41Z9htYKDfUBg6v/aOcUei/rEk1SO4qVmg
D7Dh7os1FfalsDWXmc9MAU8x2YMokFW7qIlkoFQZxmi6ZV7dbxTnv2tP15CKZnagDVV1Z9vVn0aY
qZ/U/9g2nTMXBicehw4493OHbgn1E8OQl3JEGQ4z2czdjKmQb//H2ZUtya0i0S9ShJAQoFfVvqgX
u912+4Xwqh2taPv6OeUnX6ZVivDTxNw7UzQIkiTzLD5kJNRKhr5UgTNhxjItZjtvCgGV0eSxdotd
31XAcBUHnjgVKptFeOOvJ3kPneJ0v3oM/uCc3smbTM17kMhV1qcpWLE9/MPQsXjwE9hqt87cbiql
n1COvmhGf+Vztoks8c0p42yLsl23Sy0Z+Gw+R3O1a6NmT9i3nAm5iTOockMNHRUDUPxBvCHE3w28
snbQjT51TrTLKhkUvIPWcY7I7HvW29h21cqxWEB0CZOWIRnhmlUuTBZsazhEfPhSiUyd/QEV1kBZ
6gQmLN0BIABBhg4BEv5a/ZXUyREe4cmBMdvbcFmfxpsfdGzHzme8ZFzoqkV2Um1rIaoLqLXJNgKo
9tjrvD/XABxuYHaYbjVJp3MRzTAFAEUpCew4yQ4kgwbo/fC4kLKYUPF2nEF5bzMRRqUDn5EbpBo0
WphabvtBbtwxgkA0D1efIAvXqin+jxAJvQ+OazXP9mwQn4msDiTB4w7g430zels+sZUEc6H8Qm9B
7q+KRFxgkee8RTKWe5AmutUjAss++446uiRdCWhLgxhZbM9cp8FH9sOxEMfbrTKWybGyxm0yq5fe
d073v9LSsrn/nQtLndZtCYZpnenMI7pzLXbAbgO0EHz73Nu1KVlTSl0ay7gERJMQHQOZFLYp7FM9
IOwvc/PUDXwP3Lc6ANNtb2A+0mbboZy+DRzMmiGim1mN7KWnI9t41fNYUBA+JrGhas2adOHPMtkG
cVK3ZZ8LERLXukIDtwmk1ifd12+3rZP4+nm1lrR0JoxaFnVlMZZo6IbwQthAXf8LmvYfbzupsKZn
15JH3+/Be1q7FJeGu934f23UgsLUnd1S+CSiP7Q97RNNjkQOe9wYWeCV6S23PazG5z/5yDvx2eQR
6JlHSa6RRUSozG7cm/1BX7RgYo+wBbPhDSaazg4YgATQ2am2jMVfMq+9iY2gqgMAsASjw0u+dBwU
AE6eZFttZ7ufN54F8TZOm8dc2XJ7q0bO3gVyxQk4wD3gdKV9HKQvNlIkPxsv300x9tisqgBQg11S
zh8dqsogktDOhJ/6m+8RPLmnKt5AvhruM1W7y5PkqjwG3MvcHVg89wFYFgi5rTq2rXjuNEAEDhRh
8I/hQps56kpIkW5gY/p6/xwuHHfXOO4wYtBALqUs5C66dBaBBk/VvgBgc+xBB2z74sP9cZY2u3He
M93WM9UMxCTgM8M2F9YmvxkNpSSm2zgGtstHceIEob5o5dgvpH4mELtE2zZzSU0wovcLvaQPtI63
q5KCC+tmImWdfkhlBCUIPMHpk1/50Ybq59mtnE0Ocl4wR6za3V+5pW6OKcWfth0wIGJ2Qj3N6hBF
c/NZjSDfR76b7GYqm60TIS55OhiZgHLQC4V3WCAqvbJFbqf2vdNlZLjcyZLOkY4TTl31a8D7wqbk
arnZy+qLZqkzZwLMo9lDMgsJitDpmz2fInkYPBgaqAAOKql9KPS0ZQ1ydgVhwu3kwpUKOHe7l480
F3vowa9hI5e+6i2g/RW4ulnGqooTJ8wrIqFZ5DzksvmStm89GjiB8pW79lFv+/6dRTUR486oIP2T
SBK21aZ3N1GbBb2s4KNUJS9SKkjIgJsp2X7uSwi18P005uA55mtqlUuVWxNPXmno1PQ0dkLb07tJ
yS94q8OeVYKy6mxSn4KDHkHNIkmCqfHPc1t8ZQzth45ubMiB3d/ZCxvLJN7kEorBKa2cUIHMg0LP
ExZ8X4DEjY7asNYMXRrESJqapBQ+0jESeg4MZGhSOB/LdEh3nebeBVo5/UpytvBWNvk0jSNYE2VY
0MS2kfvDiySP47Uy1VIsM6InrHNLQkFOBOSGPpGmu9CMfRaQtv63D2EkSKr2E3+iDUJlDqOdrnuJ
puQ3un0Xb1ipvCztNxOUr4XdjjCy8sI6wo5H7rehRXJokF/yTOxpPB2txs6CwXdfZ/umGpRvKggX
ADW+y/OVnHNhK5igfaDZyNTPnRf2qjkXo7dhWQVFtf4BMfP+Qi7Ejz9F8b/iR5bNHVRCJ0hzZNUn
hkyx6efTYKFHQEXx7PnDykyW7gRT/L+E1w3ehYUXDr1ocpSwaLdPIei2Eaz+jqec/iisG+cg6+Yg
1fxHpctsT2Ux+QFR4Gj823SNs5WjEu2Ndo6PCrVb6EaGNp6OSFV0yDS8tmm8UvFaYDmLP7vqr3Wd
VN+UJFMYyLU3SVP/bjrvanG8f0TafnTn/GeT+s9WlIMwOG0ayEwFbZ3C+bUMCe8vfRN/IBY73p/1
wmE08fNAofEKeCcnZD3grySxfpGZHaDAc//nF5JnExZfdkNiy0i5YTOrk2KAuBfjZag+xPUPxsnP
uJ/CVWTiQtD6U2j5a13dZhaFPdQ0dPGQD+AGd2Zqfro/j6WzYJS2+96ZUSkpKUp7+XPTdbvRG19t
Wu2kp3+sKrYunQQTuu6JroJJRE/DiUPhT0Gr9cY0ZBJQaMLHrRiAuLSzaecNzVa45AkKjxUcnr3X
+7Nc+Fom44b5gBBDVpeHfs33Y3kzKoN2S4x6bw10diArBmu97m2GOP3K/ljIpE3MvD+ARGSDixFm
NfvQMO/Nkf43NPE+QHq/C6hk51tT7f7sFra6CYgXMN9yYqvhoUqLKvCYfqR285pCP+L+7y9VT02A
+2j5KBhC9DBsub9tAPuXFt1xBA/pzNsmxTEmaHDNe0bI4f6QC5eAKdfPfAHxQEHggOONHxVvdjkC
A7H9J79oVy67pVUzbmv4xfvzmGEIMcl+C0evz7eyJFoPeuWzLM3B+W+aOqcAwEiJAdjtPS3j4qJc
vQHO2IP58soYS0VPE5o9uMgO45Th28dAnBDGdg7b6XZ8dnNebHrys4CEbA2XyDIfyIuLiLgZaB1q
z7+KCu4+7c2Gu0W/h0A61r02gCTsWEffipoENxzRtmPNt2ms7Z1H+gZ0i+GlyZvt0LoBfiwAaOr+
B1+qGttGIKI9PKmgMo8D09Zkw5TqgqKKoXTH4L9dIRq4PLuoFk3qAfXcvCHsYKdkzf3oD8v5/zN9
bqK/i8qGbx/VqEfGQ3sYSPuqIIciIDfsjTrIYtzGE6maM+ys7GCAjeoRQhob3O17xpl9mEf9VXTj
Ph1o4NnFtizjc491ipwUTlt+r6B2Un6arTXc0/sBjZvAutyBwSiVnIV1op1PbgJiAVq/Z94RVGin
KmlOcTF/0wUsVGaAI9a220JHg5vgdcbjDtQCR4SzHsjFAvkmm9FtjvQB7gDXIdP55wSxHvVBdamy
w4CnmICP70TVyn21EIu4iWvP4SaPTpHmoRsJdtTqC+nsVwt0DOiG7mZJyCauxyaIRfakZEVWztnC
9uSm/4F7EwKIWY+SNJTodQNCPB+bHYoLiOXeFfTZY6MEEELOk5eAwI667/1z8f49wn0jeUvLuGkY
r1D5IdkhQ4pKKnWBjPuHsh5/eRAg+EdEEveNGpOXxJBk5QUau6n9kXeqDzIRfZ+AqBu4e1DAHger
Of7SrIzYq/vSiaYZAjhQa3JPrQ3obuZBX83DtRzyOnI/kdkZg2nIou39dXw/h+K+EYxzO4lqAhOY
0G4nvfNg2X5qIVSx8uuL58KovoAiNzuesL2wGQmUCWsWzH4DPfP+sQMcOffbRyuC3Q5hcITMPrp6
ptC0U1OQRGrtsXEb6r0IZgTQqFFV0xP8CTDl2KAwYgeOpudZsB8VCk+4jMQmT+V3oYtLA6xgr8qV
kd+/57gJfO8tl9VoYOLBNkABx84BEI+i7tGzECndgs//OMxtL/2VBcN/Af5sKYiwmWW9yNJBTc85
JDE9Q676/h5Z+oom5N2DUwF0zUdwbfFoLwb/KGW8F20EWJzzMkKgYkMG9pYl9l4PBwZhUXG2PHct
si0cChP43tRdXPXl7IWJVacb3bODzORe5dkBjh5dqTZUtB9sK7/2rD50uFyIp78SAisHXADJLhmd
n1Bq3LWFv7Krly4ZI/Zof85RK0E1OB3Y2U/c52rWe+sWYTV9aeLiK+XTl9Xy4gKyk5t4eM/WjtNl
JQ/HKP9IIsffQTdxCCxH1eFAIXScc4gfFl5/KVWy4f1Xj0avIwUZYOTw8UosBYcOxdKLP7ZvJaQa
d4Xi22pyPnu+aDeyr36Qmf7OYriY9279xcLtfu6GDgRxFlU7z7XWboulhTPCWxIRu0hTykIJwxSY
F7qQyR+hD1w8zlW1qzN7QpO1gyw1X7klFoRRuYmDz246QGKosXa1F0wPjD+KX8oX6FyUW9euX0rn
K0P6x0K3k5CrL77w0Q3nfnwWeToHXTJfabuqmXOb5juRyMS9ozsACL7v0zDO7E8IBedIkR3gQ2D9
WAd3tg6pYmcYRYf1NO5mnnys9fSAN8bKYiysvol/pzAgIV5h4blMvDqApPxeJw4OUPxrKpPPZan7
AEazwWrYWDi3JhDectDthcmHF7a93W7Bjoe4hsXrHR7q9saC4BLN6ssEss79KLU03O0l/1cclHEE
Jy6Ii4UO0kpkxe3mxh/pvOLjPKYHt5qvLll7WS4t5S3k/zUWUN2SQKTDC616PPL5FvZubfo6+pBb
Dm6y4bdW6uv9eS1ldibIfa5vUDp/gHhV4X+ayBuWsB3EOQcmQKLsTR3QU9zk0+qTY+HeMlHr2vPQ
smGlB5UZ61eTpm95BoXAct7/Y+GGcyMOaCprkUBk4xLbbgTQVAvB+QSqBC/3V+z9Fyw3zQsqV+VN
qvzxIjrFH2GubqFDnjqoK/jeRNeknZdSXxOSSGYk2qiSQkvab2AqMg77NI4v8PZ8jNsUfoPIFN0h
OjuVtwVW4JhDwvb+/N6vTXHTGIER6Es1nDqXzC1DWWY7axiOsdd9YjFdz3uXVtHIm9BbyNmkqvFi
D5ANQOTIvCBz7ep3c9M1uD+Tpb1totQtJhPi0tyFe+5VqyHsXf/gqPgI4Ns21vWh6lx8uvjB8z/8
44hGumTnKmKJxFfLCPR7K6jasObS1/1Loq1jHXFQYXoUp+xHAk30+2MuOCZxE7lez1DD8Kfegft7
B+G+09R7GzRbglFVh7r5UDhRs7UcsssgyBfQKhymVzV+9Vj1s7J/jhPEpVEFB4mnqg45REeCARn6
PxWUuAl4L8dMwDVHskuj9EMcI6/IdbSVrYcw/Xx/+gvB0kSxp5XjuqocnQtXb/OtqEnUG4V/GXq/
myapLoCdPzXTiiPNQvAy1fRTXxK04zMOun//wgv6ZqdRCL/MK8paa/izpZNvSunbRQeMWOF5lwaQ
m4BE2UPsFc+t6reeN51smrwm2fQALZ5uk7jzdqynla+1OLLxXOPooFWxF7FLe/YagMyHKYQEcAhC
+a6lyA47+t1HQBiG6YKCzMqoC5HARJk3npXmLSfuBYoeb5FK9tpFAmGtPS+Wft4INF2R2E3N9HQB
z7vGVVrenBQZsClrLk0Lb1wT0c0GaQlfdtOFa+xCScEdR59Yr1ToFnacCcu2y5HKaSrmSz87JzJB
HmrMh/zAs0QFQy316f4pWkhvTFR277Y5mZE6XRALLrVin6bERsBQ11bDHIbUn4s1T5KF68VEaKe2
rmLlZe7Fn/cyhuEYFE5H+7HkA7LoNZrkwkc3wdnIdKVyS+ZckkpOW8mGVwYMGUhoeqXrtjSAkWOM
oGCOBfpcl0hF+2y86YDk51x4K/fI0lc3DqIASbacZAeR+2HcyEn88LT3I3O6k7Ta1f7C7W9958Fg
orP9fqIuE65zqbhzzMvyjPp/ICA32KQEFZV5P+T07MJBT0T6HMXNXlnk1kRtV4Lp0k4wTqY/1Vyg
T8MucPd+GTq5t/H9qZ9GIApzoMWD+1t74VOZSOxCu9ybQaG4RCM92j0yeAbpMP3z337duPD7ouJZ
pAZ+IbH7BPP3j4PXrXP4FvaBCUVWycxmHXHn0qLw4NbitR3Ixne8T326Um1YiF4mRDfmJfwUyhkn
hVVNQIYSWrc5/bfQboJyo9ydhdVq56LH/kK64aghFDRbKzFr6cPepvTXMymF3Uw+TuV48RyW7CF7
3V6suJLbZBz18d++rnHMC/jz1BBsR2yHZJIPiHlUP8qsWSvsLy2+ccx9pLo9IN8zxIH7n0XrQyl9
NY1YOF0mVUw6RTQNSOWuZVvvVElPmVSvELwHPjMqyw3XfFw5YEub1DjHNuyzYHyMkXyXbzvR4pat
2M+ax6Azuvt/+hAmcH1OWA7+3gRFmNT/OE7WIUYrbTVELMzARBt3fJrhFdDi13WB0lfnP/JyAOAn
O8HW4P4EFnrx3BQyn3OdNbOLMVzlyE1evLSwu6SxgkI+jNXgicyOSZ58LfM3UfiBA34yU/WnlcEX
rnf3NvG/joqMM0DI7Ha4RijIbCMS1vTmR7+rxHcPmbN9qadQjlNA0UWpPBgFaJib0OELmeH7ILqj
I/pxz2qoMN//gxY2pwlKtlBPdarJHq6w7AFuy5InTqriikZq+8xkSoD3o9XK1lnKak0Yr+VK7QsV
j/j5blck/nOFPhIwqvjQD53U0KmR0/fEqvbJbF/gR/d6f44L4ckULadNW+bw+8UHtwB2APN3U07k
O/wPVlKQpW9qBI++dn1ZFbq/2pqFdnbyqX6QY8MCP4tetBrD2P38bzMx2iyF7RNRZaK/MqG2TdI8
qtm/QoDmHzeDET8SV/SuzKzp0sNYFfZa4tCC+bZjOflUdvOnzErjlU+ytBVMqWNgUfwyrlvnUkBj
tnc2BIwsJNT7go2byk72nInfTusc0zIP02hV1GehSWQCWqOhKdMZtbsLhKVwwGQEET4eSFdeSreA
krmFgiwVz7yBjevUn1srX0mxFh7HJpJVKBLPpJcjtNvi/AtnEP0VnShB/YFXNKyNYAgY8D62PnRw
d3zSdjeLf/uoJn419eIMuMxRXZPU+yZSwFR85venrk29Ax3pA+nKlQLAwjkwteJd0AQIjErVVaLd
0DotD6AHLbfIavSu81UOrY7xp2pWm463bflO2myCWbn0fTVPSXn1JyhOQQRK1TtahM3NFCH/0pXf
5Tgci3Ll/bcQRUx9+Hyi6M6C1Xq17TLEw9s5uXOVHqoIuhr3T/dSlcxUgac22M95GVXXVCWfUtWd
iG1/iht3C3A7tB3dZ6tvwyHiTyydVqrOt3vnvTU0Iko1zJmm1VBdkS0km1Y4W7+AGEYBet+/6UXw
/yMhQIk0dRnPr7y5ORnxImCo01TtKrt1IXkzUbsssuc6gUQvsJbaPerW2+Zy9lcurYUL0oTjshIe
rKVO8eO6+FVn/ud5bprAHZObSuZvqBk2a19/YYOZsFzVUydlXqyudq1KHXhuln8Diu5bPtrzz05G
Ozp16c6mObtELTwQuAW768i3Fbyw0udSsw11Jg5R4aHSu/s7cuFEmwBeeOr5juy64gqoNdhX84FY
zbaW7RbWXF8nJt+Enf0bvJv/YV38nRlNMwofll9ca9Lsozb64nj1iczlJvHJl/vTWdjsJkA3dng6
EaCSr20tg7KC0S5Mvbd2YX9ejRJ/Eqd3DpSJu+WZD5AQ6RBuUfjNoT7ryf2UxxsYmPS+C3OvM5HX
KvFASA1hBxpgZGhJbEgMiFpyuP0LG36ucfs6DJ8hSJO3eYCT2MTDTVHXBamE6WiD/6XleUE0erf/
EzRnL0n5bcxf67Vy8Z9N9940jJzG1uh71Qk24wzyK/TQaH5IQfCCSDuYawJExD2M8gLHTQ89JYcE
1Ih0SoNGgVmEUmnTXOmaCt1SVPyTQvy1MXo4ihSMowJmjQ82ul+8QkV9+LMIhfdKfVzZjveBsWHl
xP/xpHhv7kYaBJt14adjhnus6/QxqoT3QEkxXGEe0wDhRB84iZMtbyAC7VQ5+MMSr16vJvNTM3Ad
dmmL1jsMZU65zH7ZlpggCca7U9ckebFtMynPvgvkGJQa/cNAc9luYkAaLjLVPdl5TQsxidQBBrBw
NZaTQq40psW0TUdFd4BsTmsBZ+H+NCGHNYcXdmqX7bWP+Z576orzjsSoRaI3nXxgHhS7EcbaALbF
9w/g+yEOsOP/vn4cuI/2+Ty2V+qTbBupcidYacHeba33/n60RpnsvwNMoyqipk/bK4nBjBzkG1Ov
rJsfoqklpyZC3e7+RBa4YMyE4WlPxpUPsOz1JgwJdadTbXknu6lQGcZTxnnEI+8BujM4N9nFHUsZ
NF56wLsZ74+M8QBN7DV+0kJmaULLmdJtRyu7ueadtR0GdJnyKLgNO3F/g8fbSVf2ZjW+LY1mLPBc
UzWN6GNdJRSi/bE6ao9u7bo9uBrvKzsPEcI30v4ndiQ3UeRjVjaagQdzrTIvnCwXW2Z+nvz04/2v
uHAfmMBxVadNNnRFc00tC2iQh3xqTyLyjnb8/f4AS6t1Owd/hS5daxQ0BAawm/QqLW+XNAGk4ecE
ithWvYOg6ePql1kgL0F7+r+D9TXtRmeyMJus3KcE7rv9Zy7ENu3lIXGOURpto9YNW7cHf5fYEJqy
4AXAxw1P+pUceam2YgqhQ0sjq/MY529IQ6d5nG7WYJ/c+pjyKqS62NTZfEpEcanY9IuslR8XRzUu
q7hAh8HzohapA3jTqn2Dfh2UydyzN/KvlVVcU5rva98NGawrSHT0hLeyQZd2kJE+W35vUyBs2qsf
5YEvADuK4se4FvvIq1ZCzftDMBN5O89VDQNrr7paYFOILLk4yr/O1H7EA3rl4fZ+As1MkO2YIsv1
oK90hYPXi6NIGFdr1o9Lf72xKeUAulc0OvV1qLogcRU6p1eOa2ZVYnUp4rv/3fUl+Fuu9uUUVmk9
1pu20XAVIIoIf0NTkfdb6noQ9/PKtXi7NKCx2Ya+KJ02z8ZwdFu98+t2r3CjgT8PUpm2it2qref7
yTczVaRtqymkPeZjWIMgxm/GIbMqgeMKk+aZNsJal25eSLFQfPjvIkJugN2cpjEnFcUBG9PXweFA
7cCaWJL6MrdDWOfpGIgMiV4yZm/3w+NCFYiZ0NncgbZSO4sh7GxxhRzNmZXjdrBRJs8H5HgizH3I
EiWCP7VVA5+uuFJryc/thP5/ksdMOWm0ummpSN2HMIL97kNMf6j8o7D0lrb2vmnjrzoFiL1QkBOR
5bmCvdT9Ob9/JTATYwv/UQdaD2MeWhQma7Anm6BsHE3QMpWXpqgBlehK73PS5K/llD7eH3Pp+5rQ
Wn/UEASF233IKUPdadwot97C0GqTwkAC1VfpBXODp6MNgGnrrIy6cFBM+WgndeIkFm4eRj5kLyPR
b5Iu/qIajwRMyo8ZSZ7uT28hqzSBs6XsqBtbtyWFHqwNm8eGR3gxuYd/+3kjwhRO3cYi8YrQ9639
2M7bue8+FWP/b/HdpLJA0aJEv19WIaRa9xnlZ8DYYUQnih/jP+rYMBMeaw86JW3eVVC+fS35rKGW
lKBqkF8zXh88bMPVBs7CVWJiX3npObWvaBnW3N42pHuSRfz5n76DiWt1clhySz6rEP3Gr1BvgRtf
3p6zVWDpwsk0cayxQKNfOb4KK9kde7d5aqj9HQIDLxOUlNMeRgglOYu2XQkEC8eD3/75X7nhNKJ5
BmxaFdqD+Gg1zS6h8DRNpqs9JL+TtarlwiVi6jPDakz+CXUhHfMOaNnXCkDMxuu7YO6dXY+u6lHa
8Uq5aOEgmgjWLB1znVukDPscIGC/rXaktMEiq9XKAEtrZmQTDXS8pzQfsGYlRV0o+gBMWx0Ukh+h
nIWH9/b+TlvaCcaJr9zW8j02ViHyu62gyt/2WRcOMFOHqSEkAOSwHfK3pLX1ym20NC8jp4CgR6ea
FCjPqW+mIOLkaFlNGfgxP7O66a9OuaavuTSSkbBmrJA9aacypMJ58VBKvO067UzdZrCSdeTvQtpn
Sh5DzCapgajXIRR19MlJYwBn21xfB9HTrfD4yhlaGMaElU6sjCBgVDRhFvcQfbHDPHKDUtnH0ft8
fyssbGlT7DgH1GCcO7cJu7ijQd5DJ7TB0zeAKc6a6NDSJG6f6q9AYPUzJHmdroVS5iWCjJnq02gD
NtqPdV2L2z56J9kx0Z8uHSBjBEeo8FaUBNQBNJIcGY6Mf3naVTCT4fuB6gT/VD7P6MBB3OLsingl
EVia4G1t/5rgUJEJ0wFayYvtY5G/AqV1hsbFw6q01kKQM8GgrYvlm0vahiiu/bST36KdcbPp8+TE
13T2Pnhr4IelmRiBgRYj7yXszsImgkZnueOD/1ZTa98N9u/7+23hFc9MLeO8J0kUx9gNUV+c4Wn9
OA3iGepCU73PfQ3lmYKdvFr87hwdCNgZbCahv/cUFDf8t5WEaoENzEwk6IRg5DmatKFfNc0+rU4z
r4+W7vfaGT5EzXyeClfsqwx9vSjd5XCAlLLeWQm0cK1RHWcXRqNVd5NDPhLrSu24hylvV+4zMu2j
tD6ohL2urNfStzeeLlK4Q9XTRIcodcF9Wu1gONNCciMavyl3X1vRRsTQ3Bg2nId1+jUf93OpX0v7
1UNFu25Oq5twoQrBTJ6AqzLSlhzk8hkUMeUf8dH8fTN3J88av84OHNJlPH+YuiZQ9rwux75wWZmo
V7C2UH92kjrs0byGosnO4vkGsrVfK9CsNEmerTL9NlBn5apa6AwwEwc7+TNFTcuvQvxnGWQRj/eJ
zR9oferqKLCIt+9QN0fTwocvWs++Jn0/B3XlywAbCIGH9WiGMOlsHf1zzHyxcmcvvXFM4KyWbpmJ
6pZHu/wgSHtuqvSlSB4aa+dBy1RZ5SHpP4+W+Hh/5y2g/VFg+m9YG6uIJnVa16HrtOwoR36sh/5A
YD6NP+UJC7FrfP5WT+4+KuPqNLnTcM2I98OBLDmF3ABtQjk8Jtk+LW4GEdVuGgt5/Mc/zsiUOOog
rEVXAXiU8+CG6XdXfGtacJpdJ6Qu+JVjDS1cWpMAiI/fkMLeQpNm78v56mSbHt7Y+YnpPTwFQ8de
628vhRVTS3mKR+6JYaxDQSAwGMSFc/Rt6yUry8/KVgd3bPZtLZwfPi+hLijn184V5QYcpTDz+qe4
RUXRK4ab1+H0UNie3BHcVXbfso2ViScC6l+HsnpSx+lKYWwhuHhGXlZ6gCxZVt+EPkSLZqH2aRqf
XFLsaC0+pNqug9U7eukYG4mZ22bWGHUDUplhuA6Dc2EM5ll2d7QESO8q+5no6ePQrTRilkYzoia4
L35PFG5MTjo0CjxkNuMhyms8bm19QHfjnDqs2t5i60rqvlTrMdG/Ko11M1YYsnKqXSwpPLvYpwHp
7sCnzyg75bC9rzY6zu2Az2Cm51blH+6fhoVr21RGln7npkWfomzqw2aTycdiSB9Kos6rwX9hPU14
MLF65Sc8sa5exOFeZzHrVLdRtKWi+jprjsdKpgNZWi1eeO5KWrU05m22f6VVAGICFtI3sEGWcGPO
mkAj/nrDRzG6h9FqgSwcPqfrvMul+83EEMve8SmY/OIak3iXxwQyo9DHL/sLfNAeI0gL+K7+NgGv
WKq32HV3oxbf73+/pZkawcyLCxTG5hE4U1fv+hYHQnv5IzRHzqP0myBX7uuUOZ+qcs3ydyHrp0ae
5/oVkLQD6uxTOr3BbOe5cAHE8deu0Nvf/U46To2wMsw4fBk0VK6TbR0KuDK14w5651X1pRrhyZXR
F2iCBuJXDp9tWMUiZcngSELTOQnuL+jS/IxgI0pe2sTS/lVmpdh37hQdilYja2lnvXLmlvIEUwY9
cQFhJd6Uh40b/bC6eD/GrgonH84qgm9Tmm5uXtl91uz8Sp/hLrEFbosm8cFOMui/+8IHNU3m4Ol5
5drCvz9vz9T4yJq+ap0hqUKinINoD7MMZF188fjwZMv0MurmqHJFN7Vj/YyoFQftZF19kpxLaztn
9kqqcnvYvfP5TQi1xV2o4rA5xzUIm5em8I5qKh0YhzZAAiR0k85UrQy1sNNMPHUD8dd+qlQe5rl9
4F3/ERaen+7voaWEy8RRdw53W0g15GE31ZY4U8eL003VK37UkzNAMT2vDyQukudaZfPeYrbY56Jf
eaIshHQTRx2X9oxHF4xOqi79EPlwrI1ieYJnvIQto7sGqF/QFWAmPFokLlBWVlmEkQ0YRjGwQ6Kc
nS86iRY72Xe8yAPhHbGV8Oxgo3MVfQFdgwzy9DkaB5O/S6y231bVKLdN0aw1ERaUOpiJpC4HUO2r
ErX1Ie70J2CCYX0JGuK2S8uPFLwdK7H6E4TzhiDJOY4ZV3w6JXR4HuPqZeBrcIuF/MhEVhc6z6A4
hL4Ci4DLmbODENZFZ1MLgld7BkiNQiZo2q1suP9xdl07kupa+4mQTDDhFqhc1XE6zNxYE42JBoMJ
T/9/1dIvzWEXjTQ3R/vMRRcYe3mFL9w+vZB4/98LD8EE+i6jhT7/4MLtc4SZNM6k7Tp/eum1URHQ
V7eujgQUnbDyCiha4AN9r9gFpt+WXEn7lx5iFjrboB+FUaj8ol3+OzHki+01W2mtwDGXsqS5xrDG
7A1eNDK/mEb9YBnQ/e7U+EtMdEeYH/VTvilgBu7RYNNY7BxQvYJPXjhPczw2KdzO5CYvL/ZwVUOb
/L1X1EcLa7sqgrhwi8+x15LrqffbtLwUk34WBjgPkHmHzBkUwqDADrJzFudrQKOlAzLHW7eC6Dro
7eKS5HgVIGPsNiJdGWck2dsd3XklUjHH+iHluC8rtR9Msu/yVebwwsGYg677KuAguLHi0nflzxTE
tE1l1WzjdLSJjL7PIRHUlx5gpEUUZM0BxyYPRQrYtKjrOwpmX1TR0xjYUQ+tc56VaZxMa0XN0qe+
7uy/8kbgFcwccinFZTCyUOj2zbVNI+RG/ieY1jroS79xvY/++g0Y2I42g/Q8klDjS4O0t0QzAnor
kR0YK1iTpSWe5Wipn04ckvbVxZrgUjIpyD12frItPNrGpigH+IAFQKAD1vN5+Fm4tefg7B7YaOgw
9EhhxvaJQxRvSsRrTqcgZFly3/piJXFa0AFy55LwjjBoUEBbH8ZUdX2C8wlISB0cXUQVlDHes36+
LmTlqQ2ti43R1j/EpPieU8M4JUaP6GDABxNms+YmzbsqtKc+rsiwGwlMkzFiMPtj0JhgGI0xsIZv
rL4i1prQzdqNl6yRi5cAcnPUN1UV6adalxdclkEICcudXdKDaYVjHrmGi14drA/8d1KMe+gRR7wt
D13XoJ1pO1szF78//2hLcWCODa8UU13HsNnpUEGAx9B7oT8wayPUktKhfffaN9zeOHIhDKxxs4B5
27PGW6EGLZyDOXrcbLkL50xZXDxufsGUZxcY1WPH/C2hh8/fcGFbzlHjReDZRa/M4pJbPVh+1g40
9R9qCGJY4F3k+P75ryy1pedI8K421AQaI4zlyo48CDOB1Ypd1He+PZrRqKsAyZEo46Dto8Rk4iQa
wUMY+ACqXJd3okbpQs1q+/nT3M5q6Qdw96/oYhQBmsgZty9JWb7YU4EyIm3fPv/bCxuXzm/gjulS
oo04XXxIS4ZjJaMsdZ/GsotY6W99zn95vb+HeOqfq6eTb3uwWc+CDSHdMe2cSy35/vMnWfqyszit
/RKjmKnNL0OqfqO1vsep/eandeQBdb060lhKceeg+KHMIS2X4Wdyz/LjrkCMzs3IzsrvyDqehlxv
mc42ntNGHhHPlQOfWJmdrGa4y4rM3iDubi2rhDq/eajS8d/qljmKvhNBnaNPmuPYpnfIsGC80bTf
P1/XpcLlo8Hx1/ZRqYRjInx0LwxwHzASIw6NVQWZ2h+W0R0c6keyc79lbbFSqyz+4CxnLHsVDC2R
5SVjFlQQvV1SWQ9Vz3fG9OjXyEoooAWI060bZpaVr6zhUuyZ9fh0oVkDhFWJwXW9yxpMB9gE49K8
SnYBc5KVmnphl87hx6KciFcxmV3qvthgChclKSSmSX+EM/TpX7PuuYB1N3ap7xEzvZR1Ah3OGsOU
NLWguLISUZbe4vrvf20JA62tLvMAWq2uSameqjsnsyM6Gi/cVIdyTQJlqSkyRxwDaSWk8npxSTNy
Cvqge+8cJIMK9pp7iw8nTwO9yFw4wWZiz7j42ZPKfAimCd6JiTmFvT/lmKTrw8hl+zCqdCXW3E6m
6H/T/0wGtVNMmF01m9Rm0Cjq74dOx5knDjAbteOywhb9/AAuLfYssKG7O7TdZIoLZCVDXsYYZR4b
j0ZdBik+d00h6PYruXM4NGXpyAVsPHH1vhDXS69+iqdOil3C7Ck0cPSblBS7f3ulWTIaQDC3ZGMn
LhwUj4mhD+IYFrof7FvfmAeAVtjK2n1cuDeaR2RWBCeK5y7NJnGB6TmmaRKinFMjil2pjIiq70Da
uiQVMRvqg1YFjuHIoNUr9bF1QDaq2yMZ3e8N3K1WHuj60W49zyy2tSz3YdfMxQXMptSsj7oaEsxg
XbWysksV8Zyl0iUOqLNQ2rm47FmMYtvoHrZr/Z9s0jsuUhEGaXdV9z50g3+X6JXm+kLiSOdUFQKy
COT4/Apdbf6jGKYomOhX+att0IQe4PjaHIWVbZzWPGsvz0OaWXGGu/Lz7XS7VIY85ywc5UE+WgV+
XA9AFSOGH0oPFtXml8B6KgIjrrvhYjC5AmJfSO7onMxC28QdMB+VF/i7H1zDHk4aI+xJlt8qn4X5
1B1Fa99PzRG0c4g7wuIFqXu+U6K/EglWGiuLK369x/6KwWnWDpINSl5yP7unibVRctr0A7Zv3qsL
OBPvmeNEbuds0rraBBk9uVbwsDoSux2V6BwEj+sFgmU0qC7U/DP6yRDabiPCXA0HyLHVa6L4t48L
DWaBIvO0W2p4R12usT9Lim09OnfZGtpvIZmjc5lnzENbBpk9fqF5sYed2WMaZHELa3NlsI0HVd9x
nO5p2Uc6g3Oxn21VwiKCKarVjGfuB1+Z7achJgGrk7HbWQido9hH1Q9SFS6eiOl7STtIljcvpq4i
TJg/PyxLSzrLc7wu7zwLjmzwtqQvTDV3IhueV93uF7bFHKLOS8UrEBiMswFfvEj6KtjWk4HhNSZc
YzGqLe/Y4+cvsnQO/4NJN3RXCYjEnsseE1myc5F4m9YD/iu1R4xoMds2Xsb6GTPyEFwT09ERpysN
wNvXJZ3j0qU91BIDSuPs5Sp2YW1QmV+vA0WbysiR+bH69flLLuyHORSdOUhcfJHja6GKakbn4Nn6
mLg4DGuHYKE6nOPOIf3EtOI1v4hOkdBxpiK8Tpo+f/yFKSidg81rtGe1mwp+6Wori4u+2CXD3SS6
ZqOgMJ4UaR2OXN8FmQhroV40pt0hK+uVfsJCKUH9WfywjJ4M2sdnYqb14uagMRvkKQg27sgBcXmv
O/OCevjJWCtCl8rhOTw9U6P2za43zqltj98lT40ngUcIE/jChWj+v1bcbf/IsXiuRVbETfM74d5v
CgHD0GO5t6ma4c/k0GQlHVg47HMkuzlokw+qM4Ckkd9Vwh947mxWT+DS5pyFEqvredHKBB+3svV9
V8NDszN8IBPKwEKYLN3Nyi5a2KNzLHsicAgKGz9UW0fblvJn0dtoiTltEkMhYThAu/qppxPadPBn
ViFgRm+lqSBATIo8tsvRCwO72H7+MEvPMks2XIjylG2rEHUGEyakqRrCTE7x5398YUW9a1j961JP
nEALI6mNsznIDcypH/Ks2YEDApO+lb7s0omcQ9xHw+tN+CXxy1D5aK579xba2sEzfGzGbHiV0twP
Ai1hs96TqTitNt4WAuYc7J6wihZS4mdFm4d86r5kFE3nwMjfm0TGsreq0LumS/+2jteP99c6dg5E
Mynv2TnLikPG3R1NIAtoV/thjUW59KXmkcUalEDcN6BMxWIoKsf5yIrQqdtT65crN9zC6Z0rNjtt
K9gA4NZZTI5xmmz93RRJu2/LxI/+bZ1m5YhbaNUVdcLOU1fhKPEX1xmRUFqvbBhWYvDSS8yChHQS
Zda2zc75UB6M3jhMqbr4Q/ZvEW6Oac8L350Ew8gSWM6zYPSlbMk566eVBfrofP+3YKNzRLv0yiTr
ro8PCs1bY5HurfS9kFgmbIZ62Auw65VPQwWEDawigc7qH1xVxgWFECzJTXhbVCoUkIvZ2MDIwBDX
amLk7cVKNreQb801lBPdw8ggKPllbKAH1ucQq4dOh+zHN2b1u9Vh5MLpnSPiST8OIJYjaXTIeLQ9
94/2k1MNezy/U98G8ntsV3bL0gU6l0VWiWe3msM8eyrTh94VGOBWBwfWjpKjfH9OMqA/aTe9TnKn
03JrDUE0TsaPhrNtYqiVC2chxs8R8iNVLlzSAnaGVn5U9eh3dhZO9+dn7iPS3tpSs9CR19SBFvM1
yFc52o153e4rr9vr1u/uVNP2fqQlKkvZ5vRdoCuzq2GHF5ZlpUOZwb8ihziQIvJeU+nem22Gcrdp
XsoantzFEJhwXYU5g9NY31nlfpGYFKUaQpBNB1m8oOUPlonRQgh7Gyfiwu/CgDNYdUlwdn5VVNjb
XjAj9io7+1mmSmSw2Jb1Y5eWgEGUhdtyiOjY3R8B/si7QnmU6MqLC52DD0FYY29z7gOF5JPue+LL
aYvCHH6KfVHcQ0bb6MImM1sfUy23wcTxqqtdZEAR8fR1Gvxyk7SkuFSuM0FbzLKiYvSr09gAG0Fz
Ar/N5Ap77DFu6lX5Lck5hlHCnKB+2IkI1s06NhK/OAi0P4/KSdHqaXEkrTFv7qdyLN55H6xhJBei
2px3oKB6QmvHZWezJjvm588DxeW12sD9EOW6tUdmgdmxlduiycAvVfqGfpEVN73i4NeSu6zrIHCi
cB2UfahLIN+ESN/qDOUO7/IxZF4+RbBHw9dqxPdCwU/IDrrQlqB+QY3FjDsjeOSE7SCfdCyrHAIx
1Zpt0lJyMQfaOPYIsHRdW+CWCjiYMvibA7OXQTtd1D+S/AtUiw5XR8Cg03I7STRMkzVa62LkmF00
To68yWINstHU3ypWxlqpHetgbISJrunDgFhOYaC/+XZ3DByouSP18R99N4ks+8fK0UZ6ceOrzTkN
Cbgu0ipzAsH+CQYY+oWk7c4Y7NdkzF4NwIs+/5mF3GPOYYDaE0gvpiSAhqAdnFtnB12eRDW7Ith/
/gtLtfWcttA3Vl0PlE0XWSXngXdZFYLHBb9PXT1L6vzSAUNi3fihmekYgJHQ1d1zHSRAUBV2ewdw
279ZY9I5UYEx4hCOBtulrdtDzQDx8am9Q+Ef6oBvbVUb8ANtV8r6pa7anKWQSFHAFa+FszQhR9Ok
h4L3ezfrH3JUyIka9zQxH4OB/eKq2TgQN/6QxVpzVF64zefy37oNCndKLQIfS+6FrddHJiBZQMHY
IXEasrP9VYu6jwHtrb06u4WK1mG+0xNygTFd7jF57K3kK+UMmp9o2d6XpYPAEkSNSW3w34v8Tdu7
Lt21uAdJ7T2nsNOCfhx8zr0gTOTo3ldSw8mP5TtLv07Fq9G5CMdAATIw2SYZ1foIig9GUEjD1+RY
F9KSOaBuJA3kMgjCjQdMBGVdhJTgbpjgLOIPG9I3v4y1I7d0IOZoOj6xIm0lfMQ0nWIbgrKO4Ies
PJnTHRkoODPBA4eOl6rk3rfbvcOg08QxoBRqpTRcoIPQObsirwKdlxMnl0r7UAewzFqGjmHvM9UG
G8NOL0jkf5l5/jsnRRlmUwXb2kA+BdfEUPW/Pbhv9Z4GhtduwZX0fudJSYIwMPMs9JnTxoPREohc
8/Enlcm/cZzpXKtdDja0yEgwXcqxHHZ2UqZh4PbNvuDOWs28gACidBb4Sx0EozeY00V1bh82fbYj
FjRSFTAIHpSW6CFrz1PSjpHpjG7okarbZ32TRtCg2pJpsqDFVvrY7AcB4TkL7py4PEIgvYdd11mY
pfcNck5i6/ak7Nx/IN5jiabfADnBtnv6PN5+AO1unMY53QNdslr4qZjABfcPBZoK0WRoEQXU+6Fl
UV+8gXrbqmMHN2jyb0MG+SxfxiXJItfrE3xh71GSIbYS82i4ENdpfAjepebXyiF7OvlmRBvviwFr
7zBLHRFp7Ve7IgdHV0NtcqUzspATzXkjwTi1iQgqvIMzfit0cxKD80f59OHzNVr687PeSOm4fs9h
dH6pSPYd7YrOTr7Xg/dvhdRcTz4nE2xjrWS6CJsFx5G2NPR7KSPorzGYSrHXrgxWoHhLWdKcGlJC
MUEqhct1aJJN2b73SMUFBHZFIu7yftyxIoBxXsBDWaozp0W4ajG1+NOzxgjBuePC8qZLUiMvn4Aa
2ZjGF1+JUzl1d31b/zFw9W9x0YRln4S2aT+R2q7WxoTXI3lrm88unbYK+saf1HRJMdcIM3aCafAY
S253TzbbBiTb8iFAoUFy40J9fw2Y/sEVuPW71v/2g3rD9KSHpOwCi9A8Fh3Mu/O+CS1CTAhFls8C
ENQQYG9M1ZtyU2RJCOX5KRQEeoWu072IMdgyc9ylo0+2VdrGpBmPmnjniaRfmDOZCBKQwTBAVHjk
wni2VX8KxrJAWSX7eOzcV7DWgZzxFXn0GwOzkDEHEgo07wmMvPKQWarcpJLYRZyYZQiJE/yPmtaW
/fqaN15/jiXOWmgi1TVAWtAo2icBtKkHColNOLE4J1r1T5hDHadRPVsB+XqlDa4Om5byqTmw2CgJ
GxM4Zl2cpriHPKq8n2zxNqGI246O+iZEAqvoWj16RbWdzPxQu4+SkcjP1EoD5wMHeuvdr0n0X63A
CjOJAsjw8YIPdOE+P4qCbEpHh1MLOJFN7/viKNSGJNVDwPnboD2YVKjvRs43Dfzdr6sEKVED1FPy
U+nfVr+WvCxMref6zzxLGwe2vMMF3N+wcGoFck11kgBAbrXBd5MwXk1qPdm0f/k8gC7lMHNrBW4O
bYXJH7m4kJXwBKK/A3VN4XgbkeuI4PZLiIOeduHu5eC/FdNw5qmMQNq8cm4/f4iFFHfOc+JWkyid
o3aZnF8wOIIvfP2WYX6XufJx1MPm819ZuCv+wxlKjACjGERYw8zOLUv3ra/rkClr5S2W4uicKQT3
Dr8J/Ny6CK/yj2g46FBMIGS53fcpcbZOYUq0MGh3Vuh1bweqYm94Aqfy7fP3Wyp252wi6kjtUn+0
LvWQ11HQpZAMr+Irbhg5nS82AAorWK7jzhdjaIv0R2rQWLfNN5HUGYaVxtPKg1wbEjeO15xZJO3G
NXTbWwDUyt3Ykzs6ehdhOjHMq04VMY5GxfF1HYIFwkbzMVT//JcXjs+cazTVuTemVWddyMiPQ+pz
9AL5jnrFc1v86TOM5fn3ADSklfT7IxO78aIfnZq/4gjyVRsWfO1wAcwlcujI44CXj2mf/UzLZIoh
Mfejsfjek/WPXg7OoZ2s+87TUcN9LxK5go53TZ8nx8VsxXrLuNxx6mwsJ4drxQjjc2JBZIoPhQo9
m32pKuOH9AHUh5YwH6NeVuBi7BhmqLWlDnZ+KMp9UHTFrgmmGDr8wVfhKKDYIW+NbVFBqiiN1BWQ
FkA/jIDu47t+TFs7rtwp9thr7q1RyxYO9Ee58te6MFVrYgQMXK7BuxuBn4AObwgG5l4LebTWcNsL
ld6cTkBcV4CPYlvn1IR28gCJ4J0FPUFMfHd9GgAWt3KwF1orczZBK6lUFCbAZ0zEN70aQQVwwwr8
+tVB2NLRnUP9lSMwQAwS++xWEo6syQaAeqCJYB5BH1LP305qfGzc4enKDTbhFBt6YOsbbfpelQWY
Y8ZKOr1wfuZQ/9oSJfJ/wzpj+AfFkQ1JdQSY9BU2IYcDhBSjbPi3wmAO66/SHtDB1rHObZGcEpc8
BtYUOv3akHthB84x/eZYuMGgR/OsxvE1o8mpdJwNWB0niW9n5M7a5HThUpmD+pWfJvB85e7/70FQ
ymP4z0BSHAZ9yXAPi2IXGirFfWa8AITCZL3uGrz029d//+uUDYlwIdqauGd4p0IRxex3TZ3+gmbF
5vNouoSU+MgZ/voBTFkY8VLhQqG5iRKqAXdK7lSZRulwj6YNUzuwKB8bvlIDLX2zWSEgzcQcpil1
z4Z6w1meVHbOOrBsnAQe9M3KYV58KWu2asxExxzOl2faBt+w4bvNdXtTazxDBP5CiAWVFbvf0kQf
hgb85ZW1XLgTP7CZf69lMFmmP0p8rHY3YFqIHUKMVywhvCkN/a22ddyCODBm7ys/eH2fG3fTx/v/
9YOYoSRjg2Nw9mrgj8Aw9RE0zKhIhsgR34Q3PFt1fh6aPgf084CGHfX/ET70H0D7CGsoo+XeeRDl
rkxtHaV+svYBF6LxHMeeJWmlTM7pudbOc+6Xz0QBbRWIjQb2+fO1Wxj1zTWzg4C7Bcpfehba/a19
FN2O3ew+/9sLYFw6x6+XVVC7phXQM8aUGF+KIdb8AcIEu5wGW+kh5ecZxrU2LAtcCKfBxMJfmaMu
rdw8XgQm9GFdC69VBJHVq7NvGRDdt59X9XYX7o85YNzoJgihGA49DySJpwYzlSq5ml6cktohUW6m
300CCm61kn8tBIy5VHYvywCt99E9m7L/OUBoB+oob2U+gKNXxCNbuamWEKFzvPiUZ2Y9ak3PRSu2
uYUELVGnIIl1t53y94JgpP7Y9PUT7Bh7wP0EO0r11iR6N9UUktYesWNkpSvvvBD0yWwIaHu+7fZB
jiUGjqCB5mzoV/+47Wc9U5d3FYRM8aeRWcGhnVUkLFfZxLe3hjMHg0OHo6lyjW0P01oH6ChbhQqa
L0BHwMzDbv06lF1TxVSAu5goebBcTz5ZhncizJJNxNoAUGL4EqRxWw7tpq+rMZJBakXc9AqMfnJn
ZRUWLghnDiGl+TAlnbSmM3wcTn7iHeTQQd6VjN9rUn5Bx2DnOgzYKH23qpZ5eyM7c+SoYUsLWsYJ
OY+seixldu5c/sxQpbXVeICTzcqFvvAN5sDROq/SoeD5cG5QwU9WNDxOWX03msZDqyYIfEPVdhW0
vLiMs2iTWl3d1ODCQXmTnVluHQf0M1B+opHRPqew7YOIRxX2BZqqpIAe6Up4XVjKOe7f0kxCvnzy
gffxNiwvdhLiW7z/AdHxDQQAxQgKByEhdbKoZhwi6oBl9u1Xzws22un+kGC4qMZ++vxplh7m+u9/
3cGQomyNBLos8NIo0dEc7zLT23LL/pa32YO9Zsl2+7py5vL2kO+zahfso7MufSfOxJDfEe3QlU2z
0CeFM+X/vkQHY1Jpc+qfCZqiBSswxC9dsQOdk0TZBE2PzOl3pVVsUb9OMTye0Vyw+kOmFOiNcpPb
kKcxYHwDaqd17In5tYS+NO3qJ7sayrvRA6ajpoCJ8gbzeKeH/qQh9RmXYL9x7ZYeM2jQP9S8rw/p
RH7Jpn0oWqt4NByjf2VAYcUdKvCngOUsckvvCRTbNHaJaa/Egw8C138TKWcOV6bF4GL+C+mkFpmv
mp4GXW4sOGqSHXfQLfWyTZBcTPvZLx9s+4eBmZIxJGEDFeri3gEKvJmC6IoGt2pyBPiqQAGCmiq1
97yoYyjiho3txxB8UuaaNtHCHNeZQ5w9Axb1To9HDvgPWr7Any40K2Mvza8QbxxR1MGaB4TyJ4zC
TLYVw33fHwx7fCrJ6xC8eQ0Gct59yb8kPMPE0oEp0TaQMDGSb7rooiFINniR0R+itCYrrZuFUSa0
c2fbLBmabARW6QyrhgiLW6R3PnLTxH/y633Vv+HJvcQM2wk+FB0LCWYj8OMNzSaLHN/dgpYv6uFO
lHBeg541/m8wGpu8GlaebymezYWPmAUqWGPZ3jltM/x9xiAwTDetQ7/UyXRQ3EihxJQ+5cXPVcTF
0sGeFUQ+QEtuKX37jHEADY0S0iJt6q4kErezQWfOcxHCqtpm7JwzhXtiruqXQlbnbDQP2ZqAwcJ1
M+etECqklKY5wgQqgJpPm7w6FEa91TTELvobGeN/Onzo2kB78vN4u9CCdeYuDE3TlIL79XTWxchf
Uu0disZlB5FOv/O+BpZhEPzqmw1/LZiYbTvHreOOGLBngtHQ58+wsK5ztosFqbrR6yYg0ITDdhwy
N7Jw853ZQqhKB85qQbmwOeYw/qtpomlMJhTd8ufGKyNG6xDczCir2A5dmqs2a7YtS3PHrtUsehBN
G47B4+cvuTBBceYi9X5mTvD+gXVqVbeha2GIZEZm9h317LXd0RT7pvuF65Y7YzTSpxY2FEkWyxE4
rDJC7ECwiSj8edsBg861j7+w8nNGAJ3aysxIy84+J+81srjDoLMo9eju2jVFb+EPck0R1Vw520w0
scv7o0PIwwgVPqjGOOUld4AqbXmwhlNaKB2cuSC+kl6X9JAaOk/VFyyHru6ud4Z2882VGNTLbIMy
pafQa0yMkOjqy8TIFgQ0JMj8LkXkxVqZwdPnH22h9HTmTAKemmIcmRGcjWI4CU/Gmj3mgEU7zhuE
d7e2ezH5FNPCCz1E1s9/9KPpf+P6/EC8/pUDGWbNbVY6EMrT37qJx2YJtWxfxCVMi1Xy5lkaHZ63
lKbRFYmRuT+rbowLYHcQ8Bv6fmUBYS+PUGrS3xDVzez9egdhUdCBAmEWr4AKDFt90v7uivG+3hPl
FNrjAETp/fqLLESzOVkhBwFv8CRhZ23pF1DKIBPZ47gRUT4YytxAJjhclTf8EDm6tWjXQ//Xomnq
KL+kip0HWAQW9VMzvjMNSjKOsqENUCOM6Jp4TDrfDCBmFbkXYZFw7AvgPprxQpJv+JqaT6fUggev
f+m6JG7dq04LmtZp8XPl415volvPObuhAEtzmgToiDNynVQPIXfuaErCuvl1xZ5KJUPTu0v7/r6G
x+CYAplYXfAMqS0xSG02V1w6co7rsYAgJr72lWWGGMI97+BixIFPPI5PBFd8DhlHbAAHIihwBDvj
WHz+BgtRdE6nKFPYRXZModAbwn4qxa8mZ2Rlda4J8q3FmZXqXhIk2KpBcyqM6q2wxGPDHDiyr8HP
lh59Vq7bUJMpLMx1Tp3AXE9xeqgza62vvfBh5xSKpL026GtanTgz2ygzmtDKoGMMxR+HoBdri/vE
9TbOcEiq5ADilbehxk+ar3F8b492gOL53/3Pxy7BOLOBy1nWv0wYNDt2B2FH42BYrrkR/uhdvTw/
3wJLYXHOl8j54BCjMMkR17TLyMbk9ckr7ioQ4122paa9L5MUzlHlfpUSu3Ax2GRWVHljRzwklD32
hhyfpQmjhzCtfRBImsiq1Ws18fc8swxIfFtAblU2SPoOvLYDoPbkIPJNVtl/ygKQnLbrrZcxt9hx
IjyNVtbEurl37XknrxFUQi6mH06G38C7diASIgHkjJHqiwUoIMxdAhUWtsrjRLVenNn3XrvV9chW
qs7bd7k9b+2ZjiM71vn61DYm0Adu8qNvyl0j1GO15gp3+3ja87YeDO4IDGRqfRp69yFpMIiGl5be
uLKpV1bx9i625726vrNNT+msPzF7S41uiGE9ekgyAzwhyDpiq301ZXf4/Istvc0sGlBMSQRvRXtK
bcCR0qJ1N8lgvIucrlWVty9Aa97BqxgUotq206eC5HdpK74xWGoXtnhtDftuaAYf3jjsZDcrAKXb
i2fNGzlQwO/KLJ36U+/yKaz6DHbe7CHI619D68TayfZJ36y1UBYKB2uu30B8DCNzTw6nwSx1ZFeK
PJjUu1fw+Gq3lld8HT2vimqXorZENDAiGJeCK2OtVQ23O0XWvIcTEDCS/UbqEyqYNx/Ge8K5g+k3
Rx8heDeCX59vkoVQhynD/8bVSdttk3tkOHFXZNl+RAJT1ZDoCgaIsJIyHFUVDj4GERmp04M7jPl4
oNRf2aNLLznLajJb+mAX2eSonXTbDM09Z3yvErGrGNICXf/TFNuaC0QUVRIo3VvkCB2oJCFxp9KX
MWiPXR58B7jvOVd0r5kXr6zp7VBpzQtpkJB0n0Ex9aQqlHhOaV8bAkfF3tpkCl0Do+emBzGYb0fi
vfdV/as3y5WJzoKUjTUvsVtngroQS8uTQ0z6nTmP+MAPXtcC6yMPsCN4SuGB5Igy9HNMGm27gxg2
aHGR20MuGx2LFnshhPLrGlTidhQCNPB/95fvTyKtMkgtBWhqQW5hQqckLzayH1a20O17wZpX155V
FQEbjPTUS3W0oZUFyM/uSiWAKtHn33MhzM3b/4NhZYyaQXrSXXoJGsBiVB013rYxWdT14lWVEL3+
N9Esa974n+pKW6lXTMfCljGR9nPlNnv4iz0HybORr9R9S290Xcu/ionaL4BMdY3yBD+icBTqAbqG
x6KFLA50OC8syS9l7r4CC/f5Ai6c8rl4RJ87CYaM2jzqFn4tXvYNRNyetnsk862qV77SAojU+k9X
1ocNF4TfpuPkFK9qSA9D0QYRSMVNxOt9A037wUg2tKwi6PvX4OQnh5JmT3JcFdtZOPfzJiu1mByM
2tQnBexv0qROVKX5PlceuGNWZKbFuy7HiBDdh+lUHYxhfGWmXEvQb2f/1rxdCjPK3vXsukfUgcQf
Za8jxixum58Cm/4fZ2e2HCnObeEnUoRAAsEt5EjaTrs81w1R5eoSEiDm8enPyjo31fzGGdF33dFt
Y0Bo2Hutb4WiBYKsw2bdFfWzHJoDhBswIvo3OFWqoL/2Ma587csSFGnJFDtuPpxm5QVdAogkT/Mg
7pGP99+G0mI66bEBzNOh6k6CW/HFNXTE2v+cFzQDSiLJ9ynK8f/pSsvaUd4VWU77bgBlV/S7vCjz
oIHeNWANBMhW0YKg5PtXDhwrj21ZFEJtMBl6KZvTgI0T9Gu/y3Q65NZVHejnUhN7WebJnS4lSF7o
TmiyVGFLdhpMprAVqODTDEaohEyhcN33knxwG+W4QV+TL6/s2Za1ntIoRIO0uj85yOSe0zoPa9fa
59DaurH1q+P++3gNj7wy/pflGG4UEkgoa09KjV0oaW3Cylx5QSu1flssNiqjkLRN3caKXPaW5Py3
z+ZN2xc3Fde3ntthZWvdE0mQMTheO3GtTNLichD/a5J23RzN8GKuEVrTOqExUO8Sx7lLEfIQY/qI
stJYuwSeu9DuWp1eOaGsCA/tZf2DFMR0sycHnPPmQ+cjwBZUlDRMJBwKtiG3gw1sspOwZov88RdQ
tHXo5iNoyuZDoJW8L0E2fI8xmP/bFy8WNRPuIJokz2lzgn7Yg6nQfY0pCKPJsEmhyAmvDp+VRWqZ
rlj3vY0KMRYpW9w57CfMpN8vPbp4dsyfBKT/NKssqyipq2DJ9cVwag0HSNtveJD3Tho4xPkh0Cc4
OH1xZSu48uktKyZs8nvE8aAa1AiYNVrEJWx7p7gbYuwFZxYCadZvGJxgX9/Y2vK7rJnExqVOCozH
ybOOsBbuyrGagzy/k1gEROrs6kGGssn3WaP8AGz6U9kDUOJZ9pU/YGUOXcInRFcYBG4jecnW7aFm
/bGqi/MkrsW5r2wzl8SJavaRJuWa8QTYKPS4joahuPW8La0hujaN1/+34b6ESliNygGeribkg5eP
o7dvZySZKDkETV59dOrp67e19rAWcwsCA7RdJGo85e6gIba16wODTP52bAZ+ZSJZe2D2v6evlos2
G5KCnShN7rqhj8rR3hRxdetfeyVrA3wxM2h/zGuQQLvIZh4QAhPUASPduX1GQDz19kWaHOl4Bee4
djeLfUfq6bZyWNNFjQu7DyXuCcpN1B48uCquHGRW5vslFoDIxkt7WVdR7p+SYfhlvBxbtMnNgDyS
r+MAxLogVkjkx9djYO16l8f61/qiQGy1nbQro0vaSDCNTwNM8qqkD+DIvhDkwyWdeDdpnF4Z2X+k
6/9b/baXtADT8B79JlzQaqugmH4k1g3r34ksbmZotUS8k+XPyXFui2ZXTPOmUgCiNd+gJUEDwAkK
97mR5aEa5cktX79+BCtz/pIa0GEuyru+LqM29rZOZ8Mg3e362PpmifEDh5Svr/LHfvDZjV++wr+e
dE3yMs7tuY1i9iCbb9BOXG42TdDDuLPjezHtKtBtKbc3sUyCRLJwzqeLn6wUOkRcadjO1RZ/ToWa
b9LaGzqkm6//tJU90xIl4PlNksbMzSGnFudkkjcwm/34+levVZaWwYRcggzRuyAQZrIJPeKqUAFz
hHUH/TuJMFkh7QgpWdgNOu2DqCkCua65fla+1qUJ3rMEWHmiKKKCcShpp3M69ndjh1aRJvm1Wu7/
0+s/e6+LCciDMZRN2ikiWVb5k030vuDdS9Iy5I2VlIaWRYqbTnIIBsUcjUUdTo2Zb0AByOdd37ry
hbRDekSnsw5FjLCyXNUFLPuJClu/+eWMKMXYpukQHilqRCVaD3GNKIqkyp7j6cKwreEvcjtqANW2
nQi1dvQB+w+4wM+TBKERomvvHvv+9JzRTG60M493HLSeSChPBklCjlnHH1XtnzXvHzBHv46Ik9yO
yBwSreOiwYHLgm1FhifPmHTXulQCR45jT1pDv5HV5UM6AUGXyQshkUAfb3X5znFZUOZqOo3YNSMY
1uma5yweDyyrhwJOi4L8GmwlAvyXPhoaFiG+2obZbGD7MuHmxvrTfB/0WWOFOvtVHJ8lVGNUNv37
hSdR8tbdTCJmW6dpT5ZXvyHFDvSnLjsT0ze7AYSXJ1EX44/R59vCpafcpPuKxqVAcK7q5M7SzjHz
lKPRVrT6OCxGKPs5AaPPYoZlgR075tBP2JqBeaZkd+N3xckqs2NHLYNFOY73Djq8O9ep+jsqYMAv
J2R89uah5vZ977D73nOG3SyBodrPYgSwqPXH0MSk3TI9dKGr/exVIyV8Azng3nLoeJ/21YPtkrvS
R+JDXujnGdAyZBIRMwGBQw5Zwp5KMg3haC4CHeVssPik02b2yD0HVzmsJ8cOvXqcDq2jEcSWJt4N
x3jZauhtCAMMZZBOiFzbOPTw9ivCHLGpUnfcx9jbH5BXsxejETuaodlkkM8GV3KClJTZdNZRwDzj
PmWZVmloc22FsaJYagc030JU+ID4whbi5LEGap4m5lXkAZEStKxxADqf2hukRd7BDHlvA7ux9aB5
UXuvZpCz5s0AeVY/HbrWvRmkeR7aaW+lXme2RZ+HLrSN2bdGtt3N5NBbLWNwql0HkW7Cx9Ro8RZo
Ah6fHBO3YVtRtOEh26G6gzgq034eOl6eIkTL8/bCkaHrQe/J5b5yZlTsQFxD2A0eaNn99lMPGgMB
loqoRXfsZkY3IDdBUe3+WYZnl4Yd/Wfm80PbelkNF7BocI5uannnWZC0js6093F2zpV759k+4nmt
abydDIkDSacKbfcUhQQoPdqeRXIEtIt3nUw3tUcf5dzAfDIUEBXPU5q/DlbV4iHwIcw6y58eGfKP
HWwC7Oe46N4FL6DIcumNgiTkrakaigRp/74iujzMg76pRbLRvnV0saMLYXnaNXqwzzhXWNvKQaAl
TzVewTTtPSWrIxTMKhgHjOmQThyJcnJ8SOOE7BA9ErUpO0k9/BSy9+4sbV8y2mt82dNczm+zykC2
UUo5e21lNghoNA76KolyytzfLG8mJPBC3HI2wvfdEKHHat5VvWI3ji20RB8Tu7U+S24dOL49aOcZ
HP1zD5sxycAWMxM2CpP+niQC2ETWZaGj3eIfKzZ/dHXVi1I0PViNqbcwi6kbMEteMuVC7QCkEnSW
RDg7G0UHJ3fwbfg9NmqzG/oFH4OWWGPgAVgQqpgf0lr8AD7fevGJU0Z+i3p1YFLIwMgk8BW4SkPe
mvb07KS12o4D9MK0KC8YGVETsvUQqfqcZGUBh14tNh7yEPEnyBrvIhnldlLUwHKWnePCj289MZwv
aUKlsSsEyyCgqrclMo7VkN+UmA6subHfLbc8GPDOMMDIWVa63sUieUpA3wk9CG/DAqF3beBUEIra
FcHnHFfzr9JwRIE3LH3s5xYkY1BX3ypYmVngjoqEkH+SW1rgEBMOXev73zO/6D4IRCWAujFTPcV1
94+Xd+SEAw0QJhPepXQQvyIJmcFkhmOhasX8LTXVvINBD7peYvIhSL26/+h5ne5471obj+QngGXa
bTzx7Ls1tRMyunrsdGiJhL+5rjaJXxv4xut7uIGTM/JA3IDxFtseWo94Nbxwffj6/e9D00GX11bq
NUNNp4h6wvspbDu/hTq79wVCr9r3uiHmhqV8jvp8kCJKGw/52LXb/kB9wCAvvJ3v8xiCTJ+NbVDD
/BxAFJdvih64DNOM8i7vEkiH4MMKm7KsD35fevs5LeRND/h971h1VIk52Vqwq9ynguZIxuvtI/Hp
sUkQucucphPhlMt7dxCgMcy8G4aNrVmyc8X4uy98V5wI+BDVd4FKAsySNdzHpQir3K+f+iSzXine
KTr5+W9e8jwsOLylz5Pgc7fxcIJlG0/b4g0+CSqCilLvrsrnQ0ms6cAdt9iPrhr2kN3NbEN4+gOb
SjdHcQRxcyxjvxO79b4VdV2GbaZ+MdogVyhPrOKtmwzFAdyXb33d5tsqYe4GmQPMOkxFglgHbGoy
qCu6FiU0xSkyr6z+TDrgpro455goW48dx9R+Qu3COkrf739Po0ieRVVOZ6Jzvm+NA75Qxkdr6+Mo
ELK8TbKd4d5Zt/18z+mchChMR5jRLs3czPL4rmwyoSNTNY0ORWmPVYjGco01qwAcH1GMKOHngJ2c
ZDL28X7OdfcAkqb7VOge1iXRm2fhz922dZh8SXGywQ6hAyNxh17mdLBVPhZRahVpACl44iBTpXFC
3SUGk5DOYDwoyRgRxISiaJ2QTR4jZzKuCERwE9vAo3I7SOUghhhp2OmQPfMmHnZWET8gjBzHsiSr
wbTCUoqN3TQ+MshVQrhMcS5V1XOMnVhYZJW5n6TGm8sFuVLkWSlM8mXZI/NlOkmK/QnjZIeThUWO
Pa+qrY3NDO2jqml/ttXgbzuNhIWvd/afn5r4shTSpI2rEcJlRX5pYdRVN7qw9iYtToUxoQWU3teX
WenA82UpxExz3xdQA57STIk9L0RYWvlhhLS7mvW+K1yQl/R7or+nrE0hNVDkVKXi2ol/5fzC3UWN
xK2ZWzILBUHkawezmwRj7uzV0AUVij0sa2+qi+PwIEtyPcvm85IGdxdFk0kpVwpIkE9O6qThkCX0
1AxKn6oGgL0Soan3I+9wLB5mfUVU8flRCTuaf59NRZrl3YAHfYIffxp+aNkcdNa+uHF15Ry4dkuL
yklukjgrZN2ffKp+V2V94tgwj0KdQTE4uVWHpJorHbCVKy0LKLMUmlmFSk9T9sKrTQ5HzWzzV2zF
b72pe5nUtZPfn0y0/z348SVaURXuYExLaOR73jfin3zVHlONGBVwRcWQwuHCt4hqvBVevDXZzzLX
+ynByaRp74ei/N0MiR06Mus2vKX1xo8fFFwJ5YyVhCOLVH6DgAua3ywkqkggdHMJOF8jdhWZvWNt
c1+Y5Pnrb+zzOiDE9v9++7HFxsxMl085F6gzlcOlKfR6VYD9eXkBC9K/fz2DkL6MhU+jpJsefU6e
RZdeedkr43aJYGQtNcUsYhpBbhr0tI3A3rkk8mjfXJnmVmhrfFkcSf0GkJYYD2fO49BxIQeFW41/
U5rdsJ8tBZ1ug/V/O9M9t2WQvmkQUtuSBT6y1JVlNi6M4y7oTrbzYba9AJfjWUgeIto4zvONc03E
vTIdL+sspCtrO8NZ80SE+1M79T62iiemExk6tNabgV7zPa19X4vJKcsG07UeOgbJdMeFxIKG/T46
+jIet6q2D1eHzdq7XcxJpo+LBrN/derdbtdU/qEZH+iUnjrP/m+z3hIGqLGAeAgG6E/eYG1d6kc9
6hkVNoW8+m9wIb5k9Q0OjCfGh5jQccjD5IsfyMEBI+RKt2Nt3V9i9FJ7HFszNdDeNfUGRbxQ2Y8A
FGahmeu3cuZbrND3Ce7uqgxmZZzxxVyhIVdw3MGjEXVA/ZiRvY3ZDXu1A6XO3VSDhvj1nLQCoOJL
yJ4aUElxak6j1sGu7c3U6IUMADXuevXqIZcKGaiB3eBZHgrr1cWcNf83XD9fIvfgGPRzL3Wg+23l
Lk7yJ55at9Ru3tJrEtO1h3iZKf8qBRc177GdwL3RmgWkeUdm2JutyKvI/ONVDM7KrM4XO5dRpo3v
NNiQaV1+r1n54ank46IH/voFrcwDfDEPoLln95kF0R6E+k6865IpGLobm33Umdr119r5qyN8MQvU
iDrWVYyXARrgOTUEih0Zdu7WNLsJyezDbqheLRgIvr6pNf/SEjmGma0zxsbwBppSWJu0gkZ32iTV
EelH6EAwGQKwMyGRuEHq9VgWd8BABH76Ujrv9ShCLn8yh27jMQuFJxCDfWUV+rxLw5eMMq1sNyYy
t6JafhPi3PbdnrJs0xXDnZOO31H1uLFTfa1HszI8l8Ay1fagC0vAcVhujheJm0GR782Y8eyN375+
0GvvdQklSwWxs9izk1NmJWGTAilbFZu4MeeRCr6hzDumE/tdQQAbsHp8+PqqK0vKEkBmitpKh2n2
ImuoX8rZeW2sGUFDFDg9eqXNs3aJRZfHwwmwnlnsRkQUfCc4S2DuJe5mmCFTQATmtRy7tessppBW
DohcQfRxlJuXoa2PPtQZTE6v+Cj+27NaTB8xcP66ajAI3PyXP0EC0eco+cgtimlfX2BtlC0mEAH/
e2fKpjjZmAkfZJy/xwVwhgAn36Pq9324hgNb2X4uI41jOkIdMwt1yv32Z0zq59niV87dK1PsH5/1
X/N42SOyiqD2ecJovheEQtVq4tfKvXJoWvn1y+jQXKuCA1ugTghjLCAWnI7l5QSKpKgrr2Dl0SxZ
n7LNCVpELYnYpF5tWZx41h2+frsry8MS5lkg4QZFlYFE5eQh8JfBFVI1H12GuLMETQEz0gOF5/Pr
i60MpT92ub/eA1jMPJWFtiOcM45SCyRWTmgJeAfARfyz3bZXrrPy0S0xnA1BFkXi9QkUes2dpAN4
AtUDaHNn3ZTXlE5r72TxYSNR3eGCl/JkbCSBd6UBbUXOV2anFX8RXxL4PL/tCruF5KNFwb5thuzV
QSG6TaG5935Ow9GS9RjmCMtIehSSIENgrlNuGjYV96jPs7CUBKfDOIOeHXXaEtLar9/ginCIL6F9
IL7Z5Qyazkn37uNQTe9cxI+p6nf8kmg18ochySHXTZNtZw+POR32iWrDq4eNtU9tsc0oUseCZpWk
p2qsH5Xn3c2O3PD+mm1pbYAuyh/waEL3btXZKSbOd94V074FoDocM7T6vGRL47evH+PKbSxBfbTx
vKIA6DLK1QAPWNFa/captUABUvfsyrta+Qr+jK2/vraMxHmWj2aOkE7jBhSl88k1TQBuS5hfYwSs
3cjlQf51DQ90A+4htuQ0D9P3TOe3amqPNPn59WNa2U4t6XwpsQFAz1l/kqPc9Fl1spNyx0UVXpJ7
utjd+kBmXjf1rbz9PyLLv24myWvLcIRAnBK7/tXpzINzDx/hZhr4i1/Sl4lo8gN6UoTeSq88tEj4
C5ElPgTDpPOwlWW+M6K9KcVIQ4iOcD6dFJTHXz+LtT9uMd+wWJMK0i8aaeRjl1l3S8FLs/UYgPd9
Xw3DlbVsbdCwf79Qe4LVu0YTIUpys23pc+K/G6QJKJZdWXDWKrV/Csh/PeWZC3foUiwCqS2fskQ8
5sj8g5UB/SieM4BAp11smw9bT/8IVPVF4m2+foJrt7aYO3z4nOeJQEGHdPFNM6Pf4CQPxIARSK/R
vVZW0z+76L/ubUKT3OEDNmNeh6RyfYtN+YREdViqa/NzuJYh92fz/UlFcwnog9xDj+OQmVOmunzj
9lAVN1n9ygo+7WSGthGPpyqgUv2UVYHeYMbhjEX800Ha6HGg03xT2+as2jLboIN1SUNAIvZABmDr
xfSjQ+pHSJhb7Wy4sOKN7muoU5RXh2mfuD/GukWf1aoTA8O6aUO0mOEThzXsebi0zAmzy+eGDs3G
pg7KpYV9YhMC0ubGuXb6W5kWlubb3B6FKbMyO13Ax1tLeQdoMeDEnfZYkN2Q5w5Fq5OA/k4G/8rg
WZnolthClnSk9THVRXCbA857+QaJqIMkv3LQ+lMA/OydLmZSPfOpBeGvOCkCN1poO9mtvORu6+YD
ortOHDTMqGgNEuFBX94LOKjr6qX3ib11FHxaMhG3+TiBZpRX4q2O0e+w0N+yLHOmnvNSpyYNfS2r
23pqQpqn2bfSON+Ih1eT9fLZaaGRtTPP0oGDJPqnISG3LLPoCcjBfJOioZjInm5Szdy9tECl9FXx
CGmUvpOJe0/JJSi0Rm5QzeppA6w+BobVZ/XWMG69MNkBeYs0P3A6nfq2tn29zRVypUWGukeS9BHC
Lz6+/so//wTZ0sLW1FNiIyDVi2iGyChrrs8xYd+RkNGHmTK7ZJhoYCX0/uurfT4U2dLPZjx/FAKp
SlHK+kNZAO1gcrjo8wohAI6NLCXI2WzPrQ6W6s2V08DaULzMb39NMvAHO36c+OrkanHnQrnmtuLX
1QL1WiPvf6zjPSMCNBUaQQhQdDdJ+iNnr1BLMecYJzezR4NJiw3nt9k1x9nnD5EvzeKdVw0j61Gi
Al0Cxv2+fYQ1KUziV5RLEvXBU7H/+m2tlY2WnnHs42htSWFOCrFFlzy+sn7y43kvMnT1K/HDyqZI
D1Ea94jIswPlIiekZM+QZ4RThRj2YlI/JABqyMU9ObG/Y4D2pPW1SIu1F7tYoIweY+X1MEeiXmrF
bzDOj837lTu/7GA/m14WO9uhoU1awUd00nH9FAOPGiJqzz20afNG4S1FMEg0j3YXtNgEAfwBnGDR
AtURe2dp2781FuaCk7PWWKpHkm4owvKCWJKNntwr6L+VfDy2NKiTuHSlkWgS1X7kVr+muNkS9wwu
CoZFcREzDE+Fuek94CIBC5cnNOmC0opSMJlzB1zJGP86vtgNIhXHKaqs7AXM9sjukuPXz/Cy0/rf
R8iWjvYksQdGa2VHfhe/695/99Lx9etf/fkXwJb29RpsudgaO4NTlcYWmmZHVnvbNs2GvW2hMQU3
zasWxbfCv5Z2sHYzi0mEUAJ7UOw6ER/it4oUjxYqPF/fzOf7LLY0qU/Q2lnCnbxoiK0zG/t7zcV3
v0nroEqt/9RQZEua29yW3jyiqBNhvgVDYzbpxinq98mJrUNe29dcXWu3stgNG4acUIJheQInMQsI
jXVQ2LEXpN18f9WGuXaRRYEtTyZeaSAvo5qPPUyoDjbByj3rWcxhnf23/FO2tJpPBWh8XWJ5UTtD
oJijO3iguX8tSmGlLsCWtmtmEEKEBR6Wu2zvlz24isjdGaom5PRIW9EEdTkEF9RzGvuIJYGAHv98
FSq9sugvfdhea2WVRycR2bw+dpa3jws2bLM4HzcFojqqXXHtwLvypf4Pg7W0SDom1I00gFUBz2F9
sCp7ehKV/g3VLY7y2gkRw4JIw1R9//qD+pN/8cnMs7Rks3muGE0yERWOI52XGXr5HbeEeBwynwbo
YpwNQXRd1hY5tLbyiDTpI0JaIbet4vSeGxiswsaaHr1sAJZCWoda19ZBjwh01DVieUo7bR7cSg8b
Otc8QLRJPAXcQcRnnGVgn+hm+CbsmIKH6QlocmNId3M/3SPqyA87Uqijn4A+kY6qf3F8dmXL/fmJ
F9uaf+9zoFzq+gIM5mjwPX/TqYQdeiRNhSPsGdHYlt8NtvxXdo0rRkoEHP77Yl03WVJ1Fo/iGRAP
pfMXQdsRYaq9e4fMRBnYanqwmPuNYx7eNvBG7IbSm6ImYSLgdvxtElUcVIZe+6JWZoWlbktWkEnl
Ip0iz6rO8+yjc0/4ye9vQYP4elitPN+lYqvzAS/Xs5wiHxsAAopewK3LVyPiN3OJM5nIz68v9Pm+
hi29/hZBe+Wya406y9RHbJC3s1eNoXSvqj/WrrCYp1vbUSN8xE5kzcO48xp0m4URZCuypLlSkl27
xGKWRp6AxfsqdSKH5eUdIkLZbVpeEr4Q1Pzw9XNayaNBpfHfg5Bac9rqwbjRLIvZ2rFqsq1NwT04
TsraoECSwZJdgLYcTMwpHiUOunzTjo4NC4tVdHNoN3XtBjkU20DqowFr1w4/ujj8vCpnlE9pCoIk
LMOgxFS+1yIosvg20O6RFsa9yeYETGVQvgOhYKyqu4ZubDLY90rD2OTWSXfQLUKsdNYMTxkigY7I
e8MWjErjnsSYP8+ay22RFOk+7+VUg0jDemuPyLRpXzFinjNWEGQnOeSgEukGnqj4wREMS2qmmldp
w6jw9XNcaVqCqf7v51hQUCRN7s+RYrn/rRz1S5UMVYiU9xMCukYZwgbaA+k5Qh9IQSTOApfb5bWr
r4yUpX+f1T04V27qRq6tPNi9+2RTkx6P1c6+2zMcD5i/1daZsVgkhR86xo4Pmd/UB3jIfLxgH52F
20ZN+nDlcVyG6CfLx9LW7zayGgCasaI4q7ZUwcfCM70tEKa1qQo1gyDQoA0OvKg1yIAUPtkWrK5+
xOrKuF7RZrGl2T+ZGl0Zv0SzlcBqdZRV+m0sQIVLaij929nlQUHiR5PTV9VI9zbv1bCJTX9fU/sW
iAN4LlDMadR8RD6Q+4EZ91V2+KHUTv7hU+6AodbfVpl3QGfADeOhjuqOnwaqcZRI+ivHk7XZcjHF
JI0/Dg2E+pE7ABliyT2sGXeIMQYgWjs7LdW1t3X52D97W5cd+1/He4PwdyjQ4zlykYZgkx4n07x7
aIYCLf7yJX6hDIGrZW66/SWr2HGK3dfDZOUGlwQDiOanZG5znJjKF1mNJhxSD/YOIGiD3Le77dA3
8sqlmPdHsfrZXS6m0xlsyUzZCgIOkECgs0vQNlV1WFBG4C/zEzBgv81D7za/FE6tEOvrWY8z3F56
IDQPlGc7MeITUkyOZQC4s9HuvQS1qM/CurHwzSGv3vVwkJ4xzq00RNcj4y/g8U85B7YWKuzfsqt8
OWJTimLtnXZTR36AgJ6iODzKvkIIewnRurmz1ZBt4Umx93LiDtk2tKB3ONZ06pCD4eJtE2y239q4
qvconUPfMQE8KM2EUxsqbBTlyMTZDMDVRZBQYJbxW5AvDhXxnJtMs+7BUjSGkmJWaCR0cZrslG/9
lorMv+IeMs8MuAh4Cfz2NRZjfFfIzH3P/bE7V8j63SXCnXfDJcj499RMgEVlo5vFZ/Bz2rfc8xDU
nhROBo5q19TKChqsYHkkuNIkSBk2Fr5K602TUx3kM/FDOaW9t6k7J9+KllU3ylLJL1UglTh1s8cy
nfmNj3vA5hbM9jBrrHjjklSHqe5yuEJhKoDNsRK7Eq/znirq9nc+3ITwkTrGOWeIoj6TWKhD1uUW
CTpl2dCmZXFzmNPRLh+Bs3AL1FSBTNM1uohCuvaG5fYzAk7pR8zt3+4Ei2qpVY19picL5M9lVIVk
RkkCvgFnk5c4VtS87XZAHTbp1lMkVgew34BV7ZvyBaYFG3NylozqVCcY1ochmW169qHYjfdJP1TD
QdfxyJ6roqzElhQGP99NzjiGoD+jhtoLN4cFyLWOeAEF/kqjEYRwLAfpgUM9WIK0gYITUL/E0hvs
k2hSyDK2FoIgdRsSg8ibG8vDj6KkXvThXEt6r3JJ0Upyjb2LZQEEA0g2vCMbNH4L7OahqE/OZuzq
ncJ4v8mmeth1rGyQxSFKAZ6BQmG1seG8MlkOm6dIvYzunKYSdGfQDXZBkBmBwtqU+YxTc4BSb1HC
6EU679ap4ip5MVXl0nPhWXPrBjHWSBqaxKSIFey7KiN7VBphLQyVGVIeudx02c6eGgR+2gR44B+w
yan5nsQGgisFEkr5ZvdTOsAxXiBKoApsFM57MJH73tzYNs3YzTiVpfpQs7TUjaUa/K85nonzgIgL
4LwnvAxnlyjHuEiDr33vMJi49kIkj0L4FZQ0K5ywbybfu43hV5Nw2UkG49XsMHP2CvzAZs4LIoH3
H3kbP8DZLNgObgN32CUVrFv/AA7RgECf8L6X55JhIO69ru/dqChKDWQELLForJcSnoXbFqFW/X3q
dXKraxIP2ObLqhdB4w+D+5oxxsr3anLS8gENLEdtFUxC3Zl3VskOM8Ah429tJ6R/SOmgqhv044k8
wnCHIWslGlyr1k3K9h/m15rdelSn7TsMuyNEEcxR5FnmvGwHJMeK0duOpWbQJIuhjF/wU6a7L+GO
hNloYMQzd0rQptvrdnK7Lc8bxJ1kgo8dFHIY1yfR5URsK9udylcX1SYH57cswTjucurvy7Tzq9uZ
yRaRP1rn1RudPTu/nXjZSAsUrop2MKK6LXOPAiRJ86uOYVU0IbzA9sVT6BSHbAS2/VRC620d3MTH
Zvb/ODqz7jh1NIr+ItZiFPBKFTV4tuPrxHlhObHDLCEQg/j1vd1vt/sOcblA+oZz9sF+sXX7dUv7
hRlqy21VH427hd+n60x+zE+5C2VOw6yH4M7nNLJRrmpVNDcQvrvi54KHpv2vFzIVfiblWoR0Yt2u
iwecyaK/bnym5nmEd6vyIoU8cIUyGXXvsrBTfFOR+nOqx4oZYrfyzx/lvqsiF0hv9XPhQ4mkAfZa
n27BW+yKzFsubndx06be5GlPk0ne2Y4v5sERYW0M0U5zL85cRBhXvLTGSIAPdJVfMblM4uKrwXez
GuZVmU2jGMfjMLWd97mPizOfIUSZrcnGMV5sJqrIOZZERjg9yxil5w/lszZ+kp0E0oPDDIqIQ1Hv
6vJm8gQDtKkD4Lpnu6e4oNKor4s/QCBX5yXWHlQNqUW1nUNI0smdx7om+dso3/P+M0Bo5akRgSl+
Bd5IqGcfh9rQxvKQ/luoL+JrxeJeuyy0fC/8E7q+gS+yhw5uFrlsMovYbuuveFkW5GXB4gcj1O8a
R7WqcSTct8YV292qA7oBkIFl0n7MZi5SnLbdVL1jgfEWfBHxOhX/JbYu8OEWqy+gctqtvKsD1Ttw
36wXVcfeD4Pbzjirc27HWUe3KzPr+gOpns+ywVsXr5mORe2nqyS8kVHxX6J+6Lj5g/oWPj0vx2Rh
FiASWfHi+6MLFFZ4UXtX+wDvCccuS7F87kic2o9GRo35MGTyxllE7qj9L1HoVl4DBQ/ya+5qxDSo
ph0xRydRBwx5cmMGj2SailP22W8cd6ouhNFUyXpArGP0Za70FpSXISX756tHgc/1UEdBWOR2V7Tb
YBzFEG2Z2Ps6Ese4qt2IasQfnOXOT3RdZDItwpjbtigmBuxiNGMELzm1BC4cq0BGKjzH82Lm96l2
1y06r7uuIW/YkMH0b4zUmvgSMS96zntbuOGcJVaWi8DZ4DkYoYxX4yDvEjW15AoIUXrHWqSJI2+Q
S83Bs7+AmFkPwZYK/dFQYw5DFrQgDlCDmYDIprD2un7PugR8+U20LQjdjsliZIw/EJkgJHfptEOb
OX2AbR+7u20vsSO95V/kDiI+wxJwhnNF+0x06S5GlOJx31AwbTVZmTUWvbgou8z2i5C5aJbdnjux
tv67U1Ryyrc5Cf8xGJXeV9wvQYs31Wv5BYb+oTOQ3H1nY/crWq8JzyRhlcltWvrudpmcKMFrH+0e
AIOhkij01rVvTwWNmfufDNpyz0XqFN+QAX9rnTs7OYv3N+l99xKGXtick4j7Oy9lPUWYkwFjlvfk
XHv+vdrsNnWHAi8wm3i9Fk8wlGTyw+uXRX9MW2CvzncAebnO4tAN87d9AdIv9vOhH3+jrEQtzEcO
puQ6tumq06yS5KXnSZA0qcnYt6XyulJZcmrUTT1n6YbBIgFxKXVGVbWG8mxb4/sv3i62Egdk7Ort
pheqbp4db4q82zDyfco1Xl3PqkMcyLT6UzqBHi9JHd/g5VRXvKduzwmbqvd1SJ0ZDxuAj2MTWz+5
Rt7EJlOmkyRWwGGQU/9pbYGPZF8qp7qhsoazZkZuLigQbe+/FMPuttfFJDyAAuMpE3PGoqY/k8io
+UkSTMAzDOp2a593AAE34dTXn5usuQybYr+UKlr/xfFUzVO2LnIZngJRyPkuHirbPAbocGBmbNuY
/rCBHexlmLe+xljUVVFwG3eBtSfiQSb1lQL1iE5sutzkPZzjef0RMfZKfhRlPxZ/G35W6p02xjT8
uzCxAzZg6/dKPO592ijFYKIzLp/MFTKr8AXf1sEUEkwgxmnZvlUWLlAE5WKvuSbIiU/NpqB1IsHF
xuG3SzxxVmxt81iIuXSoKEkQ1cIZDnXaI6LIl4Tt+2uEOHHxCCLoR+fHrHQ9rLmXUgANFxAOTNPj
hKvaxEWSVocxlU5AcbZH8Wch1yTQB7EMRDSLZY3q6zexQWX+umwYbsPmR9z0OB75hHLfyLhXIaBH
Bj5ufx8moxyqjHCmXoO1aTvlZbMgsIb72Rnps0Hfls1+D9+qmtWhGazN+P8d1GldVNGPckFw/LG5
Ldh/lhMcjMCS3/cZATt5FmAeTmMPI/1WUqabnRPNH/dvx7RTvvLUeiCEmkGsV4iWaiQ6o7fuA6Sh
BH5bkUZpeSdEghgLyYlK5pz/cHch4D7ZcNYP6brd69QbNP68wsbHDrmq+0yhULs5SAaLHcQhpil+
wX9O8StHMSfPYzpU6xkDeHEXJmZCZRyVZ0qush1g4rcpscs1ZcnjThkI8dbnuVL5CCVt0ljLVTRo
KurvgVblLc59PTd6wRrYmPjPCmvhbRV+8kVzymF2Sm2vBKyAYpuPA7rITyuYc0BRKyGour4tDphx
YC0cOHyCxebNig9Sn8OZ+YC+gk9R+tvDDuXiGM5Bv75WA9APc9R9YHSJiXdPgvoUzqM/P0UQ5f0n
wuec91oDhmCsSmeQHAIr6zZ5ozNOzO0MewKSKjo2MNiHxhmFg0aBaWMITTKU4IM3k5r7agvcjwnh
TzVA6nMavzj6C+71OOsbLD6/tBc669EJNjm3WbuvBVOXbW2IEDMFlSwEfLCmfo5Tvxh+J/WQrHnL
GxG9JHwIwiR1vEbdt7jeHBus53MG0IBxY++IZQeyYCrPp90duuVDBZHnnW3iF2iC480ZnTcO2V6M
9K5Oa/O98pp0zdLR38Iow6dazmfRVlF1bzcwyZd1TpOZ6E9ZyiozZc8SY9rZdkY/pqhpx7tehmR4
Xn3q+/epwHMXj63iemRGwAKraw90QIOXJ+scHWVQBv5xbN3tHbGmc459P3yUs3Wco7Pxv5k2Bl+6
j/3hZBrd3POsiNsQKoJ39Ix1DmYZgmsf2OW12YT6Mcc4QbIQwTPtmt/CRPFY0NjMBTav0lcRhtuN
JjbqK2imYD2qbm2BJBAkupWpeE4WWixKEhJhPdrCc81JWxC3QszItLZPUzBywm/FHtzUqh9vebsm
70BiE8lsOt2vLZx05CK7ofoGURa5sL3qbYS/YpP+gHVlPDfDQshLtE+XKYiKcwzE5aapOaASb1GH
oVfRvecxsPGqoaFgQziWAK65JVDIzeMJ8YDuwFsmfrBimp3UeVnC4X1aJg4t1fnHpojx8BUcu04v
4yxI1p+QHlraspDCydBy793k5lXDmTH7bEBbQ5hlosKUmTcDDwK03oJqMTxyWOQ5KIqctSwwLuYX
xcm0LsDcXpkr+el/DWowqsaShq2P+Xlq1W7kCE0Fv//S96ZD3xp9Sz6sTxdAeKDWwvtv6Dg+wtpZ
3juFkU2Ho3gS49D81wRNce3LsbhpEg08KAVJEzhaHHryyyGHBDuFqMB5gY6DsqlKtXNZazMfrW4o
6YSQ5vdsmyQbCujUDXKuV+hOTOtFUJ6Swu8v7UARmDX9hq40cvrilq6a2g7/zVkvRtz6caqGLOJo
OJfspUgdCgJT5VsRJv2tnKPtT6hHCmCa2/BJt6qm/Y+34auNtHuZQse+hNi7z2gpyFUScueXBiTh
WJIChwlaD3/lsia3sxDTj3IbfJ58v2azINYoq3gYTjoqt1vaY8b2TdnnQBZ50EckuF092v0Ao309
9Y5uEVQilvkqu75+bNKg/AX9X2T+4vR9DsNSvXWyQOXZom0TN7Wr2lNN3sF89MJO/ojKcngewg4c
ujfU/5Zyc57GVVCYYd/+b1eOE9wHIqkel1EWV7AkqZNtpJ0c4VZTA9h2VueajciH4RzUF7Ez5jri
ry3OTVRs6yEcOrc67HVhL0XqlVWuXIdMl9htG+84KIWtNJkWOzI6AsEMtrSks9wL671P/ca9nNWd
dW+9MN7Nmx+ZNb5No8WpiarrnSmnWyceddrT6iHY4/I+8ET7PTqNO4ZIvf3rurZ/F5smVtyJu53v
jhaRtnJhnsA96eQmTsYfZvdVkI0z+Rz/irpphwOx1slD2fibOJZsl78D5PfpqfQoMc3ezDeWmJHv
DPFElw+shob2Yaf8LfPWhOVj6KcyPe4lgZ789NQXh4Sr/kOIDRdGVKkT8snxX2HccWfmuZJ/mwRV
nBEQmUYHng4WSZ2r5ubg+3X4GOCZ3w7kcbrDMfaiDm7I6Kzge7YIQSR5B2lymKd46I86aAJ97WJu
v7zvA32LfhmIsZP00XNFSoq4d0aTfMLkktVBtCMFrUfC6bs7hDFPMX58N/f3jjIl5ltVeZdY85sa
b/pZ7GnxpfQYRJmXOPC0xBpSGlezXPybeaPLPNglXWZelsn9Vat1fuBQ8D5G9kBfI3uopzWZbZq5
LtCv3Fl3c7+uqbhZq7L6KzoT/aFki39KtwfbwyWyOLcWPOa/qqB+y/whtM2xpE56WPapIoBrC9Jb
r5x8DnMz+S+toXoD1vxdlJLxVN76VCDVQTfSn07FNu3yRIjZoq7CUz1Kpe8RSMwfxpLDN9JQd/YM
NTpddYfA71T8EwJc2B3LaEZ662MW/b+2gtglE7kttG5yrdr9adpiTrYk5Px72ve5cH5tVHU30Uje
bgtlRhx3d2PiirmkTVnxrOaHPzRbdHBDMiMwTRZl+ryzfrww8aA341B0CwZDSQc52biuPsTSOpe4
0JwXldLC/1mVQ/q4+5t6VR6BFMc9NsV4COOK2YcBaLTD3+i2Sf/oRLj/NaaZL5ubTGHu2F6+BCZ0
fjuqj89qTEx9O+uA8i/SYTtd7FrXb2KvyVV36WefSWYuv5q97doLRLN9Powbo72T6LEAZ9bv+vcO
Ve5jOi3yYYjR0eVFpKoxZ2YhloOkBylvSqby84V/I73xEd3IcxB7ojmGYgTcsIN+wemRQFTKhUAJ
e6jcuKLnQHdhjmYMg+d0tXyh/LcrTeCb3B/dHk0uUfDOUpw2oEWgcUKVyNsVDNdHHU0Tkifbsc8Q
OkzObjiinqM5oQgPQbd6b0tNyi3D2bI6Vr4F3VQHW6lu6r3jTW1ZN/tXfm+lyKPANNeauOSbVRrP
vfr86j6ceWX03lGY3KcBeZqnwh0me43bVoVXmYaogGe1tE+xqH2Zze0ueSG42YS+Mjyo2hz22LJc
gFUsiKbnPrktqg11rK9jriEplsV7pPayhi5hMdUhWTa3poVrFrZzOvi+f304WemlNGX7M6zdanhO
jVc5z7H1fHugQFfb2ZmG0pxa6FxP8yKbj9bsNNJRbRlnAhhq2a14ofcXIwAVSJBEU4kZftDy4I5j
MN+HbhgZetrF3Y61ruPHoXGWP6OZ6+AStSrN6fAYrBDiMUB65cv6iJYmOMb73BBMm1iWr1JQGYw0
ZuqUpGt1HrE4xFlbk3gFwCy+ZyKRiLNl235lB9I3f4NhdF+WsezphcYC1pc79/oprgL3ygjyqerW
4NEr3f3Go+2WiEIVS7rRL2CY1bKvgjOwKjyGEnrh+5B2tvlmGC3XXhhCBvx6K8+7v1a0zHsf5a6e
Rgp8tYIUa0K69HWT5OtuUemendgbfuph8tMjVe+oUFOreTiTZt5yJQPDUtnQ+kmuGFSmWa+8Jn5Z
wmq4972kMdlEZfkdvdWbl0qCdeF0WRFPet3+WQVzStZelSIIGnywUjlUKIm4QXP0M+VNqC6iWk4l
9ZNDseb6Gt9NZsj3ro6b2NWS+4SEN5dWuAm4uJBN+6kNq349SlfU6WEt3egoplWw87DCKshsTGyg
HH0n5gahTB+ixNkOTpjUf7egbRd6jNpdTo07KsLIiCMCAmnLk/Bl2mROGgRMmoehdBG6q95cdzlY
fZTKVtDcu4XA+F4jA8s7pk/XeA7EI3Pr6Nh0Aci/IuQ5gWL5JozPvAq+jMgA3BT9W+kYaLXtlnaU
enD4xsOmwgYxIevG74/idlW2pnOps9ULzDmQcnfBIAbk9kURTliyi3FJzDT91dSzZ1nS8YUcdPsb
GlsUHeOeBcJhhXG253NdcxL4SZS4T1W5AWjc95bgt2JoX5wWgOWDTroNkmy8lsFRsZqweVQ4G9PR
PpIDolemuAdevFhm01DUTsYqzb6oUtv5yEyfe8Cfmf9lZnAHTFhlF3+UadXKf3swENZIe8m0wB0g
C3bImsrbYgzIX5cylEvWABHcn7Qoi/Y8KocwkbA0BE3S4D4Vc1lUuZDY7Y41UjA84HHaok0sdPmC
gghlvQXu8spmbfwavNgmObVUc4k6rzlzz3Mzlbq/6ZmLbaeArvF7s7BUj/XKM5WNpe2i20qv1XRj
61gMLNSYM1zmMu23vGts96EZduelKupfayiW96D37KelsblhAM9TR1Tk69Z5wPM6kSCvaAsdPs60
NldeLZQEFiIjpI0RqxrdTRcHN+A5nenVU7BJz6JX3YCyPa3tgeXA+iDDRvS3LLBk+ttuu8c2bqT6
5sAY+y8E4/bvuFd+eVrdxXttSrZjZa2J3eUuuZ1JKP2k4Ymm87ZD3WTIYeyXESNPQZlsnsoJioEk
P3xzqftC2btIMPhbcHG/JsQswjKF10a4OaSqKcRL7NuKmkKbz1Rt03JfFuwIc0mi1m0Lj+oKFnG8
Myuoq8pNSNFhLFdFzHxjGiKN+vGq+KIZkCqPFjSeuOCo5mo8vltIwsjKuBRTBPbJc9xv/ieoWuVk
i8NyBq7i8m9pmRdz1INIVGVNREmnt5jHa4rVsXTGhYNn1eY+crb6Xx+mFMGER8YRCM2QLUtc1uv9
YKSG/GGS9gd5Liw5sQv+t3G1cRlPEH4juYUsgnUib4o+9V6sE6hPWTluvgy+yj2XXVnDGcNBF1AZ
koAT54Hvljf7MMvTGvDHe66pTlOtmPmlLZdMz5KHcOykOjEWHjA3xUtNSjCTtZe2/U5IKPea1fvo
FvdDrSh5l3YzH0vT6mMxRhG3itORfZn4+6moSZZkZ0XiklpSmDmxXN7ibQZvaUbOELyo8f3ax8Ml
sGSksttBt0sHxr6bpdlBdtHIEKAog/epwyKLLb98RjmQHI2I1+M2ROvP2ZksCMKxeNGx0z32EVhl
xpzqUsWF88bbjgjTTTAXMw3zznMxuvk6MUDgLizPgDZb3qC6oC1Jytg/9D1ynrHfJSWcxRwi1urD
87S8Zf6taN3q+WHsE/YQBXXvwWO1dfEnZgDuWNb3cyD9jJHod/Cqme6jbQxB+HVbfQzTMDjaXr8s
ro2OfoC5J9ri6NIrSMGhxzJWSmvvaDYswvzOgarr1JdGdJB7O5WcjNPvZ8T93Z3pojQnefivxFF1
4F/FJjSMRZ3NqvXWzKraHlW6pU9tE7lva638I4tJ95GhbvcApdb7y8MeHPewUhA5l6I4bsply1HC
dFJBhRhW7kVetEvzEZTMDIPeJaKs9qpjDLeVU9xxPtAiFQw06w/Piv4s1iI5LcnWfz8X4WeMEH+u
8h1ZOwxmEXfPVVybExNp1qLFth0DiLMAl23sZHWx/JkXh9FMM+9XrcJPCu4vou7FC45be5yFdB+2
hp3Vypz+1S3d+Mza1z/WzpZek3R0HqZVf4hBDXmrK7YrJZ6ScGK1RwvScFs2cfjKZIHE1XZsQfkU
1QmVneYit82XHxp1YQ4pnrvRvE5xV791rgi7w0wNcNbVVGR70bZYyE3y4kHlO+4j8wiosSlQRLRX
cJwV2FdLihhyK+9vjCqH3+cSHXd0aOhXKktIKIiidjygZCHBdY2WFXhitVVc9gjjQRKP9VFv0Is2
p373G9wjH8A8g6298WJXijAvY+Uc5mqv+uC8mpmLsBUO+5gnbRu3vOvnyQ+ckxXN2jKVMqYEvEnz
GC0/F0Sv8kLZBqGRUWqjWFbZMYTfOi3h36gFfvnoVluscwUSdPxX22AHLbitLVb4aqq0f7+ne2I+
klq76oZfd9P9jXyUBKy5x6F69AEqB3f72LfHsFx6/6cNvF3f+K3Xs24MDGzqlxSzOdzcZiFXkI5O
e+t/6TxW+itxVqFtJofaG9+Tmb9BtQGed82gR8/VYQ4x251D66W/Z9NRQ4cwgR9Yf7ZePi7fBGT8
cU3ux8a8VusMawF52ejkxaIb+KarH1NahsasdJLS4BPPokH51YfVbcjOq3BC0T2ARNZvNJQDNVLH
cdMf6m63b+6Gz+k5rZO1OsGM89wDuYvDPUMVHzkDIQHDv8UpjHwdmsjKFw8b8XhIay7+7TjG69jA
WpZdc6cmUOmH1CO2l76TNVaYcS1LIMHGYDncyp1pbdZaBtaHbvVGVg2ALZW8SdMgtHfIS4vyl3GU
TR6pttz6za5kvWX7HA7rWy01D5OPI5WyLbCr/87iNfGeWoYs5b8qMfLfHOOjywOF2LY+LpGb0M0q
JgxXNc5ecGDStDtPlD6mzKekcl7TlacEH2LYVtpFmFDHLWBcHeHSKp0Z919iTM3c2ETLBr41qZJ5
+2EqljPHekL15GSxQtnq5ZEy8CNPwiW95p+3Di1UVfZ5Kozutq4q52wSeJQJHfdI6koLz5l/tcC/
16+UkRLxFtYhHhHk+0yG8HbQXOvMlLmeapZ/0zaUP4PGYSOOZzxInGs/VFPSHxvIg/Km85EcfbtL
U1PcpzbqobwSnGGv0+hMvTrGU590D9M2buk5rppk0Nc19krKojIR++9wmfvyAEauV4jQZjZNx74n
wua/itFW8LzNrh30cZviWRSZWaKR8ld4e/Tg1NS5LK19FBpuyG9oyTDTjOuQOU653U1eEAf9LT0p
3W4mfTiEnxH5DxG544uod+Q/lWJkAYcpLtV4wgrADGx2S9Hda/Zh3V8WWHL/OXFgRf8az7gsJkXd
rTWAkcSJwp5aIUYrx26r5bMDmuzrxMt3T0hJ71QZ6Psl8geHacO558ssuyvnCQ3cRUrl77/cciES
PZhMUrcvLAvsqh4Sl+xP9wj0XO9/hFeK7aMj0h0Ez0ZUx5+NicAMZDwIyuo0JPWmh8PkR7u+L3cW
2Ji2BZ7XjfEAZPhySYOXYQ8oTdE7GX1gH4qM2d35CJlJGiTu2Yqk7B/z/jbOefu6ZDkmxo73SLQ7
ee9FtGbqxF0aQxYo5oj+xAacE/ym+274w8vchPeu8WvodmuwhqDvTcXb3+qgOizelOAHNOm/snLr
j4X6ZzPsuaoIL18bIC8oge2Xe/dSiInrenf78YnDRDRXllt99KNN6rl4XN1uMffO4C72BuCYOXkQ
s/ojIu0ob3jcqE0WnXxWadPinw4azStaUlZQMmrjvPWc2Srn83dzXvfS647IkoLcE+4+PxQhA52P
qNzF8BvFl/+pg21PGC2wQGWsvSaw8FlS03Ow2gjOhRgRXHkq7V4A0KdOn23CFQLQg+uP94wau18V
Ipv5MaW9sAcWo7G+r1Sd1Ccb8P7mQ8oSOAvmbR/8g678OHpblVmDPPXcbUI2u+2PVql1V9mCTXc/
NA3z1ycH1Ut0YsVMxHkT2MhSkGz6Vvt63g5F0RXVBVgl3iS3sk6b8fI4N6HytxcNVCX86a7C3T5c
maDNtzMNOcPRxb5tvreMFMeQBN8XL1Vns6JYC0oRX1MwoCcmgjs4/raLTEYWBa8SgwxQYEMdM8FO
fRGBO/eS/agUKoAs2qvYXCQPgP9atBFToqFzugPRI93TFCZaPE5UuxQtlZk3toVNf9O2dbxfSdQZ
r5Paxd8o3dwqR7Dh/vJFvPwo+WZh8a/a3jHlFqhBY3d8GdEIxJ+C2fyfouBtuWytXOXRj0Img7FL
KXiN2b6HN4gSlmdybSFX9b1MimyO3OVhbZ2mBZdfKaqNoJ8/wgF894O7pcNvdnnbZ1/EIK/SoahQ
ec9hyFYPkD7NgHQPa1osyQHPYwVgIIziC2NG/nKmEmbVxJdVZvXudPdDl0CSK/vlHCUxGWIQ2BlD
uN8vsvJTtiF2GH9Xq9mxObFO565YBgyjSei3335Q9dWxKPwkUkHtP/Yw0r+tgyb9uelaXZDY2zrj
rWudJT0VbMjHHOHkPhxTOfUUJmtQyYfIwjk8yJohygnLVeO8CPQd5AMQkveHldy3zvh7XI9jd1Mz
E/2tGljZtaU7FmxiyiY4rPW3iziyAVjzxEtIHeEpdItHBrg4qPBh6Xb655mq9AigQHXNgCKd0/Yo
I9t7Z2cYHf+XS9CufuOtIsLB6y0DrlW7bfeYMsYmMLOVffw1pUP7p/aU9niG9rk6QcsfxC0aMq7q
esK7ItJWxwfQ2P4FgVIzEf3IYMFManhehK8Zbo5IFeqn0ldh+cKgSrwwgm3LTzHRU7hzs/xS8HSf
MWGiEvcE5wOG93ni7HfmznkpObuew2Ir40McL1GSi61qkZ3G2gnr2xVDdfezDQfJcVlWTnRZacDi
CxzW0j3FgvHICYVXPR9Ld0Wi0tsED0tUajQ+cde49ofm724j0BUVci7FoUzslNfLCG0iKEvtv4JB
COV27vwe0HqLee6pNMpN8xBVEs/V3q/Y5GxqGc+ufopwJSNvIVZE6rRV8buLuia6YyC0FMlBDEUS
ZgyRyPQJtIij+6SkNH4k1nK89qoOQpbQo+Zcmpt0ujGJXV9xTxNF50T+VGEq79k6KFac597O5TXu
OelJK5mnNWNsKmoWHJxDt4Oddv/2m1zR/lDcSojaJdYGhOQDg8pf0T6rMF/TIeTHWNZlhFNHCsFB
1H16FXMhf+BOiF/dVKQ/fc2TfDDe6jpg3oeKvyZw48s3wfg7cZdYnQCsg+uryD8t847sDLI5KMvE
X5+zDxrKnAK7eElWEe350leTfgtBsTmnDtpH8SkpM+Kf+xAtzwSZdLcOpc7LNCQaDUo78n11RWTZ
McxzTPIWATYMjmM78dTPndTVU6hl5z4uHjrUu64wzt3Qo2jh5pT2YXAoq1BnN237oE3FTgXlJw6j
vuq6PIqd6puqTMYa23KvDF4lurmr8ojmeZL9WB1WuoRsoJnGfhqJ9DJK9J2LdPSvAI97mnXgTx4H
DwjAU8SpWB33xqh3OpMSAYAOqboUQxx53/bg4XOpVtuhW2obAhGScOMQk35akDqz+ZxRSbW/C+up
A7Llaf6Wy/tP3TS55XO/kNr8I4lV1VzHqtPftT+vCmkhAeMluwTRyyZMjfbaR+B3rqj+sWrGhd3R
vjCr/EFHkqpcj/7ygPslui+HQl9T6gWEFvA+ghcULVt4pNmapre985FXAtbvu9d6KFyZ1+WGYgf1
7Nb8FLKyBu3WsET1HXK9hlHwok3xj+VBY95pe4TvZQWj1vBEtb+TPeH4/S/SIpKpz1JllhXSadJw
I3XcyxzOfpAKZI/ssobzgvZpUcyZe8XC0Zl5aoe2NGY4zLXjrZeUhuNDyiblJ6h9xIZjMqAnOtR7
lPq55Xjr7le6x+BxxQzngstZF/G09aLtLnos/sfZefW4jaxp+BcRIFkshltROXUO9g3R7raZcyz+
+n00V7PCyA0cYIGzMAYtiaGqvjcK8T6ltOm9QlJ1NdgnVzBPF5GkOID2EWBcSF1LgsuqoTCCbelR
zbqa3LSL39hByDeNRxSsm+KCgxBnkYQUTqQhiZYH5gCbSEmUwMZnPSIV3DpWUvwZ0VqzkxiTMe2M
IopAFiTCoWPU17Y4CHtsOQ8HKVPnJy+/pVZRi65yRdI9M6yV5Sbds9R526+WVzTkEXAQGG2/sLGu
8jaNIEZJUOUbfDJMet4IGnX2EJJ6XHsznnmpw0b8wk4ARuCa3ZCSnx95BK+3YQTGYqS6tZKVNZkv
+Hc7w9qMWFLM96ZJ4pHoAKS2h6A28/x51hI0UoT52DSDApdT/aHLJv3Kut7Fttuy5b6bbQXIT5Rb
bb3ZGXoEIFJhDSuVZhwDFghfOaXGnSPnNUh50O3rtFNfdLCRDLVgDeD9dlAXIxBIKELbIUrJtGfY
fcSQCqBtfHDcSiu3VioTsaY3hW9oWCMQF1q0MfEVoq0dF6wdf+F24h0rAF+hoiu29hfaAB3L56ls
xR1Jb4ofYKJBqWiKzez0w3D5TX5Y9vr0yoBOy1BX6GMIh+HM2tIa46qellHfcGzW+iCkcbga8O8b
jSPCJTi2F/siKysHlTwRF90TIE6fg3GWVYb7JpRUkBlN/qY0I3vU0QvsiNOTGzGW+aEZMDEsSnJw
6IXXzXUcz9TlkFsxPPKUTafC0bX7ABx22AVJQN0q4tbaWhSR59V0YxTuKkGIxHG+dMJpyf+fnVUy
VG8txjjcFqlBqVMtddIjg9RWW1afYd54iGZe4nqQxzSuxSdDnIgfZl5moi6yQendsumZZE6sC3hE
OJsdJ5LV4z8MlFbCDlhHJDrWqYbozuo8+TvPLbt+cUw1mMcsymZo/prE4d84QEGWB1nMX+ASk9g2
tktzE9UbTDNLyy7LT9YAXb8LoMnQGRamg9LFs3r80dIWY/ZZdKVjXaAK0dgraDZXUTllA5yb+khC
DifX3AjJkc06a5dw6Wq6vwcvRUdYGAVCJ7CJ1FxZJr2JochypIGm7gZyXjS6F+g/hICHCjnp9K4L
bsVqFy6A4JG9+ETdUa3WhnoA/MtNRT/nK4G8kT6wupHIFoEPtRf+28GiP4zjEVfRPeZNWQYnoxFZ
sBqLKXwVfRF9YMgBYLQiOTrLhq4uADPPstz+Ff7LKg61p0Vfl/aWl5mhjgfLCGXC/qgjDS5mcLa+
4kSYzcPsIEZ2va07xvJ3ijiZWb1tX0w8E9U6bx1iaDClDr/DqPLWkU2L6FbFnoVCqojSU1/3/bku
O2ra5kG5zWMx96mG2iAO6foKoqqJVoNXpJ8a7Gl7LqLQbVeW5amN7WgjOc9lFmmL5CLv5qCSh2sV
xDGqfV0rfHuy3S8EPtZjHVTxMSodqCc3Mhkp+LKw/PPcqXXTm2g9sCfo1TOEGcc9LXR04E9SpZNF
mA0i2PZllQdnoc36xWbXFQIlr15q2skiE7D4UY5tfFcUhaMWvbLls6yozWY40t3kSMjVZJ/GFlT4
d5g6GGzmgkC45qKfgRmBvNtbQIn52qQNDx5Am+aThoaBI0w6ztu2lcF9NqNpe8qZlO4taxghbzE0
LQPZTpS80YDmrF34xZ/sfZ3hm8UUqXiBwHR+0ztJRY2IGySvrhIDGGsfX0ylGOF7ztk/Wq8ueLGC
5rd9KQVbeB5wuTaM0Vs0tsUzZAmMkQzMbQ+99lnHcn6aJmkfzaKdfymKqNakgiZHR3fsDzuATAb2
RdkVN8kn+VBV4WemVPshlNNRQxHV+n3DsgWp1rznKMmZCareOedY8o5BaTsLg10ZS1gKNumYXfXD
i20NHiObX1GPTXcztM8u0xxMW7ThxCuC9ORBm8r4bGQDI8kcaCzo5FRYVLPMpoO0N+zXtWHihI60
7ieCHu1ujGKoTSRwBxx9tbfCSVR8oUnRfawKwKTtqD270dg8lqqaPogjxAeDS+B+ciZSk5A9d2Kq
n/ShhlfRnabfoPoN6Qxsml2pmchatZTTATG5+sqQwycDITaINkqOyHGw35gT1UGFJ3+g2KwIz5o8
BpMpRw0RBF25mym52ppjoU5OL5MPOeTlWxmiZtS4I5/REJd/iszGRTB12vOEXOPRi4LxmA5Tv7Ng
349CJM0XgdXaDpSFk83Ia7ZIqUmgFjz1juFwkVK1gZEh4TLw1zWcaLKhapaObF0QH6MIYSF0tYKs
YjNHCcvKGU+IHbwEUgiTtYSg7u3qkWiVaUB742qkE5HD+WCaKMvkqBUrs4vH93zIwbpAFSJvqYYm
2rbR1DGPEDnvNwmn7UHQMFY5uZlSZYfabzGZrc7ZB2iRTdCDl+6qpkd85dThqdWoZrGbgB4oPTU+
2tTRdhSsBPvAnZwfk2bRc5G78gT43P1SidbDluvJ62g4wN39aB5BtsedNsz9AQdCsQw84odCYtr2
Va/FSy0Jp1f4qOKYuLRcdhyoLrYvYyOYGoj/nNY4Uz4chI1bCieHLVOE+HDrSzXZLMsH0BpgL9Ei
syTj2dcqZ8jAuXVr24lY2yBKTNGE6956wv1GtmAwf84GFp8EF+6b3RUN/d6m8QAnidN0hCGqtGzY
5FrZ2X7NY4Tss+mXHE7N1leFM7/y/KIWqEuX5k0bNt8c9PCPIpV+BQLLsABZeDZ452DN+kDvFomn
F6dWpdLwpbAM7OaynuBE9Xyv0IczwSSTeeI4ou8rmCb2nEmDbGM9WpJCT04XAKd8jVTT+Wndh/GC
Im+8qS7Nr5M5k3lj9qgvGGfVU6f1lbu2UpW9ubYF/AX2sfKcFpGSw7nsHjEO4zQTmrZTlZdvSwH5
4tIs84sdCeY/D+10idmp/7QLO35HGN+CNpOkLF0rPVUhgYReq+zyISeUZBlFVf7eFiOWUjoEUctF
neWeVYYhFStThpTD7NJzlVKjqaPo2WQySfZ9HnBwCkQ3Qb6QpBVXFjGAw9hsNEDvfJXDKj1PgyAW
VGEvQgWvZVA79L1LsxJvzAI/CyLvMHx2PZtjb+PDN6VRwAjZwvSNEVXrNlEN6sioN6H+sMsuRzbP
pc0wh26jzzdWouSHiRrq3CLiX5puAa/NbbXZRcYmW0aAwj5mYRIrqm561VH3kF02c/VxDVndjpJO
VLx1y2gUaUW8HqGhMRQD9Dp7jGjioRzt5iGcZ7WtjZzcQtFEPXKS2viTJnNOboCnI6TONQRfnsXh
HzVM7f2ugbTChbp4rnxDxNSXW316CunEdQ6wakT/ZC3A9RZtsEJWgqgjWWBsK4LFyDl7K4bePdVR
E6xA4eDxG/oB86rJf2EogsFDgkPbe1t3LwHmN+MND7n3MBkKhjys4z5LFpyxMF/hAujXTt4Zu7xB
I4HXrl+rIcRsE9X5peqQwKV9nVG8BpdaFtPewBSuOC8ZBVnSk9EArVTzvbRN5gLCmoalY2fzG8fS
gMI50hk3qTtpP8PSbn9zqJBbZVNXOMtMX+FbKJ9Nym2fZzEYv6sS24Ds3YB9aYZrGUUW/oyawYzQ
VZjWkVGhWxkiQd/JIC3p/cIyBfIxkgzpMSLuobpHAKBO+9l5uKBA9pz0pR5za5d3sfaR0ulTbBXW
0wOunvIAbR3vRr1uTjLUCtR1XlkfU23g2aAX6Rwpfpsnp/bIGwUWQIBlhHmkHb0FsMP0x7LjloZV
S/KddDIusxDvAlwjhAiyyScijQIKRCzzjIei2DDjVBhBarXuTC+0Flo4VNGKFK3yaSjrYFwkWc8b
lYjyrOKi/FXEWnGveba2lU49P9fIbjDegQJQCe31VYLJIAEism1vbfZp9jDPo1gb4yzvJTK63zbG
EJzjs35RwabptiMvZdUD+N+TBRcf00CNrxctwplZqnxxHGt4zyJOHxhZ5q/GaFHpdkPZo6+di2wP
dqF8QYjLXkN4/XBxd+E30Hgo/EtZw2lqc1wMnTl/RroQjw4a110g3Pw+Mef+l2jEKFDNUwjNag/G
i8QSeEuMRQr6OkjVLhxhsBBaTh+srSmgsNnLiF0jJapIfKtNQBFhpW0kKaFbvrgDZsUVO426C7s+
KVZtVRhPts42kWIs/DX1FpoOioGH8axjgkk+4sAA4DcU8lyvLrU/OhKvldX02fybxlFj3XZW7965
g4Ggo9Oy/tiECN73dFjpr20bzN0qknqN9qqjlnsXhZD7JWhc2KW0VySIH+IkyljRUMrlT1NBhe6q
VVF5QqKpvZgV6N/aK6w6WjOnab2fIjQL17g45FcVBVQ5qhqLwiJy2b8X1Cnl+mtq2LaxaYYcCEtl
3ASSDIZhZg7KigI77NRrwb5Vw8QgWLEN0PeqpBEonyDwsT4ib1IF+E6Dj2VB0NwgMVtEvYJ+wp2K
20cTyczeeHFyNV0nd5qjavNnDhPqd1lgDI9sgk73PI4u0/hcmqP14NTTPC3SWuPNLXRXHBz1j66X
eK87NDdudswDLSOFiYN00p5lWyeX5k1Y8DURCWhxpya23KVW1YNWroWkZhX1r5mAEDt6VfGfhqXq
9aWKHH38gSr6wtPEYaIxzFelS54E6RzHrK0H8VoA5HvPkGJpycqYpeqtioC+4lNltwIyuaipP9Jz
0tXUpp0VMzN8WCpPxFSYo9/MY40ozUMNPTxOXcoYlFL7Q1+oblWTn0irbU7wF1QHJzKXTYiAx0H2
tJBh0cyHqvdE8Tg3SJ7udFtHdevj85qbe+GSfIm8VErvWS90mlqnweqnY61V6kMSt3iJZC/Tfl1G
EEzeognQEXGgdqQ9LHr0GQActkGJaKuBDOVzazx52JVP9uQijL8gAsK3iWl46TzbfVP5bG9gaYjr
Z3h4aCaBDn5KyKpS6V3fXCAPR1q/aljHnyHWgX1fW9ZKWQ6QQ4WcBY5TGT8452nsHcSFxHje7o0c
RK2UyLyk26ADGDs7X8k85fxsJkGPfsPLTiqq3Ge2CG8DwsUuFadsxKbbbmI02u+hSlk9asmx5xKl
afgOKQh7y5ymP3DKhp80PfqENihMeEc7uy8GN7qfCUA+DGlJ6UyGsJga0EwuEjoHrCV6EPNezZo6
AaWlaCMvRq9FPCbtjyYANFpElYw+RFvhwy3iaT1PnVqGuV29TrWO8NoapjekCc2LbWqA6JksjJ9e
LQAUxYgQgoNP/0x8JbHTjG908U3hxLNRjuPZdFX5XgosXT4DJQGtNEUf4rqnYzCrxp8pOTGNH/FW
CMhNPmrGRH6cHapuWW/yV7py+6WM7KxC2dI7D9gDjU8tnoDmksl6nqklPaU6fchUm079W64Q3OKS
KDeSKfvoMrdu2xqV6kJhrnivhJk81qNqkF0zN1O6O0BF0oscLygbjZ51rQx/FtR+cWpve4uU5Sla
Zp4wniq9HTSQzCFbN6GG86EQ9V0apyw2Clv5D2tKMD0AYYZPtdvW+8me5+VQTPaXqekAJAiSXZ/9
A51sTWf7CKNxag3TfBdWNt0XDtJQHb8GMeAS+BdrRIBaAGH8Q9jgDMSIlqx6u0nIuzDDe4+veG6d
uf2D6Q2rmyCAoFE4CfH7uRDIXRge7MoFnRaRNr0DNTTnLiuLbcRouCRoIHntUKq/hINhL4n0U2s7
DHOcvUgcCUYHYW1WmWZeYqbLoT3HBI/Qyi1b2pQWmjFr1aM5dubPZNRlCc2LXmOJZ7nR1zRszr6R
TsZznkLEjDwn01p3RDX8gLqyja2JEqRa4+rv3ktXveN4Qmwn8HvVCzohgazlJV0+LUp7WOmMhslZ
7yoZnqLLiOIHSV0vW5UUsz8EFUhQEeXVuhBIezf93IybmVWc8y213xd2mppm2w21aK15I2r5EnTt
QrhZ5bw19AE0XRE7ca4IRttaReSuSx2N2J6WeTyn6FseyT/BO6FExQHAc+JhJg65EGuvZcgbYq2B
lwDqYsDoepbonnMVIJi2yLs83TbjRcB2yT1YN3lmA4B5Vtr7rGv9csB/tq3acfgVK4T+k+wQqECF
CIOH2rPwJpBpQJo8QH6tlTVCP5GMv5ASkBdkggdxoEDmwTBuJSCYnM1Q95JLiIMwiBqyJprEWEBd
IDvLORNpQ0PkJAkt87auBmScjEp7vhcCvEFd1O063tFiMqpV4ATZzkbHuSezZjyICEPiFCFza/WJ
/cBkQOAJq8pIXyHAQFwaEIz2iRJrbDH/dfXLQGrlV8Z29CsSsbfKTZHfNUCKbw3j72pSo/J7oyk2
NLljo0uTSiuWKgu1p0R61W+Vm/kq7Dyon0FrSt90GuHTPY+2EY1iY2FBDGp4Hq34ygmkeJkDBxpS
dnbNsWRGcRpINLxpZNBo7g6obAJTQ2hiv7cUIsKCuca5NtIUHXAiNy2w/5r9KLhvHaVevNIqVoGZ
JC8Qt+5zn2PpgbOP83w9tFw/mPloBntvy8eKUCvedOwyv0eGl7XWWkinsEh+zjKdkQa5ZeU7KNWY
DI1piYRxyFFjNmHiD8mg7XUYv2Uz6hyBIcGNQ0jsCfl3IQYd10TsuCFOrDR3Y5DjOjAnocV+xz9c
CFJ878vBQUO0G0DDt6Q4Zg8iBj0iVCmhxzzEEOBVaL4mLeR025Me9NHPJrIVD84+LhxBYKBJKMgM
BXHH5qzeYiWbR63GO4/Ri+GtMCr8PJ5Ipg0JgZ6xZiyaQ9pZCxnxZDfGCWD2QsvDcBwl+94roQFd
s676Nuq2Xmnn7/rozpez5mxdVvPGLB9QGrhHEOsueQ2rjpjGTiTQYdQfwG9Uzg+rbOecdQcHkx/H
ZbWdbezCjKFYyUcpWJznsp8eE1SkzjLKdXNeillv2q0s0KMhhzJcG92F3llLTlbtc6b6hM6tS3rK
pqtnQsqID3PCja0Xw8wMYmf5i1aLIfHbOKTdGztHEn5mY0DuHseeBg2sQwRR8DQoiCjdV6qKGQxE
kTNDK2/KLSJxgFw/hzip8z9d7qBRCG1ioXbq8tf3tat0bQt8oeVL9OkTyKhL0/sl6KnQmiOxtIb5
E++1Q2tB4RSyevQKPbIi3wKHGPaZNY7OhkYTL/fhTmIoTbZZ2486w0GwH49OsyU8oXgkXsh7bCpj
eO7GajJXjaOQDnHInfKT1uX9eACITB4KKgDf5sFWmQ+FNMZ0cudjsM4g27ZlZVWHuEgxmYClhXBj
BMnsJ15NP0pr9zXuGvwzFlPgZ2wGKtiLkiP7j4R4IxufhylJCgmV+lCIWmtfNmP7gXSdQLihZ247
QNYFzkaPU0nZJcLbU5ga8ceEtepJaMp66xgooPsR7yAJl1Fs7XsiIhThxD0hSgTFNe5Tpodj/ZQE
pY+0BQw3ZzGqXO8QkJSwotESr56LyWRakRiHNwGxTPdYTrqxNrtZPysiFk5tV0p0LWg2ug1WMNiR
DPzyBTlGwjaQhgHnkmj8U0mi58E8ZOznvex3SWDIfjGOJJRhlY+/ehu8czEP7vjRWzJ5wh8/3nnA
/umylqBv/FirWiqzpKPWEGmxgDOtXnti1TaDE9mHPCAII3OF/NNXmADpbRhHlmlNL9c5f+/sda5j
brK5a88GMuVpNdlofhLPbJNVFDCi+ZaZ4Mj1ELAXXi7WLiJeuUdbw3/LalTqy4r6xAqCH9Z94cI6
IjcCoN4ICuWXfY0inXQdDq+82oIskypnifLqCZdBZ5Tur2jG+bPAFz5tGsLKjtKaFUX1iB3gCkLQ
S0b3BTHEw0ftVCMZAWnnjbveU3QdMr6tZZMUdwi5SBBCn0NlWTIVx7rJxnOWp/XeDoLoXJRJgBKo
Ey9OrhnpPoFV2gx9pWtnt6u9jUg8kpg0+WzopdpZgSVPAanJ3j7lZEIGjhq3TjK19n1RB157IueP
gwwBDYljlstaTYRiwQY5FHbASQ91FdxjcZpPquXFhG0t1y30OBlnKC7IkMn3GG4t5rsCaXxEPM4p
hl6vfPYV4ycZ4JyNgzjKfweIrNFETM3P0KJa2rtE8fhFnTk/mAOMFTQQudMoTu5AkxTSHyPQQ9/Q
ut5YhSIB0hQiSo8jGshNaZKDp9eyfZ+w5uu7hM2Us2RfLfvKkFtr7JsKXXzWucvSSTViZDJ7he/k
LZPYaG2jfsvNyjgbRFYRujKPm8Kb5XMf6+1nPrnNfWMTUMO7UT5Z8yyeoohMM7ZNHaiOKhonXtSA
paQmpAnfM0OYuYp6t5Eof/NPwhjUQbTTuJIGo86Cl8lgVVXCBF/TA7LOFPEiZ2SIg+OjfnX3+VBP
sBiEOnL0c6fm2TOnfM1xCKihSsf2F7V1+lHZlwSdblRP0igz228rdrTB6YZNm87Vrp0s72nWCvuO
uA75xECvHZuqsw4GfguAdG50sdc74N0aICjdkPXg6EQrphmkr8PAPRWOEx+tLKs+6oYobQvFDiNn
OMEiEaS0wTHIzq8aLLdCYIKd427cRmEXHNwiGJcui96npKXk2bVp6wyBuDeJCDpYf9zdfpQP7Mij
wjeaJN7WTFDo6FWQYVWJkvJHK2u8BVClqARRPG8gGXj7At2pFJSrPoRbt0zrZ6cx0xcdC/kCu51G
Ul+F2bDFJb/EcKlVi6Ed4l3Z4meeC719JMxRHl2jJsIxHM3a70eNlZK+eZO5ttOLc+KKDmmcBDIL
ZsTuUTKQBkRlI+pXK+gOU0IMYVEJb58RGvPSgLLD3oYiugsr2zhOvTO+t7X+pWYRvxu2ET06XZTe
2XZUL0OT2U9P+2zrmtjCxdi0a9ctbdKN3aDaVhAiGyg0zq0kxV3WLXhNJJrhzyAirmzVMVeTq5lg
/0D/h53o8lKKdPihG0q+jW2vrbXJSk7AC9i5jT5bOQKBaFi6wyXYO9K/2HidT1vD7qB4Uu8ANQyM
KLIfz5HWUImk0TfRz12yIs7CwKFTAmrUW0LDU06Z5GgjkNxlJkFZau3REJAQBRGTi/4rSUqzOiZs
VhGeqVHW7dkeMQJkC6LN8tFcNJojg7MepSX4QdZ5Tv+IFDS2Ep/QlhySgLGH5ZDX2XNzFKlkmvF2
oVvK75miZmhnumA67H1Mz3N7hiNKM1YCk6ngjv0VD/aitDOUoKcZlCjR1jNBKCGnXzrI1+6MJu9R
QwhX/v57iOyNWgnnKsFalbbAIiTEHpgKDWNTEhAfjq758vc/f6Ntmiir/x+O26C0tYe0tvbRxOob
m/bOa8+iIAqm/+CN6ZY8dBEohPGgJfofw+sPkrrMTERfUed9kwR84zfaV1HxjHSGk2WFsffGhChQ
PODrNuu+qyC80b9DlMX//4lCC1OcU1i9k8J7Yfo5oZVc5onaEz7wGNTzIbf7T0bDh0xNy3ByCx9t
xPxNePWt1PlLOPC/wofTNLdjokrNvaalwteibm/gpVi40yP/9/d7eCMe27589L8+gtSQ3BlVZe55
yH9Udvdo68MK4cri73/+1t25ChZ2KjITQeOmfZm74g4BQ70jmKRf/v2v36h/+CfO+F9fHg0SLlck
JPsUvODOsh662TkyL6/HnJiQSf0GrsmWlFOPm79/4K2rdfXAu4Ics85oh33QpvUK9Ypccbz4qaN6
+yaM+cYtl1ePM3YyIw3jyNgjGv9q0UiRiKwIAhnSj2/7OW7cFHn1TGv1P7nLjbm3evtnbLebssz+
t1x+efXEqiDpTVSuJql6aG6SGFcOt2ZRftcBf+MGyKvH1R71PDFNnEdlHvzqg+CJ5N2tw9r8zfN6
I3ZbXj73X0+UZuRdmaaN3F/6i6wWujW1vlSfv86x/k7K4vDN59y6BZd//9fnhFoAqdCk5j5s+ztw
sTfOxN9Ell/u4n9kecuraPTGKBGFJU61L5Tu9sty6k3aT0znpeidYW0L1wRl8uY/7VQMd//TayGv
3nKLgGVplU21t430zyAjfA263Ohm/M06eOuuXO1jU903MNwxNVLE6gQDYlykQOR7QHqviAZf/f1X
3GrNkVdv90XHlrRGUe0pdDy4ebe0k9Y3YkQwIAdul2AdSzZVwKmyiHd9lq7x+eD+b42Pv3+BGw/3
P0UU/3oohMAOb0J679FbkUBuAJOAeWioUL5ZXG6sl9bVi49zyU2kfkmh0dM7orB3cRWeiGtajWUJ
0BfRi0drhSXv//57bjyJ1tVikNcVOTmxrPjTJQe9By7lEihmNxbtNu2Npzq3vll2bnVMWFfrAtoP
q/GE0++7ZLh3kyfkgL4ojZ0YT5WnbTSxBpCBjPnfXl/rapmoRTfX7PPDvuC8S+P0j9bpvunSuvUQ
XK0M5ojjMTH15pDDR2tWt5+kew9n/+Pv9+TWn79aHUgE8PCvh/0hD0vnbsQ9mLVO8YBq5u9//8b+
ZV0tBV7qpdhdYxqpxbSvqmiH2oURwUNf/U3h4q0jmXW1GuDEybNUqv5gYwT1g9JIVzFn6pUHORqQ
Zypzd2278O2tG/hUy4+Pmae92VG1+vtP/Kfw+D9WWOtqnUBugvzOjIYDGbr2EQYEVIRp0Ah2k9sF
65Hhak2SQLlUhDYu0EIjLknw+afdeMQk8xDa5G7hq3zAFvr2zXe6fPZ/fCdxdW7AnleZVCQNhw5b
+WoS4+cgTJ54ezrPyYNhAG1RH7OIjYp4BCf5Hy+FuFpRygSRJwYpOqHLz4S8o+e6nnoORs4W5dZm
qtWzPu6m2nwlsz5bohjiPJDtyrQLKSEI0guI+dUyzy6/uQyXx/i/LsPVkjMRsjxontEfEL0a67SQ
4QP1Qyv419YPippcAEDK3TgPWJGG+L0Pn6p2V7X2M4mR2jevwI1XTFytReSKt5NmlITzKQA8hOPt
HvmNsXYd3Kp//523PuLy7//aKahkqex+ChDxz7ncZ00bLVtYF/I4G/nNpbz1EVfrkNfocGa2Nh7k
oHvsSGrYmrJIDkYbfHfWvbVqi6vFKKeSAmkW4v3KKX/i9ipWnquIMhQ6GJwb/0IWBmq1cmdqLutv
9sAbC5S4WqBELcH7LS4dLrpy2TqQzUbcNwdqTRBo6d3wv51ZxNUq5fBeIL+SI08BiVsZOrjXNM5/
OxpBjzqxxWuh+uabx+HGvi6uFiTDsyrLs7mOdrbJh8a3iepzXM4r+mOM+dhpN5QZ/f3Ju3VIMq8W
mnZ0YgvjojpEzq43Whxz85PepmdYra/6QhSlZrPSevPQ1c5bJNptnHFoa+Lwm7frnw/6j1fcvFpy
yP/Tpxps9jDkzddsJ5g/IaOMTZX0B+w7244QV1lv20D7HTR/Lpkoek0zQIhmPM275yybfui58Qig
uEOUfQqbZAnW3C1yBftI7ZZ/0WdqvFAAhRS6I8U/A6R808Z565E3rxYoz+NkTNTkeJhN/MnI+QvN
PoS6jqDYQ8jmvOtVeZeYMSlbvfX7m3t2ebb/65JdrUiZNmhtTWLNIdGiP5wuIj8r57thrNdqBpXb
DQJbHyIM4YpLwYC1JJn9u6a2W7ulebVWDaYVNRCVBlkED/r0WdAQJaxH+FGqAco1Yipq2UtdoU4i
hEl/dZRct+WpT4OHXOy+uQCXl+6/LsDVYpYQrFZbaCQPgOdHF8VH9xx74o2uk22ot8TgBsvANT+S
Hoc5nO53N/vGe2lerW+EJFedi3rtgHGnPnh5SkJbgNzRDkk+jUnuxyv/Iwa39FPHpmVcpfcTWdxZ
Ai85u8FBt5uVMVMsEDhFuIfd/Em2aX6KovabE/qNxdC8WgxbpY9pQawC2bYkT3TE4SzIbtp5IdEN
zTfD4eW9/K9rf7UQFkaY2ES7UNNVEgBb5bqPXXTjjeLVDEfEJPE+6OyHb270rSf9aiUEhyTxgvzp
QxkKazl6+Z0iPn/WtIOY0NkTI228XUiaexfX/v6SvOvSIttVtCR98w0uj9R//Fzjan3k2EEi2sgL
Xo5IszDLwkUZr1aOqz8zMW8NH47WfGhKLKKIorIOg1zoVyXQHovS37/DjcfOuFohkZ4DWuvmeKDZ
YIn357Wcy1Xp6Ns6oKlJNw5cgb0M5J+/f9yNh8i4WtKwilhZqc/doTQacnIJ11W5+0gs/ev0XWH2
jcPIP2vLv847UeB5OI1keyCT9LcY0z1sw4tRm9+cdf75qv91067WKA+dA5YLxziYxTk30i3zsN/Y
GHmNYYlw1g9zc0W+UhqMmwZ0XwW/WlcsRjTPtiKDtHvrv5ssb/3Sq5WK3hgihlDhHagT8Puy/aV0
/auLvnnfb81O/+zq/7qQgjpRgfp4PHhRtumt9Vw6B/6HSMSFVsx7c1or/gXRVV/uiHb4+wNy65W4
WmW6nPCcDsr9oFmqPJtVMWzTjnyJv//1y2P2X/fuan2pSpk5xOUMh5havMJNHs3A3A19va1shGvR
N7/h1jt1tbD0GB8ITAcXmmea0O25OSFNRT6Q19o+JGZ2W1uoCVCTFv6sud/8NOPGvqVfLSZGSjhK
7XG7XPK+0LLMwBjl7yG3TpY2P7p1vq4Qny3MprCZcYKnJpbfrGM3nkP9ag1Rl36ZtLE4/svhUUu0
D5ULavGyxd9v2s1fdrVo6F2DOa6UxiHt4Sn/j70zW45bu9L0q5w41w0VsDFtdJQdUQnknCSTM6Ub
BEmRmOcZr9NXfdFP4RfrD7LcllQ6VtlXfVERDtlyUkRmAthYe63//34YWpeBjGovHJZJUmkfYXDe
q628GlUTeaffx4dZsJf9xdH/YJuoLkvZN7dBPQ7L9L3ojpC9tCtfGMDhl/CfpE3eVZI5PKHZZ6sd
IjcCIbISQHyYACISnpCJXcJh+hom/W+v4/8M3orzX6/T5s//zt9fC1SFeELbH/765+1bcfmcvTX/
vvyr//dT3/+bP98VGf/58Ue++xf83q/H9Z7b5+/+ss5R4kzX3Vs93bw1Xdp++e28w+Un/6sv/vb2
5bfcTeXbn37HFJi3y28LoiL//etL+89/+l0sa86/ffv7v764fMY//X6LNPwtj57/0z95e27aP/2u
WR+wSBmqY0OyMoiX4PoY3r68on9AKGlIR+iGI8gA4dwRStKGf/rdsD5I2yLk0eAPFNxLsmlTdF9e
Mj8YKL40W+i4mqRGFfq3t/bdyfn7yfot77JzEeVtw7vR1O/vC1sVuiqkanB8x8I5/WMg9Mw76Mmi
itypVLMH3e/kiw4wrl9VEBnAxRAPPbhTgFF4HcHMLb2UuqBwzdnQcdwQ3ffa9FUKctOpoUsCjIe6
ltvikq1h1nitaQSvDXEZWOYx0V+WWthPOzX1A4FOpKnEVuoC0e6kRXXgGm0NEQpq1gFlIwAZgWar
dBqxxU8Z3QeAeIt1aRSAOYes8nGSGKX/DGzcIaQHRR80z3mJuernnptvzsdR9yI6WzF4W6CsqybV
ax8qbzbgnWMCdtUFjYIn09QbbRfigRhWOt7lSzWP4flqZrXAuOScohYziaII9AzSYzU4n+oE/fqK
WCfGQn2RkoAxJuPiDSQsfvHM4BEC06A9E/YTXcQ+3TJw5f3J1phXrdqeIYDbTDm7s3ZJHFnVGlnW
a5JLAqo7RagQ2Dr2hCsV4KtYQ3xrn+IgINkSsgcyjMpBRuxV7OmexGxUN3pOfb7CTI2HMpaie4Ll
QNJmAwnyKQtM4yMcN/MBLgBC9cqpiA2K+tbDvAXpxQRmQCBhUYS5W43xpV46btSTjyTILfGdeUdk
AlWlIwu3LeSDEzRHnEcrXdEzGuHRhmqGnBTlinDvbDzXRnr0gWb5U+CFjrEDpkWAnFsZ0b6J6eY5
hjdFwA3S8RlZ8rWqnQrcF72cH0EELEF3c0uTL/KcgHBHk4wTkdkoqLOXWRH3koQ2WqKdWxIwak6Z
C6AY+FmLJWy+Ap56B1X+ECraQ9q8xeVwroIHTLtvpNK5cQCtv8tPtJtW+SyvOuJfUqI5QW3utV6B
GGXADQubpypJodDFl6jrt7VRXXP7IemWJHI4+bbKgI9Djx3sQzEmsP+6EbSY2GS1CEGfhts2KU+z
zOqt0BMvtrNTq4ITiOxb1n9UeA5mh6AVdw5Mg1uccTQa1WZPOU+k9QACNLRThQmjrt35BDt4PEvW
/aDat4kZlT3enhDzM/GuxrrXJuXJMtBAwZl4Fwm+EBmfTSnLI9AYFLrwRO6aSbq1nWw6vzuEQV9f
2qD3DLTPqEj3MJhrgT/d6M5WAxhJn2GfOo+O9qxOaA2lmzieZpQA/x4tDU+1Pz2mibHOas4pJF7h
n2Hjr+ZUZaftwJcX7a2VNVAxABqo5SpmTNLOnyyjv8YydUu0w0aJLbcMsNaVuqdkIxrxy9QyN2wn
XdUOoI4pLoslSNhxk7Sw86R1lKG6GYeWHkZ8DIhhmJEbVTCUZBN7DvyfVM13pk4OhsF7McoaHjA5
OMp9mL6Kzj/SHCZ49klY+Juc6tVeeDvRMfLTDbcsadi7SAteQwvXOmkd9tQqObL6/mNIMQSv2rXD
28HR7kgsLrah4bwoivPMVUezZuLmCIHrgUSBn349AKrAfY8yqkp7l/g8sWoyNN+yvM5GewNaeSGf
43sz8yerbU+9gT8YJZmbjPEma0uxR2SGy2LeGkqLUb+vvJ5PZqHXD3PNBThPG2x4Mzt8ZCujE+I6
qk2sQfpUuUWQnLFSrf0hPY1ZtVuuabSx/tY3k5SJKYwDLTKT45iiPB45DHanj7aCgUnG/cUUW8SJ
JI9ssrZFr3curWOUbN3enOVtNk9koQ4bAc91JpMgig4OZVuRKqRtcSX3TXpJdtkLmcqQehCjLUQp
vBoVtjQcapOzqWzrkPS1tUHjjkTsCWfnpyobsSVl8W0+LBRTxzMy/bq0IzIPTiYKuyCR27JP78bC
vrTz2sDTNdk9GryqvrXj/obW/x53yFprzuiLyBiHJGb1Jyhnhxzack/KBc6G+jZFK9kr71J37ie9
ZnOOqqbe9DWOqZJEx2ykFHOZeW3HIdFXZJeMx2A+YVBBOcW6rMXR1RxXpzlWT5A7dwaGW4gTm6m6
hsCG9Ek5mdm8dtLLFKcksOwhlDZuvixiToNjog9sz47xeMWtvWxY0fpOg+MAD+xrsYmrUnp6ObHU
pABnZkA2nfCZY5v7WCY7lNH+Eetg/ZyZuLLVXu7ssrriMQ1tQYH2l/T9vTEQ6xGC1TdXMyatdZFY
mdsM2zGuMZCUEJGNrUnzjefs3F5FrXlq/Nc6VU/agPE7LzYtcWToclxGxOu6w7gYiu2cdC8AJ07q
ZJ21RWanzxtjGDcmjDdhvsxi78w54Q1XhKOsCIrB/ekN6tEgAtLSG08rgRmjZ0gIeTMwYs0tODqm
vgUlZ3OVkCLSpbVr06t5jogZriflxYjL9yzSjt1ElI9uzB6eYBzF0aZqiZzUxhpD8h6Ky7oLrLvB
SMWjHCC9CPtE5LEbJeVV1i3Lb6Fn911tfpRzLbjbXitbAZvbvsx1txkapViSBaODiRZUCgiFvpT4
Mo0NLoBg5dfFE3K8wWsiFXtZYHnTfHZwQXcEp6gxN1fhKUXoljzBYA4Af55ZBaPnyKqfhW9wlhso
GeJC4GxHub/StGL2Wssg2CQ4BciAu2AgzcJW1wtBzVSx1ys2Jyk5oQhHUZby64HrqnStXBD45iWG
Qh7+lRmvlRYxsuPyLB13uTS5OzE79zONCf2pIQj6WM/j3hrMi9Gu302ecORlAQeoBNrJCCrgsCuW
x2pC6SivtPrRyEh1keX9PAoGXdkKuIdz3fpnGdiPY5zsK8eBNJWuxvFF0lNcGQx/KrVcx2YHogX6
sx4dYie4ixffsRh7N5vjTWe0EShm9FxTPqzrWH10HP0VAg7r2LSr6+aya7VVpHD74BxLJsllTOyT
7nSfA+L4XNOMLhrZHYYyOVt6aBESErXeMGlkGFbckP4w7fXWKDzZmKdA9/e6zfMASt0MN4XQSSSk
V5qlesTPbDutV88BjQ4i0JkRruf4c+Gj1NUo6AIL9g6WiqwdnzOLgQxCU2O6TeNgUxF9UyWf4Ppw
lBwxtFj1znQDbsDVp0868TgRjldr7q8jROyxURD98pFUX/qeC30iImOBSjA8AcLCPkfIiNxZprYo
7XeCBT7ptVNaUNVmAcxn7MymSZSZdO1G3xCHsYHGu9ZwdcfKeAbItm4V30XKD/4Vpa9RPFgF1Iro
41w+hnFD+7+Osits7jyjBINRY4N1wSWeBSfDBDFSKS6HrLOl2xut4JRZB0n+0MoAzLKL0K0xlIcN
wgfFwihJc6nM20Go/qNZ8jwO4x1Vya42wbcJzU0tZR3O0zrwXztURF6W95sy+Ewv3JsnqlwKSRh4
7vJwHfVpM/BGRnp0uQ/V2rK4PKGSTup8z76IaVhgbGR9PVCGX0fxBJKVjNlqLpnuYo9btZV+Qe7I
Q1+9KUawnYqrXj1mJRkifu45Kc6+2NgAtJUjJonwZPfPY7EmrBvntcnlpW0zi63Hm2/2+yS7asrw
YLbFkTDm4KnPwy3Zml46VWviRBiRwCEHSbduDeMW6omXt8Heaputlg7dm2FKFpwWs2bargs4Y5xm
TKhBEax1oi9WSZdbq7yPsHakT3qlUQ7n5yjGQVqJ9oH8iQpQhHSZ4Xg1b2EVTqrhoQ8uIJvpt3lm
UTl54HcB/7duRhJHWPH+ith8ZsBlKji/Yzcfgb8M9ufGqr1JUe/IaFo5c0mWFVZFntxpySK4EPFy
dk+z3bxEmuOOQv/cdv1wncOz0yH2TL6xWRwPhv1myOlTVR/0ifI8IWwEYQN8GvKRd9HUmdf52Lnq
fIwU8cYEedUUCg5x3GI+pRAmjXWziKA67iCfIFVhzDBcK+RLKG6odwQdxsaaN10oNkMV30UjJ8rM
9uH4MqTjLiWBPA7rrV062yYlH7x+CwAKmpGOJv7VD4erVh82AVF6cWq4C/EmKPJjYKcbq3ZWcZhv
sKE3NhFLN7xXHGf4xAAUP1g8abrUvhbQqAXy+ULkFzFq7k7aSOeTzdy/6xH7CzHd1ci/+0A9SRbL
SyND3U74IsiPs4ZfPs6wnks9XhPgoXug964ni4CDTllV4MU8ZnKJIKEaCT0edqxTSr1Qj251iE6l
bZ7s0fw0Tn22C2J7N2LV2CcW/Wp9Vq7QXVPukNehxU+pfbOQm9NQxVxKhosCwkc10/pZz8tVZctz
HmDYAXAfA1hGdr8G8wXBMiX295Cn+OqC/EInvbkIO5TY1gTGuX4n6Z6QxQWfSL7HRPJ8ol76wQMx
Jt5AZLyelivc93CnFdjU2bqqjGbbo6pbRcLWVnE3fAol67nIa+xq6IHZJQfqc5LELAM69v5aWB0D
PGoePb8T3OkZ+4+p1hxv0NjchBE+L8GGkN3NScD83bZRtIvMrtk5ZtOvajO9zSYcj2uLoQ/PXkBV
xqh5c1anG215bqjO9NlO4EgVpV8fmDcAPyFnx02DQnlTHFlj/VFOSVK9Vo2/1YHbcvrHZeoSri0Z
Tl5VAZXSfWNlGApamRJG9iwr2FeyWtt1mmPK2WjWgK1+1I/mrO6NzvGSRl50Rg0KZdplOJymZZQG
zy7gKae4MCmes6Df2hXeS7QPYj3EhNHE2EydmeIeZlig9zfk0BE/KLwR7zi48JRoOkh5gIhPrW/0
K9vqSGUKbgySi9CnXZfNtgtLa42PE1P5nlDc9znaL+ev28yQqgF/QAnmZqpjdLLUO+MDdD/4XW0q
G1JYwdqvQG2373T54HNMwxCTvuOotb9xNBMVf4zDSXrCL1XchGAhKLugJpF+MRQLNQbgy1UH4BDX
GDJ+voNcyzzHiGafbBpVhVlWaeNFi8UcyqyuNjCJyL9wM+rWJ9/XxmAHUsxXcZZZWBXaqiqv+gyL
nVfMqXZCk8LDiCQ2WkGDppU4ZbXJPpPax9bAiDvsBaJb7NaaHVj7ptWBpPWNTqKED0qbia0ea9cU
TeyDp7ln65k4c/gUZwQLrshKXOIdSqc+/Y85K1Q0ywqZavZYz+tcBPyZffnTGfpqXn9p5v1T/cyL
6LUumuK9/bFb+V1786p8y2/b+u2tvXguf/zJ/x/7motK5R/0Nf/yv4rf6ND+5X//9px//u1c/+X/
5K9R+fZdn3P5FX/tc9ofCAbSaFZaCO9sTXPo/P+1z2nxiqZbYOyg3wguSNqpX/uc2gfLWRqPjgWG
2xTq8tLXPqeiflA1TTf5ZwRw2pZhCsSJ/0yr8/uBB0ulDkvRMqmrNJTBwvlh8EFe3jjlVUeunsGT
tS33aj43JE4aOv3IqL4gShqX8tDGREnYaecDVabZstLnUD8QSN6nXpbY2T0EqAqyjs3Yvw2m+dME
xMQjRLS4M1j1xS/GCl9khn8fBvGuDU2TmmoJ/lu1tB914olRTGltf+xNKiMUw5p2DqOApahNmvg6
0BOWfNnn14bug+sgfTy4AmpevUshyDNNdeMAH218ILcjvgKKSL3RVYpyomik/lPV/CniJWPVZyXL
u867WWcq5V6rRtYJkAc9Rxmlymvtm8MbYsjyBpgl+8FO719QzEUXSsDe3lR1ABSt3/kPYkrXYDvA
ralzjfvWJosMyTEhOe9mAviaaCTzpKcKSZMl2zL3myv0a3v723b295MzqdrC1rn4TAMMsyktufS6
v5mGwFOSqb18WTaPX9W5hK8buUkN45paaWJjxvL638tDOy1jD26fP14c/iMPivS7kQc//teFQBgf
VO5XXXJzOAwWFh/T14EHtztniFPDbcjPSF75uhAoxocFxM+9LsSyImiL8v5vK4EmP6g6F6PKDSCX
l/R/Zh34MtD4+x0lVXo+DouQzntU4YI5PwzssD61umHYG/ozrbqFc4kKF+5KBwmNYUSqAv/pzdup
iWKSd8a53Y8KMGBXVFQqAVa+zgWzkT3jJtXtVUdo1hPBbcPVZPbQxiID+64YwuGxjmF/u00bD5dG
a4XymHZtjRPe6elwaFmtvPaGghPGUWKHxkgGz9qtcO0BAyKcriSAs3NASoxdDZYTPKIrWQr6dS8d
k141NCbnUYUMZpNd0hl3hZmoNfy/0H8PEjWAeRLA2FtraTc4LvbM6GGa4qpYR0rEEeyojO9sM4dX
5EDhKIgDJ+p+NfrECnp9rTIwH81EEhetI+N3CYMBQRvlWvuAkT8YDyViG7YEgGZh6waF6cAZH4ch
AARZp1sbQEFBh3eSMPGxAINLXWclyu/3by65n9zt30/hOZGmMC0+uoMk0ORJsbz+zd0+lOBGqVZI
Hc3tK/A5w6Pvkw/xizXl+/kYv12CExbS0Qzd5AHmcNF+exQnzdlRMVsd+oTNgVIYVbarC0ARux74
V/QLPYP1RXP9zeXJgI5rk6uSA5qOCZXn++PlcAF8P+pe4LkBJKz0JH3KHTt7jmgfFrsZ+2d4gL4H
9BS6I2FB7L2cajVOkGPW4RiVCIZGxG9zGw4f41riyw05aVXztkC6teIpCCZmGWWqka1F/DF4w6CV
6pZAGV8e9UmDiW01zTSyqfO59oLRQQujVzqkP6BI40Gvx5zeQJZS9TPCKi+cBfN61pnN4f0hVWwl
e7Zz9C1suZ7nwKCJAJrD8TrcvQxAhkiTd/6gk1eY1oSIrmd71uuNKsGhGh3cqNUILL3cpbU+TAc7
svrSU8pM1zYmc+7P6JDsJxgsMmF2JWnt55PRgzlFgbuDnjOVOxqYityaJvBfDL3mARnKEHpDQlIt
JbIS9U67rsD4jgTkVeVY9t0C1YlzNw418wr4hELU0yww8pbJnL0koDcMQIktPe9mtJTeM/RytLeO
mplnzKiNc4isiFko7U4NDFOYJC9t0AfwqwgwAh4i7ET1bJBsgCWMghEiFCnxrIXBNNAXzdDMEZMN
IbgJFT/bpPBExc08a4bjSvjLA19H0V02ekbzy2qzvnHVnixt0GoBDeC0S5xjLVIp3Jk5BDpVxHmr
qbahLBSS93kwSn2OaQUu3ewhTLN9XCvdXY0Ln8FK4BhiM6eJDlhDEATk150yuSKWFqA7QNLAKshO
Wj6VTLDZN9XQHlpF8lVYxMDclmBfIpe0ZugmateqtG71XI5btH8RTZ2eIa5byWrIuHQmEJl6ntin
ok2z3GOnPSr7sCUGwQvmMiq3MZIhmDM5MUQuwQA0CAChsVOtikh7SJhavSF9Td5CeNl4FBSm5dyN
s1WxT6mzfS2UznQT2aBuYumbdy3y1BNIdjZAc62mbkMYlYhFnh9KUMmI2PU4OczViPMCX6L5qMt5
vB8UWR4ydWjX5dgOb6MtuseIb1F4CNJjtNyWES2Ga51iLJ0z2uYlPeVmTVhCfbYkvU13SOc8h/mN
ZWIFSomg4BYUw1WrzcarxXf8mBJ8ZR5l6YCLF7QWJGSWqVdIgqqxn5tVB0jNjwLORiroz3kq3uMl
Bzgfbie1ybpNCU+Rdl4yRTQbgxysrkonwyXGPEo2JMdLBkpz9Z6ywNA2LPIBs1IL9WwmGVcj61fU
dxrJKUyUBp3+oW41e3PUFKSMpg1AYeJ5+MZZTGyPOS4sGSdRsJxIWoYLQ8Hyr+F/6/QH5hIMqpPN
SuNSpJJLQ+5IW3u9AMHBGDq9UKZppLU/l/J9hPJHSFRQvoVzUaKrRv+We2qdpguEtAaHmg4pRCxL
15P7cO7qC7ucx/cuY9EDBJT5TyWIBliXeQgyPtBKlilgvuLWMZryZionfoybSMd33xG5ypi5tK8C
NRGBlwYDwty0tRWC2qYyeM0Do3yEY4HgrbVpwy/ZFClB9oAIBtfsCZRDs5pFO/iBvYait3BuyBgD
BpMDVucLA/vM250MlaBgX63ufR6PzDkSw3+zZtMCpyp0Ya0IoEIMbKQ9/QChF7J7zcc8Ibe4qhBY
kWkDUoCZUiZPoQCsqxLgFjHRGQmncdJMRU2EEd8otnpBzPh89MXcwrDrWhDAs2oq/aHqNJOeL/xr
xTOFY7L9zsgto9Hr2MckBZS3mo26vBZTOeTEWs4xuWG5YLJlm0PpWoWCZy6OAqQHjKQ/kSqUyZ0y
pflbZAU06K0gnO7rSvFBUgN7F24o62jX5k2Tr3QLmJJXBDHhvNu80QmcmPrO9qwmxxezguOmbdMk
KDN3qAqrPIQ6tYDnwyMIPAhFME26UKoPMNq1NwJ/5WczM/lW2ykIr3RTKE9jj7p7ZfhK9B4Hk04j
0korZgQJXFL65pUxrUDUMW8TEsaNm9EVe8/hihlAV6KOSO7MoKWBPWHkXMEx/2JybgjeiKJqCVjy
Z/rJI5KHlUaIPO1+3/Inmv4Oq38Ed+wuJJzhtYZk9tGZ2/ZqtkL7sahr9TX3fRAZTtiUVD06ExTu
U5lHHqSLgfRFWAKmR6A0IY6S753eeO3HjzHtPsO1CIEg9rTvB2JG1dgnFL0AE7uG/q+/hHhrBBKP
aaCEm2DJVYraXvksvzlk7pYaywhjkMlmVpgPgdpGty3Xe43YwkyuceCy7pMp4V+NLSFDHt50zCYw
BhXNC5MUjGbQmwulZw6xcw3+HDJ6LbODOXJ3raQTGgEurzw5Q1PseOhMDvGrkAHbMxMl6klgT+lr
RquyZhulq+9V3+VPSR/4n2XCBACkSCCfYJRw8rUcSosX+lnQroRdWJ9hfjZUkWM5sZ12WqKG02S0
7uY6tZ7bgDTzjMgFlBlNm4CzTiAVb0w1XjpGwUzOYaQoKjNa6VDLMOHtn7Lct57amlV7QxC1gxNl
ReTWmB6TYSgHiJBRAATM7NXinUxnG1G60YjLkbvsE+kc+qtpk+mFallhSmFbc0gia0a33MONZ/cn
CJ9pzTN9COszGpr4qWcTACgzQvSeafOUInSuumpv9xAF3bHq02Zj+5B3104i+9lt/MTOAR1Bc8Ia
Btp5Jcpoxtqhj7O9tdtUaY/O3JTl48Qwy3BJOFX6mzHMnR6mxQAYSdF9cTkozVjtagUaIF8NzQsc
9F0x+2S596bRaihCLKY0Lzlk/x72lAgmM3cdyksKMyJEc7PbJlUsGBd1wsZYw9tQg/kxiSgpD5VZ
ZnCBx4bUtHCVgxAZNl1O/N6wypJ6jl4iSJLGbgpSnaCGwvfNU1qSycWMIxMLqJISx8/OijUN5eQq
lBGC7BMTJjVDKNrHg5tRtSpQStNIKExVuzkBxu8oPo07tZnDz4LesLLJiMW2z0kdmtZn5Hl8Hunn
JJqvmWRlcq/KXsWZrIVjonbuPOQOOU70WqJN6Yu69Ipq5FOYkZzYyiRRP5GEa7Ppv2/oHpqpF1eQ
tR7mqZqL+6iD5L5Jm0T17wBmmbTyE32OrA2liKh3gdPEdIfMrJYoLEgnE0Qj2GZt3URMK52AAflI
7c0QyuYpquS8Ww+mVEKSIitk0dyDae9QszQhgLaVHiizvdbUwGguSLAM8xNEtn64aOwKXh8xnDKx
ad2MbHz3vlFXKuBcw0zcTDP14bose1/ciqaU1kVWB8jtJ33qHxzCMLj9Et8gNnzKKG/kMJO3TL6j
/gjVaXqHs9BksPrrXrLJq0S6yxmrPDUaVMW1OTr9sbKmCMEGAnDKE73maZjLRrlTqK1HlE/qbK2J
5YG9aJmtCE6xZTekaLG9IPjUSYZtptEmcks5iKdwFmR+1k1naLsqNNJ5LYvZLPeOSVwlrfyKSUcV
Ev8KFocvn+vLR8FQtnbDptWYiOmeM2LtrqoWkMq6hU2cMFqgJPdIVDHKQ6xnAXkTThm8Fxo7ejpd
CBBXRd7UN6pJJPVuakz07IavUtpPWtqeCY3knRWEFmXMGgvV9vkgSh+xTRgMyuDKBzXmmdJIbwag
aK8idvTPM/ve4ElRq+gpLevgmuETg6WgIKd8kTUg1pv7cfgs1F7EZ5+w1mqNadYGjZg7HaD3sOjW
maXx9M65tN9qLgkwdKSX72Q9L4hIiF9sJsg8ZOctzXrc96Hd3Y+G3j6YPAWR4c9VHjGPRqxIe7IZ
rmVRNDT3R0sV27DRU0m6QckXNqi5eQUeOJGe6gTBnVpb2Uf4b7W1wprcMrOLicHbVKEScguFwfwy
27EEITWGxHsUjU8foVfHyCB9K5avFW3Ma+SAo09K7Ax806qTjH2ZozPci+LMRi2pk3rxVyn2f/fU
f0fEuwjD/7hxdlvWz206/bZvUrrqzbfN9K//9qtsGN2wYS9dLzZSS1v9my6a9oF5jrBUnT2goRkc
72/tdG1pwqtfWmVSp5NAL+NrE836oNN54/foSJENgf/tn+mh/dT0Z0la0t83J4BD64QPdPZer9mB
5q8+sopM+Pe5RpYkOh+jJBB7QFfr/MKtsOjY/94VWRiXtrEc8IemfVbwTBJ0sPezqntV72xFhy6O
4N2HaCpfvjkTP+kn/dQJykF+NCeoAAxD8IzTPuluhhkRYo78xGQfGQTrfnzxJfLiSBxrqtA5qt2W
asDwrV98wp86WZaj/2BQSC1qlMhIlL0aD9uC0HDSEt0CrafWZJ5dnlWi1/nAeCzRUI/ZKc/+FVPG
cuQfOqE6ta6TV0qzV6SxlUTL1tHe7DX2HdOxU/vzUNlHO7G8WqlcUv9+Mdr4o4voR89CYlRBZcqq
2E+gDq66y/SqfUQfnj9gPwh/cZDly/vJdfNF9f5Nb1DRQkF0ROHvcwzyeIo9EvO2U30V4I3uCoeS
2PjV+WP09dND/dCGjKZBdSr0u/vBktt5Qr2BHI4KDkZ8dE5N+mHgOJEeH7v8DqW5l2X1+hcX7nLb
/exTLm/pm09pzcoYsgtu90YKm1M9s/kH24fKh2e2SYuibPhGjWOFjCgkmPcfH3VpfP7soOL7g0qH
Mgj0MUouoa7KwWHSMm6V3qB9YHlkNmx9NFEk6W7/8eF+arBZrtIf1pzeVCdZtVLuy6fyNnpDeTiM
6JJW/iNofiRsv7wu/+jb/GGtSfwaFmGik4mp8BjW7zKNOg6J6nL5zKxoAdHwzOq1WL9Xf7nAMRH9
6ffJcOL779McfIX9WF3s2w1i5OhBe8ovivAivI0quQnP+V4cBkIRE3DhXv/qWwc2tJf5Rd/sRtTM
q1cflEEI9vnQn5JLtsLNA1pw5bk/KSsELMze9IvqubgsbsjWBhaxruiNXhAT6Tabmv/7Oo737YUs
tce0St3xUVn3q1e5wpIYjyjuyFI6NAxMBeroj+0NOhx5gVjNLU4SvvC22cfraUdqxNEHsboZPcPV
/Q3i+UPBEHGD3n+fE5i68cnRuqgvMdFnh3ZXXzo39K7BLpIFcZfdKBuqwHNlI/wj4fclftRPwVb2
22oXHAv0aC5CvnVcfU4pzFcqLaYXA8xwfqkchsgD8rrNt3Z87HbNv7Yy6s4Pa7KGuDZIlUnsGWcj
2kLtYkQ7G0jryurjs11IT/NR3PQAqfjfkTr94t7Svp86/O15xzDz+4tB0RGPJaMq9t1y+1Lz2kht
alo7vvgU+hEEfkgw9adIowXPstK35TmLxHbyMT3/8g63f34n4PP5/l0k1sjiKXp/L42jqhcrNXPc
bpLYkOMDnEcGusCom/QxRfzrZ5WOSC44sOFylabxTAMjclNiG2hyQe4FzQT6K2HjiWihA0yDsgW9
6+yrqLrB61EHDiquQPSHAckpBOFoXeGf45nYeWxgrtj8JwyRaL+JVjtlA94UyLwr1EVIQ6Ehp8Gj
PUVcbNN9HGj7MZLhhr2d7vbd9DHKw6tmDN24TZG9BMZ51MwLtsaejNNqAzFwJSs0x7RJbTu7DPuc
TDKY61F4W4Q46jWEhZ2W7VQ7gTAQk4SkRiboX3Hl5IPbli+B/ES01C8Wup8/SHRnuSa+Wc3ZxDmA
+JCP+dEurp4cJ3iRioq8qDsDQl6F8xqjwM0kL+QMWpozzjr8i4fYz9d0hBLfH7oLA7pWSY4bxq/A
3mteLrFO6ZQAvu3RITwWXIptrf9qTf+jj/rDg8uo5RhZaubvK0ZRPClpMZZc5MtTc1UUN9gHVk10
E9JDm+NgZ9v2Lz7nH9QeuvPDw4tMOZGNQOv2CCDOedJBlpV0LHQvRJKPu+1oLEGl13lx8y+e1B+e
Xgy4UDkBlD7kezr+h7Sp75U23C0nNUZPmigXfZ2eTfwMhSWOhBo6+3985J9XQPqPcpdJyRHdl1Z8
YGJ8JOWcOQLkAtTooTUdS/6+lEH/+FB/9K0ug/1vr9xCHVLZ0ujZF5N6Dn31IM07A3Ec/rp7UMRU
RuRh0XITYfqr0mc5Yf+5CkFt8P0hx7mpc11Hpd8vdmw2+NCxpINAOUzWraYdI1ZDf7KvfEpbk7eC
jeRXi7SQf3TwH1ZphNCWnmKo3YOpStD2+2m5kTwc4qLNVtro+Cu9UImGYYlKkvaEe/GYpc4Vlj6t
qi9h2B7ndNin1f+l7syW3EauaPtFcACJ+ZUgQYJDzWJV6QWh0oB5HhNffxdlO65EDRXtp3sjHG63
Q90kQCDz5Dl7rx2+1np1JLyui7Ot7sK0JlJA6XfC8p3Oz/R90/lVdZALS9E2a32FX0/zlT5kDgDD
HxEgRxJBZeBAxJqx/7FoxfyyYYiZD50CgcBs3F5MksH0oC+HqX4z8ruaIjHejuO2dYPSgRuym+0d
Wnqo/Oq8IWTCpm+8tSjoSG2X4UFmL5gip+IQGi+m8TCIJ5ccHeNbb5yL8lEbt5kOGP7b2O/sLhi7
QDV9FTF2tlOLrTZfvnQX++281UZiTsFVB5EZmPFOqf2UxHNmIfUlGVOpxXF0JAcRsj0YAyoIUPXb
rB2eUtEe9SrlspYbLcoObt0Aayf6GjF3JAj/SEYfsUQwYjocm5tZZgGWmker7beDDFR1uTGcZ936
MFblNkHwmSNpprW27mvjQLiQH7vJlsStL/A96M9IkpawMnS6800ptQfZOR+M/gY3TEAowhN5T6dS
Lz73bnywk/mB6GnsH3EAl31D8BejR4PGcuaRVbHRZPeZgaLvUuUUXbuu0/LTotLHd5L4npblVi6S
Ncf4UOTplg4Q2WHcDKUr8xV5mEfgzU9pYweoes38a4yQ2WDI1TUfu/BbEu0wtjC0IqaZzAnggPFA
BLTZbtXKXMj1mRgtWTu0Gdt+Rhe+lGv0HHvmfUGk1MgllzvS7zwHie5YT8MqklvT2jdJzlzSudfi
dlf286YZdLD6yYakSiJSQQmJ3dhVj/lc3qak+6UQXmxNDUIiklb2Npyby6255Uz51GfPeiYjRnSc
CWxUqYTXP2TF9LkuKw/ukY+UPbCNIcjr7mShM5bkWa+MC6Eocb7S7H4c6lNjTF6l8tJUWTt5doGC
W+6EmuynyHjIZuM0SOtxiuw3JrdQ6Pp1popdnOe+NM1jv8oseUc4NXWjeT+q01HgOykXi5w/1N/0
K6Cb7JSwCkwDRbyNYSO+K6S6IZTm4PQNQbXZJhavSh3y/s73cWRE2EVXdCkxG2bJJ8Pt/AiB/MJQ
SVdfWFlXmW0TPHGnWcl7++SfFpqrQkyTJMZUYhiCRgaIFXdOg4BcQRNNvpB5OW5+K9LQ60NKKmvZ
Y/L4+4L+HdT5u9X1qhQhQgf5RqePgUOwKhaAU9TzghejX6XqjT6YPM85cXz9aqhvOoaQVfEYTuE6
ouBTrcdG8mjhP7GjZl1jvlFrUDmwkm1SG8cC12K4Qye8ijRceDhPcwBfGRkiRvnUla+qSrXzhdwF
bB+mP2kGe2TGe6kgFAa2T4k2D91mEORQu/fReFeXD5k9rFxydO2ngjSHv98C8YdjmXNVEi3xuOCz
i7JAZ6YhykOYo3R/KtVXdpiVyanTgQ+IJWs1RrM3y7uOuaRLzapCvlfl/TCjL/VIpF+VVs3mh6lZ
6EcqtxtCmjf3JKK/s/l+L8p/91td11KaES+MDtqgkHoQswnbCqaciECF9qU3HpBBtngGkXx5mbhv
hXZ0yiLIyv4o4N8VzE3apOR3vEvEaYwPEw+ZOORqs29qbnOMroCk4MFYtVhdeh63t6GpiXUPt50a
rbLGpuVMEAKDjygrsXOUfswr3iF7WEx1VTURXLBNhzHUMnEJsGI01VMRbRLQ4oUOrEv/nBffLkcA
0yIMuo833YzBEZuyJjNMbIwmW9CYrFN1/0mZPmoAp8gVrjFQCUXe9zoiHtwsor3PepIvAgE9Gzew
heFS63gKldnTyuRYPSMq8ivh+LgdsGA1XoMuTqadX/Kvb3F5z2G+iYoL7v+17LHH2E8Gu7cxv9ks
ugiL3nmszEuJ8Ltf6/Km/1DkK/Cv9KzTODcfnVTbVuWibnNh3cm+2kZZx2QmMPvHIT1HDDKb+bWJ
783iMhjkKG0NGxT+Xt53T8YQ+U5+SKN1lyUeAYSXQ9Z+suWjSdj33MRe1LYnGAeXTA/G1AOyjpAo
8vbWzYhbRsTC0rcqLBEUZrgS+FJihwwzSfuAbueEKKLMok0z4nRsMi+1cJnmxZ5Z6y4TDeNS9lWz
3CwoChEQbMjcWeNHx4WyvLMC2Zen93f36bpuDlutdrqwDcz8NewE+WTWic37oEIwNqJ+lzvzDeFo
92IwvtRK8jSo29hWT4IfLovyG71tgtFq7rWW7JXeT6XCBL9CmJB96GLjWRRdgFobk5dYK7j5LJd5
cXk5RI8RZ5JXq8PSG8FOVqqdLghWyT8N5Fm67KUEHKxJ/tk6qbqJeRplqdwqeXNbT1YQ1dM6blqv
GYadJj+SCLUuFnwO+NSsfj7V9hAgTNklfbgtCmWj8tdGxRGCa0Qlfi49N1O6sS4n5uoxJCN8RI7D
31l2slnUbJuZDqYsVFrhe4vHhTXy29t81fOqIsHQQE/jfdJYa4AR1OndPaolmpbjQfa3s8L/nePJ
jsx107kfyHDGUjyvcq2/a6S7fb+tqP+h9WFfHSIWOYYGLQAlcAigYfHSD6q87WSl0c6URKJd8mPz
/Jjb0xPld6Avj32AXfxgVgSnSAWPf3+PVlZFCScQdUn5LPMPZGusYqLbi6l4K4YloK2/J2/TC3Nq
UKd/WKoq3esIi4S7m8yA1Oq/bx9/mCno9tX5xAbBYfdTbgVNaNAbi190Olpo03qNeKz1mFoHLIdn
oeoHLLaWrqyXfmjeeXn++OFX55NsabTEaUfGNDSEpSbWTekcqtr9VBjDIcYdXMoRrWe0ufyMbpof
Wn5WBbP9Oxd/eXp+8/LaV2ULIRaWIsjZCxgh3rY1LIbGXCORuAtTevwV3cpL72oy75YqPf/9M//Q
wbgQc35cV9tMcVVtlmagcawtGRY5zt3lXH/pnABEWE8xVjrzf/11r4oDNYHoYamuHkAE/GCxNptg
JWrzi4jdg+k8FQnSBNNeA4y8U0x5IHbvYHIO+vul/uFk/33J/GELGZtSc3UyyzB+05IrrO0y3EgL
sTqXyWB/K5p3e++X6/ndD3m1W4lxkfHSc05s5K2GFTJ1MMBwjZc7qwzKtv3WNY43axcnWqevy8Ri
H6A0xTL792v9Q/df/96i/OFiLzKLHumaQ3gfZ0psx6nU8U/SK+d+Ntzjvte26F+9idIj42v9j597
tTDmOeGEkyGdoHNrCvuXy7vbhOdO2BQ4y0Hj1lsl83Y867CF3qv3//DTXqa+Pz7FbqIZhsmAMpiH
AastGsTyjEU/gahCaKlpr0gfJa99ZPyQDtG+dIz7OXqZwv7joKd3Ef1ovUUBF7433PrDW3UdGpPj
90ddx9m6zsWncIw2nWEeEiIRiA2n6FcPrSIPWmi+d/1/WDisq4Wr0QumyGPtBhPxmw6jx8Jq9w2i
I9YrB5GISMx1VT2j4fsfn6/r2JjOjCLk4jzh2JO2iaGuhQkydHoBrrCORXc3SZrF9Utjb1Ul+t/W
qmvkFmHA5jwprkLFDm98MQ8p07KBN/iyLDqlfVAZVmrsuu88y3+6q1er1WAKyMWZoQQRrb/LglHx
ns6Lzu4tDyQ/rUJD5/3V1qYZ/vsz/5HU4+m3pLefvJN/dFj+P+ib1Ay2sz8rPI5fOwBk1Y/Kju//
xH/cUe6/cDpamJCoqzA+ClbUf7ujhH0xPOL50E3VdPgLa8J/3VHC+ZdpaxfvpOpoRB9eVsf/uqN0
FVeVg7nRNFX7H/PgcND8tNTjjcTTg2bdNHXdgjBnXy18nc20VZ1R/mB7gTKWQsYYSurCiBUv0wf1
pi5a2l7txiCI+Jh/z0mrhr2qN8B9xiC0xl3TddEKHSJ9lmz0v0eLVSIavMZmFJMnWEFc9z7padG4
zyGzybD2InKGmyjdS0gz+WA9j32L5JLG26gmT9JO+lvAz0Td0h917S9Oo38eC8bP7ZT7YdHftUke
jH36kSTyBbgpiT25Mcznsi9djP1mi/q5PYcTY3CbHK+EyF/4DdOtXsaHBjcYFpnqWOY0PZXuzsrs
ybNiBJYXzH5JcF11wV3UmKvWZDRQTw7dV1PH+TnOZBZzXOqSyW+U8VszW5NPeJ9XILxKs/zWgjVH
YzPP91DI1qadfsTVQxAgfhc7Lr8pC/CBqhpe2ra4gz57kW92YOXczyYpgGYUJPF5VprxY6qadDd6
BynnpfNQT/iyc8nXHHtIEF4U1cpTmeZcE0SynvVy0uwHls/EqxE1evVSYl1olhcr79d9Phtb1S7X
ua4Xa32OCUokNEMfutsyme6NUdzql8xb0XudVp048hECV5WvS0uT1q3nvcvp3CPp4GRWYYne+ZLS
oFQYBNAD+MoU0su0i/s4rVH55tvRaedVtDDWzU96W9woLvPklqQJW6kf2yF9iGSLroU0cp/oWdy4
iv1ZmcM7BXjUbDvdWjb8YQdkyErvZbNVcqNYjy48NtSDnXLgXWFE55BnalW7rgDIRPdY0+vhjhPE
I1YV5TFrgfyUYaSutAnrkxiWM3yRg5FVj027QMlomjeQdKpnzrr2TQFgt6KzOO1GjM5ep8vwnDha
tC71OPKrJNEDJNr7IU3ps85x6BU5JlPZdkScmnOD8c7YWlZ317bht0bTT9ZQP5dZ2a6xoXKwM7Nb
di9xxPnuC9T6vis76SuhOXtp457wyexkAs/C7O19XLScSCXVna32UPhG1a/AAN6Xy/hgJP3iE9yp
rLQKgE3VxC8ZxCZdOJGE3mrMtGvNYza0L23uflBJTrbzWPpxo9LRScR8Y9AFyheCvIkZfp0GLVuH
bXPJK6/PWKV4GwUYmZr2kGKEJFpD+tLT4aRVdsSw1CKRVVd3bnrKDQh+YWJMQZ+CTigQ364KY9IE
vZPqoKQNVKrOklsjroo1jBL4QzOMvdjJP08aPqISfSgBhYq5hh1w0NrkAyL5cd1Pxa4gCLudYiK+
I4t/LJ0/u2V2HHsmwHFoqj4GYgw0xd6eG9KTZ1LEE/FWjmIruiTjDJ6XTHLhFMaOuXOTuV1nA/TF
KKdRf5uInMBtXpC4vy9DxSdlPdWamUch/RxNx3HQ0bUk7V1sQPQhNQ90ntGWx4F2u0FOoh09kiVK
AEmmNUfyHTuP7O9i0y4wwoQaxYEW50EbjuPH3KonX2qh9jK57SMQt6OMZAgEg9OeUUbmTd3TOCRf
o/xcDVGyGsrBoqjX08BQ5oXuQraa4RpsnMIt16Vd3erLfMqYEzaaM++MDvDZqJUbHoT6bnKVg6yZ
8uXul8Uen9J0OueF6bV4CNZwZvB1jO4mKdRwo0bhbWTVnrEQnjZKkOZYOS2yaDwLXGYlybjD063s
kOSrK2lO07YDsXUSFN+24lx8R7BKKvBSyngXO8NNWmWsBWqU74YJjUYUTYfBdPaAGsS6dktrt7jq
cSiUl8bqxUo0o/oVsY2zchjEe7Vw0jdsb8VeLcFOajAg4HjNRxWU3Ha42Ag6u5zWKYA0XwdwLkdE
8nb+mrUPldR3JRbTVUSCMot+vqGDgzUI+8sTOfBL1bJ+A4XqzxLzFXZ1sS+nhTZauY/lhEzK1h3i
Rk3cS5NpoIEnN5f9obC9SVvqz2rG8ikzKztlVnyr1HPkjbTfMLvF8abOeyZmwAun4pPISnVtVgNs
p0zeYA6yPhEG/AVuebdttVgHbWruWhfMaKX4U6+uq7AiDK+bVn1sMdCAp6MlN0qSnBczYZQ00mxT
iLWiaVqYCN3JPeD3CeFMyv6rtB0iZKP8YIVOGAgLKNAcoW4uAeVlY7kpVfaYZjglvfOhtdgNoCFa
2fRF1RraV4AHTUg2qBpP2FS+tl3+QbPDZVMRueLHLQ8TIOrCt+IZaFdcDutkDDNfkgfklmicuw7h
PC6lYRczOPP1dhi9fpgejFF9nRMAgVi0PLdqP2Wq0pPEzgKAXc7yIa1mJ9dlBxqX6TWxwxrMQscc
pukSa8V5mgfdCVtfttg6UmWQm7Kz1J0oleVlXpZnx2JkoF9wkFgX2K8UMcMBNuvdbFajF5dzugex
lb4laTT6Bim8/EE7hrMzh9GK5GXixy1stWqsF8Eip2yHRBpznyHk2ZSyesUVW9yrmbnByES0vXlr
RpdB0iUMd/ZYekn6Np6LMuueUgyY3mI/l7XZB1XYGH7cw3uJMLCxm7PIKpndb8y8By07hR/dzkaM
X9eYSNWpWBtN7HdutZ/VS5YYpsbO0o+h5uCYVUzQj5J06NTdjqVtBoWmqI9N1D/jc2Yvsx9Ce9j2
06g/G1EF361VTnqEjioSTbmftB6XVwPove7YLfOs7gMExr5UcG6iHQ2r6LYv033sqsEAtKkqLsQk
jc572eyS0Fy3dke7ZGEWUx0LOsp0dldGbp4xEhxDFBqlyL2icZm0d64vQ63zUazrNIxrQuK1p8I1
6JQXE7RL7F11OF+wTsjX+8v7aEVAFxGxwaxUmX+kqc2eWR3VAU5MhJQLnG7thrdOPDxGQv9I12/l
ypm9tQ2mBECpYXzocka9gCbhJSprl6molUpIOiO2GBfoREyW9EXPEeLhy4H/Wa1XGOKr6HKiqo+l
ikzLlSvJ3NzMoh3RcFGZfM5FfVg6a00IEbOlmXop4kWw0d1ihyzCYRcm9b6CUgyCx6Ps8gfL2it9
72w1t+UnL5XMT3C2rkNjechKcJrVWK0YdDbbaF4+VBcsXWpNpqfHtISbYTo7mGjWhmRDg7RzO5Rc
t6m+RbZ10FT2M6yo37CHnZKmSn1zQtZAxBxe7UBPxC0PNSVfUnkL1j6rcf2psjZ5YTCVDU/J0L61
3YOiTo+1AeG/C9e1/kgg5utYR89lRa5M7/ij2waLkh+LSAnsRr1pzGI9K2m7rtIcktE0u6jOEh+n
r74qWvmtypwXE+vAZW3IrOa1stuvhhoeTIbGQ1gduyTfTmLYKomxjZGsgaqlTT19Gadig4VqPxrj
69LsXDXaMguimm9RXblHPbtxl+njKMWxi46q8RBZy301u4chN+mPktKMiamN2+OFgtqEY7aKYTit
qrk9tAa1jYyGE5CRTxa1bgbl1GuJMV6TN/AmGrGzOrBN2alf6tBT0RqvXSfjukr+NVK1vpUZDzbV
tEGeN/2jxT01TXVbAaUbFdNn/ThZFn8gc+5MkFlL+6B3yowGDtwherQ8kUQMNOKkYjPtW8Bbk8Jm
0qio31lwAle+zhRq2BVpU+Qng0LV7LQDYIxzYsQf6tLA9xIxNMFq7+U4xnOkQJWmviYRhqWxgltI
ENtODvqtLck+i9Gqpatl7iSiLGXVzm4wlO65tyhemn7YyxZKrtDb7aAr96OufWjqF3u2jrPlfuZJ
StZFnz0IPC2r0YpDLIJ5tIFP8VbGi7tx6swXuWGcSlnr27IudpAhb9JUvZssqEodFlnIaUy9hylj
JvbVuiBe20GeEwWSZUPGEJYfXgMey9F9namVUrYytVSOeWl7GKqhcGxrBYuZ6SadBxD4oUzGNT7m
22bWvEgMh4w9MFZmB2gqW8AAAzVcwpVmWa/jeOvm9Y2MGGQpzqM7hOus1V+Y5+Bcipg0923rkSP+
YVjeMutTaipfFx2CnXnHTMVC+3BZ9u6lNHfdMpwq1Az3bZV+mWFyV6p5xmpleqYhAQL23sS3i0Pl
xoSaljn9XhjjhlHNN1er6LCNm6p+Ean99RIDVaSw6RJ1vok0cxVP4W3dMLzuRihBxZ7TGoqcPonX
F2N7Nod+og2BBiowWXC4NfgS464KlArRz0RIpqdM3SmvlW0ilk3UxOAy24+Zozy3teVlMoW1o/bZ
xoHW7ClsDXkxBcoU3ZgtJemisNjoHNMBF08a/AK85EDMNyB9Ii+b8ICZcf1NSftVLUJQDqX6kCmQ
T22N1TyxYTcyotADepktf4slNYfMUMevNSaEtBuHY6SJm7ppzhBHC/iO5bSvCyu8OE7JgYEPPGTj
sobc9YaU5rFS9Gpb9sT7CmpJ3amaLZXphxFTHsDoJlAK4JSD0r6MYfMKdC2n/AHj1cVz4dlT+rng
0OrBM1X3EMFsn0knBE/HemMQ+qB2aDZx09+1Kag+EWb1SlbdrVCHE7zWG+ITkXCmGmDFtuGNwuvP
iEEHqNnB3M2a6FWxWAYIRCp2thNP2xSC0LoCArFVHZn7yVjhBq5hM8TuPHkkkJUo9VS0WDIJnzUt
eoobu+SsMs2Xf9twm7ESR2xgyk60aJsEHMtWYZCqQl9bOQM2Vp1JSx5SwSs4yvK0RwogHkqnZhrl
bsKkI5XdnDZu1Xyl532Xt4sf5gyyJNILOiBRVvstHe2TnQgOE03KIMPB5j2Psvdjq3Jxbyf2YzIa
8YZbivxlDiTKRl4/qpW5mu/6EAZTZI3hMamKrljptSIOxlCWfl3UKNVcLOGJXWuByHBzgrrPP4bO
XASWAvbVnj9HCu+2mvrS4Nmg/10pznFSOCh1Ym+ZxTeHvVaXBaJkWKeVrOChN+lkk/41fiyS6Rym
ZaAYwAPRn++Xjq0NPsUqV/WjGHnM5xI/jTUxqWetWrf4uLOaGb9iHC1sigGk/KdBq1V3I3PkJfqk
xAFbS6EgkI+0kM0PtagjK8e3odB/0nIsmXM25luXs/U26unBzPEwefFYx2GQpLldbNRlzL3WgUiq
8vaxeoSMz8OT7HSyfprFwmSttNR14jyE8dvgZiDytcNol8jHuIwu/hTxqJW28pQ4nQ3sONswo/Vy
1O1x2eJKWLSNGfcoc7Gkzj3bclpUJHGEWeuZIYkuyIfFEO0sbTpE7RCtWlf6NT5BlJi4iiqzPOCs
vkkp1QpR7onm+Gq4JIIa495N9N1YxAejecut8AOu3btxGj1DmP7giL3dDqsRaiZOTMCOY/cR1LzX
5cVbm003TR4fcvka2WBOSnmvG9EtCrkXpayPNQhSkCQrC6t34YJHdlSch2AOE+S3LclxpULOZ5Xe
6UVGJ2lgwPCMY/4hrR1I5MuyMemM01UwApuSmIKx6thiFYMWgaVHfh71mp+nMjkqMeVp2NwM6HuL
JZencB5vc+He81qiR0XOEAEdXpSvBnXfog+YWbHi5l11SMoEqZdwb0ZkJudmaNUNJug11h7UWEx7
dKV9zcdypYaYwEWlHRWCYWEFJJfEUPeQdumHsYtoZ+HQ2Xdxch/qdQywrEG7UjY3/SgSKB3L45Lb
rjcNSE9m5bkvtdtoDm1PVJiAh8UovbJtXnDlI2kT2oPidqAF2vwMHAnOfUMLIq8p3wfXJ+dmlUWa
ToUSf+tAjwWhOrmn0q0lrRygxH6aObs2gXQsaCiuHA67AzFxztmIlg/CZeUcYcIcwoXhbRSfaAy5
nlLEFhuDrkacEtNkK4ii3xF7Afqe8UUQLzEHRMN+jMr5MU3yl7GhpP7ew/5Hffw/Nul/auX//4ZB
vEzm/9zNp9xLfmzlX/70vzv5Co34fxGeYvw7nuU/iDPb+JeFuYBGPI0D+Hi09//bxNfEBYQITspQ
hW0DkqLz/t8mvtD+ZdNuB2mlmt8Rif/Mnsmn/DCuNcmNUXVTNwic0QRAtetkycbJAb6LzjhLvZH7
iBrjZYwN5Q3ntHkb6+VyCy1erlE9DvQcRj3IZjgLE3YLdEhTnPyz4dr374NhlaQIw9Utle/181hT
SSMMBpNinw2R6gEo70sWS1ohtrddmBsOBbVSlf4CTWSTJzltMNTAXtiDcf7hx7v798T6R0Dgz3Ps
71/EcYRp8+OA8rK1q0kYzjQ9xLStncOypQ8Y4UrJ5PKebUhcruf/jssvH4P5FoqXwcTmgra8mqFI
qNlhj3/mrIQ5qTaEVKwduIreEtso0UOOj7PVH2BUElLeLXCG6pbZQmjagZVmrL9Q1PxCa4btDPyX
OfMSBc4UhrtydMW258y1DosR2QgkXD+raUBoatx9IEuiIMW9SN2NwXq1iXQRvTNCJF3o1ytzcB+r
wgKi+X0Q9eOA2pREsoyGYZ8BIBzqAfBM0t5UWnIkMXXV2uVOM8qVxcyUSJmL+d+DWwDWC3YYMIs4
IqtDDX2hU8OV9r4oKp9OwG6uxsfeBKashFtFSHhYp3/6s2sMzhyghJZp6fzPn58/EUYVnaPeOUPa
ISTjchqUddO9c3N+fbj4FEhxhsUD5ohrz2kxh5XlJKVzluYAoyYVQAk6RPV/v5Yra9j3h0ugC2I8
p0HgBIz688VEelPFAujy85jL5H4AXxNt23oeR2STeXffdkaj+rqTJmfZ1kOF7nRqT2AGWtuzMqNs
NhxaaYE2OYUsgUlWQaq0K+H4//17/uZuILOCzYdgQdioYX7+mlne5p1uF+E5rYEBuzRNVgJewztL
y+9eNZ5DgxuuUrOb12/0VLe02+Hlnx0c8buxAoDXCFKXASUQAqCZ2mUE1tFwqrstiVDAtvpGPLpN
Vr6aghO8UprE/7RxQjhB+SWJO3Rgc7ncpT2sCisee08ONOhczir+sHDcSWtL8yW8xjXh3+p9IZd5
D1esOv799n3/4ldriDCAaApCjzVet6v7V2LrY1LF/VPDfNq3kiuxWvmm2Ua2xVNTkqmYj/4w1/oq
bYgAYjbQ4J3KDULuNGs/qExjzIRDwN+/18/KFJ4+m7cf7KJwTI01VL1SG5tzRDWc9tFzJJihzQnU
2Rw8zwH7C0aVVqcLItz21BXdsP77J/88mP7PJ4MRtoWh6ZZpXH1yry+DlcRp9Fw4mOBJM3u0lfRr
y/SG0RMTmL9/2i9LONdpQX202EHZy681GuZUgXscecvcnPrdrexlDS6NsHdOU+saSMlKJI2++/uH
/iyz+X6JlubYum0bl9rhu0X4B7FTVFFsEN/tnEPNMm9iGGZeqVN9CqOsXuzYtTfSKJ/1YVm2JgeA
d97YX9Z2W7NYTwT/AaPLLvnzG5sCeur6pGb9AhXl6Vb+MVZhT0EknN65ucZv7q6F9sGywTG7yCOu
PqoxIFxAIHTPythC84ubztpGpTa9jc0Q7xp9OtoTEH8YMm/kS8n7cNBwKM108iJ8CGrRMEO3qjs9
ER9Jj192SmO8UlfRNVDEgDEqo8eUExeVG9m3zHCTGyL4mA+WiBlSyxTrKgnbAxTj50XF8lG7tEik
FMZGGxT7kDAM20inpTWsMSoTIHEMe7hrcnqnVaFgPKiS4pOsqMyBDDICaGkMzx0kdLdNO08jn3lt
a1J95837zT2zTTavCzDbEfZ3secPD0dnM54eYRGeSyJhmB0zwCwuWTuyKZb9YnEkGwsYYP/4ibRd
1QEporPnsL1dPRNmpNZ6bblnXa/oKY6WvtYu3qyCtRS3nzS9aGnqteaYWO2aaXjnhfjNIwmp2qGE
ggGuIUz5+eN7vP96n2c8J7GuMlwQ/V2tR/daUVXvVIZX3sXv754DFwWSrKPy39dZwxzJUsuVsXu2
kqW8cwZmaDoz7nVnYQAQMXyszMaGNDmMQLNLv4hUTbn/+93WLoXIT4u+zaKKvIJS2bZUoKA/X+9c
dNOkmJVyzqvCWLf9ZRJTaw3ePxKrQhvqCvm+tFBkIncRoDcSNyrgp2oTv6Ns/c1iy49umlQz4Ge0
a59sko0Gc7XaPs+dlm8NStOVS5rhTSrNh35Rtc3fL/w3z7bDg62z3aFkQq7x83WncjLGstSdc5vM
WIH1MvSJ4lGPii6tLS0E7Ieu9eXvn/lLgcJlGZzC2MxUFqLrOmrKp3Yx6H2eOzW2aPaWn9oZrtLf
P+RKgn15rADyuGwiJr8pj9X1rmWPbpH1U/JcKTS4qgWJRZ/pMpgmy2Kc13Y7TXfnfYQr6JG/w4mo
CQVEqdtjFBqMzahM9XuP+q9PGVuoecn7vJxTOST+fLfJzSt7AQzqrNIP3FiaHI/pOC1ryGL5rjcl
Vgpdl3Qpm2TdJM60p7s8bZs+lu/87L953oUJRI3f3qWeMK5L5qrSiDchJPPZRl3Dkh33BIjV4y3H
1vCjbYpxk8x2ua1Aje/MmHCUchyZPpdxv/377/RrWSMsnV+LvAG+C4f0n29JOuuqmMMmeTaRrABI
7BloNlrEUbjL47liblgQLdcWUfzcO0Olv7Mhil93foMDqXEp+Axug7h6TNDKQPFzx/E5hDfsVbXQ
N0R3R0C/ISdSnU67CVrhMw5NWvzZQhhl6DaPjlY6zylIwOMw0/YzLbe+zQwRPQ5SxcLRwzHscLER
LtgVd0mHmgpLsLIarNBejXJud00umPcWprZN3YEGd6YiLM7bcT1r5LH9/Rb/uqQYNCRhq9H8uLwS
V5eoQY1lrKsWz00Vzuu6zcl+veSsVo07brsZI+/fP+/X95uDNYWqrkG+0o3vz94P+6UJ2b2r7Zif
tCD2syXsYasz839nh/r1OGZTlAlQ3YRcXNSZVy+TRd4hCHm9epaWdGDZmntREJk4Vcu80RGrE9SK
UVBFx3BbmFO0bZLuy5QI9TMCwSRw+iL3IfAlZ2Hq4Tvf7dfdkxO6DQ/R5bnSf6myqgLUJK3k7JkY
GsT5QDHXVVvp92qtvEdJ//X9gVZGnUydwKfZ1/tFqw//h7oz2Y0b2db1q1zsOTfYBwnccweZSaUk
y+psp+yaEHbZZk8G++bpz0dX3V1KSkoe5+xMCijBSJLRrFix1t/IgWpp/jSNeX6P5Z/81iI5vXEy
2aNg50QPmt60F9D+xFqEfRnNTMHONQ02znxsLnLJ3rEcxEpQI4lwH/gQzAJWhhhmdpU9oj/SF99i
HzkQMsfiO+bt8JEd6vwB0JPfXuDzZQ3/AkEsAao7L8hnC67srdDs0Fx+UjQFBjj6mBvbLmC9wiCo
VQS5T6/vl7UYAiCC02Rm5lxrVBeHpqXDGwc0lT9FYMKeGpCh+zpTm3eNgXag5YjuodToyOAkDFNN
j6mtDHS41Bj0IRi86VL1Aca6OMp5eZgp1+hck9nEPUalaRTgyKfPXnZYg1oZ1MA4Q63WHdvhnWHL
6kGWWIqf/p6XOQBRnKGzVCpzjrO8yWM4ofpaVodP9dCnH+tYIApvgsLvygo4jA6BfkKzcC3jmgfp
OOOiamCBdGYc+e9SJiMrHNj4fho/cVjCT0o1zH39Tt3H1h/0His1r7xMicd38ZR1t3GO6uPpr34Z
pUB2UyR0OADn2u9i9daNTn8gztInzscGYIikERli93v6KS8jAU/BX4PFSRNHLO/OY6aKyaZN/WTi
BUFdbtatiNGB0E17TYzs1UeRucJ+0pnN2dLn+S6ocNQd+jZFHKjAYLIWfrkzUMyKLVusZQ/Gi7mz
uZuDVceGGasRNA2PHuVGig27Ksme+iAQFxq1gQulLetL0Rv9xkkUe9/W7WdFSAf42tjct8mACUzb
h16Fjrvn5m6/coV+OZuztjdRwNEMkqslXyaie1RhMckb+bW7z6jh0fZU1i7qL3cKzSGBFwpWKnz+
zCF4PsS077VRolH11GEbdtNhDLuVzpDTRgqzS9ds6XQPYI1/cwk5BhgV4drUzgGyiMVDKxZVOkES
flKE8aO1aHt3dYI7eVA3j6ef9PIqxqNgQZA0g80HDzUfNs8Cqari9K4mxfTUZingctvtPKqplL8D
YG7BL8s7VJG3oTG0N3k7BVRmzOzq9Eu8mEnQp0RyNiWQfP3FO+hzXupg7vrUC2wccwGyPslhup9+
youZpFOjz9/p4vOk0x45/lLKQGWuKoZ86nS0F5Vaw3sXhawdWqHTRRA7/mVTynhl3xwnYmSYNJoY
V1WIuX6sLoc3QbOkah23/hRYmDy18UPdg/bLQu0Q5dnP0x+oH4/jXw9zILbgosKE8t7HXziaY5Np
Mmg/ZRMZGbArC71kZGb3tmtAIyjcEWxdA7fOIT64lWbeBVmde4lQrCsOme7dZNfBDq101ITy2RI4
7Op9kjWg+5wo8cAidY+aSN0td6cY8tTo7EsLLD4clGHlrFhas5BIoIzFVKlURHDEcxfxJmLLKaif
tYdRKtl1piAuErBG3vtpiU5BGSFZMdKWN5Qy8wqwgVDHwQt1ES0R00rFoRF65KmmKb0c+23PsTlD
EyClB1XgU9iWfXXLknau08FyvKbukw8KCaznlKgsTCYIHlCTyjt6GD8HPIP2Ze4bT6CSkFZXzfjP
WcM93jRDWVDoEsm1aYJwcAKQCSizaV6UqvJiKHs0+jXqiqen+cUsMzLwj+alNWfBv1zMnu3YtOm1
sXREe+jrOPRiuzEgqfCo009Z5NospjnLY9Fyn1Zp5BiLjEdHvdltkHs+jJ2Ds22O2KYYcnPXdkX3
eRqTDnRBZF2UYHFAbiJSh6tNRNqDh6DO/eOmzqrsomrtZjcaQq683csxMCkTz/q69F259C+iluMr
1ZjZPS8HTWFjAh7BGaV1Vzbvgqn/1xjQcsZGi/YPee8iDudxWGuQMtWD0weQN4hhGAq0FUaoZnrn
CHK3jeaHjmcYuMMyLuUfqq44gCvA9qcWmOPJau2tLx3oPK2V3NJm6FdG4vgyO78i5bO5xGDhO4mz
8mKfmLiCqpGj4NoSW9aOmxny1VEPI0Szui0u1cOlX6JA1SrBd6dmm5xeJccJyF9PJ5miMUbje+49
HUcc6RehUtiBfkAiIr5uxdBsooAaZQaTeWUyXkRS6lXkrLZKQFWRKF6Eb7+RUyXT3DhwmcguzFZD
AqcABW5IPXgP92RaGdgZPvAsW/31bVyhSeIM/ksBZ/FAxOSGgZPeoETvm1/gohhXamXIOxet4I1F
FQF6dDbNjX3jSlEwW9WrzAdKlyT3SQJM7PRIv/b51BSErZkklRyUxyMdqrgpMTgGlsdy3FEAR0aF
C9DGSBr8jlsQc6ef98rMsuIpfwt6ilwW5h34LMrocMEDFGeMAwHef0deyBoqBu3WFGq2NtLHF9q/
Rpo2PuVIuk1kc4ttBmDLybqWNdzWhbiDBu/uul55sPvA9iazF7chqkZPqogFJvIpAvhupW+5pY4U
aqqPesEsxN8MWDNO5ymWlm2hU6wdSK++I3sMWBhwD2Anx+Nhp1koMYTQDj0ExUfTyIf3fV2k3ihn
dRh6vRdZXIhd0U3x/emZmEf6n1vT36OD5QcefvjK0DE6frLCjSkwc1cj1ulYPid6fwGyrrr67adQ
wFBJBmcLTIrDx0+xxGQmGJ6ZB6cJMSt2KKDWYZqsTPUr38LyncEas8Y4Dbbjp8BJjd0wgOdQU6v0
zCL/WAFFXnnIK0vXJF93qMNQ/aIKdvwQDVo7FA9ws5odohMDl/zSbDG5BmmqPvz+qDkmIBsbdgHZ
+mJuxgRIkDHxqCYPfU/mtCqRZWtXTvxX1h41W+aF1Uezctmp4OoV2m01mAccqGbvKiH2GQ7mDz3U
mndjIYebQqVTbVTumkYpUG8Ga7H6bGQkyMopKIK5WKz7uLCbuDNs86C1gxt6YP9G34txNv6K9wjJ
VsihYmwVTcbvoqiLP1VYlj1SuSqv7Sxy/iQlLt+jS+Y+YcJW5bg7aP5XJa8V/FQteddIyB4bnBUv
GlOlpx6XIsIDPY2nb9kYxtZWtdTk69SMueZhppE5Wz2xqQvQrZU37qQHcNQ67OSMXgOmHEun+oqp
ByVIrBedd3nnWJ4jYAWwy7iOji2Ia0gIcsAKsmqsP/3IF9/cssN1r54MaBCB1YzGTYiy19bIKWXu
UquVhaeJ2i7fVYCG0y1iL+pX0+jEd8VspOUN09Bf4t8AASvRijLdBWFSfxjx2/4ALlma9PAK/943
6vdhkRTpFhmtXL2qGlP86dIi3mDHVvceCWMf7eMpoGQca3UiYVYX8TvXQvJyA8QUrxsbT8ibpPRR
OARzCIp1wIvxy9izLDdthdxWmEca4J/RIFf2066ePGg8iKCXhZHelmRie1n1pDBlbQLMbYVVPTWJ
Qw2qpAMeYiY/k6qwnUY5MQMd1NAeC67yXmf8fGM0vncoFUORqzKCbw3/BpNOoByphLK+hYs04Cvu
xrFBIauoOCEnzOWQEGz9Dx3DD/o4ybtD0Cn2T7dNlcvIiIu7+YqCJwsnOoqSefXd8DMcNIxMgt0f
lA7WOYyI9pMO0TjfcS9pPsly6pN9ozXtZ2eAbBrrg6VtLKMS35MwnW4M6DR0maVoyM2KGF0xDIUS
0vZoDG9LDSQOuHicgrbS9Kcrs5sk7WgzH++rrNmLEWWvS6TKYNeYrQ+fNRuqEYynooutmgXadRoY
BbzvwmoAJcTB0G1S8PZfdNYjd2StcWFKazOBXIGrvclAwvzsi4F6mhbhBL5BINN4cmSVPPrhNLnY
j0bmTROoagIZDauRnWkPzp3ezGQaTYSftSwzms3gdPZFAJ8MmVGnrq2rYpqKn6cj2fHt+Ncpw0k/
m13o1MZoHBwHTWXqlI4yJjA6zpZPQwFDHpWnQQFezeLfJOC6vBY+zcXpx76SYlt02qnl0yGjf7e8
laeixi/Ft/yD7fTW+zLyyyc3V3SguVb1s6wsGBAwPb2ARt4O9UxIe6npXwao0zw4VpR7uiMBIZTc
/diSznVSGNHKybgcGXqJRHFB5xLDD15ycZy0la/PtnDNIbG66DZBi9tDNlVA562DrZuY2iPpyFrB
+bWHWhzIlA9mk95lYj1b6Tpqm3VkuyLexkhHbNEPmzw19Eb3QnT599PzsAzz80dSFaRHOU+CtYQa
dVJvx1n+4OBP5b5yuNkP8RiAe9KqS6BAKweaflwJduae+3xxm3uRlD0pLB6vttLM7dHorO7QT11/
YdpTg0SCrd6FRdShRWvJbW3VmYdMb7VrkN28DLnjbf0KJk8s43LX0LreijB1PV689HJajVulyGIv
jOL6veuLcTe147iSWLwyKYAW5uzlV1NtCVsw07p2QwvCRQJH9KLLTOce7wuNzZ5rl3qJ7ROeLWvY
vldmBsVlQ1B1pY0MBvp4qKi89GlT5v3BLavycnQU5bID4bcBdQpNu+mylcT/lefNGEKHwwf0i1ha
pHQJnGsjrIcDDIzHKNaxI0kC3D6lex2YY7XytPntn6cXLARMlB0KUPMtnive4usa7JypUA0HOBCt
F4ZhgD5gtXbDeOWb+B6KSWTvFP9+FZueXWY6HML6ZChnkZIS+pw1YozQ248cB807ruhrm/fVxyHl
R+2KKdOWXTLSNZjq6D4cphgXanAmg2cBgr4aFfmdwtOaE/srY0iRDDwNWRqFvyV6sUD2H4/BfDz0
OBBfAFEuIIYH2qffjhCcDshwMJD4My+Ne3JbwS0us8aD2lhfrbS9d/XuRzAOP8QADf70sxaAzF/x
AWivQTiiq+y+gPcGoSMGCWbkkImxRXU0zjYd1oNeF9fmfhQyvOzJuDaK00VXXTdLBefGsEPnBY5b
Ck9aqhaMGnKE0++1vFlQcHOJVpQSBWk4yODj1epGsJbyUWsPStB1F9KBKtYocLIQgi5XQuSL8sP8
LEGUBIulqnQeF8cOLTkrinynPbSk4Bug2srHMvTjm17a0jNqrMIrYwAB6nbBVnW18Xowa4kfjEyv
GjLx/ekvf/11iAtU6mkD0QM9/nTIswAUzbCjHqCUV5PO0QtAo7/NwpkiPFF7quHTAr0Hqaf7g7lD
AbLctRqU6qjN+xXI1ItS96/RQTdpXvFz8rAYHdkVWSAahfIw+GqESmFYoPNlbFxgCDtbx8LJDLN8
jw+cs5FZ1N0OCBHtcSgkl8VEaFvhi4uvTrZ36eAiXZvod/WUOp4lLeW2RRb8ekp1HKJ16mkA/+CN
oTS+adKiXwEIzS96HABxPKGugH6+sGj1LO5XrZt1nQII9KCnqEoUhWvAsOSKFYYo4zqh629TWgjv
zNg8nJ7RhfbnvMfwvwGzQJzibKEeeDyjaod8ne4U3YHQIXfc66aPgFJJjweBAEMXu7u6MlGFtspx
X+tDsh8z90sU+/oDLsPyqbBi4SmkhFszUKM9tWBkQRPN8qqeVrdjIBlotgiwK5ZZ79oqNC/sEkOV
AkLjZnLD4pOTts4mY7PRdYpQ6w8rNGlAHG4MJBzRi0GRvKnG9F7R9RrhinFcyetehk0TQJZOQ5/+
lwHz8/j7sVsFLttHSFI4Y3wxGUXPxTOyVub3ZcgwCRgUSGeiAjnW4iljhWFDFtnTIUCxBIIqEgqA
j/KrsumVlZDxygfpc1dbp403p/CL6KTa4AusRlUPLTjOfT115UXqZP7u9Lp57YMssuEZrE14/qVp
9uwsDWjKchNPtAOAF0jPsJ42k3TvnUxrvdNPenmMgo8GfStsJooO2mKPJ4aAhueUVN877VJF/Wdr
a9kD5L5rRNrMlcF7uQ9pbWsAwoBhUuB7Edqp7GqVXxsHBGjwZAiQVc9Gu3qvatT3/CZWL0fcqZ9S
dVqrsbzymcDxwFADj6SxvhzQSala7vChcXDR1/9YB+ZXLVTV7/jFtTtXiH4lkr8yfyQlAI3ptFK4
dxapd23mTiNxeT6omart1CoSezi2GRLfdvvp9ASyIl5EN5O0C79Qk1VBlWwxhZo9BNUY++IQOsG7
upS540VVE9w0KEC48EFM8XGImzrZ4snnfCgQWkDiQevg1k+9nV+7sM9/JgUGzdu2MUl6uQNh8mZk
TqoiEF2gfuNEavyFcm3wqRIQNC5rU6u0nWHOCm/YmUpq41mGsX3ldHLT5APyQEFU9DZVihwBaCTQ
lIlD1DSwkK5a81r0iXgE/sjZpUt3U9NpPDQNGt7wUQuqvaSqQNKVS1mL4lGghwfROEL6JpZl9yj7
tIDb3DPwG526VL3D8Vj/bBeaMVyJYdQ+h2b52FtDUm0svUFFrsuU9EtsJnG7d6AaNMi3WUhTFPUI
hl5GvFsw1MqV7qpGtQlTpO2FFFyHW7V5sGKg+NRcxk6/NDnCPsKFt77Tjlbu+yFDvMUR0v80jonr
cn9Xu3BbAti6VpE7Qagr7FBvAd4vNlZVgcmvAPe7WzS4pMaRkzazerwr6TJEVkspJaHkuk3sfngY
S5XCnDXN4tpGjEdImzYacMYi+aK1o/KN6EABDhqYJJ6m9qWWTMR9Xdo9blJFEg4bV4+zP8AHzVon
1D0tNLAm5UsOBPRjVZoJpDY7mh3LODlBBFVT/YnybQ/yHejUB1UdgneNEqT7agyaD7XqTH9oQumr
fR3mGpz/1ESWlb77ZO8doJ4xGu4jBhs2Ovnmp3yKSv/O6l10LyjfhLdK3NlrrnavxBK4M+Ap6NNy
yi77GRq1ZwmDZjrkKF00wpaXeZI4F01oKBcj+wy/21TbCTVe2dovDwDMtugSUJEmZ+Qmf3yilZFV
oJKnuIdyAG86qolNjrjKjXgZr2a6K4XXuSMKtG2xp6U5+WhhNMqB9Ky5Nl273ut9oWwdqwy9zDLX
MuGXAYvnkf9C85wvcLMi6PNOVF/4ocDmUTlIVGlRhYyGTVcbtzUkw4u1ePUiXPEo2l0Qntz5KFg8
SvMhh+L9rRyiWoTvQlebPOSWjZ0qGlo7JcrhQewGj3GDRmZjNvnPQM527das1mxLZY2Wdoy2nDO0
+XWEy+YGFwNd6PjL6fS1pAm6cqgmG/2bsIzuaxQPruEECOyLfHzSYE3h7xxY15UtKXKyurfNhNTf
6YF5bWEB/OQU5pZJ32aRxGAyj4yPHgRPqFIku9acKFT6rb/ylFcmmjOYSw8IIJgQSxoYVeoq6kVj
H3Ts4nfIbmNQMer63pbNcPnbH2TbwlRhgMG8eEH48y17VAq/dQ9x2uLPHOTJToaAzk8/ZQGu+jWB
9lxGsUHM0d1cCqVnbp84XQKjx9SRA1LbqH43ZFl9QQgePd2lcWHnoe5NQa9tavy8d3Y4KivtwwXu
/9dLzIgRcwaDk7HZ8xn9LGGLyypJjKAKn/ywA8uPvJ+Pp4cyZhdZZGKLxs2EY1L3kYPeuK38NEGk
ldfsAgeNBAWKyOlBmYPQ8YVnJrpAO4Ggj8vXMu0ukxI9xLCA1CiqSUdXzQ3KC32SVrELFT8ykPpr
G/W6LgM3+O1H06TjLEcQeCakL6nxge4MQ07cPCiajdQePastUHXMOZPsS1IbP4bCVLzTXzs3NI+/
FqEBd5YHAEDMUbC43qGtp9rTzE4vh9H4kQIFnpkNdXnAw10BweCXnUELwW3wxbAiPUE3BJTYSm77
cvtCXwa7CPIVACOAyeMVYBetG0WNDj1YNcOd2cT1tanAPjj9qa8UbY4fs2juTsjZUJXhMaUr6VTZ
AtFBQsc7UeravVCy9C4ZnAoHLnCwetdM2Pe4GKAnUXgrKxviXzuWd2MZOytXsAUvaN4BRFKORprO
OufVchLa2kfKLlKVg6LbxQX/DKkwle5LFobyJrXR5kqgJO2iKKu2eYC4Cznh8IeilwNc5DjeYYQT
rFw+Xxssyt5znAPliY34YmFUpetPQTfMFBej3ydQUjx/znOVdIxRputoueTYvTVO/wMEsXsnTRSV
yROJ+YOJxKVTp5vGdfrfDozc3351gThzXYLX8VIp/EC36TDRBuoMpOCbMttJqHgru+JXfX+xLbg5
zskKFwNAJosDJUTfzR4iCY9AyeKPSjkpP/VIl6MXlRoOZXmoxduQVvIuaI0JuSk/b/eGigz/RoZG
7G50s3bvXdq9DwpoEbGrJSI0WjyomJP6g1ipNr32uggNMDDwW6hWz17vz0OoFvrCzhMHr9wxcW6n
WetOGZPgluiOksIEQMYQSv1Y4xp7bY0kDOGIPhkm4MkmsVHYK0pV7lUbDrPVVqhqT1HXbgaACisb
/bVVRc0Z1Q+6aaoNFvT4RUdBqSvUB+cgR7xwlBSTpTrVy1sTSv03ZHa67+FQmV+KAGnQWmvI3a0a
YW3KUtWslQFZ1yqo41Av+j2o+rwHCbgAqWhbUe4SL0hXU9wqZjwgppdApbTyPt8FpuJvZeGGK2t4
Qdb461kkcb8qtbbJzB2PQqQYZei2k3+QqoP9Fu4odHvrfguPwvbKtsm2cZH5aB6O074OrGzfpn5w
B26gh7GM05uBAi5GGxXmYh0swToPw+uMasRjOVuhpWQwn7rSafaW26sgIlR+OXBizxWtgj54lh5O
B9aX4ZtWmeGA7gLoTnd2EVdlFxYq8inJUwJ44rIXoXOtFcXX0w+Zx+R4R85AL3JNDF7hVy3HzDR9
bVB6NXkKUYDahEFm7ah7trtKc8a1NPvloQj4h7YIy4AgAAj3eH70OMpHJfCTJ6mF9qZsVYyh4ry6
qbKi8bBObS8VcqqbQlbVTjEQqRNoWFFSbDUU3WDrBVNm30G11FBqttFRDWLMMgw8tyzaYx8CdVrl
0M+J/2J0qPcDT3MB3gLKX+wrSrdpIPMpfiJttAE8+yg/ZcNQ6hv0opFrBG5S3oGtkE9Wy1G8Ud0k
veqqegAgY44t5B5TXsihCG96FMs+Wr1AXji3Yuy4RyS3vMGakkMX+u5Dn6GmqQzEoc00UrTwcl2G
j/AqVKj7SamArm0N/yZ2fcR+tQKvZehVdfSV+maG2n4QsUwaiu4aY2zv3Cya/T11ee0kedZw3e6y
D5XpoPatNaNWbe1mQOoXoTl4U2xeTQHx0DV3uZa2XxDuQu04Shukjk8vtteGkxSM+A9odE7EjxdA
bVlKyrEYP1m5Fl64VoZhJ1Wpb32CXxHP/l0U/gyeAxSPGhSVlxlWfvw8xdfph5lKDPHHtndGKaOd
gzLSFp1x19PHYVi5iL+S+NPSnBuAMCuIQEv0ejEoYpJa3KDcUesUbkbHfQpbMX7s+i4sPUHD/z2E
foi/WZoqQH4QOJ2po6mvrOS82svN5lLcRtSEtj4dhqXTNb9ouQ2OCU8UVqqr3FTNj4XTuxeyl9c2
5KFr8g/rHtoADoJO8GcZgt2OXPDraluhX6tZgaeObDV30Hpy5qLeUxaNvbif/uDWk62oB70IQwAc
OR5AI3A306xZt+v5SYtnYzKg4IgGQkb2GFHeSlALz/7OiH9LYu1/m3gavetnu2z3tfn6f37kVBrG
26/Zj//61xWKOcT8v/509f2//vXr3/+ln+aKf9PfoUjoIOtADDOIX3+JqNnOv/l/rgT0gOghA838
j4iagUkKtXfmgDycHskMAf5bQ83+N4cRSQZYEcIsK13/1//7vyjTBT+wFEsphOb14v/fFgpTdMDc
IF1okBzPtYuSpw1CTXiNFaaUMaZxfIJwMaxkb8fH5z8/vwgysVCSEXkh4YVVWVWPiOyqwUeUoteQ
U8fB7J/fX2TwbjYlqI/6toe8Sz09SC1z1Q3ZKXA01VQzEGRGiZD7szn9e+z+J2O1uMTXzFHcB7nt
DTVyaxvuEwFevaPt/HH6949v5/98zOKAEy4ZauyOtocSqPle0yB5fejVWLVvRoeq+Z54ZlebbCzl
4+kHvjU7i2aVdFTZifmBHfnUcF2Erd9uzboNI+/0A47j33++yFrEfCeaerVpDcvrk1r01+CNfH0r
k1oPb6wkjPX3Wov3BtwlqC0C00lTKy/UPOyqlWz0jQ+cN9bzSJZWaIqNQyz2lQItG3lOExdewwm+
n/68xVHzz/ctbmpSZHVi1aPltUHQUfrTnT3Y7p8yMUoSkjLoQQa1o1Buij7QsCbVi8LJaWw5erZS
p3zjC5caRmkwZh3CuowwnP2tURU/BZLO5w3fshSL7JqN/EtjeSPlqM8qqrcbv2vjldLAW6++CD24
IEc2wv2WlxhR9EMtaiyJlChZA26/9fPz35+V3Aqlt2QZWpaXNqI7oKxk4nk7rV1L3/r1ReCp0j6W
Ui8trykUhGFVgLLVzkYE8PeYZv8srUWw0YeApD+NCTaFSTFqtO2BblDJTt2dXrxvhE5jsTczt+st
LvPA2NO69B9FhvzKwSjxLbluFO7zDxwxhn11+mFvDddiI+r40eYFhJl9XozCvq+jOmwOWdMoP8/7
/UUkq8Fpqv1gYRBeaJk3cqvFAyJK6rXL/XFq9J/ZWCJk3SIxU+6d/h5Z6Cm76CtNdl7aj9osGBOa
7kpu/tZjFvHEMAvf6aUi9k3T6s1lbhe56k0k44Mnowar6rNGa4kzLiHJ+caQ4XKrJ9PHpBrDuxz+
3cfTv/7WR8wL7tnGA+TnaD2pzl5XhshL60oYN6AWi/IJP9/k91RP/pmRRfSgly0TeqvOvkrNEa31
Sb1zAw3G7emPeGPBLq/HhR+NKoMDo57KKWYI8WB+sSdcv877+UX4aDtRUKSx7X2XMgNcIDMqr1ww
z3z7RfBoIyMfqWE6exOBauZgdAYFSY4xWrOrfmt4Fvs5cYHvuwOj72pZmV9JjWKSV8Vi6lc6J289
YLGhhT7i0kbjY+8iYn3AF62+H2A1jucN0Ow9+HyNCoQbQapaYi8NSCKXzWRgBBLiY6Ket8WWbY4h
Gku70SuxT+pAmld1puNOELdmtXY2z2/6T1XkP+t/KZ04Um9Rs54pLv1RVrs4oPtxD127s6+Dxs8S
hAr0Mf+cZo7xR5sHfb4Syd/KeX5B2p5t73QIfFFMPaEwdVJ5HSq1j+XUlLhkjU7Txyaw6Caeum0U
2jK7SAa4UjuAZEbxoUOiZk0x740F8oL15duKQPICY3GhzMp1GD87Ij3Lhpd70bJdYXXNgLJ+6VLx
nqrCmzS/w+LIn6b0UsKHHu+COit+ot+Pb5s5Obl1O4BByN/PqO74M9aA1pry61sfutjLTh5bsuix
m5ECaNSWTskPOQz9Wof/rZ9fbLRWq2z8VvDwC+TgfLE4fm5rVcnOi3O/ZMCeLZbSCPJYUYS7t1Ju
MttWc7Jp02L6tyZB/cY2WGo71FE5Wjoe8ftm7H39yjGrSv02SI0tEeqgZfGwaGW2QdNSBn/KbKr1
laP6jXFbkkOMPk+ZZYzsbcfP0BUudRjJY2siy3/WEaEvjtGJBj98sUp4bQlN0x67YIfl45qn9luv
vzg+bd9V87jED6RugwahYEwv7UrGK0HirV+f//5s2iEc4HBDLrmP9QhUW6PFO38s9DMX1eLw5FpS
OFpUTHude+NGDbWnPDDXMr23Xn2x3TQbw6IhDaZ9IMbmfQtPkPOznHth503r4uQM47aRRkXTQ/Ez
90rvBnwoaRmvFD/fevvFbjZkZ8kGhfd94+vmtjdEjT66tkYdeuPXf5U5n02rk+uT0wmmVWn0cIs5
bgehUJjnLfglsydWlUpFRmjal/D0LmoXHkFnmdPF6XGfF/Yr5+Wv9uKzd899C7KfpvR79EZ/cC/E
qNdsEplDsUSj/vQz3hqfxZaF/NblceL3e4ON+wieIPY0s0jOuy8vseJNTq4CoK7fF4CmrmD0tIgf
4Kd23rvP3/RsfDR0+XyHBuEebp35Lkoz8V4O6ZmvvtixnKR+kmhGswf26GvbytJrmGO4Ve3Oe/nF
prX8AONNKOCwv6PhOmmC5qb1/fS8TfUL3PNsaKiPKh2AkAYllaCvPxi96qR3VuXY4Zljv9i1iRbh
YNLh7zgELfKU0sKcccxXFv4bi3LZuQSgCmzU8TsE8BEVMOpW35Su25736kuGjCFjU/djWmQyV75U
OglY7g5rcPe3Xn0ulD4b+AS1EUWp7b9fHe0o/PY6LJbOWjTqcrdaDpoX2F57bk/RWJ9/vT5/YBYH
bKJ20k9rfh3ponDbzvZRtq2voVzfGpn5789GJgRBX9C+4dexfCwjM73AYe/M0tMSFoOHd+pEAT/u
Tm22xyiI5lliD+flBku9vKExsPxCusizGh9/aA0DIU36zXnH6xJ8gUCInheGivtUB2YFa5cfbTyt
CV++NeqLfVpPVSOLsG+9LAnNDXyTL0pX62ctRzR5j6d0Fqc0xlBpPFGq+a4eoq91O9Vn/vjivlvW
7hCTCbdIVbkhRqIRWkgVXk/n7CQEgo5fXRixEmCQyKtjNfO+pj1y74sgXZMj41dentwAoo5/fWhN
HY6C2+4nrUKGfMpRM98pSFysWSC8Pq3msjsLxMzNWhl0+9HMchA7hrT2stebP88bncVe1SJfr4oh
42T16/TajWttVyfxmrT0Wy+/OFphxkPXGi1scl3jDy3WH2rTeDjvxfXFwNdjnI2j0uyjULklPH4Z
dXFefQ0E3vFvg4XMwCWKZh/3oQOxz/pYILZxVhDAk+j4x/EsVvBHbWeX1ibCzVzcCL1csyd4Y8CX
OAbat72sB0fx8nT4Ho3ak25l784a8KXKASzzQOG8Hvf8bN1sEPkFmoNf3xrw8a1XX+zTLrDaMDGr
Zu8Cd/9sNsSBTR1N2lmZBqL+x8PeIq6tpihFIIxTTbtiEN9w9FgDqL/17ovz1HeiUnRR1YIvqsZt
ls3O3Mla5/WtH5///uw4xa/djJA4bPZF1bjvnTrQ3oMMlk/nTetii+qN3lRNFbEcQxBHRtZ/Fs6a
QMZbb77Yo5OJ3IsfJu2+sgAxa87wJS2d+/Pee7FHzd4c+sjgt5W4/ggw+D0s0hWoyVuvvdihBeZe
QWMEIM18RdkqMa6dk3pefeCFSp2moTyDL4riAX+6y0bxxYHCel5oWRJvlJA8vSoYkzTMH4qguPCz
8KyyBkSB40Voyn5EOEdTvGLqLqse91LrvBNULDYmbM3GLiR3OzsLbpxi2OeVfxbAA37K8UsDTBvC
tuWlZfZp6rBDFoezFt8Snpa6cSWnhEk0w+RbNbgPzmSfF6de0L3LDl3kHimmsY61j9PY6Pu4RaPp
vBdf7EisPIY8xs5iXyv0+lGjv3R99/N5v73YkQjo1+heq4pn4dmyUVT7K7C3Mw82sdiTLGxMcWFZ
7cPIHvDwNuH/uGJNmfuNHb9UcnTqTjSm1SleaX+oip0DEuOsMVmi5QHllmYZjs2+dUBb9EYtN1pp
fzzvxxd7sqdBPo65X3taKC/7lOZ7acTNeStlKSdZtS2Ckik/7qTWvdHKP6Pf1Xb5/+2hF/BrFDVH
tUTz2Ksy4x79tD+Htvs93Zh/fnue4menJXx9YRiDRtlYN9Sb1gni69LE1fi8IV+clmFt4vNntSwU
a8LfWo0/pXZ4XoK1pGENbmv2icvOH4yxibeq6eNXoJMBrUlqzUPwyl1lSdKTfWb64I2afWDKr0rf
PdF8+HTeuCy2Z4c6cGUbjEvbBtaubHG6QyFEnHUrR4TseE6rsINH7Q68+DDct4V6PXTgk89686UW
ZJwJ1YRbX++dxHifAjhED1Do5wXzJQCqDSqwkW3X7FWZPphKuo2r8LwkZQl/qiwlHwMjg1qL5MO2
z4Bqa2b887xBWRycIx2F2smaGgSA/SVAuzsS1ofzfnqxP4cKL3RHV6r9qKX9Ji1EeZGjgvffnJ3b
cqS41q2fiAgQIOAWyMTpU9ll1/GG6KruEiCJg0AS4un3yI7YK9r0quX4ue0DiYU0NTU15viOpSnx
bn0Ose0zA31NhSukrey34TEJ52P38tHeikqPZOZNgD7yAfoUkc9aeXee8d3HYyOz2z8t8Fr+FGl8
UeP+RKv6M8jiP449erc8F2w8zUihzOaUfVzH8eLL93TZvwkqe/GRqVNOO3TUV3ATaU7GMrRqiP7n
ofeOdpWhFj7rMzhgc5U1YwHXm0eZvpd2XqfyfwmGe5kRfIGJMOhcqxppYg1aLu0eJgp7VtvB6a44
9v70beCKeb/C9iBWFSynvosm+uKN/PXYo3dLdIUkUdCkVlj/Brb2swryACzg6tjTd6uUAbHXwksP
Lx4FX6Tx4JnvjZ+PPXu3Rpt1GrkCIrkC8jWypy3ULsr7VDT/Ny/h/6QAe//7qGEs1anAlFy951aS
13Y6eBb/F6wNXTw4MOPRtcueF7/9UIf00DUU/AzezhWRulpOxqkKFqek8lKyPKOttD0kxYUy/+3T
SWJ8mFNiJtb+Bp9bNVVAphxTdMH76+3DwVr2lnVuVNWb0c99k5wnyw5Wh/dipUVFWkcZhhzh8c44
cifi9dga2suUYKcjdDcxVSU16/Nkc3eZao/dm0V7KVKGWeKvhKsqGMxTGEz3yl8OvvdudaoWtxPU
elM10/RLG6hnwadjh7i9tAi+bJKzsVMVxcjA35XZfHJwVT609Pe+J0vYTV43ZBPubRrY0xH+rL3s
07Fn77ZPH9hNB3z0VLE2hJ8PkG/mpH2PHhyY3fLsugyysc5h3WROFqmm9KNo/e3YF91LkQyATDA2
Dqdqg1VsEczRI3bSY7fnsGx7uzy116dDDKMb+N+jAY4j1jo+N3maGX6shrPXG0E/62ds7TH2cPy7
YpIh26nraDp4j7CXGzmudQp2wlil3gyrZmNH+UtniT14aPy7X/ifh0YJa1+beWOFjt+5lAyGPxih
+Ngp4G+rwn88PUmAifANGry1oKTwKYTfMFE8GB/3fdOLQBfJHPZjNUcJW/JgI/wP7tb+PW+Ma1D5
L4nSnm+1tooqu2JshqYb8naRn1YRHNvzyG7NCjIA4pNojHufjjdu9uczDLLea/f+3ZvvlqwJTehG
Yceqq+Ptiw/rghswpsb3qMy/efxecBQiTsbE4bNmfT3N50SD+pjH9UD/b1S6/+Qxe80RLuP40I8G
Ix/O9qJU+qmZQKk8FC73kqOESwIRsBqrJFpeWjY/W768HHv0Lutl8M8EhYNNFWCL3/sB1jUNCAnH
zut7odGEknnqaTkCZtCl30FwXm80l+bm2Ktfv/U/lurie6vbwniosFKznEL6knvOe4+V97sZs8t8
lfNwRy/w9Ng4ncfBeMv791RMf1dC/8s6/duf9R+vPrUr5HUpGSpDOatz3BZ3CDZJu/KCyYzxGzk6
+6LlLC7hHALHtzTNFL+ixS2ZnnDvPKuXLJH0BhiZZbjpeB/RPBEtivFsnVLfwkUKTkGf7EQ8Xfhu
6vkfA2yY4LmIxJKUQYxa+ykZ9apLEaBKVlDcUq8XPXlpVxGAPaILgAUW0DAf1YSvHpS97hyE3ZyU
V0KoLqxoF3DWpqyZ0W1HNn2WhKxbORsZ9t/XBA4ET0tEve4HyGzTVKUbyUylYBQCb6Zli0+db+K0
6GF/yQvqEqZvWDCw7J6mPRq3/GkjL6BZ2dwQqi5jO6ut8ocM7gVWChOVRsEm62QSC4+fWDQmKpgY
5YB8Nstckao2THI5tCq4s33dZRcRBktUbRhtW8QhN5dt8+QjFzhbV1CAdglcSVS9vYgA3JdjWche
/TL1LSjkWzZUGYptcAjs7puNHetaAQvv7eT38afBJGocKhBDalnCl7Sr1gnwqGPZ316qJtdIU67D
oQJMYkDJyssJC7ODcWEX7MOodsiCxVg1VP5VR/ylTtqDg747OxlcI60CFv9VrOtqzsRtHQfHovBe
oRYDLOIClL8qkmVgynsZzzM4KR8bE393QaB8FlKOG8eKka7LVz79op16PRQp9wK1Dr25pk/8odJO
j49o/2pvhnCRx+LwHkXe0BY0dBgNVUzx6D5C8o2+Ar18O/buuygPcLgxBg7RFU+Z/qzSacNNBFxP
Dw77LqsJQFnZvBAflcIkZT2RGVjMPPFiPpXH3n831xc52dprlqHCRdUvO0a3sQcw+ZFnwwD6bRAY
tVVmcslQNT4Qhvkyg05chFlHfh17fvr2+SaettDAObUSU7aleXI1TSxQ7SDHtBgwzX77A3bsRQAH
UCQIgMQBYgMP1xZ254cmJlyU3j59TGwNBg+2cNzRgNesA9Be4YpzqOwGT763T7c+epnBLBnQiSrE
LQ1NvOR0UvSYvh/8zLfPn7ueQcg0IJIBCHfb9KH/HWdad+hKAl5Yb5+eAGi9yRn5KkpZK6A9ta4S
H76YxybObncioYBJ3TXAd62Eib+dWA6jpv+bkeX/z7VhcPb23WEJvOoV5+TKc334VwO1+V+b1PKY
8vNfYGs4BwEV2fGxAmLFeBee9UHh19bG79wd/qbxDcfHt++PflDA1EXaV5sIQvU68tYMRX019ilB
ofNe0RH26HmZ6EpkcTwrGBBL9Nx4cTwc+/p7fRgaaamvO+Sf1k0NGJOygwGFbPpRHDpGw+7q7Z8I
tOGGM8s1MtVLUN/JlsE7wU1u8Y+Fvr1EbIOfDVpSSV/BkK7lgNV3Nso7HpljOcq/EHp03qTqCX7A
6avnz6a/QL3/89DySHdLWyzSLbA064Hw6udiZeGvbYmPvvhuZbNpC+aZJ7IyfgTkAb+F4/6hEsC/
sBHS83xm4SBSLZGZC+5d8bx2+3hsUHaremmEYoE1fVVrlZ50Q1guYzjgHnv6bhu2STv0Pb5o1arV
+yE7G/5UHrabQ0/f40znLuqHqA9khXTlMTHbnZjYO14u1znx76MiCCJvVxJbcc9I1dBX80qa20Co
NL9anh/bxPZSMcspzJh5KKuQpwMDKTKdbptEw4r92MDstuAItu4h7X1ZJXHfFVOW3gCx5Q7lbv8y
5FVjzxhoen2VRY29n5WMigR8w+f//erXffy/DfxukcLt1xkbYH8XWzQha/ZnloHsB7O+E8XBqD+W
Y+21O7DnqOtxUaLaVPIDB/UHmTRf/vdf8Jups7dkioyPq0G0Y6FDcKjhmj9r85eFX9qx4f+XoTVy
ZXAye1HBurNGdWdOL5LG73EjfvfyuzA2kE6vm8LL16AonuKAjDk8Hw6Gg71+J6Nb4uIZxY7ALoEr
+xaXv0XX9505dFiEO9DbZZsaC7Rj14gKpoiuTAEFfBrQPHUsVu4hUY62OJHbCY6qAVuH284P/EdC
xlgfe/u9sDF1tAY6jQ2Vr8MFLvwxXIYR7/1sKA9NzYS8HR7ptfNkshYBMyYvcIj+yIL6YCzejTws
SZbUV3h3lHzjslW4X9pALjo26ffaxh4R0uOQqoIiquqPBhCwl76Jj7XYwWn87bCIFn7RPpnFNTFI
n0cZxtXSxu8hdX+3pHZbyYiSl1/L64JtUCobpvTZi1h7bGD2mDTtlt5p1wrIVuArVqAjdvq2iWww
7zx/Rzr6T9a/F5bRKCQrpRrRjOpYfpiCoNc3LTeTOuMgpskZnnfwD51isQ734Nqm2z3gGpP8Bifv
6KyBkbokkefiHLQIDfsD53H+QfbxSgo5Ta4tgGuttx9D7Vp97kfsuYWOu/VnKKPozozdcuvaxpzD
Wls8AiYVTe7Dc317bQL0tzxzByOJ175Nx/lK8I42/Ftli+bqc/zYjY23lfiv5/YhJPVgfh5aRntB
HHSNE7k2JJ9YHXSPJuPZPZyX2cENdi+JGzweD5FveEVW/y9KpucsYE/H3nyXGOCs6aRHAX8NN+hs
BYFv/zC/53Rxfch/2br3Ds9ae5JtMyBX0wgzjYsCDMyWmYPqobQ4IbAL6D2i+XbsL7mutn/U8oMJ
BryRiXnljR49RdyKM7Bt7NOxp++2wcbVGmfEkFcGvLbSq7cvS0feG6ffpDh7kVzgs1ZzpXlFhW5f
oKqOPqQNW/9Yu8B7pwbzu5/YRWO/zhJGxomf5jXktGwWcC/b3CgU2y+tRUfbO4fq333yXX4PeQLT
hgp2Yu3C+VnHawB1mCdOrdxSUkDRfbCqtBfRsQa1k1oJDFpPPAjd6BcEooM51V5E58FwBIWAnlcB
ruOW0J6XMPj4v2fSb77EXkSXhNBybujBLTmbkuWSiTk+D2mGe3/KjPAPqQvCPd8lxrNp2yYebDrg
9Ided/Y1m5Jjra3Aqbxda1eOUts61VVJEi9naK7TvG6Cg4eVvVWXaVGKhC11U7XAb5xH42SZZu2x
c1y0W8g+HQMhElGXgWlv/TrMo4EeHHPydlRc6IsZ3tF1uW3Rqc4moEDIsfPhXkPn4FTWzhmvS96S
uyT27iZ6sIq319BBVng1rG3rcuzsdNvN81J5cfjyvyf7b1KdvYSujpPGuNDDZA/YDIC4inKXieh8
7Om7RAp+4KqOfa+tknYe76B6/TIxd8wcFm7Pb78mowkDK123lXBEnAFd7G/8SRyTooZ7GZ3nVtwb
StVWbQfy8tik916i5tOxcdktz7XzJz2HQwbKc9SuZ0LsJ9DR+cGi4t6pqxlgfS2iPit7M+Hudqg6
NRzbxPdSOtesK5MMiZRYwEfrde8Xm4jfiby/m4y79Wmgzt/Q4YdFBKoqcJmqGCkchY+N+W6D3WDS
M5tlbNG1JB2AJ+Mw5bXqs2OCNPSGvJ2OmXToueBxhkarYSN5Kmp1N6y8PdYHGe7VdJr2dZ9MYVZK
u+Ha8xkqgHdGZsfR+M+JYa+lA4g8gDkVa6rAeaG581sZo8GIwWzzFU5JQ9XG2RbmyWRkfKKoroH8
sAALDwvLkbrzpDN/OsH4nZE/ZBITU9Vp2CbHKvDBLv8VINVuKDrPpzZZ1TmuF5j+evzgvdpeeBNa
Em6CL/MptLKBymJ5RUvl+s64/mY6/z3c/0h4tZ1gk5O4+eSSYMu5z1WR8IPx6eqS/s9sOuaaAvhh
5tMmYdFgF/fLV82x/iHgX94+3NtGOdUi1CcGxXyZ2aYpfIAbi0MrcS+Z2CB9rltgIiCsIT9mGb7I
hhxrqQz/vkr6x5g3Eif2YYz0qfWVn68jqU91DenMoTffS0JXbwpgAnMF9ATgeV5agFqBb5/53JfH
fmA323sAq2gaNEm5qoZit3QdMO3NFbf489gP7HYetXANLuWoT3poxpNMI1uOWXTs2mOvCcX5IQ7H
UOpTcDWhuyKUCxklh8T+gJG/nZNjYqK5XvBwo+H0LeZoygdBjglOw70gNGo0rBl0r0+kC8Yi5EEH
uLr4cWzQd1vPwIHj88N6OYFbKPPU89BNuEb+sSRrz/BlED77kRcupwEyL5AjFHsUSbh8PvTue0Fo
ZMcxDOi0nLwMV3AR39ipdfGxgdmLQVtlgwGqgOUER1Py1MuV/6D+lhzLyfdq0C1u7LRohMi+p6KA
zznsiaL6PQue64r5L7WTvcuXCPhE+BCmZ1qL2Dw1Wrby7CgR6hypEbvgofHfi6lqE9ZR0CGgxST1
SkNiVvSrPiamCvdiqhGIr2WheDpjPegwUFIV2eD+PPbqu2DGO3wB6BnVaVxHV7Ry6spZ1sdizV5M
lY2Rv8g4VifDtTnLJiU5HIa3Y8HGv27p/9hGnAwp3ZRVp6XZxDmY+act6OKDn3QXybZGRtuAWs9p
TJukkGIFrLdVx2T/4V7w2CcO2Na0Hk8e0JZFt419Ho7umHMT1EZvB6YGRVAFoL6e2mVqii2WAizq
+ZirYOjvcmgdOJScFUvPXddvr5s/roA39u95vf/3fAziw927h9YGGmLlU6wC9KNcY/xIgvdqhL97
+u6sCy4XytUuy86Rh9K58X4Oon89spDIXv3FAxLUAFwkZ/h81aBnbxD4Lc06fz32+N06DcQQDpuv
wKcbZQ8Na7fS5p4Gon8PSfm7odklHeOcaiROY3bO5iDvMnIr/GObH9mLv2DENS0OyPKzjJAKX/UQ
/TFBItkrvwBQaMFgnrLzdrU+4jaIiqhJ7aHDAQFL6E2E6XzRLJsbohIuXDe9Gp98esxNkOxlXyAl
4sgkZVRSyB+63ruP+vb52FTZLdAYNkKNCvuoJFTLoIpGgb7rxkr96dDz94qvfgwmsImH5BwNwXpl
PM/R7bVV7z0/wWtt6N+bNtnruVqPj1Fqa3qWozffLLUx8nFOfAYMqZyS+sLkZpuHZavfP1yDTfSb
H72+zD82k8SRujfdJHBSWG2/FoFoBRlPnGPViXNTr1yAOi/Bk8n7cMLevnZO9cllECNt5BkH647L
XGzcuEtTO6/+IwwtZHe9D0krz8PObdbmOPCME/izQTo+mLm2Ab2sXpRMPFebYCDo+WHWhixXSzLi
UDRQfDrA76aB/TGqRoIyGPGklZdw47B7Lh0O9Akr3WSsKrgLu/UFFnIWjPuYg8EDm2/XrnOfB5n2
aJRnDt7t/CYYAcBtcoma5SJz9BUIjReck6H/NBKJ3LFLuvSXHCX+sdJTZEqApGFhqjFCvDDGkrba
nF5BXeJ+OPd/DCjaJqCGqsAPbB6nlDXf+jbi2U/JNEg8aOTcBiVzuH117utVpHczbtKteQ/TqLmw
tp0DXiZonKxPG65syMkj9ToXdYqZlhWGglovS2K22L8LUkOzcxvrTaIvDLDqG9j490VCR0MfOnCs
09JvQxsWTUInZGGpTMtUwgA3XydGpx76zW5oWLlkOGIlBSokKxvwZlOvkjwlNEHfiGmrOkqQNiKW
UKlv8bWGps2BPMRlVRaAXVpq2ZPv0yJpad22Jj91u7nwPKoh5o+bAjD9czORJHkMlzoM77e6STUr
xYYeleicWX1l1W000eIBHRopvtfYtiNeDoDIjOmzD1djZGPSHzZ+42i42h9TKtuBFYNBMfiSoAMp
ew3WZJ1dIfoIJDGWelcbSKFFbwEHFRtEW3DQSbTRJ4dvOQwXEqOQRi6U92kD+CvPzpQ3fTHQ1YIu
3MTOm801szTzna9nfrIKMeqRDkx3r+sKEnmK6TAQfe5CoFmLgTURgUts40SJGkeTfkuXsB/usnVD
EaiJfb2q3I4Livl5lsYJQQa1LOBQF6DAhd1zwFNFzzBY4etdT2yAqra/wFttwzXzYhh6t3w30wVK
TgqTNV/oH0R46JlRJonGlySWQVo29Rx3P1AHSQUWjYwGU85dPMyPXPuMvkKeNclz5xK0CWWDP8S3
W+wRfh80lm9/tr0YdFRGyhuixwmLFoDHsXHkMsqgm740ngQ6HeGNMxrniYyy8dFfFh78iLq6Tl1e
s0yyylpj4ltfAVj+tbPUAcFJZh/d6MyCLgxr55iKn/ViGWc5n3j6Iw7pNH5Bd/nWFLhdwt6FVonB
PUDVN6f4nwcv+jl0ymwXCeywe+WbHwTF2GAl/ewiTPMbxsn2uGQ+O/tkSrsPqdIJPflpCxznxJt1
e7LokSAebqLFVXBxdSKml9kuff+L4+amuesA/HXVMHSiriZsTupOT1lCii4C5vVbSkmU/RlYXj+i
hdy7xTXS9hPdITLvbMxKBoMgr1zbLbW3gDyY7QbmQeFXkbVRVo4CnY7PiWtE/xiwug0udmi1O3lT
0603mVM+rRK6cv+LT2tef2ymjI3F6BYPnoidn83oQwE51dyabY7Vw+xvi38JRzqKTyBr1MMHDRZo
c/YbPiTlsnYGsdPGqWrO0E8H6mHKDP0p4AnQFzWqNPZDs/oKoaQZVnui8bAoVvq4rTJ3vIPB8blm
ekSHipcY9tqkcxZd5DiONF9qT9EfTZN1Y8H6mS9dnvZB7QMOFIXrZRZyXsrFEt8rl7knQd6LzY7f
wiXDG5SxzwLYGa54i9Zjs8q71Zv7U3+15MlhaLfxx8miMe0Uj8p+J76zFPwzBqZiARQEfUC6xP6q
sYSTohMNkQWVNh6+uAkcYxgcSQnLszzk29Ze7IIu2VcHPp2q82ZaEoBdg220w5B3C7Zpm6Pibeaf
PFgW9tE0W3YHUIbCrsBhWZN9FHjU9WuOi1YnEBdx3XnqLZGgR5uxjysBTDg/GcNC4XIWLOl2Z9eZ
oYy5gv+U3fi1Q6KIdramucxgoXn5ptrWe6ExV6RsIqq9cvZNkJWJ27bus/K3sLsBY91mlZYDSPOT
JbW7D4HYevKDuWtfUEomjgPvKsBjhnU8W24zjmPMo0MpIj1HvMWmt9R1DCa5jJr1XjK/A59+U8FS
RKNKPDQvqLluLVrotjn4uPhcoiOjj5blqV39hNwMuDfuHgfY3bVTblwEzA3MxfPJqiy4BGE2Lx/i
efL6P0i7puKeinDGROsbKZo/Q5FumA4Svm3zaWBpa874y9buFEsezZ8oBy33dmZtF17QSUvFg1YE
ZKwTYpIAKF17Yf3XBr9kGJvPTRffzEPLGATO6GTCRElhpnTbdIsbb8ZOhhAOEwiJ/dM8An2Ym8X1
5KX3svTWSJF9TglHjQ026XH9GgWN8H5Bav9yFb3ewEqFuPPiVPIC+ef6a5gn35aBhw2wMF3Pf41o
rvks0YYR31CE5yA32cTdTWD7L1xFXQk75PYjTjXwSNp8D0BCoTaZFNlKMPWlD2DDoxlBPx5nJGtP
nODa8MwWj5S2a0sCV89nmvTGPoiNuAgI+26OX2Q2pd65GbyxaNaB5KBJ+JgG0orC1/E2f1cdwbEs
7WCkUiw4Cz50C/o+n5oIboolZE71ncU/eNiYYGWL3Am1BcLDtewi5b5ypdhSSHSHuXtYAoZ/NEqt
edTRh0Zy/2Lm2Qsr9NmO4WWCAusGSPDoZQskzGCaDKv+1Q+wFvOMeAbzQcQFIdj3/QxU6BJRZ54e
N0+nJ5NmfaH9+n7sPPkJnr3mQ6IR4stYyLBsp+Hn5jdT7mTdfgdbpbuPrIPbuZ1Rhb7hVLkIGcey
Dq70VRwuX6aAoX0UidYWw75wgeMgvPo45kE+WC96JWDFkLK1Y9D/TE2IeO+h/e1u7GZI1juIhtld
Fi6r+QV9zdLmGW5Zt9L3iInv0mTZ1j+TXtozMwuky3kDg/4P6bTQpphWrxmfG4Fg+D38mzo+e2PY
FJI7DUeVmkViyLlKRna7kWBRJTRHi67sTOWDlUgGf/VL8hQumwzKvguYxFA1aKkXmTfVT2Qc6/UM
rW7ff4RmbeleYJ5A7xu/rU0lJ+fcYwL3hrFUKy7mLxGsckwuNbEkD9dpar7qXjH/e9uE5kMXkukJ
yO2tyS0s2GeDuu+20p9D0E7BywJiovc1xFWY9yWiiKSwbVqWGF20kaCxK5JWGVKwEQTa26bdVDFN
OkGJkWpdF8kWm3O66K6rcDjZxgcLTcxThs02UbmxElIrFj+STPaFS4A0VDVkeYjfOvc6XUPp2eiC
qC05rTRrL062RW37bxLIrzxZW3ux0NF1Q/8FajxXuHCICtJEnMLcxAKXoIZMYPtCQ1fa1T5M2rQr
mYhGZPbzCFafyYL7tl88Vzaq8W9iC6mjq3EpGvV0OQXo+y2EUCBhhzGMIxTtPyHr/U55/EEHADME
C5Zo5K6iV0lW5J/0K2uzBxNmxTAFWBlB4FcNF6Yvtq5Dwd7zo5dA2ukCCBhXedCJsOLRmBUaXaJP
sy/SW69LelX4bHjEOWMxFRFJTA2+mS+nx7GZGrSvB7CCPY9ZJ4YHwJKth70CDgt3GWVh2Q3Tsp7j
oI3Mh6D3FQydcXGfvUZpb5uzEUAvPU2kCb+mM7BB5RzVqC2lrbfQR9ePdXL2VWfJB1xohv3HeaHb
hzgSIqhGMQzems/X8kUfIeKi4wIayLQywYizydaz7K5GyBzXIo0i9uSgrPKKlWL1fpw3O6HhHn3V
xBawyax5kWRBO37gM2qYGDwmplPo0LctzmiBBNy9Dvu+VH5NxiJoGxE8RHq8koLpfE2uU6jJG1Zk
qYlJKfXkBxoPQc84QOfJqUsFrLnyTaK79HVEB2X4mc10uFe9RlpfNKzziqCD9SCmbrqaPLEUQYJo
eGvcMGpHJJXJ6uMsyBbc5MInQFkwlsLIWy4tXsZ/1gMWZgHA/VRy1+i+4iv2k2+xr6w5k4SLAAwc
EOBvg6gN09IlovmZmZjlcxhsZ53q9Wvf1w3BkSeuu/lRQ62HiKeQ0re3YTta3P3X7kPqruDdTW3h
3Zym3D+lICetSN+Q6pZqgzHRZyuMxy6c9vHyqkUdmI+90kGB65CJfHeitqaI19YrR958ylatczN6
fzmOLq4Bt765WrvmpllGGLtE6OtHshcW27YACJ/gQD5Bic5fFuWTG8KJrdZBZycrk/COo7v0i0BC
Vayu+8FgZP0hQEnrqQkIZcAULC+xNbfDgJ3hNrXM/RmMXfB56uO0uSFtAyX31s1b9jB5RD35Fv7D
sL+PH+AcqvOUOrioaH+rkLZMnxlKTurJeCN6HpY1KbQHyQXA5p/TtJ9zN6QPuPmBxwCguKHKZ5/d
IcSZi1Mp+YTozk6cdJTnUq4LtDeAnZDYegWzIECUHEsH46MtYkbd3rQ6YSdMDADDKHO3G03/TFO2
PEckim6pzzHhQqGK1qfPIlbyU7CJ9UNKx+6Z+eMMIZUWnE/56reZnXOG85s7OwAL3Q01hH2mwTre
Lh148GXXT7SQm97Wc6+6+NZBkBt9sl6avDBhQ4AGyNIn3k0tE2NFXmOtpDB+cI3/Z7vUbvkUx5S6
3LRyTSFODox1ZXt1uLgIt24wAkpV4Eawoqdpxixb23DoSkZN4N2aIEKLPgwBrH+rmqDOHmdvnZez
gXOF/3mjgtAic5FZ7nQ0xuw7zmJyAjSDeORmbMc2uu9WI8AXZr1BaA1GlX4OtRj9D1Oow/EE4xHX
w2Rjps1l8EwmvnlYmYCwxa6N29Kfu2bJddzicJUtOmkLJZB127wOvTAUuYudbn+uaRxO92YdzPYD
mDWLBL9Z0hi7t8BCjse8Qwtcd4IvVE0qlYq2e14DVLNOQx+F8rwkCHwlzugsuUxXQelpSiQJP6BN
rIvvoAgPgzLI1ji7BGgEXH+12EXlBz0v6egXLmOmuZ2nOfRpDoucFPnf1hHhnlHsSQjqOhAhb3fz
LGZEoqZPkEONEkv/haP8Yr/xmGeXaMA9WzhLm3wL5pB73yVuaVH4WYcY3E1cqzQFZgcy/7zWhoMA
o/RaGslU+oXCpWL5nNrGT7/O85SRroyTyUOyUvexZ16o3bqV5R4hSYgsp1ayyOpQkMd5S1f3K4KB
hfhTtejPPKUd4JUfnWjWDBYa8aCeQC2P+XrqDfyKq6z1yPBEsT4Rg/1QXRME4JESlL+bHoYUN13o
N/Ym5A33ZRltalVDLiilDGCDASdqHF+6qXBIUpFYI+9Z7HO3IEW0VcYZV5/F7A3mPHTekl3mOdMx
vtiWWVVORKzmO89idNfRhmfz98XyyZxH5kuvyLgO7tqJ1bSYcJu+3Luuixg+SdKivXXGvVGhRjPh
hPX/ODuvJrmVa0v/FYWeL3QTJmEmrhQxKFR1VRuy6ZrmBUHThPcmAfz6+cCjGbHBOl1zeKQHHTXZ
CSTS7L32Wms3NgZJD8NieS7WFk14W0VGc6XCyX3dmMbcd34vl6V+Oed57rd0iPWROUaDScc8N60O
s3IJXyKa6g6nxeyAHGJvcPyuV8TPfj/0qnvl6MqJv48063H3SyZEHNgKO6/Kjzq6phxDEsfbBLM5
Vp2pF+Z1mNKl96aO5uq9x/HZBmbfW3ruiwTexEOXL6lGyjUL7WpaWNdXjiF157rnvkk/K2UmVyS1
uvexIrx34p30IpG8pr1aTBiU6oWdDD6LTJo7l3N6Bp/QkIIuTqwnL9xUiWXXsuHfZbos9nmY2CVb
LRyuKwEmdwcCZ8p7t5zs7FqNrfcFbPEDXV96w6ZJkI2ooaLrkfG6NKLwEw4tZBlRwTGZpG121/fC
Q/WAZY465Y4b7+plpoUOmhBxTJzWzO+a3uzyuzYcupuhrqv0Mz3J+0etyboumAaNz2hNzkM2rClF
lrnl63yy1INNRNMH0dKQeMLU6yc/V05xQH7v2X5aq4jgBCLOSPtGd6ICwUnYgVj26QuFRIWmn+6K
XWJl0D5kanF8Q6KpOFEc8rpbs3Eb7d50oKVCc3PKaDyNdhT1OR9lmEWHR0GYJvtJmG66hg128ipq
Es/e60hfmu8Tmc+402Kw2E8YeNATuZVuZ+1L8j6DpZkYb9qE5PpqLtPON1IO0Nofh5a+jJExxF9d
WXTGg6mGeNzNRaeTujtWPk5+Orq59jFJ9PCLuwZDR3fCN+HdbNePfZb31kmAcujRrimsbDh6dLlx
d57dFo+VZMv6Lk1odjS6EdY+9yz3B5ydmQuTMLt7HFtDi7zcFeZhMhzlfKgjzUNRn3ghWLfmFXh9
dTXmMgERUKGupV1VX/N8wsgQLC5Oywe8B72UoDtW5jHtrfkbYFC03LS5ET4Wcb54kpbz82jcFrGy
mndaKGz5qNMERn4DLInB+tJI3npVm3F2iHjeGZHeqPvWC50a8RzVUiuyI3GfaLZNfYagRtxIhUXu
wRtb2wimfhHmfrRH8pC8GKY3uHzr1vu69cZXmmZ1793Q0d9BIOmXqypEQXTUKqCeKS+mcW9bLhbV
SzrW75nz7KbUM4iadkrPd1x7rOpUxZ7X7GRNzubXWph9QHs++Y1E+VXXlrJv2qnW7h1bTXe2t8Tu
oQoxzdnncp6uGhqlXOl1Lk4Wnbk580qze4hJYOaXdVShhx9HHKx82ZCtvlEDpsWfcJUBaehmZcUf
KHbgNGSPM/NgqDTlWPBM3ayIQUiGQEP7d/FkE5GagGMEV4lIpYbhMW0lghZhh9xLNwIJVINR0XnH
aZfkyqhF/UBDgTR7bbgVtgYTPUVeJzyIbyZraL7j2J575begveZLAkHH2pk1j/OuqkJVHdImTOOd
YTm1+rKyt09VmRfFzeQ4S84Ymda9JlVW+UszctQNkWViHly31qojpGBHvaK4Uu45Jsry0EqZdoER
j7kOAZRexPtKCQ4RnI2u+RYAbGEtqxrsSEHDH+e5f91pcTruSjno+bWmjcVyhaHe8k2TNALzc5qd
3kRLNbF9QpfpyJTYZ541kGH26tqsdELYOClv5jqWr+HjN2hecCwFucN6xLSc8IO2IJA4uGi+5ncg
p9PIRdQJ/VvvtpHh0NUpW8C6unyoy1NJzS35FC9NV+z4Ulg4uFlMGsCJmY/FLm7CGkd+7Li8O0z/
XJAaZdfDaaqsxr1y6ARPN95wtN3E1yRGngflmesm1NIxisjcG/I2Dp8sSJfOU6cemZHnG9XU52xj
KriPA3dneKrbXkTBiEe8gFtcGJb+UFlEaMGovDbeOdZoo17r7Tl7SGy8iwIBnpF8yEHnLL8ohzh+
J6aF0yPSNFu/th29kLvCM3IjqMB3x11VjoC1fmzPUxSkKBPFS6tuWvcVLW6S0Z/xNa/3wxxKUmFj
sYhgvFrvv2otfUJ8iXjJe0V3ptG5iudaOV9tXkq97whQ7VvZ6bmzs3InM+7zSAlswGvSjDjpiuL1
jCVFdjDSThSzL7GPGIHk43KJfCvvMYxhUU8EhdXshA3t1b0uvIsrkSwn3RJTeefVVB58uzYVHQDq
uH0U0kziF8YSlpCbQpGVR1oxaMY9okvHZk+15qKoaJZzfaAjqWoP0OXqYkedUA5fSlV0Gi0/l949
aTnY4AeRF+sXskmpAr316pSknkSveDGAiGc7FEN9N/i4aOnGjbANSTore608JjCHxi/KmL0uCG07
7K8U57UKWlnX2T43TbcJDHos9ZnftMUcH8gwclJlC0NB6MT52vCO/n9VkMaJN12HvXDcHcqnyJMB
3iKCDZWEBQwNivtVdG2Pk7kQs/S1dZxLq4J/0hDb+VQW9MxHbbqkQcMyyA/WNOjNo5PILNfIHXSr
N/3IxJbne50VOQrFjJpvz2VaECdaOy1vvSvbqI15OmW6a7oPQ0tvolsFwDDVvHhipRYxyGRWL6WT
5NN7jbfxND8GBamGw+rPTuI7ustovRjWnP0m1KpsIviCAb746RxG0cu50DuSlXYwbTa4lQHAOjuq
h1L1vugKr/yazOTzEARnpxCPbT9qDcGAI0mYqh4B+Uj/paq97rxqcF9KDo+IUNFNl29ZTH3tU5qq
KjtYkVVqAERNbZa0/7bb5JVFuM9ehldiyUNNaNQ8xrUllev3uof/uHKswX2rAzYnNDSiotV/8TAo
zh5qbai0+yqihPlq9NKmw4NjdnNj54wNTt0IQes2P8UFlVwWiVWbh9Yh8bH3dAYdmhtk1pFUu4Wq
aFXgO9g6iRMIaffujaqpjd4SXbv2LWGR1b0p8zRrr53IVNVJG/Ko+AQ9CNzKXmO2w1AV2uDnjqG0
20pgWfZKG7oh4Yyj0+bOIzIu9/NQuO2LpOuRbhVSOOPbJYcXuXNFR9kyMfMS06Q20vqvrt3V4VsT
0HRnlHTsSMflWlvoGE/IilNnflJ1ZM7EU3RV3+nO1A/HuSo989hSN1JXeWYv4kGPeymvk4za9q4W
BZSWPWJk0QJ6lJSuKGh1k9QOTWsYw860i1Tz2XN3dt2tGG0pMXw5CB2xQHNINJ0Kpl1StJz9nKaB
rj83Uy2DNnakdeynwVuOtTVposSk0FCD52dmRPc/UAk9vZV623UPsqNPwKMTWUNxS2CbOIdcxoP3
RimKjUEegXujt4VufZ+UZW7fhFFeZm+Uy8TczIabdddioEkUCB6ai6usmxd5nw5OEV1Paetl70j0
gFeB0omWG6A2t6AGY+E6mIjdwGautR1uNvZcB1S2Hdc7ZJDdV1Nu5yOenKLTd56HpWuxLyhudsOJ
AKxlYnsnrdt77umSKgr0MorDxG7e/MZk2pELejLOlnfUA0F8R3bywVsW55Yk2tZuDC0EWvdtgR+j
sRamXeNKpLZdX2Wp08jbJa+QbevGXPUfVTJ4YNrZgBnOoY/qaY59XVGcoGpvQCMUTeeO2D62Rfep
GC3XuK8wEumMw2perINpTHJ0ARcWb0x3XqFUFsxFu/ZI7Dv7hWxDqzzRSXFRx6asBzOIxrkub40O
5yV/CjOhn6ylluat1um6dqDe3idB7kYeCWfddDWxkVkk5ufJSQfrJlyidHpNpcXqKSHFYbt8M0tp
Rl/qrBL5SZjIdk8iUXNzh9lA27/NsVcnqimlNd3qltbN3+dGpvVtMg6Fs18G6QIKegQiPsXrgTph
0nUQV5veuhtE0aldP9ME99TyCGkwLIaR7dB52PA/LGtl547uwYMY/SIf6XL9Tqgs6u7aftHLa4cW
jsv6nZ0Q3Y7Xz+Mu6Rwr/QKaqAHJSlerO2BzMpldV7LOiz0xdcbVyBG6JviqrdVLT2tHczdrmt6y
TdymRfpTy3XuvBr8ihiild7LzhlzDZeCxEm+DevN+M0ZAKCx6pDRqam8WaegQjj1xmxbox+ItSlp
tf6QW5iTKJOeZw41AhGYhtRgiplRE74wYqdXB85PbD3HvEzGxz6d6um2WpxCvm+nwbbIWpp0uJ4B
6af3rlPU48vVjtQ8dsUQ+gW+TY1PGBpNQWlStOKypRZ/786z51x3MaKZF5T7CuxECIoXMK0mA66S
9GC1ZP95GLTG9dHIGQqcv85A8tomfg3jRycUGukv/jqFpMuFSLsYbEi90Q29B6cWHjz1UlCaBfoN
26bq/QTpquVXLpQYcweNox0eQZAicGKQGtF/BqZYEs23e+LW1Jccr/3iR3mFcMmn3wIJ52FC6Uyf
q3Ky7PgjZgFUa/xB0Y+puSrGXibpTjVY4ROACnuSetCaMayk4L+6tsdpWpPuFfVWs98JyG0Am27f
hDs8v813Jn9buxlVHNUnL/6BMJN3T1QjSixQX1ZG1+6BCZYBirYWaqf/CodJTHNn5Uc856cpEHZa
Df4yx/IlZddyCOwQH4PfI+NtTbLs2SqLquzyvfA+pNZbezz8Hp1tQ3yUuTlOBN353kxeu6AVifw9
NZixdcaq8O70wsRxDtyPAvTIG8VdxzHdXZCj/4n3muFuSMpgYEYPuZKaiMb2a+Iq6W8KpVU4YnYQ
zUCox5QOF47XGPdTB2ZLZpVqYkehhO/0/PT9GXFuw5GMJmDvRGudQ0Vj3jxIkMTcwYNtdgRqFNEp
gLun50f6M17ghtbcNh1LDRHoAW+LxnnTz1U4BHVEgIsRQrca7WKukxOOTnN5YYb/hBTrbqiUKVRH
rhFDHmyX9jI9Dkr7BpD5wgv9yW/fGm3VNKfsnNiTkKCKL1mrPyi3DnfPT9af/e4N05n4vCnqKJQH
Ks9kCu18Sobc/M1fviFL9rrel9VgywPg8x4OMhUPHcjx9558w3QOJ8qK0kvsQyS0jst8DH095tr/
vd++2e1GVpsQ3ZgXYymwme49GqYu1Zvnf/mfrNBtd0a7pXZaTynLJXY841sHmKR2wp4NWmS5RlH7
9YCw4IhESta/1WkSTP0pbzV2I+XgiCUPdPaV762m7V6kOrjq8y/0Q2N5hou7tTZy0tkED4qsQ+F6
MdCzV86Kqgr/eZz13n6wCLn5f0pLL+2rpE7fpkvyVmelyWPYJUNMkhLFexqNfptGM64Nv3eIxf54
uv/+Ov2v6LG6/+M5un/9D//+tarJ8qO43/zrv95WBf/9n/Xv/L8/8/Rv/OvqsXrxuXjstn/oyd/h
9/573OBz//nJv+wJyPv51fDYzq8fuyHvf/x+nnD9k/+/P/zb44/f8nauH//596+UWfr1t2FyV/79
3z86ffvn3w2DffzfP//+f/9wfYF//v0dbtuP3/72v9vPX/62L5L2c//Y/fLXHz93/T//Lu1/mGCp
jusYpm5Z0uTUVI8/fqL/Q5oS4AwWo2Na5tqktKSTb8zw9j+E7UkDVqbn6Lq3qmK7avjxI+MfNloy
ch66XEpCUu/v//cxn3yo/3y4v5VDcV/BUuh4midsa4cxHdPQdZuE0oHyvvUDhE+3OGAoBhRdDCST
mMASYkB76qf5knB6FY78ZwX/MRTsRc/CmNd0dX1ze7gmTXvrdjACQ8h2p1XK/KQNQ0V5WSS3uuMQ
0o52Gyx9bD7kZMP3P32gf7/5hTcF4eAfx/Agmjib4fMlKaqQGCZQpMzIfkS1q/XYDMy2di9s1vVo
37wpQ1lSMgytJre9LeiAEBuGNlkBRscHAv+3yobKBK4OgO50+NVo5eD3RvLx+Td8etP8mGDmV9Kh
V0j+x9Z1oB1bDf6TxhvGKRF36GngGHB9nh/laZjxxyjS5SvCxLKlvdVNkJPYixvihSa0OLmdp7z8
BNKes2wK61Zk2fD1+fF+rIvNbLJpBAxlSqkOSMXTA9arm0oflGMGXj8iC8CC8KSlEvxyCY2qDXo6
Yg87Oyucw2AY9ne1FJ8SUZWHutTrdxeeZT3Mf30WyzJ0W7qW3C6iLpkdR48jKyhwEfchqwfzRCcw
WOhROIY7c4FjVIXdneSZT66pU1Wp7E9RqqJAI//ePf84ZzYvM/OfpzGezoxbdDAJAG8CONVFsMju
swgjcU1/OPHXWln9+OrStDA48CzLM9i+T4fqrQwC9dSuu6fzTlOTvcnr7pLb0tn3YVZgPXEu2lvT
t9yZ9aEsDb40O5XkCaY6mX58zBb6//zG1P001GZRWWHvTjaQaCAcZPsRQaDvDPVdH4GsPD/SmV0p
McRm2jhjPXtr8GSKCH0OJ1JQT2RvlSOaG2UOlxor/Dp1rstNYnGuuUKXW3POLB17q3bcKpChKU5l
scynMcuLUzgMl0SN54bCsUgKz3QsD+bg06UQ85nCkmoQFhtF/4DXs3YEyDOgUIXtX7KzWFedy/1m
WVxPmD7L7VnTDxV9RzwoirNyaO9QtaNvk+de+EJPg8V1FD6N6RnGj6uBu+HpC1HPoMBb6XXAFa4/
UgdMb7vF9ogbO0EGZ+tfoMSGx+eXxa+z+HTQ9aT5Se40TE5TOKGqydB198HVGmC1lC7Xvp579oXF
/usSXD8VTjwsQ2n8CG1+Hqtq0NHLFtpkocJ8109eQ2PkPrygAv71YvCwrf+x+jyuha2phKm7eRGO
Er9CXdOP8Eeco+Ae8TENYRp1TV4IuM98Nqkbnu0a2HOhU90cSRgz0ry31Ydg6dBs+HR8VdieT/XN
RIx83aT2sPdCpEV/+bvZnLhMouPqprF1gXGQLpleEQ+geKYEjW6L65yYLnBTvb3wgmcm1LYp7TAI
B6+xzX3p0QP8P428oBjGl/QSHd6IBXlVVU/NwYo995IFy5mrlltWEm4StxgcI5tTsYsy0NwGM5NM
pKYPy7ysuOSatZSlKEyHSWOkvl218nPtUJrZAU33uDiq5lXiQQ66cL2toz29bIlwmWOONBzkrW12
nvQlvuM5tGcQotD1qYOS/SOiyKDhlFHzukvhCPsztf9lR60coOX5T31mgXEuc2bb3hrIyc25MJYd
xP+Y8eFzhwez1OogV9RZ807/PKRefGoGdalLwC/Hgk0u4OhoLjmUDHtrS6pcRcWROmJg6BRiujEB
jK9cbUdl5fH5t/v1YzOU61o2KYDB0bD1rKh7M6LEUwyBQraTB4VjhNTWQ+/U2r0pAtUoC85UmO4X
UB/YrMh8T66yhmsnV00SPP80Z94bGxjH9Fzd5e23LkAK8U4/GFqH11eL1ktzmtcy1+O3jazSC5fK
L9uKAotO1kP2tC5zY3PyLhCCoIcWfVCLisw4SakvatH0LkRjeoggfn14/tV+OX0ZD2TQsFzbI2Le
evza2phi7suJ0UIs+ZpReofY2GoXIKwfM/RktzCMyX1pIUbjlN9+znQMw2ShShpQVQ5vdIgaCTYn
VR70oOb69Wy17T6bhg4llBkf5iZK9042Jdeqdvv7QkOO409DZN0ubp/s//oMSIvQ0XYoSjlblBS3
j1GzS5ONLExxTcf46bBUiOCeH+WX/NIWHMxrCMQQtr71ukiGUItyFCzBnKHD28Xjkt0mCw3RgroZ
jCtTE+kdNtFTYFShdpSJ52kXFvEPO6nNN7DI42HJueuxvZWrRw12CVU4dkEUZ8Zed2y0VeFqFlAZ
8mbIG6oPXU0/JlGE8QfWqHffqaHYU1bMAgPx1LEWMr1wLZ+dFqlzfDpr7L49USKjgnBOSTPowyqp
91YtyBVmKh3OjsssO1Lqofowivx6LsVyVJNEIvH8l/nlIOXL2FzV5KU2keMKrfwcf7S5K7XJWZdm
qjcvUcYZvp3N2Wlwhfd90dyJNbroF7b5D+Oapx8DLZ6QIA007VhT8aej2oOYtKjCqjd0zPdW+6Ks
+jsX3WSpWZQRYfhb9sm0YajH8026HMYyO5nOt7Hzgk7Fvlx1TNFywYfl15kw4cYBtLjgQRAJNmdP
7KHXF9SvA8gnw22mOli5QNz3i0UIoaVL+xJjkvrL89P/64HHkvQsCJFE62jrNrc6/frU4NqVCMrO
SW/m71m3t6a62HO1XXLfPPN+XJlSN7k3bYvD7umcF8oqB3fJlkCmSfuKZrzDHp1G+SbLW/DIPHFv
F/StF4xKf13hXBtIEh0gD+6PrQklfPWwbFwmNXGZxdgo02v8mrsjvDoI4XT3So6hsITp56iKXvRG
vVw4e3+9vBjXImDiYjFBKTYTHNW2TPssQfPVImiKyZRvQqfqPioYkReG+vUyQTlBRIIkeJ3hLYgG
6WiNx5Y5mHIZfivKMHkoB/Pj8wvm1/exhADdYfshBHe3Tiq1GiL6qDOIEkP7ptElNjlVbH5F3XcJ
V/h1bTIUWYAQFrAbUd7TBaPmuJ30OJ0DfYAkY0PA0n1NX21cO4olcTLDqn7+5X6dwfWGFEK317vC
3ZYIFO9VDfiFB5gbiCOkdu3OUKO8cOSdH+VHumU5gqB6814iahE75Gx0LZsCXJEaBF5FdviNdyE+
9qC3GvjbbBbeMowJmtVupu0msUvRpfbNkEbThTV35hvp3B6CM2QFZZz15z+lqtmAZ3vhuASKxmSc
qqqxT4UWNq8tK44DXeiXilpnlh/FGI5t3UCiZGytfKcMsjyq+SEoUJ1dmynNq/zWykt6cE7Tpevx
3Mu5lu6sX4lwe9taqst7UOdOGyCG9jEUO3GViui7EOk9q+dSFefMqiCvIpNYT6r1bno6k3oEd6mZ
3T7AttwjZ+qtXR83w/H5VXFm/ta9pEMytCg4bP2hqmEEotTkgCQ3ekQCaxHsmB97jqSr3xmIJI38
FIB2u8i1oW1NvTaHYBya8nWjymingLtuw2X46ycSq4HS8nqP2+B2TydOc4sR/qgYgpXQcW9W0txr
Ds0y4KBc6i78A51/Gjes2PZ/xtqkfVDcjch1SLub2olux7ZG0oVEIJl29NMIX5l9N+KMo+k6zEiv
XbA+ISHvr5rSIfBDo1h5Oyc0i1VagjxpN9MLF6oHSqabHuL666lsp/Kt0sr6kfKzYfhzRmPjoFiq
7FK/vA0tAWTLRkRtE3Cx5ijubH3ItDZGxYjEJpBzJPZxbHZ3w9T3H2aKYnvpFd4ePhJcIazWNFhY
SXicsfb4jeW4TqhluhBrfymQDohoFAXYMagsnTbxBrFuLezhCghJXhjqzGZeYz2iHRwyCK82bAF0
tph9cJoHTd5kd6VJa9jdHGn1bWusZP7YhCT6/BY4OyJlBUnaKlg0m8UiSz7BmPVjYAGdYHVqD8fW
Q/bsR0Oo35lZHV8oY505QiyCFWo8BEoU7rZHyNK5fPBZBbFXVRjKzwiNDDsN/vJrWdxafLIfgcC2
12WPRoR2VdieNmktglTlwzVsqPa40Cn4pdYtw4Xxzq1USwf0AIIlLZLbuKZIEWEaVT8F0axGH0rN
AMnEKA9jmlZv5ybXPhcmDRgClzLiq6T1vC/uQCDkP//axrpANnufOA6cntsA6Emus//TVRdFGD7h
lrYSqXp9j9l4edLA1SO0AvFwO1l5/NIs3REqaGzg21NhU5JOYqdg2ALcDvV9bhQCFHK2/MWtikO8
smfnMaqCHBHF6JcNtSoImMOFK/rMkb/WpASZhXB1+eO9fnrumRxGZJWGTS3yC+GXtobVS6H0+7JU
6uvzk3RuBbLi2dLIE3Thbpa8pyJN0OiaOYrbcB9XNfYXk4wOvzEKm9ml4Cdsa3tVKgw2FqMuYQvq
dXjMu7S6hr51yULxTJIIZmDZHoEgxXTH254YZawEYQi2HEVkf1N50w3obmNvb2Sh7Z1EQbfMnQG4
+25GKVDuOG3FixEd/skz7e8CJdpREpUcZieL7tE+0KAIPmZ7nHQxPjw/I7/mVjwqIT9ximWYcpvm
TAm01bxi3gE6ltNcJ8VtHrXpLlrC8EqtJr8DZMkvzw96dmE5FF8FeKQNjf7phkBdKsfKq6ag6LP3
7eDSV140yo+8pdg/P9LZZfXTSOtJ+9MS7kA5U1ExUjmWbVDOaX6Hq6i6gIacfx+LZFjapmtvb0TU
MjDl9Zb3kUnttxG8Xp/e8+hanVx8+I03cl22JcuXqulmbaVZCONacaZlKtMPq9WG32JMdeGNzs3b
Cp06NrsR/G+TcjfOxH2BHVhgKYWnNHYDfgZv+6/fcyRo/xllc+1kuugaHd5uUJDKvUG4NgZTaNp+
DX33VEc6ksbnJ+8MPA2UtkK1LDyPCdzMHqr+WaQRni40AlNBZLlj6mtlp67HqHDfrzZB15Ppth+m
WuTvjExqtyHNFm6sYnbt4HeexbHYAy4YI5Tbp2tztAnn0RWqYDb0nNN+SvaFiN9PaKNoOl9+H80E
1UASXSd9t/g2ourD7CYXPsHZDw1o5BHfuPBhNh8as5MY3daEcMhr6qMc9Z6ma11x4SY5O+/Ut3R7
DdhAxzfzjnZcRF7NlGNhoQs/I359wV3buYER2v110kUoYees/AJvudiFuuN+wA28+TwMuRwuvPK5
3frzs2zCfqvOHOT3SgUu/df8oeXlqWnU+8rAseH5b3xudi2PSwCYHsncFvPIMsISyiFcBDCzfRVa
c1DUWXThkFu3yTa+gPO14pJknHLrltoOCkcSFasgJWZHqb1gWOWrtf70yhJZUQb4IdS3CDFBq8ww
rf6aJf+PhACCkIcDLPkuGeJmG1O3jRx6mKsAkWtx3YwpCoKsaF8/P5dncHB2CVQrYin+sbbVHKOJ
s6GnvybM9zn+nGPHnQTOMmhv59GTN3o1IaDEOa57ASsv/oofAi6m0QhB5rT0uvZ+SfXFPOpGiYz5
+Sc7d4cymyufwAESNzfv32SNmDLEfEAZwjziWjb7QuGhtLhuccQ4ovItq5Bvnx90PR22H32NKC24
EuQJ2zpiFA2JkRWcZHOVJ/sk7u4HrVo9RORHvdcuRAnn1rHDnFOEIJ62ftir/nSNovu1JzGzUSgX
G9cI3JHNpXL4jUsHyqJrAuk7cNzWjfvTKCOaaadImEdzsvdRXxb3Sz+2b56ft3ObxUGhSuWMYjtC
9aeDJNaccxhRHWh6sWCmpxfaPlJZDoLf9gjuLUwrQrPzPaH0C+937pM5kBg82/Eok25hSepzY1pB
EQrMSIuAIdv4uqk1Pd4XWEXi8CGK7N3zL3v2uznY4YJIQrSSm6OuwdZz5ImmQCnPC6SZWYE2Junh
+VHOHai8EUQ6TGAlKOhmSuPWcFWiT0GIYvSF2U3eNZWYHj+BbLqw1c59PRfaE+RWECJIpk+HylvL
1qSerd1qTfUi81BEodApj2httH3Bdz9ht6s+lEZo/sZUgriKFRXlttw2jauF01Eg1YhVzCl5SKra
3BVF+dfad/xxlAJnAEeRBDnknU/fb8lTOxlzjO/aLq6CwlOF6SujQgn8/Cc7tzBczK4o4K2Uw613
d839W9o1KeniTTpur958hXzwkn33uYORmiVBJAQeJm3dED9t6CZiRbYWCiJphepuSMI83uOSC/Aq
vNYOWtprBqHI1QWKy9m83+MmYmjIXkDYT8etyz7qhU5cqZCqYV1cNs592M/dO05H+xiOqx4fBujV
UqXjS+XF5X2+NBd66J0NeTyKVkAqgDhgK08fwqLFPUba7IpchcYh1/EJG21Rf05xsLyal9L6JozF
/FgaHtLevMPiL0p7eR/l6V9ri/XHovr5STZHXloiy8zihWAe44AbHSORQ+q1zYVK+ZklBW+cywG4
AGR/GwXIuqdRr6yIqpcxi32cRRcM4vJav/B1z4xDqErQDJxPQLCt++Lia9S4tOqBjLvidkqr8aql
uHMhcjuzdKnxGtTFuF6pjG3uolKUDSaOsR5YODBzaNrz16LIyqsWeg41QNqw+QZ0h6vnt6XHmthc
6ixXCyTOYEjKuU/XTGrEDb3A8LFQGO69GjIscT1Dn3aZURq7IZzbayLpZidC7E2WrMaO+Pnxz5zk
sGQAHOG0r4yhzVu32BFmcRTpgUeP5/uC/GePLeD8xlHa998YCTyMaJECEAvm6Zu6no7Xp7vACMIA
6aaxBtqYZY32Rpj9pTvjzIKBKONyNXEJupAWnw6VKPx8wsTVA00vYr/DJ31nVHEYPP9C5xYMCRv8
ChsYBejn6SgunnptKy09iBoHIpNnd/F7PUfUi5OLormRg9Qz9SP6ppYXzvIzJB1ipp+GXlfVT8es
nXWxjeLJCNCitt9FMQwvR8vo9wvmOxhvFFZ5ZQ6q2Fua0yEWcCf9ygtt68FItBuX1khV4ja4akbd
1+en5OzEe2Jl2xH4kv48fS5Vjgs+6IYeTCbj5hmdbzF5vNSv6w8CzNNdQ8wNB4Xsg2I5CdDTcTCp
V57WRQMh3OKoI4bEzYfFNHxLXz6ac7nLcrfNrtCQUxkrpyZ+Wzl1lQWdjjvsVYz//YtIK/Vx11fY
wR3bRe/l2yFpteglB1F5Nw1LpMgTR8v2xyZyxXVTeHHvz+7k2qfINNL6QA8ZDF1weUrqQ5U13qdw
qnEnK1o0XD5Gn/ImC+NpPi7LMJPG950R4WMUz6v3F9ewr0paXvDHtTm7KkK4VNgqRwhaknaCOiJS
p7YC3Yg62C2dbvtTi6f1Xld5svg6Joru3sPn4naW9fIOv/0ULK1cGH9yGw+H69FSuMarNsR9Q811
j3u1BomhjjMt5LesVu6GckDJxJCpCJsyJO1B83+oO6/mOK5sS/+VfpuXSUV685quPKrgQbxkACSQ
/qS3v/5+RarvpdjTUihiJqInJIEUQIBlMs/ZZ++1vuXk1RfgrIO6xf+eirBTaKZhmc8MK2hHZDZu
p3a1vSkU0I7MYaqr/wR6k7kZp8zaZBbM4j1O6G7Z5kgtGzSHDKkOHbyu2Ee5A2po1GvzPpoxtvj6
3IOKIOw3nUBuZDPg5w6IyKMWp7PxmNvdeqsa0wK9tJhJROTMBaIjGTDiw71RrNlNUzV9hg9qYQPS
xuZUNVL9YhgdoCrVavf1guAfj1taV14xJdq9oFmRo2xfGmkPMVAhSAGrK6yHyCApJb5yoxmAw9sx
Yi0bD4U6xJabjl131xmp3vuKndOkjntGyZtiMPPMK6PIOmam1TquHq3qvOmgUj+rcZktbm/k2k0a
L0nmOgnL/I5WT6Z5Vg/nwDPnpGiODWYiNSwR9Jd+pAHxcMhxx78P+yrxIcRVsqdEo9VsR1uuh7Nq
CekpqsfxpV1yMM4QAYvhYA/CfF+4Yt9MyKvnVhH1ARdWyeBZhsHLIUc2w3zMpgdZLx3OP3o77a3K
xtuBugbQthJXfe8ggC3hni12bEPH7xxpO6VOPH8ZbLuH+rKQ3ehOPZgUPhZl5sOy0T5noUuJK8la
thmlVvqsUhotLqaabAqnRnDFyqJY7lgnCydYxVo+G6WAEiNiWiR4mOcEkEpt7zTYyx9YndPLpMxj
dibJUX/O0ybrEdvoiuoSipjIsJ60qOWKKdHolmRVNtjdwSPuSnIfWzA5S/osRrnN0UhMUXWZ1VXK
fXtg7uOtTtp+I3IBmnpeCFGDaavH1z5Npnrb9HaZBxYwMbICimncKKoZqR7DI+0Mhd8xGG/OSZig
pJGCvnDWzk30hZtyFCUReeRj1HJgtVYRe6q0Ouc8Jt/AlSIeSGpY4FgL3rQCJNqifGs55dxANxnf
41aWJE+djJSUDzvXn1N0/LFrWzXI4TzJ0tyfUZ+0ASopxd45IHdkP3VsajnhSKbmdd2aXlTuZQBu
YAAHD1yEqXh2NAvcd1khdo6e6rqb1kJjCNUONdEKptonbjE3zuiqcVZ0t4OkMjaek5QEhQa4Ue0D
Kxyzk6lKk+FBWQaPZ0tJCycZahrm9E4jsJ5Ti3hRJ7lz3GEsq2yzOC13pyonsFjUboQ1104mPING
xa7s04rHP5IKGAg+3SxxO8+2cS8lU6OGTbGClgScPynumuTpBGi3awSgTsVaWHDoTrjo86Vbxahy
4LBmi6WQAZi57ssRyEXmQ/J1UPsORmeVoIlmKVK6dwRyYpZuZWlazdXtZS2VSB6YYeCkPP9IZaD2
v0WDw86+wuHGLhU3dLyce5IFsgdDbSWaaA24GjM1iz15MuzkypSysEiNB2ZFfVwSJePLTtc+WhEx
H25UVJL4i/LwX1pgcCdV5kn4BOjLI5355XgYI2scxezofmbG97xcJbKmaAERLRd+NUbUpKJtfFLU
v7Er5d6QSZZXIcV1HZ3Fph66H4fiv2XRPdcfAhzvx0d/eqt/NeH+wbd7Sr8SVlJ99r/+qf9Aq64h
qz8VO1cr8B+sujfVP8o38b+6fxRv4tvPHt3v3/fDo6sZv6EXVqlvjavbwlA4/v7w6Gr6b+haaBiy
WJFrwaHzvz26mvIb7SGkLyo3MpS0q+zvd48uX2IKayNUYSxDK0K3/o5H1/p1LK3SLuYxUX+bVxUH
s6Q/lk3FOHG3w2X1MMjtsvTYtNoN0czvVa2ubkKuNzrAC+KDxyGy97VW7Gm2nkjVKPT8wNTGdFdZ
/mLViuVJJmugNn9AGwmXMj7qniWb6xX8FirpW9err9yEi6eD3nFHXa9APvdvYwrNkhoiF4WLsPIo
wPi5aGSAAjZvqr5R1W1272TnLt+0LEOEo9dhZAcw1qq9A1++2xj2vrEv5540Gcs6qbTUkiM932HT
6EGpsRsEUe8RgDCxWvXhkrluZwVLFrAWyhIBtYGs+/VwcfLbdPDT6i7KDpRvDRA3cDrQjHPLbTZq
fkM8GwEixX1xT3qCX7AffTaPmnzXnAwZGrnHRy03SIk6FmERGs+EXyyNW77ay6a+bxGL5u6DpHh4
g5vY69KPRLkT963tPjTFTSU9qXnPkg8OBngeQOrKW10yqk5NtpFbG2S1Byp5E8WpV5N8kZSrvyvm
I+OarTncVhIFbNgM1oH1EnChx0jbVTbYpXoVDbI3vCxfpVfpdfkqf/9V/v7r9WPy1n/++Ji8qV/7
T/XrP/8ZP7M3Y2Ns9K/jp/7V2JiOO0nq5JoLM+owWkJI5flRtTJXd3KXFcsFwexq+6IuX4ubrAvl
74TBLw0pO0iQ2Fpeijdd88ahcPMHNCZ3s7zL+yBRN67iVbtkDebSn+KNQ7BQdMYBpBjhlPhskmZ1
bhtvXs9scEwz+FmWAg0HA6xbVgTkbC2NsPLFNV2yyk3IXmEiBbSpv0CDH2kzFa7GQXkPX/z6a34/
e4QXgfByXkdPP7ttwJ+z3yrgqotrvW7KdpvVX1UIb3VOUkSgyZt48CyLAi3UCn+58DyTyCPRKe99
/eEawvKwXJL3SCZe71KmB0vsZ8rlQ4Qxc5sMumd3V3PhXSx9jbtzaR7VXTGE8YZvr5Kneb6btVdD
7C+mHGbSC5dqrDc+Mx6qsN5HcuTJGY9wqcA5EtADqaG0JH8YdzkELHDa+qE1Whj9l2TYauMGDq9t
+Q1BLzxh2BGW2zcndj5PsnPXq+ONEZ206FQfi9GdQ31f9Uf79tVYW9ehz5F4zrnt90kSxBX3t7eo
D5106cardEEiSsvP5Es2utNn8pDenPzQt6nuP8Nm9ivpZno7SS4ZNtDRHKju3rqGaXJbdxAlve4G
lVjnd2vgaMcWvuaDdB6TgJ+oLoERB90CdiwhmmdfqMe8/IzSZ8oaZoQcWI+Tp/dv7OFBp5UecuuN
Cof7GvNoYDjAau82KQh7wFLQSrdOciiIylbSd3JG/Lnbt9kx748iHtw6PzotuzKYHB4b/Lb6Ir8B
yEw5HTxBC2nuyuYzp7iICegq5sBS3epuNXvOO+gDV7e2WWDOqr4HJLkV39LqoCYeQksoonCdqt7x
OEDy//a3cxiTJFbzjhJAtFN8ItZQ7yjWax4txJd9OJP03GcQ4rZFvVu0w1UvV9SuHT8kyrNuGzxT
4uXCXDwJ+Ukughph0I39BhfZJWkEF5OnrvupOGhqDm83GAidEOFQXOTlIVM9vQ7H+DicrOeJ9VBx
q9vy1pGZZrioh6TvvxHn4dSdvn+az/34Chgqfs9atV4XtKH6/V+j87qP6oRKsZugfHnrYX1eJqKT
3HyWiToAuNr7s2tfGv3GiDxleeeyZ2wtze8dtHbR3RhLwZX0LMkB/vaUxCjUctRf1L9Y/wr5XRGr
H0t3VgsdP97FNcxIHoUldh3VPkNrd5pK7oA9LdSk3rXGYxlEUzDZRCBY8NiHlMXafOlk1lViGuo7
XlWhePBIXQQlBud28W67EX+z75Rg2FTPHlDTwJz8nqrmzlDu65diMkMGQJyLLFDKieu8mcfsHUA/
FGlPbwCC3pjxU8X2GMWuI7Z25ltQXJNwvakXdI6esXqz+iJwshOb4sWj5EXzHKSE3ZRXLL66Bgts
0h7EZikjOGjeWsUJxN7gpk37Z92Yg5q5k9PDr7HWIKuisJjqzxhkVU1+h6pDNCSb0GHal6uPZKq/
s7F/gbnsuDPhGEAyOVrk4C3p2aHBjAbTk/XFXddbudIYlYxe7IDlJ6Jh0JVdJ6BEFvWhMGUknLav
QVcqqzaYps8pPtrdcy5NG9OE65nKCZ3ii6RhJ0pIlXBXWoP6kt6mhtADyXYC4sIcr0XG4CrdeFCd
cznfQ2NzMV8SgaBz4GvwZ1nCVeu4dKdxDaV8M0jzq6GMN3mmHGejOFvF/FQW5jdV6MdYPyfi7Xtp
9n+vSv0PrD+vQ+R/T4qh2zSwyPxceF6/4fe6U/6NYo5/mdg6dHE1+nI/6k7V+Y3JOY5BiznWteyk
xv2dDSOpv2l8ji8rNOuuY3y+9nvhKem/IWZjnGKriEQRrOB6+ht0mB9TrP9p2OFlQZGlMse3+Ygo
5NdJPnk4KV2C+mnB33fbNUZQOnBTcymV93Nnb8lo0ve0NDPaNRX38RfN3pRVTwUwh0OfB6ZxP2r3
M5jQzM79fikcT03Z32l1TUQC2dJdv97TVQtlfNRVeWhwpaNfH9DQxMqzFu819U6R3ore3Kp9FGit
2fvDMEpPlfKtHhXu4UPDLm5pntG9S017IJUy33F3F76lUI9UmUwKD7mgMGgDy86IpIt8LFofEUuX
UCbutC71cvsafzFExL60DstRfCZ2xwl0+JsFnWAHPrKZ3cx2e2esdykHUrfmUJfEAtHChIpC2usk
PWBT8IyRUkpBiQnwEJX/AFNcVlaW60wGcjxuaPtuJSKc0CP7VldsCGk8NPAmo/F1tMbWj6du9SSM
iVAlv1UQSUWfnSb9VMmqJ9qdxrmRTCaV5go9i1Ub9h0HYK8bgiwxPEWAbJ/QOeNoTSQpnPCKDwBo
ZTbvqf/EwgPl53NItICEhE3VPtrON3oj7mqSrDatzt2oKze9cq30IRFtgGR5WT6ccsN8JOvJ3BJf
wD4p23HoUP87gp2dhUYbko+ko75STER1E5GkVvaUTU3YkJAnRLa1F7sGmEudJqlWc5IJ2iSiIN5L
5VHV3/LZeDHpi18zv76s5XvGCFyyTpNT7cYp1wKthmwInfQ9GgAUFXI6HFAuEYmDIgDa59OgkEVl
GuDveZMpsRoDEHdsyA/NZPpWHD0povCV1FCDxHg2U4Dw3XRTDmD+Xd3q9ouxXkjrSjapfRCkWfHi
78iBxXIeG4dZn5lWNYV20kY9QBAd6pPuMygMYIAfoNIwBxw+mohkHOJV97MpArmqdxoXaZO0nyDX
yd0sN7qDTmpIQwht5IzqCl1PY57dGIwjzdaTWWT7CU97U0c+WZx64eWttJEsdiTdgqIqxxtlXDxp
afxe2FtroEabJi+Tashvkz8TsJYQ8Tex1a357UB4I53qhcAldmPONVJtB6oOpMa6Gn4JgR+VW/wp
nmzf65xSyCUhmqt1fKk70abbyRNFmm1s1bhpqGD2KWVhpvmFlIai+9pVDxzMEvmJFjmb3bxboiKo
9Mi5KE4ndsxYPYIGvGWRDjVxxLjk2eBfabC7prgdjHqnJvQtCUqgbVSftRIDokiW7SxPd8MMOX+t
QI0rHNOolXW64oCSIteW7ybI8HiBmNO6WWFQAY++k5acX+YbAkX4E4OLIODQZZSD06e0PqcyXS7O
WXXU3E4ljoOKMYA8TKEqHcW86427nAhFdAH6EPbDrZINriyXodrvZ326H5pst3a3xBPRRsZTaGaC
VJtymyYL/cezOsZBakbewEG2IfIeC8d7bxH+OJkj5QR1KkbbNuF2z7CY1i0lLYDo/IuZqJ/X02Gh
c/QdH+YofYmuMlR7FVxV7/BHaQ1zicBsb8m5WOb3Hh6siPKgTLjT0BZ5DXVlpD6W0LCbq3FdVoAg
T5y7PiLpUxA4PEKaqo07GPCbPrvNMoIQx5sRt/Nh1ZQXIy24tIU3KvE7swBg0d1jRSin31hygFXt
WBrEgRF/WHImbZLSbZdkb+vTpaUneo1zRMZUuRKhNgTBECKp62GBYN+3NXkmo5kFkM79MOduP/LS
5Lf9SsjJmwOVGnEqiHsRVooccN05QSyPm6Zh4kYgAaHhxICQBVeOn4QW7FdbOq7zvZzskn4jD7p9
q2v1A4N3P4nbL7UOWh7qTE6P3a1KYe6KqmGNj1ElH21kDL6qJzetkfY3pLs0btKkxXtnJBd6KBSs
TnOxSo6V3LUw026RQ8QuDaAvHXtNK/L5tZ0guEqC5Dd4GEEzctzVaIegym7cvkrOZWncqu31DGtQ
uk1TemgzWg9Rubw6mezJjbKLyu5E/9KvDRJ26z4db6qqHollm7J9ToBvs/byttGVgYmeyCnWurum
TBRvaaHA97JV7JpJJiQu60bjqNXJ/AxButvETtE+alTNWsomC9y5+xgnR31GnUvfdqa3g5eNGrdS
85dWLMLVy3ofGTK2ChFhAC/0gKlItOnIInd5ggSIj1vCCb6WxGcfpK6Nd5hCay+bnDSikB32xWgN
j5HB2QGoc0qBzEpUpah/077ngh/t50QTLt14C014+tRNnQe0ZQ4da7o1oNiT5nRqZuUx4lyIIy4m
UTGmxrSVJ4eJ2tTqd11qcspu18sIvnpHVCWnV/1ZJHJEfI861yG5XHFcf0IytsljkcW7gjFrD22I
s55tUil3kQOBnAtrZW4lx9xPifKoGtE+H4fDoifb2Vmf+7b1o3X+mvY5BBW09CGYUm8xzJ1j1Tul
t1OfFFmWvKH0wboGqIBzTzOk3jP7Ig1j+A19kzzLYnqpDPW5Jpqc8B4QC2KE7d5cyroNpap7bq1p
Q+glKUBQhaF4yHYYi2Zbxee5L/2Cvb+z6KWTllzLJBuYRjNxOpWkbZkWLqmjvJhE7WG0of+2DljG
TJLAbac9FLXofLnqxVMdSXa4LBHCOGZmgTJImBYcIiLYV/tU6ze62fW3vaSBaNI7/VxYVrSGeZpc
47X6aHi4pgIEepbGr6beJAarbNteA451zEQdUcvmFVtfqwTOou9m0a6ZDvlGvdBdGWr1IogmIDg5
605iyq1Nqy/6LWPbtHSZCw0Mukw92ZnwqG4jQ6sYBWgZm/+CSHqbd2nvEXu7ydcmb121iK2CJdQm
zFakUcbwQKqcPc4+KsrrrLhwycEu93nDfUQOtWQduKu7c46P84u+SA2DQBII9FKZsetZnfEq5IRY
YuQK6bvj2G1oNtLwAn0hCsahZw5DRocSh4NTj/I1rtra22NfHPWBRk6V5f2ONdEI9JEg1XxNNBLT
SR8gWm/ZQMhYDyBT4luVgEqvVxZxkvqVwCH9a+s8IFQ+GJQXT4PIl12vT3W45ErsVompHbU5mu6l
Lpm/6Dz6G+LqcyJa6Tw5mWMFdteZt9W62Cenm6tbHkq0S69g8yIa/TJjliMysosWxdmR3GW7Rjno
mAuVZf06XJPgCwUFfmQUHJvt6MJmLIcdTj8/m7WIelA+QFyVbkg8F+8ilcVTYlXVEVCIya2Xqe6w
2Px9Yl1iv+rqofS0JND0LHnsrJTkKrRXWC79wtGCnNx1oscBNcK/aPaywKchMfeNi/Z5UaQIqULM
zMlEMZm1AbngyiszsWofF2oatMJYHqQ1r95K1TGeUr2Lgoq50LaTqZRBvRCOQaZIqCLff7SEk4QS
nIitAx6LMJdJynm7qK0WRloh4WG3gNaBtdtDdNIR+hwqbczuSBv9mlbRvhX9M9mYYWrfktXyJYkf
moqoDzka81NOb4J43IoSTrG2kTHtojhKzn1ExrI+jQ/YTJmVtRB4WL6Soz7rD1Lfk88gNycpmjgA
RZzhFSNyxZimHw2mNPpKy7WvbB3VZr5vSaNBFPm9NtxaOS9urbTdkYRhby3Sr3EKOLDOzBdlsJ6y
UTa8diZcLzMupDJ1pHeQn5d/FryX/kL6L+mP/UXO2IkJoiLwMpXyIIvXZ4h/z8KYKW2zODtgIvZi
9apLG8mTtmOPZfCwODDKC226ZajAeLW/9FrX7WELcTpoMCgqQt04Tfe4jPqX6npuUTmkxFa+V9Sm
ddOFpAJzyk+jOXMMcQQHJucqEExQT1Sms7c7q7hnMaUobgmtrAj7wJ89GGErwYJL5/ZUprq663sS
vC+W09X+ynX7kRkJY68kinatJFkBXDD7NEeLSEPJqJodmyy9yTZyppCbvjvlxTDc5EQXbxhX0jAv
myrnzigdP50b4cetBdmkKuBAkdVdsp4m4+gxJFWCsk9JRWKsqR6Xta+w68ld+22cZmnyihoaRsn1
7U9tlbx3fcOrrSUoDyTGG/1Y0D8R5MAR/9tua4nIsrDOZSM9mB09nHVraPX6IslrHjTSiBxT+cjk
etMOjeXnCYz5mp4Ph2L6R+v8BoNk9AiadHZ/v1fyb+d0f5jm/enc7z+wo6JcneT/vqVyIj21+2iB
7v7cVfn+TT/aKpKp/nZF7WIBRuD1Ha77z77K9UvI1R00ZvBQ0M9dJUi/N1YU87er4QVZpKKQs361
1v7eVuEr5lXne/0kQ12FiePf6Kr8YjqE2QvWDAcGPXBYKbRWfhnnjfbUmbOKPWIwte4xG+v1S5LP
m0EviC4p9UnZT9Kk3ZaNWX3MHL0vKdfRXiBf2dfxNHwx41w95Gk+HNRCj3dLqhZ3puIw6v5/doWN
H7De2o9/MFju/hHS8Xrr8W78fzA9RsD9Z9faQ/KW/jo4/v4tP640psbQmE20kT8us2tr70cDz7F+
u8pR1SusQEaDfp0O/xPuLNOko0eHLADi2RUB/d8XGj8NUT7KdQvHPrHNtv63LjR+0M8iVdqH+HQR
bV4fnwb45yr7+0luiPaodtaZcjLP0uViqONwYsMmm5HQPJnBF4VBvOlRTQ2ezSnBcHXSu2hYpBoS
t7hfoJYSP2O3/k8v4eVH+/BnFPP1+v6fpiJwLkfT5CsDWsfuDRTsF5mngSt+FEXCwyIaJDoQ+Lsq
vjkkSPbVpUyOdS/qE/mWaRe0jZZfhCpPTfDnj+Gqj/35MdBXpXmKHwcKHPeh/stLY1XjAOOhmjex
VKKDi7W4s1zDLGjELDVBIz9uJZbZ/zNn+1ehO/RS0BW2zA3PO0xHlcvh57cid5xFFU1ibfQ5ol83
WtpLroK+8YtUkV8nOPXnImK6VYtprDzHyEdQ7cPcFts/f96/ClOuDwTnGS43G9UCMJJfLCA10V3G
ggd+U8R9BSPEmtWLLi/xt6iPlBsKTJ0SMIvJKU7ldX6VpVrcF9qKaWPoVaWkQTaCVDMzwlb/4rK4
vuR/eEvw+jh4DrGxOsiMf/Xmxg0remXn40a3nSmCcJmY+rbNWhH9xZvx6/WHuQRxDhcfPgeW9F/f
e8URgIjqZtgoBX9hEDeoP8K+ttXntZmMT1Zm+jNZP1DoSHoZuVFPdsxfXH9XQ8UfnywQdxkWObhN
DeXt9es/3Zpqwwm7n8W4qVYapG4mqbTnynlREZS3WnyUJ1TCf/7W/6J7tjF3XElBePLQQ2Hp/sVr
MRm4f4ZEHjZpV9RfgDqUKUXQnFeeXenGgf8KOsSJ1s5/YbD41+fKSoZ5HG8mWy4m4j8+1yUt15qs
s3aj9aU8ulIts+DkkklzSysiUu7iNMKC/XefLW8uW70h45b/VwqOqKxVB/XebhqikredQzQEuar5
9E0wXf6mmlVDgyof/ypq5nof//F9xRDnmFeeAL861nVJ/ul9jTGVKUOf9Zt40XvNi8qh/UTdNieb
JYvTYWPBxXW8ZYhtQZOkV/+K9UsH4Y/3EURPGaYnWFydiwt26a/WBMR5ESseZguqasVFu/eijHG7
18ZKPhHH9lDTnCfytva1lLS2OWvivZ1wvIC9YcyHto0bF8Gt8FVOkLecrrpd3CvOtnHm4oEwOuXc
LmpNDyn/WqK9BPDGwT5ZxRSo5tURHNE6MtoCnh218DmmUUE491Iae6mK6owx9NowN6KHSNZy7aC+
SVLpbXWK1RubiZtxbT5V7HBMlNaDmDVr1ymErVvOSLxYHqfbcoZv2dkSbRyMhy8JTYedOmufzVop
R0tbMzfJuaMov+37HHETPQAjORczT5x8mkusGeeB+3GXkiuGnRkVpItAWbwqufPSz6Xud7GJuqEW
rScmk6mo2nGaM7XxUDVDv3WiQdCIKjnl2pNsLx5ZlsXiak52P86Z1dD8lUdfHarpZUbYHcBXXH2s
0Wk4W+wAobSOIr0XfR03aE4Y1XqrNRo17UsDPlXrTaJvMJNUypTli+eIigUIVbjiHMbeXh2M5c0w
crCz82s8qJLX1606487KfBooJIDQLyBOUQ+GttOdC56YhcbQlNkEpPM4SEn3TAsBczgbKuLLOWrq
Lzk/EduxPqnYgew+s6VTQagJEwDZQZ5+gTrBAghcZ8yfl25iWS6cvLwqyZf50jFRMDc02PkIpjsj
StHo+T1GGKiquKlsc58mOqmLqQn8lJcGKz8YYa0aCbU15RUxL3/pwuvd2IJZw48deVaGUmxIEpT1
zz5W+LGKWenjXSQp/BDMcPWXeNFMhQGUpQ+yS4qpHR2MQmYRK+KOdSaLMhlRx+DwqOOs5vF2quBj
C1eAi6TJ044YCijDflTaPDxHTDIPrHFEMxduF7dke65ijGsUSgujgJyel80EkQD0/aw0HJsJATQY
3qkaCLZ0rKptZbNtHHXy/Bq/Jo7BvtGrgR9N/0KuwqaV2/bQxQjH90IeuZblsrWXY9F29ZdmyG1l
ByaPdr7G/cYLRblQcaAURyHkgQyrLGZAMC9t5yvKQqCQgVj4TilnBE/ATA3rWBJdH4WTUfTqWYmb
WbqPHaiLtykNLmR1DEKJz5SUjzXNltjrnVX/pozXuNo5N+ozGENCGCfd4ooz16h3fLuKZ9NdjAVJ
mtbLx1GrY7/Ru+Sz73itUHEsaewDDK0NCFftatxhiRPVVoqZ+Xllbo8WueZa9FKqFbgCxiiHVi9V
UOdzIQUksLWdWzfGdT1KTLl7GzBlyPjDW2vZEhU5P1hm4qjubDpjFLYy2g2p6bEHjWqVWZe8SA3f
MEtSQ+dqpP1YYFVKt2QDspZ1RlSnXlYiDRmyoh5C2jlt59X2eg2pb3JzmjdZ5HCx9E6VTGQapoTg
9TXp4NuIaMOLhiCiDnPU/WQxO/LyulbxSoQs1qcYzeHEFlZrA9tWxnDRIxharnJSaxdWdKOXHUJ6
utTZIDSnlBmwS0cHrPcgw502imI0kboatOCtm01l07j0lZnkdrGu7FIEEJ6AL4jtKMPAPpYcF0La
JNFd7sgSs9dKnElHNPfjTEyK1xtK+SkKZNGN4+RntdOn4+rInX01liTfcCCYyiMB1U7m86JFnohT
CbXaqPDy0MTvtpVZxwglC7JQugwfkjfY8G/MKS1464u0YgpnRQ7pqt2khU2iG+/LJK73UlPS51/L
hQ50pJ/nyYkPBaN3F7TKzqrV9gaIuLOZ61VDfi0xsCGcEz5mPkdWUOqJ9jgALyNiT11v2Ue7LXOm
bEOjqgnHhaHqTs4TY1fWNqpxec1oBQoJ1joiMgQTVTgW07Tr8mZ5Zyqnhbpw0kNmi/hUKeuzrORN
6TpoM7xUE1bsGt26bFaSau/HMlfdaOHc5CWkAvcbOsC4YdJ1CiUlo/LrKIyQ8sE7wWckjWLH2keC
dc7EEv1UL+sfhNeurtSZ1luuqc9yZ443er02u8RYbd9Y6fTMzWAHq1Tnjd+1eo+CgRB0hDf9dOhK
he67vUAJCwtY8tFNqkv2vZAa40KKOku6nteBPUZ6G5BPag4HLVbYQTFlXRDrVzFBMpnzQje0S/Zg
lGPhdQt3liecODtOU6X1pxnP0delM4aPmrIroKXJLL5E1BTUJGuGUQPr1ugz0+YdxxmjEUG+Kyul
Mz1NGplApjamyaiS6ttpyJote4RyXDRGSTDLWTltObtJ57E/OxmdMplgaQDCdDB5DTM/Ls04QHbA
Rk3H8h7TZhms5KHuSa+X3zWDyT6+Gp49LbZJ8h2rUC6a6KuPqUansIywI1xVQ8ER5KlgDFk4U7bL
SXq8Z8pUIGqok1MaN/1O1dHNk8HpUEf09D6Kqjs6Obn2AcuU/WHmTLO7BiuUF3XYplqcu+e8HYiW
JP1S8mqzYVA7VovuEZNVP+YFjrK4d65KTjO/4PdY0yDq9ORJnmRza4gZZB7B9Rujo07QV81Pku7b
tNaTv3J3nmWcUOfRVm8Ns0oJgRFYHsrZIIOAYG2Az9BhOYwLkuZzcZPSL99ZOtIEk3SErxSD3XGm
6PEHmRUPtYCF0IOJyVmx231idYKmbMJbojZYImwCX+0Y460rmMZqXlOP+ZO+GB2SFgcBnKXm+Xmq
JoEwso3Hnsqim0JBFnMeLHpBp9em8neSSNnNQpNQ5aLT7euUU6kYxrDvJERn+C/HMT/rUY7UEXN4
IDXzg1rUj0UxPfQ2AWclYCiBsI/Q7S6JupuVMPC9PDfa3pCjJ47vn9noBK0Sf8NARpJ1op6Gwbr6
SzooGP/F3nks2W1kafhVFLOHAt5sgetveU9uEFVFEkh4m0jg6ecDqVaT7G5qtJuJmAgtJDJKt4Cb
5pz//MafL5VMXx3S2+l7shLoIXkUE3RRuaB3gWX96LbjtZ/F5UbHtSPyu+Yqq2zzsleuiNJOHaQT
FJemOz7YjUh3CdFhyNGwGZz9KjRUInfmNBZfxnyYQyqzLTNX/Bu0tMefLUtDrzOrVWe5m+EvkbbZ
rL5tlRvZWbeQj+xO8OlafbURz57s0v8yjL44dkXxgZRy7TSQrVm5JcXWqiGTMn0Gu3sNWtsMBXr3
aMH5beNiwfak6uKNI/iSU/2mtFrc9PyRgNlg1CKxzkBNCRd6sYrP6SyfRSGznVMRgM0tf7lkaQs3
L/fIYpeg69QWu5TJJZn0HfBMsu86iLKcQ+KAPeV7Ew91RNZdFY6cf5tgHrKt7xEFxXcSxXM8bKwe
mveQpuR4UwTB+ekTEunL8VDrxrzxgvi+HBs30kRwmGrjSgJxh1VDiWprTXlA4jaHfpvlnwNCSEPK
Sj8ExyB6Q7eXl7wnZNwnT/GSSGJ1AIW4VXPcnDk8LSQ2Tg8JVeoPnImP2WxjHJclwY7JWrHRSWtd
Z+CBenTaoQ5dTFmjWINgEdgFWj0X0+7ZgJmrBu+1RTG0WTLtqHI01fVkqrCrvXcT0qZTaffOjGyr
9seML78lTDmLn1KpE+udM25UuEPeeJM6WHB+9QYBqmQ2E4oKHu+idc3OJ/E+VFBb4fBYp5mi5GAg
yD8iW7TDfnAf+1k/yIRL32zb9DCny2CGQawHm5oQ2E1u1MGRrKIrgmTjsO5nKtpFL2HzClPR6DQz
DoAr38VavOuk7O/lbJGtuxCs3bQoXkeK0YtskdlWjVaz61znyWiy+ZO0pu6IHNBi8pEXdyTFa6c8
S8kRsPx8h386hOQWl+0qW5Yt0zbrRTZZ904KVu3BJHZR9iWSmRFmT/u+9Kgw7OptVjkEuZ739QqF
4qnkZrlWOlw1wywhpZa4HMKuTi4z8kMjnbDj3Vgn+SYZ67bcTYQiMyVLXmbHK1cQwY6ajqj0bNbq
jeuWjJimVIehIbFsMTu4OIV1VZVGc9fDKMYPoN3bVUsgTV1mz57UtSQkWFyEEwTaKyCg6royIOa0
mnWVo7OPTOyEfAwHdfeopmyao2L00aZAo4VfJ77ym2/jsd7YWHxfB35GLJief+loYklo2U5pTgmA
Vqe4pm2Ge4gCp+1D0RpgAInlkouQ9hT+1jrYTfI0RouQVBBtBmHAr+5H8yEV/aU9le2ub+r5NIyV
iIYO0h/yoI7xW+JeKVzMzjVT8XtIfFxHzSJ7RCLuXJ7SvE7ebNHCOR4hhEVgZ2qEYVL123jpvGOG
WWgc1dh6GyESAjfCRYwDepKMU6koG/QqQiSRnWfI61Qd2PtC0oNJpZBxtOXSR8U6f90EreHFm07j
JYDbEtZ8wrjAaXdVq5uXegFtX8u7iYUIh/EWHyr4Rq4tzG2ejvWD1Mus2pNLLNswTqHXlypFoFv5
/eTszUY5N1pjJRuPLOMD1WNHwkJdT0j8fL+6Joe4ucl1ZVcR2cMB/QOreksjZePsEWvtZrSpXXaz
dJ+mIqfGzJqEKHXckF8YP7ZwsmXS7gJqNWtPHHDtRLHVeHo4lDU6DKP3pz3kDRNVQNdMfJo/7zqn
RXbiBYxd51RPXn1Ddq/BqMaTgi+xbVMLoMlsZxh3YjnH0vUv4l7Lj5R1vII8L7eCMv3LMGf2Jp4D
uIp5LY40gvRs82xMG5cwCe3Yic7IIrZYlvEk+rRrNOl/duxcnEwlyg9+0n1qeq9/5bH8IyWVkpGf
lIgMOvewLlUWuY8QQUtNJ2Ih6tcD06ebUhu8CwFo/+IXWcvNztVzTfFCqMwi7Mspd0x+U03bQxr2
bzuGUjlEftDRMK+Yeu/KuSDT2x17Lsyu1PpDqhmDhSt8XDwJYtF3tamyD4seK+Jb4OO0pJA5IYCP
eZOZ/nLp9hBMoCQljwYuOSht5sJ5qbPeuCjjpt7IrBnvNOVPn/J5bF7pIq9tcK3btq/koXIHk9Dt
ouMNG4hxi9Z+yOs6uzdMezn5o4UIXHjzA4SdChOZvEB5DOsNsFVFmCgRa6Ob5T2mkvopS2m4R+LK
wkzvISLi8u/A5Qc9yreO2UN3hVi57BtpiiNafeckU93fpCijoR4s1J1unNKg0PM7VugtVWNuOLPS
TTMFHjdrCUWgc94n6d8Js/GBagy4sxrytGAJbrBnR2hg1SCfNkyToXMF+KeM0bYJ715NKuaI09u3
Ju5ocluBuzrWMPCaNNc/EZejh1OSvYqhW0KrlH7k07iGfRfP5V61Dg170KQjeqXFvU6R4yKVQLCQ
uEOFtBdmN9k2zoDvcysjJOPaAMusjz95ad9fx41nn7AAfhs6jAA3JqrznVWW1hZ+GcyUpBcHmbml
OgfunO4Mq0OYjmHvFo3iU9M3h2F0ZERa0t4InOKAwAzhVzoEz/gxbZF430wcuFdKWXvdHi/kqjxV
xU1H8TMlo30YhuHjXC9jZKnKPIPcTm2kwSkKlcO3lTVFH9WTnxBLZVdz5OMu9pj6xiFr9fit/+o/
O2XGg0ztLT7uJDYaRjNF6NaTYt8KxdAduMTrryAy+9CGMV3sDkYlEaEU8JYGWtE+ZhJV5AiAps5F
GZ0vrIRNvYCY34iekjs0kfEEp5mI5XhjFPoQ7Bhi5em+xgpMHm2YcMV1ysAf6wh4GeV5QRuUY8+c
+V+SIZXTqR5VjBGvA9QZI3MJ8n6zoLQOh8o7j47qw0nkz1Nli43QnAPuTgKaYn+2G+stNxa4pEoQ
8R5tRqu8wB2AGEjzpJS2aYTaCcd70rL8mC/TS79I92wvth1BLOovNpWAIadqFBbDalIhjPIa1t0L
Aw+4VqRLXmRDjNuwjhd9HNAS+xmao3T+PA/BpWXGZ5b+U5UWezLiL7qaiB9Nq+Jd3Nd1lDolBbS6
i1sLT/JC38Vmd48POfRT33zNy6ylUXFviHBH36ns+34JjkQvVFurCTSKoIJ04SF2idWEAia4/qnT
i6u0dJGZ+vtMZQWe0zZSxza7a1vtYXBGTqz8cvIhcvdYtcQuPLs2nY944cZRb4hT2VefZrerQVqw
T8YxYkeDxJgtM6Bj4EYQzfpYhZgW2Pu2rM89B85W76BdtWMHxZabJdST2KSsmF80DA5Cu3WbXeKD
z+2qysUMNGimdwEhMMzAe/WtMFTDpezHF17RuafMAf+z4cUEAqAn1nmhJgRLz6OOboznPgvukyYx
92acrPmFNrI1z72UizPcjbWWnaWlU+GXnC2V4+avTdkgQltSX3MJOLEJPC/wl9G2Mq3UAtVRZM+A
2/X8xcj1Nnic4yx+ry0x4KGRN316NfX0GmE+GrY8d6C0MGJr7F2imctw3hlemXzKtEYsO8+u6/HG
roQ3vBbWmFUbp1oK7Tw32KAOoYRjNOy1LuMFJI6RatGQ0RWFbanHNTSnLm+OuVSPXT/dVal2Y/jj
EzB+VHeZcbCLLt+Qa5ZuuOX43R3/IW0kngixR4z9mDUvFD+QFvXpiRIx3/UdSKOsvTtP08DsbL27
LLT+IpWJc+NOc2Htk2WATRc4rRbGJddcOCRjeYu3brZTcHuD7WhO+jMQLjvODCYbb4zUzQ5JGXcX
mWPDdcVmEAMVK8nuIIeuz5eaHxNeZRPWecA41C284c6RfU1SUWIHJ1PvNfLp8mQ84s1RpMDbVJt9
ASaBxa5oD3bpPg/m7M7nETcX8xQMpf2oi/gzoLO8IiXQO8UN9t8RbhhmuzPwaKy2DQ09fRL8JiH1
6QUibE7o3DDcedaIFNQaYEKqzuE7KpId8Ex2tRSevMN2abxD8ODseoIfMIDq3meCb45uoaUfYMQN
TBU1reF7z7sh7BsdaFrPHX+vl0FyXTTDqS26GXi3BdbPhj53owKfZyxIBI5yTuawEWR5GGFCfmC0
vOy90SDmZsGex+gLnMVl/YHzUZ0wTdIPJTdWqM1JghrAGJILM5amS1ABA4aRKdl1BUsaFaZhnILU
AFIoOlxHSzmL0xKMKBJLyznGiH1AnJIpjogmcB8r4O+ndqyyXePHLcx2Cl8Mkyg6/L6KWgMQc+CB
GCNCLc/MWmxQjC/5Jgt6nwWaTieLG25jWpW9S70R3KLxGAppJYYeuNfjH7nNhEJSazUTvZJ0L5xY
lh9QrI33ZFe+tqoetloSO7ejFeChUM3Jg5oEua1jdldUqriwlkrdZdibGGHQDHDqYFnse1Vanyal
ipOVIhKVoO+Xi+RvdQGyO6lAntCToMiEm/eld5f03FR186px94VpLdUFvNp3CQB6G5faZe5VZw3T
fDQdQ04xWAdjeofyARECwxCYvYzq/ZJeKXcxrQjn2kShaFAjY6pkZE+J0S4ToGlmbfGOm/cFd+mV
mSze0wALPZRt3my81byZfDoCGXyQeJ5avKgK7GOm7AG6CAwUH/nnMi2NrXDc9Gj308O8KP3QuJ17
KzAq2ZvDEnzCRKV9NoNGO2MeFO/rwgmiMnAtEAlA06bxyHzQKAvPXme5b5qbqFsvn/QoiTXxyGQB
cbas+T5qWOZwcw3gUROdkBi7u2C1B+ICtL90Zutv/bSdYak79sbCd+RIeeRju1iWT84im6vRgYLo
N4WKSCuw93DzxGZo3HXIMOSPrStzPJE6+ZJKa9nLQNUbC/pT5Ddpeem1qbzIjS6/m4v23pRuuh8H
N4scL3O3roVRj0aB97EiZOqab3u6893Wepj6LOfZTF8+SgY5NlJ+U/OuULSIbdsJADAmUWFTSxp0
0pNUwbW+0HlYZv3u5iPtMnkfEM9RTCD7EEVH/0ejvIEQS7NRkyoYlkTpqU1myf5dZ3CEZruL3aup
aRU4TaM1bwqZ5jNmgeKKK6oCl0/L97k1TTTzmEncNbK2E8i6jVFuKtyTgGucJjuOsA4PjPOSrTNP
wy7OW+LCdRlfF+DD2xjfTgQgvXYMchfLGM8X4oM0m8A6a22CHROZTQJpPo4PO1xi3NsmVzMbymtB
IT3zUvDc5XFqE/fsJtoI/7qGhp9X/rivZiN55JrSNoIYxrC0mL3OTts+MdGY74zeroj6DrirSn94
zOopP+ruqF06kIR3mTtiKtCK0d9ZpuVFquw9btP5bTZnOmQPGncF6nnRNJMKrWm29k7RLTvL7+fI
wNoyNCd7CWnQyBmN6/qYF9RR/uLQbqyKqaoZjXt0GUGUl5p3DZZsY/cjBzS3gTjYwWSFtpMyuNZj
bcsO9jZjVz4rPxPvOqtcEJsJQIZVEFHs0oN07SzLsYyL5AajznrnSndrtBkSCMrByK9iixIxGQ+g
Ne5GURBFdNWgojKAS6wVfkTIqHxpumq8dIWtn4qlVHsABXTetE8bnH7yw2r0c1yqnB4u8QC4ZOzf
woRaItuT4oLJQXqJXQ0U9VjOz32q13vlu/0Kofr1iydd/Jyc8Z26Cl2DcOuXzOl7dEz+cO03i3FF
e+l8ydJ5gHTsOhvfEMMB3gWL0B39V0jeaOLn8SmbPG9b+albhxMrYV/E1sCm8x8KXweK9csPVunh
SY931F7M7icGWRW+DjTuKnCbiFQRO6Q7ghampQ+2U61jptbfd349vox9Qj/JYBijLcpilCxtyHQv
e0gthUGmVoCalYVVon8jobYuaGJ74RTIxHWKDkdNuHoZRrWD/4FazIeZS7nTjUe1LNljAUyybFrS
GGgz3fZgDPF8M8OTROeUDhLjKBvzHrsBoN4aqcPwY2m6Io5kXlVHzNCaj2roS2Ac2DBi6w36pRTd
klG+lugsVqjtohwXWBFqwnSE2ukFBVh/HHrY7swFkvhalC19aDfOtw7Az1Fv+uGpyUce0lymYdnS
kIkhZACAIKFNTB0rOZr8L1mW+MkhGH0n2U9+Y3DJkgSJubdJ7T/IejqPlpWeBz9Rn0iRDQCe2tw6
+qwj8iHdBfFEMs7cSsr/ouvJ/Fgj14is0TFOBpIFpi6DbR+FxpcStiQlvAyQ4uLt0BbJa52XgOh1
Yl6Ty63foluIt92AKdx5dvNkMyTNche40zIgeeT9h0aTumyLvjdx4yo8DtieSbwlJjaL1Y8IZlii
Ly6hpe85SoatyXQ8ZPj/mnrp++yhRgznJIXV7cAY7y2Xq9tMkCBm1ohNQ6ap09T5A02acHBlmSfz
nOR58FjZWVxHnmY5Hwj18G/Soeync5M29knWi32OC42OKC29N6usAGnLxDkoLZtp5xFvXE6cMHlY
pDa017YzD3rCqHUoEoYUVptqfD21++y1GAxQTGCpIIs+vjdab3iwLPR3eq4KdLcJFi5zVQ4VQ3Zv
OfYp9h0L7y5F1FwhJkpXKEj1Gf7jtSYBV/2Bvgnj4qjmEDyidahKYDykTZ1vpFFXTOg5cZAdnkUW
I3RdZq+8rvqkB4mf0zzCXrlLiAOpKzzanGA6Gw0+CrEHpx71S9jjzLD3BcjJnjiE0gwbproWBpua
ZSN/6vMnL1urqmSd9tHXeIeOpNywdU15oE7XenScJl+bO7u4XCRyrGPIO4ufRzqDzr09Ztc6KXoY
6fhyEyd+scXvbsW40+be94NVlOtXxhL2bYlYIkjG5AoETDv3nkFikw6scj9OidibJY6HBEDrYzSW
Y/nQE2cTh55tpztgSIV0hI6NsyZpvJAbOViu4Qew0cXgziF8vgWUwmvbXSN0NHjaPKhHKTyLZCp0
ITNjilac8Bkv5r3FEJHJeJVUpyFmyhiW5WzimVYE91IyWUtbE5C6MziiNv7CpdZw2KCM6muLOTs+
rx2Rp8e6st1uZ6WVb9zJ0Rzf0DiJ20y5HmF5HfwpisDBc8J5ssR1LaiH+rxetpjntLCXNMmgvIsr
c8JMDnUw9UCTbrMFQldmMixQql/utLJXBzfQFJ5ARcLbl3M1Qb7RzX2bze7RpHGadoWF60dWW+0G
rhC7rMi0IQc2wPzNK0Zx1UuoAnorEOXlA8+V68Wl4Q3P+TQ5H8pAuWk4exNtmJYmB0qV5Yxzf6JH
RBGhL8xGJdCoBtXATgA1wcnXfFkMnJMW07r0NYA1lj0mOLjVXbV0NHSi3CWAHrgTbhml4L4BxWWO
ete6c8sSNyKe5cmL3WKXMxrYQRuAc1Ib822pry4ak/WpFKvXSo0dHRPLftOoPt2NrE4r9e8z34gP
apbgNxZsrGYZdu3QvXtKpxtoynvHncVjQ7F7m1mM5MgOHO9M22dWn+auRzVYtprY4zc7zScaXkYV
2mpofyoTpkhb+gAQPiSug4I0iFQGDkZXURQcAoWn67ZIO6grhS+FsREtrnx3mEjyJ6iVPPs4VgQk
PaoJD8bnb39SpjNwl9HnevWYBHorb2zY1DVeyJSb4IdtAX/I1HP+1xqOdXGoFWJlLuYq6LZMs9zP
hh0jV0bNIuEwLSWw+bFZOVEGFog14nL2Y6jyADaUPnMqo2azW/WRvW21b1qqYAa5iN0++GauddtU
K1P1iFfH0l9pjIdUNPVV45wb2XPSLfh4xedvfJIiyDz70I9UBBsPHQwOTHrRM1kwnAxZEm4uEFyP
IqdxvEOFjpxnqmIfW4avZCRdubLal0mDNbG30vO2FX6hYnUs6vgKAjWPR8RXVntdcieZ17HmpczS
xsxsPowYGB79duA1QE/SwaD9UrFsF3NFxpMKpnnv6mHMbOhiGhznvaYgB/MwVHBILI1TNAkGj//2
rqypwU+gaYZx2y2rBw2sRfMqHjv9LnW5IWGIpVjZ8LsaYeO1ybtRDNMD3eTlwFSFQdCYZ9O261wT
mlw69Hurr/SXRpjBXT8N4kpk3H0xZctDLer8aDtUuNJf0iujV+j8U8prvxHF50bZWIi1whiwTKop
x8vE0I/ItOYdbAD7dRqd/K2msn0cS0GL3pve2npWjEeYiy3220R42U0s4+La9uyEkm/OznlmTleu
RBM1+IN6TqZq1xA4iqLIZnsg9ORVtaN2l9b5zaK5jPs9I2uP9DsLyG0yNE+YcbwMJeCwsFV7IQcQ
YTXbFko1jfNxNkCGsu4F7UG892TpP0x4FOCcIPOHeZrcJ4bd5pam04aR4jUHQVX5cUTZsC1cKpeh
wZRxw8nZX5iDD4fJdMUJ4Wl9WSoad1EHd3mKJJzbjJA5NXQfQGhf0WJh0ZEX+UXBzv6QlumtT2V3
AUX1pY+TJUFUqqdRv5gFeXjYuU8KepwrUGQuC0WaPq7oddCcsTzAuBqK9s6ROEllZtlFqR70+kar
NfUty+Fveco81CX//CxH+UEk9T+TUu0/11ev5ef+5//V/0IVlan/Utly/wqu8Nt5pXj9hjPib1ef
pei/F1R9/fl/Cqoc2PfwxrFvXjO84Rx/07msgioCyUgiRBsFZx9Fx59CF8P73TbIf9A5wm3s9X2I
4f9QVHm/61DffZ2oP3aFqwd/R+hi/sgwR1HFp6/8clOHirImYf3Ius6Azg34vJArNAxT4Inmd4wS
dTJ8vISJF5fenv4qPTm1MGAsE8zZh7j7Y043eTOT3kmD+RvGk/Fej6nAVsLIn8Q8V3Xo1858ZQ4G
8sfJXLioSqfUzoVqPmLWpN4Qe7jNpoJMipGi3X3GyuAvsxFXyvg/KeVfH45CykDJZnu83p+lAoHL
mVlNCvctxxWvgWMaX5ThamwbfD3CQCOUGjcW46i5tnXPfDkABLMW8cJk6WiTuTh8czH/Wxvql5LC
H/bV9f9ZaRhLaV1o/1mIeOyLz7/VXxC9Vd9vnD9+7o+tY/9urSs84KvzKOMJCf1z69i/44vBhMDT
LQtdwNewnj80Yg5GTuhTyBVAvOC7SIf+3Dr8FSxgdIgOqwKhQWD8na3zoxYGKdBXuRnyNBpitLVf
xQTf6RW6GpX1MiQYFsEUOgzxqwIAA8zXYdDTv916Sbb3VZBu66b5q7hNZ92W363s9cNJL8AllZxx
HkVfRVrffbhuakFpTlaMdQdBhohtjf6oKYy3GWLGx77VceTrJlLHyjSRt9poY8w8CgMbIKTSvc/E
D8/8nDApxx4Dati8OA8Tf6g7+ovE3hSKXtrqZ96uuWlIhAI3y+Mbhm7qfZq0mhgcHaCj7PV4m3TO
8NzpuFOFflYOhxJV5ScBV0BBfLVkuhNSYhkEk6fe+iTLm5u8my/iOA1uy7kUHwdygxGyaGjboI5P
6gmXop2rFc6rpldYO8DQxwEPWIRpBTSxJepMr/4yD4Zz6cOJtL+pX/7WHv2f3Wi/3Mn/C68155e3
WvTafP7t6XP36fP3O3L9mT+2o2n+vl5UHuESCLBWx98/t6Pp/I7PS4BxI7LN1Vrt+4sM5ZSOnTOq
MUcnwOHP3WiwialLCYzj4DU97rO/sxvtVYP13Y7g58kUWtOLCZ5aN/jP8qHSNSfHhjikdM055nbJ
v8Z94H5wmhqYJF+sj808J9BiO8tkYtWSEBDklrWrEr98rQ2se/AUbLeaVgNh4hMOxIMk4tptBvvV
Bmw7kwZQUrWLiUkG1vcQSs1q9l/iwNCuM0IFBH6NdfkcxNN4oal4A38Rc12JCfKhMwLteWzrlXpV
z9jZ2s4bZi3aK6GLbOLGmLa2ni+R42L7XxSSSTAj/k3umuLxu3P25tsL+V5Bav50J/JzPsmwnI0I
yoh5slYN1HcnR008aJtX1hdOSfMRqn4e9UWrpr0zdnFkJ0XZYe9WpoeERCEBfXJ8d+aATrvgisXA
KEnUvSYyQw8zz5RPuksGd9hJ1WGrlV7WRd0U20zTGWviG5MAqYyj2ALqLn+RM/Zvn4NjHt9pYrIg
8q+FzXfPwRAh8Zyp/tIyfLwjleBzauUMh5oMayZXQy2Q1J86OpQIQIRJq0zduwCVYEREkgYwgNon
RhzzFgMnY/QDgBCUyDSyyTz6Sdqd82pVMlRpdkyMWpx+/SX8VHSt3wGXFs6APtsGJe1PktbO4nju
g+RLVcblRYVt9YWfJEM0D9K8MHJMrH79cT9JaB0+j0YZbeh686Ht/zmkZCFDY8ZF8fNoFS9a7jyS
tmBsGZ0Mh6GuinM8TXo4rvqACQaTAvHd/foXsP510REa4+pouu31slzL2e+/rJIhO75c9WexAAyE
WuYQKj72WfsJtrf5hQ4HvnDcy6OrDeu4SerzW2mbaRMtwplfJ4OJ1hbLM/+CKcc10eFYW49L0X6U
sSyA/OCbbmxaasyYS02coUpgKFcbnvbk1Mwr08IrNgLGOkETfep9wPTIC2Um/XrnZauvSjq0D1rs
J7CLC7/5i8yor6k4P5xMAWcT9CtUlbCGHP2nh7etCZA0Hd4t2cEQJIFzPs2aN710CgcjDMZFvWOI
pH8hpNSUpGooez0R4IUXfuHepy5XcajGnheXT/V8NQ5V5sNxb8ZnV9OHK7S+uP0qx791/d55Uqmi
f7ZheHGD21TmY32smrS7pG8VD8r3bz3Ml4+//oL/ZUEHFGj0D2xF06Cn+fnwNeo6kZ3z1gAXhU5c
LFtISIy6sUrBsiX+447+j5rwrymJP75Sw+Qjya7iVmFR/yTIbTP0wdbcvo1DoF6cOHHwniU9oioQ
8x3HMjBfrTzwDlID9BviZo7yuL+DL46jHBZ0cWh6ibyo0ZlhJhlU7qE3KiCPzraJOSnJ5dV0H+Y3
Ca0DqG0eMKuZzf6WCCH5YJJsp4XtkEwPUGY2Na4Ad7qGnQTZGPiRd5olrRBm1imwxPiF7W9cO660
Ii1bcyV+/dp/lMyyrwM8Zm2X8hdZMs0l9+4P24qwC5isy/tEBtImJ15jM/OyQpV1TORD/KO4Xv7i
I9fC8qc3T71Ls8gZ5uqU3z9+ZCpg1jiNeteLjoSOnHQLs4D34eRx8Fen1r/c6GwXTkm+YWJX2Tc/
PR13damZXf8+B5KRSo3opBn6AjwFEuwSkPDK/Gg55K7DgFf4XvFR4CZ3OdvupP7iV/mat/bjU39d
a7jC6vxCvvvTr5IHpYddd/AGBqV/yOelHNAh2N2NicZ+CpVschmlavYes3iCwqDZifaSErlMwC9m
aFUxtdfKGmtMh/RxYYGq6jOaS8cnwUXAvPFkPB5k2yDq87quOpuxsOAuW0SiMN2NXT6yBAH/9eL5
mub440NZhsmGDcAmCBH8esN+d4PqYvFbBkfwb83VpK9Q7ie976iv2eXXch4QFFR+RZlTuL6xbdg4
n8lkCsJe2GBjwAMZfFO0v9Dv8ulqgVm1NUSKdapTGdXrRBDQl9mVHAhExJCzky7mvU12zVWOwPtl
UZZ8wsTQvNa0EccG+FV53IrbPB3wgPVmiDuhQBSKSmpIPANjo7o6mPM4f8DYqDO2RJw+6hBWzq6T
LrAL6/HCKLyyDA2ZqYA2LGOCmxh2dmuUxUAEsi+0o0hq5Be/fo3mvy5TYAIopTiV0K6yQH7cEZYc
+qlPzNfOTPUP9ti5VWSkOFJh2lgyMOqrufM2YMPl2a1ddfRSpcHLzIhYKTu4Rg62Dm04AfIVZfHs
mRhstqLr7xhqpGnUNFYPZTJBzBYoZkyhNvT17dcn+P+O57+AkIDV1p7jP0MRD2P19ht4BEjeDyDe
P3/2W//j0OOYa1w5YW5rtu1qS/MNyONvDKYbmEP4JlDFVy/qfxjWuL/TIeMawW+hg2Ks5iV/4Hgm
f2URNhxYX32RDMf9O+3PjzeBRyCcu8ZwUl+YOmYgXyvA7/YyypMlgDltbzwdm8ARm7upTl8yK38r
x7TbB6R07ojf+u5F/ZtewvjxMvj2qViCAM0RBmgiEPxx6fMHwp0xUN4YDYcFzAGHiBQWNr4VJ2mL
q7mrsal1rX1WFjfQ2byoL0mQyLv0MauQWlA4LZFeZfa3evP/V/R/rW7m/3ktbzLxVo+D+L6DX3/i
2wq2rRUZM5gp2ERfolnipPq2gm3jdxYnMLMf0JQ4RPP8s4E3f/dWD6QAJyZTp2Pkwv8HEq3/HlB9
kUDrY/q13tV/ZwWvx+Q/byPPAlNgl5gsZBy+1rjMH9dSUGtwEgfYhq0xJQdcUQYcdspg/937+DdL
9t9+CtjhV9wdM8GfLvI2w8t/mvkU4sfmiyTp06fC6My/uBMofn96GvzR1rt1rU5N0yC48cenKWQq
LHNigk+cO8rGIWXutGkYZN344+j3+zn3CB/LMf8MlY1TZoJvJ87MthxumsCFtzTIsXqo5km42xLo
pL6UMK2tU5vrtgytpFMeYkbPmraiqoXc4CkbLGRbjKrfKMwIjnZmxIgbF4VXD34uabFJML5E/xqr
2uNXkX0DO22MnTuRFnp7ToLGihExZxhzNihKb7lvneqgk609bDxRucbWJbPx3WbG6h8IMjT2XgzZ
h6Hxf5N3JstxK9mW/SI8Q99MgUD0DAZJsbmcwCRKRN85enx9Lejme0kG9Ui7WbMqs7ScSFceABwO
93P2XpvwVFeipXgdlDrOlpL912EA33VrWLEdX8vYVR4mVQ1g4GLhve/73CEpYyzKk64ObbZuQxSy
aykB7rABY5/nWF9knII6gifglYQ7w80PkFuvklkuLRBPtONpX5LWAGpp5MOMzzoKHoqhxUtiqOyr
NhXyqMqPMyeAf5ibIsNNHBc9qs4Y3nGrsuv3CtSwO6Gi7jkORq5T5SkNJ19hpSjJJRF6BZ141ust
LsnpjICDyogiaBZCS5hQxlsI9bAQwaj9ngAJ+N5U2DALzLavSIFhqouwzZ7DXmVfKncGcthee8Uu
YxR/QQWYaw9xJ7BFkN6qTaiLBFHESKQOJeOsDIPf2kOVbCsVrToKpLYauTAsrm5Y468/EJkjbBd4
a5WuwMd36nMrJOSGeJeWlBm11ekoEiKpbmSnrgafCg6u1TnsCAcBV5aMO2HSeV9zppMtD/k4pj83
DRW0253dKvDgicXb1pWZXOPK7/+DvuL/myXWZdX635dn95fIu5/f367Oy3/wr/qqqf+XqVu0M2Cq
WSaVVNaM/+4UUirloGf/XXZlZeGP/rXD0Mi0cNirQGWjI6WSrPw/6zN/pNI/sTiwLI9RZ4P/D9iL
v884/16ggbCRmEERx1QoWikATRjo7WGz7mCkVDS017T4ADakm8oGTo79Ui/I5AOnb9zSgVv16XQK
7XSb9wDI2fy3tOURzF8lVroBCubW00M/p57S1OTUQpIgSymHpRE09sqWFkwjSBbtp94+wzdAJ9Nt
7Sh8rFJx37FI4DgCKJ1sFSGDGPJQeK2hZKxafO1SIEHzaTdRGz2GOqsgRrcZpUKEQz6gjYD8Ai2j
dkx3ieZsBfQAlqPBc2KyFY085KBVJN9oOlHP7W/nKNoMseSnTssBY6NhxG5BD3f8O8ogVm8mwR++
SRfFkw839uJIDWakN/OgEbh2yz0Rru5gnpGf+T3GiM9Hev9V+vgIlz9/s0usaiLSx4pHiJlRUv/q
lS9KXZdHSi6FLcSy6VaWzjRH5fcD1JZUINQfxNoOr2IcQLl9N6drcPPYZd1U/obAzMN4hBc+PVXR
QSvzdaoixkquW7vxRJtjqWLJz6I99syV2T92i0BNeRiZOBECPWxWbsh/n+DXX/6ttp6ODr51sw1d
S7uRoAl3ZeItMPBgKv2pKv0mafBvhD6WZpdw1G3BN0WDHF8a+7qUvM9v8O9Ul/cvyVLapQ+xvMd8
+pdn/eYOyxwdgmroBRb0kF8cb8aXBM2Z0z0SyYSru/BagA0k+SK9ZWeMVljFhMbP+/x3fJxS73/G
xTYnl0FvTiHPIVkcxQ7SaA08itW7hqF+MaeWncxnV7ycTN5ccVnpvROFI8uCRi2IvkBAxEkvf3VF
v/d/H8dh30apn02ifLk/jOiutil3tsFTXhm7BB8CFB+8MNVGih6FczTRirf6Xsjd7SwRG9D7zYyX
g+IdBdWignkQ+EHwI0DB8PndvugE/z3rl7Lnv34au+e3t0BvurFvkk6sZdSR0bigjKk047Av6tAP
m3rTk6Ir9eHt58P++SH/e9iLBRn9JJSInodcm4ABiPktqcg0Vb/OguaLef1x4Vjm07+HuliiChJ7
EbQx1DQi40LREeZfkA6/GuFi5YgQr6WOYIRhehbWt6b7Ymn6883ipGJwFZxmlj9/M01NuH6k+7DI
dsp1O72AMPWb0ABB8fL5Q/nj67DAkWnMm3xzL14HqqNUehrGIWjXdfpN1T3I893nY7Ar/NNLR0/B
QgRkK9pvTvKbq2mMEHECgMR1LlJWOBSEhHFSetups7xqU3lV2KS/zJS98gF43KExID2EFNMs7WHE
QovY+BVc+HU8dC47VpzkErLiliRuk9qTq8T8VRqdlM37LZ34Yz7eJ6mMA7JYRwoFzSi6ljL8+V3q
Z5WxkaufYTvggSR1wJlPrfUi1z8l/EipVe2BVu6V6NTbGZIgErhBwusY25EMaz8b/R5OxCyIlUFW
pKerGmttX/D7CYXJSHlcoqFoTK3DGTobmAV3rnbEzqF5s1YBRiMxP9SSsodhD/as27bDpiKZmhSG
k1r8kvdQKH7Ewno19P7BNOY7kqJvW2vTqqchHm+6zHpNOmcVATaHy+BDvbuLem5cgt2AG0ev6ICL
ntCcyI1J1NRz2bcrC/LQWaBAl4ZnQSSqpOPNgfRQViQo5qmXhicYpUilnHPepqe0AYlY/+zYQsxb
66atX9J5E/BtXC5hgGATICKfJGyz3wvzJZyfO/1RpA4fp+9GnJ8xWiFR71b66KzSYV5h2liV6Lxx
cfvTaK6xbV3No33o2OsP0f2AUrxOy73pIDy3ye2pUVomVwl6arUtj8t0keKfdZyvRznZWHp0y+OB
Vpd4HV+KfDJWYWmAhVB/2h3xmXZwN4xh5sWyBUNSSY+aql5h+jdpBA8nrR/uqnrYdlaDb/8uwOjl
TIdcRdpcxz7eVY9i1SEHQ6aTQmCbWxmsAL5MFz2dywkGW5jhaSo51oFY0bZnbvyQoDFOuFB0ID/1
z5G/FOcFB9tpZf9ocQxT8/djR9lBfdlZ4aHkLSPjfJck3zUtYXMmr7nnhK2v+vaK4LXfO4LMpDnd
bRHkeBh8yVELIcpoPgiVVds73/L+ujEGWAGAf4jwZNvXdj/UyAegS7bWqezWg3yWSR7CjYpjL7ot
836taeRZVfmKds9TApBsxHXAQded0xykDbHjYbFWExK2Oof1WL1yon5VZ+raKLOTsEjvkpPnWJ+v
C7M8EbGA8NY+5mxlZf1FCcK9ZRhwn6JN2710Os65QjwsEYaBhTmPvQud0bD80U6/BiJN5YpUzjHZ
Iv1nI0TelWjuVHhZEVmpoPtW0bkjEKpJfio04rSW76GCC5Kfby0RLeFGJ++r7asN7geQfvFpJKSd
JDYXdbA5T6sErzOS+WOVQaBS2wNBAl6kVldjWDwT0OOhjfXt8hq3IL+AOn4CYqu9LuEClN3g20QP
mGaPCwzbdPKQGZwdajy50hIZZazT6jmYqnPQaT59zHUJv0mAjWzRItr23YBkKJANT5KtTQ9UYiKM
rJFAX7KZVPGJhNmNyI3dMACrm7RdGpJHKYo1/X9OucGDpoutmZgrm9k/Y38toFhNBNTU49GZrGvI
cmzRZBeEKMESM9Myb8i0AVA35VssMVhUZm+5wtRu78gv2PTqc4/3KSnuDFJ+eTjVcGrK4hzn8S4q
yEIW0g1QC/L9gqM6KR7Uyc0oHRGCejXcrGZ+TtSU5HJapCzX7STwkOPZDO7aqlwrDKRU1VrPh50e
ZGs4h1stwNwVO7zC/RqdFhFEhJKWjm/LZzaaK43eDAYoN5ZUD+P0lvS1ORyOml376FA3QWpBPQgf
EYJspLQ95uqrTGukkc+RQ7xPH2F9A0YVHo04vEHMcdLqZ0MNb0U37vr+qrKblTY5vgSGBDTWGoKX
Kxe7QsVbnqUbghwwj48nKUkeMHzg8IsOwuyvMeNfzdj5sDd6ZHT5qpTt4uYOnNr286/gb5XEux0h
h1qL/5m01xVZuRQVSNPcRHFXirURl/tE5RSAlcBQK4gZjiuT7Z0XHAnVZIX6eylQrZAw+eQNHtJe
vhrZKwm7P0vRQzpYX/y0D5/ni192sf22UrvI2JARokMYiSaCa5kAezWZgSk+ZDxLsnfWbZutPr8h
H7YeF6NebD2gHbRiapY0pTH1HP2h7ZKNrmZfbXaXvd6H267oKCsN1V4kDe93UjD1FuVyysVh0zY7
AH8Su+2uPXey8EvJWpWj41PCul42AEnU+JOKuIZEpr62n2j90dekmVhj+kH5iyOtrTxjgSZyto4G
7C/MK6Cr9zoNeFOHSmBMpLcS+Sz/NCIICfgXBvOhvW3jby3y3dEJvZR6qab4+Lo4Evb24AXCMyKS
g8vUV/SnivhLnd1J2PhdpcP0GCDXGZuGrG+htWfdmte29itOw3MkNeflnTOV/sEI8ycJDAr1r3PW
OD7BMldBD3o6HB4iqqGAR26aSn0ecrwg0Z0ZYkQcxQhfaL5rJPKS+m5bTMHDNJhPWRvezhxNZFVs
JBUJGqexykpeR9JkKAdDfqy9tgS5Ajsw5kOiEXI8RZr3+fxYSvWfPbnfR6w3u0aWwEBMNO6ZlieZ
NTESd7oEmYA94Gwfe+4xKUz7rik3rL2B8/L58Mukfz9vVOpbSzGKVhUBD8v0fTN6U9ujAZxSrMsS
Wyu5MLvoBCHkCBDw7yn6j9o//z/6Fkxu+f9effTDqWrf1h6Xv/537VEjvwUxmoLjEbG8Rp/nv0uP
KkVJWj88NgIGljwOntp/Vx4Vol3IjiENQUbuzXnnfyqPqvJfDr0PgPUUDOlLMtI/qDwu69a/J45F
DZNqKLUkBIY2i451sZraYCWIJjRDb7B11x61bV5mYP8iNwFzomcNeanf3tyY89//9luR5HLY/DAi
YcCL+oTmvnlxoAd4bUditlhZLPug4TTPg9j7fIjfy+THMUx0LZR1aSpfLKNg3to+cEicqlZEZgLE
UVfma7CPt7F7Pbq/uFK3M1+Eu8dUvvti7KVWcjE25WSLZ2bYYKJ+LxRvXsUpUyrcuOCSAvESNcRn
aAg9q0OFtzlkE6HLJ7DT2OFf/+m4tkZ4AhpyFgIOx/bFNcddh7FXZtwC4loalJB4lFMZ2gdT8w0t
9MekulEzY2ObX1QX3q89TCHY/rQuac2bVNipz71fe1pbKsHpq6lX6lQRx54KhmZVftb330pNG1aW
EhhfPOAPs5YhCUtSucU0AOmRvx8ypl+V4wFEXltNP5px7PdWgn+UwNlzL1v3gibobZMTdPv5Pf7D
sHRwKT9Q6cBb9Fut8ubRymNfW7AUkfdz3lfgZqg/UvCjfjCmuyGFIObs9cGSXj4f9cMLQxK3arCR
xOpkoQO/uL81Lsg6nThfZZLeaF6ntNnjlGFwXH8+zvsqzu/nyARCYw62wOBRXiwFbPhN0dRAFYIm
c+tSWRMG5ZJseRio4n8+1Pvd1DKUgYmWQiM4YGQfl1PGDHtEFzW7xMJq3Xg+LQxFiBufD/Lxvi2D
OIsrBfEGy8D7SVLN8IpgFYLKEoAySML1mmHs/c8H+eOV0E9SqUmjNrm8afmYg/vsNfa7lNDXUj9W
RBxX3zUch6t/PhLaL74k4BBoV11cTpg4ico7zjSIZAAYiK3LzOPl++KC/nTXdMPgU6UjdaGt8f6u
WWVi62pFzQLv+DfLEHd1Vn0xxEUh/+/Hj2mPd5fkIfQPF5ciDUpXyTAUvL4BU5AGmnpGpVxuIYjd
QaYlFnaAXTQpXc/u1OFk7MCsVYtOvlVFD6RtbI3WJ56v/OKH/eFhso1iwqiWjfdJvlhWckkhbykk
j30m7U8FvtBImauLr8SBHz9PtsGXD3/iIgkh6+dinFaulLYh8hWU4fBDONa4DgGVyA60FhBckq/K
5S/HKrFX5KSeRCV1Q2zfXbOPDTk9guiAMpOMxq7WK6+zOg0KtIaZGk0j9MNO/vn5xFuexrsPGr9W
JQAJFZKGF+BSlWpaIfzaJfN7nu6y8acVnDJPvZm0+8+HudhB/54V2iJ0poZMGBfv0/uZpzhz76Sj
lhJXb+47iu/roc5HwA/BEmYpGjArokEjxoF5HExXGwWxByo2bXwTm0lKS9OXs/qLRfHjks+eDZXb
shsDAni55OdVo8oTjDM4GySriCk8A+j6nrYcwXeUMaVtAQ/1i6/bH6YhmiAScjSZzR8a0vc3wpRy
xBMJpeBat3yYlpzd4mIflO0XTok/vOp8U1hNbC4NgeXFazjGVTPLMh7RdF7CCNo8GNZ5SaLD5w/2
chhKCHyjWSL5ciqoqi9WFEpcKqEpzJ8KMsi1E5H/2g1q88XFXH69LkdZfsWbbzMRrgF8FtAmaVmr
q0gLLS8rZ/Og9lrtY7zpvpgYlw/pcrzlz9+Mhy88DvueqzLEla4c5vpB+erG/XEIjXfOMtjtm78b
FW+GMEu5g5fDEE52NIvZzW2CnfX8i8+ksqw2b99vrkRH5b40oLBa8n15fyUwyNEXFTLvnUGBq9Ek
EzBTNf7VW1F/kmXRfG+aRl7HZJaPOcE6CovjXHbzV52+y3Xm9++AiYZsU+H1v7zcEVp0Aag19RCO
bcDPC9cOOpY/2fChCvV+4pRfzJnfM/zDpbMRYTHG6YQC4/2lY3HUDLnoUzBY3bjRqzy4IYOQ/rZJ
yPQc98kdLjdjNaUBgjKwMKYmqesxjc6EKFckMhDEU2816wYfev2trYPT52/OHyYA5X5O9SyvCPUv
jagGHJkg1gd+XjA0LxLO0nXpNHwKgwCu5v/dWMv79Way1bZGgDiaVtAyAMpk7ac5OesxLr+4pGXt
+nDH31zSxR2XTYBXw8zOHayXfQyLap/G4DNN/Xpy4ttJjdDzld13S6Dn//wC/7AM0etbTs7s1di7
X4xMTHxrSJpgmptSRzXJTA9Ctb9aUz++TXy98MxRw7OWy7Qu7iPfYDT1scq2BmwK/ZV8C/WS7ksp
e0ZlrkUC1Q4NphMU+76LNqQ5f7EwXRjSLDyaaKllDGGYPy0LQ+L7J0lOlRhnWxfeGBJy0eqnTMvu
5FKOaVhG14pov8mdSisGVKkIdp/f5A8z9mLsi1WxLXtHTpteeEJ7GQChqwBcsEV9MVd/W57ezaKL
YS5uMuTmsh4oI3j1MPmWRftJir+3lFhcU632ZC/5KTbPOut2moW6pSfeACppv/n8YpcZ8+FXoOe1
QVCQoHl5wEgXqlfc8Kghb55x0e1jULSQxO+ID/SDMv/HCyRXvawDNrswmarNxc21rWBKNep8XmSC
+9QtgE8kCTCnTGM99uV/cpNR2XB1DrUrDlLv51Ek9X3T4DzjJjvbqIr3kdHfNE68L/T6RkmcK/Ce
sERn61jFAYiwyYbQKL5aoy83YMtsttD/8/9459D7vv8VINuHbmiJRJijQu++tQ24NW+WGutaSmtd
PBRaN1R3GWCnej1mfWXcfv6QL2c04mlMBNx1RseWfVlqAMs9aSWiI6/Ir6Xp4IBjNimVfz7IMl/f
zqRlEB4pHlJWjKWk8f4iez0vOHIshxxY/2m8MmTfwelmjckXW8s/DYSNAUUq5l42mRdrQ5WRZKEu
nxDoPX4oBZukSMUp7Yr6Ng6SLxaDPwyGTgO1GjgFDo2XG/oEYZlqQ6D19F5eUwPzLG3dlMLLNe2L
+/dh1eUGLuITZPTcQpa9ixsoWyTHURwTXv/kXIMeN8V9kGNEJ7xMgEWJ17ZB46H84m5++KRQJEE7
yseEUh8v3MXOtmhGaW5bziUw1Y+8gaELD/YfVteWQgybEwM5CiZ8DHvvp0aZxIRNjFxZNWZ/GUaH
mj06261za8rlExjK/+SS3gynvh8OTIU2R2GyOM5JfpvTej/23d0/m+2Xl3Rx20ZbjyhEYaJl12W4
JprPobD8PmCl5nvxxQX9YRLa9qKqZSNNzflyEsbCCeGwUmYgi65YRdA7HscA9USRAqkOSiJ7Pr+4
yznBTORUTyndNHQKk0v09tt9VKQNqsgmXmUnBY9pz/KikFT8/2QQkyRZjsvgUZZd1pvNmiHnVjMA
xvTABsRuW6fGSov0r+yof7h1GKvYSHASRRN42RvoeEaE63HrCvs672+L4SeSFpE9fH4tF61mXCms
Q0AsaHryYaMTcfFZk80gT6tkrD01g5WYpA9NPHwHrc6uEEZ2kpzZMq5x9Zdu1gF3FDY0N/OoWp3n
DPa9WnCbpUaHtlY6xCh9pc4jiPjDAYmim8bBiLK6RkX/8gcGhgRtOoflKUys9GMzqcrKIKxNvHaz
OaFaziRbWjWmlAa+0wblXUlZi26q2YHor0hemrB5NolhegQnVNd2GHTRYxTaRgYNTiksdMlEj+Lx
mlBRqbM1nsB3Sk9TIVsHbZbn9LlpaqImzFYvSVCjIOLGVYDca0qShOEbu9uSmiTOtjXl1a/CjqHj
yb1I70meDMlIU7r5CFj81iJ81m8sybq3wG3cDGqEMCZWkcdsTSDYAODyzCKVeMAGKWQy3BSlMdG4
zv1I3Jzac94hFvpal/N8N5qa4cu1GrzG7NqfwiysrojTtE6JZVQukohqC8Du1SDiUCcQcYRyUfWK
MnlhNIc1/A4TIZLQZdjXWRiam0mlzOUVFAvqTVBoVHmEk2KftcUaSZK6L2hlDWg65IjOShP1T+TW
qYDrg+IYqCYhDAYkYrHv21g7p22yztQ2OgxGEOxrJUW2mWLbU2thPsoSOWVbY1Lko6wU+g2SQoIy
kvnOTMv2VIMn2w1z1CwkHXsNdhZdfFIEO6VxLC9QCUkcyJlst8QGl8OPxoBH7LVdOaz7Tic3RYut
a9G36rkN0qrzwXIxp3mkK2WS4MaHIBnujXZsiBiZ48pYjdi/8l1vF/MByrbsprWac+NyH6duR46G
qCFUN3J0phW+hzLcejMtXZiZ9SavUuvJLLPmVcitRkYhGAK8sp6F0imSp/qco6ECpEoNc8zGV9vM
KR9EaU7vPiqQ59T5pjImUgvgdM+Zbv6s8ilKPLNAB5PM2UqKB9O3ZqtqPFUPtVOdq+kZ7oN8w/Nq
r8c4lpUrp55/GPAGXZmHBmY3zLjPOsIrN+W4rjnFq9YDBpET+wzAlSg8qfXCJMqxUOqqRwSU/pg2
8w9Li82/kkwrjkoD2jcolh8YExjRkwO6A9U3KyiSpJ1aqa8V0iMDdmhEZFQa+1U4up3lQMEkwg09
HfGv5c7upYl2kH4bRL8Qnv1O7Jikp9Eor6eSZ8yXTcEtoX2bNQHoeJ6qvVXlvRdOkrTNrWnYi+U0
Ic2Bfaj4q8S2gpyMHaLm5hKa9dxFpV+MsrJOlP7aZBsN52lStkNOfTIb2HLUPjiOb5lWL0y3hFak
ES419b53a22Mn4uGk1FjwLImxvJFkwVJgHFWXZHTPe85l6VEQ5tLTgBuLU8zI30fiOc5Sw5U/RWc
FW0ROk+k7mISya/xYN/nxqLFGDpluC+ZHsWNakPy9O0BZ0eRxd02ahwy+KS0SO8GiW6wKyu1etfJ
r/oCRpTtbkXG48rOor9mVf0egh12R3ZUriUBQOTRt98IUzDIE2my+yYgggZGuenTgIvSfcvaVi+w
0U6q18A41ReUfuY6rhtnl4esCljScuIllCtR6WTBATsmNdMNHeMX/PFDkxn7IgqRJ1f+3Da8QKnu
R7Y55n5PNnSI4Aiji6aUuWe35UPYZ9XKBCrgKhPQ2CERfpyD23Lgi/jzMG/QlG51u/ELBK9RrpPm
4zwbnboGz7Nq2WEQXLbuCQXrk+5xBMAuJzHDJasMlufPLg+bkgoI3ArTb/XKN8duW3Vb0LAumA93
kAe36YMVXwKXcOWhJa7P1B7rQRlXZKc9sY6tHDOT+708hXsqaWRWyPOrCehUjyvEcBnhCtXYnxKT
ZSE0kWzWczpWaxTwyg9FHgZ2kTj3mRd7XejzlZxqZr2OE3YW7CeoyvRh17wAeHmxQ+NmljMSHhJz
ye4J8vq60tvA76UEya1Z2HektNrMMz2CojRLgAMHeCbQiOrbEb4Ez1uDq1ZOqnxWlSzz9ElPf8yz
Fez6KfhJEDihDyHxaHIRZttZi670Iji2kfRQGPpTUvZeZScA/W37TDT76FuNtg2nuT4baV/f1pIF
AtAZWV4LCSY70c8wXy2McsrOqBWR78U06jfkjZB3RJxt5EYwyOAH8X0AW/PYFlDYA1ITMz8v6mEk
6DUoNk4fboKR1zuYpe5Vz6tO9jFFT9G3oi0mApIBy0tSLh1DMwsA1Da5dSBNOyKtESWOFze5fpXp
6p5XLjzadimtYCl5VUMzLUpGd2ht4rcU5aXpxke5H81qT7eS3PJ+CF4caxrJoSOQcDMbxhluWkU5
EPPSkFanWIM+xZl5JUGephixIkZyzzGMMJPKb4uCw12uo8yKvK6C0RyDO2hdcpcNWhhLbqDJ5uMx
yQqIWvKSWHzbhJr2Syg1e+Rq6HwOyL4szCtNjq6ov26aoPFnwvLgIAT1Ke6JB6UtgcPVI3um3GWZ
LhpvoKgLAMKsb8Ukuj0sYmRgskYstTLYyRM4pinbN+A1FFc3oIBE+ZjAv3GIoKh7XlEjqFWxE1hC
Qk08OCRy70GnaG4nF8jM7KIAOT6GOM1ryp8ukxnxddtgeCwmysT0ekw3iuZtNITzN7vvSi6wqtv7
WQw9BW3BaF5DbKvvEEO9DULyWNj7vISyVrw05dyTDqRUT6xU32mkVbQoWtxnzuhMNyHBHtvZzOtT
JvWJtWoCGX5uQ1LgSdKyvISPQyY5S0w6ZCvgyuR1J9hW3UkJyKcaYcqO1iSDmNGSe/IHy8HNgVuQ
IN+RO0aVEu+wbIh4q9ZWh3sqdMJTMtf2c03U32Z0DCKR5dAYw5VKDCBEAIVoSAJmAAUQv1Q+OsXo
JYn51FiVudJgRhMqQXZLq0o7o6rvRlspn2PLaDcZ9Ox1ZUqKxd1bvKnxMJxyM5/OUQFoOpadRy1p
6yvSUbbYeodoNRKptbGqlHS1fAqvlbGEP26xUks4jEF0BOC11XKu1nKR3zdGQiu1HhCiT7WTXLV5
XLpJGIZPWLzYoARE3rZEBmyrFh6XqxrzX+QMnoqxsZOtGWqE6VSepIUICAl5KM/tYLfHIB2TF+Bq
mJwL9uDUo8ebQF+Iv+VBMdr6tozCeDVRCSTWVceu2EXRsbCHXRvJRCYgWvfnOf9LEEdEtoeIfMjb
eWB/K6qiuXYC6xHQVEhQuLaejaqh7TCSvEhEO3aAtM+fwpm7csiaHpsk3wePNS04NaluQSLvr508
urNTOMIkTrA/7BGkuhWhuLeawh7XTXmX3JI9sOQ6mX6b1Ig4JVhPe51UjoOtRs1TNo23YabcaMH4
KBEOMlhoDLdZxpKTtb6hYQrnXwzN73gGtN4PhEY2WCoryVmL+di0wU7Men+O27IJ3MSQAsdFtCp+
DFFRP7aBLW4rNr7XpBZyxmnm6ls3V4dJ6vPFfVDdxrHTr9S2xRnZIvgsq/R1juQNOv7xqaoIZ3cX
67dbZ/pDZCQjxSL1u9XFv/J8Ho+RSlCs78RGsBdWdxUn6rBRRi6iLFSKMGn8oGlluRJpRyzLiHMA
yFfoEj99CI3SuA6zRN0YRtq5es92vJniE26YYytU35kVPmycO+/qOaqhJYwjmH4cG0kZfzcJ3jR7
jC/CMqlEtmS35529N4m2qWxzTXXDMxHK6OSXbdqE/UBWa+VxUDTi5EunX5t21GxxxyKst21BZomV
wO1nGVhJ1by8j14ZmecJhXWfqvWVlZkZ7ei0Jqd9zMkoTCmQDFXGh1tFV9IfNKMvI28UwcYcUYhn
Svs6JiXdJHkSZKxiJsg3qdZO4O45lLx0IZaYwRhUT68jnCfwM1cIt3+Y6thjoAgJpYyaW8cpn4t6
inwceHN+rIUYgOnIpJ6oQZTuRKd0V3XFJitq2/HaEUW4ssE5lRgFzRE1r9zDsE7lkCY/zQjsUYDX
KsVc1zqtbD1mPbVGIWpvnIPiVdUiYj7HCmF6Uic6n00rav1EY1XNHUHVu45LX01zGb0JicpK3Pwg
ModadBA/EmUKPHtgRzXFNYt4GvXVOhNQ5WFzQfJiGvRkmI0PhU6Ap15Kp3BMX0u1EzcJQZDZWhuc
7DqO+UxuW5bRCL7pwD5Uaanx4tCpy3DFi1N8nwfHqfccm4Pw0M9qVRzJZpzmko29VuTb1IgdopkW
/RdnzHBcdYrdY3gJ8PtunaETo0f8QlFb4ILHsb1K89ai1R6MTrsiBILfNikEC92KBQyzpp3bQ9Cf
ZGfHaz9Fh5GMs/yMRR9olbQQobYUUm2wAUkrrSILHXGXTdr0GAsqNV5oDPyARCJIg+bwwruyIb63
hYNjCwdb8KhiPYk3eFGGeqNECgYVrbOq77VJ0KabpGnB9siQs/up6a3MH8Zpuqd5mGqbupqcX6Ga
9u2q160K0KEWnS3iou8cM+z+6lQjKPxwnqLxWCWkPPI3Fel5IJkl3ySRsB9gGRF2MJXZqP3ADOic
OXaUrMpVomnXbEgsVNEdueBBSFIqYm5psh96sPbBdQRrwsZxNlrxMekaMzyV2iQbK5Ynot1kvBd8
ktpjVUbKdhQkDxTlvJOK2uBaxC/Rpri9jKJtMFdx0CJXzhDaPk+L2nksi77rDvS6CGogY9fZpKnh
bGL2Y+12nLGHUSEsXLUyQtI7LeIZmY3OadLb4QqBD1zB5FCQ/roKCgJDXEUqWuxGTp++DCIU9zFZ
f8dKTBlHLoy7Q9PhATLKVh/vYTkYA+a+4Jvk3MWx2BM4xEE8YVXBMkL+Nl+SNR++qo9OJe6xRP8V
h/WdSNZasDdtVT1yNA/3fE37VahzipU3inxjpByLx1DORmCHmpVvo3llGF4YDxzYpEZZEciH+cXo
5FWjxqTyThC81kWL9N0mx22BepyyODhoseFX8nTQxKNuPU+zg8NOideBNpWnMBZadiOEagbbJPdw
zswz8+7URkZ5UxXGyprPDFg+DaoCOrFPnskKGNyQ5J9RuZqDR2Gv4ABQnD9MTResosSgxJuIeh0l
+g8KHpI39BN07UIUx6qJj2CE2yv82ES/upXEXTKHtiNGQ2DZH1vIHrG86cdZ/tXQkuzc2JgDiBSa
Lb5lnAWMlBdvotvdiwMFOu0WoGz9MKj1fXWgIiiOFlQ1vpYV/7rA+M15W2r1o0rkYCZ7ZdGgrZf9
VFVOZk1yAMs5uSMECgxkgGfkU1zHJpAWNe4ASAqOOR2bvUj6oRIeYhbkk5gtgCIW2WLu3KSovImU
gxb71NCT+TpPWeXFfezJA7tD7pClkfgGbjbfGc5cZ5iRzFyiZx87LHBhXFOmNKObSc41aa2LMmqv
ckPaR6r67MzT+GKFWQrCg6B3Nxw0G39OQQxYTsDx9/9D3XksSY5kS/aLrAXMQLYOOKfBI3IDiSQB
YuAc+Po5Xu+JzKusnqrp2c2mpbqlKyPDHTByVfVooQRDl6JkKNMg9hUnV5E0IumRxWs6OOkN9AwC
wFo2t5dI1SEDHRM0Qxtr/IU5uGXrvnas526ejqqPYnflFNXHpLS904SQEBKrn8Z1GfHEX8Ssz6u6
j2nZdfNqPTrWr5YEEePcN+L2BkWJeRc7jKxiO3DwQlz0oqDmk715rXhPnjmTRo+dV21kZhNsh8wi
94bOCGoZNfPqzvdwbCbgmKzMOh+mZwvo/IrRV+0nuhvS9Oe0ay3qnie7qOzvva6Fp1S5DhOQhLQg
OzNlVHe4EfRp1jsCqU4Rin0vKRokCLIp4+YwlsNlgErD5M079KKiT0+z1kVJKckMfYdQR7cMVRT0
1NMD/SxHExUmF1KdGAQvHb1PgkdqKeS5qpseLXOoPvWQtJM/c9I+OEVuME8gFnYfJoBzi4dsug6F
YlV0k4V7GIDqLIuz9KFguv7khYjOEC+WFppdJt5KKuhPk3C04qoKbeaURy3LvnfrxghXjdFTB0rL
Y78cBtlqJxP/pktwvaQxcgJ6s3KyaAnUwAF3o5helIRrVPEMSGPcL9BC38rYTItTGxvgDVyV1bRZ
2IYar3M4gCRfjNmZD3oVPXN8msXaEwBwYO1M1pcGZnBct4r74SDITfUMTPdeYXQ/QqCKzy2b/s9M
a5TYDhTkPNDh2XEwHUI9UJWquT201nRfanIc+Qt+uJjeYk/O0Q81dtrR09NoFy7whPxQdaVpwz4w
qERxgQvOLsAqd5O2Dp0sG4bXVS4fq86JQ8DC4+Kx363KvuI2+jESkOHmJayJQnkGyw5rPDnXCCej
vonDhT8CU4iCKrhd7BDLTFzBFNnJIiEHGTkEjkVzM9uFwhVEvuOstfI65VyM9N6kiEupMT1A7sme
04Eni7mEXrZ+rg2uxf0sp1PUqGfG8Lsp06oRppFqDHKhn+OIA1BoJPfy1TCNMlMrVoB59/dCxL+R
O/5wZdrQXvB+Or/p3XCoIJNAe/fbrgkSxl8za7jtPRNr/vsfdJeAfld7cQwAegHrdhc+/qzeGFPd
AaNC/0JW6OCskKrL9fRNxfYbl9YxQOnuMEFa/6lcyfuFLkUYBVlKg7byuzRF2iQSGdLUkOfZVmsi
dcnnsvoHU9Xvroj7T5G4CRF+Hcl//PYxRp2ArZjxMcaW7ZuF7kc5XbaL426K3B723aAV/6D+/psv
Dj0bYyoaqYPX8DeJNKawraZMq+aOqOe7qmCsNsxVsW+w6fgmRqN/eFDu6tqfvz/6EnCEgnuzMDHL
335DHf5WaVTcONw23XrR7Geue0mpUjf7eTfOHQm45nunsve/f2z++mvS44pr+J53QDiXv4l+CW9o
rUCY+nmVb/l2g6mLfdnaj2Hn/oO++G9/lCVJOSCcemQP/vyETkWtjOF+m8gZ3cD0gkQOnouj8D88
K399E/BVYA3lYaR2hW/vzz+nYCTttRV2BLMG1pnNVNhVaEDLemxINMPKYhf7h4flLzbjOzwHsvHd
tEO0Fa32zz/THW2zEQ5vXw95cTVP+rYDu3A/piBnaS+trj7ast1FzB5rjTOl4mZtdo9pit7w91/o
X357y8atcE+EkYCw/2LGGITezuou7cuE39Z8KEeq5cN8ZTYcpbJd8U+pmb88t/efJxFyyZFQM/B7
HY1kFq01pcFkb53duuOyqgPsfm/df2iL4gNmJTHwrOLhBOn52+tY2BzybfZ2n5FVsSLn4fg4lx4r
KZ7ZKBLfNYbg7z/Ivyw5v/1E489fqVeYbm4waKeR+2eTESvIBDNOBoWi26T5P5pN7u/3/3j/8Q9a
d98HnlwWcST4354gvEoQql2MLIBxD7odXsw2DyrOkVxhymhnLN4mqgRd7v8v9Rn/F9nL/4/aoBzE
/v9zqtJffv2Ik8//mau8/wv/lavU3X+xBlL+dF+Fce/+b+KmbtDiRAwOl9zdC2TaGEz+O1cp9X9h
pcFIgzmT1e0P0Ox/Ezct91/EXqBWWhr7FzYE8z/JVRIN+O11429ERg3HGEkafhh/7J+fyjlSrsDC
UZA/Kt2nskivHPK8HWwrAK2i3dezByGAgfmqSWggbXrns6afAEJC89YUGkf22lT7THhp0LjfNUs9
JJA/ENJ8VVntaahKYNidhRYgi4u0vKMDw8VXE9wmu3AuTh+DX2jL/UJlnzWYxA/b6Zg17a6Kdbla
vHUqcQ945bmJyrMo0lUal2dP5t/sXPtRjuHO6pqvVnhnVJ2DVjmPsTFseoS57DX2fpXTcfBeu0Xb
MWqMxkORJifdfVG1eaFSl0uOlUGfZWQ6b72K6mpT/vCq7/zt/CE6s59w7WSdz5P8BtQnIPMOzSJZ
JfVrNhR7lsW123Ofj6DrtDTx0ua9PC3Z2UiaVadCSqfFD6A5L4u97EeoOHSGwrPLd8J7Hsl545m5
ps0HlwxIkIx/Z8rB82EVxYdoKqGY+42dbB37u8W6279GUK74LEdaJ73kPJkUax1qxl2dS9NWK3+J
SGDu1tpgFmGgi/a5iT5daXHP9qPsCSMG+VKwefW0mXUjKOzwNsbLWsZG4DbaObaq3aJFXKmwF54p
Htyi9v1Im2mbD839PIu/fBpPjjZe47lZMW3bDUnyHQbApD4Z/pr3OY4/A4goRBIYxjaJqoe50Hfe
IGCKXq0uBVgy5t3esLT0IeLHxhEVxibgnltjvKYexl85+9V4y7pDmlarYhg2MwIOrbVevI/78jQo
UlWKhAt9lYy+kRP0W1jIdeyY9JI2t8genhqXqXAt521rFpLiAf4bLI+PqYyobrYRZErivBQ+3qfT
sM2XjYa+6EMQ3VSj9tj+0emp1Ls53eelsry3037p2i9LZ8htlMMZgInW5pSJZH7r5H4zvFUcTvZd
pfxU3jVaNaLYG2jPOCKg/Y+5QYoWn8iy9+hIlF1xTKz6nikrr/Z8Nu3+K8VK03pZUDR0Unfl9t6s
JtVHDuZn6LkMu/kx6e92heMcPzX1GNRGF/Tyc+6zFxSfXZQCSmJQLrXh1qZot6V7amktcAEi2C1u
lfhnrC8bYKBvndE/AUHdwxFdDQtjHLO5dGm+thL5gAbkEwreZ5bYjeZ4nkvtB1mvj3jWeQ7evWXX
iioIu4WalGZvla8dSsQAcLQsDlHJ2+waxwEPIDyGeJVr1g3y+85V4UM45F9xJPlaOnrNrVHXeb77
YDHkpV+G7tMxmh8ejtz4j2+j2xQxKlHCfB5nZr6y4/rgzulHLMI3+tmGlZDmV+tpv7BIDUD/B7gM
OgtEiDi+pEdYI2vadIM0ym/eEq+1yX2Y7np/Lhe6RGgr3ejj9MTg/sOTilo4Dqs4Zk0DF4W7j0vK
pWZywqiwItpMcXadHK8M9KF5QZLzm4lVQct22ggYv/hY4MtK+a7UjeqfXR2GLSvIU9LB78FM1eVL
cA/ETFX8XXfrS+wwZhoHhgk9hF2VOaWPFZv1JwQClPVyemQRHQPdmU/MU8pVg7cAXla2rBzjSMVC
/VTG4kTntbVnTbe29fzS092zWMZwqyPnPaQAFq3felKOsXKWBMxN1w4rN2tqfC/t0wycKbdn4yFv
iyttvtHezcZ+Y0cVmmbj5NSl4IZYYt5Jp4cvNarkG4ydIyyVNdXIV3cAyy/UyS2t+Vnm2hsOwptK
0yNeKiZArR9ax14wmKiG5Bfq++MywrlJPPtXExKinVTqBi2s8J0HDmQ9Zm56QC2bglxOt4HhzYdJ
ZSjGmJgCZjA//aq9S2NDk9Ybu2bQNPMaWSI8hePSXJIay1E+RMyErezkIADvwm4eGTDORXfpais5
015r4O/p127CpEEzxbA3XBh5WmW+OFWU79NQs/eYVO0n0Lt94DQTw12hncM5DN+7vmg3tj0lrw2Q
n42c4+qBByNdtwQnTk6eTMcIlG8QtVa5s++aTuFWHFkj6gWwAtLDPts0o00pATl9OTuNt6mXhi9N
8NoRqaDQ1Wc9+yE1AGyM8edVn2jqKXLDGqG9cde0TJd7fcH4YJQ/qy56IiW8M2vmp7Px2CaleQqt
DmG3QR9tWKpujYNebg+eXQA1sToKnLvheyy87u6bmvX97GB94igCbEsaxcUZ3SUYl6G+tubSr2f7
Wcip2k+pw8I49/dgxpd53/Ai45tVaOBMUFW80cwPquqmbeYGfMjVKrdQ1OdJqX3nFNba7pc8iGf1
0U0xSl7qtivhxW8ZjifiOqdoqgBTz85ToubiTFxT/eg0GD2VYOYSqsVdlbl0YSXRqzLrVJdYtQcF
Icn0LXqOveFz5yBgG9/zlEGvFaFLLXadbUTZ3qQlhrUsqFGg4h4FtMq7Tc4E06/NHiYl29i1KKiF
AYq8lRWwoBYDTk7F7WjSKKQBjSFcVJ96jaOB80rI3aNMeTb9Jp0WX5TzdyOtelaHKTkSyaKRlRgY
3SOLtUNSq31Rn+dpq4HgTpavqKNG2RMwaomrvy1F8XOwowclaw3pEDtVbNBUPacvZtLu22g+x7n+
sAhnYyI1drJ/Npo80C22knD5gffnW1lzQBPVtuFjR/Hacq3Z2lBbkgl06Gma7ECnetmDaJq0EqGR
uUaiIHGNQZkTXKJhevkjl9f0pOZcdqj6XEp1wFV4jTzIEyM6r9zhZ7tQVbgNTRtYJQaEkKNaiy9Y
KF4NS68ufPYcHZ6ElXqHKiucj5LOpuMyLFEE4pfnP9YGHayW6OH8j+COckdrCRkx5PAXRmOUmunu
VkXGtGmKAQNKXArAuqNVJOuuvqeqEevoWV/aqsZROMhd5DgoOwlAAzKMOlA8ugiPnI/t70pwZIy1
sDwOxKT8OOq0O4EvfmDcw5bI8DPbtEMuAvxx2hZwgLcxcgs71NDJtdkaOmW7bEgF5sDjEFviUY89
UOHjInd9rPQTOe/025wsGAXKtqRheuF41CZL+GQVI04M7lTOytVS00JInIYr91m1ryup7VKMdW+N
NYExGk2GEhquVX8WRbGrtGp+TpcZi5kn+0NrdfIr1+PSL7uxe/A08SkRv1LAh2l3cTsHV0EEhR3r
gyYuaR6rTe8WCdGoUdub/OqrAYbgA+glBO4hkvtMp6948up6XQrSIEuI+VQzYxM5FHfCqI+4mRKD
XcOpzXnD+mGaO7MyGWXa0WHwknejbScLEpkm3/TMABQ36DHz+D69oQ6riL2/NXvWaEqX08oNX+yh
9/aWKBa+VPq6I7QEVj7AzHreimOhRqyIqWfiDsnD99xs8UqbWFN9bACcEavZ+VwGjsKi1pGvLaft
8THk/XkqRPreYJXbTzr2FfbNHAGlyKrh55JV1m4ahIWa2n2TdqexIDK3dai4xNvrPiae3MoJZTJC
FGlsd8NQPeg1caijoWCKMaFn3n3SjBnPIQh6t5leLTUF4zxejIn6W4b5E/x6b2mDeigWP8UUu+pV
+O3OkMp0W1uZqjjhKz15MTvg7GZ7rS+f3TF/MbNlk3bY50iuIFk/s68ezNZdE9/sAthQ2RqD5Yfo
dX2FmYbkolOta61klJS2N4Npuw8I3ydkQTct6yWezPCcGeW50uO9137yDJZ+pvCeotm+oo2jiIbX
thYGJz+t3ZcojYfUpZCHyRhWO5FGfh5Zb+guBpqEwYfvkPkz3O/eZOMZkDG8wDlJ6OuwqmfDqDUs
bov1vGDFJIGIX9UeufRZqW5sSsx6QZU2L0u2eI9K4Q0oIqxqXWYfcseDjO1QeR9m5RXBZF5Vigef
PrVwpcFDXk+VODB63xiV9zjr32hH9c3qPj9uIGEWPjvK2slb1hDLHy2BXbbDO8+HlHKg9OBuQCfd
TqRuXV1+FRD8auwYnXAP6CgBHrlzrb9Vel3/9PThZ4+daOVy1A7oNUBpSnj0damB+Cw74IArmw+A
y8CojtoCvOEeiQk0R/VBz3mUfUPkx6KLDlBILpFo+0Oh9bcqHvUVViiXLKQJDYTwbyWaQLZWGLSp
HS+rkKANOJkcVmUGhxH0Y+Wc1QAlfTGiZCcT03zTGpaINrZt/PCqtTfgROUl6woaHqhgvMZmMqx1
PUuCPIzcY9sbvBR6aABKxPKyQduzdmAQ4oNIsuIFSOMdZqfHt8xgnNTFpvNmZv28tbWm2dJ5lghc
F5P3VrvRcoMwPrykBAGeHEymO00O3d1hCXLQzTz5ZsguO8dDnZ6zAkG7yETs1yXWilXLEJ17zVjv
dS3J38Zqbp6jrMg/JwxH3wfOG4du6cVBs2O93fS13r14g9Nfe1WkBxG72Tc7Uhj1sDgNW6tohplu
tNy7eKPdvXfSCJ8UHsdHvUe0Xw0tzXEUXiX5c2/O5rfFtmIV0MZFi9xk1CHwmmraEb8IfcMonGfZ
1MbGLdR0UbLSjouecBdzeFBtJ9efQqMWQZk04lxY0bzPG6e+4KuTGGjsiqUfK3cHLHep7RObwHJc
LIvrmyub4q1T7Ju6nGd/0BrrCdZv/D55zLWJsMztW+/JzthYy2S8MkKgSyFKrbWbq3ItJCwn7Lv7
CZ0d+wympMdJFwteQw65gVHMio9mYKN2W8833IT6kdSy1jWO9ptnDPFXbw20ULcRwYRVWC49jxYq
GFZO+uyN0NA3S4+RCsdzNR8VjsR65Sn30E5ga6eyWBd1a67TsTjFPLWJN+11BG3UrhXJozZQE2MJ
q7OfczQw9l08gQOnhVDiAeutJ43azzpUYZCF3Gj0SeQMvanxM4tF/+nlA0CLJqS1xEz8YUrzX3Of
dJchS/dJmA/rgpv6upf6KgqFCzlfvdPulW0NJ96MnoUtiDXcUclDKltvFbs0jlbqoygnCLqz8d7k
+aWSdcG7rkXPRIOBTcowJhdLx0jukIaqimU4ZjQm5vHXwrQEaMRq6LW3Pg73Xo/bxdL7ldHiXkeR
O7haGAZdZh7uQsEqIS5Bnet4YrS8GVAo0EyTlQm/lVvp/R754DrK5n8chx2ioRfMw4O9vKQSNG/G
2OFu9YZOTMX5s5Z0kGDvBjVOrHvNKXeyaXTsaXrErU8nYVL96ozrUnLykhO9qWnOLbtyQKradzq4
VvpiZKThAC+z3cDzjkm9MY064x1KMANq0S8CN8yEnV/VlGQvRS7O7TQ2uKlajll5aO10A9PebHC/
UmR1uFnh11Q/BXwU5J1QgBzvNrBQP8Eo3VjkWPM74IRm9XMeirVWvYdiAe3K3CQNB1JmJTeD7k46
mqjEZEFQcmsvGn99vWe5FOK1g5zY5jUXU6869s3SHzVl65saPm0b2t66ufumAN/SQZgzL6T/cYVy
t7Hck5ltojT9qG39Gqnqh4i9MUh69lDqntGk6NwMcszEW3Yh/BtZodZNmfebmHoJDhL/xeitdzWv
kA+RrH3AhoIVvXVZWvJVpbfPqpxOIZK+r1T52mDK9ir3k4z94ONmTjDVqPOAj6t3nvpOTCtDLWe9
0bAQ535MPDgKNWhVYJp3dVrjsA5buW7NirmLN1MNq52gItsX1uxxHRXt0UpwBOsNBNbCM/CxWh5G
2vikMRACTGyln9GS8hDadflGHd6XPkK4Xe4XUa3J0nXkGhcFBdKL8LTP6WdGOuVkRfapbxEhMGfq
1x5l4jyN5nRVbeNsx7IKjHg+lsQm+qQ32JXkl2YXbDKOd4YgQF+g8+Q1VflqjouzBoKDT0l0Ix9D
du8lxCCmxRWF5NkkT4LR05Np8tlEFI9ige4uDSxqG/prXnDENwfjdebuvQbCfTGNiM+ryBeN0QyG
t9YqNjkUiqKMXlRpIuwXvX20DdBxuHL37VJuMG806yaebnqWy+ecOWPiYnSJchxGVhY727KsnY1B
AzGRXgfnAP1+DyJWP+oxuhmLhRUzemVPPAswt7njfmLrYsAFto3LDHsjNpe9TCzf0K3En6pCW0tR
3mr6l3fogxGVTsnWCLOeeFBXr2fLPXqcgOpimr+xWemc9RNskZN76pXOGNXQ0mDEa3kbEr26cjQ4
Qzw6Uj5gBsNomYE7pg8Kl+ehDaNf+hCr9WAvP2yZGCtbj9yniRJdDoblA3M0Fslm6jdR1pQPtqoV
Z48SGHqpD+Sz1GIcKlmB1c686FoKIyG34cH7Gv8wexalX1umz8Z1y+wQQ1Flv5q92o6z2wWGU1U3
Np4tMSSPaiBXXmnIjVcFa7Aj06tu50+urFmvzJ9DtfyxK/GNhHMd8IgqP+NoExRp/SKdSe0iixUV
8VfD8Z+nBlJm/WracKiZRUcT7py430dhGTjGwxBn60z7FMzjntxS3i88bn3Qm6VZcROznmZjVlsX
G81zEbblanGn/poWpljrJTbTcNHOMu7ndZK6HxhbOCgmzWvNXIxBOwtvX1CbaY7YejOv8isMq/ym
U3VKtUkFJChoBzZidYyrMCi062DI6ZAKylwa7GAu6H5jEExM67WGd2itYl6I1Iap2ok546DCdLav
9zhM95ouziPdLgOaReVOxBteOAQb/tAYu7oR6VpC6UoXLsjMX98Q8Ntz3BKdt3KaHFDsqdwFydCw
5qpUpzvLcomAcvs3811DaHyqbBSLd1Xjb5N1KY8YtHq49L21w7YaM0Hg2FV2bXtmu5QrF2Pcmun2
Vyzu6UJVrxNXi5FKlnRjG33LzS8W8qAptImQCMOm7fIfRuQcVY1rFaf7HgzOO4An7Tj0dnPAq7LP
86japYRt8QAvg8KQCSVcJ+w29q3+y9Wybjsa/Sm7f+yCGAv36vowJJjE9XleD4bJZ9l89/SQcKcI
J5yLcjyNxDNXSegcEGroGHAtIGeNER1yvf0BNL99TkP7V4xZcIisQ88oGdu42MAKYUeKvNHv055N
sujwWxE9ab/XrvxUVe35yhvM58odn3kMbvRyJUFlRr84/RinyusO5mjL4yTFMRrwtWgRo2CPCrR1
YVYRR44QeBbdBjpW47gX4z6qTBIrCxfKMjfPKp1u3BqudhS9iX5mBGHlW+i96bZOjQMNP2Dka84C
xGRPdNQcrJz6H2F4Bdd4ZmdMPkmTpSZLlVzneXpQ7YhdIj3H/QErpqOeC3XuqubKtTUAw7UJZ1xA
srGzjUOXfEHwq8Cyv6qRrylGwGBOqs2tGij08XWw9IdeMN+MAfB3zYL2K72r6eC5XsZp2njZL0E8
NOfBLzVsW+VEkUCZtDtT625Tlz7JLo/2sh9ho9SHhhpo3zKoglYIR4CRQzthpU8Sua2TLvJT/g9X
p48wV9odvjtp8Z6Zc5A537RG++KoDYzELdCK+g0+3SevTk9cq65d2P8srMQ8uS3M+aTE/WdEEuOY
iI7NzI2ucpa3LpLayqUnPC8uucgevKjD4M6ytXgHYc67orPSYPFaXO3eYfRaL+DjB20+4qWq54fB
1a4Ve96ovdQOL2YR+2k+bnNF/5PMIoyv7RNf64qDUu6HA4ekNvRuQEV4gT1WZp03jhaDq1Uux342
AodvM4oYkBULu4YTxj+NODpT5+ytDO1O/MjKfSS9N4dtc9WhQjq0JLvRzb4P6XXx1ksa9rQ5vQ5l
uhA14+Xv03K5Jjqv1GiWYaB6R+6Zsbx7dflQDvwu0+Ttix5VKtrWi6j4u4ptLr0Pkz+y55keTVIH
Xf9zoAbGqbWgkSDpL56XbyI73uA2Oddh7dt1vMm4NVbYhjP9IzP0yc9tEhjht4i9zaa2DYg/tJHn
uTnbhThbU39AGvZdTeywGGJ+D49l6NZsxWnKETDBpqbp64bZ2xOZ225rlYYbxHXNOM4mgZVRROKh
8T7X7SSfKgdOI6kZ/Rl2yJ1OLyMc+QywyiOX5YNVuIqrWpj7Uc/9brZoSMCy8pBy/2BiTcTJqDsB
WkXsKdWNdiBAf3kFS6OOfLsqDMK5GUneVTrM1DXhtLBVjnMTAMBQpS5oAy5BVV9k+5rCB2/or4r2
5pWuzR7nwKzl7iMeVN8cRBY9NOBMC9e6xuRnD02cQ7MnlmbRzQUaJj54lhg3kxu9qSq+zo3a61GT
BdTrOWvGec4qYrBEb0M28PlMx5yZ4kta1l+axoh1drh3pgs/QIzek8MKGCRlx9CryKytMOkAFEa3
S60sKIflMTeIN3JTeRhaioXjLkZJ8wS/U0Wu7WJ44lTF7SZX3XWpjVU8k/pPli11M11YXzX5WJTh
rifCK/OMe1yDJpyVG6M1ttZcPLqQaoyO6mL1s+3iDcf6XecqVhaWrn2SppuiH6jzczcJ4zcAi+jc
9sZLKVzUm3u9UTDKE0lf3ynJElZBbD3bqr3iUz9FMdk7Q2DG4gZmjncgjrA+PLMAiE4miWy4Ml5F
B2HZtCPuMiOtbo6/9Px2mmfQH/Mc4yBTzauVzZtQqktsRZuo2dNYmU0n6je2VvTD4xrez9KvOQ2I
uUW6MVYy+yINzW478Vt5a6mSd7ubNmb3I7Y2mlm9Z2nzGc7ipo13m4EZRJQSYC30K9LlTXeimdrX
ks8izvyK62bKMlxjl7HbdQc4N2cok9kfGAVZLoYEK7qH3zU5OJJv39GyoJZJ+FzVZY+OzyRPgcUi
4pNp+wV/D8T5ytYeU9rLKSdo61uRMyCslnrYt43wtrg6DN8wm+S75oXWtujvcXNaXHBBtKO+Rqun
SKxmtIAOmWjuUbmhdXcT8KvO8XyuKozCoVmM226Q1brMC+u1SAwub1PLUp8azBe9xlLrKa6uVlro
H9LhDZbV3DHIzaKv1nKivaZYolNLK996vRtmzqvxtG5St3qcCI76hK2v2T09q5KUzHxqufNhctKc
P769KY4DzxOHej8qssDU8S338r32wp2Tl09pI16cLuSg7WUfVHCsK1B+gZOxiBKyeWg1y2WzekU5
L7flbJWrcCwoiOGaUCTCt13qzZhVhweq0LBohdkPms5viHevxmDtjTj+GqXiilHRRtkQW6WmhSPL
Y+e6By9kzltN8gpUlNh0aF61hLel9bxoTdpiVYXvrPJJoMiPJpUZ5NxfBoks6ITjtKo13pYx3lWo
GpZRjiQKu4d5hDXnlvmtGbvd4pkXIv7XWjrfhCEfzVEcUrM7LVmzTeXYMCMYFV/lInYRUKystB3O
hdEThTgHXHTvFrsrZIeFHdyK5a7KxIZ56QjNKn6qJ/OWg811BVNqyNH+OKE/9sg2ujpj0daYEvbf
pfpq9F74mjbzROktXhJGvqaa2hU30S+8fDhLRra2yMywMVSB6/EP88ThNBuoUBbxxTL7B7ejZTRc
wq05qW+9p9JVFVW/+jD+DpKc47WdHJrJKLZmIYilym41xtOOPMvWtOqNs0QHj2wbB8kSZTs6pqH3
ysHwYupAbdMmuU2ax3lzvuDoXM2h/AMEdyIWdIpK0+XtI3FsO/c1WacTFbRHOM5UqLRMSMqaX1SF
6r1anK0LVEy3prvAGBI59AKtrDKoDVxZwu7bXOXXNGzZ+934SYspZqkx/ttD+NibJCsy41thzXur
669dkW4iZhVhXH0ZltA2keE9JyUmirZm2OusG+iIgdXXW7dwzZ0zF/OmyydzvaQGNZLQ46HLWpeJ
k2KXm7d7l4tNw7rPZfJTj3NYArb4pvczqLVW/0r12fOL1D2ggkewKvpbPOnX0JsuhhZdxRjea2Df
DdFeCyrnhDM/Ot53r98kmXZBPoQT1ak13OiEC4xHHlj6HXcfpQ27LE1+YXyt9XIF1WOVakPkGwNH
Df2cIVhbLSOW3NinDNcmPXuc+yfX2c+JsXOL/GHKnwwlgq6z734AGSGbycbnksq1LVT7yJuO9eyo
dTzSmkTIFh2mSI7O0mbrWg+vaVJyE9KZWi0gIPySmy0TZQ63WtdOm6p2tqnjAUtT3Ny9jOYgks54
n+2fgqwgNpAn2Sdrseg5ZvvBBIaQPHStiUCTzpt4Ym4+sKf5etS9Z9X8vyg7s93IlSzL/kqj3png
YDSSQFc/+DzINbqG0AuhUCg400gaJ+PX1/LsKqCzgQa6HgOZN+6Vi248ts/ea5/KQPxJup6uKeeZ
VdsGvvkFjePEddWsPMOek/vlSknoFclYBXuvNZugVntDY9gQkQlb8s7Z5P3g7mv4VdTYjA2PHBtJ
xrAb3nu8G0L7j8jppxDea9tUv+OgOpto/BlK+sVAg9kEHze3CvI1wcDvPsyfLF+gRQ3dM+ga3gry
mJEOkm5yF+WatVS5noecDd9f2+rHrQh+dBG+dnNxrx1zU7wq976jJ73v+wcYkPa66kYcDRHgBry2
ybCos0qRINWMzb/Jyw+G3KPddl/lkH5MOvb23BzP8+S8mbH9W7PYpVa0spC/ravNV9tBgNov5mfx
9UCTD6dk4obrIZRfyMcttiQxbLO0feRdfHJD8xgSAmLA2N9cGkHp7FjyTxtRpYYfsVio0Qz2vnHv
csBvSHYBbaopcZCpubMqLExpYVHV5Ji/2cAeq2NSJRo9bKh7xiCnm01iJXedJh5bo5ittNsbVhtZ
tQ4GFDxlrGPYjuAKccrwKM+nLKmoVxEotxhUHALh0cONCErUOk3XfEYkuYm8kl/6DXEMZ1R6Haxg
72Qjf+OYp1uvoHsnSw0fX8OWLHE9xfPonGsWD+uuTajz7Br0br6rvB6sPWZy7t5yFDBtsr+ExF+M
IHFG/BfdrsLVPn72ctiE4q5uWMGYjg86zbNNMHafdTffCe4J6a4RJl6JBouG9N+inqRUavuoHHoE
R0N0xNTpFyXLr/4s0jONtEB1qCD47Vn2X1lDrE7JCU7cs6qm+eVm+V1mZmA1bnLbSv3utftLYYP0
2aTmPUVVfBdwFbWccB9LhG1iKhmiPLe6i4FH0T5+hJ7+yK/rbEV40lgpPeal2DQ2TxN10lA/whUW
aNAjD4OmM+x+7t+yIBebXsojIYxTAheobcfnsCybo93w1fKd+Or3ErPEgCnmn9mtaDpJb/7w81be
27MbbNjoviwNEIyoOjtgPfosuALx2UeeuwvSbidQxFZTJQk+UzJmJd6vGLoSpTss7Jad5cU2m0n2
WVX63KJNI8mt4KM9URh2JHv7DsXik8C1t++n/EVbxfeI8zAOfjzGBs3Sd/LJhzHvu/3eoqCvOBq/
wb3AFrYoL7evBTW+NIwB3XklI7GLhucMPWDaFmJjIJtnNksOOgoXFBHP4Dk0aEZAAgAuEYU8hVNx
l1JtaoX29jWN1s6Df9u4VzWS81NLIOqatWn83Nn8oJhS7ZNLe/dPUNQLoX/P+imCkhbDdKxfFnyQ
f7005A3j9jun4E1UTdk/W2roJYNzBmmF6m+yy/l0j6G22tehbXAYDDnZ+D48mqX1diEx3zt4U+ld
5Rfp77hOoatY3Fu9uJNcnWZ7V8V2d7AoHiA/XsQfk0y+4ghvi59/BQSpt1T1kQDuehY9VkC7Wq9I
7KZLdynztLgPvMqG9TS+6ZqP0Yb9pbaeVb/BW6AK13UH7+SUIem2ofhDjnXNmbtNE2u3OHS+DXKT
1s6D0um7Ieh8sCUsMzymTlYDp+RiHNSuu7FqzjePZfsVgI71NEQIn96XYrBYNxmR5MG+5E3xCNRt
lQzxwUKAOKAjWXs2zNW2FYt3yKiyb7PgGSNb9jzJZoN/Hf+UW8+nDs/0ZgZ2R5RtuFfS+ciy/qzc
73ywyVNyA2EzQ/Zy6tnP58WeZonVzI4qtrOP0L5MwArG6c6RyS5g55LIRxWMB5bkq5bBLnB+rInd
Ymod8gGgCqVmXv57oQM3z9743tI6zR1TULRoZaOBBITal2gLxwiMslVoli8viM+9jffUl5TAxSzc
mRaDUxEkW5SS+yRvjr7LEtckGAfd7L0j33e7vbScKslmyWEIAChx8hp7lgVSihsDB5+bbYR7VFX1
SBBz3IVkObzSjj8KfI47TzFYE3edpxJ4xqLe03o/NtlZZeYpv4lJM3yv7WSF+mh0xA13tlGcx5dy
iO7ikbqzpI/qDeHDmQbQPNmWQferq4IvCF8Yf7vid2xb4RvaYLrzlojJv4FCHlGWONa3TQBONhJ8
uEIJFcBPCLfgyJhaugxkEmWYazhPwaosp3Xnp5ekWHbj7LwvfXfWPTbd2t9Too1hOY/+RC6HJAKL
9StwZocSKz+5QHZBnLeWs6WmPan4fWFJSvayIlxl+QyxWrvTql7o9wui+E8KnGDosbxa0XghhnoX
9D8ZENs1ypR7EL5Z1sNcfvHS5csz4YdT80e9qC1ZX7bZvNRZllOhHcFRGVtGs8r5DvLvrtE40d3o
MgXcAAb+4GMeXfmM2WXT9evGBpsVl2XOUTKF28xr0nu8dStOZ9oXgwBtdFDbJEqupk9AVoVe8FN1
DXQRFLdN4jQnDACXLrPf2HFDzxHlhPnar8y2KElelBWL2n/GDP5bJVcPkPJe+u7np798Nf/z9o9+
KzbwWZL2/+tf/6j/95+TH7X56r/+5Q/bus968zT8dOb5Rw8l/yh/0X/+P/9//8f/8fPPv+Vqmp9/
/7dvNZCU529LmDf/z2SE45PS+n9nKS6qTlT5r2GKf/4j/5mmcKJ/8EZybd9Fx6JvitTO9KP7f/+3
MPgHISWH/LfruLcCctI1/5WmcP/BGo4IF2G4SIa3bMZ/hSmcf/ihbbt4Jui2Imnx3yqpcgmk/mvm
hn+7TTCCnA+VV27o2v9XUizuLeVS0Vdhp08ZFgPRhwC4Opehs4UzM110UeUZbqymraaBsyhyGVUz
RraZ6xGxb2QpvpM/WCnC8EE2EuDCIM30220RI7/YZyibPUQloLo0aBAr1XojjqNEL8tJ16YZHkts
6PWuiES30W7HEG31JVNym9sMrYYUIkyJpnOcm6CKAafwFqnX2Kmya6l9DxN7O1VXrfG8PsqeyfXO
ikT5PPajJCmeYgxiDVrop74C7EL4OkcYjPxcvYsl9ypQIvOgD8zlvsi3hVVNcEUrwi/Oqp403k10
Of8gZYE9FX6GwRPOwYLFh9VZnrwsN8UjXU19G/6RjRUi0jvjvKYyZPAwcA4s/+N0qrbx6JQDjbCg
tC665HA8z6OvPEIXbPOKwzIhq5+r1LEXlBJV9R+AktzgPkmjLD26nX8LzjmNq/8UEWuFY2rlmHYs
8DKfydLg0i8yC5ldeRkVNioNstclaFG7bd+nOjZszLcUk94Pvp73TtWzfOACKq6TjV9vR+WTtbFF
iayJ6Z2bXoIsC7FqLmp3nccTJaiFHyfWDwiN0azKWtQQ2Qq6YlC1ySRTNDSBKFnJjD4MHoqujXaL
zpf7pGe9s6ooYvDu5DjlQAfm1MnsbaN9hINVYeRA3j8zEvOjtXRcWhWnYryZNf+lT5Unm/gk+rFk
R9/S1Aq2Odx6kwqeeZKtZVeUSdtf2cEVgtUpiMvhpaqAg+2HMMiAnMgJ9NAj/MpE3fd+RaBondMZ
6yfUWFTAY1cRa14mWh3qqb+n+ckp3ltPEG4JWdD2DOnSDQ8h01hkH2IxhOGfMYkLQTImn42/C8eC
+XScDI4BJ3dinOlW5QebkXlreq56iE6Lw1r2l8OT4OFDsgsYN7BVQOaN81C1jFdO5mOAAb7jvYpp
sIuTYn8GDygObEASYx1Xx2TGe/EYOBUpfywDnQX0YKx8pJg6ceZPwfCHuaOZp+GlHypbHUwdjvrm
t+PNHo+QOtZAZuYANn6GHlPPwpTb2XfpM8bJnGUHqrYa4kM4KeAKeEtnOR9diJmcHmAFQ27t8JOb
2+zDuosbUCnyix10CxRBa05CU21c6TTpSWK5siQ0EZRnyBTcabuAyqEm/6cDcIDHsBGSnSKLMKXZ
bkSjHSGOzbj2zU8AVNH/3QdiYpJSOH1tZ5V3RZ5AVWtHFp5Zrhr/rQkX2trWlolCLniiwNB6SWlg
sUJag6GI7ppKlH1/wndQKHXiLiehcw7lXPkvcsnCmyVv6rzPxjOwgbxI9yGIL+3Ja1w5QGjxgkkC
ShW2/lewS/hYCUHqjMLwOO3X4dLHzzGoiHAlcLJUB1ah7JZjT1TqzObar9cpeLbi1FL+GT0myvB6
n1A+/yRwv7Z2b0iqFDpFRhmaHD+oriFBb1QsBO6mGp6/rrO83qHNIm2ZgC6BDxkqw8HoZ127H0xo
Bx9TJC0FS8EWLZTKxnzIDKTpvp25c1xbRehgUxReihV7UOKjUiOi8uzMR1GkUXeOi2q407POL8Zj
y383+fxSSSyAM6qTLMFGo0anh17k2OQCIm7CzxR2qI82SdDhqDVfOVEbnf1S0EAdqY4LIRmVB1Fl
S7JO9UxEpM5mSQoY1iwYA7VbVGb9Shar/1Xo1jtmmcPWW+E49A7TJMM/dlWQzwIENUORghYpIl2f
5OSMx7CpSYM4TfyAu4OLhyY+8RbCMdwUGlfrITaadfS8FE83n/APavZCpiRjJ1r5wjTMyTi1jsNC
CGaL4Sb0MJ66DRyYdMYYbcxkh2sK6f2LIKKHO7uwP3CbVf560G1CJm4uzItrDRWuFVQwu8fdczQY
E1jTlcI2F0RhVOQ11KewP0KrS2uSBrElL7GFvfZB9tnwopzILY9q0jZ/le89M9uDvnXpV8Cy3c3b
sG6qem9U5eZb2ypv5qfyWhQDH4mxgitQkZtUHlc2j1+a1DPgM5cC5rSz9CusPhYWss3y/t1wj3hL
cKcOW34Gex1HZRask0Q0sLMc84vuo/Y4BUX7kNjcs+IEXmGVOOkzCxbrhHs2uWuVy/kjgM21uB4x
jYvROhtu7zfrLx9IArdvWsM/KY9TjI9nr60cAaio/eVsG8/6BbeluxsGET3GziBPkJrCyzSl5tQV
t3WHRvmvHJ5JbOLEsSvTAobT5A9kq/XraAZgXp2xLuGCldOdfPcsRf+iRQclJgPuBHkuBIZS6hCZ
kpfYNhs6m2c5Yap2q+yPtJpDlqMYsVUtnrpA5y+AMeyDavL+KDzrFtjrcihldkypLwP5L9e0LFJD
wbOjVXZipZD8shftEW1Zbtbq0pzjCYGvsqbyyI4d7TxIslMYWOBnPEcg4LjsbGyuhGpjMrhlYTYG
z3JZBrFuZTtupmCRK90N9i5muc1vkmvWl8hDQTGfArNmV+xtVlkz8ISWdkSfyJI/2DPKAbJ9eCaQ
0B6GGvdR1S/FK2qjWsdVLHdFkEf3cmLpSOmI8xXnGYdB5FJoT3qXHfpYRB9ukrPaTxPnPnBzjP6k
YNaiX7xNpLzoPm7T8CuR5qeA+rJt4j546hMauAcnG85N5TqHNLAjeNVR8RxnPjuuG6VrNbqW94A1
pYLa1KYAsUpuzGwTmWThkTpxtokZpvC5jfVpqIPoMGJ1OXMYWxsvMRQQKYH93SBF6RiXGMIvi/Oc
UMs5Uml2mIMxuGonIYxra3k3I00+WXlcvbsFzS4RjyXHJeqyWopHUTusgIjJ7XDUiPdkQY7nAyXY
oYe2XcOauCq13MNCLfnaLB770DqsLzJiJO2HZY87hh1TK375/fidxsbeJ9KLd0GZ55idIKZiC8dM
Yyff/UiPXNg5VMLzWoVBlZect4Zid7IdkLfbU9nji2ugGw2RVz2aZcqOMIFSlqz5TfvoD63FNXUJ
42avg0ndiYGcHR8gYh4m8CR75Jnw1A7PdVTug5gip0eVUyGBeJj8EIHKPz01qOeAO9lWq55OP5ma
uzzGpb7yeVvMHHYhlVaVSqs/WF8xLomyBWdBfrlQ9mM98EXe57N+CV12YTUnzaavBYDAJT3YMbGo
gpXkplqmABUqqj69BWPLRnGFnNYZ9ohHcl4psM9e9E8NM+GdF+N7wexrdrysk12Oy2rrtyUIaStN
8WQ2aRedPSSyIyxL8L61fGXuzR9p6LN5ew1levDmmDFQt8Kcwc26SEijugizYHPNeWJJ4VKpCYR1
9O4h/8VkerN4lSjiNcmU/rUs2e8XDxQ7fzT+S5/rlFru0bK+BqozznGpB3JlitRiuzTDjvfrsg6g
kX+nZqD7KcSsUbYdNjO7DAlKkl0sDG5WcH/RBlwUKeQAE/I0B+69ligky4zloCfeQhKJ2c1nHNqr
XCQ/uDfowEZhS7DxAlLzuLXssTDy65cjU6FfzWSkMY51KdzzKc1wyjdF9j7qibZx6Ls7BeaXenfn
wHJMsHAQ+milVkxxN1tpS3usR+3Fnze6nwCMl1wsEAak/5mMYLMmtxjOyMw2bTWj+yss3fFo65p3
h6wpfXSD+m/a2/dFLsxO8mK5VHXZA/LrzNkVQ7UL8VacnaV96IXjPDc+ywZRFsGxipbwQ6b6tU7b
EKckitoqLWlfWjAqb1qrvlOMXsfEg2xo21G9V7AZ19KKxUu6hOk+knp8cUT7MRQYyRaXyX7Q4OSs
auDAmeuc72NXb6DkEhLXFQnpJAd61NI/VOuCy0KZ6/u2rci55VNsNgSQFMvLiDQwFajYfKLxpJvK
ugGa5w/abD7bKC3PbOzlKWVDxJe8JtWXoadjCd1HbE2hrWI6xRUyB9joPWCuuRzDu36unHOaZc89
1MoaGlosj8hJEFhz96WIwuZaZ6KGByiKD47fzxr6xj7JKgAAktnGctidtd20ln0Ill5qks6FOdhM
h1vJHvoZGhDEUSLPu86L690s4+LRAai6Hsa6ugg8aBuGAfZ+c/OCRZxydU+YE/6pcW13t/tvJcTf
0ktsCMpzujNLoFmw1WTf2Qui6fMaD2brAz5IvAKvUearpPXhBJaldehzbzmYZTZbzRKLK4dbTdj3
qvieVBOhcKfK4124kO1yynEBmrA044rOONSzIWANDif8y8bneAmbqTjWGluxV0btC7d8GESMGbfH
eqq4GmF3mlPz5OVNckutWy8As8R+sbCL9zYc6ARrAeF2ztJ1GXevGmf1VzRMzVOmuCdyQ+WKHC3s
a0JDtra3qmJ3czpgL+9TrD/IgnNVDi9Cm2+8XjjFXPQ/pISbWUJlkjx5MgHZbzobynuniif+T/Nz
uTTBgcOVkENa1a9cdsdfJjT2Yxy3/rkQGLZrK6keMEznJ6MYQsrBQxagjGGv63kgdlqrs5fP74J7
wXuksvQzdEFloRUGGK/zYD3yioFXxtZg8RbxpNRwVU7/5HSFWE3Qj8+RPbdfhRyXE6+Z4eDYjfiV
4SfdllnUPCSjmt8avizvzegRdo06pro0hRLJcPBGY7BDaFuXlyrn2O24R3/JlIEAO/YmKQlxjmiz
+B1kcpbLrA414T2sR+DjvSAwW1P5T+CgxQ76Z7GbK9fskrj0d9pT8oMbynyZsS4oPJYeGRzO4VNj
h+bSp911iTDmLQSbd3WiUblBvULIT8+ztMRdD77zOBQNaocawk1cxsOmSSihjGrnfnR0DOVgecUW
126B6rucUsgJBEweOLCnn6UDiApLuqnhLnjh0WvIbzWCuIUQvnMM5v5RlIOzp950fMvSrNo6ze2l
IoFa5HGvcaGyVY8x4l9VJJ/wSjjrtHaTo2uYkdOOjbUXetUOulO0bYrYoQGAVLmauNdbNvGoLgjw
Vea5n3FFMyxLU6eT7apP2u4YDmW5N1gyAuXfvrINX2PH/mppAT8kYYboym9i5eajPGBK6A5LUMBz
aEXIknauj7zPh7Oiz+RpiYLsKQ6L7txaC3dPx6O7PE79Ez98fao0LhHfa1oGT/fqo/ZuI3s4ZQ6G
YY2z5UobQQmFObOui9bVs20DIQiLNF75SSs+pwJZuW7KFqhabJ0phdIYjQlkHIhPJQ+6jNlEBs2f
bnHSc2zVZuv4TYDDUHvsjzwPy60i7EblXXSiyHMiI8bQtlFBys4AstJu5rt4Jtg6MW0O4sMNKWAu
lzaIdiFKI8RYqfcGofyx65r8nmOXGEsdFMCyOS2TA0jcEvXZlr/tYIHePVv+tvZryXjTI6BnU10R
6+3Gk80QTRhM5RvbyGjN1bU+lbYe3umAbtakL+WjTltnXzp1t4fCFL/xSo63FkHVr9yD1h4v4CBV
ENjM8io/2+HsHEY7XjZWBu6QCkbYBDas7BUTMBdGEtd3aWaPZzFJm4AXmj+ZJesEWvXSGEEqqJcx
nOEFhd/N6gYgebn8+LJA0M9uWyO9zPRWDskvtJRkp5d8hOhwQ5s3fVQ9ZnNG4GNIB3+b685spOd/
dWnj3IUTBvp2brhDqwW7Cr2h4z7L2/rDYO242M1QHNzOZvOet/2jP9fZxbCo2OmZdOpSm3onGtzK
OvbHTyNSNkKOCkL8d3THzMHivvdeNu1qN1VXkXFNXHV2yfrtZk6Iy8x/oJfD7HmB0O8wjNUfWXqg
G/uKmpZWL8SaQmt+1nn4Jw7c5a6al+nmiZpvJnR32AdVgouvxHRFAgy/Kdf7i+zacGMigo1WDYSR
IpEQ0Mo0kYgScR0Sn7KsJzRTdDBXTk8+dQIv6Yjmg+rs7+1eLCBca3jYeWUDYZAe6Amd2E9Tt/R4
GO3wGfDEfAequFmXgUeJQAvdsIlGwfiTFMGuJwKCnXDCgsG9fTfjesCOSo9PBCP+s+vnnqhj0O1w
MBTrIW493nzY4xJAPk7B/ZS6CdT5YQ8Vc3p1soK3R+J5FizgkKV9R0rrSVpc1UHvEYdTxDrJvNDG
yzvJs8I/Cm8dpSqjgzaBoCOPdgxudzPFqK5mUBiDbrzAzeg7/lbOvLqQ4ef2oMM5I7xbIMOFuU3a
jIo14CKQZmhwgS0N5m7rVkO27Eww6t8Szzfz8zw4XxYmy6s0hWCx7C3Ta0prCFKUIlrPhv/cOjaT
n0/L+Ep0sIRXrUT8iWffZlKAekyGxnxNSeneDxPzpmuwnWgrnF/CwaYLQizlDz0y4x87cwT/GYHz
mWT4ZfnWjE/kD6M7kKEWnHnTOfuQtr43XLRYoVOBHa4NRgIDc3KU0kIeHwSCsWNrkBHx4u3zgUV2
oiWmTxJROEgDWLLcJnHUQp2RdC7J2P2sZJyxq2XoGBO7fteEmjF3DGpdtTNpjHa5KwSGEcqASmRG
7w8oj+nAaPvDYvLOynWDGWb8DrvhPuMXTtNs0DmPi9cIkhZOS5BqWnYpeKNViu62QXV2T9AQup3k
eSTdNbI6MwPbUz6MbAjfxMyBPvNyZWZpnkSmTqQTeVGU1pPbkAVieL2Ost7gn/xNF+kvrTwmp2Xx
f1V5+ydJC7rWy9BhAsmbnSvc6sE4GHsmwSfOGEEaEDETM4fXv1gaajk0hLCEVFe4l4kcNIiIniuv
LLhXyar520ONeV9yltY+hyZNuuMmHRB1SKODJVZZxrW/9jrIPb7zZYi0QzQV/p5j+2UW6BGe7PIN
Ytpl6VvmQFvb1nHW0K9GXPKFAXYYj/ZHVyfzW5t6/aazJZUXPZtBSV3KqrOWDK9i2twlvh9fJCRj
/FviGQ39tU0cvDWW9eob37/H3n3xJ7DQfJ+yTZTN4aOVh2cl7fke2SbkSeMuOg/jpQh0+d0LDsQh
aMhT5ygKfgKDqQMpdASByjraWPZKzNO47fEvPbNaDz8dZ2awciMmN0AHxxmT4iee0ZKwi4vzufWT
4Ojp+sUrOnkGZ6+PdtdOO8FlD5grUYW4MliEcU8/ysQpz0Rv45WTwtWpfcJ+TFj62fYHC7dtPj0r
cavQWUJnhYW4f4vBra64CpXvU3E7ZAngFnBGSRtPfuV46zhL4FBkFl/i1nX1wTZVDlEnnvZ5o29m
+2SkzykVn6GDwKoMHvWpLxEbnNr6rZEEnmRATnuqeICHCBlN2Y1+TES17OFu5Jcw9qdr4kTWfrA9
cn6xB91DG+ntrAWwCed5ekiopHicwnTYVqQ/DjnX4yuLKLUHL9Weei/IDkBkJtrTfP9IQCa/xKq4
m6RO9nOIIk1QoVo7dhXfdeW0nAaCZKeaH+tnCYO/LG+w8JVxoFdsmlIE2iTaEu3On2eVcq7lg9xB
B49fKwOpv8hbze/gRmR1lm66BqB827Ww/OisCTNzlxj5JoyGIIFuHM7jWPgX2ieMzYvuFjarltwQ
AnbsNROy9FYib+CfhhaeWJY1F5ZgiC5VHd6TAXVx42ZarhOlfwW9hx9oARixnsMSqy1vFUwOqEi0
zyBz6yF4tL2Qw4G+YbytCTy4um4udafR4uzhXrjFC0bU+NHXsXNGkIjxGage/H6hsnt03RQmxZBd
e+zPu64MSOtKDAJbDwfaNhhQ1wkhZ1c8JS9406oHBTH+nh+E+UiDEt+TbxzXReKjblYkPnjrG7Uf
yWERwS7VZWwa/1C4FTd49lSXcKzqx6gPxZebWiieSB7zcy6yZTX2IS68ehoP1hAHd2xdKibAwUOZ
jdLflhkAcbewD1wPbzTCFPnCiOarh15m48YnfHxqaOkhFNDAcCiUATK8VB0HWRNtFmh8m8719apE
/CXyQb6wi28u8oRJ6BC27pNqnOm7JQV0b0Yw5UEJecvlMrKyfaAe7JZ+L9gTjlzvgNelDElBVD61
kr1v46uL6zPtL0UwPvKoE4Pksmrmrbuk0/Q08i9CvOm6qstwzIJUhk5VuZRrwAlvmieWytUzEVjm
/6gQ3pWLvcRXB3H/3eTAqLP1jZ+h1prXprNugSpkZPDx+X1X/YCiYrkTO5jQz4NxtwRR73/UsCzY
yZpOtIc8KxsuWKJz9BaLqfvtVEXEkrZ34/FRjA5zYRq7zx3muG4zVMGU7GblTM1u9kdYglHm94Ag
dD3lO5eCRTQq13vWfUt6Qlu9elUdb3iUSkWsbjb1I5u4eqdIzJ0s1mDJMWvrDDvkTP/ZxqRp+DkI
snArduv8uR4mHhjJMH37Rb8PBJwuJLRCuGbB8MSRib7ghK4kPue289puyxfyDel34EdPRC6D34bl
0NZNJ2fd1eFjx4O0cuosLDeaXcdzVklv4ksQA/ai8YZduKO9qwXAQO/oUOiPTdmJ4Q7yqfpRtZie
MMTxrR+5sU1HKw78p65IxEeWTp59HPImvwXocayxpAT6I8swDbdLBPBcTFjETjYCU3QtBFg//ps4
G748QdMhoP9YY0yKANmvZc5agfOX6yt1DnyIAwpayqtbFA1h5x6EYIvr6CVoF1/ucrCRI8Y63VnH
shdJ+t1bYuCSZvH0+ApMU51p9dclC0gdj+BzXTx3fBhNku3BICLeOKOuf9GdPu9kUeTconsfiBFJ
JFoCpoGynyLLRpRTa7xm0vJ3fGDuubfsblOkN0ZZ6f4REwf67Uj0u2gC8522h9Bq/Xufq8KRGoHh
NyMvODSP6k16WsoNlfSkZ3k3cOmGU6jZ7u0VJJRDjTvtAlAIv5IrCBmOnvkb8SJ4qdyoo+6PC8tr
CCrziYyR+LYhPF2XaQrf7TZWwNKzAEd6wSY3BqV6N7iyOjXsq7+V3wBVzmtyJXLwpr1pWdWyevep
3YHucSdJ7qB6tSi/qxCp+RKME5FdDRBypITsWkz6XcCI2EuvPfmqBYujYUZf+xmm31w2819UT3of
9G28mlxsp2r+SrC1njPCBX+t3O+PaRGOjyZO0XmyhGmXE9pe42KMsFL0SMLdJE82drF9W/OVpd1q
eq14itZhN6onY2b3kFpSXdpk5hG26Nsi4wdHRTrYFlwmg0vGt/JYBc57OafuZ0u/3e9c8vzgM06v
82gIuXUiOjQRu5S2juVmxHx7CJa8uAbFuODFHl4Yu6FvmTKY9ngS+BVnS3gRFkmz1TCakPIKLzzw
9JPYJ0D6KhNWkqEaJGUfhtdsVntqA9KfQAkhUZxarQrXHFH2Pa4Zb9Wxo30PG11cky6dLzblOBts
DwrWIg7yoXavfVunJwr0smRteu6sboGJ2iivpq88p7pkdPsJwwby9CJ99VpEhO6mIHixysFfG0Jg
MYHL2STEBvoM0cFBbQUSA0SN4hvQOzGee1+ZeLMgUaz57pICrRDiWrZuK9uxzxpZdEOhQXjQtkyP
RUlV7kp5LTAzDq/1zKH7VkzxsusD9b0kLkcGhyMOulG6z1lPQ7QUSDXkLYJdMo/LcBttbl+6orwn
gxy9S5niDU48vl6Jx7CfTBDw2i5NLx11itB1vN+dl2DBwx7jAAan4ibpR5a75hZzq3x94OvlHlhV
+9ArGeJLHsSHwV3CZxPG0TZtADEI6T2RmB3e0rLM/vZqdm6otbH7E42zS062Vb/ndvFephsJ1fIi
5zrW/fgXn8J/sHcmu5EjW7b9lYc7fkywMxptUBN6I3f1CikUzYRQdOz7nl//FiMTeOEuLzmUswIK
uMhK3LqZFqQbrTln77XHX5Uq5C7TYsx0tMSxulRXpe6P15rJZ6YC80NgGvcxbqWPkfI37Ao6xz8r
3Se++haQ27Vyzaq8ivgzRBe5Vpd3tKKqtSbQn1ga3ksYgSYwbKz9hIp+n5LwpZcElKKEVPluTpMn
h8yJbY8T+p66ZT9sy5rDhd8Y14E70/S1SXC5UuPYlSBiC2u7VGER4tJijdg/d7WZu1CiZEM3eKQX
MAKMlbptcQKxivCKTOXPbhiGxgqJSPucFBgPIeOKJ6YGDprKTpTnOs4uCVgxqr7ij9TP8rpDP0bR
TyxEm9neoH5RG12fi9rrM8xbXqWSYGNyK79RIK3vsU1iv29qBK768MKs19YzJ7RHAg9xGCsUJ+HA
P+uG/rATBccPo2vtl5Gewc6BB4MdayScUtIyf4TFET7SKhqeBDX6fURA3Ye67TkhVAmucGEXMXmP
UW5+KmglwDdTn3W4H5fSV/ZVXfQ2XMgg/MlpmXpsmGkJqIWQzx8HxyDCH4WdkYsM1GcmtaQngq1N
6n0B/05ez7yMuxFqJKjgjK0GPeGUbJsIH3uOpQ2qXlKumWW0q5q5emS2+F/attB4OIBHd3XntJTz
bFyZjmaFDjeftNup2ZR7o0IZnGi2s0NrGq9KK26vHSfqouesncJLfQ5SwktqcZGUC9wEgvaN1bb1
TW70wr+oabdM66jScwPZbxLCm0DWE1RELNmAdmiYIsnvTV0bL+cK5QaMCyffgY6Yr1Mz1sE2aWMN
omrGIPQl1qlmh6xZY4QZMI/I+crcznEwJaJu8oYJ3NuD0wdme+M0lXiSBaq8tR3OHYrmnkuN/mwP
ru8+wAYNrGvNYVPchTR3+2ijMj3hQbGNTuNlEeCaeBpI/3FvugTV0ZWdWT7WfS01MXQlYdZ+aye8
VXdoybDV0spdwvwq226/TyBT0PWifdOyz7NWkejjGa4C5wvp0IoRQ/ews2T4okrdSAAYDJq/oelL
HzZNZvhWzIdOVHPmTSVlDbuvMI1pzXybm/ATdZfolIji8iP1GGJSDaSFYJ7z6Vbnm98BGKnD/eQD
j1m3BuqZUZXBxqgyTPYdJJg+0iGMARB8bE1zl6MLdzihjMJIrmNa5b+oJdVfpTNZL0ITqaR4ZjoL
9WIaf1KhmH7M5WBctrpyXnrDauXlkGFRuy8mLlvbnGRG+3IsKubc1AjzR4kvAWq60jcSZRQtG79F
zOknmo7He5h+OSHXpdG2fZbriZgmj6O1EpuR9hGWLFcY29blTpQFXbkT7CVkORW1YCvsaDd8aHXf
/OWCX9vXRsL1Z1RIe+KonnxKFAgxIWnYlNkeRDmP7VXgmNLpVjQlxHQnohJUWQv70jSvw3GIzM9d
ZaSJho8sGaMfiD5DqmmmE9dd/6QlWMCJRDf0AFGcNcmuui9nbVrMf6mdouRKXTwdWEFGmVy6SiUL
EZ7A9njrum33wTZL3YqRF+pkHhBM7waU/MPORxW3kWGEiysY00+yNvHtt2U3NmuJP/OWkvaAmF7m
WTl9CLEwrBw/+EojoQf1NEuIK8RLx8CRqSJNa0P6NJo3+Euz4BOLY5p8ahouX1izm3SnCMcE0MS1
sdgNULGoK+SabJFppEXAnqlZVtBueij3/V08pHXyhIaIgCDYhH6v3f9nUSK/S259E32vgT3+ag+1
1b/10v9feP0/TZS9hB/895rsTU2O1M9Dvj3/wN+KbNv6y6A1LpWJfnPRV8OX/1uRbTl/2ZZl4QMm
mN4xLJMAgn8U2Yb7l05O8CK9tgxFIgr/0D+SbKj4lmNjGhOuDYPGNt6Dt18CQA4iEMgMMqTr2KZB
n9Yyj+TYkdAgfWiu7bWuRsssICo5GbVzSRJHMSRLKsbyH8axpLJ184igHzZJwUeO32lJWvrcqnTc
4bfpL0Ma870n2yE7EyRxpDJfBiSGA7W6TZysoxZFffn95UNE2/C//mP83xE1ciZnjDdj1ZSeGmW5
J4+1vUxyJz4z1Ks3uAwll8dDOG+57tFQ09QS9Ut7weuqJP+6KMxXgVaGT3/Mp/u/f5H/k3fZPYLG
dvkzLtEXBz+U4jfHn8s0YSbRJDh8IsOZgtAYO4FDWpX3ufTJLqWcUCPy0ypKxEXx06d9D4O2M60t
neIODmeTf0ZqSunbmNOvb/+BTrxh5i7dBBDtzB58AQdvuKHzU6iOP09sC5y7pvQBsjRt8xJ0QNL+
xVjCxn4gySNR4mgs1PQgI2P0g42j5F1ZDd1TKROxjmTKNvr2WMaJuUoMhePySSqdO+zy//9j6gxs
MxPprcQdNzEeMXxLTw4CXJhrRA2LnujcZBbVZai3NKJrg5tqpRstIlSTqqIWO/Azeh99AN3aq7iF
BWEjdbt6+w95Ys7BLWOymWjZl4CWwz/jxA89szNyYUHFu/EtDl2lWXTr94+C4FxxLHcsMgeWXIw/
3gRS7U4CK3DAszhACCSX/EQ6RE28PcxRes7yrTKDWM0crCEmbpPDYehw1NSeAwcD8txunbkL9rEL
9hsEWr23MmjgXoh7ZaOEaT6+PfSpr8rVuRpxQljm1m+3yh+PaNrlELcBPU69DvFCxa2Dap1tU257
NHF3Ig4MvHOgtVYdybaLN7RuOFtJrhodTbKfPbkc73/rzLrFicO7lyz/h68j4JbmFAlCDjcT/gOO
s3FdNm52Zj05McsxR0i0PUKgS7SXGfbHg2uhNQDfghHVGlq2G7KZe44e1fABMgd9o833/P3td738
G48WMOargUedh8OFdDSiX+GoLtB7A0Amg5L3CKzKFmL9/lGUDdKVLVWZtjpaJgczMoA6KEraCYqt
EpyFNxWau/0XoxBpZfJlMH3doy8DrIlpjIDTaRaW/T1c8WjjVujZ3h7lxBLLkZJuvWOzSFPrOPqN
zNlIiXMVHgcL+8II4SeAgSnWgwYG/e2hTvw4JO9Iky9BN6xXi55E2OpoLaK5TFKUcUfwpjmNqzNf
+vJajqaA0uEfCSac0ul1HD6QPkIFavWWURoO7BkVI9Is6V9QAytq8zEEcLlKLfe+D9WZBfPEq1SG
riR7iLRs83gpcwW8Aq1ERmAvFKdSNBnZn72DezPXzmxWy2Z0/JCmAFbiChK68LgdPqTMEtmObOVe
vxi2O6dfwxBahXqAEi03L6sG8vP7fzz2Ap16q7DZFY4WUEEXt20pOnvggIGyUBFdcxs1zjzXqVcI
4hAjoMFyrR+fc6jhVrM5SNsTeW/tsJCE267N6tuho8z99gOdmidCZ1GyISO4JMkfvkJaj0Pv0Crx
Rp0IDgUuY5/p3XChWFyAr0AwoCeTPtVz0G/10tbPDH/qSQX7HvlgLhPVWT6WP9bGomjtHGMfa0hG
V0lqdoqEu25vUtRjZ17qqckiBFYSxyDNzhZHh40cnxQeTopDVj3c0Sr8MEVLtbeefzl+fO0GyIbf
frWvP3QYbovP0yLyjBvi0avtclZIUkroZvuZtQUSbV5FUSU27x+FS7xczidU6aR1+AbxxzUY7ZCL
Rgb0YNkAgi7o316/Pcrr30nybxfYyFmHdSIVD0cR2F8IVaCfWheV8xjrofreFUP7I/Xn+eLMUMu/
6/Crxnugk+9nKMMxTXk0J8wkrHlUbjCcDSVRGZFbdmuq8JgbELGBaSK1hqgFdyCUJxO9RQuPv03X
RjXoCADtPvpK0kBC30MVRGYNDTa5lVBj+wtdGET8EaVRs4qNLgNPbGXZl4TUdyJbnRTzODJnlFkU
cZK12dIRwRGuwXEP89RaRcRJlKDaHWIb2sIUT/5EhwphBtDVRRYHRK2FefjNdyipWWyKd0Lk8afC
pXXpaXpP+ZaOR9fB8xIY8uFVcqZvQeQ224A/8Rd4+l22MfNIXCupBTwjRvVLXyL3XDOvUaWALwT+
T/sNEk9niTFa62lmu2cSJk9MXMOwJQc1nZMiXdrDHzsldCUKA3j/VJDMm6wrv7qYP/ZnfubXv7Jh
OCw7sBUASxxvE6DxikYaglCBPsEqYpn5zi1pu1dZ2pybUSeGwlLtKF1gh+YCfvg8cRXpdQGo18PW
mF6QBIAW1J+wimb9lIozO8SJc64kBJPIWK7g3Bisoy0iT9HoDSk3qFyW8vvQCYPOe0pAfT2WSBk5
nPWks8HNXgF+Vr0Xu+b0wwqb6CIYk/ihwrN35lX/PloffVG8Sbzeiw/cIvnj8AV0pWW3BWdcNIxm
ejnWKabvSFRk3Ntz8l3PU/emAt9VeRb9cnc1NMF4W7l57ni2u6iiggharzdaOfewFPr7A5ItfTqz
XL5en/m5Ydi5XAklFvij9blw4WmTcC54Q5n5rQHws05KTfzi0m/+HNCs45iOu5/vn4Uc/rmNWJIN
XR39WDJMIz2kpI0tQFjXWdzZGKsjYze3iXb79lCnng8KA5pYsnpc83f04R9bXWLQAAJyKjxBt9jT
XbxjSo4PdVT8nARGoqGYz7zRE4u24UpFtcnmAuIcL6QWbscsDpZySTegTCyF+ZzyXyKIHbHmvP10
p8ai3KSY8+zjwjh6kXneFRzCqDizDXV7A7PwSgwW3KeKfuC/GIqZrKAksIBYR8uTy2439wVHlpna
/E5mOrMj5ebW4lT7FyMxF23BX0xlH+16w5xN8dRzj7JJP9kW7Kuth/SC7Asup8mZwU6tukrxUET6
6svKePiRhhJ7QI543xvg5hDeZM9bLszOt7cf6cQoEFq5TymX4g6RrIejYL4z0O+zOiG6zu6SOil2
s97AavwXw/AcCrOOXGgXh8MonQQZbVgaEJQ19nloQgmIRn33/lE4lXAoUVx0dePoYUo0bZ2pW3xS
bdM/gMqaYF0p88yHuyw8R6unyXXaJj+aKyg1wcNnEYNeEEeiEQsRWuyJdvYLB+y9EclrOLPOmRd3
4jtiFbKWjZfQcUsefUfQbCd/tBiM/cX6vGjAt0oPh4s6NN9f2aKUyuVd56ZhE+u8XA3+WJBGW3Od
GMC1J/XAvUb3jg8sbPoz190Tbw8QCvZRCk7kzR4XFAV+T0DG3GVc0O9oZOpuP2aj/Vi1LhsLwpoz
xdLfK83Rz0UFzUFurS/Ppx/tI6NqJHhCrhR6mSM5lnlifoKU1V5qFKQfEDzNP1AQG4/GlABz7IOu
3xFVYF+8PTVPPba1fF/MS9vltn/4cmcL0brPCc+rIlB5EKdLFLCa+dy2Ybya/HY48ymcGo+VQ3dN
PofXOdUZ3whZNTx1UOukuCMP26ohDD+2M/YrFmzt4e3nOzFP6YggQnV0ajOGc7QI14gqUIWyjiDA
67ZuB2bO6ANnQ6nt878YieqZSakEe5xlHr5JhFG6L4mL8Fodis2A3n6l4j6/Srt+eHfpQlJtk9S0
mKrLOnw4VKAKzQgIwKDMbN8T2SqftaCakUOP57o0y89/NEnZuJQC2oNnWxwv9uTcqtj0Gak2++Se
XQHopgYQnZZpj/IWv1uv1w5dxlyeWWBObACUuKhxWVT5JTXtw2fENzGg9WHN7MPR/cg78AEehPOZ
6XFiOtpLk4s/OQcP/u5wFEoaysXDwzImoRPC2vosIfl4gRH+RPn7/gWa+gWLJQUE17COaxiVNXMx
A8DgOUFcsheQ7ifCBDlVrA+bkmrKmWly6hXSaVk6ibS8aOcdPhwuAG250gkvqSs8iIFML4YODcTb
8/7UKJLNS2elp5p2vLlx2EpL4HQCsW74MfGdjlS2s1eDk4OYOi0YzogslkcnnAxEcFOhaYDZASPa
KTtxW+t4Et9+lFOLBVV/qqs8jXy10xDoU6GHdwXMWOle2JGDwKGCyl8YsfYvpje1EIF8TtLRXcBb
f25qIWFSnM040M+lH3NTHtV1DFLvTLl4+UiOP19O8dR26MZRYz3apesaIT0YCI43REHuoEgFG7eR
i4RrJlsb0duaPKzrWh+YhIVztkJyYnRObxwP2LdYP46eMYiMKehQ5SLESvTntAQoHHXKvMuV5b/7
CuFy7LGoXrHUy1eXFj3ugggVCsfF3iXBAkLhY0iQzAUY7+DMjvl6SWQo2u8GVbhl/T3aUYbKDOdI
zFSstb4KV4MFcQfUg3iJtFGSvLsUy1GsLi3D7dvT88TI3Fs4ELOAMEmNo++5JmzN0dzG8lwXrVXC
JfgxKYT7kTsoNv8Q8taG0160nieTLs7bY7/+NBY6HKcvg8WSnvPRUyuYZVPG7QLtJkEOy8Vs10JG
2k+FnM8M9fpbVzr9RRdtI8Qx/nL4afg+8rLCpqRFNqW8T/Kh3WPWfP/+wuWClhOdUoNv/njZosha
xmPKA9lToFZ4hoCzK4jdb7+2E88CyJ1WKYcCvvXfRZg/zq5w0CYWZo7jZqq1O6fKCJRrUQK9PcqJ
H4epzypC25Rr+3ETRTgFSscSFa8PY2BjIUGEpQ+GvGns+UyNZtkQD1cUZemmTVXdlktB4mhFmUJz
yAbq5J6ZNdFT0HVoW8O2ewmACz2wRgMXC03j3RsZg9KUZDOjUcPifDQjAuwaQT1S5AQn9nWccBXm
vRZ8e/stnvitOGYsyjCKO/AGj5YrY9LsCNcpM4JrNI7ayV7TFJrePyMYhSWZ6xN3vuNRysLBnAwA
BxBf7G/42RakVDqfGeXUjKBsydVs6azSmzl8Yw2vJ0xa0yLroZ8RWJvzCmbZvELqPZxZek9U7VgN
uQhKjjScsNXRSW2ga0b6GXO8kgQuE3+j5xuNYFCg/Rws9yM7wJdosJ1NYyyeMjBJP7iqwpWtRru+
IDKTDLhaDB/iJjfXg5jsd5eJl9VaOex/FOmVe7xsOsjkRs7LnjV02c4usGg3Bp6lt2fP65Mko/A9
UPChXcrLPHzjRPj68P74BgMZOJ+gHsDhamY406keZis2yOjMT3xiuto0s8EMLi+fovHhgIScqaBE
3k24gaPfQHvEV4q7+UxD5dQoHIaWggK3NnAFh6OYWgulKMLylsjM+sgf4zNSxnNf3ola9LIQCwTY
CtEFXaLDUUamzCTapYtRlDaMCdfZOzMK66ZusRfIKMg/ZUlSrmpYCzeQftIfcxJ2yRqwRXMjZJid
WeVOfD5UGhalGLUnSrxHU2aqXZEQesKPyeXyA/yn6KJwqvYRcpV5ZlM/MRSbD7W7ZTkAp3r0M9rA
RfTaRNsRZ214l8VNeu2AF8Ps6ddnPoRTQ1GGQoqCSpAr1dFQUIjyv1twWD+qb66TL+gEv1r3fRrF
7/8c8KDTHVNUVGzKHIe/aDdoRGM0NBV1bIa7CmzRbQiPcI3RV9s2E/iltz+/E/OUnimFVta85Vp4
9IspCAocXuA6+pUP8wAn8s4h/uHMWnf8Bnlnggu3zoa+iAmto6cilrJqAXXT8uvoA1VtSMavG0RP
caq9V0NoYWlZ1AmU+/mpzOMp6Ey0/ZoET+5I124FFjDejPBlz/xMxvF7W4ahFKxzzDLoOMujxRvh
IWk3PcO4xJSLDF0/qVp423HhEPBZSyxy5mpMYMGJ2Ngq2/84I9Ofg3pNrui73y5/FrZ4qvKC7+q4
gmKmuIR0SfMWOEaxsgLbZJtvXZBOOMHfN10WjRzvlyoKqgyH5fNweg4kXSYZhAEUVWWMvz1srhq8
22ce6PXLRW/EkcKxf3fY7aMThZWmVRbx6XtV44xfDUEEMlTDz+9+FKYkzhuXAxnJKUeDYKIMiUzS
oSsoSXZ3YjYrW0TvPbZQqjNYlxXeBaqkDHb4wpxygHMx8MISrMUbYAnTlchVcu5nsZcX/+f5chkH
EYLFzYrFl/bu4Tg4gbOBprblOYidvxcoGr8SgZISaV3IDH6XhEFQqvEjjEv1Yg1G9WJFRUxfDMt3
5IXI13r8IRkO2qqQE8g5X1Q7fUjlZdqPOnbBbCoTgk5LWV+QvkwI21yUcGKisr3vjF5it2joB+05
A+fXOXY/2vNjb31HYq/NmyiYtF3eF5ZBeMFkdSviRLHs1STmNTgZatlhVB6q61AMoHErJ2y/kPzM
OS9Lxy7YlUNf1iv2EHdH2Jv20nQKhlPfZ5gqR9OJxDYnqBGOW+pCJ9y5IDwd0gylGdyNqktu00lO
z71tFN0Kdb+4C/lwm21KZLi5hZ4zE1CmT3O9B6SMC3+Emf+paLvw0Z2iclop4LM3WV1ZT7rbGi/l
YNrE7KUVWcuQTCFNjRxd/I0rxvaGA0HydXDbatwG4Wgb21qNhrqpwFXkuzAyi3gfJyEJz9A47eDC
d2O73FruqCB12CYpmppRwn1rRyd312Uswv7CRG4VfAyrYWxXtVOSEgg7Lb3KsJphem+jDK8ThmDC
mjSsaSvHqYaXUi+NZ2sayPAGOaQqb85z9WSL0Wn2YVPM30PLQXLXqLEzVyxv9YMIU6CMfV2mWPfH
7DPHFrKcSOMkVnqqhQ0bOCkx/8OyHUhTdtPqBpik/WyCwQcdBmDnWefvmectZCUyOUyiNEccH9u5
jft63eO3ZK9G1ZxiKZlJzi1mZNggRYah8SK9rDSQiqbzzY9z87n3o7rYBV3O/6KXxYiLTYrqR47H
0r9BWQURJsN59xQQXYrjHAraJ1lNPdZPYMYfZN+596WfWHuQIGqPJ7eGU9QvRJcR3Cha7K8TCRLP
lPAbx0OCmizejnYgC2q2yLcDajBUKyte3DHI0rLxAsuX+qFjXCE/NCM/cxW5Lnn3Loyvb+xtyedE
98kIibsKGzwJ9/m4UiocPtSin8t1VXLi9BpZVdkl1bMA4CaEyhh8DfRFUh16+dw3RWx4M//8976H
lXGBU3u8zpVbY8RrVbxL9TL14WbYGOTwShnKy91q/AFXQ37DniTYu0fdr7dWGYefRooNOflZTnHv
ILRxSeApaousltH1iXLOS1sjP6KE5Ee7Yr6uXWh4d8gonJewjgizG1Quqm2bOG27KVoHgYNd5a5z
HZtuPNyJprasJ5EaM3QRdwqWzMkU2Fhux+CIUkcNtYdpTOYPyCSaL+HSorrAOhFhm7MEjroYb2R2
E8EJ6Fe9VpMwa7su+TxjJYBiVdH0KW2mCrN5nhSxS9ILvHDyi8fiOneyZNiVKA8hqNPL+lKHMwFE
lZxS1oc2741VIohE9Minrz93+th/CAwB7l7xLva5FbsgW5rGjS4hJZrzujUC6ZC0k9qDp0PxZJan
KXwSHX/JsHbrgJRwM69bCcER29W1CPXMgC7QgU+ssGbCb4j58ebU/ppljv7I+t98LUHNGSR7VmKH
vq9c5EtE+ZQ9QRpbqJiV2lghfCSuVXVSr4ivbe/iKRZiNQJ+xOSbca8gCTMdn8MoCe5xOQO2nFpz
7uBnpjCLp9idWk8bavErXbyAtkxfDKhd9wnuUnJ04YhPF/6Y8k4CPc6VN3E9INHQD2EGVbNbBKtM
jZW/aYPIumszUCfrNp0xZqsJ0Js3RxMklRaxb7DLoLxMwWZsYXzuqYumQbyayd0kI9TvHwKjw2RM
oo9rwyzFTQ3huDW++oZtfK07loLLzhCj9eI4OVfhfe/DB7soXeXfTHy/w2rIa/OLZvSgy2ozMsED
4X4kEX0SyT31NOZmZdVNtE2E5vCyDRfWS6XS5oFIyhhflpt07oXZcLsBrImlbAMGbLqtFQbXteg5
jq4KQ6/GTTXm9q0W+eVTRKgPFAE0NIDcwq7/iYRrhjcbWcNjAlc8IvkwT6twX7W1/RGAB/EFOA11
K/s1BTXIeAhwM0HI/TB7OdRywpZoNJkbPg1CPzvu80CuDI37rPJ1N1r1FrAqQl7VuKpy090LMAMG
GdOV/nWYWQXWMYG436ApLpPJGNOfpe2bkNrFaI7bhmI3oVuZjbI3KvrpRYOz+zEVRYub3nJTwIV8
UNTCsUTXq3kGY8X0SQmYRXosYX/TNZfQvoI1knz/koipJCEawuXPbgfxpGATOeU3YsFJPnTR4mC9
tyvuHjMAq33UugPpLVXWUJy1iSvyeK84REdNgUQdRj+5AFtNYJsRDfOGLazuPGhmYtfDGH909SQL
+CGdkehh+k9ibQQsGRubJe+hhLJGUFjSlfaKQwHU50BJbJqQX7WrBBKY5pGL2cETjUl9mv1+JOky
qapbYPD1bQdiI4QDPhPPjA5eraqice6Z6PO40BRE8d2wQgiwNlX8HoIwKr+bZkwK/272jWGcCUr2
5S+I0Jq27caSfGDS1SF4N1hM7K9j6rTpBdNatnd6Z0esHaDrzBsTbiNe9tkJnQ+RjaF5FTkAWbdh
5NvO58ZMgHTanQbY0KzTlq+wmUV8gxN2Mj4oNQiTEFkgvHuuPAVRvrNMy60RRoPYYkkMCIZW6fBS
l5Al7qa4sz6Us+/7kzdmIWjCAtyMsfGlz1TlRizyL13UW7/ePhC/uqTBbpeURNDs8X9e2aKsJGlY
zid8DNNAgJMJSz2xg+ROOkNw//ZQy+3o6LS6NFeWSwvCfzoPh6dVzTLQjYDb9CQqU/Ylx1k7IAKY
lq0at7XjQ1IMGnPflNO8aZou37w9/slHRbRAgW/RQR5rCIhXI7gua7jGkCK9rVoBq8G3xrWbQup/
e6hXdxneKt14rvQOOy0H2sNHDZO8MAm+sr3CpwGsGfZ0UZXt+M4SBcd/l2qTjvmH9gpit8NRNEfP
fTmwc5lNkWxiyemr6+wW0RRZZm8/0InfDjnnUi9AxkS34agaMutuOrdEfHspQDfK2RbiWECcE9Z/
x7plIYu28VyGN10sS5LYfPf72+OfeqG/mzlIHpYsnaPxq1gDsWxxOQSiUl1Mk19uBkEb9e1RTs0Q
bC9ULbAOIUE6ut+XXQaNQw3oeuuiBD2lwbKRHCwmwsDePUMoztPMoAOBlOrVFbFuScMD5IO0I1Lx
ZqYrgC9fuD/ffqDXr20ZBV8DOxvVpd9evT86KoY0OMFQcSJADF212bvQvsa4PfPaXtdFjMUSghie
/2CBXby+f/Zno8hFfRAwjNakA4m7joQSFmRbtgPVr2uoqbdjM3acNPrx1skMDTN2ksBBR2yyd5u+
p9AMeE5qKj/TDFk+gcM1h06+Q/GJI/YiBz36REgsaOyCAzTkPkd/CXqhbXU24C1sAgJx8agRANfB
/n7/azeQBy1SISq19tH934egSXot74N9OF81GXzLYQytM+vZqR+XFoRBS45ev3PcyBqTbmhZOW2v
yzN3Sx77J3iz5xoWr0sMeFMpzOChxnXE4xz9tA0ZLAFIbAi9hICErdF9Bgipe0aTyIciM8a/H+p/
HfD/MU12gf/eAv9IotrLnzFmv//3/zjgcawvdaTfKlIEEIvA8x8HvPiLmrupg8qlyEqxmiXrHwe8
Jf+i7Y5WmH/SYJMw+en+ccBb/PvoTSNVQsVm4cFT77HAs6vxJH9+ZovWkHWM6qCJ4YjhjhbOphM1
y4oGLtrSMgjUFlk/8Ph162eeTgOQYYu0FEChjZm9UG+CkgN/oqMGEiweL4EvyBOcgpKVD+2fSxIy
woVoMXbkJ2V6nq0KMDzyakg03VzJsHS/Y7HL/e1YQwglI7XDfX+pOi2CVB4SzCn2lu77H9F5JGrN
rZCaltfObrnkfDqhJBu2050xW6u2MqpoMxnwmr47GWd1xyvJUVTZ1miBOee3Ribt7jFaLGkxuY0A
ajdm6zgpBZm2CLJfFubb3lpx+k02VWe14y5LZdd8GP2qTb0sDgWw3ro2xwxIYDKKX5bR9S6xh203
JjedGmv93tUM/xtwKWFUHkG7Fk6UDth++1wRPJbvnXyszIuplXRyjZgcF5KT+tqtVlrnUjFAWjHF
X4NgnJ5SQuvvqo7VrvMNAllGanW5EX5vNOe58MlkCEhfhN9ybabtxaTrXjxaP7sofKjSQUKfyUHD
512F7wUwLbdPXAJuXNxoAOg/zmFDmRCGyjV9SmsjijChiKpd88f6RMQW7zQqK8Ln7Ms+Dq6Ctn0Z
AQyWwTbPoRWRkAUBq1vprj8B6MJDWNshuSstrpiACALTvbbTaTO39k4WyZYSsLWak/KZrNObkjds
3mhZUV0OdXMHmtLu19MEjFYO4cMQLJHeEFstj/Ld5Tg2t9huYDDLhREpOkBL45R8nu2CrScU9m3X
G9d625FkOfa+nHZhIh4H/pCe0QXPThhauzrUkofM7CkKTb3JNcXfBUNdX2QAuTaj6/JqbftjuxTe
+ljGXmaG/kVfAqqrWv+SMBJudVNj3iRcK9Qu8i39Wgb5IzZisjqz5zJpg7VSdH+TuoNw6HAfqYiq
KsOPPck5l45TA4qeKmQqVRBe6eonwr9gndMMzDz4keQXDfX1ALUgmCXlLc3cDP5l4U63AWJYsSEx
3n5CzK7B1tSDpF4bdP6IxeIaRwF/F4mau8xce6BU8m1fj7eRxKMO+DAlc6W47S0dGHKr1mGsVgV3
yJ1wpg99VexkSQrlQGjLBTvuRyMdtrD5Wy/zs+GeKkHpsR/YKyN0mAuRKDzSk+q9SCiC4LOfupsU
nwH/5XQZpt185ecQUJuOv8gGRDgR3s59pwFq3+uVcWvlFK3UFID0MaLym5HD2aNK9I0UbbtcqTD+
IaFvk9Brzy8NqYLX7VCOa+461iWd5ehKOvRGQZaDok3GXelbVeqprmpWxJCZIWJd8nwg9sDsyzuS
cjLrJhYGFvpY82+azlYrM5vEmqdS9yYMsH6jYpj7W7sZXxIj/TFYJBRT8zFuOf6nOecXbbou+tK4
AGYxRquJWLF1ReGcFr6ubXAcB+alDMw2uOAyCf2XcDsSVtp9bLbDJu9MI9iaVtxY6yHnfJv1go8t
78g26MCQuetZTRaQiCTou+vBiuPsLqu0XwTokYJQ4nV0aGRYEekr91PRPlEIc9eQwMENEJ5ldKSA
tO1Hrs3A6Vlrr3XhXwa1/XmSeap9yyxUWp7jerVb7GODMCJS0jK2eD+3vjeqpR4KA/h21Gp1gxbk
NipYCpNIQSD1C+3edsLLOipvo7yxr1jPvY7K2l3ax/yPXK1jRSMjQO+x12o6v2bgdAspy/iVk0O5
hiwJdLWvfoIw8H/VofyaKm1j9VioaGzQw9BLdzuN/ie/n26MZAEgU0j+SMEqIZNYVfuYqJmCk1+y
CgsoahC0suSFWxe5zPkQrAlHjda1DSE1j+8tjcpAEtSmV8APh1CgGVutM5hZHXg/gGFEgkdLuDFp
k3ic63WZDFdGPN80dg/pXwsW7tGofzKqKloRehZqD0ZAJAU9oJSlJuDJ4+JRtmjaZoDaZbNLhCAB
V+vWnRtS+Gr0C8suBTC3GCInoQhrx8HyuCsrlgwMu79GUa1Yc8R6btgwgOJmhC3KRypoX4Q/fJai
kNeTem7zakdXmvQYGidN2lxTNqBAOO875XSfKYzrMFu7PdleYt6PqvD6tLpLKsLak6GhmCCY+0X1
jKoc+pM/uqtFHMPlv7wCLz2uuug7Kx1sbdIlbzBg2B+s0Q5+WP3PtEw3Fl+1yUm/Se4jFocpSR9U
O3jCGC8IAr6W0gzXVPbvIhhTXkqB9Ktoqg+Tyq/T0PrguC9lK/prapTrsQFzN5MVVzU3erGEek4Y
6JyiSgGukO+mgu6upGQ3hMZN9v/YO5PltpFtXb/KjT1HBZDoB3dCgqRIiRKpxpY1QdiWhb5L9Hj6
84FVd1+LcohR8zPbEbVlgEAic61//U2j7cY4PSZiiyHaekijReXvtKBZomCjDii8UO33Crbiwagx
atKUJ3g2t1ap3DF5RpSQy20mgl9svn2wtX0rXwozvIsiI2Vcg1RYeSu1Ywv+DPa5pjj42rmTgg05
5GMdO0K3xFDPjpINuXlp5PVV8pN5y7IoH4X+w+ljmNfoaOPXtsQ5cyjuqA3WczWuyr0fYWjMLKXM
g0dCsPnMCLJsm0WszKQzjfQlxu/NrVQeMkV+rdptJOIrTKfZkn0vmH45lrJkRLO0bMVrh2qd4qGe
5e2tNbH5vEwkFrbsKLbF2W7ZS9u5hdiz55M9UE/iqkjJg10p7gqLvu05BtiMo5g8vpI8HOJ4xHDV
aNXGsn+SBHXnRPohzIpVUhG0JwD53ZL64pup3GS6ASMKqxZKgtabcAjM2nlX/JqktkdP56XuShiv
Up3NbER0wIJ65qJgeoaNvZyslfT1pUlHjaPqjZuWAwbOPfkTReMWx6kuwPaMndDEOsReOR/cu9Lx
lzXuZa11qOqQqWXAgHMBHrfPC7jNVe+yVlRRHmM3oRahRkbkaM6ZPrEjPYwhdMxesy1e9uaYLxhL
bsK0xk6d1ZKOP3E563Z9mxLl7ROx6ph3dGg0g5XmN7zskmMYw8DjVCliaxrkWxSKCSl4pC512nVf
1fW+iBu+/bx5rkeDqVNZ2BGhahMcHFzx5VH00X0m78Csyf7KtMprq+kOwPhak921aFZSJ6NT2IVK
GCxD24VaJPemnpVfBt3trixMXJeJ3ZXuMsblrjDe7HHWFAzbgD9hnuV6fZY9BFQiSyzc26suHyPC
LLV1lshrCT910ZfjjaOGDxUJ4J7Jecf3tyUnpSBgiFy5HoSDHAaifJ8N8rl3jORY3YaPalpalD2x
CgDriPB7KKytbSN5DkLKw15/8MdwFUbuRq8YrNj11jDTRxDPdU60CkMgdQMu/sWIWo9YVQxOxa3R
HCsxr3gS3cpWX0e5DQu49rI56bTAsjhSIXcHPBjsrONtaOO4rXbLrHSuIswa1xMObD7F8RghE+lZ
rNFwlVqqF6ZqA+UDEn3GMJ88iVJRn/WIWnPQPLIBHzKjuI0JEMVXU3+qVfl1/itLpl/UIXlABP7i
mgkeuc29oqlvjdI99WSvQzZssfb3OwIMoBo1VFJ3U58/lNjnVWm8zoZqr6baTtGZ7EVz/DgkD3UQ
D5pRPw1q7unFjzrl87INHkecXaupxQqwXrR6+EZ80jdH2nu43itYW5C4BnetiGCTR+XTUPjkx5lX
bRHgiNy6Gc1Ibq6CRtWfeps5mUVW1wqLiZG/rdhz1YGkA0JOUEakWxEZK+KTl6rShhXRV9hQZwGj
oXhisjQFa5oCDLaHYQOx7KXpInkdCsItfKl5JRV9RWxGOkarlsSVRk+PgU96n/4NG+Frwukx8w9W
mY/9pRWq3KxYWal013GBgzWxMEpWVgGz3yuMt1djHH6bHGuEmjLi9lOq34GDvUFEZIaOmKMUd7Hf
EThieWFN0JmxwzTcUyr3u10rjwTpPgZpR6opJtZZai47a/hhJuThCHdhlJIYHy308tC9s+Ju8DI3
83x9uo5dBtSTae4UTP6vCe0g0cQsr/CoYBfSqZSvwibBYUo3n9WeaLFyXAmRre2+tHdIu9e2Pd5D
B99qtXE7hfmNjxGlT6XCLrOq6uIlTaxVycneQy0SNj6EXYcReXpT+uYunO6w/F/YxjOMexjFb6Rs
rNopP0Zjt8SNmHhcSfHXeAPPyMjv1Kxd4HlcMK1itNRTVQXqkcCVK9MECeN0SwIHt9PGU7P4hdzV
vWIpX+rmzs6HByTd+5oBuRZ8J9lSeMOIo6Jl7ZOw8+Km/1J0+uxmxukxEY/6WI4O54MuJ21ZB7fY
IAbEHShvls4A3ZHZspPT2iel4NrSBmbA6EWw8e9GJtIJJkDtDc7glHlqUtDh+LIe6YZ0J/5qt4nN
RmgM1OItAdA/0zBSUhgC7TDdhwVjTIYypWtsbN2n60Fyq/4i3RNL9r4J7mWYo+ol95XRcymzFxet
KmkXaZO9SZ/52rKKY46XTHdHHGPJkSHPZxyrfUiM81ZvyKb3lGDMkyWWmFXNzq+gOHGyRLvr6OGY
cpsakQKxpUMopcqS33GnjKnyQge/B9sPGIQnvo+BJKa5cybPGMzRZCILX1IHcviaAFN1p5sj/jZq
21qc1imTnoUT14q6zCq829e23tortfCHtW2hzWMAnZshVujarWUNxVc88fV9K0L1Ra/cgCSbDOYb
zsAYEjFKG0eSJoZ8FUqKZE9H3hJx+ybCxahNceonmmFgoJhJn6Az2DfXOQ+X6qpjgOwpCHKeCGO3
2brNNrg1o87JvVbXKAHhA8tnI2tJ38kk8RGe0Nua6NEuCm4mBy6J51dxdMuNEUihtOVND52DTK1q
sh8y22bRRF2ePMZDmTwmlWs+Ta7fvykmJvkEC0iX7LkQy9wlNLlszqKYO4t+UDlezdQkBpkESwo4
URg4tE5GQJ5TVdnIPsBds9YjaICCBCcPe26UpXXvEyjw6MRTx84ydviiwe/ulZu4dgmzbwYbr97a
ynto0OqUYXM05YPjmTB/+oVt6fqdYZQpX3/b2ncOIe/ATGXRXlNZOmI5aUyZlsnAYbk0nBHOXhP0
JjNWop4etAZ2LSWBa05U/AUMnNrp0NskmfJFk4y+NymsD/Wh781o3vUM9RsjRDSKtYjliH/U9LOA
MsEChBeHkFxTcUEasTP4h0L5v2jof2jJPkND99/pU5tfv+Ohp7/4Bw81/0LrDpw/kxHdGdz8f3io
YWL7OZO8ESpi8mjMmOs/eKiC7ycQKVMdVwi8E8Cz/wuIzv8N8TyTQRUXIf6rav4bRPQ9aD5fGF0J
M07GcvBFuc/3oLlSaZ3Qk8HBcN0NNwAL+k1rhQm5q/pPH2zz6rdHc/h7nPG7t+X7QcB8OYZVyD4R
52gueXFnGL2B5bPpt6W7aGpfLJPRIlYHytYFfuaZBvufy5gQTu0Td9g4uwwpSlTDacOGWbmQDTps
bBJfJatCiaJd2gb9FeEPWIJro67daiNBM8VgCO/Cb/34bDFEwrQVrJnIAQST75+tHCoVvKx3IfDI
4kecqsFxSjZT7MdvBTH0r3XL2FUp0nqXWSJfQF4gcVLJpVzlMikP8L7EixnVGkzCBJchuFXlQxcV
4S4LBuO5wiH8vukS+C5Fk9xENTHaVOapdq1B4bCWNhkxwMO+A4lAGtsA3hb2+0oRL6tQ9RnCqlm+
zJpUfXUkqCiheTY30Vs17hKifQnzvH+Z5Hgw3NKnOU3pptKwWLtORtCOIvIlqo8YCxsno9myexn+
/RL/d0P5j/3pfrJqcIsu3w9Y5r/4Zz+x/2Jcj40LyDWUpN/nK6d9QWNQAgR9EvX9dz/RjL+g0LP/
sGlAcGXG8t/tRP8LoBG9CcNyCNooIvR/s5ugpXg/XtEZuLunOTFCMoOpPzf++3w1TsdBbayBMIoE
84hdl0nzIEqzUhjLiUDuJB6cLV4MeWERBKLqoWp7GK0TcCYlXEIZG0I+k9JrkNNLHDb4J2xJQdAA
wbPf9N7twh2RviETWLhQsPRTSDQrLSwtZ9tUcRrtZFv4wSLMYs3Y4Pvgf7PN0j/AKU2ypUgSrSQX
YayoOYWWvTZlnrwklGM2/XstAyBRbXqA51nhdi/h8S+THFDYs5zSbkiZ7KOjXunNwQ/SkJmwBQ1q
o5oy4PjOEpMGsurLhOK2lNeCfFNzFxOnmy5SpCAmISNmqT3VUdyXW1gCMBJS8EZkGkSZBVsJuuB7
nSEDsn4ywPCdrlauekf9qYDnm3YVrIkpnxOSA1pzIBaZu/GCjxCHSkobZup3cYEADeqVo0bWsvar
sS+BiTHZWDB+lfWqtCY1LL3cptNnLCJLi/Ik12bW3RCDtLVji3v+gx0XQf3YJZD6iSgpzLB2fgg1
Iv/hOscwWm2PHfHjKcUvajSi4tteter+XijZTFXLahS62XboBrOmXCFzCjfB+8mKSZKGbqZWUHiT
OpdwKzuchd0lMUWBtlBzSq51UmR1u7IID53dSSu9vC5NBDTXVJvJi6ZURdzOli6Vc+jHkAp1IhS4
XahkQ3cPQcr3sjLIyYDwMQgtvy+qSk/2OqTeZGOnHYHYehpLhaQnksnxa2thsjm4/lr0KBOiaR2K
n9hOjQOpdOnTStrLoq/c6Gokp3YL/I6re9v4RFXHeUHAlSSjrV8ZSBjtNabNUNSxKVT1naDPJsh7
7GG6DUQvPbp5xjaOLX1zYB/mLzWdNUffYxuEJKZ2vWmCyTmEdQ0aUMMAJsCBf+qGNxTfReAetIct
5G5Y+tHwDMLRQxLE121et5bfRWtLHeJhC0uXUzWyWjJCHaeueiT73Sg2g9mgEDfiSIcelzrw6ECf
BvGCCqxKPAc4fD7/u7Yi5EMwgBkd/DwIbfCDUh41V9r3rlb20dXQqVjqVH8zvxhVSu2JM0DNNuJE
FIO7CGksORHIAmp6sSXBmeQaaNUz18wEgAF9jE6ENBVbljxYkhUGay1uDCckYXrmtI0nfltz4ro1
U6CW0VyxQ4WLGldh8tf8zZQ7sebME4MurLLAXxZ/M+tOLDtmURDuqi6fA1+h4bVdAiMPIwZ5q800
PaqenukPfM0jYCM8vvTE6TOKWrkOT0y//sT6i5KZAVid2IDA4+pRnDiCqjKPTJwA9/QFbE14hDbD
zYfWgVzonniG7YlziLlbeAwGPdlwVTiJ9YmfSIonXEXjxFu0WqML1zTZ0dY+MRuTBPmWF/cz4xEr
5fKHeeJBRv7MC5xUl+B6Okh355xYk3gidkdrplKGcRRa8Hb58KFp1qScGwX5l4gWEbytaNhgZNqF
EzwRhzJ+rzEASlak8MBo6ykwBtqhmdUpkyj9BcsHIDaZaZ80EjBAi5kMap14oUCOztY4sUUZKyU7
/8QhxVwBPmk3ztzSZhwqImHr0BGr4sQ/TU9cVOiJ6g55EQxVvpDszVby9FrOHNbuRGelbSJD8Gvi
Vv2DdaK8jprb/aJGBlWP9Bo8NYh9+LHhaNyWJ9KsdSLQohVpJ2+YebUWA89kJVoVyYHjWLWzYX4O
DRdtmjxOGNL6FEQNRF15Iu1ykkHgTdjzDvmJ1kvXxgcViJnua6Su9g2f3IF9wmjHozTLQFmh3vAN
ok5L0Tp3o8KXXC3S1MeTW6iYGC0max5CLUtXHczBI7mZVyBxwC1XKj6JnHSO1btfyzgYqHsbNq+F
LeYGWmscaOIE9JBftAQuzoiqDiUg76hY1jGK3ajR14aVYiqZqCYgWVrH6lepID7fWWNMYpglGgGo
THVmL93c0F6FKvELR0NZ57sSKQaWb9jQlV6ayypdGQ3Sa/wdde0VisMkN0K6rb2A29q02Cgnkd+s
9SGVWJwruX9dJlMOKE9MS+TlSaLvK5GHybioS6PoVkpl+aiEI6m3oJJwEPwJ2TzTnrQ68AnwW/Gg
gRHuSqXbZpHPz3Z1rfg6kXTeMYIIC/aaOmupSUXgttdWOyWUoiZmpclbHka2s2VtlNMio4EhCHlI
u/kmR4npPzKGnFLUttIvdlKP9aIjHDl4VEJTKW/VqDGqH3GtxjxdURRZ4SW+GavGqplk4qCHcPCp
9pBpx+q6DJtArGqnJGCvjoFnvTpmm15mkwZtGdYByI1KQBeSA7hF43JS0/GQ8PAgFxRKRCCS32j+
0uzcMFkBaKXf+f+NX4Bs3fsxpiHBKwDiQ6929m1fpw4Bfn1VPYNYCKjaw8A4eOqFQ+CJ7N03pY4n
Ai6TNr/FzCx6cEejOQjXJ2ArD9zpq9v4xgu32n2LFTntIeIXEN0Zbh5TK5SPOkF8c94wzKt1ZnA8
LtoIX9t5iYHakDxNuksG+mWR0BKhzyXNjrTYGg4gpYxe9MPSdJnpLdIhM0Iw62G68etZ4aPlWXDF
idqQGm11ydqKqiDbhBb+Vjk/BWfJJJH3ijn0LQwbtSBgWUjYuo5ZfKmJybztAp9hTQsXnLzVsn7t
GYnfJwnqG4/oei1YjQ7aVeYSTHoJ7lb8TYoHSbPs8j7fTFnf21v6ZbPljZRMwQlezPK1Smjfk6lG
5U6RgZSeqPvytZlgtIABD/KZCg0hUe6G+k822IGj2ACHRqieNCMsfV/ehXaZh0uI+SQask7SbKG5
vgJkGLb9VYORV7bsIZLdjHopKDidUv1pVSHEwC7q4UBIk5krpJtRhWNRWfkjako9vx6yICbOJnOo
efK8aHSs5CXJ5m7ojAo8tc76RnoQAqVRL6z8JuQDLRejK2M2e6UFQGaWaJSrSU2ISEN1HzhebTNV
XqAP6761dITPsa5V/LNZOLLpTeQJLlUKmBoqSAuQ1WEo1Sxbe1JeZetE0GgYCqIvIHwiXcgIIzAi
7eqAnNJmdJ7m6/erevCxpVyketUQEWbnPvISsGPGrg6Ior7oA+QA7HF6pV0VQT9k6wTaOZbGyEa8
Rgw64ZXxkEicSzJl39oFic4K1WAEF2OiNi+hj9VeELbq1YDzeO0xO3ZWgMe0qlmm9Pe9bxAWO2Kt
qwKWoo6y6gXyEj1d5nFr/ir4SQBeQ916BNQP+ZdizrxwF75hMOlBdEcfQa7GpN7Pkn77UdaGG3kY
7dc3PjCqQtPblEel0eAMkbonv7pVir3uJnKdoF6PkyLZkSObKRqJmH0ZDfuqFyWRXX3uUwCOCZ88
VBISNs114lQuQbCucxcQmcYIPGyHe9+qGa0WeqkNhFtCvaYt7yukhQLIlp1dNaTP9p9RLVRGRh5f
VrvtOujK8YsTpBEgaqJo4Sojq55Ay8yqx0WMmPF7qTsT40FJJDt2CN0PgZUWA6Rca2NkXzL4hyz7
vx34f5xP+Y1r+Sv/Gf6fGc7Kf9XvO/H5L//uxBVNN/4yYBPCidZnScLs+/U31VHBSPYv2OezGnmm
GqPA/m8vrtj04mgYZrsf2wIXmlvkf8iOiqC7V1mT9O8uCm7s5v5NNy7eN+Po4k2Bo60G/ITyFrH5
GdexiQetod0c933UMhAsk/q6QU9754DDw+jqu307wOnRKD+gWOmEMedFvhJqgsQO1h5iqZmolNY+
4rNQXSsWMZjtlGa7yoK2P4RR+0iaq+JRdH+RQ/tUjdH3Ph7aRz9pDRpj6HmKwrb6Oa52hu7xs/Dh
M8HTnDkhByjxDLPsSeUtSiZM+7ScnG3ldupLSSFGBrOyOd2oavfLoI5CCD/RuCN6cbhwCzpv/TcW
KbfAHZA4hDUBlHicbc9gDiuy3JjvW91PYHbPDoHoh5wemvF5oqxyEiTXGlmjIRG/InjW/DiEf+f4
zVfsiYpj3OcEkBRQlXt8vN3pKsOrW1/g5Zg/t4UZ/4Qom93FetLueh2T6kWumvF2wKsSUeEUby2z
Nm6krIpikRZuLRAMxQM6zDoFDxCpa1JPKrG9TJxLZihn9PnT75799DC1gKcOcHxGn5dV2I5aJYc9
aYw61nNNNS1g+sKdKoy6etMiJvBQeODbIY6AQDKwl+8GU7sLRQUa2091vZgILf9mqzEssQsLY37q
f2PO29f/+5/57maclSVvCuAOnIDPwCciElEpaQKCnO5+z1OiOOHIJP7GrEbjm54wdFol6Hju4qAc
EI67EBMNCvAFG/aAGYPjsMsjGvP3n9/Ye9R7vi8gNqgsYP04U1nmGRBcR7VrJbLu9zKKX5rEdVkM
w0W7//lfef/rMUy3YHwZOKpCf5/X7G8Kig5alzTxO96rOVC3lH3D8lP4ds3wga632UHMn35poVBW
4aTCwclSRa4zqIGPBFIGsDuLhixzqwYBmNSRoEQcqwkPRQm50Zupe2z0HIgZPDG+teo48nRtbBjj
584RnYSkCjfd76NZuAFbw1wI1Yg+H4zByV7sTL5EaI0DyBgZhyf9oWc0OeOyFHRjQbcRCyob0IEJ
c/RXFl7iMfxI8wvf7R/WL9sGWy8U8xlBPU+mkVTYRRwO6l5vi+ZZJKMB4WDMoTDWmq4slSKq177V
QZ6ck+DtidRdC3whWdbozeGxPOZMqOP09fP1cXJ4e//qZkMaFW0N45iP7lt1XTegTe64z0vM2RV/
gpE7YsLpMxXdZswUl4rS99up6PovE3y4NXpc+wrvguz5wp18/IQwUjIJOCPEzsIK52xyojELjXOa
n71CBKTX4AcdeMak85Li2oAmU+vQPXDUjZZaoY4vjHtmjmLNA4QxjhIpsfiWABIH68I05f0wBUc+
ljZuoBAUQbjnEdL71Q3NownSBk2vneTfS8FjcijhlyrOGcxOxfbCc5h/5+9vhMth7831+Jj4N84V
ePDVZYCVUAe5unrmFFA3Uu5DRqp0QB0QL6ggnhztKxLM8kpXnyv3h5PrzcLU6QcHWTP0UZijf35X
5/sIN+XaAqsONjdEO+7Zy1EAFaTRW+qxHvTqmzGk4ZpqN78wo/twvsI/O9mooGrXkWucm8MqCrr/
tgq046jW4Dp1qqxq8revJ9Aej+k3wuZMfyltPwHScqOXOKM1+/yXah+fPy8amzN8R2nnGJG+f92T
y2gbwHU8toM7bOw6L9e9odYrjNzEPoQ52Ln23qmt+Mr2hViYbufvbSe5zVR7ljK6doVIvpuWvuFf
9NaZj5H3a2O2kGL2wURl9tI/v7e4RpyP0P0IUb1fJo3vLCOHmT5RKNGiD+HwNL5NIH3Y0NlC84C+
KcwbyK/+6sJTOt/yYVHwmCyNOeMsq5x1M79v+UYAbpDR/B61TCNBPkBooA814n7vtjMh6mZmGV+b
mUE7r/vqpXf0x+fw29XnT/a3A8cQeauT7psehx7EUC9rdTWQkQqDPq+efEhahJOXGt5fMdpgBcuK
CP6rE7vBpQX7YW+Yk5BsVupcOwtmru9vZEgYYTCZCI/2TLryKda9csibK7/Vi2MOVk+3WSfLXPHz
Zd5+w079W52bUHGt5qmHn3LAY0bfW9OA5X2Yygs718fv6e9wIXxvUP44mN+8v71WwefIt2NmR0Eb
eoNvy2OvkxE8WAGcbdwoaqm2t3HcuNcWifdreO/BhXuYl+S7JcstkAOkM5qjuaAheH8LQPxxCKwT
HQkNvq1GU703grFY4WPob+tG01AZ+eGtU9nl4fMl+qdXc7LCJd+CBIPTs/ltjTDJNINs8rlwZdZr
vWV5hBm8HLD8cG2lQXphLZwy8z78UnwsKUMEMtxzQsOYMi4yZBwfcaiol52PbBN4EiS8yiw8A6px
UdZSrLIWAVFvzZ41kxNtejWfFq1SKbtB7V8gdbXrUVbgp12fLw2o854aF4bXl/74UodIhDDT+WLJ
UoPRpgf/yk/6ZD4LS4LtT6dI5rs+L+SiSJsk0dxH0UJRVBJ98qIUpIe03wVWaMaFU+W8S8Trlv0D
j3gM+uZj9qydcvBlaZUpjY9VaBP6nnSbMnOYSkzhjyJ2b3DpGi4V6h92d+yz1JOGnzodb+mzxtRM
kAaFqhsdY+ZQi9QXz6qs/W0PEaNq4S1Mkd2syYa4d51b1yxuoz5qbtBMbaQQ1kosaoUn/28XKtwc
WhUG5HBrcFx9/4Xkgd2FSsEeAvXVYXpifxGiO05NCCfQJzj+86udRY/O79hQMaLGQYwqVKPGeH+5
qYPd345NdMyVyUyXRGEb+lIxA6Eu5DDJVyPXDrbjrCcFuC5OCa9bkMPN3Fetw2nTRQp0YoGXRTCa
T45vpt953OalSJzTXbz/mPiSbEw2TXx4sE89K7roB7IK94z4KOgC7rpBm54IpQq3oZu21TIvddhz
RlqkAJBOSsXPgDxZFTbfmqdZsf7Qm117q7lp+tMJqhZ2idYRRlQz9gKizfU9M7vqJrCU8Zinpnj+
/Bkb83dydvc6C5uXCdwye6i9f8a24xe0IHlwTPNxwoQKg7NUpNNV7k5MSZmgeXQYYgmSJ7wgSTb+
2OvXYz2Oz5avuVfjLMZui+RKVgPgfRsjFtGacFmqg4cy014IJ+l3Yj7YmIov0UdMy4j91CV5wQO0
dBdFZzJmFMzU8l7ZIWZjuJc8+KZbegZaL69KlYcAS5A9owzcn5i+XPUVAukqt3DRaVyxFWncbJyW
xujCs/nDo0Fg5tiAQ6Cg56HJCiBmYA+TckD22C5EVsMKMKfoguvD6Vg5fwP0WSrxWiAG/K/3b8AN
aq0gPTM4Yi41erCc7a3IiUqbRwyebDXA4KRqVrUC6yIGwlrWVdTeFWX/GBKys8dfodilbjotQMG/
Czt7ahPX9jhnH61x+Ob3Wbiagmyl1lW/qUQD8VeAORkdr6SSWXXhEP1QfkOdwVuQFh4jbvuDF6Wj
tkxPak056DXA/yRFenCnMP75+av5Q7nAPoTfH+R4Ogyiwd8/NKYOgF+qlR2iiA/L72yq2mCgadfz
OwNudeyH9rr3c1wBMnVvSjO7cP5oH08E7oAfiMEhpuuUuO/vQG1IoxlGMztUnf0YlRvbvFXwerF/
xAyDcMpc1XZyrU0rtx/Xchxu9Mrd9EO7L8O3ABfxAUr0hWcyX/H9QuKOiO8lSmqOdzpvx6Yq9ZVA
HbID+gr9SvcBxaDtifUUG+myT/Ls2iki9bHDwoxNp843eWMhL/C7wsMUb1wxCOs8Eq7iV9Rg/m7M
FDRrgdmumDjFFFyJ86/XynyY0L0wVGWafr5z2nZvVFpiZAfoleZq7Ot+idjz0jHy8Rzl/aBix2N2
Nlc4T3nBglhtGLtnByfsaiw+8ftPNb1GUNI6F3aMj4UcDtBzeU2Onc7/PFsTYRdZTDHc+DBFWeCJ
sbEWgZ9lDEqQyye6eumN/+Gn/f/r2VQL79cgo62Y8ViUHOLU2ZJjyR6gN9d14l6FhrYq9XCfO+Uu
1UsEqowBlSvoHptex+alq3bBcKE6+Lj+wPfnUwSUn9rs3CUnYGQkh1GmhxKTpEVJNIBmxOGmL7rw
SlgJNWLkNJgB+OYyVoaLfd6fLm/MOATwB67Q53CzKWeSBJmNh8gwJgRwUqJsquy9rfe7UInVaKEI
fd8bSiugeLfuFd6Kt1muBDd5V2NwoET5uBsTqV0FKtBE7iOlU8ox2LtNHN0wtn78/Hv92G7YMBMd
QQ7vHDNz7oFTlBACdLC9A27rJCymRC1ZXWx6OcmoyyDNJzTvyl3hFJdA0D9snmAXIDcuFEnAA33e
w3/rN+wUfZhBUvsBXHFc91l03znG9NR14hVdw/SVqR8qSanqS0gVTOFSM7tQTn9cuNzBvFKwrIFZ
fV51iGrA/qKbwoNb1/d5KcVB1qJkeJjnF54y3MzzXZFL8YT5IjnLMY95/2PHOO6rsi241FBcYWeE
S5cDOaNVivrazurbEgrlbdgxJ1UY3JRINGdhBHOE25Z8hwu/+w/vXFMJ86KT0Oi9Zjr7709e9LY1
tfoYHfTJVRhvJvWtYyXmUTjTc0SUurTy7EHN0vjl87U2v9H3RwNFDPjHXOiZHFhnVR4UlqqyRR0f
NN80N+jKEd6JzvU+v8rH7Y+3OcMLGAfNNNn5rf+2rora8KdEz8NDLIdu68Y4ogE/Mpq3jIdaGy+4
s/9hDQEE4/9F0DNb7bmVjVFZCb68RXxAavYIYydhLA2sCpDQbz//XR+Petpkh1BShxRmk0Lt/e+S
At9W7KjjQ9drr0Uz6ivNF/ILBqo/07FRX02mX6vPL/mnH8dFNZ6mM4/RzorCoooy0cN/PWixrtxY
ev0lcC1lVkn++vxCf3hnszvW7OTGZ8j38f63hcXQTVBaxF0ViW5dpo11hRzzVyv68npUlUt7zx+6
pRkzZ21QovBEzz23NRxQwZqEdocqz97jUSQJtIumW4ZeAB5m5FVO3GHiYWNpilX7Dm2C+uy2pSej
yt5iHSuuZID8kf3JDn62TTNs2nJ408MhuY+rsoaKlEQXkoT+8P7ZquZFRgnh8lbePyMBlda3cCO4
kxIuatmV8VEpDKxSKDZzqdQemvz6wk7xxwdFGgezczBL8NOzFzP6UZk3bSXuYLZi7hLsmvoxad90
RfyioLpqwg5qtL8wsmypdi6sJYS+drEz/E2NgDMxuydnUiB8wNI1fPxO+/bCnvLxqbCZgIgQ5sZn
iFPE+6eS+Y6uxxyfB1Goh7Z17+te1W+r2fpFldk9xhfhhfLq4y4296l8DnNzAaZ6tpWXZT0pVeUH
ByC5eFG4ubNKU63dfP5FfBg00TH9fplz2CGn4u8Lyw4OVrUWsvESN911phsvGWI+W+n0PDnNBquU
G2kMP/BHuDTFuXgDZ0/WHKNAjzo3OLA61kqvW9D80MPSFK7bUqw7N8GT0n3O/J1voWdzp/bC4vu4
KVCWsNrxpmLvAoN5/2p7H6F0pxfsPpUOLz7mWmP7RoxI4WX1188f9wlsfH82zUAPnYuOK8WcIvL+
Ymmjx1Ek1OCgV/G9qlGEoSMMFmOOZc9S6Ji0jLF8o3MJrmcw+hu8Vue6MSxcWmq24kQLoUpienZT
j4H6hq4A1hY+KBaeH071qyTKboSQgT1GPrtUK6gBCWjx7YVhDNm14oYEd/upXWIcYMeYnAvonDgK
7GN0QWthjsmtcGBs+yi+f+hKhZIR4fhzQ9j2jcNLurDV/Ond80XNid7z8B909v3TwNimdZMywnAB
4dvOyvCLYF6984Wy1jvR7ky7A4CfIpAtOyhWzLO1p1IvLyDEH+sUhqy01bTYpOiY5xPORjUAfKUW
HmBqBss+Tt7cqYo2neyTG7qcytOa9jVLG/Xt88Xwh+tSQEAJIrxdpzGc95zfKghhDlOQ111wmOXu
i5hC/1i0TnDvj+KgUsQRS2ohQY8b+4Kx4MdZ2pygBtxI30ZJwWj3/ZULpW2ripnCQRXM7kzHeWv8
DOmWPicjVEEUcTZiy+SWyhd1aNzjKNAMaGxGd3EThiuzxmWa+Ia72LGPnz+TP1Sw4Irsr0ChhI/p
50VjhNptxoiQrrjiewkWsiy/CtgBzxZIPXPd5MFC29ZadJvkC+1aO/lVJ1q1xxvnUvLtH3bgGXEB
6sQ80LXOJ46FrANpmbF7F/0PZ+e12ziyreEnIsAcbpUly6bszn1DdHu6mTNZDE9/PnrfWJQhos/N
nj0wMCWyiqtW+EMV978cCEMr2RrjhVNwm/wwOORqIfkBu6TMZ0F5EtL0hS3gpnnriiToz3XkVPtO
VOaSJfYHlxjGx1SrtHAJdBOL9erAZSP6EmrnuSnttm3sCMTHSj9bleivbEotF2sMHpWFe+yD3hEf
OG9Pe8uU31it71fNSjU0K2SRkQ6IQTnplQ4XGXMsAELhj3io4PUIM9gn7UD4RUsfnYLRe9ZGOzg4
elnGq6ay4AQ1hXTCywu1+sKW/yJz9XXh5E1xfhaaQe7Rm+FLVGhRzoLRiCgZriQpwM3OTA+5WprQ
Ucdo3VRq+40A8itTsA/vm0E+8avso13KFYDx4HXhd0zrXP+OiRWsT/4zpn6re+rEkoSkn1dcUGEo
vplGkhwpIAF0EpA2AwPejUmxdlBN74ukD91WkMdvxNCvC4gDm3QSh4C7hcbaEKEbmIS7vgDsng29
9JBAUvvX25PuA9kiRow2VD+cgK7PlGLQNYdVRSgpEUnFroDOfxN9ccbRWfcjEPL7b+fmCLOcRnmr
gn0jN53X0jGlgtd5mk8J3UagGMd010t2ubGrLNmZQVbjUaAlC/HyJhBMi5pTnObS1lFjvX7GiiNs
yTaLdnRi1vSmQUo36bBwDb3N5q82HjA9X+XUKMDky5p7DlG3mrksF44b19GeNglt7Qy1rwiJyKMT
WvCLNERRcHb9k4iHHDWxWHaF+AKNgTlL8SD18cZfla8wqvd5Ge2M4ovnxIjuCf6pL/zYG9wUqQvf
NFkvwcsEojRLZKrMkscSmoPbMDjYWql4scYq2k910GdgdPEhCVtpM1TOizXUBrTPeEpUPGZX8iQz
U7V4b4OvNo/3z8dttNHYiQmfQ+mCV848n6Uij7seVs6lZZq+w6wN4SOKpGMlqpUcmPFBL5gGUzL4
T7YcRXtH4avSu6DdN8CoMDOw7RZeCi+tGcI/PtPIZ9BgS4apNzmnzv1GyJ9wk1PDZjpx765+HRpd
owSK+jIwmt+l2W+/ea5hG62SsFtypry9UqmpSDT4QBl+6TSIZovFIzwYnzquwF/drXLdtUKsYMpI
kDb6k4aMWasPU76r5zb6M4EiI+kh/9baEHEc5o27+3t0W+0ZFA/TnImLCMTsHAJgjy2+1qR8l1av
nX3fok2/oeijSQl46KUdu/CxEs4PTHXVfWfb1Ra7QVXaoCLOHpZ9ui+N0Fvj91N/toEEvRalRDdY
Ri2l3Gqt760Gx/4LaFlZEou+2TZ+OC1EZjBk8cpNmapDaxgV2dMvOIFsxz601iD4nxnQcV0wALr/
mj5aDOQmvSySkGnB623D1srXkTXTLxjiDWcocNnay5g2NtjMH2onUBfWu4lyPBzNF91AcpsW4jz8
NBkHMO1aHi6DZ1aoToJQkLwU5T5chVM4Cf7KDrC966fCdKQo7crUL1hZ92tRlABwII4s3EpvXaqr
WEoEoAPINYryLInHLDwBl46SBJveS6qo4ixLTfslj/1u09ad8WJruC+tkfVtTxFEmFVAm32rRC2e
D5aa25BswM3+0j2QQOs6UOKXnAwFL7Rg8P5azWB9t4fa+9S1FUZUfiabzWrKWtdJQA+HUg75upWA
lIHWUu4/4dUTfwH0DdAn7Ou6WkFarHcohMJekQc4mSuykvQYVXa/8iX+fQ2Ss/jlBOJQyLRx145X
qXhlwHyfjKaEIq0jkagbBiQeFyAQzLhA0SJXpGZboB228/QE7Hvhh72/ElbibSSuLX/hG745nNxU
uOrKE3aWG3GeG1O1jEELq/Gih1m4xZm+XDVFrfOrUKXTGDQsHE7tJisCV48a+gS/JFlGp/b63MCN
iUWT9KOrCPlkWz8Uof1sWvscBogLgsbwo1Np/0Sj66XDaUsB5w35/6D14cpz1jRMt6rWHFQ4aJL1
p27/JvofhsLMilXmwuGqQLYRQxlwx9ImUZ81ZhRxFDwUDJIymnap9MUWKFByTp5blMNyJYO/KW2a
bmE+flMMTE/J/M8Gqk7jcM7PaEneO7krRrcdBJW+WtXn3i+T/8JRfL4fXT5cCarE/wYjjHav32fn
axhoB/roogI8fGPI/cChzqC6N8n2/kq31SYPRUN5ck2daGRza2QQgYpnOggI5kb/Etb6KzzQZ9sE
CJiL+oC4/2TN3PwNK28fGDAMo+TScSnHQbcpbBr48pIhxC3WZvpFXIrkkRgyUBJdP3yMxqM8yEif
BZDn1jG0uWOuTpqPDRKCK+ByxbZSe3OfJop9jgQCCpl5qlNYC1ovZRtLoVsiTJwBLMh/m7xLqoWB
+02UtOlHYHtAas1vJC5f/8BcpvizcktxpRHZMMNGWNOJ68vCxtw0IFiFvHbaGeYkiP1eryI6p4GE
ocpuTN23U9Sui7k6E+PYkYtOGuj2jzZ3LlruqAczCXvcxlAL7CCooGIYQCBuitZ6FIH3XxdMiKgw
DNjKGGa2kPR04Ri9IVCuQjrZJnvF5Us8J9+epTExxnOKHqAabJncgsKJwr2l46SXKqOKH1JfJyfH
kIbH0Meor9DRq6WCDy59VgVfPV+rLglqKPtUqxAJkcHSKX2GE2ZVOdVKqdphHRS1cxyVFmE5Buwr
3Pj8vWgtyVppPrqYItdpm8kJ4rh6nu4dXHgnEYdXbBh1zozcesfS8JC6boZmnzkJjH6lgw40WOGO
NoJ65Jx326CJKnTv1PDE8PFPOoTtXhRa8ykcOnsnoWZuw3LnIBZK+BN1MsdtijzfMdDvt54wnri1
z7UWOftWQsTs/nFQPzh0kFIMhtlT8UmGdn0cirgK5VhretfMVW42x2j8Z7/BU28SQ2u8Ukb0dvha
I+P+xPTdckNdHx6AD4aXaixtFyM349xODrpl0Nf7UXPyBzwJoXTUfv9UgC95GLzY+qMrmK7R8JdX
pYTMsEP3deFg394Vk6T/lGTQvGGkMHsQRBdjYwiCzq2MTtkGHYUIx1fsq0yR/3C6XssGR8hVM4hm
F/eVsoRUmL6b2UnFpEdB70YhJ6WGv36RKZ5mDoZxwlUjzNYUCbpmaPX2CVvNZkUCMuyVKCy/tIZf
/0Tefuejx7SpFa9b+VByN/e39a2lPPs1ELOAXFkEPEw9ZsFu8DVVtEVjubD4oqNsluBcbfj4Z7Mf
Xka7lVHOs5pwE0dCo9Ue1b9SxCZelTYZXhg41FDH0UNJSQ4fo0p2nsu4zB8GLbOepDpN3UB3IH1b
qMxAgU43zKajXTNGYmv2PqWNM6Rcr3XAVD3VKwOhz8b8OVhl8CkrCmS/7j/sTVoyoTXBwJOd00u7
Gf3mmk/Ls7JbF95ytYvSOnLB3ER7EMDKuiq7aqEzcFsGO9OMmTYkiFlwN3N1ow6AfaGome0qnlTv
oIyPPykg/MfQKWoXlxx5E1VKu+P0i73eI4ZTJbr4rw2s/BcovGpLRFXX6gBp7v6LuPmWaSAwAGcu
DQ7otlIZhBbpmU/vsigZcoo4N4+F2vkLq0zX0NXRYmoyFdvMiilTcAS6PujoyEeyiiGV66jNo8hV
6Wujdie4jMrv+4/z8UJUijoFCjTZ2ReFOStSnoHpuKlos0fTKnO0MIN6XyBquL+/1G11ykMB5pum
7W9N8unVvqvN0ezTBnTxbVcSQ/ofzrDaMzWo/MNEt8N1ojE4ozT7XZMQaupLdC8zJXU++ZMIsDOm
9U9JQgA4RH/qMKQDogGVFH03c0kcOopwzPdoKcIEMpw/93/2zV3+RhBmtK2ilMHEcParhzbB7UI0
titnBZRwWalXZqihjd93ojvH9uA8Ypc3fBnLOFi4mW96ciw9QbY5CPQz+BSuX5hAD4pCL3Zcux2j
rdy9WL0lbzrbo0uGnUKMX8Hh3x/W4lOfmjwIH85DWmVgA4kHk+3ydcboeUvmRqBQ/sS2trTA0jg4
28yWkMQO+qUO021pyePSQ4dBDcoG56hZadlXEXoeeW27TTgon1Cp6lZa0DabEQuCx1i0yi6sPWc3
2FWDTaBtY+yYYB6YabW/C/uStMEvxXlS+0bNfJB/jtFEkwnNEY3osU2pIMuAVzfCiMSQUj6PhlTh
yY1GrpJwawUe8l8bg5oVFQgjOGCIar0xEhDKaJMGutGQ7ERdDS5aNWufZk6NeonUoFaOIPNWpAiv
FaGDZBUoyfBQyQggBuOIIusIe1i3vaOXlcUx8kXziDo5Okplp+NPosLRSO1+wPJD1j7f30/l9vTC
iZ+QQlT98FGMWVcgqgIlTNpYc3MkYlEgEnAZ0UN6DNMRBV2jUWMsDkT7QE7/BW8aZR01Js62Bsgb
csVPYYMbYgAPDx5rC04AU4/60fL0cCsrmEvc/7G3sYjfCkYB7CONNUWf/VZFmK1Uh9hERIjI/vLs
DHFXON3+GL7cX+j2MmMIgT+WPI2H+L+zi7sfwwLcT6O5ynghWQWk2lnWoVGLz4OpLKRMt/cFC0zA
Ue5MwGrzAItjcR5oiaG5oOXEk1I3xjoVvbT55yficmaTaKUDwZkDfcwe9VJNlzS3HFTyL4GOeJIG
vwNdoECNNNhCNf3BQ4FlZ7RPKAeB46jXgalU0ra0deaUo9Qx57Raj5Ga17UL+3QLMaRJy3M5DEC4
nDBtu15nyKuuNakPXNn3fxptAIB+QCF6VcsNWvBm8RAOfbQbUU/aRqhFP6tB/On+i33LM65vYmZ6
E0yEDB5ckzw7lEnfjJ1SjpjjjjFqw2nSHcYstC+N4T0Dpxh+wMjjSjCqPPmqFGaJ+wB2QA7M7zYa
tMdKDb6FxtDhkRK3D8gE9jtk/ey9ZscIfBZeffEVNJmCURdHL0EMSIj64X/CxBU87Vot1rZIH6IY
ak4CYDvfIoBsrSoYzBs8iYNTlCn5Uu41BdrZM2u6yRyCe5pqeV4kV8FQVo7T6m6IavRqtKz+nOST
32icqK5v2SV6WM6FjhQRj0kBsAbFEj/uv/ibUoNsAP4eqRZFNOzU2Xs3cBnRqhQ9Zxty0rFFhoi+
dKo/5ChjIaTT/GqMJtuBVnbNctD29xf/IBIhBDzN3ajjAa7MAkSuqFHYWYXmJgG2WKJRk1WeKY8t
ajL/jEYiECHoY4LRYv4FmPP6iCtWOAwSgvlu3g3hb9/JfpYikBdO8UcfEttIHskFS2PCmiLiu9RL
MgtZkjRW0QZzUsfqJBCO3H5MRKcRUh2dLUkga1Vn1t5IvT9lDG/n/jv94CaiKQSfQkNKmfJxlmnG
kaTZrZY6budbZ1UfntQhTZ9NutZrHL7TM4J7HuYOYiGH+iBUQWKY+j3k05NAzPWTj00d6nQbHTdH
e3SH/bqy9QsEpO4/3IerYAVFrOewghG+XiVVUhFUree4EsTTSxLKZw0H5+f7i3xQE0EP4/ue6PnT
vGT2ChF2d+q2N223SLQLU0K03CDw4CldFOcCv+YXLdeHR90SX5G9k5+NIMVSuLbqXYKXxzHGbODU
Gs3CBXf7oSLtxKQSpD4DDmsO1y2VgZkRuCxX6MNPSdTNQ1RCH/ScXETrSG7itWZ20MOxQklOkqfb
C3fR7bnidnVYXoM+z/ufHe3Kln0F8y3b1b1mOHVZl2/qBg8SLX7GTARlvmxD03IJ2jRt6HWIhCNA
YjXNWxBJmN9MOBvI9lAqlmuN+Xe09YCboWeRd9ELo9tfeEqJhZD01sydrYiz7zR4RfWXucBs82MR
K35dSaNLbtbuhwqRr8LB/A/4ZvWomLgP2JXygPJovoGrkGJIYyibDhzDmsF9u9SJ+eD5oadQJxC3
oJzNqyJZKjoKVMJzW+BFgrg+vVw7jNKfMZOVhzobCrfJbOU/2fEl9Ava9TDGG6fvgRpBINe+6jIS
O6o3pttSl4NLoWm0kjTu9X/+MFXI6vw+EhUC35zgG4VpJZcqOaWih+bFdLLHpG2DhU/grYE32xsS
SQL4dGmBf57tDaDjNsJaU3H9PB2TVRDUwToKm36XDs1DEONDYzTjgKObrO4crf1Uj/h/YO/u/F2I
EB9sC9elDNyO2RHpoHYdh/CVbkljJcXFdiA++jj3HQvdoACihRThHSUV+k8vGJBZztp4n9TWcAm1
Eocwv/5R+4X96BQI2VDzVZQ1Q1amR19NU0w0l6rq26hBaiHDMaNDTk90nuubDHxrCfM8d1Sl8Y9f
o5+UC2WTefpq0KxD0EdfEqUef+ZIXy0cibfmyfVusTb9w8nUmYHzHFkjtaMWdU5vug6qzvREzg3q
x6vYQVFLOo3ja5X+V4r+NY9sTLLiY2a2J5uGxCobyfOgszj2sY8erQYFTPshMhEVwNCoNsQfyTGO
9zf0NhHh7CK2AIQWDS76Jtf7GQQ52EA/0J8CW/+bCQz10sQvNg5atgsr3dZEU/UAA35Kd+BdzvIQ
2Y9q7Ho6DcXXQd+VGo4nXWLl2xrAxXYq3BfSgdvhFWuhbAX2hiwTUfTZxWzIDQORJtGeqg67UrwF
9b2UhHB6w8R8VTPHOJkl/pvdlO8bsc3/eMGWloj+GdlN6advR9auEnju5ZG5lDTciI7R64EoTi+C
AzJBhqZ9eZ8vEd3zQWtM1/eeAAUUVYE5dfAa6N8lTM1CdJdEbD6ILDvnBrY26PGsYvV3Y4zPpl8/
1NLBtJE8+ixBOpYwNXPkp0p9DO1nU4C4DRIKcW1TOd16UoHqQeH29aHJ9wLV5YXD/kHmx5OQReM6
rZIyvM0m3j0Jxf2YYSnFYY+Cr0FlxBtpxPC2idoCMyc73tRodXxvTaXGThcCal1ICwyb25hEJYFM
FgODt1pxdrIQAVMdPzJV1+xC5Vwk0jMePtu20x8VUYL2C7sv9z+at9pg/oFzqgA+M29BX2CWEvhK
Y1ZB71MNG+lJN6qtYFARGEjS1vU2bl9s0P66BCRdDnfjkKE8CjTSzI9pmX/1ZXNdji+9XaxlTJy8
c657mPIV7tBvmzhY2416wDAIOVPkiZqX+7/8g4uEdwVvijCigpV0psrs3W6Vcm6h9qupLmV1/4Tn
Xvziiz5yrQJLQO4yLngLYxxDl+R9XevG1gvVcFOPANHv/xL9gwBNg4fPgA+U2nd+peHLldkiSHXk
5EZwB/pDZEvrIlUvcdhtnfhFiZ5TxDBtKThgIXnkIwIpMGwlA58wNbo4wU4NpIsovvbSCeSkUX2N
pH1lIFlnv4byk4GsXnHR4vwznnaH0skOnaV+DfE1RogUK2TXimoMbJ88gbRag+Svj3tZ08SvuPju
S3V8hlP/KclKGngNc5BRsr5mrfM4KQdQuixx+Cd9yVm6p1EHv2m60GGBbHy9L9iOUawWQnYrxJl0
ibA/eisz/iZh5tiS+oTWZYg+0/CrGTZm8koLcZ06B/3fUfvWawpeRy7dtL4LdoUPax4mdZ7Jx9bW
fiLRZ+IMkDyj5+CO2Q5L1hxtIdk43N/QD4oHxCVgRlBiEto0a3a0LFtGVK5qRxdR8fEcSCqSB1SL
l7TAIi9EIHof1Xn3iKdDtJclXKYMfBaHFXzqFh8HOXmw0Jc/Br6wl8gKt8XTZFZONjm5ZkySINcv
t8NyZShABLt9E56iGt+r0OyMg2InyHxrFnr0fdr8JBEddiRx4rXJxnBnICSNJHX+OffS/ruo6oUg
8lHgZOgLtxYUA4OLtw/k3afY9Sr64wmUNnIh5VTr6g/S2+AYMaV/FmmAxK5ZYUpbqWDU6DSfrEBb
Ulm8vf1pfaBoODGReTXm7PYXkhMZuQa+w9fig4JMABgBGFsPYxAsJRpvteMsZpIQAR2U6Xsg7TLF
g3ePa3hG7ojGG9zaHgQef8p51MvkZEBbe/RjBPLKDppMlcnBDx8wbQMKKOXAimB84BZON1mUcCsW
Wtg+OkJVfiHSbB3UyjefZYw5HrXQkxfulduxOq0EjjTYJcK8ipbf9U9ulTi0y9Lp3VZOT9Aqejds
GHyvAlmlHxgaq4QIvTJ7S3+u5QHP7JDBueeE/QkvH/+EPmK4Uu1geKqrtHeVNLKfOsPatoXVnKs4
KLdUUHvfr9EvyMr40jbSb99EmGUh1H6UeaF2gWgT+ACQGLPbKm1HHfxaqz1FVbpBJMHbAONxxai1
a6fQFxa7/dbIuqiTmWMBebLmiQ3QPTsw8OrAuLlV1qWkWZuyrv7cjzW35xbWD+NiYgpVDxfa9cbE
0RAVQFET19ODzMUe/mUIHeMR6/Z/rv2nhRiR0tcyuDRnfTqY757Q1TpxLV/KkHgW/1WJc4q6EItG
JT5n5P44LWAjeP/5bjMa5rIMAyGvAJXl9F0/n8i92ImwPnBDy/G/aqPxAxuSz3oRA2Zx7PYQB7m3
u7/k7b5NS8ID0GDNUA/MLiAPVraVjk3uSr5tYhxfqufGWAJHffRclI3TO534opZ6/VxypyHprSfk
OkA/sAoZbHquebS1zFRd9aqKr2gi4oXP+DbRMOmyopADXY1icA54tOzM97AzKdxsMLo9V7D0Uhd6
+1RF9i+n0s+MxxV60BpO6h4tjoXv4ZYbAPXg/fKzuBfiNTBGcV24WBmuRPrsJY8SqKxOOFutazc0
FT97KQacwN3z9nduC5ppaAdV2acS98jC+FKSu8fNfizPwpJWtNV/2kV1cfwwX7fKS+As6TV+dBKo
t1BzY2gPgWr6+7tA7ch4aNpDWNIwRkEaixx1azs4Ddw/bx8dBSYuk5XeFJnM2Zcly1CkjUAukMGJ
/WMSBrycOPuKXU22GqK2ulijvpQHfLAm0kWwxwnnNg832wq1HMx6NA1c7Bnvm6BfdaN+MaR0E2rD
Niq9dYW2cyt+Iy7xFBWfUsd+ydGY5/I+qV160bVgjy/kAmDwNjqDS5jQRhxNgHzzzm4/5kNb4AmA
41P3rTGtnI6IbB5HPUVVoywWy+LblwACj+hMOsQMhsB2vb2FWpUhz9y6idAzbLQTf1eV9vg1HFQg
V2oINz3Ro+4prlXv2OjOS8YH/SULS7IhC53BygNjhguIr72kTRYeo8Iaf6WOEXy+f0A+KFUmAD2B
l/wI8SRzFiywugQIVhVInJO8HGpL9c5Np5n1Wjfj772Dc1dW76qcFh/OWWb2pRyxsc+pNxbugNsN
orDl5iSjBZNGL/L6hUW24ndJDXpRrlAn1aRO2rW1U+7zAueKQcmXlNpu+82sR9IxgaWZUc8HUyAO
yyiHkuWGwsdgPC2LrdHY0WNa6bvG7pVz3qEr0IZ9tFl441M+c52igUFhIAoGb5qg6LNvUrVGTbKF
1bq4kBpbrKTUvRgM6YRVr3NIm056Dnz8mK2iQSINSu+PkL+CkQgNdwQajzU4tsX3f9MHp5X6ECAU
oCgOwVvd9C4YxVrVyylDGzdtcComk/VOhlFmG6Z0+Q/Ats5WJP2P+2veBkDuCjAxU+PZQDJrdvs2
g99hJdMLGuGUpLYSW/i6onl2f5XbHAak0htJBLlT5o/T3989WVQaUlQlVekillGDH0zrva0UODIH
Trgwb/3ogSb+EOxcAALs8fVSRZOUg217hduH5A0emBZ6QtW4cM++jSSuj89E/QVeQXDlvc0VrOCD
Us5ksofhM1Noc0iyIwnUOUsNc63WYbktcuN3Mej9g0BH7o/TQGnXLCrspIqzLfqz2lZKUuzwjPFX
T2a061QvXEGh19ASSFCpLsx0i1OT/vqvO8G5oiyBMAz2k57h9eupzMbC3kvznkTQ0qeJ4e3h4FLv
u4r27f2lPij6SEKmhFJm7wn5s62oUyR9gcOULlSPXw1V3ktYCW/bxVgFpqHtrBIi9wGzlMmdc5y0
GJt64eBNS7zfJk2Z5mj4SKCdQFNh/rhN31rYuzfNE/1OadfZeA2HzmB/FXYSHro4Dw/CqGtXBNo5
FwlOWAuvYP5Jayg5TREGkWO+LX2OwgoHDM8Lu7OeWjSfHzpbLY8YD+16b5J6w+c8i/iqA03HN0eL
f4St6R0lAf2vod54KSSB12xSBrshUL/3XtYd8lBp/zHqaLwaCj/a4RxjLuXpg3r3bTq+D2dk0MOL
cMr/gq4z6LnY1VE24tzVKgCzWpi13xfey3SfXe0Li9JIJUcl4eQfs0UxC/dzOOXRJdV0/1PnO/CL
jAgFmYSRp43L0Ro51eAgaWqz7mspOyOhnq5jcywMeFDFUkEwv/amd0Anh57JlJ1QbV2/gxYoAZA8
O7x0kvM7UpvvqWbsE5svMitzsXAmp2e7efZ3i80+QWrmkHa9FV70NrQfPHS4QQqglXv/Fd8+EsTF
aZRLcktSfnOzKsJXh16EF7Vx0s924lGDsMvrqu/Ng0JFuXDU5yGeNocCcJE0hi8NZZ5ZiFfp54Re
xlN1vvF7NPT4aMRNsQ4Gaema/HClaX5DicrNNY/wuY63nNL24QXzENtYZWh3rbAm18YVxWO0vv8a
bwL923OR9YLqna4UXKuvPo8uhslJiIc9oDTrQot2mj1Nr0IkBLu+H9ej174UMagj2uEwcayt4Q8H
OR13RRo/DuMAv4KmeEIBQ2KzQlZl52v+GTWZU+jHC0n/PJuafutEONcnQB73+ey3IqNneZHphJeg
GFQIIJn9MjZqti0EOhS5HHabfDC8rV70S3XnR3vCoMtAypFqljng9VvKYruqso6Vw9TQVxg7aQ9h
4nkrX9azhRri9vOZAhYSsER1FPatKeS+i1fSaA5GFSLDhcEe5mY4NqwlB4vU+/v+4SoYCkxEU7LE
+VjTwyKtiYQfXXDOQ3Q3jUnDYBLu7q/y0UfK1UB5xtFCwGT6+7tnMRE5hKLYhRfP8Z4S3xMu5sDi
VEpd/xSio3b8/yw38XRRusDYZXYhA9zB9KTgG4XmgRCp+ZcUs9w6Eja5idpv7y92c/VxGCc9PeZk
WA6QiV0/G3KrahH1MmGux00SI8c/pYwrZ9FG3T5J7Uuk1q/3V7w9hBpSC7zItw4zqNfrFcWoFkGr
d4zBdRNccdJXO6Q/25XQym4hut50OkjQcO3BxZ7VtAlmfb1WLAwIVZlqANnQdmrt7Xq6oJverqEj
d81J6hppYwf2byP/pPrqoQ8fE/2S91+C9FJXQA71kwKGWQ1ohybjLpR6dV1Z2RdcFzzshpqdnWgo
SeULP/umzuRn09+jVznJ9AHwmY79uwOHK5zZO5SXboxRDgZ/WrdBp5zcNYjsTVwaxbcIxcCV2TTm
kyILcRLY6O4jy2kWTv4He0WRAy2X0sMgFZjtlVE1lRnFiHM3YaM8TKP5Qy+FcFoBby889PRM1/et
NTkIAFMgOFGGzLp9yPgbpZNKvZsFPopNqAbuernKvt0/fLef8vUqswfK/aIwK88faGNi+5lpKgYO
trKPNYZa+BHv76/2NjGcP9RkwwY13UIs4S33freRioTwjl3Vg+tnyk6qvc+FrXrruIZUGOAJcCq7
H1Lkn1vlnEUXsztF5UsYfR0i1/DOav/q264RXdQ4W6XDui3FujAvwOTcpPhVx7/r6pR2//mNj1ko
Ajw7Vf3PHn+PLVL2eAzgp2jbq9b70SEvPjgnx0bPpUH8+3tTXPz+HDq/Owe7RbOCcX2IpGjtKJ80
41kaP+NzTWUrdc+Ng15YtDfKv444dspXZPMF7UjMN1ZW8Fdy1rmRrkR0MCedod+Z/62TsP+MXpmn
xwEUlvqXFf7Jsr8pDHnb00kzTkN9UtRvhfNktyCg1E2GlLAEfttKjvierO6//5vahmQZ1NikYkxf
nvbB7PtHDCHsA2op0IMtI8rWUb4iw2+8Nk7vP2AB6iMPnypH6BL6OQfWt0J311pydHlLk2engLJi
QguSuaPwPX1l705BGvc2ZC6vc5uqwHxAPkXFYTCaX1hI0CgKkj8MAZPNmBivih2tZeVXNNDpw1QV
IE6JlZ52EuF4Turvdv/fqPxxlENiw+eQnlr9lwSyIh+Lxzh/6JtdlFvf9Fx9NtJfVs/0GGWMNW27
hahwm8AAEaY2ZdjBlXtD9TXkILA6M9FcNYR/rQX44U7G4JB0dnpmZA9o9q80pzQWlr0Z52pvYzrw
oJM5HCCHWUqulBkSZ0Y/uK3OJkVWXe77EfHLxPCavR6ByEN7WCjfQ83bN2mWfIpbzXgM86S4xLnQ
H5u29dYm0Nh/vrBpy2AXiN4omOYbYGQex0aQRL7s1gjS5ohX73SR2Wt6ZqtyAqLdP9S3gRKTF2IJ
bT/NmRCg16dJtlNfHsKc1ZC83Q1Fm0GA7ZfAEDfDUV42tzShf5LQRPB49ulY0HNVpVChtafS0SMi
N0egzPhRfxJpyhkUAaM0Y+0rkr+OfNCZo/I78rJXMy+0VVbVn9Aa3VdxshY9nHtttKqFzOU2lE/M
Om51+hYUTvNqMIz4czMgb1AURvecKCL+UkX8Kg9Do0+MWLS/99/77V3If5BXj5QpSGRg3dfvHc2N
0qQ1LruqBDO7cYJ6J/y832rmUu78wfcFS5+LymCQONFbrlcaU30MJB/YgoXc2cYPgTVC+21XHobi
frCnqea9dkb75f7z3agdTTtOzgGKCLA1ALDphb8LU1qagy0KktHtYId/TQEpPjD6yhHcVwY3o6Ht
BlnZYXpDja9L0mveSG8uv8W60XygFNR5ewEj9WjCgF/JSSXwjOrin/d/5m3CanOfEgnohUy4/lme
EOLuEQ21iXaH5uUQu2rlOStr86nQx3DdhUa01US7NP38YO9pgoBABndNNTNHCmRIuVVep7AjVMxj
r9h0u/GDAAogFk7ZDUaQXYBpDgIS6g3l01zIcZAGYFq2A2ZFjcyNImTzklTjlwSTdBCXTqP/GWo0
upwieWYCsDKxy/xROEa/19FV/FH18WfNF9VONJr2zxkavBScg8AWT92KOYVMTdIqqPuichlt+Ggj
GdKq6It0Ibx9dAynSd/b3TLt8+wYJmUBcMYoKzesR1BFSTA82Aj4rRSog4+NJum7qC+3stqEOxIR
cxNaHVLgWeWiFaFtAWVlu7yVf0A7G9fJ5MAyxH2/9COnq+b6SkcBi9qdaSFvgr7c9bdiNy0YbLPN
3ab9HiL4dVK9qjrpidF9zzIgM7ioQ4L0BuM8YsZzaXBf2cppEXxv5e7Upf/sPKlNknlgG+gqMEGj
ur/+PRYG1qhzVoUbQEv7ohtd8TTa0fe0D53vmL1bn8QAbl8K7bNUBYlrm4H5S0UvFAPC7lsUVsxM
Sjn596tqEvQBksi8hPp8flW1DeY3bc1ENfGD4nNY58FOZPG4vR8Rbi9ExiJcvyr1Kw4G8yKlBcPd
lMDsXctOg3M7hqj+moO9cPqnYzffcfxfAQrQAUA6ZBZ3kgSUg1zmJUR86iHIlOW2tI1xY0oBIPs+
+scBybShrEUvmsRRA8h6vaGdYRdjX6i5i7tY8yC3MglgZy3MEW/DGnGGIS95y2TFMv/U1Eb2qbzN
ApEO34dYXj/nvZK8Oigw3t+iG9k4Hoe20zTC4sqeZM+uH0dVxsBKJKd2ucgQ8WgV76Ba0d6M6mGf
ownxX1Gp/8fdeS3HjaV5/lU66h418GZiui8OgHQ0SYoURfEGQUkUvPd4o32OfbH9QVXdXcmsUU7d
7W6E1C0WmQRwcMxn/mYXd938Mkxz7AJz7d1e1VKUorXHxCou6ZOd4WXXG1qLU2t4gxCU/S68qTow
GAm+ssc2Gne9bgg7qRQHtkAfQGbOU9kt81F7iFjIXunIvtyNjrfIff8J48WV+ak7Jc36chROhG6N
g/ruNZ+1RZp3g5+MCOKKBlPaFztPeoG05Pw4dI68b8u4ceWsaxYRaTHwuSzXvvx8sNfw4GSm0s0h
PFnh3PRMebmnY13104La5ywf5Rb4ih4tMVKApXPoFXRC8tyO9wNozMdSqeJ9LEuL+/PLn79r2qPI
pdEo11fi2/uinJ1FjbMkmXLMpjx9DGxnVyXLtAsybQPSErT70AZb5L5eiipJXaMcTM/CzkFdsMub
l7G40AQ8m+TczspYos2OFcGZi02omB3NpVw50rzPDpkaRtcz9L/XOg8u5ZtnO9F6KfqNkO6YX8jf
nI580EfdbDilQnWhXO4kw2rdSaVH/vMBPgsPuYqNTSs1GZgSMElOrwK1IIuQt5ePKznYzdQu32ml
MqI3Nk9HllbzUBvG4NcIrl849s44AjSCKOqSwVJXgybwvnQNWLwebKdrjzg6YyuXp+2zhEuIN+Wj
elV3yryzIuNTIQNETMoQ7CRWf8e5j+yH2cJTlmbygHVIGDxkiI3vqgG737KpX8Cs35Gly0JJne4w
O1N+lKKWc5yyzHc9W/kmCCSquwrZrI02Ycs6VtKmAiHhZYUhfaZtom5mPFsvTOWzWJPHpQoLWZW/
NEveBeJZGTsDptd0HusGWVTqV5614PeZzApGAZrTo2tlpZeKRuvWfrp+ueraogFKiCvQmZumtdhp
PujtEYG/LagOq30yqABK1QBE2u+JrWs9ddVymzeP6OKIcTx0kDGk4jlMwIbn92Hbeus2W+k6tc77
YEQwQq1W/bOdlOBl5bxWo7pJu8TLytsuknBA2CDfHPV0P5R8VwUaVpYI7cSda+upH6oMf4Tu4Q2c
8zA1XKkrvWgYN4mVbGDi7axs9OHheqjh5cATogbJzyLaTXrht0nmrYFilo5uxscCw0+nXaeHAD6B
q4Avtn3NaDaFjR82/x+OMi7Q9kbPYi+Q9qC3t5mluGn4ReZuJn3bq+q2DeZtTo0EAalmiBIORqjx
P19j5+kvBQ76YxZ55Vo3ft+SLsxWplfVyMegX0QlLfjvYjKIdptzLWlzeJwZre1ELOapZtbAfUHe
EdfF+jCb1ndJq8t9ZhSWF9CicPGrDn0JxoHXNrZ2Q/p2SVT4TPMCNDmyX5S6mDNs/e+NNpzUDhQp
UykxGV25K6q4vkalVaFoOEpX+hIqt5GcxSIC0q2Mtu7LTRf4baYpV1hffwbicCwsWuSrmEztLmky
bgLNKe60fLl08p7vkWAMaPFT5qXrQB/ydPcyF73T2hmsVEW1wJvzKdzMqlXf//z9/dlVVtICzRoC
T1rXp1dxKtkYIAb2UP1srMRKhHBNGYW2n1/lT446ohkQa0gjrSWx90Fh0xdRIGttf4cNknWgE/ZZ
xQtBNLn6Nsnw+TQ9x/dx2FKXc9OmRcDGShbMu8M0vmJ8lQsx6nnjgOQUhAAtZdInuNnvopoyb4wm
lNLqrnEKzdXKdDzaBardRRwam7iOXvEoHvwRgJ9blIReEtLLbpx2Dz8fl/PRX2EcjAci19DP3w+L
EYdTgu9Lcbc41qujY9BchXJ54Rg8u4gOFB73C2Sc6DGfNUkKpw0x+0ik44Lo5jV8RKp/7VRe2I3P
gqn1KsgaMvkhKJEAnE6kJGaaasosHSW9XPwuGyq/N8th51TgIGw7SjZ9PJp7abatLfhA6UKE/kML
4eQwwLMMYOgqT055hrrn6fU1dSm0xBiNW2OMEWPHnlUoE241dRmFHpmnDkOLOqFwYir49ox6Wpx/
m51BE3GaYSWJVFmrprOLIM6nZBgAEoXSgL1iY6l3k5NYO5u281XaDqOYcXz3fz4Rzg5Qsj84XQh7
4Tmz6gCf3n055XnXdUZ6TPNa8ag+FfCpEgpGY7dtlHhvxr18aU2eHZ8IznBWr1qyvDLe3Ok1G31q
GEZaPDkuSm6HncndmCAdYk2l/tWKtXg/ldSmlWUxbvDDwOcyMKt9u8T2dkbe0f35CJxFn9QmWQTc
DFEh/eN31QwHjf2gipcKrgVawNg0aZ9qBIW/S7OkX1j95wuCxpmKjS6NOrCS71ddNBl6kErAFWqp
SDfWsMKVkFG8cJWz6JNRA6ULC2V9q7RVToe3h98wUytIjoHVF5skwgc1Rb5sg8x5+FTnY/wpLYNo
09D2unDl890NQTCMQ3Hdgue4ZpGnl06nMdB7s6uO/dgZ3hTJ/Q0ODAn+g8mm1Kd0E8LrFE0WlXsL
j4MBsUY3KfThy89f6fmWsIobceACoKEI/x4tFlijTq+mzY+GAU4ESZFu2xmWqyTzeF8l84wMOg2e
Uh+RWA5a9cIonC8pkiok8gFP/hD5eBeTjiouEYs85keoNZEoIExt9d4YPFbgh2RIbb9Qkkueauc1
OcAP7D+2TFZDjeV9RRo51AWRL1u95eDSfQLUyifSq3KvS/XwcyjJ+S6SFwj+JZKngrJPJMqpR449
NNObokpVt+yWiuajJr8YVc+iT6tUu9Iy2fmr621lViOJAbuahiuw8tM5kizFYFfTJN/qkvqRLvlA
xUlHuycYLhw/Z+8BfAZJEPAWyrRwutfV+IdquZSDl6hKLrRIRyvPP1vYThYl0hNNkz4FeXCpl7z+
vpODYL0enYe1ALWq77+b/EujFw2tfvkW6mknImuKXTPMsgtPdbZdrVdBMppch/Iz1dfTpyrSLEAs
bpRvJSlHBxtvuL3Kji0osy8XKlznwRPX0qGy/OCysZG82xqrKVbyfGnl28hUH7QVWIu5S+rqIKLe
9H4atkMr3wSV+hCbrVDB2dcibUJnG+Z0S4vJ/vbzZf1Dpfr9COMgsCJhaS4QOp4+u9bbTTw5tXxr
h9XsFWYU+EiBJAel1HqRyYGzTeQo3S2BnHyvTJwxBZzk6MVRFw3R9i53fAy12m0TWp3AerzYBLQq
tqad1TuUJr9NZhbtgE9KWzk13oI0rby6UWe2KUm7MsY0v42XMnqtzWB+btBu32Wlalz1sW4e66JT
XPZz7Ff1ob7mIHMelaK/6K6z7t2nI0ATE3AO8QYMNvzjT0fAssok6dUKdqHSm545Qh0fB+U+TVTX
KUfD45qm144Nun2aHbp1I9UXAobzXjllBbyaiLpABq3l1tNbCEwrUcMCLohaSAfNkK57LWz9urGm
qxytvkMbZa/jMiRXhYyGIAaTFbyDRMNrI83j6yxjQLVwUbY40w7fzS7TvaBtMGjOoN8nVbhrCHK2
CUe2XxP9+KMyydetnVeHOtY6V5ZQ3XeXGUblMmvmTRHEurDLXLpWNKXGb7Fgr7fQbIqLu5/Pvj/Z
YhEGoU6+6vkg2v5+P6knqUr6OoVhM2vSRkeJPjC1FqGNWKnZLuOuv84lp/GadNll4/LQ1ZmXaVjf
ykNr7POEHixBYBc80P90PIoax94etQu76/mmx03CASGtIsbgIDh9O3YIjqqxWwmsuF4f2jlCMjGD
uZTYYFTiJplEO2jyhRPvfOejUkvTiZKXw8H3XnkvqaSpWvkYxzoMlwc0w5obOUoutfjWuX0y91fy
kQYmc9UDQQDt3bmKfnPNQyCgIDP/1Vkf/XIaU78bkxpA6UUPgvPdj6ICAl2EUdT3gTSsT/2H88M2
2WmNbFaOSVqh7121JjWRfmqfy1GX/DpocCbQ4tu5VdR9okWGm5boxqvS1Hpqkk0PwN4uhXZnb3e9
JcS8iC3Y2GionN5S0UqxbM0o6SA/98zf3M3yKv+al8BUQl2OP87BJSH2s3f745Ig2hHvIc/5oZ/7
h1HAIHoy5zJQjnNshG6H7KmXTOX4V0vAqCDRs1xFXmkSURQ/fTBZRrY6pSF61Bsl3NhLZj/3SLfv
cqnUHn6+js+CQyIzLkMnigGEKfZuhSTVmCA7jIye3KT9bZxe9U6DEaDjSJmLuJAmu7TYfRW19wMk
4QsXP0fIYPL1QzySahDtlveYiCXFzyw2u/w4In+3RXox2KWG1VCQUBSIm9hbyf5Yy4+yHVX+0GYK
LgXl4OcUxUU1GoEbhuZ8YUs/D9vXmwJ2zLislML3nHU7HSQO9ig/xpre7ilqy15Zls42xRhFpDSN
9oOsfoiMyU3lBNWmON0FanaprHqOBeM2qI6s8jakESQSp5NAA1KJwc+YHYtauZnlOLxBa1PzibIB
Mil16WVwOjynl1NvKjD3ztLiQnB1vr6IKkgdSB6oJpzZZORLmHK0DHDEe/1B16Vw3yWoZklR1Xlo
efmZVl9a0n/y1OC0AEjD0ZExydHXgO8PCyxDrrNr8zI7zlXRIMNaOS9NJOFG16WULkdbBt5B5SCh
YsYkbWu/nRyKBD9fFOer/PQm3sUVOTWitGn67CilsbSpTSnxszIJP/7lq0Dup8dDgxYS/nt4WN45
ipTmSXRUxwiMnaxI3lhAYvr5VX6wUU8PCsowtAyhbSMCSM31dETjWdbrbi6iY+iMHoe5yNOnTIs9
uEqbyXh21LvEOHTakz4WrpXoAhCtcLLemyWshvtbK5jRY47xKZRFF7+qS3qrFQdDf+tDHcP4BzX6
GEy4SqRAL/vRtVugJnW2IzLf2MX4ESLUtR0OT1XzUuKR5jfVF9SO//r7ggDIGQi2gYPgPSsZ0k8f
9rEaHvFUubJzScUror0Y8awZy/uBtAERIiW4kgTex9tozE5EKHV0TBGu31XGbLkBDL3d7JSbSLJC
H4uOxh3txHEtsHS7IlMVAe6ivfBG/2R2rqwv8M1gZ0nm3p0OLaIeTo++yHEcEo3mBmaD8loh/fm8
OV/8cMuYN+sOgFzt+12w6p0hjK0iPBZL8zjKi/NQt1b3KLFR4YISW6Q4TOAPf/mihNOgVIjrAW+9
D+ijFhBVZCMttMhttl8wirgCWI7/SjBtslQaPCLRS06n5w9KSsxAkqpipw25/XR9tPoU0RXuClRV
wAcaZmI8yfbSeXYxKR7TKLyK6zzb/vxBf9hwnE4mrgo4CaAJiDlUKk6v6uT00eq5KY6dc1zKwFUi
/A2NDMWxXJQwDJZx08PRLh4nMLjy+JhJZHO6H4z7KthV1KrM9Lbr9wi3CMu+H+IXvXZcc5536bxT
NNxpoH/BzcrLjTZGItEelPxGi24thzJwaLT35qJsZhnMepuh8diKmGPVifNN0OXbFqnMQem8DrlM
q01fc4DP/pyBmbUbKXajDregsRl3Px+SNVP644hQkqBCh9ustSJvAEiejoi1sLblMR4/FBwOu1rG
F63GDHInlbJGbw4Nhc4aLD/v9Utb5I+o7eTSaN0CRiJoX/0cKCWcXtp28mjhUMo+IJSpig4B2oc+
M+4atQv3+LfQQgsZ68DOA19LWN5mP+q7pANJnpszcllDruLKa8aHEtCAW6S5s6nZMi3MWx+WHNut
KXj6+WCd9fuQliDzt1fZQWbRmdXjNIVppDemdE/qvUNEpTqUwKWOVZS1vlQZzU7qWy8z5MqTRgKY
eZJtP9Al5S6xY2c3dTgc95TUzVnFbnxQtIfZHhqvK8P0LlcT9cJ0Pwv0VsQOhHzMSdhBaX68W2Sl
5NS9NTTafaCEJAqq3m4gEpTPIMxfsqXWPkRd7RC0Z8NNuNiGqE2nd1EfDjY1NlUulkqDi3t48heP
YGB7dPbWNHZlcFApPn3xablIpVNO6n1QhpGfmFLr9WEUXKgcvd+wf1wFigz2ZnDw6dKeXmWqsqgY
l9VKY46rDfZ7LLu67vY/nxI/VFj+OIspsgG8Atqt/cgc3p8LQ65kSpdJxn2iOPXGbPTZrVB6hQ8t
v6IMcBhTLfVTO3s0V42Oue39Ykgqf54Q/XXsrvHLfEp3TuEoB8RWPjW4+Ig+eoiiOEIq2f6YGPLk
DVpRHqizm+wOZEAoq9SuGiqRX+hWfe0EubGLoqpwlUVKNxRnDVeXcwvlzg7VN3yq3aLW9Uc7NTNX
T63aT2Q7u3BynS1nBoJRoKPA5koc+mMy/iGGjKtxcTpsAu+JdXxjg967O7vDPvYp819NbnkTeVD8
jtVL9xY/BBeOsHXKvHsLK7oe4M5ajiRLPH3ZCC13atR06j2Azx0sTr2xPFPfKqQLP3/fZ2SxH48J
6gJBKojoIL1Pr4Trop2z+tX76tremtv0dtpUe2UD01qEviLkTe5q2+pp8K17Y2sdZK/Yhl4kpM3P
7+P9+fn+NtTT25jMvo8HuVbvUQkWBlJwmfGiVdtGNUGVXpjj71cSsTK4ljX2IjJBSuTdI+vaWk2J
UFublMK4sezwqS0c50L2/ecXATtNWY+D+b3uLQFV3QRZDng6xk2xjJPYB8UaX3iU9YA/mSfokgCB
oNe/Stdx/JwOmzFGSLkuVXE0+xD3ZrjWyEGX4crMDzzEMl5oDeR3NZg5V0qXS5Pn/BlXLOFv1RzK
2u8ZexSHZ3ioXL2WUxP25FyuGdYl48p3VwHstaIM8N9d2+uU8LTTZ8wzKj85whNHKrh5LxZgvruM
hPr+5zPwhyzGH8byt+tQA0cDhFoYa/70OlaDNAbYvhxxRvBHWWf327Gs7tXC+CYvhoIqpRnPIpoR
i4JLF3jzaA43RhVXPmZK5g6twtarlWgU8qDEbJGdh4QggM5Riza6nG1J/jZ5Ensy/squE1qPipXe
JHLqeE7dbWaNUnvpSMaFrOZdQPTbU9Eboo+1grPfSyjMMMeDruCpaie8n3VKvg3vyoAMKlDyiYUe
olNZKbL91xb0j+vqdInYxYmqaNGejuYMGNJCx5yiTKsYH7M8iw9VT1rX6Xkostr61FaXLKH/ZKKA
SgGlTFGNx32PWkh1DpOxjrNjZ+nRLpgX28006FE/5sl/fJ3+M3wr736bEe0//ouvv5bVTAM36t59
+Y9j9VY8dM3bW3fzWv3X+tF//eg/Tr/kk7//Zu+1ez35wi/gj873/Vszf3hrMRb6cU3uYf3J/+k3
//b247c8ztXb33/5WvZFt/42NMeKX37/1v7b338BtviHxbD+/t+/efua87mbsnj9Wp594O217f7+
i/WrvrJxEH8itVnfKHvM+Pb7d2gEUzrGEY8QCEr1L38ryqaL/v6Lrv1KbLmWrhGvYBNcZezasv/n
t9gUiS7WXiXbsPLLPx/8ZPD//TL+VvT5XRkXXfv3X35TZP33soXkCOaH1IoKm0o+y9I9nWhWJBtz
MMyD4PAgjAi9/ure8GZ32SDN7g27m9nyerkQ4YPtyofRhxC6xffyuMwb1Dwh6YurpxAxk7x0t9q2
84dGzM9TIw79Jsq9ZDM+zzusM/zuMIY7wzzIPfBC0d4+tX4r8l2+s3x7szTXc4NlsObn5k7NnzB9
5tysOhGL0sWUPL8ZjA9VLAZubHanzeAhtj1tVr/CF8Pr3fueu7jH+cR3vGwb7U0/2uInKMqr6F4b
Scmu+6s4Er146gWgxFv1PttTVD0YYtioh+ra3KrbyjM+X2G+yy+RPPmTvmsO1Fy/QBjx+93T6EoP
mtDEeoVA6NYxxZXzOthosR9bQv4wfFZv2KzEfeC2vnI0U2GIp8P905Mjbq7WL2a3uYau6r/obilg
iV8316WYD5jSc++5yMXz5vExFF8mr7ruvN7PP5T8x/SprhJkb93WElfyFn8VXke8UHUT/VMERMuz
+N2WeInFI2Mlkj0ZI/9t8qyvjpAEAElbfGk+a176ofMQt7imKn87O4kbf8Q18ENsuvE2oTfcY02N
pLLQ7uuvy1beV7sOjwQvxYZU21BtgLMbXhv38V3oon2964WC0c8gaLNFua8eY569PfAH043Rumue
l03m2V58He6ZB0+TPwvDM1+yA9RUrdoomdd6luUW413tZdldHAupddP76os+uqUu+jewL3R13wgc
7/ttv8287qtZ0ccSV0XMa9OM/ctUCENyldqbedfDJJY3zhMhpVtNJO02Fc6noqoF+NePGk/DwN0M
bqD6zUu4nzLMffeTKKP9XRHtYUDto+/9RKlNmLpINqEPfWKvedp183l+GVsxqYIdvymFU+8iPRED
ZL7QU8YtnqTWNfZpw/BpCV0ju3XuwZZ41db+VN1E1+qN9tBcj9v+o2ndSV+cL+Uie7Id4x4rZFfj
H/IhvY08Onh8nUg34+jLbpNeI1Qo4yzL/9ou/25UkU+C8vx4be2LyVsMihW+7nhz4avKjdbue1PA
Yem/F3TE8ZN1BGo/1WP/GiXCuO5gmXL3+3E+9L1XRjv8Tw/RXbJPruFP99+De36l92VhtO7urg/c
P362D7WH07dXTgCWRfQscc49FvgHam5cu+1388W8ya+irUNOvslqF43fQ7qRmGDYWceSb3xt+bTt
KVsv8q3Izd2g3IT35SKwTDCBJvdiembW1YaIPyl3aesanz1pFsGD/DXZCNrhYtj2O/1m0Fx8GGzX
+MqDOaLYRJt+czfvVEe4YXqFCDSjo6O76IW32jH4KG3QbmcFy9rH+RPaXK0s2i/cV+CSElXPBvsG
yexzcJ/chVfTN9P26zfpS5+KoHTVWrTapp52xhZmeh2S/j4CUlZ2802x0d3N7M/+gJjXfvGO1ca4
+iKJ9oZlE18l39Jb8yDFwnwtPEWkb0HBkMgUYz9nX3JJNDv1811447xqdKDhu9+pH7S72PmoJftB
/bzMe3TS77Ub9bN9XVH8JapA3uKrvFeWG/voL661tZ8DId3k14OLf94X9W6vfdiCILqNvmu39h2p
uT8/aIfbep/syg3xlhx+sNJ9BevkSW94oOa2QkFgl3psy/7ra7RLGtfZy+Ih2pV3ByiQ7ie/EpG4
nT3fwCLM/6p6qhe67Tf1mn8J2dOfi9fPGpt5qfJ25k3n9964iV57rxAAKYXiTv7kZzvDXfzx+hZH
Z/e2EM0TRoJYoB14BBEPbr4vr3uv87Fy2sv8SMVnKzG4MDpC4fAzzha1/+yWZNnjhvjz6VpxM+go
u7gWjrbXCze9MT+nez04dN8NQ/DP7Ptna/vjLm67pxn84lW2rUT2hEwx++JA5Vy01/U1BT2VSQ7/
ffieqIfWKzKhgFR3540patxXeKZ8zz+vHWipbDMcVUh+GCI4ZrmXiU7Z9vOm9/gMhLFtRp4HCd92
J6anfKN/DeVG0DLT/PDO2H6WbhSewdFJ+Ga8y7bMSs/aKj4hjPb6MRHJ4cHdfZf2Re+pV+aVvfl4
WyzCiF0oQcYr3dt9w7lp3Si3hLw4kDBE/ab2ak/brn87X7q3Kld64Yzl9q0t6rPhY/Ga5m7rbNtr
bsp+hsZzO15TX8KgbBTRjVO/zIErfRt0z+o8MxSxfgz8e8czUGgX2XZGkT3c6RXnnPE545alSgCX
A15fSTsNDKundLKrlwfT+T1T+Uuh4WOZ8+c0CDwNJv+xfSvXuKt9/0MnceT/HYHjWsv6j3+GZ2dx
42P09rfta/4lfv1j7Lh+5rfQUVIIA1cELH9kiHbY6v0zdpQU81cidJRPVHp0KiAEItTfg0c+RdpM
/YPQjtATOsG/gke+BUUbQB5l1lWsFi7OP+/ufxA8/maK8e/gkW4kzUGq9StulGoP7YLT4LFqJwUA
cHavTjHARWlO7JcCODlSLxbEgdoArY8yrhJ3zqM1OG2A4FvtPMqNMX5bqmxuEZGyk8NS2XiJt5md
fdJmGZEYUC3OPmtL7dOAb4O81WpIO04ULx9Kc2F2y5U+RmRikiVd11YuQ+2Z+/hj38n1SwNVYdgu
6oTSjtEEbX0TS5GM6QKGMJgf0wbkZJGHezMNehX/3Np+cWK75LCJw7F2Y6sCmEURYFBEMiwmrPV4
XMUcc20ehTpgJS7SKNDhDBNxr7X4RnPnfogTMdtOFvjVUjTdhl+JuGlF6579DwtI8EBy8LVdMmsS
o5pajlgSPQp9JF7KwEu0HjD2jEKrcCZ9LoSJ9+iwac0uIBwNR7YwA7Q1Z6w6suC7YUgKX0qn4bGS
O50WBCLDokY41hJlP+gO8h1O1Alw/VoqcqWeZhZtLSV7DRyuL+HI1QkN7bhPadJZE3qnev1prFLK
5hQtJSot01SgG9MkseIvlZoVnqYNuKghK23dxtKire2Kyl57IoE87WYrAaw5jxESbSE2hNNOyspo
doPBUX8g0L4ZSkTDwEGdLEOaoJknUcMziMQAeEx252qUWt/IUnUUdi5bVDTTHriePaEr083JLCtP
rRrFyEhWKW2PYUF/bqc0urqIxhwSRYxWn8HoSVAzsYKcAmdaOfnoq2qu38p22h5yyABAn+Rw4iiI
QKX6bUmJ0E0TJSIAKkf1d5rHX9rMbuKvTdmW37v3W9VJxvv/XDa8tmb++13tw//+X33xPoFeP/Lb
pmYY7E6ongAWxUaJej+702/5MN+h8QQNFMgNkDYkkP61pUmq/CvGYejLYswBRpn96197mqQqv656
PZTcQUqsQHPtr2xqP4Sq/72nsXMCLqUBCRRgZfEBGj/d01TajjCMg8YrrDSSbq0xhQpnTwCdSDKA
S2w00E6h0PM8CVx9wAxCBOosjdAjdD0UEy5CtU81Klm2WEVOxF8UxNq9MqkSOhh1l2QHS8EWTqhd
F5ADOOPyAdpxZnktnjcVrf9IvSsaSyq8HlX0TOjKHLVCya3mW6gnjubmda99CFrk2D1Nn4zGbTOn
RdNg7NudHo74IQxa9dxCOfkaSrH1BRBw+e3//yrOCrr476ftNnotTs9hfvy3Kav8Cg+Fo5YyL8YT
AOg55n6bspL2q8qJAVODDgCSUUCT/zVnFT5G4x4AE9MZdPCqWffPGs6vKLTR5qZNz2/jfP9Lx/Bv
FOF/T1nEJDSaeYAZoRZwp9BYTqeskYIPipzXqCrtRESVrM/CLE3VTRQtlj42tUr201JQElM0VYFb
QFNckPeq8UmZ57La55FmjF5XWwlVimolpKVSkuwabI3qgwJihDwwMotS9HOdUmAI4lK7C/LaGA6t
tDgUZuCrTwpnSpwUV20yIUI5hzPmkviBpMNVMKhQMysTj/I4AsXl9k7Fb9OKJJH3GU2G4aDRD3cn
/gvoBprT91Fkap3XdvKbalZVeC3NHT4cQT1FydaZupqjS4MRQL/T6q7UqKzAWCdVa7xmCHOCr69R
DNzZziDhQh9WeeVNigZVNVGV4bvdyDS9nISOyb5MYpTM+oCB8axS42BO+sHGlyxIDerJUTZ4Fu4K
28oaht63F6Bvos6QKtqBwkLRxMiySqUA3JOaqOFgXhMJadjfDYHxViiFdGUYhaniB4GhLGs9qVFB
oxz+0W4BH4ilVegZmwivAWEbnHJnoElKMQHZoJcFUtarnKgDMmh2bW7DQII7jARp/sFZxqURceZA
w50jPSWJVJI3PczD0pPKKr6pEHy6t6yq54heZD0TMUbtzfW0hFIN4WUO3vo6qCU3a03poxR0EWkA
HcrWdUbU4RmlzDK2CPfFhis7QbOVTKxDNwVSlrVvdnr3RU909q6qRCREVhL4xHKsBhKFfbY/YN/q
kPuLlVvBbpgRkhRI/3WeobeFTsFcb750Oeq/EI3yqnNVR0o/z0uZY38pRdQhtQ5rqzqeSfulaRqJ
1iKCmTxsIupXhTNsCkkZ98GUjMC2C0PvvTgtJKgtzSK5UxxHUMKZWVeIUccUzGRap/u00gkfzKHn
VhOpZfSUSJJUUj60oYXZtakEg7XIYwIYbC+XxUm+aEMct/uQ9tQb/HWdHNFQuy8g7YvnRjN7WvyO
RIlzxAIi9RFOG6+qdim/5MQ0mo+lQHkvx5jvuRLGr2+9WZm3mt2EmZ8q+VS5hCbT4s2D3Qye3oT5
N6mziJmQXFEBgmR0gV1NG62PmMinEwpaA6C/gK5IeWWUnfIpM6zsttS1pSQnxSnUbUKcKkUZ9OkD
yBRjEHGEqtZW64MrE/zXF20k4KJeogfPchIigWN3JriVKani0B27Rvsuy21CBi1HVi9SvHZ0MQF7
TkRqwh7a4gHXfIPannJ3TkO5rQWM0rhD2nVUU5DWr1Ad7cPvjQyzCx8vNaGouOS80Fhu6+sgMBZ5
G2rOEu1x8ApSt63LgFeCPvTsOSky29uyGZqHBRwZAXjUqvYG0xqZNKIzu9TX0wUQHOaT37KkMCky
6ZzLm6araF2nDcjrpi6nVoxDIB0UYHTfgzAOBtp2hfotsLQkfYgja0QWNR6/R7VMPRUd2HL06IQF
sdvjwfpsp7r1bPTjUFKBU+ynBk1zwx/BpLzoRlLemWUzRWTRSvI9jhKVyvCiOq+z2VEAsvKCQHKF
xd2YYRC+QaKspg8QURgXkymZuZKGyV5ey8vi9+EkiUDitezVFMG+Jm8qQvLRcKSXRTKk+wp+4PwU
QkZ8bub/w96ZLLeNrNv6VU7sOSrQN1OAFKleFknL9gRh2VaibxPt098Pct1TEqUQw3Wme7AronaV
CwSQyPyb9X8rU/vVDBMyyAszSgJM7KjqCoeDPpAQxeJN5o1jvi3yym7uJSNo09esD5kqp2XtQGHz
aFNZpdPbYDNKw4X8B/DPCXU3uzGcTnUoYYTuU9pKbq7opDX5lZyNa1yjlH7jpjAfNTSfxZmwo4lp
xGZobjX8oWMfrjzzKlGV5j6/z/BZjhF7WsHFgJeUJlUP9It37hwKg0H9mRqksOQkg7Qbp2IFhtwd
t23TV8OqHR17b5UjJbhe1gLPiHBwA2MMm/tCySbHnxuoeJibKAjM5ywzGZorRo+kje4uYqi5BsBs
4cq9il2VFClD98f3MmDKyjRfI/eJ66Re4NotFW3k8eIG/t/w/N4pRjGIH7OU8vonh4FTrGLNEjlP
K0kpW4uG0qTORjOfMaI+devKZlPzZYVNtF/SCUf/q5QhX7QRY3CPG2vifNFdpWaXdExFXk95OkTn
gvU5nLdVSZl4KHNEg2nt2NTB0WJ8rkNFZ0Y4ITW8HMypf3D0kTAu6tXMPUPtTL0qU6vkB86QotSI
N/ncrvoQCP/nEfWqHow5c8S+zCJj/lQ1YYJamgOG2nrcy4c5mcZhk3vlPAgfFqEy+o4yhNR1VNFf
ibRmWzYMEX3Dt40BpUyr9E9CDtPTCFOiCUzGNe2QrKvOv4kk07ea1sTdDXA3DXEcP8vYZ5oyp6wK
tNyrwhq7aV0K1/hVVyPNicGyN7BpE+RuS57qDhaqKL61q/yhkIZZ0d7Quj0Wu2wqBksiht+jOZi3
gscv/FC6oceI4Dw+oevip5vJMEc87HCkdUKY5Z27bUKerBVh9FCqIntsqXmDO1G+Oe5U3IGjdapt
nWTNLoxqKKNKpbHlZXVffKm40lwGUy9weFxpYdsNlAXn6auHqvpnLvKy2Ay1aV+JhZzj5wVJPxdt
Qu23juS/2eJ/CEo/Crtvfg3/E3zPfv0si9dlsOc/93f87eh/oStm0okGPOtzGWP8HX/TmP2Lwhha
FPqYDFC4/4Tfiub+RcjOVB4wIdwBn5lwf8ffeDb+taBS0NZSQNPJ97w/SRkXZcM/4ffiQeQR+cOL
AMDIFORxxli6jhSmqML7vHockpWtPkTlCTnMa33P35fgPvnFoCneDNkp6OAJ9Mbw3ojVdVJ9kR6u
T953Texlf8r67mj24vfF0DKZjNOZixD0SMkRxt7AMKmm3NPcjYLpxqvXY70BK+7EQW5ui41+Chz6
3u2R15PfIgIFjnHUhFYTqVUm9P/77qn8Vh7MHQHpyYtQPnjzmjzTBr2hknnRiz/KkqpkcNnGw/sK
UUNPr4GQMuBgP5s5y16s4b8rpS/b6u/cD7VXssUFFWZR0Hh9qZA5AAEYIryXKl0g81BlX8hifN0j
G4lPTWC+1m08vy7GNEArgs2DtHQM6HeasazKWsa7yO3XdoOzR3lC5Xa8wCkls7oZhQHqyl+WMvTL
eZABP99ijCaxqzCnZKBbFRbtu2H98UNbstSXn9HxVZaH+kIxaNa6209iFruwX4e0ro2H8NY+I0Be
+t8fX+r4kS2XIhRD+sCXiwLj6Ia0VkBd80S0a6u+CdL0rLb09MQ1np/K8f1QbEfDs9giIRR6fT/j
YJDOVnm0a35iHz2N1DnPmuJ8fCzP9Uc4y1EZRKOvPyANZyh/+DMDAiQlyz0S7FCcxyf5DUdRZ/6w
kHoZ7frsMJn1LhrKbamlPwaMuD5+mkfzQm8vdbRh4ESLWGmoox1eLwBHnXtkj7f1mX410iH++Frv
vrkXd3X05ogWLScHSrPT7P68ieZAyFOwoeOPlwdHIcWydaYhUdocoyFVm0FmL2u4GxVay2RdWjGy
ZIZmpaZto+LU3vf241reD/pDNtoFCbBoFF8s+7a1jGoydLEbIx0iO5urXBGMfPzY3rsI3y0DjQt8
G6ri64tAf2CapWGPKKP0SdG3uKkc4j901ljWAbqkhZHIg4M/cwzxS9wCjWykR7taWsne1MBYRU6o
RCd217drgMtQnCUioOj25jBUx6kx4JJFOxdj2onQP9Cc8pQ4870nhrh1CS3obzG69fqJtV4G+cYW
7KpDs+6ymyjDRoni08fv5Z1bgWYAm9agdEgccnRQ5PVszxaUnp1GANunWtCYyqkhIv344OO1vLrI
0a3IOq8YY+Qiq+vbvbHVTaQx/a2xMgOxfby/o7BBX7pcVRfmZYMmZqdfTv6nf3GfRFoq40R0H99o
Cxu7jCKljXeGUJax+/JGFHL9f7vG0X4btVnshWrNGzOzrYsNfTOcACu9+7Ze3IXxek3QiVJkJKt4
N0i3WUcWKoamOWVf+P5F8AiEVQ+345ioPbR9ObgwcHdF2myTOJijYvtvHtQ/Vzg6aOWYMGQw9VyB
Da5VRRAVJx7UkSz+eSdAfP/PJY4q0o7TebgLj/GuOdM3mOht5hUKtTxAEvaLxNO5jw93P5zNsLrB
Of1xUP3w3g3MP7IT+vtHABQD6ALWiQne16/LioZeNuoc77q0OxdzuhJomP7Fo/znEs8n44vNW8R1
qURYwe28W9eNN21xSth/JKv++ybo/0O1WObRn9HfL65g1pWThIPBx/sIFXEDafGs3ZTX6bV1E+6d
9Y+vF1tnxXu077Pr9ExH+tNsIuR2P//Fjb74GUfnbpQnrYhTLd659q7oljD21NSxvmxDr+MltqkX
lzhalpmmwXFNnXhH53gTXky/2hQeaTAjhlo7ge2DV1ln62rDWOxibkIh61acnTIFe/frYxAAN9/n
yO3oPmeZKPE4WPFO2PVm6Or8u6LX4a+PH+a7G7KDemKZGkNxvfyIF+9UVjT26OjEu7i8CY0kyJTL
qTOCkuL0xxd6925eXGg55F5ciP6DN5Q9j5ShJ9SGFSLCU5d4d4HqS2fM5H8MWB1timNUZLPBybi7
fsRd/ky71B7E6PfoeuvVHNCtXOGRFrjr7lIgrqXZ7n8attGFern9F2cMAT2Qf4bc+DVHN0tTmphg
zpOdWbY3RpLfjFp54oh5ZtW+XqMu05ELooGgTSPKef1A7bKLEeanGFUUvfOrnZV+R/tDNqhkjXYI
LHMYv/ZUKp+qcci+TDOGLW1qZIfK7JNr2xj1e6zh4osGGiio50kxCr9M+vCHixCF3ZEuCDjNRNbX
HTW8p1Fo04/ezimC28yvXQ+qBX4Y0wxjDhqXfcGPml7BX0NvzX1W6whFMa4vPtkFYjTdDvl7miKG
F+DXWQJCyio39WsV69JlbJ9quRdrxU0I3gb+ljGb95T4omtQLTZO4qM7GusRDl/pu1kDnkintp4D
bNGHeGWmUZ35XjdaISMJi3cxZMnyy+SqzLrpfF8qDlTogXwXg4enjxf1m/qEtQwpkNAwKawzvHtc
b5kcO67DfvD2XetB2qZdX7bXrQcyDxFR1++7KZ3iFTOLSKfnjtwVomnrmpt5AK/BuHjYff74F73J
GGjvUpxycd6AWQDM4/WqoC5fFXGc9DvdCm+m6r40rScvm/whuuF0+tNTTcPFZRmVxuyB6OAYFjLH
cRoNo1C5mOo7GhSp5sT2ZC6R0qtVjn/ngguDpYT/EeiJ1/ejVqZO6dOM8ZY0WDGTzKqvNmP3P8sp
lG3gmoV6rxiN0vvWaDSab9ONumiSKHnK41TcdYiIqN/IFL1uoUxZc+hE3yI5H03ncyipwvrM25Q/
Q1fP72jxVU+ys9Wfejt33ya8BTw/DHsDla01tmOQd26FdcPcFRWyWSu9t2vPqn0AW1gvtRqeTMLS
809u6o0HbNmMCIBCTZnWiowiW8Mu1ZFgpVVxLZpCUkfPNTq7Y0xi7neEjH+IkuTAZi+EdMQiBfy5
1BhfPzxHqVvmaPt4r7jVdK26lemrWtcETJiVpR8PmfxmO61y4YalGkhaI/eiED/Qng3ryLNPoUif
LTNfv0uyC3QxpEoLpOzNz6lKr6vrMt2nagpML9ewsgtDd6tMarWmkyguEcGkAeIClOpV5dDjN8qD
oSa15o8mXc62dvubxgpH/LPhfcxlpuy8SkQY+2J3PNaDswvD7EwZpvLaCPXuTB1r7SybrOmCPbIE
/dXN133meKtoMHvK99I4tSsvWdLre0QCwV6A1QhZJ2n760c+SFU0ntTUvedky7ZUmvKpdxfb8arU
9Mu4VMyvmG/P54bWKINfZtL8NBgM320bFeaAIP3eF+7UfO/sebqjDxx95qTT9u1U4V40QYNn7KQc
qjuZ55zTE0GKgT6uL7X9BMn8kxXTSqQF2CFLVkGU+nMd0h7vPOH+YiBo/BI1izMgBZn4Vw+DtQps
N+rUIFLqGr6JnSLtA6pPQ4NvQPyqwtJ7UNLEu4sQ8TACkPR0y/vcSb/ofVz/mEaFyRetqtTPNTXV
3aAk8ppGYmf6ParcVZiljnmqpPm2yMOuS9ZNIE0dGmDC0fEKfz+DkZh4+9TGrKqtawhrnZoZvlJ7
ynXXOOYtkZJymUfJfN0anAOQ172Hj3faNwENkDUmxaG8UdyCpHgUI86pWcHB6dN92yXeluPKWsnC
ce4+vsrRpPzyDTOApxPQUEPjr8c5mCq0WLHivNiHYaX59dDZV2EC+QIi8TblpgO4ffkk7E2oL7zz
WY63Q47gP24nmq3RYN3R6DtV0Hvn3j3qUSZ3jlrxDfaqlCKycHUs9sXgurQrS2s9z/kpXP/beI6u
CX4w7F6UVjhqjqoF4Pm1yNaqco91T3sZ2Rihu4qwt+6StFdTupNlnV9pwjHXQ6ZwwioxY1vCyoMO
nOp66uSi7pyLYMyYpkAgmm81VTFWc57euy16gm6gW21jUbLtWojvvdJXl9Kq68BN6LTOeJuviTTi
oA2NU1Ppyxp9tVEs98YprVHGptjiHS0f4QqrxgGu3A9g4Vat7ShBayLZdzBj23y8hpZt/vhSPDxK
eqwiehpHx4CcWaZmPZd715bJpYd579qpAP+MCf4FfQZCO++zdO9poRdUzFGef3z5N4uFO13MUh0m
+6iUWUdRuW1nZYgyodoTmKKKscfwBiFMd6Itpb+JFLgM7Y0lGgE2TXfu9c5bVYg7Kk/W+2ruImQk
kRejHZHzOq3taKPnMbZ2lA3vRR7anOradYNUKeg1U9nqWTZd5B0gQDyLtYtMjmgH0th5ihXG09K5
Hv2CKDrixEaW46pCPxsrRp8+fk7LGz96TcjoUbbTUmZlHXtpQywtlCLu6703dnOgWQ0NahX2mtVa
O1lZka8r8sRDe9PnIJknm/99Wdc5xqVGRhhxVs/1PlUsA3wptjYugos1aCOeEUbPPpEs6W6a/d1l
fjV6+1FbisNgkSQiOnQYCeegfP22pO71uqhBCXlprvnu0lr323nO1mZTVKtUNbtd6erViUbIO0uR
Z7uMsoIUIqo8OjjUJjfVVjOafYLmOpjGGNnsFJ0a1H77aZNOk35i62QQuS5DD69SXUhYEg9vbQ9G
PoHbHT1KuUT+Qxr+8ZLBYo0n6XIILTrm5X5fJNWdaPvKjixjLwo+Lc9LwjXn+7yZlNwObChOK0vB
B/zjdXqEfuRIQt1MOM7BS1RJon20deno0lR7KJV9Eo+YCCnWedvD2PVCKEQSMw9cV5Gy7xu9PpOh
W/uQhu9liLoiTE8B2t++ULJriuKLgBVy2vFsemO0iOnsUdlHksYW5OinMe5O+Rkva/H1hwlMd7FS
YQ4adfexDVhmqDl4fnhvjVN7a1sv4UTrIl4ZpZuv+yQUJ/br57bO6wta0EJZp0Q3oDzfsDUn01VU
Szr7Nra/lbWB4JJxU6Y0Po3hDtSu31J1KhjKi4tU8yMLM5S0PvGpvL1pUMJ8oCBZsAsDmP56aS2W
RMThtrM3Cs/Cf2WaLybCE7oC5bT4QagnTol3U2mQTkuWt0BSl9mjl2s5Lzi+OC3dfRSrk7aCwKR/
LdBS3LX6nPR+Q0vn3pxmhKeZMVozAyjlEJ2FcWb+lJz7f1xO5VQGGo79FPp/C1+ko59TZ2PvWJW3
t/GgY4BRQZWZaU8ff0qL8PpoadHMhlFB+Y0OMGfz66tMjdpkcWjmhziserL0PmdduYkE6TVrM0O8
vTxXp0gzN9LsGEhGqDUxR9MWJb3UOLEhY7r9o1pBjEQcFY1i5ZqDlwVVrNPrIl29VbOSyUCjSb/M
OYBk3+oqatwRsjKwMHbo3pGQFZiCNcMIntpuvNWgw2idrDGFDTU1tzg4NOpKZlNH0qvE/bneJQwB
ZGmofCZt1osA3bL3NTYVAzMx1FIFtso2bHUlrRVwN7N+KL0ZVASeHqhp2yhEo9iFVSdWhYpQ7qxN
YgOhX+p5t5NeJ2PANwjhEQn5fabW6s+PH/k762wxZ2QxAeJH+X6sUI+M3m77WlYH4VmMMHpqFXiz
gRUoQ2xGwFQDcruQAU8nSS4saARnIqnSQx3KU229t3sXHA9UQUufctE/HjXcyrrKnUqrkgOqTnE5
oQ33UXE0pzaTNxkpbUOybXj7iHV4H0fflWq1qtakYXIYhJNs61h1L4WDatXRFvcyLBe2oRu367hT
onutGxyfhXbK+uDtZoJJHfQIbPqoRGAm8XqZg0GzzbnE2VGFJntNM3s8DGOj3uSltzemsWlOFJvf
uR41cygzcJc4GI5DzgrvHlheY3zIUyiaSiT67awvJxHIqjNLRKe6cW8FFpzDz/xftspFxnW0W5DW
AzaOeZdjmcvt1MoeCIGJJt+w7QBdJRbm88DH55W2P9pedlaGLoZTTCP4pltGwejExW4YZXseCREx
hWcaJ/pgb0O95Reyj5NJkbcdPxJwXFFHNSw5uBqvwGo85FRcPiDUM7dyIQqNfVcfivhkWf6ddU6X
lUmqJVleGOGvX75aW3WCAWpyoEwVbQeCzDOqicOJ8+qdQ5OxLGhygK/YSEnIX1/GjtTR7F0bMYFD
6cpWJUBD3CzOLIqyG3CgxlnVO4afpjaED6tLLyyROKsiUo3VgHJj9fE2s7zw10c4+Y6DeIPyP5ob
52hjr7WxbpSiSA9x7t2O6fRku+XeDsVX/JVu2rJ//Phyb0NO4kCYvIyyUdJ+07yHnzY5cVmmh2G2
qktbEda94s5fKFtqJ27sbTKJ/JHUFQgR8jUO69ePWYrQyvNWLw7W7H1LhSrvvAH9f4JWOGi0dlhr
oTGc51Jr0T/H9vqP75OMgVqA68E7dJe5vJdBgtu5ZZzS6Tw4s6Ne5A1lv0q167WTW6e0h3D/3rzD
ZZ6ZMjpSFfQCxx6mNvaluF2FzaHiE622ah8bADNqFMpl0ubrysSpKigLY/g2W5OhbkJlwcjXXVJ+
L8os6S6dMMvyzRD3er6qGDFJfb0qrZ3mYlA6oVMWa9uY9TPDLnGc1+MBsKqulOte7SJjrZhFdmPH
vImV3tgg+/rBfEoyahW9VjXmhY2j9/cxDWXFWINDTusAn2SgGFsbhpt7IoKVaNz4q1d2U7dxBrR/
A1nxo6tj68BYcWzeoY42HwvBJAPGlW4C8cZomkBmznBlVIU3LIHGdM9AUjf5PSn+vVcsCmvSDOYL
srA+tFi5+wWf4ypadGwXalVACba4tRaTP6vvwBZU0g76IXN2bWnV147VWe5ZxMRS74+dHmInVxcw
KSxKENup4jX4S1uByhUVvHOn6/QLQXVzX9ZK+EQCDH0gHpkU8Aku+i+z1tFzYgY3W3clHrPo55wx
D+Ki5P9RkcwMfqUu0gIVQK66SbVqqAJRyqgLVOhflT/LKSLALAdn4yk0m3gLtAQSLZ3m20akytfa
laoMClPr0cA7NU5VNJow5x3KRKe7Yi3Ia/ptDBvkdQZYkxJUurbxTHqYrdAGk9qTYMKozkL7DnMG
eiRVm+gwKzy16304nWnBsGVkh1Bg7Gz0w74pHtip8Rrs9DFzfLfXFLkuqUW5vhzq6TLE0vUxpoj7
yExKfj1Ngikj12tKe20poqiZhM7RtjNsEsarzrQwSfU6BZlpbsYHzgg99/vMXSy4nd648QguC9/J
SnJTFkbxNZu75Ayo+nyujmO7ZguwLgSY1/3saTIQVjyu9NkE9ThG4TyB4B5v+PhUPHjblMGLxRmD
qYXSSZtgzpv43qOlt9MxPJBYksziIgJjd43UafqeUEK1A30ec3ebWB1m2a3CdIwvukk7a7Ui/+Va
eYhvJTX1feOFHq/RFdEnyYf3tUtD52vVufWdIqfsV9dlGVr9Z6ybMMvLEQCht1LsVjzWshUPtCwV
5oyqQr2bETWXftvGB3Mw042W1SWYXQMpX0DelX92SrO7rO0p2rh1xSCNCY4b9MasxnlQt9X0uZzI
5nlE6WwHTWQuoyQ61gaTN9HHGYlrHpK2qu/LVFe/1W3jQaGa4+a+bhogyU1LkO7PONRfezJuZJC4
c3RWmbZSrBNprptJpodJN/sbRgMGBVdMgWFUrM0a8BykZVyByYtvheLat2IuxGOBozzfvmIbmMMy
J8OL9m57/Ci/hHTDG0IeRaMIoczjN7qo5OyzyyDwYAsjWTVZZnuUsrSyxq0y7XEaHMvpZ41F6mU/
JvrWbQcew1Qznd6mYjX0sXqVDqr9M2rcokA22hkPqjEPmEqHrDxB0c1ajwoDYn4pSuNzzD9rV55a
em4QZ3a3n0fC/H06zNoQtNKbf45M8+H04WU/he6VGG3aVbXzRObsVcaKHx1rNOmy6ZoVyKIHCcKw
0VqYRkGJtq7mp96y/TZXbnooDZ6agzs2w/anTa9iZTJ8DyUhSh6Emdp1wMLWGfSUOFgqgswG/XhY
X+Sw5lTSuxhSkHS1qfRH0eOkoruT+qT3dXhHtDbsmHicPoMvmC68gmjdZ2YFO5+R+hxlpKiefiVY
3vP46s4MeeTs+lWpj0oArELnlYUZI2yirHFCIX5JxMqcWXvscUDKffbJ5FPBdNOVOiSltuLdFdBp
XInvk4YH+4nyzdtAcBn05RCl7PY8kfD6CJWJVLQ6nepDaLf5hWgtzK1cN1vx6kI/weR6xdjZtO2E
dSoqf67GvA6KPMBu5Ox0JW3G7Y8ynma0jVRMWXdISa6TIOTYBWHF6Gra6Uz9qiUO6JRmJZjNcZo4
0nCjwJFKMfJljKrFUTZU02vdZCiUCTVKTWrqzN8569rzyWkdxjEHDQo9tdWm3GS5JW89tmlnxQPp
kBUMTXzIhCymQNeJP1sNoKdP0RtHncgdbXD7WErgTDtSRQaYrYlPnZ3Z/YlA9a0gjadOeZqMCEEv
CehRrmCa+BF52BwfdL0K/S6Z7E+DNL/nntHcWPg3rcumLAKjLsChGYNcNXk+BgMYkzXxCN+B7UhU
BNK4Moee4zObMoyFHQbQHKHfMMvSbyqE85u+S/Q1Vm/uuRxFdU/dRlyY1JdPxINvI8+lVoMIllcL
f947ai4knHLj5FnNoZ95munESHUcKTDYcts68eSW0PJo+by41Jsg19MhfwvFaQ44Mou1EQ/WymM8
9kTu+M4NGUslkaabRQHomBY8qoBJCtUqDqFSfR96r7sVDD0HhqJYTx8Hs+/cz8KdAFfzLFQ+bgFV
yOI7EdvloZEjA/GUd2GrmKfQ8u9chQh2SYgIZqn5HmUicZgwsg3b9RCNHHEyC4mdbO1Pxxgg+djW
4h2DCMZFbHn0aU+qEtKh7uvPKSdFUHZmHFQS0cXHT+w5iXu5BLgCD8uEa02rh4GWo29nLiVTm3rY
fy79bysAaf4MldGB2/UEcTo4KaA4XgvHlzt6drZdxZhZcDk1sHw9IFQL4rWyZi/nWsn6QvXjs4/v
cElgjm+Qgj5CCSzI2KePegcEAmhpIGd8tivvVhpE5kaVPGZp90tpyxMl1+OVsdzdy2vpr0+CMPGy
VjeV/nOfX5nWjzjZf3wvz+qnj25mSbBetCd0baCKOPL4Lj0fXJq/wCT71fmjCULN9bXgPgo2bG0r
/Szy05XqnxjQOC4JkL3BVydNZJ8Fb/pGn8QoSGkXujEemCtVQTak5USZb4KiEeDp2F5ouDiiDYD0
oK7TMsZj3EwnJ0JKpGZ4THezdZup7VycSGKP3K6Zr+B3sb8QC9OodCiLvX4uahNHoVLW0yHM4/FL
p0mm3C1SWaAD83lXm3AxSiO8d8rYoIvjyXNZ6iHGt+1wOxWVfYYnU3Nb1/2nQWuzKzk1cjXVKn66
Zpref/wOj9bI80+FPrN0mCAPI715/VNn8kuiOns8eLOjrIBuoCgZSS0/vsrRqudT1ihMLmpJvF9d
+9girTV7Q8Fj0DlAbnI/xbmigk1quyCl7LYN7aH6vY/8d8b1P0RVLx79G87bVUxu+/14vnX5M7/n
W3VYblQ8lmlUZEy8FXbE3/OtYI+WystiBszXhCEZ/+Rvyptl/0ULjq41TUHCGf7U/+JlLABwdMwg
1TD58fyf+wPI25Ese6noLiJlrPuWChftmaPt2AxBnIjKAo/ihJW3qgrNhFVamPp3xRUyXZV5Pz1k
VdTvm3H8xqcb4oQTO+nZHNO7WU9a5LSr1JL5JRrAvFrPLRV4qjmKq6z1nsgQQmPde3eFSKb2chw1
ZVrhej5+fvHI735vgC9738Zzx/CfjZEJXTy5WeXETTSKF2Pa11+V29KfmBVwGzYD5IiHRB11mxjj
4fmCVAWkk5Nm8c9Yb7xLmHL1r7hi0CkQNci3IIaSAWcU3RfsTXr30arXK3GQJNt3Nq0kA11cl12O
aIeTFaGfvFcFOG1fY7QI72iKF8wYGjlMAoWwX2wVxx7rbavLCYmMqiKXTAZq0P5EXvwl7AZIy3lP
dkQumADlbZJBv/PEkH82p5iwxWvVrAmiuW7I/0qZ/ajcKMejXTgA1qJsCsNgUEuc45tY9pRWRlwS
/Flgq7NGPJTDg5l6aCC5YsAJ7ZemI0YQytQHcSOqu8iQQxYsVRKcJB2scc9aEQ7oh3nJV6Mj3U/4
k8ZY2DjG0K8TjXnhoC9bALkyt7V2a3tCAbTpDs1V0dWTewEDJ6w2Gj1F3bedrPrpxk59Uc+edZk0
DNalCYyG88zqm6+JkyDBiBNh8JCQxzWgQDTEMmRV87ZuOvHVmgfJJJY0urNs1AmtcxeBImSeTqPi
VAzRSldmxV5rmUMNqsrDcfaVSXSMSIRacpvHPQyM3ivmnyHTO4BlosF4qtPGa7mJbNhrSIgh44Cy
+CXojEVBlDbxWk5KcqNFMtFvy7HQr+rBHpBqZyVfwMAvzg3RAMRxEvw6LHWY96khjOHesYWc/bjN
JwO7Eau9VfPYk742zJx4pdHDljWg7Fy5LRYaQRSWbrli+CcXZ9DErM9Fqbs/4gElT2AreIAESUvz
mfIn6zPQmqLn1wmvgmCTUvvm7TGku/aKZgTCH5HFKDT7UOEnvWteKQp0tc3IWFtzWTfJ/DRUI6vZ
C13NDMDol+0ZKxGabtZ2s+ub/RB9H1DJOms0QN5XxEQ2/8ycIc4UPV/NWlDYozyRWOZOl/1m0UUX
4JcnXUd+MdAoN+hAYSeuRlN5pk4LbyiOp+yc9Qf5ES22tVFMnPOCLFZKhiDmcHhgjqcB5ZK73Z1X
a20ZKL2UD2GiufeaMc7D3tDb5EuSlQ64Y3ccvpl1TwEvUpRqJKZoOj2wClx4zydlVNG3l1X1pNSd
9oNGm6yWWSrI4mCy3A0ON9lTYU3yGl0lXQK9p9zShf0iodQNHzmSuFTDZnjMI2FfWLkJz024ZegX
rvtVgnRvt3M0hftJ1rxski8ohGUlf2QVjeFzD2uXme+bqsyFXiW2umrVKmzWDqyLx6lLem2jIKz9
4nVdLzFrGdFNeVUFBtPzkD4HGB45a6hE+L0lYVSC+QVXIoJOAWWzTnvNmM6npjLQJrb1yCalKc4T
jHwNmDDPe+XC/onPOsWR2rq1OtddqU1TTr7C3l0EkQq90W9LvMT82RNtuG7MrH3UYUw+WAWqFh+P
7fBC9NC7NvAYldrvDJPiaJ8J0VJe0fS9xA9D9yd76ID/zgIiRzRE0DkAVE6PaaiXxRpAxzpB0Qjz
2dCY5dG4XhoMbYmQuyKjyNa92YAqSxQWDRDdRj6kbK1ekOqxiVt12IE1UqzIsdcy7gfjUsUye91i
t3wh+HuGH4B0PcTToEC/HbPe8McRQahfdZm4j3AJ7QOwXKMItJa62aWnTuDAI0tS3TTrBYqDEim0
AgRyMIEbe6R+RgEl1u5EqEGrjBgzLpBua9h32WmVzKui603nDA/EHAd3S4qbuJlruVUaalp+5wyO
e5V7KQm512TDd11vor2LViYPiiy1f+qdZ45rtc/6/spmQ89/wgWamb0rdduHkcMcMxNJEASzRvfm
C0WJs8hvEzs3V5VeTJdi0F1oU646fk/dVLuOR1l1ARuz+YNuig7leEGbToAHo6CM7Vb1O0/qOy+2
5eVQZ9MhmowMVlLbFp+AVrq3TpTqn3QgMk+NW+qPQ1+MDZoWFEg+X28qg7BtncxvFzgTX5jB5y9D
aTdrfN2hhidDJG6T3OGowOYZhIzN6qJDEArtyq1k+32K59RZF53XMkFiTITV6MvlFMTSkYfYdICe
je0M7bhF8zFtQ0WZVf5TcYdn8tTLb3WkJky7NAllcz1K4xHjNSv9EVmWNa5wbO9wGC/bEMY4TYB9
HE7821kue/dComEXgcn3cWcb+YgjjkBkjY53ogKp6LIzfCIaSKKCJbYKR6FD+BFDCP/cMq30ikqW
dzc0Uu7HXI2ooePUdYdBAeXg1IgyPdDqonF/Jyj/DY//gxjgRaz2Jjw+b76/dttY/vXfkbFt/IWW
TyUEXuI1FU3U/4+MTfMvBDwoOZZsGu3p0if8OzI2vL8chraXpqyH0AOhz/9Gxrr1F6pYJpAZavn9
x/6E+/K63cwAmEPxZYnXOdrQPRwbJRZMgk3/j70zWa4b6bbzqzg88Qi/0Scw8ATAOYc9KVIURU0Q
kiihTfRAIvFc9w38Yv5OlX2veMQQo/6xIzQqlZhEl83ea32r7G17J6u5Sy+W0S4uabKh51yDxQm/
gNvqxJlNMwEJzi936I3dLPv+XyoWfw+NSNSlvkS2NmbB13vZhmS7gqq7uXMJMmeZL/VHzBVjPC8m
zKQ/j3V6mUd9GFIWyv0+PVlKQa/HWuRoefTJNP4Nqfbj6LzQNF33W535Txaanps8K98LX35zzKN0
gYMH0UWneZAecGNEHUKjrNL0t5wVRD+Uwiejq4ybqu/u/YEtzZ+v8/V5mLMX14loh+MU5x0XqOfr
6/TmSZijG+rExd1CGsBUOrcV1hDojQ3tNDlk7Yd/PiJlQlKf7eNBzj55ioo9wlDnrU7I3akuHbMv
L31Bb9rsHfXJNMb58I/HO1Y+4cQAHMDDeDLeWJdjsNFPofOWXeZLFQdLnt8MtGzP4SS9Jw554xkC
mgC2g0nvGBl2ct4axnAsitUGLlARpNCu+tYy6utCzrBdGu/MCfKHP1/e67LJXw/wCNvBRAzT5QjD
ef0AtV6zoMb7lxS2/zjSnbrwNi3fuYdvDYI5mNoWCu6Q+vvrQchSR7c5DmxYUqvBQ6BaTagWa+87
dcLf7x4Gx6OWBRMB5/xTG0Zfdf2R+aqTTA3bdPAHuRS3iBbsjH0dgUO7rmzz+pIMHrm+Z8U+HZtp
FZcPvGVmT+/IJDm5RlnKps+HLVkWbcSUsadHK1/MfTpyXMyKZrvYGm70O/PM6Z09jhoePUbAl4/v
6Mn7sgF4FHmWQwpYm1Qmrp/6nHGBom/7f/aeCGYy5m6BspV3BUHN68ubDH9oc3iEySQIYlV53nyw
OVDd/vNR8F0Q8EaRjbf/ON38UocVgYE9xstNzqeW/oKbawwSVHCW/06D5reHdXSCAvO3EDSyMJx+
Zkvvd1lJESPx8Iq9YOyxdzRY5K3py/myYRGj251N79m+T+xgeNcdssIoqbKOUjInsPX15QVzWmdj
WVFNITqJzVVQ7cS4HpDon42Gd6bKcIfc9GBCoP/zff3teoFq8fzQIR2xLHwjrwd2OVlxYBh10gtU
9uRpEsUTcLbpgmZxaVO3lAQmbU13fx72dMWFo4SUkw340WIOY/xkWAF4Vh3LtUkaDNrHMeFsCHLK
VPcrbdLWKK7/PN5vXwPjsdlE1Uj3llPGyWok20GZ2OlM9ES9ldR+256lhKy/8ymcrnm0t9CwIOFj
N4Ra8FRCKRaYh1ZQB0lXaO9yLYS+G3QDuRw34i5fi+2dFe+3u8h4OEAowuHCopZ48o1zVGrVuuVB
4uThuNuGEF2GyFUBzXhiuXjnVfntHjIaW0NIa8eNGsm3r18V/GhyKojISEZhQlk92l22fB3e6Xi8
dU3IybmRKCCPoPDXo3RFmXvGFoiE+qj43pht+92lToNa2zaM5M9vxdtjEf7GNweC4NQFQsty7bza
F8lipvWO0mRx7fl2cbEtq37nhX/z5uH9ddFSWmymTy4rE9VW+hs3z0aLfQmv8+jNk+M/nSWPj4iP
CmIDu3K6i69vnj16oZrLKkikQHC2NF15ITMg4n++bW+95r+OcnIthHf0o0OoeSJ927jMSm6WduY8
2fKMZDQjrx//PN6JW4fZ8a/LwmCAds4xaYa9vqzBcNOF+UskA+acx64riweFNueyKnS1t0pCxvhb
e080hQkMwoBossxYJO1ZJWXl7eGyVu9IkX+bNo+/EfswxMDHV+eUwJRXnRBa8uYIfEN7EuSHK9la
Yj+qJo8Hc34x1WB/+vNtOH7Nv1Tc/74LHrgMTlykZP8lyvhlCZxls7WrtESyOpTUTOVth7A25KEW
s/Epc9r7jFL39VSv4uzPA7/5mWCkYXMuUJH6J9NMPqRaGNITFFcX58zq6g2p/bJRaTTFO6eG4zz8
+zX+11An83TQbHWBsoqQRKgMV3lu3dtzgcqo8QBiOxI1l7k99IVh71unbd95qG9+o5hYwEzi38G8
9Po1a0N81srgoVJPKg4KS8VBj2Hz70w6/zVKcDKN9pn2QSkJkcB5WS/dGbxuEwZd7HXu8M5m5s0L
Ok7ZzAghdv6TC6o3ZfTsnHhweBUPOLvbL6Il//rPr8eb76WPyuR4bOdjPdkAGnORoUPntq2e31yE
ziYu4E1nTyv87q+t5TUXnOc9pIjuewr1t0cm7hN3NXPEb95PCHlK2oxcqwp8RY449cw3C2PvzW1+
sfbukBBhv+3VsFTf/3zRb91atrxHdI2NIfj0KW6F2RnKWBjaKcTD1hDhVdhr9s7M99aX9+soJ7cW
RZgynXETZDhZ5Z6GuxtTxx/2VG3nfwRC+XuO/XWok6VjkqEUNIewE4hlPC/7Mt2P0/yeIv2tpQO3
J7wH6gPox45//8scJhpzbDubC9J9Q/YZItF4pDWRWOKY+bQF7Xu2nTfv4C8DniwdpjPgQiwQ0PV+
XX9vPJusSqSMn+BoOP/G10b5iiDvo04D3Mvra+uDzJ3XkGVxGQbnuxgWfY4jbXpniX/rgqim4JLA
jOLi6zsZZXTzPvP4pis3XGOOu+mlTTzTHuHhe87UN4eCzPGXMI5e68krMeRmhoOtDJK+AXaFpKF9
EbMnz8j3mN7Zyb71OR39EBbHVTw+p+9FTT9o4FAgkslxrdjsoKpKw6vemXrfHsVjyaZ77bCJfX3v
grBCMUDGfOKnxApi1OyuAJHM5/98akAt8J+jOK9H0RUAdW3whCi2M8tni7HD2yn/rVEwvFNOdDkS
n74HaWAW68Lc1/abiEaN39+qyHX/59cCkABrJ6VDh0Px62uplnRzN8m1cFKmuwnIiLndea8688aL
diQt20cTNNYf/2SU0fZmaP2dlYRlGXbRsFoz7QntDXsvTbPwne/099H4Ktj08wr8VbU4mYM2zyUl
IvVQKdOs6/ZGTlONXaQyjXOzJfXgnS3N7y+dR24OxyU+WA/A1snrYNkFOmwztxNjkNaerdRAPDAC
gj8/qDcuCofvcTuK4PNYQH/9oMZgPgooTTtpJ7pTUU/w3gCuLFto6wRVVf3j9wKZJFJMLs3FQ39a
rF9kz5aisq2kJQvnhQKXdmPdrOq9csxfv/frDSGaqmNN3rZJI+PP6+vqcDroDnt3si26Ut+Q6Pu9
2FnCMPV5Feqj4qPFpdh9BRMV+jQEHUWMirQHGZV2ylmCs4AW7j1FbyJGWg7n/T60KtAh2BchY/B3
2DT24hjhQHkcV/dhnoPyPQry74/nKJJDXRyYLHy/nZ2zoazaCYdGIma+WYbzFvrPjtsX+7Vq2vs/
vwynqywaA4FZlSIEx00+35NFjydGmpnnpaRHULuKlCQTaO5zTCLYZkFHtcGavod6PL1CxkQNhPAK
eQuDnlawZoCWbd2QoRyOG/SETiHnpZTkGMRez418r41y+lUFlFPdI9MV9Sfn6dOTrhcWax9WPDOC
jASFCMzDz4O/2O/Msr/fyQALPQ3fgPtIv/pkxTCChobplKeJUYueMIK6Ez80ESFEr6TdF6+aLfUP
1yiyFWDP84c1nprEqRidSrCiVmynfMhqQBXflOedGoN3povj58OX8+uXxXGOH4+5mLWKmqpzMg2O
g4KvOuXtThFJWX2tTd/oz0TA5uW+sLdR7bPeJEGGHvj8OS9rleSzXd3WqElusZesc4TSE6yc0GFj
JFmbTw99WaVfNykNMpmNCeWO57aftyq7DDPrY5O17hnEGMJ43TJ16IrLML2xJDtz35fqjo0uVrGJ
yssnlFjTrgMN+QCzb7w37BDpwGblQ3ZZmlvXXdK4HhJsSlN+pueVRl1lWfqmEYOHRYKgr4/eNKuD
kxbuuVkz/REqX3pPSxYOByx/+gYI6Y/ONgqyko+erSHNrRdZ9sALiJv5YulwvMSOUN8pw2JZNVqk
B85cMEugdk9SfpNoCFKUth7ijLUh72B29fSwhuR0RuGiG5JQy8Yi5KU3SChtlVsWiQaX1B2yCtsS
+D0ZjFG3LR5uoaBTlOvc7cxXMrjsJ0OCoHREDc/MJVLLm7YbObblDtvhgIBn7BCKDL3pRJx+9LWz
zO1eY8iw4ECn8KsclwTXnUv+K7Hh6XitMwkTNawa81mky/qpdKmIVLZNHjK2+kgRDjuzBubOD9de
kO2sBjFcUT7jOxxIQkiWzJ7Oypz97qeJSLEsNizveKeaLBM3ealUHnvK2GQska0QMuXLEmtmkXvi
yXFq5UUtfpBPqnXFZwXKC0KnYYV4SQOr/Ur2VM/DG5vsZz1ZZN3xiOePhoUOLCRvNQhaOl0tLUbU
ZsEIRnPJQT/8kMi9rLsx4x8mzmD7t0JbYXrBjx0pTmLJo2Cw+na3p39Fe6xUU21d9+hSlh34xO4s
zWp32PX11CEGbDMd2TK1/MvMlOVyYbX50t32TDreAVdgYb4ssyy6fRP24gm9gnEx2NNW7OYgk0/2
Wt5bCLIS3c7jZ1vbQuIAJD81km3ZkVs9bW6Nk7UNv2/WVN3pbt72y1znVmxbWXWtDBQj0VGkF7tm
PekPwwivjNmsI9KdoicpsXhosmyNGyWBsk8FXskzu/SVR3Ju6fdeu+wLYZHl1leu7s7dbsvlvinC
+iZrt8qMqnaFpKpw/d1MI4PFCi2Th9QjIBK29MFKxi3rrr4muaxy5H3LMYZay5ql1frozKvFd6S6
lvD5OkC/KWWv8/vFGnBY2jZO7Z0Iy668971N8mUrfBXQPzK3XtpbnPqGvMmm0SjmmNthT/HqZeOc
bFPQeVFYCdKjZsL/PvUqADsvxtDIvjRm1ThnIoNdvPdLmCUXbTCNYP00LD6LeWkMIzfTZk7LEzki
pL+Cnskixm1Jwla0QYROixQXjLk63QvSjMTODzJtJFhm8AMXVU+uArlW9t7lWyVy3WzKdt/ooLsj
McN19/lab3dZuAWIWXxsiImHO2jFzZT5LzIdRidGbxrmScM0Zu1lPhEuF/QKsVuX6aJB4DerLglM
ww52+Vhtn4zM8NrIcELt7ARiTLRt9ZrfwlognzwAFvXVrUz71lvJ0Epms0ey21qjCxlF0JbPrQ3T
dqBUdS7sTIC6LKzsJRtY/VD22luQbLpcESzxWpO32JQqTMSQboTnVKYTd02wPC8bKckHt7Roshjt
mH31R/CRiWwzk3Zrjs4h6sui5Pe1qvzJHwxcfk6vFJpi0lWLvSYZ9aA8xP2xWZAcG01re0yN28we
nrSDpVdP23KMzaNLhSvXqZZdZ46OH3cZOt1110zBWiYFuVXiXChL+des7dRoeQekdWG2FopexJzi
CtasDuNwOgaizCHKx8R1V/spz/qwOExOsW473CxQY7Zm0T9NxBL5OZraat0vKAuvEIyxZC1eZ9o7
J1itO7vvgDVbw4YeDWG5+DlbVXjD1slxzyC4ec++P23mhTMNG00vgIzlmdsBjY/ntmEeaUvX+tFh
f992rvS651o20DA66Jxt5OLkFPtVWGSChVOAvBiJVnc2sXR8qKDXsEC02xzGw1aDlfFSEabx1KfB
VUrf5sWojqpLaSmEryUGX0RUfVqg6221M8b1LPzvvGQTNBzWYWuHe5Yr6BxNwsqG8sCN2smty0O+
DM6HvC1Lb5/3hjTjXrXrS0uU5BwFvh7zZK4FEdqu2+QlJ55VYTWSghBLGkShjk17BMYUuCX7Uazw
8xeHn4idEr+nioFtOtMRx2U8m4PrfFF1QRV4kdL5XOJN9bijY4X/mAbz2eiJwYksAjd5o6TCzGd2
dnhlYRWtk4IUtR+9AdEwEp4i0I4QUK+PodpN476i0IH33C/m28Cq8aQK1Oz5jsrdCJpLu3WAds5Z
g7jJs9VJRkNXjxNqeBNboUPaDLrpft57wKK/YUqe5Y1v5/NjCv1u3ofQfb+4Yquuqqk2IZUU4ECj
qcnkD2NmbsThheH3Q4uIvYyDAqtyZOkRSfcsJ4KKnXHFON2agLCJz0TmGIcyVA5Bk5UwDvB7kYkT
S9M3B91uRbvHwy08jDmaS8TH2aE3XWuTXG166N89zMvOZS9aUSKubSDZNk6whRc5dCQ3rhSO9phP
rCjiejXmAHwf82yMEhNU0SCOZme7stqbnDRCG5eiYYRsIYos5DQRovgbdGvu8V1KKxahGubPdspM
f750FeZpPSrP/prOuiSD3LXH6qZtNhr2EUESnd4VzaKaJM9qp/+wAdyu5p0ztnn5TdhF0b5Mq+Gn
lB9FMdcHV/nLNj6uHHLG7Us6LjZtVTQpbtl8GNWm7HS/eBOhbkhWB0VO02BYAyWXyq6x47rcuHbe
md3W++gToSSNdTJt64JXoM7t6rOwGrs2AStI5knBnkREiM4VHnqBp3TfQYjQ+7ophjTxJjTGUZFJ
7OWpXZcXDr8GSuaqL7coHd36B9P1BO6+H9B2dnm+edEqqUIhWO9bVKqFyn+MZZbWwNDW/sGUSJn2
rrd5h4ZGQ73P6W/iqZ75Lwnfr30t6eqwpi48zwhFOkKcpmMfdD24dhnuNRFYzy4/29gFeWccnH5a
1MGQE2LfYGBPGsmZlMZdKlf1ocYq71+uqjI+LxaL5N7NhNUm9dZsaqdkNVjhvi+9daCdlE0PrUMo
8A7NGKHC0gjmZV9vZXZhZr3VnM9tt26Pw7DkY8KS0QVPdWsMNbxeUXxdkALCYqwmFr8tXLZwX81y
cGI1UxyN1aaDh7WecKNzB70uzmeAHPtszSFQOnYaIDwvGqvcBfYS3me97m/sDufDpUGe5SWiGX+N
aDnmz7pynGecB23+seyaqj+4+Vbe5uvIhDX0xXQx6KOKHeKg4+4M8mDYMVKleRbYDmRsU67I9oNl
oU6dZpDYe9MdgrtGj/VPq5Iavuc4ziYG4c1j5+zYyk7cUqz3NbCub0yI9kfZWIRhenY6ZIfNKUsR
Ibrw6bduvooJb8p/HkUW7kFW9vyisSKanGACqptpp7szXU4dyu3ArX+GLct+RJ3GLEFdT8vd6lZB
Teinlf4obX/i6NL57Nx7vVU/1oDVbNfm/XBFDLQGkWjYLMy4SEaOcKk1XDRNzq5wGR3R7WsWhL1R
HcEmjlUCiqhCp3N3FSceFY1FtXxuN+8JKEUXm3X21VPOsBvl8cJdUnXDhMDMn1PfVYBgFT85rZdb
S6zF7RDMLx0pdvBqdHm9Zg0XAF8jgNnspe14l/Opf+zUWvxMC8+ez3N/bpJAoA32ZT4MTEcBdlpW
wvGgKf/v6akY+7LKMP47/Sa/zfXSP5WG+0COZkG61sTmKPLmIhBRTxT0YVn6JimZD1DGF4SH5r6t
j2UulPpsxznKLIWfWHlJqB+Sa82y2iNrTo3zrQzyROnV+uhC1LraqqGLh0kH1wGkkr2tw/BTSP8R
uXlrxaNoVh3NpjI+dkVjPEu3gjjVzcYem5ELrFEtH5ZAAsVNQ/gSuaQI5G0GXpu15PB6fGwDEJtg
u8jZ3h+KFNgF05Z4yjAGPUgoonFqb8uN68k6bnoMQ61xDAvwJNCH5syaIcKlwEWv7AVLvRr4sqN8
01u8mC0k/G4mKj4o3aeir4szi1TSzxsLyA7iSxi7qm+Asq3BNWSjArw135YXGSmX1Vb6YRQsh3k/
uxdKF9N5TgH7CA25mrb6UjSg84QmrtdNgeOkbstKSKUv9GtMl8oCJDAW9pPJCfsMvEZ1aNvVft7g
mFEArMtPIJzWhWhgU9xu+bbshzW4XHXaPGrDb/jdqyKptD9cpm54YdCM+amXsT8HlPE5lG5+45iG
jDugoxD5ahWttWc8QZzqr/TgNR8Dz53uCfLRYHjdtObAqmzzzK31tDN5FZ1tcfZOJZ4XTpsRWeLn
dJnaJ5xHIduYptzZE7gPvfTj5dGRo+m64o4p+lLkewIaizgfQz9y5RDgMAM6oVVbnKPX8y/rUW4/
g8Bwzqq+ZkeNzSEhVvpsU+YXv/ON+zqs0jM7m4zLssiLs6KjGoHwvihjKPd3uLDHO7e2io8F6v4+
XqCN5+tqnFOWWM+06JjLFv1jRqixZ/2xIq/058+Uo4AmoeaP0mCsvqdVtl20dB2vag9gElsvDhaO
iMrOdZNx0cWlkhgZDfD/H1H92heNMcD5Tik4YPbwuceBWSOQ7Zd9yY6yjlOXaPPIo+i0LznTQxos
03OUWB82oHOX7oLqNXZ9jGQbucAH0JnK3uX+4icdDb4Ls2mMi863LpZapeeu31aXc+V9clPHuNsC
CwLw6HaXnpmbvI/b2j75eSdusPfBzPfFD1m6rA1QVe5Elf6c3PFp5hq+cvpoh1h6dftlJSO9hvYG
fdmryvHB3uR0UUOGOXNMdVc3M4jphkkV493RSEAt/A41Brsud1LPBQHg0bpxAF7ntNCx43AQYV1y
LKxzHUJoMDUZjqDKlelnLDkVxhvz6HPWM7mC8C4mP4ygGG1nddezZBdrNbFBL4Z1OAzmuKwx27f5
HgeIn3AWte6XrDXXHb++N8RhQ1Ehmcnz1thVaoOkd0oP96vy2LQGQ21f+i1126hTrvO582SLyy3z
bcg7ndznbjim+8ptAVxvs1/erFnYzBHVoTqNAGHh2+p5WmXcMUWAvaj7SfLBd8F3iym24tPzvYMO
Z7s+1MuaHq2RFdutdKxMJpC58Z2ocBsqsiqn2JOHhgzx7HUuHkFDme7elTl1Ym+A6YRHbig7DJTO
bJ1XTaDmGFraOOLJW/ELqXwJsqgy86VNyDgRd0Za+EHcb4bwoipw9LNR2sCcytJP7ag2MuepNTJY
QrQmfLLBS3siLdz01HXrgumMS0uGL0NrjN/8aZru6kWqEaiyC+57Ydb+DkwTZi1rm3T20xDiL9yQ
2mWwx4UNj9Fv3cemM5jakFQWWPsM8tmjgq1ldz1TRdFxNSlyFBZORGFCBHpf7srRHx+aBc9NFCLH
ACrhVhOvAm27r7WtS+yMchBONKlpxVBeTB71MJKOKENZWeB9mLSbXk+jhdGzoecEyqYo1U3odZbB
nJ7N1Jv8vnsUk6Zs3Gxj+oRHhQR5c9AFUBu2Yj9nzHRljBO3+9oSJiDPV9i9yLxVaotrYMSccDS+
zQ2Le9oiJnYrFhpMRWwpZ3b+c4I7r3/uFthxkdQUTcl5d/KImZa7R4Q5Ud5YhCQMl7Xr+qS3quB6
aergfuuXcNjLMq18ijuDXrH+cRRPhFsY5nm/4AxDbzCofblWWx1jmi/LvTUvTJFFg6o/QeuxggED
vzNc2PVgykNrjsaZTr1n8tLtfOfVWVntFFXYCTlyrftY62HZzthtT9OuZt7+5PdO+iMrWXliDdjs
PiiKMb+y2dSVCWdYy6bkUwcvHZ3JZZeJyeQVzPL0vk2XQOAHsjeAFkg/5Q6kbbrFLqetRyLUKWTz
Apac+gKyz3cIvdouMqgT49nNKtKq3ckd+Dpt7VR7UqqX660dOI+Fy0j9qAuk6KHENSgpbepHQUx8
RsDhUYrZ/tgGxpz9LMuqmkgXlPZ4blFzu2501s0PJuHp3cFo+aQ4jPSIYXeNy83YB4UJS61r2kUe
+TosIKazeF5SbJ3fxivx1ISmp8q4pDvUvpT0b1QsNk0CijWUjZlo1CE3fdWUX62V8Pa4L3J9a6+a
CXD2AeBF6dY0/S51velmzkVTJLlTG7yRubQ+ggrIxAFv1eImKPrg2dUdAt3YzdIcVB1uVHXRNyQn
mGTvqG7ywfy4M6vP1K3u40QDqPow9HA5r0t0Pb4b5yDgwWaLmiZw4Kj0Z69rDj9bSJh5lMrOhO0k
cfMd69mzfgym2qh3DXMd5VpfgKvjNFXe4bs22RiDDnaiPrRVn0zZ7Kpd6Ks6ve61J6yIqqiH2ib1
w/HQdNWIdh0lvY0wqxvV3LMF2CaiJMs5bO/ExDyK/dXbglgSWtDd6coarGtT47rl2U4tpxI5zCal
caeaDz7aa06iClZelDqZFOewkcCpU5SYjCeoNmikZ8XucO+1iNBINMczZH5aSwMn235d6QdchlqU
6wV1zGW6G0e0uDumfHt58MaAc9Vuth04v5QygQ8f2iId+o9l7bmSN8dQ6kOqCXL/ObSmNC5yNGHd
RbB6SPuYWPrhQQF9R5jWlXn4rc2dzs/jBmvLLGMLfLB38GgMNecju9ywZgLyuwZ+IN7Hm4KSXyuj
ENe31campIlkRWs3q2NuzdZ22oql4/k/p9Fdv+HcDJeY49hKlc7Uo1+7F0tXr/U51ZkpfITn7aMg
rSTe7C5uQkheCwSw3qBSXo/W6D+Ga+XgWwZHF94XtU3txyqKhR3RDBsoozUMPmg+h3pUQTvjIC0/
Uz6v1c7I3REeIea8gL12aQAmvPEloqruQLfS2Q6WB4r3rLUpFsWZ0RscIT21YLjdQr367PMamk0R
tetjIpZovLI/dFhu9c4UgyEuVIozEWCBdro0TNgCZvKT7FcF3rFfF3bbBks5WdlADA3yt/LWWB/R
HZd5n5ilnKQRDzps1WFMPVyFhHtpcIJtWGSXPof8Ag/i4lYJCWozmVXdMpRwBijZVGdGPUzdPc2p
1N57TeUtNzUYdPrwBPp0wUWVoqfdyDBqgua2m1rRf20sel0PGoAzuSiLWo2uO/zVp/3/JsX//pfC
/n/+P1DGbybF+H//x/Tjv738j3PW8WOe1o9mKiZ9/vK//v6Hf9sVDftfqAuQYbLxQrAB7Q1Rw98k
DyP4FxoH+r8hgGTWkr/8IP/XsGiZ/yLVhZgQ2rY4wdBd/Kdh0f3XUcUiwPiCEDaPHfl/YlgkJu1V
CxXZIbxzO3A908EpJRCsvxYnlFDc07rXgMLSDHcrUpWpiGco0fPHEfvbMU+Xk8jw7JtlU3yhg1jZ
90BGORufw1ZdmimhSWRkwcvaG1Wa7vOu89qXbaZ2NV7DezMet3QoszjM+864KnAUP/TTILqzJg2b
O7p1wTfiE+pvZpPmT8yJaR0vR5bvOd07MEFeCZojTuuBFldnbetPqtQpcWB1j6txdC1xhAUFa3HF
lht0etBYM8vSVvaAQK0ZyYWSK6If1VYfTCcfzjtkKz+2zFw0NWHCFRJuilXdarMDqdpahkWikjUU
M62n0DpDsCm/eLnsfULtplDiPpqU/pk3lv3BgWTYIvebc5ADBm5nTv/LFR4fnPTAgvh906qyFVvZ
3PeWK4qzXp+QnlCZCYxqb/ugWdS8CCxmZcdsxWbrEzrhortiYwx/kKXUdvKd1QoZ7H2bokXs1pl6
wt3pVpecLNxuZ6I0+1T3wq9ptrD2YKdutyxWdL/UOQuVys894RrTtRMY/fRN0hkWnx2nsCg/9Tmz
bqeH3E889LRTBJ1MhxEGKU3h1Gm8be9nA/E7Vudw4Cgh1ctYS5OO0gIj5CUVwJz3nJa6KwmJgFTa
0cpuQvCjgHlrpw5psjrTR0PZUsbO5vcVdWqz3W4MF2uq4GBMIWIF8/ZdoDl1Y2r29L3C2sowIlIv
8WM2eyS0zkNZUE63Ce87lExtVbS5mFsjMc3so2HH8YNNaDu3PHQld21l0lCrAEMM5BrOxLs1LksY
TJK5eR6CGk6+2LoAVOdod/BEwVxQXEhZ6y0rTc8VPTOA/IaAXzirOUhjoJd+EA0EhFUHiKWhFXv5
CJ2F6lLwouqQl64OSUOEdpvPbLDdWRTM+VMqLjlPNdmeyn14l2Zq+8pKOI6xNtPwSIbIx4mTX3Fs
lXYuVFDDXu+twRRfx26F3hvgwSyipbLTbE+Zk6azdpzKw3u3pF9LK4Qp6hMa+qkAQQiF014bj30X
P4MVY/xM17L5sIDIZO/ZjtUPNhh1D5hHFd+ytXAftKIZF6llWM/qZTTcCG9myefDknoYC5FtZ9yd
7qcqB0grheeEj0Zeyk/8n+KuM6GK7MQyTw9VXjgQDspG8YLAR4ntsiGYbOzpMcWr62ZzQm9+eSbh
iA3hZg0wOWZVQ/xVeWf/tAiovG8cPu54GAG8RiYhP8ecGzU9ITEvSV4YyQ3f11ZV8zx0X98Y60Db
ai6n8Xu1CfO2HjP0gxpddhUv9ebfqLXM1H7oK9M8p+zYuFQz4bumg0i/yo091m4oZ/bovUsIk23J
uothxnMW15TSj21rkw4JBhd94YtGP5tqnL45q8CJ5Fize7O500KGYbD1A4iU3FPR0pjyES4svZDR
4wR0nmXDdFUZhvmtDpsFBsUsBCu/2coPDOrCNRkawuGoxYpb21yLJyrUlGIza+ovx07431rdl000
9/w7NrS5/jTOYX4z9mn3gF4IMHKrRfOYLeZ0L1LXuSTJk6IVNVsLBW1BiV7IfP5cUKbcoiajSHBB
GGVPDYhk+Wdq9qI8B71CHz0zUvlhZge2csUS6KrTB33K3GBCiA59lBONWRs3vQMPJclCOT9Iupcq
sVkRH0hfHKiSHjFOXHc7JAVimoCjCI17QiYs4/+wd569cSPrnv8qB+c9B8wB2LvAspOkVrZshTeE
ZMskizlVkfz0+2PLc47VnrHXd3GBXeBiMJgxLIlqpnrqHyGjRNMWF45XIN0iqfYT5F7LiNhJpa8D
5epqI+OclkPHEOl53fPGWrkZ76JV7FZWjq6BxpdQt8z4RbNy6irsLsFzQH98+5ntqpjOvQHNG0Sc
yF/HInHG0J2j6BLnJu/SmUSjVToM6tqKa4CBoeK3Dk2XMHF2L0ny2fRGCk1UJvs2hEAqh5U7NAZh
1PHgmmszwB4DMRb5O7ODgmGDLpoqLFoz+wp7MDxaQiMAKnIQa6ziWA8amCDHusNIDieKM53WJq2W
5kWH1UiuIMYmMxSMAh/RuFi33CnkjehRYn0JoopCeVMvk4cY9uqOeAo1AqNV3accc9Bp5nVQ3mY2
MlkK0jReCtWYdWiCWDyq3Jm8HRkuFKsOTs1tNRJE/KnlMslQzB4ENyAB1FysZf7nvkvK3RBkebXx
KXqN9oVmO9WK9aCIN6JuA3v5f8cPsS/VcKmCbTWAW6HOqkkLkp3QUvMaG2ZKTjE9I1yQxomuSist
qlXXUOcOmV/Qj5hpujrpy8xCSYetj56RQo8V6oESZt2pWQdHp6Vci1ApMpborqOclSIGta/dviLf
aWa3wnFnfp+uKJMZqj4na7zr4TgRUebug9e17Vk+RM5XwyXGj11KHomT2o74YsuOqmbjG8R0bwvM
FXKdwQqMO79EoLPrfY/BZKjsBOgkqK2Phmi0147ohjtFLu6yByDpKezNkegdXkp0N/IDS7Uyequ0
9kYee2VICquZ7Mqy0+4KUrn8cJwKh1NV5jk1BnUy8ZrT9OhJMwtTQpGaznOUzTNtyz0/YF1NmfkS
1y3pt8TNk2PMOTdvIhvcuqTv5NboU++1pdqsXxddlH1NKpW1oag8iT4jn8c9IF37FXns8BlejD5W
WAFxLUf8qqxLxoyWcBYtOwGyTzoy4bv5PO7M7LNvz4ifpNU5G2MwedoiUbTBlhixaVhZriEu+2ro
FWfT58aRkZ9/tj32mWw3Ma1tzNH2WJiMBKVqp0ZID6sPPitKHM4R7FqfWPU8sefOp4syLub+gl7L
nnbuygmKfQAjNuxoChhvFCHNXwKj7e4kqn8InzJ3ryyT7KiwQkpTruK2a8TKczr7tYZlR0RiJeOV
YdfdiGFa6kSwT3VchK4ooT8SY1JQKq7QP0C7OdXZkBh1sKu0vt+nuh7DeyKZQvXXTjgAuIdIc8xi
41KUPJ1I9MioGgqvY2J0DRKMUgmDH05s32EzZq9/NCPT37eUMn9Ma0/5KGdKsSuLGdwS2JOqAdJq
6us2Y3RY88Irydn3arXvBnN41HhHNrwvY0WpamxDNbllwMqtAohyI2W53MWkS90XClkV8TyDdk40
mwbiNE3Vcxvwoc7a0qhPR3Qwz16PsDEux8hcy94mb63TO/9D40zI9xK2s5RO21ri8ly100yIeG1v
lac5zp5rrT6SHxZ8DaayLWl5dm19Y40TaIVtD+gmysiTT44YSA6b6XFiESB+6AybsHqMgddgCikV
uGt4z3xwerRja7+0/ZWy8nHa5AjwTnJN33gatQewApp7qvdm/mrhQ79Dp67RkWkBfYyke9xHjRns
3U7WS8WBwT6atXyg0jR2lR72+L3OAGugB6ohLvYGYhsmydjXXkXtMhvUTY7pJoOKjrAJ50myje2U
fnsXMQFwV5fE20DBU7C8esNtESdeFpaaO5+TPRePazlHnb5OqE/N2DTPuiTpPIqKbVc07dZKmt7d
OiC7REYJM7tuzQEwwlAlBL5j0mgWBg0hS5DnsautisZnzfj93fRV/Vp+6NvX1/7iuf4fy0b8M9BJ
m8ZJ/z/f/7F7+3P8Wi2703d/QI3EbvRmeG2n21dyvvjWt1LA5Sv/T//y2572bqpf/+Ofn6uh7Jef
BrX3Pp1ncVT8/T55/1pOz++2x8vXv22PbeOPZQ+L7ZWNJ5u1ZXf6tju2LP4GHh3ztG7gUVv2pX/m
XP6BTRwfAGWdS4eRv7gROt5LyX/8U7OXfTNG2WV/7GKUt4Pf2R0fJdd6VLlgUUKZbxHJ4qNoPhKh
R1BtE5z8i0P+hGE+jDS7M0mQsllq9/Ok2uY2iHqlnSZdRTKFnZklSVoR++2VoRVx/WXwraLVz2SJ
9ufxu5N4/SZy/j698lirvvxqvrv8SyQIRoYjpxYquqqOsuHLmLiU2ltaRKoYnG9JxNk41N4byvO3
PZHvperkmnguWemWRf8ecSoExrxHCeRMOZQ9ZAKlCnXRdjfnn+oxq3/LQfV2FHAQHSMOTo8funyT
BAFGYpZ0T0zIUrJCdKfUospfuATfi8a/HWVR+lMMtJgfj/TwPjUIMftJBExGIbayVvplgFTkpHSd
eE9uX7DRk/rV7uLpFx/v/SX7dmBcTiQNL9DOcf1Wg2izUzbqkEnFdCiwbJ0iS8P9jRb67T3yt9fr
veb/26FserdwtxgOUsD312suCQWg1pOyCgNQf+jnheVvnhE5f9Utmj5/517kaBgn8FUFuBlIjMRz
9v5orOHkDOpIyrMpvu9tsvN9u3udWE5/8bGWX/vfev/DgXwOQZAPz75lHReHCj3LWrtJ4AIMCsXm
AiGT6wgSR4Tdwhhn8izA6P0Lt+IP976/tGYRL4LADUQ54HXzvd8zsrF1jjmb8Uy1XrGZUWt8NZAL
/SrG5C+PsyT6YnnhX/3IVC2Z3ljvOc5sJ9WDE9GlGKOvffn5tTJ+uDX4OAZ1h8s/Oqf06DCOEJPZ
mz7Du2CryDY8Z1si7V0aZ3cUGl3kMQouYe+6FvCjgRYvjJPMlaezXl1AABcQR9Wl5c6/FS5xuLS8
Y8lSMYln83/I+pEpe0ho44Rdi1OeIrlEK4Jz7xc30A+PIB+eLikoPo5ocau+v5b6LChqtDnHqOCU
T7xiBTroQLBUqxy6fvjFg/FX59q0TZeA4WUhsY4OZwdRpvnEdYYaKvCtsv0nQ/r7zqfLx6l+1Vf6
1wcDK0abbGJEPXoKGXgMz244mLKL8qSY9f7GSCum50yzzE1kNs2vbqUfH0cctXilLJZIluSDPec7
J3TkjKJVBo+jDFRzKRL/geiYM6gNGjItN9RJjekfUOiS6miSjlXPa6DElSeZrPNe69DALyKSUnxK
4PN+cep/fJpMIiRwBWFixf8WLH//3e+Gb5vIC5+d3ABYjX9F6SvTKqbTnz9NP95PHIVNIJkBrFqE
C74/ihGlCZYCknsbTA/TfqyR964lNVOKsthU/KoU47g1kzctx8PDxeXlbcCJf388KFG9KR3G/Vpn
q30mJbXeK8ed2vPYTmicQwr8IkgyECtUOrG/aUB+72l9or2sjVT1W4lEyzNrkgeGL9T2dMxXx5l8
/VDGPkKGJCyyYOhOlJyH8WQkafNX1sO/upjfH+hoOavEANKWcKCyEflJxZSwIa7kVy+HHwaD5ePg
RaaOlHBDYm7en1yzV1AxkpNbEqNsYJLqo+cIO20VAioO6UnPZn06BTdsKQhrKkqpfv9mwihKPqUB
ooqz9/3xK/KpEc7xCkRfPGPHSYJtgThhHdRSO/n5oXDN8sPeLaXLIsA1I5+AY/KH9wfD2EBGpLUE
d8Sqa05yQwIy2WReF7wby1hfo4wM7kwCk6ggrwj9RukxEYlO6ZgRfDEiw6dTMaIAK7TYH/X0H8M9
gHtUmvSrFwb7pvzcLijYZQCpCdbl4M8aQ8atuCbee26ix76eBuPMK0oBi1xSlbvqlDlmNxp6wGI1
tPmk3yJeZt0pMf+gT8GKFJU7vUUGh3vRR3e8NiZn7tdRpSM6qhceYRD8TitthmPeBuaAC0+Obi/X
qh2tXeEHFAjXg0i/xBpM1xoEJ3b3Fs24mBSMok/4FXrsAB3IUB/2BUKs0ITolXhGqqhd9/rYF7s2
8NvmjMfceWIesorzrCWid0eWTorUGKrVQwNi0bZHy2ju0XKXyIK9RBwmcWqq6KIF5o3zm0STE5I4
vYrtVjwiTjFiJPd5kknU3aS3B/bJFBgjhhX0rT5td74Wt8OpV0X9Mzx2f10XeXrj+TVNRF1XVHIt
WnZNaDjselpTFj9/yALk5Dtd1FRGo+vKnmRfFF/aFmQyxHdg1CiWPGTMhCcH1wDq0WNaCGqOuwEr
TjjwtKVnZlK7/qmRt5gQ/bFFBZuOVpKubXQEyZkbWemj1Fy93aPnAxxaYWhGlC0ZA9sHXdlNF2Kf
0B47KyeSfe1z2hZwKXAgOfrEbs7IWSlhIIB1bSxLaemdNSRr9mEOlyfWA4YWdy38KN/NU47cRpSA
P4DxVvzcZEUHzWZHmB2qTDOSDZVlaU2QJf1wKGD9YRs1NgDgMEb2SdwguMfpUxVgy0aliOxoce7o
SLFrhIWDT6JaiMh2vE3akpY5zZj8K1p7gpsCE4+zxYo2o5pUdkwxc6vMmrZIT9XpiHql0pwA0E1r
x5Jpyo87DpyXOXecp9r7eECYgMair2+0KpfaarJoP+2IFk3XjEOGd1da86jfooxvO4Lj4XV2NSpB
vFAQibL8RAUgTAq6Lv0DZCeBy75ZasYuGAn+is9su9JKf19KF5vaqWClomBg0eSdFBrQOJI89ES7
Ufj6NZ5z8aIM0ScX1ZgGLanJOfHUmZb7l4nRoY312CMQ5F8BROLvM5ocS81MPrczqUijJaBLXoHT
IkDepBuDTV6yxSJmGx/mWpgC5AzH7IwzPZAW6hegFyoVZQ05FZjIrDD4zN5M2meJKcGNkU+HKd5I
6KNKcOrA3/uIB260x3UNc5uduH5v2muTlNJzAU+DRzAInGQtyY1cdNBBd8VWriL70mtgPkXVYiJt
PGgdsLE4P3cJnIK6LWO7RiOf1xmORAt0PStSY1pFhL+bK5rFfS0s0n5+hlZz7vPJQCw0JjI/TWPy
pNZLBhmt9rpWPyZKqeARlmru7u1I5Mm6N6Psc5P7Bk/B3GLjc2O7DPaYWBzrzIfoXpz+XtFuW6hR
xPh5YT1JutWMLcV5rDVWAHGOSU8XnxP69+SumBL9xGTTQaeqaGOyD7zMXXojKEQLu1Y0zZYhwKOZ
G0QFHpMHelqxJ5lQ5Ang9xVkR3PZGZX9kAeD+Fr11IuvFBH+ZIM3RCSGSLeKhyzAwYuB2ayRrlLk
F++shALNDa1z5C3A5OMI1HpqlHdVkjm38QBIu8rBO52VO9fCRqgpKmsl6b3M9yDrzfShdw3iFFZ+
0Tf2zjSTsoZb66HZt3RS6oiWZC5YS5HwX2mzZ8TgvCV2s0/KDWI/O2HmZ4bdNOnQ4vfBLmQNff/q
ichpH4ukdvomNHCtQCQ6U8sTNjDKD9cj5t5TrZurJxULo1uNkYPIDyl6liF9cmjB9OkDmDZlWiEA
WrVu4EF3tVahXAd5r6ewUwTmRCLt22j438IYym0YJv4e8DtPX17b9D3kt3zHN0WMh4CFbAggOvAJ
8LsFLfimiDEM1DL0k6NtMXm3kKTzL9DP/4OYDvK/APaWDQetx/8C/VDEEImLlmbZpAN3EDfwJ9j5
DUcDJ/1b5AQ67t1khCJGx2umAzkeAna84wRMf8ptuqBmKGnLq7aehkRwleU+iG90QH97UwcJNg+o
sOZFIMRojrNrgmzBjUk2AkOGy0IDe0CWowPKzBuI2FN1QJ+zuU5QxbKcnJcHfNpdoOrELMhMnd4Q
7CGeNfoWAbYlBrhkiwAQBUqO3zJYS1+2jGQLJD5GiFkZZwDKq6RlCzUs8LmuBgLurcZDWk4BBAg7
AX+g7YWpBcQOAMHnCxjPU5oYJyRbizsW1+LVLSvv1D8g+BQ/bYoF1B8P+H6wQP2Ip0H9pzoSH9qF
ClBp3WmQQRAEfZabZxK7aAQjszAI1UImxKk9ELl/4BhQcMM3RAfuoe6q4CtmSPlxPHATVaPs7XBg
LKrZTd1VemAy2gOr0S8Eh9dVcB3JgffQCqu9nRYypGRGO8VZAUPiLGRJduBNiizXzssDm5IsxMqY
D2m5S4kSqFZTavhtaB14mEFYch83CzvTL0SNIO1/nx3YG+YInyTghdQB68lx+x+4HupkxE4cGKC6
w/skHHXLFsHfxwtJ1BhWjUT8wB11yI1N3BU9VffNgV+yase8cBbSCQuwZ60cWmprzLfQUlRPJw6d
KVa/tzLUR55ZtvnayXuvOpMHTssuRuQKvQXVNRxoLyPJDT80D3SYVN14lfMjaIxY+DJ3DJ7LyWKi
jjPRI3ZxHWg1sTBs6kC2Yefq7saFgZP6NN5EB1quOFB06YGuMxVkMG5zuhbrNjUwrqS5dRs5afla
dlP1JdHoPjiVdLvs6ogxdd27k8DbXsXDpp2ouIA3xu58kme5dUL5LSJ2CGwXG009lKdTrbUmKtUY
geWknOk+SHE6hz4KV4oDjaK8n/zYrFYmOtB+ayZm/LFjCWm3Mbkbd0U/+tW2xlHIMjdq06NBydK8
0uOs1rAMtPWlhTZBccWozVnppVFd0V2M14xC5qLbOAgUnia9Y0bmPs/UhoAZV15MhlxMH6nXIn4n
hK8LZTM02D3bLE+23qzKsxLfn9z6gh+MFTNAV85QLJBNAMNkq9SUSYBYeI7sUEf/k6+bpag31Asv
uhstvfhq6MLERORZUwPTNWgPi5pMWyki7XOwgx5FMhZNkxgMTQUPlZkVdkj/5QCIYiiD+xCjR9VO
xkVLwNhjZJIxAnsdIJbTs1ZjzI3q8WuLy7pbF3MO2uuYhXbdNTobkoj+olVvxw7uJ7TcHVu0ClNh
PxtMTEavac+CUQJjARtgfhysDH6M3L0gzwCON4pQL57UWaaVVOxiDUY5M1B0o+YCsZNbET6l5uou
mMj32kx2V3dnVmuIry74IdMz222IsiiaVgHTqn5L/Fby7Ecmbx98bXBtYQKF7a2pO6NZpJZZ2t3K
PkNa1ld+PVz3JFtdNszL3o3vZikumHap7EA/NvkbaeNpIZ4CSD3zWvz+XUIcx6rxu/ahwMh65nYK
z1lTlTT2DY1OPUvZMjyjsyaMJfDTl2io+0eI847ndeDyc9UqhV5gdHjYICQ/E6egeRtFekJDpIxJ
ZotI9PlTnkv9oaCmt4YmRyP+AQMEBlEeNHphrpTqremq0Pocmy9NK6RJmF4xrHsBOb/tcqJTVmOf
B1ctfmS6ZAnwqLsNYEqZ3lgalc1hMHUpYbSdx/ieE1w/nc9UENPH27X1BYE6GGJiHrKnjrapYa31
TE5nzPb1p3pKsMHGjVPLLRLxjjNDHMbig2WPHlOB3Ro4VR2t0JAWeNEUGt3o6aderAYb53XekYxM
9/VpHWTVYxsk+k2UT6m+L4lgN5ASpC0Pa+Sbd5OQbnEieG/Rfc4W4bqcoVh3QSWzXYx70w/Z0LLm
6cjVccVW2XjrjuxjwlJHfb68zlXk78GWzPHK6/tIP9U9diRyhcavvnLmGYtIQhgTQASZuNcaFzJf
uZJX2lQLEa2TtBuGnWZU8g0a+e+57Z8E4vxsbrtr0zL98vzlH8/ll3/cVS/PcfU9bXv47m8znKsz
qEGz+gazEsJmB/To2wznQumSVQm4aoOm0Snx7xmO8Q5QDQKR8LClOGQJSvtG3CJ4ZhxcYs1R/UNY
UTBwNLP9bIZ7DxdCjJrQlbCixjIzArwfAXm658UjAZPBiu3agLG3s3iCEdN8d3b+goE9RLP+G0Ij
oW7Bvn0iGAH2dfjoBWL7DmJuVWpoLk7zlRaJ6C5l2z5ueFhJCOBJSB6R6C4evVRrXPwPYiS1QKbE
2Rj9OF5NTplO25llFQqr1mW3cdFcd9sphVkKLRcRdodBdjyvLXu4KiRGmM3s++MLzsL+TGmWtjxm
Rf9pJkzT25olu/61bExc111udI846lqC23G57TtEcR5Ctcm6ydPBpJgqH1BE+m6Av9mBqC5W7JWF
cxrlqJBPhdfIa2F1OSo+WY+XEgTE3QRNFmi70Z3QPTaRXZ4XZZzRI1iWuHGqOUqwurFnRYtL5vBX
5SkIXFPE1RVZ2umnlIkfOKFDmoYQ1VarlgpsghS0cjonbkJYp1PX2qemyOazSaULQoBwat7Us4Op
vGhySb5HSgQ6RuMEl6RDhay9knyaUBp2eVdgiNbW7Pbcy8RCeo59x0lualsjFwSXWbS1WPjiMBpt
tsJ2DxAVpoBHcmVrmXmpobJ9yRCGZ6vCHf0vP79Njm5GqHnPMck1hGs2iIY8RnWzYuxNDwUNIugu
OOlGJEaI4obtz49y1L7AzbgcxvUpQvAIcGUYen8zTggVe0B4sKWuVKdZ6t120liiFO1u71s1jclR
FO0Ngcubx1ack573e6XJb78CperOwgUhZDwmoAiFj8agqDWUW0l3kTOknaS4uhc+s6bSE1Hlzz/z
e/Ll7Xi8ZPjgPIq8VNgSfv/89bY1ZrYuAHQLzI/27PTrvKf2uiw9Y/fzQx11KB+OtShLEJsiTnDc
RcLy/bGaOonSDioPdLNMtV1jpt0D9ZiEvkwMxH14UMyvaS1EeuQ63TWpRPqrqoo021q5sM7HOUtY
9PHpXTUkz2W7iLydYEGJKQNXvYNC2QKgBPUitAnTIjlGI3PVvibn5CZh6LsQbtW+KSH+K5Y6+dr2
Q/v6DyRJ3T+2Q/nluUcG9F6O9P+mOsn9KVhx8Ty0af9DFe/yTd/WOpsqXjgZmkVIvuR976G0+ROv
8P7QXV+nVxdJAvSfx0P3TaRkAnOgMSGcENCCVc3lr/5c6xApLWVBiwCFhgP+83+x1pH/AY9Nuhkl
Zig0KR57f2MizGTkGtKn1CcjIvfwEw+4Kn6LNnfeDoI6y6eDWkdScvSk2UXhxfoYPyk/S07KiRu3
S0k102vlhj9/0I7elm9HChgRoDmRf/mc7O+fsxjTYB5MwaMx5Rlx+VAMt/1UVr+Xorx8IBNzz6KP
QdbElTs6zByUsAqN84A0u/A3KPiHu2oilegX5205L99NCG+HCXjzI8JZdB3HFyf1U99vrAcC7UQo
kHQQ0yGAxQdSZwPeG9vIwwmVlVPxC2b2rw6Mao3lZonMt/UjKjHjBhxaW38gcScipoXSE0yJk0Xc
I55UNyvM9eBW854e5/L25xdweREef2QWORxaC8PO4/L+AlZppZmtMT80xFYIbI+2onnY7WZnWw0m
QlBU1GTou2Pk5dvKMXtvwz5PfWsW/1sU72hpOJx4lzESVRLNfz9087hTik66Nh8YpuyN28R3mM9Q
lEH3/OJ+/fFAxMSSHqy70N8UihxdYUXSJPp664GAFHD5wWk2EhHUihab+A1P/tuPZB3qrt6dWmoQ
iN4gfxDhGvHsR8qd0tWIUmiSyxmGHWO7nSYwn+D07MiquviQtjQIhG2SIZs3JxmdeUE89SGtT34a
dpM7WxjyJXE4Xa8AIDH+i5eIhhqsEa1rPReqx3USG31bruayKaO1O49ZtZE8I9RgTrMJ5tSmzGAa
zAqkaVOiyfcjGeBIn4kQJNCnMz6D3FJqKiSF2iEMiWVC1WWweQQuyAL+3iJ0TIOZ7vYkD84XvjMP
5+kMc7wtyJVKt6oZ6me/wEZx0WlBVN5A2Sb3lgs5iURn1CuiI+OgQb0koEkzw5JXdYNxY2sj6BnD
2SU+L9QQrH0g97AAoTHtvt7UFGD3q0LNxNjoeVF9QXxI9XWui1yeRrbZ3k2YUrC/1a1GpzGWGO+E
gu/utI7qRF/RHk3OWtM6NXk0c5WexPEi5lZDNI0b6YyTvKNPaLagQAHDkEOk8inRyuRLq8OJhlGb
mgz+OLDd6NlofT1+GVw3up0JT+0v5eBGw2ocWx8jtuGSllDqO13DLnzW9HgA9Q+klSSWvgYCt7Sb
anA7V+CkR+0ckBEG8DFn12wkslYJcrVy7GgeTct9b2ibqa4Z4kO7VjDdlzihtbZ9rGtyBKwbc7ZJ
JDjRlVN0t0JvjYGCIiCNyP2gqqDqx13QNu206i3CYtJ9gWe60bcM8tKEIcwcKBkfFlmLK1uSEeGB
hd4VedygY4Z/1yND38ZeysVf4laTsV1jrqxyy167iFeb+0hKayAJw/aGGsd3AwsOrAjVvPhFGDL7
O2ibORtD8LP269xauPIFwg3qgOXYt3V0Lq24HKZrlNmCHLbMqmlF37lichSZSYWuleVH0lhF1RB8
tsgtwqqB6l3bwC02CjDgzuY0aDqIrqFv9ILUEtCvvZSQcbsO8P0rEYlqDh2r9S+CxI3r08oo/Hur
pf8OQM3NX6mdNuOv9djiDCP6YyZUF5cWtq5Yalc9lejRbuStl3ya/MSkn5u4W3PntWMxX0eVI29Y
Fpz4aqxjbQ5pkBWPYwVGtJMtM6gKe3s2OBkmKOF9Yhp0pyWz61vnEHqJe5KqoMW+5Iz2zDYsNsTe
KJPmwc1MHSvD3JUpgYsuiSG9EZTmTlOjV79QYzn2GDtpzl6P9ODxpfaojyMpBvShP6hIyHbbB2Wk
fZxUL607Y5ZRdIWpzMjp4GWT+SCmzLHuJpce3C8BMJ77uUsbS/phXkwGzlJnKMzqnkChQCPwjsc9
uBB64xIHQn9m0F/IoC9yiEMdGNkH+2yl+JiRvwNIia/QU3eTVZVM0VUVw1hqqMOdcw2AiWuZoO8g
x829Jug0LzdQMoMflkrmN53jZio0Up23jnRMwn0NTUI5pESx1OE01Oa5ysmVJd6mzW8MNxmvMZaK
PhyRSQXrPofGZ3GMgP2Ekxpfh4YTuu0o8iKysZPEf1k48yiuBLCCoVcyuSh4s+DmNIYs3dVpxwqb
FmOBSZRsz5sY4uRTNzaTzszv8LhQaB7pnCKSsyDUl9Cx0pbyLoo952OlzUSP2XFhx8S/LsCXFBAh
W1OLgPXNEgZjBQmaXMTY+x67SVkar3kxXht24liroNKylATiSFOYUGNyUP3SKa6UZfNqN6aU0nhl
xk8+8z00fqZFj7opqs+EZMi70VGAp15iitfEnhWF813aPbmarl/UjZPDevcpQPYw9HqyUbo/PVZc
vnbdOMIjZ8+i2C8k8o9m26AkHKe023I/T3FPAXmpunuSbknV853iJTEVGdFmWzYvfUEgwspNVXVa
syFKMW+Y6rIcjbk4zTQbkYA/Qu2uhTWnL5gHnZsF/fhoaIP1LPAq4q/xpxK7Z9+kH3CGdk/JaNgf
B11Tn3lDCbGphjTw1yxzRroSoPpYj6XvbtWkz2THziSojvEIBgAOK4dwbJQVrRHUYehJsWyC2fSD
fjubdjlykJYMtZpZUccHO+fgECoytC0fGu1iMQdZv8t5OIoQFc6EjgFjEI/fYE424bpWY5CxmKlL
fe7UfmYWpWYM8dJXCqH6806T6kPOFVBQDalfhmVGvtIFj050iUvRbNau7SOBLQN8q7xoG69Y+36L
7gw+YEBjIfzxM546OtRtOSJqZZMZf56EV5phHyQEtnrQCcT6uGjWyJxwqksS/TxSNuC1XlrlQOAl
BoqsEN9H8ewiaqIMwWXM2FpT6cjQbLySTr6FXlnHc62iHV/dwn34ncw2WVEN52gDJJHKKRnvWzyl
2QOPTGnsVFSaycqMusJZvNMqW3lm7dxaHeG3b8jHf8Um9v8zYw2z5t+z7P9rfm1fnlPx/M6Lw7e8
bVsd/Q8yMalJ9u1Fzwif/ueulZ5sb+la8Rih8FlAp/9r04odB3E90KwegJ8GoEn/2rRa/h9gOgtz
T+TEG6z7nwZoka0ianINpvNFi24SdPF+kzAnSFKnIcExtgxTGq2Wj9pgF78wehyKP/89MB8OQ7kk
GxFEBvQ6eEfqXAo6DWP2HGOTRaV3Sk1GvXFLik9dc1L35EF/UbyVTmRrEknUldM1Wd31yQgL++wS
J3rhzjIWa/Ae90Q6Gd7wvJfMclHzi86295u1w6/pAKRTi+cgojadoy1TyvYNd2ZpbvBIdbuxSmiK
5M0S74d+fEVeE12kvqTCFBX2L3YvB7370RlyUIC6WDeoFqXZ9/2FQHmp0snPzM2cZPmtyrv+vi8U
66Y1tNt58JrVXKGCJRuEbKdE7+8rkaB8GkR3USBDM3IKor67i/8CVX8PALydDFZObjV+KcyqR0Cb
SFDu60NpbCbcd2Tdanq2zb2i+Pz7hyHwBLEI999yz7//4E1n9IXd9SOxp0V7KvAKrxwH0cZ/4ig8
LwtCxKByjP1WRCc1tt+MmzSfg1VOoO7W16OXnx9kuUZH13CpvAeY4RZiF3qEZURNhqGWGskN46Z1
QZjMRLYzfSzA7fGaTtp+lQd2vvn5QZfz8+6gvEHIfwKlAQ/iMV4u43fch2l1UdnLyNyoXD3VWZWS
zsjWUgRl/GRWJebMKVtslVa9CmTlfPr50X+4SZaj8wYJkAoBoR3vuhFaEspLtNfGlfm1E1TetUtq
9u3PD4L2+/hD2raJhxCBNNYJ9wd1f1wbjN5JJzZNRZ49lIIChY3FGTu9fA6nOBaPUTBlGxvNxkWr
LEJ7zQK8gQbIdT50r4E59k+1PmXZqtHx7ZIhZqmneDCckzxy1D4hMPts8FOxzcjNhYLmE3nRPBKa
SAbuTWnMC2lBXONj1EjFtjbTu51fdE5PtqJM2Xm6pCJkiAXdUBLp93EgAHDT9pa571onvxmtRq0E
WSqPWVbNO4qpPHIFcvHVa2ztDs54oshByfXEZSbHkJfyRhADc2bnXnlBSKO7sqbJ2kIlMX40+esU
d/Xr4BCJmo/R2SB8a2IojKoN/AexCyNJI6GFY3evY+w/s6irQ9YgrfkLDRIDLa7kkCWREh87nn9q
wzFXIkmIcVTGnKkCEUhtPOLjVvhXy3uJ23lVpU3O12A8PxdFWq0SF88SqXNyq0VTN9NWQFR3jH9n
7c8lgu98kveYcSh8F0Ww1ubcvtRJxm3X8HLzc2xMGhr3jjYJCcKQEwmbzhvmvup2gm96WCTKm7xJ
CVcQ3hKi544nvjvENGEw+OUT+0WzEzQ79AQBEqyT7VB5as2ZxSVkoB0fkqqVG9dq7R2xZ/EJ+tSY
KErdOG21yj0lsdIgkMiXp4M91DtWae+2nvSnhItz7XvWdp5JTCBPvL8WBM+FserdDZk58qSiXGFt
ktgSyegDfSDIMYmianR9m7VozRv6U2ZGsPPBMZ5tKQhM0kmmoyHOPmk1aa6iOBvO+9Emi9Zp5CbL
nZN+ysYzIbRoozVV9+QN/5u981iu3Oiy7rv8c3wBb6a4wHUkL32RrAmCZFXBuwSQME//L1Dq7iLF
LobmPZBCoVAJ5ibSnLP32v3esCMNNRkjqIn8smJzZ6ALGcb0odBEAOnzbEj1l6HUyEswras0p2wA
pCVExtocvDr2rmzhloeazJdDVRdnSZ2ftIoyi+MYcg/v6rub7WuOHr1RsPkdvlUx6A1qVMdIrR6t
xpAHN+aNFZCpQ620JOBrgN9jgnqEloyOA0+ThR8LawhTHO4o+0ETa3Q0LdAKFCxAwZv6LW1Ab4/w
Wd17gxeTMQiv2k4UP5r7a3fGN25WZhfkiXGputkpXcBwCxV0HvtmPKF5rqJAFll3MrH8+p3mHdBz
GcFQ6ctNp0z6IWlldBWJ/IUDdLdL50Fe6EkiwyqPp+NiDgrsByRcsnLCFG3uBWJ0LHacyzZQTuW+
I/R3bsd9a05PHVSYvZtWj5VUgR9M1mW2VNcKTP17r67lFRR570kO7XLI1OKyrXrvqiqteZNCYg40
RSyhLuQPq+XIYoAC1a3myo6nXZWnP9AdRn5HuSdIoqYLpAJBtl/i+1o3z2trKs4AUjS+p32XKV4A
R5+fC+rQAULyl8Vt9lqnAZtgt4K6W0/1/rafsOcTBiFC6ZLOoZhm+Rpb846YH3R0DfUXr37U6qV5
UNLph+K6cViPCazPQtmbo7Ocukl5VRIjIht9JfAaGRKZmU0fvNrZAD+m4YtVGVpoQZTtZHcv0Wo3
Ke1kN3rJd2gjl3UtHkjlaS9sp+i3Stnxga6T4GwddCvOCQiash3nXRRVjrfLtQhcgK2ESIWu0dIf
tHYtQis6gDEEhHxOxRXlRJc2tQFWqWw2LrL7Re+cXSdosbfZC1bJ4+AMxtGKh8WkxvUsIX2tFhgG
Cj9x3QwPeFyEDz/yafCc00DAcdiOyPpVAAWhSa37hUIJuC2awweqE/dVlz3OIzXGP69Vlva+EM2+
aZXHkg3PJ4lWipX5/YJcdAUS5tRpQhwuC7Ij8luqrW6l60dB+Sumv4gWEly8JdpTDJTB3o/E1g8H
z5YiDZu8bJdA1nobbSfyJG7StGRcRJOB35uCaf2Cgtx7jgr201utU6twlP14N4x19ys2W0JdNQXk
0b6DJYcDpRvm73PqJS9KyvFx0+VzzwarikEtxHBqLrysL5/RrytDOOG7fq1mtt/U7MsYSTqJVcHi
uOUvB8Xr82A2Nraj2u25cLYAm1XVrO5Yfp1O2cp0Kl8Yfvplr6jiSrViAKnI8WJrS2M2varroV7I
dcLuLSN1oG4KWbU8pjCIrM28JE3no6roykAZovyEpsq9USERZTu30yXYjTGenhNlpMHrDPbyPA4F
2qXBsdLlGoB4RApEKxo1qIndc2F3j60DV3dEXhGzLet88DXkq4xuVL9GwF+brScVXQlGZHwj5fG+
vCS2ZAIJVZfWvUVoh4DjRMiSC/Ca1cWSHS9TcSfXjwuSSBRMFw7HF4rFfoPUBuUG+YBj0PYjSDPd
U+WNgZq4DNICn7Q/6g7aR85gYJQo10Fcwz9dXoAdkWT52FBV4NwYU380VGf0Qtiw9rQp1RQib4N4
qyIhK8sfkOnqSZAO0stRmtXuHDh6RqkzisHUb12C8eYzDDLktwqrj/aOHVtEQ6m5o/rOYFKuybPW
m/cFwSLQyHQkhJBqrWbe2E4U/7AczHZBESFZ24xyRuBsKVaK/b5gqi9lUQV6MxW0OAoCM/w4KU1n
p7clVGyhjs1KdZfm7PdZXNp7/pLfB+A69hm1uLYN4dbo+slelDI/dywCzya/NKtOOxaurKp0U6mT
iA4MCxqMsqOMHyixjoUGLOHyzXOlMgYep9MHkhZSA7uI6lnksKXmkeYhwcxToRkTjjPcdRuEEaYR
9uU03IsKk2ZQO9F0O0p8CEHCytD4rTXCRnMYB9etngBNj3NyzfwpT/p+01g5/L5l7rSwEYuOeEal
44pllSAjUOTxrPlz6cbUMp1c3JJ/1T8meOCv8dhPj/wv42GTJ1n+OnBwe6ZcNj3rc2tdMeRhC0gl
tYb9DPCqDlD6yMuZ5g1aVzJuYL4OQK+ZoEznKW51uhUy80Tuy9GRVPlxuKobQMoLXQ1pA9QZVvBP
kXcjZV+LiU6Jhp5l0kjGJCwtsLiMV2ndpLGDSr2AWAxzR6quR2ooe+zAQm/+oChuEW2sVAxgA+sF
amI8Zs9KJ8mbmGykv76pTeDV47ZTvmmkxE6I/rRJhoXWUmiuaTZpsM1r/Ujftc8vHWhGmykmiAxx
bTWdk7vVAEXVxqjetGMPEwrjH7g9uNeY7zx1trbN2JuDX8Sd+33E/cJQ11cEUO/k8rKmYid8J/Vy
a9cRKk15LRpwSQmAVo+LiibzTLMXfThiFjNZ7Rc7ITPPrTMibQZ1OrBJcZ8tU0z3s6h1e6tpBckD
6VgZZBhR2f9Wzpkqt7Ium3w3K9nCBDaQNQgdfrHhXs3Oj2K283BSxNyeTUutnChdRiQ0Fbp99Bgd
lPb5wainAsIvjpOZ0QhappgOSZ5OTEQz43DcA3/1gB9RUCaKsDLny2nUARBC2YiucQcgHu5VaWbs
VPhmfCA3JATNOBlV4j0UCNjUZpsfzK+YLZuGI2TQay3spc5LzVvDknESzo7RIU4m3euSNAqt3eWW
HZ1oiGEYMIocbVunZ6rqqxV7UQyH0P7DhirHnWel5l1BITvdSPSpUKXdtY9pOe14abezePHGOJ2Y
4+228FWCua45cWSPEWHOyM2kZVyaZqQLwtS0+MVmiBzKhZo5ObEZKWzeSLsLSFdHK7NbJysCIF2N
/osuxDeyixwsG5Y5VZuJc5c4a9WRmBS1SMaXpG4gBycCLlrgoL0hoKKKK99WJu+mqhcD2blNZxvx
sP3WUWjf2pOvKM2aWzlziNlEbtU9Q0cjJSJ3TRRlatWtwh9AzhvBkz0pU7KswE+MXAGOu+Z+1gn1
CqVWFDiPR24DkfyaPWVkA/l9WtdHr3o7mT9V2HUjQiNFXvVurfzEQYn2LtctzwhW6OGOqEFWzqox
rO9qGdc97u8hfiiZ+QkTVFtZh9hIlRl6YbTU5/Tz7O/LEDc3w9gjxiP+IebMMLut6dtmjOUvdrxl
rSFrLE2Qvy3Kzhq7yGJGf+6PZLrLnTnF+T29u45ozZQ+1sGhUEa7iNOrUJOWdcBayTgVmekU4Yka
BSEPidP0Y7YyyyE3ZfFsxN20jUc15QuIXRYmBBWI/pw0uUcXRfJWbecFURyuVxd8I6gZ4O0oBEbk
A4zKTb6AAd8sDaUknyrLEpLuN97pqYKZtsYXdjMyjzGw1nMN6a93ejSON709GBOu0rK8GgkVYr/B
wur40M76ziccKmPBS4viJYEKnYLRV7MhEJ3ovuWd7V6SzGMCW3VoB9JrSSStH29M4s0ik+JaFwD7
/By9KdxZiy4Wswx5PvybZH5ppI7kvcT889DLnnPN5PSs6ArNqthXoNm3u8oDpXdnl4XJzp9QIoVY
g8mPM6KK4MQX1hltmPaUU7i4wW2qEz/ylnCE0A+VdzGYqB1L6ZCCBDSvRgruRe4ty4UpNjm+1DX4
j4LYNrXHfuK69Hwd1YkiX9Ob7HmCUAoxdSg694FDUtqB5ZsWWm+RoVcHK+3iozNq0ZPU6yzfGCxI
ExGfbTSHVC772+Yt64kc7N5+cN3BdOFAvGVBueSQ+N2iAobIyMDqtr2mR49WDzrjDDcuSVJvoVIO
Gwj8CuUaNqW/BU+5bOJ2xlscVQoW88lwZEpIVTbP3kUzdrBaXYUwab9UdIy8dkS+VfcWdUWQJw5T
IkqJwDLWNKzlLRirWjOyxFtcVrsmZzmpzkJIXgqDhxgxwrVs9nME4SjEu4Temr+VvEVx6W+xXOxe
smMSr2Fd5ltwV/4W4vXnvfybbvFdbY2tvOGYQIJgTuEg+VCURRg1kZIY92Fnkk5DsrdX+in9faC3
dYNqpjW1u8YqtfPMRO6rNT3WSqj4pF9V8DQDmIruAdbQdBCNgi/G0slY8XkTmhHiodV+ZKk7BW/3
/H9NmP8Hc+e3n2+lp/1NRTs9l1DRdjRffz7jUu665+F3ufzbn/tbQqgZ/3nD7eBepPOhah6Ht/+S
ENr/obZIFRUYD/9AJeS/uzGa/h8brY8GKYowLe0Nr/JfEkL1P/+tHtRcx/o3AsL35WOkcCgYaY4w
3+ouqqI35etvldyJr1dqUXYZq+STbuyuX7vLOhIUiJx6iMtK3KuF0JQvTqwfBctv14Xd5iFatml/
vB1of7tuST5KK5v0MolDU6svpNVhTO4rX4znxB//NAs97CJ2XZ6RP/72C33SYvjs0rhM2ftDbVlb
XetZ+rdLz5HTYssRlzI1xNlIkNh6CjXMrZelWr8hNSaJMYWN0McmA2QA2i8mLv5bPf6iP/ABMPf2
8unueNwMHoI1zPr9nYwa+GJzJkcVJ6jug5rWi6ArTBWIzxJrA/X0NRwxXizSdrOyjdjDeAgjN7Hh
Jmd6pqA8tu2uab/4cT4ZE0Bt0HrSkrKYjD50Ryovx9iweGQjEw7uk15ZicCUoryfpx4v9RhxDD+L
Md43f80j/6vI7X1b4a/3gUPE4eehXQKg5/37sGaXoKA6vlT5+V9qa6hfJjKNgkif0mOhldqDBK5x
RcJX/U2lW7f588B4X0P5++qoNNcnNpD7fmhLlqrZod32ThmB7N8o/vYv0HggTPb6V6ym9w2Mv6/E
7O4w/HUPkeL757TdRGO7BVq5toqHCBrxtT56XxC1PnsaggU8VK6Oq1Igen8Nui5xHUfGKY6AHxRQ
K+4nROlh3/b9/Z/f22dPQyfGohFEQ5lAy/dXAtnsZCSaXk58LjdtZ7eXbtma53++yGePQ3eaiUpD
8E8j+v1FSAHL9a5ILyvNw0TZQuU/qGZr3pBtP5/9+VKfPY9n8TXyQzH5fvwq6xGJB1lPl6ZYhlDC
csY8HQ/D9MVw+/Qy9NOZwPFLWR97kOw7iWDK00vHy5e7rGzi8y6tqi8+5Q/IqLehRlsQDSwfM4J0
l+Xs98mO4Ou4QX52WacqlacWd0+1rSLqSprpiMfKKPvbUV8sNQA3rDPnsil2N6LRNWdHP4AInX/9
boHI83Uh1XPRJ3yYWpbCrsFUuqeur8SB7Dl1L5V8Cv98kfWZ/mcH9dczA5D0GI6OaYL/ev/McHGY
t1vtpFPD8zMi06B/Vw9JQc3eE1907z/5FW2dZXMFByCqUD9MWU5vlZjQptNIkt7BQRFKAhPVxz8/
0Fvb+8MT0RBnmNDsxNf2cU+YkZboqYV+8mapH8sOZnEpmiRgcFHiMCkvtJFuhgoBsa+dVZIiRKbb
jUXlKxQm9pNlUKKDnhbRXdv22S0SWolWURXTxlAATluDV+3+fMefLCFM4wxq5NcqTvsPP4E56E2r
r8U3XSiXSy2bF+qCKIVn06OQHqvoTlXr5s/X/GT1eHfND/NQn6gTZw/zlOnc06bpFX2T4swOjZH2
T2I0MBQglYCy0qxiPkdGq1z/+QY+GwvA9yxHXZXayLnej7uhoTbCxHJyIpQFEgTbBaT59IsB90G0
8Ta6+XTW/jfeQ5Tg6138tn3paq3Vql49saswjHCYan0I9AQIvK8vnnxEzps8NfT4nrKxWkuxtiOF
L2y3Cs1MVeKAE5e9NqlK0on+/Pwf4JJ/3RofHg4p2163rR8+hkXTs8ZrzRNjmVBaUSc3CAgLUqYy
JCa5SL+10MIoe3TALVnKp0cKI1qYkKvIP3nelcQSSFM1RtbJMe68IMH6i0n3Q6Pk71tkVwN/le02
2qj3b08uljd2nnoiSAX4WFLrVN9zKY9UH809nbH0dhBd/WRXU30m8Hg+GNjzEXC2HTXYgr18SC6K
fpigaR2rUmnu/vwKPxtCGF/ws7ExRnrw4fbsZugo9KgnRVjVrlth4VnuDl/YQz6ZHx3AUuwLTJtf
6+NaSjU5RtYpT2WjyZzugZncU+IggQ+1iLmtsqk8/PmpPluFHEtH+8/uDtWZu67uv43ZZpEjDNnu
RLR6f6b1RN5AQzK/C3vUr+iGgDaatASN8KyO2oWZatMeu7C8jRZAX18M0k/eMB8nh2vNxSJMlNL7
W8npQBuJK05FrNhEaw6/sNkWX+wgPvtGEf1wukE0BxDv4xGjr3QjollzIi+CvoaLjZ8IerGLooS9
GAysA2GZeSBql5IWtBJqQjGkFwAfXk9A50xBEFKB+sWvsH59HxYRboqTF3Ih1Cwfl0XRC0ekijiN
CUeIUteemmX4ObrqC+ljUJ2WXYcI4Ysf/rO3zZS3ag0xYkP1+fC2ydrprBowx0g8IDj8lrQ709qA
8SH+xtR4D+hPh1k/n4rlQVnnTmO4toje7bX6O3hJ94vv/9P7WScnBr/FLuTjDGW4BFT21QniH7qv
qawCj0DAL576nxeBXWSyFr3tDPAGvn9opYrFKOoWSYye3Kdq2t1pSW3/6yeBio6PDZ0m/j/zY3JX
jUWupKd0KgdTvNK6y48E3TVfPMk/d91cBEgT3y4mR6aK909SKajLLXs89eqo39IY7Q8Rub2Q1qRV
ll98mJ+sHhxWDAfaMo/DrPRhrMxA0EYzESenSCsIiq4ZXyeTlX4zumlasPC7NMTI6bpXo3I4TJxo
nmdNT46o1C7irrCaQHEk6T1FjzjMH1G45GFndM0YfDGm1xni9++I143NGr8nFRPm6n/MIBYsDiPS
EWlP0ZriOmiEhnsyPQMng1bf7SzwgYbn0d2zx07h7/087+OOw96/HAPrnXB+AFiFFI7+7oeBRj5i
4SbtfLJzBwyO5eTBotJ1+fPzfhwDXATWq2pBdGBG47nfj4EZLYdCguZprES+wWQ0XtgqWjbAvV8J
dtfF7cOLpRvNcZhdDcJC98OVBlEatOsE300vrjFdwUahse4c8boYW7zkdGlm29mJMbkWtI2vKmtU
fvZe6x1X/t/dnx/7H3P423P/z914HxYKYrCIT677U2p2RNmRLn/V6uNwparjRauYdkhXNrkv7JSq
+7wcm7iW29mdSI2zY0Qmta4AO/7zLa3P/4f389G2ih8qzUQkTsuo4Nxhsv0RIfy4HjFYkjbnZH4P
WjzM8wQvTNP+21ltfR8o+bCU6rpGf2H99X5bw4cqdYfU6k5OqY0bF2/aJuWs8cWE8/Hc8HYRphpa
MaukRbXfXySSSiuKnCHQ9PpNjdUJR+B8oYtpx/AWhKfT3/3zS/3H3mS9pAGSxNGdtbjgfvidC0C4
mPFhJnYuYdYGRuez2pmnRxpOdG90Dc4xTCFS0IF5GPFPS1bEvdkQkAy8jficvvjcPh13CHz4pjkj
O+xQ3r8CA8KppRUdx5jYO1sk7RBa6KbdENejPDLBEfLD+eMAlg13kWeXK6pXJW44u6lzfTinrdw+
f/GKPvtV2MaQEcmmCSvzh3mml6VLbk5/6sEhKeTZJN2TlnYOpCg2mdlmQM5yUbdz14YTdSL6YXUP
LgjGI1nVdpmMl0qTevVmMV1p+UgGhl2WzuCAlULV0JuWbf7zizte14qPnwpzNLMj8yI7ng9TCQuI
WkPXOkmnipfQyE3MlWtYkhYQ8+Y5eDx7hTpH3CXtxuvU/mqwYuensWDt8vlNS/uLRePjlmAdZOup
DaM+BIl/+KKxt02xLZuTprRLispSHXc2YC751eD57Lk9BzIPKxQ7EPvD91O4RpXp6frcRlWT7F6K
l7xugM/E7aQcqrY2MPPaw4KyP8m1MihEaZ3swqn1jWrk/7qkymNjP+dIqJvs/v5xO24vYn1xvYvO
nb3zuDKLa6klyXfiqcfbP//in7xgz+RcjxKUtFXWwvdfjZNEZh4VygXheNMBYoEdTnmrfDFXrG/v
w6iiBIk5AUMNLRnT+HARduaY992LBsfnHu/1EFSUkq/zvBFIQAhA3//5of454cOJwKMAEJxSFkE0
768HvFaWYpQXYFS6R/h2vbkR5QymF0XK/N1QY2GeUZps0QVo4/yjgiybfrHmMOd8fGg2ZLSfVkM/
tn5aJu9vgkNUMg1Dc2FgEUw2OZqmOCT9rn+cxOI9WkY/3kPTpI2Nh6SfXk0TK/VGodDUXU3Uswwf
s3RiXWRlFKFD85yq9QEGecOh9OLlLVVzAVKvdA7wn7ZQjxj9cKZ5Q887HRD7LvT1yxgAud1PJ21p
8ts2s9pXegRmv7FUDelmt7gCyc5CKHpgQsyWoVU6ystQDfm1TDEuY3RrWgLw1PhUQ3N7tewuNkOC
EzuyONPCAVsPIOkQl/nUXfS2nMZtO1jl64xWGQstFdIsqI1yuOlMjWAMr+B44SM7ioativhq3izA
4X7gvEOxP0pNuWkXWVcb2v0Vfjt2Loc8q8cnVHVzHoA6X2pQRjmZnI40jO8ayHxIcgjfkDcvi3uZ
pga9ey6Od7FW1Wo4Tpk3DL43GQPJejSvAK5nCSqRubVLKj+TxiS28xpPa8LRnck6DHo8helrn6vY
GLGcktGeCJO1hPPmXG2NHCnIpvZQbO9KWeeen0mJm8/nT5EbikhEhXhK+tvg7uH86dZFhD8dJY03
pROkA8Wbroi3dHdG1K26PhN+zL4zIiLsslQdgx7McuzLJa+I7yP+tPXROk/MSHCdMTW4YjkRjJhX
G1RPbe73NWaxQNjFxA9IQKEFtpAv877PiAsNMqJU73RpiSEgQye1IYzWVRFEI6dOv11ssAsGibto
PDt+nQDZvbiGFMqSqduFfk3uu66dzG4CLCUjuHWb0uo0gFog5MRe48d9yjPiEja9jtsDjWxZRZtM
7+lGKsWQIJHwUu0nUT0xpx9l+g7JoliOlUoq4g7XunhFodItpxaGJXo6cKDFBuRBfduTpdIFM/Z9
0+9hcmqYBDTrau71/CZeWkaQOhcAGYe2wf0Z0fb3NrVASR/QGWVUeyi31Y3RuSPYZMvIpm09A4mn
9GvgFoFAqcNZn2Z0Q8OozV6I1qMUYUKqo3GuFwOalabO4mezT3q8+Ebl3Nb2PN0Zs26XWxOnptzS
BJsSf8qm/E6dOpcVUc3TBNp9J69kNMprAoh1A0M+PqkwJWHwh51PjbYVxNWE5ZLKM8cyyFUvar7S
UXb7OoYjfYgs/jebllB3fwQke2+jIipXxGJyl7aVdu4YpnLW2nFS+U6nISYtgT3aWAeq/q4fvPRy
6qOu8tMkZWprqRl961W3MsggSLwiHJYRdeuCPDAO0H9Ofwcx/J+a4f+9kfr+d1PpxXPxPKbvZAwr
2u8vGYNh/YeCLtsKmzYHoiCVxegvFYOBUoFaB30sll+6cyu55G8OkuKBe0bEAqLI1K2/W51/qxgU
zfkP9q01w4w/hPmQnfm/MJXSDf9wUqWTz/7dpLJFuQkh5RtB5bcTShllGb7pBZzB5LItjby6Xc47
JBnbKI/qb0mFAokNvjWGiWuKLYdn65BUZXeVeoMdVK5Olq0uijvwe+52yhVxbDV1CSqcYOedp2E0
seNxEy/dhLxQtv0xRmN1aJp+Dmwv2zAvn1HRPLOg1/3UvfmplNDyluimX6qQm2s2mDrgyo5kLqlT
883sVWLIXfxeemseC67eDBqLzXhpiMkCtly1B8WrWBMKdFFK3nh42OWZKnKyLzXll6J7D0Odow8Y
wk5JtMOMoNBHw+UPKBLRj9rNsRlHUp6ytA4XDxWa7FCH5mLtAz3j7UKVllr7QWdqiU2b67faLWvg
1jPqU28q5nZRy7vJLnZxUwXJtOybqN33GZkkYt5DkQWdQYJ2CIUY5l6SXFbE8YqoW4JExzmU2heY
pO4jJey6EpAwxFOtSB8SFT8cwumxSMnrNoPYbr5HNqiasrexEBr6T7WjhUEiZBWovTXvZyiFAbXq
ZTOQMwqVn5lzijwOP24IwL3cz2Vu+ARw5zeVSM7MOn0VqlGe5Z6rhEjcEuC2Jr2nQX01qHXjpP3B
5HlMVOW6Ke8sxH4cY2U+XHgIz8piHJ+FBTgSoWp842riBM332PQPFPyjGRF8BiWWzTImEB2Gwdhr
j4wouKSuPNO9/qbSq3O88rPPJK0DB7Cvlmr+KRwvC4yuOiDMknurnl7icd7nYIMINM6P45BAHF/K
H2k6vOKuulxsxhKRGwj3WygGqRJtynn8RYWp3GRmdSB0fQvEHlmduhjbGkvufioKKmBWFooMYnQu
IVb6TSWyywxVNDlIsjgWRMHqlWPuABrD2jGiG5bcbVfR2ciw5EV0vfdq0526EXCwWbSv0aC9VrUZ
DPN8MHIkzw6tx8hjyRGaJkB6rBL8OLsa8vwngvBrUnl+EXFCBnW8mms1lPzCIIhlAjqAMcRqSIOq
uvTeNft71txT3Ki3RAlvvdItyTKYtUDX2yJwJwMnZHKol/aY2NVLN2DUc5bYfpameIGcwTmY/JLN
lGmX9GgC+iR3Xm0EOPEgfxTEJRBGnkX9jxhtve4ofPQ2gKSJEk5MFQlaH9gLddD2Way/YgXTj4ki
XFrgHs6euiFwRCmObW4966MRinJh7Gj+Mh884A4Sr2t8RgjTxum6gKKIP2v7iA2U8LQf9mwdiWzf
NcMRYPRCroicrDgYFDIha/SrNkpbuywPldgZDhmiiwhqEW3nSbAJZMyMq0655FsYCxmAjj6vChpQ
t/XkBAJ4VYZfSk+5dz75TU6gH1EtRbFxmgfp2j+SgoQL5NGOyn9kkyvfEgmvooQfaqf5PvajhutE
VLWiEfCwsOO0c7SQYONQ2qARno1kvnHVWZmPUix4LgwDN9UrAXsElcBXIpBxDVNNXfPgRZOafFez
ysZB4OJJqK5VuzMrpPhN2T7VTVpq+yQ1o5REvlYra79zysbZR7M+z+B2aI6cLcVMw6eDTaJj6TGx
8ZkySbipPjZeRFO6l6qXpGi8Ucde96vUHjWxiScnqyvU0UsprU2fTQkWyz5zk13SmqDt82JC0Dmr
jdh1rWG/xvgo0o2gxGOgbZCS2ZnwoZ6aLLhsOOAio5JHVEtLoSI2yBLsKHGUYT8oRbZdWG+soNOH
yW/aJo48v+oNFXAp+52rhT5wGHXC3SWoa55KIuKjueCDB5FFGGIMZ8CU1UUk0JHxldPTyB8LyNrP
3aKdqqy4ZF/IcZVAkrsa+OOmAcil+6Y93xpaQyqdCVa+JjY9APP/zfDKDAvB8AO7crPvm6m81HrJ
pwPkXyD2db1pX+niqJSJd2yX7Tx2CIDzs94aaadJEn9j4KbNhpP/ZmCbJsGkxLnkxddXowHx3MMx
Z/C7K9pGaaIyZKalZL0cSb+FTRlvK0cpYfdMWZA3/V2apmC2ZESqTxqyTXXOR9DdPp5nrL57vFsq
KupkX6YOLrPBX30laNRTHL1OviV+yW8Nk8g9jFXhSDrUUUnYzYtxZwzS+u64seHrkwHQxLJ7XLHa
dLDj4Zud1BshJeHI6bFbmmAkDN2fJJ+k3iY3dhpduE28JR/8FlMUsT50Ae8o0Zbn0zyxdVQVEmem
66JWyoNZFGelIM0nNadoY1uRxPAS7fg1d0M9NH4zdz+jovjl5pD0DaGl+0TOTaCRnb43YkjUqMVD
UViTPzUzIkm+vWUsQjdKEJSX81aT5S9BmLMZ97vIxm0q1JObPBnm3G3jGphW11z1hOIYBgdqg8zk
NNsN8SWYfom/0iMQD/Jvs9zYRU0Uc0N+lRAli44tNz2mEVBGe0cVv3BGXDlGWVxWXDiABLXj/OOG
ZEadS2s4OWLlvuQ0uHxwf+mdZ07P0XgZUSD2rUzxdmOpbRN6Fd5yLtY6YiWxQRGqmVau/FFb/Tco
axSrHCb/nv5sqJRA+ZPJ2DpJRTzN3N73Dp7XRC6nSCn3hEDF57Yxb61Uv+qtmLw2r5S+MpVXwN3y
HWaTuyV5Ji4sLNNhK5fx4ESjFswqqu+mOUZT9lQuKvFIJHgRBU7K2uAdtD47c2tzDh3eQOOkNx30
djHsbId5eVLLfYfxYZNisTzDH/fLMZawMJWXQmCtrRlIjUbrqOAoBMrMa0tcGAyAYR7yHdCEb43e
bmdOXLGq7WOnfEKrf9HUyb6N+EAA3M1K9TMjIHssy7CgwMM2BnhwnT8YVr+3Lb7FqLoEQsRniNN8
6xIVfDCsaWe09X7G2DAm3kufO4GZXnXReYIdqmlbH7UcUz2TsXfXTc054U/sb+6lGYURuQr9+NAa
3Z5eR/FtaFRWwUtvUb1d2dcHWCl7XVcAY3gI8LsNsqQHtX2WpfLq5QlL/3kdSfVnWtZnOl12CPm+
Bfq6iDykzMo90T9RGGeOjknYLb81o/eg4Tm55ZvEY+iwytWxvKgtdQfj75edGaHas6VpvZHZNyVs
3dCnTZWImzTp2jnorKT2reZBaV2xsSItdCnQ76zajNhDV0EsmArdGfdJvpqRT2Vm8Mjf7TjU87Mu
vS5TC1SgRZB5SmWpTpf4Cr3ag+Wmp4Gw18DqzR1DzcH3p8NfioYz2bNkqPXzZDZnTe+evFxTDjj2
BWdYsc/BdS+bmAo2uZLMYGGB14AY4eVxTCWWPPG9Kbw6iFsNcf8ow8HZxZRGNlI9mT0BB6sudU9S
ZnSfjdHeS/dNNT0upX0NUnuC7ms+ee0LJo1g0JO9rOlSoyW+dpp0RPSlMjN0FHtMwFBQ+btthh8h
AEEOOGremBnjZ9Z9u7ZPNI93sbfgX7ZUbLFNKe7rqoLap9rm8tq4tVcxe83y3JgkCWgtzCS318dA
o6V0Ad6ZfInGvBOCJUZrrKu6nKcnjMvLrxTHBg49n3JecpExhkIxXHnU55a5XeEcR2dpD4UVrSQ9
sRFavplhDmdzfG4UDlHI9lZUY2ARmvf/2TuP5rixKEv/lY7eowLAg43o6QXSJ5Mm6cUNgqKBNw8e
+PXzIauqS6RU0mh2EzGrkkokQSAfnrn3nPOZRkqKHzW04zRajedmYXefhtNtprPDUsYzHKcQC/yq
XRRhuvAj7YHcwLPK9uHFdjuUBsvUweWc2e4BisQhjlwvdOML7OUPbTa8lHV8EeZHtzW/+lE0Ly6P
coAvQBgrzYFV7LA89X5l3Zparmwp8JBgaaQ7+HdbqymIsZ7O0bCBDex67sOnE9Xmq85Ub1BCXma9
XA9+vpzm6hBWCpyxuHS3paOxDeF8twhmDBU64tJRNqFhoABoXrqssLacHsCXNOWC0sS2rmPcpQVZ
ESUPrzYteLyEe241Z7gTasthLnPgfTQJbrb+PCT6rdL9nejbOzaC+xZUyNqvET1IOdLAhNShPUBi
IH8yNPXLvDZezEjZ98xffp59dXMb9lbqA7mLVo15ZFm5NfmmymjBlAgMVwC4DU8xifyDOLEvh/Yh
EQoFpfZiKrV4YVbae19Fb8Ggrtsgvm/d9kDCEqFiWvRI6evcGDvebXc78rFY/hY2BTuOJ99eRxVn
AoPtbUHgR9WhEKZatog53K3w3JLk17r3pDU1B2E4WyOzCcJM27WhqZdTxIoc2aTtgWRoloHoH6xS
POWpQe/HjS6AvD7T7VhVeXYXymFEwo7sNNJe24Y0HAhFiK4uyaxfEGK5lQA8Fqoil31pkIYRVjfS
yNdxRbF70tmdlnZ5TKWz7idbeiLq34Op4hZ9vWCKmKgg6syrqsuM5bbdSg76swofHa2heCUuscIF
H5oLohe3yE1zrMrJkozMNdQjYg4cDh9Yi7IzbajZJRrPhp0zj7gOJ3xzvHEm8TWoiluO95oBtsUm
gt53103brrNUwpRL7LVRBNd9W65NX7/u42DV6fbK7OcsOvGa19XW6YcbTJCPSG4WKZi8tuaMlKc0
Fs8oJq+rJr3zi0NeZ0ea/RLejr2Muo7SKxmF5K+W4dd2SjdR/9C2vn1eSWl6zWTFT0niVCuDNFCM
c6G8pseEUy27am03fAnCSKVsHqXhWyDa6Tw2YqiOapFrO0aUUqyauOUDZkPihUUvdgQgu6sxcvTb
GjvYlapN6iFJGHsYD4xFCkzmIcvJaST9V92lcx5iNXJ4RhFyLjO2uAYZiQvUPsWa/XzIiZoBHOmB
hky1rzfT1JIOWarr3kVxZIQA61Q10HaE8mJyN+WwlaBzNlXnP2E4zwn8qxQOdIH+NR1S+VBjn9mE
VdatXWJFN7lfOh7RZ/XOSNriiiOsdvSF0tOVscwteTmE2RSZFOswdMSdCJEKLBRckAnG4VG/Nic/
NueSNMcchULTrc9Sti9zKuqTkhuJ52JvWLZpB7nUT8yRRcNKigNLSyI3dkzAD2m3E598056HZahd
4nDt91nuRNla7ZPxdRbzkrknhx0zULGjzzjuOiT/+4mqslXRyCnqKqBgEOnrUXUJEgjt4SFxCUFE
6D481qVN/ZwmAgsAv+YMT+nfffZTSxSm9iYXnb9Vo364HPxsfE1Ml0Ovmo2rkcI4/RBgMu7CjjkF
FdxZcaCzBzO3KKcNcvZhYVeBs1EYD890aK2Na44JIs0UilcarmhdqFtamc2wZKUa3tDqlI9N1wHU
0BNL3PbIWRYDLs6DEINK8goEzi3U12irSrKdM47qdQyutTY7kArAIzn/yuzWYT3EWxvF/rrl4Z9n
eQ3yKVDKRau1KkUkuzN1b64vkjYoLHFDEcZPcBDSn9Qb++ugZ/GtmiU8L9LD442rEqdV6qp/2/Vh
cVbEpThkEXpGmJ5niRLR9JksgiqEYvBjerVojiTAqU+BGbZfQvTpzKlAzY52JDmQOH2Wfg3Q39tA
dgp63Oxut7ZsgLLFo5jTWjjEZmZkvuYqqWfoQVEVL0gVTnYSJ/tZldTJ3gQAcECrXT02ST/u4laY
Z0oUkRBi+y7tlAKv5l5wVQ/TqjTWaVGZbNcLKR44PxVeSc6w56v2LoL+2PjTjtT3I06ReJlX7vXQ
Fs+6X21k5e97qDqbUNM7zyK0ntSUpCZ6pyH1N/PGuqUCUNgF5fyUuJizMkqYRnwM3pJE1jCeFhAF
Nk5E9BMH+e7WUuYMHEeokWdzrs+XVmObnD1yf40cUV0YHKc3CNBssYwJbbgu+jzcqDwVembdsuQd
2CT+7NRtk5bDTtAr/obAlnhdOaUGZyhMSdmw+2enKR66ztWuFHUw2AfkZ6noz0vFzj2d1uEycd2Y
qJbJPlcM+7owsnXm5MdxqLtNIyb6S4WUXYD8p7XPMc5KCFRp3d7gVX5Kchwbnt+HzS4j9NVYCFAo
GGvLKsLfrZvpqkmYUiF/VBvipL6a/pzWCeltOA/M3MVqTjbrgR2ytspHhWprhuM1QXfRyD2NKKAp
5OBtrMolLViUefma6hM1zwmtD5/oQEJBm1fHHjwwBSzOUmxG2u5LWGYjeTFg+Zj9QK0R7oHfbhlp
qrEg87W6U2pZYuvk5+79oIpXkWKnh8k2ui3ij12DUMqTBHud93rprITW6beCOCO2HhMpUr2hpdQU
oTjtGwoVLK9JieLcN2BjogM66CUWeaYQzV2jumZXamKXp6jSNDuKMoQTcQzMW3VF9K+6qeyu/arh
kl7WPafh2CI3t5HFiniYNbE9m1b2B/pe/bXe4Cj3WmQyL3ZakGqdsg/hwJyYUFsCJ1ygMZc7jlfy
DcNwuJ6cOk75LTDRpJEZng9ZOBCFWlMugRHayUXZFsHeGosr0zFLNj+Au44pmr6ngDOY68lWYopR
BoO3LQ7OhMaMHSdVd6nbwb3RyrukwMyCUfyodbj3ckW3lpL2qig40FPugCxMpBiaDnJcbXHT6JsJ
FPoX11eKQyqotKV2uj8RqYQePQlNCbd9Wn2xsvhKG5rbjo4m08ii51GyLeUcrlx0lV2ysSio1hiE
r6j1IyUwvmT0HxtoaysrxfmsxzFjqXCWKspPxcg5hrUPZhoQ2d372UHaX/TCuKGSpG38Cs+9m4or
MppHT+2LDS43BNKFQsqzeV9LOLPBZDRH6kxXUT6sI2qrsXorJs0mzAlXC/MfgGbqvYppyEObK/Ko
KBTTa1OJVogWZOE1bE463iQHKJFmU68LRwhbuq8/+aDGPRYDa9FPnX0XVdbKASRDlsXtSH3eGxzn
cqjZOZhu9pIa+oVqFCWg1byFzVUsSEMa16WpFi8mY6VkVl6KNr1UE6BGofRXTiaWvd3fpJbRbCY1
L6+7VnVWujEcZKI/5JN4qRvruYmxmduLOU4umjqxSe2HIqUDAbuZmhOZ0QtiaMelZj4TvsBDjOy7
XnXPxyHrPZhprLVAug19ol2oUUyJCV1qephA5QIf3BX6qVVXk+5ZlitudW0yI/h0XzI6o5yb74fR
Zl3PjA7IZ7x3+xzLNepgCq7GtU0YPmXT6rZv20vfbUPc+BS8JrEh0SkkM1gnMHPEKV7js3Aa+7pT
ZbxN2KcdqDdsCyeIzhONTR4yNKBsuX8FOoQkIrd6ExYb0qko8isKxNcDu37P6jgr+715Y5nmniSI
aEmsk7tqVI1Tcr+lp2M8tkXHqaC8Ty3YoJTpl42TvfVR3G/ImGyWrEyxehlBQr/DVZzvevqw2UZY
yhcqB2dtTq0abue9o7eLyR6GrdrVRwnasWznQBa/Z4tWZO91EFPeUt8Bvz04EhR3IeqAER93XhSY
0aZywoSscHnXR1TN1UAeA7VM9pSfp3Ml8uU666H0GimNbExw7VLW4lCMw5OVpjs3QAXEukLYQlbc
Uo1XiEpS974VNZtqMIxFPdY0j2hm7MwxWxRGTbCS7pvFedFaYukmFnA8Z0MCk7pUNcmT8xfFzDbg
OZvUcobHEdwmdGv3kLSTfq7UJHwkitMfh3aORFc5xYbuuB6nAhWIGY7e0DYJdzg5rLnToZTpETIC
EJ5Av7V1idYjjvWnlgjI2bhkXYg8AN7suqAvrZig8w5/t+fQWVsMzatT1eZuUpL6Zpy65AsL+XBW
FOHXSfGjL8YUOBd+7W/zluGCB4HjiZzbI2ivSKTfcyoi0tNfRb4TEc6DtkIkgnfCqbEsYcxd4yNe
Gmlx8Nt8007lSnPc50FSsKPsoVCSojHmivEcDaHXD/2bzrws0+QxpA9T0B5CMZBsJ6o4zGhopfVC
XYVha56jCRDLWShWG8mrHofrfOSu2eZ5du+vU5HcyaqxdqkGakmjUK0lUNUUhQ9JZ0/NOc4Xd5Gi
DF4bNjX16OY9ruUjwIXw4NrxkrgubfaseQ07DE8ERGzpEfGQRrzPpbqrycRsWKy9kBNuROr8E6l2
ZM35NaGHuXM39eKls6Mz3Gp7Lba3cZps3IR9VVJTUqm34Zz5n/jyQO6HvOhVzSeQjtDaUmeqdlWf
bLNqGqEOBnBBI5dJLeYmqV0V5UG20w7CeMqutTW3mnvIDTPbGmWa7BNfUQKitoBel8nt6GcPihje
6WJxu9OlpecFU/u8QwgfUX8tibgaliKr2Or36k0UR3dDpZAZk4c7gxC/cfDP/Fw7NytrE9PE8uj6
nUVGv2dhJNAs0mJ17muuGyQVaF44iuBEZ7FDshep7lmqkTyDVfOhnubcxL53PGcwtT3tkFsFwHyH
/4z0JfnFp7u97GzfOE+4kzUxtDMjC2iEY7JvE/dF/KXu32VNswN8CdKoCfLHFJlvTWA9VeSCVDZW
qExoNLBI1QwJSL0DZ57tTeLS6NdciG66LaLouVCrL+pAWwHI6qqt4ZAHF7KbUz+lNZKXHBrrOHAI
RuOE6RIhoAvSEX22Z2wbAm1VcFmEOMdOxhnBXP0+jvq1H5DLZPoLqapnTWBk27JhdpgcSg1JoXKA
UAwSHNWVqa17SwKbnbZuBlm9Lgt1Eao+TJSkRUGeacvU1Oh0RcN+IDVvQ3SYc2cn1Jf7SQuXCjEt
l9ijXlq6HV2tbOYWZ6eEycLS/XAJHDlf1uX0ZMbFMY4PPSbVLCbqjUxRDjBpcSt5Cocp0ZjANesW
tsUiGWOWvEmtlglBhiMPmnFnduq7pb7EXdV/begfrmeVvpJcIa+yvbrw3Qvbdo6VCZ7GFpdxSR2I
XLP7RMdaYLgTO+7uRmGvsZ1UuKBu+1wxvkhjdvt7QUGWvCOK1I11VPVgOzW2x5dtqKnS1AgNOuQs
7ah7qAheqyjVEWgk3lTFd3KCMhr14t2a1nnNHXuE+BHgHwaPhF+u+9Shs6gHxymj2TgM2l4G07XP
FoRsAvrOtEiC7D2wsDVFUAYsEuU3Zsu2laXmUjLJ22W+EY65lK3uFdBwFnnsnwV9BjYGKIs9We3S
TuCH5mLnlqzVJNumLywowaJzjXKdK/WmiKiu14Q+Ll0C3+jgRmwOsvySVytZkup3zVloAUbF9fxi
MpC7GcWyAMzq6UAkqABT7mrLrR/SDNZe2fhvs1A5z0vO9rGdvgY1Noa0ejBcRImjACoSXtERWnSM
5ERjQi5qsQxGecjZFGYPad/uNJ9GCvRyzu9tdJ9BxBCwDpZRo/nXTlK+9CK9rnveMtVSd4bVUHyM
ztwSwYAWPCY2HfxSK9+zAjnCqAQbmODwd2e7Rm+NFP3NYPT0LjrPQu1rm1jFud4SPqHVxhnE4HaZ
CrQMXbhyoVs/WTBRHqKp6Ta9QvHPpii0ZM+4bUbly2AkK0gglOhIBkQHAm2RBKzaTtBZv6axf9Hk
3cIdQ1bH4TaEOeGo/U2hkQ6lN+/UOulnqgRN1P54h3Etemq7/GrksNpXFKhL0mOR6HutI8+cpjnT
yxby65dAnRblDJMpNU9L7SNluw1y0U3rR6tZGaMzFn1RbQaN4h3iembn2oGM1+/ShjlJjHCLuwh5
uUPMXMdfnOaiLlmai8JDrnBJe2BXxtp6KMSLIpn3g6o5JzT1UDHHuxI3a31Ea8k+E0lHHrSXIpfL
TtxnhPcSbII88SYHqN2M6j4M562AAZaKNZsToLp0clZER3lUZEZfWevOartH/TNuNIEvUasPceGv
WWWXTtfWOxhsC6Xbqk7GJpKxFzmbZgxfxpoUwqKkulbQbJFsRcF9BPZtTS0/Kfx00xrmGiIHAR4J
0dzyIRzlokmCVRgTuWeGcskCGb6LgFk2EMVisJIdZ3yvQsg8TUiagibYVdZ4XmsRb5aOLC4JUM12
+0SjtJId2W7265gu8QDDx8viZ7MC50TOcwP5Wu2CVUm6rzJxbhCcLSqNtoF+BiRsV1pTs5wUQRU3
ayizm+tMr7JlUavhwuyibU5OrBgMEoSmjebX+yxGWUVQHdD4ZzM1Hjp7vKTmlgKUeWit/Kyr5BYv
rwe7MzwqNSwZ+j9wkmx1pE4fl+Ob7nN08kfjfQjzRTrxoMzyWnWTm8ncu3mzHFP9Jsq7CyyDcNPq
ihMVfOTBjZpVTJziIIoNrcaQ07nCOdphZIModle5TC4E5sq7mu0pE2RIwZVyihEYe3MEF9OCNAV6
/VKzcUITfOOm041T99uodeiTZ3BqJkceJHGQF0iSpsuiG84GfWKr47/+XNatzZLpb3Tks1BNJ1uF
OikWUZyRn1yIpdtNfpIzNPzCNi8J5LPkxkCs/JrbVfogh55CKhYG+zB0JfFlCDOaOWqdVu/qF7/J
J78AORoo76D0kuYOBu87B1lEBreVNVruId+rn90URiq65tqCgpXlybXMFOWVsr1zm7ZFfeMg613T
uKwbwrWtv0wb/193+Z/4bS08Nf+uvGQ8N8A1n6vm7QPQ469v/CtIyhJ/YJ8hagI/gJjRHViw/uYu
iz9wChFdgzNLw5k4Gz/+0mBqDphKFlumnDnoiW/7H6zH/E/q7DOiXYM2VP+tJKnP1nrTQRmKW4HA
DWERmf85aqThjBOPvsFxPwuIy9QsdCemvOdlpGBw3wTkDaDbvm3zkYUpBuaUpBHiJXXo1pHW7SwR
9LRtUTJ88ySv/nyt/iNvs6uCh1j/r/88Gaa+edvm34u0BOQeeBd1/jQbHL6RhfapHOCwdRxvEvSf
Td3lW7MizTwdv4aAAVdqSssBXpoXptNVCTg5ye1Z/lbcj5M67ux0Y6emsqxK5w7RG+s1lmVE7+fY
F9KDHaSqB3TY9PLMuaLMVy/t3k5XZkJtq6pEvCboFYCU6zCP2gmyl3oINzrLheWg41TKaVwZhnoG
nSr988Z/6326/Bn0hlyml6IcqygIm/++/H+W8Uq23zcj4ruMtpu3/C14Tr+VNZ++4+90thlLbjH7
oR6DgUJ0xf+8VAiU0SxjMTVmGImKC/qfl8r6AyIEDSZiXxAwU0f556XST+zXkw1JMx1euN+RNX+2
3uE1skzVtnSCbCCVzK/8t4O38PNoGDP/aFGbfrQqkd61jkhBIxic1hZG4wxfUQf6m2+e0A/emc9u
qvmqREOQocMDYPaYf6tvXhkkWCNCfffYYXOnrpFFN3IMol+kJPzwInjDLFvlBWXT8vEiUvelEzTO
MQkM43EkF/I2waU2ej+/lfnt/ubtt+dbscGjCGxMrHKfwy5ax5e4tZxj1oap7jl6YBwNJ+pwS/Sk
0OT2088v90mD/uflNDTohN6QBfOZFI1gjLT71j5qnCLO1EHcBL1mHuoWtc/PL/Sjp2f/cyHxyZZl
5a6Oi9A+Uq1GOYHyxVMrJfmF++tHow8zBjsEm+iO76K9LBQtWRhax8x33Gu+iM0IXOppD11VWY9u
jPjUwMbx58T1rzFwP0gC4DOzyTbgjWTpUj+NjAy3KGpm5+gGyGB7o+IQR0qJseQ0ByajYKvYVq6/
ym2qxKZTW2uqE8HXKKA7BfoSuaaZTsZZrLfOvg9TzV86bR9Gv/gAfvhs8HMKh4gPksI+vSNtVbXS
jW2InLLGT5VMxgKnj03krxO962Jyr0p8Cr9wBP7gU2enpjO02DZiJf30ZFgeQyPs9eMQN9per0Ax
TLR2fv/FZGfKy08AJdPOZ595pVRdOLbqEfVeAsXNYatdtc4vtp5Yh797MzGScAmmXgyxp93Mt5NM
GQZxVZURcPTONleVafaPbuykxR5TmlMsI7BGGZE7McXjTtfaeKXlNMSpVAiNOHNVle+0jPxgOREm
yYpMd9chsp6PZFNN6I2XcRX6B0viP132xaAgoKV1cE1nNuWk7Qr/irpXo2BcaAYkTm5U3tkWMrzK
yAgg7gZZvYddTS/QDBy180xFYBYMgOJqnq6U4mHoqi73Br2Jb5uSjp6TkWfCRlA0KAdbxFUqeixY
x7pFQ7zB9uTxxg6HQOnFsRwcX4fBGyXPphZHw4I45FhbFLalbRwpxB3ethxlueKK60rglkCkXwpE
hlqVHWOFV3CT8D/Az/cVJ6G6N/snSyvnwhD4WMprElUZHAYO5YtiBKzJ++M3b0aYSzo7WqO8BK0+
vMPANHZO3lCgNXvT7BZOpYQ3PEd3pw95hvhyysAJ84oFZ5YsCuguY9jc4hQm+j/IG38HBBhpYFlT
CqXbFGIN9RPAH5u80LpZNFEn78h5s5FKN+XLVSQbsqf1PkJzHDGFcWgOkdJ7QV0pb9UAmWNZMSds
XSuJKYS3Ro8RxzH1p5zeAOn9LnHoS0MqHN3n/gOOnCZ3b0RkyqsAysNFkXEFGqF2epvHllt7haM4
dywqtI2HjsqzU1r9F0fp24PjYJZeSpFUV1NXm7SJ3eA5dO0Z1X2CGFrVkDzmJ7RhdMIc1sYArNiZ
4YcEy80gxAmjxwYVC4BEpG49Uf9uT+k2VI2OSP2ZpGifqIr4hvJn9rhsHMk8x92qzQjG7ERjrGcw
I2AvtLqC2OjMa91QIHo6cRwh4AYv5onuSFIOpMcgr8YX9cR/zGo7WomBHpqNeS4jwxqUhIeHF2Zk
IXshyReaUZLJiSrZ97TZsxNt0kmc/gawZ3OQohDvKiN0vEpMrT/TZ1hlgRVEozOsw7BMTjzLdETe
7GXtzLnMT8zLnBItjucTCzM+cTGBX5BH0DczL7OjOTospqZVrxH/57xiKk37hdb1ur/sZmA90e4z
gTNA9fLeOzkCYImDYU2fhvemlibFPsMCnk5Y0kz09EU7vEQz5hOhQI2VAfQnu+yMel1M8Wyhz3BQ
giLSO2MGhlIxj766A3jPZTTHwC9jt0h2xQkxipRxuJAn8GiUG8WuPeFIudfya6TPO/tp5pWqqh98
4TeoH8jFB2cK08vedzpBBUtkhO4T3Vp2/GNXUfwu3RmJSl9+/AIUbQpX+gma2gQuxQp7ZqmmiVo9
RSfAaj5k8RuIYsqqvpZ3tySmFS/WTGV1ckcipplZrWWtGfeDmAGuiRvnl/B9wbpSIaGYh7wKa6WO
o1osaj7xK4fUJMVTctiwvhKG53qNeopcvxkea/dTaK2pjwKV7VFDBcsiR74A5sKGO0sL4pazD0RQ
YrnuhzoGTjvWREdB0i2B1jYngC2d5/5em6m2cqQnspHRDLudTuBbog9Fje8NHq4qIlJIbMUxR2pH
MzIX6iKeWtzioHSTmaqLFQBhbsi0PCzHE3iXBSxqvFDX+6umDEgyKcaRjqqpaAfanyZEgA7Dxao9
IX2RPAcuB685zrqYqb9gHtBUDCcYMIoq86oGHiMWVMqmOy0A87Tv4j7ZEflmO+cDM3n5lLVVgdTY
0CMoQ7BeCRP1ZEG5ikQPgimjAz7yoPZIS57yxit7M8N+3tpVL27MrELkXKi1fkGtGYzkiMYFcAx6
fX2vuGZYn9dpEitL6GWEipulXiLB4s/+an4rBlzEDsVgQvXlvNgFFdOm3o9Lp5+ilLRAWz/TRGS/
5wgujVU6xIhGRF8G2B0I2PdSQ5YLtJ9dujUhapyRWqJT1xeB9aUyiTNE2uTMaFew54uWXu9rlyj1
PQI211yDNpka2i0q1dwso/eQp90bKCDtjf03/Oghp222IMMg7HctkIUYrXOdDqDBHONYQrdCRQU4
StXunahWb+UoYwT1I9LprXQGkson4slJXBQFkhIlrMYBdzI5BUsy6M1gbWMuezXxao3406pk2FIe
MylU2jEK9an31WErcC4pKxC0NozaIaCS7aToJwCVFLT1qfACeiLTEG50ZsgH1Kb2sNQbN3vw0Zc3
XmfH5Mrh9xy5BJFN+JSMeWQZlkS1JrPSItxfhL61LAas0yLPreeh6pN85es9JGMjqTmtu0HfYmyz
ZjSGOUqkhoMxC3iGpsZ1LaxkrhXExpxY3bYWQ5He1+A5EDpfKJDi8e5TmgOhX/HuIDeReFccKmqr
kYYSbQH6lWKBLhZDjRGbIYzETCBCMqMeHX/STTj7cGp1mhdxrMABFuGaX/QRo35lJ36LS0qYyDHC
GbK+iBEzkniP2VKeq/rQN+taAy2HhaUAyIsCZYy3kZ9bykFNiy7cDywFLq3uJB52WV2IB5ud2c4K
6wyyKCygR5WtAsURdQxAsyCkD5ddENU+ghofl0ImDNafy0mTWP+yrDLpDGn2ky77rsQPKEf2J1Oj
LBwt8WnGzaYUdkw4dDJPSiqMixmZWHo1BL5LPPmIlZxaxFi+BApcT/QdpffaB9kNH6qBa8Rq1MYL
SeaQnLuRhAjUp0ABG9V3v6zmnIEB1k27hTFMi3wgPWCjj74yXJErg5uVIzthBUoxlMq21+Lsxvoz
yWCkQ7CQf0Yc1G6hd/vKVOFy+ePs4DPMyc02yLcDXFIsIvk6baq24SMOe2NZqg2rWn2KVQBBPWcs
hL2vE7igzeELSNMkSQyuJOGMNi0eLaxOmmonl2OcHIohyfddUCjdbpgMdPPEg+Fn6QNd5AyHoCRf
AKgcv0JYQapvcxNptTKUFVO9mWoL0Y7aoS0t1BcWO5V2wR54NgsTG5x5kyI5iCFmtC5jjfXVy/wp
haruxq6Ha1dhXibuO9wM9P9XgxMqt/SNreoMXlLX0FhxcYJNaRQ/tlFnp7vTOfW3qlDnOG6Lunhv
/mv+tn9qTv/14W8/rVV9+Mb6v08/KHgr5mrPh78Ah4QvcmzfqvH6rW7T5m9L+fyV/6f/+B9vp59y
O5Zk/L/wtJv5pwVR8aE4q1mcaP69pnteTM/Z10i2b9+Wnk7f9GfpyQDSLPCUkHRG2LkgKunvypNQ
/yBiiyRyC/kE9ZE5IPxvR72m/kElCPgqJak5WHHGlv7tqNetP0gZAmlLVpMBldX4rYLux1IGP4aY
ZkQjc5ItqTdc62N9RrVjUwlMVltCnRQ28IV5yFonPkqrJq/im0fzg4LTxyrNn9fSKFubxAXRFvkc
cJx0NskeKdsvx2WNW/iVw0QYoFZ9oUfenQknCcpfXPLjUfp0yfnkTky0wWEaa8/H2zMxQCHqIWBC
AYZCt3BUCN0Moz+H/7/WMn5wY6cTrsmkTT3o1Ar6ppKWUl2Rvsk8HwYuOpCZ4bsgntJsEd/ljokR
Jc/zX1RtfvDBkbYJjcyYq4YMh493NvuAbbOxkc4QKEoTkPoh9OGJuaOx219l2f/oBl3VhqdAdB9Z
kZ/KILHPaUHnREG2QE7OZ+6ar0bRy61UunLfRhWtwJ8PlY9lAwqFdBnmtDaqH5Rd+O/Hu2NAqgTW
FFir+/BMrUfkj3551rYoJWPTPWS5dRbK+hfVis+DZb6oQxmRGhjXNKnpfiiIhg0OC2tWUszbGJT2
kPLqtPhrrvzXwfL9VSjukKBvEjDFi/85ALHj1K5Majp4Uiu7iwhn2bms7a8/f36fRweYcZohlHd1
qqG6bnwa98OY04qokBqWplbdcWrl8AdbCg1Wm21/+1K2TuOJLTDxv9/dT20EcRj35ujFQYJEAJBk
b7K9GftHNIrt9IvPaB5p/1R654FBxtrMpdZJKGES+TQw+qiQGX5q1v3Y8bexO/oPYdm1DwY4i8up
RarjWfGg/uJl+zz+T1d1BTEmOg+VevjHkRGQXyRLh91GqlnNMZrFfrHj5gdBJ2lB1BJ4op8/1B8M
Ekp/pKkwTdKBMOd//2ZGGWJHOmpG4A4iS2flRsLfOuQVbv5vroLBYO4OE9z86bWOTEMZYIBOntBL
HcAiHNCBmtnvPzwXN6LGKmYK1jr9473MPFEEU5Cc+0qXmyIxlQsfvetex1b2Hra5vPr5XX0/d5BK
PndmWFoFcTafnh2nTisrSjl5ppi2POXOcybwh0XTPpaZdhk7VYOSSPtFZPsP3rgZ/0jDH5oPC8Gn
N86iMZsRcj2hDh7xjbdmsabS5259ZWrvfn6D3w2OeY7SaWJxpqX19Dl6WKL1a5G1o3p3RH0ORSbe
5Dn009+8imPQFaJlY+O6coT76TGy3+QcpGXkx4zRSBMzU4ZlSQf15ncvwyxFv5pR/me5++PoQNsW
4cEj22W0iMi2evJe8kqvf/dmQGzpxJmi3KF7Y3+OHKVlDPbRYJC7ktO73vl4QIvcXv78Xr4bA7yx
FH8hQDET0ov6NE2MJmYdfIZ8MIaj7KtkmnA5GsMitup4/fNLfTcGTpcicslhQzUHFX58bASYRmMf
Q9mrzBDt6Ji1qgFUMCK7/ucXmifUDxMuVjM2LLOOxbXRUH5aFKvOwRajTzZ5Q7BCmNPHxt5GRoZ7
QLfHflo0+kgIriUBNnuKMeDHdPrYGX77fqlQ8mbBxVD5CO1Pj5b3VcRBhFcmHroh2I9+6aobXWRl
8Yv7/f4ztGZ1BbMHG1Wu8+k9VvwYc4o5p4cORb4OXUTpUzu120CU+u3PH+33nyFNV4uQe11o7HL0
T9OvNWmmrLIB3GY3lZc2BpJtkeCu+e2rGK7BIYPui8ZcP9/wN0vJmAcWqkWE3rGTA+xOqMrndMp+
8djcT8oQR5vlFzSvuSOivWn2fBqRJkhhejw9ueEoEYZVyvqFKK0P5avtND5QTBISEWbit6PX00Sl
T70Gm5sR4M9PwvzGqujnrDFPSaZPQNMFiLJBISzIzxL1ECXZ9Goj8ChzzHpJ9eb7aRFDbTWInRqp
WFU3gag7GwZtrlarKab8m3laoCXVXh38yTe8OhRUNva1S7XXJ9CnIxTe64swMdyL/83eeWxHjmRb
9l96/KwWYNBTV6BTk6FjghUSWhvk17+NqOrMCBSd3unjnuaKhIMATN17zj5M0uFEpJ4kjespiUaz
PwytG+JDYD2r+ydrJEINR31C2W4uik5/cpwYLoteJfBdnQpb2xZi5eT4lCbgU+FNqd4DTtB8o+zT
HLN501YPgekJ51PU0J2601oiIqmNeItcv7cDjNFTqbyrNPagUM/ESk7HsaU38CQCqoMEcotxvGW/
PeUU6J1uRIwykMTh98WQj2i7dBmwpqZW6ezVKGPruWzHIDpErXKxys2WMJ/S3GriHbLj+inBJ0Yx
BEjrUsZsh5mAczZXmy51K+vQWTR7PsowCLXrUlmp8U7aWjRTPxybOPuC6NuO9hW0PgNEnxFFG9Di
Xb5TlLcVfubeoSSkl6VDoW0IP6fJ4ELvaEaJcXPU43daFIv56HqVwOYwUW3bNrIp40dniux3biTB
0uB+QzmKC8v4Obc97IzMqGA+4uQqG95aP5F638Z5tJiUuuiJtHOn3OZOhCTcLtMMzWHO1Z8i0cfA
DGj2QYTK6Rhvo8weh43d5Zm6TyNiba6LSmaPXU1B9S0cx3Y6tlCOrIDJLB+8fN/0YYKCdtKyUHW7
YWwj8dVNkBuQ5WwAVLwHL5STMRcLy9hXAhH49zif5mNjTG6AkRB696bAatZvTObqEqd7bEvjQOdC
NeD2seN9nRqrIneWCFW38fY4AxRokNT2hAx3bVBqEot/XocOgoYaUbizA0Gq9d8huGnq1nQhnP7o
6qSpiq2Xoj8PD+Zk6Pcazsrouq3CiKCaxtbrK26i/ZZqbmH5gefEjzB86p+itel5It9XAvU2Kd8d
uugiLx9rXejK5MhnGP23OQkS3mrXCE8c6dDZ/VdtyGXhh52HrVN6+LzA11k56cZlgivLSxrc142G
FQY0E+m6x6YHwgqSOK7DpzEzHDBeyuu9u1FFVesTuVl+dxlUvR8pxvC3nMBpGq6iLm7UHGrTLfHA
IjsMbtW7RwOwsbafGDzDLsNPcq8GIwxvxo6g2GfayzZ2+zwh64ro0lruYWWESwBsgx0kIC11Qu+Z
9qjAE9v09vQHcxTRSYCNiZmUFWzsgC/AwPBmtiRlYD+M6aC/n/BC9pAIRG3uTWwV9GSdKEr3rjn2
5ZWSkMO3tDI6/HJtVQcoBfoQORyy7B+o9mM2wKhTIiS4hGJcWd1QDJ8o9tbtMeLE410R25EbN1Wb
h+ZjR53a/kCyfRc/D5pXVEebVubsy3JA7kw8dGbR2lDeh9pS8Z1WeSLcE1xa/tAQdobY1WvAf7My
i3ifBtDO9kNoutmbunEzjk5aSYHVS7rhi0lQhrPJ0zJ6Ww5J5m3hnqPlThn+9zAUIG90uhtPV05Y
GskWobq08I1y4L8a0ghuVtFGfb7xGI0fS0fAOxCYbJ/ajnz0bTpm4j6d0hqXDMcCaBAuknhD9swa
RdHib4lIx35bpXVFglHojo0fjoHVUlF3k+qBCGIt4v0puz20cWPlxDMK191XVoLEWhVj40KoqGr6
NXBhgo8huxqO7iWujlsDT3Nzrw9efMRcsDhddAtJ8+TIuPhEzgHggKKbvU92xsK5JfJusH/C8Ijw
d+nYYW6cNmp65MuoMLA3uLlAYqDBKXOLLLOvyUhuLcw5GqQPFvGJtp0q6m5vyk5NB63vyYqIAkUI
VdUagNhoQKFxD3Gnz9ewTRVoVZGQ5+V25LFdU1OmnYrDxspB61AxP2KLwUUfZlki3ynaStFudEiI
vdZYynGxDTnHX3oRbIYye/LqgwHV0t6nsnK+Mq3V2p1dOiGEEHyiWwYLOIYqDqx0Gzml6Xzuk6yH
qyhyDU11F0Jw4k2W1DsinE2YfGf+kiHs0LhXJsyqrUXK4Lz3GjP8OAU6pbRpHGgEBXR6aRFWjpFt
xTCU6PVHeszbWa/YFFae3fwoBUEGexPf5LDlg7LZ43vGcDX2LeSAfopkTY8vpXmkWAM+x1MzvEn0
GOBzLtBobLOMWLFKBJjKiARB/ZFlTljtZNJ7yXWWSkFUgCdQDHiliZ/FwWgsd309gpuk1Jj8lIvG
HR4UYq1t2+XTV7fCDwVZ0RjcfdrUHXM7bmaxwUoGMtOr9LbbSxLYsiuNrF1zE8ue82pfwTDAFZ1J
qEOg+ZmRe/uDq4qoOMY0vuFyRnoOfKQYAnvrlPH0RNVvKrZ2W2lIZNGRuPizSJRXKExd7Cyt+d6Z
e/qHeatzMG1Rl+Lx7rtJ2+ZpMMzEkgMyiOY5dbgfWnjY3hIUtjXSFZwteDunrQMvG2AOlqV5o8Gt
+ShZ+hjyWG2LTV83DoQ8qza+R05DqAFyFMpaiGJhWEFqrUmxz3tUIs3MYgAWIIFSEsNx/jLhsMEM
Z5T6W3qe2LTKTNbXjdYk0VYXgJr3dpE4eyfsW+cercyMw8NzR5cNUlZvKZIsAD1auRqxsrWTJgcs
+gG6jUCrw4cpymiXKhJ/YPM1v0B99S9on2B+jxEJF2V0BzEbul9WD8n4Rv4CAJYo25N7MzEJIwdy
kIzYpEy+nTyabP0GOoOX3lTsJRRyEE+CcAh/QQltktEXPEDUmo4LGgac4XzIf6ENQcaWKryVv9iH
zcBWgfVV1k4I85SF1KbXSBWINHNBf/4z2xZZ7pAbtTCV6iEIdqbIOzpvidP6vR3CIolDgSynyvJA
bUMOh9UGLDnud7vEgLMFqzh/rMUUdtcNWS6KH2t0qsKYZJ7cLq49gE4evBhPRHF6aAK7m3YzjuJy
R+GnqXBsNka/iepE8vhrHsGeN2NdK4JvWjwnKnvSRAlAxm6s+UOJ1qZkD46nHjZXYz43+dBfW21q
LIoCsiPICzWTbTjRA93SWf4l2G6bhgZ2QLJcR7PqI14pOBG19Dr9gNsOXoYHlEMd+nhSIdAKb0m3
Bzdh1KH9fVHWQuseJ3IgJs2oHyOTtHGKL02FbqJladwI3Or3WoMClk++CLi9cqJE3lNTCPeYXZKP
gRYxgwgB6ATuAJvEjdHGtB1zPcENx6I+wIUVEhOuzBUJNVkwfKgTl752OMgBlJZe2W/xCWbZHkoM
HV5J+IMN9TKPcQySA9XToXWb/mrC04WACjLDW0tIQ6DvEJY6sO1zHm1wtOi8swwvG7675KOUcZNs
XasnIhMpUXFlFxWB7g1ucH1Td6P7rA+JgGaeJxi0Zy1EVxRFdf8jU9LGlQSeQvLJJKhTIHWTMBca
jnrfdniJyrShZEpWhaftOLMNPwt3qj7YcWJfmUHAXkpL9QVRoxdlu0VV394inmWsWo0Yl/VGjQ0G
IIqgm75zKoqeHIe+DEI5NwDyx3wvwyQjHiGzoseRma5658VNbW/HyIFfFnUTuLoaJfIBR5kmDk1k
p/ZBS1HZbR0wOqQSl4VU217WrHp4HuenrkhCFHQspreO6MPwOlq850C0HO1d5coA0F2T9g9zbRqP
Y9tpxtaNTPEcJ15E01/r7YMXdR3Wm97sNorWu8usVpVfTey6jz2GYvQiWppxGJbI+bYk3YNKzfUC
PQDLQRD4Ev7teExsDhpP1DyGHyHQiJ9Z1VvWLhctq2dspRInoT4WsONc22TJNZsR7UrQT4tZOLQU
x2BnKmZwdFVTME3z+ZRJe+Mw23ifxDTnzVNKfuLMLUZpNx0cYlfSd0aRF0BXKjmFkj22gYvuISpE
xqgUldbWYPwb8rSZwQLnfd6M87vBYXgtbC2rP3SVkWFbU5b1MQRP+tbkKNhsXU6hxk6fwUfwKSWT
2pYKCsNhErjTxplNOxbKmWMIozXmo9M6O8JhJSG9/wBv2JpAbN0ZV3jbfU9qFfVbkHIIGVwXycqm
EjUkJgSzi3caBD+8aiKID5h8XFCfRW4HCzePHfCcSzyssaG97xNm7y1pdVrue07WYdwsjHRfZ6N2
X8CwgKgvKngT+JXz72FHnpyPgiD9WFmZAW9ZFdkhrczY2NpyiYwYO1E9whIaAk5etmFVXzuA8+Pb
LKdJ9plnO+l7tE41dOyRrTeU6s5+F1UN8OWyB/CxEbWj4l0Aa64HXD2j9c2dznpLTkE3+iNbQUCN
PdUE70lQzkhuAMy5zs52UmEi3aNZT0G2/qZPlsncBh4ENIhaLBymno79nmITG/JSmWEFLbLipNC3
o3VlDaTXbmr2my3MqHF+O8+i+xyiMjQ2ZarpUEAs+66YuAgSA8VSEQ92/36IG61lcGiL7Iev31za
9RZrbVdJ5AIONbQN5WG4DTU03sxHtOmkGxvY5LccnxgzH13acWNbyaBvO+W01/ASunE/oVWEneTm
OUZ/qKVfxBA18e1glZiPk8l1Gp/2ZwB4sdK656bN45Jl2h3vC73Nvb0saxCSzVyPz7OK9dSfix49
5dALEfuU/VBYsrt1gJ7Og33lOAPqUBhQTOeW0HSUlnGM5zx2M9u57XMcrkXjlrBt7KpSG8fK5VtR
2nnBHMpmd9OOCBy3eZY0N3HejePOmUXyni3fxAY0Yg2F4mcx+OvBwQPcmEWebSyEINomdb3OwdtO
yJ1ThrDNdQOrPR5ePc181KCq2vFdMh2WI1SJvQhzL9xlYQJkPO3i7HMNFwNtyWSyzZ41ZBGImuYH
UDLjjyavZ0b5GDfqeqj6/jvfZWjsAdo78c95Sova19gbi+tAx+S76dD20Z/uGz27cpGFFL7reKyc
te52qNLtXtM+57kJi64wkrTeN5qav451zLzTYep9zIIYXngq5gYQrN2waepjJGWgjNNJBHeC8DCZ
v0F4bTK+6m5K/KFiS9LdI82Z5C6tZ6nvypmT6jcKB0kOf9nu9W3Y6K3y2xCyXLipE87qb1O2cTUL
3yBt8ZE4+Th6Q1PRAToSVHPKOI0sLWufMyNDHWXZIw2XOh3i6s4N7OHnMKZEg0y4YpmnZcBp2Uk5
r8SOHd+msxv8sGrwtmxuu09V70XyA57pLvuZjOy+DzbmMMBKdin149RWSfkmisBa+DJzVfTWVjSr
qQLUyQcVqucinRZuaK/0BUjb3BhFxWY3EQXHIguwXGXJK57z5zbXb8ElPUAi/8l5F5lt5XwvMjl+
Sjy33edu6Pm2M0AFZsspKiTUJMghcx6k+S10zSm6+Z+/LZdRI7D2EyMiHoVdwMi0ZNKxSMJ6TJBV
teoTZQmLowwuPO4bafXD/7jlGDQNxz8O6EWIGRctHbqpJukevM7Q33Ay02GIdRHb02lw28fKKzFS
stFK371esV2XoF1oAHREdMR2eD8wBv1ZsS283uLLJL835mlvA0qU27EKvF2riX+WT07RVtLNxC/o
oCUg53DtArBGY1SLwHmjA1O7C1kGd6aaxjP6iHWhm1+hJaLR8qYtgjhmVbxv0QIqfINYuE2nueYQ
VNwibDHO/MovmcXvrQp+xiMVS2dzTqNR6qvecBui2ZQK5TUk2yw4NCmrDkg0s6j3TptO97Ey3fvB
0SAnYEIS79DihiijDbY+//wF6ppNwX1peJrO6kZ6KzB1IXiBbJQ79NJkvgit1RgTABl//dT/V179
H9oJvz31/3L8LTkmUxt/+VN3xf/yb90Vkp9/0cfh8fPZYb42+Sb/baP1vH/RjKVXgfqRVqDu0uH5
j+7K+RcBJTSY8NDS8NT1JbbvP7IrZFwW6gb6QtoSjEjTVf4Tx5/8c0gIpHhEt3lwPldju3cwoKaB
cRQKmOKE/5tIBiHyZ2fqhhsFxztG1yrFBxtb+C5vlsQjq6rTIxOW/oTOr7zmDNHcisRwj9lQo7HN
OS8Fm0gpeRdUuvul6trhGGn5jKaeSMPtpDeckxatbHwcHHTZvz32F1Rdvzrbfw+7v/+U5U/8rbHk
5S3iJLODLpBN1MOmxEXg6OiQ5QKaDSNzrmTltGNbdDu6TtZt2FS13AYuKdC7MeqqH+wv3Pewl+uO
fCQ0D5gyyJGCKC6zuyC35KeBgt+9N07uZ9515kexUdiU1Mf8izvPgJDHniSCaVDuoeMY86HrXfOW
zDvnTG9/Ga8v/YWr3ucwKJI3rMQ6ppTtUBe7s/om2bdoW0Rl4mtilNkHC5YhrSpAshxXoOSfswD+
uRj8/XRXqonRKlQ9uOV8NIxZPHqsFZ9qrw0+9jTIxJnu+DL/vvT3rVp2gaig79P74eMyQP0ZU/E1
boT2xpms6IaOwHguy1YuV3zpl1ZqNWpGRkzGBMEuPD347ZH7TG1Qe6ca6VI2gC9xRSfNyHe2Noin
bPSch9QbQTtYTai9c71ae6f3nfsVF0J/5dZphctHmVSqm0qysDO74rAuXf0769hwG4wZpM3XP/MT
A3Yt1yrBv5kkq4G1iy2/8OZr9B//yIr31yteJqLfB1DXIIgJUO37KJbBnxdXelqd+XJP3fVqC5Gq
BnH80JFMIOsHXYueNTaOlz2Q1WLuRbWR0EnlrlvaeVO9M0om6b8ktC/MKKduejU3OuYEQtfmyjAD
DpQ/N1PR/Hu5/H8U3/39qNdzFYV+08xL5Uuh7aVhQzrudpfd9WqSSCX8EMcdlG+l2oFSyd5NzmUC
n3ogqzkgL/I4R5XW+gjOKSonP2iXX/hAVkMf0yCBVWWk/NL1vpYwRkO7vnv9gZyYudZZu8U4uGZi
LJ81DbTN4qoyN7nM2rdjXYQ/X/+NE09mvcMaOypwQc5vUPggWo5Oh/fF8IZzWIlTl1+NzCzpdXvw
+BLzycOFONIMGmho/yNlxl8f49qtXnicZfU0VT6ADNg2w141tX/Zc1kNzjZDmNNzOvdbWuZhSPtx
Nus3l117NTxbe+BUjCfZd2T7Jq+sHeejw2WXXt7Db1sJt6B50heAIQ1CkEot3LaiOfOwlxnvhZXH
WQ3PWcS90aqcSQVT8Ae0JAQ5kZeCa6qfr53QSp5DzIpnMmRPfTerAdskwFSjmVE14MydkVPGk3nm
7zh16dWANTsdH0kY8og0dkiEQulRvLvs6a8W554Bio+toQefUj+EIZhXl13ZXh2E8irAhdfQpdAM
573S+o+orh5ev+nli37hva51WlNkBuiKEA44UWIdDJNqmwKkcYy9uN46VAGvXv+dE899OZT8/mkm
4NrgngfMwROZQHZgIYJw/uE5/K+pYOGS/H71qBiIdvV4q8QbvbWDH0MhzqhhT933arQGXujOk/Ra
v5bNROrb+CHvp/+kaP7T5dRefvS38VoVcZZjNm/9TNrbKqn8zPxnSfR/P5HVeI3wzi05vq2PaavZ
xJVJd6xHeXTZ21wNUL2LDEQjduvbs3uTVqOfiXPWhVMPfDVAxxLxpJUtH4rlKLq8IA5Kde40cOri
qyEaDYCMylIxkDwM/JAVaSZetgu1VmO0DaNw6KHe+Zaev/dq82sFSv+ip22tltG6tWQxj2PrS6uk
yIsQiISbyy69GpY1+gQT62Prp0LsK/nJnc4VcU48ams1JMvMKqKoZc5C3nZE67hvp+cz97z83S/M
WdZqTIrcNTCl8233Bpz90kWUmLPP3Q4Ig56A7Xu3rR2RWBf39KKRZSTmg97CmXYU2GXq2+RXkvUS
Wh87Wu6fopxuJUh7A6i+7jyWTo6qOY0r5wutMzpvqWdfidFO3mltqbZejL+YZIvdqHv9cTaU2IWW
YR2amhp719fRVRXFA7lgmp5/byRgfkpm09UgnWk3ijnfCqTvLjbO0j7qUHR/xJmFQ4xCaAdMoZLO
2xGb557cSO1ZTHapNpor1LNUXQJxsLSHy3Y4a2eERjxP4/UsViq0tkEGwLWxL/xcV1MPFWhSlwNG
QuW5z8junrVAXnjp1bxjzAMGtOVzDeJjKjM0iv8Bgf3TqdhaTTt2FhLQqXHlucJ8a8Xd18jRLnzW
q1mHUITcBrPR+gkgw43e0kz0gu7NmdHw8mAwV/MOrvlxbjUON0YZ3JTk/ZUyuGzNXrufZuIG2xyJ
ma+6AQ8XIYzQeuFwXnbjq6knmgu36HCf+c4s96ApbmYs1JddejX3tKxKHnU/XmZHH5WcRhn+MyH9
X+sqrtE/luwI7kiKmAfBSAjyfLR3A6lLr9/1qgD/97WXqfS37YDovb42NK31R5izX/Alk2JvQhaJ
5sB7mzEX4JsnzeIe6cXCFuU0ZSz42dd//cR8vTYojC3o265PmK8j6CaaMbt7MRnZZaujuRq4yLgL
06G+ybbb21nj7VBdOHDN1cBlzY0QfOu8kDZD7oyuIDQOlz2S1biNO1R1Rc5npJvxW61AWhTHw2UP
xFgN2wDZYJelrOm6KR7iWPMhDVy2pq/NuukEjScJytYn5fQRosFeNKwtFz2SNewub0ckV8ttj31N
3sq1Xv+47MKrIes6hNkoi+wr3Rt3SmLUP1sCPvFlG6shW/VwRdqOS7fJXU22inHW8brc3AsbEWM1
YHW6UwMftjoakGH2ynbFzpra/BA5xviAXCW87DxsGH9ODDbxYvCieKNuhIAiDfonN5nPvdJfeMSX
/orV2JSioCddh4zNeUb/6ozzntpKQH0vzsFYq3wrK2jQxHo417iGGmwNZrZBwKH9NL3avmyxWcir
v09+FQwfAujyXwPiLgK7Ai/67N946hNYj2QMpkOpsZIhS3kcc/VY6dGZA/Qv/+ULj2/tsQ5T+Hqm
zjqmhjSPUHom2X05Eqot7DQ4IAUwNNK1qnpf2UvniPSqfQ1r4wgfxntT233zaQLvdV1XXrtbusuP
jpgs9rI8ijocwWOToLyfzVDelsIaUO+AOr9ozGmrpzITQZ8s0Rq+XpEoYs3A/yyvPefme/mZ01L+
84U2E0CzFB2obwt2mNDxLNJSXr/xZeT+9yOn4f7npfWhk95UuWhOROm+MeEVXUfoor/UYS92r//E
y3fvrH2okwvuwMl5qzXbTLb6m+7Sj3HtV8NvlXU0whhvysV78Zk2wGUvVK4m0SmOUGtiQyL+1sDz
T+LgRip1ph596omsplEdKh2Wr5SjInkz2ly8MYnovPDGl9/8becD1BdXg834bCZkpYjCfbu1v1/2
JleTJwQgmYB1YIMwtNd9MKCtQip34Y3L1Y2TlFlbY0WOK8i/twpi0jam93ZmTlzhH//aEf7qA/72
XOqJLHP6cd2x9jpz72bphE5VfJowmR5a2cXX+kgNLUhSEM25bB9iAxaOVnoaSvtiuqG/1B0VecVX
OlySm97AhwEdMLmaEkO/bN+4BmhwTh7c2po6XLON4aOfIimXBevM810OA/890jGU/vl8CToPiFeb
pT8Rv3TdY185JkJVD4rgY9BsEmu/pwN8f/1TOfVrq3kll1XaTokm4Rq13f3gSfvWG2PzbtLd9i5C
CU+LdHDG+9d/7cSAWnNcJvJARJPQvzDJH7yWXe/tuoA39PrVX54jnV/c2N8+HZTgkd1bunHMvKzy
a01pR8h4eD36aPj6+k+c+gNWM0IERLcteleHIWrVG5Wn34mOvmy20Zff/O32rcHuMrBrlNOi6WcY
Vx+DMr2sqbuoU36/tECJV8UFRzhscK72Q04XPo7VXGBhT6I36vKtFvlndoDpvRtX7oXPY7U9UrMa
C9IqDeJMQVmpYkBADCnnshe52gjEOdwRz+Z0BvABNBwh44l7We1jDRpJ5qJBWh4h1CkUpj2Nov+b
HgbphZdfjVhPjoGtppnPJJT3A4eqHSmR9pkh9Otje2H2WSsIm0wFldASwzcyLzk6Nodt1+3CfYdk
8zoFM0jdUcXfFi/9m7q2idptXHGD7FIcxmEQ+3ZwgmuWSrTbF72oNRnBaPGuDQA1fRUjFbL7NkHw
oI6vX/zEjKGthnOYS1YOmeCjbEoouFHYd09ON2vvXTPO3r3+GydmWG01rMlsISpEeM2xwCHmE2Wc
PS/722cT0M3exAWE/EQ2b17/sRPz0xpEZOlTgYMxNPypCd8l5C5hcjpz6RMnP2011ovRAtU32NJn
hHs+rDlzI7XkXp/jcF+4zOSX/QWrUW8QYUZuqyn9zDB/akSt0Vq8aBZEQ/fnLBhIRdK9ihrfc/vy
qI31DJwPNf3rN/7raPrfQweEzJ+XT80hm2U6Y/wbYbPdJr0t3uVkTmFnEeiRokQ2770gNh458sX4
8TFqbRJvsd6FOF+a2ckIPMvm6a4fp/anToLfYSL39Z7MC+2BNbg4UDvMjy67oSTysGS4FdaUgaSg
LCG3+dCZBYGq9mTcdokz3RW2Vx7MfCw/tBbY1ATlwwesQdrBISCxPvNHv/y92WtRYmXlop6SkNjh
oo19iZ8uiORlShMysf98oEVjkewUjTW4aAiZINptUh6dc+39X5uOl97XalHsBi9ypyYqj/SCbYKS
DHOfmHV6MzVZ5GdTxoTgkfMGDSicA+g8cyCfRFiA6y7q9iYgrnsGMWEnxS1y0GAjI0Nvtx6Mh0Ni
F9plSh5M5X8+hMSM4xGlt/KF5vS3XrRoF4E7nFlMXp4A7XW92xzmdhBaOviLZd/vQJbvs0ICIOqb
c1LBU5/Iat6Ysb/iAotrrCvL+kCo88bCxnThB7iaLhSRUUOkIukb5HQ/R8LrbnSRnqtCvTx3E+nx
58OPXMwTIg+l7xA5cJjbyniMWqZyuw68J/SUzjtjbIsPr08gJ97FWi8I5IgW7eDNx4yP6kOP4fkm
IyL+ERCCceZ1L3uEFz75tW5QK+OoijN9PiZ4nW7U4Jjvczkmb1vNzI7VMHI472WzjfQw2b7+R514
gu7y33/b1DpJLnsMRGR4NjPoV4wkxMTmY2XsF03q9QSp7C0Uv/rs6XR5NS/9iatZOOlAVHe9TTo6
9nPkC0VDONmgxUdgtB4xtdjK9nomw+vYoAXY9ZpDxnRP+h7ELB9/jnnjpIpEVS/IduUADiTSkx9D
XcFsyOI+32tpnn8KB3j9pZjVfe9U9XDQzLa9HeNofG8Gg/2AiczBuJ5nzaPXBOEDZNgMC1PmHthc
pXdYYYt2MzdBgJnWHrb2EqPuwTzfR3H8WXWi3BkDoatJRtzn66/hxLGaWIU/30MpogDsfM/H5TL6
tmDaw5+NmC1tY5J8+JlRFB6LRtd2Q9zJH6aRxnf2MKs3UeWl78VgV49wnm3Mohi1CI6d9jFcAbEN
0ij6qbp8vGw4rwlsSQVApLc5WtvL4Zfm512Be+zMbu/lHYztrib8aGEdu4iBj10dTnfG6Bp3oWGq
z5UJhVsCwLloCwO+9c9n3Uy9JpJg7I7D2GQ7pw4wqFLvOfMqT8yn/0VLUknZdmPWHUPdnJpNAM0e
NxypnxfOEas5b8Cz7pVd2x1LXUigEeSx3quqSZ+iaR63WUnc8DjDEcgjOZ3bRiyL2QuDdi3KrAaF
IbzoumMhnPSroUdFtZGlm27HMvR2eZ5534AMYdojhTG4mYrqH+Je/2+5CfLln+8qQF5K6hg5XpXm
fR5r+0509XTmY/6FVHvpz1pNfjCc63EMo+4ISDsA6qwl/Y0K6uybWXX5IczDbtx1GmAIDbion+a2
dQcZeviiSOO4rKprr/FnHttSAo20wmekfuyZona09dS5v3D5pF/6C1fTCkCc3gix2x6H2qCwa6Q3
iRM2cle5Op2UhvjxK7uJm5ugTxpCRFps6EaJ6KsoyhTYhBrOLDOnNnPOaq/Ijpec6kwv/DxXYo//
QMeFSWz5JkJLspvwwVxBF6r2Gj3y23Hhq4P0LQ9tVEofe0C2I48ccorgNmn6q13e4ubMnCk80/w8
sbivxaQAiYKiigeoRy65naFBnnghloRzmZlnpp1f1ZyXXsZq3lGtquRUxP1xgAf/wQ1aqXb4yHkI
VoG9eDZ79xpwRfcV/y+G8KFPOGJEfTTvyzbipXS98aYBhDSec0CcHACr3VmWVoPVRnQL+zqefzS2
F73HR6Un0KDGYWeG5XNE5WiXZoyOQiYVHP0B0tiGKHTtnIPkxJ7HWc1ngEuoxjTRdGzUR31oDymW
eLMiWcH5KpXjD6o407I8sdVZS1Zb4sjHyQDQlM7C1+auOxBboB31yMYcD7xqD+HlHF75xOe01rCG
gFHtym31K5lO6oBnmZjwWbB6d6o/8zmdWC3X8tV5zqm/mY12NUoTH3Ggzxsl3fe5hRKDDmmwf31n
cmI5W+tYZ4fKC6k/uZ9M5B+M3bYi6fiyS68mJydrRlv0XLqPBXCH4+heeChbq1jdrpuaeTAz33TL
5li3Y7rrvdk4M5md+pBW+xSUwqRLwD7yoZTDPAfnhoUshshyT0F+ugozjzzb3Km+v/6YTs0b9mre
iMymMvKkzny6z7bfgkD6HoxD85747HE3JmngewRwb+MhRg/Cv2yO2WgkPpEo7a6P8hgEg1efmzNO
fdmrKYP0Aze07GbwhblwF2ZmCcKDg3P9jhOKI9teTQdDO+VzRCwEwUyGOETDsu024Lt4mxF8Zwyn
MK58rSuCxf+tpYdKNf3PqLbAK7z+uE8YOWHa/7nlyCZEFBRMBz8byl0hM9gBECJbh8COYNp79kMW
ZvumLh4gph4RSe5pXR28lLD4KdhJJ/xJOXTbJOJGaXuHSK2swP4ZtHfYRkFc2ddWnZ6pwJ/4ENcq
XINgqszWy8zvdUvbkbpR4tWMrYK+dlwtvITp3rXDs835U8uFtdovxZrRp9VMOrhnZm6766xO+yYH
o/wG5klxgsRssA2UZ32Dsjp/1wddDzYVKUfttQ4Z7Mw0/qsp/cIyupbxEm4f5Ylm9f5EJC6MSzcE
GpYVyS7oreQrx57QJ39Mh2VILobX7Qpn9geP7jPxaeGVk3ZEKClyasBAymRfD0MDNDKewg288/pA
wpLxzrGAleQTR1HgJURl1V5Vv1diDN4kgJAeG23Uf1hQXeozc/mJNXCN6274nl2QnpR5wjZ/SPLK
ORgdUU2blvTw2x46/rVmBvk2s4fhTKvvxDheg8+FaIFR2gJDy+xW6KZsvd30OFNvQlJbnl8fSid+
Y62KrkoSU0iw7fza5GiyhKntkzIxd/rUqqvXf+LEKrgWDUOOAsahtM63655EF0t2x9nK0ltnjLR7
4VbxmUn4xDJoreb8rLe0Ig2izoc19EVNZvgpHmv33WV/xGqCT2eVVEbj9L6WG/F1qIqZaDyn7HyM
U9mj2U7qzEs/9VesJu8xD0Bv0n0FA9QeKELs2jTZv/43nLr0at72IJ/NcFlyP9ZsKH2sgtaZCfnE
K17rW5mFgZmIQPng5v+XszNpjhxJD+xfkemONmyOxUyjAwKxM7gvmbzAmCQTcOzu2PHr50WpTaMu
qdUjmdWlqpjMIAPh/q3vJQdAYOIiRZPCypqFcSgqrIv/ICD5e5fPFS3wH6thiKKStBtYCdZj19ho
2LAc9Ch8zy55yXZJtB8PNUDQTJ+C9i3DBRb/r357fx51TUSI4MnXFdMKs3mUS90datH9I8XC33lv
/jzqmrhTp6jX1Lzt6nZV5UduLh//uxf+pyeqNoT0vHqs91PaOdyYs3kacv2P3pC/98L/9FClqm28
JjRIjoUFzamULsPN2dt//9L/zun053lXIDDJJDNSPpmO/mV14cmlnSueVOFY7//9X+H9EfD/F5fV
nydffWMiFPfIe3Oroj+yOvmQbRppLbs294pjhq3qNSmLAp62W98Cu8vPRTqoaLBZ1IitqZ/eIEcM
kXxxTjnAcu0YdzghZdQkWfNuBrD7/CKs7KgugFY70gh25WT23/marbdVMhFV+4P8MNsl3Ckk2QUW
r3D9ZtmClhdsJV9tHdJwKNOs118ReYMRK2GMX/mCiAuv0PhWZM78YKfoMIEz5jHawu7Q62QBNdgo
FWVG5sAKtrH6dj5XSVeuh47KXafe8HKZ0Yzo5Q4E7ECtt16WqOiFPChXYQiibLne1qtr8UA+jysg
5siqbFrT2HP1mwwHOYDzXYozcGLdgr3Msab1vJRDRvn3ltSh3iSDV7yUTZNA+i7np9pEWCkRX9fR
YC7uNmNwN43MaTSf7G6u4oCZxhda1tk+bHKDnxUE+b1n2960bTI3v4Nhll8EAIxD0nWJExldCP2N
lDigFwnuAqpHZ59XLcCIicZwDuG0JkeScj8O60IeUKbMy6ZOu+W7LDL7JKsSaTykvEFEZi4nlIpL
FXoPQoVVNM19RctlRZRRLov7mQxWfq4wRa5xxarDZZ5gdm4KNWYvAicbIsaKTzFtcNvjSkWkEnul
YeSQMKuwxd4GLCTvVPjD8EsPUDn07Roo1sYWYmqjwg5sO4JNDmQS7ncMWq05UGrCiamc6Tm3gMnt
ZtFSfq/Yj0JTyJ40a3q1OrsaRvc+nMp5pIfYAmqXdbI6ODD7vIgFKONql2dNMz0PveWiZApcjoDO
Qoe64mdvNk7WLc/XBuGjTZ3QP0/dYC0P8Obs7wSO7UeVgo2HfW6IIznheFv6ZsbfCltkb2RjaW0F
8yUgIn0y3WE2MOilmdDWBhCpZcUBxaz3sgCrG/l+2cIIM8QlsFb3UC9e+7zOnQnvEFiWBbJy0wZX
kyyFbLzTdcV4rOcNvbufSBg/IK2DAh1h9oH80BPCwRX1b1Rq3yuB9mGD2QgZAJwH9Icolc9ERcug
EocAWt+GDN+CaO3o0YFrm4p5I3td3UzsSW2adiZLwJc8l7GckRX9bu2qzqhDtEPkzcWcHTLQUHHS
wQ+DEp5MkD5rvQsNKwWYBqgyh9uJ4W23oCncdPnU7loPHlw+lPLghSqL22IId6iNplM/QCg/unSw
rwpWw0ICP+ZGG1llIO8kWKpL6ConAuULSTA0OsShDbz4SIT4KWcRlmdYWGu7Swqrkxvoj/JTmpD+
b2vIWOPdnBsjuu55rfd+3tX9dgqKz5Jl3VOpPFtemmWs9RkOnzJfuz78bVY5qs2aWwIuzpjMWdyZ
0rubGyyHxrTY3wrQzZ12vfxO2Ha+mYR3pe4u6QpM2DYWK8phqdKWZJP8Ne8LfUc5TD1cScRfYxrA
FTdo2T9NRlg+i6UE5uEFU4NdD2RDz2MAxtparGOTe+W1y6ROYpi1ishcVISKiO+8SqhDPF5zhuAZ
eo+tFuuZ9n1w17Rjt02rZX4cXdIdqpKFD6RS6E0qU9uIy7DI4qbxwjsxZHRoO9XGnZr1qbSk3vhy
UMRvvrqwKl3G9TyPT1Jb2WZyV/OBQqYP2pI+ttsaNYTt0fBiY+E98BjIPbB7oO5CY86+TVUauyDQ
3nfpCv+TmRHCrDSrflmNzxlgSthw7OvWmzFzyDetarxT0NZ2iZc2VSzLlLPfLwI2NdN13NZGq0/a
auotb/p8xnlcPJjuVF8Fnu0OlmuYM0rvWjMoYX3rUO7xhbpONfpFezMxVuKV9VYX+THISb3YWK+d
bb2upo1iYExutBuMX+GYwc1rSg5tJdJ4AhMcK1jhVdRj+5jQGDa4RjvhQV6exzskD8ggm7Z+Ql9s
E/xy8mOWnV1n1+RNNQO7zpa96fWlw1GwFm9BM/TPYBrpcIR+Y26cJsgAd69ZDWmyr2kZciJGMk2y
+75kPQpOv5Nv+UAtMUAZLBLdKm/neVZpRNHPfxFgPX+jU1xjuryMihpoJY495O7IFpJLjoF648lV
JTlGIkr/wx46aMxLZyAmLup1s3pGeFG4S29AGsrXHoQdl9ZoqM3gTc2LqZP2FCyBaGPTXvFarEOF
PaZpbFVGw8DkEadlKUU0pFl2L4BrNvEgMYVvRIYVE2c8LaoVEnPE6ma189PCxdtrYyhYU/8Cf9fi
l8XVuUlLt76s0FdhLIquum9Wh/2JxArvZwt5ZQYkqoUqHeREANLZGmGrLx11hMhl1WqO9Niis6uV
WewNLw/emV5hYsQX+nMJ3OICp2D+IdN8OBlDkX6ESeLswzC3ntW6jNtJpFPAGmHOLgP0TmD2+WR/
m9pH6mJn9nfmzs3BJa547CdPxm6p3DgsoWiW/ujsZ89v+10ZNPWL6HO995LeOSSFoXZuYwVokPLg
rENq84HfcW3P4Eh7gjfqCyXGY7tsUF+rWgUPYbiKMXYbl2fDy4oQ3KMnkC57WO6ML48BOlRY6dzv
8+vcV+QKHcTAeYuHGeXzixMk7cfMrOc5zcb+SVFDeeFIxeiaABDEk4T5U0Wcixy/pSzus+a7EA4C
hpHbZzQ7QLq9nd/kvdPHjpHmdeyHqXeDGnxy2FxJ5ievyDDJuh2He6lddZKqnB4Wey53dp6lyRZC
YfCNgN7ZDqaXBKcpn6pz3RCTRRxSCr6mbAaa3dp1kBpA7Hjo5WIVtO49867IzeaX0XbGj75T/mPf
+c3Ogt5+1J3BgnBt2OchYU8ePy1M3g2jj/rVhe8VUGMLCbEca17eITHRk1jDGWO5FvX4nttYbGc/
K/BdFLnyoCs6LcbdhicWDTcU8HLpky1mcLHXbbiwBa3V2ZyS5SB1UdzB/lc1qFfX2K/A3adoop3d
brImmfeD7xUnT4+vQ4PQ/dotBa4/+81NLfzciWRfi184yBgsdczG/epTlTqbPOmu7HTRDDvTIhOU
1hRcDKL5l8plpWrAq/GirizvHXB7o90VCqBUmiCmkMMCF0BlrDRHc9JKTA/IsrkLg5Z1666DMbaZ
XdnYcTYkeXCaARLmXwPR9o74iiJTUzbGefKMCgWGMPMlaljsLiMY5kiLDNC5HZ+uZmM7eV7te8NB
JOAi29rCAc9x6OUyu/ihnvc5bRce0Dyrxyh0RnFigK/+NISmhIYG7Jd0ZiOLU4Qs9ZWePV7APhmx
kfnFiEXcwH2CgEBtKpAncSWCstuWjKx1aOVKEhkW4tTE7SY6j952Nm7Z9WUys89K6wUluPhKW6Bs
YR/013FNNd176ExfcrXYuF7mhthmJlRfG9dkxZvq6sldOMvRTjASOTP05wPsL7f96NU3tmE5b+aC
QcXnrGMavTcvinc2iMw+CyG/FeihN7Q5WQ5Frd1shrEo/F1qL8zXOUGVHsJqsu7qMiv2AwjQNOiK
71JPaj8tc3JL/MknCVbnVhTLN9S/OXxkANtzD07baefQpp33sSRDO2yWdrbsfZ+7ZgU9DFLsZl1z
qJ+GKYvbXLYt26k0qSc+krCxd1nNVn1D6n0IZ1bIMgPh+b6SLRht8sDVJlrLLON2HvoqvU2x+NYC
itV2IX6atmGoBNN8bDfjbsZebVe+0nt27tZPIbxV/YNhAsv5o8L0X2WQfyq6BnNvKz4k2WFRBj/Y
sjbluaZ7eyu1HHbS8pft0NvDSdhZ8D5MeedsVDOMR1oR/c7JJDlPx8fe91fkiUp17d7orpv9lhjo
EZQZWH2VW8QJiz+PZBtLmvO0FkDJd9ZqlBd+IZN5sI0ED7STpPQAi94ab1jQ643IL0tYvw7+t62d
gLHYMSCf38uiaX8VhpNcwnZy0ds3DYECuH6Q9E1iM2fk9OvwbDd18Zolc1rEpRHouOEGeIcrHw5M
oK3TsUZAzYRk4P5IKtd84IM33NQduUEkA0aAemvGR6lHO7gZZq9YwSFSJtoITlEYcou35KdsWg0O
d5DOFMopBRe5Uz4wQBC+lPiLng1OmOcJfvbBN/x12qrAZRzUB6+Sx1YieLh8Tx2RTWQXGv7XCLSt
QK1Pa8bvuLh+bUMx/4fyWjTQzVzNvzVM3t+QHuGustfn3dgSmcclYafi3OAWeWdBxl42Eq/FcRH2
8jhkNodPqghoozDERbV11mb8cPLVPpSNNH9qejo/wOn2Rz35dobvo6hfZt1Z7/Zok7NKX+7gRKs7
l4NOxmPBCtT1ZJggzGdKRgw1nbQKwKKrbs01zap+eq2DJnzohbO8kiK/JhN7ynHqF8VnqEZxVEHv
vFTB4N7mHRb4FeMnbyG61I6Y3PVo2es2eZ4WT6SbgPP4Mpe5SRdEJBYrAI2pCXYn96jSEIGIzexG
GTVrSzW2Mvtz0Fjzk+k5GvNJpS4lOUoXIcLIxQZhkjbixnWu1Y3RnFGVF2D7dxPE6DMjYjRYCAp+
ij7L35agyq3IxDT2npRO72wWKiFfFAUasmFJse5IMZ9JmCosjVff6EUZ8ab5TOy25jXlcwM3P9vu
WOwdCq9LPAxm8mL0NjES4L7hdqR5BkQYkD6BFswQ0uXGRB1L8aMaGAhzZsQGonxQsrDOTVnp01zw
ZdEcCnVnsKVzHgKL3N2WqM+2fjW474qFmIKpGR8vl58a6W3WG8gR03xOzgJrwTExhHvv4NkTG3j7
aK2Ib+UdQzz6qS8N66Ate75JLce/g9clX5gSDgYulIYPWGtYyxFhgb/rXF8+aElsGI9ktz8Bs5W3
vgfLsyD2o3DRBb9g4jdPZj4lG3tcyne/dgYdgfyqn1m5aLfQVXXce9IZIs3kG9AoegOSLYYOmHs1
NSizLCNtHwKmED9Z50nONKJlHuuk7m4QG1uncVEVoWlbHnTnLxt64MFniJ3pWai2pxqA72s7ZItz
LCTQ302BvPN5Bpx914Nuf+VI1ZEPBPQH0AH/B7dz94pJe1XxtZ9wH+K07+jVTPatEeY1qXxmtl1E
XI0G2g/dg0E2Z28Hrt2Q1dc6+1WZg9otllA7TnL8SFbl2kZUpbX920m78ZUZQ+HEChL46+wywLTp
WhaOwbyOv0SO2SXSNNu3VZcvVdT4anmbfcNIGbCiRGNkbvgWrmr+DpRFgj8StG3WJbVue7u3v2Zz
7KKlz9gcL71grBHiMIzMhU2q789J+CJdKT7DoS/PIFs8CcwFf0VjF+5L4wwlMdOsb/12CJ/cdpx4
JZMMf4lOYC3RgTxp7FM7lvsIgfPApdCl6xLCtwltHEDZ1O8aJsrL45hzp6JXwh8R0Y30HtnDJFQA
hTf/njPDO1wFOeQKhbtVlMAvRqHLlxywuI7tpZevLpX2fMsxuNwYwLISYk2H4kiCb4glK0cqcgpj
AM+sGhvXU2K2c0/iV5lshhf013bMuweXPDOl3LekXt12pFLwosPZPuTZNQYpNJa0wK5JtUSyOFev
jcxv7NRav3vliteiU4JCTx3KKCzy7gk3ICdchqKJL7WS+SVDOHLpVL9eZjdhydSfy+U4YpEkue4I
Zeye2AOdR4qrr63kjT2B5MfNlMPI90YPowYMFOe5KmcuuKmSMzeV6HHO5VOTAr2gy8p3YgTsYnvj
upNNlpxYT6p/+UPhbSwTNeGZw3DJiFg9x4oTyhd7IPRNsym61DkEtdE/1apomogJjeAweajWmEZv
nPvCddcdEzXuXV371bFsO+pTTYPBLjIXbf1obGZgIqgn1LMQBEULa2gb9hKSg8+SPMI0x34c26K4
qSVGkY4g4VhUS01/J5M36wL/f0GxvfPqomRu3CyOy+iaZz2Y7Z0eTeuQ9W1bUMx0/Y9S0fbmM1Au
W6oACwMHPYO0faBI7ucVx55ip5TjJmAEXQ7EDKkM/dOKgXgzGa6O9VRTDVH1+mTheXqZrZVLsxAB
UkZPZu+5N9iS5J4HeRjstLmTTU15IRsqk6VyvA27zsEaewSUUt9yqbHcCBMc9QVGAJVvRTaHWZQg
afnwwr46KTNwT/CUhpM/sAc1u2tabiihOz/qgG/QIOgljSGSjYXyhbvhTZurHYQE4ujKmeJ0XKvb
uiJy8HHMvqDKSCiQtrbVxjyK4VHxbP6oREiU0dDvvjUKZWDNa1SxKxix/S4T7T3KntzIXK31octs
/0hSJnmcrWXmPQL2fmQadL7OVY/MZhST6zPwxnofaZu61a1VbwcsvztldNbXiOzgPjeC6bR4JaXq
tk/Hu4LP6E9NyXiDDLg7+Yxf7VZnqI9uVQ4LJxW7juiPAD3pgPydzeKjWZVOBA7NPPQAlkl2zX7b
q14Q4SIc6B0x7YZFyT3IhPBt4DU96SbonkK7TiIfv9OPmr7LAeiL2noz50ZQ6I8gL4IXBGQNOOqy
VTHTEG6yyc3MfOy0Mm+bcLU2WRvoEzc2t1oX4peJVOkOTey29vSxCsu417JdJP7Qsdk2YZrEdEak
3GSzDH+OPtMsm9VM3YAQ1022HkXAKvbHSdmP0sv74XkZ9UD6kZirv10W3z8mIl+W2GhFZkeZ2afY
eZl3JGRsXJXvAzFbfuTXw3xEWmdDOaoayzm5U68/Gt812id/9uU+G3T1Wf3x1lcTGrYY3VXJPVdn
Mzod1yJJGTEJPQ2p2Xcb2o6N+xIajjNs54GW89bB0LBh/0MeOtEP28BK3Kcmo/plrRmmatMN8S5g
FN9h3SKw8abCCog/BLWElbGwiFp88xMr17hL7NG4EAlYT3MdCMQz9Ga7QM1bwrMhDqgFXNBgmje4
gF0sb1n4A/GQH2E7HQ+yom7tawxamDI8SgSy+mTJ2t9kdV09loMK7lA4qL21VsXbQp7YEa/p9mUZ
iu6+kHX/5tvUewx4EPvK9vRbEIonxAHNzu4ycWwtyWyJxV1ycmc1fihFHO2r/DbLQvvd7jlyqFYZ
m9was/dhbujqqGnZGeu4/NAejW23pcqIeCFL7hDvrCjJu4AWyzDaR1fb6Qu9mfDF6tt617EgtWfB
jOUvv13cC10Dxpg8CLAycsdqeSiEdr/S3lU/ROBpFFR9tnJ7A0beVnYuX9aJDb58TptvCu/cVeir
RLN1BhoFEnn3nVdfnwtNEcSIvEWqJu5Bi9zVdD4unaWl2CJrbR8W3QcB1T9DnfzMNqngMHTCIZha
82k1bPtEWj3cshmY3YQdgzGMJ801JZ7QwNySTcW9Jc3gkTZBcq5YZSJrSq3gsZmn8OgKAPClVWRv
9YwFY12Tbts5q6Y8Zw27MbedCmWsM+NgYgSEqkP2inBPnQYEQluuICb82849VZR4vvhvXUwdpLov
vSq8eCrrYldnKgZGn3+lKZohaXl57KcBi/ZIAY8Zz+2+dwrWSGiu4qqRrTjhqMvOyqxCwrzEL1Ek
y/XSVhwgm2wJ21ufgvSKC7YuqK3ylmxbWmrVdoaJwJr/6qwbY6Qw0Zlt9SGTzDy1up8PtQ69m3pp
rZscuWzc6GA8BmCxn6SQ0FT8jCYC96UufrZt6tODxGh5HDpMP9QOEmwxDgHFA702yJy1L4HH6gk7
UoV2K6LUPO8oJfgfQmPqW3Gu3c+M/YWMbBX5VX2r9ARMMa+/ZGf49IM41rMsqX/icw0OBoO3cUbl
bI1WS4EZWfxSAr3LR7SOa2qH79RfvEvqr23cjzPt+GSmU5NPqmEOrDOXPaWR4q0Jw4zXHSgdT76H
86Wq/L1RFM4PSHo8FGuZM/PCI2zteBYl02oVZRCXwc1yQ/g8v6r02kPM0tU4hZlJ8OROS/cQ8Nu7
a/HHbJHLLfsJZ9YHSXf+MqBH/RHMg/y0RMLRRKF8iuuMFiNF7rm+uLmteHjKdYzDJREXz65ztMbS
BpLbJ0/LOLMW3BJ2RykVyH2/tAhPl4UPGLMOMReSPISF4f3mEayPFc7B/TSELA7yPJxTyqLbyQmw
C05FbWNoXpZnFdr9DZrEDv2qpmeAbDDUe8LQd7LO8QrrWTMiR988Ycf1ydgoZ6VBsxDsGTnyxmS5
VHnPR7O3kuaAbrEoyFGt4Fb3k6WiphqsCylXuV/7Ktwx3GidoNQs70vnhu++PSMQ4sGX0KhV1lrY
CJb5pxOuobc1+OHupA8/iMSp3jrSmW71ZLOI6XR2eSy4L4JtlVb9Q5AShJjWMGyzVISPOSuSx8l1
uCvwIFxc0ChnyJn6giF4PtGpq16UmMktCrYK6fF6O9u63hhQiiKdZdbGRHtFCoexadGKRr+9Lnt7
mdK9jYLrNeXapZ8vLNYMgPKEUW9Rzo9oLUzvIdWXrwJYBtzFNqcF6NfpIVis+VhR1VZRbRCUDUFu
7SjFW/djhgGS4KmOLa6nE6vF2WHmh7kPy7olUBwLuV+GxDnn5I9MsZWkSNVchiehOctoxqfHhQLY
vcH4G45ftbbvdVGYD2mfWCd4x9axNK3+kjjCvhMofr7KGpfsTdcuI1MJXu8eekd7r8VQ9T9dy7J/
TTrvdr1I2aEN+uWtzmnhngcrlOjols5MIwadxguHO5UT1+VizhlImHk/fs42bIV9lwiL94NXq3eC
YfnvcemAyw2yZppP8ckpQ3HFdqNKfq6qsIq7eg7rgwFqkzJPNT6umR8g8BPcv5k7QmT0RHDui8E6
or80tkgIwxNdqOmn4yflrjVYwe3NfKZO4Bq7pGdSMYED94km4aqutkK9pR3WxF5rJ79nkYRb8BLy
G4U1RWQ3NxqqbGOwG5vCsjdzNw67xRndT9cZ64PTl8PFra+iYNE2znuTC3tb02a9tyavZkELsRw2
r6k4mL5t3GTDON+SFbRAu1yq3ZkO+ztGJ7FmBIuhXgcoOjzlS2ActDS8/WCl042Z4nyNJqvGWC2b
4o6Vt3TYysBzeKyQp6BpnGkQR1XVNG00m/2I/k5qWmMVJtA3jj82l7nCjpVXrnqTtJQwYAk2T0xd
WLFY7RaPgzRImVXgbLjnvRfGJlwvSsFHUtFaaEcsvPqnJHSrR0E99lZVrbkt1lU8OGGe03co0xMB
oDzRksu2vHvFC5vElCYtYT8uboG3dC6r5ZHDrzsSh4aUJ63iax36NnKZs9gM9B5Zc1pL69Fg0+gR
D7r8SuvKPSuWFj6L4Vr1FvMqnvoavm1DiXKHNSrAvLYmX0AqfqW+7rfoCYl7q4EGHmHEts+6hOp6
5Vw/vMPeZKeYFhz9fS3HYsdTTQUwr7pYWq29I0cmb8vzeiGUq9NX1nDDYDMjr4xxhU7PMJPne8C1
rB6XgpEXPZTmAQKXHdsBRA+MayRwGd37feFPfRwWVXmrDS+9yf2geJyhk1KF99ycvuE8nsest54k
QPBkk1WuwFBG/V7mgXyWVTXdlqZ3Hb1tqcfPHB+Pnj1Ts6nTdZvN2K4P2qSAizqm5eCEpf2Ntck/
jlZt6K2xwmM6L2GRRA3n/8rSedvFNcLdMZ4K6i+WtQCxgb3VH646dJO0zaxAeCbGeKlqD4BtN3mp
yZqX7b94dAtfGC1JbskL7HGjMuMtMfpp5yS1caDYNx2cJEMJPa4qP2GLvF4cTTi/zuFUvGUMJhyb
1tKXEnTFjaV9cYvVvMYObPflNvXSxMD3mjJRWBedLKLWk8U7h6rXPdpDUskY9V+4N20u4xhUbu38
qnWq49JsaJDWcHH71e4oiI1QnHDXtZMZ675B8K5GNypoN+yFsybP3sRo1F1vsJxh4T3unh24AOEu
I3zLNyx/5fV+bBfBn7Ec1J9P/B3zb5+6f4wIoR4Za+Cni/sAb124rPLN5hROd4TK/afFQM6dZXhU
XRo+ngAf/KmW5HX85a89zDx0ztQ+tGuMm5q9x4hlVf8qTq5xGwt1nJnWPHt0yXin8VHR4neni4Fq
foNH0BNbhTWrOqxJkRRnglVM5pgibT9Jj9c3rDSihA9sTJeMDJqcBhhBoQJq766VXpTwk/rRcmTz
kqi2zGJfZ2Eds+TB+k3W5BppLTiDL2KtwSTC0Is+2gOFAvqVBSXm0U9IXp3Kd/hyPREELZm3GJuV
mH7ABMQWl51XyctUL3JiTscT094z8Y6fUlWkmHyhyRnvDfWZg7ZpaXMPj1/M8bj+zzqnOxBleH8J
+yopcm68dOjxChquu6cF4X+qxQzMLXzcgvKC3ZTr3rIZc191NrixXLV9t9IWoopSZOYSeW3qbnvX
1edZFN6HLTqaQjWuMht7HyKLhImih2JJvOeuapgwyRhqcoSF5nAallMVsGDshtfZj4bq4SbgCCPa
dzuR8dYxbU9iCR2sTE1rbwaYHyMHgWpFUTsZd2aesqLACh5zNkjhecOCnR60c6quu0aKsetf09Kz
z+ZQMrtN/MlNDoS7s7mt3FH9pHraf1PnrX/K1BNPwkRQGuXMVZ1p6TAWV3Sc2q0h1lgPKQE68+Gi
vC3lPP9W7hweGooy1MbhXfyS5kqw39lpttedbV7YferijiIdl/LVwJfzYL+HEC/VZgwNN87RAr6z
slbcZYx0PfEoZ7ddWZg/7RGvaePM88VOxHJnObOHXmBadIyTilxELd5TYHTGhpvD+1326bpz80Zx
9zbm89qsw47P/7xxvNy+cQlvv93+WllCnFe9oUoceKjoWvOrpbrqp3VwQuo1fhqFpBndZT1dZkoE
fl/QUU6atjkwNKM+RsZwzkaX92c3yH7Tg0puFsgPVkSbM/3Bfo6LDL3Kg3LTywIXgpn74qMV925x
MGrIAbbANELzFHP95FX8EFZ7pkYQnrQdsApajRPBSxY0yChHkaZnVj/WrynIFrqQFmsqlNSfOqRd
NxUj6F9iMKqfLq1GwNyy1ag3GYOPLDo0Z80jsiOIlltUneEDH8DwsWnL5E4NbrfBppzv5gXDYakX
ytdwuUv0l6SODYUp7T+HeZvft0ZTfyDCowK6Jg39n6RvHkryE3czsV/m/Nto/f9IRPfcVPzzL9c/
88nEvma6qP/Xf/mbf9t/N7cf1Xf35y/6mz/T/esf/zv9bq7at7/5l23dM6/zMHzr5fG7o3v4x/f/
61f+//7Pf/r+47s8L+33//nnz2ao++t3Q6hd/41Nzmd8/9+9Rf9JQHcr02/9n77+r/Y58Zcw9Dzg
NF5og4C90qP+zT5n/oWbNLx6CgMGKUPHN5mF/qt+znb+IiyKiKGLiNERWDf+XT9nWX/xQsczQ9vx
PZ/B1uB/Yp/z/9ip+H9tYsSEYQC63hNmiB4P8Mh12vk/AB0kGYdMFbj2tLTHc5VTYd5ocy3KzaS0
+LKdIP8j7zL9g0EcrzYNVXPz5FSUS/eO5VjrJivGpbhPDKYBT4kHHP4LEItU91PgIPvOs7XYJ3lb
s/o1qeStbINgimZvrj/F3Ge/KHcGl5C6cYAuvmyzjdcp5zSYukl/TdRW0xu2vddTYPfNHp1osiux
OPvnhRJ6uUuQxrJ5GlbaX8U2NIs8PGKuZ0ppYc+rOwjZ9S+61h6pAJqxKrLzmkrR2mVFtRFpna2/
l7Vd/BsPMXRkF0XeHoLc8/NtG4T+/6XuPHYkR7Y0/SqF3rNg1LRFL5qky9A6MjdEiExqbaSRfPr5
vOo2uu8FeoDezSwLFZVZ4U6anfNLRCweoqotLpBViMPqAyCxLLiz+NX0leREmWTF8RI2iFE4gzbd
wCfVq6/snSIxIPkZKAtpTOWutn3rtZSHEiM6FR5UJVIj5N0zPEaIjDX5nqZ2euvLVa9hvyZNH65B
IwAs5nmMNFTQ4+qnuoxEj5ckFohx78tpdJvYpl35mgoE2rkXq++HsJtyiumVEBPKkHY044FM/scO
THiv0tS5SjyR5JFaq/fVNGzmB1ixW7UaAaq41au/OC8ZDKDosidJQArhHiX7pR6sOWa6LH7WNlqQ
ULOUMvm1eZ2wsw/DKenx8keltKirzlaBXMZsE+e2rLKxi3Npw3E4xfTD1BpYdKaUd7QyvcPtuhxQ
z8CEsRg/5p3TfTl0lZThALptAow37yuFsceN96thGfW3162q3e/GpeoAqlV7ZHsEgqnZdlJziswi
AYE2M+uptqdZoC9p2y05aivlsyIrBPmybbtp+1zNyu5i17d8Wp37YSmv67TVwTVZyAGat8kFV0wO
W+qN9gcZs7WEPjbluN0CUJTrflCKjmxuLL5Yw9pMFtQRtmYvRqd93la3uHJ6sCXmh+u5XW42qX5P
6BVD2VEAvZIZAC6eE2dYIf6GywnBEadY9FIhdZyuKyQUYANV81m4wzOV4sMO0EHEUydABhc/+NI0
KMb2YqWhpAUYUHd2jyXWrP3gLofUIo8ny6r5SPHxFnWZ8apAEkoH/V3rqHG/aWCTau1wTfbT9dJJ
nAN5uVf8zkeEOwcG4ddE2LsWBe4YAHxayKHDcsXpbYhhYV8T3+PSvG+r99l71RVT9m5bvHR/CSf4
tVXOt8F0UQSYLtfNemoQiUaXbKKQpZN3P6l3SWdZMQ0sRUTEaxVX2v9OBeiltyZoEy2dxh69VaVL
mXAwmZTJL0WUJQaI+kLgzKZ0/jnzfV/BiR68OgVT7XlotGu9NW36ptr0LGX60+n9JxSo6Gfz6qd0
kfL16EPi2ZhuO79If3RZ/WBZwWkruAULsxiiahrOJHd1keqMuzRLjkVSvWXkCMD/buAmUhAEY0H+
l2btAdey0XT6h1GrO73RQT2qK0a46gjCekNpYf1CqSiJe5Nqf3sFF38LOwjJj1mLb3FZKaL2HgtN
yTwlVC1w0gJYkcKBVZj38a841s7aavigHHcPcsEtZ62Ztyi5pLQOCAr3gQe+2DBpH4tK/bTzYd4X
rvcdgKTc9Juobhs53KfNzEo+2wbuCI9qkWHmE/GtSwL2GNyKxmMonNxHVCJvmEH2RUves8yc8kFJ
daTgUoV2654I4tkhPviRec5nI4FkukKKuHKWN7UkinNiSPbpJtydZ4/ZTcP8Bcie7AjZLo7pPHeh
AWs+DT29v8DRfAr2DdPMcHVJtz2jLCwBeK1ux7R8FZTjkz9RrGwUHCGo7uLJRyhlB481tPzZm6vh
oH39XlVpDRtlk2OiMVdqUfUgg5Z1NBN1tEwQkgArAlqVPA07IeLc7q/VwnBv1S0ErlH8yLV9QPP3
WevJeZ61c1cxk7aKUhmyyepd0ZvyWGd5APY7d0dXDy/jMn3XXntTlvkVqBlc3Tq91q39YwyMgGCA
BAmYWi+KSfQ+yuge0OmCWlvLixLLgifGPAu93QCGhL2uDlCRVmSOa0RVN2QfbxT61uSQs7oAQ7VH
LwMha+c5cuz20LoyrlaDp7M37udp/m5FfV7T/tY2+9O4CeM0N84D51t9iyDiMqmrPCxyixp3t/um
5PsFW+Jva1zPnoMyjdbjeGnba8zp8jCYa7UnUPuhEnMaojnkXV+MU907524e1Wc2612XoK2uW51G
pkXfLIomGKOt/2rb9b5GixulnfryU4c0hixvrhywIMKa8JKr0dqXIn3cJmnHLKNxPctvY9nulKqc
B6Cus6fxVJmEwg9hcCmrPXK1lzmVuFbFcYeTQvW/hRLlsyKxxsWAWrXCCYtZ8A1IbTt7u93Atlqf
QO2vxVwUTeaZb5PglqnNfMUDvO5ZBRVZKZlp8Uzt6cLpL12nwzbmYaUsc2h2m1l3W2invj11sdwC
Ys1DUwdV4D8HE9qEa1X3xcmSZk0ieKMm3GwPVlC3st8LOOKp/W2Zk9/WqJmMwtp2UyUzT0TJWECl
5vQrFQgEbGdkcqJr3LpCiJpuPx3Rq8XfJUOz/EXPIkImAI1sc3bZxEYj0RxGpRbjkKVjc5SDM1sv
fHlWO9+uqSHOYs0QbJMt9jCOufjsBe9R3HFXWBHzAzT4E2hJ2brI1jLPAt2b7X0/9FvqvpW6qSjS
TcsFwLcB40E3Z/EeGjvMShjDTuxiWLN4u33X2HlbURddbAinS+v3ZLVsEQctenWz1hUlEGLIR/M0
Bax9S1PpWcVZoZBVcvFdCqBUG68TBorluih0cJEH5n3mPFqml8R57pI6VZaYdYpDV5Uuojw7pfLA
ksVWZpEtwd3iKrEHGAALhY4F1VW5dR9X2J8DPl57awA9EtrizV3Q2qzUblnbbjQGlc+5UG5cNLcZ
ze7j/ZgIVMXVwHT9sNaQw5E99vVhUWlRRRT4jvmPxhx+Ki6C/MVMx9Z/WsxCpafAcrr2M4fmxSqy
VvdQSQX3yXbJMdwng0pvstGw27iWw6x9rp1NZ3UZFlmHbvcwzgqKN7eqVHkhcYjJ9ItFcc3vdYls
813hXKhPCVK2JAb84m5ccKzuHCIDy9hoq2V7DlLX8fbzSOz93RbY1RpccOHA3ytUbyFZMUl2KHVd
IOf352J5a4jUfqRAGd4XgMMcdh7gjRXmM/Vet9m8ZJj6KhCXQ7NUFEspWajxbFdIfKhv6v0DKWOF
4PV2TLgwktJ2Bih6EG+mrJtwTmQZaVRNcPYDWGPcYQ7CVWh46L/HkAhJ1YNUuq2ZrXfDmjb+PhF1
WZ3MrrGc10yrKcEOMrRl3NXbKC+ScfQvmpo9uF8bU7NuycLqYQBBcwxveDcDpD4WdEk4BmUFo2mN
+8ld8d8u3fZmJXb3Y6oKpNNcWNUg891C8dhBl0XS0K2djjGF0VNsZ4s6yWJ0I7YD45qKYXB5r3Su
y3nSx81Z9MkY/f4Rnd4SuevFijeOOlZ83GePkufrbQksJM1udhYBxxa/pbGT2RgAiiFbQbI6lkci
BbnHtrS8CqqpjqAPxr2de+3zWBkK4hNoIWg758aYu+pDFf50LjKjeC0WX1wbUzr8btaeKdFnxkc4
IrzfQ7chMrpg/5/klaCixSPR3S5eVWDAA48ognJC8YasbG+St87ck1sADXWx76UbfAV5eeEDFviB
IhkePJs5C+fPJ9fKZxd4QciKnURG2wf3PcLDT1bWbNcNhkKkVRbHZcHuCJ/qpKchF8seSfWngebx
NKAdAoKSRR7lsAmRMS3FLk85F4209E4pfr792s/BJc79nVunipx16d6ddU53UIc6ohoye0VlucRB
pa7kNAJuVagIVdmxnaARN/dy4rgJm9mGRhoTZENr7scZG1SEbNc5Lr36hfAh3QOxtQ9a9/d1M9fX
gMEYYLXtR2XAVV7CrUZm7WPuqWoJ1K5752XJp5dEO9mpEI6xC2pv70As8zHO3i7tkCaaKQqqos/z
L/zq7LF+3YJsY58w8V6iDx6rJwpZWB01qK125u6N34QJdSW08NBStMgiWXgn0M+NcOcRuhpTOL/4
vBxsa8WlkwNN/S3+/l8BMDf519CO7W/1r/DKP2Ewd92v5kkNv36pm4/uX3/y/0Ug5tJ88z8DMSDH
vLH1x/jHaaw+mu9/wmQu/+k/MBnh/ukL1/Zd5P+UMvigK39jMhA2f7q2LYUrLGlJ7xKo+Q9IxjDF
nzAwIC8mkIzjWiZ/HtO7yv793y7/7vJnmbCJgR389Sf+Jxp1/zfYApDFJw869Y9//qNBYtEilBn/
/d+sf04uCKg+dd2A/z9PuA5678vf9N8xGWlzbJRoiY5oaO2zVZVcVr2BmIdL3Y3bXHKLNFAaKO4L
G8OTxAc9iPKDe11f19wHLISj+Cz8ojuRVnW/pKDucrYeZeXAos/4pW77zJLPc5psX3O/mJHbXaSR
jbOiFCN7pp11+XeGxP/qqfwP3t7ho8o/mj/Cafj1Mf3R/v7jSX2Q9U3I+P8PUODlu/qfH0B0ffmc
E4XwN6x4+v77y/37sTNc/0+eGymlaTpSCssmtuDv587w5J+eY3q+H7jojF2mv/968PhXAIU2zxYI
nWOKSw/Cfz54lvUnMwo0ALYi2xKX/+5fHrT/64MH6sKj9V9woOdYLtE/9JMS/cz7YfmXZIX/BgcG
eh7wufpiN0/Dku4SjygvLyLqesJRlOYWJgjk2eLsV9pAvYQkCC6hNZ31k2vY+UxT5EA/GbKLdDdK
g5vO9jBWQDQ4qU0W2LqVLu28RvOoWrKP9wKGCHOaKiSOg2WDoIT6Whvzrkd+hoZx6TR5zYPt9tdC
tE7QRbXtZ/q5MTv3Bqdbz54wD25r7+bS3RYngo+gG0vN/Vq+VsQNlCenbwc0foOvf+sawwjp1pa/
p6CFLrTV93YN40GcSOydwl6eh+mSEZC1GG2L9s4AZEdBNWl+NH/1wOi+DI2NfpyHFonU+inywL7a
FuOcihT61Z9FmCn8KhtelLDDDI/6yHQOG+lOwgy6q7J0xwg7JnS21yUoa+WVO7rVnV1epITsK5Fv
Ow/kQedxeUF4EGWniJ/VfLthi0IdGOAx97OHpNaYtHmNsSZnJ5Wtw9M0d94umNPgBMfJSrm62Hlc
9aupYabM3r+DESLbbDbOXdD+No2VPREpK8koxn5Y8hcQh+mgZ+gXfy3aBzJ1PyHknWjg0IidpOtf
0EEPuxIb+q4Q5aeRBj8bum5DnssWrm77sr3MuBNsTjsrL/rQGbYlLnGSY2LI56dSTu/c1uYj2i0v
pmUA0KNJAVKstfyZ8wQc8w43gTF6C1RQoNE71VWPfVNPy3Nuks/zrbe+fLVmgWK210wGT32TrydI
zcQ+j7hx7e9kZlXjgWwRF4527SL6L3LbkfhgiAQ4FIYnrtHXoOSRtOpk54wghidjAX2uVLhCgkLj
Oz1bWWzPJuTSTaCczLuHVpNBuwsgAt3gdydSta7XKQiFtO4zaBqdIgJXwszP4+ASF+Vs/kxAtlvb
2c5Jt+kxFV27YmYR5hCnxmA+6c61PvzNDyJDbctxKrL+wQwc+TDrcTjmluuTPuAhZJgVrjMPkfg7
jy2yDWO6sGnQoyEqSkWa/oBZHHgda4KtwiZt2j4i+No7I05db6e09NFutl1SGePrmCerjnwS4KJy
RpGVpjq/NRf7PvVbJJEeOkIVGDOaeeBpJy5p5eEL0FMHMcB5QcOLCWjoH8ae1f04rn4XOemCvdFE
vxBItYQOLqjIMQxyz5hOwyxP+hH9DyPSET6qEBcBToIIsy1X+QnDnxwrxI0TW0SiVOikaXKcGNRx
0owvdDi4Pw2N8TuoZxaVTht6v05ddu+03nrAU2HuiDuQ+/aClAO34iGQ2ESBDwiWryl4y9r8fesw
ZCSq6U+mdg3AcO5OHLVJKEGoHvJi287jxTPGxuHYRXA35lZ+hf26OXXpwAvrDksYsC3ug9QZ3tt6
Na4oc7Zj3argBkFu8ZGmCAHJ/ep26brxYdgpWh/38iPYy0N9iRUMSh0cxtHMkHUOfn5FPl1wEOgb
D8jaxhNefBEVk7uFY97J63KTwW3bOBQDy0IchZMXVzrTxlXg2M4LeQzsD2lG2Nc4VLt1K05jtvRP
gvck/OuvLLG5PzlrgqOSyZn/K/maDpxYoZ5l7sV8Hfy9uRre//oG27ETx3ZBExtYlz+BetpfwzI0
R7fOPkqco1fEihhUWGf6lGbN8kzIPj+GHQjwBnzF9MkSxOKVn5pZYW50PH6/Xuu9povj4E7lFvqd
tE/YDy8JJqt116PSpgmKpwcpaYbkyPsRJGvx8dff30ove0MbWVHSxU8IbGG3f32GmHmWZ0Hz3SkY
nGy5ITAqexO8et8pFtqbBl/D91Io8YDjr/gY/b8Kgbfio5zs4Z3+xO1zqec6rtH/W+RbrBx9y+j9
KE1jOanUkM/+SNrCAAL2mndZH1Yl5pHCDCy0EE1wrVmKotoK9O9cYx0pgcWvpLkREjI0sgvebNeV
hn/qkmKhwoXPmJAYXnXcl/MZyrsraGR2MR+3oWOZVgb83k3q7AgTbWoHOkO7TFs+j7lrnxd/XQ54
3u9oHn5Sffm4es0RsfAWt4HeZSgjrGo8Nf60t6b1ONk2CxzYG8CzEwcgRGfhX/iFLrjTds+DHpj3
Qbq9zdgII7vsAXs9p9xvtUmZoEEwsUPnd8ids+7zASsVu3u5d1AM7RIs1qgBtiAMDFpBMG+IsA4y
52q0aXIUWYO1jViAyGt8E4+amx4Hj0d81F5tRuuoPvz+onMj2CBM9Ppq+zLn82+fSyv5OQ3JF6E2
bYzS6MnEvnvLXSKjSa/NEWkg0Oukebp9juJpy+Ru3oLqKFXpvSytu8RWto3vK1aUnT/70OT5bBxG
dPQ7Qs+XgzdmJ7zvKwe3E/xeBIzH6h+FOYf1WmmurHx7HFUyXRk4q4ntiWeNm7vDEHpnlYh/O5fQ
kUArFMTIz6/WqhGIYdSurj0Zdl32kjQYVA0M69iWxnOvijesRIcObRVpF7N3UIG9hb1ZfuHXIg+D
QCeStq3ht8KCQo4gEiQW2RnWB2l5Za7HbTL63eTi/RNyIQPAk5HhaMzNTntiVbbilTCS67TqEHVq
VuW20cEOWRDHoOsbZ5iBJSQT48T7WhyMZfV2k9mdlLyc1S36n3RtPoo1pwIZ8+ODdjwimDQp+Zhm
5H0NtvpoUgYT2X6FeAe486kdfOuQNvBBZZ0sqOYRicQpRSdksZj+FqOQaI6zZ8qHJLVPTIM0K+dS
Wyc6hTRqRCrEbwmuqO4kIMOes3rOQnM1xMMQJMMbYgUqS4Y5n+iQ9CWUHNkmyP25RrzVUmdfJhRx
BettYpn6RjQKeq0Egwq6rn7IRd9GG1qYk8kljU6EJH6uPE+h1KNdaiC5JAycObtNRNOTT1IMz3VX
OgNHW0tMhtdvPxtMgSDvLpypO4zRtqX6NM+1d17tYt6T1Gdc5XVQntxmNK9QnvhHMGD/e4HC45Es
jLuiHWYe07S8RvO57TkXzdOMDhOr6IJYBcYNsenmcMhksPlrbKmVmJIs9y1oMUVacYpKcgktL5PX
+eanMUquiVmx7W7avB3ioryYr1Zsh80ihqcGdi5abSZGL1jTqCt9UhcssJmispC5p2RmPLId4FR3
Z6pPF539KtzW3ekGz3bfZ5UXZtgFd9NqDqGqiSkRTOpxsun1vtOWfOiQjjFCL/vRK41b3erkiz+4
vJcabR2OussjprYXvFEEbTgKE4BRnDYtzwhbnNijH/5XatXwTh3B54bnR1ALZZyXtnPMCV/ApJdg
FDMLAji05xO82MIYdTl3UlAkvwlWz3de5fsgmOU7Iq3xBmNF++BQNh7ppn3tiYXY4dtczs1QZs+S
kTH2SVo5YbtdI1sxgKp18nY4LvNd4De/udEfN2sA9eMqC6UIbmc5PVKZkIXaKkj60NqajsPAbZJI
SED0n9iPDFqBRb/4b5VUz9hh7HPqjt++nL5E5TF7uYaN+hHZTKUvceiptXnkd1xil2ar+PR0Qf1d
Wnz41cbtt2GUN6f+DpiXAJDAcWDbJm7aDjqSUWOM0gAs3isJxhZ4lHaz8kGWGuuaXQQN47IB/wqE
f4I4CGg/WQVXqc153HapYlS2Isn0jW+r1ful4RwlTZVEG5pw97mwPgIaOo8MXM2HujwRDPHn9dJ5
YWQtPhon7x6Whk6Lyaz6q5pKJr4mK4kRSs9IL+CMc7E+rU3gHZ2+xz9PpUc4j7qKk8q5bVzvgwCJ
l6JxrL3wy21HmoMbmaVn7MeeEKFQVCUv/dY9Gj4zZZAGly/1l43BKMx7b7qHaV92SLJ+aawWkdkj
zBi6BrkZQugnK/Onh5myNSi43LMu7pkucvug4GGbktex74wuZsBCF8W0FK7d1mMMHhzSCrMhQq7+
NZMuF5Xe1ERg5zXpW1ZymrnqjpVtPJetfbKNoD8Tc4jlDUz2bi77G8MxN8LDagqhJQqLqqXnnuRY
1FSp9FB+Dxbc8Ii/gY8x5Nq2mx1LenoCkOdxZgKPVb6JRwSsxhv+S8LHkuVhbaYPE1/zCyh36Cin
e4QdKJ5TxyKlHqndD/aqcb8E4rsX0jtLW3MW+v2dWIy7TbS3tU9QYsCk1ZBKEiHxb1Co1+vJbG2a
ImT2WS75teBzfUtMDwi47PkeTU2mXi7PpYeXeEhGPHxuiqexGqvdDJh0cJVFgJCsOudaO6p5hLMn
c9wo+gjyvUYgWYo98dfqWFZbsnOaVF7NScp4ZuD9zlDZyXmJ7dqYf5F4MrzauUlmBJ6KvQNjdeT8
IhWi7JJXlEAN4kKhD5vnJjfk4XGFJQGp5gsB/XbOzJPwYeJHTu+1bzfxto4uHs+s7CKvxZsKfKZv
XFXCTKGSunFtq0biPKnbgsM5ygwyere17m/JSKgJklkEZB1bfJSJ7btxJLqdJZsflrUyDstlD2VY
IYvGUS6Ldz99OiQMMb5ZK+YqvLlsPVmDUe5CdeLFAJ7LiYiAP/DQZlyTSPGhy8784W4a6RCeinPu
9g7P/8qso5z3VVdp1Bdg9PCs4o3mCzjqPvGfq9HHIjEr57qQHeDCgp1VkDoUzSl1BHlTPsz9hnYZ
H/Ce+Oi3IM+8Y+CA9BF150eV6mkAmIk9CAhe4djw8n7vEXVyz2+H4Wdsbx1cekhWbO0+bYXzY/Cc
DYFVmU3h1DnyvkFzvMulNX62Xk0+QRHwoddmgtFAMImQJwXNqr0JsPwiXcDDf9V4RRIHEzsU04Z8
cOxqfhoDC2dzhR4gxp+AAh95645duDy2DdpWn5yna1ZUFJfYDE8zHh/Yfl0+t7JuH+1mvbjwOWdv
8AJux7pSwxVEbnk74cH8XpeSc7zuoVXKKn2qXRQI1RY0u4W4gndle8uxlROS5qHp7mqMtT9E73Tn
fDIIwkhLoidxHPihctzslcyFh0y0Nw7Lf5qJnxVyg5cAOCsqLR8Th770ysukP2yL+0Kakrsr3bV+
762qvy7TLiDUSOdvfedXFK8xBJjm9oH6qdvR34ObZnC3a+yYvyh3Mq9SnW3XNJ5q1JrTcrTLRTFN
TBD5Aa+cLNLx6DRmunMNUuW6JP2iS27cJUXyOffjdKiG+mZg/cLi3t4NZDU++N7q/U68gJCUNJ2u
FRPfgzEkOY1VE+oPqHk8N41bXfPR5bFPuPXBXy0ZC5GNDz7D+P3EsnUM2kRcdYAOSEQVieRuPxEV
5/GyXD4jfLtSWohdk63xeSGkGYvMc2McqIDAa9EXjzobl+OcN5dCBVNhTa71QRK4GMmhN95llziR
cLeLeTupn+gEW0hYTDs+mKw/d4xD+7EDYwwLvOjsPa7FQ2gvLpZQwil39WpBjthFRhJN0t+WxZTc
LrIkETFbCf7D7fazXfmfGmc8zOAcNLRbXV8/bozVu4aQnRdPsZ5kw6LiyfLLQ3NBCUQ6iT1FPUjn
qGmQvcCUUIGOyQUwCayhunEuupHUUfnvipKdj8bvMEaVqjrC2I+Hua/XH2PH4SNSiZ6dg8/58qze
jjoMPB+B25Y7ZIzTcXNVcPTGpt2jXerfKzGtuyJ3IKzzSZnfSL8bnBndCCqfT/LR7AJx12/wqI28
6GHmYKD+1Hd+TcBJcYqFK24LzNjTWjRQXSA0VsJDKYleewWCSj6npmhviUlTKA4IukJjQZ6lbvQX
iadvduqUtzrN++OkRgYbVy7tz3VZoNUX5G/OUiw/gryj0QWh4udMA98VhaDzseTiriNs6aiYXKN4
mseEQ7jtu0jXl0W7WY1ziyGfdMIsj/DjJndtxtaMlachp+ESsoYEJsivOsIWP+1SV8Pl2km9cLbq
4l7RfxhXs110uB+xD87j4N/anlGuV3qTeXfIUAmFeY3vzkKT53T+aIdmlnPpYAq+mgzZQ0QEJrta
2su7Zin8R9C28sbsSJKrrJ48zcrA4ztoJO1zFsxvFEuJOFm5/2Ept2cn9ZIr6ZFPi2LG2kNJ63Ob
51002YSA9Lj6f01diyJU5Pcjtev3RDIt5zapwc/KNj8kZs/ZWG430pTpYQZvxH5TJg8EV5gMpau8
t3DiAHB6ONCnqrvpEpGcOVvr24zywV3t9ssdr4cKaZ0ha4ZBiIDzT9uSn4YrnhzA1Wujad4wMj7l
9sY8NIs5Fu6Cj4DHJMis77qeJpLB5E9vKnZVdZEJ2nV6BbhYPSvTIZ/CtWJRYq3RXU6vK6ChWDGT
mMqGixQ2lqSEvN7Vil0G2dDosjTKKlJd06XYN0W6Htx+5ojvNAPm2p0xLKingUQBMjDKm5m4VY67
asNi3Gh60zAx9zYy0Eqtr2kzvbe97KPMnXZ0fO1btlHkZWK+MU0QxCSpj7zgqB1MI7nplLLiDZD7
yheNf1zMquOD14xrdpDGqcz8yCpUAQvvqeO6jCt9p0QJkWx7bodE3bAmFSl3u/M5+0URZyk3P71m
D3bb62Mvjb0z2/lFUZYeumFzfnlIUgnOG40dGSVAszaL1EYve2QPpnfUGWFjBlG0kYf6fsduJYHu
J/IKEcthjVcVdJvbsEUWxftEQVzsI/+9Lwpl3OTEoxYh4Yd0mU+DvPN8IF6Zz881PXyxOfpJaKy6
DnuliJt17Wrfkxf1MCvQA6F9Ix7t8QZTeM7LAnw7TUN6kiNysgYsae8Pmj3KZske6DGagou/zDON
M2ZUfjMeh+elWR9lw6iM7czB9Jcw9fWofi+bFYz9vOtdtJYozs50Bi3kLjTdLfE9J6st3roxvZk7
47sj3DU2cmveidXPb0U6PogVv8Lsq5V8zcQ/btL1YpEGTH9u8Bl4I/GlQfMOxIPbgzQmlqggO612
GkRdcpnba2vfLuC/24RExLHsh7mzeQB0DSRtiwhV0hoVG/GWhM4Z1IuQvxkuOrjLeLkjx+qwNxQl
Xai1f63Qp45W+65X4YZr5bMGk8xWOvnbWOTtjvUhwbxL9x4lAeMegW0Pu7Hh6coH7MztM9Ez3G8D
mGxj4yaX5RDaA4xBk6E37m1/2aGozHdFQMQJAkuy/UgDIn/OCi3cp8++Mf6YJDAd+vsgSg1/4cYU
1IOWU1SsgY7rLBhxjeiXcZU54FYr9lgY34vATjlaSLL3JvnceoxcvbIxvdDwWUbsogdpd/a5c6dH
3+tgR5aK3GKQcbJ/PaPbyXbJCRhe99KaSVSUT/i1edBaPOKNJolMWXSWMp2cpqUUz4yPxSGXXxs0
MvhdAwAtoHP77S3NlzsWDRxTdps95VPzvcLn3JYmCXaT8LF8G+a3n/gATYSL5pj0B9UdYJSbo7an
7GwHy4Ebs+JM45HwTbRB62UNwCK8r5zue1b1iZItXGCJE7eleCT5tD0T5F9cDzWbLbGFsSWbD9Jk
wLdq9h4zn6G2Emc8lbbLeIGwODSaoLneiuLMlpSetS/QHBvmV2V2z2mZf8x5bp5TUqqOpSbZllQu
mCQG1qtUpe7BZlS7Fl5JEC4ZncexlfNu9TZ5t9rWt02y5lMprOXUUmVLHmrXPeBBn0PMgm1MeRvS
V6J2H9LNWkkJnehl4Bq51qmO8+yZI12fqpr4a5u4lANZ4LwWXpv+7Bbc4lPb8IiLsYiYu05KFwTf
JgYR55SLoDc7VXr7gQH9ekwnQleWJeyX6VyV01078QDmblLuzar4Qcn6A5/3aaGh1m0ujycJKPba
ix2oK309+RM2Xop6oP76S3FNnvFD81Rf/R/qzmPJbiS9wq+iF4ACCZ/b66ouyrAMWTQbBC2893h6
fbdHCrGyyaYmd9rMpmOSqLzp/3O+07U9/JK+eaLS9mTDIByt5Ny4waEk7XDHXoMSaOILoWbdONEA
vyF5QAz1YsRM9WY5wxlI+K/jtxzG7SEyxJe+NM8us2FiaFzBv7hrzOBsWAE8HmBsk1OGiFlC186P
vkOwscythyWrBaYByneSF8qDZ5phUfeS+2TrvSRd9cHNkFgGVfOxXYwHF+meIwAwtQn0mU0QLOe/
SbgtHqnzNh/MDSZItOwQUB/YooCpNO/MBO4Jp9gTDF6ErU1/FOtqnUcZrfcxpv96SKM9NCvniOYM
XMVKrcuCZTfHy5fNsf3Q6II8nIx55JgVfXAvJwvX4ATlISD0xnrGIhGDv8T5XybmTPphdGdxbcHW
YR67NmJtYB4V0qeCW8s3MQWEU9D6YRwk8qbtBd7S1a789zyIAfqJ4WxX0TC/CXzzpt04x2HWyI5Q
N9ITTw0onbp1eFh8JwuNLE3vpLFhWR39jNdU3CSF7V3xzpKe0Q16p8EqJmauPzYvIGnmL07Lgb1f
eHdhkFfF59Rzua1zrnYi1vwG0N7R7LvmiJF3bzT5N8+bnH2JGYuCjDkeFrnFE+cvarql2VPP4+kp
mRz/CKviwYPYdKykze7N0cSJBLrc7uiOvCTHvGakk/+MsSK/hnI9HZ1+/OrkOS8PFKl4s4DHlJ75
BfecBiFUrWN1aOe6Y9Fw3dCayyfU8RMlDaxu40qIagV3KR92o2k+eOOWHy2/KWCRti9FMj7MyFkp
hYIWaaj/GxibD62ICVjfwC+3aNeQxAsu5uZ4NWUo6MZ68kOAfE/D5p2DSNqnsbWjvb0A3Bud7dFq
tuYIN6MOu2kDeQ9QcKvEx2kIsNK0TbbHyLsjBjMHzC0BXWLEwTbKwTX2r1YKo7uAB1o7kT024Cg/
LEF0n5fxk1/xaNH7UH6GBFWcs11PCSC1KI5O9eh+6gPxaZyWS5TTxmtek4pdlw0vcT1+hah0IGGY
Ugou3MmJU8ax/ZCMMNmhJFIKKsyvXp6W14YXlDvHpz7n54nP0cE6YpVpD2NR3HQkwcXj7J1rP/to
1BQj8sLiqDhgDUfE7iQI/7a+fQoiwZXbfRo8v3sT4zIAtLd4t13tjIdo4Hl7IlJxx/Jph0Hl7/05
rg/UoJNwmFLnBNykBunBsZ3yOY/pEZdQ36sBpMbBi0A0CdM9d+8godz0FVlWF+AEPLU3GaFjHCfY
aCIuGPArj2XdH6lcgobN7Y4XICq4uZW9mU2ounUPIAzIW4XYE9/JSMH+mDgcFPLAurD21/RcBDxa
m57lH0BRXLiU061bOM/ThjJvcefHFpX7zvTNFzi15s6NG4f/qZNzOlmf7eXiwCjvyOUtj6tVFXdw
oiBT2gRtCYeLir/a3G5Kw0ckHHOxQ7Q5Z7x72i+T3YAXeKjjRtjf4RlE7SFqqd7vvI202bNdj35+
syybt+6alvDrO2qyotsLd8q7Mw4AIW7bpkuA5xddSyWqiwlcOLm9nGEktk73OQNAzTv90G/vE57q
kGzzlAR6nMfI+Yr/OLt3A/fPGuyVtyYP7O9R96Yz6vXHli9Bd6TU3vBeX/q+eV2SrZif0ghoBLw1
SiX1vsTLZx5wDRniFvUHB0Jv9ZOPcNpi+35wHb95siiKcZpm3Ocp0ZnQoZ+mDtrizogtrOkjGqUq
JPFCjidJuZvHe1eO3r6x28m8qj2zo9acYw42bmLeXtf7eYn446IIphczy0G/mQUZt4WdnCaRAhkb
5sX5AOBpM0O5CiJNdtniiOHIuccL3qSIJxjHc2l4O2EE62EWWQq7ugzkA2qK4N7xxZeldR8C2NIg
nSaPWKsqvRryfn4KbFD2bda0130URUQBpGP8qczm5sHIIQzBN8TVv7eAV8Z7clKDM0KPp23y3bdl
nH+IO2iIWcIDuIBtWY7TKc7th2Auv9nReIBqyC0lw074SOG8DmMjaHASL9N4YU6OQfBj6jrr8u9P
3o2s+ndzMwB7bZOTEUdfE2cUV2XhX0ng5M3EGbgrbiG9gvrL8CCUGdDk2Us2ijApr46+BfCnLM79
xH+ssmE7gx8rDl0LFJXYvOWl3dzrplvqmwhe+Kni2HszQ+3blUARb0o3wZF/6aTKhe2ReyB1kKGf
oWRBA7KbL7jX7xH8ldyR2nBuOONxO1pY4DBWMS3d5GiAXz15GMf2ZsIMmQdfvIt6n/V4sbw7oGXA
15tqRcqQRWdj6pz36zLG1EC3982Qf6s5dBwGeERZj93Ob1r42QNRKOnmZu+JgfgGvjk743G8r/0u
v0Jf+DZZCEoCxlE/tm1QHC9I/VOWmp+qoUrwSvTsMoBpqQxsTUxciD/CxJiy+rMfcKHFeX5yFurk
S9KfoyFZjhXaNS5VLYWIdg0p2tnXvmQTlCumIkfMK5b7wuOU4H8Yk4ybctUvjzGGqJ3nlvEezTqq
eRHFKYoGeRf43ZMDFvCtTwjuLhs37xFNn7ye29g/UFxpv0ZzgeEsheYH2nmhNkN6Zz+h8cJgwF0i
o1KbgCrb2fz1O/ZZGIYd1FZmO++uQXCTIqb51lI44HF/O9rVPG9vQP2Ze6CN7i5yDWs3R/nH3OP+
2adsbbWVPefZhAEnINidMuzztpTlHXQOyrqy5TTojwOWwxJMFFTcksMMGqmQgjfgvxSV/rjjWXR1
d34gt8/Iw6wvRHu5NS4vLocWr/riVBViQS2w1hcuD7S+0CVc7ss2Sd4Dd5gG3FunKLd6bxTO+zwV
KRXGunmHss29QfQ47g2bAue44aG7LFnYfqL8zgGuSDmsui2QC+5hf/ASKuGIwBJo0aka2zVnDpTv
Od5fZF5zaPXRErKAcbAOyDrC6MY4OFYR2Ih9NwpOXX01N2YoLJPZZw/jEnzj0lfhKx1deSQZr7rt
ZA4auJ1DwG7Ok+F6fYgx3zpc8KUPslzWEzWJi+81qZ6SpvpqdbF1xySu9sBWjMc6xxhIOtG56wzn
mbLIFU/H38EgBQejy3ALuyyFm+M8NqMYJ6gvkXHYvDiLUNskG9hiL/5kF/U7Ko9kAKUYgVrMWRnE
IGpa6dOSU8hzVt6m2Ievg9Y2MBSjMailv+/X+iqzKghdLUxrVoiT66IjCpgkxxKe08ggz8nEA5/M
zuzlMMfM50lS2zMLAkWwNu3gftw0zmCdLRvHZPSXDyidT1uQ0/fz3KcP4BiBjcmKeuSQ+FgsyvgA
HTF9ZzWDfx97pY+7puvJock6c+9jvib3Nl/hGVvduy3LX2yIl9AD2m9cgIYnJHioHOr5OWHZhcVR
L8t3z3egfbXpaaTeQqX+KS7NZB910uf8Pb/lCIqn0mSdaGFKnkhZfL/JUvI8W8xh1JNRvoqBmjjs
o8vtYu5mEynOusghu41dlyABY/bf2bnn3BVALE4IGdKrRVrQ0+xvqyw39Ps4yi8kZ7QJG+/gI1bh
En3tcOsnbeUA8jG+jGZA3kVvBGdrSc37YFwdZh0jLBLoVOYOYjJ6LtI2Mte7tlEHzDtvWIe92HJx
v9XDp9xt57sxF/lVAf36WIw4rClG9vf20sL+NKtvl6TGA6bs/KbtkK1Cioy/e0mKUqg9zsNy4kX/
drWYabJ9nqcaORtFi+uynW6BjGM4nZLrEmP2EciJ4DBepXvsmSlDHQPUBTbFgbk+kQN53aP8ofQe
ylFcj5TkQPESg92P+6lDEdFn4lnGw71fNrelhe51y+vp1JQxAlunc0GqO/54jDfZYM7qDOQ7UHFd
lEqHDgztPo9ncfASQsDaNIiu+85prkce3vh7EX6lcn0pBajmwk94zqeXQPBgPyTTYIcf5MnojRec
QSv1LVhSEm75boCIwVbvPmCSyG+g61HTomKeRmV/Y+BKOyEGvaZUtxwSwZG8rnmotHOTsIc8+Fgk
GEScxfhqi/WZRCRrP/D8fsy76XYGa30yJheU67pxPXQD5/vl8fk8b/53PFzAQIQ3DcecowIkrG07
V3TWXVRBDMx3f4m//y3J+//RiDF97wYU8f+BD6P/jxOvMmji6+r/gSUDwfg/KeJf0u9D9bl8pYi/
/D/+x4kh/5PrqnAd2/Xlv6Tt/+PEsP5TOI7nuIhVJTsuMQb/7cQAjkG4CDYMU1iOC9D3f+EYwcWi
wT7sWL4vXebyvyWH/2WKoG/btP+zBh5L/1pz2ucJtSINw/9soIL6qQ9+4fD4XcsX9f1P6volxYJX
NCxwyTB/tQHoG238h+jA3zWtRB822WJE6OqXEC8Zr+6teMp5CvtDpOZvGreUiGMIJ7zAFdkc+i7J
XEtdvinyyP6Xbem3tpffNY7n5udOgdvEKx4wiNClxILLk9dSZCj/mor/duNqGobXF3U38uVBDTrE
zg1SrCQkCa3f8y8jz8+/ZzXYJkbUKax5qMaBhxHHXC1f89sVG1CcXsyz/IhhG7fc45qOehaAEM1v
v/wcP337Gq2pF23eGOYBWVMcwBPp/+EXvfxy/2smAcsC854CiKWE3855Oi1Rvk4haU2mdU2OW4/U
1EKeclEjEe07rpGFfjKajBsHEZHmj/1XIPpPfxIbXmeRNDmES+eiV7IAqvKKq9dfF4fOz/3lFRHi
d7Rv0AfS9KEsSaPoXOdGayAJZWHABBO4qVWNYcndI+rMOszzeNFJ8fVtoSwNgUuF2hvNITTQcjzB
shnfGkapt6RZSrcswZZRk+Kdu0rn7wmQFVH337Q6xVI6xbLKpugx1YeLaGT06G5VcU4ttJpvtNoX
ygwIxqnLSpmMod2aw5UcanjX6Ok0Z6/S65KB6CP1pGMoG/bCOyIvf6v34cpyjPWUw4rAMtz6PryI
cuqqB2cbJs1+URbknvK0P7btGI6Qfp5Mah3Xq/BdvX4RyopM4tyQwGjg4wHkcJPzENtF26Nez2CV
+3mSNmRzeVvMp3cY6toDF7fmi7RF/vmfm78084uFTTVmJv5M4InJAmPxrEcVq5ijcLTL8qndJFDk
yE3N8z//S5cx+It/6YIN+/kPAdFv+73bs9qAF7wRF4cL8ZT/fUD9d3dFU/mFiUPisjrbQ1g1UZpe
tRQm3iywjzX3RVP5jec1iObeZMWp0F4ex4xH86Edv+p1jfIbFwbBkiPep7CxPfkRF9D6odmE9Ye9
63cdr2y6g5yydM35iZsE8cUsuxkZYvvwz59++ft/9asqKw4Ks5WHWL8Ps86dfyA9s0DIbD6UJBg4
+xK6dX6Sle1q9ZQllX8ODAjUr27oQmASd3ZB2CByjnf//Kf8up/g170eoFi14mTzV4JLM+SIEU72
djnoNa1sKUPWW05ukIm6Vf17TCNHAyiFXtPKllI3TT3bKV89JOIOoQcYS0drI7Skst5TaAYJCo46
tBvr25yvBN3NWl9tm0pfz+gFegShY4j8Dx5/8gNxuNRbjrkxvVpoutSKUdlyrCmC+caWwVvUGM86
nW1f+IY/r2Ez4XJd0wRDyBvGbWZOZ16ZrvSaVjobsTSs8IYkF5JPt105Gh/dDgi2TuMYtl9/d8Kj
ytSYrI4D4h+gRPlyVc9W816vdWXtHUVULNij+xDu/QqNw6rzvV7LyqrrWoiPzcHqKDRDLIZYEoHJ
0GtaWXMrwSk/qYwurAr/zYhbuAZUpNe0suBCKoZJ0PBkjBWNUrLpURhArqHVeKD8lBtwDYPA6y4U
pKRRF8djpNklF1TEz6MbL1y0Ca8iwcavP0sxPLWXQF69z1Z+yaYjDogSJClxCdX6uc7bqzEZ86Ne
68qPCXmPCNKFTrGRczm8FI6ZpbcIBsqPOQVW0JVVfkG8Vf7B841v0t9+6H22spsB4CgQgjO8hW1/
Stb6EROW1qZvBcoCi92pJu437iDPWxT0v0vf1PwlrdejpLEDEHuXvk54F6/trzwWaP6Kyuoa9MCO
kQJ3ISX4b8iaXMJK+y96Xa0sr+u8dNlo111oLWRID+X4PRKO3irlK1MyALCD6P6STbUSvgqrKy8m
vaXEV6ak1zeCF8WiC+vZfJg6jxzQdPzDZ18mx9+PbrwvKj8kpf0FshhvC2ONI2psizzey6Jsv5fQ
l0rgpkGndV+3HGWgBwAngFO6XQiBFm20WUh5GlBJeX/4Uy7t/OpPUeb/WjkAwwXtT+ty5/bWJ6x0
T1oDx1fmv4xzQnV7fty+QSEhETzvDJxVepNJhZPAYTOHZRBsFbLCCdm/Wade6/kUm8rrnxdNupPJ
kg1uW3HHBJe0wL6EoKvXLcoqUGcLmtOIaKhVrEc0iDs7KvSWAV9ZBuAyiBgFAUuXbxa7ReJzNWrr
Re+7lXWAgxDpSsDIeB8M9v3yzCFL70DhKatALzcjJ529CynuYhZFSOffaX2zpywCsTkZwSIi+trD
0oQK6i28//gPI/Ayjn8xdTxlFTAn24xx+BL7IoCbAjawW/lUeZVbv0TYt99p/QmOOhjrbo4W0rrC
oNwk2jTWd4R9f/gTfjP7PWX2498ZSJ6i57Mlvs4JB2uDSPNHVWa/lRSc8H3ZhtnUHqYFgziHUK0u
8S5/zU9Pu3nPojtYuDbN/ltvonfP9Ia4p/S1uXm9WW98s9OXty18f3K/U82uVqa9M2aTW6F3CYmd
BQg7EfWSZ5rnT0+Z+MS7Y2QjLSAkQzy7ble/PyDbsPS2Uk+Z+YR4yciR9PdFI1jgvMu3XO+ndJWp
b1gT/nSIqeESZKexJXB7ic5ao8RV5j6dO5i+z9wfKvdqKOxb2J1ad3D4O+oAtL15aTw6ZPEOJMpK
olL0PlqZkBBgRwQJdDVA2AMkD5w5ht6+46oT0gcKZMLgAde/Qs6WCAb+dB66TLxfrISuMiHNkeWu
4QIRjgUSWYu1MBaaX61MydapChA2DBAME2Ajkc1NieYAUWZkeiGGZZ7dhsaWWU9Eh69YqjJLs3Vl
SgqKc74VOKwlNtYAIoreovv8w/i7jLNf9bcyIX3ilcjq4tUT85cH82+kULQuwib1avHlt2lb1wVg
gFP2eouXo0zTbouSfKxK5pInDrPTf4nEUGi2rc7TqF3bep27MO828gajQJLFk2m+KDjKVG1HMpTw
ByB0hLBeBu256DQ3T0eZq2smTABtNF2Py6NZWc8AlW61lgFHmatll0qBkIj+3iCcF6ArSuOk17Q6
6jvHdA2Zt6HAHr6XKUk+PmRkvfXLUUZ9J/w2Iji7Dd0t8lGyuoQjZnoPfZajDHsHaSBUYEZh3QdI
pBjuHqJHvWFoK0Ocy35uTRtbqCzGi0HR7DpxJYu6XjT/AWWcjxidHVLh2pCry75NbaTttmbTyiAn
096Hxs1I9Kd8T8Xi4YIJ0BoutjLIo7HBGiqzlm5pb7KlO1AQPOo1rQxyZP9yzgB/hMSOHySBESj0
H/WaVjakxRCobc2yC2cXIFlM3h3IuMKqvuo1r2xKGWIMN4J+x5k8FU9L4i649gP3u17rygwNrAj4
BEbOcMms71mXfDCCQPMN1FbmJ/Rsz7pwXsK8jz57Rnffp6Nu28r0TJPCqGeXUQht+zvm/n1jjY3e
CFdFR+aEYNPx+EFrg6D1o1wktpwFu9ukN2IsZXa2QzBf9Ih0DHAMIlTKq6nP9IaLpUzP1AAWLmrm
kNfP9+gQwZB6WloRHmtfn0Rruy3iRMScMgzrPQaJcJz+dDS/LHy/OGRYyvRMkNOCZOm4lRegWB5F
O7TZiRQnxgu+xgnXU7K5LxmoouwYuM3gHBK77yfNP0yZwagNbFw/dRumc/sj96sNBkurJ6ayVE2S
gah1mPpLcWTAtls14pxsjuZdTBXBBNKYpdUNbVi260tlBy8czz5orQyqCCazsaRi2mYxrjfzx5TO
/mHrahCZes0rExj7xUr0wcgx3s/2EEX7HcGKejIDSyj7a9Sjcc4rumXtk4cpaj4mpq25dwtl8prI
mJKqYbCA44YZWr3bBkvvBUlVqJBMNrQDJZJwAfK0JPENxsEnre6+oJx/fsYYjC1t8q2iu4EjUGlA
1DyNmm8kqjqlmlL4Vt3l9AgIqeEQU8KW1PtuZWr2TVxkuc9tLzXdD9bkn/Ji1Jv1qmhPjlWxGWLm
tB4715MLXGmt8Ffqfbf1ur8LXroRYfkcH634oSujuz4P9F7pVcle4fR9DcCwDbdyinbR2HqwLswv
et+tTEvOMU5F1CizXtafSJorSTZDNLXutZpX1UUYp1yiZXlyILnpMcUCFc1C7/D4N2lRa4kOAx+7
ExT9Xddf7GuOnljBUnVFDm4tSB/s2L09I+333O+lt2m+aJjK3GyNeBjtzmxDiEJPEegGnK56Y0UN
WRy3QVTYdFhROoKtIw7rffyk91MqM7MAJezxgtuEsIVeLLwW1mRrNq0ceY15techYtIHY3Ybjf0L
FjvNFwBVdrLgYZrskVnvTh3EpOq2LSu9s7QqO+lJcQTKyZwflvTKM+KbEtSHXmcr07JOof4uA4+A
Hh52vyjvx7l+1mlaqKKTZetxy4i8Cc1s+LYAS4o3kGF6bSt7JYGGbio3PtsB77jFxj2qcs2mlXOu
MQwJT5bMSFFNj36TPElpXOt9tTIfMeFjJrRZYO3RfAeA53bz9OYjsR2vtwWAIaa9TWUT+q35Dmfe
AMuz0Tv1QIt83fiwWHOWXzY03CuntaPxYbb0SgpCld0Rzk2kUt5xZ6kD4zhuQn4w/LnXOmwKab3+
dBFhEHc69gXXia6WWb5JqIjq/ZrKLbS0WwTKcduEhGd/nALzuTIKLb0yvqDXXz25y2TLjS2HpG6Q
3ZUBwWJaE605L1QJkQOefJgSi/OJAT4AGyEE6N7TG+OqiIjzA4nOmduEwEqfg0G+xcn8UavDA2Vm
QpeoQQ9x7Z8nr99nQXVYPbD3eo0rc9MfLXKyZ4ZhswH7cmQ+QpQcjnqNK7PTN4CggEThkX5JSGm0
DkSqa/6YytzM8DGtRseDnNuTv0h9DiC/iQpK78OVDZN02XmAJQlaNi/AJizygTASvacWuPOvRzmw
DbeHxsHVYbRxnhAykqamnihHBMrs9FKYKSb+dHA/C9Dx7F0X93obW6DOTuLTiR3gFEH4F9Zk33sW
8aSl2sAl+LpPYmF5HsQaCs6zJM9vxvXrmEOrN8hVOVFaGEk0EY8Qpsyb2Uy+ujM4Aq2hosqJZjPK
ii1BF8YOd8E750lcHoY4av70lHMZ0X9/yhG+MkOhQjhEIcJIjSCd+uv0lnhbrUoFzo/XvT6XyeCV
l1dto03K3ZCM8cFYwGTq9YwyRZPC9beI7SJMoA24JnB50Nt6TSvzE+WDbRQFdjeiBsB2NAmQ+TLR
W7UurtSfr/bR4vTe4C+cKUjl6I3pYY2l3qqlanwqJ2uBR6PxmTpAholZDHtjdbVeO8DAvf7uzZ8G
I6jpFLPIboOtuy+STOsuKFSRDw/ahlvBAOCNJlt3UMJuakvTHSn+pvPx1hF1OYvtOIwZJNz2YXOl
nkSOYK7XndKZm1usJAeEhW/zqFdD1zc+aw1CVX9jQ32wgRhyGHd4ovGNVOx7ysZ6Q9xT5mYhq23K
k8veSSRulw/vYN280/twZWJy5cYqDaowbFP5PDX+uZ3bF72m1YlpWVaFjLULIxtso6iJJwr0pqWn
TMssoDy5OVScihK1YzCbQE4Aj+ot46oIRxqNJHR6bsLRMq4Q338fDP+9Xp8o83LpCJkuDdaTbBDY
5NK9kS16faIqcCCKY6UcYt5l4QnvoYgL6OOt3jBRNTjCrIFgW4zvySw+2uV468SO3navanC61SQn
iIhSQPklNKLyadoiveuJq2yXgK9aC7UaByA/Kb7YSekeSS3LNVt3Xy8nIupnib2Xq2ywiVPpt/dr
N7h6u4OqxMGCbjlALykyW4/SSq6cvtBsWZmWvgM8MoP6E+bww66bfoB+UoMc1hrgrjIzZSxWCFsM
FCDNV9W03SyivdJrWjnORsXcZh0w6xD61Mm1zEeZS70rsqtMy61aPSTOyDRkVv9YlvxUSb2nPDIi
X4+Ssr6Egk4ssH7WNKdhI20i78pJ76rpBK9bj10LmmVFVaNb3FvREANYxG+1ulsV3KQyQSEIzSl0
PRJNnPTqksqr17QyL+FJZz6RVnx14uwKyasbCcJ6TSuTkj24sraFQRJ73jWv6zeRqbcEqgJ+/ABx
1Rj8kGs6fCylaA4FeHjNz1YmpRRBPTQV031LAEbZxa1j/kk+eTnd/OLO4CgzklfCAo8X5d+tlZ7z
qURZ+il1rb47mZd4zWuC0c2H1XTs7g9/y2Xs/eIfVIuyPVQw0uNaKN/8EUDf0ji+XeJO3myzBXQo
nYr6CY8F4PPEqwu9xVgt1lptaZF123GOqYfsg0PIYrXb8jbTHLHq2mMvURCl/PiBdB5aqGK1qPW+
XBVDJdJDXRjJJqzqoNyjYPwr20JvOVbFUJFTDNYmKCT4XnQsquLe9let8oewlaWH7W+MgHg1Yd93
B7MHrCuh4ukdwWzlqO4P6ViAu2xwa6Y/qsl+N7TgPP95ibgsBb8Yn6oSKk4SOc8JfOsGdFlRed0T
iQbee1I09TYqW1mDMLOUllz8huN6RajCUH/OpuxPL0a/mc6XuOGfb6S8jaTrKnj2L32LIW4Xw/cm
reG2EcIzgOrOW+MhqmvNVc9WFqY06rqsnlBI2Vn/XqzWHThCvRdelcg0jFUTSxIJQ/BkOIpK0jmq
dNKzFQlVIFWTTBn1jMqwmj37R2KaQLu7GQj1Pw+iS3f/ahApJwZhE0FG5moXkv+1vjOjJftog0rX
m7aqSsqGut35oqJrZg/Mv4CqVwNAfdD6dlUitRjQcLeJwqU79RXFNAiik9XPeu8Dqkhqy3GiDQ63
p2Ra8HS5D4Y96S05qkhK8pgxe4JXRyrbcD0Hp526HTDFP+zwfymifvGjqkqpyrXjDOxdHc5EvkCu
Bo54P6C3SA/LMk1kNfkjoGp8ME9dIsx3EF0Xg6NR6X8LnDK/SQbbv1BcB3lDWInxLrBtQKwu54bH
dMjrj3lQdB2oPXP5NhiuAScafEN0KziO30wGYPXd1EzRRV6+6Embwai9Xi2qlsSeUmwVL5ItpPnm
Lqul3hOTqmFKF7Jn5mKSZ86F3xPZ7Mln/qo3QJXJVciabLucph3rDp16t+lttap0CWQVOOyOdmOI
3gH8zaFI/3Do+c16oCqXpkikXs+F8GxmSfB42a2euV6Vn7Q6RBUvVfW4ytij9Q6W80K2UJN+02tZ
OYoTdtkVwCrparPcLdFNUOrZ3YUqXIrgNUsPfvS56o8GeYj+qGe/BkH7elBbiUcSBOz8s2uT3NkH
tzNqNL3uULa72a4I1appGir6ye6JRA0ave1ORY0lTepgr2HwVe5IumdM9TjYyvmo9+HKAdVdQXNa
VivPebwR/DVVD1MFjlavcWU+ZtG4VZ5P444BZh2op6z0tlFVsxQnhd0v+MbOfmUf3IAIz+yt1jer
kiV36yy3EBW/ZJ7tQV3s5PxRr2XlbJplZNxMfe2dfcct9ttAcoioyN3Ta12ZkM4QGYVfZj7aYtId
ghEE8JYshd7mrGqW0IhHpGJ33jlz3fTGB0J8rLY2/cMG+ptF0FQm5kJqMYGvjXeWg53fWXURvW3b
RXOIq8Ac2RqW0y+ee4blvptccWozS2/2qMKlrCvmZZsmkMakdVn1p7Tb9C6Oqm4plUEw92LwzkPX
EEj0rSXvT2+gKJPSiUbTBjtDywOhP7EjnogcCLQeCQmufL3EQvkq8i5y3HM2T2+ibbnrZ73SsSmV
e+NqbxlBIK57NltixQeiBndz7ekd+80LYfbn61FcealDmKd7Jm3yeR2yh653n3Q6HBrR66ZFgDPE
zGmas8m5E3HYOVrnWlNVLs1T1gSoI1wW7zW9Fv04XkdFoqfKM1XpUmf5mUDg4p5ZVxJSu8ktGeoy
0VL6mqp2qV8zu59Kps4kcUf6bki0q2a3WK87fJ7RKrrV6J4bEnQjQ+5TR2uhAkX8uuWYHB6xpSuR
sSIoj0E2mkcpSMDWGyjKzGx8Q0b5SOvBTKBlUaf23uSUpde6Kl0i5hGU2swwxK50W4/Ze5D1WruD
qQqXBrJzk75k1vdjkH3mekWY9NxnRq+3qqgagzVpXHzi23KWtXmd9AC+i1Lr4GaqFJEtMnKHSJzl
7LWww+ZVvsVSqLWG4wV9PVpILBJBLMblvLhNciSqsj0NkV9rvRaZqqQrH+YWiKjg92ya5Mrmpnjd
DUJvoAfKmrUlgZeaieGeU1hWpCkMe6fyNBcWlQsVFBPaC4vG67h1dgKV2352Jk9znCuHCdl6dSZE
4J7n+JJt7LSRgS4ljTM9l4yp8qEwofrUBTvnXG7NYSJw1LKk1oGZDIPXI6YgR5VIjMI8E2CzFyI6
27OlN9BVUdeK4HzGb2KSiYT7dMn2JMBonYJMVdTVwMQrqj42z63RPjdW8bYtDS11EQkGrzukrJKC
JJBpO1ul9QL1A+RcPusNFFXR5dkT8RZbsJ6hdJN/kcr3s788ai3lqqIrJ3Bsa8tkO0f4RC0egAgF
7fNSjy1gqnquioxry858Vq3Ru/PIteql+VHvy5UhiA1SQifLljMhgCRmFEQsR5rLuLJ7enIWPRvn
fK4aHsWoPBLJtDof9L5b2Txrj3KRmcr5jA8aFZB7V496jnlTVS5FxKAkW2+MZx61ycVLzrnv6C3i
qm5pbIqxT6dkOqf9unMIIDXcB63+UEVLNay5xRfReM68hXzT6DRF3/VaVvaGzFmbpB6dkREyz0+e
67vXQWPruXrMv2mWartc7MQcz5No/UMCpOBoz3oAAVMFB2Hst600m0bCOd1D6Yo7gkz0zkAqOsjL
nCUN6ng6N/Z434/1ASWa3iKoqpYmu40dtyVwri2JEScp4mwUwQ+9H1OZk+28tMUKEP6cuKSidMYh
7jy9NVClBgWS/KsoZQQuDqCDolqrU2IOhl5/q7IldyE4rTPFiPDMno6GlO4uloM4aHWLqlsqydu0
eW8fz2llPG3ZfEpz74te08pN0wd2sLhmNp6FkZ8jq3oMtuJFr2llZq4OdqfUHcYzhKmHyJIvVqUn
wzdVeBAEz2nkCjGem7y4Kub12tdknZiqZIlooXWZDb66sAgZrnzrJi78r3o9ohzBCdiNMIA149ny
PsTEu4oq1Tv0qIKlaigGN/AkLeOE38rxqnX/RPe5/Fx/LyeZrjIniah0iOKYx7NfN6s8+mXnE8ob
ddbHmKKwt/N7J9N7ZzJVBdMyzKZZy5HF3E5vLGiZQ2Pona9UBVM2OjIBdjCcZd7sI6wEZmdpNq28
BUWb3axW7QznNZujd73ZpLdRSTi31qBRFUye1/psQsZwtokE3oEM9m/spV71tnyVGuQTWzhmbsqK
W124CfKQx6neiqtSg2zTCWYbfPd5HrwrW/b/xdm3LUmKY9n+Slu90yOBuI1N9QPg7njcMyPvL7LI
zEgEAgQICcHXnxXdfWZOMWVWxzCrMsvIyFDgQvuivdde6w6Ejedje7K7VSn0KUHC7unrBv21eOLl
IONjl549weEm0QQLFjFfo2+JPQXq4LL+H68OceSadGhraNVZLw/j5uoMP3Y73pMcpXED74fyxtV4
MUhamhLUPn+FMnnb0D8x/j2sJ2DOQnMTu1HHM7+FEC2DEHCjj0XNPa6nc9GwQJ1IX6cm/BisEBju
U22O2c0e2QMtq5EAKT9fKw/4LDPVHwcxzcfur3tkD3AGQQrGLX1N0u7cxHHZuPBYKXIP7BEihsZs
1c3XjbbPjT8VYesOFgv2mB7PBVB4gHTTtbP+L9rQb8rQg/XCPaQnmpMJ4qOzvvrqNYSGu0zrY+nP
Hr0Ttmb0+YzN5mrLAWc4g9LkWNzco3cWqLcP09uBrjq9lJGRkBlPZv0XzvUtifoT69mjd1KvpyYG
GQNCZxPcLEAsv4xDB3HoTdYjO82ermgWjGA9Pnbm96DFBXrszQDy2mvneVMxqYlAY/wYqzcJdnda
skJpwEL69ioqsmVDYsYcwlOHcBjg2vqjf+wgQO0lttXXHiL0EFhshgIK2P2xO8seKyS92UHRHmcT
IkrkrqUxUoDpIGEw2WOFBIbMBZCo0zWlUOUTXfclnNtjtGRkjxYKex8k7f44XSHA+tA37+oqej4U
RPc4ocqNM8Owz3QNpM2WNPgphTpW/tgDdmZRu6lvsPSkMP8ET5xFizk2n0j2INmlpareBjZdKQX/
TUvuZq2OBaQ9GihIgmSxRk3XZE0KEvOs7451xIm/s54lJaBKYt10rRU/b8OrT/gxH7bHAxGXgAab
gEuS+kEBwoA8mQ/es/Z4oGirfeGBguk6yT4zqcugl3wsIdqDgSCoKjGetI3XTlXVl2Rx9dNGKv/7
obO9JzNKlUg49LDGawUOlrDlWecOpkR7RFDypstsJJZeEjEXcjVNHg+DO3YC96ggZZQHHlisPtLm
IpUp23A41gDasxmBuq+q0qrtEOv8uYBIUl8KA8jtsR3fJbjD27xZsPUVxOGXE1K5d8lwsKG3pzOq
ly6sOXENoCoUyFret8unTm/dMSpishchhDvhXAusb2coCY+b/Ga89mAFcY8NYiIJQIHvhaXV6c28
BlkMwsBDW74HB4m62ybL6rhUnikW30HVoAWn0bHFd4WhFRwkxhtYVDIdZBuQRxE9Zpt7MiMy12wc
69qWY23ZORHVdpnXxB5LFvfYIIAjp7gKK1tKL7rzhDildjhWxN4Dg1SiaTijiF1C6XHJyJTe+7w+
2Cjc44JaaJ/7gHbasp7WDxNUSLLBSw/m/XtkUOp1qErot00xFZTj4uQKUu+jT74rEAVQu2KLS02Z
ViBkTfwlyvH8x4oIZBc2Oy6s17oYi3P+DOqaz3w5khNG6R4cNHVDr9c+sKXXDjltRBHb+IhhYuld
QYiKcfXE4hvcCkVh/QT4oJcDVomVd1ZpJtpZFq22JGHztfW68yKng/uxK9ciSK6TUIstw9HdDrY+
p9sh9j88dfjH5H5AG88XYrSlbTp+TiuPZpYp/8iFGavvikGQFaENWhy2nFxcjKT5yLfx47HtDv74
4LaTqKuMxpbzTO/9qgJ5L6gkj0RMPPcuYiI9tm1vLA5gOD7gVStUm6cjrgpr72wy7kmtRiFtuegt
xy+6BLE9eE52FqknIsNa4mVuHfGy2FcnL9wOlVKj9H/BgmzDh5G0tlQabY5VbtEJRPI/D73NPTAI
6g42NJhHLpUbL1sXZdikI1EHz72zS5LMCnVyLB2HMm91nQ/VIeUSLL2zSz7RdYwllnZuO6f2jWQj
PfYq99CXyYwExOKwHAi5zpnqm48JmZojCQSee2eWI8aiwsn1tuwbkoeBOfXRoZwKS+/MsglJZSn+
L9OF/0LzKhdj9HrsjOyMsmZps/UzDCfY2FkRZbME1faDW7Kzyr5b9dQ0wpadap59+V158RFYPnZk
Z5Rjr1JfK2x2QBxiQnipxvmYm9qDXgjoYFWzYLNrDcKbVlww13PkshOle8yLYiABo2glQ4a9zyIo
akTg1zj0HveQl4nCUmTX2LKqt0LG13lQx4L7Hu3S+lb51vNM6QQUxY3IIFR8pK2B/djFSTJO60h6
eL/qTbG2TjDtvB2TLsHiO3tMqyaStMJzp+n0vd3CZ9uuzcHd3hlk3BIPOHmsLYI7Q5OcbNvBlXf2
2FKxRQQXhdIMa7by1yH5fOyA7GxxrkQUzg4HBHiaAkjubGnHY8FgT1tEhkhMuk9MObowAhkIAHmz
1N6x1ff4H5HIqDJv6bam1BQAp3xmtnXHtnuPAHq7YMfLhEfXwXoZ3HpZ1CEGuijdQ4Bo7Psuhu5Z
iQ7vmKk36pi0OmiUe+YiXcccxY3AlBOTaW66bXzn0kX/RTb1z+rL/yrk49l3hpnOG65LiuiSoGhK
SrKKyXsQQ2p4HlLb8ue2oU2CLuS0iAs4Gybo3YSLnS5T6lRzaUlXs4ysqZMPYnPjUkMQs2WHSotR
uueeCVvEK7u0uhwoB9Ucpb8gR/b9kJnsyWes9ELeQXyw3IbuKwurBpXiQ+pSeO7drloVMBH7UpeJ
rsu6TeqMjodgYVh75+22rRtlAhx46ezgZ+No1wxklskxMwl3/k6RqnYbrd92XMosjoO3AdntEPsH
nn3n84wdlZ5H7LmBLWYV5Sqfk/DXsRe683um4RYE1Xh0HoovZF6uweRdji29S0KsX2/CMo7n9quC
uaBM40MTX1G6R2/M3dwtkcZR8aliOTR9aL5B5PDQc+9xeNyGERIQp0vaBrdh4wowwx1LFvY4vMSS
ZGpSjaXTxc+W0LtKUDUcjAS7c1J3VWhrb9GlJObkGvwCEDUfopmDy9udk6gKjOj4pMuq77sitGt3
WtIpOJav7tF4nMekA2bu7RIZj7h6dGypMFM+82M3mz0er2k6ISnp8fR4s9e6GcVdOi/RwbvNHpBn
0qWC1i6MaLQfwYN2L01zrJixp0Iiy9CGNY5IyWf1VbnqCe/gL1z5m1v9kyC2BxLZJfKrJGlRlUpZ
fwt2of7GpMFKMFeq42+HTGkPJ6IYhCMzCeHS+zjJll7/4HY4VJKGE9jFi6CG3ms7+DjvYXPx9VfX
J8csac+KhOjuYYAUK5N0rfImIDmBssmxYLFHFFXzQId+w+IiHu/52KL1Mh7pmmNHdh4gclKpEFPT
ZcQGr+gi+ehV/GDhYY8r6iLmT2QJdNm+YQgw9/2tq+XBLHYPLJqDZZvqgelybep7NnX5NLfHTGiP
KuIjuGXigOIMVnWNQqngOajcDmkPRukeViSmQG2KYleSYS57ERS40x9p0GHpXREpUl7TeQAVlWnd
XnjU50kXHcErYeldEYkoV0craNsgDOZhjsJmoj7UW8DSO6sMnU5akHPgmDiaAbGRRC+HfMkeUORH
0ygnDwtbKD/de1VaZ7qJDtEb4bF3KVyTmoQEvtFlzLulKuZh7KtsEAPm7o49/s42fbB7JuAlfHub
Qz6E5mMQHJrhxbPvYnMaDuNaj0hYWtf5hS9cuZhUHHNXe5jPOMUDpJeRsnQtuyxzmomUHDvge5CP
R1uMOLVYOmjjG5RQCjEckqiM0j3Ch4NcZLOBxQH3UnEveYc9b9EaPfQu9wifN9g26D1JX7KgojfC
M+LcJXNyzDj3EJ+tY+lExxGr16ImmWq16nLXVeMhfgpszt5EvbVvwnboS953bTbiPjGs1bGIv4f6
dLM/jVyOujTTlgG7dStr8fHYru9MVDQ61SPtxhLil+a8iHDLPQLBgGOr7+xzRX1wntrUlXWKAnio
nqJmPhaW9zCiLfDCSQ6bK63z6gLMVNPJKXIw7d8jiYD11SKaVleqNvlUoeyb9aE7Fjv3WCIuoWdA
/XEtIeSnQQJl/YtO5SEGlgh0kH9sp00+m9Bx5a7s4nXuMmA6gi5Px3V5PfRK95gi0SvQMjq8Ug+P
bJbmFI1/hRF5i8F/kjzvAUVKUlM7i1eKxqv9leL1slPVL9MPNbIWzFogFG8+eVvc6dOxz7Kz2c2R
YY1T4spofu9pD0RPR9/CvjTSdxUDlNOVIaQxZtNmc3hIlgAveGex3srATp5gl8SiH5uYXugxXRws
vTPXeN28bq6pK3HFAOGh2tqsng4WRfYIo4pxsL/ryZWc1fIjakeeydbJD/6qwkD/xT7wZwdoVxxp
uhGD/TIdyh5zvuwDpInFjY2sF96JGXP570FtRocPupI1tHjXTWr14qIlWEE9yofWdlmNrlc/Zqgk
qu0GajWg1HFbJaZn2kXheEun1tQ3kx3X+UGvVZ2eJMG473UGlddU9K0fmus6R0tyz6BSRk89DyDr
YMMKLA8ZD9PqC/NCP8nbDS6gaPmopkKHkbFZkHrtUs41ilFPzDdeeJYzYdUlcsBNPS1DwvItXJ07
oVN5YzuffUISZb4zoub78NPwrj+J9yg3CV0lZw208w+D37bmIcRCohIceGA3ChKS/PLQjwQlDmNR
hfn+Oq7OwaqYeqaNb39tDnRqoFrtxgCyKJCPuCoXhN1P2m/oeoVe26lSNHGzfWoG0brznETeeo4x
djpdMcLUJreeTu14H3ZhH3wDLfpqygBSC3WeRHPzUVdrWOU8BCQxN1QN7bWrlmp66MCwuX6IoDha
F1JhwC+XVdpHOZQJQn6e6cb1zZsauShIL1f2iA5zvWQp9730+4pNn67gqDWQxGzToPlcN46Tq7eE
SVy4SMzdOYk6v8rTAP2BUxQ773EJN8FOoCJYk5wxw6PHta7794vfNOpUCdOzdwrsCniaue/f6MhU
QvKx0m2Subnp5ZmA8SZ4lMKf2nwErzz6U5sFo6noO4zfxHIB4H9hpvLytI/VXGwOKPScLDMF0/rI
I1A2UabUJUkBsMtGlm6fFg24VtYEyeDlC5EVy7bVxPIMwmmSnjptqiZP3GQ+m7al4MAUZDGXIIy8
+HUDg1VQBnyg1SWgkD7PzBBA78cDfZPJ+egtNzHhMci7AZmp8m0c/Bf8Gg2C3bi1N7joD1EGrsRB
fzFNomWGsm6clnWoiQURkY9KumOwomzug8g8mZStXGTar+yWNZ0K1iJ03OvPRiZrnesKPMIQv9k2
nqteYW56CeJEn6bBB2yWtYTXuZ8IWZ1brpkrKMD0L0tTOZt5RCnocvSN4UVCZGo/jIbFn1E44KIY
ljCdso4vfLlo/HVbmiSYt6xuR5Y8onUQ6Qy0yIu68C7Bn0fh4lBkXjS20K2XIPhxxWSMWL/QNRXA
8YH7vlGvcZ1OaUHqzgR3LWgjX/2tduTiJZ77MUFC5dtaSf8DTXoZoWZRe9N7XsmNgGAmWrbbUCzg
KM4bNg30NHM/Yk9Lt4bkbKqu7a+r4b66iCWWY6ZDYx9Ha9r+DNsKTK7Cafi51AyVPw4KbVNCP8hr
Lt5qq89phBHuwRA2gu5x6uKPS6i8G2nxN1kNVpf48zwkXTucwCvZKnlatGXtuzribf8L3TwanUAr
4ycGWGIeRDduDsCqnPW2CkWfS7SFhiCLSFCvOT7sOj0MEWH2MnrMT+6GZXg7A15cwS1VQ4XXhXsh
f8YYW02fpfHqHqKlmtMxG8YKVbSo6YaPPSWk/pmMQVf91FChGAsycaTYdd1G3W0N+m537SO6tY/b
1ESfWie9IJfELuF5UsLoB3hTz+WsNio6o3Ma+xnoF2X3EeMjQfqxUpTfJAP6+hiJ5rq6GSIX/WqN
3wG9y+J+ue/7HumC31n9OQpTA9U1YZpfc2vnJyUcj7NugEV5ud582T03ZvN4QTfkGBkY2pagqJEv
jRcy4EwQLxLJg0t5RS7SM2N1apCqefmYxFVwijFlVhU6qT2ViViH3qnxvOUl6pN+vCq5FcEG35Et
6He+be97P7WINQkSSMFZJvgKKt7pcav0aaj1O+lN6XaCS4jxhJXk8M59whk5zy0n9OqxJFa0CDDh
8mlcQ9TLaKTTl4kG8W0SqOU+mrxG3aRx3QWXEBoX/pnBCOZ7BMCbbh3yEVSQxtX36RLVmCpp2Haf
RP14h7IWonsA3Iifr3HPm7OS8SKylaFinMFA029g7FwfUsHaOAcN8le/GdOfYTpW3/2BDP27Ia43
nISaCppHpE4KN1KJgAiyTFCvrRychT5UsGRbf2c2OVsmzU3fk/GEAroowGPTn9TML7VzJSONKkKB
1pGOg8sUUJKldH3knZuygG9dloIcLhOgeMK5bN4hjTBZi0nc3DhvyTZwEsg03goeRybjKlZ3je/f
OyqLMJ6+8MWzZ580dWEgiFRApfxui6cVpTyZeMUMVbeCdzbNhfJsmlHw6F1cBf4reOc2vk+T9oNZ
JwN/7r7HnM9n8JWzIrJy+RDbShVjA3prMAtMY55C+8/g2CYV3E/o3A0Y7fwMIkwfJMMNwoOHR2jr
P66JB39YjWnG8HJzYChoxuh6T1d+oY27T+1ETqC9d9BP7UQ+x7LOV00e2sh8xTZGpxHMjSUKWd8F
49spCJYCsFZedGvzC3ok9ckz6CgnEDpDAuDas3DisnZ8zKuUzDkZDMKKoU+kSx7NGt8EA7CCdQiI
TxgnfRZX5tKxMb0bWHtfCbcUUbS+a/tpkOfaeV+ZQ0CQlbyd7XZPK64yTvVHtcjkRkfJdKqW6Jes
7QOXaBfnPfYwbNUMS1AuH0lyhyvn9hYBQGHurIIL6r0ZElg+n5BtBWGgzyKIZJY4YXO/FV7OhvF9
FfO49GcO/nBF3jEMkYBdqc0D4Q+ZNFPWDAQ/E/eYQrBhQE9tyOQVxYqoyuiCGROJonM29W34BL36
GJGmKvCBeF9s0PQU2RBv+snnNPq1RNVcFamt/Q+1CsxajLZF05H6jWzuaEhD1A6soesD1IbiYiE9
FxeetELm+HzUz0Ovq+g5RmXK3RAV0PuIeEJljGMWNXOTSn6oNeyLoQm85Jq0VfR56LrQZcE6uy/Q
iYzIOZ3G6vPStotGzoe50JvUZ4nDyZzAYcyHevuIsn24nRIQg+bd2vufIQ+jpmxq6ulzPIz818TR
+bntOoPdMRI2BXMaYwhO182GAIJC2UPkuXZ9P/Up729iDl6i8+RzAsR1583sNNCpY0XS9hxop36p
HnRYaXNpAya/ddss3xDrgvUAIgscK3/Q64L+0pqags8tnpVhXKZ9F6Q1/aFjiMt9FIq0JvMHFFtR
I13GL6TtRoOkKqnbsq6G/pOaVzZ8VXO8/JojoJayKQqA5J+QEaN3tfSUFSDQ9pMnKzqlTr5pwVMn
+7WVZQyFpmdCWSVPgxI4kKNJMM7J6xkSqsLE0+O8LHxDajLNEjpUzvRPwzjwJu9MH1A4lobMGSqs
oT6nut9oNkm+jjmGnunjCFp8+TyCbkI/TpqQ8TwQo8W5oRVyQxSYI3BZOR/TwPgU/Xy2Q9AUTBFS
Imn207XAVfAONG8a+GdKb0DroeNbsJn7yMfCbZtOLfzMZ+IHm/sZrhXgnsqO3nyZBnBYF5gLbvg7
CXXS4DoGCauwFU0UZNZSIXIS+x38SsRdtuB9tmUITmpwFTuJ4buQN83wzutd3zxSGvV1ESLlpdms
wID0hHsLVMKZ3lhyQm79BK7FGlNNJEEo3ey6boWJRXTbOBaKm4TyGfiaKDYCMECdVJlttvHZmWR6
YSNI8S4tcPReHjWQTc+ZFMsv5SXCzwRmgz/2qwcazn6MWl6C7x5ZSeQwRFHYGbl75qlkup0b5Z0k
AvkLM0H4QY+evIniFBeKpnc3cIVUPITBzGwmpXXsJhW8YbgCWNBns237JW2oP+FWl8RZO0xVkE8+
Kf2Ki5Mnl24urJeM7BIwz7lcWUbdu5k285oHqrUFfF3yZTOyAqs2VIl72NjQf/FInLhT1yIXuBvh
ebdHiXQ1MxBdPFdRr8h3Mutgy3HZafrL7K1SnbaU8vcsYWl92jzP0pvYMZbe8sGsH6A8KX4B52F5
rkfV15cR6VaDftIy0mJj7d1su8V/bOVbYtSbCoo74EpUP1O/YdFTzNl2GtZexzm6f6UDpafLNDQ3
VVZ57D6cthQ3RAjH9JAyqVaNQhsLWGEixkkuaimRj8VB+G6sB++9nKxAJJpl/C5ZYmEet1AP09NC
1+57v/TOx1yxEl62Ch/hSetgAuPusPkPYS/sU63lAP33pf4imtWNXyoaKZsHFcbMgjTxvAIGAKYA
3uo3D7+OUwpvn8xT7rZlqi+L3Pwbm8x1A6K2jblcK9yFCbib2i9I6too65nfQEwdD/K8pWnzGgqx
vEO5PPhYx+GiTmKbxVVDABdJ0hytLQwy8shNDeRP0ThqT1U8i1KgU5cJt/nNmfTGVbfSascf6onw
j6MNH6GVzTLlY3jXF7M4xdCgD/KlBoTvFAWulrd6CBaQhLXBDEo5vmLKhQ+pOM2O8ebBNMHmXSCL
Qu78ZFo+V0vg3fdezOYiiFqFEgJGkuJym3CvONExCKb7Svviu2t6ITOCTHY5TSE1yW1Eu7hcU9kC
TeXbEZgLGonhNISj92mVlGUoIsR5n4TtxQTd+Aaz+TFY8sDMAM0LL4k25BRt7BV9TAN+4dWom8zy
LX2XLu32okLFb+jC7YMUuAlmqetoc58ghq/foT672tO2IgZe5t4OpaNb9W3ozapO4xL3iDbCDfbc
V5QMj6jJ4VJufaSHUB/lP3GHbp+lnoG0rbeoHBNrnyc4y6u/BlV0S9xcyyeU8btXnnTpmA9inQt/
dN1NEFbIb+Q0PcwpB68jyIDhxoaUBV9G4LZY5oMgcDuNblMP89DM/FSFS/xIoao6lxWfcS3tVhL+
gGW/FWtIvHrvp9G1BhfadLjrWzeUoW/YFw08Zof8KrXLqaNqwqlCUGwyqev0GoFGlWVrEysvd+lo
/VsuQ54WY9y/hYS2fqa1epCWBYWU202zrWPWhAN5DznG7W4gzpp7P0jchw2xYjy1fMGI+QQihNNI
VRxdB+Ocf9NzE38QGrJl2HTRyRzKOvQbdo0FN3Ug+40A2j/6vYbX0asrqmW0TxGL4Udr6ul3QiQV
FIdFl96qdnkF6DPaXjTm219734LNlzEiMynWNXceiGAvC19Xkq0E04d9PN+SzZ1C1tL61HXC3Vd+
U7qqe1o7zRYUJ/z4iuAPyBnI8Egf5h7moX6uPKGlXTf9XFPfyBwTRxDcoC3V45V1CXjlE822997W
G5qZlvkvwM7Lr9Y3AStJh5iU2yB047lZMQglW+gj8NVf7rWxE9IvqbyLCVHvyJdp2cQNAbe0uV01
mrI5m3x/uPMkSbD5iyAfZEWsfgD0LI3PPkuT8RkwaaXzblk782GuVf0LTYZZFQjBFmUYVQ1YZcP0
DtgOTdjceQ777wcuegpVp9qzGjfo/TIzrWEZAkHqZzwFa3m21JQ9NomvwtzCsd8TxZcXUbddfInl
AAAavFADlm1wE9KiqWo1nMFbpL8y4dDlhegdvM0Mng2ZK0YR+aDvBlsejPCjcoh7K6/1Chu/YhZl
eI5lSsPbYapbHGqm6sL2rG+yDgFNZEjlh/RmDYyvMvR5DBJc0hnxOXlToy0QMyCBEq6QHzsz2TFd
TFOXtuc46HX9oCrFcevxbTSczCzs9xl0XCSn1kef0YrEJDkd6+QZZGgNz0cvCus7EqCi8QGXgHS9
BiZY6Qe/gm7xz1gApf+wJHI2NyHAOP5ltFU7PSVdNwSvW9VLcQHBH/9lZ0jY3lLc1jdYrpzCR1qj
QFCIqa69p8rfQBGSUYFGBCxdJxOCKMV4b2HWDtdpJyCv8AliRjGYYGY/fAhQ3fS7zIPXYU9+2JMb
0jexLZZ47ILMEGzGbYPhmODS+Okoz6zDDn5aOqn9k6vcygobQ5sjl8vc9V/MvMK7ocU1ukeKeuAL
OiHjmvFEkioHefrMCxCe2ucugNJVoXgfAbGz4DqdIYiIz5FpIH9luIfKgZnNgGQ30nR4kJB98wu+
xHH97HriDfm8JmTJh2lz81NsmvHU9QbXRlxBOnnmSU3TX6gihcupj9twRNcKiXamUY8a3gPdagcw
RuIHrm1CIl9mlTLCnnmMOuaXkVaC0QzlCwx3wMgC73FUHhxtp0UCDh2vT+s1i1mn7Z1EkiVcFlnf
5y9VkKYiSwmTUzZDN+pFSPwZGVITLlnXbfgcoNWfXlD0jiBVj17onFfNhBfU9fE2lQt+QVsoRzC0
1yCXjl6Igg5M2Q6hDt+nS7fwU1ThjGf+Gqsn0pJZ/kgmD6RPQ9tUTdGsRMRAFPgY+dBFx3rHvulw
89IfgVUDCg92NM0JyF8P16dOziyPlSZp5pCKr8dQcPvZ4DkQsqm5GkoNPc2yT6fkEbUydrAbs58P
nuhAFemmoUxm4oq2lyrbevFvZYz/+OH+s3pVT//qXeh//Be+/gGGr6muxLz78h8fVIf//uvtZ/77
3/zxJ/5xeVUPL92r3v+jP/wM1v337y1e5pc/fHHq53pe35nXaX3/qk07/3N9POHbv/z//ebfXv+5
yod1eP39tx/K9PPbavCI/W///tb15++/0bf+z3/8v+v/+5tvH+D33679T9W/6howln8t998/8/qi
Z/w4o38nFIgSpI5hzPy3Jury+vadNPy7T5gPkt6Y4daEUsBvf+vVNIvffwv/HgFvglHRlMWUBeEb
GFor+MHff/Mo+XsKIjqQzFM/9WMfqLr/+3B/eD3/87r+1pvuSdX9rH//LYjf4CH/04KKIt8PaYCF
kjhIksTf48U71LAgENJE96wJVq3T/K0Y7xUjhD9xw4sq0WVKe+GQQXantrhWmGCGb1582EDHIn0C
25kX3fjcvrWlZrWuhXRJNSI7Xm2bRTrC3cNLKrNA3AgdwTN8BP8O0lItCunr6juCmkqzRetQZ1K5
jmWL7aYxvibBMqAEc5o36XnfDAi2h++xDVC5iUPqA0BbC9dnIOfAXdlB31Y8t5vhc74mfgBkQ5Sg
AJ2/ff6trKkx7Ye3zwHStEjO4OnGh+yT5yrhzSeAoBv6fUAiqbZ7+384O7PlOJEtXL/QIQJISOCW
GlCVZsmSpb4hPAIJJPP49Oerqh3RbfWJVsS52N62W5YoSDLX+qfV51Z5ncxVsb6m6OiNZxXkpoxK
uKnHIVB04zvHc22+xhUBVpHYtFthhnoazfKa6FtT0unmhL+42xOMkN9aJT/rGdOb7YWAiBBwZmOe
/kmODKu8RnagTfBHpSwZxUbq2O+Tp6bqkcvkb6AFlHOdO4CqW/ZHO79tbf7529T7tX/dVl7iPMd9
GrwPnRHnm1zi1m1DGz+RE8bs73ka5nE+Db9EWS3VbZ9pS+iNqIFtTxPLRRm6fZuZO9NQZrJzchKT
HwVyv+Z72vRVdS8WJ69vY4JW8mjM1tj6OrRu8hWiOzceUrNz+qs+RRi4r0m96vYxOX68trZmcNjK
H64b15bqWnrJMh0ySIj1tSyXYro31lWpX0E1mc7tanW6iybUdHOUd9y698bIJuN5ih3ZfKf6tXKq
+kIHOFB4kteTByodTkOtyn0p8il+xiravKZJlZaHYhRWu6vy2sj3aZ4TO7mh+nL1m7CGfN4I063d
O9dsluFXkdU8a50Ayf0UZtuJm3RwHPWN+5yujwgrmFnLg2WnbzdF7XvO6wDtNHkbTviie2ci1iDj
jdILCy3PnQyyJpdmXd2Xii703gb6Ta+0TeFGYRl4QZRkPQJE8PWVBWrxlpfXhZ9zx2sYUbGtbGCU
B/g7bt6oK50S98W7AE7iBfcLln19DeMYj6FlefImM+0SQGZ0FOdaoIvgaigkqMCCloUXylfEBMrG
TYjzWww+7egrft7I0+6fat9NoaG6drS2BgzW1zImXyTSzhjs4Vz8lLpyquzIm9O0vkqxr1g3U56W
TmT1NOF7+/xrltUlHKure+fnYib13dw6bg6Merpo3dEgRoMEirv10pnfF3Ozmq/+YKceBqt8eXBk
bdSPsWXyFEwJ+bid4zlTm1H2MzduNNfhl3VekYk9TPp6jb24ea9aMqYfIVSzeDfYqFCvtDct4HVq
mYy/OqaK/6yKOQ3Cwkwc9aSTIhZpOLiZYUEmkfXqXifGyLfgR9nuYWnGOtu1oJ9NmNZijXe1yME5
rSyft31vLzlXtYgi8i2K/J3KGe2BQUzBOx2IdoZkvnzSfHbK+XFwctF8r6HTWf/S6s1jtfTmrkxU
Z/41+tlq31iGO00RYw64VQ7mhZJ+jmLxWlU9AiHyv2IRBYnDDfMXpzff5n7sXtokUNDkKJ6udezY
+bXHDNQ09CrNTuTXkMGHLBkYUVOKvpqPXeH0wZcqaTWIgU2jcGgSMT7CaXZO2JWyzne967LwLGv1
uDuIBJwJYjTwqxN2bstoHdiQ90a8WryBWc0qGoy8jnnxxzyK48CqQjUY6/CQTcPPtbar9ClrKrUe
h9G0x0072sjAAld5YUNkm4gm2wJ7tQteyFsrWI3maXGSLP02rCK1IjrKJOZn2ta3JKuLCaFh3ur5
sVB8qoOeK9ayMRNC8uxMwcLLQ1XIxHud4Uc9SrtONd97qiBeNeV4XoRuyUTJKsQubaSvs3Jnuc/T
VM93oxerBFzQ8DTw4Ar5nTyodhzGG9efFVEeeW9n/GAh5vFaq7LTJUgW4MfWUfifbpJ8ETJilifP
ZzTk3O7kbLsAcIY3gwJni0RdPOWCXYCYRH5NCiNjf1/EYjdRR8ibsWNJymCHIal7KZ3MMRioWev9
5csp+51uf3nLlnZhdQCKFMUzHqNeXl/eu54NkJjb2MqSDQm1RfBISJCXhABn/fqi0K6727qo++Fu
mdvcfITLLThtRdyIm6rL+H7sIP2s6Xfjfk7GbR1kvKWJ3zCRaAtiN/qPwRAkwzs1k1feM4Wd/2xO
flndW4UEvdzUwsniqxTCDNJi9gCCD5eXf8zrkaOvOn/HZq1ZmJffd309Gs8LpzpHai4ChAOkX1Vh
Vsm8voHr7tPby3ZFbuBptwj8fH29vCbJGHMEz7Jzp2W/NCBN6F1y5YOEFgzE7IeQeOupHD5xAJyl
Pn8XR57Plk7RFlimE1BS/MvqZ/OwbODnIsoHEJyNvY7xvkq7ybzXKuuojPzJ747+MHF7Lw8uGKX9
ULrBGD9hTlrLT6R4Z3Hpn1fkc4JivTyN0BXyo9nMi2nEpiFtoqX1vHwXEJ+OaAB4/LFZTBqcuFmb
blMwVOKmYPtwo+r87gqnGIsItL8iRiZ2y2JflP4CjdX3RhypE30HzQiwyOivzNjNfm95h1n3KGsW
ZZqRrmnHN4k/C/OqdmbZhFbee8ap46/aqOvjdN/Sc+tP9G4fHoAvXRLdHEvYlg2Ibrkf55QMdW+0
46zifSsgBp7qhn2bCtVKuhewRbfZj8qOpxfbr9zxaY7HKQbx7bL+i+rqtrlvgV3nT7St50i5vx8B
12RxUT4JyqY0fYfD6U/hIhD9OCCeUlHJxcT7U5AbkWJlZ0y7oMzbR68qtIfreZ5/yVxQgG7mGvBr
X7Hr2W+Jx+HwO+jyvrw1V5/7nnQ5J8Hidbm3H7JmWpiWDXsQDk1BoK2RaHZ1y4F23E0Oi0Oyd5FL
MH2iTD9Hlf3xsbjZnjT5Brbr2nQlf36svqX+MUhcjgI9cKZIz6jfYdN4Exu/5vXvx7rujhUcr/0G
HkzJo2yTum/uyKG5HorGB5YK6uW4YKb2omVWdhMydIed4R8N1v96mH/2LGfd6YcrtW1aH8ujeYK9
/CAsbFNWYcwcxqis1rLc9alBjVf57AfvRjDUiOSU7PptZa2VF3UZSZI7oxzN7jEOihhdP7zKdVeK
gCESfl+IqCsYB+/lhV3te7Dj6p46jMpXDXOT7+zctZvv//0JuNg/uy7fdtzT2wtiGPisp4/Nvl6T
uIB8KK7TLs5EhEiqzl+KxJnVk+OZTAetHBflW16XAcBRwTKK0rQwhRsCQTivGSJosU18J892BXAK
XY1VWShmBFxVu2lyyeMBAWEyergi7Gp3tQrcKmwnK71dl3iQhOk7/fC9tuF93gyFo5J6GpKmPAUT
HzmV1menojpSo/ezrpx237jFXSaCcrcEsAbKyZ/mbH1zR46zngpuw7Hao0F0N7p376yq+lqsglNP
Gmw31t7O031VZg+c0JvZyzEn+ojU/Ka/KxrjcajpOfLlSOpVHfb94m7KJHgk5M2/FYNL9RQgV6il
M26AsPOj5Qb7aR1m9GPI4forZVrdvCOj9AkroY5GJkAcY4qmjavneKPtSRehn4+PY+8c1nI8aC3/
Imz4FWX9HDJgaYGhtp4sZ7w1EOOFrr32dIn4AzvpFRvT6VHDoGb55VreYEVT4maShLU1eShiPfY/
TK9y1V0qU7/bXFohC2td/1zWzV2LCE8u0r3Sc3E7e96Dp52rBArG0el9YvrGJhNGE9X18n1o82s5
W1iTA/+XmoNvHc6/x6Yr5shtnWwr1OSE7oBdHjdmF6aLQnGRTnVojf0LE3QAdSCJRgGXMbbPxpo9
FGn1kyDlGimf1zEYVnxpkSo0Fo29nNLrQCRHf2oejDjojrIYjrY1d0gd1I9UNNHctMyyUnovmK0Y
2l1zR8F7lxmOFy659wB++Zc05PMMJ3Nde2MVVcnqb2hyxWs+dL/8KT+uEs52SfS4swv31Q+632ZX
dLs1HX4mSftiiwFhjDDqcJ6n33a8Pkpv4YEU/qNYy2M+BLu0qOLnGnA2NZY3r9deWNeIUBtoDrSR
9lZBMvVMWLDxSHUjFfEGktJA1tPdWbEfmcq77lzzJ5vweENvQ36LUg6n43SbDOu+dNQtHp8kVF28
br1ezMhjXD/qPO+bcqxfa1E/Nrl4dvP4bZm4S6HO48rcZZa3m2w97ufS3ZgGKdubKR8oASanyb4j
jULuMHttVYUDxGsXNV210jE4kmYxJvY7vqkaYw6Oc+Uu3n3RxifR7dJnN05gdPqOw9Al8CO2rCsh
KAHZvHL1s+6RJULbuD2aUstFbb6vOb3/8lSpbstkTfKNH/cy/uRY+HDaUQJx2Hk4fpHUeJZnfQxh
YoEzo6Dv5z1SGc+5UhahRMdqYvD4rXbqJb1qzISzebvIihMqIPuj+Q73EyeRMWW2fTVNDOhEs7W6
zqaTc+o9GY4e3rol7uvQGQ0R41dUTh9dDjpU9a16sSivybwLajndJdW6+J8cIWcH0N9HyOlTeaYA
+nEoK2zBTvznYWe2Wdt7fjLtG73SC63K9adt2cbK3DKAUjXvExPGun22ZHP6NKpCeRs3IVHhmypW
JKDw74VhpWDsViCJWM8sGa5ypolDFsJZmZ5beM/rxK8lKMwBsdLoj83NkrVU275KOfDT2tTB0zjl
VnNlrQgsbgHvreRr3XVVd08XNU6R6xifH58ncfkfnx3ThskBTwqTJdDvgkj+c54k8RWVRfD8vF8d
DcSQIznyjuu0mNOV4/ZNEQ4JLQKYvu86V5aX0zUj27RLP1xQyfqfLLCTzeOPq5E+hazJwnJM1wuC
D1J4b+hQ6tWtTbM7mNWrEEKL0ChQO+9NF2hnnxbI8A7E9xjjpkM5+lko0J8X4EuAT1RY/HxqCte2
P057RINZ2qJI9dGxNK9yiCbz9LlVizgis0VWIt5iQsx93zZyfMpAo/JPnEEf3rHTJQABe6brWz7v
WvDRXNsqy2yNotKHQbWe/2Ji0erB09ZlflnWieqy6MpgfNJOPnKBTU0cxC7jNHOu0rW27J9ZlojX
TilPHolQyvy3UiaTU2/UZIFWXLuTNS1hE2QrMtGpa7vbrlg8RASOx/duzlhFU4t0cT5xU52MpH8/
29Pn8nGlCJBqJ6CD+leVQ6+PROEEPjiCItZlVrl3lOXUymPXSmN6icegtz/hTz682ww2cWwpAtO2
HM9x+N+H+px5DU43l7FzFGqkgINA7svvi7f46TGru7mNAqXi9FpJ1WaP1Fnn1tjnbRdnCPYC99aE
Snd7El5sKHSn6h8UOoHkKTVEl1wjAUvFl8RfJWq2uSqHHdr8Zdgz8LSr0R2iYXupSrWOb6OXi2pL
eWckN0ANXrGbPKwEbAfz/Nm0xdOe9c+7zecGQ/Q9k1l0p1fpQwHP3sImDol2ZBgBq8XrbVbqapfB
9OLYpIZ/UsR+6M3YQzHeOFAGpmQ/caliP+wjHvJrsCpazMVL5NtiBKfXp+UAbkPfRIS9meOmfl/t
ypeh77hlf3s5JDKVmsZxTRar+rSL+ZPO4KI8GgN2d4SFHvqljxu7KoHkPQv5zgVFRcvEBqpKn4eZ
qopt13c1j9qqyz75EesFwVez9mvzGwanW29sYHjAmv8u989Op7+fzOmioIBQtdDrIYi3P+aPobnK
kNTlWdTmQdr/QEGk259NOp1ANTjxJEpa4J2NcGPbfIgFtDDeo1Xom1IXphN1ta2nQ+AMXHib41X4
5I05P6k/r892pS8dF3rIt+2PTi1ylM1JzUkemWXgdF96T68dODoZgBuKPrcOQj+QdvfFXYSb4QzJ
e997bGRgLszbJo/1s+yiDzfs9AqzIbAkzgeUzZ//XFpFSTw/xHBAESjmGFvg3I3BQ4HK/7Hyxz4G
fk0m75jU1bfURuqwKQpljxT9mC++TyMSAXuDvWrMIvgRKJz/fp7nyQl/36/T5UHtmJwYAR0ux9aH
BhR7TIGK2A+OoszEDvOvqa9JNfUQ9hodNPxSxWx3vY1YN+zEMN21YPwo/qTsq93SYrC6SZwksG/K
rCEsPLfATw4duiiGTGUDRogdg18nfRvouuSb4j8BkPWmbF1vVpspOvukjwvvy5LHw2e58R9PQ3Zp
4dvS4yUxeQgf6UBEAGamPDFdF8DUnC+ykc7VXE+xv5Hr4Bv3Mqn4m2LVs7urANw/myT3/1iMgnfY
DQLhnILpPr4sWe4YdpwDMjMnUNp3numl06GfhqK6Bxuxy51jiib5dsEkG75ERsxbYpaToOj6/3l3
qQ7EmaVFIsuD/3MpthWEHepCFWW+oFJckjZlJMWkxS2tfTtuTMiRrqbxKWIPzSNbQPNdri7Pv4lR
ox6GRPCaXwDM1XfgA/97MZ59rP9cjL5vMaIaLITdGBftxyCURKjUQSTDVEwNWPltIqOrfifelDLd
FehXriAkjUOJXYW1l64mvrs+63bl1DFw+aRRRt3BiRGlgLJlZA72uCVBkhVQCVE4t0asrc+aitPr
++clszvbPGGsO7znH63/Hj63Qld5AnKPKOr5AjgpGTTDzvdSM93DSZdb/FCUheWapw+MuEMu9d83
DrL9X5fBQvMCtG+2Zbn/unOMymwoTyzz4KL/cK8tmQTBFvEfo0GqRVPstRW697cOM8hiEUfGJnic
zzVTDRbvXHWi6Ox7tSL/A4c/o3h1NnLcxr1/6nkyk1+NLF7B7DQNId/EXzQlbaV1k9262k8D9qzT
1yproaYjyI/Vo81BNnt0AV4AK4tX5DhYAzhh29a8kW2g+Ak6T6R54J1gEoMfID/3q6avH3BnSvuZ
itszIpXaefUDBe/0wE0Y7AcyC9p4d7nOpJ75qYnfJ/OLBQMQ7ztRzskzhI3bbYSoza9Y6QYUUBzh
1XWJMGZ4WWYXP8jlIyASzfinZqzVbzN3+tPJL53SPQqHSV+09WaO5iZPOvehdVD8fSsmKxs2aki7
9NbolA67c5eRuGBVT4QkJhPQAyrgB6gGK6qztnNwXJSlV+FiHNf8tgMJYVpW4WjfBCQouyrqpct9
uRQVdpW39n09UH3sFLJSyrzcTS040Xg2H1hWdgt/rQb7vmUe6/ySkAUKaTS1FYTUpWuzZiNw35L0
BLgaQcOwK9wurn8Dpq/mqNLGuMAoZWLhw2Zuxr+79ApLN7Ea0IEZ7m5CRSXfKHERsAtbUt0qLyEo
r3d8vnegG/oabFdcpB/nRhZi5eFrcCHQPPemmy17KCJ8p7GVgC3raeE1bg2a//vLv70g3aiSqO0A
W1h/1GY8Pkb+sVAuj1JIi9bggobPHtGHL4G/xu1bQC6suS/JZZLmDjFdXx1yhvbUVwx+4oJKQ3Jx
lp/V6vc0YwqNcn9N7Z2FfBuDWlKbirXJp98yPo+vbJrkpHBcYUuLOjIBP54YD1ZkO89Jk+w2TXBl
nLwfKojWoHS8KAMuQ66c+Xo4Ul0OHW5lz1y++LPU8/tUr7m7gakCAisbfBXaVLF4Rp49G4cC1chB
d03wOKvElXN4edDJDDm2N3zIN3ylrL8qDLQ1djdt63XNLXOIW/Eq8jb3/B0PbEhv04AD+ZD3I4qz
7Vovjfotmyx237Q129MhX0epb1NTIsYBEibhdrtqxXufEfzt3SdpFuc7rUUJTuDVQb+ztVvYV6yA
mZSuxhuaCMLdUFmY6WDBnZnqfNfOc9ZelQME/jNjmLi90hu54dLoJq8NqzRH5eAWwGVESp7exYKl
BpGRdie0P6X2Hp9WrqnsaU4btN2hb2PH2yE312zecPb9V+23vArC8VX/aa7Zv7dr+lPXhnKS1K/C
/gCWEN1c+9nkiMNaqOC7PziKAl95/VUlem8DVgzqJOTIr13jNuZB0928KaHbAlCW4Zx7/ImTFaFF
yU6U/yldOmF5vWgorhk33oz+58Tgl4hJeW+e8FnFOTkHOOA2Kx1bETVGtYz3ooRl2MILM8bFG63g
h4MQ0IsExWL6vqZJnc0hIgIt8Z7g+QqLBsvDVmrpLFtzwPKAwroAEaanm0/WFJdBCHdpmsl0V8eN
nz8V2p4xn7Gc9aGuy3m5KWZ7lsd6ieeaWequHSZtkjUbAMbR2kCWy7uiVbWM/vtoOkfG/XFABlbg
cqPFSR8GMPGhhfXtVeULhOThcnN5AxtyK5f4ByLhccYZk9ffGwyL+NsMAIO6TJOnWCALCjFFrtYm
iaH00DHURoSoa7LwkpBTvK1Of9FnaeU8VOPqDbteBwQpybKQW54whsgWxFXdiDkVyaZa0JoeOxzM
brYZMsSzqJnHqcJrN6bTkzKc8UlWHrkI3mjWLV2u7J+TcfQB7N0BtYJHvwDU4AyPY9wE37C1mxkz
SRd3P7emFptZ06EyxJInvGXcFLlfysRbvOOtLb9InQJW09GuGMaWoZyI1XCbW9IqfX2k5I83QFtU
Vmios3YTrzhNtqCjTgUEko/f/SJgSGlbt5+wf38SN0AaCJ5tfmH6MwXFv8CFMoE7oTRwSRww5vfM
XHPk6YkFRYCBWa2RxSEQh5yNffftvxfFOR7yn4si4IEzGABloJSm+69kV4ZzibKcS2bHcRpP2yWY
oA+CNOG0ClpmvW2SATr6ahAe7ieK054SlQHh3+pasjVwRagnrNyHSEe+XFsnRZvTvDoUHv7eNLUR
Ju6pw5zPzUs5uUtAg5UgFhuy1mhQGIIygdjW7IlesJjzNV5wa/mqgC4nui3PhZSvcyXHZ9s3si+I
tRFEFGlKEYzui++MOJrdcLSaOouQnyXlTY4Ql5I9i23kOCBTEImZU/BRGH6AOMXD3jI/wosK8STL
rP2ZMv6MnrTVZnFvwO8928MSvDdysPptN8bTcUFoeWcFWle/LSdGgN7xrv8YfWNNdmWzch/SswZN
ok9ZGBjspm2Ejqi9If5kYVcjcru8wnkZLH/5gOpv//0IaaE+lJzU6JB07gmjcak7PxbrvSC8YG1r
6AvbqLt3jzTdkzB64sIuSHR+puL7vF31D8q2OtlbA+X4vao6xBfJAvYV4bHW5cGF2Ptt5FjlYcUC
7LWw39XykJFP5Y+hWdfwKrVddF8LVc4uGhop1J5Ekyq4CUypUUrXHh48AzPhiL4bb3p06VJInkP9
rSY+RwgY7sT3Qc2syOduCMzkJqb/I6TCy6W9oVDtKhTilfZDRhvRHl1UkOgjwVvYxtv6+9qIcjky
hGe9QsDPWx+TAzCGTrH2I86iVTl3ZuGYErWBsk7CHndhgTmTz3fLsBllUHaAoF96Tf/7OhCyBxSC
UOXeq6oF1BitW76t8PC1oZQJq2xKPD/dlHFW/mR5DUHonjVWQBpzUoWusaabOHVEExqwvE4XEicl
d30AeXLIlbV+YzVh+8by1SC49GVLLoqtEEF564yILkOkiOyC0NkTcT/x+4uWrMobfnbXxs1vRZyz
eyfHWeJZMfJkW9Rd+ui1zqCjSytvIUsvUy4sWasQwdpEYvDanJ4sAiomq3pmN22McZ400ZO4r/aq
tbaWXZjgicRybDDZ2N0e8FEejLW1VeSnbmruHCtZ0htMPujQPlu4H9YtthXHdxEb2wC50EAfsEXA
CMJfynXZXwABmBJbRLqL2+xpgGWxNkWG8u3Wk2T+bgout7seZZEd8N77OvsET/tYj3AxwnY8XwpL
olr+OHRexu5QJzKY91jvKIPotUe724oOb7DdCevOKAtoRjotsTCdSVr6CXXbMHw2luScZvbPDdk1
TQH84HnM0gME9W1u2o9vUAAJSmvr/ww1ADDBbO5+KrXxm+SS2dg1bl3e21h/3A0hJsMSyYEoi3vh
9BN2BVac7lCJBXOxXvdncUVsdqy8CwyNi4Jl5c34BCOlspMysFvF3SAJqLmNrVJ1d9iBBv2Md0k0
gkiS1CX5YKmb+jtSQV1/BgyeR57+8yOeMK7AIlTjpEMnJ/PDc4e6S4ykL9IjY2gBT800QF1EmWum
DwvvNZKzObHdTY3Hi/Unvb6546XqyyvQVHLoF6cR93XB27+pUos0EpXNTb+TsLBw+VYZu1d2ULvW
lhdqqq6wWd07p1L/qKizVOSWLTpf3cxm9RWVd3CHzzQ2wol2vLtz6elhL6bAHBEzWO1XF9sfUReS
QiaPCqcoXsgioKi0NaKQG2GPL0y5TN5daLkm5MAp1q+QlRRHiDC96aaX6XLtjCVlbEB0tbWh/+t6
cowKj7ElwTpPIUpo9dxPfhBsZNa0/hZxGB8nNdFYRW7KBaq+leU2cPx+2Pt5wAWipbQ1dDHayk3j
mM3ZGB+S0pFO+0TEHhsRgj/pvqKQX+M7wM2C3kKxeA6ppUfo4JPXeTMMpWnvk4pSKc6ztd9NCXrW
67aZB9LwGrOptjZzsL1DlQU9MR4E1GwLo1DuBtModeFgNL16ThljPxymaWT6HzphFAQFYegIj2c/
/eHbpbrTS7wUD21QrDZAWxGs8JrFcJBZXDxaQQoK04jWoQ0mGQpYmOmpP3PZsmPrpQumK4O/Xbem
SYjN46XWuGzKdr36GeywQhANne4xlFbMRXILtXc67Ru5kvQh3Baty0k7nEjwoftFYkD6zm7AVMUc
7V1o4g36LWwM0LtioM079K0yiFXBc3vfeWVH2TDIaV91Mf5zx9DVcpBjMT0YqlXjJhvlmoSE2o3T
Pu71MF3FC6XeLXGoxhZ/JA5M02iWl14bMDSK0mL5BHI6jxH75+tErL0LnOg6tFMu3PAJff3HjtHg
/ujRuzbX09KWP9FWqfk5s1H4k/CyNm+X5tf3G9lE8iz60VO/yhsbscl4O59FpZNp4LFC9deogzn7
I1IUlNf5jrAZDhA0h+wmIkW//qr9CjSJ22Xk13Ndm84m1YDPh54kIfuA5ropXsiXqKMWF+Zyh4Fj
k5TKfFtrd+I9qg3MFId46hWZGEmsZ0aJwpNuCX1ojWfKF6fuQtuCDMg2F0NEVw86IO1lplOwxZKI
vcWtxW5YJzNaSbyWkKxtuR4yzL9+5OYLdnWQsSmdtm6c8SE6RQjgdbIo1kAax2yGfU8QwfcsXnSw
iRWc/K2/LuJXGZeEmgkxaPTKDA6tdipAD/2/usGMc2SnF1X1xAdNtxyVCNmqcyUs6gR9W4u0Xb+r
oO3YYS4aSVOdsGTOVtTP7qpXFVqtPw3XjY1gmomnY7peVWaWfvVGh5QiVhOIFpnZBH7BfI3LdzqR
tkY/3cr06wB38zYO8VTtISeoDVrfICME+Z/ZXJPdEZAD5k/KzHdOvw7p0+U6466mpFixZqtoNgz4
wnpcOmIpZ9XgRegW9pTToJm5Gu6JfbQ/Cxg89/J/r9ATVeUjMEPvgcSRLJ+PqYyKYebzhBcgIu6x
7I6XuqjE5w5/VlVzdVDaKOc9+WtUeOgji/nxUvqMIBfttmqGCmcOBU+2LQPeoR0Q4Sw3lT2tV93c
yGpbewvHW1BWQX7QpdTJ3qBlZ0nnaDyjpOkxRYZsVKyTOkdb+bNCATl+kq7KS/ehovED5vd6vgmq
gWoevuPPV7FDJTbOOosPVdWx8lbLUvqmqQqlboY5L7v3oPBLdOgXWcrFxtC6kPKvM1I4/oOY2pO6
W+iqup0X2xxeG+2yFEbSTlBnSuXTuxB8ToUQ0qTOy91AchMVrlGIjmdZ2ytb33qWeLteV8tDMSWW
c3dhoYkNYAe8AL9GKdFMXywBToApgo4J9hP/uRiLZPxVp46VPWETEsM7oRHDeCzHslE7c0WrTALH
qfcyfaiT64pR9c33JE4mFJPy3Hy46MBRdZMSsPBh3THo/tePFHV5utphXRfnwUL51JAzlprDLUn6
A9awWBR05mdpqIxzh1rAXbK++ysHfK7uHVll5XV9iut6Yrq24/+VI3dif1+B5KNLeX9ZREtSsrhq
PcmTcUoPrKsh40i+vrw2zchSgGY8sbap51fdexIgltz5WKmGX4ZfGfUXN5A9MUksAhxYvbKMA/4b
IjLXIqZnQB4K1ieZ5ax2F/Z3iQtMn3nXLep4EfoYIxVepNOJmsvs2hOucGGTLi/AhcS5XDXAF8+9
yimWKxrGmd2CCs+x7+zaM/pdUPS0dJeHJVwweMa/nTcfsImuPnSD5xabdRnt+QouYfAIXDvbMXKm
nJNiXxFeyGwji/gokEGMD917nqFji9Q0BZQgF6HZrKRnPWRwdP7euoiIL66JCxwAB4kvxxvHAIst
SkAj+yXqGF+WXhcLOtUX9hRvC+KX9Rya7kSS3Ea3Crk9/93KWVDD1KGcO4l/L7RziX94fc29mDtP
eGHiYKgxR0SyPQkAwb1Ip4Cq9Gxlki0mgqOJUa7a1WiOZYQ7Le/eh8wdTv0dA3v5P0xeNS/BsCSn
Py0QNDK6nP1Lq5DNX4qH+vzwT3gdX3QRGjOAwnM2LaFD/iFJSsB9cL4WUJsMorTX+54g3OWUNNAx
oTrtjLxLQ6BoBFwX7wk7+2knNcwUKg4Zd1W++1Wv7EfDPy2r9HIfDcTLfBUBGTyAYahtnnVfE0X2
av9fys5rOW5ky6JflBEJkzCv5Q1Z9JTIF4Rcw3uPr5+FQs/MFRUhzrz07dBtkWUSmSfP2Xtt7ljy
NGAyU7cOtLj0DHfMofUhQVTFt4PusUWQOD3/jTHxLLJsYVaa07qiYo9OZtlitw9E4eHqtnRR7tIC
S/lea3Wq5sFvHPCFwi6T22X5L1oxy03t2YMGFMX/CUoOqgEPTJPs0TmP9gpfeeFu61CM9UPPZSFZ
2RGN+mOuNQC2YTD6ff4999MKal9O0KRc6Xqbc8Ya4cSrHcET8/nSWDWrJ1emUMoMP0xvA0qo1fJ4
NmBCc8AyrfYaSxHa372gZOvvU+RHj7Sh8aCvfKg17Z7R6ACRJSwy41zGPJ/r0RCTQePUhuHB/bIh
U0Evw+nQMpVAMNeMubPhAtGGx6UB1XsMXM8EVo7tQ4uDa8UMVoKNYKI5bdN5+gK2ijY10Xaz6LLm
RNyXGJqvPC7OmtbGzLHKjNK0NuwG8ybrDsWbdXVpmMK+HrCwN2akXQsMDUadfln+HOMfUx2bNgCP
LXZsja6H03ZEmUW4XwvoXQpoRMaYbbrHiIqBhnvBgN2IcVzx1VJOpD27V3Xf8vPyaxsLL5DnvFXG
2AVncJa+9pCAkpn2S7Nkufplncn3kSYd1+95qTTDMUBFSS3noHI4RhES7XXsJXrBr9Tl+MYwGHec
27ST90I95zfogH3/tkSNsLHCMMLjqbnxuFlchoVldBi/kjZK9kZgWoKxxuzpmd/o9EqEoJsfMma2
2kmGXthzvan05gYDL7tunlQ0MTDGRXAeqrH7whbhuMd/n9nr57n8O+pdNsMAB6e+cxp9SF/4bkpv
h5JjCLd+0bvitGy0hFRN/wxM3YqNyJkXboM0FO0ZaVrbbmJC76I1kOVEP+epQ2Jud51/JnKMuSwh
iWUuuajWHEnnCGgZJEKewKiXtDgTGBLTq+PbHTsdEbbsxjabP6sg12cXpJ/r1o2jdTCZVFEb82N6
NTZ1NqDaX3Zk87ehD3Io0tjgLyt0KM3Rl1OEYUDLKK1PkZA0XS2npyU38uGnZ0PSI31yMpykt+V1
u8eAyI9YHuIm74WDb9durMNYTJybbsLOeOqKcs6TdHXK03KVJFXnfRG+xhG9KPh1DMm8iVamdbn1
kMoyNM6V094v3j1vaiDfWYj9jGarrrVY6oQWn4RKIEg+FQUl8D4qxFAWq2V7c1Tv8qiXTt1wbF1r
7uXDAUvBgxLZkheHPp+12I8xPprOw1ewikTCN/tJT+ljL5Rr8qzSQl/sciNSH300TS6E1KI8YepD
8cH40WODMNOYtB7mrhX7O/1CvYVFWgztP5Qh88xxyAKKK5osFPUxw5AccpNT1zfLtNM3Bkbkf3+d
1yzE/y2JUfuwiDAh0f2Q5G8hsvu9UiQTFRWjZVSnxRg5NDHlAZxNo92z4xfWKdJU9ZD7BjUvBoSW
ORnqymqPa1w7OG00VZulKEjqdt5EsR9WG+b0qQ+B152izWxGnQFgswmUUWHQQ+mSybjzJ73RDznG
HGbJsjGyPWYkD5miJeM9htIRxXmOieCUoyR2eaJ1vqQu0tgUc2vmwqxg4eXlTtbgiEF1WZwdyRBV
WyzTRf0CDdVjSZeJGbmbxMm6fV04bfYY+VTOpxR5jrcKtRowT9LFLqtqDBFt4JTNnWJLWinyrBYO
1vS6KGPmJka9Mxdv81LWjszHsfxdd5Gi8eZNdWnvDmlLXbB4+zLNEQDANDfst5iIp3qDwbIs97qs
OW67KeNUXgyG/wpqbLCL+zaEL4fcZq4vHCo/hDZmRg2BZYo/D01a1uskDeEi/n01XCNdflsNmkIF
ZFmMfhR3B3de1f9xhQ8SLZ/KwnROErIfBf617ztd65flCu5d64gepgt9DOWx8Zjx4JrveZPl6fc2
U98rCH78f1edwejRY1633uytALl6E6Fo9dbIKUJjM4xdfBOCMYMCm0Ippq+lDZveyuf3n1n6XUAX
S9s6KSfpWnOLalXXaaivI0IduEvb9XyiXF3YpabksRwhelwKz1bvmkpcDIKdrwUn2kBQLU1RTu4n
n9UfWjKNsDueGDSpGgqqj2HFKW/KA+ggTszmhPoqvByWLN2WcUAb1UeXymrQH49F1CKo6K/al79/
WR9sVjy62vzwMqtzLQdx40c1qF4VI378OjmXXPmH42i7JawtJ8i5tjNSvov8BM+j5hgmc1EqY/AA
CN67w6IcBiw4f9LX9kpihzLY16k95PD6ND5fKzE175wDqdY2jVbRo1q2WD+ZNIBbI+KIVVNB6zvQ
2jd1znbVvwpX15J9gjkXBORVeP3JO/64qbqks8l5PjjrqzCrfNisoswwRzNXyRkgKsszCXTatotr
2PIzN565F1qY4HTHDLjPvALQA3gurf3Vmz5/IZ/cigPVUtmPvkwtbf9v1X0tT+JGo1xkh0GdCe11
djpIPeYoNBElOFtWoPTOy5OZBgHFnW7U/Pq/v8U/VtWsRdDRvLmSNYWu9sMDKMm8RxrYnZtMC8Qm
1wFKBx123H0oG+RaPke0BmqzNVCMwI//7Dz4U5zK6I7JHdMQV6GU/PgRsz8gLh/Nge/eRH1iBx46
HsjirOXFC1pHaau24IZEcuUKAkAMlHtXTCKIHxwbJe4JKwmFZlto/PvfP54/3JEMWvEQMNZgvUvE
Px8Ei55XCSMwNHHqrltk53Gan5fmirRGP39qROEfEZhE/aa2ZtJ9qmR0WZxrgdI63P2TmZ5Sms/D
DeR2tphxDAH5OvCtpksFQ0aeoEiirV++67+/gWum0G87rD0LyjVHQ3Jt2H88tMM4OL1Aq3M2fJUk
mxqqN52vK1EkTaTW76oisY1LcS3tlGaODeNEsw8Y35KW8zO9Plx+EgOhNVTindI4r9T9vw/ntbEM
cL4UT0tzBV1DMj17aYNFLhTgH/eI2ThCYlOjmyByQ51rrknmukmnMLqDTCNmm+58+kxAM6xTUw/2
J9L6eQn/9gkwgHVcDKhM+dlDP1ZGehoisnEqdY50AMffZVYk2VbT5+HLail02k6k5gMqPq3+pCz7
OFxj3KObBjIfG7YQxqgPy6fFAVlOlS3AUeQmiNuwSpo7TgvJHm2wsOt1HQ88VKEPER7sK/+sMaVO
ofokrfGDsJVWpGNKc3ZnsaOxpD6etGbIDtoAYT80njFEj73ApceURoPan8xyrDPCBtfbBGVtNO9e
Tf1AFuhYJJfR6K3keaj0MfpWVm3qbCOkVyitFvFmUJX5K9F4A3v7rCj67AH83YKAP9xmTHodlIIN
0PgWf9+g0pRbv6BNt1/aA5kFiHsblpRlR8dWZfj+73jcGrkcw5E27cfGzMW0k4FZ+hvbb+LPpCMf
TwVmWvjcFINYMOwSa8zvL6kqkQMENV2ksY8onJe5KZEctn/vicKKX/IkhRu96nqc6tsOL5A6+XXF
sD5Mom3LNcM4MGnq0LnmjoBdvahWu+v+pbrS6R4XSSxuhqnKVqVPQM7L4t8assGnZF8ka/4gYC9O
V1NT56YZs7ZZukKnvU3YP+2rPNYdFGpIc5xdcssvWmqlpg1ZeBVfNXyfdOC/sYeSpr/lpyj0mpSt
9dRjYKMdr49wgGEfSW+zKCahCIyI6XrsnsOLuv6FRd7X1a0V3yuv9owbKCFt9JjrkcN4M2IAsc6K
uixup4QW2mpx6wvg2+ZBDR2SzOVZDATEypex9WcnoQomzz9XbR55NwVGU29nGXhHdwkk4M+2+uvX
9p/7BJplIL2zx4kiZz43fv9aPd/ExM3Fc0/Lp8ue82KYjCczltTklhw5l8VVC7DsiEtHwiqN0NUQ
6iFn2DZlz380JXCRHmoUibQn0EUm60WJk1YwB3YDER/dBpgxsi4RxXH1HMQ2FxWQ05/SLTC+f9z6
8AJi6afZqhuI2aXzQWtYN8PYtGSkHH0u9clIaomWd9rZHmQSz0kwONofLUo1iwuK2/NML0LZPrL5
kN2rZdGP0MNtFnF2rxt8NwskosrQAJCJyTDwn2KqWDIpA+bvMSqj4gK5wHkyDa0sj0yJjbcYLy6h
K9lc3cSTARZTNwQNZJSv3DBjj4vYE4HxVXOhUcFSyK+VhtuZxXto0czcYhOI283yWgLLRacAnQqd
5yKgmBQIXnK1IJJ9RclgXmo5+TYP0fyyQsdFEx3TECw2RYkEcOsEoIM2kNw55PpeGs3DUkzX1xoM
uMTcZb8+NXIKeDW2raDW2Z5liH/QZ41qC3x6DJ/avIBetbycOLZG78Vq/Hl1xuCed55rzZ/oIk9e
ns6xDfgAaD2gp45NezhMvlm6PXZlqfJXRPlD/GgDq+7OMmvwgW2VBbTtn8VvtvhL7VK3YQhPvOFd
LRuhfZWtY2b/xMGsoVm+sqky58miSlMNDUkFjgHxWOOe3EjweXSd8PrntBwAIl+9j8slMgNKxB2o
1NgO6hF1Dk2/cLBs2tTSmW6TTobJu2xSWX6vzCmiEemHvwo/s7N7jULR3CkpvjKWd93jslOVZsFi
kW7Al8VkzG3OKtXTfmdcq9hlA1v8mCooUGfXoSnFrdeWHlB1ONG8mqWm6AVy6y3UX4qYYPK1n6jc
unTvwmk2DlYGHWyF31Do2cqwy4J/Jp1zBKtQl98bHcPNIxd0dzykRkBH2W/sgre2yO7TLBjTA2nX
sntd9NodD8a46/MhI7lh0ZqDIvfVzg5bJ3yCJO+g2pFAdm5LExxnAsksiKyvetSzpy0ifAO/4Ai0
bgzHY+I1MxKsJ1PFtvQvdCqto5ZFxdaadP0pccxybbTA+QcbLqbvmfYuyoNNwpyWGb13IVJIrqvU
NX75ugjWNUfJti+AbRMYZKPmNdQ2i0VwTsOxuKGvP60b3eeriU0gc8WcdpOoBrRFEw/3yAKJgTdV
7R8Zn/nbxK28iwoJEkLoSeZi1SAmHB7jrje/55FArVvWztNEGjNKEpdUC2V558Af5K0IHTRreOkY
y1X+FrzAdKFKDnYw7tsHeMb9WspxBCMk8rxdO6Nh31JnVJvWyw9gCEnU5oedkizsNo3bStBOU6ut
XD8J3usonU42k9+NQcdym41mdUu0TWBxiyrMr3oXyu9mNPRr+M/uWpaRgTJOBLdFX2IhKRvjPBqD
uY80rlOrTvbZa2uO41GV5TNavYopcRVkG68oo3PLrn7OhTJ2HefVpeJY2I+ZlzIQTs3tIHzCEdDH
66tQtu89x+W6lqPz4JUi+mqiaTmiHiSTiV4+cUuj059bo5UbKNDjXV0J2ME0T7x9LYZTTLwH/PIk
2Fph1m/KCj/czOCRB1nRgprcES4+5btO1JVh/mATpuVeATE4CT1qd5Rh9YNo9ODoQjTey2SQm7zT
v5Rp7t85QaHvXANZGNvtTS7C+3RqizMn2LD1ohEIiR2aE22jKdvJEeTSJsgt5gsYI9ptheMtxIPx
IlGyrkeorTvuOv73qSdlQ/Ra8tLmwy/pJQPADKrUyMm+YTyRI1heaoknmKYBPFdPfYntzj8oLTBm
zwC7DZ9zbW6KIZ1WVd3fT2j+Vj5cPex3mb4Bt+6g9BmMaQ91vLG2LfSfajMOKUaPbHKSdYVn75nY
ACAdejy5OwjPBp6syeE+FZLaohibt00CmS9kf5tqC+WGwbixm4LqgB/ffsddIzdKS92Dm4tflSH9
Ux0pa+3Z5QizvSTuRpjiPY/N6AWZB6C6rmxuGF5FXyLR2gXzJj07mx4hYkxivgEdN9a+kTv7DGv4
BuqIU0JXaUFzkhqzwePVpkyhabzTGvfkxnYq+yHH/NhvAlRFj1E7+HMsD598orvA6h2NmJTCzX5p
be/PiVAPUax5P4ETD/cKmP4KH8nwte38TKwNq3e3uab64ksrY/0LnHcaBDR5rBXrK3q2wTDf4DLT
z2YjHj38a6Q7VKRnxcC82sC+Ezbd7wNwdC+l3BcS1W9BDgZKZLXzgTTuR2HlBJOI+IKqvdxDo5q+
wlRVyPJdua06e3pBhZ6crcT1eLrJfxrtwUTPJZKbwiIYLBaFe7CtiVFopOaLDbhhOyKbCzLxym6a
8p/Ut/27xmWOpGlldUp969UMS+PeoCJJ8p5YCi4/W7hX/dpp42md2B45LMb4BEHBe6NuI+4i7FBa
xVr9lNdJfe8x8wHHOPr3wSjvTTKN120CTTnqiwZMcqNBoMS/UAsf2EE2ud060eN63zmwt4uxewLN
HTwYjfXL6caB/ahzj8pT48EYB/fgtWC4SWljo42jZHiP7WxXoxa46cPQXOvEvnyzSm3SV03bd2ss
ZMkaKbv/bBhoqwyVV+Gq6VP9tVSTdvFL2b1kblS9uJzUj6nhJ6i/Ueldgg6EuAkJ/keVZNkeKizt
Dx4DICh2vC80FzKIhbTMUbmxVmE3fhliOM4sSStZF6NynvXA8neexwh0YjuhyvKjd9dvpi9TgRxk
1komW5eeJSsKf8JXmONc2MyUrbAJ7FU+iZzxfC93Tlb0T63l3DqYso6Axct7shWaO4AH0b6ZKP5Z
3Madwle3Grqg2Hc6RI8V19vuJgqVSxIHUBckQPor5IVgJyNl/GhphR8Zbec/25rYA7us8mwt9KHa
VXaWrQlVCS/oLcw1mYKkRTFfWieiK5mlBl2zmvoENrWZfksrmd6QAzoKxFquuBFjZa7ijrsTMAcS
64Mes6U7AJEhueDSouiGZhS4t5kf+F/MpnJ3gBOmLy2T3LeYzIp16QbTnqdhfI8j4j8Qc8X2Ni5l
T9CPgSAjThP7R5/oFxzE2RtpfMYxLXqt2lhV7jId9xmbp20bbOhtuUyIYUnstCjVvinfp67zhLVN
el2ARvdFhUbVaWuJnSQxGLcQOgH3iACO2Eiar+VY5g9Jgglgi5cs9Ll+xM0uHnznybbpA+ZFe8i8
3Nx7VDNfJGZT5RvdNhlTe907A5d4rXDXmQbfXs/Y2DkmiwdOx/oAtHLcWISF3MTUoqvW8D1GQXG6
49ABiW8kOze1grVJuON6UBM3yUbDNGXV0Z7P6SJQJT1riDSblYeS6SIKEpRxC3VIjGRpryKU0fu0
bd4Uc8Z9i47+qGu4LDM3MOBSQMWKg+JtYIvBzkayTKisJl5bjapPWjq8Y3W3bqkpLmPPvoByQezw
+x4B7UMpL21KZ8rPNRrT+tBAI/zGTQaJ5BhdPIozEgWJBLEZ3RLdAw2u50K1oQSwN2Q/1W9l7iUX
SFlyTW8huQVfLi6sy4rKpxlIZrVovA34TDjjdHLtoryv/8Hvk+0dwlDhJvueWsUK39VoaD+UH8kv
VipeIbS/t3lrHNoBTBBRJVXx0iZRP/unumALyDT7FsdtdqB2dR7MOLeeEZiF8IXiapcx41r5NtFm
U5D3d3Si1KocnPAHvgq1dz2NEKWQeeIqGp1k52gZWqrGyi7MiAn1rWh/Y1jhfAraC/Qrsh6gIZ8R
a9cXQq+CM5lS0aPbdNqOuJ5EX8VD5T4hP6rGQ9R14S2pouY9PyuG41EbTKStNwEEdp3BrKSYsNRJ
oKnOiOrK2mml3IHyctC0Y2V22n4MU28btWb4qIVWeSmQ3mwJv3gLTZsdusRZ1KjUWhelK+91a5QP
dW4R8YOQ5K6Kte4EjL3kEWEbMRjTvLDZTLcReKVV3flvGhYn1CikgJpO/m45HnBshoJrUFsJK3qE
bsY1si69dKd3Xbv2FbN3Ll7EhhERGe6ICjGTFYOZ7hhGBbVn5ExPtNvSHxopeW9ZKnkDGUEaGMjD
Z8MtzRTJP6a3iGSL7xk+l0MLFferV4whCRVd9u5CqrvtVdndTKEuNmAQs52NgXbWRRDFAk6G/Boz
7eXWzYSVkOviV3uEN2xnoXdbpHNuBDfll1L3ktsUqj3RI4OYJxopQutYIWP3IsU53J86Jrk/RZmz
Tu2QhNKxeB8yMNg4pdOvmR4oim3qhrjsAZGFPfQrg2fFdhBwuOhyKpf8EmsMitM0NZxgTXKruEu9
giuuT1IY2YYq3f5e4pxkIO6pSxdEEKZFWH9jxpO8CTPQPR6HSqyygMBRbH/kFCpecDkYaE0LZn4d
5F/7cYSgSRwYT3zmEWFm9Y5zU7XhxG6pY65Mq+msO3W1KsLEXkkGtmeGoxWoMhPiVqRZ59HN3M1Y
Zz9IwcR/lJmy3jk6kZ9EjI0bl9Er48bJCV601ElOkRTaxqsmtXMmEiJ8UWBLAR+x6af4axXaAZrJ
ujj7bGLZnMDVbBq94Ts0Ovcl1TvcoCGYKKRqqjlpGFG29IUB5k5EP98DXoieY91GBAjzdE3zunBW
SRuYuyFqxztU8d2NDCpzj6e4aN+m2CRjEFnx1rWjZJs2VHuIrZqTGeRl8Bi3qdohKC43flq/jqF0
9lZo65u+CX4SlNm8JEMafcPv4W5qhF5r6Cn6Gr9PeLT7VGyZHrThavQK2oU2cg3TLubIpMQatxNO
plNgor/a+nGSPau4cOmMXclgSB45+/TQon2SdqzaR7e2tfJ728FXoH2SkD/FpN9qkMDHoKb8bs4V
oTfIi1dhHHr7yo3d7LJAiySK//SeiKZS7goshylYVkf2G8iofrcNPMxB236KDPcQw7hCrFkQLbNp
zNCo1y13pOR58TAvPb2pJxf2HOJZoPaPo8jZAXufF3wdjJp8RpKRv2h6HQGVF5XIXspBjd1qCM3S
2mYDIUmvxLyIm7ozuVKXLv6rx8rN6ahUNAOHF5ontAPI7cjJ7Wwn9zjBBff3IYFN1p0oA9c4eTGW
8KMdRclPnc9oW9X0VlEtq1CeF1HDYv/2WSn6Xkckn12WhmfoxFa9iQvSaNMZykrnCGAtLUp0kF5z
yo3Myvd9EPrZUzPgvb4TdcurWXqs2dJF9QeLC0YQETnc1k1Ctxa/V4aNE802+3mJ4XnnazOhgNO7
eXMnp/LO4ZjOX+W1CZM4deesBwdrHx8y2qqvi895uLaPpivHa0ic/2mQDITUEG5Y0XC96ThVzYOV
jiyDVg6jccLe1Vl3i8fdBSFA2FipA81Zp/aVB9hEljhbPWTip2KSdoWapxi2gwdvTu0kFLXshZDg
cDoCxyXjjmA/mtHVFY/VXL+i5Vtv0FB6zapACZjuAF3TaVqgJwiXac6FkRy/zZim6BL5cTacidJp
AboM+ODIO+gsekUiHOvyVxrQNyqooAd0KNSC4mDgmSb1Tgw4ptCD8dMWGEQOQF991cZ2bnkvLu+/
D8/+mP6h3lZcwxn9GUrDq/VhfFNpRS5amobHRSAlfQ6xW3+WFu3druj9dY3IiLRVpHfOTWfSb7jl
SK9/hHZZTgckb6mNckAZxclDzYw3k5JZohgiWBWlRUtWdn5HKgjRblAJnGDfw+ivd39/E+ZsnPrP
vjaOZ04Pl4wLqAjMxj+MK8hC6+Hk6eFpmUkXmsLCkKZ90O5KnJzOgwpN/UFnOagLDNR22JYMxYev
MuUCd4tpzIVJPQOgmg2KSebZeskgbY/zAv/NFLf59LD8ZBasld76fQn2vG1d1F6+UgnvGvNvUzvr
asA/8jp12iwfu048RzPU3Y0Yi3Hjd0p/W1TcBprWdkdYEuVikqmK3GzZGbeyTXztVnfRVtS4hA2G
jmUohp73EtL8832BYqW+Wg+NJJcaXuhBfTLP+8DTQQPBnNqAFULDUjrccz8oAhisOSS/VJyu18Ym
4a4ag5Cla71szVHra5IMcSg/a9A68wBn0SbIEHHKJ+Mx83f8IK8HiQPYF4b3OpC2P2ZRUaFleVPB
QxN0TapLFtiZf0NXLCeuvC8ks6VUOd27MukHPXRRMEt/JYJG8bPMSgSp8wNGoLFVxepBgE8cHhZ9
9aK7TJICDMBaDyICW/WBmuOQSajGaKmZ+Fp5rt68hm1e6kpw80BWg1GvM3V7GyYmKpC0KwL9hIee
K2NuCztmE3HcaFeb+fgVHLTErqAD2tn0VXvfaTTgj40SkhDzATzfLToIFE9qJD1vs+wyf380tD8e
jdkAjqgFbLDim/v4fBeOVU9WM7lnq3TpzJth0qY3JLtU8VEbrJCwgNZ9rDWLqEJykL3nsiGWZp0N
cFRuutTMaILgm7NWn7ysP9hz+ATZb7BkooyaV9Tvk6h4VKotDNs7G8Km/18z+MnXOCPIihmRYSEh
TKK2+a7Tv/AfMkaOZBNEhfFstAPnu+kTXe+DEI7tBkWJSs0dZjgEEk6pGq5Vf3+xfxrpealSA34E
ZEpqPBe/v9guHLr5XlHe9N7QRq+0SDobRXqXoQvyeyqdm8Uyv+RYxAa9ejqeQ/GGmhNNgHXN1Fg6
/TgOEAP+q1i9uogWi7b2r0RoBjcLQ4vGPfMsu4LGEMTJhaCWqlp3VB3eoaVI7jckyZTTfEUkpTY1
3arZ+8rVxTqvtdMiQApKDCtHxasrbmrDyOlWzBsijqe8G3/1soz71cw6+pXh72k3k+5MrzxNlXdj
cD0uN4hRUAciZW16LC8+XQukaGFzHGNC6PbT4EoaI1jTg7Uvzb5fRVk/JDQcbRKD8VLXyc4SsHrW
hpvBTkR0E667iIdwZfqBkLd6FXWEoemyrNsb1dNDWE8hccMb7CVsniGdlc8EpH8oFdDfSpOdmGmh
aaIi/f1r7PE8M2Qb85OPJ3u6xPowRceezw5cc6n9JOfVtXC0xT3XX+YOcJcLWEuPf19MxofROvsq
ywidG/oEWGXsab+/ijoMMsQIQj8vqyXKWys6+VpRtHem0/nWxhaUr2tskCwdn0tjfiKrKHmfmLlB
F3dTzVnLiDv4GhE/a4lklii5kIGuigfkHdXTYq8ktoHH3Y4lk6FV5NYAPXFqFd+NFsvZabGVpx2H
4a1Rhz6hPgDaBhiiSn5bfDFLPI/V+9l0N6UDstAKpbf+1CSWZ51TQ3afBZld3/p/HON8NJDckLLA
hkQToYwPtQhVctOIOLDPpSFEuteswdhPIzHWwwpDgqEdiN+LNQJONQbnZLRp9qW2g87fRDgStd1i
gaKLX9gbvv6iqVcG4oOaNgBUpBtbuIgwB4OLMmFweKCAnpn04cZuKPnsM2fSNlWi8SdZB/tsk3oa
lgQMp51/MzKUPElNNrSf/bQXfJiqJdXi72vjg4IFWIhir545evMCxQz3YZjdkj2ShkQ80hfJ4+Ag
28p5HKyhqM+U1PpAuk9LDBsi7fSoBenwSxDZmpDIiEd67UCBIkaDjWrWOauJY7FoImaCbd/upolK
eDMKQ+Tik93xzxNGOqg2JSqGGUir6R9EBbPXBQKJV56WyfoMZ05vmoLsDQg01uDsclGSLk8TswlX
+cAwaYXlowl2EGSyZp87dBs3y0D3k49zXi//u57YvNACoeeFUIh/llPmg7DGr0r20FRvT8tUHRZO
bT24vs/pvkyBF77XUmq7WhoXx5Kl+UikjvFGORnORQ7D3PX/BeL7h2wNDgHHKnoz/ke52kfsbOVi
7sOUYf1L/JskAOcvplXpOyIyCgIWha+yW0S+uX+OICk5p6C0h/62k25rrx0gVDNZM5nUts3VcwH4
PvNXbgklbGfT/8VSVzZiek0o4+lDqNkPR5wj8y6bDth7PCJe1YOJ5d6jmsrPkPExfFF+VYGxIkXA
Nn4UyWgUv3xHCiaBXCE/O1jxxfz2Dc21JhEzKDPdOTsaovOHzdBS+uDSDOlPLWLjm96FgHJfTATV
slb7kQmR3iUOw/1gzPDUdGjvuAwRg808kAAm/Ylvt9APS/gXeXQFHbM0ct9cJfru1dQxrrzQxzCH
HbApecdthPhMjPlTfUBNEmvnEnnV8MDEHVikBMtXv1G6V+0NV0xyHfueMEzFdKmcOZEjA0k8Z33p
Geuy8hL33BK58LWBaCC3DOeZqmMQiuQaOzJRxoR6WOXJckSXrXIng9yNJauEDWLMH6/l+DsnV372
QoJj2PLDxzRbhYHMxp9NIQcdNYA3CgfnQgyAxK8SYRxhdnGnIggNIY1dKrI0Fk1tPRjcqRYbSZ16
UF5g/kXfnNAe/1uOHF+tLpYqymlrYj8IAROGebmWYMzSjcX+MO4DYoZ4n0mbZ0w8M5bQQZgqzLax
X+LQ6XhdErFLRMufUiM+OUMxih31I9cgeB+dew5te2J8tRgUBZW4vc9F6gFQWe6G8FgbeqU1fZBX
cuF7/zJLCsM1wnkRrh0yvwom2gykzx7bx9y1pru2RfnjmexvcF7WIregb3W1Vpo3ocLGR2JTOFYk
Wonk0EVmXR0at0D7ntpZo5Pph5GPh9qCJEGuWrKLbfonR3ZhgbH4qqdGDZJNm4l4rAc3jdJmH06W
wZnrN+Wsaw7HB5K+s+iAXi0D9TPWAUybCGXTKa4b19gvRlkdUyWiIPqvsE4hor6MvTYlm3+9Mqqd
iC2r+oGZl1cDas31IUvew0m14RMeMeJfszTPnTvoe90nTI4/8dag2wkPkTM9aN4PPzxjYLgSaiIX
2q2f4dNI8rp8UNzzn4Wco/fw5ffhgSlYIt4aJ4ML4UH/HvhOuBhtrX5E8E4ybyI2hN5qLc13Wpi3
Y+OzOMEt1sUGF2Cc3tOJye/h1DndcdG7FzolwtopPLXxosx6MHuhdjBX8nSf8+te0MGgc6wcAtKf
/r7xf+Cjzxs/9xWTJE6X+QiS1A+FhJqMguqr00/O1chVEH5uA+sJqEatsCm2JY1DdaBPyWMD3ANp
7uKdK/UxjE+ao8JHNZb1eDDLAdZ9KkSjjuAZbNJ7WFyof4MBvpgymurQJ1MXP+BQLOKnJKG/n/le
6P+/L8EG0BhywkkExRvhWB/uS5XeG60de9qpF8RsHacmLvJ9SUkz4cfJ4y+DwxOuVpLWOA/jmFYM
aKFA3FZF39J9zSfABMwnLOo9HtH2JsWPKgkDz+J2R4a3f7KJ0Zi2hXIcQGmMdN4XZBHtm9kjdPXT
IbOCD1GTKUSolnJwwe0nnsR/w32yazHpjj6/YpJNaN5ZKB6eMUoZOYkvY5GTPNLgZdrS/KqZeSLb
eyfZe/R+8iDZE4kZfVPf1XFKbPkn6+H3FsJ8i7ENpLVKQx0Lf+cjeKcfrUnDbK6hUZ2jEuOrHS+V
fVrd/hd159UcN5Kl7b+y0feYhTdf7MxFGRYoUoayrb5BSGoJ3iQ88Ou/B1WaaTLFqtrG3cZ0TIRE
ESaR52TmOa8BeYaNJecBEb+gJ86esaq7zt3YQaa5t1VbDwhLHmnes46vxivc5mjmFBpg6wocl4XK
cV3Td87C0CN5MZnLH5jPpTQGQIRTirj8Ksep+9eeBrAw3Dc2W7QZlzM9xq5Pjw8VeTbHNQobDQ3G
4ttBsz28o0oXw+nYIIVs7FDN8cIIMSNpN2qoFPrhJOGaVK7Rv0X3FSxkwl4oxAMprh1sRbVFudlq
NPhyqBWDsUVCw4D2j0QGEFsLEsB9F5EPdkEbNtUGHhPQ29pGrOLGbMkEODzXJbC3wciC/alEXBeZ
otw6aROmr/598lWTZt/pdqu/C9EhsXZXRua4O348NDbwULZ6uoXfCQd1jG6fMK3mxlFM+nDBYWor
5Ez0KjOCg1Z1yqcTQ18caVRiMCPT16s4CV+diIvq1HGesI/B0Q00AjHdocT7phCchHeYAbUvwU1U
sYAvIMJ8a44RXkRxgLAfuBl3zn7WTi00iSy/C0ZMPBo9bL72c2ca+9IK3IeTF2F5NAk4baXiQVsi
5XjmHc3Jmt5Cz2wmYMy0i/ZWpZafF+0QhAWO0mZpF1C5Oh19SsWDrn9aeE/VBozX+GBo1LEUI2OX
j1/1BkieuVkq0UtjNU478+anNMIRA32S95uGbqlUJsDnPmsoPAuKoSPXqIYGuBtivj1gSMEBAHW2
YxCcVNUCF+XAu1wNGvcVij6LqddRNeW0RUIkHwbJCWpNHmDfeVLtScA20KE6sd6i0uFkdtpzncji
J+L4SePhVCY5SQEVEGPwnQa8vKgLwGlI9yfpO7ati6IDpRvsxEpLNJ8DvSU5DhVno4fk6Lh4khOk
Q+gBuQT9lRd3pzvPFTR6ZReZ00jZQhy9aE+2mKfp2iker0VWpM2Y07EV6XZSzFhlsxK2unboW4cC
BdbtQJtPNV08/Xg0zegj1CnSeGpvsnFx+PQyUZQU0IshenBpKjh0db2hIczg0KbIpJsti37GfqN6
6PWC0kvRAqraV8OEiTs98XKZzHoFHHFnUaQC7wbYddZ/5Bob9A8Z7QhnFzlhZ9/aJ4LufFQTt1w+
p5rStm52Ix5zzqfKClDDKqMS3dNIUXrKOxXc6QU82dn3hmLYtJkpXLjNHr5UpvcbJ8xpuZ0EW9Ij
SxAvXz6DCzAYnYPjstAfeZRBlM4wj/N+cZXFKflzrBhG+zWCwfC72TVJR+sW0h/qEjMrFAstjLji
qKRyqmfbWrxQsk+cVIocBRN8aCKkS9yRreJbYTt1Y9NRzjGat9nKbVj7PcTK8y7EsEFpG2xuEX2F
+AxcjKMKVCUCxqFX/Tkch8qHv4II2Wm2IE7kuK86VEi/qVQb69etAHl/SPQp6N8tehPNZ1Nxl0Jy
fqzg6TR027sZrQY0R0+4+B4usvJnkQwWMNY6jT8icqTiDVEByNx4CnZz/hDYSbgNhsFRbzXA4MUL
p6cau0PBoobu5SLQfyjYPSTbnxmSs0G6h9/UZPDtygh9h0oPHf39iFwKc+poADsWdUo0NCJiXVaP
2cMJ6iVATnMY1+aFKzosde4oQUi3wRcwic2PuWY1W3o52hvMIyhoOyhFTO+Hgrn0EEJORi7Cco3J
3oFMyD7YKI6ED9ow9DY4Vej7w1eHjsm0ZZZY5o+Tnx9eoAiWucX0ooRA4+IFCQYaENFCVjxxVrEG
zyzGdSkpHw8vp8Ez4SyH2zgKtZHcIHByLc0GeyQP1g2TgHNDhCrgHCl+0It4ooxlsUmsp8oIXoEB
Hp2HYcQ39y6yTTgnY8BqSdvZ8Mrxj9kynbLbNKjh1J/yY85yagusBjq3eT9soPpwyrOBNcyvDK5r
vEwqxMY+ng4D6dHgOe46zX2Jo2v5bQKwU75UVROTOsNxQbAE2tj7eqkts3XQ607fVCYgsm4LDERE
vk04WItIjGFam0pLGxQjtaaZYuDEi9ALJzkrP1CJ7NR7J63hDIx9J8YDmcJuDjbnjeKOwnhe+t7U
zhmJw4mEhQ5eGWGVAjzkZnRMo96dck7WNUsKtAwm0UmLAvn3QH1poTZX7en9TeXBYin4g73yhDdn
1nnznzEqohocQ4yDR58qVqtuXHJsRl10zoVf0xsArtIC/zikPVokB9DIcNJLVy3NLR6JXr0DNT8Z
nLQWQQ5aa8hPb9KqyPt7k/1efDBMYuFusoJlu3kUedD0JOludVMglTnFIslQhEsQAd7byjipBxUv
mMhEl0EhiQRGbRSf+oa1EYJ3WX/OAfREO80COucnA5PnBrvbHt6hgmzcFkkYixmf9FWPcAs6IhuO
5YuwTzIB4ukFByOX3cqSDcAms0wyj4/LJP/ncogo94iF5fpXZPGXMFpy/PiAy6FRfuLEY3WHWUG+
G49ep7N0xDkRh3UeoOabQfEKx1OsydU8mss3iB8J5y0yzcu3CGY0irxUY5e8QVI/HKcbQOK0zzZ0
IVP3h6MOw5xtjTYT07sT/zrSEGzcRk6Xs6tEsHC2WJeYCQYKu0vl4SeL+LhNOW0hTnoMJ8PrQaX4
AaQLyPerYIbi+BAC8EtucmGl5tueZdM8CLeur5Brf3EBxT/HgyimOYvJLEQVqcam9Y1TKUNRvPDs
yQDMaaTZCxXZq/cNzMvsg2Nih03LYYj2s1fEsY+3dqi9AgaLCYxeJXHx04W1omWqv4UdN7w+UWYu
7w4l8yEqTYazFFepJywSlRw6nm4OschCxkfBTiqtXeAMKGFClMzBE6cvI7ukQW8ZI9yaEaoDf9Pj
WvIhRJZd++pklAV+nHa1l5/JWA5tjzeskG51m6UceVKPHYh8MjdClYyvBM2LkyG4x3mOBJGaAl+Q
JGoWqNpQBTu28830QqkmHLqgJ1eA4nq4wqjdpmMGzRT5YaB8JmoSxphrxt1JcvnEuiq7WFv0M/s2
vjmpJmvgrdlUxq04dKKbkKatqZcX+ayVN3OJJM/BAtuXwRhYeMCnDc60NLPCo7zMSXv4OBD//W38
f+H38s3plZt//Q9//oZkAO3+qJX++K/3Zc5//7P8zn/+zdPf+NfL+FtdNuWP9uK/OnwvX33Jvzfy
P3pyZe7+8+l2X9ovT/6wL9q4nR667/X09nvTZe3xKXiP5V/+b3/4X9+PV3k/Vd//+du3ssP2mquF
cVn89vNHt3/+8ze02h/NmOX6P3+4vMA/f3v3ffoWfc+y780vv/T9S9P+8zfL/gdSKC6iNcwjvrzL
YXD4vvzE5CeqgRilimiPCyKCwisLXhv98zfF+IezCJMsrE6Kz0QD56Sm7I4/01R+z3QQkzdZnxx+
+7d/v/6Tz/jXZ31svCs1eXUKJUu7FPwE1GDV0aQDWTF1MAI94HddZiqYHLmk6WAwdi0H7StHfKmr
droVWyP28fyHX8XT8C7MIc9N3WU3EqByQl2k2lQOOL1H4//zBR+/0K93oW+3NDsYNcoIR+jEIy0P
UYqpj0WmbBIOKDsb/sce7U/3CgLjmbtQZtEoi1toBvBKT9+lU3mHIKvDLeM0+3lgaNumbeKby+9y
VGZ8lH0YMrjyyBEgDQ8GiL3309ugYYOQGxqYWxDBf4ruXqA/AiZh0yUAR2GlhLPzogJDX07ZvQWK
scPDwgrLHdiQjQq3hCVPr1TKSdG7y0+2LBlPH4z8TENENbVFU1KWa24jQJiuCikFsDnmC23+rgyt
duO5yH4yk6Zd0GBkcPmexwki33Sxw9MWayQkHqUJ1EfIo8EqASxZJO4tsnrlbavqzXYaneZgUdxF
R0UMe0yjh9ve6+GsaTZYFHs82EYR3UZ2AvvHCt395ec6ds+k58LFHGK/jnw68Sp9pXrQMbpvaFuA
/pqmXelNN2atcXI1UdfOOHvkE2m/MdBcr+I3TWIAAAcHOcceEshw3LAjNoZ7Nwnqw+xEeLm7DsHt
IGqy41xfx+wvA/tzB7/0zjX1+W2vo3K5U4Ie8TIlNvcBnY0cgbGYZv3lV/t1mnsWQUR2Uk2daqP0
ZgPiz0MzqtF2cmZ0VAwseUUIl+jyXZYc88v44VFnq3QoF4jb01k+p2y6rNigc2Cp8z4r7XE3IyC5
q0oDNkEKL+Dy/X7NeR77DJ1jLc1cvhqJ97Hcjwnfp3KAK27dKIO9IHplo+acqqZpqFYMoEtdHwwN
torIXzy9VZ1NqVoJjk1wkqAWqRoW8Ana0ZdfSO7Kkyc8m90JQUHJkd60NIJaV7VRojKCswmcNh7U
8bWD7MU+jV3z0FaOeqPCrwMO54Bly1zndZDQLZpxjN7QrMRAqgfzRHG8jeoKF+o2f4Mc/biNG8Xy
hZ784RpevANg0t2gjzPvdVdv7jDiVvccvftNHwqcVDJIpa5H/+byu0nSMMdXs5elCQQkE8SUgl7t
0xLE6Ygvdmak29jBkFufU9o2XqZjSeXaO8XsXqZpE1+ZJc/MfTZ+eDvSmzaWHtfTT6fDjGxCTnbb
aDIi3xPDDJQvKa/M/WcSKUvvohyNABXqKNLefBidrKbrFW17VDNYs6bxMI9GsKOaaW/dYYpuApLa
lZs+N6Zo3CylWEuj9ibdtLJatWeJxFEhgoYwj0l6D/CC3kivc7aEivmpMyboH04R317+ms8MKmsz
24xFhtjVjiY5j1bnlBiZhymOt1M3dVulUDjjOljEXb7LMwEODBGkw7JQsJGSAtxF24KzBnXAjBMR
+VcffYqA065KlPDK9DxukB4nL/ZwYAMALgBgMHDHlacJBUtXayt4YLX2B7yDXdSNO1tRksNQgwel
kvEudNrmRnHJ/VNdvI/yjDaP7eqHgtLQAbnA7nbUMw8VjiL5m8N9ejjkn/G2XKxKpQ9NT1a4hsbD
zZ0VPQw0pV8GzaReiRTZNEGXb7PMt0dflX4vMp4tTGxg+fDHJrTCI7p3W2We5q+puhhhIsZxr4Jq
ew8BKYJUauW7uIu6hxgJj11bB99GrAU3cBqN29qjhalMaLiiZ7133CF86L1k2OhOku8NVI5v6AHn
e63zvl+eNr8s5Oyr2QvrS64m9OnKPH0PEvOU1QIifOu6e9eLxZ8jTNOPBC4wk9jpvrZBES9Sp+kC
PnUQ4h8abVoUb9lroY+dfa5aiAVbk+AF+KE54T5NEYimvGBo77KiUWBMlZYmtp23sHdSYILdVjP7
GFIWVvfmTjebYGN1YQ9Ld0a85fILHpebp5MVqUMaycuOjZztLIHz6EMJlCcHp5koRHaavilRPPrM
a2V7BAq9F+w6yh1nmX5L54bemOoOb7HE28ReYe+DXNnmjWVeyURLdEgP5KDVzWnfZnbSOHv6QI0u
Qg+daYc9Tzl+zCzjB0Q9pGYF3j5Uuq8p/cklBmaqiekJR3lkxoC1ykk9b6nSFgQzihsjVT3tPrXt
bos4uLLFjQE9DDaV8LgDe1u7dArKNEeQ2xuvhKX+tNnJvEXODesV/seSj1qmNNEmpLuWU4VLAziv
9oOahu/bzm4R/NM6+niAHUZttl7i9FPeKXOLeosn6qWM4O6rscnhGiXal0rPSR9Vnr6Ia9FuMsX0
3kMiFbvWMr8bundFu0lOqhxF8SRdioOaTcDLPgcazF/66q2yQaPevqE4+w0g/LBJ0Y+8MimevZOF
Nw2yRhZHH2k30wpR1b0YlA0i8j/yPBeHyioGbLFU5cqdlnF+Mv2ARS/HxQW1zsSQXfCmypwA2njU
uWEm+3/cjp5t3ZQ54N1xwTdfjr5f5jqyX4CGmH7LTlr1pODT5qhDZqVkJ9PMFGwxXKPebGJgsHcz
YHeXb/brm6HN6CAEzNleQ3tNCiyvEgvcgGQV2HOAlWhfUlArA7EBgVg/pC5eNVqUJldWApmYoC8B
RohxJnYMjqtHpc1HCWY0gRW0SpHiA9fsXLV73+cjxFeanLV3l0A1xKAVF9Phnn3dlaD6ZdYQTgCz
QOy5FDUgyzxNJdlk4Rs2AMQyot7AChM3uaRxU3bedHv+5uByK5uNIQq3vDB1+ae3SoKqFQ7Yw20W
IiPRQ2LbQBZy9ihLKbs0sZAIqER7baehy5NVB3C78AQWhgUKnNJOo9fr3Ao62Cgxh7KDgPO7S7Qi
fCGGITygXb+d8dNwQNi9Bhhl3oN/a19rYefd1mH64fIA/JpHl2ehNKoD+qd5LAeOG/cCFmPPd25H
Zac7zQjnXnTqBkVunLsDpzpUNKZfV/ZNXrDRVBGlb/EZuPIYyyx+Er/AprAyWgAqUBz4Ik8/BP6k
EDizvNoCgrPfkEqql7ZelTc1x60Ff/9natXBIQIgAnNi1F7bQdUc2kGbdlQPrG9jbhyOT/SzEPnm
dG+pLir98X9ZA31dfYedV3//3r78Uv1fKISSYf7734XGX+qgL6cvRf6lflIE5RdONVBOGP9YCjYL
AtkgKbnsD081UE/nBxbLsA7yhzVFZU7/rIHq7j8sJEmhi7GxRjJwIZT9LIF6/+AouIBmYD7pNDZc
++9UQJ8eSRRdI/EjKisLMs6A6dFk7yq/trPyPnBb795sXdFdyRVPz1p/XV5KR6grhQJkf+U7elPe
Bsl4Pxlm6oOg0kooIE6E2oHrjOjqFcWVlfpp7v/3LalNPo2GSC8dcMRO5Vu6EMM2a9yWZkkqaMnb
pYAxgQiI9aaNlTC9kvefH0NQB0/vqI+JVdpiLv1IWfCfg65Vd1GGQM6VdVrKN3+90vKqj9YT/K2w
Y8im0jebrqc5SbMd1YraDT9loW4Pd3Udm1+tUn/dZL24z6fEfVPBJftGgVJRXz2a0T9D+3Fl+ekC
89czSHlXoTDODO2Eb5ujWW8HRAxUrBSz7oNRmNfKHeduImUyZEYsRDkdlKlCA3zD4Go/kky4KJKE
SjlemZPnPtfy949Gc6zAeEZ2VPliQctvwCuWaENMtlg5HZZ0/ej6bdu5lNVKRorgelWO9vAAZ0W/
W/cdSAiPrw6Vpu0hGZY+JVHzA+D4OT8kheuYG6qTmn64fJdzYySt7WrogdpwkQjT+r7cK0B5bmwt
s6/MpXNXl7JCkiiFFjsJ9tyknoe+B/u5Y4Nr1fvLTy/1fP8zWWUenFZUANWUsvLtdBqH12FsTept
0trAIiy7t9ytqLoK/DtncdQIRRrfauBCqheUKCpxj3syyoT49ZY14neerWzGFEQJqNRC06494tPW
6l+PKCWNiVNnSd+j8oPZXShrpdpE+xRlkBxNuyRRP8c4SXzXKnhE+17poxfLaaTcFeCE2kMjcKJe
9zFcKbnQjh16F+C83+DRmGw6mrpvMSvyvl7+Fme+NavUk/mKBDHOuUMi/BC3q7cGhzwkEPDZ+3t9
tb/GUUoZwCjmVCu9ys8sxMcRzSzyD4iAuR/XPb6ULNrB7kYjiYSfq1nyQYnq5NuA9OjNuqtLqaLT
ANmoTip8xZsalFSAf7ZbWPXOujCW4cQo1mKEG7mV76ot/GNPC8UnPdHn9kqqWwb5rx3oX4MvpQkW
2DmIgMf7U91O3nZwBuSk1XlwsebBX/PH5VFapspzd5HSBbtvc8ocq/LDQYyvOmSXvg9Kp7l3DVM3
e4VsQfD3Do7/eaFfOppAmRDTUwvfdIZxoRaYafvO0QByvfTiRT+y433xt0P+KRqupIIzEeJImaCH
uq9hYlX5WKck3o0DSc6DeBNG1wpfZ8bPkSLcQIe4HRcX0hDoUzjiSWWUyn5QHHqFOeohk9hodjv9
cflrnXud5SkeLX+AjipccYTwu6Zyiz1nDTPYz5RzPqy7vhTwnDCBVpc6O9YUMftdUjXln2amklbW
XV+KeCUZK6UQceXHi4M8xHBBQzXLrnxsqUbw1wyTQr4cGyxo1ATUXOXMB2No3ewb8MJ43KswSvXP
ioLfA35w0WDDWonS4mVmBWiwbKpWda6k/GWongkoR9pDFHrYU9/iEymoIv8e5Ib+JzJQaBvlmHQ9
rBtGKTVQ+3dsARDSt0DcUy2eB/PFEDjOlZyw7OafewUpJwAGTmmWAQJ04ylFgqxrTIQcM5TUN2EZ
Z9EGsrCoNkGAtOOmS6f086IZ/O3yu50JKFl4IsK8fRIm2ws10PR8V5mhneAaFbXKa1Q5cDR0orYs
316+2Zl4sqX0UCl6GDhFxhGqca3bOLU12BL1CHNs3fWl7GALXYnF2Aq/zSbEbPMoY6qJ3r989eUq
z3wnW8oGuVdFqIqyPIOALZRFYrZ3NlT2C4iUlT1sWyN2fvQjzPCVryOlhwm9RrC2PeGrNvEGCumH
utPyKxc/9+Gl3ABrJEEAbdlXDhBobiI0kN4ZXp9HQC/nEU8F1Egvj9uZ+X1UeniURXUxWzQmOJcP
VpYXH7BCVN8hHwFwMivU+Pe+qNwPLYxF54Y+x2J8qLqpceUtz804KT3gtKXTqWF7XnCcxSAZja4t
oi+4EF9+tzPpR6aIebC9nUblCFNNITIL7HCR0XZh4aU0HUbTenP5NudeQ0oRqHpWehtoAOr70t16
DSQYg0l35SXOXN2Sygxg13MEYwlL+tTBuzmotHdKN4vbVc8ud4gDu41TFTlhvwrr4YXVDu+UJr5W
Sz336FLER2DthKK3XHyc8CB0TASQRajdrHt0KeJ7Uep5H9YMO2Ied44rvK2BCcPKq0vhHSm68HAQ
JbzTSHxJ4FvDP9fsZuW4L0P2KOxcgZYtUusVlMsJK1QL9zYBIefaTuzcyBtPL2/PigYcPufpp+GH
gcbwdiFi79cNvBS2U5FmnlMWnITqvDxkib2I0LbpYd3VpfU8UceFG4uZ4pjEL4oev3Gtsj+su7YU
qa3ZtAHyYhTQHLPbh16Jdrpt5VeWoDODLsOCuhFpWl3r4IiPVnjTGo1921d19nXVs5vS8tyWSp/F
KuNCgR/ovdJCji/za1iVc88uharj9XFtVGzdvcAxHmZVuwvZVV1pIJy7uBSphR32/UiZxA+BnKNo
39EiQbxWBfC+bmykYFV6KwMZYFFFcumkDyjBIBFyDcd27umXv38UqsKAlxQ1eum3tXhjQiJBF3e3
7rmlMI0QFQW7ABXLs+cee96W2X+Po3c9rJySUqi6lkgQya9LH1VDY95VASx9AA/N+GndC0jBagEn
0WpEqvymrZDQbsrmbTep0ZUK+7mRl8JVcxa/HDR//VLETfZyWFzDdnajVdc2CGduYEhr6xRB/kHR
DpH0VBMTmDcBOcXsaGOvS5VygxYZu3DWlpSQG4WBgiHq5FbiDutSpYxmiwqkk7KAfgC4PHPniDLZ
W0EoVj67FLUtOhs14kfFMjmTd4Fp3WuFlV3RYjg38lLEVtUI30dpGPloGg5z0mbf7MpNoysJYUmK
z5wGjpJTj2K2NNXIywaMBhGq1QncugY1VP5emBF7HO9hFlPrp6K1roTB8tTP3U6K47zp6YIHFetK
XIGfnUbkyjbF6A4fFNEG1/zFzo2ZFMyzAtwkCRmzEY71Vq1C89aF27cuVRypOY+GrG1wps9TJhMB
7SDqUHa3Xhuk67ZTMrRerYMe2TOSKPJ79WHsyvqFA5103dVlBTFdKa3O0EgUaEtq93YuojcBo19e
mU1nBv6oJ/JoaHQHIVhj8jK/aQyEtzRg06NTXNXsPHd5ae2tXN1u0PQufG0acnfHH8Xvimm33R6q
nkBEu4IQ+WIskeR9leRh/VBozVvFQm+lCrLwvtDCyNqWZjynu8k0dHszI/ZcbJuyXKo5jZd8T+c+
emj1OkheUiWn0NS5BSDYuUjdYhN1KeDspg7M+A+hWnbs030Y0w8pXIgPyYj12lY0eM+gej/TxbBs
z0+iykJTqUcn6iVQgb44jFg49AeU1qdooyRman3zgtAwbhuntX/gPty4Dyi5hjP6MbUzbqfYcD9G
kZ6CYbi8EkniW/+pd8mKpxhzKvPQqJkvJqNMNq7h2NlN1DSlhSifk4lDWCAksEX7KMQ2p8Nq5IC4
bR3uMEMYRl8fJg0XBvrXRX3l5LasIs9khSP+8dG0qRAhgoyQF5yt5vZ9W+jxKwpVX4KhnpHUhxS5
SRrECjYmGuqv4JyhKn55LM5NKCm5TlMUQywMS99OchULgQFJ7iK7sugs6f+5t1pu+uitgIYNGajQ
0p8bYDlbJ9SnHRv2HGe4Mrvt6nl4v+4tpKTa1KoLazUtfPSu8g+aVkV3M45i1yrw5wZJyqZjAwxi
NqvcB78375TCMXcqOOZ157sjJPHRKGVaaik9Eo9+ZPYjQo5tQyPK6dzq86rBkUkcbTnHvYn+kw/0
Mj2opttu2wgjiHVXl84acP6h6E966idZbX+GMu+9FlrtXJPweX4GyXj4AIlvIFVp5ldqH94k/VQf
rMKz160FMsUO1VPFFlrX+GnoFPiLN0L/s4dUoFy5/pm1/tgKfvRllUCMmaGjl2aOqZpgBSZ6QjhG
EIDeap59XPcFpCjDOWtIzTLiLcrcusvUanrnZvF85er2mS8ghVaUmSO+x1HrV1ZoG9Q1UFnfZKmB
hUSXOOhoVkndXcmCZ+LsmK8fjVdh2VaHiZCCLFiX3ieN8mfszem6E4IMDZy1Dh58OQYHoOTjAdxN
fdvXUX8lDM59aun8kVo4ouJcVfuqusCA0eULrb0b5B42MHkQlFdG6BzsRmY9txXETC+uar8JYqQu
07CbdBy/9PTzkBpRdWeZTRO/QLUw4R11Ly12phF31osRelzxCrpOPV95lGc/lgvd8mlyr3DW6+jN
lL41RmKE9aOWn1jBFfPK4nHu+tK0tswYJKmnFL47Zp/6nvcpwYuumwwLlfjxyoT0gabGdhP5oRDm
ew3dtiTzVgakKm3SghLG3DQgZxEW7uhPrhHvNb2d1ow7TKElUB8FidXwOZ3aCH2kDTMTEYSo/Zyl
wsnXjDvXl76r23aWzgnXw1BXVeGpqWLr5OY1dtWzX5WrS19VG/IpF63pHQLcZX9H0887jK4yf7qc
Cs8kK9V4OjZjHoCOVRCxSkpbuQ/HVIybMsH5YzeUpehvYNwo1e7yvc69ibQp8ITdp66CnYcoYns3
9hPf2zP6m8tXX+bKM1snGQOJG3YGd2kI/VENrPi706eieqGVVTEc0D+v2j31vQFNHHxQPl6+47mx
kzJYk4dpIrw+OMQK7mIFjBILI49YmCDqNDeFbIF72f7yvZ4dO3KHVEzB3jbKIitRDkOQzO4m8oYa
vwlDbbQr6fjcDaT4juoxUKGOKIe6UF2c1Jw2TXf5KLAbXPcGUoyDV9FxyFOCA9qo8e9DXkwPao1D
zrqrL9/oUYwLSy+TccoVQFXYoTX9pO0SV7/W7z83OFKUzP0YD7o5Fb6CeNtraxo89IVh3qx7diku
0lykdhpwREUMOLit2Yu/bNurGLVzzy5VEfEAzS01yPWDBlBy5MASF5hXG8JcA2VkZkpRYAjA0KTt
3B/mwUODyAmGr+x45hKhJCB8u1VjJGMBsVoesNUOMz+YktjHkt68VYM4WPcOC6j78ewpQsVTgDWk
fm56OdRmpb3PBlV/H4Zz82PdC0jTv4INb/QkJR/50+pF69jFTV634Zd1V5emf6AP2Fm4duIjdd13
NzjcmDCrcK7Q181RWSo8rztLVCM3UHGk/ajnRfm2R+TyGhvlzCRdlEUef4AknnWCN8ALCx+LV/o4
jc2+AFOX3KwbHymASz2YOhuHeX8GwpJhoFvMd66VY2V5+frLUv/L4uMigfL0+ftxrmw7C+JlehY3
HbyXbIeitDVtSxilVz7yuZtIkezUoWNkc8A30HCT2npmlwdw1YUVb42QkszKUJMCGuRoA2tnTHyj
q8x9OQh9qzfaqg6kiwLG05FCTioLy7FO/MKdlGRjIRv/LkuE/fvlD3FmIskwPL1HG20ouPxY619E
REEjFOaaThuPLoVwFg4txM+cIGui6o2xfIlJxNci7MzXlcnXwzibc1NTIAzRXZ+3GnI2IyaoXvfe
w+p3VfWKd1ju/midTEJzFlWlxL6tRm22gcQeYpqrGO6qrhs3kCIZ9yAnSiw38pO2a/aiA+XZj/qa
nTwXl8K4wr3TnUD9+1o4tQdDBEjIIGu/LknIgLoq7QdAQEbsd70NCBn1MesO1zGKxOvmphy/qqVn
tWIh2mcq76cc01Wtduc1NTGGRoraEUDwqA1hvGgFKj5WEqFP+9B4f/nRnwc8otAhhW2oOFpoQ3f3
nVl42T7EW6vEdI8TbC8qz0VcsTO/NmmYx+8xZlS+4DWAlfhmcqlR+5ef4UxoyxC6NlWGqscgBHv5
TnyxhjZ9hTGv82Hd1aXg1oy6t1K6/342mPqt04hmh1bryvVNBtDZdjGPqAyFfp2E3h26vRiUTulV
wPO5oZGiukStX3UyPrliJt4dbrbzru2Dck07kW8vhfQYYCgkqjL0NS/4YTVYC1Izifbrxl0Oaboa
Zhtx9BcdpXSsLOP9OETXQm4ZgGfWZVk9I++mNsZ0LDgEBY30je3lwatIKOjOBmXXGOsCW4bC1aap
g0VpmJlDNoaHxMsbbBynrLmy8J/7vFJswzq0EyOclYMTWgrtJVQZ6iHZrfoAMgQOsgx1o6JTDnPU
QLTLTai4U7AuqmQEnOhJpYnLxSEORru6rNK7cjKtdXPHkmK2zqoBwVDFO0SxiO+NcVZvcWBbhV9w
PUvaU+d03eaycr1D1+b2jWOhFBC0db5y2JcZ+2ghjnPbyoy2CH2jLX+4JcqrqPCvrDTK6mJ60kNF
URqGHevoe0QA3M1YFvHh8ow5E1SWFLKGqLWiw4/y4CI9NW1MvQ4Xx+OshSc9ldcUtc5MekvaUtNk
mweoB5zobUP3+34I92UzXKNdn7u6tBYjfiQMLyk9fLmTZB+0XojfsF5cacKcGyEpYDV3bOcWA/lD
UAuv2Fp90o5bQJS9vokKDZ2Uyx/izEvImLhw1vU+ghJ0sPvC2WZjdEDUd2VSkyFxTjeynOOezpKF
+7K2eN47gbsK4I0TjxS6cZH0uATTW6htbfi9diAXz5HRvlk3MFLoOjN8jDhBjn+oBnMDk/hTM7Xa
ylGXIresLESxZy4+KpG+MfPgo5koX9c9+PKlH2WFoCsBoXhZiP1LkN4aRhjdKyUIiXULlSlFrjeh
Ye8g0XUwVWyjJ3GbVXTz1z26FK8tMs62EcfewRvQ4GrqAi9MNdbAJq+7vhSx+MX2wPYn5SDS0fqI
8Y33JUvTawf4c6EkRWxhmgOS0LZ3mIHr3+OROvpRp69cY2UoXI4sM7r/LIODMOvbPDWRBRr15kq2
WWb1M5scGQenF7o5aHEVHNDjNXYTyBCSstZY2ALkwy6LUnvdGUOGxOlpVAC5qJdlBbJtEOPpPsfX
hELPfAFZzigeGW49IN9nlT4e2tR5m3dXT6XnhkiKWb1CmzIBuM3kUdvPbjtpeBv2E/afZgVH494S
Y7SKioMDqhTDSVYZ/dBhCJ7hmbJF4LDfOeBfVn4DKYRtr59MSBC8iVPrCJEUYfFNaG6wbq9vSFGM
tanuTQ7wnSIx1FvbSuJvFCXCdUc4GQaHqxr6OW1O/rHst0mtltugH1eWiGUUHBZqaopVTXDQ3Vjs
4w5D9QwdnZtV6UdGwRlxYWeJGSk4cUzGLmk8Z2dkrbGmu4rar1SALvFVNXqQZdQ/DfE6sHuMOHBB
XVfeliW6cgffVFfQPJq1ENsKF48ZZNNmDSEqiLLO31Pq+wkSOwk9P168Qgj3EeYQmOD0Ok7NUTjc
jqrtXJmZy87gmSwny/SIQZTeDG33ELfxnHNIzPX2rg3xX98laD9Gm6LJFHVbYHKSXBm3MynpqBX4
aDVuPcVqi3hQDpHet288rx98sF7D28sz6twLSZFstLExm1C7D0rsJj/KecJVsbG1B5XNnLrttaz6
qGZY1V++myTy+NfXkSJbuAEJdmbtL1VhR2+DyCiD/8/ZmfXGjQNb+BcJ0EKK1KvU3WqvSZzEjvMi
OJkMqYVaSGrjr7+nB7gXY00c4+o1QNQyxaVYdeo7B4iE2uJj7w/qYxArJKN0YmhwKz005qQWHscJ
bAMj99QsKilhVuua5LjWrT89iLEk9tDE8uJaGcl43nfMb5WG2qxI8YmL07UV5Lu2NRSSPrPd45+H
4a1Pujnnk6ATsGBYEKX4IkpX2yRnQJp3tctywJ1fh2+kh4kNQP8FXn76OyHVr3mo/38Y3v/7fv/w
tf81GSNeTQrUCFx2/UWd/VkLGN81OxNUW9nYoHxuBGS4uTdNH+LG+1SU7c6c81Y0ZsA9grfQlOTN
HPwUTfyVFsPfuz7nVi82l5ariNeISGCPlYIjsF4tQ7+z6L6lvKM9FLZVHV6cB+ZnGVZfYCj9Tsz2
xjzcwpTXWqMWiBb7fLBdeR3V/nwI28jfV6nYysK6iXHYsrQ4Z8uOPEXg039EAuY9g+u33n0TiRfw
YJs7ADDzVlidwttFp1K7XX2NWEObFbqsVlNUw5O8j/Uv25vvcAbaNyxbKRg2vMa0PQQoAS5ZT23Q
xudQjDuPv61CiktZILrvvTywvPwKI13zBNNcti9C2EqkqsKgmBUmiCp5DIM4+P7lLm6i4651tJVI
JUy0kB4XPPd1Sz87q+FPi/TLOwmjNybMViAFM4l2bj1Mdm27EWj0RDZ3tvdh+7rv7S+/+6+tUXnh
WKsJu4CI4RWvl365jxvSvTM2G9Lp/+28W40U+IDMzKKB7mqx6ieDFqG5c2MXfZceLH/ySqwfQ78/
QgehXgrA+k9x42BjG0o46mZLAqRAji6fnyW4QDAgImMNoBFO2BN0+q3KFP4FhtRO0y+lMZy889Zv
jfnmuK+ahY79oni+RhR5XXj4aRCczdLuC+W3cqtl8UZVlwxHXUnGE2rRMAnr5nrnSt1sAk00iGp2
E8/FDDSlSMR9AceoXdMFkpXX06XmlzvfGhQ5W1Hm63pInBR1/a6LArQAm6dPgSt4hUyCXcmIfpai
OPol3YUl46jzvX46bAAr+DZRmE4uS38f95J/lpFb3wlJfz9pUOp5/XQUmltW9CPePVjDtBQxS43x
9okwkFF//XQG09BSLdh+L0D1F78U9hT2svi8ZxNASvH100fSzR6Y5kkONtVjEQ4zOnXW5rDv4ZtY
vZ9IDZtTRAKVf3HdG+PPc0H2KeNwcXr95ib2Oo+viOw8tAWcGIg7dwsg51/3vfrmtIY/JMinFSI7
ZCrqXKG7KO374j3d3eXb/fdWBg7/63df3AQz136EBrKY7FMEpt1L6EbvZtAwvt51JcCkf/0bXtnB
3WxOeL40urkCP9ncdpTuQkCA2b9dr/A9b7uW8rwc4+8kaJ6Z2tXkiSdvFusM5/N+tj0CXxezG9HY
5qroa39XJgiI5NfDwtFYMMQ1grxezd4JbpECCVdwjHf18ODtN8t1rmhkmacQ5qHj7eD5/i3aJd6T
m74hKOBbxdfYQGMUBzVia183x2TmCxYsXYoWZscw88ibCF4YmfZkPV7BTbRpjyCQM7jbtT3u+ruW
Bt+saiBXcCfWM89nL/GPKNq0qcahvPPpm2XtjbEOCs/xHNkX/TLb1Z19N627LhDwn3j99dUSLDAQ
wbQlXnMVJ310GOJ5X+kTjl+vH75OMOEhNXL5nYwMGtvDL2MzvgfYfuOQ2SrAPBlPSaiRHyUqGY4j
QyPxEvfFO1Sst56+Wc6ui12gC4MYfxALiqsqPMq4fNw1YbYKMPQ/oE0+tCyf4NkKh15VNhWUBMro
fXNmKwIT87SqiYw87yzML6EzUw9S1fbLvtffrOjeQxupCwcOgyktz5C4yHxcI73rhgJW6etJg0zc
ImpYteQzHH9PVTk1RxguvQdteuu7btaqK7QZkxjflWpd57Hp0cSDdsh3kotvPX2zVk0L9i9IvBh3
xj8uSdRnbezvQrrgFNguVYhlQsg0WT4UpnqCvDv6NI99vysQ51vhl46AJuirOIa+25WfGO+KZ3iJ
2l1XN/havv6ooT/CE9KXOB15YjpANJbpOVYl4uZdU3Ir6vJNhMsVzGhyPi+jOJa4g4oMYFHxsO/5
myM4KmTAiEBGruUjfW5IoL/0ixOf9j19cwRbYQdiwxLXFJxKn0PW8I8wi3H7luuWCN8xkpQw5OJ5
EXZDWs3GwFml35dnAcPi9ZeNC0dosEiWd+BQHxO1ereqL/THfSOzWa5DkUQ1PE9ZflHUHwbhRQfn
1cG+Ob+VdU0ttl9zOZ96Gh1UDLITjFnWnVNys1xJtC5NteBmOys7ilSDHHWltOm8nc/fHK6wQ62d
318O16p/XPvhOVHRjz+P+hvR+FbLVRfwEAdwuMitLrsnUIZdlSe13wR5ouXOqHar6TIOjuVehVzR
XCMesxfPRlKBc/nnP+GNnXir6UJmTkMoGbNc+FGNq1bS+iaVU1VM2b4f2KxZ5hVrqTrcJoYlGNJJ
qtwke69ydHPCkiVq53FlPLeEV/UB7O04Aqaak12UesTkm1U7wk64sZoj7GMTePs9PMFkMv7/vBL/
N9MFROnrPaGOIA/hAjtOD4ppNvL6Wzh772Hh3/qy4euHm2is4OSCaHudAw38PRR7QKjuShhxulm0
Q21BBbBIGFnnqRQ+HfFBOP1uE/ElevzNNZdu1izQrXGjijnJyzqR4myqRtlrE8bLB3ih1cU1D+C7
ALr/8CjWycHQdDVVmxae8r8lPapNwRhZ+xVEzuCbmEEtPxeE91cV9HM/l6JLKATtzfLzzxP8jU1g
q9JQc+W5stE4NuZm+konL6jTphwSeNK7xfv25x9542NupWeDGqNJuYXnbYcWwQNKGavMhC6KaN8y
3crPaI+XDWfEqks7ma/hStsXYqd9am++lZ9xjdSoECGW0SDvB7oYdNC4l31Ds9lgzLp6cW9anocj
dSfKSvZkAOjZd+8jmx2GBzitfWhZcokWPkAZ27VmqU16qEz2vf5mh0EWJGx6QFNyBw7GMyUx/cbb
aPq67+mbHaapABcHSw7X/sWVP6ZK1VemgNvmvqdvtpgCvBQI4CVyXUUtbCoqSIJTGANQvu90Iptt
Zg2ZXpIOp5On0LZfRjoE3rl8b5t5a1FtdhkxsKQuRug5u9pmNerTPUgYu0Zmq0BLADwYmd/SvBh6
dWJ6uIZ3Q7xvymwFaJFsFzEVHs3Rojyj4BAMXwx1wztT5nLV+M3euxWGNcaxSMqZ5WHf0qsZ1jO/
QquNn0W0O7Xo0+jc/FmOQQFGjtqZq442ywx98WB6u4Hm3JvddaIIhxHWMs/7SlZ8KxJbaxI7HVUU
ufAa0Qf3V/o8NoHyj/u+92adgdwOZQbHoPnIr8DteLBZ5PX7qtd8qxIbyECW8CK1ivwuTuXc/dTB
8h5s6o1VsBWJNWuI07PDwwkBxT1dxnohqRoY2ZfE2erE3KhhlLGga6BivP8AYKBLaR/O33cN/FYn
xlFGJROStbnport/7A8DaeRp38Mv4cm/C50Ot8G5YnHerWuQg6/Y5BZssZ1P39yV47Vses1JnIOF
3aeCRH8VdfIer+uNr7rldZU2gnGoDUg+qmY4qkZA6xZN+26bW21Yv3RktYDh5HQd74vI71PTy/cU
Sf9oYH6zAW1lYO2AiFvqIs6nnjTdGUVPe21jGHKkoeuHB/CcrE2pJH2flmHtFSmPSz0eLhUQAtB3
Xw9pUtVdnzK2uDsYNbRe6nqv+KB468N1cuKV3JfH2lolNsgYKG9wSFDGkK1VFYCwuA/ua5CE9efr
6Ueh/4f2S8b5MOsTjr1HOJDufPHNwYq+1GRyFJnV2RVhnshhzFVL30ur/vP3/+4Tbk7W2G+HlTjE
ZBN8j8cjX2slngFxMyLjAIcO6Vh6wcfSrweBjmoq5PVUtrjdmovZWGqpGP1jHIwLHLqhp14OExvm
z2FofXus54HOKYclx3zUbl1+wEmSHbww/riMCPvSoPXUC2uVr3epEtm2fB14DOl55sf5nEg5ZCoA
rDBtI01+/XmTucSp/x0rti1ge9PQyn5GQtEBnuilMpScZcS55K+YdeTLiprGrp0Ynu+v5xMZKzAZ
pab5VLfVKZaj/p7YQO8rYMGv9PXjAVNkiHZC5Ba9eLyiwOwjT7ezkZ1tq9kt782qYG6ZsxkTNatt
0N3z0cft88+f4Y0Nc6sl1CW0flCGIqjqmEjLZYHVdEh35l23asKywwRKKkLzTo8/AyzqFCmpfX1J
fCsmrC85XeFimseiEKly4nMS8Hdut28Ny+ajNsxGfqKRYZk4NTctwPpYkj7fd+vc6gmRKw4DpnUM
npq0H0Lr0b8XuMg87/ukl7/pX8c3LU3FHGX4pBMJf8w13vsgIBR7r0XmrW1uqypEG+qokH+IUXBm
zW1Uz9Nz3YS6PraykEkaQE77BRJwfq+WZiU3SGK09knRFuDVBb3vnxsXtvdVzHt9QO5i/qi0kP7B
rfXiUilW7mWoORoUav1xvoflJHXZVExdBX9SMOvhfQ5s0DvT/40CMdvqOaAuLmO4XlFscxWDGDkW
7m/ZhYSk0Oqs7Eo40RR3ErCwR1SG3C1kMB361MpA7dPE4mb9+nOhu0uUpECrduh79J9pbLEX7pxp
mwNvEYWDSCxkeR1pz6VBo+A0H8hyn/8H6sObI6+LpgSKXlRWjCVwZgYi5lhxzU67pvJWSpnUk4DH
h09zx4HwU8APX8PEstpZmd9qKVdgABF0XbIcfiV+zr1GihP1D38fpYJv1ZRMjNpO80IRIhEYqA+o
o4dKDjsHZ7NH9dCWl2ts47yQCHrhTSnaZ9kX9b4S91ZOubIRxWdjMfZKDFeRpBbG0LbdFV7wLW+u
h+2Ov1iDzbtZUVREyey6G3Y2T/KtlhIOZQ1CIU5wc7SQd4AnmsLhRRz+PCsvt/P/hi7c36xYbuBb
YltMG2J8TbJFtiAmh+h8Ftc1HeO///wrbxxB/5E+rtYNZkY9dwyH6fMySRmBEB3I9+rFbyQ8/M3K
BSWSuqbGMaE1e9Hd0oAc6nf+mjl0DmZrIekv5nfdj5oig4m2cYRne/4wlkSvN7yGVxFiyZXmfWV+
VEXyotU+CCNkeJtPM3pBw3k/0xwq2AKu3q5Fc7Txd604dGy8fvOEEIWYFeGMGwN5y4kIzqOk9a5k
Cricr58ujVqmtg2inI/JdD/LSn9OeFE9/nnUfz9pIZB4/fSIxNXaijKCqKRv1kzKslsO6BuxzwNA
3suuBCDbytwAoxpl0gn8DQgs02IoPxPX030TZyt0a4igrhJTlBdVVxxFVa7noCf7zhq0LrweoKIp
lmAMWpIXcRWc1OR3aKj0923WkEy9fnoPQnXnNQ3J7WTUkC7O0+cpqHeWk9lW6BYjW2w9gef3iafv
VupDDQ6nuXfCpN/vRWwrYQNNyARSVCT39BRDkER+mYsH6Z9n5lsP36xZvDnIMhoHzVy66iaoyzKN
dBe/U7K73PL+u1mzrYJt6pYlaCekpH3TKZfprjZxBo7RCjZYyHtyMuGov8kptD/+/Oe8kchhW1lb
UcAFzQU8gmQ/QBagXA016YoOkL8vqam7seOqvtxXbDOegqWI+wocTCQID1HhRyZ1yDEFR0PbcEpd
29Xdw8gHdVMXld+kiBbZfI1uOpTD//y6b+wLW52crKS7uB1G+dwGdkljyG6++pAk/OgHsYsWDqPi
TULRNMwlyp+xK8Cd/DAEhmRe2y7vHMdvzJ+tXC6siNc56qLczeF01tGoPlG0Z+7b87dauWaGBM1K
P8zBOhkO4Mzb63bQ5a4wiG1BaXMfCT10BE+fGpdGTVjeRd5OoT3bauWiEcqhmLVRDpZKdBXVSfiJ
u+S9fpvLxviblbXFpE0V6iUabO287ROF3E1b90+t002dojVm7A7Ej80ubyvMoM0eYUBOMaOKgnxw
HaY+rMDVDz5F684ptDnYY2GLailYmHMJrtiRSAonut425j0M+VtzdHO216rDvn+ZRXOSVGeYChQH
CWnFvtffyufU6A9MmMhHvZDzTJKYHfAx9ilp2VY855W6RT4TdvGzZPa4Fj49NGrYV4Fn8SY715hF
mBhF+JzieM9QAgOSU5FdZWy2BaI1XsOMg2VtHnV1+1zBri9lRdR9/fPW+cZH3SrnVi5rojo/yGNd
TV+Rta/u6kW95wz1+/icbZVzU8uRD+lMkIt+gF59GUz7lQlSfAcdY/BSa7xiTD0j/C++HKYpFyCb
7tLYsq2haBmFdK2mOYBccka1AwTQDEVje7Vv2DZreaZEkbmyQU5sV+VDQ09oe9sZZ20haasVnDdL
H+S1HucvpKzoaQqpPe579c0y1h0LE6bw6o1g5V9+F6wK3d2ANOx6/FZY5yhpFziA4DRAyv/RVmZE
e2oYvux7+uYUliOfekQgfg435OakkDM4BLLeBZDnbKuoi3C8B9g7/NyUEGOmsPE18JV0dOcOuuWk
NSsH0SoY/XxuguLAFjmDspLsk3SwraKOUS0M1EtBDhlA+aOXMUXdZm+iiW31dLCxot3UFQHQestw
PcMzKTdB5e/K1LCtno7RCrfQdsaH9Xr2Veuo+enqcpLvzMo3zvktIo15jehLhW2uVIBWpr6XNEs6
eVA2pboy1TMytPGyb4FtBXaSGE+AGIWTbI3WK/Aw1nsxTO9ppi4z/TcRy1Zf58oqgH+U5+eIz5f5
Ngor9iF2ZAVWP6KTyIqRtcPRRxNKeBj+iVV3rbytjK2eVD31bevnJazy7v3IiVs7Sr0vQt1q2Bxj
E/cF0OtgqYkPnYHzQLOu877JtdWwjaUSoIWVALuzUR8HKn/AeM+9M7XeOEHJZcr9u1QxDGA+O6yL
gkzTT7M69YXa5j2vhreefrny/OvpQ8sjEyoR5loRP4VhYJclcfuejAr2YZdt/zfziVx++F8/4KGw
rkBvDXMJP04NNcDUrTQF96lqxhQqq3k4LgJ+LFf+SkCvpUs9LReNidccVhfG7vMIHjOktQCO/cUb
F9m0JCuSD3RGZitbdaumYzG0cZHCibaEyo+6uLx1STeWKTT1jB4SOxR+Zhg6nTJk68YkiwfORhjH
DWWVcVuHayaWyp9zU1WdzarOdGtOoykaz4kIE3ocZzrylMIgbwSGeGy70xopiFXW1fn6Gi2pk77R
jenHrK5QzfmoBYy4z7RERuAoRwfvszqMaZyWXhWGN6OToNlKMTmJiuVQjx9LGIs8+Yjy7Pd+hDE1
HkwnmYXj7C2Zqpxf/4wm4pbMqKmcUgW+YPmQlMYvU38NYpLXuP7O6QyxyzPUrOA4xXZoorTwa7te
s9VhgsKuDu0pn4s2AImstq4czpR5fnET9Z4LM4Uijruj8FOrDqvv1uKlbfuLagJb/BKmS53wBK5J
ta5fwISvf+HD8eKYRKEOfgRhYYv7iDcxzjRaLXU6eNYLUgULFdzPCzM016NFJjBbAHL2z8DvR8NV
AGRoh1f0Nc8CZlWLMCcOXmDGSNbMg8shyyrhBQ8h9UjyUcF66gqGkJqeV0DRBewDo6V4dCHxpzsd
hhWKssgGlvQ68sxYZGUnfHKA3VD7V9nPVXsUXl8lYIyVgb03NeS/mb8mU320iCU+iLmG91dgXbSe
nXN8Suu5KOwRtDLtTlYM4beglvFwLWYC1FpoBnW/9IV8xBuW0HMJYEOfe7Ksj6W0LxRB6UvtgX90
GPoVK6pfQ/2l7cb1QdmGPM6rsdUxXAnEKmNUqS7tm8oDyjkAJS5tVBweRhZ7n8AMj8+NxW0CSY5k
0Nlgw/UhhJYkPBelRcbE0Him50a2bXgINEVWCESy0qSlXEvUkdcu7s9xoOUdzKCb9gsBrjk5JoO0
T9BKqvKwrnFlv1VRX5SnaGbtehp4wMOHqlBTeFr6qqhONeqYmLTGn9sHHgoaXEVwtlrgnthoc1jQ
sghdPfWW8kDQO+2lyiymOiY80uu503ZprqKYYkpi7ooSHGobFEnGsb+jlO7Va582kiFLOVQGTlOL
TaohK0kfEAhBmjk8eLj530s3Gv4wt0N1PaAruf5r1VPITh1TfnVDJAxHEA5Kg8KXjv+ukEj8EQ4x
/RD0kVqOzOHrnvmoxjtB1hjf0y3VcNQr6adPkyPh+EwphiarNSS8sEbU43rbrqH3PLLaAQgBsnz8
AY7OpUo7IK26VM195+PtQba4lxaOmQc6Y52fEj62812jbeIf8DELfgyMZH8VXduMz2uITPUBSjfO
TkGi+1uWjMhFQhnhvaABIogzKZYGWa2y7JND2AdJffQ9Od3C7QmlX0+B/3+jOl0nHy5+vkqnuo8u
5pliQPfESrT5TDGE8kC433iZEVCZ3qyjW5tsipcFmKnAi36MGkscPTrDZTfpglgeLzTH4TRLjPyn
wpUzOUewxDU3MekfZe0dVTmtL74Y8F1agEHnAxdwDqjSmHYX6mY3s5AfyegR2C+2S6yuAWAWNT4Z
mhoOI/Aayy0fgwDVnyKc3N0AP+wffOGjvSkhK5+eqjFsx7tKldVy1XgBnc3ldGBlkJKu1UgDcwlB
qe+KRmULs5PKYlvET5wiaXn0fKX/8ot6PoweMh/4/hdpjD22TZEcltLanIU9fNst+PSx675fJARp
NUZDJnX9t/ShEExhswDVP6ffCjD2TtGCns8W/ViHcppwheR9kvlqLLO1nnSK2xj9hDSFd2hnyJqX
JB5/rJa24J3MTxr2ZWHKsJjv54APGQhU7UGgKps1ckY4yD16xJSRAkNBJK7ZiombSnrTnI069j7A
pRTyaMMdhnXu0PWdGp9IkIMgIUghYR/POpgzAUNcHAFaHJkeowN8277iBJPXi+7CzAdVUaRCJHdu
aa1IYXkRHCiqtRMoc97neZQvIQmKF7gJhZ/iJobD+uT1aefjuJFziB3dl2VGlFkfBmPNM0ybxpu+
Cv1vTS/Nc8T6ItNl6TKfsO5Ba4U/sPGScxQs39qFPYxwHU0V0yojsYwPIMGEKSZleN1AGwUZ/sIA
Ea6qr4A3sA/B1H33VImU7arg4FDN88Oi0AAQJ545yAIslqEvUJyyybmekAqlDSQHUVR86qrmU9TU
S8YFsbnX2cehdN+p9sPjgi7AvAVfMvVqa67jysMM71X5y7MFTetWfKpi8qJt/AFGVDdJEtuTXtoP
zi2JTd3klz8BwwndkY518rVKiECWCBwZN01HqgZ+bgyMlqse9ZpoGJrMzU79wsqOg8zV+mfXOTDS
fK6uEZzoYyP1rb9yHFawqXgmMIz9Xoz9VRQuHxqllyxofHIfz00+EPepjlh0hYPCv2WxdKeJhjr1
Rz4/jMs6Peu6XtPKszzDGhvvigjjJBF9pG1ZF6cuxk3GlyPLEGzIp0Kt60OLMvc18zB9SzCiD0PR
NakvQPyeJr3mtg+/OxFj0GaZ0qQxaRep09qBBBQBrphHfbTeB14SobWpMCKFHM9mIgzC70AqjT/k
GP0AMyvKIFYxud+zJ2gdq7MJPIBWYEx/lnBPTSNG3Dle+75OGQE1GgsNw2PDZ1kmMByB5QImnSk/
sKJaWQqAi3iuBQ40Gxubyr7VyRFz5MhFpw9SyfDe+rJ6IYMZ7lzshYdJ+SfCxHBPQgST1jbXFIFa
FsR1f/Tjyoctl0KIFE7kyaDIfdatXNJmUFe4GdPbYp7vS+l9qWVIzlg8x0BQdlxnW6aqCFy6UD/M
6kFea1t8KUQ9ZRFs2rM6WEzawKMQVYqqvJ7hcpdhOL6RdnyJgLDJesgOm3QOluGImoF9QS+nOnTc
K0U6zqU5sxo7rbdy/x6wMfYhCiTBQeHmJwel+2GSnYE3TpSkthS6z9w6zlW2hqH5VUJ3UR780XRl
NjdMHmA00aYWKEDsLS39LsjCRb6gYtZAmSMiktPRs0OmA685h5pP2SqLJY0CStMFYUEWuuk77pKW
QGMU8Djt0IzeQPoScg3XluWGVoa0B1WPrcuSiVVZqLElBksgrkf4MS33aBcuU4gS44MPk9DDeNFv
AkkWolkwui6LQOZzV+hMtuV3MJfqFMwTAYwhCw4LG6MvA9hlWbnCYgg/EjJ37qMiHIHVJ+SU6Hq4
oWq8n9bka+ma+0Gp6xFuR+c4KW31iF7T5BbxIOk+teBj4JDjs/0GC+Z5zfwlUiNWSw9h6DR/6kW9
VoegGHA40KhPgOTlVXBUSKmVt5Mzyam1OrhrqpbKFN5EMc+ieSFdSrw2wU0jiRBfKOw1aWmBOdYY
itsCjlrfhF6CbEDk/0ATXqXR7Hu3reNHWbIbBEDDnRcpI1Mymfkoff5tFOa6ayxMLRoEaTVivw9g
zpPj4K15b5T6ANTDs42gW056laRmcmxIYXrPs8mvcXlpS5Ihq2QwNahBlOT714lgQ3B2RHksHRa/
u8btJFSQ0tL17xKwmXwpVDscar2KI2xyhtQL2zU6TXVUIni9INE5F/WpJKTPxprcDyihpZ6QTcrC
oT5pNrDHEEVB2FnBc3QAVCttCoL/hZtu2qwtxk711r+SZWkOBU7QMfNp7c46xDwFlDKi6MBT7a8m
KnWYlYHoHgpXIUNCcQdL+ylRyaFYABK40pTVH129jMdkXIpD04JjN6xl99wRNd72Mx9hFlULuDm4
/tAGkznppkIQhC6CU4Ck3dc27M0Zu0Z7TEzfHmuc10dPLuVDHSTBpwAxBULF1Wszj7Hkqlw69RVe
4xCqwTsXrqdNX16NxOqPuKNNdyQIcC5yx1sLE9Q2ykg9YYinkpPPk7bDr9mC2TrUXXgO66jx06Lt
2VWJQPwWANkoK5fBfzBqrvOoDtAgM2LiB9BiAlPeD0NqFhqkAViMOi3bvvvLD3ClTdz0hS4JPVS6
6pHTaZtraDcrdK224rEpgPZEd18n/ePIAi9O46qufhoxd59RhlS3ep4QHTNjrkPWdphiQto04YF3
lbhIHuZq8a6jwlZXbdCxIzK0vP6o52GsjnWLkgN2bLZABwR8WrESIQ9g0xaPM606nmJZ2udklTCE
JTzo7iBNKb/OhfW/0Uhg7KRu2scoMgEu0p72EPzHAaqkYfMUt60+TMklujaqiV3KWhtf+cLEN8Mk
+u9UoNCPew7iJtwq+bFIwOcyCgx6D3S9235tqT0XZmzTsK2UvVsiEFJT4KW8zHI71Zm0nsPpVKkC
9504YKgBFLg/RUuC+8tsputlbfk9sgHBy8USJ4Xx5YDJLOoZtkJaXE9L0NFUt7F+xKHD+yyODSSW
4GQKlrbAA+dqtl2+oDP0Clsc/1xJVj8FTTjDzMG7KwxE+KkmDm70S4AdsOhndqhNgh2TDEt7wlE8
91lVjvcedJMHBOHJL3TdDt0Rs9JU97WO0Dd16WfK5gEJA4jUGY7cMLnHPPmBls4ZVvLJx34dMW/X
ajnSeEy6tFp77HCSueoLzARvnIKBp7Dd0xghiZAuk++34IVVfXQMSB1+CljUT89TQ9vlBP9jgna2
OoA9UOeyeS79j0ujsBPH4VCOh3r2KfqUZht+7xO9fps9MdXp2nWJh42tSCDSKwVuJoUnvkharkiD
RB50+FMvvBOP4sSlxlFzL0Mjx8PMCW6DyIdQP2UCYOJ0QgLoRFYPvvCQoPWPxeDMgVUFTGEoJAc3
a9ggjAkj+leHQCTrm6I9Suws9/UU1vg+JoLLWhEIduakWK8LNBg+TqguHWVEphuq5SMUSPyml0gY
1dgTUrSP1Q5wOSRywLoZDh1A3VeEzTWGqAzF/3D2Zc2R21i6f2XC7+zBQnCZGPcDl1y0ppaSqvTC
UEkqkgAJcANB8tffL91977jU0+3bjrAdrkXJ5Aac823n0BpV7rGPyOt5a6csYKvORr/0d5K0Abxa
xC+Twnk2n9pB3/QgmVIUyeppCFi3G/DrFPCLzBzG8Z43wwEoA2HtC2DS+QWCw2Ef9G2Z8dG1+YoF
M+XdVB6BsaG9W4GjAnqBILhbzxlyYriTSILIwipQD3XR9SqBdL7q0op0TzMmKSR8njeTILo12GFM
37brFVbkmY5dZmnA8xZZvcfZWpZMWFFuRWSrBMphPOFj42SCNESuMopFNhtZQY+FP4gf0I6KAwql
+Kg6NI74wDtf4Sshx37IUAGKnNr6CX0r2w3KhndBGN2GuiufvU1/tb4E/9KoTLTBiPCopnjEtDF5
RE5UMyXNgiGpiUR8Mco+v05hw0Cz4xMaXVYTl6kMMfnMMIdV0CG7FMidvkb6S5uwUM7pZCF2XFS9
wkVu1fdZUJOOmA1w6bGJ7ZTnF7tAwvHRT0X3rRwlCuoF01tqrxTZRiubI9xxvNPtKE4d9uAvGDOI
2K+eu0PPAFRsrjiEQ1XfyKFq4VFHcNPSzI+bT0niQ2mGNdxvLmoMtn/u+jrXKD7P1ZhKtnoMcqrR
sU/gErD6qwxtk0CzVd81XTikGJ1c5UtF34OgDPaTxiNSs/4gFxYnjKMEo1sz54hX/bEhfPY1QlNx
EfiYnuYr1SSdIDoHmzDc0iHcSyWWdAjbb2vvzWftdb8TlPG0MaJOPLu6vJF8zooJp0UkX/dA5ulR
xetpRcm1H8YKiy43l6Hvv62ts3tTR7ckdDiDsjvZWtyEPhpFJ2bARoH3rYwF2fuxBKqKiMCbuQ9a
ACOAuBM1lPvCYzDhRBZ+HHhYH53mN5SfCyghaYr05jaHSulr4NUoKSP1wudoSukUfq+lmTOGYeI3
PlEOb8k4JnLc7NcGUWJ5uMKBVSuWutWI1MGBtF+1VmlpkGpbLRGSRPnWXKM+wT3F5oBB9Btpc8AA
qLqMQC+BSEDcnMlDwD8pd8W6RGk7wHfWIbX6jIvSxLQDe5Ye6S+Ii+oM8wN1gvphhWZFfhv6EkjT
okQ+av+2mxXKUqkf6dI9xyY0qBh6mc4la6AJLPVuHpoh16p4aYiCqDjw8xlJkzclw6hGb6Z3A8bO
3BV+YPNqnlHBVUomusGYNj5EO69c4gwD6aND3Tc0qaj8JotO7MLALTwVceE9B7gJgKrn6hHhwUeL
253EHiTAeOSDHfULrAedadOR1f0O6eT3EWjvUZZtslXzqrGHN9GFxcy0E4lVnDaaYEkSMxxQS2X6
44j58Zd93Iu8EiXaIzMgaM2NoA0LysZUqN5eSU/ZLgmQ/vMV1c4LalZ1MXK53nTcemngresl3E7V
ifb9iP1v2nByQIrNkHhO8BuArOralvx5cFFzO/EyXM5YsV6+9tADpI7pAl9c8RtkvrlkhhImgdJj
fllkDf9LKHtcqglWHucAVo+tdPyiLWLsyzPEyh4gryo8iRIzBvYL8ibgop6slEDBi/mOV9todotU
I3sv621IPQPX7IUWzrJUFsD2koKh1kmCmsbmpnW1q658b2QJur82w50d8Apiz1Uv5ykk1XHiIYYM
I6hc04eZxPL7Wug5fPbjc3mRuEZEN0bT9bjKsJxRpmADfJnaZmYXwNHnMIUl6fwCQ/S58zBNdYN5
2YY+allDusynM9rRMxz3FBgbDhn2Lx8KPOGJq4qSQT4UYdjoe46gyGW3lGVXnDBCuNtbT6JH5qNC
q2nbuefX9SaGiyKC6BovgjgRYolNYlBF1d0CK6IGUufa6973B7tfGZ2GbOwHU16Qepu6B00s9tlG
rXbYj9wnMlELW4pvY+HTIQcECn6lmfovELowdDTnKitZJMWktR6VgLkjIxNwOMKXd4uQJ0R0JuB0
3C4MAba+jxPmvl8utTduWbli7nFSeZudf1C1YRPGOxK4XVTXw5cxjsuDLRpzr7jZzGUUjvK2xK6E
FyMQVX+cvKF+tKZE8+/Hq/8YtW3wMDBntn05n6uLsg4R7Yu3EZhoH/QOc3ERLe+jo1ti/9QGE72V
5+j53RAUBvD7tJgVeX3Q2R/DypfqGnt3rw6sQ4rxsWU1PeD5wu6lZyiRZN3Otw3wgjdDJ3kFW2IH
RquhMC5gQnsUYUTrqjD4AP1SldhAM4kJD42UWWtEoQ8cqwVAUmjFDziseHDoZPjRIteV770gMCcm
RkTJGFusMLqfk4uxQhX9O5Jgp0cJe9j9sLRsycoOdwgc/zC8T8ISL0PbzbwTxq6Hh1bREBiR8cXD
4Jda/nDaIP8EpSPm6BQ8jsekwKVv0iJ0HINrF3AQvWxLh0qtK77W1ujqWmEGsJ/FQ93jNam8QV9q
T8mLuO/VVYMcSJJjikpnE0wBK4JTGIxz2pCp4zed5w9TtlY67tLOq945SA+VclrILsdU9uoes904
3NK9Wg9oZBlNrGAAfOwQI0O/weaWgKtRP0rKwIpUcecy4Nqbywqnlh92HcIHmCDZupMg4y4ErRrv
R0uBH+dVPA4wSdey3ocwYl8odLn9WcgUPRENrvFqrafVpR1f6PRm1jpgZRJJ6YYbz27GOwZbQPid
EpuocqeRlrdr245dYK0O54uuRAZdElM36HRFVqVIl4CHJ9wMocC1kB6FSBPBiYsQjWjIWinuMXdm
UFjoKgqEgW4+4DU2mYMN+lmnCrUYhEm9K2p5OflFQN4JMOVgZ1ZbRufcTYSsvgmQHuoS5EnP7zwP
CFBWTaxpTrrZQBEu2Hv2gQ6m9Xwe1U5sOkTMn0+wdspBcZ0GmGb+BEnp+oyc+PY6ml20s+02f4Eg
AQD2iM37cg3FaFLY+GqXeLrQGPXjz+y7Rsl434Ere+xm28bHpu5mtPeUhOR+EMN47a2iazO8s9UH
7sH21clIhAcReB6SHvWiU+Yp/9Yucr1rFvDsVYvuMvFaiVaCtZzXR08VwJqA7VctKlQANllLZfgU
09HeovjnJ9BChUqqWlqJLNA57p95t9RROsSbLtIAEO652Cjn8YPSZfZ2nNYYcxpPLL6rpN32IToD
DN6u4FdqG6dugliAQKBbvyNOrByr5hIB2q8o7VIiReMdJxrSGrRtPzIFiKVT3rMOZoZ7ZxCHitm8
NiquwCa39rQONARqv9mAvNXC1C8Yr8yupmIOvTRG+IV/2Wm2QN0P3FqmCyAkUIoyYk/o48YhXxsp
HicvGI8rOuB1HwYyfuLGoa1FdlJ3XMutbT8kYjkR+6yHM9kLVuBAFrKhx1o3hUI4EuVj3fMhKahH
qnwLzjHI3QxmPpldMT4gXmt7jfHfItlKYXnC4et+X1VF9H6a8NTmM8rU+w4oBHo1VQ/J6in4vFex
9PSixBqGJWCNAIl1WKdljqjrhqSNXHueQDRo6oOexfrgXBl/b6VC+a6Zmx5Qh1YPtGhwIQq7aBgS
QcS+tVCN1InCdjCCjydRnCMFEN2d8EG5NGVhjoWDpz/xm9Wc0NFvl4PYwkvXcGTVYfyJEixrel5s
qeka+gEvlCh3zHWVwsSGtcFgPwjJ36tWT2/MdKw/0+vaHjegqR+9LmSR0xaQ9G6k6GCBNLfYe82o
CLZaf6H3je4BXNOwG7oMfLpRqY4DLBct97A1bWDsCyDVdTwnpVfEzwDmyvKyVFg/AEcZrzxAT9dD
91k7isa+L5sfNpD9d2U2bAFgA5f3uQdlmQrSuTtWry66wuYJNoNOLdhAXlOOOnZyR89rxfXgTGUv
hoFKP628FiN2xmkFd0RlIL90YOgYnmgoH/dwsNAtN6QZ3wWQzzevDXl7GSP/ucjWsQJu7NUaazgA
1rLaE45g4jRuQGqneGepn5UadBjKyK3+0jZ++zrpuSMXW1uoaFc0kXkHUz+HyWbjJuUqYu/n9iNO
IcFv57Qzhbsl01SodBRwhqYg0rHWk2J6ClroL3Z9E9l2X1gP27Ivig6ZyFsAENgD2Y1qK4SXNCuJ
a1U+IAiO54sGAJajOm+/LaCZE6wuPljtse12kVAOK61c9A0WYe+SOA+MbjQv34Ebxyalvt0ATJKi
e8DYUTwx/Ug8XFI3B2Q/0BF+aie8sAQY14zRY43oAXHEIstFQgNvghqb1vJL6Cx5GjzPNm9hDyUH
DAnbNgK2UIXOtmWE+du2XXS9jeXsMtoX042o4vn7BuxgS9dar3RnBocOUS/NBILYCeSfbxjmk8JD
Rr2rxZIF7S9wpN2k7XrpBvzoLbArwPawrcnooGVj9JXC11+xKkq8EVXYdWAzmg5ij17jyUBfviwY
OeE8TK+cUWdq9NmIKfqQkYcmrB/9pU28JaZip6NYv9tCAA4gyLjxM39r50eQx47vSKXmeXfO1ikz
bwstFDJcd0+IMi63fQHL6ls5E20TFcQDy+cJxVuKoErd3DW0HsFLqBrInycBSuCxVhqYTNND3Itb
cT0qWl91fguZO1FBsSYjhc3sOG7dOIEe6VG3b7PjfR5VunnC+0HI4xytzOA6RUOULWi/WSoYMxCU
oM14jvRG48PkCEKk6ggVTVLAljfcL+vmT6hGlet+0K5d4x0OMXzF4obJ2JVswFn1be9DlhGWLsyR
Sm/aBCkBdQgFj5D+joKBtinwC/M2cseWfMSTMCfAcjEdgzgwWblfToHJKi/AZZ3CrUHRHm7rW0lL
Lq6bHk0b2s9u2s7QVLDYmxCw+2WswYKlC2dqypsShMeerEV36+DN/hIV1TkLZJr8bwrt6bgboQqZ
s77phMksuhDyjKS6abyjZnXhZdU7H7ZkgLS+2HlTuaL31r3ffgE9rvE7XRC1715YGXIDFiByu9WD
D9WgIoV/KgEugI2JB1xHz7VCGQHFCYJRL5oVu0uGIW0+Gv0Ieo80KLHR3LQgwj3wIbU3pQIywPJ6
lR4WTt54/YPfaP+bYYt9gRDUHWJlqhCntxloCRhr56Ojrd+k69qGZ2JujdhbJduZY4efUNFtqPZw
hfa8VnTYkolsUZvrTbEowz555iOa/oS5mP1jrStQ3h5n/c3g1fjSgamrCpjwbJ96r0ReYb8MT2vA
eJ1hnMmwHaOy7b4uZeibtCRLtaW44VhKMYg9WFCit8yliDKBqIzMtkS553zfvwtpSLrbWuhoPqxY
wePcm2pDU+wA3XWkZRQlAayd78BiXJGGKMkBAMihH8+zgvwxY3bppiurZX0rt1B4iRsYml+H5TbD
EqW3S+z7eJ4FmsUpkQEAY9H38b2DOl2ltgtJndYNnA6JWTbAV4ajVr2ItSQApte57S/YaNEOovXE
shtt3dIkwJAQV2g6PNot9Xz4E5uxufbntVn3JfJS9ddJgss7gj3EphJCj7QmQGKpzqOomMl50sbc
ZJvfUHoz41ognrtgMk5I1E/zF2uROaCTOkZWFbYNGVQnjBIpocUrp+kRSVP0rou4Oqmocq+4VCiL
BWwD9hjZtVKoFLrgFSJCDplCIKYVvuixC3JwoTHGiK28+GiGYCWpW6pKpAANwhcalyvoUaUXvHbK
265Gf+6vViFBnwR2rnPDFHsZWLM+kLCV+okOoO0OY1zgI4ExhsPBEYwQ/xFZ2cBoXOC25SOxOrgs
iabLbVST4YcVw/oWKTMXUDid+3QPa0G5s4axBXI7oppsCjnLCtKWOvcQNvMjoj5472D0Oy/BRku+
QTq44Tu2MsD4clvYMsUQRf+wygLzuYJQ7SMufujFYZLMHHikwzhmD5seH5FHknDEPPBMQevRnYpp
jOQ1w+sd5E3MymfMpDH9Y2QLIOgaQxlFpojPL1GB9eQeUhlUuUmxiuqHKzpzU4Ys9rNtKLHP6a15
JrPPTVqtS+vleqjWhxDagRknUaI7KUsj29zHKMwyY3wTYdoF9YYVoeeVwbg+oYfE6QCQJ8U+VSUU
/KgAJB2Y4jhNnvpGQFouiR17RQFfOYuImEn2Sz5UBKSOw9t4WRMSL7mcIn4dVH3zPHQMRT0ZQdMz
EhYbBH8rWCG3cUZSgZbloZDjyo/SG6sC7E5fFAcIXTZUbSFloKFLcJJv8FcY4MgxHufUHzbBL5Q5
nwXa/Oa+Xbzgro8VMEfBcX9IITMjWQ2GfZyjYychGkPq09TjMgBdzTFQfXTYw3k4AOVauDooz6pr
lFyT281I6o7wJWP6xgtRP3aDKYBfLN4AYI+M3g77Tq13Tew3ECx0MBDl4Kmj52ouB9D0YdijFEPO
Zw9CVDQvXkfsU9OdISXIvlt90NWmKwxD6QBNyjGqh11M52HYVdYL64yDSyihW+ENNr4pGB7hP4C2
tJLjcL7uaPMfm6jqH1aLYfZ3heB4raMAw7MS6cN1l1SQk+gsiPv6A3XbhNlrvMfln0SFcj0KKrTa
QAzZmmONAKpfRUoCER49/wWVqw8aq6gFYu+ihj4VKLtqwId04kBYO9bstilcbjQGrst0nNn46qCH
fC4spy3wDT5lPgZN+mk/95gQYVihpkzVGjXKuhgL8gstJFYiR/mX0JsAGpeqs9fnEdlyj16pHDHu
G3zzDszcZi4qPdglA8fjg3xsOp8cKGpHmYnVO6fAb03/o7JVeD8HaEYhRYiQgt7qDR/r8QEXf2NN
FaeikP7Rw3SA/jJWa5DGJTxT+dQboHAOhus2G6OSfXiqWR62sRqhZxqo2TIL9elH48+tSftAYOoh
FxUANLstBQbUxp4dIYLdRkAptKlvKwiJz5c+aN6Up8aXogvxIpFZQHyFSJRLiNx0k49RsPyox2Gc
UXl1CGQZ18Jcq6LhLPVs79EsxjClecdZaPq8nD2DQg1FS7ADwLWMu3qOG40mfwu7vSNLv4Be5UMM
u77R4U0RjUV9VdUTViWmW7GANvS7Ehy1ahWGlrrt3iAGqb6xke4YiCSfLTuiZDxhhz6X2q2wpZ9O
CPgwTy3Uo8sf2GX/mab8U3hBYQXFGcVnM0S3oMKGZv27H+nx4885BT55o1ZvW5aFgKWY6Nae45jm
q3Yx/A+cV78l9PxvgvVPPkc45jFQc63JPihQsB69Em/pfoohBUgw2qzqs5b7qEvRAq/f0Ux3b7Rv
/CGrWwwl3VVosdoc+7sOj4vwgj9nNvtNXP87ET1YxNqEUN1iEYEsuq6aNaPyj+Z0/BPvyudAUhT/
TEUCiEmv/farbF3/fQFkviX+1HfIw6E94KY/des+x5OWVR8qHfNtT91SXq5eg/fOH9jDn/v0TzZJ
SrhDxN+w7dkKE6bgMzkSYursz336Jx9GrGtSMkyu3q+yIzmZqN5hABj9c6aezymnzRAbEjX47obG
LSIfAz9kmMIjqz+w+P+Td/Jzyql3HrE4hG7dg7D/Tpo5sb2++3MX5tPrjj6DG8xD3fZ4Fb/JOM4x
Sdr8yQfm07ve9dZCGnsmAFXQYC4nozlOw/y5JI7P+aYLVBWiI3LbY/qfvDRlP+z6zf9zI2rCz+mm
auuaGgXGuu/HoX4PuqG5Hbip/j4c4T/flv8qP8zpb0vS+Nf/xq/fTLcONXQ7n37510fT4p//Pv/M
//s7P//EX/cf5ua1/Rg//6Wffgaf+/fjZq/T60+/AL8NhPzOfgzr/cdom+m3z8c3PP/N/98//I+P
3z7lce0+fv3lDSXAdP40LF76l7//0fH911/oOc7yP3//+X//w/MJ/PrLxWv3+o9//+N1nPCjgv8l
jnx+DglwH7/9DmN/wTw1RkDbUxGcA0k1bAfVr7/44i+CcQI+JOIceuMIK/1o7PmPGPmLz1jIY8Iw
Np4EMBb/36/z0w35nxv0H9q2J1Prafz1l59jNZAEEhBxzv4JAhS4Pv7vZwvU6oWxHrqQnwYlX3qY
LLBjX5R1AYU5ROoT3//uavz98L8/3M/r+D8e7lOKDd1sWUms4Cevll99uX71qiKDJ+Wiw6H/9aF+
Xk3Oh6LERy6ljxOLsSJ9WhMZJJXtKHvvBLeP3tDn/luv/W+fHwMbx63BQQRyEH++csjXDXA2s7wb
anm38BWDNMb7f30KuP+/86X9wyHCT3ZlsSBvdAqsvINe5tnK+BjX67cNgrN/fZjPz4AfCiZg4sBF
oiIKP+filoCujRvW5lR1101zO9sd+JC1SEfvDxb4z+eDAwlfxGiUINqL4Hz++ZLBugkZXlTWpxB+
Cda8evWD8v+oNvrZzIfkHMwUDjAVLgwREMZg2vr5ILM/lAWeivKk5QyRukUHfZLxXd1cYSD5RQtz
XSSg7ime/vVF/Py4+bDZ403F60QCvNKfE/cr7bpFBb489VASfWjvjzLu+Hmr+p+a73xeAUyGBAGl
LMC/n3MGMf0dlr5KytMCKCWZIFW7HqDfTIYl7FJGCpu3q/YhzDWgQDsU0sCX+QuzGC86eeYrIw6g
8wz5HOvhE2nhTTyuJPgAnF2fahO3wJCmEGnLJISwHXMTgdiuGRQ6NJGqd2Aka6BFWzAASVERz8dY
FLfRTKdk9sdtFwAZOCB59I9sq//4yJzPmgnOmI+MK3q+7L+rLgHTRRjAEtYnp46NOEAVwc2/+Zb9
7cL67G+HEOGnoroRNdwPcOOdBNq1AlG2S1LZPwqo/F8eD5wH1oSIUWAg4vNBTDxwF5TyFNzFHeQ8
2b/79AEPjMD/+34QCPI57A8ylKWKIZg9QW2QRI/hvzmG6Pz0/XyAT6upj4zfhp4PgAD3YYV26Q9O
gMbiH281FmkC5JwxyvGBn261DDiwRa8Pb0PFLJRBmqYsVPVhYnI5mKWDZNtf1VcmR0DUWPL3bpTA
hlgVn/FPqGY0LdV1zLNy7ud8kTPIxTmud11dvYmRByfAcvaigmwBlLhj3wiRUP0tSHrKetA5xwEI
3FXoDcOxdo7dEFA6KUJr1nSIXJ+Vo4gu4TRDp2zhcmBHQRoHLxd1N7OZ2scqrjvMrFmaMq14iTzY
BUSC7qS7gL61ygcx+4dYRssOOBWBNQVaR+iRv2zLMFfJ2I4YyznXQQRQAIMKLhRA0B0HvZTDqAXd
Z9R966C+RrY4BPQdifEJbIlvoEhqM1XCPGyWANUbwQoLe+hUPPOqbRKJyKM9jC7V9dj0fhLAI3Ib
LV5/HyIpMNd6jF4CZcc1hXWqugoiDGOAMLi/rvw2uAgDiFXsqONMaYDssL7732ssTBeR0DbD1Hu1
F00Uvo/F5FIQULAVdo7AMA2DFcIeyhxEFjkCu+HoU7nbDdH6BiGdBEMwfwMlAMZH2SkH5xekzVr1
+6G2UcLK6p6w7mtZaZXwcQl2soNqyEVyuSzH0sumHgo4wIXLvDN9gytV+N01gDCdT8Hcp0sE/GUq
MW9gaqv42jT+dtPXs95NAgy8bQd8zWHtD33ZQahUoxerpQ8dbjnYg5lVlcOX6WAKmUpoIDzjQNqT
EMok1Rz7huksjpoIkuXzQANIJuVh09MTnQj8r55Uu5HXfcIg5EtK5A8caSvjS9pY/4oOjlwNgYPN
qxEbhJtRvBdFVe+CuQFftSDit9cxZih7I8ZAfUgrrmM4PpMNJlJwhwgRC3zi45Gx/gfkWszPIea1
H2O7fdVRUxyXaHAXq+D+FSzNddrMMQAWHveXcKW4H6WNvs8tTDVEDcEOQqY25VUHwIV13u00rTB4
ObifYJ6sDlTD2xmZhd8CIKK4pyG/XYE/HWU48l1lYMuTYQ/wuexh8BP4sbgtn2KM9titYzCnZloq
6B3C9gdcJgyCUTC9YNhhMimW4BK+yOiI0ZvNhSIA56Av6I7A5HCD5caguQaNNEp/Pmo8vveLXdoa
cUgjvxugw0rhONtS6kEqERRzAfas7PIGcfC7OIwQEKpGCBJWYVNastfBB6ug+VSnkw/rhSXrgN+H
NAsXuYVuXpcf4dwMCTccHrOoXZMQEr0M1vNXDFmOci3IHYaE6kyYcjpWpTU33jL3R+VXM0xfqzic
XefH3vH1athosOs7RHTRQJf4ywHJKLgi4OCwIAVnkxQgS0yZ1jxsU9Qm7jLuQ6gZqJU7Wg4kMdD1
OdNVO/+snQQZQ9NwWusLEKYBdPtQksPUKV/bAM4GfBHwJ2lR1OYqQDV1pXgHAawP53+JOwjFzZhC
Hxo5pAu0QY70AIWG2tX5zNU7aiOoIILJw4pp/BdWLkMWjvMXF6wm0RqyaziWm10FEuB2Q+b0AfQS
xAdIC7wQKvTywMnqOMx2hTK96PbN2k/Xdu22tHHcZA7hnXDosHJMPNCGd0NnoeuldQY/RnQa+tnP
In/wM3iDwwxCZX69eos8wmcEVTMGfx0s/Jq5AymZkCKs0kgPM3w6Iq6SpV66PHKQ6afDhMWLTh55
9QKEe2/RMuYdVtb9UMFQhmoW5vwK8YBY/KujgcA9bxrw9EiSMDsigJJiFpc5URcz+Id5c9BQKl3P
M6YwVX3/vskuvoqlB0NKTSA/qmMFntfEF9YUX62IX9aGfHN6M2lQQ+wLwLXeiZmW4NX1G5uJhT8A
tNhZ2L8XqlHfl7UdD4tuzR3t3fyxgdyu4LnxYYgFh/Q4dz1s4jC/H6cR2b8haKrb0qBbcQp6sTWu
76kNu7zbmiUtVu9BODofdFnCYW5FffThkQM7DmWtrWS8hxl9yT2NyaqWr/JmG2oQfyBgUyC68bd6
1UNuIMY9rvHaHfxgKb/RZQrzwED4DHubPEHmE+VQ1/cpBhxSoDylvVkR+p0unQ+xe88qDy5feLW0
14WPrgtKqL2L8TCy885XYIlLRQRCsvHa6StdoY0BKe45rPDYEiB3XN6gSGN55BFzJJarh9iApk9E
s9a7mhZQeMApdjM1J8CYSl5DmuXeRlC2j2qLMSxD9nCl9/19T8wGaHqdd3AoAges3Ic2HDETWscX
A2ILoIKj5Nq3s8USdiYogxCifVl9dLHEUx0AMYXskRy8CvEErQfNCPbO+rSE/Lupx/Kdzc6DL6IY
b6NQmu/QgwuZVBCPY2bD0t2EEoRcr0Wzb/kMpVTF6DkXQl4uEcGlsygd4MB8s4vf8nwYKRcYQDmq
uyoKVlw7J8u9mlc4i7B59xn8n/W+ZbI8IfYBrm89km2HwKHpxqA6yJEA2KQwAEE1GkN134xG7khb
vZXltp7lruxCev6zGwy9Nqb8TnASWYtQBGRbnSUbCZTFMOTEGmroCelpD75fVGmPBIN0gb+rBy0R
THcaqgJQ4YLc0HpqLpFIU+UkEitM3xv8fsS3HYUrfPIvvCoss3EJvZMpAtghQEPdLY0dkhJzFG5G
ja08ihRc0j44JUi3MTWNF20emrn+6tBVHNvYw9M7VPhowV4IMr8uSWCiFBNPvLwuDN1R9DrJPFcu
62ek1syj/CH9YnitBP1w53+dGMCpRdNFhWjB8wDwKL4WpXuVAWp4WoU2aSLWwCjaNx8AUihKCRDm
lJM3X1avxnHvdUZXvLM+Ej49RdjjGhRRaoVe8aNynW6gsNsyjaktCOrg5WH2W5mEU+TSOq5AEtcd
TI6IlEjH/0Pame3WjWzZ9osIMIL9K7vdSVuSLcuyXwhLttn3Pb++ButeoNI7CxYOKg+QL4kjbpLB
iNXMOVYra3q69K3triLC6Kf1kbHlP+K6zjATxN2b0LZfulEpp2YUHYoQlNaeCn/sQkM8xTMwoSU3
pzetsLhnXP8baiWF/HgYOSVpyl7NIjZcDW2bv8qJfprS1DbTd8yHOV6vWqkfB1UPOv2li1/t2AlS
ASNEYat050lfHvQVbx7W7t+otX6hIBrO8UjzWBWa6fE5zxeCjTosHdMmWzYlbqoZB06uoqIysXPa
JtowHWVhgEunOSDELd0Jt4M/Y/w41n2V39dsP1eVzwmf3FAj5y9UvEdN7VUdL0KrVJWIyhDdgWbx
fJicKPXJA2K0qNEajjSZT5pmCMT96ncGbxR0rRHmjilIEy3XxoOC3/TcDrTzVxHz6KQtXS1d7bBY
jO2gbygxl4JOVVqY71oGLxylQsoxOJoXZGDGQRht8kVxqgmvIHE7upbxlHcpTqksaSEvOM5doljX
DgmFV1eb8hLDyQlGoYuXVBQFnyug6pYTdi7drMqS82ibDGyhgcdPW5ZzXIrWa1vd/rRiKMNEoyyU
UZYY2vfwzljC6G4eN/0+LfQfpiDqSkuxuHaJochNu5hJQTYGcSKk2t8avfEHyB7ozUbjGCMJf4NP
FF0Xabd3ydrMniwb8anTiWUF+z9nbXLKlvqJVaf7au/YTKqa8scCwgZN4vrLwtwU1j4D6Jj32J2q
Tvva2IMeRAnwEeCfP1dipADXMkvVYROypSPwre7uOISi60PR0l219B57fpNOQTJH60nUS9KDjWjl
S69rkEV0QQrjpKzjXqmjC1I7UmihjX2YIzHx56mLHs1imu+n2Ijv2ezW49QWyhFHbhfq7VS4BIR1
KBgtwhouUoRdWTTcp20HKbRrzFO+Yjp0hVpVFo0fp/3UY7R7L6sc5efekc2rZnwuV1Xn5GynQ2k1
9nPNWglsMXEq6QZ68Ioiw6nuVdC1ZEpnhF3Goe/5FFuhD2eh2j8rGZtBS7PSq2OZHPo2wcU+aXFI
pGAEFS0zl3mcuG311PHhPxFgxKW31RgZ0TQ191mKbwEzc+YhpEnDpaUHR8XGzbJmPcZ1/IuJtdu9
07PehzpxsCUbyXVddpn2VCH96ggbsQkqIVJRHP45gkhcw+g+NhssR5TJ7fOSpu1DFE0YCLbVmf1p
pBMNNyd+17ZlCDVtaCCsJkhOG6AVxSqmt7TStntTreNA5up4bItqfbS1ZH3JqlSe221aYeNsiJPj
tb3HLmGculVvL806Oa+F2WZfFEVM8ECGZUZopuQHSZ51yMvUClJH+2Qkax37i7kw7iMy8k+aaI4d
0XhDZcog3XfJuOoDIVtyNmytfMlQ2JHvVtHrZOlxyL5ZHQz8h37VQ2zQKjSfckZU5Wxj6w7JGoWN
un0m8zLdqgPOxZNbkfMR2h3XKAJykYr5R9VXZjBqcf8AcBnniVizU4p421dF/I4q9DOCSQVYC2JP
xPpwixipd89wpuyTyfo5mVEbHxi/3h6ISbOrbujLtd0MFHja8i3tmaZTEVVCy5LrwTG7Jtg2Uv9J
IJUrZ5tAMEfHPRiFeZ5TjOWpSUCqrpZ2j7Lst5k1JeMIm/lgKpvtz0weCTu2SZ+8/AnP+XxKbHgr
RTF3F6weeTj1ovbZz+SdlXVwLZDHYuIxu6dKFtpZoKsLVhPHrazBp6Cvqo4dA5wxSiwDisx02tzK
HDdwaVaKHbB2vjUJhJGa+ch1g5kSGV7k5oqDD6jFGiH0rya9zmO7VgJBpNNf0K2hfR2dFzKr2m3R
YfnTkDiB7Ced19KKXRBXe1uk6YHcCNBNfTJOGXoiT5cjG4PNnBiR8lwqPRU+88mla8dC9ZPEfKe4
8aykknjM4GiIu22+z5yJYmNvOOepNMwvejpPBwP94oGessSoXM/HaDTxKeNcPmCdRl+5KeQCo2J8
WYZS+lW6xbixxM9I0XKvcRz9rswKrFAGVIB8BY2xRcvD0MbLAX/fr9EanevaKK2fGc6+L9bLKcZF
j1OcDT5RsupSa5ZzLPF/YQ4mVOpXNA6Q/EmdEt0+T1ikXudVs4D4SOObdEb7tOZR+YkHF/PIl/y9
xb7Msii/65O2sEdpiHFX864uZB6qCuPA5GAYjLTQGnesTc3valJRfHO6N0KH9ce6H8LRJmfTFY4i
rRoHbyvSzoutnmHUQx558TQiQkSgwedC5rwMiuKh/ewRmY0TTvLhV1R31Iaa0fThi6Bet2O0Z6Mz
XqJ5jI+OqAYEnWZ2ruM5x+GU+XqLgKQW/UltK3nkE/GQc5/0MTcetDwvnxV7M71maF4Y9xcFOi5b
t4kwlzv4IMJWVtyLoHmLQ3sOLKXXUTqJVz2JNX9mTmaA/R9WWJNTJ6iiNRgddXzNO7RXalb2oU2D
/EA5X4YUqimeW0g5D5S+AGLg+uGpkhmfZphxTLZQqoMmctrEA5nEJNnumItDiJog4CZCbQNtw/0m
8Ipf035g164lVwbIy46EvtJCkKf1EMrWbswx1Vl9AMRQdXO7BGIw6fmnGrucawHsPSTz2p6YitAz
qHGujiX2rqOJnSqcdKcLkFUM99xCFbTYce/1ZBZ3S7QMP7JMfJsaMXj2Ak3N0KvVR/Kphpk+Eiok
ln7IkEbShIjXIxUrMvWU6fSs4/LO6ZPmuY6z+kEV4nctyJoEHD4Pik6B2aDLHhw9q4AOMdYXgTnR
CeXSYJrr7iobWkOG5fSPaYc7Z9bHN4t/2N+oloAmzx9IYFavmuz4Sqs9JwpieZ3aPGdCqjJDMmr6
+hIPlPhnXBhugmbKK3rAZpYsrVcnVuWPHUMXdMsyulu/pm7fataROSCMyUwagCCD1Sp3EfO8PNQ1
VNDYmV1QZl9skUkPRNrk990gj3G/lieLp/RAV4IPwc66g5q1CDgHOwnl1qsElVF6mM2sDhShIjqK
RiecBhu5vqVxN63eHLJtHI9mDG+yTe1vrS6HQ0UN7BEyB5ZO/CfhIlmyC6zOh8xIJ8YbLXC4QIe6
G0ldaKWdCGpSB9JckxmMrfmK9K0+SrwjLkagyCuZDPMU66I+aYpt3lf6jNNIm9vTtkgTi9FUhPaw
xAd8X4kbNWAAd+23l2V27o+rxMUQp+YRstuCx3dsAtYk2+JQirBZqTcwHa77OUdt8lmxOnRyLFQY
C5Sto3QvGJMnzp7SaSEwRgzDh0RpfE6z1Ot7zg9w6rszVj/WWiHv8qmAgWYJsv8mjgjh4qq6lFCC
wngUr3nSql6cRbZLwWZE/I9Pv95nUCYJUtFEOpVrql11J1W5nK1EwxqhbF3QWHVzJ+2hh0CiV4ca
oaXLqOf6fivUGVGqmaNHy8VjAmMQbgUH+6ZUv7Y4h5iZz2NYQ8gIt3Jcz5meU78dIgKJeCiQadrR
cYr3JNHocRxvhvKqFZPtl5ZCJKqZy3me+/qc9op8bhM2502BBKPbiRrOZf9GoRxRaLEpWDVm8oKy
AbSBn8UIbepg3qjkzD3Vc3wfs5W6CHQbisDdi1rg+VlJpALkw5ELPYEBYUgrP80rXkmhz9iMGkZt
EkK5Qm9Wr7Sd1SN/HKjnkbcXpMNfy00ud42mPAM/mILegt/ZxMB77WiUeEaskkCjpyK1te96QdFg
UnorYBCJcKts6x73er7n9DbntLTWX7DtSupOKr1KrSZ0TMc8PublWPiMz1WgZW3mHRryyk/zgpiB
rB65rqqHHXW5T1n+qFaXPNOVN7sEbanovQNHIufZisa8UrRkGqDg5eqast4ngqEKCmNED70zIgEr
rfHZSCKNzUcdccCqOu7aeAgjZqljq2877hyZ5iJRaWt22vi4pFtv6i1Whzmml7m2FH8qtRixp4mx
IWdWXFeI7jPyHRsNZm8vEDLy8b42pIJ2kpllCirCF1ouk5taRIIuDJGYVkJlUBot0yAq63MMQSQf
sBIuSv+1m/aK/7yBsUhqcJ1y7kATUjGpcDT+zBln/hCJrH2QNXmshZD+YG9o9bdouExR0rmAJc2G
fWypqcinmeUzkFMLKkmso49x/UXXK/lbj1RIAMPsxO4SKeiGbeptg4FnoVqcH6vYzEObzYKKVEFc
qAKWNJbVvoh523zJhnfIZDbBQLdSjxKr6vbKCrSoi/VzVFEeS8xCK6h0aKu7TglEWIBRMYM6nLh5
6MYq/jbmtXIdDeKsYdk0T43wH/DlRI8aiWKI60b/pjkl0K/OolJG+SD242SqPVtfjMuQmvPVMAXE
obrfvvas3YdBbcqE1NC277S5+YqrE8qb6Jpnnc6dLsb3qBEmzQlOG3glxQ87U+VJRMn8gD+c3DrK
p2OUbIpv9Kn4vhvSfpMcfjPyCLOkE6nfcbtnL0jNR8WdqJZ9nQo7PrUU4A7KrD7rAppYq5EgNJYN
TrLXriy6F62vmZECBLx8VscGBXrSFId+3NBJ1s1WHorWMg2/XovGDramWYluWCdlxri+sbOMB9LK
n2yG40OEJQ3S3PCJXmFyhFE+UtElZMBtpPN7qImh/tXwCmYmfr5OYTnlHXutnj2BlHhT57S4kErS
wAEZ9dCpKflnyxAXsBq1FyV65Dbt/GbQNgZCUCYHFMVTAwYVk9RKf8G3h2bxGaxWP2YzJYOpNyby
ZvJ9oeOKVrJOuyvVdfqB2AWTtKLLb1ZsvltmhG/KKqflIQWoGDRaIs9CsyhoQJb0mMeLlY5iaOcx
61QLxeqov7dyFriXazBv4+j40yqc+85MkgdUKaxoIorJF70zfEPeHkgrDRB4i2VjZzUUIF8lit95
gQiXZlHCyQQbb8CdeKKwPD8yVZIVac+ac2Y3Ah0HbuSrk+bNWdvG4TJzNnpttqHDT2zlHvPv49KL
4Qj1OPVt+loBmVhHRUrJoOXV1Yr5UWqXZgIb39gZVipNLfwFs/tRqQpr8Z1iXr+MwM2w17UUZDvQ
MSdHQuQBliQgfxCe1SOy7a3u7F/KOg0hOv/9aCbXYqIpvda0Vg5OWnOrGq2xJm++RwzkOQqZ/UQ1
v51pAr4uzvZiZ/VP8MF8e2NiayPtQEUlHkxkh4/B+VzXizocWKXFQVFUgeFj6BdPpTSAf0foPzMI
LEA4YmnfRXmiETVQq6pTs+Ssz+O7vqi1p7XYSlpYrXW2TXedx/vUlg2swQ3skjZs4M4yrTjI3Uqj
WHaCt68Wxx6IHrkQ6wVNRRZrQB3zBdwhbwdBbzx9SzItu1vbpr3mPV0YdJGtm5aICzXagFcqGlsT
5OaEC8Sm0ejToeWgjTrxtTYVy6PArHNixa03dFUbpnSJAVlUtAoTdfNNCypn2fTKmTpxdaYyU50i
OrYnY0U6Yk877GYWIHIrzBQl/Y8nHWLHsWlXEhi9zD+RiMXsn/oUQhadj4YgeNYj6QRI/a2wHKI4
rMsJiMK0wwQLQGi6atN+W+vtiM8q8u1ZEuzHmLCm2M49K9cwOucRJM6ZKtKi2b0Hj7Z8ypRvE2xi
DvCEOpvWZqTZTvc7VZwNPmqsA0cB+klbfg/TtCrGC1lskBc79SdFbRVMIcc5ILTKDsYxXjysGUOY
5MNMwlCq7qIm3f0AxwEG8c7whSUWWr1lXKzFWjzdHABOcy7R0k5/kmNLf96yPMj32Kx3SsTUMSUL
jZ6MpzZ0mdRh/WGLhPS63BaCDfb1FDW2hh1/GNe3Wcje7ToVwPYUf+a4018iPGjckZl/xdAo3p2W
SWtlt/v0Ad+RnWU5PUuKTWzo7wXenUeNrlLALFbTyx2IKpgtjFfID8uL0htD609LUVC+KaTfTz2E
UxwIbjtQMrZy8xULPU6rnfbgmIDTWgkvedtdqAXAb1o1Fv1G8qCJAo9FcJ41qeoxPT76oax1m4RZ
rVjSH/BQ+ku+fMfjA9Vmg0R+cnpzKolQgcwARs2vozbBOiNeaKSgWijMLpT2PBxxeg/8gHE6AnKI
z7ojdM+sLPm6gl3FJ5LoxCiONT+MbWP4mrkmFzPW1O8AjAmUDACtIWQwCfl9hoGkyfFkkbY8W2RN
QIlLG4ywgagA9NtXp7P3pH5d/dXUB6+L1Mgnd+jdEbvxuVQbSW/RXI47ttIbFM0KB12D0zvXw4Ff
sxxWXPShqUbqVz4gyuFqpJ8zUMyfCwxXz3GZEORnSIPMmDZkOg9v0dKPbg9NxMsbXNulM06XpOl3
9fVQZsGYJmdlA+/EgiVWsmhO1246dsbgW81aPCt47X/SCbTfkkjPOPmX6Te2lDokbZ8PJbTMz9ka
OUehtunbkjN1TO1IYyi0zeSO5QBLpMmfrXIdP9FUpGs6KS1oSKcWQALySX0YJdV6kALZkQk3ESnu
gPuVOjGm2zGCtdxQC2BhdsJtRqskOFztg2E0beiMmrqb8rIxgMwM+ExvN/CfFk064D0hTMurllXT
w6JAmx067WdpVSoBIrXqWauGi7aV2WmjikvbiTklbaoY7yqAB0ZLWbieB+NtzRU1sJJ569ymVH8l
hPvuvCqxp8naCi0QGxucuAQk15QapjuVMiFJXfYZvwpFnzqOss8JC+fTDqz4SUVuHEOj2dJHmoiR
t/K5HJA6bi7pXewXLPEEP5ZcYV10ybWgiUfJfVNPRUFJXNSFc+RpA+RqJ1m69iiZ8q7RkGzMh4lg
56mye2ow0lZrilF8qptEC0LsqwZShRdf50CXRHeUinGJ07lCg7PyoSRls/qmpvbBVgwlRVFLtKAA
6U/c7UN9vabbhgv26+JNtyiZL5iJLmYtzW/JBJlhjSHfNsUesxGkhBT9adBZsRrQEHbOgwCNOq72
D10zFqKpcW35e2wnjdNQDIwTHIDRr3Q34unwPR7oQ8hvJdmW4XcbMXvP2FOPngbqgF0B13mmPa8v
TTP0RyYoUGsw1TQ6lLjsCxdI6zVPR7RWVgK3krGvdKz69hn2BM8i0tbhYHRD8XuC//Qa4dl/yrLU
fHFwExEPxURgSkOXobA+zQB8e4+As/9Awyr+LftkEqlQDb5YnSbF7TSzFhKeOhhx+5ha8t6iCzwu
aWCM5cVo1wddq74McfRdRWhQN1Pwn4rvdpGxsIlWHKSZt3OkwH/gwWNzewTz1R2c+T9yAOzSOwcI
KEJwtKx05fQb6WCSCnr3xhQ9wCnnqF7N/2i41n//fRR3qg2cXqIt1W+sKbAcncrIZfRgRPo9QGmf
qv8HWuxbhTGYPmZIS5UqnoOQ83Z+jmFShp0hI11nxbV/rgUDgw8LLSztg1UgdwXxP0Wyu/gWNbtA
lM2/yHD+lIvmI9MpYrNrr1LEgrKVYu5FymG+AL4fT4lZ9h7Sui2Ie4rjY6VM9wx5yP2mIh2HWlX8
Gid7IyOeEvU8xaMRUHCuTsWwgg2eKBQMFDup2440vAg/6DVgmqfT8ff1pMlbra+moRVlObGgkfyC
Bv3zNqq1R2Iz5dWjowp5semqIcKNUPCl6gLuS2AhX4aKeGb+YjvzNUux4B66b3pK58Aw0S/Wd6P6
w6R3qVrjL6b5oWPjk+7NM42bMNyK7bpo1XfYV26UPjkyOoJ7nX2J1xgxmlL6EH9hOdHT9YqULTdC
MOVaBnzrzMTRuilpgGKudHVd5egoaZn11Kc920mA/3lRnBav25rQP88Ane3hTmR3KJPihz4GrZ/V
78PWqWFJ48HdNCsOYmjIKuzKMdFRaXRoOJ1ZfrXr9V2X9Led3EquSpHgWqyn4mufVeU9RNfxSIPk
kD8iqrUhMDjx3Vbexfjd7Fw9OdtlyuNP2LjsA5NMGtpHAod9vigBgJTXViWhJpGz3ZKmBPXm+UzA
bskTk148RwtpDXtgO+xVfx9pL4ZlgiRH7eclQOpPf62q3IgZtvFpRrTgKxZA/Dmt3WU2/bqFQiff
megBJxIVCpjybQcxpEtOP4XBBvt4Co0BM4P2u0Fu+hBvI5QBRdNflU75gYWPwqOV64Hek50w/CQ7
OFr5M+v7yO1jSt6ctxjg9Y26owrkWY/ovEJHUUJ0/O/TuCDTjmsnYIJMf+7R7tGeA+vb6cbsN5hu
XbVSU5Q1gJ/nGoY2HV9JR439fCgoL492bx22Bfc+4oPkjujA9kHmvcYtxU9G37xNBcoSOmp1OFBk
8eSUjeEWTcWrSXCHG0eUV8beMZajab8X0xq51UrZTbTDSjlisYIyqt9orgvwNNa3qsBpG1M/pGmK
ICvTqgXpGzw6WRifeXmpV/VxfB70iT50S/BmOdbTiorLK6CvBoQ7qkcewPCYHIQKo2C+GKDMQr1E
iEDLVLjxWKE6o5p43uYUQN0Q2WGfUKqimBt/02YQj0O1gSqoBPX6znA2X2Wkwo/RjAGuT/siR+1w
sRjjg/+1sHc9A5FdvNbnrMdJ2Zd0IeXEUFqltTUK4iVp57zqd1FW2i74aNTkUm0go4y8vjlnoIEy
MvEmtqgEZUiIyA7a6XdE//y+NLU5dYfNkgEzXhC59ersMpIjFWE4zTM5bL5By2c+80M3DSb/f1aU
rSgE3qmdsLPVPOdtLq5C13q/j0oEhfWkHQtayOQUKzxpyOWvRUL/2BGb443q0B+kVXQX0S9dYELK
KtwUfamPS2n2aiZ6hNy9SktxK4IpWZhAZBRYoNOC3VRCZFQVrLkLdIAA0a12WlCtegqtD48pRIRh
gN4JRDMSx3j6Ui1N46WT9mIqgP0H4axn3Wbv6hbzaz5IAclY4CC10t+0hnt/gFMGGgdJBSjRB1xK
dLjgawQO46CuuPExgUIyocQ+F167OVkgOEbdlNrwAfe47U9d3d4XNfrjzsHKYIycOKlYSiTVkQg4
DIEUUxQ5VzVpNv7DnfUVbwEg0l0wyVdb5e0EZ2dF7FqmP2bFQJKWW5QouV1Cmm6la9VVRxkV06kc
t282RmIv04k3VeYn+QDgyRvnjuKbZtRB1/TWcQIkF7YZ3YK/Hxn7ufbPc28/MBwBttrERwYG5caM
pOAtpbLZVY8ESRfSEJ/eLfmpjdy1/BIxH9WrRfSB0+ZWr68ZeM0tDD0QJjh3nZtDChHy0G1mPz5O
tLM9kA72tYZ24Wk4CT4YXibt3V/wzxvkArbk7lQCLVWat2OOVSWODXqcwzU2+27HctMzzAW1BeSF
2/ymCpoPjODAiw9Zx5NMReYMQWvtkoDTedooZG2NszzTfDGOKe3pPZecXyJ+LLATFvIo9w5qUZJV
0EMIFREXR9UwDDr72VCeUFKCN03lBqxvA5Y1UMtAFzT6WynQWDj9qaBQzMQTxfFQXb1Mcqx8TvbG
J1gFCJ511rFWVhp3JZ0AKMDOueqqL9HCELBp5hSt40SCMBfIbSmK8E2x3x/M0R6ozWTyWIzJcLHS
oQ5Tq8yvA8Ei1IWxuwIAnfxqa5/zJRoeUqH2lwrw2mqfRBOh5F3gFkboWY9Nsyj+MjfvZNaOO8q2
f7FmBal1vAx+h2zRz9TcPjFf4UzBiBoWE+bns6IXv4in7KdkstGumdN2b9lle7KEM7+y/9BoHScT
ZNEqGiImKqOrTu3KnTK2DhbO77UwCs80IUHOUgNyVtFMaY2+/1zvscwyTNm1QOX41DAJwQiXMt9O
0Mg4rvlwA21hZo/jrHGDEEikzxx6RqCPTB6jGvIuzdY8bbvAd8UxCYVVmPDFK4uTO1o0IKGFeY8d
nVyDih4JcYrhf8wLlPwpXG5S5cmfLTEFWt0gzC/76JdtFkkwAzdu9cAGK6zFyQWV5g5JLzlG1bl+
XGmy/ZJmRUt2QV7SuLm590Erlc2eWtAJmep6F0vZhkVVVG6jOPRRFOj0JK/UbG0KVhcm8/xMaTA+
OZnVnHpro8wllOwqtro4QSKx/HKAQ0Xxmsx8zXuOlUhVIDb2xVPW12ug9i1SMLtlflI/EbaHq033
0RXMpLgMtO44sCN2bc5LEwSrvdJKN7f3Sdl3ctYf6MI5RxNgSeang5ikOpQ0DB9KgdJ6Uk/H91iN
0OyCUL22g7r4GdPL7pmQQqNbmVR/mwftPCd1AxY901TXpkb91Cjf1v7rAE1aYtdnqmpgIX1/tbXm
Uenqu5SS31RGJSzYsVPdpPARqNcvVdJr37sszj/HjE45bE6cnBrGwJ1HMSZXZ27sO/JlAjRb4EnL
jGT3H9WWeUnXoYF/Vbdfa6T2X5iCsJZbf+zE3KF0yRjBnuKTQw5hLU+qhXQlrqJv3bq8R73WvCmd
HXmZ2IUzdOXsq4JwEneEAcx4i4XfootipqRanGiLzmfVSlZEGiNV7r4CRoD/yj507RgJV/ZMOgmK
zjeziYgVZD9qXhvvzbIJtEwdQ942AMlQTDYn0qC15PI+mdb4HJvKz8aRKAH66leMiNbvC8Sb/ITo
N2LRJlxg26Pd7kZPrsTWq9X+XifKrSZ8Dy+Od6tFoVrHomEiF1Cd+SzJdnilqYkAXMhnG1Ysafry
w6Ri8RMyEcTQHKYLyg/9Xkmc7qKYaxVsmt7eRdDoggaw513dFxS0nZbhSwbnIJPGck57juVSb2iN
DlsWf8CNuDm6HAxfJmO/VOng8uMYuXGWbeCruhj27aNMElDM6Ie3BzWq0s+x3lhvg232XzrbASeE
Desj1sOfRxhJInpG05DwxalpOJp1c4QxKCC3IXY417Y6pDMku3DIPygO/Hlw7ZfQVFvuWTanFjTs
GwIB1uxIrMPkXMkmlp/d5kd9MH40IfOji9xY57ayqPWdi3dlPGHR+siuNMh32QcevY+usj/Nf3gx
qf8XGVMAnSulq22+RtKTCNjHy99Dmf23/s9JzwNzbBJ3nSem8bikelPuyDSsMvqUpBwQ6RjGy9xe
s3WKD3+/yu29MFxE6qal6aaKEdm5ffN9LvpGVdvtEW1Q7I/bmh/AjFahiqztrEjogH+/3h6A/fOu
MDtZ1BsdDaO9gUH5JkATc2zYdKnLpzr5ilFom1+dnt7Ro+xfo5Q5Rojv/37Bm4KYLW6ueGseR/KZ
JcDMS9L7Di+3nt11jum2a/Izn3f8U0PbAcHRWan7S9mMTx9cfn9N/75hqhc2uk5p3TpSVy0dULDF
tHNa0N9L+wqQ1tPQSUxpmvrTBKN7nDAdrY15xuL+rNAh+PtP2D/e//kFFp58y3AMAAegABzgBjdf
nslorXRAYnjNDGSN2mwiXnCm4pANsrkY1fC9tTPd+/s1/3zNlGxsh/KTNPbJkpqOhpjf9I9PpFOb
RjMQZT7bCjPG4PAFUPP8VeAdYIZGS1W7q/22/MBX/+di3gtFliaI/Pnf/sEY8s+r4sBkAI9aRJ+R
XNEtpGG2ggXKPtjJ/vwwSRz24iP7NKoYjd1MvXmeSo30VSks+bnoX4voq/JBOvGvPy8oEPKWuBWs
9Lq9//d/PDrDWHRySUP5NM3M93jCjPbBF7E/+3+sB4ppliRKMHVctCav5mazb9O5mPRIGJ/CNX9R
Ew05YfXw99f/r0twlu37PWQ3g3PNuQE2JHSJNSpz3ZM1rSj2ggmjLgHm3y/yrwclNcGpxVbCnahU
2P58UL2T65HCkK4nbQqtQyLD/9ufv1lMANd1fdr/vH0ws4DW59///O1apdhJtZl3bbIv2MYtcITh
jlGqQkd+Uo05GNKgnVQ8VIxMKz943WL/oX+8b7nrRR1yVBXfveHcLKgKynUPxF9jlmTP0Cspzp2B
e9sYUNzXY/mwi6hpll76HhPztnBAzy/YO/+z6jqaKFJkvAU6hA2+nNu+hFCYaDsj5vsk1e2H0Riv
FBb//kRvAyjtvz8YtjtbUDYjpPlzPSwzvEF0yXQpm9YHGHyhx+7jMgTjFp/6vGa8MB35v1/zdg3q
dJVs3iBzUtl+eJd/XlP0tQFaNCfqp6RpBQTT/7e/v6+if2wGumzqHjFK/VQUTzCUo+aD4//2me1B
Jy2C/z6M95bRzTeUOlEfZXRcHo0tugxJfDD08VwwEQNpZeV2RYT16yPknPjzcPh/J7KjEgSwCWgO
1dA/byplnpagzFU8SUW7LspwPxUZmjO5/bbr7dVkRLfpJD+WpbuvF8M34Mq46DpQ12U/MsWkhbur
3pk6VDJGUnbw8bUPvs3/9QcCyucbJf5Sb9sOI8zIasWO9FSUfDXbgozLASKpo9CscEOajKPozOE9
s/IPYr7/NVih8y/YPSWzoOyb9dQ3vcgBgZZPOT7QfqXlWBEu08ErjS98M9r03e6ZqPjBt3mzRfz/
N/KPy94ss5WmcdI1BCmRvpCgH9vpbZm/r/ET7Gw/XV4jJkQV/QPKPzzsyQdr3PlzEf776jcHEvi3
Gq9sWT4pOSINrPWXwmoNusZYMs3ybQJIjgypIhVLMGAhenpHNfKrmMzPBmPIOIcggll3DW5Q9pWT
rqI+WUSD6ap9n5NOoZuiPhpM1wgFqOhm5hrdVj7aLcxjSkMHujUe34kdrtP4u2Ysq2tUsbdbU2bq
WqLCY6iYQVZBr0AMfE0WOhLb9opz7mLnKBjtuQlMegJlnYTrUPnaf5F2XsuR68gW/SJG0IDutYrl
5UqmZV4Y3ZKangS9+fq72NccqVqhijN3nmZizhGKBJAEMneujb/bIiDuwKrGKEWSdjPSh9QP7q1c
vfETuYRygdUwvqC1CSRQ5nun1FZiLO96y127BUq1IXcwocmsZCU7rMWATqwFCIKlb2ZkQjCxKwt9
g7nZO1TPnzSN0jbfN6sqM5bVWBwidO6o6ejiCIL7MqrbZVzrj2QxDrbzDvOMDKH7wxJzc0DbbeTE
8bNHyL0Meg39ZncxFgLjuf4ix4K7QL697OBDyDq4/T64aZ+/gf8z8RSKObRx6dRP9xlxgEQPqZkj
Sc8btCnk/F1cyLVe2Q+BvgnHcmXigA5gamPE00Eb/Icw6pcaeieq+D/zVjnSJnfuxP75ezn/Kg52
lLH/HJDADJ2EJ6NA6RJBlz4m5ZvJzYR5EgjjFO2BerCLTksZfzbdvQFDfqzOxGPt772AnpKqvcm1
z5r/2+fYqKLO7awx4VjQKXgGoi1dGwo2xVEjJoTvg/q7QmP5a3IxPKzsSl436fQL1Va4nzRVXSmp
Ye3b3m2uq3Kk+zUKmr0gkYufRtK+fT9980/551wxvyc+tRYfQHLDpCzs+VE+fJvogs3GyXEqYtW1
WVeLIaAlVykWSl2t++T++8H+kPg+j8aLERyHwWXZguT+59EcusmQl5vFsXJ3UfcWFY/OBOUGX7HC
vRHo7WKs49UXhPdQ1a8MW/1VUYvEceWiGq59uE20C3qG8zPHpLXLfw9oRVKFHw33OU9RSMDACYyL
Adr3oCY3bnwmcz8H7tOfj67GMeeFRQrkJLBHcSAp2I/yCAz/4I/QuSOcCHtkKWei6RefEI5ZGucf
qjxQhGZi3sdpofpKHRO98zFP6TAhzR6+oT9Mt41ivw35kF1HrhguoQyNB/ppaI3CQm/9/WR9sYgp
UnAF5GgxU85OfoJlR1nvt7U8RuWPsTdvc9yZcLhd0CPjpq9CTbffj/f395pH5mNN+sI0OGWe7FgI
+IVqJrzcAEuQV9GDgGe7pKvAbsKtWQz6Q5ZUUL4HjS6tBoHW98N/+bgIOij9IEPQT7lxitqifS5z
yUVEhT+BcmIRFPlt1GS0iI/qDo8nr3WtM6Hi89HzT5hydOGanN7YEYZ+8tCYmvpkuOeXjEePX6cU
34d/fxzhxf4zxp9N+WGLR7Yvlalr5FHoGxdBWDOKpTR/0INBCzB+oljEaNEOv5wzC+iL3UKuEKWM
KwzggqfpA2lgKaL5Dm9Uc+87R6Nw3T1MCBO+nzjt73E+h7CTaFtGtIbouV0da828rv38QSk6Gj3S
bRBSmEFJCobuHjDQrhHVGlgz6aMK4QNcAQCwt32inVlJf38Q599jUw/ibk7j60mUGCCaTTTa0uMa
RTsVC+C+bXY4MGCrYZ+5uXwxFKIaAun8giHgGZ/DBPTkOMBmoKYXIL6zzMI9Jpp010Gs/w780T7z
YF+8aEazXf5DPuivuzqimlaLO/wykILSlF2vVTtfZfqZOPD3RuRySfKH1Cm1Uf0vhZhL33ETDvVR
mtWqztqfNiQS03DYmAns+/qClrczK/XvXTgPiVfyvA9Jop7sQmWs7HTAbf6YTL2+o9EZ45tS6R+/
X6hfjuIKnUuTqjp/JRENFy0S3AFSHTI/5p24M4zwzLv7c9X7/IXCk1SQUyFPKEz6jj8vCBpVsP1s
JvId2e8Km5eyH+lQeBscUpKSovHgifw40YIau+GZ1fHV430cep7XD2HGoPUvcJx53mq5LbHtWzgd
3Yjfv8MvliAJQpjmfCN4k6ffxVzSl0nbjHljd10JvM2wLkFeZIcpQgX2/VB/7y1ObgAwNZu1aP01
XUrcuTU4/ujYmvbEwqNVJDQgro3UCj0Mg6czcWyemg9TRwqSFKuDMaCl6vrfYSMJSIq2RTceOw3l
hYLb+2ZqVcQz6ShXrhq0XCpq40y96q9BaVugnkNmGdDIzOT8PGl+qqf0UOI17OD9vfY1jB76cEwO
ndnb64H3u096JTm3Sue/+ulRhUrCb05fIvSg4nkSIY2SVH46qMpRp4lkp1Zasm4amDJtoQElqwPt
Gr+G/pELJcw1jsp7J6iTbFl1SfI02Qnd3Xo4xUu37dNjhMnzIUtr/WYKIg4PAw1GhaOdmZy/frHJ
eiMkEY4gGRunPPVqoE8LBX1+HIfnPPjtGsnCLaOl5iPdyi7r+qCZ/2756cgxDMosGkk/MjrkMD7P
DDqtLimjIT9qYs4sNrBCsT4/pzE9CbbzKFylSVET2LkkuScfkFaTcCgiJT8KY486hBxF/TS621Tf
lv3b9/tJm//Wp1k/GevkiQKgEqQUGavoy1WKHX07HQWCqNh+n8qWPlcJZemQ92+uewc6IuMG/f0v
OIlQ//2wSFFn2jTnWXXe8R8iFOZ3iIkK2GXZ3gYrm59Z1icBg1KCRkRyud5QHOWdnhyYpZrqLdbw
CvH1ZzJ6LeCb6iYZzxznzo0yX3w/PIQozSlxh1w59q5zR4WmuLNCuoT7IFQugPAb63/7zngcW+hc
AAB0kyn9PFyiKhjYRHZ5bEc0KICU//WcfP77J4uixDFKK1W3PJYvDcyN8P/5808ijRymws4wlT6K
cWWndL9537+eLxb1598/T9eH6dBNBR/s0S+P7nTjYKp5JPNCZT8jo2SgndrQmV+DfXiclNvvR/57
MX8eeI7sHwZu4LoUshXlEciNNniyPfNk5/7+yedcyqwPAVsxMXz86NQ9V9I99/dPvjzjNE6KOjEz
+XQlxK3675L6Dpv90/sxT6pXtts2dkFD85HbwUITOOae+SScHEX+ZwDA3CQCDM05PTQi/h7gkSjl
0XHuymIziI1Wv34/x399nf88w/8N8SdL8GGOVYwDU7sIqiMivFU89zm1zlI4j4o+S8rO1ZjOPNBp
GcEBGgQ9la1IbdsFgVDvoFt+/0DnhjgJXsAdXGOcdztYy1wsde2inc4M8fW6+uednQQsLa4CqK8M
QccsXfau8h8FrH/+/jz+hznxtcDME7Bdxz7ZVtmqvfv/vaGTgIXRXIQumikn/RG1XoZq6t/Ru/93
Z/zzBCchq0+y1IpSpzxW9/gUQaz4/gnmf/3zZ56N5yCkdec+HAgan1+QJMeCbLyujkNWb6DJQHlf
dsVT7Y/H7wf6cqY/DHQSAZ0aKqduVdXRta8Vi76E4MwH/cvViviByygZS/dP7P8w1XQBjhivx9VR
zRLP7ihgldeZfUbucG6Qk/VEV+JgAdqtjlYUrGGH3CWd7QGwOlMd+jKUuMKhnYgcm2WeHE5mO2ox
0t1HIRxxfW8tbwzknebN91Py5dzPKGTOkwggThPfZlcrTm6xtIS2j/2D8XsC9/30/RhfTTtVd25I
LkdxDBg+r69ML7HCNbrqqNiXsIuAcvwHO/zjACdfPngLsxScAVyE1OUL5L4zA3z1lsieALinQsEj
nD6BWQW8wUkes5+0rRTDBoSiLM7c7L5aVwLxPGlkVyWbejKInzY+SD+yflZ7oaRPQ3XVaGeOovOL
ON3pYhYDCM1wKHSexCrHhZTRZZQ5wAne6255oajOFSJzIO7BPo1Cehrmusu/n/6Pg56El1C2XRko
FHZM+3Whu7++/+tfTs2HRzp5a2OQGX0Gxfw4Op4V7IB70mLatGeUNV+OIjg2oECa5Ucn36g8cGJO
pkF5HFdhdO2Er4J7rX7mS/LVPhEY4Yi5xDPftj/vE/INTSulxgJI9nJtWGcm/8v19eHP65///ORA
6YT+xuQHLR3hRz5Wrbr+fja+XGCWhUc0CWzuVydnxCmjHKyLgVu9Y6JBrjaORu+gMyxMyI3J1jT+
o1f2f+OdnhlrWVnpmDBeyrEkm+7GUlt+/0SnhZ0/p0byPLZBsmWOkSd7xm4gLjWtTwXM3sK3hJxp
0sIFPJXWAxhsv7TG+37EL+fpw4An+yUKC9RIFQM2On0M1+B+s3OuXl8uZ9cmb4qGhoT/yUozsXy1
aZYvjgocq0GHPfZWmvbC3n3/JF+uhg/DnKw4tj1O9fTbHf0cR8h6E1SbUt+MRuyBVF4EDPz9ePNe
Pw1vpP9UYc5uVihdPq/wMrMKM09Deazzm8R/y/xVYl/ALU7PaTu/2qkfBjot0NhW1yeBw0DObzD4
hjiTSfpqBZgqaQk8uzBW+KPc+HCMUc0sA7xHxHSMtWOB/VsExvb7V/X1E/wzxMmrGuLIrQIzY6NC
77fCTXcumH21xP55Borgn+dCSNN0OrxYj4ElFzqum3QHL31RLdrsnBXWl6+Ldmu+AmjRSFF+Hori
EN1BpVYciwlm0Ct33wzn4u/f15eP888Ypy49XZ2AQYfycQSRJcQjuGN6dHzjXHbPcv6EyL8W8T8j
nVZVbXWwRj8ziqOqZQWcE9e5SuOs9YYSYWoNwmvXk429SgDRHuKOxmgsJOAw2XQXmWUVexI/C0Rb
/BtY0zi7qtRge2T1jOLAmDPaCqMJgCIKWuFBtgLFD3JWMR6I26K3n0EsI+CX0zuG6PYxppvdi8ey
ND3sZdEpRobZwPXW3W2epdj9VEGCvi/z14VBAoUU+0zDCTWCimYvApObUAWODcTfQ0onyYhljgfh
Um4ghLw6TRXCadSwJS+jF7qA3nqgPqt4KJtVFtXYS9TA6KOpt97pt+M59QTUL3rLTZZgGkPTvw4i
Pw6P0zDu8ynj/ttg6wsRWIH9A6wXtCiKugAj1zTsAW6ncRFaWwDAET2dFc1IOsbQ+ICLZhHpgE71
xHJpTC1zzzbhIFPQcAGvw4NP9MHfWmYsb/QifTWyQKyA79jPNgTIjYGdwyYvw/YazhMMDp0GMHS+
sOnUpsdRN9NpbG3NfVbJbhlGiFoVqzFva6OrD6qEmAhetb6ASS93CW3UCz0qxVbT/OLZboJ6Y/Zt
ubJ1Ln1uAbDGCQ17n2vguKY0VbCa1kPPNoDB+lX3UovAWuZmq/32BZhnvTL7h7G0dMij49BiVYFZ
wygqykrTTHOppA++Cs/yVdS1kTeVgbYYxNiT51UGcxOUWAi4bt48FI0lvCTLfZxqcMK4SPtQv8DN
9XepkQVCTeTsurYr8HjG36WaYjyKcuixUKN03JrY/33kDC9R5wLphzy6Uh3fWo15ZGylAL4H8qW6
jBLH2Wd91WxNd4S8gqCcubS0QxiUv1gY9jrVR+M5mCwgVHoNkqUN7F0JV2IRNGO6iqvxTe8PPb2x
XT7el7aPX0OIqkyGYXfl+9LfmLEfAwmYzO3Qjm/AWxSQlQ7z4eSlZ0FGTr0wxcJE0jy5Ic8fr5w6
b3a1RatXLwFgRBddso/KBR3G4JvazF6An9Q3AEyCbV73YovZOs4ZYKRh26QG0LNeJEsjaX9XvfJS
jiYyhcr2N75d6Ve1yJDF1TIkMo72E8T20VqQXAXEGdHenww4ntZpZS9UWAOAKgNAyFGo3OR94RwQ
qDbrxoyHBb6fw6Zto+HQg5FfWxIHmiYsg8vaFu+KqwKacRpzqZVA0boU2qlI7JdBixFxUgxecvfr
16kCnMdvtGGnRRle0KERXVZJ2O1qX/Nv/WCKdrUsaB0fyuLaxdWdNjWsp8AE4naU05ys6PBshYBz
nsAHXGVppAG0NJyrqAnp64NnxR3WfLWwpQKMRyteUjq/MCaam5GFWDqJDj0q8ynAF7I6wHelKqQG
lz1Q6V3uOwgSQS8i2wlvHLUbvLBw8h/g6e2Fwf9cG6I1vQFHmHUXTzbItmJCv4fJWR37EMyUXl/L
GW5pylx6ZavSYw7QEEupmRE4AObK0tkkJkO5RU9vcGHxP5dRjftA2BYRpiaVfA2UGmsZrce7SNgK
gpq2HJeNab+H5AIWQT03sjtOCH8gSJdG4+T07SYD4B0L9oXj0HHfBYUXNqq1NJ2mPlh+JDg/YnPQ
B2V7F6AgWzcz6rKVs9+3w9G5y8ErW8VU0tU/IX1NSn/BP+HfaBO8fDWUz3EbGcuEK5DX1pHgJ1fI
wAxsK6BDN9i1QGwJwxBApgssgnZ0d1VEdBJOjVOuMyWBl1upwWtbpcayhFy2jEr7pQK6uBRR8tbj
Si1BayG+jd86U3k0ZIu50WC85j4Bv7Z5AaKU8I2d8tU00RnZui+XWtvih2bEsTe1dNpkjQzvkF0k
C9+G4543yn2V4IGrlFZKB2RIs2OmTjTHzqyEJmPfZBXwRCc3Nha05kVfcnTohAgQJeMskHcjvXhw
g+sH/kF2YhoNwDSjisI5EeMhsmuoXWaZ/rCz7MGiZ/SxbZXs0CdquR+nIjgEFITKhdAwcGjnrlp7
BhsDhFNeReC4XpbDDQTy12M6EdBl6iqAxJCoeFroWvs8sN8FPu88W1Jc1LaLx0dfKwuqxCoi0XoA
6ooGIqg6FP+WjDd6L8Sqi0kKquyTNWhi6zZutX7DJbO+xGakuZJSxPsqI/bOFd8LSsmJlwxhD0vS
/E0Qkl4HC4JwBxelsxraqRMnXsvOHTfA1Id1SDqMpd23CJ5gtIFsg6EojHHJx3ba613be1Nd63cy
Dq2OCwW2wYvZE2oT0Qa+6FU3/iH8ms+6zuH5VZFgxBeQV8CpiYqXqfbBMR5mzzu9g5XnogJ3C+en
G+fNopQarG13Elfw7BKMBFLbWuhQDPHdEskFNaonuzafzbb9MZpw2CsjjW4xjkqgCHEKNDtQJpY1
ugtae6pD2irBjRkB+XWhai6b2kCzMiSgbnp/mCH4VQYELAIusfXTmEkYA7Pa51IgTnZME/RaEFzr
zNqyGt1wjZ02tBQOuesmBfqVz7z8PGXzI0TwFymy66Vtt5DGwzxdpEA49oMthrVeGfGuhop31SWC
3rBAYPfmi/esnEut4AD3atM0q15LnScff4flKMdwKzl7LO0M5rMD4hg0oqU/1diW4DVAFyC0q8m8
n0YH2GgrYshVgdbdZjgCsObV/FITQHx6Jf0tJwJkGFOOqlWrwsxMia6nggbvzOySLdLh6VrSO8L/
bdTBhbB6epKBLx7GWeqH40Pg8cXz7+omFZvArMWmUTHaSCHCwgFr5Y+8RGTVZqWz5Kdqa4UWxU2T
wy5cFkpT4XzYudewX1nHY+m+OpUN36NSNA83FPcG5I6zEmoP6Gto2K0phyegHiGISflDz5XmpwX3
DypaMma4G00ZGQB1ItjrSQsyWPTqUStL/95vA+DebTlsklzzvcDNxxUoyXLp5hNR2XcAg5hK1m6m
ZgzuVcDhtyLkE0jHNWBgZ+g8GXT+CqmFvBczFxE/UGfVKAQfCtYo5qHdrOmHdjaRo8ZeXHZANl3k
mHHr3Fl5jcWDz/kx7J2+ACZUvhugu7C6Snt6PRzWgma9qwJ5eJlznK0rFPAqn99gkXZJ8Qv3M3ON
yltd0L4rZiang2XnWN2rTUcDdOzyrLSXF9khjrTmvnTHn1at1px+2rdxwIBkHIzqsqt01UtU7W0w
50kb0J5ZUodZ1zugUsBJA89mWQ0D2TjE2iAbHMK6LEPtKkSsvFBygqnTRNNaViaCVuCUazFqw50/
jHKphGzGME0feprtPUSYvx09pn5DR8Me+7frNtMwDN9E2fpVquH9LJPAThANCx2N46Yvocn08J8X
6tC3G9rCo+0QjwlSZ0tb44oyrPBdSSET+OnKFqxTqw502AKcgQ+jqXF/iNNmH0VpeWuWWbwtB8tY
FmrdX5pK3fzkxY8bHa1ECHFvpFZp/1GTlDWvYEgPcHhiMKOJfw/Wddr0MAI3OQkzTIsczN84gmhU
asPqoMda+9gUjg4IP0o8V+bOJY31wdqcODoZ0mpusKbgMqDiH/tSx1w81kk19kcJNLrisNqVz7Bn
LobBfKEnTAKKdMIcvplZNpFBA4xRpNsIcxR/bapV8QLncl6UlPiANRjGJsvNblVazQxpyU13mbYD
9mCCBTr8qLEhuLR6Ps8dxLNFBlh3ZzZgG3VI4ktwQJxBJgs4aC6slevIYptMkbUwNeU5rRuYeFVZ
7BxplY9JqXGVcbIwAk0I0XIZRPnM6otVzlWuGi3AgzQLP8Ufd5k2RrJDXjOuuiwObzQJ+gbDgsq+
CyMXH71K3HU9HI0gRL9N9HdurAgAiG+TYSirEjoZRp1280yLJ+IBFLvOXnIW3BmdEq1L2M47aNBI
8jlke6lRS1y6+zdjUM3lGNZwBuqETIUAz4TqIsNdkVOQaiUutElp7GJpP7qWzeZxqgDnkgrWJfFt
kYf+c+o3+VIkQseoTY+9pJ8jI2zHhbTikDsUyUQueeFl1tikw3Tbz64y3CFiz8X0hXO+o/BLtZRT
DcxwAqgZj5dQ2KEJabE5XTqavEnK9LnFR2XbW3ARF60B8VBJ3WrTI9W+swe18kKYwCuaULM1IBk+
FrjcASdkoYK0DH9wMEBrhSnYmxUGw6ut+t1NN8bmxtSKHGB9E17hiUTjZTCZGj6Lduev+8quL7KC
xWnBxcQQriDU0mcQLPTcMXZ2PNhbfQqNheLjwMGhpNvpUWtfJ35FLMhn46MOy2NMNsrMq+oRJr7j
u9dIv/AzMevnwLbflRTNns4dZT8AA3ukR1jZVKNS/HRHH/Yy2mwPkYhchg1UaiULG/CEvoKY3wDq
SNxYmkqpbMHJIR9Dwr5Q8YL1Sj+oLqwehIOK5gkOGR8xyb1fX8QFp0AshZSN6HvQTxY2KzdqDcmM
Upi+0nxQ/2YQT4sMMdQamBdKMcOeKIJz1nPD/N0NQHvLAudOLQ/EIuds50XCHGCxRqMXgh7xSlMR
XuG2041ujvpuijBewkJnvAyMxOIW4krUZ1W1EaYMLqraBIibmQ5mPFF7nWRmC7BMb19GfZzwoFR1
qoHcdjimJyP2YNFjrh3QmODOgl3NOsN39ykkJh2ACSdePCTQ6lhw+g0HYTjZRYg7jVu0d3rVv3c9
9rxh07kLlN/ThR7etekauFy85LrE5OiJ9syBtyMYcU6Sitks+7amF6KR9ipkPE8PdHOhNZJrYqUB
t4jCMPHU0XGfRGEBkjUjO/k1+fZPuC/9Q4r4fleoI98hNRuLaIdOGDMBs9Swj3XCxvodJuawS6rB
8PwhTlepSieFlD5NSBo8Sjy56+KqbvQ3yzCUPWY4wyKdOp0+Q5hD7LwIsnBHZJgk5OtksF5yy262
RlqQVbGFxnGxAgdbGCjpc7rVJRzRH646PtpgVDiLjVjy1JIToZIqG7uFHJdkZHX7nBMuzfb4FiRF
saywDl5b1E0XdtXUAI2nI+mOjkZR+q9oqbCujQ4mUGQjaNe6hO3nOM0mEn6wdcq8ug11x77joYyF
ZbNQI4dWvLp/wTcEopAAqqpy6FogjATr3XTtinq5eGwjGa3GJjVemlDXr9w40aNFCSWKCmcK3Yt4
e+gEjWxpU8P3V/1H8Da0HIUKAkECrQfzDV+AtNK3tdsFHnDMX1OVdCvw9LBXHYPISsvuOnZtH2aP
/DV0VfVAPgrmPMyuNapXeF+CKR7HUdzmdvgwxT1UQ6wn6VVzChiyY+aRqTTgGrXvPRy0pdQSuQ3b
ShCamD0Vz6ddMZr1rdnlyqEyC/uAy2F4ZYt0WmeJk6wmvAnJ8koeQ5uzBMqzWxjFdWIPnGybvCIT
KEh1BD4b1XzlC/SOcToWFSjIlpSXuaYqmJIMvel61tx/F0SRzZd2tnm1nPY6ghJ1Yed8GnMXVLPU
rBBDa71cBar7kwaJcq20+cBl0qx/Th05S7qeOY/V/VoXRXbFKbJ7HHLsLYzKDxdcMgsch8xq42dt
MsPEuURM0kqeJ5Cx6zzvOJeMZrbi+oOLsDoCoJVNGm+bAgfUwNZ/A+amZVVO01KWJm4zwvktpVri
ipgm+1EZzUsa8nJPND1dhkFgVLdl1g7c99MGxhAMwoUBRmTtANcEGebXawl3aWHE2S9UQyHbtnoL
B9jwAIk1Y2/lrP520l5nCO+CrrBi7fi+lSxqDJnfEx83+6I2teuMMv0Kg0uSd6IzvLaZLb9i58Ke
sOsz6IXeuw5BgSxYe2OniQNNGgw1XR64biih8iMda/XYGVp4rGojv3QTx34C5EQ2i1vsgpeLJyuy
uDWAd3Mr7Hr0oHoZKxxbs5WwcF1S9bjxlKDVMa8o6uy5aSz/gGVQtQ2B7W19rQ5vMFKqvRzs3mZg
WpZt3OsHo2NqAisgrKuluSp63C8yP542RezqBx1Y8aoaNOhXBgatrqsVmz/m3lVQr6d8+qmErU2W
Vg7WrulRAgIYQXfG8W6t1fCUa6n0W6TtmF84IdOR9mgLImHt+kFsHRndlxZo5bCo21UqGi5wahjv
aP8or1zMSvc6d6rDhD0ZH5lKE79RVslny2mefJmGBw3Ljk1S410wRPFbUA/U5XuyxGKa2Xl+05rr
CUPtNdsq9egkIK1Vcn8QdqJeYwvL/jZhE4+Bq66ywmi2bE5jjfu4AF+ky71SDfmd7sf20zA5v+x8
YL2oxBs4V826sDFtGJTc2QmzLIglZX6PjqL2YM8SqXO3WWqJEj13ut1cgMFMlyh2sS/kgLhUJmiP
sUwhKWWKfJiiBg9kshhYu1qN798xGRq3xFS6oCdhKduaxCrRop9Wqy3zeZzMbo+Ep8VYaNBnwara
P/DxE3MWWN/RVKReh5JEBoekbjt29uy1xEcT10daCAS89kxyYTBJ0L+BmQldjEnK7DUMYKXnbZr9
JktLk6VTEZDHdrAuHSvzb0OM5/mKCiyNBCyBGOY4kEHf8UrYqGswRlCaBQv7Ggu0cI+AHcvPoKmW
jj8OWGg3nXnZWiTuJh3boaLWngB60WkzlO96mfRbNVBAoluqLXaN2UiEn4A4Vmov87WhGeGlXhU9
pm429oUuPqhVqYtHaxRPCNJVTnLyxUzC+po/R5oA4Hyzw0b+KekMnSSMmDlqmasFdFYkluUZrRZc
OC4OEvnsutSoTfWkI1GB15jVXgctTs+fZt+dvr7TC8GnocnN3w5B/8LO+mfaoOW+5Oab1+SlSHc+
RxnquyEYsBCxyaENFbKjFO/2Fc6FxF9Oxs+xjaWFnsFfQ+IY33VaUVFOKElFVLm99uM83PZS05cF
cr4djunZvrboWmDLmSEdxS2HR11v3YN0NflsTrLy8UWt9fUooofWDbnLGP1zKGd/TjGo3LWMQtw5
ZBYWmSUGc1mWbaRssiwTmDRmhr9QY/9Whn1/aUMmTFYuhM7qIW+HpsHEexgfrMrRVrLxpSfDalqq
ZWioe4zGnN2ATdujX6m1x7ZF1m/V/i4YSTDrbviDqoO6zJ0Ad3INRJkP03DLJcjfwbrQPDMO4AUX
Tb+cUF0vlaAGhtP2ZPvcrpjN6UyvdOSvTM1/JUWmLfEJAxlo2mTjDh23zmqV+u1N6mAZ1Tq4UwpJ
EZnub31VYtJAKjj51WqExU5m6cwGpvCitrb/WKpjwbF6cMst5tMrN34h11b4F3ne2sYlTpMz2bRr
omhT0VdxNcElo7FPRBtaR4EKA8kHxVmRFMs0zHktxXqbEmideW808AmLVz8N5gzmj+oxiw9Wudbu
5gcAI+DxvbCsg8DnBGfeArPRAZKjCscsRjVWloCgCx9fds0otY2l4VvXUHjCMAJrzcDSSHHI0V2N
sm32NryiKeiUxRgnD5pG2U4A51vHqWPeqnH0a9S1w5gk9xMbfqPStIsHOfn7FOPXws0uRT9q2wlf
52WtRu/YKYIesQ92d5OhxTJxoSIxqmfWjCNO/SeEZ+6lnlETWtqjEv6Wom/vY8upXzSsYzx3BP8I
t06b+L7DMFrFWdMdbdWY9o4evThG/SOQKg6uKVDMRuvImNkKvqxDUTHBebR0hSTEFPAxF0JP0utW
qv1BFHiskEYGWxQpvmcqJK/ziDxGmxcBmeKmAorMtRXjBEoqBoZbRodTLdjKfpHmdr9KNaoA5JZS
qiFE4ZG3tRQ9jhCd1DtMi9tojZ0Gjf91hlv6iCIhM0jt4AvOV03Y7X09UHspo9A+4MD8TDzXNzbl
kaWBM/A15qmx59Nxtsxp7LfY+GDtFio9TfS3ki3C44r9rOD1RcaIj88izbr6PQPIsjASp1gVNYc1
X7NqnJ6C98EewpURZlO+oibyVBKAllRjMKDwh5/4J8cLQ44TlRuVMwn+jWtdEdwSIzmob5pC84ps
YHbGZkKRlawPMHDQs6SssGQll3A0xqK5jaMQhkIHVenW1rOcs/Eky+WY9y8GccpLMQZdYmXwE7w3
VVrdKkcSu624V6JY/NQDR7ukyFNcmsQSfoj5q+C2fIgDa8QPzhRUWVxAB7UWgirRqONmfsLlPX1W
g6DcdmXs7slT/2rCtufPxuQR47ycmYeoSr206Zq70lXJ7fpJhS0JllNRCrnYtIMQS/qgvc6z6id+
tfpKlC49tjHfag5y6SKpm6LDXc+uRio27aPI8DHGMiu7VNoqk4dMT7JLlbKTDa+hGW5ox4/XSccE
KYAWV3mgZlfGkOrXksT/sh9yDotq2zz0MGU8I1YGbGXlbPCs/ygEycBRB03Ymma8n2w32VvqfN6u
mAuqr1yn9aBcl0ESepVL7Kw6u9pS3cmWRpmHSDeGdKcUrk7oy9WFSy7e82PzScvTH6HbO+zqOlxN
ka9vlVqaW3fQOcD5zeCsqWuOt51B32Rj98YOxuew6us6uyiGCo+u2uFmyz+ClxjmK4kRuJsKw+oF
vLnhUplc52AH/BuAel+KGoekIdEoHqg6qPO6wr0dYPiSiy9Bk1TUMdSqsPJU36rcRaUmwWWFEyqF
HFtfUHzv1mnt3xBNxIb2cm1vaWmy7RoRbWenPm43E+X+2OWGgFH4KhnwmYQwIZf9SLoL7wf6lU1k
CfAvKoqVmHbDy1b4MEO/GEj7rpuAJLoK7udF5yxEESRIloNW/hdH57XcKBKF4SeiitjArQBlyZKz
fUN5HMiZJj39fuzt1uyMLUH3OX/sThOarJNqJfpXJojfoEsVsKaldoTCtGrvkBJ11xjJdlEq71k0
pLtUNFRRm7l26dM1j8A0Bp/6s+VEMoB5FMKqD6ZCYkjlhMbD3CbtZ5wkdQB4l3smwyeJ64XOjcLR
Ty91Rlu9OjwZA7wNKbfdifph9Gxh3wVWuayCJo3EAs2qIIyXvt24s5ETFb8se9eNRDAMZrwb8xEm
enlbmqHdUxpeBfZgykfO5xlWiWiutJH53tDC5FzrbX0ixZbCJ2No7rWVOpBfs2SuWyBtmyh96Nrx
yWTW3CsTo03eK+ZuKVcS21S/LLftLrNJRElp9+LQAX481YMMtyozhWczx5TUlhhxWjy0sXACxR1/
kkyM79FYksk+r1mcIuMkqMfopxhmsc2cJGRhHjO4b5X/YVjbisrRvLNDRF+9ZZS7xumXrdFncL9R
k3pZag9XbPG07qqNCpUWNnghI/dYr8cBt7B+iLK0xspeEB5cZ7QUcxMvXTbvgF9bn7G+ubVZPV5K
rcj2tuPIdTRUcAXAJAqpzHtNqUuUD4KReK5ouhzneCNS6yWvpbuDCWqPtejoreffZ+EdCDMRPcVe
oUvMbRV6SjJO13qKKgo510ZQw63uU+7+Kbn23bKGQGN/WwgzDoIAvbfRMLP7MM+jp7aRDDD9mQ8l
MHKQDTDAuhWVx9TNrCONMMkuLbKX1LRzdk9NPXWWPvEB9ATklhlJtxA7sFJ4Q8WINRWSaz7oVhi9
ZdH8U/bNB9E0sacVJSE1VZdsYVrVra0yPpkKDeprl7A/Wbb6EIW48V0767aVtegbuul1P+HsuZR5
F4NvzfDoYnoZqhwl/9q5UEGxXkcRFrRkasordXkHHM3XudKSLazB1Sa6nUXJ+hz0PvatmcvV0XjE
6aSJzy7f6o7VTLu6VA3d8YBnnjkRbY1Xx92GMnd+mNG0nUpTJ7RSRq6z4rSHuSMC2JitT4Kb6z0+
bVQnbkj5o5yMTck6vI1dS+NVMD4d4t4gC9vGi911HWvU98Uck7NbhvLIHkNYB5x5wkWrjEjVAAQS
4iQ8zSx5XOrUuMtcyS5aTdPXEhO0s8RxE5B8K6iOarUHTHLZ1i1ZCPFexRtL5AAlg1lgNREOYZvj
2wheuuUhi32gLhKmtc7aL6ELSy8U8y8k2m19Efj/WTM8gqypArWVH4tdheKr+sOdyOONRykvGYf1
PlX4dSID0KfuzFf0BvEa7rNQ1U5holiKuzMu/ZvgR/MBpPjGVT08KVZIh3wff6D0oaTRRJk9JLav
RfH47FS2zW9BvaCVgScRkd0f6t5eth2Byk4/vFYhnGM6KoWntTLZDLiVfXiR0HPaoQjcWOsPusz7
m1TDftdlSflMuYjh03WvexhjYpBLJnovbEbxaelqtx+c2XiPyIx9UWonooyr6mzmGmipkU4E5lnd
8TrWqcCJwQfnhimIQkFKY2sh761RLo/DMBDUA/5EIzIZ93iFL4Zoui/KBsozUJSJFMAOn0my5t1t
RoqtohJKJCHOmHryno2zVb+zzmHLIYLo39KHdAZozrKf4tTeGrEBoghDWSmmV7mIuAjPZUb/7avx
LVai51AUtGevOp4pBwIkadlBrCbGVyfiX5jyoQqaDqIxXriOTUs3Hqx0bP+pfTO8amo3EKFvDUTz
zzJgOaGzoOdi7RxFvbIgRvT3StuT2RjtY8JofdeWWhC5iBSmsIyQnAn9WZPGLzaIlOiK3t5NupF6
mtaEGA65JTur0u4p89imF9AaFDzrfqgz6GDipnwREmOvGTWkv4L21wjHwVtSBpKuaFO5GahifUcu
pW+TwX5xOqE/Gmat79m2UPGIrOGEr7laHCukAKJZtvNYpLS5h08JvWIneMXipbeQX5Szk581cUQ9
1a5lAukbfd00QlU2hRwVG4/pIDqLIXIejewTyzkQzp2AdyYAj8IITwVwTsiSzhAHjK9psdWQHUE2
Xprye9DSa7jQTtDfkvxMGqWqn4BmNnSnbLLoR8FA7ML5JzmdmSv371zk/ILkcWuJdm+KZ7rnN8qo
+Zn1VGsnywJ/fIjio5PsaXhMIJZUavBcZ281DHZn8k1DSsbdgu6D2NwUybuZBoWh8PHul3wvih8a
O1i1NonKttCdAR+1hfVHPfXAnaUMkpZbhURqvq2v0r5X6ovBHlU+xMmus0H0rMNcdRBsv8W4zwGe
OsXTkX+X1XkGSUqwct5WYlpCQeYDBRVIwzLutrb/I9qcIeG3U/xm/NfK81T8SMLE9PC6RN9a0VJA
RNW9i6olbrdR9RzRwNKctTo9WLDawrzbjbvl2jtX4arCqYKaT54OR78Sy0mV26n7mcEsrAy9I7uU
Or7OoFFdFIwDMgSWIYOJCzQ7H/daejTnkxNDxpq5b5l7Nb+X9XPJq9OyXF+cHnCfCi96GP3aOMP8
eU7v+NXws35rIv5jsaROh4jAhWrswHIeqvZN5cCM6uyY6btROy1WfyhyysxYnDkZpPqdxgphagdG
a/ZIegnGpzAilkcCpU4/nECbgo4kCf5m1sd25OKhFzcjK1ItXytxEAntm7q5ScJx0xjHGEUSTwwX
ic9PDbDXaDdFPbfmR1Tdcu3Qxz9r8SvBOd5o8QFeFP1oORe3WDmwD3CV0b67Tcr7dyzsb1N7nqdX
4n02UBudeQmdXQ2ZRU6EgminJ6S3QXMR9NpPnlKPyLVKC2myKBs3uVThNTH3OUA0V4/DRS7U+EhZ
TkM1UgXmZaIRKyqlhdcdzJd4sMoDiO6XnunZlRaswF5YqLLLWDzHjhskTF99S+uMYd4cS/EKo6PH
8LygXOuoOhXnUG9O8bDQN73P7XIzShRpdULF8rDhnYabQ/jLuOTb08WQ4B4cee7L0HDyurBrOeBp
uDGHF7pEfTKnvYZxMM129JSwNvG3Mk7OUUJE19M035ziIui8n1jqre49Vd7W7ldYX8e4ZGRguxkJ
9P2DNb2o7mMT7lKEmkv9Bya5U9pXdXnU3Rc0/kv+N1INHa2RYNqa37hXhxTV2m4tHdctzYvnj6R5
SaKTOqj7MJoOYlS9jFjvpiJ6zqVBF6CeaQHW4DCjzjGRybl0CrflU6e9doZvmMoVxUhQ6WvTNa3e
ya8pXSj9ggZfEqcqd1MPK/r1b6KToUjPC9+WTA51BIwzh/Qn5WBIyg3xkU8Nx4QDynV/dE6N2bzZ
4geRoBfFdOPatBoAsi/6TpJtnnLczjD1h1UtCUNZxBd3pvPF4EDkGWBP8pW8DJJOeR2QqVG0t3HC
e2bdpjjbZ8anjvx9LikKRPoQ1Z9jxBbXP1P4sF6F07r1m5gVFJQC9cbFh57mjKSFho7lmXIileWQ
eulyvrDkbusxhjENjyG9h3a46ZMfW6Hi3AiU9NTQEuas1SHDTRM0GLYQ47BDDKsc+I0/VsupXXRv
FqcqtvzIeC2rD1Xlo5hYddAHVIL45i0MJ9/Us4g6II4r/YEm4XeR89nrq051umZz7xdK+K8bah8g
2ZPlRcwHpXiT47el7udipzEuZTSNuF+VdSNKz0uo+8toj+rFsWUnLK1dmeOXXSIv08jPu3OhJtkO
NDEfFW+yvxcO27H5brNn2zqzWGys+iOSH2jNAix5jDwQZdp1SVG570fl4kx7shl7hxfhJsOnvnhX
qg8gKr822WftL6V7inhF+mRbFDs9fe2Gb7usdzMaXLQHCOCeTGKfGwSIpSKP9HpyVhPHWnyZ0c3u
KHepDpAx5GE+dfXb7JwKWpf/z/tzkOwtFHolyByHf7V1c3lLXWVvicd8+oPpqLofBLh76kTZlenE
1H+K+RgV7m5uzmnDrcnx3dNWaaNjNNLdUjxLB+Hs8iCsG9falknaIx00/GuAR/7oGvQEOJ6yK6PX
dLir83uBaETrTwrTVWS7/X5VHqPWSDiKBCWJKfKmYBnK/pjrhb3j2+8pe6mqoDREfGqM/DaSL8QX
H28ZXDwx3ocRaaEEECyumgvcmJLm9JqM0u+sb3v67dCjpFR+WhMtjQv123wlPAzenP4qkAxOOvg9
4usxNv3S/Ddbyg4kkeLwNzRngQhJRefIXSbxEPYQBJkVaBkpj2ihciE/Zs3YdtGhcN5hB1ii821h
vcXhr7j2pPGqxb77cg5N/yBq/sOJLXkzFLse+g3/5GGMD4KG45quxXg5r0qfYX4xOE6zgsNiPRnM
n4ILKpwgKeKbXZD+UXtO9ejQqF1nfMkfnF6uMtPW5JdZ7otsZ3GoOBr5NctHZD118py6vzQg58Mx
ms4dz4zoL+ubBv3MS3RwGbX1a1I/hjrsOxVfFT1eifZb5cHMeAcuMnb/XNAvKBPunNZrI0oqk680
u9QIDQgOXUQgSQ2wrrr+MGuHtmOJVffmZG8H7gvDOWoK5EO3NdOrgBEZyWWJUGDo17l9nMcvW+OJ
+ciTTyW2oGNR3C+lXysX2VDQVQcUnnjq8DHap6W6UQRSwQLWMSkYr230Bc6jlNOeKpiieVYNZJlf
qn0S5mM4vizNdxUdFmvbxqeieCyWHamenllcXVDYanzI05uJFDfpP/Ok5yE4Wc7LYO0mrq8kwsvy
YunPUXqTw1mNjvMqn+rfU3EkVFVSEZbnQUKQJU8orTaPrn6ddAKet2KweB/fF+3BlQErHOVS31xE
ENvUTAiut99JZFujPDtDHFg5HchqHrT017Dhm/09zuhi0aljSs2Npm5Fg4sGmVTIrawieyovxTwR
HHiQ9mOqjudB/6Rga5frLrh0RKfplVXGE3bLwlNuBuiKSd0Ry3VPtDpgPmdSBqhm9FeEulUL9pH4
WrKq2dy8TvlIjB/q1BdjXk+79DjRY5t333TxgQ7QsVoeCu03HuxNo7+lHAA65W5dkXoA0AWT+wR1
GI2/cqbOK5mJ+pwf0o6iMPj4VuN+49fXulei9juatKV7w3HBLBBtl6z3ZkYN6u5sinlq8aSLfJuM
3aOM6PNdTE6ZyG/Dj8lC1T++hPUlDy0q5KpNBUi1WH9DV/hL/DTWX2FMxi+az5TzoAKubBU/UR86
17otbnbu62g7mlxVUbEhFh5/h+6Na2eijnpRcOJJ/aXJeZqr/GjI6Ns0oKfS32YoIR7Q9KOd4Sps
fVseB2Kh4LE5c2nhBVwu+StLhCyhpK0b2Chtn4bh3ax3on8Iqx+UFpzY4bYtfwzYdKpu4Df/KicQ
kmCPMKTcKmUFbw6xLbeD9tPgCg/dst4Ikq4l8p8auFPFuLPRV8Gv8q6k06Eq5QFdyQrqR39tuHOc
vYbYTXGSzTxxkcXPs069UdUGQH7nngC/nb1Y6O3/asfxx/a1F8arnjVfiyo2udp5pvHTFH+xZZ8s
SqwjwmuL/H1sE1Zz5G9QfhDLy7AXza1WuHjj18R9iXUtkC2i3+XfhAgkfC7nP7cZKT38drUPSaOP
5CeO9+ZyKDHCzKyHufiMloto/XRR94M9nKV4HputSBhSCHBOlY0G/8uqo7Y/aXmSzZdl3JtqNY9B
zJyaaptrD9Kmp+lg2SQBUBphOZRskujJcCjKZCcHIF1Efrp679uTNE8tHLiIfwrD8ibg4l456NCi
NRBuqr3YOP0VbYckdKOyRBGbSocV3zx2FmQAXrKuYkA28nUy6LOW/cbI75Pzk6jmv4Xqa7OgSt68
VsYzctZNUk0gPr+c8WZ4bZWTZh+KdCcz13P42eDIreXRtf5kj/NluuUtbZlvox1SEsNphE/pqPAU
wQ7QSH6GbTas3zKq0ZA+Q40kyNxwthB1nOZ/6nRRm2cLFWt5JpYEzoIHWr2KGo3Xvl17zZ1T3bH0
WOeh+DNgkyP6x1uQquRZSKglqp/r5haKl2y0vGG+9k0It89Y9qYh85oJu7UB1dn2eAC68GJTelWV
T8VAG9iT0z6O824gOqZ0PHBf8PKjlfMH6lvbfeisLqZ76hL1UAFjZDMTEFbEIn8NFethSkjLOWEa
3HTLY26fCvGeUuG8zIjSxYLEcnyI6ZEaqOYkeWjBoGcAqxbs0jFznZr+DahSa7mP6ktasJpX7Lfc
3mX549KAncOEJdouH7aGHuOwvCJw8psU+0hU72XyOlQzvocWpvo7Gb9cbMsxEgPFeC/1f0077GJj
9g31QJkzAi6e48WRd6nIfUPBjqgmX6P1rG/JHVGG7TJGvqAu1DRL1qvxn4mub1YzMsrlGdvXEZyB
Rs+leKUN3Fs4qVFcZ8fQBdVXnCuWQm/JynNezZDj+CABeuhpT2ZKFykjJfyez8Nu2XYy1IBmezNI
MJaagl+uoRiUbMzG9LJI/XNa9Ef6FFBZ9uFGuItAYUtXUiFW7lBRHO1+3vckLKmriMncDIjncZeg
rDGRTy/fWqhTkRl61LSxe7k7o+uDRFtLvgeaPs19M/Oy2/N4cKroXU7Vu2kqe3cZAkeo56rKtk69
eOBgGzHnN5DMwBimI+j+h8WAKNzhOBrp3cwmfxznbVLHzUa3K6LRBVUI6qF3lHORRafYULa0hYY0
ww2/rSK2spgeo1mFtYecGnVvsbpDx1uTuIQUFcYHMhdmCUrouY3bTZIpHnnXT6aN3CsWh9JoPqfM
EYFekbnp5u5R48JFCe6p0tg0ihEsNM159Hbh//ubi3vfPQlzYEReyo3urmtc/g4VdBuTbKtNeAns
+biQAYP07Za7cEKGu6MmF1aSVnutu5QFVF4JIy/b/RSGNz0ZCBKms0Au3VUuxYkCZT+DwQtV3R+B
lZ04OTkc0JtoCW/IBy8T6dRlZL3pdb8ZuDT7TMcKiAhHj05GlPtyTl80guUnfXnpli5w+TMqUkg5
R547pYHJwdGEKi/SghpHoUbU9TMSwRVLO3dVsTc63lP0kwRvea1jB9CUH43i7LNqvLTa5FUYMDv1
c2Uwtcqf14YPVduLdnoEh3wbB3k0s9A3FuqXtCjbEPrL2rMutGPFbNcByBOF5cwVCl7zQZU/MrR2
rq7sE+6TWLUCC3q5YFEU0AVo3UkW4woWvL3EQp1i2mKLDJNcL7SboQ6BsAcscZQwmZ2PlMyL43bf
dL2fRP1OqpOXjDVUlkY733yw9coX+AONbH1/+Nm5mJE3/7pmSKelfey0xSfr/CoqJrZBH58G0KPe
rreRAhinAvlM1uTnwO9gUr/q7D4mxHB71hDzS4n8t634vp0iQIwEyuQy/6AwMxghl1X23ZvhHNDI
g5IGocfYp4dszH23zQ+qWmL/THfNVH7AIOd+uMQUntI+3LaQMKvAUC9pQJwwPtjjRLdTuIUiNgNJ
bmWcRjQQVjk0O7eBYC/VRXLKnPFAr9wuHKbZN4mf6kAh8qk+VRFnubO8mMhch56BuKFN0Xc4Apph
4Ul0gQFVtT0hJjpkM4WceP1CN2Yhadcd+4BMSLLWtVdyRZ7sll+8nB6KGFYmxaBQtNFbw8NLdSVx
zvJeGjZFF2ZRU/6ZPhn9azaw5XW45jWBdZCPkyOjqZ+sPvtIZ4Hwb/bQQO6nIqLCk8lK1ox1OEZR
O5YozAp/gk4KtfzcwoPVPUcy0w+PR8r90cj6gYrcTRfzUmil5yB5QK2KrRsF+MIpHyY67TQ9lhMG
DBYcq42PZdhvUjRBZQWPje1BMKhVrMVtxUVEOQCqa1D5OohbZ6+DrFLAFaTDFGS9vdEzY0dzp69b
5ZUx84gNmE2LobhXvIgweEfH3d4KzERYMW1ckkkJEGYmNUccR/Gc0tCc49jqm6ObDptq3dliLQJC
7PYmU28riz+rw4pXGMu7NkK0DfNlYDNcwGNrG4mzQyWSGkPP07dWcmIKzEWlzID0dGyAtP9ddNdB
VNsEU1idOhbCrso9TRm3nAyHVXg+d62vI8Rzx/y1lulRTqnqIY59WGJSRXuzeKwsNIkoJtgMsbal
ZvneYVdjX4NhMRDAppp6aQZQcocfNEcsxV0CMctIZvH2xTt8W8GYwvkufIsgohiY/DCcPPL0t0Zo
b6RwUA7kXpYLPGa1H43owG2w+Kym+XzEsMr3OaNnSsZ03HQoHr1WQb++hEFN5ny+jIUnFAtcIy18
gXW5blWuXaxFseMjz/Kiad3XG88oy7PqYEPWOFmqrkSZpNPhLn4MnCbenJlebEL2qw4yaa5SNdMw
HmLn77rfikG85udVlpEvtD5Nog3CRQ0McL1aMy4amH8z82FEQ6dvolanCnt5NlJjj5R7RxfuEw1t
d/jgS82HM0xiJ5VgcivA0HTcU519iHqxw07lYzQLoOTuas+oCgPpYB0kxvZOfuRHPSIIdeD8NHVh
4cCVIWI4Y9d3OoZyZrhYKo+uwfo2loeeiX2TpPPkWxM9PC3HZIsXWrd37vTP5PYaan413JMdgtxN
WA2F3wu8DvxXjQCGpGcUNqMFobv5Pc/qAXX9F88eByzmYhOpcW/377llbY08fRgB6Pophg4ucYBF
p6Rtdhj94XZ6T0zZg2lWB03il6uGnS7SR8zhAKHwslD2B1XoB810/xqRqAiL8OLE5VNFO89Krhuq
CybDSzG5/UFClBeheavIp8Ffz0/ZFTtpIC00OJAs+31WQOD7zibLUfkY0Q16IdGImJgm+CD+wlKH
UXLfsjo8LxL/2thHGPKjZ7ecLn0usRai9Ldq+orkzEdkDNUObBk+I8FHqFzJN4db4HIwcS6isl6Z
FIWgASyQ01jtQzBgPc3okRkQ8Fg2nRBYuxFs5pIRulePNLPCAYQ1UQ0W4u0WajWI+2kbGqjUQpZU
3V32q05ztrtLrLs74r9PtpzlHm7tx5mMrZWk5wmUsTD1oI7EmxoNWxm25nUcK+BDh5iLymWncXwb
NjkUVDEPdMrYjeNH6+pYzOzymFZV1gnRdtcmD9nAtbNRJ3+V4fy6znJp6cip62Zrmh1zYXkc6dyO
yRGd9PhoUeG8Kl+Yef3ZQX22gkBgSgIgRtNbMJNp2RhWFOgGyHulcGM7ALkAlNF6GSqYbRLWVbOd
ERr1LB9ZzCg3kt0kyNIomihAzrCddBfHR17uIOy3Qw7j2uE2L6e2OpgxgY3ELTSTxdBtAq+Qp7AY
gOH9sLPzEkGlRF+eliapiOTQPCoz5v0Un921qgV9PP/3uxvq3eUFrfOi9cLYWfmhQb9rTlU723wp
+l2RxPg9h9z5Tjvnn9qq7pUUUsgHjaqS18WAv9Ktc9eldvtSofh4Izcq340zt8FoSXTQAmWQQS/Q
PrSpB940VfaVpkb+UAkkX2iG6GvaDbHTH1pdgygwZ4Vtx3qXg9mcpjb+XrJO7jAfJjjKS4E5rs0K
RrLwwdE0DKDREvNMG7GO+A4gTyfKQnVe67rV33H7OzfdnIvMk1Or70wwbU9xwninlSAO2RCmx0G3
jrWLZctscVsv+qht8kRJ91OFjyiJwJG6xcTyhjlzDwXbB01mo1bqEOhNAs9xj1kS2RAWJrxqHdj9
L+XVSGpT6nwNx9a/JmTvoP8I4KO6h+RLo/DYJSz1RSYnzKquDueEy/oRFVp8SFsMBWAkSQMa26TP
MpPtvegslPvQ1dND4oIfa65ByIuON+eektPhkG8SjbexTuxvUVjEmMyyuLeTE77wc9RnzTJDGqI7
xULpND/B+W+jqLZ8e7bJgOiokO5plgWVGsbi29GWZStTvj01J98DK9KXnJQxQhXVAe4MpBFgsPTT
3ELtzkjVcXzO8d1e+uovW3p23IRPjlh7Xbiorm2SSDAU6/NzhkoiGKX6VEzjT6226bG0tEth5SR3
xDbzYFpmtDOu923v4EK2SF+5uUlt48Dr3e3Sjto7vLP7jBx5eiUHhrK9KiMUAqfnqe3aYRtROH1S
XSFf+k6HA3aLBROYjYkHQdadZ8W8lcQUBJWqNz8q4shds0zDvoQzpetDoCRP0xBehzRARvTRUH5E
h1jfVeSzEWEvclxyv7UM465M2DJwFPz/EpTEV3DIZWmDx7lR+dfr8TtTiU5ZY6H3xmw8JU6j76wR
IQmTTJ0pR0QrKlB1B3xtRQVHlgZEDDqYv+K1XWWfS2lt3aRIzshjdF/XISxqzKtMZ2U/HQa9QP0h
pHwZpgFThuuACKpu9aJWKsPqoHBiZ7ha1E2emhjpUjzyaBg7E2WI1e+qlfSpR9f+5yZtHqzeL6ID
hgZ7Yka9D7914ue1NQFrRMzXSex4dEaOwLccRiUp8E/8ExxWOkR4pRbyqksylzfE6EBJiwiDHTDD
rhuSX8rcEpTNIyBRmbn4FBposJgkL8iP+polecVPoxmdQ5+SWvt5MXMBdwRDzDF6WwdwNE3l/KDQ
RJ8Apx9lMtJC365xU/TXpTZzhu3W+7rKvo1weS6yCQvLZUjEzYkpVcCvSXqHO80o/lDY7KO24mDX
66eUqYq+6ZiDtVgt01ZolfdsMhyuJ6od2U/N8CB1aAW0Y9aLMkkwzqWgCy3kk85CF1tIJ+ZbbxdU
rFeDg1wXwMGfdOVjcFloJdPwezZrFa5LfTiML4QNxMOWH709JN3ScBiAxjIfysov6GkPgUmiH8ON
PplWlos2ldV7Dkxkzi9RTlogM3pMBkdI/MG8wI3hR+W4K8Lwr1Wb/FGVTvjbz0KL4MbD5GCHzkPI
jfg0jmZ7MhXkhYVC3TuFCS6ny3p65IsWTFbidSGRbQy4poMdNW+74UC8JAR/ZAKMMAOllqfGo6vR
XyaFDLo2J/YAJ2y9N/ASedQ9AbjO0QxfkjZqiz0X4DWddDSPwFheuUTxlq81OihJE9P2zTVtpBoP
4KJo1mkk/QH1E3vDOW/fi/Z9i3fEH0mUuzQmKmKdaW1xQnjagSIzRVDQnvUKI7RolndlgfU2R8Xg
mbA+54mnpdeTYCBxCU0sKwzlZyHAvoKevQXwqo3uc1xTTEiS67ymNcNdR1IUUFDabOXckTXSOCED
yKgVDOLIr/pEG6lEzBn0aBtmZMfaR1ufSsZVHAqMuQh/ePPVbIs6lndIFhiJoLw3rZ5wNckQGo22
Ul9GKltNwcwcKfbXgunBz1UZMeNSF8pM54JZhbhBZJ+XXp3MRBqt8sDQxY2L5q7xuriN0DCIe4Rp
JPLiGumEbHucIlmZVnSLh2HrD0t9qcf+V6V9angUzGioEcL01o5GfuhaE9oIo5IJrh5fjR7VNHZF
ffwruNhJBzP0f6Vj/wBquUE9FixbzP6Z54bwgG40HAf7HzJeZAZFQ9y1qugKKluatrjfi7eysfQ7
9gb5TmiQ6o2rZn509M++r1IjSPJRYwzsCSmLCEA7QCH0B2dBeGPSQXRrVgFkqgNZ2Ww6gd1jEs0j
7mR8WTiWzc69NbmOmLHTTnk2dasPqUZmmTRAOELBYlPn786SE+Pj1F/ssRJ5UpTVvPrMKUMbdroH
VUBsk5PG2YVMgxaOtna8uO2yh3oRf6FM1knXmr7R+f7UMzqoqbEfXKFMlzAO8fNqLnuTrTZDHxB+
Z0bEOIiOZwOXFaAVMP80iZU/dxV1b1Sp9hVOYX0k24V+tNktblgorXMhyXnYjO4Yw4jqk/VaoIcN
iAUAScgUVbnoMRpIZ0zUNXyILWYCzVi03HVPlRCpe08iF/baVCbeOAHkr8CaCCJcosn9aHqkm2Ra
iK1lJQ8ROHcjNS/S38OexQLYJaxiyILJ1X+z3HokPeyxMSVwYT3cjFE5l23WvIahlaJ+aIAI5GBw
76USTqQbfgq9U2GRzZexj2HE7OKVxs74YsaRfLHYSNjqJ6BbA7f6HLr3ua4ecVY95w72KRPLJBc6
J+lmaZq3noTla5EyC5pCIfkoIYQnM6vxozFQqH7jxnlecAgWD2qdvzbRahObbQiuclQ02mAZk9ZU
pcJr5AJV4HBbOGAVm2Lo//Ky+FXNtASeQikkLEjphswq3pU0koNXGwpxDSqPabjTklAG1G2byPkN
Ru+xxz09MKF6TaOUO5HIT4uAkx25G+5p7qO1ntRFzmCmZLy1MVDizL7kEexFylpn6HtpVIj3k8Gt
NH9KC0ODdTU1aijT7k8x7CLIs4EQhwXxdb7Y3wnY3Lasko+6LvGTzKxCda4sm5Q4F0/O/5F2Jr2N
I9u2/isPb04gSAaDwakaSpZkW+7tnBBOp5N93/PXv0/3TrJ8Ei68e2twUMApiJYYDO5Ye61vuzVy
wkL3Q0PH2BZzlH9UucjfQapdDN0pOuVWNvTQ6vRioaoas79RsmLjtmaaknbvVvemlZgc9kXEyACh
k0dUDg6ivMZwKbQqpBEQDfX+EsNJ/SAykFkTPZlXZVKM1O2B5aR+3zl8jxDH+DNHEnXVVOT3hs7E
Q7iYifJhP/QYf5hYtwoWuZzNcOw/Mp7vdGto42XIjB9LMbk7YHOFz+Q4EFPu4HwOdtaX68Iab8eh
HZ4d08MGrVr8UhdKcZ4yuohTY/tIV/dRkJPcZIHhEkqyOr/O6O5TiUfkHMQzPC1vurLmYMHboz8H
zVuC84+7HXIO1H4NxOnKdhZSwJme89t2RpKrXa/lP3I4UAF9ptESJNdR2t4tDRE/ijmLyiyt5V0e
FbQp8lnQPqV4WqUFRFgS0HgGPG5MNOBHitvORVapn2Y16juDOfP+EA35MVC9taWyqZE/GZOoHaZP
rlwZeX4deM1neoG54UahYhxc49zDofoFUGs6dVIOR9tqm6uQ+n2DGoRy6XXuXslFboxcdBxPRH/i
OSvXmWTBwdIa9wqT0vXgqfoq1rG+ypoGuVwmJFjHrkRJY2YNhKPithnZX/IBzQ310r7oyMSOGvAl
KHwGZs/L7gEbaniFgKPWqds7N2Vh1W+paNtD3XjpXTslwbVlD8mLACdDitfo12Maz/4wp7Si4GAd
XFocVIe9jEihNPNBOuKDgTJ4eWy9EiWTAvPEM64GMud7GVr91kEwWyeuXe1RTfAwWII9XfOnBZFt
HcYiVu+9AP3LZJxxY8E72AgjeUr/2+aFXZAoAwE+Rsn22yk2kN08M/DNwfxc+u5VzSTvRSLmHxo1
52hPRLhpzpcHpjmmD4vAXyeyaTph61bdmnwKreg2f1ycGGCMQraUBpYyQyU/K9lQJlF5rVqvk7/d
zuHBpJZeR/Yw3xPkstYTvasVaTNzRX8f2TU/xN58YQ4Z1XpK44tvfch4AyxjtG1JAcAGoj7rAvJD
bViZvp48cyME3da+nas9aWo8D1hdcqfbsgXA/wgq99gwHOb3aJFybqeeo1IXG4sfU4T/SqUYzzP8
8U0Z1ZwBYP2c+sk8Z0J+QjhrV03U0bSi0PWoHFIFn+0CwJlcKJpTVRsPlZs6m1RNZGZiY6JNj0df
vau+ip6pNrzX0eJFnojYafYkJMeXJpfJriRXQ96PRDHiUF2+LC5psQLnxKaFY+r3g6l+x+peluk+
UM54V2dgJv08pGNYeSEvDGtuDrVtJOABhEH0kpIbDlv2KsdabDlPYtdknm78wvDrmVMIkcg1btVq
Reup2TAswDoqo0BgibA8UXRz/kZEORRG8QaWL92MVvuYtcaL6TGqGGv1cIJu1TzhhG5v6E7bhBBD
5CwzDY4emT6ig3X4gZ7jUMeQVNFV0HzUMzQRq2dh95wk38pyEahZI6LL0jgn1lflJ7X9mdWNQ5Cg
z/dRLhfEz4xc5w381c49zCUxPsczC3ZY3Z56NzQR4a342ODrOkAGGXf5oEasTknxmHcES91sntZN
MiNDidkaKH7JNQXrWltZ4luBlRAEzVNMHogvQ+Y3+UjngEE0+iZskxG92rSPtSQGOefBvF9wyD9I
GqkY8dvMZ5A405CJIZwYcEGvM1HlxvIMk9meHrRUePHbbKmMzeK6o4vsJDDBN3Nlr1ytwDqlwsF+
O+uXLkagTy07TDeFvTzbi01fCeiUjYoahPhAZ1xKVVCl+84033PSfFBaCFuv2npe6IcmVfO6pHGP
vd4qcRTkU2StraoHq8PshLM2mwEt3pI3UYJYFQjgTdOAc2bqadFBA1u2edQ2u2QML1fwntwu635a
JjJc2xITsLCibegj5Ouul942X9Ls1+IFzSmtkgDuXJCNat3atAcbV5m3i6w0Ae/G8asu0duMc9wh
r6KOhiB9qlYVlAsRw8UYRe3d1cLpgf90jJM0kPFGPHxzDDx1WrLlCVxvuV/K0TybtqHWnk66Mxn8
wq+sJV/PrTntaQyk60rJ4Gc2UIIgX1JALLbYkYfF09Gy28dJDK6rwEYXQEDcZbo0ibojuJMjx8al
tck0bIcqrh3fx6StbpMidz6ACQB9c1D4c+CQC38yDcBlqo1d1LrRWlFDbJqJ/qqazPyaIDJ+BpsB
Zys4iBXSAZiZlHmQfjGbMYH2MNh0rgqf7IQmHe8Pw34WjZFfOV7VHjvnsqJ4S+xQ8miStyL3mZNm
nnkeLk0pxM48QiiFmsZk4CH34An1P9yQW90uxXhRebOtKeLoZXJncchF3zzmfTXjHHJyXJcq5Qxk
0DrNpDAwdUYV4FQ4yQzRg+2x0CdLi+aHGcX1r3HOpwck+n5P0iQ91mFe3RTD9CGUCm+oKnLWFQ5n
r6lrUlNLsfdUNZ6XqlBH0sGA9uhMblTngJuxw4I4IYm5QbPDVw1tkHKobU5CtOy8GCks7kJzk5Ut
aZ0acDBOv2XEnwxkGYDxqluKeTWDd/DDlofNRMnfmI2gzkzDywJmS5tnRI2O0M3ymoa9fGojCjdm
q4NyGzoFJVJ7fubIfC/Qs1ZV772qLLrMb2li+BxKIGAwD3jDsLDqaZpSXlKULfSIoMEQqp92Etji
7wh32Sorx2AvcsKkTo41b4D1QW+AQ44ZM49SqpRE+uTFPg0ze9ePQF1BJJW3lx1s5RLCXBW8ebdM
8aGJN5QArPrmxyww7MZOcBMoou3BXCSbBvwUhpbod0z9ulLm9DoPeI6bJrD30Zg9UTV1ay2Mh8ym
gFvlo6xfQiWmG68OxWkp4l+Swdj8kToMb0qdCn+aRta3F41nTpDSZ8x0+1pXGeK1tPHOVSYdsCj+
zBdN3zju+ueKd8nGYor2lZilcRUGsiW8HNEcEhLqnuvmB2B/eEuiJbTo2hGbxOSqxU/Os8hKtoGB
Zepsa2uwPtaRooCrpal2uuRUPNrm8BwmRXCj2745lXExbDklYfYb8/iBfgdp8gbTcAzsOFotpKRW
SxP/9PK4PA5lkx1xa/Cng1NCBwhxT5d9Z56ytEJvgeJL9RHCPqQ6kNkDnDJ73y+FeUeDCNt3W2BS
GwguYOS53IfQTChEls5pUWFr+4cziuKGNQd+IYo+AWrgZ4vt8tYNbBwTcWktv+O4szetjaKK8hFx
4CFo41SGtdKyeKEw9DaBzu3tRCZ7N9QMZw/rhvarW6K5W0W95u4WADZaG56jZR0XgfHGjrAkY+vE
IdaVRDBwLa0mgFo7a+nuMzQVJJL8YerlOevDaiuAdu+Ag4p39+IzBwLmXZ4eSkjpNPh2HXGtBuOn
mY2NH7dyqoHDVs02SczhAItkZMRk8k7mOljnucDgazE7h7kdwmfA1HyMFonWMMAvgkg3+HVvCY5g
IHXdPnqHdJP7Ia4LEGjpdCqLkoNG5+FzMjgKbCJZUdcLDBaesvJdvLTuNpyzpvNxq9Gz5pixtpXB
SdLC1qWbiQ7n1B09IrPzSc8FcK9AetFl60/PEa2An0xHeEK5Mu+SdrTUsSpLK79Lsw7+OV1VzP40
49q9Bers02y76C5WWp+DCINxw/Dw2xgACxiboAl4H6UJ4nkylyVudqy8pJE4f0UXv3mf1BSYnHCq
Q1BM0a2piQgWKMuQTeByWVX2KSI6r4jaZPzod9M6hzAJnEA+18GFRwXGZEdUlqS/CsWx8jzkmwqG
qgoXuZ2p0neGRTyoNRFx8dSqjbTD9wy/5dWizOYUtU64SZoZiGXPBM6RbXmdTp46DgUj0N2peAmz
1vZDj+BvbqH7GfCjfUuXwWNTLqQ6psLdOKByfWseLxZN7msuy7ck1JiFtcGCHnimbLP9xfGWZuti
6a1p1Nhz87b9YQ2dx8MtLmEF/Pk8IMCLxnYg1EHd40hk5CyAkjoRCGE6gZfF1w7qOkVs7gJ4CumX
PNrk5Idtu8TzK0GPdu21BJ/BLw6rQF1w5+ZM2QczJaM5SJUzZillZDcmB8+eoCQX/UNRI0P1GcWr
Oxp0iIFH7S130KdRkhVYAQakR1eXLasmCa2Jxncj1HzMYwvW7DAlj0GV/2IHBoNeqEu7qEzu+zmY
Hpy8L9mWmDW31i7OcRVZrzMUtpOc5pQiHw+QR+UOpDKKn4o6geS/4PEI3CnyI4GsL1Ug8H4sdrnD
o0CVr73P0M3fO46b27wz493CbIVjNdXphnnYFHpMIGV9gMLj3RdjGkB5FE8hcIqVO2P9FRC3id4s
4caelKlXCd2GTVgvMeqyYXfIqnVuroXNT9YtrvVA0tO8t/MEQ4jN5yTxD8QDj2N1PmyyMaAkADqE
y7UM9gtRA7zAOOumCh3PCOh8JAOtXsF4uoW2HLMymuhHZij6B2hme8uYmoPHSL4NPgz81QXsxwMD
LDveq0Y3cWuoaeEapqfJgPIeDa3j8yNF/ux4n4aKMIjXoXfM7IZDN88M6PFq4QweG0i5Xtbw3g+A
iocByVWIUFF3SHSZb4q4DHcmhzB/ngdEzCm8cEHATtBmTmqg3mG7lXZb7hKdOA+jrbKHOQ4BLLhV
cuFW2CunJXkZjvR8ekoU13JbP2qst6F1ndsZGK3f2yYR5EDy4rKlP8qrwPoEKzpsxNArEHwqNB/C
KWqfTZ3i1CTog4redghJLd+qNbBGiK5vDo00kkepKZKtzlZIJn2/bQpsZ2WcdW8TpMn7sgshfPIC
f9cxCdZ04JgIZhx66YhrIJWtBYwX1uKisf8Vg7J3dAWojBvgkpB+JnqCyXQHc9o8GMrp3oPacS6c
MYatDiZ8EEOn7drMql/IDPbn0Jvs53TltspKOD9rUA6LkWLrIFNAQkaqVcCR0zf7KH9XWWpv+3Hq
XoueUwVQEorsUX+YACDXfRTYPjUEzhftNIj17dTfRbUbH8se7dTEwjbZwyXqYhOm6oWZvmka/Rze
8TB0c22c60jnt5lW9Z2FooWuii5sm5Lkj1pwZ06zwjSfxkxtALlPPGR0C1/bnANpwvWMvBjdTSSs
5cZzqCWIDyL40FjB6sQMsTGhRgN71Vtofsn0ieu82Gujc33SxfMOGmGzH2qGEAhcW++ZNY4LhmzZ
7kt2jI1cWvZTOaWnmZAyFlkzWLcJQPugZn59lqFo2rg+rjk4g5odSeaAqWL3K81Pah+qNCe7vIeb
5tAaVBRLWBZb2JGj6bfamu4DjScX3lp0NsmdA/OH3XbV24mmNehEe6N0+11QLx1ADnd+bxgn4ZOa
Z78ADsj2T7aVnkH3nEUzPC2ZK3oCl8wJ9cHepOH0OHVYysUolmvBGxQihJI72LBAhAXv39G0jBsm
Fg4+Zy9rPzZd9LOoTOPKDpJ0vZTTz8ExFYs6j38XwPfwQU6tbyZj5Y9mKn0HtWvrYEFDc7KBYEoq
3JwJAr5kiAduVWemFjdbuctm9MYktnYTKO/VbBPXHkKH9k8SdNvFbl18p0zZKLtBvTbViFZ32Wxn
Qn5Xg20EBz2hhK/iqfmRGlL/kHNDT7FUVXkFLLjZKMvhfsASCMO3vMeRiJuu2NKMCPZuQhYnYLDK
thBlciQkZOzTKEy2cdgbbK5hsbVn7Mq1pX930oAKdeGBofSA8IlSuCYmTJ1uqREN4W/wr6gM9Dxb
4z4UJTOZ51jfT0CsIC/AJiGQgn+hd8yrIKWTNypL39Hf4XWn1RulhXVigIBxVPAFqVIQJNY2KOYN
yeFP+nQXWxXzk9excAEwtSXjPtK0BwSZeslV5uDqzgCpKe94QfqQlE6yV7cw4DGWQXVXDCRyIm8x
j0ZaVS9OD3pGEUTb9iynW5sa6JAABVg3CqdKliThtUtf6jSy9HlJdSN+CFICRcp4r6GEHxg5P+kS
2WdS6B+YANHmlincDaPqNnVoq53H+e/A2ArzqK259Xn/VrtsYfNLmsIjAJqPmJll7Mdp673Rk2OQ
34WlzABMDKaKSReMkGzXcYNmwgJcgzBDMMnxWFYQRFY0YpKfqK9wkQgHXFMjsh5tQRrNoGE4lSVe
TAOKJTBteSnl3EdIASQmYAettQcGkbBLdEmpz9EuUmNOwc4o6EQZH7zkYwljjI1pTBbpJ4EbnnC/
4g9c0EkNO8Fwa5bSt0T+gvYVbmtExfU8WAYVpxEfUfGi7Wygs3d5JX4vkffUEIV5UpnBIxVAqL5z
+0lcEzZufKocZoIQgSNZb7vrALYxYAt8fp7r6E2zhMUpyidnH1pYTkLICg2sD5dO7A1tSP1ihuCl
OZYMR0uwOpZyYRJ4soD2ikgRFiK8h0yyX2aX0Iqq6doVU04NNmfoYOQaLaPIdmlO1JrSgOxAa4ht
mwEJjlwxrktRiCvEXigVWVwdhcs+tPYuA3rscXZvDYFTqEMSggbGA56W7i6vquW2XVRwb2atOMHp
XtaxiT7gqbjce7Qy9thvAR2YlDN+bkEOmOLiuS1omLPhRlc2LEUX4/9M1VxBt1xNunM3IzNttnZR
xy+ymJkcgm6IjxMt/6ANx37B9uT47aWqGIah2nUWAjRSmDwu5Mr3CUwuP5/w1sbxAH9jxFA8ybx8
TmO3uDcccricmWd8XAjgaVY9evNk+ewS8ODowOy7VLh3WWSUPn4O9xmjJ2CPTNOWwqJA37M0ibPS
qJmyHhQ9UGaf4cPopRNN042+tIjU4tkLQNcUS3Nh1ng9Wg/dWXe8GzCYMlyhEsaTTHPgFVnUPBn5
BCWLhuEN+Gh+4q7K7+C+A+mQoCTbpWo3gTNW4MIFEnzaZKcgq5bHkgLs5ETxeQZesUmK/pNNhTOy
x5RBYv/zLmASCoARqlwH989KUSgyYQOlGQ4bosRISC8bripogacgR7ZpakRJfkyMyJNt4i7uxA4A
92ukeS2sij4CeowvLMiGSmxcJ/0N/LNkucIrIDxaY1jC1Aumw7ybwvGdsMmPFtzF1bhE83OHXr6h
OTv4cwjELi46j4ogUte018pdGwwcTUhPQ1hgvk7I1KT/MmqRmobN5iFarIHMeKs0pcOYV6pc262q
4Q3zCmqmXH+kYCBPtY5pJA7Us0Is0TWHuprTCV64+0qn+U4PntwEM/rQaML+qAY7ecD9N65HtjWK
ZWw/Q6knEJ3omG0R4xAvA/c0WRX52fS01HetAH8C9l+8OVXv/IytC0rLJSqk4K+skylur81gdNeq
T2e/WALla+E1L8nYoiW4HI0hkEOPd6LphAHd/ODhJ4PaiomGYTG9gViX10AceY9yGiO5Qy86K7z8
hJ00p6gqKTyY+/LBDkyxBZKE0IbwdhG49GOaQdmwJhuMUhMCkgpQUpI0iH2zjodVWF+gl4A5S1ZS
Wl51NlLWUPXPMW6vF0G9hi2X7Kk7oFatvIDhRUnVR080hgMq8iy9H5lCcucFuHDJq3evuL4tH/Ia
5xEl8d3wP8nz6Npy72CPuKp7xMp1ilKDMz7LsMfGgPVPdVrU6CV1fsVOtTxZdmUcLJr4u6zu2V4o
VExm4lBHSk6GiUsOLxDvMGteWhHe9ZDeQf8jLmXeUzU+lS6inomCc1tPrj4yjpSit1s4mjIag6VS
lh+JOWXbNEzL60S5l0B5V+A9XkpxZeU9QxcQane2lcaP1iUhJlwzOiGWpZ+5TUda4CK7ESXeUxq4
09brpuw4DXN5XqZc+gbj0XxALQwyUOlzbNh1uW73SckgGJBxHhqtRlpnisrGCaEo73O9tfE/yqso
vybOCqCkD2iOVJ1F5CNBhNCQfy6olO45Hi64DQ3mtBlzrCVYP2kB4Oyb7HiBwd+UW3aSeNsxVoJL
MBWDtSA2s9FXftHYDdb7Mlg+gjKTLIGLu6OI60PYhgnOVwNuu7g0ihIt75xlsbczhKaNJztvp21u
l2oAFIgAxhe8n2e0ZfHOFCRnr5LyXtRt7aP1/reBjuw2ZOaVOXkMRUqnNz3q6prYU/TBm226xheC
awcwaI5GScKqZ44ArKc+PyMIzy9DyV5AF5bp6Zn7VNdTs2pcPmQwgw97Ma2aCTkc7WBP4ySQ88vM
EXzl2FN8Z9CP2S22BdUg61gtPGjHpOdnAA3PhBZyKT2Ph4RneBnJggRVHUPs9atYUV4xGWbbt8G2
IEo7WgDw6g7gr4eOue7cM9zi+qmUYHlWURiFR29K5QE3X7VR80znU9jzdZ0AtQ+wvt+YBRoZA/+y
Xdh7LJjB9bAE0X+nHciAjtlrTjWK85lmRrwG5f6TGEu4hRsdnlVUm/tpACSX0EDEV2TlB6RV4ri5
Ve4GG8xc0Dfh7VSrD+j0xcEsB7K+9qjB7l866pzYbhhHxbaMvZz9goO6OZXBvVI4JkO3AphawHVM
6WQigTR0jTjunCeXuEFsIjvYIzCiLqn0TTO0vD49eSnPiIEkk0hRDLlrsyDPlKZzsmexG1tmSsb7
WGOt4tRmXXDPxb7ncVy1BZvV2HnxJooJpjhd1d47sw58dhRoMCGzmjAzGiRzAGZyXo15k+rqZ3gp
nIu6Hj61NfQfuepDP2M8GJQ5qCyREQw7hMviQQxzyAgZ2dHYgjubJPh0XFvMSNUwCAOcJsfOJYId
mCTdTAvWgGQicWw13bF1iQ44npyfGZplISwG8oAnh6i4Mt80eIkkQWmCfNg5cNy6CF535O0cIcob
UF4xGS0MHczCGzcM/erpDVaoaBnWYoNwtRmQN9NZxZiFIpjgP0Hz6bxMMEfRlIcKg76v7MG7qvOl
2hkmTpp+MZo9Dx7FdIvI3iVuvAmtXB8z/LEbqjp2o65/rbAV7lvcM/e1Xpjd2jNcEahC4qNDj1fg
Pnlc3ZZyfRb6KTDFvZs54yYpZ3laXOfVGhxo8hlv1a6gOYHjUt/35OtOaZdj7e5YH7WDWTsz+mhP
VyWB4cBIoNmTpGNrvFj0WHlIUEupuQwbfC39pmumY0WbMbUJ48Db5khDQLud25n9vi2PpkdwwO6J
j8LU7KFBFMUetpbACN4n+8Jx6nfqVaoc3KhwYdKsZwuUoruCtcXChRNk4Fvi6Jr/lLIRcAOjeu8k
RnzNurKvGOi2AJRaXHKFUcssv7L4RQlEYNbtqjeGJxEkHozeXZkcTLEsWiRPGiwgyHkczl3bZK/E
bzSlDfGklByNgR393ubhYgs05UYthFgG2ZC6ioP2pWma9k60zIAMa53uwnkyN0DXnA0O3Xea/7QD
QW6eSt47W9WFQNerFhgDge01vh53nyVwBezeY7OfrR/95Nanlu49mSNaP62JkTnD4L0amHC0Gc3x
nflqYkf4Xvs6l/0n043UwfQSukae+ADWl/sN1NV7b/TeI1fjbGsQDmic/cLga27p2nA+jbMWCQnW
m65G7CCyZ+TWoJD8RLlzJBWaSSwcbo0T+O5MQFAy6WsjmQ6+cz2md5WTVfLEV3a+7w07PFtOl99L
jot4yLsJwR5l+sCi+qg7+hNVXnJu0BEvomAQ29ESWEpbU6xc1yg2E5nelZwLQIWUb+tpIaOJLbDc
9iFvPtjWzOa4QIViL552SHcWbjp0GEScuWO0FjREz3HR8xh5seFWcAKPxLzVWfHbYtziBtZT9rOb
q/HOcXvjvR7Rh3LL7ggkyvuawvKGxhosKhFMP6j23rCaKbRWEjKMRp02TY9eNA64FZKk/MWX45FG
E1qhy2VgqulC6SpqD1Mm5apt6uYuYtvZRxW0TKbR0Jmgn2oVJNpx4TBjhQaGRToudZIbZ4k5QuTk
aWmiV2t3Yo7Kygrm4Ao3AGOhenfGVsw7TSyQaHqmfmCWwtHUus1y8LwB1nGk05cuQLDWFs2GNuXV
4IiRMa6QFNdZnGB1Rv0FlN+0WHPGN2ZToiinmQtrRIDxJ1QyTeWe9oyxTlPSkINpMzg9KzTpEnIV
YmQa0VIQpPQYDbXphs5mOnhLWL2ZGY5Aj/FIFOU2SVP9hBMoWddF7e6wt9AMAPJBnquPGBo5X5o3
tNDisqcIwHJPkkZgPXaN9uR0qqbrgNuGPoHkpNHPVbjVg/s79PohpEc6TZfzvgHYihgV0RpnU44z
HcQ6wLQMGxcKXaLm/qCwrIeUgkmYYuKv04YptEpTWdIgNV/wHr3UJwZO9rT9zfK1BRI+c9ByBpqt
DlRG4yL5xV6bvo09Li1LGVDPQRriXgudQ1uFSCpYNn6pcep/hwqOoQT4a2TVp0aZ3WHEqXZMjpsv
f13+m7iB3Aw27fzI4jmHHgFb8IIyFWzF61iD8s4jYEDisYaluSobepQ6k+OmViLdNbhzryTlFXMV
qd9WLS9ewnBuum8YCQXlFORZrAmz9J4FJThVzYk21vKsmJDwwH/LCIMuMrZ5Hxtb2Ucz+T7cSBgT
xS+jx5CJIlf/SpUdc15ILQ6pNT+NfYEiyIG2tLI1b/zCdo6uwsTXEmy54lg6kDRI2qu0R+OBKa+3
Fk07QCK2CzUkcQ6WmcYMEp18uyafXNEfBVw/DIb1TBObvKS09K5XrjrIgLKSdwVhJ9MOt1U+N9dg
xJ1ts+Q11AgGBbhNTNaNDS+fbHBBDh8SNFSTVXmBgqBQ40GL47Vseng2ysHRGYIu0uYQ7/DP0EUg
/04KsxkfkzHo3iygXTBWkZbuahuHGVOQnfVSBaCXbZZfEwN4YTjls6YV7rvBrUekgQLvMptELJhd
awMPjcMB9IQ6CImYyBj+z0uvtOjlj5BC4bUuSr7PkInTGBXOOcpRYw2c9/eiqkiuTZ5H7B5zK47I
BkHeoatL55s8FtZv1zHNoxqJUUIrf1v6i2fSgk4rYiLmnCL7bdfFb5J34iobUCrQ1ZFhibcABR0l
dBoMazE88B10OywSAkDbhdJqGBQgifBotppkkSjkvGuHWSQYYqbmmSOwuRvIi5OQZlrKoTZNHpVk
oCQ2k2lv8fbCE2tMNy7StthPNW5kppGlbnVXTkR7AyxVbEYIZJbV6JXOMp63SnPbciI2sedAwneK
/AVn+bPbKfabIWcGcsz8YeWlzSfoXuxOHH1bmLIq3Sz5DGaM6cUrryYtO0ds5cYEu6zjD10nteHc
L7iiMOXFzQszYqydrrLxIY0cxSuFZddadFHpni00ksHL6NiSR8vC186L28SqYve0U5GxpASUELdF
uVs6W3+UScdcTk1vIAywS30/jvyv49ttrSUhVOnyz//9P9UfE+KxvjFrOYZeDDENaKF6+f/9eMe2
bM9ybDo/jiXMf358L0PJcXsu74hGP4ZLtS7N+cf3l/jPgepcwvEo1G1LOVJ8GdqOyObSmR7KO3M5
zfqZ3JxKyS0Th/z+Opdf4p/j1PkSputZ/FS2YBL2P79KzPwKZ8694q5KbhEtZBVuHPblPn6riR1+
fy3zMtT+j4vZnmcJS0IS97ioYAjPPy9WO3mC6bREC/MeMsZaipz8a/GkqoOwf7XuNcMQx/rw/UW/
/JD/cU3rn9cMGWqgGa4Ynz3yyrU+WbWzartrx7v5/jpfltx/XMf+53VmHGLRRQwFeb4d9XM9/fr+
8/W//HaX6/+xpGXiuITg+B7o09ue+KNdQ68aPLAZBslPhidjLf+XG+b8yzUv//8f1wxnj4y728Vn
R+E/8hk5jr7x/df61zVxuX9/XIPwYC/inN8NmeMWj84G3vxda8cHF0EVE/C5EmLn8AeY4Ce+v/bl
GfqP5cg50XMcgefS+bL2i7osBZ2a+GwUIFiLU+j6ujin0UOQQIgNfpbz6fsL/vX3dKUpUbila9lf
1siYKysikxifdWj6Ze69X/DDZhl8fn+Zy1L4j+/l0omwQTLA2v6y5KeE2Wy6yOIzQywo4t9xPP/v
LvDle1TIHIsK0/jcgbOcRoWdIfz5/SX+utz/+A5flrs2kGNz7Gpnh26kHd/rRe/CoV6V3Z2ZPF+M
Td9f76/bxB/X+7LUidovIUCL+Fxbd0XwGGEtGD2/52j+/XX+em886SrbpCco5ZctMAqYpFNNQ3wG
Fkz6H8rj95//1yX2x+d/ufeG6GBZCj6/16Dx7s+MgPwffANbmMqmOiLJqL98gzbKWXY4L88YaxnQ
s6lE+y/P5d++w59X+PIdejTSKAUJcKYrwnGHGtyudsVw//0v9eXN918bti148k2heZXLLxvPAms6
QXCIzxj/VlbTb+fxjaFLKB4MjW+vvr/Y3277nxf7stWUipHvVsvFVK4JEd4aut/+D65ArSh5iyuo
/F9uS1dXWIu1is/DxRxEWAQDxv/uCl9uS4WOiwTlxOdHb3lK3OfvP/1vDyCCqeNo7ZIq1F8KHnLl
VRR2S3xuV6Wxx4bpAs4b/uU2/G1XsWHIUVLZnrbcLxvXIhkXOzHb6Bznn1XO5shhpiovp4PHCEal
nZy//1J/XWMakQdsM7y7r087ttwxdkeuN7OwgvpHBYkx0a+lKXezevv+Wn9dYppKUUvtOsL8sgDK
frSdCQfjuTZfu2M///r+4/96fzwpBaQLj0//8tPVgW1kZEejsxqdLd6wzSIB/ZPPrcd/udLfbpJk
b9HKcjXBta9Xmq2GKA4VARrpuh3hKhjXBQ67Bv6OIMWAh+T7r/a3X05KbpEQ0nLhKvyzBOlnPdR1
UMTnksmlYCnX33+89dcv5PBIup6Slu1eyuI/ShxiMkHAiGtaDDOJpZmWyzYLF3PFFjtsmYuxIGiG
kOVE8mLaS/ljKDjioQGC2VpGbN7hcIG2d+ZuJJSyNUrt0bBuaUaTs72NceDjTwKnGnjmLwmfdJOG
DEgw/h9p57Ukt7F06ydCBLy5bTszHPYYcGh0gxBFEt57PP3/gYqz2V2N0whSCl3sHRNCdrmsysyV
a9HnC47NGQ6mrcnQZrf2l67wppUdvjh3hmOCisX5KLJwbxZR0xomRfRnKQjuVDkjyuyh0ro9g0sX
gn5mRHDV+ZBI5ZQwgXiGEgyCTdWdLNBtI2sjEVz0SO6DBgeMUK2xAc4f/+DzhD5AOgl/iEwvN4EG
PeKAWmD83KZm/SCXAGiGCa6j21aWTikxKW9MC9VfU7wFQFjp/pD58XMpoyuXQKNFZonsJjxf+p8s
im0pRNcyHP66cGosu/Z7IzCiZ1rVR8hsk/wYlpBwyVDq3t0elbO0NpZmy7JGpErSTHAJWmJREJD0
5BmKI6TnJ05AOljak0FBfgv3TU8iREP3Hf0NGBYmr6bMVtufmeov1MEzin46yg8pBB3W3L/fw2tJ
FzOtWAGV/xO3EZyX5OWhm6/6z0mYx9BOzY2XGr27UwAfo468OR1IeXD0Rhlst95X+lMJApS6V0AB
EsorWoJ08t8hLZrUXd7D2Aa0PrCt55SbH0xB/tnSzOG1krPpaGjtZ0+3/x7lMX6F2jDYRyr0paNt
xiTr9V1qWARAY/xVHkv/2ExRd6fopEqykYYSUx3cjoagu05raZWy6OKB5ITW8ATuJnqM7/rcgiOw
p6XGmkutTYfsnDP+Fega2Sg/mw5B/DEdPtjTS/5skHwC1YdWNbJk7TZHtxZxl6jfkdI14Yqo0XoB
R5UDcfVQuussBSkIJ013ZV3TsESGcZfoqH3liGJva7WxH+wGFHtZqNDGQIz8J67AIXXAY0pDAEbM
7MCTDE6zIyycovnVlm4n/VPerTi1pWv73Mjs0M8cdt4mwEv9IHr24aAzTeWjih4tibJd1vsHVnzl
JClL/s3h4iY5YuuGpgj20LLWTJruomf6sztqxV7/7ABtus9Nx0ODgGKSEozD3pJU553SyoFbAxFG
kUQe+vdUrU1Sv1HyMBBGHxs/0VYyKIu/TjFNohVNhXxKOOimRmvTiDbI8wBgGQbJHUDHox+/rZxx
5lQMWh1V4x3OGbfBXVzOeZJ5BVQ7PPrp2UVoPC36Dzyf/oH/IN9U4JKe/LTtjgp3zaOJVvfKHb2w
4gpPDseUnTk6dwQHAw/MjLEFBVAb6DmrnYnCSAQJunFXRuYnCCP2t0erzJN2OVxHxp85OrUjVE3E
FKKnOeGEbvpwCn0qAfHwzgw+SRaSpfWJxnQJUY06+Fw61cYqf/Q6lNDyQ1H9Y2sulzBskIjqxSG9
KsPKVrx+quBcTaTjFGd+eqnCLWVpaGn5vjeeMuVTR8rdLD+PIX3k1vepplzuvN6ehutpZ7pBonBh
8fTHxV0uOhniWIJDeDwV4Wuffi3TL4nD2gMFlpW/b5tamPBzU4bwCNNlu8rNcRpPceohU3Nwoj2l
/I1tvbX+c0nZsTzcNnh9ZzlzkDyHM+RWVXUe+5kTURJJhfsnmE4pCmQgkldO5eLnuTGA+5BMvQpl
6OHTRpLQ06kCmZsrPzTPvf37fwYMwhZVTFs2SK7x3mevXg4gyY2SBIA0ntrhSUc/w1LvpfFTZZ/i
5lDrz6kOVP5lNJqVLbg4sF9mfyYMz+atmPTcKOJoOkFrbjqv0G+uGLh+I9GZ7VAZgP5X0Qwx5d2F
RhIUURo9xdBhw5EX0hGua7NEz+0JXBiISfFBIRgj5OT5cjl/ZVxKYD714Kl1PkUTNaTB2/2+BUMm
oa7aJrGF+NobSweQJZXdJwXMjmSg6LH2yFvwB+ac56HQoeAAFWETO5ODQKochvAO0xGCIFIKo0cl
SRseaztQTFt1WMmRLlm0ZZ6UZC7ZeKZwD6Qjl0RYF8GTldgWhSTLepwMedorWemcgsK0QdvTo+NO
DYLYvzudKiv18xKybFK0woYvEjvWm8ZMnpXxE5V5b+WGux7Zxec1wQMlCuAUUBbJ8xg+lMODB5ug
cehowwv/ycIV7zDP0uXZVWVbtxxDJ7mtE51d7j0Qv3KbwGz3nJjes2/5SA+BqEuM3z5KmCG1wePl
55NM2B5tlAMkdprkWTMQ0sq+Zsg+BbmBlOXd7aX5udGuBnRmaZ7cM69gAq0EXd1iyfSfkEVH2F5S
772+2hojBWkVBV3o15wa/QIURHsHfImqfTLpwtLgAWmSdCehDNf3awHX4kQbOjeuI9PapArbNUAT
0uu9PnmuUE3T/3La70bx/fbYry/JeZJ/mZj92dnQM00ZyyKC6T4d/4Yz3neeVBQX4lefpoTbltYG
I0xy4uuQL5QMxoA7w0nvm+ENTPzKU+va/c7DYcLmANWxxKcWXaI5oLU6eYZT68Ebuq1Fijq07nOr
WrF0feVfWpod9NnEoTgDciTHUt/qMk2pU0Uz06QBZo5CiHIJHmjrnltOCF3kETDx7dmkMxgDl5v2
8qYR5hP5tJbgMYqePOjz6IyLKeb38ldElwDu0Ce8iQEzfK5sK0IasNDvYx2CylaTgr8yb6q+WhZQ
PYDsHnqSNDg2ZhQ9N1z7h1RGQ743kD+SFcruYWzuY5rb3nzP/xa3loFkwWR4/0yODCLfoPfLBrr9
WQutD1Gbq9sCFo4jAPbuQ6oM0bD3Ixr6qlxVf4S939V3JnHVu2ySyjepgzqvaE3nYPee/RimxfBa
prSvScixvAS29DGwoPGAtRE6zSSX6RgbyET5WRycet+sjvKACvumqukrt2hDsbddaHf3XQ2zMSAX
iagdZpyZxd7fdCaXsNbFJlAXSb8HlqQditpr36XBUNxHigHOCGL5Bx1s6L2es2bR1ARHiQfDBpYH
c1/LEPR1CU0DfqN6zwrhETWcNL1X9ZHwoYHZmquF/oTWkO3PiA97TzC49ECNeqP72tt98iBPB7tq
f8Aw9beOSFxPx+wUoecb5ulrACXOu1ruXgKp0Y+Ad9p7GF+GfZAjatsEoUxIDKl1V4AnsSrPePI6
1JFaKo9fDDVERQq+fXg9os6FRF96NznltJ1b6v4qzbkWFDbpk1Gh4R2bY3QgrVYTdSdG8lfVKvZL
zl4+xUb4bTLABtYTSUrbpE0rLcoaqufAOkwh3dhI3fUPlJj6nQG55F0Pvp9sAG2PKv2RAONUlGJQ
EruH/sbkK6inVoP6tc1teJ28uUXVgHMIJwoiJtsh5PoGuJsGgSF+lWHqfJvyyn6N1Ry6r3FWc6W8
9S6Dheepg/b8CIlUOneswvGl+MWnMm1hNrMTa5uYaH9YKCi9B3cUwvtBh60ik66BGK/YtvIUbxPK
zBvFSKyHxMi0v+VRk34oDT7PidIJPJmq31fw/e47up+OYSsz2X0qbSK7j/Yt2Mo9KhDNwZIQEFGN
uoUZO6ebVmuro+UnOXhX0hrSCJlbSRML9O6RejR1KPDC1DYOt4/9tX+7PPTC1QvKqrCgD4ueFJVu
NOdzidSdP+w855/bdqwl70Ke3HYUg/DJ0oWrh3ylP8TZED4NWmD+XRoWeMVwMOoHTzNbzgCZv1b3
ENSUm+mOQAJgUK+ioWCW1YOlxOhYpkij1t1fpG3BgzvS+6GKYHhpvxQ6OhClRRNiGAKlnJoJYJXc
f7VrdgxcvYe6gWuy1lV1W8o9qt+8ao52Q4oi6pF5o3ug3pVVkr9vvEZ7pShVQoEwQTUM5hSKV4SH
wlaSaBlMaBioK/Q6SDFJekTHdtv1sMO1Joj7ov0603miT+H8A9aq5viDcLCm0EHY2NPejyV5vgqS
HdVo61d5nPq97dglhH2x2bmlFiMdz9t5X8XNj7TWnHd6ZWg8B+T22Jkp8smQxtGnlLAhBgOOwLaQ
eTV4Wrex6rD5AXUpDYdR1x9p8obmIU6ifZnU4RMQRrQO66B86bNxrVhwfQVTI7BkingKZFyyWLuP
W2NqFETs0CwCVpTWUCQUr5M2/HaeeDbzKzYRHm5KayBGHxu8shVly2RsavOtHCkk9K8ru3ThCpxT
WiowJvyvKSQUAMjXANcJIBLNQhoWaDGsBB9hZ4TCmY6MwHu5bW8par2YQMFgPJRplskWRB6orj+a
ACMfSx6v+96AUBBW6OjBJy/TbbgInSdtbsttpwBCaTrEo5Xn1FIAaM9vfjBPgEzEQFMJ80QyOoWf
MtGCJsPkJmUIrd4e8PXrkMBP53VIDoBymZgaB5BexPk4BU+w2WndM1KRUwQdCBC/346OLg0Jrykv
jKSJOwJD3ZOno4CVrmRoFpeOl6FBIEtkzv+4fK9lgTLCsCoFT6U2nYIxeEvavrsLov7HFPYvXgDH
VqC+n6mO6qD/XpTD2+2p1OcITHivEfYxkzqhrkKR+PIHWMBVkV8OvZM15TOHB1LpR6jj7TdDpfdQ
j8i01KHtHJ2qHSAnNurHKk3qfV/09TMkQtEXLwiU95ZmePuEZrXtZBb+W65YyOfSkkaHmo9Agyc7
d3DSTAeuwR+KYiJv6iQ1qh0+On9+piSH2Ci7V4jvzJegoDVCqZMRdKtauaoJntMMwcdTCyGzPzk0
dI2syos3dtZLYaf+D6+ykcoG77xyrQmOiSQdewtODrayNeMqhWtt6Cpfb7W2PbWK+jEp5A/AJ75r
tbdiRjgzohkxSIZaeAL90benPrV+yGP1aQZA315m4YL+14QqE4LINJnojuD7YgUO4sgo25M//QUS
FQUmZ9eNNEdJ+sqRWbTkzElliJd0R3R+fm3XkmIX7SnWxncW3Rnbzijhg5lljId6JXEihsg/x0WW
3iQpJzsWpcbL3etBbVnS0lefirzPD1jq0YKlNQJufOud0yPX1prIQ8RP1MEA1duZ/xCZRsHzuIrd
Ma14yqqIihcF7IRQleto9XbN/e25X1reObHjaI4FHYJYLoYRYeqlUq5PHZqqQWy6qmJ9vW1CrKb8
nAeE4CgSAVcAQyA4qrpqtCBRtfqkT920d+g83HsKaUqvkeB+Numy8Xknb32tSD50WZLSW2lNO0Id
GuwCGBNKEPUbWOybh7SV16LfJSfn6AwcwK2mzrWGy1VCbAF5DW/STlCfj5AuaupbSsPCqwWp4b1T
AgiDdSGAigtZRT/iugjK0Dmok+L/uD1PwlKAf3KoQwM8In1Dq45YSVPsUev9dtRORZI8hGn+sJaz
WTLgaJYqyzT6OSRHLkeqlhnaFaNvnVCLNJ6y5LcBtwzg7PPCdk97iU5uiCFPTfeQJHcUgm/Pj+Dw
fs7P+ffnw32WPcg7PVEABVonsi1Z901yftTl/raJpSqQAwkneU4dzBbLcGkDpJ6ujMjUngorge/J
DCULIZuwhSwuNHvw8pavgTKngjQey7DJ4e2Fp4ymy5KuJ//VpncGp60d4s7KXyJJkfcdNcG/7cq0
wm2LyMxnXYE15vavFtZ1Pl82jlMDXqqA/1OFiekcsiqWX5Un74WOTDt5f/vzC06T8hMJWJMn6vUB
QQC+Vye0QE500fTlu677u6aluF+ZemF150GwJbniLZQ3TIhtLmceOEYhj1zepzShzUiqt1AdH2n2
WjEzZ3jOXhQ/zQAfmN+/pM8NMUYjrKWZPkEklZb971CbfPEa51vT2o8pauCbEZeNMMOwtnWFKeRe
4wqg7kReVlXoWBFuOEKGutLGOH+Ri8ewJIg5Sv5DYa5UyYUpvLIiZLeItRTb7rFSpg9+AB7svtVX
noQLA6EGOeNZ8JZwFgmPjoQkSwDzW/byNQEWhdhLRkXU393ecIp6uUjzQBDIoELDYeAni1XICCIL
vUbC4yX+29p8pys0tJ7t5IE25lZ60NsTHHWB8/G2UeHZLtoUy5Hw4mlAc+zsxfJBntqf4sLZ+zTL
J7nrOSvB3sJCnY/PEEKiyHPUSQvo8bChl+hRx9ERo1TGz38wImhndNzyfMEJ2yGbLCgmDCnDXX2c
1bF7rlRn2xoQ700rV/zPrPrZsfp39tjeJhj3GREknF74na1ebhgRLYPWu+QFffOD+cNodsn2Q6l/
MDRv37VvgXE/QCIbDhCp6GhoPDn5e7qlQo9W7qcErfDhvgwPt2dBcI5Ee/wrs41UIpj530u/MiRl
I0mBo74aXf25Ut+0zPzx3ywI12rzPwvcDJnz/B+/LswsFBUOelv8/kqBWTHeSTTQ3f79pnjahBma
/352r1aeCVEH9aRXC7qVfAOXZmK8i9fO9KIVcmOUGRTZpHXy0kqnAISK6kR7pbkcjkeEQFUPiddO
u+N++QcgzYHO8Rd1SP5SoEkajNKdSXL9KDmaNr3NXUqnLJ2ux9tjv94dJmo1EPtzu9E/dhV65N5A
ob0IXErCpvkWrVT91j4vDFpH1z7uIcJxK3Nvpof29y5+fjeTOd8nmqzSmyaCQxDKKKA1NKCvmO7a
4Ujl4Ldnh+/bcBQSHMxX8+WahRkd856keK9wiGQb0/6Dn0+EbHGh6Dy/7fkaONt4MPCSEpJr67Wq
31fAqla87MLk86Yn4rDZ4PTSCScn1jXEJcfBe239h/FQDb+/tqoxX+mUMnQ8n3AVKgWoiEhKfNdE
xlzl4Pz2wQekbqs8VXQN56UJ39cCHQJOyZJeQ7TO/fxDKa2865bm58zAz+TL2fSjAKaMWWXDwEdy
yj9m+Uo8MM/vxZ3A7jRJUIBDJviVRagCHKKw3Te57zqUHTQY+zej8QcbFJpFOqqImpireYhnQyjk
IpqiAhLB2v/mvFdRAbt9AK6dFuB6zWRvapCf8kS9/L4hNY00whXk4oFG/wAxqTbdOervb9QLK8I5
UKSxaipNC90Q3VpEkrOVUSws9MX3hSswGam41B3fb6r7JryH9+L2LK19X1gFfjlP21AP3fGjhVB7
ueKjFxaB68Kxib10h2e04ERDw/YamNUSl24A1dwk7zRausOV4PLq+ccWBWVIUpyGABVDlytdUx2B
4gwjcktiAoKY7BGCyco/QHB7e7YWjgUnQudkWIQ8VxmXNKTPCTbN2k3tE8BcuN905+m2ifnHCifv
wsQ8o2fHosyDCK9e1m4Mc+9hyKA6stGze08fvfzsxK1b10b4wUTpFqKNFMaO3zdPfCDTia2YOn2c
l+YhvwJWn5EeRXPA2lZTlSPi7BunQrWap6gw2qM8hRE8h7JxX/PqXsm7LWxH8ky/zAujzwJ5knVJ
qdxDOXyOpc+3BzfvNnFudf6hDgPA5Kpl1KDhaoR5uHIH5WM1uWWzHRX4ibt7hw4yyb+/bW1ps+ig
P8nXACm7wtnbkEDCIGdXbksVX4WFqjS+a6Akb1tZ2PzExMaM8eIZZIqbP2kyZDdyo3IREfG6cDek
33vK8E67h2rjtqmlxTHojJ57YWmlF5NcUKqVpd0PlYsmw2tl+g+9oa3ca0tzRmxPjotUo3lVgKmy
cJjsqKpcaFq7VwTu1edYaSTYQyR55Ypb2gw0rzEcuhYVckOXO92HHEaOtLxxYdfNN5b2mVraXW8i
IdvAwJpYytPgZfvbM/gzTSfuQJqiVN59Px2i4KrQ8Whh2MVoCpMaXCTmIYD4KPkxqcHBxz4l2099
1D73UL53Dqrf4V3q6IeysV5v/5KliT77ISIwtCn7KoD9o3EblLnN7mXMkYQsP902suTLzo0IU1y2
RY2uTdW4bbObpKd4fDAseMGAQMtuFJApWjnfSxuUoHnGzxGrKGKCCOk4Iy7ALrgydIJV8xJ53spV
s2ZB8E9W5nWKnmaNW5WkC8GPIEPkrRwzsYt/Dg14ts9g5BnvzGVzuTOBeYEDMMbaraVniP5y2AlD
5dkpvyhadqd7dwg2bxR4mP9gsc6szufl7OLxLFrEaYmpXTQQYIu6z/SP4F/k6T7uoRtqk00J591t
k2L+/t+RUsvlYUBKD/iwYBP+ZqcOg8bNkhqU+n3afwm858I7IjieBvddCCmn9B0W6JWxLi7jmd35
72dj9cNxVAo/xG6gP8EG9QlM2YqJxQNmkrmhwseWFEGjQd7UvVR4tQvErDLfp8GxUQ8r0zdPz5U3
mSfPtmQwxSL6z7Nhvg7xKG6TdvAzOWjNvZj1s9o+Ko5FqfNHbn1V/CepewuKUxqsmF+aRHotYMIl
305VZZ6B80lE03AqNc7COOwo7UBOfnt4a98XzpodjT06BXwf+lqI+fR2JQhcugDOf79wzKDQi5MY
4Rq3HfsSpnRIBkvdRxPeUpptOrPCBskYuNIEZdF/G5lw1PQAMfXEZmT5NOFEuk2ar7w95rkRdwYL
Q9xD2pr6nXDPKKPNcU4LdoaJrNRHu+aJ8xIq3353HJYsE8EBl+L1fQXKh3bJ0cZIr13lIGkIaICa
uG3g+hDNBhyaif+9pIUtNqEECAV2h4EBkrijKlcb3r1/YGNOakEYynNNn7fh2TbW+2SI1cCv3T47
ljFYg2OvrNwa16vBMAhSeHQSV1O/vjQBYs3rkL2u3dzewR0v+9yG+zheeTtdn5dLK8J5SaFCrlpd
qtxU/xxpT066vz1R17c533c0fM2/MyWMoh00ns+FwQVRfobqiNfLEQpFSMEf0/puLE+2svZcmr94
uYsJs3iZAcVh8mzRh1IOSScI2mp3hApc0g4WJPb1GrJ4xYgjdBIonTbUY2LVblA8TcbR6Xa18np7
5q49zTwOwASktGSbzNPl+ntRVIKG4byjGCo1e6PadnCARbs+2IXFildbHs4vW4JvkQc7QHA15YXS
HC2VQtIhsldO5fxzr5fllwnBuUQR7N0oKHB7js02aqA4tSgkGepGbRD7qNZC0oVXwsX0mcIKDWGn
+ggoNW7gv3p4y1B6kIG518quse8sdqKUvKMHZFBWDtTSsT1bNhFxEnnlwD88JzXlsYufVH+nO8dm
DQq2ZkW93Byd0VZw2GKF194QffGjx6B65S66vQVXtoUpvLQg3Q5bx8fKDM+bBd639m/2mvGYu1wm
wZEOZonQwMi2sIHqIqiprgxh/u9vbDsxNQFMrKEZvWQIw6cBGL+8UoJd/P7M3qbKJrkBcbnzXM9l
xKIbtwdMHuSnqf52ew0WDcBVRSKMwgSwosuVlqJAk/tSI3sUfQpo6P74B5+HCWlmhIOtQCTEqgY5
AvCr1C7S4Vq5VVec2OKvP/v8/Pfze5Kypz0NfF5WpT2ZyDY93P79iwcBLASVbm7Lq4AcGmVthAq9
ci30kLPpY0XuiWzDvq3W3uaLDmzO0DskAMBdzIflbChg3EsJ3RGeFSDeZdM/KCb9/ZU6pJumhX47
me5uD20hpONsOAwLGkyVF5ngMuMGSd7I1Cu3S4z7kRbkaOxATh016yG23oO+RykQuTZpxe7ilFLe
IPc6hyI/S79nA7XgqfVbj2xeH1cb6qwbvTtl6RfbuL89viXvMpcGScIa1LLEne33UTgiRkvSMibS
1719GKv38aCvmFnagnDKzHgMgAVXNTPJNlpIs7XGNVFA3BpTf0xo/F55Dy5tjnMjgj8uEEBqpERv
3JKkYIuqGrzldfkl7w7FWk/VTzyx6NLObQleubJKKO8jC1vZc+B9QFMNWuvDCIeWJLuy9Uj6p+H/
J/Kmm7xdmK5ccMvzOXdUzxm9qxohQopwhlKbdg2oVae6fY/4ypfbO2PJBEjXuXcMXDXF/Mujhu6c
Emt12rqk9TbPHtpIt7+/tMPPvz///WyHB32IqKrO9y34OOiNQS7kZLX7TDvetrO0wyH0JEjgAUyX
iLBSSWnZsF7nraurJm1MPhJnRKVtf7htZnE4ENpA6EkaiwDucjjyWNtwwKPhSByx8c2DM25VdVOT
o7ttZ+FFih+iLmNx113TQnX9oPk+MsxurhdbE+WrSbnvy3srPKnVrlx7ky5sAvCZxIckqlWe8YL3
kyIE6Iq0GV3T/9Zsq+zv24NZmDQFqIwK1n0OR68uPqizOyOwBhz3rusPQD+bCbWnlSkTIcHz+wYz
5OboDZh5FgTHgBS0lUjdxJyh3an5bxHaQpnxKsUvOrhG/2DkwXaErqmIrO3MHIVSzVaHT7g+mfpO
g174D0at63O2nBeLJZaAc13OzbIJR7dNj3CCxz0Qi4for9tGFlfuzIi4H2O9U6DSGnFQ6eYtn/4g
+Fa0s+8Lc4qsLCS2fja6kHL3KFunGy1ZObmLu+PMhHByoWJvDAQFGEL0D/Tu9qNkbMNurdq8NlHz
38/8UDRI41SarEZQ3w3ka+uX2wuxNgrBj+rNoPh00zNR7QMkzF73fnIeHWv/36zMv+JsFGg1aVYU
xqMbGnCoSFujQ6HCedDXai/Ls8Vp5clgXBOd5WoH81OQj+ix7hRrq/4+cIyjqv/6vjAOMA1KaNNQ
5irTYdDuomQlVFi4DS6+P78hzuaJBs0U0EE1uv4Mh0cqAqD/4fZSLJowwI+YpD7g3RYWXLP9NAla
RHdNmp2LfY/qlLKy2ourcGZCmCVY5Ie0Tv3RTasTnYZT+Xp7CGvfF2YpqDSa4nqGQNu71e04d7e/
vzRF4Fg1E6wpHCRiS5g8UCvsGnVyDfM1kv8Ziw6pnBV8x/wbhRcaHaH4fW4tg6qkMEewwkADGRay
C6h1I6muDz1XFN1Z1kPYDStLvjRfdJ9yu/BkZ0SCp4KFMEjzvpEJS+iNlrb1OjnWnCoRhwNqC9gT
RchrVo4KAcvcJ0ZxfR31bk55Fivyxmi0Lco8T1Y00Vtaf0VZ6mGK1gB1S28OxkWLF80qxhV4ojGM
xi9BN7gOXV7Iz0YPqv+Q6AcHLQ1v5XJcmkp0ungZQrjD21Y4PWnYjxMZV9VtdXnXglWsot3tzTcv
vDiT5xaEjVFPTecVFhb6fuefosPww0//YH9T07cMCmMzR7CwH/oxS1Eb0xVXTnf02GTxXeSvBIhL
82QTkFKCo0hFSHzpyCzP0wcESyc3V6E3jKl9WyuDWLTAXqbcDWLfElvdpEgqginNJ7exaQJsos23
2+uw5ASoPhkkDngGMYrLEaBbqzXIKo2u0UR7JX3vRdJe6v5gms6NzIM88/chklO60hSjO3kbT9uo
6v72IJYm6fz7wjI0yUiThsMgNAgKZTqod7e/v7RZz78vbNZkVD0jgjbDdQiPlALBR5V2k3RfaCvu
cnkgAL5mwjP4c4X3oqZ6XtnH3ejCOQUNI3QKazRNC0MhOQdukG5O4NNiJoU31mD1Wt+ThooPSi6/
15oeNihjDzRlJTxeCs9VNq6uadBaX6dP0jTQkBwuexdp8mwnO4j75XmvI7Ngy/tMTcOt1kFHaUlV
cyj1wnlp66H8oJqZdDeQD0cwVx5+s+FyjkIufpOwlKMhg4Vp+E1lFm6b9FsnvZbqyZZXYqqljNWF
HeHyDgcpLWWl6l0NNZMhfpGjNz8MN0PxXNovHd1EzZturoGZrrtH5tHRrgRiiqLyVU3ZUMi9InrU
ubGGcKxDSRHO0GZH81YxzOwTmylCOyj7oE/Plbam0LBw19OIhRux50ZzW+wmlJykdyTbaqEF/Dui
bRHUHSpSsCV7xkqRZnET09lBaZZ3Bc+LS39SI0VLt0PWuZP6I0FbbsbEFOijRcVv4+nol/9JM03g
KhPyXxqKknpCibvtXATJJXiQpxXHteB9AdhyPdkgBq/TIpZWSnY+DL3bwnfKk/k4KdW20tbK2Utm
0JUgVDBIv1w9HWRtTPNSLwc3THdpiNjXq6K5t13kmgnhXFUQFtM9hInBQZN0KykP1loGYc2EcKQg
rR/rYcKEJh3G8B2U0sraFl7wv6RB8Ipzwle7ohkMUnrtHay4qGzKSDP//mV+/vmfTuPsHgxUKytk
jc/3H2391MS/H1ZdfF64PXSzSQcPH8pdvo8k2HC2Wb9yky+dvLMJ+umAzkYgI8EqyxT2XP9j1fzU
pG1hDF25bldWQTze09RkTh1Ug9si7B1FOK3vtzfrmoH572ejCJWg7qz5POjDX9JXZAL/4PMzaJ6U
Hfge8fcHTaHbNQqBrpRtkrbeRGh+/TcLwgBUHeKJOsMCxCzqvRbv/+Tzc5wB8eCcdLycn3RU9WwK
6t4tpnKLIs52rVa1dFWAhP1/Bn7SCZ0tQGknna173I62dUJddAD94k/Q4g2b3F4BhP+cbSHSUJE3
IcsHyte6opFFqGxCy3Rs3aRy0UPyu3stenOKY6c+Npa2b9SjH5YITe37tNysSkksRG3zAwjnC/8Z
ID3hBil8LcsrNSxdNYHGjl7pPmm3s5sMEMX0yRqsrd3C1JLRxIPZ4H7oiha8JIRdDX9wCldB0Kr2
7vTgvVShQV4GG+T+Vvbh/OuFub0wNo/+Yh01DxVtu3B/0m5nD117kOoXP/kWB29WrG3MQVtxoUvz
eT48YT4Tnjjw2HmF62XJ57pBFDtQD009PkCvhEbfuIHRaeVqW/AW5I9mNL+Fvt4VbVBYO6UzyErh
Zupm/JavfH3Bo158XThrGuKIWWvx9e4pGSAjulfio5O93T7QSxiQCyva5ULVvZPplYaVcbzrUS3Q
w0+1H+5a50cFhtpxNtIAtdRDrScrO2Rt8gRPZVSDnZoDhmfRRlJ9f3ClXgxsfjSc7UAJ5vd0opnO
BXTQoNW4VumZ/3txh9v0xQAC5OUEv/Hl970g7Rqq6rlr2F/C8lG1H6r46+3FWZoiugB5OctzZ4xI
M5M0nRXCElK4yaM07Yy1Bvy1zwuvAtmKaFIa08JFw7vrPnftWhFi0YBBSwNFnZnlRHj6tb2s6JKk
5e6on5z62avMlT205NJsug153JAEITa+XINsrLXOIJRxwzx/N4TIWkf1Jka0AlKbvVr0K0H40omc
sQbw1iCqcIUfJzedNU1An0Znv0q5t03zZIcmurUSWyzsLAMooE49jMjiqlUoCaXCL+qsdMMfkAnU
/9DadXtfLbhKur65CCB7UFQug8tpI8MGUfKUlC5qJfBeSvpD3sf7qG0PPVKwFaLKsVSv2FzYCxc2
57+fHccYvRHHs9PSLdPvHrR6gf8HqckLC8KBTBXLy9SeURWjt7HTQ2yv9QwubLcLC8J+Tns7R+6S
McRVvQnCQ4t0dnWkYcAyP91eoaUtQHZ17gjiur6inK9tyRp6zy9dY3Dt5n2JTLhxvG1iKRGBeuf/
bIjkDoPUlX2kc2FW9X1TB1tDekuQdHbMZ917SrvnqHw21LVbenEbEDiTDoBA7SrLJOedGU+WyrvA
3sEihNT27VGtfF8EnYaNikOr+H5iv4fAqh6+3/7+gguAZvx/v18UBw26sELdQS/coJkLVKq9i+NH
Juu/WVEvD4sfdHnvhxpW0m2N2rO685qtZ64kS9bmSnADsSqVSWszlq5rPpda/oi4xd3tgayZmP9+
duqp3pb/TlcR7GvKw8329vfXlkM486Fk1nquMVFTTd1oL5UPvrSZ1k7j2iiEc+95XiOXMlYs/5jC
Jl/sbo9i7fuz3zmbpTZvITf156cQoScdhn77OHCTfbxtZdF7nW1d4Ule1cVkdimjiMttJz+qNNHL
B8iaozVIj8htNqdSLw6J8BTPwZNoWsohdKgOIRp27Kck2dhKs4PaWN/Htlfsp1g9enJ8b0vtRnXq
T0ko35VS/th3vgqDovXl9uBvbxRQopdTHOUKPBkZU5yn+yDbNvVj/IX2x9tGlrKsZwNXxCz9VKah
nMScKK9VlB2Pn2TjFX4L63vYb4IimTY8915jFnsfBlO1sUO0UVoH8iufXuQVB7+8qyh7whSJ4qII
jlcC0yl7xBdoYD3EOWz3K7t2KX5mtL8MCBvKKQpl4g1fuJFWvVqIP4c6MuvQYpS1sofs/k7SnUM3
GA89o1QD50AO81iV8svtWV9e2l8/Q9htkxxPVJO5x/L20eoCRHm0DYhmAmhrZX2XT9D/LIl4+SzQ
etOosDTpH6fgXS4/Z8Fd7r9b7dBavP5/zayImIb4r2rbjpnt1B38CnW44VDcnrXl6//MhnDHxF7c
Z15GhF7mIxCINzM/lekplN/rxWMlH3v/6xiM+9tG18Y1b9kzR+erdlOQ4OH2dx6hPkxtgvM/ujp/
rZFwI1hNCTH8bELSlL1StS8I/92PeX2oeutwezT/n+P+y9a8M8+GM/kjUAk08twgODXqt1R/s6yP
vVdtZIRonOKfTn1D0SwxjlDJrGzFlU1vCleGVftd0mnskFo51s1Bdt4ybx+3KyNcXC8DvCQMbWTl
RJCGlGjFlDUT62XV2/CFCGG74kTmwylE0VThf1kQxmF7hhqlPleFUd077Z2eb43iQywdymDvK+/G
eqXyuOgTz8wJLkvrKli7rZ470NyMxf+RdmU7buvK9osEaB5eJU89pdOynU7yIuzsJBqoiRopff1d
7HvviU0JJpyDBHkxwhLJYrFYw1o+om63VUI2vmCL6hyslqmNBaNk/97JLLpkscR4AIoviDppWKxE
2yCo1XxO419R6gNBOg7+ptLjcmcM4W2dO+kAEi5MxQL7BOdLSCR2W6JchmCAaK6Zrd1POKn5ro9R
Kv0qZdKVbIdYw0DygSVZjwWrwGwRDhmTbPf6FExEEAEdYi/6hGu9yNjk4b43mgNwaP0e9N+zjHhv
fRJ/hPDfL6yMxSrPyDvu4zaHKfs8Wn/jo1t/xhcs5qAVbV9WGH+ydlb6UPxFkyYU6c/4gpVs0W2I
OxqLpLVvRHl0km96vHeK+b/cC8GSOB5yBS7hyxRvM2tf2vCpJCJW73+A0LqAcDFQICxobIQ8GiBA
ELJ32VYZf5Nyb2XoB3K+V3DbbxuSVft+IUp4mw3IzKajhQBAnB0m870bvvZo1m8dyRNwXYH/zEjQ
rdLRktEp4NG08VcbjH72EyGSO0S2aIJ66X2ZkdKGGzp2z9TdorTfN5PHqHXBm/ZXFuXPbARNm2gJ
yK2PqInn5xRpm0AK67S6LxyJFdDrQJkTG3KKsVYYnjcw8JRsYuPZLV8q+mL3EgyVtTOPhgcQZANr
S1s05DCnqOo+YzC+IMRie1W276ve36UAQZUdcKblWYSLsG+eSQFylX3u9H46hJ3zZrX/OgPo+gbJ
pNbW7lKmoNMU7IoMxDr10bZ2ZelHZKc726J5v31y1vTtUoqg0sjyJETrMTNdeefY1QVquneptpll
KBGy6QiKXYDpqGnzFq92LzoW3fhIabPj/Gk+KSeJV8v9EtFNupyUoNmO01tF1WFSVgVA8iAijzPb
6mwzqp9d/Xx7AWXz4gt8cd9oLEYxxYB5afpmSlHAfJjZC5Ex6K1ZnssZCZ5Y2autMeXQcLRmOfXG
mBBElTxx1ifC4bfRIA4YJ8EZ06jKPOLiRuht+9mq61BzR7A/J1tgS/1F9ZhlovHn/2SJcceqj2Km
cW+peYgPKiqaM3+SZB/WbcIfEYJDBlaOWS96hDDcYq91n1zzL/yAyykIJqGP03yeMh4iAciPSv8B
drdkQ2QzEAzAzDrWZwkkOEdj9rVvt/VWNrpw8HtUSaHyAf5kUe3tdgvmptvjS9RJhEHvi5jENvD4
j716UPovNvnc1D/SRFKVsH4u/uyycNKtxO4zkNTUx7j6XJAvahoqw/b2RGQLJRzwdHIclKzi6LFp
FxuBLCu+Gv67VCThaFtqRAYvwjb3hGxolm5i8iVBiWNZPynFZ5MVO5Qd+67zw2SPg/6SeL8MYwcy
ccl+yaYpHP+q5fDtMY5kj4qKDpTYzfH2Ot5WCBSFXRvKuK57A9wEuGm0N2Ye0mLHwKKTfbkt5fY0
UK9+LSWCezZXBaQYeOkZB2OSuICy8YVjr9npmDc13kg6RWPEQy6rlFxVaAOVxahjdFzwkF9/PzqV
bDevGzzzigHFrobvsuZHVOt/s9sXYoRpVKmmT7aBW6ttPjfpe2TJSmhX1+lCgGC80knPKBBA4MfW
uKu6X3b19S82+kIA/4CLe3d2u7EbGGZQsI02A9VdYn1X1RXQZyB5QupaFVsSBi1DMRQAX1D/E2SN
n9t7TdmCHPn2LGRS+O8Xs9AVF7Hull+EaEtg2na0vlVw+XNHlkmUCRKsmDeU6ZBEWK44Zn4bn8zy
NAC1cxq/3J7Q6r7DfTAtvGItEG5cT2gaO+KAXhHvSgV1xCb0F+VTt0WsHpH/iECxxLWIiqh5Gs2w
+aqH0I4/R++NLFh/exaL/oHCAfkhChPhQP47A4zh1+0JyEYXDl/kKC5jE574XRyiVI5IDK1seOHo
NUpjUr3EFijOvjSAkS5Z/1VVulh/Lv9CZ0H/pzepA50t7b27q769GbLMkGyH+e8XEuIa9HI2T0tb
eTBln5DNrWS30foiAXHTATCzronBQXXqUEJkYRLITJMxINKEweoccABcz0RZOmz59RwoHNAiJxRx
oiID/Qvz7fEJpDBjou00MDIZ6bDRqtDpfszWI4mea/T1Zd4zah8luyX7DuFAGmMHgsOhxndEn6du
Z7dfUe9xvz67ABLlCPgg3xLv3DKLutIaxgKFPtrBy8uN2f66LWFtEpcShBNTRXPBvH4ojrPxO64+
mfTBADjFnTJcBN2A6gEOeY71JbY9Wnmkj6AMq86kVtJDUsX2E6I9zkM92Z7kbtH45l89UD9kWSAV
BdTbshSSEUCc5dVcnYtWD7IMTT0sAG7Jpi8Offvc54ZfKSRoJ9BFdiQErUWa1wctLZ9NUvuRA57O
lKA6XZUswSIYgM+y4XWgusjgABOi5cj7eVLqgZ5j0PMYdrdVslOFwl4t+9W5krKthRURZAlWJB8a
lzoFo2fXfU884udGFSSZ7qdzKpnVQnkESfz3C2syqTahFLndsx1H2ynJfKjqdpQ2Da0unosOQLyH
UYEoYh3CpBdWX1F6zsyfSk2DQntNQYE8zcqmrGT8NgvzhTmhHRtqCqJIDpJ9PSfqgO4aOEX1GfDc
X6wufRpIIlFSmQjhzAGy2DYVJH/OUVf9IIp76KNIEqdZEQHQFwvo+JaBHtmPp9HFzpjTQC2lKOtz
R9SgfnfLVjKHFSW7EsB/vxCAhIOuKVlVn/Us8sn4CKuxY6O3tWR37jK5CbCUy6kI/lWMpAM6dwg2
ZH61tATIp50PvBE/b9rNXIH5WgP/c7cx8mTfe5lPmntTdQA1ccFRYwHXBH/FDitqVc5QJWN1Nuby
IcFke1Xy8lnRb17wDp5IxPK9BckdqL41a2qS+sxYtB8ynfnROPsDmHH8orUiv2qJROKKevBmd81E
nAiVHiLQt6u4cZJFkFgqOm7oH0zmfa8JAPGDAdRa3nwsogI5AxIxmWVV5777PiV0O3gyRKoVBQRV
JLrp0ZmG2lTRonZk6Co0N1dnC89d9c3faOmX29cWv7+Fq4STUQJLwsHfBVwZWNIHwiq1OqdWEZh0
BOHcv6XVPnU5eMFHO9DcLZPRQq3P6o9MwTQQ1hk5Gr9wVTI0f5php55SDXzTbH97bqtyOPIENM6B
K8V/vzi+xVD3QFboodQofRrZ3IDWHqVxY+0MQQEwy/svCg/gZLxaGX2f6HO5Fpe0fZ4DOZCcQSCP
dEu+HVGRRNW7AQoBGgafE2cVWJzqgkFU6UmpeJGXcS6raVPJmhTXlPpyeGFz9DiZe4D0Z+c6b8rX
xjLrR8eWhveWl+pH0TWoZXgx/wIhqpkKXUG1f3LuxmSnJOUWDCjbRpOhoi4dJbSL2ujDBRk6aGDE
E9oYrAL5D+tAG9xuMuMwke9O8mhZT6q3K/Mft9VtuXIwBhaKbTn0BWApBBve2kU/2zE8wGmKgx41
13czhLigigLIP8IWLqrJxSYIEDr2/TgrNepczJ01fqny58wE1tD83Rm/3T2XK1HC0WFjWndN7dTn
wva9wqeyfo6VtdJQlwhqPdRcA7pLcBVjIweeGqphz1kRjb6r2LnfNuXd1ze0BpAqMM0uHAQRlx1q
lU2d2vVncOeo9c5u0M8euDL4u5WpoE2Be73o7IVXI7yQWpQWauk4J+coGvVPDSuLreWmtSRSvZTi
cL5wzl6Lihr4h9fGxcIjbG4iGp3iprM24FRoWhk1sUyE4BS6aqKMGsB6TlYSFuzYHu5VqesZCIYl
UshEO+A4nuoPrc3J3T1OeD+iXcTjGVyeMRbsr1laxcA66p7AhbqdPsWtub17BlcChENhG0AmbeLG
Pc0u1NUFheC9OVthBoIFacB3aeK14Z5Y1W5QreP/6xXwk+a7YXTh6+n8rQEGGc1GS/q1MqVkVKcS
1ODncnqayoT4xoR4t36/zl6LERRqYmM1Ae+oOOt7mrCNqcoAQZYaiyo5tO0gwIoHJyIl1/MwJl2d
m9EjZzT/+u5hUMe7r3QugEciccLh6Ik7bkURMXqFnK38FU1bmfY97Y+3lYoPce2A4b4ApDaQK3mT
hhixL1utKog7EOxFh/bXoDKDLtnWHpEYw5W1upIjHL9Mi/IJbDTkHFkg9P4nzWSIozIBwma4xGnr
FlTW55rhnczMQEvvzckCStJEzIMzVxlwh4XdIDE1Jm2wxxOQxPBU3rizDEts4ZZAgqXyXnF+YSxo
iArXq5ibj+xk9psu3sTOdmwkTulima5FiGcPL62stDOI0JCYe/Vk4AMLdRKGF85c1oGH2R0xfKQ9
9r+jDJ0A9WN1dw8FlwILC08UGMcLYr3cIoUNYgt2Sh8VFQSy6K6/81RAAH+GIrMJS7XoymPq3Lap
MQ+n6W2wH4boHE3vvYyecdmOi5sCJgp9pbzlc9EfVUJ8ZLujDgAC3Bij9VQMNABl7WcwP29t4Bsr
SrQzJ/N3hVYtVZFduMvc7Yd8C/Ey4I5wXKlr+1XSOc5cWuhA68j92tI2hnHIpylACi8Yzcc6eRmm
57SLwcy7j4DJydKD3YW9zE4vdYYvA1bb+mBGEB8uOU3wAMwG/ehUcdAB0rlN8o2DfruS3esD8AmD
XVvVPfhkwFm+njBFT4Ka0Ek/Wu/qcFCte6MYwvD87F08+OZRAw9GjeGNkW1RVp90MibAdZWBvgBJ
T0W4VyxJs6jSui61MIMRD7yx8iu0cUfp1vTQm7BFqXBt78rR8WtpP8TSNmHtLiTzt87F5KJ5JEY+
m/qxVR+b+WWMn9z07fapW9omiMA7GdPTOXSfoI9otqR9lej6MW39wQnIvLk9/oqi6SqONG47gBDi
HXs9BYCWRHENlx1JjW1HD/lTS8F8ILnoVtYJOM2IbWIKHDRPmIQZKUaSGqV5VJrxIVWG59RgL5TO
u9tzWQROOMI++qxdvC3AjSS6/aRJ1E5TGxNFYt9688Eyfndoh4m811bf5RQFSaqskXhld1DzpKFP
GccUXUbCxGg3l6VXGtaxSpOg0d8YlcRTV7YHsSwdpgDvTGQwBA2bG6dhNErsY5u8jcPsV98blHTW
1un2yq3MA/aWIx2bQFHUTGEeljE7TpUr1nHwdroSGJJZyIYXZkF0jyJoi+Fb9c1C9IXMktTDmgBQ
jCNBDTQRoLMKV2xDvbRRo8g62k3l/3SIrPZhRYF5xE8FYzpPpoj7TLxoaMo+t4+EnZs0Al6DtvGc
u30pEAdoUGHwHqOjXyQP8IoZeaqK2UcVlfReFeTxz7t32YF3AIVSwX0MrM7rsz7pZaqxkTpHU9v1
ycaUASKv7AJiIFh91ePUAGK+pNTV0UgQyjsW6MVBWnGbbe+dAJC+0SsEIwIh2I3rCdi9R3MGBNCj
EW3aMqD53ZfV1fgLRzDCRZUjnHBUtafuV15J7NPyMIMzC8Un/ByDT9YQ1r/0xtbpbC06jkXqU2/+
5LH2kzN8d2TENkt1vRbEf7+4l8zGTQags0fHLN5Wjwrbyuhq12bCwd11gL0aS8RVpjvJENMcRSde
GWjZN9s8x4Ovtark4lhqFEJRkIEnBsAtFpA9HZqntcys49NsBmX0lJjHuxUK4yPjpoOVBbiSwkLl
NdNp23fxCYFBMhwyGSjY2vfDq0KUBXEQHGxBYd0Ri1QZaXxSxjK0OvZIACwp8cslMkSlLYGRE7cg
tDtN6Kcd1Z3nyPR2KQGV6XjPu46FUw23+FqdvCLzlNLT3GO3Qe11J9NWbv2vntuIElwOz5XtQlsN
PS0TBEXc40S2o84Co1ADo//UGU4QGVoQ3//cgzx4I+BQh7+74C7p4rSmg556gFx2d3bn7SR2fHn6
rscX5mN7c96WdYT5zKDL2UT9i3r/fXctQryvp7wwNAIRur1TOr/WH26fC/7/xS3hsNQciMywF/dp
NLM2nh2iHPWZgXIAfmd1cOPDGH3yovhuDxdxogtZQhSEpSRv2ARZbhsiKuyVsmqBFfVFBYuOND4e
j0g7Cs5B5AyOVytWdHS/ZIDnV5O7sRE5szR/raGUcwXeU41N8J04XXRsHyvT287GuL29HSsn5EoA
n+HFCWlQVNE2URsdtYzs4955BGeMVWwafWPr3SEy3N1teSsafCVPOPC2wvLcJphQbqk/E9If0qQ4
THn+67aYtY0xUXOgcWJu4M8JB6VntGzSAtPK8jegb9iS0O3q8OAhwbsGmrwAiM4KM0WtQB2BOeFb
ieb78u60H/YdxUVAXgJZKbwqQbHGVGup7ZbRsRlQKLWj+t1eLRjFQbSJPAZgdxahr9Tsp95uPeto
NJtBC/J8c3v917YZLyUecAbW/SLOOVSoO4hr2zzmcfmJmPmzbvT7mHr3Jv35k+xCjHjAk6YaezwP
gbOzUf9VZU2JXEsEW3U1vBDAsAAyDoRDzzyWgGSkKQlmJwtiCxeVDEBwdb2AGABr5SJBKib7OqBF
ZVWWWehJnH+oxHtp0RjUZdn+9ras6S3Sinh04yWLqgzBuA911zvAuraP2tAFbbUbc+dvNt5DhIsn
Znh52LU9AW5FWgNeCYo1zyDlocAS3U4yI7I6jQshwjRMtcjNcYAQ4DEjNfNWpPfm37heXQgQXpV1
VrokjiGgnwp0U2T+XzgKVwIE701tKzRv8GUCktjGe3G8+98zHH8MuNQ8O42orWBn1SrPzCRyjKNR
zQ9jqmznWvLyXlHZKwnCTuvm0EecQOkYKe9Tu23yw/2qBONqwEoBpk9DGZGgSlVe62qX2sc4Yg8K
yAQqRn192N19JMC2YKKJAnWMwNYRdElvU47pHdnHOnk2X8E1d//wiICC0gGIXMg2CMm3wm4jNuil
fRyzL+6rYrz/xfAoIUQchxcPi/dEUmlVOfbQI4SLje/p9OP28CsG0NFQ2unxciFvUeMZG16Rz7Wi
HO3vtjUEWm4HtTUFlSdLqy+bZlEkpmu4rjkEP+q3hHWqNCefZ6tXjmo6b9VxW5ZPKv2Usn2qkcAx
NioC4m4luT5WVPgDNR1Bag8EIo4gdNYbVaFk9o5j/E5ta2vW9SGP734IomAMvtv/CxGu8thQQb3G
hZTWa7XL7y6NBVYwFg4VkRyTfaG/k6EqyQy03aNDwIXXNy8kUbftULwA0FXyZOZHQbgOUfuAUh6U
2Dho0xaOChkbMqd95B1n9Ms73g/bDqP8wfiSabKC+JWN4eoMZCXNQnZOTJWodto1uFzguA/TvsE7
SmvQxtbq+9vqvbxHgE5scxBQIFyiY00wkgAFTxozmrpTYrd+OIKp+/7xTQ3s2ah8QWWiGLViimXN
1VB0p9L4Weyt+t/7h+fcozDvoOkG6vW1gezBisNY6bYnj312k0Cr/svxBQMc1XNlNC3Gj93AOd9N
/erZIIrh647vx9tJuD9Gb2Yzi7z4PKkPjbVr777CgbmPpcfznxeiimvvFREqmpy0OQ0Hxy62XiMD
XFoqz4d7Di/d1BBVFVP5ij5FCHcX9IQKey/ZqtHdEcPr8QXftlNjOzKtnAKyh7wUflpSiYDlIcPK
A1AB4TpEt3UxPecSLZ7dsqtPlVf/0/VT4A28V8D8fltLl3cIDDo3UMjxIoUiVrUm6CJQyyFvT+34
jZhGMKEGOELBQEFlCafljnxcHbYDdDgPFWD894u3rNc0yWjVHY7zsKeeT2WIiLLxBXORtoOSGh3G
N+INc/z05+2Fkg0vHAhmuSBrHNvupCAHbH0Hi9fd5ghVawDU4XcsygrFMjx7bGsauWp3KkAI1jxo
YKa/ewYwpHh3Q6NwIsRcSVUOZjpPbX7Kiq/dtryblxUeCE4bUrHoYeC0vdf7O9vuZBd1nZ16d9OC
bUFyG6ych6vhhfVPYwXyKwy/ya3v9KHsv929OlfjC9dnXrRGpIwYXwcQzD+1m+xuj7/2/ZYHR8Pm
pFgIPl8vzzRp+jwrJDvlydac9lq0Zbok/riMFqFmTYMW8epavCOFG6H3Cjee1SxDydrJTauga5Kg
y4Bz7DooAir9UdZYu3ImUDeKMmtYKXVZBGsOVd7MbpKd1FH1y+ShGU63F20pwAPYDDLHeKogOSlW
jY5thO5UxUKDK3mLfLO7+5F0PTwXf2GSppRkCPRg+DljO4tNfqV1oGqxJVsvm4VwMnDi2wqBhfJE
/SrbgHzo9iJxzb92/K5nIZyMGXiGeMhg+NycfMv8omyn/itqfe82H4iiIsOOtxK8ceRCrxcLtX+A
sEhzdmqq2nfy1G8kV9HKMvEcH1o4ERFc1hlVOVgGe531Jzsw+7dcv9vT5ww2SIGC2RYvCvHN3Spg
mx8KdTxp6XNVeEESl/fvM39MoGJD5YSIol+MbEYzTa03ndL0Md4n3t1RQf6Y+DO84FAmGYuTeMDw
uv3eFyd7e1uNlgYKfhgANtCjAVI9eMTX+9vUE1Usu1JPAK9XHitVK3yEulxUIXWNFOdT3GskccF5
jBelbcEYLliFzBzvroIa84lqD59z7XB7KuKJ+Bgd7h0IwhG1g3dzPRVbm8Y5q+l8covJfQVwfR1q
St7ubaqCxDknEQ1uC1xOB1NxgbPC8+so2xHWrnedGX0a6RgmXyt3G1PJS3g5n+vhhbsjQeV8ljUY
3phAJdV91U00HO8SWfJHNgth2YiaNFpsQcxgBrXrz55Ew2Tj898vzC0eHLHXphi/9JAGn57aXPKq
EFUYniVKd3H2UIWM7jkx66pFeF0PbBxCjZ40b+OqOORvd+/0pQgxEhIbiUIahDdDTfcbGiQSL2dl
iThrBNptPH4MRScw84yeEqMYwl7du+WzJ0u5ro2POgYkLXihAKo6r7egVxqt6tJkCBHhBFJc5t+/
PKjQ+OjxM3AaNMEF0QGl5BogCQh5U2GKXuDi39vrz92wy8sOW4y0Dh7ruPhNFGAJOtqlQ5taKJ8I
rfpBidAF6kfuA+46opxuC1pZKXQRchw6eLOcr+h6pVAYnONER12Y2n4UbzSJ6yEbnv9+cRaI44JV
rcbwY/6ujN/Ne0ERPtbp4vP5Ubkcf0qHchwxvqp+05owC2+vzopFQnkDYrKIgPPuZcFbVmyrdSdS
9iGAW77Tut05o+IrvbMDB4HE71g51FeihGuvMAoDyYSiD1O604afeb6t+lgiQzYdQW0ra6hsm2E6
WrKJso2Sbz3qK6nkcIv++cee/Fk00XaApSNt0Cjfh6wZ/bRSfKD2+LPVBln6W6MPXSqb1tphgaPH
NwpdDYvOvsmuQdYYN1lYx070XXMZCCGTmpgPSR5NTyyj02OujbkMfmFRS42JcrgMFOX9LyqcsJxK
naH+onaysGmI+QpWczvCbVI6AM4YwevieL/HLul3UW7T5xpLn/il0k2tz1x73ClNDx69KJtLEJm0
xa6xnFhyTyy3GzqL4meHtzyiZYX/fnk4BiNNO4p18eihZdtueLGtbNNUMpae5YZDDqK+aFnhVkR8
vjTd7FqkzbLQ7p4zljyUSr0ZAZ2ZAoehCFH7K1HjVXlosEUrKvKu6FW+nlc7oEOUGWkW0iLxUSv/
6JB3nX1W7G1UP+hjIhH3Uf0oGGO4/SpyAvCs0RoguD1eTos8SwoS0q6mewctt+CU7zT7sS5HYzvp
gLrtXBPYkJT1B+qiqznXtHgHvppvKElVfw35DGYvpVZeSkQ+/Cz3CIpdC/rrtrFasSBXn6lfL4uG
7qqIorMnbKfkU2+WvxTwiuiD83BbzIpJB1UVLj9AfYFmzhXEZFnHvEmHsdXfHG17N60XDpUDWhze
aYwaIE/0z+e0s2zW6E3Y7ZTo5NXh/V+P5DNKstB+scxxJ7pWULOlTZgPgZVvrDG4f3wknuGYwffA
81HQzWIcHJUOpA3N9Ck79MVfLP7l8MItEWWtVRkthp+sk1W8U0loZWVvOWgNT6+g3mPRWDoVqdKl
itqGjbFxs23sSKK9kvHFXBdtlTJNIow/ko0Z+aPELVs5AZef7wgHtezSuhqBiBOabfuQ96B89Lpg
mp3D7T1e2lUNTrfq4PmO0L79kUa8sKsZbaauUq0mLK3DnFr+3ISp1QRe9uO2nI9gmWB40PNhm8BM
sdGIKaaFSyOyaax1ZYivMQK3c41AK20SeFWu7xIl9YIaqFbbHJbrKfHKZmPnbIBtAvTvTzQLNEcn
Yd+MaCp+z1OavYKyYzxVNEn32hC7rzRz2K7NcDGrMSt0nzWGI7sjlxuOC1JH7Ay+LOLv4tWQTaSw
2Jzgisx2ka/K6N+XGw7PDETNyBwgNY+o8rXJizV1KNiQZyFIoTal+9SWb7MsoLLcbS4DFyhKlWD/
RevftrXZJKhkCGunC2pgpkbDCY5hQIiyub3fy9nwEnx0KPBcFDeA17MZzMYjlmdloU6avV6ee11D
S//v20KWO3ItRDBQk910AFG1cVnbLMiNk1lp/m0JsmmINopFSmsySMiHEXB9r54X2FUtsbMyIYLv
ZbdtaZcxfC8g8yf1w1w9qbKOw1URCNwgOfvRdiFYE22KZ1TIYDscZTfPmj8i++/pX28v1up2XAgR
blMWezVKAiBkzN7T5GcTSaJp65NA2wI/gsaixm7OTIuqDOuk6CRowHPrIm0OFZDs+aJJTeMRRwTI
/0+O6PTrFgXH1exlYfc1632TbEq6Z93O3Y1O0L4DHFaXef3LmSH+jzo1eN/4gxqf69MyKoWpxm6Z
h0M/Ppj5pB9ons6bJjIkW7QmCF3rqJ1BCaSxcG/NoiocL23zsK3L4TM6otQnBzwdb7NWyzq8lraG
F6yhEt1Ezf4SGsdwWZ4WtVKGhB168hDXz0P6NtWSONtS5z7K4rjJRNIBBMnXK4d8K/iHC6cM6/RZ
c3dEBruwtmAou/vP+IIBoCC2td0K42f0TfdeaPbJJZKbXjYF4fgbtGfAD4AIVdtPr3azuX0q+Qpc
X7zo50Ngh78wYHHFAkKv6PWksw0Wpqavm99Q+4GrK05+zD9vy1lOg/cNqpxs2zB4/ud6J7o5LRwL
oFthlR3SLWkOdw+PqldghGgoc8eVImxEq9PUbc12Dln/Ozk09/ZbgTWIv4bgo6OLBbok6BEbrIGo
sTeELdhjjPfy7sr2/xUApDUU6cNGLp4aAwBfbSsfw7H9qTs/c8kdsrL62GMsDfr7cbeLwzfTjMoJ
ZUI4O44CsgcjiETA8iCgCYoHJVBSi6yrIWjp6JAYxfmUhRax/LgJXfUYFfeCIGCRTAB/os4STThw
2YX6sRwdrplDUyvswFAM+9dJ8lVLmwR6UsB1IYEBoCmk7K91dO7zBJ2ThR1az636xa3zLfGqraW9
39bVRfEdnwdCbDgNWDL+eBLkRGbUJTR1wiYJtX+Bga+Yu+b3MP0EjtohriSxkZW9hzQO0oaY57Iq
aiwTpJkmSOsToD2HVfkX24LJoLIIpQ7w38UQ8Rx7bqWysgtzzfZfPOpIbtyVCWB85KV5zIWXRV4v
1wDWpiZJui5EV0igb0EpJ1FebhwEG8jLdpHL14ERgv6CawFAaHNSADt0oZ2MqDt/7dLXtnpyz8qX
mszb25u/OpkLWYKOlYWSeH0EWQqcE5oGCr23ih7ahVwlyl/RDYCgnQg/aTLFtKd27kJL/dS3xsEl
g88cDRBQMk61tbkgvQiMMfSY8IZwYd2avEB0pEHu4Z/O3sfO/v6lQuQFhstDFypSmdfDxwgpKnFG
eAzX752t3d4dAkBZ5cX4wlZUWoIK2Cjrw3J+UrIgdyS1yGtqhZczeh4RZFimfuraAHHfQIYwM39V
07c2+Vk3P3L1e8F+W5qMrm0BW8u3Hb1JKAiCQwIcM26hL57q1qCMM96Nfegxzy/NrZod2rcJSLyd
+m7ngZc/lPlj/YPSoJ6CMdpkxRFABwgNod/99r6teMjXnyLoRVV5Xq8rRh9OTu1T5dOgfJ/S75ny
ieScLcfqwjl51dPTbbErVxAOMHB+UIMPt1IEdQadhdEUJIEZ+tp+R70YqrpuC1jbTwC6IgMNpeEl
AdcrzGrVUMyM2yGn29L00HjNwzA3gW4eCi/dVe632/JWJ2Txph6g5vAGvmt5qkvTvNW8Nows67VR
og2rp/NwN3YRVxw8LxDoRNSCW6ZrMSPLSqrXiOwAhkWp94qsNYL/f9G6ogkenhk8TMRRBdfAnIHt
osRRE6rNc5vYm3H63LvPdv3a0W53/4qhjNmzebUDr8++nkpZm1Ef6zpihgk1trNZ6X4yjRQMvY4M
JppvtjArQLpyRAdEceFwCqKsyKrslI19OAJt72tJWLvVkvcqGo2NTmMZocLKGvKyXR2lCKjMgtNw
PTEbZWxOAQjEUKEoOE/BqPDo6odkBtzm3S8mrB3U4aPNDteh4EgnmZOYw8xTWvE277pgcK37r3P3
oyAIkSy8PERAnFaL0iKZnC6MqggX0yZpZG2iXKPEvUE9JPQACg3oXcG/8rI8Y5VSjmEXFztghvpO
xj6pQ3YYJu+VONWLbVDqq7EqUb+V+xATcpEe+kB7FWeWo4kwHnS3D4nDDt8U+16AH5xUPKFQTYCS
KvTSi9kgbWSNOVdsCMlvJdmpMkDmFXuDl7j+0cKJViZVMAS6Gk/gNZqHkEWG7/RfwdsexJMsZray
SPwJhaQKmnR4Q+e1KjesiwajRtYj/aL9mP+5bQCWgyM1BxwD3AJoEl705/C2d7dGMUo4DOQJPt0T
QvySW325StciBK+kr1o3amHvw04dg7lyD67ivICDThLN0rl1v1ZiyMFjB4cez+VFvXtPmTkZeZuG
edRWIE5kA9g0IjNw5v6T41UPpvY1pu2m1eOt29jxM43I9E+cZuUPFxQ1O4/Yo8+A2bRvbDPm+FeD
X1WluelLN955uSkrh13ejgBkxnbylhWEkUX/I9bz0ZzmOA3TrNjHZhO42r6cp4fBZQ82vHaUod/e
65WkNCTCyHPoTp6iEDSpH2juAe04C0muaoGpEb/Sn/1NV3ubTK3HrZPHo68rnrHJXBuloLHxb0NN
BheEDNuxS3uJf7Di9+CDOMqgg4pp4FAIN93cUhSfoGc1zLLzlCMzr24peaqiR3d8STrDzzV12zU/
PFtWUbG8HgDlAFv3AcNrL8ApklkfZ+oQElrA+p5r9g4U485PRrfxSWe8lUa7kaz9ym4jcofYHYgd
V7xNXa/rAiT0WQieUn9qn+aaBIl3GBJrY7L33t2ZygvI9zaG/pgDzb/UvnoecJutDWoV0inQi6+3
P2jl4KNtCfzweB6iFVbMH5ECmD9zNBCQt+/a+BDL3rgrp/5qfOFapAC79VTSk7Cjb6Qt/banPpGC
XMtmIShQjZwIAQIICePU2tb0H03KIiGZhyn4lKyY7NiaWhJObtBUD0zfO7Lq5dVJAHaTe6zwWcQe
ydjAY7NoJhIOPzN352mSV9vqDC6GF+xvC1/ZywHXFuJJO6AEHnibMiywBWEAQI15hQ3KSaBSsGrC
PoyWnce2YpIwnR5Hr/Y7a1cMz/jXMQ9lQTakDJz+zZy/skiGJLpylJFa4G3pMPp4ngpGrbR0ZjVu
TULde7bILp2LwIGnp76idUvirqyK4lcwf80gFC+IMvUBaVKTYqPqTRxteuJH0YFEfj3cnQs3ADL5
RxD3pS+epj1SJqVZQ5Cpvbn1S/tw/9m3cbEjtozYoCOm2tnYDFTv8o+z35PdKFG41WWyDWwH+hbx
fuG/X3x9M3ZovrcaEipGkFt75X9Iu64lx3Fl+UWMoDevNJLaqqUe/8LocSQB0ICe+Pqb7Dl3R4IY
Ymh3T8Seh45lCUABKFRlZT4bb5DELNYkPpf8Gk9X5Gi19+qr5HN2ZvKKmbg8pjF0PKBZfFCDXJ+o
xZH8NXFRzS+1XO9tlCuTIsJql/rBzYI+jthqBD6vqBS8QFDhn8G835Qnc0biKR5SGzUyT/NbsmH9
ZoL6763SwvM2PbUiHQV11XC36F1U4jJ/GPxyrdS3OAq88vAe8nCzONKSUNUdFNVO6TEWgYEE2ugX
+Z1VHq+vyuLCA3OJLBF6MC4q+yBxL4G8QF00gai7nXxyxjtwK163sXQmgxhyVk8AuAumzn0YsVFn
TFZVHKFdp2Wbfg0IvjRTp9+f/36y3kWNjl+hNcVReB8tUC1nyDkmaL+h3pr82PsbXnIt7z3DibQa
EH8yEKLK8zhz3KQ8EpY2vjOYX1nqQqhID9QKDTldubMBxKRGui2q1m+56TcGiRrn1n5ROB/6jCGf
jiMHKSE5G5Qxk7o2QV1Oj6Pa2bhkJZpccAsPEQ0Cmvmlhz6O8ymldOw4t/L8qLPquYrjH9Rr7/Ix
W3nOLHjG3J7o4CE+F3zlzIKeN2gSIA3MpD/erDVcz9rX57+f+EUm6hpNx3V+TPUX6hzXOlzWPi+5
tTECxFUj63f0xGcvstnH67tmaQlOUaXSrx8gpJdMbUOOVodQ44Nifbi1KXt2olML0gAEuhL1hs8W
zCg3o+Hz9QEsVJrOsQpSJsTSe5GhaZscs6LxyZSiQ+Cuzx8V4gVI15fahoFkl7av181engbnVqVz
2RgH0Q4jrPYzZ1pYTTuH+ebt1QfkQtAVCSI7iMJdKBBNdeskbang9B8gFhA/a+mP68O49C4TnWXo
25iVIdDVbpw7r2LWZZdmCsPFn/pa/BKn4b8wYCEJNrPpAkQgrY6IByg6EZ4fleo+9pTQLbrtdQuX
Nz6GAEIVANKQ2gHjx/kQRmfSBXSY2bFrQ2aywCWPVXsvSBZ42e2DmTMu7vwgRwFKLs7mOWDndjUk
x0QrIyN9cIS9MpiF9TizIA3GS8TEWgUWyufaiCpnc32uFj6P1Oqsm2ICmnaRl1QIJ1PVq+mxaO7K
oKI3X8HIDIJjE7068CkUy8+XojBFpqkpq458eGOg+vt+/ddfnlXnn5euCwh/VmlT4fM0C2Jsb2IP
ob2WIbzc2GgBQKANhh575t+b3e3kOEfap4/dpi9fVTMsiyqEvEVokV2r33wpnduRXtvmSKtc6WDH
qV+HCsi6n9cn63Kp8bxCzt5Dig2Ffrnk4dk5A+6FZq/tD9t+QKn0+ucXpgmOimI4NsNMtSE5akec
Qe3R1ASsi/vVVqcNeVHSeous89frhi4XHUkJRHMgPYXHQmn9fD0STt0py7v42CgvRbdJxMZeC0MW
pgoSUohEgEnBeSuPRS8Nb6xQh31Nxqj6Xq41Qq59XroqzMLkpe7h8wr/7H6v2hXsw+X5h5QvUA8o
PM36QTLEvqibQq/1hr1C0cswXtP8i8de7SyMbz88QDmDOG3GIGFvmNI4LKDVncFq89dKyX3LVnzH
ia6v9cJMgdAKLS64MJBltKQN3ptGZnemW7zuQe/tj1DB+m/fl/Z25fWmwqq4eDVFZA67YlhZirXf
L+1poPkHJBTx+/VxR8eNuzI9C1sB5UVcOwZ6wSHeKr3VuMZV3KQleyXuG1dq3yIAj2drohILgzi1
IqcammIs6lyr2Kvi+eUP+/PNS3D2dencoGbjlrldsFcQbogxasybryCwloFJasZE4kkpoyF7PmB9
vYy9QsaVk3BaI4RZXIOT70tLbGhxS5mVslcHcnM9kMRBvpYeWzMhLfMoFCTuUeB71c2Nl4aZu9XW
hOAWTu/TWZLL7qRnY+kACfZKXaf/OUEn/Why6IZYTRVHCLHE7vqqz7Ny/qCdVUHBD4N2Pkh3yGHm
CD4MRaBR6tUaR0hPkzAZt6X1q7GoXxhfanErxy3q8NA4AGgHxhA2y5cG1eOcQGyevdbKW9YM6yQc
l5vk3MD895MooetSZugVh5vVB5vf8WFzfcLWvj/7yMn3LWtMymnEVo/FDoKqq7ijSx87//3SSVsm
hIvOwwQleVgZYe89s1s17LEGOMPnGMEyEJvr0mFbxNZgTIB8H5FWAiKmzG8+zPF9ZK1QiwOeG/Hm
+RQ5aVLmSZ7YR71+rnb2Wlv+5bV69nk51hdVVZsFVaxjWVfPrqn88hxyD8arEL0QW7cn4fUFv9yR
eIOh5o2qNxoEcL6fj4Zx1o1aF09HFqbfq3TTF8HkrdhYcCp0Hs0ge1Qu8NyTLvAc3NVeY/XqkVYv
4xgZa3iRte9LoRqvM0dnCr6fGseqfdGNlRWf5+D8FPHwEJ7ZMdDrhzhttn+6Kcj8JGN2fyzKg6Em
9d2Y1c9gHP6F7sDffKzvO7NN77309calQasAqCoBTIGrgURGWppU65VJpHp3VFvil6Zv1amvOp+S
/ue/sANwEkojsxykPLza6EbFVdHPnaGPu+nDnIeVWfmH61Yudj5GAZZpfQ52weUqv9HisXN4TkoA
OIotiiKpExrVrYcXTMzt9TP50Vwslu5IdGV2qQYS8CNUu0WQdeGUetOKL1z42mwDyUnQ40BvAc3D
575AepdBeMsEEi7e5u3u0/VJWvg6ukkhkzpDLC7JuN0GlGDKlE9H9Jr3m4RH/+nzhvTjlb7vGybw
+cF91LYduTUMRdftya+XsdekiA277vH5VtkkkWXevrz4PIoSICqfGxKkX89YBXCvrU/H/lErd31y
d31yFhz07PNShMh0O+5jB5+HwILrPpnkKbuVAgzQUTztwUoE/BQaNWQhDVvJ0EBZcvWYNbGf30/e
Gjx0YQwwAOQGdjM2goyca8tRr4YpVdFTGvuJYvhjzoN+WMtVLLgpVDhxWQDQZM6MreebwPKQQMB+
Vo+5HVZj6K6h0peGcfr92f7JgTv2qlelI77fqPs8eynKjchWIsN38pazQx1rgQrXvA5Izl8054Ch
3EUTsSGONOnEnaJW1UZvdBbGTZ+kOGubQ9q4W9PtvuBuGX5yXRAEE4PKqU+prh0zJSsC06SaGYG8
NEVXv0t9zaXetiapEwCFVTynTZr9xKvVG31qqoOy0UEVGnbOYN+7wuk3faoXW+T2oOYxlewbXr/2
U2wDIwhopWifndFrfE1xkoC6g3Wkht6097lVhZ7Dw9aYuBXY6uDmoVEUBoTilXxDpkQ54K1sbDqm
pVtovLOwUoc09Q0U1zeQdk6+62M6HOLR+qY0/ehbgPL4RO07EVWNA9SjngSqNrKd8GpBfEMn2iMa
vRS/rUVbBbViOp+pWxfbNiX1rqakDeqUNYeqnMTPxDT6hzJFXzbNRRe4mZYGrtKomxoUpgFQXfw1
d0kS1KxsfDfX+g30Bxq/Bdb9hzo4YEQpbfM4GpUYfLArxcE0lfYeWiHaD+q6IwkqNvEDzn4VGpc2
CMTANtN4HwYykg13ku+tGbtriMdLZ0TPDTKLcwYCKCBPuoYnc9I7vYUmV5ekQa5kjV9Yij9oydut
5w+KXcgo2zM5FhKZktOj8ZLYCc+0g+PuEj2shO99+G8W5pGebCtowpoaXFI7tA56UItdE6N+sDKK
y6PhfBRzvHliA0JvosgFbFDTd6YwX2ssWFoNsLPM9zw2LUKj8+8nEw4GKMJqB2G+QYvBA/q+Xzka
Lk0gyoMJpGFxwuH1eG6iFsxsqz4zj4YJrhXoaGZRbP+4vhSX03RuQ1psgJt5XQOXcNSy0HtO+c1X
JT4/ZxWR1QIdsdzV6hqVUZajYxztUblvghJQuX/x+wHjmRkFoO0n32SKWdZFm2CvJogUXf3YkZUR
zH5yfjxjBCcGJD/q0WqTaKNlHoX1CyxZfk0Sn1N0XKzl/hYNIVmNhlnkBy5AQb0JZDGLuXmk7usw
bo344zR9cfU1LbAlp4JiNVAI8715UQu2e6YPAxIe6BFr/LS+J8Askvrj9VW5eDvOtEWzfg/a0RBn
ywAnTqFCU9ejcRSjEQon98vxmZt3WveR0F/XTS05MFBowCcCEni5D5tSHVq1G7SjwT+Myku/vf75
9+qZvP5QnUIoj4IOjl7pFc/0MdO0uNeOHRt9b/pN+bBF0TBI6b3n/tSbe8IfBzUJlMaJquphbD+i
WcDndh2J4qgVz0P7XPAfhoCA90qUu7SSf38Z9BDOjwfRdK6ReBh5Rl648CeAyPqVt9LS5M4thWiT
RHwFZrVzE8weSU6GWkdf8k6dHsTL9cl9f9TLk4v4EBvMxpV2yUmvdqqOGAY+b6iBU7p+obNgBA0g
2THWBPrEQq48OS5YE5OwHzascjda9isGVUhSfiuLnV7vlLX4+3LQ6EAFAh+cv3hbXfRhOLZw7Qav
74NK6sBHiLHycrvc6Offl47cSusz0hB8f+K/B8OJTL2NJnbntv2KobWByKvHY8OsBhgyEIuAh5xm
wr++gItDwTwB0QSijwvqqnRmgkjQsXYwzfIFxGSvbVXdDbz9Vo9rDBlLpuaGL5yOIOe6ILLt8NqO
s660QTU1PNttsm1qVOwb3Lu6nny8PqzLnaXPlNv/2JLyRGVMLYcw2ErbLwZ2M5SCq7WkytLiIEUP
5Be0lmbW0/OtRb1hMOMstg7cgXxo2/prQoNLg0AXCWAT2EAotUrRQ5ES6Izgvjmk5uirOOWreIiw
ea5P1eIwAJ6bNbXwipERTIoyToIiQjp4oK1WfQXiQdcNLA5jvkageAWtFzkNaROzia1WYBgdgwaH
GlLSfOiUcWWvXOL6oeCEhOc/dqRXt6P3LhBuqnXI3DjIZ0RurkUGf+3QA8iivu+CSS39Jv9iuJ+u
j3BhCucOUrgbkkVomJEWytNIisYNWz3wBE9l39M217+/MINn35/tn0TCadKONh/xfaULDC80aZB9
vm5hYW+eWZh/wYkFJ6NelrSwMNQbzf2aARf4g6xhwpemyQDDKm4LqAbjaXJupI/Bcux2g3pwnD1L
92t9XUuzZKBBHBV2dJciWj3/vJLYPO2MXj14BnTJ+ojErk/WCpjzR87vOzzhToxIT7h4qJRWjTGG
TBS+En9nUxk49ovGNyTbNXxlWVaGJG+dunZ6TS1HLEvG905hv7kDv3frNLq++nOccWVQMo3yVINl
apgwKNE/GPE2a45q9qR7Kbh51vI9i6YAB0OLJGBI4Bw/XyShK1pitFQ92PT3lH8Weh4OY7/NkmNR
sZXX15JTIwx/xwSjw1A+2dDl0oB5sFAP6BYOC/UtnsMS3Dja2/XpW7bz91kvOZ6Tg79GtVv1wJKt
5mRBSaLUfDXIz+tmLp3hnetxbrGHB15c1WjmSbhKYwEcdZQNd4nh83ylBWDRBMqciAdAn+TKiJvU
KlJT40IAiLhF8qanu6xbuQ0uJwsFTXTLzfJfqEjID4sEPAWVQS0BLKUdaPWGKs+WfijGW7Ui5wTp
qZ35d5ycaDUOG0GpLY4aWOh+imZlGJdn2awUaIDfEpSTwFRLfpyVBFymSg2iDh4IFqJ56vpir31f
P//5fHRbJC4b50jzyLLAhcfMtftyYSUQtAOtMpMtz4xi5ybGNtVTapP4OGoieWtoHB9y13lj4AT4
nPcQHqZGqYOLBORvft4pYjN3HPse0R/itLjrdTXoufKrtiBaO7kfbh0+cj8grZwnF2kHuf6SJ0Pp
9WmhHSrW+/3ORWbvvxmQznG9UKmVt412GKzP3aZtVjhqLvtCZ7z53wG8//3E/Uxm11zvOBJkTfHA
UT9uO2wowxm+OLzf2S667ESxjcf2c945IVGgw2s6kQqWh8qmETXRK0ELiCWQMUyhadw2WchotdK9
eulk+JF4Hc7sBZhjuf4Mtv6stipPO/Rp5CYhyGv/xST//b58fSUQCJ1iamuHTNuS7I6vXSaLvx8Y
GXDuIvV+ITiLqgRL+ljH77c/uu2Hj9d//eX+wOy42CH4B0euvD9s4bGpLhJ9jifuxOgFk73thjQa
hj68bmkpqECT5jt9CrpS5Uyk3jWWkTQqLqqJ3DleHmmFdTeZbjBoSudPI1oM3TVG+sXRndiUDjAr
d5tsorCJApmveHeieNAN7jv1r+tju7xSMIsndqSDjMR2PjEu1MNUfEKXt2V9S5J/8Yg9syHF373W
tHA02EAy4qkbpqdOQ1GsQs0lXsNPXza2zBv7ZDyzT55s7Jx2Tjz1k3pQxyycxQvpo8OjzIbswVRF
AhotqCaERf2lHD9VKkLC1+vzubRuEMxE6IRXOZJZUrDRqoUwQJuB+bRwKu9B9Q+B335N9WnJI6E3
gzgNRXz8n2TFLBsLVSmMckifKNnX7ZPSf2jSD2BsiNRmJcq95LPGnJ5akw5jwo14HAdYQ1/UvQX9
iwwMEKPJA4RvkaZWd9zqd2VWhW5dB6orvo0jC1ue7FRDC7tcfE1qN2g5XzkeL/syzn+XfIhPVdKm
xrzWDi19z/tlxHfUQdKn81W2S6nnqxqJ4rVOxsUV/jv3coicunqWxRw7UzensErNT/aghFXWRAlZ
065cMyVtzhaAWJtRbJx22hTDSzWEJd8Za81gi5fhyfrKrIJDMQkOESD1EEO0j2jjJraZX+Xlo1bH
/pSgZy8BfW02Ha2CbVpWvDSjfT9x9IgT1CET1AbRCkFSGhoJ8wkZ64Dnye76vlpKH0ASHXEv2LjR
VixTLA5Z5TXEm12e3Zcl5BGVjWbedfXjVKOPNI8fU46iXcH9ESXQ67aX7rFT0/Oj6eRMcWmX2XB/
9VA3Eb0nSnT984ubGexB70laoGako95GvVbBSwhHFvvt4X2S552fEVT022/G+Jama9iQBXuzWhVI
UFDmBDZh9rqT4VDae43iEbyR44iWG/V3NW4nY2NpH5I1kOF8MkgvV7wjZxI1A0xPIBQ6N5Uyqnp2
mmPm7Ol37QqfgLWhcLOjG6ugeO1R0M7IZlSmzfUpXbjVYBfDwwmBsp4sc4kOmrSO81Q99MnWJqGV
Bsaa+PmCU5yZkPYm8mi91ZkYmjIUgcY/A1l3u9udWZCuzUzta4fmWCcHvBvgTQDzSP8fTUi3JSuU
YdAnmIjpa9PcZzejZCGfOcsOwauxgRwZJ6QnScJywpBOIHrYiwiYmPD2lQbVEgCgc/vlRXmy7a20
o54hDgU3v9GBhUAH/ipWEXpLDuVq6F5G0hrqOnIKkdQpaXPqiIPi3Xv2liuZL9D0d30sC8c9aJb+
GpFWQylwCqNGJg6uU/lKCbUPCGRrjzRbOXDWBjP//eQAYMVQEI+aGIwZpU3g5ehhXDGxkEeaFVZQ
AgVCei6DnpsYkY8vW9MTh0S7m8Z7hFz9p8G6OR0COlnANZG2nuv3F+mQurVTp1fFYdK2db0FUgXQ
nutLshRPgq8WzMcOoIygaZTmiqhGg+tomg5E13exmvgZ7fYd0Do9caK+BN5c07d50/1ujebBIWbQ
13nQGmtLtnDa4GegbI2UHOhhZaSC6vWKa3JjOtgBYTQAgVVwfaALvndmQPK9VDN7QI6d6WACg8yi
yvzeMNXP61uJ0eDewA6itQQNm6jES9MZN0nVozADMmyQovkeXTkNlqIE0OfizWmCvXxuaT33O9QV
W9BmKRNCmR5clGTHjTwonQdqKBu0uvqT9mzHzK+tF9X5cfsMoscVIAnU43GvSi7fxTpF0kI1Do29
ad0fTpUiAbgxViq6CxsLRRSUm6AugAqazKPRA7koONWMA2GPeVuH9ZSBUuF3UXoBimj/YkQzERDI
0mxkeaS4XwcxqTF1hnlwh72I3+xuzzSgw8gaYmLJ94DyBAwEIIOFPEGtmyljI+yQJjKt+6b0jc5H
M8eKjy9tohM7Mii2mXTm9GigOgzus5Nxv7uZZRzefWpAiuRQewBcxoABld6jw5atQfgvKXVmA6Dp
mlHDJqAlUiSaDSkoqkrVPJQ6U7eN1dV+pXWZjwJo/mgkyBPFouFbbpdvejNoPp6OVdCgtOx7ab+W
Kp73qhTcYRtr2Maz1BlKoOd7Lbdio0yVwTqU7SMHm37xqLUrT7xlE7hz5xouWrulU6lr2wRF6Mo6
2E31xszk0fVKMIZa0XVHX3QMYGn/34x0Kg00SUWrwkxmgoDSHcLxX+QzMVd/Lcxb4OTKzTO3zWy7
tA4MMsTRqL9eH8BCSA8SsZntCHXOy8dRpok0KyrNPNhtaMUPZoYgZUPoA6QeV9EVi2tyYkvywakZ
cVXgkjoUne4zPXAr4FzXUkaLK3JiRPKtrqsn0rwbaYNf6u3obGwjdHpY4GtCcCoHDjZBrbPPUhw4
WGujVB51Z7q7viKLZ9qJCWkAzqCrhcIz7NS0dB/QW9sEtgJu2AZiZ35lFuPmdnsOkBs2IM64/VTp
9gF8p7E7tYC91gyhD+cbZhdAiTBsbsf+Y8I0SMTNdVwwyUuHnDNVo+JVlXlQ+K4iu931cSwtPK42
3AR4+4CyV9qK1LBZnmsJjlDmK2/5GhnRkvOefl7ah0XZ2VM2L0tvRhaFFPija66gxhbevAgW/45A
2h9ukscQa8MIkmILvHxZoEKwK5QIjdmlP65p6a0NSPIzEO3nCUSGAEGqXGTAnwdNA85re31R5o/I
Jz0EIQwH7E3vMnrnpxeIdcy2MIh5yOhrr0C9FK3BifVdNz5V7gvFMXDd3NLeQfEOAEq84GfW/XNz
6PevPdAQmQAi6IDgf7J7JcwGAh3E6Lqh+UOX4/prSJq8GITLjOswNKEX774h475LwbVEU/YpRzYj
dLmxFuss+jcoAMC9p83/k/Zp6TVDRUdqHsbxxU2jrFuJ2Za/b+KNiuQHmryk3VnScVa/EubBSrcV
871hZcqW/A1kXjgB9NnH5f0J3AB3WVXpB2PYdMUGJQnKVp51S8t/akLaoywdBoYWIP2QglddhKN+
X6boi1hxsqWJAuODBk4D6P2iyHbuZJ1IQPgKguADbXntZ5ohAq/laxixJQ+bqafAG4O4De+3cytq
VhnG2GTgiNOMKBP2nce80JgUvBHTemM4Nytu4zZDwmvWBANpxoV80xAnil1qKIpBVDL93K+9rxaX
xrCBEULbAlAI0s7U69oTk0ah5Dgl8ScnH42oLus8863JVALPGqyV60A6edBBCswx2m8R1eCqAQT9
fP5y0y0NKM55eys1/U44vta9eGJXsGeN2AhqV+IouaTwxx7CKOAGkKIAYPbc3gBYB+f14O7tWAdy
wATIBoAPyKpZYPisaa35LmuaB/Q+NFtN5+5drtL6w02n0sVvkP0/sxs36zt3bwGwqhOBd6TpBegg
AixePzCLh9ftSVv6f/YAlQA/Hvrt5NxWD+EOiI0yd2/yJioI97M4DutkLZ25PLfoC8aSzj4qJ2Vb
pAX0PoadMSmewZ8Kfb+6fGg94D97I33pSucNrQzf2tgKzCZfmVRpu/8Z5Ilx/Xxh1RYl5NLL3L0h
3CdSkzuP5Cu5Dfl19m4DrBnwGlS8L5NelJtKQWvH3lvqi1eUoYjvh/Ggiz0thT/kkd4NUax7gWYn
21Zbox6R9uYf6zZeADNWGBRM0snvuehc4iOs5z1OFpH/drx6I6w4zBlfSUIsLiUeov/YkmaT2uDx
LXvP3td4bvpIAW7bxPygF+JD2wLClYzlXVV1G2dUtwKJsduO7j8jhXAnMgbzWGU+mjSN41Ynir1P
x4fmo7H26FxyFRw6/3xeGpwaM7TDpfg8WF39jYV/3brfcHPieMETBMsExqFzV+T4+hCPg7Mvq59F
OwRjvrOUX9dtXI5hvp0BcAGiF73YcqKgnqx2cpze3lOfWHfQ1rj++UtfO/+8FDjZk14m1MPnjVT5
Wujtc8LLR0VvHrhdrTykFkcyCwIAZo1OUZk6iRhChxTEZO+F10IKOfXpz+tjka5oeBPGAsYbpDEc
G0UK6U5TwBRtFWaH5kMwrqN2yFG/rgy/rx4Md+2oXRzMiS1p3ngpMtIDyLvXi2RT5k1orXGIXl6Y
56ORnCtt6nZMbYyGoK3VCQuITzTeUwfSQrv75a7pqS6NBwTPSMLjhp6pV85dWTCnTZ2R2PsevaM8
9rZi+HB9df40e58E6e/rA3IubBk8B4CpkEKoRJncsTWn5AXwZO5A/NwodrledWGL27oJRquzALZ0
RZTrQ/1hcPo0JCNP7qrGGP0efHcvo8KtO5Wz/KUoQHyRuNT8TDIyvpZFO21xgg2fOxc8HAVESHY9
eg53lWFDKEB4ccDVBhLoGU0rP0YdIqKqxiPqtNNrUzRYwzg1ARNL40fe8n4Lypt+x9BjE7o29K+M
JnWjonHIxujp4AuVpveUUQD5nbFDJdnpv6I38LcD6w+NxtSX1q7pJtepF2nM+yq42m5rRnqoewBc
pnSm2IAr23zoIDPa+zHvDb/ty2nPRjvZW3lDAwFiooBDzXpjpeT7CI5y3ylTLUgqowtNHivP3lQM
j4CT06hGQ8yDVlHIHAygohPZUIY2KguAxpposGJqGZRjF/t6lqaRFxNjMzl6dYy7FLFlT51PMWLN
TYzC2M7sLWVbNgl7qDhBiUKM+h13zC+VNaYBmnhNfypFcnDUuA+URG8DrcmY79Za/qBw9XsyaGlY
NMorkpTil7dWhVza4TPqHMUTdHri2D33UqdF+6WJNt6XuLcg2kAfLNvwqW5+dKdmW2j9bUnLd4e1
TbQ3AXsKage59tU6jWYNmpW8OGm6yZVig6rHA3PGf3GNvBfXbEgOoXdD2ntJC1JlVdjJiwlaF6QZ
0kcs/n7o7M31Hbi0x6EqDbLFdz0geY/3ULI3nDKO96Vb/jDRce63WrwSOi3ZQDoOVoDuwF6XVqhu
9VxFUU3Z65Pi63h01+y2d/GfUwSlaET1sHPRlUlikjSThVMEghJjjMT4WhvN0pUIQrmZlRINd8ha
nDsZeBZjcAA3yQuJW79UhQ965aByQAxrba8viFzk+jMWkAkizYR6MJ5h56a8Mh6n0WiTF3Ts7zwy
bnH+PFTIw6KM4ytEDZt8AOLCfKNt/hQzdSXBdfleALX6iXkpPuqSrsvGbMSBPLlfhaV/stJ2O/Rr
WaCFIFN/13b8n1O8//0kZ651uYk4plP2vV3ZfgJuPVA80V3Seh913h3s2gm7ZrqzRxxvirXiL0vL
iVzXHA+gjn3xcKdEuFbmVPF+dNiGsLeqpRGb3ohY8fxFO0h2IXMLtZOL3qSsHY1OzUW85wWIvpuP
oB/yO+doFl+uO83iDnPAy2rMpHVI3pz7TDWxqrEBIt/HLDLoE10Tv174Pq7uuWMEBOkzieP597Ej
MjRYe/G+y4/oMs2P13/+ks/j+8BUAuSB1lC5upopwnOLOFP2OMx1eERvBIViJPcCEOCnzqB9qDa5
60PhstkBfaCFxTC6O9TT1xCmiwMFVwDesZjLCyrPQaAtuNApvLIJnSdrrU3uHRIlhTsAuaHKjwwb
kjhyxqg068EYDSPeT21aRXpmi6C0PGTCCnB0EKaxL9NQFKFecHeLnjfwdPQx2VaZauGOjdOfLYKM
zUiTKnAaDhoNrWNbsGx8devEDakWIzKgdPLzUoE0WdX9zjzrIeutXx3tzCfR6F3YkwzNedY03H5h
YWTWnGOYJbhk+VyTa0VGVDfeKyCyjjMjSphzUItyd91VFhcIxzDuLFBsQF/n3BMRperCaeEphhv7
JSMBXzEg4yXn83fGIf6/BRlkMCQVG5iSKvs4HsKCAnJo6oiVDOclF1bgtsVD1yh+rRchFdrWdLqX
3nIfpsHbJXZxZ1tdMBPZuuPwhLJQRPNsp+Vr/IsLhzR4LRAWzDoFLv59PguaxTlJNBduWj3Zboic
oM+nlUBnIa6a6TlUD/QZeC7LbG+stoapUjVlP3XHWP1YMBbqKveFB6GXaeUAWHjXoGXIAHUZkql4
2UrXq03NwSoylrxkFVaV/1BcO0zptsu2k6IHdnt3uxPBnosdjpQfcBbn00e6gjfgSVX24/RMgCL5
ef3ziy6Ex/mMqsDTFtiH8+8jwVc2vT4o+2G0tAclttUgtYwmIBW4h4hAI0/eevpBlDV5jB233ZrC
YWHSxl/wik1C0RlxlKNz+hVolvjHyBwtqHKz9wdHaZGU750Hs+bJSnZ0yac00MYhDpyhXXIczRFb
6gPDpLTux8RGu4wOJE28BodduBHBs/6PFZkd1poUSqvMUvaqBscKyLdueCBkJYO1aATMWSDinpPL
8vq2rsXtsShwSDSWF+KJmYdtBj1XqCxokcvrNSjN0lbBwxyHOnI+MyLufL0FRNTwCiqVvWITv0JK
d/B+M/rccojyqitbZdkWMpDGLEeKF8i5LcNIc68pMTZlfqh1ia/lXVgKG3cBGJX7tRLH0s4Ecucf
c/PfT8I0Bn3QymIYmiAQLde23tT6jvep1Q9Zrft1EVzfOovmACUFYH1GJckFLmPQPNJU81OhAOMH
TlDIo/hb0wJj4hq2dGEicdI7yA/h2TCn685HZnV9WnMNsVmXDmDByL71sbEdlCyqmwzFNbFynC5c
XKfmZMevhywvU3fEzS98cIJ1N6q7zdfW2fclH2ROkzuTje+LEnGSn6+VNmWykT8GwG/u6YD9ouIl
x4DtDJYsOgygMX/qTpiUvthaPYKTCMd0Sv1swNU32JGae6864d/UvPctjSHYcD6Nw/DIqwoYy2xl
ry94DAaO5gGcsyjsOPO8nzioPY26mpWIqES86aHox/i9AjAUTdPdmOQAyKzV5Bf95sSgNA/aRHpq
uGq8d5X+yaLefVFg3B4iq2kKhaKt7Ij3kFAKGUG0iUQ4+vYh5iS/noE0iQsqBsx7b6EhtOieDFFA
2fSbzV5Ln4NybgDbUb+rhLmlOtY9qdY0ZBbnGCxBUEADFdVFEnVS2hQMtvMzJot9U3nuRlB/bux2
73mfWbFyD8377mK8s1oQXsDg55RD5LoCQJbObzMAXkKTWZGrPSbjz9LM/BjnQO4Gsb3yTHsXZbiw
ObfiQvgJwFK58qn1rjp1ZR3vU/tYjtSvbC3MwPkhTKDs2oMzfnGnrQIaMfy3Ud95fg99w2rKgkYr
A6VoAponfpnijSeeqKOGHlQ1a818hqjmthx3LTqncmEEzdxLHO+UQQ+I+eDwh0ydcFekvtKCsT73
1XjrWs8EWZJkeM6yNyveWRTKoG+K93my7sT/kXZeS3IjyZp+IphBi1ukKMEiq1BFfQNjs0lorfH0
5wPn7HRmJDax2Ws27JuygWdEeHi4+P336iEch/11i/unm0xcO+qFyaXewgYI+tyEA8FGH/nPwfi9
6Q/Z9Ex7rmuFs6vMP80pdzvlXjX7F8n4kAPTKJKQDMR0UCFDLAfZNeUYMi/7/vqv+sPufPGr+EnU
8OE/IPA8v9a+nk6mkinOsxm8H9V2P3ZfHDz+RKH9iLnV0yyB9j2W87ui/K6pvElT5+rVN0med4YB
O3/8V9BUOz0qd/Po9a2915lG10zHqf3tx09Ooe/9aiun8adeffmj8WHRWkhlRbe89Suri2ODAcr8
mjwuYSKg4hD8zod5ryqP0vA511sCvi9t+b7IrEOiHXoybmp4p8nHTI9JX2pwpHw3zJw5g+8UKb1L
6w+z9bHs73r9uSm8xvk86Pfz+L1v0wcz/zurRlK79n0ZbrjIK+VOlVif+vyC2aVPXXgebXvO27Dx
derUDJEMP0jNY5a8m2rPQOXj8nNb/dKjBwodN4/4XF4aHZMO/oz2EgtKkfOzb+ppqPsA6Jbpv3Tl
+9K7rlsrji5kXLjmtN+TmhEVXm+SPuzKyniGROq9M8KuaZLhmm/kQPjPKrRlAUsq76KpxGpIs5VV
bTxDQrdv/adWqTZC7hWXgoX8I0F4+kYIT/um6YxnIMOBwfAq7cv1nVoTAP0y3T1IAaMhmgbdzMex
NYxnerlc12rSf7EAm64XDoKY4CI9puWwSDRwMD1ncIfeZz//xa8/+bqwPXXdOFrX8vWy+pirH+xm
qya/8iySEybhtnRtoLTC9jjdpPVBXpnPZa+/18fuOR7tT/FYfoxVfz9Zwf1oNFus9WvKS+oDyBEj
q2C+0M7vBsjTQeljlLePGx7Fhuk/Rc8c+pzhJxuncyGKi79MDuPF5+Wn3nEuKjZJgkRVl3qy9ljn
4PSOc7cBBtsSoZ6LUBlD2PeMQfDCfOofOpU+vprRCM+Fam/BCi7cNlZD+nLJL0BQRE34XNQcFHkc
hIiSh2BfDe2dHMeW65hFSM+D9ncHnvO6+l0EoYtASFCY2EKPHDNvzgUqQ2VovlMmXhJ9Cc1HJfxR
c4GirXzV2roAb0JEzZNzOeKNCQZq1nVO4oHaqI9tmB1Lu3lnl8NPwrZ7o7V+X1/W2pFpUKaTNSf5
dIGhqmZtCHzHTLxmMmFdC5OPTaA/l+oW0HZVDnPGiM3oDqC/8Hz7UjUj2p7nxKNTxK0bHM6fVbth
3y4uMEekncgQ1C8OQInHvpx4RIh/63rwZdbMR5AP1Nbbn2pQfACyZmzcqnWZOsPs0AnoVUQ9pO4x
FaOe8I7S2xO+mUMJB/R3CiF6/w7i+A1x69v4X3EiC4iUTj0dFloC7x8cI8SGcl8x1/BfKAW8XDjs
2CaObFHSkyAM1HCQdGmdeqma7PLR8ozJ8eZhK+25dqWA1NB3yHOkXdzhwZ58RYvLkvHiMHXrwWx8
iavwru8+Rj4m97qirwqzmAcLfJR2AhGZMBl5kJIeKLyprveFTmmqiB6cIXMnaQu3viZq6cQCZ8Fk
Y6o459uX6qUWdVlTel2DNRo+TwVUefNPQoXrS1rTvaVbe2GBU0BeC8eUGUWXaJpUeFUaKEcpWXhX
Z4O5rMrfphq/4bU+ya1+47BzuhUWB3IpTIFapqVIMIShFDeyFSO1VZ8U6cnZSABcOCnC55fNPdG9
Mom6PKqC0qvcId5vjmpfu0Cnv17YMzMuGkkt+PX296IibuvHnblRct1awXJsJyuIjTrtzGUFc3SQ
ms2mwq3PCxZniPU6q+kjgKDlXvpAQ+t1pVr+72dBD/tPhxhodKYILExA579eBt3Rg1UuvVaa74rs
cRyOZfY1Ll7z8d5Q76ppS+DKbeHBIzqhXwHv3VnWe7JdHcTIeRfXuZfLFWDdNpCerKSmib5QpX0w
0Yt+fYGr8pamPB4jQAyi5zDWc+FX3Yg85xi/Uf78lW+1KvyJOYRN5B3CNzEBGFw2fhqTEpkSnFte
ZtJR70KRL+0G7tQOkBL94i91KB3iYthJqfOpzaRDbUTPaTJBfQAIaKheVIOqYRkpsYuZ7j4W8zy+
6+wwCaBhCMo3jlCB4thOtQfkMEK7pFmp7DP5qdSMaF9Wpnwo86h2meQdPPi5Prhm00XvgjD2d2M9
JC9NZQZuG2i+9dD5ffwlr0OOudiZgb5PSZia83zISZ30Lr2eKfF34NyHsjw/EclJD0Du/D3nEz/D
GJArR23QSFyD2nCpQ/ixq1bZ98HulGe5Ur7bhf+tjKSpYahAC/gwSuTDIFlqAOii6aFDs/Tc1WL7
t6L1/mdNklXXGQNTORDxfzTLJnlNSz32ZCV00n1sRuSN5rB+iBVtckMlUB5p8vR/OImq9m4XMAdU
SiJ1l+q58Zil1jISVKldhXEPH7Jx0vZDkQwf6iyz2Jeh3tCtlbsJLpGay5LDpNomXn2rH1ONwIoH
s3v6lTXKRtZ5RXfpJAVIROEejg6RXNJobcZFGHrmBXrhRvN3JXkfDY89G3j9jqxYSTKUXH6q5ngA
YigUD3NX+22Ue+kEzXfyVNY28I0N1MbKZvH4E4rwRhJtaYK7Fioa3J9lnXlZ+OC/WdNWFvDSkNHf
DVB+obwjHBVe4WIy5kappNSzgk9D4ruQ7x+u79LaAuBmoRWafMBlYoO+OjmSwjz3ompndJ/NrTLq
xvfF0nWZRVPm93xfdw7Ogdzj/9fPNwSXPHAS35AnPm+9A/XdbvU/Lw+FYAOh/6ENjYE6ZH7Eh6SZ
0qAOkzL1ZrPbNWX3oGnP+OaYugd5k7B4batOhQkXzx5SI0ucIoVd4p2NOVHfru/V2sVbgGjkB+D+
Iclx/kjpSTaaNlACrw0ORdK4XVy4mbIvjtfFrNw7OMJpocH5liFJEY6kD1uNsk/GlZiDvabkz3pt
3Puj+v3fiAGcQ+cZ7ELi0eAgVpKhR5kXap1HkcEdBvW+NLaIfVZciYU1gggdJbjEVgb03WTLYDZv
kgZXdbqDOcQHXXkfzs9mDGFKP7j+Vj/aiiIsR4SPT74WxjXBO4r1HJ1TitoLX6Qsp+GpuP3SL8PR
F74USKAY5HGuCZkV17ZVFJWnlSTqXGOrXrJybQyNtP3CxMSlEVl4osLRkqRVS89Q99nr6/i5Hvdb
E45XtNkAWkbXGW1E4PaENVR6p6Rx6pcerIxvfXlg/BVYVMl25xuJl5ZgAUmQPqLV/FcMhaxc0auY
6VfemJW7jn/edU1eO+6FAXnp12d6nViqnxqOKGcygTeF6W7aj9PWVq0KYNgf08HwiEnUnR+3LGHh
wUXXHoWgap/y7/YF8J4TKGK+eNeFG58qhWMNWc0GWep914ZHTXm4LmHtsE8lCM9sa1VKbQc94QiE
b4Gl7nGaDlL/F/Mlrgta2yr62R2HaJ4sjwilDqN5qieYBr3gRxXeO1vsPqufx2+nFgMkA7fk/CQs
qQ/kyTQrryk+T9VOtbZafbYECEcdD0nZhRoC9OxOke/82ya8L1eBeit5Ilp8mNAiJiD0rsp0s5JK
r4nq31qDV6/mt7s8eP6MD1nKINgPQZno9Z2BKQ2lp3WgmUG6bZzwiiqdfV9QpUaRu7BN+f4QNg+J
NHwieXM0/eie9N7GS7hyGGeiBO+NPlySQyGiptqVmTr26bqurjy0Z59fxJ8EnUU3q0UtcSksRqbY
rk9Zaqv5enUF9G/LMJWQ4RfPW4rqLGwDp/B0s6DMDqRHcqYb54AsSkXOE/wpw35s4g7hucusTipM
v+BE9OowN833RtePXZsd/HKLz3x1PQviH82ijChmm5TRCkHz2qUXJ0/zfZdshDarJ3LyeeH2mXLF
TFXT5PNN8mDJh0Y5DHWyYQu31iBsl2Jm/UgSvPTy7Ginx+H+ulZtfF6co000MFRpbJWeme9gOZW2
gBtr949ciUb7m0XmQszLqn5bJmGBSlV5H30YG/WXFPnRS5sE8oOuDfPG47psueDB43/I4MUWppoL
i1U0Uz9qRJqweObK+7m1wp2a9I6bTZ21U3is9n4S2d9TLVK3cGrCTlKBozV+iUBhC7TBxi3acnI/
h1kqFF1rAFXqT1b5wdiCPwna9r/fxyKToFngRov8k+/XTLLM20ymQ1vJ9lX44oe/lh716+ogHNd/
hFBZAflGwH4xOqm2OlXKB5MG/NJw6f7Za7581BNgjBt3Z00Qzi7hFlcTH0JYTdObzmRHEAl0PQCt
xEg+qYPauKrC1A4tUdrd9XUJLuqfdZ2KEw6HCrIZZ90izvgW2p/S7Oinx7z/pDlfrwtaOyXy6LjD
zDiCYEh4zxT4pBLNkeAk775aw3d/PtbRxqu8vnX/iBCetEplGMDcI8KqHyLnUM4PevOgRHfXF7LY
lZOb9L879o8U4TVT8saOs4IdY1TXPB6Dd3QoDtYd8CvtN/37/0IYSk3jIETreBznul2WktpqEuwD
WdVOD7KZGm+x3FhwTWXKgzE60O5W1WDuociMZYApo7XxA1b3lGwmpgqg6QUEqbLtxA/tTPWUoHtf
1clfY+ODu4cA0u39LWVc1ZETYcuPObnJQUVxaZJS1TPqQ/13Ht8XW8mw5fZcHB4RBiQy8IkylPZc
Qmakc+EsNB298RpFH8xi41FaX8E/3xdWkBKAF5kcqx6AQbdR/67z++lfzBilp/IfGYJOZFM8N06P
jMafR9pw5y9ovupGRf/luvJtLUZ4xnsazmLF5D4Bdr6D8RN8Yb+PpA0N2zoS4R2vwhFcho4U7HtE
Odm693P73xhVCvEwW/EfGguEY+8nreyZtIhi7YP3kryr34/dxjpWd+tEhrBbFuN3JQnQO0MXvofj
sVXuu/73vzgQY5k6Cq5Fveg8TZ08SJSCrVLTx9z/tuAu5cHfeOlW13EiRLCiZaumSqv5rAP0Uu24
8XjQI3Pj2Vk99BMhghGNuyrKNAMhqvRiQXx6O9EcNWj8ddI7lIYusiJ+I/fxOBgaASatEj8GkJDX
j+JyARrOFDM8SEhDxShWumZZhSFeUjRvfDfTJJm3NyYreGYwuUzZgEYC78kWZyL7yjTWEvUBz4jl
gz0mOzJt15dwadopOxC9ykuCCm53+fxSVOM4w1kAQE0rp+CJVvBPZH4Y45EWr04d3V8Xttywc8NL
8ESSjfZV/EFa+M6FBf6QmAkAC69q93PyrZ4xJDs5+K5pG9dw7WC4ycgAw3EJggGhGDpR3eqe/x6y
fD/fMPDrn6eZjpwu+BQxEhxbtemNGJovOXkH8i5q3q7v0+r3Sa4Br2NsHsQG5/tU571vSBGTLZtp
l/Z3NHNc//7l7WZfQGksUGrGL4tJttBKRzt2QsOrLAiN7yOTcTq3Xw0axhgxSuKCiqmIETUKJjRV
zIbylGxUPpaRM3yXxnCLCeUPnE7QKLxjiFyWOZA4JsK74eRUitp2UjxpdJgiRGpB1n6Mo4Vf8rky
dAq12V0dPTYjbR2Qhpd/p93GBVo5K1AhjL0jhDMgBRZ+gdJLZWDokuwdfV2+K6Ibq+mLCTj9vlgz
mmFu6GQ1VCiETMegaQ5jHrpqLR0AIF/XirWVQPuoM8IF+gQSHedaZ5RzLRU5b5feTIcPXTUebv6+
ClCM55e8KI19wpui6HlcREOieZL9rfe6rdkvKz8fICS9kDQOMpxNFQ6is+RM0UHheTZjoobP+u0e
Fyj3f75/wV8cpLll1rZGruz3VDwx7IWy9t3tW8SDQosfUTKMK8IR1DRZhoYyaGASTTci97MVwV7e
fMALMJkTjGNXuP7nZyzT8N62Zdx7UnrMmGkQuVGwv3UNiIDadUksqXT9CG5WEPppX+rhANnuJz+M
d0274QBdPlkIYIfgEwP1RcXmfA1WBxvdSPbY09LiyCO1q4p9Ix1Te+M+bMlZ/n4SiJSMQFOSETkB
bnwt7TWtPPrGfbZZ61w9FBsnguI8nQlinr1V1CwdC7VnFGO+r1v5Z99ZrmaGP68fzJaY5QKdrEeF
+HIyYqX38lY/aqTi0rL4y9bSH9fFrG0bExgpqhpUCi9KnkpO7D+XXefFsWdpEXMzMliwpn1T3z4Z
bMEZgvsBZkSuRCT9YGxua7aW1nqGeZcbL71zbwataycfh+DHFN+culiEgTOkZxXuNZFioTHaBNC3
1HrVfB9aHlxFWrPxlKwdEHeeKq5DMfKCw56MnZp2VdJ5Yay7pfy68L3b5eH68awLAdFPwnHpWROs
MKihIpF1vfVILOnjngYqw96wAGsiFq4LXG9CVDJY54omhyClJB19TsuPLUCmXH7Wt3iQ17TMJlNO
AGQsfemCjLim4kkqfcAaJ49WqX9wCuNY9vW+NOyH6zt26bXiQdLFAQEW+YKLJG1EsxupmXT07Llz
rexhiA6Go+614SOV4w23aW3rTmUJ8aNfO+3AyJ7R04dPtv25LiAOiD5eX8/61i1KBnkNE4iW33Bi
B8BwqCOdUINHQ5kSHcf4sZx39lbCd0vK8vcTKYYS5ErcIkWXxjslgEWLSY2W+kFubsOX4iBxPOgZ
1WKahAljzgUNQeeEtdaMHgSy7kxeKp02XuXVQzmRIByKMZZOEjv16NXaz7F49GNGrm21P4gUK3+W
gfGnrIRXThlf2K/cb2s7nfLR8+MvhfQ5Ux/nxDzozjKenZ7RIt9J6mOtPtVdtbG8ddELPT6xOB77
RZUxsMO4t9TBa8zya29pj3GuvCVl9Tzb2kGjzjVV2jtGxtNMyHiy2ay/XVfI/8sPADMmQ2tuX6SF
S+ai94OKrtj1a67+Vvp+X2fHSnqQuy92fOjK+1Z50rWb80E6uJJ/pAqWMJ/aqclMpE5G6Va4RNV+
iv4KjA3zsXYRTsUIPl0Vp50RT+bgVfZXM/9WFseS+RTW8foeLo/3eSB0vhjxcZ8KI6SaPniOFbth
GbnhBsRozQoyXsPkDQTFcpGErulNCOJpQEnquNzJY7MP5vROcuxDJAffJCv4cn1By6W6WBBh3fKC
UGwVrZSGhZpCfx48HwpQtXpQssLtxgdlUPcw9LnpjTCg/9y/hc7LhPqHoougDU4GYlULgtErv8b+
J93ccL6W9+hiOSefF7QgpQHC7gs+L5cveRfuoREJ4VenmOS2QGYdGJSkjeatS8VbRmASai0G8jLe
0uowInEbUK8uPjmD6urxIQq0XRl9vn5Sl6q3JEJg6yJDtYBMBdWTuj7vYJ/KvcI1p2Dn8O+6gEvV
4+NUwQDt4FMALz238HOo5mM8T7kXHh3lYP52Jiphh3TDDF5a+UUKSR0SXPxP9CgYlxvOUY8UGCJd
V4Mb5EYoGyp2JkEM5YukTw17kaDYxzTAKd7Yp5WDIKYD27RQDpGZEg4ibAChlM7MPsWv2U4LNrJG
q8fAC6svrVFQDonHkBnzEGoDn7dgsIoUN+m/SdJecfYgL/bXj3ztMDTaypcRY3D1i7d/HFI4SMIk
Z77fm0UckR8Y5nBdxKWBgf6XAgrjsChIM0r7XKvq3rCSsB8KT46SvdI9NvNXwyoJH7pDlB8leQsK
urZ9J/LE/EFsdmM5pvSIV+DaIRh1CyN60zNHceUyuw9yemyvL3BtDw2SewukhJddTCa0ZuxArSvn
XixHX9QxxkGKd1Pq3PzykH0j97WMIQKWrQuGU49zO+sii+s/5+7DFG5lEleXQSSx9FGD/hajCamf
MjsbpNwDMMNEBeuXksPSNPrDJkX6YoPPbTQrAQoKoSfwQ3btXCO0UcUEhDFd/HXqtuWDVD3k8+TK
5njQpHvTfIAXfe4UfkThquNzmh+uH9iahpzKF/1MPeo6eOYKz0zKH7WuPGXQu7rAJI9Bnb/oubOB
LlvbWWrKjEyjHr+wPp2vV4WW026mAKridJeDm2qV6b6K/4V6nAoRNnWG2a6BrrKhG2gvVa7/en3P
VmweOgEEj+wJFk+0ec2kdZSgs9oz3Iga1ZYdWv08H1eXdBbAr2ULT6IYOlTq2c+nkoE4gdv0X4oN
13f1+wujGkUEgNWOcHlqyY/HuOb7fvk5o+X50/XdWTnhhRwOZhj4Dej+En6+7ytW0GUxuOAuPJpy
fUggi94ybGtrWEhwCV2WR1ocfgR8sKlIkwH0Cn60feS244YjsyVg+fvJIch9Y/R4T6Wnml8q/bej
vF3fpUXPhXu/vGj/XYCwS3HTh4PRLtDEzHd7426kF8p4J5dfr4tZud5gRcEnAR8k8yqm+Yoh64t2
Ngovk2tGi9Z65ap5SJ+x9sXv7a9S0G7cjdXTp7WBWSTQrOFIn+8bfTRF2tpK4RnQVJOspshTBdY7
yalvRNoung0TigA9U6ykiV8cRjcVEE/no1p5UbefPuZb3JVrCqBrqJZM2w+9scIBOX6SZrbJLQlK
pXwcp2x8LbrwRmj7n0WcShHMYR5Ovc/oj9IrZOkxGfT3ZbeFDFlZCP3yFEHwYpmnIkKedRMIbB+o
rSd/H5vHMb85FULV4OTzwgMyVxiYMOLzHfSML7N8d12BV3/9QjYBWHvJUwv3EF5YEjoVnw++6903
TQrd699f0VfecFwx6EzA2InGMC5tqQqntPNkJlzJVOvTYm9tIbfWFsGIUID/mERq30LB24pkqa+G
rPMyo9wlBz9qNrzwFWtC5XZpLSJeWXhKz29dUURZ2Bl+603mu7F8jMZ3E6PO9P3tewXiZmFmYQIA
dYNzKU7bVEEssVcTbJVB/gvoqMpssOtC1vbqRIi9OEwnhrcHylKYPXvVGF+rXZdvPH4r580QO0Ju
ZkAt91rQp5EBlnUnK40n+Xexuqu34K5b3xfMhlLKdlYYfL9sHyXn46Dt5nLDxK7YdIJ6E5rCZcL6
xTGokD0qo520XsMJ18q019WvTf465q9B9+Xmw3Dg9LDBnTJx+SLPKTe1QpNzWXtfFYc2zo3g7vKo
gRnQ5QFKBkTARQquaxyjVSNZ95he09z77YarufJ53DOeILDHtFbqgm1VZtUow3zUsOCBW9exu4Wk
XhXA02DC5E2UJfYldbLEJAxjAloS/Hrsw79v3fv/THYEvEJ9+YIUJO2rVlHi3vCm92nzwS83HJCV
H78glGi1IdQlhhIUVddoa4aaTKV9Sz1q+fxZsbboWi6tEmTZRLt/sOZcuUWRT65ynBtNpOcKeMHa
DY1d7UC2em/cyBeELSL+W/hFQCYCMBH7EKcobOWsGxTPpq0yNQ+xJR9z077ZwiKFB5StkjFPIu1V
pVej7UuVCnxlcAvrQZoO5eTJ+kbGc23LYDnDiMPEgWcrWL8iMK2JASaqVyj5vWwQCdJw9YEcK5O5
7dtHjJNZpccREDwGneax8/Ox7SBMJb+RPMvN6y+h//m6Al+aQkjvoGNYcgFQuP/JwJ8cP6OL7Uqp
StuL+vZTR/N0Xmuuo0ifrotZUeQzMer5KqLU0KfMqmwvUwvoCd1+3DiTFQEm9RFygAtL1EXZrzNb
RqwoXES9/ql+VJON37/s8nkkwA0Bzvcni0YsI1xEX4tVMy9Uw8vSn0F7LL/KxdOoHuX5GI2/b94q
zhv8sSpTN76oJ8M93kRJpYHBOsjBY3xj58pyEzGEVGGXObtk7AU3Zza0cO5lyfRy1Y2pn2xlS9cO
4vT7QjLQjuR4kpXI8pS32k9cO9iab71y+3BrSF6BHlsor4Wj6J3Gya0iULycxpuhaGGMjd2qzKDY
uL/5JIBt4dMy2YA8+R+28JO7ESdS1kxlJXvNY9y/+Fs87Ss7dfZ5Yad6tYojKWlkD9JO343rDWO4
9XnhysFMVMvZyOcjYx+Hu2iL1GHZZ+FKwLkKXAA+BGA3Ynm1ijtjjoN49rLutTNf9OT7GN9unGA8
IquM578k+YWjnqSyr6SiBmwc227DVE6oI/Rxo9q3ug5iCrxN2KQJh89NU6jLyWymsQLLUeAmozc2
GnTcH6+r0qoQukJ5/4CJUBQ5F1JqdifFtS97ZfY8G7/geoBH4maUCI3wFC5xmikVA6c7l9HFDSlC
A0CgqT4GSesa8/OgbpFjrty+JU8BExWlEC6GsJAxq/zYT2KZCRG/C/XJh9BDAmv16fp2rejumZTl
V5zcPHmy9LqoQtnTjF+F/JL4x+vfXzHncDwsBJkLaQVJ/vPvh2kMLDzNZeDTr3r8WWoenOxBg+C7
NSo33+o8WluNjuMDyJGw8qKMPjCTz4JlTfYYdHWwBiiBuy0lXqmUM5N56QJiKgKVcrFI5feUd6us
lj1Vnv6qB/XQZXAuz355n1LEDo3q3h71g1mYB5W+tJrXbCMkXNFw2hdA9gEYx58Ua3HVMMWypDuz
V0ufjOm9Fj6k/cP1U1vbR6oJpPtpEVvO7vzU2sgvpTxQZ8+MrSetbz/4Tr8RS62pN/DnJZ+EJ3kB
sFZ8hoDW6SKi+kvNNLd0cneYDEqkG5d1VRD5YxBKi+ctWp2WUzDKasD4y0whLXNLd+Vp3JuRFu3K
cvx8fefWDofSPLH00h1iiUPJ7Ah2BhuuKBoeop3Rk0CJ3vwo3F+Xsuy/8CIAr/1HivDi2EUkGTWT
L71MMt5nRee2EKwb/Q8pau9MecNEXC7pj+sN3hMeAtoGFmU5MREwcwd1NIazF3cllXJlp+iMcpW+
Xl/SqpSF/GNx9qFJEx4HPzQpYqXW5Cm+FDDYeH6Zh5xpXkWw8QqJY7WWbA2DU/8r6aIGLEdTSZ8e
khTVzbI33/riZL+N6GPTwC/e0ckX/j+kKS7VkAYPCMwwGfz3Qt+7RJL1dFAnGn/dLjlUHRxQLtNy
bt/FpWthMbXEGGKQ76vmSNfbyK2CqSydJgL9Fyf+eV3IpXVgKSdCBOtgdFUDxdQ0e1InM39qeDK0
ZkPB17Thz+NKQgeYuqgNDLvvZrMxJs9y7rL5WZqeu/7u5lUsvBHLmAag0tTrz9V6TuivauKmeH22
a90lENkw0yu7ZBFYkJUC6Y0hFXaJYX4gjZ2weDX83LUV5tBunPWagGUICIlO8o+W2Hih1kacEQXn
r126n/JjuHHtNz4vZmkTv8KaWnw+VD8F89EMP96+/8zCAs+78JRegJSjsYaLz1ay17mFyYiabrEB
Hl9bABHYn84t0mmWYFHUIEvrKciy18Rt/K9FcXMcDMAD2hSmsdGzRTpe0B85Ly17lKtXNdd3dIbL
+VYn46XvhASLfDwpI2Jt8RXO9VFplUKpXhmYFcpu4byLFVfOnvIYAOzGK3m5WcgC97eUduChEN8t
rY+GspDbGsTzUzm9q+b65utAvwCkbtTCdOBdoiOohkD9wtmoXsMp2UPh6IZb2O3LR3GRAN5Kx7ov
ya/zA+laKZ+ZJFi97hvng+Psu25nusrW1NG1jSKJilME3PWSsiOTragJBqd81TN578/Ojkfj1ovB
Ok4kLGpx8t6OdkqVZ0RC2uW7IZL3wxbc9PItQgLlwj9zC5ggsazxRIKTWUZSOHL5WiWPWQEk7b7p
HtsbyVp4Z0kRLSlC8s2k1GTBwAYTWNaZa/7atOWRMUW5sRVcrJwFQhhsA/BlAdoJJtYK43B0Art6
1aJPefHS3OwFM/2AQRUO9D8kzkULLvnFrKRRlL1O/ssY7/LbDRTfpwa5DJAj5XgZqrat5aR++tqG
1d43mGUs3V9XpZWDZtoWeRUgdctJCNGXYkSzObVm+trpx1J6b9aPTrJPq42HaEXKgl0xuHcLTsxZ
HvMTdfJNJU3toc9fJTepf/1KnJ9bxmNVAiTTpCcgC8Aankswu7Ko5HLkJLTH0v4RRh/p7qfZcGO7
Vgzukv9YMIg2+CMRyZKQhR4NKDpfJSN5igdjLw36vmqd4yjTfu1Wzdfrx7Oiv2fyhI1Lw8rv6xh5
fTgdTL09yFstAJd+FAg+LjqZtYVjX+Rk6eV4HpPRyl/96mj7DOex3Uq/2ZGiYAx6ZiECB4D2Z0zK
yfEHhQJfp68Ur930XVV/MaXz+i6trQFkjoO5YtoZOZfzw1dSy+pSW81frTetdZ36XZRuVN5WJcDA
TaYTlwYq63MJKdysY6NXuDp0/dhRtHMMJnfFW7XcNS0Gt/1/xIjkrFVCH1VtIKbIDnr+IsVvtP5s
DcNa0ylq91TXqeOTeFbP1wKDWWlnbZK/Vs6v7K3b6sFa/TzlMWI07jyv1Pnn67S3wDjIKJSDRzKk
B0gPN857JUBDoei0R3WXsF3MfMlqJdlNrOSvtiy5Sndv2P4+KH/FcXzIJAiKqf4MpeyW4xbz15oe
LN2x2IA1hiQ7DfO6mY3stZx/ac4npfqsTr+vK/OKk4K9x5kDNgDKUexb18OoC7IBr9fMnJ1SaN+t
ILmbjfxvu4KjObidyYVBvdxLJgczpwRH+/y49JYAp2n87LWnj1Ur4c+qlIPmbDwAa/u2NIIt6SJS
yKLzWMRhn04VUqr+ybbu+nGvbnVGr90d6Dtp8Qalh14Izt0YpFJsVbwxXfYOZMchqjK3GT40wxY4
ZeWAyBMRozPXiUdfF3ZsUPUctOMUvrbZ+LXPlT2uoCsHkmu2/WEcrC836wNpRICfuBhE7eKMb6dq
NejJ8/TVyTwZfYs/larmTvyT/Y/XRa1cXTDIjHDDNiwjFJa/n9jpZMxwkHsDZ8D6Yrq9evtjRqsI
7F9/xkUCZDj/vD/Nft1yLK/px6jbMXXz+q9f0TF6/3iUCaqpU4gXJ9dDyZeronht1X3q7w1rPymH
6yJWUrskI9FfoIHM9DJEhywoZg6/xvOOzb8Ca5eN8Z3dZrukP7byXeAc/SY+FPkHX90KKla0+0zw
8veTo6lNq5ktzS9fR2l435rD3hq1pyLzH+B/2bir4tSyxS1HFrMDl+5wvGfBJ5SLMIXfCedfg8Qs
iD/Y6nu9fx+X37LOOZj2D9P5qEXl3jfbXbd1i1ccLLK9MurH08HcH0FHaBcNlNq0y9dS/7ut3zna
E50eB2u686v7YJi3lrqi8bgki1Ei+jcu5pfWlTOWwTgQSc0v1Dl2pT2S+y13QZLtUuOXGdzD8NjQ
SqHCHVZWL452KJxvG0q1YlBI1fKmLPl6ZjII7ktUVlaiq0P92s/Ss+JzMSiC7f0wOqqB9lHL1GPX
aF+pvtHcytRjTT70TLgIiDmyicl3LVMLlCiDkUkrflz/aRe/jCh8aadeToOWZ3F+UJDZfThzqd6G
8Rnwjcu0wLo+6OGdHNycDEMAz56zcAAtQC3B9mhjOXR13ZVvWpbt7sog2TjqtaUQRi2VMlLHWLnz
C2RO0qSGdsv3FbdQIS3O633zs6l+hMVf1zftQqeWrZIJCZeOC4D/wvuQJnGrjblev5m7eTxk4fHm
zzPjwlhmVVkamR9hIWOkVWlZh81bZKR7aax2EA1v5MUuLiFBp07WbYGyUccUMzFGrk7KXJv9m6H9
TvK3aLyTa6b6vvoG/En6xvu2sl2Ozt1bukopyopwJLWThlozi/othxRWflRebt4u6JGZIE7wDxhF
rIU1WeL3ehrWb7X2Ozho+e/bP08BDGQY1TbGngp2ealA2Imp1m80m/9st9ymtb05/fqi1CdWv+wy
s7MirX6rsh87U9vIT148mGRFTr8ueOp63Aa9bvPbv8fTq/R96D7fvjdkwbBpOow1F/VpqRnSnnJb
9Zbm31rmu3aKvnEXLhV1acPmzSc9TP+UWLkroMORlIjDDZ3344jzbz4N+t+a9W6a76Xm5ugMX493
H1QbsTLJHuFdlHTeXruI67chJG2YtbssPxrWJ3+rJ/Ty1JEDhz9wDp3kj+jIgNhxij7o6jclOhTR
Ydi43VufX/5+olSjLKdNnvL5rnmKyk/pzQRiyzaZ9PpD++FwL0Sl1Z34fzi7suVGYW37RVSBxCBe
AU+JM9pJOnlRddJpEGIQIBDw9Xe5T9W5ieOKK6dfu4KseWvvNWQpx/dtOMaOdXrTNGXsOGVsMwj0
Urb/fpV9XcWAHiFIQZIdjX6xGCvCTgfpPJod0JmRY97T4NE3Z/RKTwzZQdQTDxhYs0HN76hLZk4l
guN83BlY23h1m5AfH4IodONJgSHD97+wQFLeFdB57g0WMvzsrjLr599HcRtimofHF8Q+jjqAoWsm
Zktvp5ddqID6+zESDG6GCBMOux1Ww194M3Mpi4kEmbcL5YuX70S5hBvvOWbGianG3sNGR2YBPK/j
4BCA/QkhlHB33T2lY6K7cpH9WO8QHfnYxlF2ZNCBxmpDG0KQRJjHhp7L3p84tA7EEtQ4DjW5Lw9V
t+57EHPRgsqSkl7jYlkW1bs9bSx3Ie1zQI0TY4Y3I2hT4McddPYO//9ht9v9UANcQ8mOzfZa2jA6
hlF2uvp+Dx7KJ/jOJ8ABIMUA6B1IIRDc+6J42bT9zA336U4MwSPJ+uoKRORqPQq4WAFTR+55rZub
3idlTHhAVy2ZoOlqQEmLwrkcyzgc7QnWcKHfrEavLLaN1q8dC15tCUTeNEB7Y+GOo/97djLxkBXc
KoE07GEjWDCA4iPX0DffBVsHsCi6aWQViCgMxzzJW0stTF9Zq7D1x/ts7Md7awr93y7ewU3UF4G1
1I5yQGZJ/6omW/ZBDsUtAWRG01gyRuGijYc0QL4vHJ2N4PlrbkkYd2m/jUJXFjCPyJp3OTr9doSm
4WXFNHKoLREvWQXuRJRNE8FC1TgQi9Rdzi042nGTeS9tqT1UuQLxq220LyPIAOwcZh4L09XJHMzy
qQyDOumFMyy9IqTwCqvGeHD4vBaFtCN4fcmF4hbuOi0foH6SbrvJshe0t17nyWVtNOiZZFGQsvKv
NY1Z1PuDWLhS+ddqch5gBCUfWigXrx3Vkph5fVDEaTHDtz0DN4ku+gieNU+91OEvg4Jct2Blbq8c
1f+WzfDkhNUYOfVELlmIQY+qEFaIrVbjc67qoI2C2pvBJS3Lh0nVeFcRK+SbidIuLknu3gbCwE6L
tVVZJFVF2Z3bE4MCR1bGvCkBspBOm94GtJ7ehD28qzbtlo3qXqoZab2ozIk3Rm2qyiAqBvZoVPE4
duyJzPOURWCf2Xc6kCoCmBDa3NaUJvZcMfzdkEKE0A/Huo17y6r++AyQoiLlaTx0vLoXSDGt3bDd
Ayb/4jnjXVrlGUlMNy5EZ79rx7QRr/3xJuxmo5OO9V591Vl1vzJt9bcwbsCX4CFAnaAbvL0vhqaP
uQKJPXE0hQJsOrCOxWycxA5Qj1+VrytcKJY/IqNj7mUrXpwmuJtyrbrIyqtfxlFvY9ZYUSMzN64k
REOMl5qYuyKIhMrYslN+uwmt3qcLIVS1KFSelYkNmtylnjPRRIo2kMpIqYpswYeF7+diVedzGg2e
VokDHvNfJUe1kbJ8gPNYGtm1dOFDlz71nUUf/YrUm2nq/jS+7obIV2l1oYrJinvtvfQpnYPECmjH
1t7oZywikB9u72wtIfnWQFeqNL2BpqOsEcoIkRQpnrYoOD0CMGTrlQUBkf5iymTv3nAbEIi5a+eo
8XSdjJzKeBxCPwkK8dfPmyoJurzXi5p5ReTpvi6WbBxmLB6PRMTY23yidhW5k9s0m24q3QgqdE7s
56aJq7SBuFlRQ9fegSqYDYZLjByYTuxJ3pEM6iXaHV+hdNus/KJMY8NdL85q6pll17WeG3cT+0Nn
qyu3RrZXsm7Lq8pUOcFiaB9IWW6n3LorglpZq3lQVRl3rj1A4FLs+Vg8OyzHUWOE586JJ8wvBQEp
c9EykW+9oQWRrq/k4ESWoo/dSDB0yPTAD5jaoEPJUJqHyi5Ts9Gela6Np9LdBHkHC1ymXiHC8qpI
WildsZmnm0aXlVjkVtDzFdbmjWztlebw7+uJ/BXYIOTj9msTHz8g7gJVxzRrU9hCSZ5fNyVciNuR
y8QMw9AsJs9cTmkzRoOw12njrP26J1FLyMPshuvW7d+LwXeGNQzO2RvBvbkcM26/8XbZF8sBkPOF
zQ12AqjlN2PuEg6wERwQK22z61aQUiSy9ton1tJpjwrnK0Ss7ctSD7dVgUmqqnL61Xh1hlNGdFkM
TKXTLWZTjHEBGNM29WAmUXj2+LvXLV/RgZUP8Dh7mKv8GTwgtWGk8bak8OmWNVgs2M1WPHgDjwAu
01Fu2SJBopeDk15Nyxl4r60luVVdUn8Yxqgo59fCD2tr5ZRhpfemhZT6b1e7JJFmNEmPwz4qMtdP
UPN0k95vGqCptDfbceHXYWSMG0aUFW8SPtIx7B6LOM/rgW9cKAimwIM6A+Nx7lkdFKSskjqJboyR
y7GaeaSJjTuI+AaX9Qg1O6EgGd+taT8911PBElhqiEiRubxM53bbmUxHeiiAJXSK15AhV5Wp7EYH
M0lg9kgXngfHANvgUPXM4Eadq6xn3Bl/J1cIO9Z13SeMTG0VzQOivKjqbaVWNOXCWQW4+mQyw5BS
rqapKrFgs7SGs4qmWax7UURZFYJG6dUPpJtmFY2y5AnVfEwAfVnngRXPBai6TlVBxhI/0aYl1ldh
6Kq2KFmIjLBY9Cy/ovjLqOiLlfJ4xB3MiR7ww3BL9zvgqe1b0qZVDI4xdqs7NJABySEsHTWFrh6h
iFos1WSThSckTwq3ncqEo/wfI804RRCTHyIK/fItsJ7pqhjnLGLa/J0wljFuWxUzFPNufQgVrA7p
yaQMqVlQ1ww9ZoGb56aACJvt5LcA2/BFZeX6GWegeYZ96JTgeK4vapZ19wxunjgmAreJeWDkNSmm
+ZfIippeWb1jXiCrTKK5bWkMFGgdZ9rhz21bvjmd7y19HA+RfbDRHEbCY2X1cgMD0WIVBv0fl+p7
2ziPRLkN0CsW2zGV0yXrM7+NxYiKPUV5BdkZn68d2nYJV1kdQxRTxC4PyXbKfAiU+VW3wYFcRVXO
6oUUbbDHPdZcGyr7C09CG0QSbI2e1EEel3hzrYx0+xUn0lyGIU8jlo2MIErVc1SxqrkCV9p9prAy
1YRlj0bDoM8bWXNZpAjJSJ6DWdYhaFJBg20zIpS7ZXMTKjhhjTRKc1r96bQdJPitTuR2XQFjaG7/
SQuUJ5NB2XtXj924tvxB6pvBdbK3jiCMGWh70YbkTrul2ELHMkQ9tglnuXLgKtHGc91ubRHcS99I
rGWniHyvfU6ZvlV5U6+tsBSwVMlWiNWYN0LMc1zmGV+1XT9spG+5iWON/gY6bzoGjrqJWnsgw1LU
EFprnfkArcJ1Taeyi0kFqnvvldfpTNMFd7N2MVrOgL/okjD93XZBGfeN1S6wRKBY49NEKJVHY8jm
Fa7av3RyXo0ySyhAVIC9o6Agw5Wbs6Th3p+UVja84TjYA+AeRkErQE7JSyTlRBaFOYzBia90jIwa
Rhkyq7HrwKpWmewd3M1iOSo4Jg6ke6KyEXFB/Od58sSF1N6NoQTiVkz9LeuKXeep3f8BucbeCsb7
/cw4XzlFBUUCy+QPVarrRcntaZ0q34SLyS3s/Ap+A01klWF6aWPgIesKHjULTB0mpO09HdHaQvAl
wV1YhGYCaJbhevOqvkb4ZsGXpcPd+UtNuPsiu6HZzoXo7RRboqG/exO0z0R2L1CP/W1Sn8flnHUI
3HLYnpg9h/H7fdNqgGEynDJbu9ODSgrpFzbOVzO2McNN9GdkM1tBQHv4jRCiTZC58aLSFajL5Lpt
FllqNQuPF9MCFrb5JRj57Q0pjX3baV8sG195mApfyjhPuzKMlJj4g9QKGEROuiLY6j6oSZS6wzwn
aWCRpUXsvzzTw01BqofW98sFTl88GWzRrJ3K5xBvqYFwGqwy/S26SiNGbf0Wo9OF2QrG6Ag5AGN4
ca22vsSzAapjs5WNZlu5ZUP2hfKrag3lUQHnL8S2EBzn+VIWjUykyPYoEf6pJaK82stj6vVT0vIe
74lw/huGg8ZJ7uHECfDrYXLoLUrJ5BMgZGw7K5IvxhzI7Ql7eqf9GRF83egXQTy9t1zrpmkH4LLC
QOMJNPVx1cFPbVEXJQTyqszZo8rO9MqZcpHzqK5gU3xJprLKIOU/WGGP4BTFCd03DULGuVqmxgah
p7f85wET9MyL0EuvPI20cgDI3NoWY+1u1OBco/Y6QElxoHVcurDcLnKP9ouMtcjxpBPqMYCcu9eN
Lxj4VMUbyT2EsxALvHZCYaDGabILWDbXTeQgGfVo9XW6EZSnJlEEKhtW5UPZCfSF+iJsShw6qpDZ
0+inLLKCAuMAKBHEv1QN3oRD6wUIS799b5Y2EPQIgd2R3SrdqahrM1jidbOIZZrvbWcSMSy1d6Wt
H2oUCS7cUCHeS2cdTSHrYp6V5U1tl1U8ohL6VPnV7awyRGY2nJ383sauzups4+DWWAlHsRVEKAg2
M2UJ4NTVBQQY7fYebBwSMZc31VVqsqa8hsrGvfbtF3gddf2Wp9pld9y2IY80230R8aZ4K71+b9Pi
gTSth/XqDk+Z7akHVnSOiiwyzU/K7cfroWm3rEz9BIg3iVUfspdBzE8ue62yCjehshAG+p71kle5
HUEpBwB1ETQkWwrYKd5z6Ng8+Sl+vVvXwesw9yzqXXoHgWlvMU3qsc57EVc59kXJuvduYCl2Wf3k
mrGKnRmvwWxs6iiATeqq8Ysq7ihIOv0Y2nsEwg8Zc8UTVNaD31Adyy5mz2lwjXZBERUjr695TcY+
rgu8YQtQRxYFEAfbHmpR9tKZU35fsyqsEhgpVGo9u/19V/nSbIU86GgWPp51WQjSWW/4uzNM71L3
l0OTQ7TaL39PwbyrkbmQeDLB8Puqz9gbhcF3VDYAgC6arMelZGynh7geAyiIBRWU6Ri0qlAN1jUm
HArxZBPqOgDdx202Xm2/2qP36oZ9HtcVDkivtF9JBxYlwVEUzQKDgWJWibLymGHMGq4fZ4Bq4ok5
HDuoGP427mxFhRek8dQGc4GMQ5ZudTX0F4paPY2kUVs+pxbYhh5wMTkZPCeRqf80KgD/HTHdjoUf
JHjc47FnRI6DJdy3Nn+y4BseBV7hrmZRqHiaabGeDcuWdc57/DTR3PmmGvCKVwd6BM/bF9DmdSJm
BNl4oeLAzqb6emQUfTBgC8q5GPaWmYvfEgZgv8BWrIY1VLPamxz46Ijg6hliE7i7GVpXDw20FdaB
aUUek8yWW4iheQ9KpgI73G81MHYwV4oQNtJnBYDeZiaj6RNeW0GzrOrSXw19s/RUZT/hSWySEqit
awTf/aIr6w5cAer8LmrdT+shBcUajylgElOcFLgFwyjUdhN3LJxXamS/MPQ8QlQCwgdDvDrN9r4u
XLOWAu//YFhnjrMMhQ4v7DYwMGngor/WWrbuNoTX4aL3BLkQHWtjVK7bxDX6ERlSuvYt8hxmeFaN
dfiQDegYlR5c470tz+2d4RpxuEzfgk49IzALFnNGw41p8SAMUfgfA2l2Ks20XrStXcStbdoitmy7
ShrKRdIyPGn0xF8DiG7FnlVAZdAt1mVB1qTx17U1lW2MSLmJAn9eNAivQr9Y0/YXo2vtd5Ezee9k
TNtl1yjnkmYZcJTIvL57yH38zgKN93hlp33iF5C9nYrqBm/PR9KlciGHAUG36vKlCYMukn1XbF2D
TOrU2M+TJdQlDOCDMjFc/caLil44xdAt2mz2r7nrmjvTpjypRuji2EG+L/X8lqe1txogsT1FHc3y
bQ4Juod87uvfReeNe1aED5VlFxkwYD5yboUYEoltEUvthJumsMokh6xSHXHcK28cl8gDgB2Ds57z
/E0hQrhMR2pfidRvktGMQ2TjjLmcmSI32ildZGtKy44Gl0NUl1m/QmJu3Xl2Vm3lmkWda7E1BLq/
HLyxSPTVX5ZZ761Xu1HI8l0goUamEC8n4GG/cl5BD5UD+MRnEWxSr/T9ixFqY4/ujIxXTg1zYuj7
QlNnxDt2SFvGYi91NMyo8xmiBp5CLBBaMAPkSHn1zqCgbZ6rB1GlaC8LnoaQDMlQMOfeGKreRd/A
9YTj9ATDf55/KVwJK03xsl2OeA3etT7BE9L3lXrrqITIadfct44mkA7Gz4h1nhmNx1O1r6Q/XuCm
RQFvCotxOxQiWI6Deh1TiQPJH0x/13ek+QWtmxnKjG25SFsrvIZLZrrM5+pdtngp5qBEBlHLyxHZ
wvAFGYA8TnXZPc3ApN34I0nTmDE+o2sIWS580ggbhic8WBo+mdjuc8jhE/Y4da14D5H4vIUQ1BMw
U/56JhONsxJPvNhkk7uYuf/kIHNXzDhcfajPQwwwk299SzR6kHdFpNwhF4lR1nQvaSffgwOcQXCD
gzBM6YvGu/PSmlnzh/eHqbfdW/zuLhlbPum4QZ4sga/2sACgqdnzEG9aZwjvyZDxeHDrICK0xoas
ShMVrnDjEQfPUrt1+jsHlOI+Vx59Z24ZPAF6l/eRIeLwurCki5VExxEnLN7BVJl8LToLIDbAjIFZ
UEhOXczUH1euXU634PexK9fA42sqvWp1OCfudWvCOcntikVFaA0R8szYOCmFjrEDhIkfNw6VZyqw
p8oLkERxDoUMUFCO0WlKuQ7CqonuguFpDhYDXdfm57UryK0AhQDhDeAd3KOKjAwYAotSUhTfEidf
I1n1ffHiRHEPzHboGGDv498xpstDnopmXUV3pbXovNg5p4x74vuHajEgISAgwPjyCN5TSpuHsgvZ
TnuvOEGx/r7//Sem4OP3jxGcfhcYJNfw/UINyBKt3WqTIsv2fSNnOnFskI5U/MSQ6GGoSW9xi1hn
CkinPg/wBNTugQ8EY+3w/x+qVAT5Hbie+AHwzhfv6TlzgK9fhz4f4OfAtDDItxwT1dgUUouKnu6A
KLM2rFx/PzYHjMfn0tfnzx9h1vB6c0mX4fO22obBZpg3ZloF8hz84FwvjvYB8pEoclia7qr5bR73
4vX7Xpz7/BG6gahOpagL053SayS36ZkZPjlIqERCDgFVT987QkVBoazyBY6+XWUvmYwmFbnv9Tmx
1FN9AKL9ILCMF+IX0SGunEyqHGXuEi7c4VRHcN38+Sj9c7aBXifA2cecUJF3VSmg2btzkYUU7qKs
f0qzA7vuYwPB553g5/WcKwh97Xo6RIYl3D6H+D41SID+wyWDgmSMtj63YDUDRaqJuLtHJM4in59j
Y5z6PoRIDm5bB3D+MRDbhEwKqnp/Z3ANImAPjHVmEg5jcLThDlAM/HwgN796rfbSRdHU1cFuMNdz
mkAvwqza+7D6+Y741MwRPsoqc5mGDM0oFAqStDiDSDyxI1Aztz2wbgBW/uLA0tTIdmRZHSA+9q7k
mHjlykV9uEUO5vs1+/WCgMgXQI8AdINmDObE5wnXvkOHUoV4Wriz2E5etWuo8W5UP7hnWjrRJdDV
wI86yChAOOmopTRDhZpIZu8c5x11rNiMHCU8AVJG//OWAC07wJQPMGzgvT/3yQhIaGDxTTs9kRDV
UdMOl8AVkBdpBJKQGeM/xhEinwGlC8CEseygoP+5QdTWJgDdtLvLukU3LPQ5IfB/3J6jRQ1YKgGM
FmTnA4bmcwMtDfBKqRGGOCFydKnlFXEpCgYActtdzeWcjpAiUDDORnknBfDTMRs8roJIz05zOTtM
blB2FPcOsARRiufzCjmm4BoR67Sl5WRbq8n3+xsHldlrOr7AHA0qY/5aOp5eFnZqFlULWpOwVVBF
3Mu7G3sO0sXo2dZrV0jnPs8Ren6/Lk+sFjBkwRRyEadDKeUImhLCO8L255buGM7SsNhPhETjvEIW
7/t2vgLaD1RcNIW6HmIArJvPQztKkMd64dLd4ImImtse+hFIak0d8lOod6fjtu9XpNzgGYg085nD
6itZCfA0LFIfFxMYIzjcP7dOD3mnitl859x0gQc54RQD/Kbch1DUsaVip0em7YyExdczGEsVQBww
btAwOWbE8d6vWTAqvsvSdMUta3n3/ZCe+D544GBCHNzDoId3NKLBZJvC50rsm9pcV055QZ2f6knj
R39s4bB4PkSEdanDDnqUYt+jqKoXlv9jFCS+DxjZAU4GLU12NCvSg4NTT6XY5zmihPgsJ/HkCEGg
3seKAzTumGUX9qq3C4j47Ry86YNyBUXe/2EKPjRwdCB1fHTV1KABZS+7vU3OHLBffz8eLKgdAVoL
zvwXYUV70JzWSI7tQEWUCkrIP45z8H3MADR+D0/HY2qBdFJL14ZbuzK4rJyVYWe23ddLD9jTf9vu
IF4LoZ3P64dYGqYVjif3bN5U4T73l9V08dMZ+NzEUXxQjY1nAwQj956VgI5VntOhOTEF/ziz4OUh
pv2yyVIoLUuvglWea2/Kizr98Q4IoT94UIE5OE98uXAGkxWmnK18X71lwDIPP19A4MUD44gDAmdf
cDQ6silJ2Uyh3FPkxklUP/188D9+/uhVTYbW18GAz5fVJeuv2uDMzz+sj8/X8YHW/9+ff+y57KKI
KAcX33f6WAUAJpAI2XmUzGPBzokbnliryJwA6g345EG362grj7nvZ0VYVvvAf6j7IRphxnaO6vT1
sj3I4v5/G4fF9uE8bcoOQjAIz/bWQhkRDQvnkLlc/HhSPjVydC0wv4JYAUcjNYXNW345Vz++19AL
6GaBXAwCHkLNo140Hh+7vKr2ONAXsztd8KJf/Q99+NDE0WSYjvsV50W1f+ymqzH/8bUGpyxIFkGR
x8Plc3wsyWJoxxT13V0pXzXAV+RMrHPizACfDUjsEAMFzv3RNBc1UEBjzf3daCdiAzzMjwfn0+eP
JlhaYN8C3O/vBjEuIVxWy+nMvjvZAci7QjoFcQvi+88zXBDhz8NsMEAtAI4BDHjMmRYOv/FoZwMz
hHsNgGWkE4/fpznvHORhWbAz7RIgN18u+bD8fphObDYYkeCNjbTfv139uRM1kDykRn1zByHe2M2v
a+tSpW1c/NhzARKWyFj6AZTcIPV3HMQoPBAE5CzZLs3VJb8oz0ZJJ07BTw0cHeIZybJ2Qq1+J/8C
VajF0hNxUIB8embTHQfJYFcACwKtLeSHDo+fY1bb4Li8UzAM3usA8RgBxIBcWP1jAKJC32/mcEqA
8EI9Ilt/P1P/OAMfVsOBNoI3JB4H0O/Cq/U4+1tpQZ2Uj3Q/jUCWgOcp3SgF/OEhnCe6ErDDRtWi
fhTaM++8JP27qf3wslKG/y1Dv7youP2oYOKxLAkPI4vOBMXcARg0auFpoZsOmhpTkbH7TDfwXetJ
dgNVYQNDetgDxOXFQGNwSkyTAoUwPlisAjpBdYtQtOEKGAi1cnoKfChgh5sOUBXYkcgR+PQylMUW
aNPs3oTeHjxRO/l+YI6W8H/GhSJhCtIkKNXHwtopCYcyCwa6F97lr1VdbeWv7xs42uj/acCFOCoc
Nk6EH0XX6dC2e7q3hzQBur4dyJkunGvh6LLoYA1N3AxdgBGGteL/QwcINHeRrkP8etCF/7zJswpp
tLpz8HnXWok8W5+Jz+iJKQBDDzRMF7RI+wuRlBqBPBpr6B6+YxAr5VJep4GjHhxdp7e2B2kmy5th
tVPz/D9YR08q7wr1aFSzBhN0y4D23oUi0r8vu1qvkDIgf31jrvhUlGubGIbkjJUnTW6pTTh3zgpo
VJABgh7hoNMBSMc6tRw0MFUDuAZA12VjPAmQ4GLU+rtIyd7+00A5Oeo5SBTzNNJLAJPO6qkebtyP
WxS6nDip8cw8+BUzQHI/D7TdDnKEGGd202nLW4jRae5FO07JAL/X5YCsxvWknAre1VUQ5ZmPnCk1
SwUsnq2GP6Lq5c/XFc4rzIqD/CbW7vElmIPGmvmju6fkb/g7pY/fb4yj++mwMbCiIM0IwhbF2+go
EaQ0Z2HJON0jyRm5gEGM4wVQ6t838k+r/uOg/msFHTjYv3so3R11opwDPcowdffBFCR1seLdr3A1
IJ3kvgAcCEg6rRP5fkDf+0k5/fGdOz94GZC5t4YzMd2xqMJ/OgwNKqhpBAhRj5+CJOw4hChrd0/6
+qptioVxs1sHfsdDCoenbL6mHMgrSEbQ2lmQuj4znSe22UHS7r/NHx0TQDr1fS7Q/NAB2ikjcIgs
dZm685kX6Zd+Ihd+YHMSCEcdBJeOef5z14cex3FyjeTljQW5FV/hdjFKLmnR5AuTy5uGiV+jtXA6
eWu74kxHyaHG8nHODxvpn2IJcphInR6fWNJQJA2Q7Lsh/ayv6j50YmLZQDDWal82dnEF56h6k+XS
PeQXyQZrRwM5iiNBIsXu2eueFWmcDuHfWedQMi9TBQDjCFGIdjBrIO3PBYNHWwFZVgwUshBIoIBA
jCze553flbLKy7Gp7iYXegx63RbrFGiJ77fCqUaQH4Am9CECAfvvcyNFCf84GK4fPEXfS/XCDbxD
nr5v4vCJDwP/rx8fmzjqB5PAdoY+mlDit0/FpghXjIcxRq4k6bLPzmX8T7aH4gLFYYmn0rFPblbO
rCKWqO4GCyaJsxu70CC0Sjg2Dzcqe7Pyzff9O7pp//UPjw0KHj9cs74oXU7uZIE0kcGcDVwq1SXB
9EPn3/+08M8a5Z800vGhaHFmfJo1ACXzZWq9m+BnuZwv3z86BHLlSl0h/37nShqR8V3OZzbfqSFy
kQB2ULBCPudYAq/XOal724JNKo1bjNK56vCpVQyYHQj92C0U6i2fV7GQtmNVUJ2/kyHIJhvLWjR0
/f0sn2vi6GICOquywxQepcY0C9abO6dvbkQTnHkLnGoGDzToazkH7YljzUahfGEHdS/vYE8TFkuj
V+W5OtW5Jo62fNaHZAwzI++KYVYrBgGsFWJrvpDd2Tj6XFNHW785oM7GBvc35u02MNm1P27m4f77
mTm6wv6t3kM6AcHCYe6PVSiaAYjFdrDlXVctcrqe/chuY/76fSOnVvDHRg5vxQ8ZJIWCG0tDIkH2
Cf+ACjeBpGPOzP2pNpByBkoDrzGCwuTnNqBL7YDKkxd3EFs+oIPPSTqfmA3cKID6QCDsn8jQ5++3
uO3AYxHqzup+WaPGu+Neg9by44H61MjRWTK2GctTJ4ehp14Az0ysMxfWiUH69P2jQcqsuTXMQyd8
mifecC9b/0wPTg7TQYUJ0QiDYOfRVIuyHMoyZXDBnKPpGVRUeWYtnW4AViV4XaIAEB51IaBgT5XD
XN/1g7/1JnXBdL1teLX7fiZO3IPQyPn/Zg4j+WHJygGFByg3wD6aAsc5rGafIJruoym9dp1nkT1/
39zJiYGOw8FnDs+24+xkhauxth30ygjwcgKQYbv/pUMfWjgaN157dtN1dn3nVGwdQlvY8W+6VMVj
cOuyPBLlr+97dHKe8EaHTYqL0PUYW9alHthBvqrvZpKDfzL/nUyDYhm3zgQQhwV1FCAFCFX+287R
1SKA+1de09d3wYGfUZDBRww8gbc7Ask+BNq6B/qpPPPAPt05mL16yMMekGefVweyNM2Q+lgdBumY
ZtXzi7Q/E1aca+LoohFN7SgwOOu7EJh6/yLd5+p/2qsHACCepEBWHVfRwboeqG4hDpZ799XwHjbX
Qi2+XwUnZ+dDE4fr58M2UuUMAIdCeFfXcyy9O6GBivX/ZPKPkyc/bwrQKkj5wGoSzluHAf3QVAWp
YLdoeXXXZ2FM6uKKlzXoKE4XFbP75JSgSH7f4KkZQtzkHoINaDkfPz7pAT/uTnBGJ3hcigzU6RqM
ZXnODu9cM8d3Ao5sJwvQL4v8yWsT0ebNI2f0nE5N08euHB0O5VxPTesytAFN846oxCtgJddE2k4X
/nz//bidCDlgJf//43Z0tFrpXNZp8X+kXVlv3Diz/UUEtEt8ldSL21vLjpM4L8Jko0TtlEgtv/4e
ZYD52rLQgnNngLwYUDW3YrHq1DkYEMXaWOKzPQJ9blS7uN44QmtOFdkf8DuhjgjlxUUApRkF9HQ1
VkVGad8Sk92hJWHDxNriIAEAFAj+Bwf2YuJc5oycpdgDGa3Q2Pk4kc+S7q/P19owLm0s5kvoPYnR
zlRGxRDWwmf6X+zjy+8vDo49OhYa8vB9PPv8dkL/qVJo9N7w02urDioZ1BtMPPUAe317PJWpo4fE
GYpIH4wDAVkAGCTM4kf1wTrTHNC6Nti8EQE6oJNZuoEWhAWgEs+KKCZPqX0Tb+ViVsfhwMOAaumP
33w7DrPoW5qitSvSpkOX175MkIDODz+vr/la+AFOKmDjgftGqnBxwSBdygZQLFQRmcogqY9y+mY2
ED5VoWuy0Gq3As8/xbHlNYptDPyrC+rgd0n7ynRzMCzkVQSZ1enWRXo44ESYoTbo5MC9xjo6Sr3M
LKm72rDHHTMdvkMDh+YLcAD4eoMMzmii3mCkpApSg1anGKxV4fVpWTtu0KoAiG5+471jlXQVctBj
R+Fyy8+ZUYPt8qsh/+Juv7Sx8Lfgg9eIrpEy0oyINI/oygG7xsaRXl3ei3EsDgOKUiVDC3QVgVLr
5Br9k2tOc+PnqeF1iKxrA6mqbCNZujV3CzdS6IbKew9zJ74W7oMoQtX8jQUg1vBGmuGiS2eItOHk
6g1FyFcVQaNuEvW9HNVfeCt42v+MLIYxFN7kjmNcRaqsA4ukoHwRfss//cVGQ3QHoDBqWIjI355y
F634IMpwsEBoqu6nw2S4gY4nzXUra9cugi/TAsEWujzchefldWPKfnQR4ynQNoHwpToUVPhj8ynJ
f143NU/L8nxfmprd2kV0xGfCcEci1huGz716MDc+v7a54NqRp0YNdpYne/t5t7RzNwPsC5mX/I55
xl7v2Q1JvI9Baf84d1CfgWdmbhF+J8Doxg1yPGrC2bRAhlBp5Ew87/v1mVpbFCgGgb8YQcr7JFIN
rkCdTFkVwXsV3Z4mey05mDW67HfXDa3MGXJuWHdw3SPz8ifpf7EkomJlTEw3i7LuR853jb7P3I1l
mbfpYtUBWkUAhE4zvMOW7xRacWK7Nskip/7dx2jSpAElIAwob0AAFer0sdmSQ125Ht9YXDxbsgyP
wQybAPts8DPzvgFfTTE5gaONG4dnbfq8GRwL3WPAGJbeJklVoaWgOIo68LkNfC9AWFV4G/Hd6nCs
PyqTaNXHAXq7r8EonEyuSJBVYl/toj5kzpG3XahXW4I2q6MB1tOZddQBuZ/P78VmkKIpQVmDzWCR
L+iu9XXva9dsRPmrNkAwD+Aq4Apg3Htrg4H0g00J1gaiwRMJURbV+l/X9/TafM0PfmBX5y6OZXbG
qZrUg+RZjrSJHXiQL9X0IdRA6CHHjWPqrHg0MBkjxQS+UwttEAsXDSIdNQkp8ohaaXtuHPmtKeKy
CmyTF8CnFeQcl/EjYC57EnF0R5Dc3lcIgECmAN46YN+Lr6gpZjvaTa3f1NzB+3QqvxbxmB77ych+
56ga7Olk0PvMEeZJgcYCRFmgZLFrG4UKYnRHaOMMEeAnpS/6fjhkxOIhHosqEtD9uFc9QVO11hs/
q7wjt06tE/B6tCb9odXSGsAB48nQlNIIp6npf3cW1IPNeux/CZB/vLDC5j9YVdFjBTalk10VJPTQ
vn9AxfuFq1L5FZvYMSXOdADxurUHkwO4Nkgy4fWroM8dW9kxz9LylzSBwCHgQQONDzBLoLHcasJb
8Zk4hGCdRR8CeJ+X9cncKMoWdChI8I6fuAo6MHVlfOO8r24tnHWoDVE86JZbq+UgTIQAPc57c4B2
x8NA/Jofrm/f1T2FASBPZuERYczjvDiF1ZS74MiGjQJAmgetFLvr338/BhAAY36h0TFriS27XByn
IaXV4pSDi+YXaCh2nci/9Il+VxjuxnS9HwoQUdA0mttTNaBMFo7YrtA9o+oMpg6xRFFn4zm37IzA
VTwjrlDWnTEseAgtnElV6ROorVBrKVABBfNsi0ismVChqtQe/IYnVg23g9C+jbF3l2fTAa3NXzWe
bfyMtQmd2cxnPCT4xpfCEFpWQh7bxcZDk1Q0pPyoKSQV7Ko9gpMyuL5474P2ecT/s2W83Rw2wJGm
nZpZJCexr8AA6Ew32QQZefHkCe+eb10JqyuI7BJgDQZg3MvLG6T2roXHCGZYxXt0WN4pw/nwfseQ
kInBrkQnzTudRD0TtPOQzYR+LdwR+9UWW7I3q4OYlV2RJ8U4lkkylZAy7XqTR9OeOiexBaRfW3/g
wHS4BaBRUCF9uyaMCKOyFQqLRSIf85zudA5qjhQkEMJzN4LPVVsz0G++nlFiWtjqIUGQUQhnR3zi
/U0hrGEv3HYIlTuUYUKbegNoM3/vbfDmzTcpOh2QYUSOaXHCMjXGlALaEVnGIfNAfIZU3P76ll5b
HXQ2zekYPHLeMeg7skHXqFvBxMDcPXONeidBWrfxon5/O2AgiDNtJIKhELIkX65y3cpAcoGaKeCZ
WvHZbr57015H7Yk5Wy35q7bQYAs0vAbPZC/KAW0HcL/dJRly2oX65CCvGdh4baOWZoKcDLRy7vcp
TuwNN7S6VBdWF66BIvDQYzR9Rl0yHOcIInBMqQfg7a423PqqJcCuoKIyo3aX6S1QJGVZy1kW2dVr
ObSgeHgynA2k+YoNbDfwoVtYL2zBxcbrwb8zioSmUYp33KRCWhqhtVUZWNl6b4zMf7+4atmMyuAc
Rop/IGodciQ+ru/t1VGgFIxlsTGaZeiujZWW17LhUd03YddpX+oxvzeY3Eh6rI0D3UDAADvIab/D
cgIDLdsU2POoAJXNC0mfr49i9fMG/Bug/0iRLiFGnqE6BNX4fAxCaedogFzruoG1ixyvz7lijvaC
uYH87UKA8LidDG1IIxOExnfAbD2jAaHYC8Sf4OFF+O4O1XdBbPsehC0K7L5defKq3LmrFde3sCir
wwW0HegNC4/v5ROlJCP4kgYrjQaDhGpQ90kfv1wf8Mo1rs8PoLmpE/j35Qkae6E3I8HGy83P6J4J
c806JO1dw2mog6+5NjdWcG0f4gEOLBqUelAXX8xvUju5Kt0C10YsngpbPNAmPXY9+3p9WCu309xy
hDgHlY6ValQ8jLKrzTQSsTgypX1LqhjQ3CFKpfV63dTqiOj85oIDQ7ltMSKvTUu7Sr00cpvQ1YCE
eOjb4LqJ1X1wYWL++4V3aOY4XAPJQKR6vQpnjBjYmPOtvb9lZR7ohRUxCKaxxoWjy46G+WD3x//f
KOY1u/g++IhFBSL6NJrAXWVqw9kG/PrjJrDqwIcBlWKgL/KtidY2FTjPY7ifcleIkG/EICvXKURR
kWQBTB0wymUJjZkt/KvlIc/WHQ3n1vCeKZj0hlvX/HgkAieH3AREcWdxmcU4kCTl3dBlSQQlq72i
dGea+cf6RucXC0wg44aXHXIgywsBqPcOrQ9pEiWfQLL8QRKUd19frHVOx9RhKb5OO/Dy3bVb2cIl
BvidgXmpLjaTqNsxt9v55+tNWEHhMWv1gPARDS+Q2ErA11TI4deountmDS91vZUXXbsoAH2CCi9g
guAvWYqSw+fn3SgbFrHMeLQViCy/l2i0MXJw5XYpOKpN+1B2kIDUwQjI9OdM/4vzevkLlpRRoBSI
G6vEL2gd66xV8YtK6ccjOUDhUF/CHkE33BIPxxyr6XthsEijdwO5L0Q00o0zteI+YQLN3TpyfXDX
C9+WeE7j5qbDotTetwWYuU5kq5tyfa2MuQ0AyBsQJSwwnSCEziSIQ1gEpt3y1XAVaOpG8K0TryN3
wJezgwV6O79yYxL0FGmppAHnuDsycpOZEGq77qRWRzwLULpgqZiz3W+3bl9XhgBpZRJ1+jkvvtrN
L1ZtJGqXbWDz8YCiK1LcYBRDB+ASeAbNZoXIuEwj+NufKFr+SJgFNr9fXSP3ulPcylK8gK0Oohod
+qquj2/lHkFyGDGLRzE4RBZvx9d5AL6bmZdEnkqD4cuUJhvX4eoEXhiYY5qLs0/EiI5VkJJH9XSn
Z9BeQlnyY+2f/84fSEoAzZgl4pbeUWp9rGttjUBzanY9mO+K5tNfzJKH6gkaDlEjWAaaXibLriUq
jRjvY8g5QfgadMBbqJzVtbiwsjhdHQdHft3DCleGbwHDIhtjY7lXIkg0vaMlAolClMyX71laexV1
RZEiyQ0STD8FQeUzB3347TQl2REdReMjBE2M0HSHrazeSpSHSx5M+nj64c2+xAWAuZXT3kKwThp5
cobulHvTJ6NXL2y0NjbE6p67MLXYc/EAvCso2BGCuV3sK5nUD0Y19YGn8a3tvbpmqOeBUgplt3cg
5MmuTCiWIOp35aF8zrqNMGxt0tDqCvk1tFwhWlm4nzjNWE3llEZoy8yr4cEz7/RcBk3rbAQxW4aM
t8fU1CZQLHswJPKXWFq3pH1CawB6NrbgGmsThu5dA4lk18G7c+He44F3vKxIEsX5QRjHcSNhs/p5
JE8QI4F25p0w2sjyrJjQIQp4wkP/Ejd/cQGiuPqncRfwrKXON8pGtc7HOomkraOBc2L1y8Ds/s4R
6De57nNWL0JI04MZCUcVeYDFW6UeQSpbD0YSjS3pgrgENnDIMvHgxt1Q+ybX/SRNDmgSBB26VKHN
Ie9SZ5rzy+zlFrXO2olCYgpBBar9M4Dl7fZARxKIlGOPRc7g3ep5CvmhOEzyw/Uhr25CF7M630RI
gS0i6aQAvfqkyiTSqu6HxyuQD9NfWYOSV9du5D5WB+QBOGrp6GhEb8rbAVW4E+3e40mkZ1Tt+mas
HyU06E9902+pxK353DnLi/sdjvddc/9IpGrGFOuYOHJ4bHPAZOzmbLfOGDI0nN0L1lihKZpx49Gw
uoEgrwtKBBRm58rN2zFSkjqNxocEwKjyXCc0zNGD0+UjeAjrsEMhMHdVHrgtRfOM0YWga97Ho/lx
qK4H6jDXnbs0gE1YPo94Unn1VOcFntwQRwAvCntttt7caxvnwsayD6gG6VdseLAxyEPVK992at8Z
b8yebxzKNfcCiAj6SJFSskE29XZKDTQA6VlpoEicHV0rcIvnj5+AmcUCgCPckOAgevt9JHlHMTq8
iPJEHdrmK4qGvt59NrbYwda2P5hrHVAWgocP0rpv7TAD6mAqHovITCZ/ZlsEfJoAv/Px0eCZAB+m
42n8Th/RNlnJaKaKSEBqyACHzA0Y5KwtacG1xb+0Mq/ZRYQJ5g9RmmZfRD20iYQtwnz4hyeJX5Kf
fzEcZCsAy4WmpLt8/SjNgjoT0/KIm6Ergo5CB+ufsRs2Zm11bUBsMSMFAeJaJi5iYBCE07R5JHUp
fSogdmB236Sdbbw71uzAxh+uNISCyyIdTweTDmDVj8qpxXvKZI1v0uowFe3L9XlbdUSXlha7DYAF
Jag+5JFugq5+yKBh5N31hPpZbt+kqRM6TNtPk/c8OTZkKVJoeugbB2vt4M4JRhytmQNlWQFjLW91
kk955HrdNxBon6tkC+z8J8O7qHrh3Yq69YyJAzJucUnqtQ1NrbQsItrYn6xmCrMJhNsNhpdVAS4b
QNOtFsygw50JIE420FNR8Zuh3aKAWF1YRPcoiqJJ4H22g4OOA1QaRVQZDdT6SBNClCIJW8B9ry/s
qiEbhfQZOocYZeGtsiJLU7SR4+QNGRi17JTt0ZAJUo9YevGGrdUFBO4UOL05NFhS5GQTBNugGwgQ
dnugD13+F3EjCn3/fX6xRYvYjW054AZRuuP30ESRX67P1fyQfrc5ZqlvpIFQuV7m7gWXjioNVkSs
nn669Yk6ASnKkznZu77tdteNrS4MqN5ALwMUxTtsgU5ZN+gUYEPXe0Rria+1jzlYGK8b0detIFhD
ZAMt4mVnfUcrF96wLaPWAv8LraZHO/YO0PfbW0ztrRQ6nf7oQ60PMljGRO6rRH+Mq+QIdZot3rX5
3l3OLtiA/oDqEKeai+UbEqfuJUQAIwmVnhAQmS5IzKne617pha6rilkMMYfiIH2BQu2Wx15bW5TR
IHmH7CK6xuaJuriBijjuWamjY99Duz4d9demgvDYiMfCbmjc3zLJyV8sMAoy7h80KcA+i7cB13qw
7aCYEY3kbgb80PSrZfxzfX3X7lUbHgSwRweYgaU7q6GL1KkBc2p6ByPb6cneoAfzg1K9f5I3c0aW
IgoH8bCzCFJdBnmHvLGKCAXEA3QcD5CUeZjyLRqIeQO82yBIcSE9NIfDrvF2idJYR6BPaREV+it1
kiBmvzSoGiXuV+kUvtTHjcOx5q7sC3uLBbIgDweNPw/uCso89m8DGlzXV2fNwFwQgOi4h+LqcgdU
Cqe/sbM5SrhJ2a19/ovPz0yVCN7BGbp8ihWFp2ZijQxRe+87YEapmy1yvtUR/M/EMiWOXDsEXzwg
fMukK27GockfjAQqr9cHsppdRayG1joUAOAK58N7cThl341CE8BZ2Wnhvo7xkB5JSorAtkDfMWRx
dgDnkw4J0TwGBCe19qUcoQB0/VesuUqkzVG6ndng0R3z9kcw1ci8cxRiLTIFAN18zabhWELU87qZ
tSmdmV0NRHUARi1TBi6kb/WpmDvg4jgYkQ/ot7ISWxbmv1/M5sha6JxxWED064Fmw97/zQjAeYEI
CngbbfF9O269xK1IHk3efQ650Y3M4No9gYL23KeMGv074rPcrBRva8TWyrrzeOc7rh1Ab83HzZSQ
O8qNwNY3RrTmRi9NLhwcQ6CfVhRg3w6BkVcNQSFuDFTxTHW8PnWr8eelpcUmm6wOULuiw+M0dY+l
gJis5exkwfcytU89mFj83GUnDxwGlHRfytIJS498kjHfSDys7hEEwAijcSUiMni7R1wG+dSqx8PC
GtoXmvcnINE3xrpmAq0UKA8h7MR/CxN2Q5yqLgDhROtX8smLixhKjGr4fH1G1y4NMAHMQRt69tFZ
9XYgqgJmZvSmLBqcIUzYi8WRfb2v7LvOVr5Lnq5bm7+2vKJm/mogcYBnAXX3W2tMm1g7FEC0mU4J
XjxFIV9Fb5Isv2eZeUtBorlxhazVZWfOz/8sLg4bJS3q5xzotpG396oukqDUxGlUE7oSCnk7NGxP
lOOPQkEEFfquvtv14fVBry7kxU9YhE5GMU5TOhUg8RD+YIZJsfHIXf8+4mAddQ8bKKG3k2orE5xD
eoN7jD0Z+Q/ocG5M4ppnR5/KfwaMhYEu6wgXWLW0GKGsVpU3oMD+YVpbrA4LN4LOCsB3gWZAYgiy
Lu9iTJNruciLPI16ZpQ3dZ91966e2kEuQeUxpc6WqsiqPcAzYBEQ5XeVB6q1shCs4lGShLXuCycy
oWBs3nxo+f8d1YWVxexxox6nSsKKrv+kU+fjVXTdwGJ53hlYHCqh8gGVVRgQ8QyufdHVk1C76zaW
5+iPkRniNksZILx8l0xu9UTQckBZvB9vs7R6sIh5cAl0XmspHwcTWEQ7DuM0PiNQ8dvSe7n+A9YG
CdSZiwo1+n3edcB2nZdCfA4l8zyRIUvNQ+s+1uPX60bWNsSlkYWzcDnJTL3QWWSM6LVOuZ+MEIMh
EVGfrhtaHQ0qxhSPZDAfLmMlafcUsqk0iUTjfk/S6ic6P8AapqLrZhbO/d9FQ7UVnEtIS79rwtLL
oa/S0kwinqZ4ASTq2EoIK6b6c533kCYxfzf6B18hf2xaSIcidYzA+l3nAZanwgWOqgN1vlP7yNNP
RXqyBPUb2vq9m21szLWZRKUXWQ1EU+Dhm/9+Eay1ldl6rG+SqIfAqvjExWeQVV6fxYV//XdEMzU1
2F88lNsWV2Sm9w0o4VEYisXe059L/rF3yPx9F68QTBewXDPr79shlHoyjRRKpueGM1+f2RI3IsKV
Acw9hsbcZoj7Ybnb8rKUxGgtei76nbZ3t3zD2ufxhEav5BzOGstEu+7V7qgzm55z9XCnPoh8+DM7
AE1C5sugwKcsSTkHzSx1rXLpmSTgjP6CHPj11V058x6afoD1wQWAZpmF9+QO4eaY9EAt2X7MfwDK
aFBfsI/d0fMo3liZ5/BimzI6pGXPFNxXXh4gov2PK7INXPjKMsAEyugg5QcCfckNqLQYjzxQgkTO
iE44M75FuS38m7n6n4nFXBWs7eppgAlmnEz0u9lBUh66DxZi/8wVUk0zuxMoB3Gw384VNVXdKIBg
znMtbzSf4uameb4+kJW5AuIX3heMrDgRy4yM7sXdJFDOPHddYIkj1Civf39lU9H5ykfJAR13GMXb
IaD11cvGTsOJq35ppPc1eqqVEfTaxyIzTBWWHMAqQKbRCg9o8Vs7Q+7ZzBCMnqcfXfaYf5bqw64D
BmzkP3H1Yk3MhXtltlcKm3neuWR36U2z1cvwfh3mpi30qiGDC8+6PHw6ovMa8HzvDJrh8d7eoq98
dzkgQYAC4x8lIiidLLO3g028OE8b4yyrW+uX0d/q3u76Qr8bACzoeGnPZGrgGl/qGwoyxIKMrXWu
RQLiD+jyTh97aZrYR1jiuTcL2wkednHmiKO8RHDdOhe5r4qbwtvYqssn9WwANwOWFoglVOOW15ut
mGrLuJ7OSS7DAqo5PDmAQtgn6alsRj/zHtLxuddemb0T8TFuNtzW+8hytm9AxAypRHBoLvE/yp5A
blSk01m3nyxhhElsB9NwO0FpG0zpj0KEoKVlHw3Kse9m5CXyy6C8eY951Ama1mNjODvlriS3Wbfh
YFZ2Hr4KEA029Yq2qcw5sQpZj2ctD2N5b7Unknw0bMAQcCkCtonMH2rci7AkLntqxhZg67nxUzfT
UCe/ru/tZU1z3hmwAEQMhmLa7xjIDAaFYNb0Aza38NEnCN2yAA+Yvnsk09n84bza3NnZQ+GPLTte
t706f3jKgkgCSoCILN46NvAGV1qV1sPZlPSzGpFMHJ1nU2yR4a8cX9NA0OWBXMdCtLqYw2KEriQg
b+O5bTSFhUrFTZ7lW1q6i6zHn3nE1kYSAlthBjq9HUxKC9IqTsbzH+X0Dr5I+6XxMbA1ELGMT9dn
bnVIF8bmq+ki0nAYlMxLMAmckxZK0kUImdotjzHfXhdZnH/HM2dfcfWgv2A5Hl3gyUGJjc1Nn70c
KvZOfpDNa633vjCSoBiZX7R7rd2Iw1encYYJorcFtAJLqmDVIyOAyuN4TmTLfUc5nwaIlGVOFaCu
eWhzbcMzrc4k2OmBnoImpb3M8WVaY/e1pOMZyewgS4q7yWz/xgSoqgC3ARQG74u3i1VPls6c2hzP
fVv/1kR8cgvvcH0/zJ94t1gXJhZbHNEHZ7kwxnPW/aOXAA6Xj0OZ+8lWVntmpV2acucwF08YCHMh
9FlKKaoagt12Nk1nMkFRpI2z8Tf4vV0G1WpdgGs0A3ethx2ZDvnDlJVNSHieh5WNnowMEtHgi5Iq
GGqAdjsnnnZID44gi4Xs+lTKEgUsxLczC3VzVGh793OzlM9MmhAEl7k4poXh7VjfWg/W2OuRCYLJ
sMuVd18NnjrmOvts1m3/pbDM4WdbcGh2ELfPd9Cb4k9OkhW7dgBGzcVdGOh2jx3sld9rqUPsG8DR
ughlJcvUz4YiPk60LvaEddVNkw7OkVlC+Z10prBzwGVJ03HcNZpdvbhtlgZWw62dTAR5TMY2DVjK
9BACbM6xSur6Xk4VBX2RQ/dtLt1TrNrhqFdlHUIpFuzelGu+Xmj9buKNl/i6NFOoYRI9SDLHQ197
IaNeE+kjtcbCtyz2u/I0pDBtkT/mg41WF8gmBLEGHiaWgcutAgAWOhIacP5j0+yaTKmdFN0/6A3h
gWUXeii8UQ9x6QAskxTxHRj0tIfCKLWntrDuGHJj9bSTYzmcLBoXu5Rmjp+Ugt04rBuPJt40KA/p
e+a4M/2D99O2iylMuUh98AaxMOeptuOajdnsOdlR2WZfSzTNhkxmeTDYpYbUDrRvfMsZXP2uS9Mn
dLmZQe4McYR21O9mlfXHMVO1wtS3VPkasihHYskEZZrklY4Cl9HQ11/1KfX6oKssJgMhptdRcLsN
St0rHolH+hC9AsZ3sBK3Vth7Bv2Wekx7NYDB3JFeEB6Q0XVfjNEov8duoX+iXlvdaQV2YWPQX0Ir
uy+TOSU+5ucZG2PcxUX3qyADeZ4qBBXYH+mLV1QW0GAWCERsNgkntOzU87EHjeqIbN3vRE3OU9/2
AKYx2oeFN7IjChYqUJCeP/Iu16NS417t04bLz0hkt9/TOlWBRhJkp4TR/xO3KPZCEISEMTIgLOBu
QgI15O692fTPaZ4bx6oiuvVYW5Id0pqA9HcAEwTkX9jNUBQCjKKdtdM73EXJvElG263CoR/PtVUp
zHP6IzNH/q1knnycsQY+OiX1F45KrXMToztg35u18zzGmHvfQWETWAyZPBC9ZJ/ypv5muHXxpa2N
1ywG6GnsxzpQ1uQcp560+wyrNJHB3mORhkfMLf1ijp0RQBdPD1Or6kKom1Z7yM15YZVpr9C8t+1w
7FpIzqWyDvBywD8CDK8s7+hn8NGlOB9FGWpoi9u5g9Z+YziZdUDdgt1bTScx0Lmc5/Votvnu8u8K
dxWoz31l/mK5Pfk2+DhCvS8kFrme634y953W5Qe94G3g9VSFkxNXod1Rvu9GKw9KkMkEeOzpe1OJ
5sasqBVmLHFfWotrJ5XGLMjZyIKyNS3w73nU76c492s2aMHUtGBESl1xErInAc8dnsEDtpBWTvv0
ALr65kurLPLdQVHVnyyehoVbq8BIc5DVJGl/mHKvQKWttHwcZC1IbV4ERishetmkVvuMLqY2MOLU
OxS5qAIh3eG3Qgh1K/DU+y6rNL8xjcT2aVdlDOpDRReMUIM/wvFoQWUnPXpvlf6Zm2VbBWMFeHKd
Ddl3m+CG9lM8OgOTi+lAhaNOJm/sQ90Td9fnuvpiyEx2weDVekiU6g5s7L2jUXZWkA+J8QWSH57P
M5F9MoouPYgUtXcFmYFbBVBbNMSyhvsmwxH1bi/gutQeZMbtfU6A2C8cZ4x43spQdh4EccvJCaWX
VWdFOudEQAZ77CSZdqx2sq8t64sjH0c9GFq7BC5Yc2/HtKpOThtrfoyyxoiyqJffdoVl3VVjzkOi
dZGt48LnMY0Y0eMQGvY/oX2X+mlfAtqZ51+QCS9A70Mg3Bs7XagKK91rxIXXoOX0kPVd6hOv0v2s
aXAxtFN63zZeG+D1qHwjR9dJ1WVgZrTictfmVY3SbGvzk2gM/Cb8qDvFO7lPu0zeT0ZLQR/kiZ0J
rcIdyG/GAJoMVZjYo3VkTNP3MfCnO8AcEUoyXX7DrZvvxoSnu2nAi9EltRUMKeG7OsOeVpXl3Ahg
ZYPBsaBORSBXkABGdd8omQeOKGnggPfMN7tEnIXHxFPN6+LQmrDrSmHvvVgrfcqy4XPZ5W7Y9N3k
g7FHe4gTVMtNybWbjMbdoSZtvUtcOZxol/a7vFDOXgDrv2/h/m/ETGhCRObcWBC9epaF7APSApWG
BD+almtsnjZzjZ2bKCecCkgUkRF9N0FfQ9VoMFsWAvwFaGXcWXf56BE03uMfO3bLYEyAzaIVZDGK
Hl5jJJk4OXTQd7wps6eWo7fObJv6SVR5DZaQSb40AkU5ffSsSLQ6fnQp8p0iqvsnk2PiD97Y+FSH
ejC3u/5QSoOhjxez5RuUlTsb2DA/q2l5kxsxILNm1dzWJZ6u5kjTo8AuxplOu2cLXfM/uCN5qISr
jkZKez82QI3GJ/mzss3Whz4a9w0d+2zIKv0WZzYOkFc19rWbJQewnMF5d950RFcCThn6FEJedmYw
FM3km1Nu3XQlUQ946zjWCaWysfcTHvO92TrPGWf1aVCy2VWdhk3rTOirjytwhUrNOdXMVPumsF3f
U0ZxP6H3MXDa2g1JZRcQRENYBYJjLTCHGpE2K1+zUgOg2pqsGyTx4n0DlM6+9yzpa1ru+WPptIAD
SeDiapvu6sGh0OF1fniT+iHQcvWqVKwjYk/h86ShHYSqOEpvEAUc0xokeKK2bvmYsPuWJOnBzGT1
OZtIHBi27A5ZXppB0VIRNizloQYls72tVeJQQvrqDmEB9uCIzslBJtoeXEd0BxGiSLKE2j6YfNIg
b4R9SOMKOm4VmknDcb5twFWGNR0HBBFDZj0NFmAEVkYgtQCAIQkshfbZxlB9GDvZsIvbNj2WbSLP
E8/jY9XK9qGYoKpEROc84CCNu4Ez9li1mfYgyioBY69B9lwnPYD7kLcaocvl+kWu8RBZn3rPsy7u
Qild+TyC5Se3qyA37ccGAeZOl0n/xfFSNQYVyM2+me7YnvVGZj+tusu+0slhO5vTKey15EemZ7of
kz4PshhcT2VDzaBViGUB60MoYCu670Ss7YAESPxGtW5oT96w62Q6BHGBvlJVW2zPCWhfwHhmHaku
u11OdGw6vGx9XVWvY0XRkzPQ4tFDs1tolgnK+NY0gium9vwBaaYdsyqyS/Qx3Tk2SzQwM9aGfbDK
cVJ76BvUIDMfYt9K2Bc2WWiV6DrxijgisXcWqrHnxOLqzob6WH7ilNc1olnIsKEWLENugejNFrR9
oMz92Yus9+sKm96K62Q/yAGhKWCtx5j2uHcK3INpXjm7kavuBq1n8rmvAPBzWVW+mkbu3qHi031y
O5Kf2raazg5hqeNnoFiubgWbbA1VzLgJeNtOiLch5PTYDnAIiTENgUT2CHcKxJ3A+NKhx9vOzi1I
lp4QmoFELq7zfYK88105KO9F6nlcBxxvydMwMDCvdbHWNz44adL/I+3MeuNGki38iwhwX15Zu2Sp
KFvy9kLY3Tb3feevvx89d6ZVLKIIqYGB50FoRmVmZGZkxDknfiE+0TiqAMki9ozovi5aaJdh6wV2
Z0b9pgb0uSkI8Q5uVgt7qxw4HrRA36DlZW5HWeqOcVb4x8zqqq0aGd9JNNR3ka5S8uvc5HOPgtCH
1s9ocJtMabWhDV78sBn2vaJn22Y0FQTLC/HZlPPAkT0hQGUv8HkPFc0haQfWMYFo2sYFyYoxSTdW
TpyeWo1BsyjNuvPrMd1lXv5FqMpql4Z68iENm/yeXp/1g6+03jHXlOKsxWX/ydAL7ySWIa5SKdGp
0MLf/Ffh1u+UhsaQ7E3NH9qDRVP1E++twinygtC+lExaaamdu/Mjr+Xdkgm20BnhTpHr2E5UHhoJ
iLoXxdXkvV5q4tliYz/Xop7tfN9NtmnY+dtATBDk64v2XozGdD/o7fAxUJP6owp+neNTley0a6p9
GbkbMzRPMCs/R64qbJuQXlqe3EWbMEnbR7nnxVRxHG4gSlR7WY7VvWTV2kapxO7ga620dev0lxuV
DYdFW9xlZSA9ZrIZbmKx2vY6Opvl2LV0PTPrD4rk1z/itAK8HBTKAwrDJvClVNpGIOq5q/vozhez
aOPVfg7QXjz4kmCjEZzbwiiPdx110V3thsWdYDXeXtFc5McBtH6kggLICwj/tq/L5H6Ch+zjPPQ2
5tiZH6Q8jLZ5aFn7Vg+41hHBeFal9O8wqM2zqHDM6VZO3NIVArVvJT4NXmD+kEspoe7vNlu5Luuz
nqTqvZRa9Z3RiL90I+OAbkrpLuwVJOr7ULXJW8b7UaMFq09BamMR/dlamQ07vWkCVB5NfSf0vXTw
NLGxg9gMf6tyQ4lE8YRzoUfhXZA1yT7yOnFD2dTfVV042hzhwq4quRgCrUrB0dZEoRYtRSHclU4m
aeNRGFTT9qPc3KI/Kmwiy49PrUazy970c9vtct8GxJ9/qwvEGaBVu6dRBjs9ivF4Z8lD9IPGdPre
LKX+A9r+v4cwil9URWAutehzZ1XCPmvcv5qqSj6VSpg7YCrpLtrLspPJRmsTj3q7VtbTA5G4t5nU
ZbckRrotJDHFllifUxMIdPvUC+Gu8RABtEmZiI8iydxNU3f1NpbSR1/qpJMLp2/nWYNwVmuyEnqo
Zvck6rOHVg27pyQQ+hetlj6NdUJr1VxMrE+upZ6VVhReENCRaOMYZ8j+hZbv+FH3zfL9/iGD/rIJ
Vfe3lUbNPWzI/k5ui/SkcmVtAr/v7IyebwodIrtJiDSpNhmTI2C+EY2T7nrdNgpDumqkYb5JA9G0
u6r0Nm6g5fdKIYmHNhXNTZGb7T7x3WhTKNpnOteZxzGI09+Ipmn2ONTTm8uPd5HmtbzFyuKs12gV
1bI1anaWS+NHnX56J72Rwg0hr3gwjOR3GUfWsZWLaNt7OnFZUCn3BZLW+0SQPvh5l2xMLxedQmmn
KTSGU20J1hZBwB8JHI5DzOtrH5ZxQ1ZBiTaxROYpTQVCbp5g2h3Qj/4lAwO3d0eRJ2UfJl8jQSi/
gKXV73T2xiFQIApreYzaCvGUHUSutzWLgrxWm0hHWt6Pj60A7t7PtOxjEdBrj6erex+ZprxL8l44
qrURF3YnVz7RhYFwsVdmhAFxbQd5Yu1ScsS21xS/zKAp7JgtfhRIJOzoAYL2Q18KuzHP8ycC5tEW
aJxpFyIe5VlaZ8tlLz2YcDs++EkZfL6dQLxKg05ZPeuP7IAkTSSIyxxl2Xe6Nlrm6IDC1uUPY7aS
Tl76/tQEgi/DmUbp7vL7aeVVOsii0ambxz48+fJKKWbl++qsFtvRwtSUAr5vnWN306+Br68qFUwP
lSuCBYqYJD5n+dXeMLnjend0uiwmVXiniPshXEPgLY3htZFZnbfSEq3TW4xE/iYS7DXx1rXPz5bA
AltX9TWfN8g5Zk+F9+3tLmRNdTBw9gh0zzEcg1EMekT6yUmq706l/Hjz1yFXQHxDY9ScqJ6XDuSW
XS2UrS46yE1+l8kPkQJ7axEWXvNU7aAWRckdK5cmaPndRXmVa44rJmcqZZQfBuX37WEsOBI2gG5Q
huItMufdUmixFJraag7C31LllCmpiufbJq5qAdMwFGi3KJ0BPjOnv7+qDTVqptLjNtOchjsS7ahP
WtySnI+/G/B9V6AJ19izSaZkIqNA8CT7Njs2BjKNxZinGhdkf4yS9m50mydYtM9y5f0lDg35yLWG
wgtujEkdtTyKbDKMnsvhibnQm6FaaE7mhXZ853t/356+aRtclFKYPlAE7HHQVKA6Zl4QyxHxTOoa
jpz+PdK9MBhskql2z8YXJdJAa8I1c14H8A540vQLxqsVeZIkuhyQlltWnPqi7qStIe0K2YXbrpd3
mqsfuszfRUFLzjZ97hVh16W5u7k93KXpnM41k0kFJjPHNpDWrQWd/eyAZNkM3V2ov7EbzH/G98rC
rDDacqf7XSjrjge4K8EljXc4POpoU1mKLrCATC4nMCNYNskm4RE02qbI0qmUcOhN4DVv7N031UQh
ozBdf/rOAC24tDRIxP2d0ShORQ7NH2yBRO7t5VgCasCrpNKPSIoBi3PmDVBeS7EuStkZqZV5PNBS
Jy07G6LlmBd7Lam+CHXyVXTVQ2WlB5+Entr/uv0brlwCRAAwvP/VK2f3EBG1aWYuxURI4jwGA0LJ
lWNjyQIB4dQmUqLwMpfQ8UE8IOcQYGFKbnkw6eFvr7ICFirY6PbiGJNiGjfH/KQYCrUoErlzysrw
UkBmNKcu+tLkDWtVlZ36fnGMwyy+H3o5eMn0wNwrXfrz9mQu1LORAJvkIuBtyTA6L10mEbw0hJsO
xoFXvQGb0pQJ5dTQVqRq00ZvbGcyeSgoU6YVbuAf/tSlOcjhstHoSudo6Pwi99039F4jLV01X9Q1
va+rk3KyBWoMOoKJw8xd1ShpQSBlfef0vfhZ1rx9qeulrVF74eIcQlvr0m2gx39J41o/tkXLMOAB
YxGPXeGBO1XJS4iQndPQ8btrDLp0Shs9PbmoCrVPVZduXKHY3V7Iq6uO0UKKn5BE9LS64hH4raZT
KTE7R0WCaZsOyaOOUrefIQRo1nBL2J70g5bfqHj+Z0E15Jg4d1Cgxo0uF1StqgY9CwvdSk61RD/4
smeHgsxLjdYo+iF7Y8O2P/YmRM5E7+ZCn0cPsdXzNjQU/BWWV0Keaw1MdxUBMY/A+6kfTbhGKsWX
A1LiTEubNmPv80w0LeQtalKh9ZvvtckMpSNuNIC/iNJdmmELgByQq94ZVWPbj9oZofXTbY9YOMUw
wfkFWnwir84eBf4gkLUv296J8qx5Gkxyo0TY3qfbVpb8DnFjynUo0APDmVlJLLfUNCHrHVySqt5R
K6cS0V3eNJtGO/btt9vmrqJH5u21udnhXzdDOwRu0TuSDyqh/2XKz4Ol78fwr9t2pvm/CLMmO/JE
ECNqlK5IYo2YW76npb1Dsuaj5uYcwsO3MFc/G5VEA7NgY7XGYwKYenPb7nW4NRlWUaPmWoAoPd9Q
WdzGMS1+ByegVaTkCuQ2ip2mVeSe/i6sl4xoy1N+qmsEoSW3hwJA8AAP4BoAKQiWVleBBBZxfJGI
w7Xyd76m67IUPCCN/0eEH5/nCp85vRhQkevG3vHEs8YJLINFEeJz4+qbwKhsaXzS06MiPvjyb6E7
vZ0ExVHMqcy/Ks8/ZN4uzatdVsZKIMpOkaKEShrTC/zj7eVb2HMXJqZpfvW4MetiysSOsmMmFdy+
gyA/3TawcF9fGJiFeKWqxI3mMwYppBii7P3m1ME/DsNvjbwSGiyORZHQv+Ya48ExWy2U6mQlpNbl
GPpfuvtjDZC48nl5lhLpI2s0hzTm83Yuh/YYryUUFlwaMinR8HT+ERjPQtWgVSnMwNN2rBLMcDE0
0ksB8OUu6iRthVkhTd+aHRcGrZkB6qHSgRLYzNaQVekoZeIIlt+ypeCbqnwYhWDvZ59V/29znKpA
xdEEq6WuJAUWjt8Lw/Klw4VapHi91oxOGXqfwBPvfOWL2zm1XNEt7tjEK1jBpeMJe/AWcAyg4HMK
Xi4gAVXE1ejksvdTj8SfOQ0hqM2QTPc9OwjTA6Tov0a3+KC0QDhuO/+Cy0xdQsiBQCGiX83MIxsr
18ykAXwpQ5NB5Ozbv/r8XBSsTaNg8GU+zzvYzopdbf5+hwFCfl5QQHF5Pl0ullcFVWh2zeAkHk1g
e5GI2zPX5GKmj8xdEabEf40os31Vt2IoWl0BQtXFAAjmj2mkvZCH/rv3SeCL4jfBGkM7NfvD7dEt
7TeEWchM6azRlVJGWZIOl9wQDH31VSfGrg+UB2+bWLj9J+2X/5mYHOTV8apWut63VTI6gbFVf5QS
eubHSlvx8UUvg/DOwYGsE1HmpZFKSmSlGjGijFttoEv4yjwtD+Kf78+2rDsIYq6hTuR0+b61Dp60
71BOX8tDLa/GP1aU2Shqc2jSFitKsRMVO/iqrI1j0cKfAHZqP3OVK8z0AU62/wfUC249Nv3vsVw9
SqW2u73oK3bm6lem71fqWAyDo/GO65Ho86jM2ppfOe+xw5sN1LBxLWDiphWQtQYcvpY9pGCAKwfI
xW0Ti65l/mNiFr1aXmkgj4QJD+xOFWW2ttaebNG5CBtN2g9ZRLAz5xUo5WdVqIO0JnxMOxkUir6l
bXYnl+8YCwcxyUGZToEcaJcOFkGGHgZBpRxAQhA02crnl1b99edn74qYR6uVgNQEaG9s5V8tGFP1
HafJJCbFLBHekFa/HAFyr0owhJno+MU2yDfeCVCFvvYuX1ryKdlNao6O0xBfL40YrTCGWUXlxxxB
3Yh1boem9nLbrZYWnYwYlEsSjKQbZnNlxq4LotsTHdPodlZYHkM3swNL2pnh/ralpdFw8xPFk7ey
eB5djgZAKAkIYaBIU5rtQaKr39aDVLAiGrtkBVUTeLwG/WKveo6J9JbWhYBoqqv2wg5Ize1BLE0X
ayFpUKmpJs5lxPSEcr87aqMzKGAhvWITG8auyY56vRIWLvkwSRkadvKMNKmdXM6WXKWaSnea3qFI
bbfRjxTMSpqsPDlWjMyPRyC1ldLkk5EMXeLiS6uSFFlLVywa4dk00bBoEzv3MGL1tCVU6VmRcpMI
v7FlF2t8tcVlJ8Aj8Urq9YpvJZOvC6Ho9Y4J7vWuGnP54HrN79uLP+2FeXjEavzPyMyD3cJwm1Ln
oZtEpB6Lbyll9Fz5xspY2XtMURFEppKK0NUDpFPbxBoNkOxhP9BdTCzvLUF6arPxgVaiLyWw3ttD
W5w/C6oYSjrofc2Pmjwu1TIqVChRWm6bEg9DZeVQXtw5/1iY6/9GZAErWPiDYxmHUNiOSOYAdVsL
wKRFbyO3N0mzEmvPVQZd+nbntcrEpdBViCweOn2w47j64pVxfe82BdgQkGxkjhPzq9DQVz6hqG8n
fW8eGquBNtJuQyNpVgK3hbcWeUfiQhIlyFnPNQaECny83Eccs+33OP4ulU9ogpOahx2YoCtxezEX
5oAuKrwRYIADK56zkhUjNY3SoFzdwhLiDrZrlTPEf6Ou/pRP5ZidSuKIc0ydK2dHFAAzwx15z6VK
vbEs6Clvj6YxQG8yMvDIG8wv2dJTYdSgcehMgCPtPuzfKPs9jQB1Pm3CPZAxQyDjcgQtvQMjoaFY
kyflz0QKHrS88eFV1cGmpuxmW7T9OBRp8vbsyIXZ2TkyeHkHmscfnFLrNsAfd6skyj86x/OjSptY
r+xmSod/3uKvXjuGFTSWD6GHkbkdeWgAcelgJnueQPq9OEjVPa0yrEcg9nA6AnA4fSokuzCJ0Cqg
1+TBk7NiIzRq+O3NrgkPfzqg8TvEXGfhhjYiLkorBs617t7/2hRb0d+9wwJCG2jGoGdO/vVyTQMf
zlyAyI8jAXaNzBJA8UtWraFmlk4zWppqEL5hC0I9v7RSmCDWW4ubM+6lbTqCWS1PVQ2x440tOf64
6GtDM1/xzDSt2xBD7gBARMy2YLDOfdKj72OpX25P3cIhxQOGor1OHgrA3mxDd4E3covC5kwF4UHu
6P1kCQeU8Z4KiWpe3IVfRDH4ftvm0kRO6wSrmKPqqpjhFa3vmiWcy9g9ZyrqrKKNIjxd5G+bWeKC
E0z+z8481BGtIZTLgVg6op1qBuOpAvlm0eVZjD4b8b2Skfdiw4d3bSye8npN73lpal+bn72tkqFw
XcB6nJXStho25fglq+4kbZvItmisRHVLdzlRCpNJxAXVeOabQdQXgd7IPN9LpGBytbZ5zwcrE7o4
IOqjdAwAUMQlcLkBzDAwMstj3XgRtwdFEMYPSuG5G1epSepFsbEL1S76VCX+mojLomXCSQJwi3/m
t4ISQ+dTNaayrI6lXG9Kqjmj/BxIKj2AHclYeVAsBH28vwyqzhQpp8fe5UDLSberccGWacITKZdk
2OflPfOqv1kLheuUPhdURCmJkaSc7T611nt4vaHowK7YjOXf0C1q//PtbbDgGrDecQuUHaBrz/uP
VaI0RAOIZycbn91xr3Wnd3wfOYLpAcb7fq6gnWdeIrV9ITkVjVAGuzBXIpvF3//q+9Np8upaE8vR
SxsllhzZCjeR1NvFm5GK0yqgV8kxyOOLG2pmgaxUEg+K6Ih+ZMvb8a3Ndf5ETcj1IVRCI8KplHVp
IDerLkkUQ3LMhyFUbAGG1e01mD4wu/px1enT3P1TI99LA7XYxpWrtrKjxpGxbazk5IYatODmXum1
Y6nV0absrBHSZfT1tuWFsxwZKtBrU92T2HA2NHowi6kwwTBHKA/dRv8sWLs2/fgeI+DXDAs5sCvZ
ECVypdDofdGJxYYeN8NwalzR3fjW+KIryeEdxl6F7TNvUDtLFkQQbE5T6R+R0f80URZtIQnPg/kO
4YuLaHfm24o+AiuoldFRi73e3dW/bg9l6VHAww6fJl43EAq7dIu+7Ix6cClphd8G8c5UHHetw8vS
5qRghiYVeGsWZ3ZSWkbn0z+MepKZ/J2nthav9aW6PopRcaFz9CQMzP/PTxdJduMQLSHjrAWA3707
z/oawE5W/H7bv1nUDpARxlDIVRHauToHshT2nxQM+jmT7oL7wH3z0+by89Ml9+ogCzoEI8aUz6cf
zGxjrd3OC+XySRGeLBsINIpt82PMygcdInOtnSGs+CW6COO58Ty7KU6SdsplcavXf0sTHVi4l6BK
Sv3zW73t0v5sfNYwZBDCOu0sWC8FdN0yuGsSaeWku3ZpjIC4mep64JfmEN3W6tJijBikFHwsGgiH
iR0ZT7cH8gfqdXmcTtIpsI3AY3GnzaFg2QjYIiTYOpObL/Zlm+gduD5F++Q3QfiFWYbQmSUfraGq
Pze5rBDy5IFvC7HkbsY4h1teW9V9LxvlI1BRqo+jGwZfGqExD7XaN/dq4HtOnTbJaQy95KB5ZXTI
lamV/QDiAO6zXB+59Kphq6VDf9cTpRw9nrR2BR7iREPW+EdbBN4TlaeeWr4pfUG3XPjiDRpSiYOf
O62PVmZTjrHt6jHwe2+M7JTe2nRGGoxtFzVSeuCIayFsjfljCHsPcK6qvPSh9anO6t9BJ8i24Isx
HLAxqMc9eTD/VA6D9y1Defm+HMzmRNfRAKxTW+i/e7Bkv2J5ELa3V+L6eEGqGskr1huvvpK8koXW
R3TZl8+00S4U1EBXvGnt+/JsS5Z5V1W6J5/r4VOiflG1H7d///Xpdfn7Zwdw3UphmqiCdO7iQHS6
sq4eJFLhCMOIrQKvxpeDR6QiixUFvKVNMl2Vf7Qn1atL2UihXYmJxiYpzjH0UVjdbxbQ5Kx8ZWL+
tlIqt0z9HBPWvongTe3fOnHT51GapWAIC2MORssyHLBvPP0sit0+EI5j8StPalt17zzoiLdtXTvB
pa3ZudUXtRp7JbaG1jx4yFzp8srDacECwBKk6khPEqXNq2xS5qVKQfbuLLX7fKetCY9dx2CErVyO
kwlSgHMVTcPLybJ6Ej1l+k8Nb5RCm8BRR3UtzbI0DPRqCTGR7JyUKC93SxUGXiFIrXkOxO/tfWp+
vb0OS8NgHNCQCWWvO5FSFRFy37P0s4Q+7lNvjgh5oCj/PMZK96i1YryizSVPu/vymKcZFDEFCFhg
9sBULsfjNo3XjnGZAi4riqcuH06SCVV6VwbRiI6RKaLflH4zxTzadWNUPRo1akphmvq2WyPrJga8
5yuzsj5lnOzmztTjYj+Uasrkm8ZGyeXoBw0h5KdJA2GTCVnzfHvCrrf5dBEiKwZ4YypOzX6/F0t1
KyRjckY9QJyk7yvFLt9ck6JDIXchD34yviA1LufIJxhWYXaGZ0MsNiP4wkrvkZXY3h7JtWdNVkiW
EEYuRHlp6Wdy2BjhWWjvJcvfdOPaTbI0V1NamXonXIQrao/veUOviml0VhLR1gwUAMTG7vrfbx+H
oiFNCSR4SpXPzvs+GzRqnll8HoJN9jSs6VRfP/NAer76/DSNryLIUKo7v9P4vKt9G4OdUH9AVeOp
qA9hfZCKNx+LKt1tCYQ5tcgszVeeIpQxiD3eJafxgwHLG+G6t84Wmr8GCWGq3QqF29njAWlSIzTr
rDrnMu3QDll2vP396Ty63N98nzKCBYITZPN8fwSq6AeWElZnSa7Ch1Y0/WeRiOIu0vTyg+q23UkR
RMPu/W6NSHbtz5PlCeWg09/gSqPRV3O5iuuiOtd/t7Edvtwe19rXZ+ewOETIdIRldS7CYKPXp/Yd
CQtKJNBmqKvSoZR/Lx3NimLELDjyzj3CBYMdKmth/NIQOLJYFdJ5zNRsoyiepKaSytIP5aPgfhCV
1RWYUmezxac1lUZyjYbDuPFsCFIjI75gTqEdtnZe2mkbt0SXaSPGiWEdvbEJnnkeZxuIvOomF3ic
bay6LaicubSF5WzQhB+Za9FQUnTLDTv7BY+R6LDrtSJsG73ZC5Sfn6JWNrd+5pv7wooFVCGGeEtJ
INz0ivzJ62rt0XQ14Rj6KYBHtO3Hl97SB92WMtk7VtBpcoTlDKQns3C87+Sie0lq7vBODzoQOZVg
CJuqFIdtWubGmx+kzAyN0TgO6XZzxRAVC19uhnoonGY8GeGzWazcHdeLfPn9WXRdmGXj5g3fbyGg
SuyDfmWDL8BLsYB/chlPpc95dqDyvb7rkd4G3vwxBp2h9WjBIUwQI2ImPBR+TJ/Hb0OabG9vQHly
z0vnIi+MWVivJAuuMuFuZA5KbJVAvlrBzuTU1inOFG648/svpXs/egfJ/drq3114e6J3pMnkRgo/
me3LWIPSN5JNXBk0gfrdx/0p6aYuXg9q69z+kdc33sVvnMNTKzNra72pK4c+dLmwzYxj/eZGBhN3
+Z9pmHM9/VhJ8glh6TTxlywAOhjalbhy2K0NY+ZEBgGVXyoMQ0uf5Ox7otR2m668Nq4vimkc6PZy
0cHEvarUQ+9qmyKsHMSZuschEYVz2AS8Ny10icIxU7Z9K7wM6FutOPBsh+A7U8mNJ860C6/z/0Ke
DW1bhYozyHdy+ctL1xqcrRmYXbFxx3xBHlUcESWoO31YmbjFz08NpFHi5o69Kqbrap5QNoZBWhe/
G6U9N1m8stdmT+j/TNHU6oYaCXmOOYJ8LBKpt3JJdgzLPQ7mNqd2lqUvQ/kkiGvlmPl58v/GIAij
nUsRfR6RZO0QdtwPCnD1egfs+Zk8414P0fSW1KPUtOdQ9XYqiLCN1OvPt/frPH/3H+PTpaiAm+J5
PbsT+7qKdMryCvsI1dmqVO9rnxaPkm+jw7QbK4CTUoS4FOJx3+ReQ8UUYbjAC1FHm66klV8zuz//
82sMOHpAmnlizBtwyH7T+KNRKI4e3ZV5b7tagQjkT0upt1TGtrIUbf38IRB/3rY72+5/zFIMI+qY
AkOKMZeRhwDpWSqkQXYS814eT159V7Vvu5auTEzv0FdRdN5K+ah1veyI2Uv9EAcr5+7Snng9gtmL
aWzSvFCsTgaJ+lUxvq48Wte+Pov9tCKXWviMsiN/1vqaDs3Kyn5bMzB7VCpqQ32lxkDSH3WEeQVv
LRsyze+ry/M/8w+8h7AcJdwroqGURZYqAI1y9LChqW+QqId6kNCXEgWB8iESWe9wqan0Cc6BNuHz
YLZIjLFMR1l20krb0reG7SLCVd7dtrI0Koq49GOBjidRIL/0qsRTlSCnu5ATSCjdSh9N8yFJv0fR
878zM1sedyjGXhkw00qQk+WPivHYNzSj99ZSo0vnrkQAraGKTXA4L+xltZwafpDLTkjwMBTJIWuk
Y242Gy8bOQlc7XB7YEt+J8GehEoLsgxa1OX8RV6WSFaO3/UIatHGSuW4+1cW5gyypBSMZhjgwmnt
p75+0dYIZMsjQHaCrKUF53h2dJlQmgstVdg5aY3yVvBYheFKxD6HOv7ZOxPbmEorpGYQEZez5NZ9
VTdFJTlDoGvPbm95OyPLxJeYWt8Whe7oM0AsfSvmav7cCoN3Qgtz2IRy426TJJB2yJCVL2khWg9e
ARTx9gQvuQwp5+klb8GVnz+5yrFVPBTPJMdXogMdBJAzk5sH2S3JGOXJfY046zuWlMuSC4oHAJMz
cxohkaOh0AucRrsr9nXzjvAMPjStught1CswopkAoBdKnzswNRD6+OlHa2fh0pRRPuf3A9i7Rprw
Eq3VwHBlB9hemH2XPHOTV0hZqncN1fTby7Pkn69tyZe+MyRGlesoTTtTn+W0OsZJtDJfy/HTq+HM
QpiyS/shNQQZHV6aVQpDlj0ISMAwd5q8s9pB3Gt1mh6zcMhJJCbFTlLQLX37MDWAhqTgSF2gtHk5
TCGiB4hnBJqTSztU2vN3nPOEQ1MHIEDTV/IsZZfHfpj2mlNUH0T/Kcvuq0nI/42olz8bfQIzkyFh
O6FJcTmKKIf3E1JydGJlQ8Y1F1eWajoo5pewhuLQhNqhYjCn47RFFUZFV2lOkpPXfhlHG1XrdywE
mwe0pEk6bN6HqajzsK2qGBPqJxmB6JU4a3EEHDNEEhN4Z94DCERtIvdugliT/7Mgu6Mjay2NK2NY
utWnBCUiJHTGod/K5TKoBU0MdI/VRi+p/1h4SHPutrenadEEzMGprxfEOGn6+6twlEKaT+jgao7u
7gyYagHKKkn4V5uv1CKns/BqxV/ZmXmUkZeen4+G5vjhi49mdLUb810Udpugz20pr7dms3Y8Ly7R
K5Oz2ZPlXslQ79YciyKeauvj3mv375k9wGcUjBbwR1y4QU8TSrxAzCEUF8Yu9RXU+sNvgrrGZl46
QLlo/mtrXvPUSREMNDLQnEiUjj4J+C59vj2apQnjbkdhB36WRkLg0hdkiQgiU0YmbPRsNfso6E4k
BSsH5J+H5NwTqCMQ02GK5NVsWareKOLEHFVH6lL9XKdGRw68FzV0Z8YGbc+u+ctr8/Q4uohmJwPa
2kEXkjV/6BTVVewuVl2Ib4n26Fn0aLTl1lXRZRjLws4GKSS8SpRzVWnKrs8afZMHQ7WLUPGvbVfy
6AkWSPpfgwieYKSdxGAP9GzYD72uf80nvIGXWAj3qkO2o0Iuf8zbsLU9OZ9EozL30SIqzOmk4HkH
oT7Ehtj88oc8fJLH4G9ZK73PfiqhcN4ihp/lNBA34yG+J5BCV2fMuj3dM1rb4sI9im4Y/7y9eEvu
Ae4eTh1FzEms7nLxUFognZxHuhPWaLvewSW4/f0l5zAnRgnpCURa5t8PW6nrU5WzyCUNUlbCDuTX
KaRhwm0zi8N4ZWb6+6vzKJYypQ40fFAsNo2KEOzKjl0bxvT3V99HESzyUpnva1wKqL/LT426crlN
Dnzp4JIoIt4xBchAoeaoNEno6y6OE5XL0zNOViModMVt9sOYuHZcm/190HfNFvDHGvf4+iyHswmj
SqOYTGJvfqsqiQXH2ZWQoUW/2diEOHazkZoVEYfrGZQolcoTQ5Aj77p4UhWZ1yLC+gTxaWNQakjH
Z8tfSTSsGZm5gQ7NSERaPibCeYyCv3v5LlvLUC+Ei5cDmbkCmgIlD5Ugfsrrg258EFHCJ1aU9n5A
4wk6x3+rwpWpW3LuCT4G1Jqa/xXHDrWGWh5zQwXCvs+LT66+klu6doCJ0fDP9+VL5zYQy49gSKmO
P3zgfwLtceS9tVYHXhvF7KTx6WMA5J5RJPom/Yhg2O0T4Hrpp0GAuSTrR/M3YzaIXqTsK2oMgsZ5
pDnr9MVfKy4vmpiAfMB5wQ7Pn4pJSGq9kHvVGUZPs2O5jxEDGbai4r8jgOPxBjHCoAnMlQCJkJOu
0DwMWW6uflRiLdi3nRv+GD3Pey7KMd3enrvFpQFRok1E8QmWcekAGfCIOhlKTjf3WXtQum//7vOz
fL6iAfVm1yC4KtnSREl4x+eJCng9Ten8eW9WmiJYmaYittqJJ3rM0t3nPd+nxCJCcoYTNnNcJMZz
QzS4woa7TPBoWfzr331/Wp1Xd0tFD3RRqPm+Zhvxg5Wt8EIWvRb0039//vT3V5+vxVruyukGbr+Y
g62Jh/iNIhl/nn0I5nA4EdASTMwCQEKlyh1Htl5unnLpoOTRocnzlT2x5KOvjcziv9AdNE+jDydp
jftiE/VvvjlEenvC2AA7O/FNZp/PU2NSykd4WDHPcvahkjeDunv7Ok9PYzoqQhTF1uVCiFVOt4PO
1MgznIgws/eMgJwPwCqOJmsOHAExX9G7M9cdMd0OwUuQPSL18I4RUOThlNVMGcjb5QhQh9cGSSVY
lMK23as17ZK6rlxDwCxdR4g70uacO4ns6tV+sxIFzo7mCN5Y2iC5HvrWP4he88E3/ZWTb9GWJtN9
lac+kkWzESn9oIaAl7DVmuUGqk1yF0huScuvtkYjVPGVp9tTeL0bifKQaZZQkwFEMgdbxVpvSlFC
omekBxXdFpAj3ZE7u23keq9cGpmdKGOciAr9QjUnLA9JsvHWWhmvfX92pJjI6Cv0eyba/t2Wn6Lq
0+2fP1ca40CZfj8YLjwZiOA8Q6qBSWQCQy6MoD1korqZWmS4MMXtoqo/JJ1y4BYWbSUfrY3Upj+R
8N/f/gnXfoFlvMwEOYpU4BxHBjZHaMJOVx2xzE8KlR+aJiX7Mk0+uUX95nMBXjrSotTfJpUZdXZ8
dkGkxOFYK05dnQLzuBZ3LXkcPC6OHLyc23GWbpZ81VcTP1OdXuk2ZmpuQ9SYrHGtaH+dqWEU/5iZ
IzeCRIwqc8wJIoW4Ng6F5iaO0knpZxS5ZMcLZHrfDXEdnMYsH34bae+/3F6yJacEiolCPYc4O3W2
latEgHKTCPCFSOGnPb0Ah+2/szALMelV5lMsMBTHfx6CYyyf/t3nZ+eeW/93ACHSZX2+idM3KhP/
2Vevp2h2LtDxIzTEUVcoV/l06NpLFdmOo/rDoI3NO8ZCnAxCWcOv5xzRfMgiP6Vfn6NZP82TL32/
/fmFkhLeRnqTgqxBse8Kw0FfWR3o2v+R9qW9cuLc1r8IicFMX6HGc05OUcnJ+AWdpPOAATMaMPz6
d5H33ttVLlRW5VErrZbSYpft7e09roW0gvnW8y8Nkk9kPyD/5CSgagQNDgY+AgoGwAx5wsHY9WAy
ec0eL87hVyCUBUw43vObjkk2oQe7BSpxNP8qCeKNj/dXuabRyEMjiQsIfBfMC9fPbeI3lMU9kP0F
Juqzr8aDI6R/1AF1P6CFYmgY9SjpxuQjODc7+BPRiJJb0FUKfV5JaKCzH02yNjhNUFqU7FrV2BZA
h+Y4oki9FdZPUAb98G09KAhmOgdV6XfFzAEIW8eY9bJlN1M3Wlva4A1o/Chp4k0d74FHvxvjB9Hn
ly3DVqG0vLhY8HalLdOnmmjebHuRFQwNKsrj44UgA/HlHw8R2U48Ptdn3qSGVfeVxs6s+fJrat7u
a9TKJi3pl6XtfgHBlev9nCaxlZdTeUbKwhw2pfXDHxQiVpT2SoT03FSMZYk9QoS90/ACtIpcyKI0
UpYMk1ULAAM0FwGrdAAeL1mNgj47g6rvmMZuSAxA2J1Rcgn1WeEEqGRJ9r4QNKaVPrCzlm6pieWE
2rubfuDWX/g7V4uSLL8xjhi34pyd++oXrlTQUXClNR8wM/rkeOyQFFYaDCD1FVkXdINfPe4uYvAS
l2bJAi+oVNc6xwQw7ljSsbNrn0ADqMr8rblzV9+XYitBMlbVvGVnHewJ8WfTA+3gB7s6MB/kv+mx
JlubfiCJIu5dUUTk+4AQtbTPwCuQFBHxqiccm7FzOj7VW7dRfH5VOTDeB5D2JVsrozv4BrV6E4Ny
50z7MDgzitNvaL886E4N3ixFgm5tKQ7yMoCJQ00SE/nXB9RWRlMnRQKjIEK9xyhIqoK4XzEMeEWR
AoT7ifKwjNratpj/p8LDRUpFYPAPLbJoGvn+sPXBcAaC+KUcQDAJe72MQm+HcaBWcU4HsA2HOd3M
qidtbR2XIpadvEh21NRup4zZxbkf0NE+fva65xY1ovvrWAkOrtax/IgLIXmjl6xhWEdcbGwvANes
3e3gXN+XsqZgl0tZfsWFlMZjIo9Bfn0ekY6v8n864aOm9Itme8dTHMzqDb2UJVkAfQKUkkYhCzDO
h8TSt5phgPkVVLFD/TsFjSX3+negCG7AkhdpRaKarFCtVbIQoC9PfTAmFecJaOk5Mngtf6nbfdIc
iArdcfXwwPQDtp3F4MnhUEGbIjVHHJ4gXeBZry162o2d7SjejrUr6/4rRvbdGCpSBko4UMTUBFpP
A9I9RVvVqqpflG0kLaSmlrK0MbFn4ge3cnTY/jRVIJVrioGqDZp7dRRukJGWnltgyZeA26uxDFRC
7f5bFT/x5LlEkbJ3fjrud64fNAwVqoY2F9ssvfJXYqWXNyu0zI0TiO3QWDljA1EKFaE5gWhky81d
DDrb+5dtRSuWsTE0SyCAhIGSTFNu+7mBnEJ+NosNVDAe99kcOsb2vpQVj/hKimSduFfTLgZD2xkV
A3M6uuTYje+tX29ohhnF+ed9aSsKAmlLWmsZT7wBBBpcp22qTMtBL/kfQ/9sVK+jin5GJUI6pxJE
v2BRhoiq3fXg3WZbXfy6v4pVVbhYhXQy6ALsWOGipAeP9mCUP0j2xdcAZzn8Y5dfi+ypjBUPu2pN
0iGJyRuyusqKs16527p+77pjqY8KfVsVgrFn9OctxSQ5fsVA8jDFnsDltUE1ugeMfFCqAKFUMqSF
sKLrct7PqOuCSrgOeLUpVWD1ayIQCcF5NQE6ceM2lEZOPTRh5GeRfixKEKF+Gh/vlUEKeGEdRBIO
joPc0s/HyWwM1udnXwt7ejSbQzWcYqHq+lmx1wtgKmJtZOFucZI1cB6jx2XIz/YAHugD0z/eV+PV
nbr4vvSa54D1t/N++b74OqTfteq3xx/uLcNOXYiQHnFqstEesylHMLTJ+lcG3E7r8N+tQnqnnY7z
omJjfp47EOYaAfilOTBEHhaC4gKoD4DUiXq9XI20nMlg6CZpzqXX7YxJ39TecwPMu8eloNCDGSod
k+I3LxtzeieJ7a45G/ypMQ6kOU6pwpKsPCpwM/4k+y10E8qFjEGLa8OouxaqO2wscsh5gTH9f9Jp
f38pq3J81G4xALS0YUkHn2pjI4AD1IL1sQ345AcgtgXs0BR02rf7kla0GCP16BFxTTDVgqTi2idF
JZdlca+356ZcqK3fKQZ6eGkqjmatxeJKjGTzG1GaXspHLMioN2mWoU2yCoQ2hIm1zaf+wFLQITdW
MDVf/7v1SSZzarVxnrS5PRdzHo7OKyMmhmOPfyGEoF6N4c8leFxevAvH3m3sxKlmHFc7iKeBjvtZ
fI7bh6uBC7QaqoEI6QFyJQshnNcecXh7rr7oOoL6c4wuzfvrWDGZHhIxf1DudLgXktr9mY8XLtR7
zKejbxebyXpwGHdJt12JkOwNvCWrpz5EgK/iF0nEPyZ67+6vYkWlUWf0UR3HE4Z2dknXZmr2zKvT
5jxlxaHt2Ks5NTviqbIRf7Kdkkt7JUdSraIw0W0Ih/1cFPn0hBGWf9rBdTdWxayX3KXGEe0xZogu
Nnc72WMc5LHrfeDE/W0Nug2mYN0+1OmIYdwElAqZViaB15BsOzrub63O+sDyJ3vT6vXwTGZWHFuS
/M565Ixmor05TUPCzsrKsBPeFzoMsKku+TTrmbXXGgyW174Wv82Vbn7wkrT4ApZ6zOh3PgbK7Qmj
c5NJQ6tvytAFOmhgtDr4KI3eD0t/rg4AO2p3TVqOYQe8y8PEmnlXDrYI4RgkB9OprQ1y2FUw+DR9
q7K8O87M1MN0NMgXnxR8q7HGfUMfYod2Kr3/Cpb0Powdp98maevjb339lGp18+wZYF7tPCP56uuJ
syFkGvOAYIATYxvLfyYZKbYV3abVk+fx/AmTenbQpn5/aitSPgEeoA8YL2oQXWbIoQhT29Pc0UNM
69LNVJogHSsaf2P0RMW3t2KgcQMx0r/cFuRdpSjKaLio6iatzm71fchP3Qw8SERNKldZJUayzqKm
Tp2zpFpeZ8aCNP+QYoxGSSO+3AhZkxFYwFdCpyIujHTvJ8CSaNCS6szI7B5iko9hg0J5WIKrPrAt
oe1nm2obsynRnAvIr8AzBdhFqWM8gVQX2MOc0YPFe/rCGn0O+1Sfn4WDOe95aKyPnFmAIagtEtJJ
R7+j1bcbM+FFWHmd+Cy47e9LOs6B2QBSUzT1e83p76Evs/0o/H6r6R7oGhovCVvfBmqzPethPaHY
iCIE4ECYWYYGQqbAMMczifkUlGULiDI2pI8nqtFQAhcGiS4DecLlsC6sfNVPnoe53PLMxh9ZfyRG
s+2bF5JWO0znhPdt2MoULkRcCJOOxAP+t+m3Vnkm049Oe47tGuzlX0rgkDP+ufJPul3tOvKfQXd3
tPqWJbv78tcU71K8ZKaFWZFCjyF+RAuTBULXpyLfzKMiC7oqZcE4BPeYjeytdIvGooqbYvTK84z5
djM06n3eB7a7vb+WtffABT8OKkiAoLwZ9HRizI6KHnP7HduaKJQ3u6pTvM0rDyfq0/+KkLZrniuP
9J5TnlP3cz58913F99c2yls4pACQsaDgSA5GCgZ11JG66mzTExF7EAmIfZspcHAWlZKtAOp6aAZC
LwmiWOk0/LRIAH2KRdTeaZifYxMEfdWXInkTA1Oo97IfsigEgGgKwbN4i6tGetMqSe7DfC4p0CoB
WsZbMj5106+KH5itqC3/+eU34hzQr6ENzEQQIl2mZgaSFgZjy3MR8yFwxtpEurq02wN+Wx0UAvMF
qd3n4QxQrZ2wvG4DXpRxz0bhAMNdKw6+5hlBmoEbzxtZ+uRYfbHLba8I0dpbhFpaI301uk79sWn4
9Nlw5mSbZb772tlN+VHvmjc7a/It6fhPeyr6N1ZQ9610nGwDt1gchYEmbWp3ZRM0lVdt+sQff7U0
42GpN/F+cmKwMvKhCtp6Lt/AvdypYuW1o790mZYrdGHaHOC/zH4JV6bJfpf47aDS1I0mBMpj6quC
wbWzJwB7/zPUf0svk4CKVG+yuD6baMlzpnOjfbXQHlFY1jHzX4xMcXXWriaQoxY6ReAe35x97ZOZ
olRenbMWQbRBXzP+IFnS4tOicoz+Nh8Zd0Sf0u6xuXCcxM3r89jMAyaMMm3Hy0zFIre6EICCgCUP
loDIznnW0opixqU6t8csecFW3beSqs9LJmwCiE0tqIbP2+8vvoqwe82AoSAJE4yBkSUfc61gKTW0
Xu+7+px03MZMQsVAxFO2QRVrL8jeb+6vZU2dHR0YgWgcWkyZdCAE3jPVxhTSKlB0moe8TQKuI2AC
vD9X1VrXhQGiFR0RrnOTaCa0tLqiLepz2RyL4rONvEbiY+q0aYPOY4rYZi2QRmTzr7TlGC9uquaJ
xNMcSBsbGqbxHCTahnvfveacOJ8a9j3Ru2Bg7/f3c+3Koua6pFaWw5OB6I107Ho+wlyTMuqz4dj2
LIiJFnJxoGLPHJX3s/ZiX3jX8nM3xaY7G1OMFxuGVJteRIz+JhWii0KI3NDEk5b3moCQtNOfSZId
R8340MSzas5NUv0FLHqZ2kbLD8Af0MQmhaNlNjXJwH1ysq1h2nCrsV5N0JDsgQNXvqQCtEAKHZFu
8v8XCBYiILgAjeqmu332qTY3wPo/Ycsc3dyQXNve14c1CUsn74JJjHheHv/PMUSaJDNYYWt00xoT
/zhrpcJDkOtUf1YBonH4PPB4AFAkhT7D7HA0ZtrWKa1tMIDoRPyqWGnvxwzBpAF86Wc7H+khRcHs
e07ydGPHY7wB21ej+CXS/V5+CBJxGIO0EOYhv3/jexG3qBPbOE0VQNjSoPX7TZVsO39D9Mf3dcn5
wWAtmb9bHDHwJHczhnNPlnMsnLOhqlEY0kVePgkeZvh4mMlDX4CMDZExXqV12RqnVs/Zk54B793u
h+EcO9zYDk5hTQGKMxSQHqLSD90wOk/Z5IGxpEpMAHZP9os9+3zXZoYFAp+p3VZ2mrwljksxxsQn
VXfj7dXBy7zUVABnsrA6LEdzYexcr6wIRQIkytDAz9zqwJ1vTYzGNlF8eVSjl3a5pTMZrSUYO5Ek
WR2y1ozEfcRbIMCwLaEqwifJ3GDrIWEZE/cx/XNbH0p9C1rken2UaF7YmB8K7VVvK8XDd3sxl748
FMExsY/JKdnRHa0OrkOXD5HI3ougGr49vEtXn5d8hEyUbuYWdIgQUoXdvsKc7OMC0CmHWQcLEKM3
uCKtGABYUvk8AlFNhkrBf/n5Rd8u9SmbLNrU+HySToF+GmxVH8na/l/+fkmNitqhbo0gI6KzF0zf
5+zBl3G5wOjxW4AGYGMxniMZo7ibOquNLetE7N1cP03zbqK7R89gEYHbBkxfAO7IfuZMYaCKzrFO
QGOv0s2k8v9X+JDQOQqSTBP2Z0FektaAiH9qa8MdTmkcd7vWipvPVsHTIvAxtvzRylPzba4xmz3F
1W5gwtin9cBfM4cxgBz68XC8v961l2ahjIDRBdb3rfuuc1cbu0YbgaqW95u614tt6WF4JGgr4QFt
HqiXSMWkGw+Jx08opGjByDs7SGIAMSue7lsjgeD74qdICmrnCTMbPRenuT1q/i6xXixV5vJWRZeX
DG6xBSDl21RCBkd/GluImMpXCxgP2vDz/n4uv/Ei2F5U9FKA7Ffl4BIwgHAsTvYnPwb/38GdQ388
3BeiWIWcfzXtXsOIK4RofpC1gXJCcO0gLnZJnj11JhyxmZfi5Ok/GAVUzb6sPt5fwqLm8j4t54C6
23IT5Dn6NOazb4w6P7XFNJIgrxkbA/DEl/80jp/8cjqKycTan0PhVuYcwGVU9WjdLtJBJxD8Uvja
LvJv0kW05jFNKbf6kxjNPvST5GS07msMoryH1fpK0J+g5sLuTvM823ls9ifN2KD+NxU74ShM+62X
Bld2mXkHavvSMC5ZXpswQUYv5yfgBA85+GpD8JRzclbCH6yYi2tJ0iNYjzOvZovyk29+MeatnT4j
i22WOzvde3m3aZw95U8FsvX31eVW46/FSoelTU7POhtiMd02H1nq2E8T63uFMVyRgpzcn9IZYKDw
zly/kLqRUjIYYDSJwcc7Z19Zsrm/jFvrgEDyQoBk4VjSirktuv405RqGPmuUgOlQss8ay8ddHluq
ZpPbW4Y4BTMdaPIHUsFNUtPzNCPP0TRzij/Hnw0WetM+D0kZWuW+HRX9eyubtyAloRUf2GjIoUqb
R0WLyMvNzVPFX7Jmn/qP7x1KTRZiETxWHlrArg+nHnNWuaQ2T2P3kmU73w2NbjcpzPeKUUBGHoBM
Sz7rlvlbq4xkLvFOnib90GTPzNy4D0Im4YUAVOu/IuQXokv0qrOd2DjlSDMC1cUMDKK4LYpVyO/D
1DFe+gwiLPGc/xiyY5srDmNFAmbSzAWTEP9CYvH6MLyi1CqrKedTrndkUxb5sTTbInDs9vP9G7Mq
CD0nIFUCIy2C0GtBuVlofpZP88nD4CLwI5+HhIH/YXJUzseKCV3GuwDFYwITEzfmWlBvAwY8bjus
iIqtN3/uwG1m0vIDSVGW87f3V7VYyevXDyGujdQpRrTh0MqObBqn3VhZfgX0zSxIrP/Y8Vnwb05/
pFWMorT3sD5ciZM7kIaezhVrIK6ffzjFsaqGABR+95d0e1DXMqQc5zyVorBNrQKH6YeiPJDxU2p9
vS/i1sJcizCvj0gIG/jtaVxFmn0cMfvfiZ//nQBJBzIHlW1A/dbRNGT7ju9ivVS8MLcPACwYsmEY
F/iDYCWp82wOTkYYYLpdMerBZKeHJLHGIKldNAEXj7+a19Kkx5rwWHRD29CIOuPW9bLX1FayFKyo
MrKiyLYtEdntbPPQD5Qm1E2jiW0qLxq6s52FmOlouvOUPGwMXJTLkBRD+xk6jeQAvy+7rm9Sl0ZI
EQeu89QCbcxVmbYVLUNbJjqn8VKjK0BO95Ih7TvSDjTi1vGTHR/uq9jKNbn6uqTDutHlXWbg62B6
OYPL8NWotFfwKKqamdaOxfSJDj6XtYHVEiAWlRgNGhnpXmTPSXHM0M2Qa2AN27SqzlyVMOnup81g
od1FR6RAvoN6Tp+1wCww+ACIX2L/jjsVAfr6Jv67OGkT68ofK83B4vLBARB2EoA4PqSqFqd1RYBX
vfQHYipWuqsM06QJwEFoVDht/rnOmvbJ1XpDodNrUtCoD+R5VEsRli5rvYgOaA2ODGLHNLLBGyUA
2fDtvsKpvi+5nLMVc1ZSmkVoUjqb7DsvzC/3JaydxuUKpH3SK0sAFhArSNhRzw61vqeVwrdcPiG9
lxY6T1DNWh2PdgfaCDbgwFsOJKTnOM+DpZXRoXVAui64v571HftX2PL3Fyfi2RoieApt1p1xM1Ve
OP26L2DtulyuRjpyMHm6IwAEKBKJn4S9WcDjfb8MWJ1tEIEEVHusCAyPEyUYkGoCSwgN+ggQrxdk
xpNRIv5Mo/hp+l6oLM3adl1+XVIwU+cVzYshjSyNBK91o3Jm187+8vuSevGZTaPh49fTHr5SvwX/
RK6/D8lJhYu0pseXgpZjuzj3mZRonFwEnUbtl7fTCkUdUbVRUgyLHkeXZgTfLy3Mi4fO9r5Wrf18
pPAAfQha8FsH1q1KewJKShrNHdowwf5ddm4wW9n+vpi140AQizwDmhjgykjKNE4JCH2GNI0yb+/7
T4b+0TLGvWZamOb9576olXuCKg3asqG5For+0oZVmRjT2JqSqKztII3HHXDjnnTRfTaAi4lOtSPL
WxV++MouEuAKo3yOGuEtJpoRo+mk8f0EYD0b7afXgRf0cH9VK2oAWHIsaOnSh5MhPZY587hGkQWI
DDv5zKyjAUb1hyWAthHjgHCTkOXUpRtpWdqI4ccqiWL6lDz5QmGMb7cIfhGASzGDBaBNQw7JTEFR
gydaH9WGA2YC0YSeN7wlJlOYreVnXht9yAE7AWZAUJby5YiMMDC+mm47RFWOuUYmymGD5HETxKJy
9605jAp5cncB7OQiENl5d2GnQyB4bQDQWjnorUiGiIJpLcZMYGpsPf6Lui+8PrWJANfbHHJj9+hp
IQAEXA6gMlF7Q035WmrR4wEl9jhEpTsf2qo8pSnb3hexkrVbZDgLLD6o2OCAXsvwzMkForEYoqIE
kKsW0K5Cv+GhqqqgKHnYl1VAEw89rW5AmApj4k/2UT5IBLs20PJdYKzLjY6+R3hDkGuNPO58EDTd
5K23MZxyR4fsyUn7KvDbKmgsawvkOBEkLdKWDtO2JKeBW9e/a0rwv+ubphkUFmZNlQGAaIOTEIXh
G6QArZsYkAkblMQAkBQyO7Of09RD/2zc+uH9M1jT5oWpasF6QMAvJ7wzzyo6cEZ3UWZtKlDc9/Ou
MDbD9O2+mFvrgpl6F84kaCJBzSxrU+r1BdUyswMqpThWhfHR0ApFr9TapgF9aaGdAjiyKWcTUndo
dSdlHGH41nCzYOhy8BIqVHZtHZdCpFvhpW6LHFbBI794GcwPKnyAReFllURHCtxJZCqBiCU5FZrO
DbQCmH0ULwPv6W9RpMFM3ysCpCf9bBTAtFN1Ga6u6EKk5F4wsMxPtW70kVUbXxELvDGr/wtTcrkq
6ZrznMUVLbAqff5g2E+lqv6qWIIjAfjUcU9iBxOsUVL+ZtavWoVStvp9ZF1xG0FwezsbiUvaER0F
/MEbwww91+XjjMkoH+O8kd6FP4xp4mtDWBS63TiT2wNJ7uyHcaVokr/1WDykJVC/N/FA2jcsN0bX
uiRtrB55PXpgGILlbY8IfHhhRfw5tbL33FBRBa2+WnBVgL4Hw35Lxk4T4qQd8yEz3/viW5G+Aqkv
yBMCVp9kS/n3vGkPpFW4gWtHBcAdOJvIteAfaSNHx00NPdP7yC5O6buYzo+bscvPL+IvfHHguxtZ
78+4n4C94O/g/b3//TUbBt8IYP+IiXw4GNff52hT8awZl9Fsv9AeVOA26B0mRYP/6tFcSpEcCuCI
98ZkYJNibyreC42QI4sT+61pWu21mo0Sg4AiDuicfsdUWHoyrYkpfsPaOYG6AhVW4IotUCjXCyWl
U898dvooJ0NQ7GxN1VW1vpP/J0AGhvAGt3KTgvRR5Wwyc2N6+7/StYs1yAyHmptQXQjcKsLp1uy0
Tf37vjYoNsmXzgnJPprmDdbA3Z/2z9j6m8+bGI+E1w+qD2dxDS6Uuc0o12ZbwGweDBMvv7Ivds23
WLwXC6hq6LWUAWtdO0eHsT/hMqbfkynZMi/fO+bRalWjBPih8quJgdyFJ3jpCJTdSGfEiEbTw3rq
8St90uu/sJ4Xn7ek58Uy5/+xnph5AvVOse9M/+Tk5lavp9fENk8pZvT+4uQB3gNsTnQBACv6+mj8
AuNSRgnj6R9ox+CUqV7923AZeXELU58Ak0RTl5ze0+cqbgvHr6Pc1cNxQB/+sW+ao97HwazEQ1y5
i2gWXUpliJewHMmr6ep51Ia4ayK/ItuxHva6KV7KWpWRWbNryMKDYAux2ULVKRkVE+OVtsNpF7no
KW/IgdSvfsm3aWEGGYlcvsvraE4f92zBzwL3BkA37tJPfH1UadG0pWFDKAH3e/ts1P/cV4WVSwTw
K8zpY1IfEYEtPTnjgCfH7M06yooupM2PznIwo70b6H8pR1oHmJC9MTGsOiJkpzsBc16ovzeoIphd
UwWkMUACBiI0eAfSA1dbwCttmrGO2j7k9bGYt7Fq8GPF2UGGAU0ngE8Gkpfco6wBEKvtYqh24QCH
G2R71SkfNqL9klZHqmKHXTHRV8IkfyPO9EKfPQgjU1ADa8tUGIK1e3q5GOn0yUTzhPb4vlGfffZ9
AmxU908HWFFiK8KnNT1D9wJaexEILm7itR77LXoYYl/vIit9d2kXlqiXZfbGan/d1+e1HcObj5zG
0qZ+o89mLYQ3iq6LAMQaBH2eKHZs5fsojEDBwJ6L4p8h7VjOdDJXfjZFwzfTeKYqtM3VzyPrByo7
YAoQORmTQ/FAjFNNUfGSOj9c8vXh3YExXlLiaLAGz7pkKimHX1tnvgCS79cGTIfT/DcC8EyirRp9
EsjHXR+zWCh/jNkU0UAwI6dtRac0wytB7B9EkWXIZxnsk8ywZxSOYJ2DBFnvG5i8aj81cffVSptX
MbihS4eg69uXeNICFByf9dL7Z0JiyxOIDKoZvAJ+aBbOE2XtPzVxoiobHnfiL38fkR7XNNENQAxb
Q0SQS9NBmqtqCVrTEVSdl4cVNg45u+s9Jtx1hKinIXI1N8jRs8pzxSkuaiB5PKhu//Gf0dZ0k07J
GqDD9K02RM48G+FkN5+A1XnAnGPgYix1M3Vic18vV6wDBC5ToT4y0PAXr5fUmWZZ+ADRiOK2dzZd
P/8cvQbzkW1+FN34n/vC1vbvT24VBH3LfK2kQIlZp3nvIJPrBu308ihTw5JPXaZbMbALzg/A7C/i
L/xeC2PbGenQ9A+OszLbjdqGqDIea9tlouccyUW0ct4g+FtWzT1mFEM0TcbJTYE4Ci41MRcfRaVK
oq6KQnYYreG6iaSRdKGzTvM6Z2YYxyDZNwzVbnhWvHnCO/BeBUu0ei54t5eZSozVyaY1QVoynvR5
iLq6CIDZpSLjXXPgwJ2INnQUIhD9ymkQn8AAxCC3jPKKGIHejx+E3nwwrOTQpCB8xvzLbjDyVxt4
GlPB/sIsYIoT6HuAckM2WkqE5VUxYli1FxExz479UTVFseL5YEgISV2EvJAhj82AsVFv2TiNUadh
wjJ918kpVlHArh0QHF8XdgdKjlaNa80e2q4EUjbMQsKdzU8N6ez7F3NN1y6/LwWkoMbGdKeO75tt
dpw5i0qev4/58OajVnxf1OpS0A0POA/MJKCD+HopVd0XyTxnY2Rr70N+MFXcP6vHgUT0UjFaGCIl
G0NjQ+he5+OG9i9m+2zRU9/9hUItue7/ESG/M4CZb/0ph4jSB2VxygJP4eqsHQe6ToG5u/RXQ6ek
PZq0hc3MmcAntPPY62S+jv3hQTLQP9ZyYe2AhVk8qptLnzu9ELyfot48m825o/tW1Xy0dtaw8gCe
w3a5qD1er8Nop6bCpD0gT+lnoM+JT/dVaa3MhPAJ9nipDWAMS3JtBQbJhrlo9Aic9ezbiBbUTUHc
ZJ/Qxgp0Ppdb5L2nJz7nzmYEb9qGlW1zboVvKO7PykIXmBKEiuCnQQuX5N2VtTUB6cGcI2NCjs3n
AWu399e6HLnkGFxJkIyY6LvRcwQkNO2ua8NE+xQbLzlcHECU5C+jrljQyuwiOm0vViSpYKqhHy7O
7Dkaki7k01edWTvXfvXyGOjJuzhNw2r6mPBp15dJ2FhbmnZh4sSBbu+TQezLIqr0xzsOQKcNXcV5
o0PqBjhHJwjIR5GOC5ex8IKsfOZCkb5csR5oX8Nog4NcM3xpSaMmcJeOUw4Xt63pvoQWzeO2+ov8
HGqTeA0JQUUevX/X12KiFEzFNBFRY4cpAHQU1mNFGa8+Lz0WCSfFNPvaGBnJpgIlpkI11j6/8C+Z
aI1H44ec4S0Gt9dHM8dzyuuNgT8K67p2BEgrghnXXiY35XjVTasZbTG2iMoh5AmghcL58Zlt5KeR
Q3BNtF8v833XBzCkIs7dcUYwZhvBFsApj79xgBuHxUOnOkJJXXLdBi8h/eBwEZki7LUgSxVaupIJ
wYgPsuuA18FAuExyAAfYyUSBE46TD7PFg9pqQ4t+8KrnDCMkuVAUL1aeoytx0nYhOzaLLo5HzFmG
P/X3bghq5292zARIKbgh0NwrR1bF0A6AmoIIXuxmtldx26xYT8zz4LZhNAW4NPLsFR9KjPmVDQ5c
GNoz0iTuIU+97rcJwh0wIHhaCt5yljwnc+Vs57xJFS0st3cGSQV4b5BuwQOWI5Pc16xYLJHpSH/r
RiDsx5virgVIR8R6zu1YMxH6nifzORXH+6/P6u/3kFZGrhLRr1wRKQ0Dby1ooyMXyHoz+WraCo2+
vfT4/RcCJK+wHxgw+zyEoaTdiWHbZidh7v9mDWCCWaZ6kYuR3uiRpo3HW2+I8uY10U62wiyurQBJ
SXiFoNVBF5Fk1DVi85ENoEtlhL6IAYO8cE4osgRCkc9bEWT8UWXwk7swM5J5b1u049lt10dMr8Ad
Tvc6/ohJFX6uHLm5dNAsyR6YGncxChfBtA8k+ZKkBo/4ycE8iqmrQmmVAOk8eGbqJSksCBjdzejF
QWoplOqPC3vtNC2orkjnAUXFRkOXJGJIeNr2PkRkVQpUyHNtvxXdf+zxG5sOOumDhDfBxPOw7oqg
n9rNFLfb4vEmA3gsqM2jrRu+4U1bGcLtUps8oHxpzRh4XhM6tqKOtaIR8N9BdOr8sW+y02K6fSf6
nrsns7YCq2+3ZWV+tIsHWU4RMCBMQEoK2oeH7WZiSR97n9RF456YbYcGa8JC8IefAYhAYhF1BLRJ
IUN0rXSAGOzS2M+8E3PqAMieYaEr6hQrWofBLsTQEINJKJmzyaL+qGsG9ZfJ1aUJfnjc0l99XzJk
rlbFtj9k/olMIQcW/teHjdjV5yXPguruME4cnx/BZsPKkIKm6y8kANkT3ZzoUoO1vz6CJuFjXQB3
5NSC+ZAxdCupJt9Wj+BCwqLOF5albacKNMCQkAKK8AuCivsLuHWO8Mb6y3gQfEjks6Qtasy6K704
xefb7MNEtDxoqA8cOs35Rb3+0Pra0SB/s6ZLodKuoaMSU5Zt7p9Ek4WFpofA07y/rLVLfilB2jWe
m+3k25AwF7skCym4Dh93W5FxXoaqAEz6B5j4+mBECnDZDgXL02QB31VHm+SX+2tYO3kUUhfkUwPc
XJ78plgVvKM+dk9jWIk3nny6//lbPxXHfvF5ydzX9jjbwGxzTyWQFjJxSG3g5Bxz1XTjyiowCoQB
5wVLAPBg0hWniWUVI2HxSa8wsflql+/3l6H6vqTA1Vyiaw+5jNNshYDPtB6PDxHRoJ8S3b/A2bnp
RSLljJdobuOTKz5mAcsejt+uPy9tT5YAVKYc8HngUfR94M0b63Fv9GoB0gYVgw0KvB4S0Aneb4vH
G6SxALgNyDVAmzAdc30NBlTYstLlMd45PTiSXFdY2BU1RfEIXuIyYARgFumR86imx6VoNdg/YPKV
ib1hVRl13AqQC1c4i6uyUDFdXlNUXuRg3XBoAZSrEe6u/7Prv9vWp8H8rqmK/2sai0f7f6XICQ0z
09yxY5AyAzzYGXwU3/7iyPEe4dLBtiNQWH7BxZsh0CUOvrAxPm0c1oce5+Hjd+7y+5J1nerU1lNv
iIH3kAbJszX/xQMBUEwEUAZaJqFeS4R6sQAMT2j5gJ7wU6m9e+k73dz//Suvw+XnPSn6IB3p4jGH
6TbEc2H/TOyfpqbwptcOGTlcTOCg+xMFYGmLuoLXnTXU8akABrMx6x+Syni7v4rFQEv+Ouo0mFBH
vyy2ypFO2SzcxizT/0fal+3IjTPNPhEB7cutpFp6rep2t+32DeGtKVL7LvHpT8gH/7iKJZTQ/jAL
BvBAWSSTZDIzMsL3D1WCHgjpsjCDhpBd+DvXYFu/Ri7ousGl7YFrCDlFvPnxj7Iqo93ZrAct+kEn
IHgHB7pnJiCrOFbxSti5OLK/htRMuMzGtOtHGCL8GczZcdFEZlsGZPAPhK4d8MujgrjjzF+Afhll
VIZDisnS4cxmu3E2/T6Vd5P76/rMLXkDYmiU06C9jIeB4nAVZR3osRDEyVQgYxOUkq0EPAtTBt1b
hCNzmvQSnN1RU2gkLZyD6b2Kal+BjyqOv4IVOLCLFVMLg4EpE3wM2JlQI5wn9GRzFl3isTrvnUP3
4Bmf7O7t+lwtrAdqRZgqgHAcUP+oO6fyCBO1cMFJqUc8+5nlYNgfjn6/pt73x42UDeTMx8tMRPmn
8+Z8IIbbmqlXDs5h7AtQs0txBxnh285xojgZf4zDoN1gXl8Ne4gGJ998fJhoYUMOD+TZYDpS7jWW
p9A5aGP30I/5bWzt40e/2LLM//g5NKuXInU7Nx9e5IeBCLXqroCZTt+xTdet+MJCUemPOup/31ec
ITN0gzoUq6WLPNDAZQtlDru5GbSjNt0WIM0nAG5axo1P9tfnb+EMPxvYvCFOvFA2TiFojYGRg+N/
BnBm+HzdwMKOOjOgBDbIiUEDxoSBsZtCLQFQDwmquOQBAF3475fr1hY2FWQ9ARSycL5eCgQJp6ax
7mBTEX5wyLeKr+U8l4aDbnlIJCMT5qMD6Xy+8nz0CnSQEVBDOUFJX202BLY9bvU03yZJtb0+nKXV
ObWmuEUiqNfiYUkOzNC7IGVoqGXJHehJV6ZtyQ6iQoDoPJx8F+m9LI+pllKbHMpa3nRlc8/RWpuk
a/XEpclD9z8aknDPoitBPb99c5CsxnAMngYUnXIHpEKGNgDkfSXcXfAD4FuR5kLQgDe5iv0gzpCk
jUVA2GFVyLiFib9yvC7MGDigQNKBFlSgQy3FDzo/dXlhZf6BYaP6QT5t9DWFqKUxnJpQFt/NK8Pm
ZY6szlPsgBR3xbcWPg8CkLnnGLWiS+YHTVbE6grPO4Dr7KYuSqiPrMlpzHe+cjOgZIdiF8IrwHPV
VZAIP8c+xqPGB5O0b72WzlPhbE0fDS/faPMI6uePL/uZwXnMJ6cZL+ToWyYMtl8bloa4B1YMLCw7
lNFxNM0qCpAcUZad4bFfam2OxnCQMpA9JC7JmrD00rqgUAghKNTagOxRAql+EEM+mCYam2+li0r3
yoG/sAfB+YVYF1EH+nFVhBdefplkrc6OY52bYdd6QRWPeygzErOcW4Tky/UjbGk4cyZ/bqdA37Fa
Oaj0sRkBkoiPg3c3QgLk5h8+j/bvubcBJ6XKAobCMB+tro6Prvt7bEXgr/z8pQXHd//7vnHuURPN
MtbTMj4mZT9BywCyn7TfaK3VrLwK1gwp+YUiR8d8lWEgKA5COCdLw6ZfMbFAy4qGCWTabAAJIcuk
vjwM6XjcbUBrUIxs27jlfZZU+240o8wz7tPcTcErb0dovqiCHAWMWPeRjZ3Qtnx9zf5kQ9Vz4eR3
qA8TwVhnyp6yo+WS5tCYiV1sStN48n0KdtbUTjYoPJR31ohA3Gvtrylz2jsJvs6grCfjl1atMaYu
HVSnP0iJIquEycQtMDG4vLZaFQdt+gK2WMaOxkzvA3DzIFceZ39wpxeTMONGdQtt4xekbwUiytx1
sDF8rDz6/b+h5Slw9erTiPbmwCr7ZucORRnqXsW2HbQoA6OAiIjsuj6o6myMtKasIs46HuFRa0VC
8PQOxaV661sfbksBbw9qySCNQCFGQ6R/vgvYYPFMoqPjSMX0mmbWJ3DprlxHF/5/bkJ92wk8l+3O
wblkx9Cm+EycMOU/r/vdxdGnmFBWmdOqFkOhMXTeglqn+dXFXeSCLoB/5Za74uOLw4GQJB6quCcu
rj63dTqqtQ07FroI9fzWmN5b+v4P4zmxMR+9J7ddCZ502yw6dmxHEmUT+O6GH0VdBk1/N0JF7bqx
Odq4dFeQywPL6l0W4lqI3Uwl2GSPhTc82enwnEp+YHYS+X65kj+8mDtv7uv6a0oZl94zJyGtiI+V
ayLg/R4DBUaTlcNw6V6aSzVAZgAUBaDc+eS5k9TY0Eh6aHIjtNN9ka/FCmsW5hk9WR5CR5tC2IAe
+u7YTxvhfb6+Imvfn9395PttnYg4dfB97XcGNft+JVBY+7zycJs0BwSbNT6fU1RNQqtceVIvOdTp
AihnitMITcs8nR4G565Jp11rUajIP6XWGpXDxbaHO6FtHDl1ACVRapoHejJPORVlZniUHmz6QPyb
QReR1+lBlYABd41yYdEWPArNFMi2A814boubo4YyhEUwqPjBj9GcUj6VEKzzC31juCtl38UZnInv
ZvEEKGEqM1hWqebjtiQHkAhtSuh4lxb9Ehfk18Cq3XVfWzSFBzXodUHtepGH5X3V5dzSUJ6A0LrJ
7o1m2hjsPuVrKLk1Q/OfnyzWYINo0ZQwZKS33MiDtL0p7BYE2SvX79IZ40MHAoBtNNZc9LyUVjtY
fo/cviTxTZmJBzbZ+2ZiK0u0lNhBluCvHcUhhg6vVOp3c93Lf4kT/n3gaOHpDH9jZvKBcCMs3AZq
dea21bRda2Zfry/ckkNi3SD8ixgDCATlzmM2SXMUnPAES/ogL4eAlEkwkNcUGdr803VbfxL+6h1x
akwZbOGMbWFAy+zAcqfbppbFEM25v0rhdbcm7fmuKlsnNCuuhcTU0SuVg3Bo79fz8QWPCowe0k0D
kE4bdzKKXzx2vxA9u/Oog6BMNvfUMbLAn1Lj3taBc4BKgti2KbEDaCRmmEjNDwlCxcCWrR9lCCFB
uZ6zZydJ6A0knf27bMqd0M/AD4RIB1KoSUP3tUY7xL0WfYxzAbqMSffvfJZ9L5OxvpPAuEXgFpiF
Ki0vTMZkuKlyq3icnL7Z0Lw1Qi9z6EOdpO9jx7cd7yCcZA9ZHWrC6R9J25RhnUxugDZvGkx5094Y
HWpVwDNb0xhk6R1k2fow9iczLCiKx8wRbFNYLNsnPf86kTaOXE3HD3bkD0TLdZDxiRwouPu2Ulp+
0DdDvIN6LPpFzXF4t7k3RNeX9cKF5rAJbQ0OChZ4kv5BbZ9sSbPPjbxuUoRNfvWzEk27qbrpyYWU
kqzqkOfdyvV/cfEo9pRjzdFGKqFRz44ujzeWF4d8+JdAcO5ORSQLtROVZdsoBXHKmCDl6XyZfC1s
szsbuGVZPoNb5PrkLZ1nPmIM8LwgyXLB9lKB7F8I4iEI6ANLPm3D3vh23cLFSTZPF9JpSEqAr+AC
emJS+HTXwic8chz6b6CSyrqVjb24IicmlBuUeMCBNLokhxSKrjIok4+GGsoQlFjMmlBf5Ta+D6rI
u+J4fX4WfzxKBHMv2PwQUtypFRA1Mn1KDhqPu0Cm7gPx6pUJ+iMMe3byKT4776GTPSJpY6BUKfCi
HSHxULlxvkVhjt56nYVKFRtQfPWGNEANuQyLTEzbXDPqXaJBJt3WS/5TK1s9Mnnmb2yZJBOk5fy1
7opFP5n74PDwx0SoiRgDqj6eC7bXIzSeImZ8GzJjW2l05ZmwZAXs9WiWnwmnLujlIDfigZgDAZCn
kx0bb2yQdJjuSjSyZsRUZpvx2JrXFXAxFoIU7kfDx+/aGN9c95w1M6rb816WWjVnxb3XKTkW8jFb
gxgsm4AaKyCjM5JBcc4eTx30sKOc0Je9CCfS7fWxF0H5cdkiOCh04jRkxef2D7WQbplAyLgW8B/O
brQ/5/rKIXRxzM2fd5BaQtOVDmYrxf/LgYAqo8OJ2k/+o+nre8bNWz7FkTZY4T+sCnCUOPRcH1Va
ZfFxpjtjTx3sZ/3NiX9Rdx9/mPxxHg30kTQUK+YykjKaGKXsNjZq7OZkR3lkGRtWbv5hFMhF6+gg
gxiZ2ntQVbo1xrVJDk0p4psJmhk7px/pLm+qtZfu/FBTziZ0hMyIA1wSSCIpE5Z60H5pC7QO6930
KfEzO+gK9lXm/BNSLr9riVfK6OlrtOyLVpH4BQx5xtaqj5McDXRQhGn1Q9nFG6btRD4GdvVZ0E0l
7yS4Aa/P57wkF4OE3qwDGAc6YlVWGNujjPQFVOdp8c5ytHpzGgzoUzPduwrsU9eNzbvywhha5WdQ
8ryllF1LtQlSLSKHukU+0DvXxJto4n26rfUKvZlEgOLRtTdW5vDAEu6avsrCmYEq9Py6xLxeVvbB
4lcPCRP6odfbUDO+1vUzjcnKEC+r+ni14M2AsA8Jn0tuFSbK2OeNrh884ymWRtANt0ahBazfCjdi
dIMgwE9+XJ/XP16vTCzgSugymksfDvpEzw/2luKFkqaVfbCKpNpAFQncqyaJN7xqtX2mNWbUZfpr
IrO6D9xaNru+bfNQyrb57dXeGDm80B/9Mq4Dv3S7INGcdmfUcf3Wm037Ka9rGZjVlDwMFZq8cEsZ
z0Yl863OEBloUwZHrUb+VE/O2zhV2X50RyPUtK7f4m2RhS5YGNKoSHmxcWot3hKZjJumguJcADoD
Fo44Sg5UEudTV7vgDNLLNazSwtJjYkDmoYFWBShK43x+SFtXzMoNIHrsue+7rLZVZ42BJPrHD1kA
Kixke9Ggj6KwUqmN27H0ODrWDq2bPXS6udWT9NGR8fb6gi9cG2frPf/5SdjEWlOLG6u1D1CbjBp9
GxehA7YlPM2u21maNxzm+AskCjNTybmdtLP8Yqx172B7+0K/KxCd/cNQAN38a2I+D0+GUuKlkaUF
TBA9MFGnH2/j6Yb8uj6OhfkCXgzpJbC6zJVn5SgXskygiNp7By/5ZOl7UYVFAlePVzb/wvl2ZkYJ
fNoqlpDIg5nUziI8pXXzdzxEY3UoyynIqjeQIF0f12VlCpp4pwNTNn5qEFI0ResdaOqHsvVCVwCD
R/mm9YuAZnfGtDWRwDD0H2O26Zyb6+aX3AMc1fOd/4dVVnGPsXJZaZDUO1Tcvhsr547y5mXw1vCS
S2cqthQIuOZq6GWnSVxPVuISdOUkVRH6I9iqmoDEuBdJETjxdyO5zS07WBXkWhzeiVnl1Mig11cn
Q+0d3OKlr3ciDv21XsM1E4pjcskJ72SFHhpW/DSn5Ec/8s2YrVVVlvz/dAIVx4Q8WuHqDBNojl+K
dF/NmRRtN5ibj/sD+gVQ6QJoAaetcr+7HO0c5WS4B9AABKXx3POX1FtjNloaCxTlcWigS+wyCaHh
WnLjEcAoqzc3+eSHpjTCMvve8JXRWIuWQLkANjsEx2DcOT+a7MLscqExdEBAM2s7Cs8NSyn7VzPz
0aHm8Pqra3Gypbo2Be3Ih60NuZG9yCt/B5WtGGA0X0f7PSHm7cAhgZ6zsgw70xWb0o6TW1Gn+a3D
UTUdiGWEEgSfb7ZTjKFTlVoAcN4QdWPjbEXl2SBS1oacBYUt6ucWCtC/RVpUd6OdelvUrJJtU1pI
/LjgCms66t3HnEyR7fF6Kwp3fNSl4DeTL3DXNh1/bCcgdNG4UARl45AHUXdrHCVLfu1iu2LS4AsX
VLpCE40NwgrUDtD9RH73HbosV1LEayYUn45J07uZNmNW/AdTf07b58JbKbXMn1DCKjSEg5YE5VtU
m9XXmSU4gCYVpwc+Vt8EgRyX5/KVHM5SCgRi3oDOolCMuVIzzWA3aGTu+Mh0eVIHwzqI5fchtGti
cCaIPamL2ya1bwoudlRH9+Pk3zik3XQu/ZKm1u76Bl4cMBJ8f7IQl6IKQ25qvVmkyJPGOsgORPql
adYAzwsPnD9EJv+3q5QL35I1kYRg/1bDK9hgrea+dsyga25L+TRk2+sDWtzC4FfDeQQ+NyTsz7dw
kYyDgxDWOfQCLPbZPiu+w/eDQX++bmdp4hAkzV0icPaLJBEgNrUQjeUcpF2Esf7N/7jIJW76Gfc+
44/Q66tWyDK7E2LqmHeIw7qLA3/1Jbi0nyzQKEKfEdJQ6CY+n6qMdqgkFjEuc6Aokkgke837h9U4
NTGv1kmsZ/oQtbRmE43+lECdSwupuGdfP74UELJBmA+2mcuMjZ2KyZJCcw+1/UzoUWw+/nm0W851
Ufx9ERIPBsft1zdwX/DWOQm606eVKHK+VtRTB1ktgEZmVpOL1Hdft65APZYeoJwRln3/C2jam6Lx
AjPGi6ku25VVWbOnbMi2zzSImqGkR9Lu0aytXc66PTNQuqH+bdG2KxXESxQTPPl0fEqUUFOfmaSe
6IG2ZQ2+EF1/orH72ypIvmum2t/yOq0DqrMi0tz6vSf5G2hr2V66k30ozHh8vb6ihrF0Spy+2pRi
n2tp+v/HNPi9ye+qUjhbw+PpLh3oF6QZ5VZDlUiQ2nwYTVJt5WTSm7bry42ktrPN46beeHbVRFLv
q6ArE7xkLPuniULYLp0qdptLt4taiiIcMWi2Qf+BtYl5pqOH3e+RVqoJbJWO/2YPhQsZDj+L4qZA
FQ1x0C51Nb4ppw6i221aR5UBWtC00iEJlaIyl/t9f5fykd/4rT8WQe0BuOtS8G0DqVGHPZ/sbV4W
+W3LTH9rcTltx2pM0Xlu5wEZ0Y/XoFN9lxRwYyaaYa/Fwg1QmJGv3uQi4OiHZAf1VnsvdJ2GjoaS
3NC02rPlIvEqkZF3oPDgltr0qFEGWmlbvmb4vx6b3s830pVy12TWm+ukP2RiuVtjJA4E58S9pWW7
FG+TDanM7MBzr9oNw5iGZjXkwViaoMeXrL/nkyBg+kinMAVRS+B1bHqGCE8clCmrw7oUNHJciT9A
dnUDAcgugmRa8WrncR11eqFFnVOkO/QgWCFESccQ+PT2Ee1pzg4iNc6m8zS2B6PdGPEacGSnL1/8
xBv0QCIk3ODtmxnh0HZOCBAUqqJNiUQz4+zBTUoeVXyUwQjMe5Ca8nc1Qc277nRtMxRGBZx73QZ5
grAP+Irusc8LbWONUxpNZpxujMzq75qB62ia6nr8SPqtqx3jlYpev/Vrd/BDqAD339uc6XaUExNo
aagE+G2SBzoC4y04/d+zvh8DUPhl76wj342hzh9kirCz9XP+3E1EgOJzGEJAOFy8XEoX6MDSf/b8
bazfDvTTmHv+MSaZs5N2S/FbJ/euzO0uYqwCBhgE+21UdNK+T3KePWSxJsO+K/1gaso2MvKsfI0N
tzpKL4UzwpXyG/Ca8kAbRg1PT47gUgfa1yW1gSJs7+pbjWtASdbJm5W2725dZ49e15khcuPGu1Ux
b2tljO3Qjzzc+8L0og5suNvRKsoobfMpAFtYc0grgFWJwcptXjX9LYe6LNRhZJNvnKYjkYvz8q6x
B+cWdRsMdMx4lGrp76Gm3a4fYv5EBOchtCLZq+EMehv4okclk7Feu3GLZNplZV0FJtPjW10Qf29o
rR26Mo5Bzq97u6LRx6jQh35TlbUF3E1DQ5kP8Q03m3LXy/e+M8IYftug0hOZoGD4h8sBBQ971srR
LgmdtKF3B6co6KFwilkVrquCJo+3+J/fC9reO/WaCs7S2Tijf2Y2HFCMqY+gkXVmzUDlfKhGf29W
wLoWY7MvaopTwVhDuC6FUThuZhAQNuwFL24xmV6BLm56iFmEVSnXEHKL30eW27ZB7mHhbj0PQLpa
GLngwE5lFrTiav2pmfK1BP5CHDXzMeDRg4TZpWajm4Nr1m+4AwnnnQZeMrEhw8fzLmcmlDgKoKKE
2BNMdMXWy43AgGpT/mEcG/JlLt4luC5Bqo7r8XyuUlwiuhlDG9IHg9RtLVbCgIWlwALPAKy5wQGu
fP753sBLZkpsSE96oRM5HwYR4tejggkEG9pzAN5WcjdE02WZeVIcedYEg4vE9vRyPWxYGgBSvABB
ooCHMSjzk+kkduIJspMNC+sYze3b/+37Sjw+6mXbuA6+734R1nYkKz60EPWhm8hG2wd4xoG8UzJP
JauRyOYFP5a2f8v9z2g5FHIMWxcVgvbnPwzlxJYyVbjs7NyXDT+O28n6pGkrj6/FoSAhBClAvF4u
arSjRyBvPxXi2KfuEzBP+LfFiy0C9CgvV1ZlzZbitjw3nXJA/HI00fYTjkx8lb0GVHTrpKGR5HYA
VuMv12dv4UBxETIj8TlXLi4Kt0SbmNlOQhzjHPxR9H7ixS2nb9eNLHnz/OQAgTGOLTjF+Xakrjlp
/eiLo+U/2lmQruEG53lRHjXggQScFFfXrKOnhNiGz02BSF+AutoNoD0ctNpPnQ4b6n+8on5mSNn4
Xs89Ly2x8U39l+d9zaE7SusXu1gBWy34wZkZZfuAm1TPea7hfJHfCqDWysYNMvCI2eypMb5fX5sF
BzizpWwf4oGJO9ENcezKo0l3fXnkw+4fTABu/wd+O6Muz5ffiuPWMkosf8K/ttZGTBtHW3HjRQ9A
JR0agxoIslW6KHvKnDwGrf6xT9IJ9BmZiF+gehU/Vw2HfJ9ZaisJwgWXBl0kWg3RSjcX0xWXdqVL
a0M24lhbGxkM1uYfpuzk84pHax3o6zVai+NgULSOiEfhaTeGqa3kIJen7e8oFH+mcd+0A2vFsZGB
R7+VfBuXW0pXkiZrVhR35hMCW59W4ijJrV3eEOulaOAC4f82ZYoj6xbWv/WxIhzMtGUFhKJ13/jb
60aWamJYdwTJWHUcmqpsT9EATqtZOGqmUk/xWIC0gcFRIwJR1vTQFSgy4m2RgKIis7JQdJkWWTj4
oowlxcp4lz3w7y9RXATClYQVMX6JSyNz2hBtZahr31d8o41jQCRdHEIG9msETrzrM7l4xoETFTcr
qowXPC7DkBBDDFiusXnKkgeje6bJ0eQ3UKn5l4k6saTEOmA50htZ9bh9yG/048gPszSBpG4WCvm/
kczuf5J4rDPioIEam8ivweJDLSsJE7wtr0/X/Hi4uOJmgMkse4ssqrLaU0/AstFjtbMUL/0xjMkP
2dHN3DPRsD7osl/Nh3uR53HhUgVdEHo4cbOej6s0Ypsh1Zwc0z4w7afcOl4f0pKDofJvz9ASC0kf
ZV2gfxrnMvGTo7WruoNMVtjf5mlXZwwwGXRTQ8/iEmJaNnHlj8yAoKb93SrCYesbW4e+XB/DZSsB
JgmYGLz6IBd9WTBMk4Ea1QQrc097/WkUkSPuUoY+wIgAdDC0MphI2JpDcN3w4uSB6xw20SZ+URMA
o7FuJ4OEXSDwX4Z6JYBf+jwoRcGQOjenXvAi0zR3xrwe0iOgqaPYcv7jwz9/hjJh688HGOTPzn1r
YnYrPZNDiL57tt6qagW6sPDzzz6v7BaAdfNB+Ph8XEIXjEfx2EXXB7AQNp1aUEPOIstbfUjBZeBQ
67aptU/jgAqeXa+d8ot2TA/BObBl6F5SDhfDTEFiaGX8qDV11Hi/W2Qt/wHvCrDrXxvzUX1ygGWi
d3OZ4rXWjnVg9Xng8BJFwo+/yVFLADwPZNs6TnzlPilrhw+I0fmxqhAwkRet2F9fkoUNj3f5HADa
syGVTY25scVSaoLK05YAw70nbbW1yF2NZo+PG8LOAyscIJw4YpT5EnZbFR0E4Y4ZO8TmO+ne29EN
rWmtVrM0oFM7Stxs1C4wAhIDMvUfeXpb8J91H7ntWpP70maZQZN4mOEBePFY17qaZZZELmAwpoj6
MehW11JviyMxAI5EbyHo3NX6otRTCDcnU3wEdQYLHK3ceyJ/NV2yJ+UabenSjgFv/3+2zHNvNqaK
JzVeS7i2DD/wK0ZR1yY0MmwqN9cdYSkaBI3vTFGLDCZEzuffcrJzSCpYa8c9GE0Q9flIlYLs4rfX
kFsjLyI7jt+NRtuMOL4D6vqbnmq/E4uuvEQWx3vyG5QTIofCJ1iFMd5e752wzr0N+JqfkONeyw4v
+smJIcXtZSOFRwsNR57n3KctUqiy8cjKlC4aQTJiLhQDKqBytuZNmrWyteIj1AMhN7Gmp7L2+fnP
TxbMdaaRMerAEaEDj7zaP1xr4NsC1gLEGiD0UHxP97taMxj4IjJIZqGfjN8PzF9TtV/cTCdGlDF0
UC7Rh6GLj1p1NM3vsWPuDCMLdePTde9edCyUAuZa91z2UewU8ZTZzWzHd2+mdofiA+oZa+CxpQUB
/B0rDeA0cHiKEZd70O+sEtw95jswSUxbiQKXBoF38czbgrf6hZjfAGHFJhUeFjzfFGnkFxsIUl6f
p8UhnJhQFj3OM5m2KUz41YaxyI2uf355BAj65zAPt5qy7VCrMko2IVVeOuBohUzF1G6yYuWJvvC8
8IGq+8+IctUUWgr5MgdpQLzG7Oao8VtC7km5T9LvXfWj7Vfis7UxzT/nZBu2SdUwwWCu0F5ozMGw
sbPXON+Xl+W/IalJx7wYs0QDcAYioTeJuyMry7IyY2q0kRGZe0WPZRltlNrJuJ/4uK+0buOl3UNj
Zc/1YG1RUA6ve8O8EMqr5nShVLB5WaEppRkTmCXfmNkFgh594yjyYTc2VYBWi+vmVhbKUHzbH6bO
0TJMIpvIriAyBgeKQRFTdyvR4ZqheTVPPGLo6Ij7E4ac4heNnxyoAOTj/vpglg7OEydX261cZuh1
rcfI2UGdnu+r8sGvgmoNh7TodwimZgwP1J1VjkfBOHfcEQUDAjUGmoio/YfmyVke5T8Lyo2vExP1
caBHj25RBsMb+u0+/rg8M6AcOc5UJ55H4GRtcsj3/Ro79+JazwSYEELAvaJqoNRujpSjQxBwWlbA
x6dq+pLTj6fQMYS/NubfcOJPLM2ydvTA66/7RZj3v6X90nRbTeJt/n7dq+bJuNiRJ5aU1TDdhg12
wZB3HDatrIMSre+G3ocCQIYmltvr1pa96++4lKXxReuYrMHcEXfvQD+Gr5wv86+9NhrlIkDbgp3q
xEM1Tb8X9IcnPhegTe+Tn9eHsWgGOhVIZc20sY5yrlRd51WuHJFczPzjEBd3BTeCishQJNb3fzAF
Lvg5IwJuQLVYyypW2W7v86PMHEDeJqO9547sdlaXD0cPXNUrM7i4Qn8UpdCncwkDSIrWEhoadY5e
LCH/NpEhsPK1iteiEbyj8dJFAzvEOs/de0yRnUGBmx+t6oegOQr0K5Hs4h49MaD4AfrOC0fUBj9y
5u5nQsLEdz7ZMdtcX5zlcSD7AD7IuXij+AFP0xr8HjhpxLDVgP7JP57HQuj39/uz/ZNjoObSKiaK
ayX5DIk1d40YZfHnQyQBvG2zFJ2alW1it+XgokY1IPlitTtEZv8wPSffV3ImI8pMSUtQ1kpkyPon
jON/+74y/cbYlI4XozLjDZGfbdZeW4u7fNaKAckPunjURIm0e7cARQ0y4/KXYU/hmANi6nzJpbYy
T4veioXGO8KCGp02/5CTZfYbk5WInXEj6tC1B1IRMMnQHtZIN5bGA/gk+nWBMQUCRwlby24caJIN
QGVAzRo15gykKNKOusZYuYD1pQGZICzSAP1AilzV/TRFWRpsxKFVx/0upvkLadDP2hORAbsKYGAB
cZEk7qM83g2pjDp/CqrMfUjouAOH3c79B645vM5mal0fmBScC+cTzBhwCbmHGso07N/aYSUwW9pG
p19X3NzMq7rvKW6D9qs5ReZa2+zSZJ5+XvFyayJlzZJJQPd+mzfRlIMO/e36RlryDBSAbICyAHEA
pcj5/EhvyoahQrjhJ1ZQvrh3XRaO9VpCcD501ct5pkCHPDe6ky7A20mhjW3rYj9RlgSd/diizT7Z
D8Vz6fsg0VgDmy0uy4k55Q6onXqcQGcmjjp/xdtTb5+vT9o8KRfDgVwy6vVA/10UgPzYcRJOPXaU
mnkwu2GKYookamMOt2VrRT4QCYx2b12/5m9LIRsos3AwYRMjvTE7zMlxMRCNCF8Hlx1u1202jJFZ
GNvRcPeG0X6qB39zfZxr5pTTSRrZ6JU5zMXoDimHcZs4JALqK7Sz6YCO3ui6uSVfBLcNmi3Aswz4
1bysJ6NL+hJsqJKD3NUQb5WZoDsqAV6JBHa3JgS2tLMAU7NczCWsqXwCnNSD3fYNiFidqK92YGQC
TPb6aFZMqLSkWulbTuvOFKz5m158btjP0f913cQ8IaofztW7mfQfjVLqYdsmdmb7DPWPqbpLmq/x
mtjR0hAACEX2ZmYCQtHgfEFGHmfMs3lyzCs8DazxztKfS2+t9WlpFABZgQgWtlBgUQ5ReBkSRF6S
QCr6R86+jh9mvp5DzZPvK6doXhIBf0U5GMKMgIsk9Uoee8ltT78/j+/EbVMQYlPTxvcb/xOA91r8
rmk/nWTlXbg2S/NanVhBx7kHLcA8OQ7NYbq325VBLJ3Qp4NQtjrrEpEBvIdBtPcDBCoq8TuF/gLr
7lDvKMnaQ31tzhTPIlPZu0YLc2MXQrOkoM/2tFvNaKxZUe4BqKtNOm1nz7KaQDRvseUFsti5yeeP
78PTyVMuUcft4po3GI1XvtfQ3RnW+OEvZSDPfVg9THJtBtYXaXJMXH/f9neJf0foDaGvBf8ltDHs
8+e2/mn6N52+NXVy269topWp/AMnOHE/3eWyTQV+AC3DaYxYvGcSTBc3/zCRHkJutEG66AZSqutx
6hpkMArgaeydBTj6yueX7jMQTv73eSUYzBq/rgz0MxzR8CjsbfK7TjZU3/H47aPDAL4KRLDoR5jJ
1NSO73jy06yXwLzgTR1YSG72K2H25WqAXgDAUOjQgXISr8TzwwDnzejGXpse0VseDPwrWPRq7XZM
18QsLy8AXTNAOAdDwAldRIfFJFCicwHWKMu3fnquzVvDXjl4lkxYFrqiZ7AO0o7K6WkB+zZodc+P
OWnBQQLNzJVM8OXBiSf6iQHl4BysKTeLHAaKrA2AR25XC7cLFpAwAcMMMO82QCfKagjd61sZZ9nx
bipf6+HlujMtTBAQeyiWAJKOV6LK7YS07OBXhGCt0yZoSQ6OxjTw87Ui6eUFAIcCc5iDtAxoltRq
jcMqRyZ2nAKI+pTRDTqVnlL+NCJQz5pbq/3w+/3cmnIyk9yp7dqDtWRvP/I1xpGFBTGhRTFjw9El
BWTA+fYYDT8bK8bLIxFeMD577bCy/9YMKD8f7X/oN2phwBMR4C1jt7m+5gv7+2wAyoWSk9HVZInv
/z/SvmtJbhzY8osYQW9eSZZrU6ruln9hyNKTIAmA5uv3QLt3VIXGktG6MzGaB0UwK4FEIpHmnIZ8
npy7sY7odFc4L2+XApojUM9gegjT59LJyIuJdkFbdBfELeTIrVOfHktyXBeiWio8u+EM8QcCPGkv
SG8kRpB75OL86IKPtvlh/fOK04Gf//fz0k6wMdfbyXDJhVQ8aoeoZrGfLNE/CHERZYOnA2Mt8u3r
edqSE7sgF4/d9VkQMoya5/NGgKfUBMhqpi6KmXgB3Rpt6+W5lrVme/H6eTqWecW/2HnBPthjF8Tr
+qj2BOB6posGVoyVyfP/Nekcp8hLcmnL+4upvbkihs6Sq69LitTuUrlOia9T567PSWjpJOzHNzeA
Qwhav0Dvi/kJQHHfrlZpgMKvJtiSNp0wiXWa50uL8c4t8knFSqG2jzWC98UMiExK6Ghz4nnAibnY
+hNpLuXbN+Lm81JAouHi1YYKn09wPshly00pTArNA8gtYu7fFKTxt4sEWDHP6yarvXANo6odGpQd
FBLjYDHoRmSllOSgrRMZUyFKugIdvagdq1jaC2wuLIHjbfA8GgFEtG64YldvH7yG8On/iRHbdRWF
JohCeWJBTEk+dv2ESaMgNJ13iX6vaRdLo9E4/1iXqFQsENUKPLBtICfcSuyGpqHpYmPrpzoEt8nc
vtPqDT+sNLIrGdLigcJMb2shI+9/Aq48pv6vdSUU14nIhqG3BzyHmFqU7MDX3KasQJZ1McnDsjxr
DTvkrD3q47CxPypNrgVJR9+rC19Dqx6gLqO8xKD3tBX4KrYD9DkCrtAFmAViiNvt4F5FgLAk4InN
L7q3p9bJ3mqFUiyWgyOP0B0V3tfgKIDinvA05aAVC17sAjDi7nfqdeEy7tY3RbFWN3KktQJYQVCz
AXJsdwzb6ku3BQr6+rWDiFrwowGjR/CGSFdjk+YzuqDAOhOYHU6KH5HUDIfBiNDjF1r925tLb8VJ
HhnVw6RsCJCRy/JT7zwGyW7IDo0dr6+aAvVMvBNQsxKNBEB8kSyAtoOtd2YGmhID0PN9hC6PvQHm
BUo+TN5nDx3sZfM+IdPbLRtiEUzi0kEwLrf3lWj6QXqXpBegHtRfpuJ/+XlhLFeObTFZHXRBCVT0
cohyUwA5bHhosduS67xRQPIBg6OXQdADhRYTTFXstgct/6RnwOXYJdH6FinPqIORD0yYoaYgd5gj
iimLKgeeclXrz4YWZCdgxg4no/mHIils4UqS5JwtrwXAguDH8HsA+kUV2YhklEcUjsYBYA7Qf+Q3
kQUgW+aMmCTof+jTIScbtqxaKDwZkYAGgeFrYOB57NvMLtFYPqX8C6XtrrSCe1j+RmCp0uJajOQH
aD3adOGif10zv/DcfpnZv5wONCjpuCURvAJu9dZ8E88ZetbQ/JK293N/nA7rFqXyZGB79wG2CVhH
rNXt5wdmFW1rOdml8QQirhn3RRAX7V2b5SfD2riNlbvyV5g84WHrLQma1kOX6lLustT5BOaJkI/2
r3WdVLuClDoIjg0Ey57snYGsY7SVBzGc3v0q9I3Trv461gssumhXkkeU/JRYwORAN/LsxgN/1N4+
RSLgv/9+X7q8zIk2eHehpdqmz4HXHwAJFwFuZ8MrqrbiWor0dgS7oN/ZOrRw2vd7LfvkehsCVIYF
/HAwvKLuhAEMybByPed8aHE0PBM4JT2IG5L6merTqQi0XaYVW0kW1bYAHstBJgdpNURKt4Y8NgGx
vATnBOFaeGZ4Sq4blUofkE/hywBFAw20pI9e65WdY3L4MtE7lz/6YAHAoHcQ5z/X5ag2Bk5RBOLi
UpG7eBy2VDYzO8jx6yJ0WXY0NfLoO1tg48r1AqU0GJlFjkImW9KA7dVPHdaLPJTcD3PmbiyYWgAA
xYCfA9clA323Aa8xDzth9KbPdj6YxostgHlVOIkEhRggEY8IuVFoyf3Cm/0JvqvX4mJMQmY/sTGL
AZ6zoYtaEmI9zA0iOJZ7etLB8Aefzoj3QN7i1SEPSyANTe7G9b4lxry14cWuytT3ICYdUXdA71OH
1u52GA7+9HHdyoS1yiELWEVRoxXY6K+6cAjQ4MxpoSKADal1dMa9bTwAZMJlePFHSb9x2ytGIhFM
XMmTbrE2AVA/kJTSy4xAuUGjitXvAVjThPm+AhRjnKPNr/2HDMONUPnIul1WZGjFvFhVRKpY2yJU
Vx1VD5yBAnrbRYZXcjkGsAUtowXZYhA85nyOm+4+87d4rLeECJu5Cl+5PrtFhYH8y9K9514P7qGT
N289/lVnFWlEdCdjahkTmNJKWYE5jaWHx2XrfqH8ebaP6+amVCLwMEeGHAPYXSTDZoFltgEYki7M
yt+xaT6JPksOBpx1MYrZK6QwQJIsuDPwPHOlxdJms/OB8Qc5RBtAJ53cpV2yt7TysjhTNM+immdH
LWchyFwiloyxW70dr/H2N0g3q2vmTtE6XXbRgr2v3898q8CruomulZTOUmY7edBbUJKP90X7RbOb
vbe4MThqQlvfcHwqw/ANHY8N2DdCROlJyCbikTHxEKbT41KevNP6hqnsArN/YHUE5trrljZx2/rI
baWXxqifxsl91MzxacCwxLoYpRZ4CQCiU0eWSx7J6xaE5QaaDjHMOg/7stC832bv5FsvTZVTBT6v
INJ2RcOFtPNgppqAa4ZYurcRsrXGoSGnoMrCFNC6mTPGTvvCnK04S3VnXAuVrEGjZk1NamQXX0A+
Nhna/750WRJl+pYtqDYLmS6hINwEGoxvPdFQJw3AJdDYM/rtY6ahZBa0eZQH7Mfbd+tKTiBVqjHP
uzCLY8YMbLZxOhlxtoXKpryOBB08UukGSBNe75Q2JeawZJdJd+/JQl6S2n/XMC3UeXoBeNd74H+i
V9S9lCWLtaLbrWuoXElkvhG84FChae92JXWfz4leJmLPsjNqjxdQLB8S3/qXCwpIwJ7oQkSBRXaH
ACaa0AM7gi2ZzChz/Z7oL49sJSYVysCqgUeGni8B3CAp0xYpt82+wlSFCTZNRzstw3gAn/xpfc0U
dg4xLuiwEe4Bklg6XCmQG2vLxJrlk4di9gQoFzdKtaeU/VwXpNQHIAQCRwF06HKHASfZmLcU0/Vm
X5xSbh2o4UTm4G5UWRQ+CUE3egCADSg4dKVlqw0bcGuAu7to/jHNDluleaUWfz8v84KY2VRQc8bz
i2hAS51p6Hs/uGlsXA9bUqTroUF/a5qXwFQYnAGRSRBqSIDNzVYMpMpMAhUEIMjgDEKrhAzlpPXA
AZ2Qdb0U7FOgVfuOJ1Flk7hwlpCDYMUoXwyzC+38ad0WFFftjVwpbknbYHQcik1yMEiXtRlwUz8k
7alZAMOabV0fKouwoBxA0WDpr16YM58WreOj9g7lnq9V3URDPn54uz5ocMWEFf7EILV0iBh1R9O1
wd9n0M8963c6Gt6C7+grj7VqY8hWcV49jKOJFzPycJ58Xjuvb9Eb3qVAC0GU74O3MdktDBN2yz+U
kIUTddH0CZAvzNfdelM7tZGLb5HKqOdhVy7GkaGZJuic3fra/clDS2+mGznSTdu4lJE2tdB1OmuP
ieZEIHffT/pwyLtnYD8eLKOK7IRFHANeKDsdB59EU7s1BiD8wtqvkPwGLUAmDhBb3I7UCm3aRnWJ
ivl0Xy6fgmQMSx3gP8vzuupCsxWZcu9YMRg1Wq4Q2HjugEzBOfWLaGL0kfXmwWnHi0s3EoWKo+Ah
ygAWKJzja5yesSk62hCMT8PC4pIM8bD1AN6QIKvEusLiFg0QzOSPaGIOXfrrH9YMbQ1oUwMRFF4+
t1Y5lxYZkeVJL0YDDOF4BmWVEQfl+248jP/Q6IViwF9ZQtmrNyIZA/BTWnp6SeZdat171Ys9bWS6
FZ4QIpBOBfAPggm5NjSZKD1kgYNn6HhvFPuqfARgh/3O2ypCKfflSo60bBozUjsRZU4reFoIaFa+
r2/Llh7SUoEHuwX8EL7f5zvPPPZuBL4J/it4O9qpmPnAf6K1DEUt6WbstF4DeV+Nl43rpUd/Tj6S
yf6Qc5uG40ztUwGgto3LWKUanjggAMYVic2SRI564xNvQgAbOE169ucgjTP4LAHW3kUFX4J9MJbt
7/X1VEQAADr0A8BCAdb1VbTUD7Y5gIUKQkHySfrvKC1+T9KNu0QpBAkkpPIRs+OPW/seDDBOAco8
BeDRdxpoYTF9ABDqxvKpLA9ooWIuDckvXFu3Qpxmou4w43mTFEM4OSTcej8p9wcPWoEaizBZDmIa
3xs0NBhmlzb0pvs8uLc7VFo+vT2uRJYFzYZgU0GziPy28FqMZbRFg7eF/qXo77Lu7QNHSAb8FSCj
XMLZ2OOi10g/uD9zb5fWkVUC5yY0q2hy4nXrUu4JnCcK7dAIeB23e8LKaggYTfGi1u60ne9vvClU
diVY5VHz/gMSK9+lADViTedr7zoXyDgzwTwMACMf2JhsjU2poqErSXLlC7B2Fk1bVPDFyN4yPPGa
RqA7Divn7d2fIPEAExYmgNGuIb9e6KwnLp9xFfgpGOfAFeLfZ4vRbMTFqoDgSop8e9ZOFbBa5G08
v/piWvzcMudo2s5LWvpHxJ5RUP5ctwTVVrkoJokklI8nk3Q6O5N2/ewKyil6qDMapmZk2Rtrp9ok
TNEhc2ihKvIK4M5d2hKNXuh/MNkSGvq5NhBPeUPoG7t1ZVSCUEVAXeQPq6wcG3CtGouphaDEIXdJ
myZhZmsHgIjGabv8Q2EM17ZIdcAowMQrOc80cDmQDzA22hpmBDJN7+1YmqLM+leA0PYq+ggwvuBw
HcPtowNeA7AV8H9wA5AASC0b3eagx5IyQgtJE61NbUy+FiB+0Jtww7gU+4E2AXTzCe41jPJKGqTO
QqnPRR97NlchxRFtTS/yUv6rH76tb73qKYumSvEygjmjgiz5nHopSpa4qCMmPHnw+/aX07EoAz8L
hh2PabpceF/cBcTe0ZZvPdfFt6U4/lq27IXcasrttIXsBeUWa3qo0ec36vdUG3eN86Xr88gaNzyF
woNDJFLIYtRNZGBvjaNCDiRIK6ReuxzcLvNh0otofUUVngFQ7LANpN2xpvJhGpoxmIKkx6Se50QI
ekJ7dOIq2KqXKsVgWEPQFiPakXPIqAlOuV4uSHNZ7p3BjMj3k2NmBxtxtmq9UL1Axl2wFoNq/Ha9
0KDhtpoA4be845CCDmUjylF4btx16IH+k3h69SypO04GWCUKImUdOd0h4UfghHHXD1sAx9SOt7E7
iqDHR1IQ73O85zAILR1dq+4GfWisEs/VNpqLEhVtYK+YRy9Lj723WzcF5eHCrIiYSEdZ7hVyfUuT
viuCrrzobRpqID/MqiDMuAG3NIYmGGICBva+X7Wz9Tz6M+wuHy2UhkWyI0BNVT7WSEp62WBihhC9
Zt49mp6qMOt7+55W0wRwQ72OXYv4KEe1bZQgvwj6JVaG3BnnO9+tATznNg9J3hd9SDOveAYkyYBh
ZzfYda3/K/NmcsdGe9oRxK8bAaPKsEWrt0Bbg5eVI4bG9JnjD6TErVe+b+0ZvUw2rol2q5FJlT/B
gNh/guSgwS1bMgPlq7x0bjCFrZ6fhi5/8PCSbEGuzo/IiD70YxNP4JICF9dec6rTAN7IdRtRHTB0
USEpLqDlMK92e8Dcpks54HhqoBbQw5hpx+wfCoAg6fgrwbyV4E2ELcyDhKoNB/2ebXEmqjYMERDC
SR//4FV0+32r76wKx62+sHq566v3PuAgUvPHPywTng82usqBnSHjYhHDLGvLT+qLwwUIT1xt9bmo
HBH4dv4TIN25eWdbGSkhAF0oe1ax3TiDOgqn5TfqNndjr9fhXGtZvK6WqkKM7AKGIAVVKIp0kj+a
0IPc+UVQgRaijawiiFIXeFPlLydvQurdgfU+4O9ct9p73c8crT7r4lVbdy1dMj5W8cZxEg8DZ+Qh
6YNdbaV7f9hqthCxsOyLwEIDuiYkeYHeKn7FVUCGvkcfOPRpjRzKEALS6AjW5FOSdcAJqczTiLxA
KSrftn+3mPxTM5v3/lQ8tiz9ta6tKqzyfdEjLQZD4RpvfwcFITyrywaG2mFI2A56stNSSnbAQmNh
llrtxtFWrC6QtwXVA1qncL+JdbnSW2tqiw5B26DM20To3Yty79ng79+sFNw7Mh4AYsH/5ZH6QG/q
aZ5wgQ4FGo7QpxdSFwzYDJEpmG3XZSl81Y0sSSGw1jt1kvjlxaj3dhCWZrT+fcUZhBpA2RA5VnCJ
SrGoxTBo50wYFSys59xwdgl5oNXvrnpk9VdQ+25IMxTh57U4ORZIWI8m6QTifPPJAAhzdzIA5ppV
j47OwnJ6zGfQWnwjPgvn+YWmz/M0xQ2IxMdvPPnduHst+L2uv3J9/+ovJ+ksZi0co77VZeL75cng
p/XPbyzvH190ZY+2Baa6XisrQIpoUbA8UR9Mgk+8fU6Tj5X+dV2YAh4IEeOVMpKxeI0xcDfIIQ1I
3fPyuU/vyfxV134R/35IaKgl91U7hAk1o7Z4V9ETyjNhY2/E+6ozeP0rxJJf6dwZCF9wtVcXbXhh
JKzScNmCzlC4FSgqUkKuKDl7YtmvRMyeC1LsAbtWOmznLNre0atjGZjv0L13XF9UtTZ/RUkHhIGa
0dFriNKr+7oYohlcFFswQYoIGckGtEmifoWCs5zcRAsZyRsH3pr4YOF0vwajH88PVTSkX9aVUVk7
4nB80MbAHUbJbtetnDxcaD6uvqrYE5A67tY/r9qW689LYU9mU9qbFvToimNexboPxFM0HRzWpah2
BO1CuL51MXUlVzBhFAG1qFleSBbr1WnswS2/cX9uiZDsqwqGhbQtRLS5HVfpYyti+X+gV0aOCQMK
6CDHRJQuT7/pnTvbo+HhwRDm3kNa/cPVIXqqcPPiMYTUz+1ma37BMIY6I9gmLJzOgLPZeEgqVwlv
BvQ+4hX5agDSZkPhdPqIZ0Nag9xGjyr+YLsb3kQVriFGxFgint2oBMrjtLph8rlJsUqE+A/MyE+t
jt5rZ4kIWL2QR4vMTgOjd2qERde89G4TmSA2Xzc5lWEDHgC8NkA4dHF+bpeys8eWjGNdgQ6N6XsQ
ezo7kIvVx7IGeyd1efPyD/IQdaMRE88TQHXcyuN20Ng9qepLjhWdkZk58OwzClXrUgzV7YRGg//E
CLWv3KgY07CCCdAKxeg9jLUb+ml9rsps19jefQY4Fz0r4wbpocxb7ixinngDuHqbf3No8YWa1Znl
ZEcs99Ht/Pcbv024IimCxeQOprUxiAaITjnbK1Jkpj4n1QVZ3x9uRykiV0y+MtAH3qUlMD94aZdh
p8+guzSKB3foDsDD5hvWp9z4q18h3WWGniwm+H7hMGdwh39c9DZc0FY62B/+SV2YtxiExa5LhzXD
9Uyszqku1lw8amCl1ivjYGW4tIuGgBQ6O7uT/dx787uybj6481agolb0P/lyx12VzcBuSSE/mF6s
6Tm1Qr0HueCGxak8BgpruOU8cZZk1523dddRu2ygZRdZ9NxgnlnP9+truSVEct6DDSphvcqbC3e+
N/So8R+LueFaVRe2wHBFnRhtLa/qrN0wB16auvXFRLld7x5mLYh0dzpq1V3Xuxv6qFoV0Ur6V5p0
rQJJbbK7xqsvXvYVpR2MS2URkuQhtzBtXmRR2gNeuL6z7UcM127smMpFXMu2bl0E6Wyi1yZkF8wJ
a/uFB1kEgNnQxeEbig+ozW1cKqoE3o220pHzkAPQs96vL4lR7qcBoJ36izE1O8aefDEi3u0MG0wx
LNtYZpXZOK4ZCGghHePJUk6F923qVQtFzgZDHb51N1ffDLbVqqsyHCT8YTPI3AjEjtvlHIk3kDmF
x+2W/mVxgvu6Me6o7qKaNXmnPNnqpVDazrVAofWVix+A2tyOAAa/sH6fdyEAYxcrHvxDXgIMNeTm
U+Ue6VY/qNBC9t3iqhblTszDywVoy13YCBwBNFtrUXlozd36AVd+Hr0G4noyzFejOEFlp4PpYqyo
BRpYTR674bguQGUKojPzT2oKyX5plyqXBnTJ0dPInWfenrThOSk2IgqVDn+8IAAdDSRIhD++2hfa
0qnwLRBcmM19zT95+UYEqzq3CFTEXfKHllCK9JMpN9uMQ4UGYGKt78SEaU9I0GDaYblYPd/VS/28
vmp/Rjjkbb+WKfmpogLqXJejbRZA7vuqKSOg8BzSVgcSbrkrAcGbIsvN6irGhNO+7bJ94uYxUsJI
BOOt4zeXrlqiHH/n0/ahptkDIEhOjUNiaBNlNPtZ2OUuN9k9BUyaVnexz+ipHYJ7K/FOne3u9HqJ
13VSWoIFb+DiZY25GGmb0KW9AG9XjBTyE2t3Xnuo345FDeQIZFfxbIFHQMfQrSUggi0cPyeY7mUx
Mjyau3FalC7gSoBcOjUxeZVytOheXMcPHes0A4DWodXe1Z4qbzcMT1T70QPcTPe3Vk9phH9Vk7N/
FkiXMESADmSmAQMfRHje+3S6kOGStDSqtlBHlUfqSppkfnUyuiaI/cC/RfkLzeaYl+XWk0eZYrle
TOk+dCc0JgY1ipmJWx6bwQ1574Sl24d5bp9cYOp1zfIZ7Q8fbLPbF7X/VDmYNHKsKJuAHTi6H9ft
c0tn8fdXboSXqBf5orbq5UCtpKgrLRv3sfIEXK2q+PsrCe2UcExj4FAboC6ak+NCn62t5u4tO5FO
mUu13PQYdq5oeZTY72cA1aXVaS75vmx/GMFGTLO1aNJNP5TUIV6CA6GxewssGUW3kYhTlQJxpvHq
Bh7Mn6r37aKlBWB9lwDbkpqYFO0/J8V7JBP05DwZTw0/+86ztgxhV37g5FNddWHV7uwhiWyLhhU/
tNVno/1Op33TbZSWDbGSr1z01Q+TnE0+e3XazfhhpXvmbRH7aJlP+4s+n8xhjomFpvb2wszvC/mp
N994t8+S38VwaviXdbv9/5yj/1mhV4S5mPxvjLyC16sWI+o09zyhvS/MjWbvIC5ZqB4OwOpJ7T7W
JnpYwG5n4+cCd/poJPodcJ1+rv8g5cKA0MpBcx6q+/LLhM+gMSMzBomHmYUWPWHU4DiCHm5wNi5+
5Xm6EiTOwtV5WkYGUr0JAzm2Od81qEsPTX/PNikCVEcKvZKYIAcIGZpzpGM7FVqSZRXu/9lxIkzW
De4YEQcke6CjHPP0UCVbA9JK27oWKZ3iZc7Sfunh7auBRznbB/7XCXloGjyVuR5NOuY0yiyehs9T
vse0UGRq084dz0OLcDvYomBQPiNA7uUAWhl9Vq+6KIxAA0emmElqlk8zOYBtOazHIyPvHJ6HnHyz
6eep3OgeUzmWa5nSCrhmVhlcOBYnyI8kzJbsuG6lyl29UkryXE07JMZSQilnJDuMe0UN+RK4WrgM
NDbsF5Ye1uWpnisIIQEub6GY+AqhlA6smLwZVtST/MC7KR4TBwWa8dEVYyOluaGeev3+EydHKpbJ
C2absCBgjRH0lvMNdVRnzwOwO843uoWAD3J79poSiP+eDqdjor/X4QcHU8B5s19fM/U5uJIihQiw
ZZsx9DVcCEf1Y3623fumLg9AoJn6l4Y/28W7xHwoLCP0yHsCDNtkeJ7ovq5P6z9EaSxXv0Os9pWn
ARaGqSUUv4MvD/XHoIj4EOrWrvcfXG9L562VldzNwHQTRLeQlWXftOqJOz/hP/P8czkTsAN+7JwL
nQ9u8dXvDtwjoRi8BQfrur7KQBfMWthhJLvRdC8t/EKbRWsBjnSxmiedftDnISrosSicEFDCUZCA
UM6zQ9d9KrbOpaqxBY96MeiEhhLw8Uqi/YUsOYDsMIBUjd2O2ob/TPn8tXBIHWK0/pfrdtVOz4xk
77i0QKN08Tufzf6F5c33sRi2kijKrYeVo6qAUV30OtxuvTdOgFUUQ2u93e+6VL9kILbU8ArL+3Jf
9WXM+NbrTwGibWAJ/sqUDhe8cB8QDwN6aN88o9Fpx0tzVzX9ztfnvUZ5bNfFu6Eevk1FctTbPIar
jAnNH7hlxuuWsKW+tBuuz81mFC8Be/ZCgGtHueD660FgXO1G/6iTT+vylNZ/pbp00gyNNxo34Sb1
AX4f8+Vgz/k9e9W3dTFbakmHzOfZqBdMxK39sbGCuGIfCYUHS7oo1VFog62tCxTRoBwtXm+pdJ85
TUeB7A9/nKfNS9I1P+tpOmVJGzYzQH9tYkes4TsUTo7/IBdJcB007Rg2+nPQrzyXr1ljBUIT5I8y
9mhUw0Ojky8gONjVVXmva80pL5fY4/8wrxjgiW9ayC2BBkTuqmo99F0aDeaLzaA85kt76tCzR9Er
QxxnY2WVFnMlSmz1lYZtZrSJneGwWNW844b2bCws5kW90WwkNujVBmKaxXN0THq+qiPVE83tToeY
sqHhkN+baKWod/1Wl4/y3r4SI9lJMzOTaAHEmAn9Vmr276L1NjRRmuKVCBGpXC+YlSb1uMCjAWrx
MbOyB5OwKtRmh6PBDgOCVf9pKeddO4M2dN0YVcpBMIabTKBYoevuVnIKdE8+DqAJcvoyAmlHmHQb
YYlKQmCL1A+aY8F6K7mrkbDC4DYafr3mRM+k+F9+XvJOQa8VSE7g81r9dc6/JVtNPcqfL8A20YeB
x4ZcHKWjhp+/oKUcg+DnPO2fcIQ24gvVcUGt/z8RkgqYa6ssZqDB2/bj3IlqHmVbq6QysGsRr7a5
pTlzGKI2mtwHQPXyCAc99/yunllk2OUvXKPvtLSP1q1LdUJBdSmKsIBaBMTfrXW16ZL2TbYgn5Qj
K7fQnWWxj3aVntHcvLGIr0UhV46eOExPoKUM/96KasDVAeBosNLBBNH3mH/tEIkMiffUtr4br6ul
iMVEYh5htmUBR9aUq/ZaXi9BIbiUgLcdLctPtD+Ey1yEWnsYxk+6QXCMkOtx812hbb1ElYoCL9FF
IBgI9p5bRT1GF9NOCIiV3BHzo+hjjvSRWAdEaL0RusCz2ZL42j6hLYr14LNDQ6Ap146mEf3SxMSj
vhu1DwCFBhNuiUTPRupAqZfASPc9tK5ikudWr2Rckg6UEQA7m8Feypx+Vxn2XcWCB3PeAlZ7fRyg
0ZUs6cS5rrYETo+7sPQKYONr92VtxnwO9qRP4ryudzrtnvqab4x5KlXE3SssBpxFstkspUtcID1g
QJLZcd9MmFdNxzDI6V3Zgb9v3UhVuwa+NNdBGzCy73LOZ0km4rQNcHNM8jOY0cWJk+5pG7HMa+8I
yCSkH/6AIOqvZlPMPjG6bEBiyZmXCUmtDoW3bgsPSiXEFG31gsoCNijdjp7J5tGmCJha/wWTFqFT
b2EOqNbqWoIUsIyjUyaewCpZAIvTtKjeI/rLE2v39i0BRRmad13gD7+iYEvNBOMQDJXDJbnrtFPj
htO44XGVrulahrDBq1AC4Fyp3lNEtXNbhFMAiomPdT/HbnFI2BiO5lNCz/M0hIb9fl05sUa30Rgi
iCvlpF0CrKNRLRaeJYXV70hth5n+JcPAKVlKlDE5AAi27EK9a3+XU9o1jRppzx1IJLnzntX9oeNV
XAAibeMkKXIet6pJ11jmDejzniGorg9d+l4vmihoj4b5O8u+91UZd9X9aH/EAGFoW3c1ILltxiOL
nbzsZX2NVQ7kao3lPpYWlHCgQUO5wtP7LNRH59ls2F3ZV3vWmad1WRv7GUj3TN6lfoDaOrL8wdmY
H5DeD/QyTJDzdJcv3tb465bdBuat3eYDT+3WwfNvCd6V+S/d7DFQBIMlPxgYxJIGGCCN6O3/YYxP
64puipZunhz0JqY5ilXtYr39hF7pnPwagwv3caMnX6zlEcwboTtW/zt3ILdLGBgVKjMNKgd0V/Mn
YpwmtqGbOHQrh1Ketuvy/zmUiIo+lrZ5SvvsWGTg0GZVzDxt46SoPfV/JzKQnM8STFZi+1hJbvwG
bnc488/re6W6uK8PgORk/ExziqCHB9UsN8w0ICNRANXynAKGIrsfNP/MbHoZ2T/0aQoXgAc0UnDQ
T27Ym/q20OoK0YnlZ4fSyMLFqA8D59HYtNFC9qV5V6V5TOt9Yd3740ZlS7mNQAgwgUCBbL/c2bwY
xuBMNRxQoJ+nJHaTMmrnF1d7P6MxdH2F1aJEec8RM5Ryq16TFoRzgpfCCOA4M6Jt3KaHzI2drRqG
0r8AwfL/CZJ9me3l+lSIzoAEgC7GR9LyUDQg1umDaf/22ud1tV5bJqYW0WmJxheR6ZctE41lIKBD
AHb2vOfy1PcbkZ30eRtPD3RV6UAxBxQdZq/EVXV16/qNnU6JzYwzKzEfXgwPWk4/rWsg3XZChIP3
M3gE8I4C/LPkpWarNeZgrr2zn5ksDKiWfdSzZIxMl7MNUQpt8GKHwYuhdwFLdqsN8kfa2FQLR1d1
GtRhldnsOwBs7Q1TU2iEHkM8Sx2MO2A2XZji1aJxk4DFoh74mSFsrAG1yPinzNCj9XWT7kyxbgIf
H7nrPy318rBY3s1+5TTzeE4ma1ehdYFlO1d/oGwr4FYKwtQi4lTxOJSbnoyeJqO+0PFsAIrzRACi
tct69FEMfvbFwDBYvK6XavXEkOT/iJNWr2s9PARdiOu6IvRsK56WdGc7P9elSA73/66e68PxwOQA
RC1JMVnjMVP3xzMfBfyce/Dns22PYVF8G2qYod0/Nm25XxeqUk08NGEaAOxFZ/qtYYBKaZ6afoLQ
qQ8n8+L2XZhbbytn/tEM9LcoVuBM4Slv3grBMaPW4JLxbOdeuHxMNvnMVVpcC5BOkTt3zIaNj2f9
I8AKQxsI1FvQF2L1r673VzqIg3x1gjBoOVfVAhHpEeC4tfYzWhKgEHxf3w6VYQuSRYGBhCqIjOTY
6NRPWgYpCw+14DBhIHDvvvEJ9n9VgS1juDGwFZwGnseGMSv5ORuCvQVG7DlrQtv9ta6KXDj/IwZe
DU2J8AnoTJTs2aV+35UGXvbNgIO5zxFi8uMIPHWvui8dFNI/zltlZpU3vRYpWXOukZpYacvP86PV
7sbmuK7S1uelx8los6IzfSzckD7R5R3A8t7+/eAPTJ0LH42K262NEb81DTx/2Jn4NMxIzKythlrV
QRGD0jZKBtgZuZujR0UrnRzA7mXFBzN144p/ravP/6AF2nUxMQQugFckY0vpzQB3Ldl5CCvfi2yi
bVwzSiUE7hUwOjDsJl8zdEwGdJLr/Fybdwk/lcGeNod/0OFKhDinV6ed9WDrKJjBz3S44/ORvlkD
NCohshD/IjshF5gJ10u/6F12Dmh7B+zWR3d4bpY36wA6KXRNQxBqb6/u/KnR0AVFp+lM6F2R7/1l
4+p47RHx/T/d5wjyQD8uOV1jnEvG7GY626i/cvc3y38u2XKX2HxX2dVG2UYpzAPRV4CuKmRjxd9f
bYgPUKNcT+vpHBjNqZ4fA3T6znoe6tQJAZv51t0HFy3CCtyHqMTjSXorjACqPICrn8/pN2IdfX9j
4RSeERg2eFqIQU0cE1/6vrlYTVX22nRmjn6xTIaSGvA9kRZ+xsscbYR98MEuyxeNp3fU2sJtfX16
DCS0/w9pX9obKYyt/YuQALN+BWpNVdFJOkl3f7F6SbODzWIMv/4+9H1fTYVChTJXmpFm1FKd2Hg5
PudZcDqjmm4Dizxb2rwnLVWKrkcqmPileqmNH8bIVxb4bS4D+zcYd+sY5T+roY8z6ACv0OVpNVzS
WmFfOgfe10Ot1jmAE3p/jNtKecsMI3oiVsEfDKirrMlVL6wXvA1sC1o+qjuxkT7+AcZYaXkJ15hL
naubLAYeMe/L44havqGVb0Ox5uI2/d7H9ABJL7YZZBKmeZ1rtqDh4gizHppLxPXK0yNlr3Oxkb11
bvPVnsi0s+bB0H2B5sgk6wNg2sfB1Z0Jp/GKNRdNfx/790T5ZpMXMXzRAAAsd8I6qplyMOvKq/kf
SVbeX0szex18lgjVugKvsI43l6ZsiE/0/ie3+xeZqa4/ltaeCLqWSEzb4Xa42CgAoUD/Zy5GKbOJ
+06a5pKrZQPHD1vbc5JAmEkfaq+QXfrAcpKGnY7qVVKbke/WcAYxa63zcTauafcu7B+oeQMOiPWN
I2Keprc8L3LI8raXukepv2Fw0hP5u4w/2dDDBp1Uw/8TZ5bLQCFqIl+r4Lbxs9alUFVW/DSP/bb8
JN79/0VCQojmPh5vc9a4E+XMobRu4XSkRL9QzG68LEvjP/cP1cV5gwIMaCQWnqLzwoolmlFag9Ze
Wpd/GcphbzO5SZp4pbe1GOafyzdWCp4asxwNgK7GoX2EwVjlvrOH59q1/R7qM9794SxteBsmTpMZ
+oL/pNLBXNoduvbC3Zh5XVU9KLTYljo0MtXaXqEJLhynU7IGFBakBG/1RN00c4sRKuwXuzADaSpn
aBt9gZ1B4VPHyYBM0rdQbP2jV2up1tJVBRwaSCW4rZCtzKcz06jZDrrbXAz3WVX2cLrAFisDqmTQ
Zg9i5a3uI5w4Kw/GaW3Pdzwu30nxFkpfNwpYXcZzO3LUBrKJLGBGK7wIEFy/VAA8zk13V9lFvJP0
kzX/aSOg7QXPUlQUIGowTzK02JDtkGTNpUQRugKwmURHRT8K8+3+2rl9RyAOmpPI/CBjhyrWx/O7
MQdOE1hIXoT6Jot3rS5XFufSZ/sQYZZhDGnfpH1eNBdXbhnrPRvibyIpPLd5rjU41/SvePl7lr6m
n75wOXyIO7uZikJYRWEhbsNeuRH5ToMK6r7JnlL6en8OlyKhaDpBJLH9bi9cWpZuM11DZvYTzLBY
XkT53qACsCZYvvSxrgLNhQ47HRLS+dAhk9ChqnZaIxmv/fxsLbhqE6cGxThkWkDXSGwcd61atrga
rocwWw1Jw4qCKNOVzS5D4mI1UB992G3Rvo56Cbuz3M8gxD3YT/e/0cJZDAU9bCeIVy+gxnSTKtCD
ixugOIthA139dsP1JjlFBLy7z4dCqwDSu9A/wQ0zm8aEydytNJwYrpud7NjYx/RUmyupz9J4roPM
5rEseh2Sb31zoe0IDuJbY/9MtNq7P5KlhX0dZLaFLLtxVeEgc42dQzRUnmrtDf3FJF+NNX/5tUjT
0rx6U3Fg3lqWYzhjHCS2j3d6Y/pRc07blTt5aY1fD2ma16tAgoyKHqsjjnM6PKiR+WRn5Nf9WVu4
jgG++M/3n/79KoTMoW5FIIl9sfCSispfCYGBcr3LhpX20OJQYNk43Uyo1MyhHpAOtmOeYytl6WAe
I8tUA6mM1eb+aJa+DIp/EARAAwx55mw1FxnyFQu+0JdJbfdJ1EPi15kKM2Cch0GblPzYirF+ux90
aQqvg85Wd9ynsaQltpCWn9L+b0y+RupJKV/uR1kYmm0A/YjCB2TCcMl//FB1nDkR1EG6SzJU46M+
crlX88o5OOg2BsIZ2sfU7cyV02Gu/TLd7NAlQ+KJeghEmecdHaFiJw0alseoPFrNz9q2Huqk34BD
7Out2HFLBGZ8pnF6plQG9Xi4P+iFgwNgfjQrgEXGZTVfNVXnlnRM2/rSkNLrIwMk/VedrARZmFkE
wX9wKxogm88ODjB6VF7wor7EmntMotgvWH2Cqpwn8iMTqynGtAZnORpQmhMrEWUgPBtm4Yykb4ss
SutLXaSPZk5VT09ryMtkP80myoMqyxIPdk4vhai92op9WfB0e39aFzYjQHlQ0cGZj7fQfC2JPKb1
AEfuC8vTHy7/nvTdGmh3IRO9DmHONB7xfIwqq7H5JdP2qMqe08ECzfNZH1OYW7ZPhrHyEZdWCvhW
0ydE+/tGGpjkpCKRYfBLUrKfVidfRNc8K3JVu3dhs2Pv4fcnSUXgG2dfr5OmXo+txS9aauANfS66
r137aCXf73+h2+mbWqhoaOAJARHJeaab2K07SDaoFxOYzWDsRifguuJZkQHuShb5A8Qje20QK3fo
7cKYwqI4jHoMpGjnOVsux54rZa5emBYYL0Lb3R/VP9mkj2v/4+/Pzme3L3E7MPw+oEo5tBrhLjJA
YifoZH6BTsEmK4xd17e/IRP8Dfnyz7oet0xBgUYbSx9udzQYNXMrB+cywijOjfXHBgr0KSX71JGP
TLj4EnpzzkcuApV0L0CdfpVR5OsR28EKaQODquesZCr0iFXfjeSG8t5vdQkklPVaAzOPd3aCPm/7
WtbWPutN31KIr7XaQybEDufySnVWn7bBfEJQq3CBS0Tb/wZR6paWk1pZjwlncRaOmdMd+6rRz6XU
BCzJdO0JkiSJ8GqpVyGUVH8rSls/D1HmWlBx3lHrPP7o425yVk2c7OxSqwws5vyuWd0EfdsNKxfs
7QL592dOKHwbXYR5SUkxuso28sI6D8632vkWBfcXCPwxbiYEup54LiMBwCGJAvzHa87m2RAPVWOe
S0gy+zxxNmY6fGs6aKVr/Qb0ssTTeBRwiv5eSbaWURzNmgDVwssDqgq/rJbiSqrpo2I7B2mk+7Ks
D/ipoAIJSs0q3wEn168HKDC27vhSOjAXHCSedrUThWrbZkdo6YOvlhvvOnwbIojQe6New8w0OhW5
+8graDrKqj53cRX5IuEbq2o2oEzuUjJ0fyPCmV/CvSSoIZTlMRsAypL2O8mctzJtUxCh5CWWJUwN
tGajaPmDPl1rCeHE62NI+nTu2Bx4Ag500Ru6J5y830hInQVJlgW6rfx1GHyfDG3rJKWfjhVkORTu
2QJSvRDsS7xsSNotjXVIzUDl87t0rJMo27fEdIO+dA4G46GpNWczTQNC4qe2jQ+SqgejdR8ogP1J
2hwBoHyDhcEhNqx9pxiADnbB2IxB1udbeCmcC9ns04p/tWl9GM3oNMb5FmaAm7H9XlVa0DfmRtjK
GYy3xh97dwOqLARJhn012F81iz7lsUA/063VIButU1SrqD7y/qdRqm8V6QPUSS9WoW947/pJm1/K
rI8PhSICIhy50WOsAkffxIn5C1Tcoxq1nV+6aeSXI3Tn5ZDH20qLEs9VkstIUlQa+/QpkU1AWuOX
Upr21gAnMkBRKPb6vvxBIrs+8iTdWR3I5swEPL3yXTIEWZcbO2hCHgy7UIIGwB8/dhSUcBz6M03i
+pjXrhbYXAWywe4Dx7AMLzNwYXcR+yHbwtla1FxhWN7ePvB+Am8WuH7UA29QBwmNVfSgNXm2LOY3
8tKAxlmzZyeKV/b57XX6MZD7cRtWOnS3WjLifhv3lfKuCpinfvpReB0CeJSPITqzFwpeG5PkrD+m
Xxnf8vb/GGJ23bAyxyU6TVdWbEbIOig/1DWNx2kiPh7g6AiDDYBMAC9oeGJ+HEWWGj3yBEecSQM7
Pz3ecFP4DiewgCV+YfLt2NOnpCArB6Vze3FYEK1EkxJPKvR+5ilcUuWMQjbPPFu1Da/HfKx3EJF/
LhuocyGym7g+cbssGNWx37paom91NrZBrSq/9WaAZmAX0CwuNhFUxUYh0GByremCOQgle1Ks8lsn
6yChZX8YZZ7jpIriU9pCvWqQLd+wBmI/2chfJLStDpaS+jVVvqucPfaKGmpO/1SM5FEZSniNG6ek
77Oz1EUBvvXwZLnlRkCQXcdB2jHjG83yH24Rv+VRYXppwTRfq2tcvK78Wabih6m1J11l58HQgkSw
s52zQ9SPPpzQiOdArnhokx8oaSMdMM1Twpi1HSL4euW6fmqBIs0a46s6mLgTuG8I4qt1vTVigVIE
sEGwJXighr5P0vFZy4np9al7Quns+f61dvvCwMdCoxeMaIIK/rw+GucO6s6JsM5mCydqZnPmsW54
6vTkqVIVj1rWp/M4BIT3EIQbgfaD68fHVVmUldY3mTDPhuL+0KrqLRYrB8S/AvbHhf8hxL/a2VXh
AG/pvG1kZ55Vt1EvmMRoW6HO8zYoVTn4duYifzFJoKlbigbXEISi1g9qkqqbuvgL741dCXQvfFGp
fOc8aHH5QP28QVefcOtSqLUMqBWUZBAbaBaOAZgu42uWas0pAyN2JS+9zbbxxoQTDArLUIwBkvrj
dEGitSoEXCvP7ljmpRfHDj0O8CJ77jMX8ixJQnH+xUN7LpthTTD9NuGZGEsWThHYCNyas6g1Z5np
Vvo5y0r+BQ2abAuGSb/ynrCmIXz8XLiAoG0MoDhUVG9ADY7eqZ0Ns/VzDHOyEyc1f7GLtjh0LSe+
QFFmJzoRv6BRq0wcKutXDrTTEaga/bGMVHIE06SeVF+c17xSzVOdtBlUwlhueKYdu7tG8oR5ltsl
z0OZy00Wmb+qWo+eu6Fima+zJvoiU1U84WFsbsw80sH2UYj6qjOi/m5owbA5W+QYOJy+aOYIGCSY
jt+parZbt7LdF4fquIwGBeKyNe9P9tjQk9Ew8cCdOIFeZ8IDVGbb/aBxG8cLbTcW15KHrpEM8LzM
/tIIOnyl1OpfRMmwzJDgv2t602xbHBd+AksA6vHYUgrwJqzIT6moNxXwmLvMLNdKlQvrzcL7Ci0w
mNignDPdvld7x2lsxUn0pD9XgLB0yd8qeYnbQx6jSemoQWX+vH/8LGUNQC5peF9A0fWm82pVksOw
l4hzPz6iegOPhYfSeNOUP/fDLI3KRITJRx4wovmhM6RK7kibirNV2T6NjMIrhuKbLbPfambActEt
XsfOoCtH3dLgHFQy4L8OttyNnW6c94ACw1nx3MJwvY/C0fwRaZk/FtnnA6E2hO2DuqJ72+3Fu9IR
TjcMSIkghRmK4gAYvbGWsiwcByhgqHCjBuAYYOrZ0uC24CxyyuGc8sehDD8PYZwsSkF0hi01LMnn
AKoeMnQtV5ERFW5fQP/KUDyti95UC5TJ+6th4bsALAdZarAYJ4j2LPciqV7YMiLyrMlnR99iD0n7
oV/rs65FmY69q52EvaWxfjoabJJ40NfY5eR7OxX/zZf7w5nmfX5+Xg9nVvdReJwNlYpAavUXj72y
elDVt/9biGlpXI1F6o40Mx0hMjiiyEm5XelX+uG3iQg+/1RqmIDzE7z0Y4g2M6jWFtN0NTitoUIS
/+St3wANkqxcqQsfBuQMc+pDQwAF8LOPkZgmu7GtNHHOTFv8SQp13GUgG4dJSvSNhh7v53EFECPF
4NAZxj13ox6bV1VtdMwS5yiPgkZkewPDKoEuoXJNvm5hFgFAA5xAR2EaHMlp7FcfSjVHYyiQHpxF
Y+kHGGqPu5Ix/qeIJ+3mFu5qtuyHtYrqwskAnizYPSgc4+6YV0YIlVnHlVycTaPmm3pQ1a2wB2Xl
uy2scxP4TWAXJtDCjbCySerOcV0mzlpfw4ZKDhnqbpG2GTqyBp/5h+2a7Sn0HScJOvQXoPU6WyOw
yY4cBxqD53gU6UUURuVpVqaEncWbLzEbye9saMczZH+iSz2Oys80zhKIUln9duBF+b0dneQI2e58
w2g8+mXLXaB9uvTJFS5KJxXczqFem3lk8oq3ClPv/Kgt8k0ODpUn87g46LJ1wUus+FaK3An6eoxO
yF86n7kQwEMe0O9j2fxumSGAmFSwZ7qKbwZZ7aQqURkQsDcDAbEOCNIOb7DkpobbGSRusgRJlYy8
OjJ8lprR1pAmOhi57R4S0uLkHWM9gG6+eehK0CSt1Mjf9IK8a7I13105whKZte2kY9Qdda2nmyRu
+S4teRaqZQdQToeOyTuQ9Mo5dyAE7xEtZY5v1U3/2Ka0L/1Pn01w9gOXHyVpw76p+7Ei0kcVDJWz
0ar03FdV8yOjZX3S2mpYqYlOX32+KibODcTJwWS7yVTHmjISi6w/N0pXbkdopoYZfBpDrkBehNgK
2dC2yk+2ntN3PAXi/2KkMI+D0gVue2hZzQ76rMkUoHfr/uxow++6Kwg+DvjJUb4GWl84RT7UcqZ/
vzpFOi2PiclxFcfUoymU/wNHPA5pKNb00G6OYthp4k1jY0iTOfR8mwEq7Vq852kIo0SjfKHttxIQ
BnvthTH/bIgCKWVgR4HwmzQuPg5Ho+B9ZZaZhEJA168HmEvzqGN7XE9WvtDSeACPAMvDMqD5MM8z
04wZLDZoEqYmOWIWd4aovC6vjrnl7O8v+5szF4OCfDZOKTyjASSbfyNhjr3FrTQcigd7y8aV6/jm
sMXPw5cLhBL40N4+0wed6bQAKjSslXLL7ezrgLqn1YwrMIJ/TakPW2qKA9U7tKxs/dbNQroqCjay
TkKXFAFhW6NEofo5yc60ewJfKm2fWSk9NH7g6v1U6Wup4M1K/xceiHcVcPdb2C3EpLOiVdsk5L09
VcifmVR+dGoTpJQdR9C07n+0xVlFze3/h5vlUcD7sTw2myTMdBMix5mvmd/iT5MEZmOaLXfVkH1h
DiIJS3CIbXJ0m5X9tDAKrDoCD03oFULIfXY5RjH67kaPUfDE8N1C8wvjtagO96dqYX0jiK3BwxDM
mZuXoZLZcUfwFg21/Du1Xtd63QsfHrgieEThGAWUfL59sO5Ujgs3DZmKV7mCbudDGcG9xGWWFaQ5
PDZdp6fB/TEtTpyOcwF8h4mOOvsyfeFEY6/heBhc1dcdDj/aA5RYP38I2SrgjoDIo90MvPzH484y
ucJkNOL7k9jrjMdSvqbNgGt45QvdPKrxakeUCViJ/976CBYxZPRMOwvbf0gzR6rblkEcSe2NF4hm
ca8Hf9A3Umbu7k/jXHIA6EpEhu+7o6OUOP0JH0eocA5MIijJIeHxRlOMHThxW6WCpqzeHETF3mvT
PGfWGMAa46R3f++Hv/2KeATDyxUgOOgyAZn2Mbo6kNzp1KQK1cdG+hBHjz4Ngpg89/4TYd7rLnW1
MJiFCGgbm08t5+VPmelibaEsDuRf5Q1HPAros4HUaURJDCvVUEJO+o/s3i3n8f5U3W5iUJWm2wmP
ERBH5pAE0bk5zCxKFhqpC8HNHpLNKoM87f0oC+sBYSbto8k/Fi/62YonUk+zWqtZqOb5hap6INHt
qNxXkr6UqXFyRi2INQvoZnQa22JlU9+MUUehDLUrWFki+A1GZ+gtZ+SpNoZNI9xDkyrNFr3z5rOp
5yzK9FdcpWRKWkVa4YxjWNJdMgBhMaZBMTgbXhyqfGeMrYfL8/603iQzCIn6CJCXKECDpDVbHnyM
GmgFlWpoC0lPJZ4qYSFpGujAFwYuqdOVxbIYT0dRBvkMdADmBSDXLaGzXdMxlHWR+D0zN3ZZnFyW
/u4Akb8/tpulP43tKtZsOuECSgh1Y6i2sTF0SLMTtXyyRm1lZS6HwRWpAqWm36DCFRYBAICDKMz5
oHtjDWcD6ZQer/uf98ezMHeQGgCPAPoaxrQJPi4PQ3JtHOighEQ/jewtqy+k/dmkn/XHBeIYvqa4
Vyy8gCwCIPDHOITDoRkoGCVUK/3JJtIbs3Hjjg+lWXlGUfup0MqgrqV5ihXa7AUa9BtHQGjk/nBv
rp7pz8DNA3AoZDZu5OoUOVSAehRKOHaap0abqNqIhEJu5hmCjNDQ2t4Pt/AZEQ6pgjZdOjeeNZlp
KaClYNRJfkydo05funZlRCsh5vLWLk8U06CdgnzkomTfdGvXrOHQFg6q61HMHTdysJBRn+mVMM+3
fbnNPmng9b9r4z+z9M8C5uqIcpIKe7bGLIms8oD4hMpG7un96/1vsfTpkdQAHIiXOGok85WuVoVS
KA4NW/I7dnJfc7/07QF+se4w4qW6Jsa6NGmoOE3KaZBKvdGBg1cDTCtdnYb9+D1xNWxdsZKuzfWx
/s3bdYhpxFfzNigQjNFThGAo6J2sgrxm4DX2qRmHSs6KfTNImPu2VV3DoWWEAG2UQYBo+EmkGSgM
/QxKnqrEarzR6djnz0kU3KBgocOTDTnebL/XJGVGRCkN8/Ghsk+jRKPcXSs3TD/y4Q2I3Yzzfrpj
oNGDvOfjBECAyxiaQXXCAT2Sw1f6QNYEZtBMvB9jrpcjYrh1Nujthrp0tHDIUTwshTr4DH7XoOqi
TFVI9pultrsVDum/VRavNo0k9kEA0BLgSfcd7PEOKKToT4O0MNAaaK2oQJL6JnfTQBSmOFYIcdQB
FNjD26Y7RKVQUGsTqKK1ui12itpUO63ADo9EBk9jR+0sD3qe8cFMcK+i85l4w4StzSB7vG9zxn3d
SFSPmskPW8BGWnaiRD3PtIIG2J4cCl9B0zlKYCQG+Kk+18BwUp969OydQVTwfpMxBORcv1DzGuj2
SPGGqLK9ti6xQUWvX0hiWPCN1hqPaYR5BZAVpz7VipPe2/1eBWFxl7pWdUpat/ABeVbOSpl8g99c
Y3uVI4tvjZCoRsokr2CFqg1gPQ+1suMjazeCpOamzWL2JY00sge7034ropjs0OWGVVsH3UaYZSbH
srJysCGV9qg4SuqpRTI8NDY8BOLYBuBCMEBKOzPdJYr9Gic5OdLepptBt8ujMTYprH3NetcVKtu4
MUD8Mao7QUMSCz3/Jg/BjaHQIjRzH1k05rOw2qBUcBHTTEDv3iLltgf1dtvaigxGByZRUkb9qWpj
45gQQJmiTsv2UqdsgyI3SuoxbAmhfuMeilzqweAasT8wOFFLUHi9GI4IJzbUHT5Q15/gzV140uit
nTqq3VdHmcq0qU3D2k7ptkddKmxsO4HkfZ94Oer00IgBlsRQFWdrmPRCaJtvGpoBbQ00oK/Fqvpy
/zS9eQYDWTDV7FG+B3IY+cPHrZdbLm8Sp7ZCCYRdTB1Yvw87xaYnQdGEy7NVKszCPYeA2OOgPuIi
neuUalobyXZsrTBNHC9Xxq+Gop6la/69P67FMFMBC61l9AzmLwKVDSneJdQKdYMrnqLp3zqdtLCb
M9n+v4iE5isAVoCs63NhgV7lWVMNuhU2aevZlGzdwd72fC3jWRoQRD4mKBf4/Wgmf/xQaCo1rHJi
AKG6JmxUXXgEoPKtgFD4yut68TRGokPA0gQHb14+yI04ES21nJBolm/HQHT3WgFBflQROv3t/uQt
XeYG+r3AraMjd9P0SxyTIXWNaOjK0vFwNzwYeXZWdAnMpFOB6pMFWu5+lu8zXTfoNONjASl/kyuz
POlA725pqP9wmFdu7g9p8aK5+vVZ27cm7lgpFX7dqkBEAZbV7FZKswt7FvMFYA4YEhjBfM8CWpW7
oylpqBX5MSLxLudpULrmFxojC1cSa2WFL40Ij2vUk9B0ANNmtvQcu09Hgc5O6I7Fe8fiTZ0m/8WQ
0JCF9sEE0bjhFAyov3WC9DQsE+q3hnqyq8yztT/cbDex4n4We4kFAOkvILyRRKL0N03wVcIFRhRN
i0pzQ00fAwW0/8xMt/m4Bkhf2LIfwszyujTtRT4ICHKOdphAVlXpD0g0V94NS4vheiyz3KktSA/k
B4JoRVj1h4J5RJ4YoMrNCr53aateBfqH+ryaNOjQj1I4CES6XW8/9tWTBXu0KibeyP5+1gnrX058
HW2W5Y+wfasTOOmGRLgvRElhpD080M9aOP5vGHPSvIGiCA682dIGqQmJWS7dcBj9Kv0CLKyiHO6f
B0vH6SQ0B0FAG627+U0U9wCSOqOOkUTUFyr1gPByqtQHf+J+oOlLz7NotJ0gWAIcp4Vn6sdVTU0O
9JgduaECdGn/N0HiSJJjTeFGjuQWBBbgO/9vEaehXy0JHYrjHY0R0W34llWQu2GP0vzRuUBUVftY
Z+ABrTVsFpfh1Shne9fqkZzXA2Jyo/CzskC++Gq5ICewYtvk3O/lmtr54gdEdQ+4qkkKca6JNKAB
rkZxTEOklKOWBZEJdD79nia/78/mYhxg16fGChbLXLZvEG2UoePmhnpjQY3Q9Dj7EbnNlrYrO3np
PJ9uD6xGtLEBg/n42eBIkwHeSN2Q1SD4OZukW5MKui3I4oSFgBTQ57iN0PCYrUX0znNSC2mFtUHC
khu7wrG+8l7iM5lPTTpsgLLJvbKJuceTeOem5M/9yVw4e9HBQWLrWGgvmvN6mJL1kaklhRVqg914
hYgqfxhTUCG4Mm7uh1o4gREK9D6kZUC8zztJWdaoECXPrNBS3ka5j3o8jTJrn+i/ulUtBo0s7HLM
K7EnwxbIfs5ndgLOq4nZm2ENVcHHQbE7X5dU8+CtAZ7QxYSmLpNPCnoFMYe9EzwUFMut4IZSs/dC
FdUbyDqSe3pba3uoLRCPm0UNjLxmPPIs6h+Qg8mtwmHBZKVF70d5z0YPqVTrmxCYDvBXvQ+ZBgSE
VovnSFQyACuqPPS8Y4ckzi2vcWtrZxmRe4o53IAMUzQ+gDZQ3kiUkl8ixSWwgonBjImKwbcSO0PZ
bjR3VG/jEN6v2Wbo22ijs7hG6lSJTVSMAh5GpvlU1NSCh2ptebVqiIBVMTwLodLvj0Y3nqO0/1UW
+AucxI6OPRDvfoMbBFB2le57Q2ZH0GxBiddgg9pHtbtjXCXnVjTOKeHia9SrcicrXAGRmToPDrAv
uziilQ+It3yI8qxFrhgBRZ5G+9HYpoARVBp/MFGdSbCLunKTgKyOx6ljHxkaYntATcUuBTLlQWOj
Gg62MTwWde9+RcdFf2giU90oilp6qZ6pniGJCu1zab+XFAPKajIeY0Bqgpw18I3vMVXArbtfs7pF
8WfIm11eUrZ1gDXybQHta/yv0SNZF/kdS7ogJ20JfgGJPDzmIo84DZhYEVSf05YPvjBaPchtZNc2
HeFgoqulr1UpfALBTvzbSVvZlTSxfJUkzrGImXkW3DSOvM77iyWBa4k4sU+8hn4LNVJln4lee81i
2D4gh5ew6hSO9lLmNV05uRYOf3QcwccBJAtw7zmQozcdZhSNZYbAVG3K/EXp3oWEBXQG34T+F2vW
msS3Kht4Hl8HnN1wJDYNRXFMEwyBsC6+S/KrpJck3pvkEeVOr1FHX6yBjJaOruuYsxsOSU7kdApi
gt8UiQAWwqa1vX9kLdwAkKPFrps6OwC3zUIkaQdmvUltpAptIPBApmx3P8LSIMDDhKqCgXrUDfQ5
i3QwtLCcQ0H+aHCCgEswMGhrVnZzX7kpf3Nhv42e38TIvJGNlDosIXHZ2GFWmsqWClbtawYJL6Wr
fsmuM2DWQ8hbblipP0DY2jd7tQ7yOgV4K7NZgBE0j2nROiuolsXRW2DVOVimOKVnaaXZZ3ouKeYX
ptqVKnyOU7qN/P9iiqEmBjNDgFhviDSgZuSlzKaxc/svYOhQ/iZWuiEZpKDvRzKW9h3EP4HHgB05
2nOzR0aEqmgWj6MTRk7Kg7gHb6sT/E3tct1XE/sPqCdFQIGq3jjQIgTHLIWlZZlO+kRQzhtdI7pY
nVl4qNen/phUybbWRuWUIENA90aXGzFA8bMoMvWgOCnxbF6j3JxaFYpxrvSrpNAOFQO/HHU36yGy
GmvnJjLagLZRviZjzDaWonRbAzq+RWtCxwX1yqArK/x/pNoo8GUS0EOgIlEWlCivSWOD8xEgVbhX
BwaokzjQBG6VBoLJTg09h/vzt7QcoD8FsDlEFYgzrz0rXa6kUSPMMOJ/RRREbeDy9/shlnb0dYjZ
e4mxvCXSRQjz1Di5l8g1isFSloMeJnRNUTC85YX0KYUHt5WbaLFX362ejj6t5ABDC/XVrBs8NdI1
wvXKopvLNFhSJ0NONSe0exN6RvStFzxIYOPuATC0qwfhayXsNO7P49KnmmQ8CTywoOM550xWpLJa
sJ4RVAyngVWvgNh9jVLozd2Ps/S9ruNMg796OrmRymU5Aj/a4xENE13PGN2VVbfwnoDU6X+GMtu0
upuDh40iaAjdLj1/aEycDcZzjHTs/lBWpuyfjsDVUGyQlEqjxlAi/tpZ8MYYXirx5X6Mfw/x2eP2
ejDzfJ4b2pAj93RCBqdvMym/5pbi6UZz6ZrkT1Zazxgth4qHsc9Ick5T1TOrNhhMtpKBLA8W9wLw
AwTgtOnfrwarNOWA51njhELJfQWE0AJ8euj8bVbGe8OhnS420HlwZsD8DZXRj3FMGZdZrvROqGY0
oBAHyivTE5qxNwbyvTaNP20K1vrYH+wxOdyPvTREZAXIDiZY5o3aYquWRLA8n76nr6i+gbX59N9E
AN4XOkhARczTD72uxqJymRNa5UXtC8zhU9n8uB9jaYMh94AaBJIQkIlmKY5KW1UgubXDmoJKu22j
lVmam9T/Sz2uA8x2sKm4rHbaAaU9fkmV/yHtvHbc1pYt+kUEmMMrFTtTbru37RfCkTlnfv0d9DnY
R6IIEe37sAPQAEsr1apVNWvOL4nZ2FV/1IxHMXo23V1DYqyzjl3T2o321ORPfVTbTffz9igXA9Tz
XzE75EVCe2E/MkwxeUYQxA59cyOouyiDaAYFcP+X5MLf8/u21ZW5VWft8VEvA7bi7nwxkuyli/W3
KjZXnMrywABsE77x3r1CjhWJD/u/HxovYR+9FMXwYOYAFtQMjfbS/awF8TdKIq916f4IZXNlVv8g
m+beZqocGVOhirad2Sn3DdGtNCkjPm6UQtzURhxtjNGt7sxGbY56kQcb3fTST3EwuC+Vz5uVjqIU
XQxYNGTXS20hF34gycQKRG27DTzXP0qtbEDY3XfbeDCSXW7J34ah1KkjW9ausfTQ9gtRfGt1DTgL
/Yr7aDB7lJuUMkF3DPD17TVUFo85dQSAhgB5IO+69DCpWYFZ8g3jRY5wlM1vvRLSx7bT5aMh59I+
C5No02RwRhRjRuxel+Y+T2TUetTBYj8Lyckgj3RI/KY9dXCeUMAcDRrto0DbIVotVBABJZZNXt89
egSVOBJdvO97tzxIZBs2ACuFDXiG4p5HuvpoJQGPU5i+HNdtsl0uFMpjoVFIjVGCeLPKFffw58KY
LzEM6sASdfpGriA9Xl1DZx9X5C5T8hGF9b0cpM+jBpC5zj4YdUR90j2JZv1C6uMkCSWgNAWi8tFD
n3skDaJ8TsTorlbC1i7U4tE3f/ttAFBdWTsJS4fNoLmFdyhaLCgPX66TrtdNqGmkqAVIYlRnWINo
Lr6hwI5Nsjskj6/KO2Iu5bWMbMRLmpAG2nSxDQMWSYJIfUUWpfgiZvtcsetgI8rwqKy8lJZGd258
+vvZfYoDHcpcqa2XMBuL71ZRx/siNNfE2JasUARmVbi04fKe7XUIVaqxJIh7Qbh5p2jNTleOt4/T
8mn6n4XZOIJaTQdN4sUnNsE2iaotcle2kb6/cmnpEG+yceEJvwLKaL4vgJeXjRczLz7KSXY/GvKK
iWXH+z8b88dK3klymTaa8ZI1AvqhOmlaffxlomhg91H7okrhru+F+7RNd0guf7k9jUsx69kArdkz
Rq1VKwlxlC89nPme8tnQTxnZydRbQdOu2ZmlwMcCrKQUM8jC3LSol9TPWbGV10QBlt5Mf5poJAqn
QKhm1wi6hxB8F6n50rxlIxgiyumFrWiws64EVIv7e+rW+a+habhnpyjMNVSs6C54GdWNwjqZK5fF
2vdnPsgv9QqROL7/Gc6ECUO08lRZ+v7E8kqmhFwG+gyXv981RzrEosx8kUoXdikLQnEh+ovIndYv
sEWg2Cj7zraWpPa+4qFT+pJWWzH54H2u079YBfIxFIpAy4kIMlyOQsh9z9dbxQAJgt5hBqeM0Mrv
brXlYTCRp8AUzw151bsOrKgiYJIw0qbHUYGCYk2KYHExoLKeaKwpn8yJSuXID+Qksnhqedleqb65
nrmy3EvnYorJJ+jRlFSaBa1iIULRkvnWiyceLfk7b5FdGN2r5XiMvBV3tuSXz0z98XZnJ8MfFCGi
sEaB13uSjNSuGrtWXm87rcUJozAIUn56FcyLyIUlZiYqXtaLIQ4OVV5nqI3TX5gw4OOglqaQsZ1t
XqvSkSrUWvPFF0lulvYYrNVyFwdxZkG+3LxROBpx6fHgzJNNFdh/gaC2pmwwBUcqnFc99/7YdFHi
kkEkxde3v8oALY3D7Tla3FUIFNE6Q3/VFSzGzaVO0hMXEwVt7lFscW90sbiVkkzclGUjHwwZxs/b
Rhf3l0l8BjwG0M/cc7Va7aVKPPUBQ3jZag9Z+9CbK8+tq8tKoWGa6jPSEbyWQYBdLk3ch6riC2F0
8kRBQge++SBRDlKi+JuKYsY7x/PHFsioCUV6/TQ3U99oRCGNToiwPBmD+jFQk62hpD9vm7laq5mZ
2eM56s0h0assOmk6z3NPpr4Ho6In7GAawv/vb1u7WqSZtZm/kcRU6DWVQeU6jUCQ6+XUnQN95Ulx
28o1aRzyBkmcJdFJaB9Mby+WL9maZsSaiZkbMDX9vyaM8ih3h+qnvEZVMU38xbPoYqpoUbzca3mZ
lDWv+ugUK81j70vkNQoIrrSTIrkvhte9VrK8Mm/L23vC10/UgQQxlyZ1H6mS0OqjU2mxMIco2/tU
kfUV73Dl36aBoXiBNBcCnAQBl1YURe8EsxCjkyV8jhwz++f2FlscBL4Heo/Jzc27EkgXNFbm59Gp
zWXEO5Awo2J97JvhYJbp3f/P1myN+rQ2E32oopOhUPs/IifZabtiXLk5F4/o2YhmE1b4Zj7ECSMy
XCuEfqrf1qX62I7mHY78oR3GYSUqWJxCjZZcIK7adcYugbJrEEsvPvntfRydknzYlIawjfuV2H9x
J0x9UiBUFtgAkBKtdblI4pPZ30nB8d1NldNGI4SFiYmnJtmVy40G0cBYxL45bedvovBByX+04dtf
bAAqq6BYVfk6N+bmeUUxhhHUyWbU7sLYbpMjLMS3rSzOE/3dgK14a5KEvhxI5ilx603rUSfeL+7Q
XSZoP26bWFxyuu4JlmHIIWy+NCG4gRVERhifomGToVMAFYoEhn5lYy34NMjiKe9C+EOT/zybF6ey
KwqNG56kprhjtDLZrLq0iw4oUm8+GanwNoQkdm6PbbpUZp70wuo09rPIM8viWDc8LzqBgHnO6HPA
eWxUrXmt0vG33AvfhLzZZ3733mcOiq8Tezu3N6hqpLYvzaa5BurUjKKTaT6UeWRX3oPerRUDF+4h
KO40Ini4wCbelUsjXk/gkZhydCqUwzg+A9AN1kiaFnYfDBr0GbI9KDrO05N53cRpjv7vKY43FSCL
92/ui8/PTqmZpnkku3x+pOXGuy+M9zsZwMXMP+V/UEXi5F3PVr9u/SFOVVj0awVG5026gpdemp3z
z8/ipyavhKrX+byX7OLwU2+sae0tnExVBVEBVwXEoDRwX/5+z5Rd2QrV4ERnq21mtEjJ/nFAbagv
xpWDsmiKeJ1OY3zaVdtvQN9VIVPGOhmqbxcpDFnybxF+oh7I9O0jueQI6GieKAPAi1zpC7lRWIqp
3wSnRstOSqwfxRqy1sGqbDUX/kOU3VVvt20uHRVONkNDOpHn9GwiR7gNIZnKg5Mcxk5vyQ9dVX7q
EOi9bWZpQ/Dux1VjiAza7LaW5Cw31SAMTmNx8sZn5f3HBRIOBD5QtyJZPgcxt2Mg52kj9ye53Jtf
gnp3+9df40Xprzz//syhJGZXGCAz+xOsU5Gm7XP1uZchfzNtKblvrY9e+XmkJ1xRt7cNLwQ5ZGx4
VcMDh27mHKiTpFbehZHSnRJohrXuR6w8JMIdIsP5Wr1wYe9BbThJywGhofVgFrobSaukoud1pzE7
Cc3DEAJZG7/C3l4M/4jZGgB3YddhjeIGHppoat66ryRUplpBaU+J5T8Joe5UqfYpqNeYdhd2HXua
pBpv06l5Y7ZsfaGNmtDWLU66RXH6zWpWgtA1A7NtbVm1PBQtFSaEL5tsr44r678wTxcDmOyfuekK
omBNnb5vJt89YduLO8P7eXuLLSz8hYmZAwhdM/GMsZuG8FHsgi1IHVzNsy7GOzN9yFNxZUgLW/rC
3izuqN3a7zS9b3noQPsmp5TlBptfsI9qpzRXjE3zMwtyYAIFokDMQffEPDURWE0XZ1LensLyVTtI
7cf3z93552eHpmlE1U0MPj/QwRBBBrW1kKDWNpV/KJLPt20tbQVoSih6AnGD42C2Tp6lJZVZZO1J
6Z4hotwW4xvEcit+dOGuM0GJWwQ1MjWBq9xqotDVXsrNCQJpeGo23MHQ5bn2YHaH28NZWhkeIchL
crUaVwSGghmFUJN7zclHCD5Qf4wr99rK9+crn6dCq/Ze3Jxqp5K2Uba9/fOXVuPs58+5CjrU5SKv
5ucr2l0QPoz9fVWshGgLawG+Zqr+0gcBhcssRKuqXqwNGoBOgXTP3RIr4GmekzV01B/E2OyIYIay
HXgCmozmGcIhihNJSigim2prh7RAuMXn1P3uym9d/InO3jf/2Oq24fi/BHPj6/tK2mje8fZsXg+V
dxwMiQD3ZDiT/jAQnLm5vLLQjxr9+qTyG2L1LvSp5H7LsndHpfAjwA5Cwh2hIxzDpTflN2SxQMsK
xxVyvYwc2xpLxvWuu7Qwcwi9nGdWMVlAn5V22zxa2XaL34fMh5BA1a7T1EJqFJkYytUpeENaos++
3V6H613Nz2du/uyF6yBALuKyzcWwJhg8qsGGBtGkfe+5n3TRyBOLkxI5z6bZrm7DenA1yFgdILIt
ekFUN2+P4WqKJgMWD0wKN8AL534ydz1RjNXIdeJHVGa4X25//mqKZp+ftvLZVqVJPxlajc+jNyY1
lR0KPz1tJYG2NoTZHFVNAB27G7qO2yhoSkfga1b8/JIF0BQcepKO12TGllJ5guI1lpMN31xzl/jx
X0zTuYEp6jibJj2zjES2atAyZSbuy4qSLGVD9TFHkmNltpZWBC9p0LBP7YnFvzSVKkIfIoBuOar0
JKE0U0jxphtW0hZLEza1vbGh4NGinHJpZIDDVPWKXHACo/F3jdRmD3EqpCuHY2kopGdBHWqMRJr7
4jaJoqaj3/xkNv1JtbwHo1MOUhVv37+HJ7ZnuIIwBlvx5WACkIFJF8iuQzLQsdruORQ720rXFBCv
vDpHBQOaBiBkIpmfRnu2B3I5NwQ0YF1H6UtiyW6j1cEz0G0ka9KVC2Q6EReXGKYAwtFyJsGgimO8
NBXD0OK2keWd0jQVX2Mr/k15G3BQrw42pATIWrnWu4FPM5tTgu1seMooDUnX+v5pq1Y/lOrH7TVa
2nAkaPHFiHmBLph9Xe2KARWG0juFA3AJqzX07eil7u62laUlskjI0YSIvChx2OUYELcZohqO6JMl
/66Gb0P+NRe/9un3d1shhUoPDAcU+u354z8etCaszdg/mQY01TTQ1zJ9d9m2DtdyNdM6z/bBhaVp
Vs/WBDrxqBfF0D9VaPEaZXJq5SG00Zz9nmrBPpSN1ySXf/7F6KAfgmNShvti3l/ZBaEuDy57b4Di
JiDZHWkHcXgKjLU2l2tF0SlzemZptstzeAIruTS8Uw3b4lax9HgTQgGzq1RBew0EubOrAYmzQErH
TSiCLc/y0bfjuFB25OPLNR+/sHkYLhV/AL4LvAsoxKeJL1beKbO0TZF+EMbUVtQvivX79gQveEUo
RRSIGmmDh79wdh1KiMFLPYXsEwpo3kah2eYgWzQSpjl6bbdNTafqav+cmZrNcB2butXmg3cah9YR
hiHdZGOMbGTt2nE5ooxh2eMIQrZdI4Ba3Ljwt8FVirPkqXq5cZMwH+SOXj4n0mi4GIP8Nzn0KblJ
K6H2Jg7NV9Mt1fdf0hKzCsiFsiO0hjMf0xch8tJq7p3Q0Dsk0F6KSbF1Af/entTFfWKRPuN9YfKm
nK1fnimJWui+d4r7gYLQUEnPEVozu6YYQHEmgblyiy4t4lTmpMJA7xmAqsu5zCSldXXU9XA3VnWf
8Ajd696QPbfNk9DvwmKXSjkVw6Jvj7cHurRRuYAmISQgTsQJl4bTdkxlP5a8kwIJpj8EkV3o405V
vZUJXbZDDuCPGdDBl3ZgbeoIovE4sraneFM23+u1oSytGWH6vyamv585UqI06m6R558K4N2F96My
niztMbI+3p6xhVuO+fqfmdnWqMlBCH0usFS+AC4wjr7BXr+5bWNxtoCK/FkRYFCz+DA2xU5pTROv
ada70XgqR22XNP6KlcWRnFmRLyesgEiyGSTWRMkQf4jGMr5LTXXN5a6NZba10Vse83ZwGYsHp8QA
MK3NeDLX1ApuT9rycGgPnWg0FeLey+GobeuRPJ3Wv7dOnUjuzK/ey3KD44FzhMZYmWa2q2C3oLAK
PVrnOiaRoi1VabLzu+HF6GXxL9YG8j4q6tNYrmitdSNH6MpIeRJ6/mui6ijrySs+Z2lhZHQXRFDw
k9D4bGH8Bn8j1JnrJOVgbSt1+Nkpg/dgAYV4b1poSmUyb2BEeL1dNQ5FbqGmkA+4TjXRiShyqR0Q
7dwQi+YbPTbXMMJLAyOSQBoGgDAX/WxgZR+3SlPivMt+XyeFrevHltrA7d22ZmTajWfeZlSFWhmK
6YaASFJ/jsqnqF252ZdMTExeVDimCtH8ElJ6OC8GKcBnujv9mxvttV/vH8O5gVnoMPDSQv7D805N
lMqbxEVNUu313taadA3uvDaW2eFEuSbS3IyxiDhLA3Zl7Ze4Rm+/aINzCXk5pL1XaMWkSzU5KwhI
fG5rpHarU/UXaY4p3vnXxOyOyVtFS8ZcFxwXtvmwId+0hq5dusXOLcyuF90rJdnrGcQY7ftO2gRj
vkvddKP0K+5yKeQ4NzRb/BHia1kuWPzE2mTRfd4+W/E95CWqaUNuFKxheJa8MxQMhIATQyEaQJfn
JVVMis8C40rsrACu369lCJYMANbnJT35NKQnLg3IrlDSg1BhIPsp5T/WqsFLmwuvb1HPIP90FRF2
jdaCptbIDOTC1h3l57j+lAVr1LjTpM+DeQR/J2pcpNGvqGgaVrwOgpSYOs2T1nZjUT94hkLj1wAH
et/5wyEO2q6Em8NM3ts3hJcGf4LPJA6V+N/LCdQiMa4lPRYcFd3XUcpsLVzZcotzyMsdoQHodq6C
zSjkpuvKSHByQ09OfSa693GYKcekcuMV37l0jCayMyJla2IQmvkbvQ7ytM1HwdFg9O3EzyoJlSD6
wvlduQcWt51JBgechXUt6FnV2Qg3A9tO8XdGu/XX0MNr35+dm6od/TLxasGxvEcD7ZHi0+07YO37
M3+j5BoxgDEdm25rtaGdmF9uG5AW9/TZDM0cTelWVl1NFgJzIyW2FNjhm/ADveAf0p9/WmErqHb5
W8np2rdd5ei+3v4Fi9sOHmQ61Xilksy53NhCYA4Kmq447WaHMggCcdKa6NKCCZKfdBTiHsDeXRUh
R6mH5cw3naGRoT8cNu6owB348/ZAprWYeYcLK7OAvUuprw2qYDhQBL4lVrLPes8JoKLaeEn3S0Xr
8y/sEXeAuYQLhf19OXGFaLh1qWem42ru3mqyo9ZGdkquakPn5p1cU2m9bXBhM/IApm+SXhwaJ+cs
khpyX6nvl6ZjhN23wUq24lD8c9vE0koBGAHHR2A9UfXMxoQfr80xMxzDfZL9V2V4aYuVktTSMnET
TUH1xO0yjz8rtxuHMA0tRxey0E5j6VnwK3ja1OQfDcFUEk7h3e1BXfOd0yVzbnKa2LNotJKVwi2C
AN72pjsIUFl5WrbzE/O5A4Qp+d5eCM2DH9ZvTVu9iGO/6/L4gz4g8i3Hd5pf3g352uvyuutx+k0Q
OiBFhqLRFZlO1fujYnm8L5TOe82F4NQl0S5sk/vahRG6zX9JHj+uSLut4q9x1S34HFjjJqo61I+5
sGc7F7WmyAVhYTlKE9cHVXfrDbJ5+cEvvXzXJEX2mPvh9zC22pUdfA27mkbNl+lXwzqNd5crEcYR
4kuuYDlS2qiPI0nMY18l4lOA+t8jlF/hIYPt67Ep+/xD0pfirgbpdicl9a+VLbG4CxFWYB8CJOIO
vPwhvW4EdVBS9dMDRduUUaXa3ph3j4g/S0co4tqvSRFHNrwzzUtZ+eVjSjvvNi1K9aNbydnWy8J0
4+Z9cYBRz+ttvxSKp7Twos+3f+jiUp39ztmBbKRcUbrAtRzQHf7Gz/PBprNT/1QPnbvJa90/dJWo
bS0/W1urJVegnVmeHRqp6MgYNIHr1IOyNX0E5YatsFb+XghE5HMj0484O5m937l63GNkal6Wd765
z9rNaLwX1DXtOjbWBBSYchSzXRcZWiN00IY6paLurbbc98FaSnR5tv41MUendABfUmJf0+nG6C0B
4E176anrVkPgJTs6QDtqPPSuoAh5OWFpZwo06PuW03ofvIqkZ6/uvebX7U23dNHg/xXYWAi2r7Cd
ISRn8SjhL9OQAgAKvL314baFpXU/tzDbXPpYibIbYSEbj7l5LPTvyQ9ljal46ezoELJMBKfweswx
pIaVploZW6YjosFdZgA4rK9S83OUE4j7s40R7G4PanHa/qMSRp8Hr5TLtXGlNBazAHmQQrlH7gTo
7e3vL649qSiapJAwhIPu8vvwy7tu2ImWE9OUuNPjNieYKhF0o6Fhc9vUn/LEPJgCb/+vrZl/TMh+
5aXUWU6vmr8033osKv1JtYanLMlB82gn1Pi+6a4M7654pEF4O7Sy0xvy/vbvWNwn6FuC99Sn1pPZ
lLZ+JSDUMbATkdwtka5QtB9RSUs4nU/JjxGd15VYYc3gdG+cOaQwLOHF0kY25qdRie1M/RaIdnG8
Pao/YdTV7KLKN1G4sjfFGW4phS4uCoPIcqrG6O7oEnkbc1mCv6SPn9ooznZiFQ3bstC1T7obK3dx
MtIUOcb5pqUTwgl8VDnGwGyP/pg0BzUvyn2lNO1GS61uY4Ew3XeR726ztpAfubwyJFQsf2UQSzfo
BCrUyfbD+TWPRsNagKJlNFwnUsKDoh817aiJaDHT+xG329sTtrQq57amk362KlIXFHQgWGB0MiP/
YEqxe2wGz/9p+lm9ydvCXYlTlk6yQRIbgSvKXABqLu0JWSuF9KS7Tt/tpa/5GjPA4ufJ9JBJAOAA
xf3l5zUhj9OsAg5kRg+6I0XO7dlaKivLQOLoCiM6AgkwcxRm1UttnqiuIwTe8KpDcfs4GGZI154B
XUPpf2tHV38SBs1wTCM1vw+CKHowdkvtyUhC428mE81EGdw7GpT6bLPXnpsiV0dZQPG3oraJhJXN
seTmeUzQAadO/HnzTP0I4WKtFT6JTSH7WrjdW5qnuzrr7Yr2a7tM8t+BuwbjX7RJ7RoGGypaV3B3
o5XTOq/ZkJ3wCG1wo/6TF8lGaHl3fitEf6VCsOT4jamNhNcCpJjz93NOFcUzXI6aMjqj/CMkEUEv
1Mo0Lm7KMyMzjy9muhBUmuk6IoS/mZ/YazWBJQMmQCjdIus0Qbsud30adrXSBMR6w05S7sxsZZLW
Pj/9/cxHNFKTE3NxqPxe+Q0j8wsVu+3tg7W0DucjmP5+ZqLoIKVMPEwM0oul3XvdQW1Wzu7aKGYX
3h/aUwijKQY9i+1r6a98fm0Es+vNa5QgNAwPxyaK917lfh1T8dlApOr/N1Ezf+27aaUNHmaC9OAq
W7fZwBT3FybwKFSAJHCG8/KPVSEP6bWGBT/V1hSOrUmNbiUWWFyLMxOzUaT0bNZVhQmfV5YCCmdl
CEu3GqUrLhhLgaViHs8lkR72fdviRMSD61Fd2Jfj1yJewUgvWoHkhu5McD1EUpebVgkTKzXEgsug
2fgviWpXr0m9Fi5ON8o8oAGr+a+R2Y3W4AtbUIiuU6bps6/mdhEpT23fvxKb13Zh8oZoJi2Xsd96
TbWJ8zUtiqVo5OwHzC+ZfkrU1iU/IElJKnnFQ59qj12qvMZej5aa9hd1eygyEMSZiJAZ98wVhFHV
R6hwWk4d2PTcC+NGEVa2x+L2U9AcxBDZRWv6+5m3iSzaQzKPp3/pG/tYo98Jxb3bh2jpGqM3kQQU
1wswpVmgMMoBYA1egE4J0y4Zj1D5RN1Y3otGLd17TVQfyUYiNVfQ3nvb8rQhrjYMrAXQLxhEdnOM
r4LedeKb+Lm0DT9T1TupobLNe7rTomxnIf2+EYwRvYZwxTMtngZkhVCYnxR850LHVa2MitGMIAfg
TznGAoKiFXH1oUdwc0MyvtzfHueiPRr9UNICfk+t+nIRpZpYLAxI8wXKRy/47VvPsfexzD/dtrK0
+9ECpspChEDf+ez4GYSrcdzJpgOqbicR+nTQZGafwoKCgrTyCl2xNc90tKT3QyFUSHs332PvUyfb
OZkoH4mS4svtUS0dgLNRzXen7Imd3nZYauWtZG7KFae19nn5cmmirtSFmrSBE5rfuuLzuztYSTpZ
f5oWuKGIEGd+V4APSKbhm4xQZHuR3Xa7v5mdqSniP9+frXlbC8ooC3xfSj+7yNIE4VpxbSlY+N8I
SDddTpAnmV7X5abp6Nmzoh80dye6d7cHsZgQPrcx80Blbyi8I6ccjejdZZG0lVFp5Nn0qcqED6bV
PUhq8kGKWn2b1fJnMV2japhmae6Hzu3PNkFZKZR1uTmdFrWN2PyUjAerNOy2fc4L3/a7Uzf8vD3k
ayLQaWNM3Jq8m4EXibM42MUbBHUam44gFkF7yNEYIZ08Bh+a0lV/Wjw7X6SwJfmcB67/VBvDeKhK
N6QeEzW2l/uf26GLjjQcFC86efJdm4foZPtuv/Vj/5/MS7SDkOklmZquf38sAU2zBo0yRNTcGLM9
DeWwqg+uyrOxI6GWPO8y/mWs4fsWDiaF6akDZGqQvsrbiUOoSK0vGU6H3OlnM/56ewEWtjVZf2qd
FkPh9Mxi4LHUB4hfqEbmXv6qBcG3QRMrlDWS4207C8O4WOfp72f3d1lldPyNoelozX2X2427crUs
OmJa46fmThoK5ijqtrDKwjO86fvFntrnoXORRssOapJtIdFaCRUWR3Nmbbb0PKGBkLSR6UTJfRjd
wZr1F7MF+8YkMDhRqk2rdjZbfqYUUhunplNYyp1bVp9axfxx28TSXczD818T09/PTFTyUJaFEZiO
6ua2GP8gsbVR3Ye6/3jbzsIGky3yLlMKeJK9mnlmrwkzX4OF06EYHW5iXRMOCID0MDAL8Yr/XNwD
NCpYk1AC/53NWqhwDVCYMh05r57yJtmTDLlvY//DOMR3bf9uTqvJdZnilFPXaS6dP+E9QVBiH/VT
Mr13ZXhcfUZMru/KG5MemIgmoRmaE+doQilqQV0SjzZD9GugHLzJjMSK7V7shINUW/L9SJllBMDM
Bizopj2mETgWuwilwfarXIDDNRZXIp7F9QRtTBurxk/TZgc5FrJKb3Uq1qOsIo7W75FnLoUPtzfN
4vmyJukYuhUmFYXLzSkYXliFVWw5Brzuz3W+plyz8H1u8AmEQ9qKptzZpkzUui3EkmBK/BqCKVrj
NVi6yKHRMgEPUDSYVDUvf3+epXIljRZXg9S/aKH/U4HHT4/DrRkIH/0Y4LSRVDvZaD8UqfKYjWvE
DUsFdaBh2gRjobWafvfLHyC3qIzlmQ78QzdtQ3lSUH6p6tcomWDV7R5hz42fGhvRWHnJLHiVC7uz
CGJEOjYXYhO7xvDdyobPuWQeYRMe4f0M13phF41RN5BoiprYa2YhGb0VfTYYYFxqtdbv/HCAmdMf
3a1qdG9WH+or7kWevPrsQIIWhPoV+WTg9vNWKK+QG6MxElwZ3dwfNc33XmK5kT4YiSL9DkYLfgSo
Hf+pC0Xajpksl7ZIdPNE0Z1pbyupvMubwHwyA4TDQ1TS7gpfbDa5UHV2XqoNKjhib9dlZGz8quwe
fW2UTr1aevCL1dXGsFwL7W+evuSmY67oQNrdPnUL/vMPZZrFLQoj35zrvONJJdSBajpNx09oH9Sx
s3v1JKq/c3/l9lnwIugbi2SpJ43CK7oHSxk9pMC5QIN22yCOJma7yHj/zYMNmuFB4YOzmh/CjLDT
LUxuHrMxNp7V75PiRavMlat6cdII/vDTYEiuGIFL0W26AtJ00tGl3fnq0fXUZ3pT934UCLZkCCuB
1KJvmZoNaV0g03LVYj6agVrJXjMVcoWvbaC86kH+0EfJaRjlyo4Tn6vPtcVS2AWh+iG23k1+RZB+
bn8W+0Sp+0cCkWuvbu7byHuotTX6rqWDTSclUTWwKONKAKLz6rFEJ5D26iqV7wVLLl/7rDEPhR6Z
d4rfqytzurgbVZ6lsA5opCCnv5/FQkNiZXKBCoFTKU9h9RyqqJJ9u322lm4cdN7/NTELtyiHuxkk
S0AV0KAdrB+iv5LLWTRAO61Cv6vIjTnt07MxBHLbqpJPDk4SnzVQuaG3hiBYszBb+DhvVaEgJHKU
fi/ru7XAYvHzgKBID6ELgUDe5QD8HrGx1M+YIdDMwtDYv2+vwFIVn92E6B7sEmQS51nKQRDKrDN7
gG/pQffum99GyoN6F5h2Oey67+6wy7NNbGyFL7cNT8HE/NqQJy06Go3wEvM4TkZ+uM4KXtWx+Jy4
b7L2UW0zCDqgcs8+d+P3Zu34TAtxZRB50on2ZCqpzqIPFLszsU8I0dIw2VOheZSF5D5L0DNR0O2y
68jVdgIwt9vDXFo/gIX/Wp2tn1WmflLBP+L0ifQxGZrPTU6t/baNxamERF6llGvS+zgLa1LkLoOE
xiFHRTczcjs7SEJbGL8k9alRPzRVuB36v7ipUMGBN4ju++tWsc4IWqPwNW6R9EGNDnp5F8cr9+6S
+zkzMU8iFnXV0bctmo4Xht+tRnotRWu0fddYqXctXVUEg5TaOWBIHM9chJYEah4Btne6IP+haPld
2iImaij6LykE3ejmqni4vV6LOxFFDKLQqdP/iiOBnA/bvyU9arg9bf71sLVcM9gpfphsxLoWdx5x
6nZQ3WJlTpfGSjGaTPMkPKLN2yLduHAHuVf9kzvelfKm97e1diijOyNeeQ8tbXs6/8k0M77rhrWx
rUWEL0v/JJubTnlQtffD9QiSJuY6emGQC5od5tTUqjIeAv+kZg9CvLX0lSO1cNfCWog6BnxYUwZu
dqTgxlC8ltSJ07b9wWtFu5e0XYpg4xrx76IhHDsJGsUg+T+7ZKe3uVS0ne64OcL1Ungn9uMduNd4
rTC9sCL0jBDy0T0InHg+Y4FWqGIm1prThLqd17Y1rPEwLBxYqqwG7zsZFCWkjJdXVQliuhtDWXNU
rQPfFn3shPJjHb+b0AlqDDwqFa9JX/UqC9SrUVOPMJA4YfcwgeiT93vsKbiCu0SeegXmsN+gkBLa
BALNaRVkpA9Z/fru03/x/dnWDb0ol7WR74vdLvuaVNGuKsOdaZZwzDe2Wb3/JBpwiwMhmpTVr2RM
almPRqjMVUelgEwqZMWXXUvOsRyUHml7AkJ5/Z4QEOLKc69THWlMxOfeHa0vZhpXdq0W7b2X4WKM
Ti8fzZRnjZKkIjVyyTpkJLMPZmNy4yNteigsvX+0ulXewaUtSeKLXim6siaumMstCQayEEejVh1E
JF4J046al2VbQ3DXaG8WHCvV+amlGZdE2/nsGCexGOaunqqOErU2RmyNPt2SZ5wUoPAQbm9voSWn
QaMZR5n6JKjHmXcaY2vIkyFRHVlwEEbaKnDhmuqnUf6LrUrkDzctUNIJlT+bPjOtVM8vNEe2Xn0j
sWXxaRQ/RepjJjw0awHh0lqRO2Ovwu573bKf+1GmF1asOZrXtYg8QkuhBY2+1QvjL3rDSR/+z9Qs
H2O6MPAhioAL6V/V/IOlr0Vki9sBjsM/RfPrmILcaGt2JYeuQwF0p5pDgGa6ONyFBkpVbYsg49Sk
s3IUF42iHsejG0o9MoSXq6UncWP2ZN4cMrRbN/Z2EWG8aj6iKeSHP27vwIUQhvQugTsEIlwq6rRD
z95VGrnkNKpMzUnl9Lfq55vUSO/aUnpTzfrb0KUf3QJinNs2lzYIb3vYMBUQbnCmXNpEFnzorITd
CEH5pkgcST4qRrpytJauyf8j7cqa5MSZ7S8iAgQIeAVq6dV0t+1u+4Xw2B7EvohVv/4eHHHHVSqi
FN3feCLmwTFkaUulMk+es4pkY7vjWQTozbmRKi6rZGptC+S0jw246mijwKBtjsICDS6AMAjAZCji
gK4tc04cK2pICBW7lvipSlpk4z2A8udfE5LXy4y0c6AaaEWDho7AUvO11AlH/u/oPI4VgJ3JwZvf
rq/NH0Fd6XWFnBVCsbXtFumr9TedbIgmHfhQergGAGTqP4l5ZLcpy+nBMlortBvgDShFD4zIhB6I
kfK7zh34Y1cvJGB59rtxmjnKQbNN2b4GDh8P9dg5NBMHnUpJIB4NMg/Q41//0VsHBkcR6WAPd8NF
dcyyR7NzpvU3zzsNL0DzCEllhsquCgq6uamQ3fpThjMuQhZrzCqAreGvkxZqqCUKbxalKuzk5mhW
NRFUx/DYkwM8otdEc9rBioT+uhB4Hcfzx/Yf0qGpwfgAo6ODzjAErFDlWwWAzpebFEj56pOwIl18
cp2bWVVz35ox4CrwSkH7H1jkpLPOC1YmGkGQpDXply6fHgtd1by0dYmempDCVcZAtarx2Iryjgjf
GzVIvMBZIoTdJWMZXt9qW6UHNJhA+gCM8iZajKQJM02tgGYZ0NQJT2hQL0Voav0dy6rdNJjftcJ8
SMt2R6r06yAqRRJsc6Rwm6tGFxKIckm+EaVmTJ0O23XfhV038x1QLfCjljHt7WJpFZfDlotDyheS
Nug+grOWFq+xrb4vGuEAvWD4Q2IepoWgsWY+XJ/TrT2CQ+X9KXSA6Hv9+xOXk9aVaXDKnYi2Uaw9
FE8f+Dw6kte6BnTU5L6SuTUdVoAeMrKWQxtWKu71rQYPIOr+fl+aJUNwJ7cyfL8o7cL2rS4ro1Ys
9JObGVa2IjvMA9eXBbAdlrUHHusZ3rll7E8O04JWL4tDQUq2d3KgK3K0T4eWPo1vtOuyp2WYUcqq
4/y2XmrvmLRIHpoQt/5WF0yFz1l/p+z5UTJEGhevvktOggTKTAmMoj7ilUEuTL8rnhpwi85ucmuh
IfL6qmzt5VVUEq8ZgOUuoaok00EsugCZUR8t7+tylxZPxDxeN7KxgVFAw3sc2S1caHJKCFSZhtEQ
1EjK4qWoJp+MWB8VzFBlRPI/epIPY5HhVURYebDEYRlRi/EUI9k4I0CjY/ciLERBV0b9lbRyCW9Q
cvX08QtEJUK7YCpRGYUNOVEXJ+jd7wSqm3MVvyT9cu/m4sv1BVnnQt5j+P14YeHJBooSKbogCSde
ylo34tOurEL9pnzTWn/iQRwrgsyt/XViSR4MYIsuMwruRl6rPbGYvsR2c0zARZARFcpLZUq6Ehwz
1lheNujVL2sQNtqhcBs/RXUxXf65Pn0bK4RL+r/pM6X3jlFB2qfOcEQXO0wb6EErAqnNkeDNtpZI
oTIqJzSXamzRPo/zAlXo2xZ8n7qzG3r7YU40RfS8uRFOLK2/5MTnz2jF1uf1ZPL+R1UZ/uj9dK05
BG2Zb/JfmSoHvTlxJ+YkH+3GrE4rCzi8ghK/cNawVHFAN7wA1DP/Tt064JMB2XpcLt4CL1Dnx4Xu
yfRaqG4a1SCkw5NkS9YhkIY3myAi/o9lKe5hxRBkvDTczugwhklqvC+z/V1PLd8pVNiyrYa104mS
sRtl27kdX0ClYfIZT4Tmi2WJt8zt7sfaeIEm+ovltr+bWDuYdrqzQF1YE5WyyPZA18w5iBAvadGK
KYHKHZkdoAK9x6x1DomXfGsmXXGaVGbW9TzZEknOTAs9rQBwQLok98hPy/BQWiSKo7RpxkJ2Zy3R
mxdkw4Y3N8TVBidKk9c6/d4k/xapIve46RcA7liL8oaHNP35SDLmVJSNgB8y7cEG9T610ZWWfSbF
5+v+bav6j9zmX0PSKcqboZ8gl+RE8dKFLZ8D140DPn5qtdQny2tSPvWD4/O6ulneLdGB/Cce8zpy
IKisoKhzPkbKjHxoUiAGq/hBlDepFWQqytbNA3xiQtoQEIilad3DBO98ezywVkHKuP39tcwPICI2
tnQRmQW4uZPEwU6InW9NNr4SU8U5vb1CQNT+ARMAmyRNk81ZY5gFoVGif0sSyOlpTdsHvAJTGk05
ODwgueosn8pauxlFv59BkXB9j2zuRUR1GN8aRsg6EAVJEcPamRMNrd/aIX0rUNauFdHDVuYF+bf/
jEgzGTd65WgWjEzQOUEr69j802tW9Vr3zvSsefrwoxLJtMsW3gOMHwvFQ28zGQ//tHb/QwThAu5Q
ACVFsrJxImOmt6zOD2j7CHv01hmk+4xe48PClp9Nkv0yZ34DfpOnrBhv3XIEZfZ4Ww4qkeCtpwE6
ytC6BvTF2gR7fjamKRHDWMc0EtqQ+Bnrx/ukTstIz/jyzJlnHRLSqFIHm0aB+FgFP+AZZcSEBgpe
fdZzoAyL29S8g1QsyrmWdRSF4ureWmz4tJUoETCqi6ZiMGFXBX4EjQjCK0j3NujAsgY/q8ZnMQp9
t5B6nxjDkc0f6GTDsxf9XuiqR8+0XMZNPDfVO4HqZF99762fwPVS4Lupd1xsxSWx5RpOLUmRYybi
lraLRgHpPpgxaFfC66dyi3cJQwHaFBcEeunlyF6PCyGKwaCRUzRl45fgGguNpQNJQMqbH4K1X3Hn
5z5pdb6bmF7cNtCtuJ9s3jwN0zje9Blbjm1qNsGiLXTXFlSRBti6Jk9+oPwgoCzTKBmwyouZ3fZ1
DQIF7jf0Ay741IrkOFhu5Br4SVAGLlFxDE1VcnBzFLjk4eHRiwgU4/lJLLilx8zEZQ/pr+/cim9j
Wr/FUJS6vpxbZw8eHmBzD0ovF1JSBTCFVKOIkDww/Ze8ARvR8tjR+KdRTW9m16iaEze354k9aXs6
vWf32ow2kEToYVzWj3H7AbCGg8EgBQlZi0tWTBQJeoKsNwXSJcjikLf7ie7y2ifdnal6R22u0okt
6XUzgmVvsSv4yyZ3fVr/oEYbEFW4vnURQvgBRw15WyRxpa1m5S4a1FOkzbTmpo6ZP1fdsc003xxV
nQebwwF2DXOHlM0F1Xwp+mkp7QmwZ3P+2SyoUwrnBdHo4fqmU5iRb3YIG2Vz28GMYS1Ra6VHZJR3
JlUFmZt7DSxgfwBrYPdc//4kLE+rfO5SkIpHRjz/Tor6nhSWondq8/icmFhHemKi7Sv0braridEn
duDmO0277+agURV2N/YA0kKI9VauBRB9S/EyTe1ksDo8CQv2hVRfe+elr76mL9fXZWPCkDtDiRqg
NJS65KyARrshA5Et8kIYDVTB3+8yQYXtIPxGWIn+YGkfJ8CFC3fs4Jhnv1rCmiquvo3r/ez7km9p
jXpqAAWh0djU+8op70Y+Pc9VGY4miFFc8QP8Gt9AuaYwu7U0ALaAu8sBusXyJPg+NHrnCbUxGtEM
KsA4lnyPmnFrfbm+OBtbDcd/7YKgiFwuUPupAU5x3kCEs5z0GyR2LB+cew/GMuxN1h9N0ShQdlsX
/epvoGwKzijIzsh7m+X6oLn1esORZ4u8Ajyf3NNChK1D2XOsJ+y2Lxi607wBxNClEZVlvo9pBhZG
q9B/DLle3qArTJW83HAeKPLiOCOZjAmXO+hJN7QN5MwRxNE7Lf42axAbQQnwA5ONbqgVv7uSm0i3
L8tMqND04KA30Eu4th8dhF58EZXzFatwa6PweN3e5tb9z94Fd1TTurXIGtxZSY7oPnSHVZUuyJxg
AcNPOgaduLlucOuor5owABCDI8CWoV8lkuhp78wIE53Q5H71/L99Xpq/uc+dStfxeXt4m2915yOf
B5kyZGaAPkH1/9ztulU9drqGz5fOnVc/fqQvEtnXv99fz+KJW58QyS48xveLG2Ls23R/fXa2Vhts
BUB8rNVfUOadf35pbS3De8OOeFH2PqdumAr+DU2hu2oadxU0Aw03t8E8pApat1zVqWHpRvQmSMrN
ZAEIBAJEUz4Eow31UPJzcuPw+hC39heQK4CSApdHLiKJvJosCnSLjSDsa6Y/eYoIQvF5OYKY2rKa
SIvPZ3oO1Bb19ffDVfEMXnPwcHxw7dISUU76cRkmM7Kczg04oKUHGyJcCitb6wH/unaNr6R8ciqq
ZwkehY1mRqQ8FGI/tUfCj0umyHFsWgFuH9jsVdhbHovhDpNRjDWJGuRsZtO5cUsCYXSNhyhmqdzz
GohIhR/UFNBbg5vQXEOv872dARE9o/mfRHwxE3QGTJD2cV7bof7WAbTtF9RL/A45jevbbetEoTQL
Jmp0fq0awudWy9xKADOdTUDPm7sWOE23QcuAmf2AfvUUDGn9ZnooogyFp6Is2tqJQNutzXsOMCDy
LYlGvRwULokZ6cPwmZXeXS5KxU28deMhVwpZ9lX8HfDp88FV6dwWzGVmVPEj1K78WAsH9u36BG4t
24o1Re3cA1BLftWD5we4AK8GyClBwsc3pvJn6YGCj1S0+pdAyexYgGw1jGuI2Vy3vDk6XOXYL7j3
Lkq34MyzzUbHGTD4PH5v3G7+6ja0CBsyqXSTN039AVqhHg0mbOlWKgRdiKO1VhTn9UPqlsfcYLdx
nSmS6Jtb4q8ZubyCAv7cNayDmfLQVkHeKIKT7WFgH6AZxwMeTTpiRubweqb4vuge2uV2iH+4xpcP
LAqUdvGERtcB0MLnW87VqpTXeAtEY919ta3p6KXxr3Zw/zczfzA4J/esQAkynjpq4h4327AmzNsv
uPGRT2JU8VLbnLS/I/qT7j4xxag+CFa5ZtQAZ2EzZP9S36EKT7vOvOz8AJf7/2n7UxI7McJRWUj1
JQG0OqUt8ZEc0I6lU1u7hQ95oJfA8UymEnq1NTSkT/FiRys7pHMk/yAgJbHi061IL3eadWTJQ5Yr
nm6bJoBFggVc6ABFne+HZlhSay514JdF8TbF7aNZlDsbIm3v33ZAvv9nZr3JTuaPGknJ7Nq0okUr
2895aqWhXZbat0kYg8oU2Vgr9D8juQaXigYF6TU6G3ppmiyxIwi9Wv6YWuOeZykPWscuBj9Nsvq+
FMuyr6u2Dl0e06BptDngUDDFwV4AeM77/NhDPHU3J4Y9+BMUjQ98mOuA1Dq/dSGe52e0n3zhDOkt
rdunDK3sn/Ssy6HRZMfHBO1Gex1Mq+FSD1CmRz/JQg24947+jLlZV74t+jiYppr6CEgK35umIZgY
SX5rJQEMtda/25quveHFSHYaW/g9X2YEw6jvgtPAQmM1ahsGlC5188WOE8PPUpaGVjX2N51dp3t9
jFX5xK1YA44JmWEAclFdkzZK3aYzt3rgqD3dC00TVFVahy5IUDjk3gfc4KkpabOwhFmtNzE7Sjzw
cTx0eHeqmIq3zjOyo0CUgX4A3aiSGywyT2SFA09bj/39muxt6jiBmJv9qRpda1/ZKo7FrasD5xiF
PR0UORfUH4PVJ3zQLDMC1OmH4yx7gH+ePnDGTkxI0+alSTyOhYlowjDCxbCfvdk4dtV8c93MVkCx
Mpq74ESC1OKFU6rzWasGxwTbbvm1N5pb0YkDLS0AtFkT9uCh84tcBdXenD7sdqQvLW9l6jv3H0JL
SD6mCANp+QxhFXtQzN3G9z3Uxf5wtSPSlMtjkMi184E2ZrRQdMm5qd/FqWJXbxwgBJOg1IVeBxyT
7JbqOR60esY9RV3vZ0J6/WUwy2ZXNpq1syaDKl4gmyNC7RGwAsTsF4p4U8/HeRjRb+OY2S4mdtiO
iuh1c0AnFtZfcOLTJ60Q3lTAwsDi58r2joPG7rpBBM5QqSKjzdFA/AKUK3jqoG343Jan1YNYI6bI
Gf3W0Xaxbeyvb+vVf0k3PK6D/yzIsR3U6fB0JohWlyz+kVDAQOepeXVneLkPGEK7LgC5CMIu+iUh
ljV1RRyb0dQ3v7XYYL4rTOaXpFNZWiflYkgnlqQFatCDKMiCHae99dnO+roKEDjBkIVgXBaLIlm6
OX/YuvBtcHFIPZ2vEKSl0U8hECFZvP9qZfnOLSugjV1FPs3Z2gmrHg3wEVCDv6CzsIjo+pROJOpn
vfAXvQTu1CptdO3xIUp72w6retB9jwvz2Uz58NnW58U3Eaf1Pu2y2Y+p0yK32WvuvZbl6TFLV+UQ
aCrtid3Pb4U7U/DfcvfebDp+Q12t/gy+yDwwkrh5weLld6WAg7VAvxwsZsuO/RiD7iReynJPYqu6
i3OU3XynAX2Nwyx6LLu++wSypOLOS2IWLvlR9MNNh8Y8NwndIkSb+CGBhNwMgTwtmJM4rKh7lyWt
9YB7HMnJsulCHRQyzwxKkUGt6d2d4Y72k83d5F/EL+7O9jK+77JJ7LvFTffVWHP01+lT0EyIWgba
pgH6RJx/l9pJfa/OiE+aQQsti887M3aLPRCv6bOTa8mxMPpi14+6UCzcRlsKbgvAMQCKwPVx0XnR
5EmZGIVTPWHLY9xlyg7NggxonVJEEXO8TI9GXru7dtC/ZWNeguyLPuksK8JVP9Y3qkq7abnBwrJy
X0CalIfmkGShhtrW3ZgMX5yiVlH+biDdzn+zdKUapOS2UdrVU2M1h2rQXr2e3cWt8epp6b4zx6Dq
Ft+z5qNb2vdZjKkWRHHdXu73858gnavFi3MOFujqSRffNO3WhAT3dX+kMrDe9ydu3B7RfcHWMQ5f
bQdMwIrPX/oF/H6kixA2AgJyES5Qzy37xjKqp1Up0RYPTfk8wM4HxnBiRPJ0XeYWfarDCLr2Fxqw
Jbz+fdUg1r8/maO0bmperIOw3CATIWS0yftzeWhxBjgcnLAmhB/lXB7eZrQn2tA+0ZgHKGst1Rfu
fYktFS7qcrkh/7CSQiL5qa+FifOh6KRno9al2VPtBiUN8Nx571Sdf186MqJxejZX+D6xfeHuPbAq
VO8ObWACDU8O+m2hfCaXf2c7q3LNi9Mn1jsh7z2f1YpEz+V6I3uPdBnyZbaOCEo6dCVtdLxBqvSp
de/S7FBVYV6+O21xbkI6dmOi5YZOyvRpHPCsDHJ7l7yfpPHchBQ0LajU9CbDKCjHuxSRpuJUbG2l
k1lypfponULrrKZF+mQV/yZl6XsquLRiGWR8xOwstPMSDGBJX2nz79h1gU4+sF9PB0HOz4PbNjZx
CtgY2kCHIql5a6m8x0bBdV0IHDlUW62VYencxpItrNFajT050P3SjSZA1rWlD1l1M8RfSpMEPcgT
vO8D+z3QX5r3u0qPbNjnHX93jHv+O6Sz6ZkjjysjZk+ChAPZuyyk79d5RuynA8aAaBzvXPl1qMXj
tDR9lj65kMKjhzF+6bLD+z3MqYl1W544Y6cbRyfPWYobBYyzN0N/RG/tdRPrRJxHzuejkBYsZhbv
tA4mUufNQO6tOjptQG3FQLbOz+lApOXAbWAkGgBAT26849Ox1T+w3KjTIJuMzOVleSG1Id2Y5CZ7
qvWbNts11YGrGPk2h3BiQloLM3P7kRcEOxu6AVXgVoqocfP7K7kM+sDxWLLM87XmmpG3CPfZU0J9
UL5zVXSyudAn35d+v2c2Qz0yfH/wHpMSgNFHvP0XVVl4y4+hFv/fKKTtVA2VnXaxzZ7sYk+yO5Rn
iatIYKgGIu2laenR+Fc6WIg3F3AlN/Cy22pSGLl8UK4Pu7/jkK7FyS0q0aOP4Gli1b7tdT8Hhatr
/xis3eA8UT0q6ufrB1G1/tItac/MwKMHMzcv+9gBWjv8374vXZGjCe0TOq/fN4M1NZMrbnnF75fL
2VpaASDs4PtgGuO/CxXPj+rzxvnxMPvMQY8pFkQQv32j//xPk2NLVyPJe9OFr2VPfX9rt/tR9fLY
3LPAEICoF03/6Mk+//X9xF1nMRf2BDZAuz2U6WM6+JX5+oFRnFiRthB0xp2JdPCCuRvY5TH2FFto
83CffF/aQhzdSXXi6OyJi5sxysqbWaUdoJgnOc4aaqQV+IQRTPqtKyBwD3kC9Fe9XZ+njXFALN1A
sItnwdpwe74aLchOiTsnyVMPJiAAHaGy0SuaIja268oosyYlkWsDdci5iWUEeWvDBmh/xbHvOb9A
J7u/PoiNqUJzpaXjzx9KN+m+0K1Yz/F4WKXgTGRa7rzsxZmOJRpNrttZf6kUIJzZWUd6EoMYpuaO
1arZVmjfLRCTa94T8eqQeqk/t99JrZi49SRcMyddIMRNZuIlMKebb2UWxeywlN9A/pOZy7vDYSCX
gLxa0/sb6bW4bVEby2M9sumRJoFTPfaD4sBc7oLVBChrLNDfoSQoHRia4NUwmZUBwprASaxdz1QR
osKCnMsVbpHx8o+F9BsyZpOKyOvyqKzAIVBIUAK5votmGqPvUq2qZiNaErofcvsZFFBHyBAerm+y
y1WHGQBDAVVaX7pyxaDJbF2IvDfAkV0d47I/aF3zywAT4QRqgpYPirOzOSrwfICdHvwxqFSc72nR
zEu5QAAnKrXx1k5j3610X9d/Xh/U5clB+QOdDyjlYP0v3kLQwQDqmiFW6Nh8l7XTM3e6IhCV+DnF
9l0lxIvLHMVz/tIrwCaY8Na1wsPkgm+UjR6So4WOOnrDfJGX0GN3fpntdOzMXFXn2dp8f6g2kFsB
+ksG9UChZEmWbtCjav4al9/KRCUsv7VOpwbWH3Die6BZ6zYihQF3OUByJ0TSGCKA4fVl2jaCtB3a
plBXkan3iJuVgvaeHi1WFbaiD4T2bHGFke2p+mtE8ta5aXY21BeMyOM3vfiEYPL6IBTflxuVs4pq
EI+CM4MigF+FDuS4P2AAqG3QuYBqDg2850th09E2UixIlFsvafqzQHrwuoHNZQBYEX4SZU+wOkkG
HNKa4PbSI5YCC4kmeHoAqhGIGiDfFcd/c7JcEFqDxQWE/HI0BrnExhg1LIZFORoVl8BW9dSoLEjX
PzDpJBGti6OvNy8sq19so1ChFP9IdJ1flWt51Yb+A8gPQIokzZipT1MOSh3MGM0SUIXgNmb6fdvy
Lxog7Y4hrCDp+O9atI3PWHocaX2MG8Pn6LuhbbO7vn5bngfETEDLgvQDEmZSUEXSYdSHGWLLthm0
XzUj4gaYZT6wcughQuAGZiHU5KUhg5jGGQdURKPMZOXRne0ybBvn/Q1eIPww0bMLRB8ubbn7Lvem
ZNS5bkRpBomszwh/PnCYTg1Ic+U2gC/g6jAiJ7tP57uPnNXTz5Pzo9ShYQFa1MKIBHh7WFi/+5lx
Pj3SIrRitMdax+c15ziinUtXfH9zJ6G0iprxSqovS/ANzVzl5WAZUWMFPTiIvE+ecU/en5LCKE6s
SJMUtyUaXUHmBM6VLDSGNPz3+nnYqKitpLQInJAbJEjgS8Ef0+wM8V+qR2n5ahsvFc0PzI4YeSRp
fd+J3rf7OByLOajFp3F692scxsFVC/wyuMxAiXW+BepegAe5dUXkulWYJlV4vD66rYDNgdMBygcd
opacr07yum4KQ4gon6Gr4du62wW2lg9fZwSL+5Ho1Y1tLqPicbC1M+Cu0VHqgSoRJfjzUVWZMXDo
6eqgjQcEe6gL8WBzgsJqDykrqJIMCsjglj0AstHiAAogFyCgc3vpAlaMLuG4VQ16KHv3yKubgu6z
WDGbW9fFqR1pLy6o7dv10q7jit9E3h1BUfj1/QuGHn17JUsGTFlOzLd5TAErWQTIKuqDzbKHlQTG
t8b5AcDLO8D+3p9vxJSdGFzn9iR2K5iRMVeHwYq/2eMtaFbDZvk8WtMHfClQMjZGBZ470NOe22mJ
FrcTUNkRQR/I4AW6qMPrU7e1Oh6w0ODYBaINkgjnFkyxNAhEF+T8QGNkNwdmvL+SiMDGRikUVydQ
nDJGLwWVR2KLdV9PTQC8TAMIZZb/c30YGwHWqRH5VluKvnMyBiP1ZMzAV1q7pnQG3yYqxOG2Ibw+
4BrAACa3YGZ0jvNyfRZ4/ZFrv+L+rps+Xx/LxpLgZkbdxVv/RSf0+ZLk0BtKHS0H6Np6S7zfxfvz
daAvw0N0ffiCTVA++LUB1RNNIyLK6oeOv6FzJmd2UC7P14exMVMIlwAWRtvFet1Je3ds0e8JLQwR
pdzP+0/0rbEVyLVNC4AIE7THoaNQDnU5+NEX5O0EhEKaXVpOD/0c79ouf3v/QCCNiEsOibUV+nm+
Ho3RgW4Y/BDg3HjQBQSSRBZ0jeJtu7HoK2EqePHRz3SJXKznSpi9wJ0W14/68lj8/sAY0CCyktii
9VTm36OalyfMzXDMG7aHpGBUglpKxLrC12+tCBr+dOgzA4QOY+dTtUyO5s7DhK01ksOijfu86d/A
WqtADmyFHxRU9a6xCoGASVu6u9DylXe0SuB/PS/2Y6ItgVmkN8Cs7XNu9j44LI5VYtzQRtxXXf2z
Ix73hyx5uT6rG4ECfgZ2IGYUL0f5yp4pW0xgtkRUgGlwKtijZpdfoQbwasYMpZRFsRE3KH+ACwbd
KZ5GAPpftBiPMzgnirEXkT1lZC8aI/s1dN54TBHuhaydx93iiSKArHLx1oE4Iqxja+p8qPl9xIcg
owX8K9w6+tGlBUhAHaZr6y9ZiYc69DwtsRckZR44meKQb/C8YtAmiNn1tfH9kgrPLlnLC1ugn7ge
HliSv+baDD54kQ/sUNC6foSgNL3VO4sHPVB04aA5H3jy4uDjSQ3+SvCCyb6MxkXjlIMhopmznek2
T72pEtPZCMfOTEgXcTVlVcVNU0RICfh0frA8LewS9Bgn75dghvw3nh8rWTYoi+VsBxMeMMxGISLP
DEAgXbyfC97F7WJjtXAwwM4r7Y18EkgaojMDSrJj8ujoijh5vf6kzAAOAKJ+EKSizV5+JnsZ3sgj
SZfIKJqjbX5PC33XGi9lkgB0+WyMT9fP+Na6wJut8/THs60+4CTUI8JhXhV3S3RHnNd9oCXvfxBS
YNYhPrlWZNE2f/79obVQi837JeqPSR9S9ijIY8r21wexcbvgEBHcMBaakJBAPTeCR9wMFgz0FXvQ
Df+cdV8+8nmczfWqRxwmz5GVDBTdNmhbLr9X9k2K8sl1Axtrjt//18D69yeLUJkcuNsKBuAKDh3p
MIox9NzPxB7R3NMGI0nC6xY3ZwyytWvr/VraJOcWWe5Oi55CO6FjuzQ5lIrrfuOiRI4OFB6QQ1mF
d6UZ66exq3jXg8gl8VOck6dKpWixNYBTC9KU5WMzUm6DlKYSv3IUzlJThdZUjUG67Ic0IRyDAP9b
vDOMnd6FXHE2ti2gEwk8lfjzB0R+suxmbNo1KhxOxPgtUrN1fk/ez06LUgnKmP9vYv0JJya0qtUX
jswb0vweuLJWb2jl36sv799Np1ak96JduMC7Cwwk1Y9OcSAqZMq6XSSfCAEHCMFCxRBxvcy3ALmN
au7Hwols9oPWt+58aNIf1rdOvB8riOla+XSQpYQXl9OyRgVKarA7OJEovnHtt9e8Pylx9v11V58s
R9OCuAz+FrST7hhM+o4D2Ap99kbV5rA9YX/HIS17D5aFdBwxjsk4jNDSZKEFbhSIou2uL/zG7YHx
rHhp0EKBg0ZyvMSzwaGGsCbS7H8KLeDupxx0lh/ZXSdGJF/VxgOpLBckV3rvvrKSHJ14+HF9HOt8
XG6wv+OQHnPZQnSoyYK1Ds+wb+2Y75NqXID2n4/X7Wx5rbWDCxOzcunIl/tcJ4WLNXcjDaqFbYgm
iuvf3xgHSOGQ80KfBCJK+YHSCi815mUEb4x3sMub4RfErK9b2BgBSpNARqxFykvpQGLxsZ9MakdD
cct/pqliQ20NALwkaHgEzPxSsoW2ulfx0cZN2IxBlrUB6+7N8fN7x4AWN5SQ1hwBxODkCI5OeOJZ
cwaOiBm9MVByuLn+/ctBIP0M9SMKLQq8YuTXg6DQcwLvNMookGoHzGNXk/yQMBXf1OUhhxmEupDH
XkWk5Hqxm9q87gyNgM8KWBhtT52n0rjv8wPRv1wf0OUxP7e0booTt8V6qud1B0va/OK1tyVA8waA
rcX78SrndtaJPbHT0Ewr68IjkUGnwDI/DW0B5bloNiuIUEBpY/f+YUHLZQ2zwTWKoPvcnOt1VlKA
ADVynAS7gEGH62F0DJ8IRa7o8tCgP/6vITnFUi9N4YJglMDtk908fO8ASrw+lK29gGo7PPCaY79Q
9JwYBd+R3tpRAxUsYeWZT7Lpn6bP9+mY/0PE9Hbd3saIgMFC6nZ9pawwmfOp01p08Q7GPEfO5Pwq
KFyNk727DLL6GHQ1o0SKBL6cijTM2uJZYc1RZj+zvcUUa7JxSCF8o6OfDKlbvMClvdY3vCEsweed
13y479gD+us+MEcnFuSoyBnKuYzNGXQfuT/0L4squNtaBPBIr34e/4E/O18EnblOapJqibJ0CZqe
+mNivt+VoWLz14R0RMrEpTNaopbIROTYixAKCk4xBdcnaiPxg9QDGppB+YhwF0TE5wNJ6sUk44Dd
NPIbkMZWpl+10BY+JFqA42gvu1XVTVXk2Jg91NdWyh4ElGDOWY/UibNJxq7MO2inRh6ZArRlooHv
/ZMHC0iko+yNFI98SGJr4cZg1sDYJP+4rALmLhyVcoprevY8dEGHKZK36Ale858uOR9GUZhxMYyo
1TTNw2Iv+zzmvl6Bkaq4SYaHpL4txvKmqd8dyK59reDpAZEpHvVyJzoSvS6bCZLsPPcCJsafU2vt
9Mr6blFDkSHbOKiYvpV9CBAcoDKlzQFNp9LQhxpJV+9Yjb8n41FjX69vwK2tcGpCOqkZqC9Q/2yR
b+21MJ+WB85zxV7YNIEaF7IUELlHou18mVqtNNpcS5HbzMbEH+v+keiTwsZ63i+2Avq1wauHvDE2
3bkNVk2mmDmGoU0elGGKT2XrBrQcv0PFN0T37+invFW40c1xoXiAtAhahy6Obq5leOZXWB2zT3wb
Gcpf15dmY/WxmZA4MhGd4ykh+biaumNKm3iJ6vRBb3N/rjOQpbz/qgHhKD6OsBZwUtmRTvHs5tAI
WqJCaGHWiaBUPZQ2punMgrQ0Cxeg3DNgASvifhtUErTr/y6tPICXKyMTUjoQopU2cINWJ9LZWh8x
u4VEOQQ1MqP2q355bDPy6CYt9XPDgnCgKtGzNS50giIXiq4xULtJTrSdWVezoRoQQk0BZ2CLeT82
CTgIPCgAZEYcACdwvqnNmC7WsLAh0kBlY/P7RTvME7Spdtf32dYdBDtgH7MQbABQKD0Ba10DKEKD
HbOZboZ6r3P6oGvHrr+lrjgaPQtB335IXIFm0e/Xba+rc7F6iNtw0WIeLzLKqFeBOcTMh6hKv2gi
D4rhdhmAbEPv/XVDm6t1Yki6KxazXxPmxRAJamYBOKmzolWVTrZsQBcB/wA8fwmdQXkodbKmmCCF
9arlgLIpzurWZCHkBH0+Qh4AjiVHWpBhTpocJb62dPc9fKkx0BszcUNRKFzbRkwNBhwUgZDmB7mf
XP5KEt2eyrIao4k/ryIMefMj0VC8iJN92ny7vjJbbg6PEGBx8fpdcQTnu9yySmpVPXYfYc6Rzn0d
lFn9S9PfT07uoXTx1460AwQfjWmwMnBQ/EsT/tD9NL/3U/3Q/lSEdFu7AIk66BaCaBnB+/+R9m3L
cetItr/Ssd/ZA95AcmJ6HkhWlS4lqSTLlrVfEJLtzTtBEuANX38W3T3tKhajeOR+mInYbZtZABIJ
IHPlWrOwLXla5GY1yEPWhdK3Pk7UBdo5ACdRKQGZM5SkT6erz5KiK4VoD+2YHwb0JrK6eXLctTaD
pVEA1QE3I4g9yNucmqEAKhh9QbFfsjj8Eelr8OWlsI2kpoGjkwBHMPdliye53iesPZDywNO/rO4F
F3i93VfojUv/dMrtZSdb2jpwZdTJkd4E1+JsOK5mNmWeI84wcKyUMRgxvxUKheO1dMHPD80D2rGh
aV6PrtZeP1FziclQcW+KFJRfw14pdmXS6nNttj6J5IOV8W0BxojAyr+nEQ2xyCs+uFBGB1E1REen
bNhEWTA7OgSpXCUJDqfSqO9sKe/6pEQVlwSNTQFGl6EsihdCsr3oSkifEnEFyZfn35hzxCoUQ3CF
OXuYV73uNbzFhjNayy/yK7d7dJyvnLnhZTs/I8TZnIOmH5sb/Spnj40OXECDxhBB7N4Jh6i85ePw
XEEYW2RN75ORhkVqhUn54srofWilz+3CQaqjDBrifjOIExp8uG9dlDT1bFeZ+YNT6BtB1pgdliLd
RPIJDSkwYJ4xfbZlhJJ7ggnJ6RWv9xk68t3s48AyzwKBGTatPV0c5tAZZHE9G6DN8WCRu1Lf6W+X
J3shLiCbg5oKQGUeSrSz6MZBgddalTEcEg5pjxcbkpu/YWBiwLexVfFimCbxaAMpkOwxu8Tv51kS
1MiHATJ52cJC6JkI43Hh+ZlimWMKC5JFFan74QAl2cBxC6SjH+X4zbSfY/LORqjgfLpscHHOjgxO
weloSFHFPQhJ4I1fa3tNGL67pqu1bABJXUQ4rPs8uqHGCbmviAwH29o0XghGocsDWHBcvEKBasZN
FwgmZzaA2mrscfBod4igk3zvGp9jfaVqunDhgAV4Lpho8K6es56Cbc3lTk26g9mkXzXlbaWSIEIC
MDLjIvY7O766PKSFA+HY4Jz/1LKSTCaN3kFLh/j5sO3AwFQln4j8+BP+xM7sdjPwzBFNDjuZ692R
0b1pYpAVe832PxvO7HLT6L1Rlr3CCvVIuBn3tHkuu9fB2Vw2s+RoEAAAIgry3EAIzTanQetYbwVu
oFB7V/aeiefL319yNACeUZaf4IvuHMzGVZ9WddwO0BHufGEAwgLoh1i5cC4NAjA2PHqtibWVzOaK
WuO/tmOpEl9kT5yvMK0tGUBKD/lo3G8mDrnT/e7FVUPyvunBu4frpYh3lydp7fOzENy4ZptyJfpD
PYTKCbK1G+bSXjz++VP8PApXJAHOTvX4Png2e+mzcqfrN1W16ddKziuG5vIdfcOpnqJx+mCKsMn9
3H30xgC8fmW98spcNoTeG7DN4oE2f2KUrrQ1N+b9gdqd71lJENHRz5wnoiC93K6415IPQ0wNLydi
ITc5fzv1oH+zaDJg9dVrlYGQbl9ZK0Fl6QQ7MjGfOHQtiMFzu/6gRLLLsM8lmjSDht/m1Z6CXblf
c4mlaHlscBbFmtLSRaZgkHZvRX7bJ3tev+Zrh8DyzAFwCV4lgm6saRmPHA8ynhawsqQ/aB4OZbQv
WbHmC7Sc/Mb+wWHzf2Zm+wc1bpYDCwy346ES1s7T1rKRi+uDPg/ko/BWQ0P96UAKAO+HJkIAqBvS
32ZdV995ss8DZjTlrTM4OrJspLtyxOhdxdlor5xtS/OIyz9Sk0BnnxP5QS0B+f0BXZWcfdLJjTmE
3Vrj5pqJ2Y1AcHRDA6BLDjp/HbMo1L1PHlolPr5QP9GMADRCMWWel6JDXdJCGCgiOK8ibMnKVXYB
f4r8BlrpkZZGS/UZhMNl/cgq1aLPHQg9u/bBi1m2+zH/NkJ7ldM3yy19J1kDV03uNXutIA7hHo7M
CqLRvH5QW9bQuuagH1r9tXObTaX328q49cqQNXogO77i7ktL5dkoLqF7Rgdt3WxXcTMeaW4ocpCR
1wc4/fL7gVrdg6o0bWXBjOnoPBsbUiw4voEQhUbQqeODDQhVoQFlH7cbt0I8JOQR5YUtUtmB3YRS
V0GOQG/2wm+QzNbI1iE3VLtS/aYsmG/p71W/l+U30qJbKbuu6zVVYn1pZ6LpBvMxCXCfpTrdyhvL
xkRrlLJ2TDoBZ/qD2dIAz3RQRe6tZIfeWtyEQQX+ZlvXWf2IYBFYA64h5iMkFHEBCqt8LUVuTAHh
bN4oQh4SvgvcrMIpWebm6AZC1sAq9l7i+pJcEa1/LPi7VqaPtN3UNvcLZz/Udwl/V3EBKHHnV6rZ
MdO7aVtIlTfRxk0f+jZ9dIUeRKJfuaQvLy+mb4JdoFV2fo6KrGRdqWN56/SL58b+qO6JfFJ1vdXx
mK5cpO7Yxhv+KuytVe4L86YqD/EA6ty8DA292TQ5DWxnCFLOfFQFHmn6eDliLPj61GIx1QHgg3hn
n/ofa9x+YAV6LToB1dSRG9E+Ks16Q8txDUGxsI2RX0Gb0XQVBnZ/tq3SqNPsRmDJKk1U+0wU43ZI
u/HGHjsRuKoSz27WVk+N5mnXlwe5aBkAUHNKluI2M/n40TFpG5mtp6jpHHoXLHGUQLPhXoz3ZRNt
exCdqGZlV0+TduKcyMsj2whwFfoCELVmm7rUs9Sq0kIeEvfWGG//ujyas6sFvu5AOAZ+jwoUttbp
aEalWT3JdNRvuO0FZZvFPvDAbWArllyVVhatdJicucjM3vzk6mtN9F4vD/3E5ZvHhl8SICCQDVyZ
trNL52Roqkwh+wWUwvwSMAFDM9kP7UGvOxoIGrm3AJOYvqslnw1I1+0w32u4qMXJnDgM0UKDitFZ
rPfytjCpJQ/6sBfQH9DSW8U/iw8/cKahHZmZPPTIA3GDkZ0xwIxZ2iGxMj8eXi97xcIqoWiI3TWl
geAcMx8X1MwrXVfNwVHxl1bV+VNZKT0wPaZ/vWxpYcrQAgaJAXRiTlib2T52CwpsZVLCEqNv4Bp7
0ArvmvX5psvbNb7PhVFBzAB4C9wJJ/2L2ajKROlOVNs1+v8eefuY59fEeb48nBUT87wG+ledtOAw
oWs3Ior8Wr/v1/qLF22AmxxymCjn47Q/Xf4C9dQ4qVl1EInTIzdTdLjE5Pl9wVY1jxdWByHBcWEG
RYizFlMjqkdP8qpB8Xij3GtbXYnuasjfL0/awlYFOAHd0hMUHRfnmQ8UrEJCkKbNwesKu/C51Adw
5UNGRkfq5pbLOL+irUpWgCRncRyCLiY4J1yMDioX8+eOnpFcI4bBgYsogirKfYcfCN1WPQsN7Tb6
cN/DZA4VMACm0CiInPzpqtnwC0v2jB8GZd5a/E+zM7eXp/H8oIAFZFRAhWJCMm/efjQaZgSER1Ud
WrlPHV+uJfrPqxo/D/WJfxmlfiSyZ+8qMLi3iRnBG6DEjr6ait1WzoOjI8A9WCiIya9Z8sDq68Jd
iUbnA8NlwsClFg6IIDFPS6k270fN4M2Byiy7TjVHBa7jrr2pzt8jICJBzEPBf2oVBZPj6QrVTjEM
PVX8ELXyOdeNl87Qg86E9leehcAjZWHcVqFe22PgxWQlp3C+qQ2g6UAmhKweBPHmsUln4GwdSF9A
x60LMxKBhIX4H6cWQ7v4kZV5eLLMgtcRgU6bV5LPPRKVTLmby144BdHT68qpiZmfxzYF8WWvF1Ai
AZ3+UwsoAQh5dlZ710Z/VvHB+TCEajam6VF0dBrGlWloeGEVh9gMPN3xNagPXR7Suf9hSIhPcAv0
RENn6tSC8qpauBIW+F/Nbb4ShtY+Pvv5qXRLNxvx8cy4HfWwY0+Xf/x5CD/98bNNmxM2gCAf66G5
N/XzCLmF9Mqqri4bWfReKHOgkOzh/+uzG0lEPS2yhVkcUucmavZjfEvtFfTFwjxNiW80x5AJcu5O
4zxaZlF6ZUbTuDgQ0Jz6XbritsufR8EdWCyAseaQ9iblFjW1rDgMetgYjq/itbzX+SmHuDKxw/7L
wvQLjgZQGF0HSGZRHHKDboccoaWIr6rU2emU7cexWFn3pQEBlY1qIfD5eEHMolmctBQCg2NxkNz1
ezMLMj24vOjnxXYESeTZp4c8eP7OrtiEcbdPhwEjytjt4CVfI1Xsmd2CDJ7calILJM13lt7exLq2
0dUQDDXUB6l8vPw7Fg7yk58xm1jTKYXHobl8UHaXBUkyPADWuxFc7hzQTqIn4kfSqJUj6Zyy/OfY
0YuLSxi4Xs64HsCA7WqiKw52B9VwL7+KRbJ3Bm/bgMB4VNCI6+K7IR593augM6yCbEhR5E8fYtA0
kybb1GgoX4lTC7tQxxXDw+mFzoKzM6RtPUGVQfKDPjZAvhwqVYZ5tVYhXgjwsAIwD1qQJ5GBmWNJ
h2v96Dg5MGP70b1lxkOcPsUlVOKazJf9U5N9uby+iwbxhAO11tQoPseqoD9KU0WXFoemfHA64cfj
tkYhNInvGsvxRUWQesk+HtCgAgFJVYhyLLQzaRpXXSoRDsz6qs03ow6FOraSz1lcrl825r0ZEcdr
UVKMK0a+041hIfkzUfHHnWLiKwU0F00aU4brNOy4CmlyWjjlISpfhvolKz5nxufLC7QQak5MzDZg
oiwn03u7PLTk6oexpni8ME0nX5/+/ChuSmwmRhoMIDb2FEhsy37T0nYlli2ckidGZqcL74xUN2sY
kfqLJMXOLDKQoI1BtEZ4vWZotnvqpmkGnHHlAbqJsRlGwHlm18WaqvrP42p2CzsZz+xAthJqqqyE
GaraIMu+O3nhVxD/ZPEW9YmNk787NZKtpRW4fb0rae7TYlf2LFD8wWu1IMftl+xJoXyq7WuVhyl/
xWsw6DvH97zsasygNGzU/gDS7vLagLJTIp+VPm6Vt7Hr0veMH2B28cvsJRdjWBolcoBh7ehhNJIQ
Yow71/5Oui9ZGflZ+jSS9wGZIMkNQE4+e/Ed0ddO3wUfxVZDKmjCOAB6MvOipBsMlhdlNYFAqME3
wk5XQsayhYmK1kCS4QxIyW0IpFE7qw6GPkAiD02ca0jhhZ2AMfyyYJzuhAgN+ZNAVXXg+nPHdoq9
9Pbmw1v5xMQsWrSyczy3yauD7r4bxr4pw8vfX3D/k+/PQkUnG1KRDN/vyV0OWS/3elTbSK7s5oUb
wYmV2WITareDZWApHJPeIhPoR2yHu5BPq62m9Ruvfb88qsWlP3p5zx4IciQSXbcczmV/tfJ3nj1d
/v7irE0UmRMnDJ6Hs+hk5q0a6sbAeEA0y9unxPiS1yg2rIH51+zMghPEU9MkY3p1YBD1SJx2V7e3
zL0Xa3f5xfWhIM3APsRNZV5Z1FKRgXCHVoeM+qj+CHVV6n6Vvmg8UGttw4ub5sjWzOP0IjG9iGPu
2Ohuq0KFbZddd8L9+DE7kWf+e0gzlytVVbiJgSFpbOdWEEcsQ5muyRksjQXzNd3o/9l5dxoAJmpF
IiyvOrhlE3aeDEopd036YdIDpKoAWgXP7VT2PROT7NKKuVaW1AcskZ+1D278aHk3zegE1lq+dMnj
puIyAJOo5JzRXTqUmRmz8/oAGcbIN8zsugToIO286zhf039d8jqEBWR+bfidPc/O43+Pq6QuMSw0
EVdhX2ygaGJCt0E9uMkKl85SREBbJB5HNrhtz3iNRprWnRVl9cGVnwnOQ3st2TdtxdkBjyH8MjBz
axVDi1OxtAZxkha63a2evlpka9c/KnN3OfisWZp5ds0YJ4xg2uxPWR+iOT7iW9Zeq+H5N+yg7Xbq
ip4IjmZBtGbdWERjXB8iE0Vq2ZOrJGchjUoUi1GfV/GKvUXXc9B3hQw37sbzaqpG45zwDuOKzW8l
+aYTjnzbux59uzysM68Dgx74DHEfQJES5ALz6ZNo9LDrKj8o3d07iHNQjoRu+aeetbs4125Tc40T
W//5cjhxDtjEfR8pUzS3oto+O8Vztx1VhfEdjBS8qnpD9YAL07ri1Cl2dRfRjZaXURC3rLxmo5MH
fGz4i1uw7rZPe2hGQkz2BroyydYqIhV2uE4GZQYaMNPL062hRgnodoc/9bqADqUTWiJ/yaJebryY
amDWcjsobmtmSMzU+NRVTrQRSkjwczf9prP6+ianqQoGqXd+O4z6bqQd9ZWMyz0KktrGSJL2XqaF
85ojSb9JITs9SmkEMRy9yrZCz0H4If0m/8SHvd5nTw13rl/ijYrptQslqvxJu9by/pFqxnXSGfnG
jB21qVQHxLdOKt9Bd03QGnYRJKTKfYWdF2Yxfq+XkgbARwecoI14ItXwI+2a1meFqIO0GolvGEjc
xAXA1yDkM3cpFAGCTvWfTU2ToVabwLp7otqKTrUYWWQEiWzsgBNbXFuQkMxKRbeJplyQzwo3rFrW
B0SPfjgyH8J6LPONxmXpV4WpAaMUM18mrNlqXZL4xoA/sFstDUU8gsPDbEy/qurGHyjA/Zx4PyAU
Wvp1MVpb0DYyX7hWfN2nuPM0EbNCMzOhgcNaKLzn+rir+rzZEmuM/dhIjAASP0lAui7eaXViQ9lA
5VcVuOF908YIU4qbeUbzPCzxk7+CVTW+aQuAUJvWa7eJaWoP6DLBC5a5Cm0NSRr7WkKHnfBksyED
7W49EVfYYtT001RZV+nYiA2KWwCX8zxNDqI2v42DTV4BFZTQ4kr7IO4hkjwgE3F1eT9aZ/FsYotH
7ERTDXYIIIKnh6gC5Rzr9A7vSdHs7aH2jdh7rLpXYdM9INh+yrXHipq3TnpfObtcFTvJ5NNY7whR
oYHKJG4UfkFTeAC7K4D3TkUf1HhblTEU7ysgc8cs7MGtnlHiuwNaLr/3OvF7awgUwkx5U3XRpnVz
JKrvouw+6m0Euty32HMEwA2rH4zY9i2xS6B7X1n2kz6IlSlYnIEJe+uicRJZ29k7ohxzJMTSoTyI
6rspZYCOpg1T7xFoFvmHa67TbB/Zmp1TjoxquEaP9EO7N1rij9gSY7py+Zo+Mot3J0ZmMTbWLJbm
HEaE/eLkn4Szku1b+/7s/k2kniDc4ftgTPTb5M1bO/vWDEwrdpTjoHEhmNFjRWIEJ+VXa5IyZ2fd
bBVmPm9bmRU5HQYwNLgsPHE7BEJdfBj4OLMyJfKORpGXA23aETurdRhYISofzCCh0N4vb+CzS/Cp
lXkNqypVTwsNY8nqAE3lXf2FWSu3t5Xp+tmxezQQU9o9dRRM1H/prp/xvdaGhru9PI41I7Nd6DoZ
t/MRa54zcMht9eQhbwJK/sPZml0FVFGK2Ovb8qAB05MGFve1VRKNtRWZrXvtFS24wadOwsGQgbSJ
hmRpM/ith4Cm117jIyczAD1HCqTBNTvkLh4Wkc7KME2LdxR+v7F8fPUGZy0wnJcocBPCJXlSkcQl
76x0DK5kFO4Gmh2csb525a0BkFa0hyRJAA1RwsutaL7azec+3RftLR3WoBpL+5qYQKKjE8EB0GC2
r1EfKYdOoLjHnENrJn4HiY3LXrRmYbaz22yImepQ0c3NEPQB8sO1T+y24xHM1hZXI0i2IwV7IKhL
K6X5Ot9dHsHSPjiy8FMX/WizDS6XuTRRvomMm9jDHSWO/YSYITdleNnSkp8eW5q9MMRodoOZYDVi
TYEZi24smyPTudYCuDygqT8YR5+D8thpGEyJW9sdRTG0Fdu6e4zsq5T5gF5eHsyiFVDnWqhpL1CJ
EdQOIEePMgza3n2DvzXDEyff2zWy8UX/ooBDoKd+YhSbRSloJPcog3h4vnzV0qAbfsd9PSB/ANig
ExHK6VxZLBJCORXmKvo0iYsaa/tjac2Pb3uzxSBWrzcekzhZvV3vbkZcO5sVB140AapZpJbBanqW
wwBPlcHKWC8PfRwAg6sNPie/4bnQ2gZADpBT1KVmoyisyq0cDydrxO5V8ViZr42xUo1aWuhjE7NA
MkgyamiVwEQlITS/In1lpRdnCZ6Kuin4Gc4yIgVXcWtBrPpQUZRWWOVbnkQwWesuXRwGOucRbAGC
AjD41KFkbbWZo6Ul0LLxphquTVqubDxjaechC/9vE7MtIdoIaZ82KQ9IV9FQNHS8doVl+Y0BvE7c
4w1lQpy+L7FfIKjS32V0KK7ssRehkTax746p6ys9/tPJ0PutbGRUahGToMoj6LwlUL8e6yHZ4AlP
N06PFszBZWPo9Fbrey6eFUx3PswXNl2pjkY0uyQMVmwlsI4DHCXcXjy0YgW8sbj4IHtGNRWlETJH
Nzldlg8Zen3BqPYmx8yn/JoY+crCLC/9v43ML4ZdTZQAngk4AD3TUbfSoX5trYluLBtBMXqq+mMj
znZi2bS4T/C4RBKx8x8ImGEuh/Xp3589Zdxf359tw5QxmVZA+h/wkIzK3eBuWdi3N/rvvGiOzMyO
dWKynrcRhtEW7yzd295fl4dxjhX86VL/HsecJ6PMeF+PQgOsifHbpGBhZqmNMtOnotZDe8g3DjNu
oKPpBIYaNjFF6sjim8s/Ytnrfv2GWSxwzFa2rGK4G9UPNE5xKf3cA1962ciiQ4DyFLhO1DLAuHYa
cFgExP9ISxR0GRJieLObdrNiYnEcRyamgHR0Q7LyzEBobsoDQR5oGJCPcm4Q4/5DKzPPhspLJ6sO
A/H6OmjKIugSbxetCdCuTdfMv41otJkRozHFVuHUKpmuBIHF4Hw0VzPH9lQjBQNrM2inXzIPMHLr
xuPPWbyyf1bMzLEbpVsgsjsYBtQ/7gdu+CpKfct4H8yPwgOnffRrPHPsIUoAWt1bGE9jMqxGgmK8
9u2yB6+411zGOmHAmIsKY2n0atNluK42CSg73I92fvwcCQXmGnpI0zXm1IsLmCmMXpToWbxTKvJz
4xlUrpeHsrwsv2xM3ne0U2jWS5Opujx0BvVTeadpThDl48bq12A1y378y9Js2yeSRtUYYzRMvaZE
e5EK6c/Lg1kzMdv2IHtoRq2FCT6qHhin6kly5+qyjWk7nB033q9hzLZjqY9eDj1LZDoK53PUHEyn
3wzWKxLxXWIFXhoHZr/Snr/sbmjaAmoObMfzOs/YqsoQEU44yjatAZbY3Yc1eX562i8LxqkXAOCc
iFFHJBPFZvgeN1s5/EaUgfCWBRYTQFHP+HtZCZ2UzMCuzPQd47lvJPdeuYnQPH95eZb8GWASF2Qp
IH05g6RX0JT0aOliJKietCDvk7Tz+bivkhX4+ZKvHRua+UFtabK1K4qwTPaNI4Jy/DA7Gxbl2MIs
MA8jsis9hJoPnn0zjHgP/0Z4Ofr+PI3AGgIODgPfl843YryY9W3TrWyWaRLmm+XYxOw+YQBFjUY8
B3ueb7ui843a2wscYq32iqdzULffL6/+4qIAgogi5dQVMIc8K9QuOgc1ukPXvdgt9a3yo8QM05oY
kyQqWObAFDU78r1OalA4Kvih1CFmZO+6+C3usrD13ku+dk9anDzUdgGBRmedTmfhv+91N0ttvJIN
5zYVoZ342lu0M98M43dc+cjQNKtHZ4CZpBVEnGDIbXxc+ga1ubwqiwOBvMiUVQD9+bygi+oMyO45
LQ7giQ6ZGQVAM5Xl+wgaSq2/+jhD7LRG6ElB7w0wH4B+nA4HtetM56U3tTf4VfTZyVecbOnBcfz9
2SmTFdRMWDldklG50gLc+wBizuqHKluZt6W4f2xo5mxW20NJzMZAeDL6PHoiWunzeCVzv2ZkWryj
xTcS19NA4Ais8Nh87jpxn492oK9KLy4dm0gAgHcWbXFoSpotCjM40WuzQO5+TLcZyqz8O7pqAEvm
fuwVgbDLzZitkW4vHgZHRmcrBb3mpjG66eD0DvFYhGMUVuCnt0HfctnDFycRatMgcwPryBlbX+N5
HesmD5f6vS1QFNwl7comXRwLaJyhgeChVXaeGEfzKpcVQVdKicIA8/ZNLf2keHDd58tDmTb7Wcg+
sjPzBw8a1/nI0QVRacFLtsags/x1qqMPHclLZw4qJdHIQFvX4uu1vh+s8Vlzx5X7/+JaoDH5/0zM
Fr1PHKXXsURS46sRf7LR2UdXlmLNwmxfkm6sbVXBQhY9Fvaha/fuh5HuUwzDfQyAMrCRgy/+dFeC
oT+xuIZmic57J+mXvtsl8uV3FvqXiWmpjjZ+3hecaTr653r9Jiveqm4lg7W049H2aIG2HyAAPGFO
v6/FJKduhIvyKMk1FT3IF7zQ07+M9l+8/xzX93b7O0/ZY5OzWUNeXJMpKGsOSVTvO5mFFKpDg6vf
NMOa0M2SD+A2C8gQ9iN6SGeXswjSpZ3jKFzOkkke5s0Upo+a58eXCF0j6KkFhhiBc2bENcVIBccU
uow/kopeR+7HNdLhaSC7xHUGfVZIxsycmUZtm+Wszg8ZCCZ3q6i7pQ0PbiJwuYB3GmDyaR6PvEwW
0MeTqNYfbO/Zbh+Mlc2+9PkpjYQ+10lAcH616AoXPWIl9onI/WLws7ViyNr3Z8FEG6o8zSNEQzvf
glwHcKGPrTAId0Ecicc9hI9NsK/NNglukbqIaS/vYg3t1O477+LNZQvzc2NuYbYnzHToXR3svndZ
f0Wqe+p9bvbZmsj7T56S41MDVvDYwtUOiwB2jHkRYdC80TP7RN7Vvf5gVNF2ZNGzbpa7PHsrok9u
nB5yb0rH6zea9sU2XwH3iv0WKp2XR3uWRZ1+CBoWUDPRURtDX9epv+WJ4PrguO0dq73HgnhvsmSt
nyXM8tss3UGk53qwLLR0RjunJu9mDPoOW9F2Ja0yD34/fwZe6iZeHCBWnnNpuMKrAeHBz9CjbovG
8F0nrDiUY/95qGJAlzJibVzIifqmctf65n9muE4XA0SBlgeuUx3C9GeaRhFUJmxw7jV3CpjlHcRf
ihtHlHeNAumyk7CdRrUvVcTdu2oUNyy1/2zM7ocVNd/1of3cRUA0JR77RNykgJ5tQe6ZLpttg6Lz
ho39E3gujBBcyCWQeipsEu06thUINYYtd9SN6al7HGeBI1iYQ5fPZ0O5aykEB9gAcunRu60V535S
OT9cE/CxTk/DNvHSwI2SrarsXQLAZZehnibqaEtScu0ZOCpI+6kwnDjQ0IcT6e0aufN8m09t8tPN
atKr887ZO7yWKdNVeXMnvhTRjRn9M4HzX9+G/45+8MM/51787//gv7/xamySKJaz//zfP3+UTVL+
z/Rv/v13Tv/F/94l3xou+F9y/rdO/hE+/C/D4Zt8O/mPTSkTOT62P5rx6Ydoc/nTAH7i9Df/f//w
bz9+fuV5rH78449vvC3l9LUo4eUf//qj6+//+GMiOPmv48//68/u3wr8M/9H/ta0Yv4PfrwJ+Y8/
TOPvqIqDRgITDmIEaED/8bf+x/Qnhvn3CfGLxQAI9yes+Y+/lbyR8T/+sCn+yIC4DaphOpiiHURK
wduff6T/HUK44DZC1meKQDiL/++HnSzNr6X6W4kbJk9KKf7xBxQ+ECJ+bR8ELwd9k2Ai/sl7DMrg
2akLxEOEeGHYoemRiO7GOOGN71VqLLeNnXQ/DPjfn0WRtPE2cWX81DEj/auuSMv8zh6dwYcuYUb8
Qg7J4EeNOb4lTkZrP4q95I3ZwqN+7Ri1C9mnDmJAXmxkru9J1/ykWqLZfqx065m2boH2MN42gZRd
N25izesTHwpRqfAFN+o/W6laFM6rqFF+oQYj9T2zcqpNXRkFDkONpzpaWqVX+a3dufX9wAAXyJB5
zUOV1fx5oG3/mpjU/IoKbPYMEs2WPSYCf8uvuoqoQCeteavRtERX2pC0po8fA7Sn3bXVg9HjAR7q
qqavxOLTL8Dh/6yB1hWT0NpOvLNaNSaQws5iEYzoh97lNSZklzKTPuZS9BamiWb5rtCHNAVM10rQ
xaAX5l6hw7S6olzjYsOLuPhqy3JwgnwonPch8qpPeRtR1I6nuiKOzCH55lGlPTpjoSe+qcv8hYvU
EACEsob7Q0zEJ0cJDxz6un1vN52IwhbX1hLFQtJ0t7Zo9GjDrILEIW/SHug1NVb8qrUcmfkdKDx4
MChnyIPUBDvSdWGM5K7wokrz+4gY9YPNtPKl04fIDWRb2wbUfPjIA+Dy81ujiPlbl0vjBhchmfqJ
URPIe4jY/CuNnTR65cwEKaoZgU6qsjKo21XTrw5UFzvMTxvhur6W5YXpW02REN+hSfYyMrCibLKs
LrVNaQ6asxHSsK9Q8KISrQYponFLQUjtC5FWtc/QJPilpDTOAoCPC/SMKLexfDEQqaHHsJLpxonA
tBemXq57AQqMveHnWoS219IGDgcUM5bym1RQ6g+uk8f+gFl8iPTY/FNlozdsek03H5Ma1/2gGfTy
npUu+9RHdvO1bUG1ELS606ZoIMnQ4pcBeVZddUMBf1I64NgBa8dC2xJTDPejE6HnzC7zYYfUV95d
Z7nCDjFzYcZXrsEL0NyJVCLhorK894Fj0wwfASHPNhC2Ya9V0cQ4knI337VlNYkq0qyxfVPo6bNB
RgtVW9loPpoa+SttjfxrVjj51wTwyF3XW1rhx5HQ3yCHm0ZBB07MA1EGq8Fs15b51pOszYOa2tz2
NZvRxsf/xV8TlxbUjxvPluAJrBsZMNfuaj+u9NLYllpv74U30hhQsCr7TKJCq0JmdJBBR0NKfavp
PGs2jPSeHdSqlk+9U1DNp1mbYDYtIwG0q5HlG9PiCglTLc2e9J7bSSj4MIHfa9P+rhhKUbKsO+IP
CW5YnlYXekA11v0/6q5sN3KeO75KHiD6oX25jKTevI499tieG2IWmyIpUiJFUpSePtXJDwQJkItc
5uYDvsGM291NHZ5TVadqPuymmnyX+NrWhyxb7H5USbyNrZjHocbLBP29pnz/GaUbsHhKC190DjK/
/JgLO2JvZStFeQrVur6jp9m+JOAvfCKVtE/WbXruVZZhYZ6jfz0LkCADt8WTN4V9gs//Akf7IclN
i2W/bO7IlJgX2D57mNjC5H5HKQnhx+jd5LpxAdyFJVCF85X4BMK8Xe77b2a2+LbQTYbqkxeGtzQd
7D01ZMNX4WYYCvIyH55WPmXPNKSzvsDs0X2zxpVzt7I01p2bJqywcT/t7V7vWINPsoJ9IYMYqCqh
9dDlQ439ZSSFx6HDKw9n3A98OYRUsqSXYKw+isVFLwMunq9yghP8IdurFG9NL1L2U1ign7byejbg
hGIufuYoTFJNG0Qr2DCAM6yPEEONJjwqzjDEqb+TyemHIRIDO0xXz/fDkK8427WIsqZNldF/6lCI
6AYxjljACF7nv/M4jJ8w26n9CQn0I07INAAX2MLqjlU2orYsQPHGG1MjhKltpjkZkExt9NrO4hrX
wBRQZNuozHSS+pqdcqUmdtBrbT6XfF7KzpNp+krNiPuhWeIobsuGg3aI+eb9UQ6hMq2qS5jT6GHT
6gDxyHRTgJ3GkqjAbkV3ddqu2nXflWqHUlh3gAoH9acuFlwE+PglXB5EJHpCp8yglI086R12DKOW
ZIu4bVyp40NER0hgBUx0UfIZuvkWiF36VZM4fcWipXoVIPiadkBUwx9UStx6ZDd4r1iFEA8bATPX
03LEU7PVbnQt3av4OGrT8MMyR6lsaVhxdCaM7oi6LtWCexqfnkWVI3N00uMe/mzVhMq/CBQNJN4X
K7ZuVJPeYmd1wpqK2Vw7VqLCWxIu0YfZxFgWEvCvKm8i6PrdQdJGfdBhFvCQnNJkaVG0K+QHY1CA
Z2e6haFjnu2wwSwiBpOw2VStIuBh29I2+UPdjHN+XDYR7knNuTuQmtUfo/JYisOWC/0MjWnqXqeG
/Y5NXvxYrB7pcYzwpCP3KIqTjkN5d6cyn2b9wHg1tLtk0I6Nu1sg66AhO0YBKsKWZzRbn5Ox2V9W
BX0WPh095t044gPo57XEJa2CSu/mzA/p47JF/MFiFMfqTzakn3PYsPe+TuP6sumtBgU2rNmXW9B0
tBzY3l/FfIYaow1/pDt1FAZbc9jbQE2McSBfSXnYnVqR1kSkS2CnXfuHOcsH33PUTneEA7GFgTOl
H2glsQM2wJWho9RghUdj/qPnbHc6xzrPYD7iKh7NpRjn4q1hlb5hWwqEeUl3eKLtUT2fpMPveOMM
TFNLKAPX44DliuXMoxK7cyxhsJrNSeL9QdcJiOlEsfopTjPETVKy6tZUvp6PUNsq01I0Anja52T6
lokIsdAOW65VR/wII6Vh82Lo5FqjCUP7yIuDX4Y6Q2RJ6bD9H08lKvq4EdIFiq6itxlX/jBguvoz
0sbgvl7wTrqJq6RsIzVnPyrCXfpNCIolIdIUZu12PY3valojih8Y47+1qq5rOQjBMfAu0NjPNJlM
hw4hg7U4hmkt2AVJWliTWQK1z4krUt5vkxtvC3Q+WbdIw745zO2vaEPnoc+CTXO4awSkQuV7YWjH
JviNdLWMNbxhWHNbi5H9hTshvsnSp/V+4+1A3YkFnP5zqpWpD2M2jNhd8UUMc2K0LADHU2r7YKx9
SVlTf6sMz8VdRleytxFWvxZYeO0rbqHMojuA73C1dTlinKB+gx1q3BZzlnxzbgODNNSlrW842TgS
ajB/v8hqdn9IHGOrKNpjBVsEqcNTZhD8e8iShaItVRIaCpYvLH1wMkG4d2s9KULWZvVgLN7Ggj/K
nCyn4zq7rLiUokEnamAVgpDLqTKvkC5z31Y0X1y7Vyu+c6hN+CscZh0/sV3syHO0EvzhDSujtETT
h1iAE5anpnDkrNmnY4lNssq1ftnL8TBiLHnWQLAg7aRLepMKtcLmOM/Y2mdES9t6OY93C88T1iN5
jH0VCl38yXtf/SFNReGvayrdoC1bbI0TBusSLJRtFkALy4SCvnJEHBru6hx3QYLCVcMOFxbRYq6f
kQnkvm9RROnBr1y9jGaFq4CC5vDJDRJb5bDcaMdpRn0RIR36OODK12rfa5SNeqqxHreKn7ZpHPJB
drl82jpdsfw8++ZmKeZ47YyJUakXORblcURl5ud0sfOToljuOyZyDa+qBobRF9heIy1OXIHALp0s
p730tetwI85lN0bK1QCKCqQPYSM65ceYjtH8vg0m2IPINa6rVTWxP6oGxnP/MeX3Pqxzc8CnGfYj
NrM3pJ1zOzdtvGbXnr5Zsr3VFpsUl0TMSNayA1Yz7dYAXDUG38Q5aWxVnCeMG0NH9TAvrWpKqDAz
7FnKVsM9KTpL4WVzy8oUTsYGUMev3FSFPuRM+eyyKjEUXYOUzHcHw/PQpSiD50RIO99yZknZ2f+4
iBIPt2kHDHlpJTSYFC6Os54A12ywtSFoAqNuGkjyC+nUeBmPo/QDCa8eqtnNNmW/xa656Aq6mt42
yT4eVlfjd1i5548+iQeIOgfduM6ZaZpbS9McshuJrcyrITG8eOsw1r9GU+XmvOUKDLPNhwR5HNiU
33swNbgSm3ko7irn1hirjHWJyjhHJuqHSmZrhyXO9CP12fw4Rr6gJww1bMYsG+qAZUWGrUtcBHWD
0SnXT0FTnZ79NM8QfjUBnTrD01O3Ms9209blgKO5q0I/66T0eetLoZMDBdP/vIELj7oSd+/aSUuv
SCYm6vmAh1jdKoTk9bul9hbUHJs6YPYIVmSyKM7CcCG7abXy5XrmyQmXpsCFAVCCtQQF3F5mny/Z
EZdhMp8ijni0dhkZsWeoiDhDzsqgX9HwDu9hzZe/TYjqa51v6NrKwpHsNBeVIfc24cPQEUPK79HM
/AqFJjDvC2eevsi53DEem2z+tedx9BptefkdPlH1w24i/BxvAg5WE5UTGqmGbiD3VOlUV9iZ/K42
oHHHGLGwRYvcFxH31RwP/LhlcERHZ8TtczRyjsUhGmN+rnRkP4hbo7vGz9mvMZ6RSTOxtY46J3x2
l9p8epcMNaVcmDBtSXNR4vdeY8RYqJxq/Mk44/eYmPgUC0W+ofBDyLpI0fgQF9M03CR8GhH2y/3Q
uTCKT5bCiu/YTDJUvcrdWPWz37emNZbnmOV4vE2P0yKqL1ruFBmD0pcEimnGt/+E0v9PINvj/Km+
W/P5ae9/zf8fULQrpfO/w2jfrwDXv/zbl2F/fv03LO36z/4JptX/wFouSC9kEF35myuD8J9gWlL+
AwaMZYnYG2zUAAf/J5IWpek/YFMBy51rDDVC7xvgb/+E0qK8/AcGDjimA2iDYfL1x/0fsDQILq4E
xn+BaSCqYQ6IDXE4xYP/wQbx/wDTcrbAFc2nacvKRKY9jdFLFem4VLjzKus+0pAj2sRHaqnuhiwG
MtUBEUHLSmCPOD9kyV7mdyWaN9mb2SAoCn5F6EOBCQz7Q450xPpp1fAraYDiW0qeRZ4bf6d4DLuX
LJ4bc96xeXwSRU7pDS4o4EPo7dzQ9KzMV/+9BNxEruEdKkNcdpTurqcWOuxfI3bkrkCITGlS94FE
9Em5ZQ99AZFh+TNeBG6UrsG7pifBA+wz2l2TLTzCCC7MEypZTvxhRbCFfYXutcTwnqLqYTdh25H2
O8nRnITSNf8ep1EhnlMGQ5TfS7RUTwVVZfwE/VJe35STXgAQhanCNJEEiVHM44Y4j974+sVhVimW
nvl6En2DddXxt6R25mdbN+ue96klk7xg38k398gxNmmf+b2qtntYzBR8763EDQXrlXFf6UNSa1ez
Dm9v2j4K20T7zRq0nT/RHzUaBhN+WtivcZiE7ptdrnpCb5g0WEyBkRMuTTHoRDxh8OTm51BUbHlA
F4TpDkmCa3SRqFb1V+0W684JIqKXz01U122WkAmWo+z6NYtALMR1MtJ+LC1s8Dtc8mwIvYXH7H7m
2CKpvgJo5QLZeHsSHQEoTPjatEQHGFqbzA19VCvcMspuy3hZ4g16EsHPH5ZdE8MHAX8Md/37Zlwe
kcQ9ZQ++UQ0WtVxjWdYFwJyBXPxYJsvPPCQLed/TIegfGsGb07cKY+86NvqEFJsXcKr5rYBN5A9E
nNoLhUV7a0X1nm/l/BegDgld5P17XFPgPTSHLBQH92kQYuryMtAe6T4r7gVNI9NKCqcq6NQDdtPo
VGVvGc2J+9ApUK7bIkVzWsRoCrEazGKo2Gs3567uK+dVEbplbOTLGCbFW57z6cj9vj+RyM5HfKmR
b0HEB1z4EWKogWiDfFoKgV8nJEzQrmG8/NAkS/ilKZhpVCcBM8cPIggDv/6oIZR0CJaPTB9jukAr
nsz55u7Yxlh8YlEa9t8QqxBLDkUQRQqAuZn2xzGdRfpWkdp9iHFLD1BLMgcHh01mp6kZ/RFPGPnA
X01PHK02WpM81aJDg0CRPDMOprxB+zA1XQyIFnfcvAv05oMd0pG38STw4Fox5dE789vif2+yada/
db409SXGqjPAUKTasnsNIDf9MnGM/MokcozclCuazcMQb3B12EMGCuXRLPNkz3u0yGdYg3LR2U0T
WFYYLbJu3xasALvF4Prz1/k9rzxIS7dF00fkB4RrcJGhnxkcSsfDTPDMwAISmc57gw+1xc1bh74R
oj5Xai+qI2io6JBPUpdoDu3UHGg9FV3auBEbBLCquBNbzKc2EYvIbslu5X62yZQP8OOa1NDGM63T
Q7pO8t1Lty7tZhpxi6xQD8mzRCuccV46DEo5cJoxK9S7S+X+Saa8vE1KtnfesfXvlNb+QKe1fJZD
/b6TYnsmC1Y1LgxvOmnFQKLjmi7iJEVUApvcPewuNOonfpEIoFYVTxeY4SWnffLrgZUMv5mMluUj
NKEsoEqK2B8MzdGbyj19tPiZvUDDcRi3bHsuFNDZGb4WJ1hrbHcqHeUL5XJ9WhT8Nm5ItXyVcWmB
rjKAkDra548Z6sFXXsEhrosxQ37BZXpEz43Rro22umrNDlv3g6xt8kKz64BSKE+/YptV7xWsY8cu
uNzCRCGUB2MlH29cadDGsbr4kZeYEeALdx3c5Rg49kJTcWe9rIbeA/t9HBrg6+VKanFIYkPGVi1Z
+HTGv1pT+gHGKF695yrWL6gAqWmTPCLmIGUkLg4y6L/16JsHtuS0rwtFe2BZ2/1oFvJzHcDz3AFp
gb+LG41vMT7xx0rz6gkfc7iUshE/l9kB20qm2h19jTfVog/LTU8V9awLcZZ2SifJfJ7T0rytuOwh
cAsYNU6Vz/PnMapLVMVqeFdx5e8B+0WnmFzJJRh5fED+644J8smPa6jY85xny0GPIT77KrrZ6oHB
bXF+iYEQP6x5s5JHLCeJs+EbUg1mibDSFSGLtxbu9Ph/e2apxV5wDMjx7DaFECcEy76ahP3O9axu
QI/ciQEpN+24FvYHgP8cpz7O76vcPYqtHl/mfd/7LfEGw8o+IBJystinIXdgL5DB4qx5Ap43wdXo
2gpk4Lg+GFmqmzQto+cVaFlv1TQ9xgTpvynWfD8a5s0JGn0AOnERfY2weQ1do7mDR0g05U9AYrS4
zNsU2g1R7fBUC54eo5izO+BkX5Txx6ZiF6U1+SBJ+q1axfI91xrmOszkbzpCPm3G5odqtPcm0e7C
4ZUVtdEk4y+C0RCT5HCbI3ClS3Q+/IjgnI8BbOmDkvmloR7twrLc6AZAq4w9CgvURlOng0mHttlX
8hKaqTji5vubZoTBNajCgDBLd2oEn27nVR2VMlz3HnDwfJkx2IwtSEjYAzH7qJY83KLJqc8oqM2d
3Hl0kpIWP9AGReVPPRlP/4ZySzATj0o/ixHgUDuPeu8bFmEOI5zYt3FUMelNyRrdF/W0yN5HxM1z
X1EDOLEu0K2dJUVX8pzs8QrvoSbxvwckVMz9sg3bmXGn+tUi8SWak6+ZOrYdUeXkp8Cd/1C78m2c
Iv4B1gb1edJ7x66GB44sVN9ms2dngqm29zGgFQC8AwqM44g/qWJ9PwKa6oqSzceqAXwbtiDu5LzV
73g0ou3Ao6w4TVkGcGKCLxqkCdb9CKOHWmGcr2XbJbQqwUwxZ4+V2bY/YYicBAzMJuQd50SfqJn1
nwLw52ECC9HtyTr+9ARZ2Z2NS9+T0iP0DQh9c+RLtRz4ls8HMoMa5bymB4RNETALE4XH0QiM3CSI
SSKW4fehHJaE635XAFekRzkrdbcBh2obtanTlGJABndTJUeI8+BuIzBit2idRw1GEwW1LVe6HsOe
usPis/UuI7VBEGiYQYliMv7bcKG+K8HURy0K8b5FPn8PZLDPoSmmpKXVDv+2eKvfkMlnzx7q2GNw
098dXhNnzc3YU6zj34O8kvdTuS7HCrqIv3JNs5MTeYz0txX0deMMKmUmH40HbVqU3PULXdgzWDQF
yidKjgSGUa+QYu/gCIrkbajm15HFcI7SdXya+A4aHR5fyLOpPiechpNvxqUDGR+181DR1gv/jD5h
wW3KctlpDXqsXHT9LVUEg/Ve0XsDdAWdXaC4bGNyj9jVTzYWHKMus00Puz79DMhsym6WpZT9gl2Q
N7j5R/2k4vHkp3H4vaKVPA9bjSduSRPxChEy3LcXqR4mBK//XCc1viwIoQgtRpEA+yFwrScLSRjt
K7UNj/kKp6sx4WLCfqEtBMwFRdEJ2EwrNGcBOEDB0y/FCncZYQQB3j7Aih0EXwqUllVwSC6Exe0v
VgR0pcDbL7PY0TUoo9A0RGl+AYprOKLGarAIGqxXdFPXOweTFmp3WixJXyUfRIPDOVt4hFBIEAJJ
8/coNcVXUW7j71S79R7gP9rFPTc/N2x89EDryNQZHsOSyS5q/oW9cHmTqIW15U5c6DYgFQfIiOZe
RwaGDHKshqFH0gNFT7fAjn3NH7wM5pTEojnIUdpnaNuKBxsnONuL2oDhjnCKg0UTW5Hu6vTeIpyG
3ZSIdTPtGBucxAwOxUi/ttyJe81TgFSzXLokrBWI6shHMHiWouixIDr2pBr2O2gXq/h+wtmGq9aW
GrylDdEbbawzjII4setD4yrxEvYVZSvaBjLfhoJX50HX2bOO4u2sJ5HzG29YRXpb5MvrOseYPeDJ
nnTbkkP57qpkSNtlEEl4c8t2b1KF7K8EJPyATjseztugsgN6mOJbRjwYI5qXf4p0jbN2FJPDCoUY
L/km+F0A3Py7WmS9XGhM0+ogpskc1ryAg5jYShQtwWASBu1TEO3ER7PfglpmGnQ1u2rGnPiIeI0u
cITzEAVfc6wmNI7tAKLyK6+tPJSE8EuEKvdGXcF+e56AT7Tcv0NlpB7hHSDbpASjkGYlkruBckaP
bncU3o0RbIwhyW/eICK7trDrFoMrSOpHmKmRfuBVceDFABt8C6/vB2DJ1UMz5euvBD3lYdNl/sdP
E7A2xYsYTh2cmMcRRfFiiM7v6rxUL4B21UcFall0c24lhBiwN3qe5yY+agTb38IANv5ZCrocFCfl
JQYvP7e4f8jffLa6TyRZv9eZWZ8QeZqDhGiaDdRBWlA8mwV2/W2cn6arhhDVvHkVfgIkEPn1nNvK
veWiNkeciPlnEbv4suVE/NlUxe80q+sbu0zraQYO166xKm50We9bj1WStyFJyMVYv33fSMQ/S8vH
DrJGd6snHEcXW/KnoCUg/mIZHkoZQMWjMOLyYW5tG4xMT0MKX3sNSvjX1MzNEyMxOaahWQ7YjrnA
XszdjSUEZqopsG9f4yPolBrBwOeS/LRWy/t0Npi6V8fuBug9rsOb2B4KnOQICo8RWycoIgyazg74
ZvazIETeltc4NzB5yUFn0/dlR+fShiSZjk3GWXlEDQcRrfnGTutI2E1CwVQnjhUGba0Zf+T7smYd
3XFJV2qceiTJM4EaLpOnBpTMm9IVyGGgkyu6eEdF3iWE7vgXa9k8UVpOMy7bea/aTA2YsAGhoLOG
mgykRFyeLVon1QLaz5u+MsH/0mbK311Y1tc52WXR5QHa8QPVSf0jUTvMBxQPzeW6WteALtaM/94n
5NmduUajvzZSZJc8FzocIRSTCzSc/O+4+Kon8bJ+8yovgKjq+isGUfOxsDFebsNeO/44JRAlAQcI
O0JiRggguBG/l8KE8MI9ZMNjSMF/Cr3Stwaah/MS8uU70A9gxizAoXFNaVxcskKLCmEEdDuvwRR5
G8sCEL3E1qPswYWXsBjejLqJCiwgI9W2We+UUzEHy1s04mT2LDs2BD6GbNLF35LG+kTExNfDOKAl
7yp0VN1akagX0Rh/ljsWVsYpTg+hqeTaLQmEkUfMqIifNBKN/GUuV4/Hok63O6A78A+LqJYvE67M
sVOFBzO4IRsEzNCsX4PJkdKowGX3DP6+QGKZ/ONsUtws2GNvXVV+Z8T53gA//hMvcsDwmwEP2LPw
fcA6wh261KwHSFV1QabxQ8QZf0rGXZ3SFfKM2qjq3kV5+F5ZJR7wTjGNRVJ8lCj3Sz/TzXQGggk8
y0kGqr6OhoM0+3zA3QqPDsQS08NebNu9tnqCZTqwRgIWlLFjAVnWczkR0OaLGpvDsCFyBr7qavxW
RkwsXSBTEd8nFQE8KBK5QVkUh6y6cfuwx89mbDzAN2238RaQB61h1pIOvGPBwVEeTUSUfTfzMlEY
EcOrEfaLcblKOAQJKD4+cwmK+rejkhdHURhtwdjWBlYTpoSQ9QerUT7OTogBRGRNEGL7bgtXI4nI
65JEp1T6wTX9jOGdnkZeieIbzK32/EIqLmzH/YppxjZrQ26H1G/7oY4ZXnWwRQWnxbn+WrnlzU8Q
fPD8bWNIAbcDjElLc+eJrL5hfMj5q2jW8qqt5QyemRMolePgJlLfEwy35KkgGbYvkWrh1su+olAe
dyvwqozK4q/CwKz7HTqDdkpwO8NXTUkOwVCF8TbAYTqnTb8VKUkOBO5Ne+vh3ZU9DZLP45mDvXIH
vLY9wvytAVnjvL3F5rhlx1XiqnnWa+X3IxOpJKcYT1Nx72FDut8aIbb8XAgCXRdAIlndjhNiT05Z
2AFLtrvbE/Ic1QVefIniqO6xpJbTE+DCzV9osyDbcYus3EDdimE7cQSuRNgqi5U82yWNom+czQ00
PehhoKrYlnQ6N3lAaswYB4VGGbNU/FrCThNlV3GQzRil8hUJ2xgVvzU7eD8wSjvQ2n9dqq3WcYAa
D8rb7S5akRBCef6rGZL5ZolJs0Pp18DytSbLdFclJOydHDycs0u4qG1YcIS/S0sLWX5bglzviCuB
M5MUAKDG44kJZTzvOTmVa2TQJCH/BfJAOGjCxSrtrGjQe0hZ/maLBU9rYvIKLEO2aWyqiwOEeJEi
TW7LbTcX4gi0NSlGeeGL6DCk5k9pU9bVzr3TCeJ7A/XhPUDY6qWQtXn0I1oMCBwrv0IZEq+PkLn8
1SS8hlpavFb9bjasVHAY27J5uUmtBYcOTq4tGj8h3wPGHX6AH4+OBcwcRMq7wQLWGsbhzezoOmCK
XbUc4ZXdaiNslOeIeNEDHU4DDJjPlTeYh3O0Yco2rRDrCfql8mBrjWi5Yl+PRMbXKBjIiICOJ9+K
RZPOpzSDzbqfB3IpFq9B56cIGasLFPANAdqHWiXsF8SC9bEIqLJCLFjX76rBZ/H9DgfP8zBWtxEk
oGeOYKFDHl2TUdLxeamLX6wcq6vCptBPtCbJycdUXCCBWS7DNqcvFoTj1waW8gGhwatpUQjHbyPC
wKjWBerXPEHs75yGqXRiOyhPRkhFDaQPM17u54qtyPNQqKzHQnR+S5kOX7VqplYVCx5sKIT8icxJ
+Xvg/s7vYYQsztI3P0dlj4mj+pMRXv2OITqGeIDP79WCvgPCEvZ92yi0ZSHxD0kC3wYDngiRqrM6
yMwDb/K+6eqIwrl2qvNjPA9v5dRs/GQTHaOIadiJbGlDnyMI5s5Yzf7MhSovTG+PGVDFVvjqNVED
QtxEhFKtWQw01COTPpCvHLqBSzJIbK0UNe8kEHKdyr/bDE/fDMoJKB6LN0hjIP0EMwufJ3TskdXk
1lcGxvwy/EJbj/3Z0QP3wIOHfWpB4UK11X2ZAJPtq8o9oQf7LfHQQsDQ4PYJ2CMBhwOynK3I8B3U
+w79pDqMeWIPM5v1d2FhO9oyHsbnfdqekqslbxRcfNijdb5IR6M+h+9mO5E46eHrmnQqE98RkwUZ
GowXTU/wyJ6gWp5/eRE/7zZ73uz2uglxLiH0aLGH+R5ViK7nsjyzJKZnLXCueLZ+qCTs98xtNyT4
/VBmORKihxm5zYmytz6Y6V6qOtwkBTCfFb3tRcOl5l7PQ2gTViSnZlf0ga32SKFB+tTIkYQxa51e
cWBsZpe6dJcqM3+gBwXUA6TrptKwbq7DdJ5GkCWpbcZjrNFv8RwLJ2DWegpdcu9LCkZ6Kd9RQ/2H
m9ebfPTkAgLYd5njpT84nVegCPhyts10s41p1BfDPAJilBn0TiSBCM6C5n9EhqLI+yGzhcQUlasb
TG9q6BM8L+tpJCW7zQgpH7ISx3beWTg3mdz63Y9vc8xxpxqSvMZjIkH4YR0XHJO6qQaJLkVCpqsL
9Wpo+Q55GMNsZEM/Zgrlu0reZLrnHb6s69TGw3IVUAESY0vNDphi35Ix+QNdlUaMVokxLUcyC3oB
efBMFXe5ctHfhgQYMaZwsZzXCvrqYXqdBb7S4MB5dQnAvFaPkOCUHoKEHKsnb1AYo/cLcCRkVQY6
T3DdMSjQPjxIxIOJtoBPV9Yd/A2gmwFNUDxly7KeLLsWcoQ+Xi+Cjf7FMIpeAybYbRCojaiDM87x
ROebFQAw5DrqzgmifyRmTrqKAr3mJOChrLU6VwlDImpWRVBT0KI8OyisPORXGI2tzXuwhEiJViu7
g2jJ3QAhRA0fXAdh8PK0cV7c4jtUn/nOCUAGhSEl/nf2zmS5Tixt17dSUXMyFrDoBmcCu9FWa1mS
uwkhWzY9LBY9V/8/2K4sS5llH8eZ/CeiapYl22izab7vbbP0QQ5DdznlZXGfNgwb5KmxB0RWPX3a
AOIvBr7GXdMNzQNC92w3sEuBm0Af7aoyRXom7IGPaxqTvNKKK/aEp/DDDI58MgLVSF54Zaf3/TyL
qzFo2oMLd7hD5P8xtYwAIa6h43wfj1Nm74bCIFrcqqXbHCeiIc/nXPdvY4DUiwbjY0QgnbqF3K6j
wqDVvtiAtEhkUxDaaWY8Al8wPhvFkWXHvLLsvnwg33852GvN5doiT1ucZAckdWvWwW1v4LLYZkS6
01Fq7fJ2TXamFODYhQxCmaf9GOoJ1RQIs7UTyv+U5T1icdiIeN9lbpswJ+lCha0sczuylOpDvSTg
wa6TRg5EGvNsZd2MUK/AP7I7jNkAJjTbIz097qYD1mo6LKvF0ycvrfGglmU5YJMV1Eb7EHmBWX4e
1vo8RxcI8C6Wi6wzjRue1LhQFl7KjKnGTqOFvXel3YfeMv3KtLvZ436k62mWwDKG/Yb2Womj8oVb
sK2SybDrBY+CNZ6xmx2KZTDhdxfvm1rjmSPqR5vNC8eV6dvEwSHSNIXECG55L4yV8eRMhRdXeaTt
WrbnlZtZ88XirOavgiD/Ej6BCAJnpXRsUzgot1/42VF/Tbmq6mxvQ6Z6+2b00EpDrsTvx4apcRdw
UlcGtCC9NxPXGY8/CDZefTt1P37Ov+bpShcjNyWlmBIRCrrbifjBADu1fhA3bpDts9qQZRgDwsrQ
ydAtyNSz64NveIF6h3wiH6/EUG6eAwXGIFsn3sGnG+klnhcRXJn90Dnf3JK/JZm5b1gIq5damWcu
tf/oS3v2p46fm8381b38p/43mte2csKfyW6qxzJ7rrjZ/sY3xY1j/sGGiml3s4ZRiW1zRX1T3EiB
eIZwWWBIm/iar1qc76Ib0+RHbEZ0g4utS8vmxvuX5sb8w3UtXPI09Xlg4Q7xt7+huXl+Y3ms1Vzs
SM4p/kN5w8X3/Hpjups6zN5Yo9JFf8wmuwvzQeA0/eGM/M11/dxW/P0wtu1aLu5VrOkvDmNleRfH
1IyEyPi7S8PvkpOe+o2sSdQ+9Rbv7ufHs+RzW94WSR0EnrRpcifah1SElzdy0cOKaSOFfWhy0e9i
NJIIG9j5iIlOK/ZBBHCiHVCxTQzZyCQ6sEGUuMgQikgy2bQpYS1uf8vgUvnn0pxlcJByXBr/WCBx
sVi4qExddUTKT2wwX2T51KM1AZroEeDK1AZXnr0lru2oSBDMBuGkjAGesc/MnJt7WQdJcoq2B8/L
Qk858NKEKhXL9AmWdhxB57lEJvoDBD7qMRqFPY9oXoJmoaF58nHE2e91XS0IgBm1SaCH5BUGqL6D
ygPfjSc9T5swp5lfBWe85xMo67SobSomlqlf33itWWqELB247VmvM/5cpPtOJEch220U79H/gAvD
tTcx6dpTvcxi5zBh+CoSce4ilG4aipUx55A5iScFXq+AvsAyuROabFjMKpA2jNgWEOTshPwubKq+
IdlQGHf1IFm7WosqO+njSbj1dSbS82rAAwNCzgePwwpDZXVROWb5FqCqJdYgDwomOYXfUe2Q+prJ
hy4RVXeilmjB4uHxXm2+LHmv782qr62TgaQpC1tYML1bWhuda+2YUwAbXvnWvTSha7D3JfWwz1Fj
5E9wbu4WFW944sg5NxjGTAlGrGIVpJ+mwvLtz3WzyobBs19po7Py2q4u+tY2jd1qkwAhwTfl6H8s
8D8UB5UtfUp2ZbWgoizqpp2Qp5bNHFxmcvIcAIYipuBVzmP1WtHP0jCc1XRublSvotEGVtYoL+25
HoY7DJzCvSrVAA+7wK5/Bf8KcV1OyJUvGrrLgWNBGecsItZym09WQ9nIHYCB1nCxplHSruGIrDlk
XRC7F5itW/dmxoEymCj7MbtdGHkTsK9njtP3J3MpBBUrY1k1co9/yFV6L5MMQQlIvqVIgCrb0msO
iZ679X0w0haN2qKQg3hdFZ2LQEZTdnXFrJAHr+ymtYJrjehs4779orozMpsuGrK5AAClhnsrIsuv
qZeJ1+pscQXyDBflXGr2RbKvacoBi0RgUdbXyNiq7ApPbOJy0hdobZSAFYqgMZETo1SpRdCCkiJQ
Ko8QYWo5tcDg7nnu9utyDWuFpW1Aa2fupm7Apho6ybqm+F1b9lzzmOku886gBVz9PmgZ1m+TUcTE
wK+Brsc7XcwS95kw2gYwLx3K4kND030PYICA54GOHhcIuQWagiMZbEFFUUhtlVUM9ALJql1fT+Ps
dKh9O4psmvFOVpIMwrsl6O0suOaZ1eg40iDJ5YBAK6hnmAXlLdr/uPZgY+upttJY3w+M0cZyB40g
kXzTFTPv3EYD9dLy5SX5vkWzyEbeYBbp9l7u5lOIPJy1hP5NN8XIZarJrsKGR2lwQ/BHNlrhwsUX
5KFRBUTVdbSlUy5g2OQ0gNTE+uh1vSfQO+RGfr4aNYVCWAV9uH8fd+vZ3GPK2uncIIYKY9igTi4P
DvPBKIzWOdZl5pXhAN8tz4te6Qs0KqgRSa9FtuQZJstHKaXFVr+wyBrAyqATAdVKdp6MjPIaSwrt
0U0idf4ewRqSpotxCcakvA1qX08xwpUqTgHLJmjIX9WYPn9d8lbxbQ9C1vYE4hMM5Ntb54fxzLUQ
AKCS3YwfTrIJdwZkFqW7Zr+XtvPtOCSgWS7vSuiOF7kUvPdFD0iRhk2hwK1Uqca7vNHBb72Wv78k
Gd7pNOZt6YkXL0lig/zWizmM0RqBe1qr+aIV7anTjr4ks3q0Dj9/LW//3r/3he30CWFS1OWSgYNn
4GU1UNx4yby6EOj2SsrummG8Z6Fsml3tmTjxqkTg21zEYxGrX5VoPF9Vvh6amYCniG1z9lz3xTfX
iAUlOUpG6Li43OdTUR5gDgTEkJ52P/+Uf71I+JDUglvUkvGCtl5sRbysnWp0OBRBGOigMOyD4/q/
ynv867ncPogFNOYxCSIYfn4pDsuCLNrG9yGntWt5uyk+TFxRkCn7mpx8zVtuydOz0S6rb1/jby0C
/3dT/v93Cnvz5wr74enxea7F9uf/lNbzdKSvWxJV7X5rdfyeU2H+wa2Mbwctt+u5BJr+qa5HXG+h
4ybuitvBYhTnR98H/eAPLh94rG3f/R5h8Rtz/ktpPep8Ihs9mhmZOPDeEUbx/HqRfsus0rvvOr0O
7n3ajq3n41bKc6EvyYlKvM+JmHSONaheO6U/yH7C5b1PYgbMs8UGu4z02sQHV8wBQW9thcwk5Vkd
pGtw7OQK/hcr2+6ta3umac06oJiEcM8p35ZlVDmu1Z0VVTusERaTvN4Zce92+dXQSN7fXTzb1nU+
IxlWgD5ZPRXh0ghGy0PrVmZ6RNHgux+TOM2X4uA3KMj7w+TbTuGdeQWBNLu2Kz2fR7GdUr6Hik0C
pazIIzKYddEc/cZtqILLrTlLDoOzlInGtDZPRUFiQu6dF64B073vY5QiOw1I32W7cvsuz41WOc5T
XhO8ddU42hkO4DCZqah6lnV28KwOt40J1iPCdphR2zS1NtFt5bUaw1UOBEJ43Iz9TnGFkLjgK2KP
mmTdrM4T1uiw6vJCfbFRazQ7eyXlpwmFnXjtxxxGsr12k6TRNNM5Tl3DseoC6BNpGpKqGscGM2Lr
q5VRf/b9U9/lfvFlaSSF0JAdSTBcQM0Oxd6Y0JYx/ZUFylHbbN4S0rMJ3VHOnNK4XlElJGLenGlU
hQ7tiBJ0DuRwx9flDA+dl/X2RWtIeLgwrwf7aq4oaNi1xVqjF2nn+CIfEnj/dqiN/lAk67QpvsqV
MuumE6s+lnVtPTk9lvNI+VqX+4ILWBH5kxKoBEvZ1+eV6JJmT82H9ZTEdg0HGzdUN3rwlPAehZ0M
50CP4q0vRoZCySCFM9ZByWQfMuRotxjfUiA2SH9Utw1RBWMkep+Tia9voTC7X/nAZrvwKb2xXgNg
4Ep6O4NZRu39wkZiWa7oJuZdTVjF0KCaahkQqzJmRWwbQPAtpcEa/BtXFRlVT5ZvMGsVVZM9TTCT
09FzSTcQp9HEJfqYTEVrvxOqQaEPu2uoJI8CFAvWqW46cvpJLZriCUGTJtx8wFFBbkiibFx2SWbf
1MHcxnu9+k0SmXnCL7VmjcKJTskhnv8sxvOLjF0trKKGY5FbkqevBtPpnuSgyyRcc3ydYRL4MZoU
m7CZcFrcjD6QZExeccfOb7hqOY2T6GgIpzDOcSLDn5C3pwX/tJVa/DAfYx0AgS1dcAiQ3b8ns4sZ
shms+DiRNghhAAL7gSVZ3Hls9x82Vecb1epKh5D/9WWpCb47IwQkmS6HNMXv3ykSRLEUCEDPdHBn
8GSZc7GVqoRQdTTIH0Evvb3uWuEH2bnXC1ZDf6LPQjpsTIRrzONrtln9Dh1r2oV4GSczYizmt65j
JFIAGe74vpU8Ytjvl3I6Q7O1NJd6NdaDNzml/4GQl55M6Y4ddL7pCVPvgWeTdCEiZKraFHGH38FV
uJlL9+KULzbl7JbT3zXgJOVVnfTMfMW0NlUQJap2ME1YLl4KcsOaKp86XL6mt76FjTXS10aPvTGL
yJgHpucGBISAWp1lK68Sm9vUREuIDAoDr9WSEUCkVXK0KHP0TK7SQohxJydh6tPM6ah28PE20GBl
tu6FkRiyP9Fx1nZXy5D6xgX3beqdb2H2frubAsTBBGA1wo0MCGCf7ip/rNFAlu7YJJ9wX6XjhznY
Um8culIVgHJjIsL3x9zCIFoqndEZahkzxSphKj1lfgyIVVppEM6NxCLFJLEhLM8CKjCTh1V0zg0a
AY3eKfHkw4T/obxMukTaR8sdtT6qcpgR4byzWkzFUYCHy14q9rp1ScWdi1udfrELC9fFGhVD0b+l
w7owLsfBUsPrGjuYOiF6iXEbcsOkd5DmhEjotayrHZ1T2NltSGtQlLQfgkOZ2Fa6h+ES5HxUHSUY
wKr9LbpIJ4v0QDJLaFVGPh+DRcUAp/lUXccjMASeRGE9+gJPyaFC2whuIdKKgm5Ih23OL4gUCbZL
UmQOajzWo5aSvMmtyyuHpZFMIukirjBaGycpBE5xPeJJ42XaOX024Nh0rJu+K+PlyEZfwWIjOyTt
OqOJFHvLtJwaqdF142hoP5Ogo965WKiXQxDk3tWIP4UsE8RPXBpCnFcoMsqQ7TbIz9aCXIswnbpV
nDLSM5EI8t61djFKejTPRuMmqDxKt0yoWR2X9EDF7PiI+lw9JcHsF1eGtlr3AD2niBTIA+gUouVN
Ewp/mrhkkg5lhBVLcT4tTa4RJPECaMICaWgbdrZRF2HbEk4S9oBSFKtMPpkzvpeYF5ndLiSMeM70
gUhJRCKzxlV0iGvFNsPrm0K1dCwTgUdfoSRbLIhKiWcenf26tlXocLmeFX3QTYckV3BHKsVOCjbk
KRraPbNHFdzAoZ2JruzX125L7kNEAIx9xLziNudcUPOwa7GarFjMJ/fOZxMHPZpF+uTGZetHxtAv
5xZqOfpiteU3B1upUV8PdazPUYS8RmbY8E9WU3lNcC+hRL6x1I/V0Kn7yehcfz+zWbSkDiAJs69g
97nGsoTk/wdyfIx0p7qMrTjuLOtGuhI6smtzM78p02JtTjkhfw0C7iS95Uliv7ebocjOpHSyzw7f
Mie0ym3r3UjAwrAZ4IPhSMZWU6N5JQns3B/lKI61Rw/fWd17K8+ggAwaxoHWMfe9W7XKuJ0dZfdP
GQkR1hS5vYf2YhLBehUj8fiYtnNy19qSvBsjNcWnmL47anvLAd1f07TVsF8416+hc1URxpP2thdf
qu9dlCpPGnYQGiwlmmLDKtdP5czlfmD/garxuxLVQYps97GYbSBm5jhWzcC37QuB/plvuFtqRItM
MdPeomLw5FScCOIbZEZGUCbHqzQxu5TvTYkHXffmFHoN8qwQTTxzIroFMrxQxS8bMtRlPI77kl8+
J2jsY6UTrw9jkfaPgdn0566207fGWDevzdTFY+YtaHt5yjXjVdZgcCUrzfP5Ep117PYZ6soe1XAV
nLpcVF9Gx0kvO6+Pv2D7EO8GRj91XBA3HZGrATVpQqHaEEW1tk69MYrP0zC6oIZOG7+Bgey+pE7Q
xG+JNrEL3myqmvcBuR/W+7lE8nUP3VcQWJCkQ+0drUzDahklu4L9jcCBV/n7sLqXKDz1aTYrCs0Q
0oJmwq37DL0IxhZgkA8Vpi3pWHwTqiz3jSm6WyLn+ooLcwQu/vky/Jdjsu2ydUBoBRKHjnyxDFMQ
7Iw+QFroEWdwIW3lH4n1mfcL0qd9gWZ///PjbQ7hf0MMmwnZYwVzSGXcDgix+fwzOsac81IgDKVZ
kluX9y2mAcwPJsKkfWL0E/oYc9xZQx1A8c3jL+LRn6/+X49OrKwLnuLbzNEvK7JwuID0mgXTc+OK
fYDWLZqt+unnH/E5lLEdBJkhnmxEQC57v/+iJiHvVZ3OPMxDzBpupBaXVJvORveZIGyGp/qTyvob
4ubvj0U8tito3yN29vnpjM28S3TWuCB2VbDrkWi+badAXA46H7pfoFEbSfbiu4Oy4UA+O68NS/QC
0jDMdlrLWbnsNDx9XLoRmVsr+tw1esyo6stpr5i6d+2ct+ckSvgfCVhw96lNxM+ogAV578i3M8rB
R1XWC9ik0t9zA/7jPfTXb5jf0YMZdv3NFm+/CEAmXsjGUMrJzxu/2Q9jVp5JI48PX0/7fxGWf1oO
d+SfV+CWNPosCvTNY096Qf0P0mCXZxkG21/7BrSY1h+SWRDEUvgSlM3lMvqeYcBPsHXwZHMgz12L
7+Y7oSohVIk7oJ+Wb87k4fBvnOXrjxjy+fP0x/Ie8n+LT33OO3oWQM8WKMzNT0KzK17eMBAbVjLx
FgwDUGI93GbyNu4fY8Ykr9919dkijt58h8gzD85usHO9DrIbyyZSMrV22zpvVOpgJ9zbAQCBvq/b
N7Z64ywP6fQg1uuU7Ry/Q34MAA6YX90Y6c+t23zyvetkvvTi14559/uX4v8L6/+/kdC3efP952vw
np382bW3/fHv194fAHuAZ4EZcLWQD8Xr59u1Z4g/TGnS9LL9zyfHwXV4Lv+bz4dhB7SnahlYGAj8
T5iPoFpAXJcADVh4Acni/s7lZ32tefnh/WfxdAIVRiKJcpP1ZvsFf2QoSGJdHC//4mWFdI/1VBqX
Xl7L5WoYGoZ6TefV+qgQNF+j3A7My7Sbsa1MWUA3vWVWX7zUwl9kl278Kqnm+E3OnvghnQr1QEBu
KvaWNdhJKJzWJraPQNN679Jy89gYVou9ejJI5xBWCmISoEPCueSMw42CH19ZL1NC+lLf2ySCUhKG
Vko9nFmtFmq/sDG9Nyc8VZ/qeNHmW3PI4/SouzEA+8tJdbhy/SI7BawEYgc757bkaKkmSCIjMd0H
siCKYq9Mwz/gpprwuZZNMe9R77htHtWNMu29NymCZrwG5+YJL+uojjnaAPMwI9TMX3dSaRn1CSBR
jC/BvRRJUl0lKi/0ISfiD54amTYvdpwXH1kd8UX6WH7IDCya4qbBD3+cwMmyV6OJOCyJltgE5mL5
t6v1MGV6XG40DjHiw3lskNLbriOq8SEFDlnawokvl0zVeEBbb7gvTacgWcNi3j+s7QJGg32yGrun
JmZARn/oqgenm53rbEvadQ4Ie2H7IZ6T4XbTYjwFSRYDf8mp/gIZkFxgUGfvyLWc9m2vfNLoZDE1
BwVUVYV+lTzJOA5YrT2nK5hMJYpKUZWmf1gaMmfCqc71nV/QNHJEYz8uO92SRAvZWMQF4EKwpqcg
dlZxREXYXvYry3mYjORcbGpvo4wc4t2/bD5dwoWLnqtAL2UMwQ50ModuHpBRjJ23feqYFNMj2aaQ
+F3PAgCCk5J/BrgAmkOAZvCA8Q05aLPgnfbzakH8nyeTu0tUG7/rYMmyiMwH+cgD+iIL5loduSNx
wZLqXty1IwpGkhoxBEWTXa7sr47HUofA9i17X9dcbPNoGo3IJ2ZscJP34NrDhMdmAeUlGReNTGTr
pHpCXNsxRK6MlztI9FmxE+kE+NhV7jWoc/Z5zfzcw9uYNbcoHzIbG8bafCz9ZLpI0jQo9jHoEM70
yuk7LHJl/W52rP5jjmMKgDytvM/WSJ7liRaM/GNCT9yrpagrFksPlCEia2KDMNLN7DsqdyEfc4RE
DnMlM5tEBjc5jUWCjBS9S55fTFmWitB0wMAi5B/GjVU7ctgFcz4tuy2nGIssAkMwceBSko3BUQdj
ngkDzRY7YnkURoiejG+1xXHwwQ4MzIY9DTPRjFmDIFvI2I/ENVQylJXf73KAe0hkr/LiMx+LcrUP
krkmDzCzAgQSZs6v2pN4d2fnMhaRu6r+I1hn0O49iS3xQBqGPgbzSCYan8Fzjv4ktBUtgTC7iAJX
AhfnvjceUIe3eK3w/X8uhRe0BF0RwXm5rgJ1TW3aOJygzavbdTDSK1kqo96xHOSf51QWD2kZpNiH
ue4JnFVV9ToB5xxAKBf3uObWWEYYKMrHYUjbD1wxM5Ee8PrNWc0TBR46iRW5axWSJntO3AcryAlP
XRt/E4w6tbttu7VxIYkM/Dx9lVUBvbqXDVY6nNllqYg46tI62TOo6u7MW4n3CBtvHAceqFoea0CS
cefEdC+kWRUYJFwT2Ppt4P7vlPlPyK6fvuFxDxM+9Pwlz9/4/pI3/9j4cNg6ufHFTPv/esl7fzgW
3Ru832F2PbbpP9/wNj/a3uuCN6/jbsUWf77hbQHHR9cIwVrwf7ySfysk68V+CxVI2BJqWAEeYqFx
e0HjEZC3koZcEb6KMfVtQVTO+SqzYJdixrubDNzPi17nV14tpgvT0N3xh/P0632Qw29jhYOPgMXd
ERuV+eN4MbhqqR3Qj1A2qXjV1OuA2Sie7wIS63a/eShm+Y1JxUuLXsAWzEw/HqoyYsCyCZONXefl
Pc5vN2rKYZO5lsEvPtVfTqp0t3o+FnYIe1+85NJtHPRazwGPSwdXe4/A3wBI22L0UuQJvIPN8p6U
yco8LMTyf+6mbrFPP/+0LzpRWBz4lBtDjIza58LbpscfP26XDQlPuQJBRDzmzRkBUUThEzEwODt/
zdCcm62iV2NR63kH3fHeSfA1hqNdqDdMUn1+MFpvfXJhaCxE/pqU7Z//gi8WX34/7GzgOCi+EUYj
gHn++2WkrpCuBghYe2t3pYj0OzeqtvpFeenXxpUf51cOA9rGqAzQvlVBvbjA2iFXQWumRVgYdRaH
rj8TD0AMWcPJ0JZ4781JdlMNRodIs66m9Uhml/NZj737Zapind62IPavMm/oMlycY2OANK1DSZ6B
GdwlhVdOURJjcYpG1adHGozra1ROvU0chu2Nxz4YneWwpPaY44JW8tPPT+ILhMNCuAsp7bgoe3i6
gKg8P4m+JauFewxLHibQg1sI/4CXCavyUk37rk+nVz8/3ktIZTtgwETpBLTooXwRLw7I5DBMPmHa
oZmKIxQatU34rcZ42AG0f/Bjfdf4DoNwRwi4fD8JkrQQctV+f6zdGikVKVsdHPHPfyuehT/iPN9+
KcIGETbwwPS9F9+xx8DF6LcQoE9Dxp0yRbWv4uXz2hU+Kkjio0rY/Ojnx3x5+VoAApucilPA05tJ
4fmZXzEfkv2BqC3gJX6C3ywO+F5+ZYj4u6Mgo9rq6oABKPh7fhR88n6XW0hb21IR+DP1dhS7nfuL
8/d3R+ElgEkBvIK98sU7YJmlSzLvdhSYk5Pp9C7yPibZ3z5jvOIoEjP9AH319rL78YHUkm9r4ELj
TszaR1JXpw9mq+XTLw5i/eXDeOClHrC0KXjUi6/PxR8kdbNJZ5k5Op80aRx1KNLJwTqXrYH67Jol
ulMlkrddMmN7SaTcIv+KlbyJxByx5rUTwW3XSPIa69rJMpkTu1B4zfXXsRp/Yk7L7rz2TXvqZU/j
Rj7rng1h7ti6ss4rndtqJMP8gtQv375MrIS/K0n+Vudp7CjePPjhSUGj5WQ460jeLna1TpkqvbSW
N2sLmR6upRIV4bdpfpYUNDse2zqDGRv5QlqMag51rzrJ54+9Yxb5TvfTFltLTEvCjaWm5EaNiX02
L3ou30KELF5EB7XRXZYpjujXg92u4iFu0sSCztL9up8CU38KZsNIDlpXq4/Gwc2rMy8rYRaKTJOG
Xi+CJPbWs6p2RxyWwgM0dgvlmcrxk+MiV/1WKOj73SDipIfmVM5N3epC7NGW+sN5vBLJSjQ81pNd
X0K5XhH4TwbSZM0NyReZ9Lod2efpve+uA/EIThqQPrTAOoSmXOIpIp7Fb49WD5uxixs4IvQsrcHb
G/rV3E8mjSxRN5r2GeO80IdkLRv75JuS81N06Fr9wjP4O2i6PxBT17DXZxJRuyocoz2YeNYq9r3t
DDplVfb7xXWSWxxkvPFQJTvXCwwKem5O6bYQ9X637Yskk6/ECL2fF1V81pMN74A4ljiaht/+QY+a
iwDd6WuzR1J9wz+m04gCAbfaa9K55qOlZrXsWXjXt4WV0ekyN1jA9uZcC8QRy1wfFlnV8cnqeAif
W6gvJuA7TESvjLFr9cFEi53tHOJ3qMMwB+OdqYNm2RPfTEaLYqkltH6sPsYZZGjISJplVwvMHInI
Zo82gye3NYc4YZctiFDUnw1l5i2+uYyUgkTT2aFZOK1dJ6r2ydqkTCFaLonjlEDFXYIGuImmruxO
DSbYnG+CaHCSU9cFo7400HGNPttaNLbof5gpKt0zRjq2HdXZbH9EoeljEe/h08O5MtLhkHqzWV4o
s8AN7uVTfj4ZQ/GxxXY2Rc2aYLlVLvlT4ey1fUHLDLEzUVx3vLQzNKCPi4dA68ylPQAN7WJYH/25
mFEaiwaJh65mA2mJqPprQtlr76TspNakt7fLSLFe4HDriInMdquwYgsJm8YNJ/LStHfeGHjxAX7b
zfZJraA7HadACmWtyuivHduX87GmIN17NYyd9d5F26Ve4QxJ4gezRxtw3g5Ndr6KFjHQAJjQRlU3
1nhEyTR3owzBtAqTzpjfI/PAqV6M80hF8eyZ46ELuvrDEmTTLTn2qUVvTuz5/Z4oUacHc4id/CC7
njYQNWLcjtpmKdZjWiipo6xY+/JopYXTELNgIubUqCfsM78eNmEWAZd3RrvEKvK8WuKpdLyZwYhH
KV5tP+0kTUuJDTK1kgK0x4HroxPvUHGTlUhC50ru53XZEcS60wztlKlMNPS8svwButO3WvkkchsD
u5yXLD2I1Urezn47YnRe8vYps3vviuyurNkjI+L1PMyUY+CQ7LBi5766cNGi3PMrxVdx3vmorZra
itH/U8Kzm0to6Yy0Qu7mXNckALAZ32W2lifD10iAXFHKq0J59RS2MZklUL+qSHZZSSop1k0VnFtp
2egrYosZkvLU1vbJEiq+k97KJx4rOwHrGsxrQ65ee6oQBtLL4Jed2EGiDeuxoKxC7WxHTe2rMe5X
l1gdJRPSTib6CVwir/CXkBT2qB1/uRCVCcQiG5Jmo3FMyzdk1QXNXvEQOyJWxolX1pBNB9oIuoG0
rqqKEAgQmshwebPOWcY6bzjdFGHVhf5NLKdC5STNcz/rqKpyA8O4qNtpy8VwAnVbVkS2HlRNNkiY
VBMlERTFbEVFuZlku9zPexepkGV84Y7o3i3SdB8bhdaB1pTWJuG7Qr8fjSAhYDspQjPqreJ2DKc5
WQpwHoMlUbnIVSIRoFYgUslzPgSyMK0oTUHaSLkbMTeSToRemAIn49UyGk0RiYn0Qfp05u6TrKcu
PrQYXUx6ElJi9rusItwUj+Rk7XvbTt7lvLPqc0nRjhk5Bjk1oW5c4yaJCVndVcPS3OHzRvFN2lTK
hUPy/X3Rz/5DMKv4SzWA/SGOYma/ZMea/dAulqw+rqlKvnT+mMoTYQ3Vm4XBDtlb0jlE2c9cmEQg
xLYXkonh+2Ecaw2+HWMs49ZG8ok25BVI3MQgGY/WQ4kwEKmrqPz3OCfUrWOU9UNTdJIiFpRuRKoJ
qoAih6i3DXJxl2WP3dX2bz2VlzPxw7Msjsu0aIManKkDOfea6Tzt2mDcpb6G/3cQ/3yqRoI9Q9MV
bcFL1VCIm4p2CEhFcVYsNygdYrenEpQY4hVPdOGkGod7LeozYlMMygQGLl87jA0Pi0iPHOd+Jemf
b3XEp3QtVzpGdm5QEDFIaKNGIFPqheg8dN9e8goIrp7vDLBnhHDoxXvvvOH/QxG1mMmClq/2Fu6y
TfuT9juzrnlEHRqyInnKLh09LKk0UVK1W2XsvisyDMi7r5Pef8Gmf4Lu/DD0/oXSvB900f3jsX76
R/SYfWq6f5y6kv/qnqFP2z/xDX0iq5HAdQxywjYDFkJQo3/BT4YHwekj3aBJBo6ToRli6jvFZMFw
uvxpNBYQVKwg/K1uC4T/P//kR9bGSAlYTpcCWbbO31CSb8vZvxd0ZMZotaTpwZcSc0rjxosVZzEW
g/tpTQ7WVPRvlkrS8UDc9c7dgte6Pvsy6hxIwvw9JcL346KGR4fAzQ5Y8nwdWXnMYJ8UyYEzZ5Fj
auvXeTeTsiBqNEg/fEF/g3I930m+HQsIgsR0NFGC3Mnnx+JUDuM4LtQk+UlBjQ2a8Y64o293xH+U
Emy/8cszCSFN17G7faH+izWu6yTlbSZHcRm+9n1XTQfMOMUZ4RA1cQ9zdWk08d6S0GBTdfr5J3y+
gn/9hEwIjsSqSI+p5734Fp1pIDui5Niz40CNpfJSG+tV8z/Undly3Ei2ZX+lfgBtmIdXBCKCwRGk
xEF6gVEShXmGY/r6XlBWVZJIBsOKZv3QL1W3eDM9AIf78eHss7Ys4h1OURArKr08cQJ/KyX590+a
FslxlEcK5c1vO1UzgqQrZeiqQ4DUlcCn0b3JvDFqIzohw3mnZ03uaZE58XLA8pa3f3WmdJyoaljF
pC2wu9hXA4pWYU/Eh8Cw4F+303cjlS9sQCNnIJScE++5usn760W5oV3eEikAtwBvfx3CHhRWCahS
1Zf2JqqseS9TduoC97LP8kFpPE2FgGezE93FCWuD2vUSVJSBsqj0iewX/xL60hN98l73c8FJvpZx
rRpr8desQMQtSw2euJ45O3Bk5OUcyhjCWNR/qVeODuz3eoBqMpPKa10niK0pCgqC2jjT2U72oVNe
lNzQ/QAPmX3Hlcy4r3uWWcccNkBeioNIL/EflEHLAPqI67HezX0336ZKoMwnZrX69vbtz4fhXl+h
Zp7l28C69+2HMXKA6B1w7Z0Kyx28TGZhlwfclm13hUjQre3M/op/t3LNhSNp7mqY8OYKggmcpTac
DyqQckTr/FuTkkVeq6MpDQsks5eqUHdToS2c0Dz0WipeL+NQ+pEjfGSzhQYSqBBKocQcjC/BCKb4
xKsp/5zP3GohbmE2c8/HuH/7alx6RFw68nWbiJoZo5/FheUk+WL+Ko8yXoqR/BvwnelibzTiEKF3
OA44E6cERM6Qt5oxmq44eBndhgOK85jnrTl5UNyjaKtoU7n9OPxo/5yhLF4ocpifxNh/VB5S3WDA
0jaCLSVFpdehJqspnEFGnBsUeydRqdxxZFFKgm8hruZEt32grwMGjsA2sRWoceGwoJpoPL+KXTS4
7W6j4wCnuR1JxhrZHTpM19bDL1U5D36MGuG2wZ4gpu54tC5iTlt+zNnqDgrwJsyKXRjLpC4D0en7
OoLtgxGJcRebAYdLpcXZsIQNxs67mO9T7sjvE+7yf3KrBBQdLdyJEPLP9YdshMxCTaoJGZzOMv86
fmm9gT0SQKhtoMX9PR47aHzt2jix/rz/K5Qhc4VowadYrXLVHCXUFcsB2Vm75XpneikrTFk//tL/
3C4s6SLeBb3qcp+/1vSVdTzXFBhslcHsuACZradG5QI8DIsMJxLgzaICKAQGUz2xxL3zyyi92AxQ
884aYC/R4NUikLSdM8Vq62x7Q0tSnPY4FA0pNfANFxOhdT+Q7n6Q8MI78carFMYSZpYYw/BmB8EV
rbIKMw23D1KUaAhMSxkWlDbawYPWN+2zSqUXRsaNIYE4WhCE8UC5uzyhcCzHvAInTEE9BzXbqi6j
VJ5+Qc24rIe85bKeqAE6IGu+BmoiXVDooX2dpZA7L5O9/J2EOOCnmUn6jVY5iT/CiNp//B3/OWH/
CpzkHoFBMDjf9uZYoeOvIMtso8rpdzr0iS+VUd/ha0OAt0axsxczSsou9o40pp/qUiacKZOg4056
9S1TrOklXV6qkdJK7LsGRxJ8lCn5kSprn6R1j6MY1OBqGkA5UyjtaUhodjOcej9Xg2lbF/YDACEw
s1Ewe7o6j0hLrOKM2nlzS20BFz1U2nuVXL2E3BbgINfAfKmC607VpFOxevn+b/d9pIKxDSdOYyeO
hvRtV4YjCuSot6xtHarW3Uw4QRDlxBdR3nFxNg1IHSgVdQ4Yv+leZtTOYcyb0g+aNnz4+KP+GYrr
R0ESTiLZhEXzD4ATSBBNi1OMRfomhQsvi+a5F/geontpDzamOTegtCls1MPFx66B8DdZl4rWdHcn
HmSJaP94EIIdZbJLhmw9vBy+Zja0EQ9SN0Bw1cM8G/KBbHR8yQ4NM1J0w5tMCy+nVtLPtKp19ou1
mFfFnN8/fpZ3RjrZZqYxGl/2S/YqLEYaDk8SG7tt3ZbafRil9pXJTL1olaL2Migre+panh0ErBcS
9T8XH//6O0GZDL9CtOQMt+gP3g6OskZmlNT8OqVZ3KnhUbNDV9P8NQb/XxzG+5emE83Lv7BIa/+1
E8UvFLpl8f8BtklZ+u64yvO6BGH+r4uyeXl+fRL/82/9WweCcoNiCQstJ2dAKqaJOv8RGuv/R6Fi
Gz2xzKz5I0H+j9JYw2ENfT45s2XhQRP633M4GhGSkGTTdJUWLf7zfzmHvx0oiDF1NJ4L2ujtAEHt
FJM3GsM7IM/JGTs0ZR/Zs/w/Jf/+bn0VmywTU1RquqRbWO3f8q6N3Cmbd6/6+eTp+u+2lxjwakFu
FWFzDs7Du6DALSWvbK81LOOTja/mDVovgOhqH9wWWfK9MlXqbIGqnNi2Huvz9dF1cU2JA568Hahj
WiCbeDdrf83Jo6emZQX9OwT+t1uW657X3eIYs45CNgvvSMQEWzFI5TNOKs7Cizy1JTry/MoqpOHt
VknzzE/g6jpelEO6wx4yuPrUZ/1zNHn1We2KO8kwsYPbOTNDD2nvw9jJzLn/Ts13hsyxvmEGvu6b
FinMjHeYc2uh3XRTkpQbg4vkjR3JJ8bN293i372/2td05TjOBRdBt6FVzVfZUGHha7TKZjQwxhnT
AE9rRfyQcBA9saE69i1W85dEM3bJWW7fJkJcz2EG5yrA+vLj/jrW+Gr6Go5WFAW1Ebd4SX+XMkSM
ZWM8ftz2nwH53kBdzV9cEiphQUq6bXFapVx5Sw00FPOD2j3Y830JxxSLliS9SetkKxUmGsmzDJfl
4GB1O/6zdHBcDk686OpM//d3W833mmSyPqPCvRWUVgyQMufwQsrvhuTKDFMqKX5Q1eqOEqkW9dDb
T/gxuQVTlozUeSBf4paFB8Cf/1pyffwzuQIarbd2OXZAUvlbC06xdlZSnL+fdBU8ZLsJ8jHq+1tN
ig6a9gNWK1WYu0AbL5pipwyTu2DuJXDHaMolCrFVHVhnRk6zcM6Bo53Y3vy56Hnn860FXPj+JVT5
TvmtDAm9W2h09Bzw7r1i0kPIHNTDYD8F1W0QYq+Esax8WU4bcpsIx5tNAImNVNMZ/zDKpQAjFXL/
Hw8s68gsX2OI8slKY4EV7m2dI7tSG+swjPKTXeubVEtw+8vg9y+YhKiqvihSBniMrOwtKdWH3m4u
W7n+zf3NZVzlT44W36mTdIVH8tPYhvdSK14akeMUNp4PrbppounCVqQrSzRoiKP20AXaPUDbH6Dm
PBzmQf4p4/caxXIEw8qJogshTZs4CM4aOzmP5vna7MYv7AvOZTnYCwEeHK1/JMnnS4/FSuBhZHXd
9mI/68ptIrXf46K+KpA4uZpanznA/6I4u41NlMY1xQpGFkOVzh4GadhlY7ptUAhsuqHeqdl4bsRI
jNVy3/b1hZ31uJsWdyiHd6iyis0kAh9rlc9FQXm5XnoVw5UBbprRpbWv9ixwEd6SrglUYC+oT72i
/kC/iWYNCbxITnzzI4Fq2Vq9/sF2JGVsTAnv0FQ7BBu7pM63Hw+nY02vInoyqKglc7Xy9YEBMZNE
Bb777XNtr4K3XuapbXIU9klZVm5kBte2Hd993PaxWbCK3T2WkjDwjdpXZLvFqxELs1uyeclNUpsw
GD/+kWOdo77tdwjZk6WjdPenwbkVenaeyKn/uaZXEdlqWsVpa6v2gYmhUsnKO5E4uvdx48c6ZxVE
JWO0pUQLW7937GED4x8+N2C6fdpR9/rxT7zfNdQXvu2aEYRrVZtK43fS5ENhpATEpFbpc42vdmDC
MQ0MGefGHyzWGzQszdnQpNGn9hSUB68e3R7RXmDi6Wdj9s2aMeYyw5fPPfhqouZONEHkFI2vOGgy
gmn2SVxWJ9akY12+fO1XYceypazrAeX4GfY00DTmGOSq9am5SsrwbeMJVIpSd7raT0fnJ3gqB29z
+cRe6NiDr+ZqpjZTgiqi8/PW3hfNgIOhUv8bs3b0QHCs8X/M0amtU5vGVSfYVa0K6xWNkve577ma
pTgHIljQbKJM3QCHo5Tdw4/rlNp2mSv/3GNQ8P+2z3Pcbo0B9xHfEcj+jLnc9RmFV2lygfXP70GP
z4suQ8WVFOGJ9NaRzrJXsxZIyjTL4P99PIR/M5422uJ69am+Wt8EOUjV0kHvGl9tKqI9uVzwhPrZ
x40f2Y/h8Pi2rzBbscO4kiq/76ziucgN6duMtN7FbcHezhQc7VKG2QbDTfUaE/YmcBGBYVlkKHds
GeqbojeC3WxN4h6mona9WGG7yKdAWpEJAik1DZfIBX+lJgoxs1fMzw2g9bV6l1JLOEpy51e2/RKO
suIKTKU+7pP3D2O6vYoHgUDB73TY9ahWKp2RCrJcoVkPst5vzSFrMC6IxBbBbXv4+PeODZ7l76/i
z9wNKOSkuvORF7tKI5NY6qJT7Otjja9iBInhoGgoVPCniTJtqQFH0lLJcWJsLl3yzkyzV0FC0SQy
uGLqfAPvXS+EG3ehD93iXKkon1rQ0UK87R2RGC05nbTxIwniVTea+hbE2fy52L9WPwS1VnUxpC3f
6iYVon77y5zCU4ed1QX3fw5d4LHfPrs9wjmJ46b2qeTW8QsslYtuiH/CDmAnXlczAKBeOiCfTK/w
e3I2baLV2KpZp8QARz7+usShtDKirNk0Pu6ZdyWYW4Ajvz81aJfqtNeDFgtcHel31/mlpf8EbvZL
bvtfHzf9B/v+zqha0wuAlJGHt+PGT8pRHKDlwSnQCofzqqSCdWrC3qsoQfNAJj6aUaR7Q63UWG2M
8rnUzWJjRlmBMU2QUm3tiC9WXkhXeWwHO7B8JaebSdpIuBBuqrxjOQ5SdJVo77cFiaV9Fhlfa3zK
PAWYjieB5t72EpjEyI6oACoCSnaUDseurG0pXR20nR1n80aX6/oW6w7wYItPX2eK+FpydLT7ZtB6
OMHYT4DY8C8FD7jTplT9Uk5j9xRgYnmu1EblDfkwbSdb/ikW83YIdok3pW3lzoNCbTSIhz3WhU8W
IvDtACrOnZu+cuOx/zHGpJnrPP7kamOt1s6W4r1pGsva7/CK9Cb0wS6mZSci3TLu3/mwa/WUGVW2
jktu5VM+lW+m2LFchFMvFHpx52BDhkcqH8BHTDh5zNQb7D8eUEei1J8T/6sA2zeRjozfrHxCeXRo
g6IEbJHXh1E95ZxxbKItf3/1C6rIstS0ZWTcTXAp5YrtlmpzSl6xbHLf6bV1CUyqDmXQyzr2Uzra
18hphg0Kc4mbA2kCjI5r+8fddOwlVsF8nNMcFafS+m1V34gm+C4X5dePmz72BVZBnALt3J5q5M9D
lGvfKEnI7wp5LreQ2U95pxx5+rXaZ5rrtLDiqfLlSL4EsvArwQToU09vrmJdU8HzH0L2SE0Wqxed
oGx6EqZ8ZXA4/txCaq4OOEJTU0ueOtNXIeldYpnTn2lWU8FVssdP3ZBT2/l2jApJgG1Hw4woGTDV
qE/3CVafH/fQsc5f/v5q/M+WWeNwR9tShr20SJqrqv3czT7JyLdtY0QhQgR9pg8ipKEQ/ZOH4T+r
z6tntmCWToaemj6udYfcGZ5DzfncnsVcDXd1HM26aWXTt2JHwjkxTF1qNdITY+VYZ69CdONIczCh
pPFrUHmeA3Ifb6voRAnskcbX5BZtGFHHZTg/IqOnUizrroNJKk88+TJh3olka61PAxNLhVho+jWW
EtdDQCIldJr4TFBPtoExTgGGNUjex2PySMwxVrOWCszGwm3e8O2xRmWW4JNhgxq+NnvqpD7+iWOd
tZq1kuOkYPMVwx+qeDOY9QMYkpfPNb2arWE8TPgqT3zkGqVZKLdo7A2lPtE3xx58+fursQ8zJkqT
XvDgU9C7uJV96SPlc8vIgsx63XYaOXKtxWbjF0npQsOPuDHXnz7uFXUZ4++NoNUaBfjcjhJ8Ovwx
uQQ1uZexycnGnVp8DaLAa6urMTY8WdmP+Yuq/ci0R1mfLzTzYLXQOvlfeOvMSHKCE3HvT+7yvedZ
zXQ9ohoxTXC1tQPqhsYRZ8PMU+BwTo56kINLEhW6uMHx+ZD21wVaoTIgPtb6HolpUi9JjJpijI87
59hHXcWFIUlKLG+y0mdzsCszA39RFI2fa1xftnSvRkyhd3HFURIBkG1cWWWNDpUaoI8f/EgaTV/4
868bj4IUpja2P74tuuGngS/xIa/CZy7n412Fl7Or1sZ0GOPqRxT0WOVUD1Uh23fjhKd3ZcB3z0Oz
xZA1jLe9Sd6q7JXY06i8u4GDFN4uqOtN29nWWVlW3+IWj/J8VL+TbLjS6jo78RZHun9hb7x+iZHk
v4EVc+FLcvRbVSPoU3Z/Sj18ZA+oryLNnJdmLStK7kNdvyrBO7oTBzvXmfJnNRw+N3PXfh8DGaS4
pwLMxyAD5Ez4wxwePv7Cx/pmFW9mCxFTTbWvH4zONkcbmAQY0Xzc9krx+N9T9lrpHnfRXAMTz3xB
zvIQjbPypdLK5EqVKFzETTI8OHlbVRvHrpsFHjleF/gu3s0CdnNL7faOEhI4wRCkf0Rx2V/aWiEj
xOXqsOMkiBZC+WqoI1YC3fAyNhrku6GE9oTnU73L489l5KEyvB0+YTYH1Cr3dH6nuA0KRk4U3sc9
dKz3V0EqnudCg4Ke+syiPaZOD0aXnQjIx5pexRxEkpxcsy71U7t4cSrnSTFPhNYjLf/Rbr8KOPIw
KpYsysQPGyPc6q3ZbCPpFEjmWOOrgGNYaOOteYh9DMbzrRLW2OqK+tRkXVRW761S2ioUaIVk4As2
0rxFHXC/YVfD5dhtAfKNUncDDUnSb+XyWVuW9vgFA759jhP0oB6WtEmqzF6UGR4gDu4PHmw92hmY
WocOULghomz6C/MUO9ivKfJzu3pE2MAe2U019Qv48G3L7SS/1NlPA381ut1fP6tgzPap4aStYtEg
S9SGQo/yx1n+kVJT3crSqcl87MOstj1koxXoxGXqN31JrnzclbG6/9xjLz/5akDFThqaKJRTP6jD
y1JtbyrxubiprXY8WjhQUT9jrQ0xvADMbW4hRdx/7qlXYSEjwESTYea+YR4C3a8/uZ7/Q+GZgyce
zDH1tT5TPQdZ2aESjbX73FOvwgJEvgI6jqD1sr4KA/HEvdzjp5pe15jgW5eneaPneI6m1EyItNpL
WVp4n2t9FRgio7TNsVdTH3u10mvL9FoPVOeTja/CQlWqeEzDFvIxfnlUTMhKLRr5E8vgkZnzZ2/1
angHM0Y0wzwW/lQVKT54OKzgh/e5XlnNylSH5xmzq/WVxGm3/WCz43IC9exzra8m5sytU2gqce7j
R/GYJ8WPgornE7EKW7T3Y/Fa5x6EeGYLs4h9WZX2BOJLpr1hPhBrjdo+yFnjxvmhHQ9LjIbSAmDi
0eQuVp1A/YWzN+kcsXMJ1715qwlt3+S5O7S/tPQrLWRcDGuZcanSiokVs2aKM+5+XfhKB02h+Cr3
Uo1BWj6WnD4xaKOyHFZJR8n17BPA8e04K8Whl3dLqG4tSqPlZM9fZoaFNMgH1g+cIg+F+X3E4RJX
zCv+nyrlG1SvuJ09/bCDX7J9T5maq+s3HHYvWQy02f7VjAfLjDyiv8THwncIHkq0LAulqKnT1ylu
/1pb3RcDSOrIi8TVXZIfUt5Hil6CqeL7/mwFZfT8Dk0q3AVLARK15Ip/jMI2/FcOhjKi3OIKN/+r
G1vIZY2273T2L+OhattN3l/zbknwInp4wsolq1kvV+dBpnsilj3IjG7R1OedvHOCkP+5W9a4CdeR
vM9uoBRecGPwGDgoLatH1TikQ3gpONbAR9iGqvnIM4Tcr4RZfqYqT02LsWthfIv1/CIoum1eFxtT
jraAQKgIvlLNS4Cz4GKpK+AGVcB2CmVlix0nqjdxtnShQo0ahzIh70QDnkredd03LJdceZguCrn1
sgj5YOWlFSAfBXjWk52aV1wCuPIse/UnLxX+ZGpfTeRoIN1L9XPit0kYu0pgfF9MjT6eakukeee4
uhCAX6+BYdT2lB9yjLC64avVqQMZKNFRIsSnBNvTbeKpP1XJcCwgrdYAvN/MpkcT4qdReNkb5T0W
W/9TmcJ/d/xrsXKd1hXW8G3qmxADDnYZWK4+WqfM+o48+FqnXAEXwVKWoy4Zm6d8GK9wJThxB7ty
2P77yVdLQE3S2jAGLfYLxn40RhulGfAXwhbF2DL+lx1Pm94ODL0+OgPgca10J45gRz79H2Hoq2GV
jV2RjUmQ+LaW/SbnJfmB01Zfc4jGv7XYcK5tAQvt42F29DVXC0YzBbpZzWbsQ1CvL2DpGrfFYt5S
BPjPCLCuV4WdxJswqcVGD4QzMyepNaq01oaTrIhDTHXLieXl2IuvlhcqoLKsyfLCl5OyuqIeIrvu
Wjt7imVoHrqObYdIsvbEBDs2dlZbQTsF2jxPSeEb4/BcZ/ZTPoXPH3fqkYVsoS68nrsUlULsQsTi
K2FqEJ8pWnTS3tkkOLUeZKhfZ5IDZklV1PJzR7B1CSF0pYnCU+hRapH0GwQuZBuzTyYalXV4sAwV
56Ap82FAf6N8+TmX1e8f99SRj7DWGGtR00q2LjK/TqcHxey/c995YjAda3r5OK9m0SSktEt0NfHx
nn0I2gQ3FePUNdixtlexoUzappNLJfOdXn4MUgyk6u7EBu7PbuedwL9WuiqBXYrM0WO/gch2Pk5y
BWU017+202Rto0SNQ1cqbLLLpVSr22yYbvGfWDiFRp5AD4qVfVlGKl7LUu5JU91vh7HEAyx0ao9L
BeWsyUOwy31o7lJegjJeBUxdFNT/tqQ4rkY7cqRel+Y17dQPCsbX/mKHlVJWCeDOTciVF6ntjsUt
+xmgpFv+C69BN+3JJ7DVGsxHw9K2ieEvO6qZQiJW9RbuVPq1ys+TUeKN0j1/41DdgVlLQWCwW4sa
fbtsHXo7gO+lu7H2PU/vBLRtTScn3+pnXf9LFk+9OLEuHPv0y99fDSszt+TKSHg7Nr7xtFdOTTLq
2ZcL2ve+/CoiAXhrBm5HEz9TqujLFFcC2JM83+vmYJ9hHGJu8XNqtqmSy1RHZ+G+kEC3kWa2tT2g
2mGD3Dpgh9Ngl2Z0oM6QWeQPIIu4r5DAGLhFC7MnbofmesDK6SDjIwQjLun3mohm4tTQX4+lkV5q
io2JeGV0Z0W/GP9UZqfsumpIL4auwBQgzNVzuanYicBZ73cRmkO+kC7d26VzJ2c4vo/KTdQ1bKLH
xUDOQJCBhXa2sXCJA4ZYzQk8Dwv4V9FXXhHH2qUUORo7+ancySLX7vVBn3eTWqRbLZPi35IYkmfb
GcyXvuyrl6hK2psZXxXQTaDRQXVQYexA362FIh6xqcLfadnu4u9dcLlsq5sY/y5MdRvYKdWYHbRE
sr1S03B4M36ACZu2gSJJG8PMmrOki8ZzdHZWvSnU5JJionCf1vVzbFPOWmGHfmXr+YsOPP8hmqNv
DjaLj3WuGxe62uJzqOvtzsCxaSPnCcKPQhv6m0LOuv3QjQKDcmF6GQKVzazE1rneQj1DW8FOdYC1
jjXkQxY31XUiVQmWTkH9wJkIGATOS+azXiv6DSb1tyzXG5yu9bOJOtstbReuInfTLp2Ewj9AVnoo
gYolFSjEzLLCmyBt45u46jUO4Z0EDSr5PoA/3E4pYQR/p/msBzPrNZLSb1K5bb9IicU8rfTfCIf0
va2GxQ3NovRopHuRIahO8VfV3T4UdBWO6mDn40Amm2xKP5LOUT2tEJUXtnF3pim15IazBroktwAO
hlEP+LJQDgnQoMIDGAr6rpvCg1xk1t7U8vGbPBia59S6c0iKUQaxiwZrocXDZYydrdyYhi/ZovgB
Dl3Dgh5B0K4UVXIemAmceFllV2ZN09esyHA7lqWI+33NmfQaQz7gjg2xFflYZW5E56BAouw/2gjF
EjhJYlgJ5SRL5kuHNfS26fTwpTODctvj4/5DB1ufcy4Myh9pL5KdIxnNVhGyvC8DrAAnMBLXpQ3B
g0OG9pgbrZZuWmxrn5NMsw7QiMJtO2XTJolkI+ZQ0re/ZdjvHmX/6blNvd1z3Nj9Rp84XYo+ncgV
S+kevKi66zE83MSalG25wQXKYVTAp3sxdmdz1laHpijFc2A0xnkFADt0y6wamRGdfj5Y5aFveg68
i/O4VivgLp5w49g4anRomiHy8tEczurYmimVcZzbKYuK88KZtW+tHGtXyoyRkwvKIj4XTEy2nhBk
YTp1t1Fb4ZDFarKXB7utt0ln5Q8KjpGXhqQ3+zLudTJm2WRh5pdpL0Zq5+Ym0WSxQ2DSXjSC6xou
TmPlevE3CM56pTAnTtVjejFrxgxQW0uUgy3U4sbGFsLZwu5BO2oY+cNQGMk+p6Lmvmt7vaV6Cy9B
14lsbNKUHJ9XIBJU0MwlBVQz4LLYxWN0/jI5TJwRz6hfUEOpWLEBZZheZ4B02ZVJSRGCDbIb8ast
sfyoetneamYVCnTgY/czkSxgIGwixINwUi610mb4XTUSwSMR2CZSD6WJW3tuzW2vqvm8zZys9YRe
D5gh1IXmjgEmd0M0UzqIfeZ1reb9HtastjUqQXUVmNTcm0O1OE9i0FG5wdsUkZK5TatVILNsqn3g
TF/mc9td1K0ibXNYqQUucnK3nfVS8kxY11unGMStzAWhNyZYirUdqjaom84mLrSAO+wGVQb0l5ek
6+ZnCJ+ta0wzUMMh3gi8KfHQjd25uKwGtSzBlyAqKxjwI8AUyTpLWqF6lhQO3mQ6ON7GBuTYoDfV
wlPJpf2w+5pKpkE24Msp5uwSKnSP2gJq6apO3WnYhWyssM+2o6o1W2EIfSuZqrHNlGjeQOhl/9pC
4auiLnNtPGYaTwfLYV4rLeaZBv/n927oxOMg5uEyRIp7hvvJWOHCbKdf+toJbqMu7rk1aWTZNarM
9oS6mDbgzClNLrS90c0TcjaVBHaQLTj+thiFPmuT0f2YcovLi0Kprzu7Dtiqh/m5Po7FQYtGbhCU
xWC4ZB61Ro1LRKuZN+YUt6ObmiXbm4m8fBGo4XnU9MU+VXt9C0SxuJfqpjiLcGe8ribccpLIpExv
HG/sNmDfErfaDW8F8icfhxe4QdNtjyfVpgOZ8SOHYYPtZi896gDmD4OotG8iVzJGlwgXD1NiG/5r
eBvK35U4+Snn1k2U5PomaRXtNiv12dWnHkyhIoZdnAVfBpUFIMeX2MWudvZ6x0g807ZB84Pj8IQw
nmd90l0154Fsdcx2WUEOw44kPEtqJb9CJtfdAB2DETSzrex7OBSpNrPnUvJ8m2mqRGwc4RdGkbFt
NPZ2dYrfCIbIUC27AFqJZW0kdq3ulPP3UHuuQMtKIt+A5so3A0vGLfuZn3Jhym5iwB5iaZKuqJxv
DnhSa14GkJhN64jWRd05dXaYoibe583yRmEH4DhSlL2Nkcw3WbaLva131nUjBf3OSSv5bjAz4LUd
5tapHmioeuVU28eDKPj9BlvvopCrr0UFLWlXtkrGPgtf8TOI12rk1aKXD8EsY5INenknBDQqFddT
DETsb+BKf5ZCApWMGekWHyGWMfbuWy2PJS/TbMHgH/PzFBt4Ds+wWLeqOnY7qI0RFXKl3m1xC3Z2
fRG+9Dg0b0LgzAv1pcCcJs6xfaVyMm6+mpNdEaxwUY4UJ9jIlZnuseCd9gQj7vD0Vt43RcvnX2oz
Y0WazzUFi8oNtJxiVzWhc+izWrtEu3anxxmO2LGBB5AuBa5GATNKh/pl2dleU6grXCtQB9mNrC40
YCJxkijVEDuyqElcSQY3GRuVsZe0QD/gLThsrJI5nQtMd3JWkvO8VEs3KEzpIpOcp2hOzEMR69Jl
Xg33oQyvXUbte+hrRftmOknoJXr6u5l6C9/W8sEC3+vqbOS4Ok3RhzSzId1jmSc9cwOKp3xlFLuC
7dxjPsXJzmgcL4mmXWTY4lvLA27AdBbXsWRgJA0c494UAw4vLJ/eUt/pFNMXggmujtLY3wPLjn7a
cZoeJmOcD2od1jsNGqzHjAX9Ytl4f+utE++1DH4IFiHwW3t4xsC5NPWywF15VxdWuB21nkphp+kw
klW+zBB03cqhNrZqLSxcciu8qBITz1yn0M4T9iaF2zWFjZFpM75gP65asJYnrHQCHAxyV9LB9SoE
CLfSs8FiR+NwhpLsaSOwo76uW7W9NOuR3W+o9MKf7dH+WjaNwFpKjbWfoOqVndk3uDjN1Q17RvVr
0vcPfZsEmwHZvzfNoewBUc7vkrRkp4FeZJsMmnPTBI14kXF6Og+d+LfpVDIM31i9n81SguQS6LhM
hKpyFmHAg7Ifi+GsVJA0BzI376WIpsug5kixKbKoXtbsGtBwP7nEyoCOwUxHHmpZAgZsFd/Sopv7
jZmmqSfrcUosxCo5SqCXiLi9nurQupinMv6Oj3Kyp8jZBIKe48oQR9PZaOe/ucPnfIPH0EVK3L0Q
VJjsxs6UvSAoXjLD6jbIMEaPDouuJ01l5ivs+Cq1b1CdKtOuAbK6qcGjUQCRNi6s3OwMKxXCoh7p
ZG0HiNhCzD/B/0zTprSTcTNJsRNjRN8RRiNHbXZOI+vdJtLHeCbh3bl5VD3lcmBfJhiE7Rw2MZTm
pj/Lup931VTWWzUNS0aUjGOH2+szleWFzO6icdSLIYKYk9h5tQ2X2t7SmsatFKcvujyYt5rWTFvB
Be0OvHWN2VIr5V+dSsdYasq5Wee5f4kq7w9xEGIprSbWbmwqcw8pIj/UGT5AoSGKnSM7yNy7ofpW
4w70vcJ8YKNZM7Q3bsdBy8bjGbV1rSf1g9jnFXzcIVbCM9jKxZUYlfKs6fB3UIIJQjqa+E1iCuda
9Jp+35RddWl0Tb9pkQK4TseQCimocO2I8CZ3dcZhADIcXPDKTaSpIUqV4XUqtGWdD+wNWQfrYGpV
8WAP1bJvMOVLmUfYZm1sIj9nR4xrVbQBQNRcK1HYcYIld1aDyN7qYxnB2dcjJIki/ZJMPAE359aB
Epoo5ttJzmPb4V3tjn3xLW87XdvaZWg/1J0Fz3icFGq8Dbm7aoJhvsnYfGyyytJ/z9wr/F/mzqS5
cSTb0n/lWe2RBjgGBxavFiQ4iKQmatYGJikUmGeHY/j1/TGrul5mVHdV167NchMZCkoiAfi95557
vgVoFrAX+tiof9SzKda+OXk/4ii39rWQ3Tr3TAcnmST1Lk6mbep6rzUEjbU2yZ9wAuOnQ77ilkAY
mxBBeNiXrTDw0mxNPwYxp15SxOWR3F3vONemFUKoA79V2NWeXw8OXFxehkQKykZlYWtpKvFZT9lL
V7Hy1dEx0N5k1u249IGxcp1K7d20/4nF4MOFpFeTDVUkm3YJfoxRkm7gKTerQliwCXpObEU818oc
evOGTnjBBs9KZd617nbOeUL5wOdu9cDTbW4mwuCzeD7TSgXnWRjpOsmSaTMYYxpWJh8QWw9eWMHT
Zgq1iG0XSTYwHL++ri49iSuGYNORfH9lmL63sY20O9S+XGD+ze5D4dPS8xSiyZvhLa99rr5z09fJ
JmLBAcePltwJnv1Q2SRBrmg5CX/sajbWQLKvfUx5W0U80lbDAVwTdtg+Z9OEb4MH+Uon6c84ntVa
K0A0yehbIVtKxRZaY7XLyIHd1XCXiadmM7gSE7B2PTU3mkTTnkdy8zOpo/S1yNP4yEEpn2rC6a8M
V1za9dZZWcQK7JY4gsJndHSPy3ABhfjzTR0U0RpgnLMjSW++iXjV3WRqUtty2RLciQ0yWtS8boi7
XrFqNN4zo+XNBzW4J4h9+UH6pxcaJiO2sgmWu3Rm/KNJbCuL1Lj3Ck1UKKnZT/5SRvuG8vvYov6u
/IVmYoKMsvKnharD9tOtk7EjxbKs+1g2RXy9FE50r7uqC7XL/kNJeUKVXyTp9VBb9tkSKto6+Juu
4nbpWAd09RM7zXQVdBpXsMO7jdeOr6PjsVbXV4hNnfQZVMp+rzigVga5DMeIkcIqnaW88UYmrANZ
ate9OVQnNbkjCzfBPFBkxno/W1gOqtLpuS6qamd1SFZerNNXUfI2VXB/7lA/HLINhvcoddjta7zy
rfHcflt15bnTzq3Qc7Cb5qQIfZVmNz3reBAbR3HnQT6t/dL0VhCenYNZJ0NPPKVJ3PckjWSrWv/Z
q8ltX2T6CpqeTO9MhaZavunAXoskesv7ovwJ6zBdd4MMU0km7DANAuphWyfrwpvezah2r3zWwDc5
zPq1LUp/rTjnHplGx6FCyNn2aZODjJg0S0E6Pc0g27e+wa0ce6rdcLN/zOT4r9AsXO6p4DuSgPDU
ArjYUvSxg92DF7Dr+xwXHlrJUoGUkB33qvLI86Yq2gzk652KoXAfO9GJA5mYE53OuJ+ndjhby2Rs
i/QT5MjCM69udrkz39EeyT2Nt17LSzzRUNQvEChvnVJzJXf9SHfmTS+qN+WPvEcD455r/HPO5PlI
lqA4J07KfqU9lM9dFzt3kerMlbRbeBNQNjZJDBdzzi3vgHBi3aRASja1KSO8R8FrPyw3duIcI4c5
vh8VdQgpId7mtTcfowTixUhMy1OJ3HBtUpr+yMA7hUCks71WxGmqpL/O6+yJ9ywlWq35USirRU4K
hs1YegykaxKmlf9AQXZHlgBtsyU+0qB4VGWVXWHmlevSGC/J6q5Pmxtx1EzE+KnZvqFXUStuFkJN
ORDHrNoswKWvup7785L9l10PKZwVg50e9IZqulOFP7/Lyb4UGZ21Bj85r6OpC9va3aZ9cAqGzCGB
0ZCH7IJPcm13Xi3D7G0pn8xNnMB4zIIhebaCJDQz/6QKYW+U8l7hqD2BOpuebS7XfWrV3ckjuv8R
qT/dGlWidp5KBdiLyOfjdIkgHXZ175c/BsgGpNTKseYyNOtD4hXedqyUuXdq21vTDMANmD0wJ2OF
/WTllliyx8a+N8gsNCvfBwaRdjuDgJSDYfckDtDPh/UlzRoBqwnNBAhH2TXkknSlu3X8CsREWyab
gjoo9AxDhpVy5rXVTlC/k8A7DEAtVkPihujE2c0i+nklZUbTYMYHs+nDuusTzlFr3FZs452GLDfu
F9FmT3bGu84nHRx9UbWbIVBUAYa4lb5Fp+i63F5+SR5YRQdJNfDlqhplu3b6NRX+Lc8tL2w5PK/b
xTkOUX2SVmqdGrgm67bSHXG8pXEb2fOHnnMSexuKFDJJ9ZpUzWJnOLmmAli+vIsKhdvvQXZDsG5U
BpTe7+yQuRIx+VP3ZXXtq5FcbIlmeqMnrH6MO0CMdtb9VJRH0vLJJ4jt56WUxLY0wYqcPvI5WRYS
/XDqOnJgoRjBLu3Fqa+hEcGQ6ze5tr5sjrYWTCj9XkbBqA16g+Fdo6bY1KDWFN07bkDTvpTz3iy7
9MWT6NdZWyW3DQ3F1TjXAkqR6a6V9AFXBAGbaE1ykIs4eD0zXWHtYELsLFRPabVPSSv8O7/qYUoK
0z+0gQKUK+jzJoOOj2hcjmXfDHPPG7YQxK7SpJ42SQKnQeZczaY79vcYTLMva1ArpzGfuCI4Ao2U
4G5XyZUlzP2oSMkis4Zab+/p4rSY8UdvR4e2qG/a0stWpTEd0+W+X7xQmtMuTUBfajni9nCNOCTk
s9tixt23YinX0ghWS1td6r5X7MEPdloFoZ550s/lWS/RwfeNfC+ToEGFGNBD8mXT2sFRccApBagW
b3BcLXqzcM2vkrK7zRqbTPNKHGQ5PDE8vSNb52hF033f8+lXTsS2QO4667JYxr3W412MFWpVZ+kQ
zm5a3eV5UG/HadEPfuyhiKfLa1yJZpsaH12TfSw2ur5D2sHacxmMtPnI3ugs060vO+/TLZdDPWu9
TxIwXSnA0DahTGvrVVA0z8OQPRYXtJCST4VThW0fU7ca1ZvM2++4L3BSc1hEVWFdtjJPKQe9IVPr
2qjiMyMW2BzLvejM8kqIrgyVYJi2tHOMJSh5nozhZ6btve3hfm2CiQaoOyMX5DvCp31QglWyiicN
YKo9FaOpwmqx9hM+2HWeR8la9kF+nUymcSMTfnxrXDZOZh4J8aV6rUirdaskeFiUmeAj4j2zmD9M
Ebkdi3LACrcu+NLhwR3maj2kMH6joAyDDiVpTJp9mse4Y0XpoUFCg4FtqF5avwe3kUSkG/TJKW/N
vTSXV7aqoIxYlEnUeMN+ivtgrYsI9WmerpvmkgA9fXaO2lNIGitBIw/X9cvrAn1YVDKgg3V7f6p2
VZO+ZS0Zol11dGfOfuCxzWNk2cdW/nBd8VKb3cE247CbbikNIGghhgDZSI9ZpnAFI83T14zmuKy9
qk9fgOJ99SOPi8DKt52dvo7EdR6dydcHX6H5ibi1r0tRn9Fy3RWW9ccchX3VjUAbVadwqLIGbVij
QcLr+JYKni6trUDgMA511Z0z14e+jt/QPutVGnwEVY0A1qwTbPNQgazyZLa01F1qWVdJJxQY4+s8
6uIQBO7A/EDcCgO7fdxZ3eXZlF21A7sawfJSBma/csZmN2NsgS3LhIRZ2lo6Tct1JpzDAtAhjh8I
NYEaemeN9LWT/87j/jqyv8e+aFbYqqn2hkVdT7JAfS2m7xjGzi4BQrGaHeNnbht7wBbtFTsqV7Q8
ZLv3RcaoZSg+x6gujIO2ZmCDrMdkCNlLLLsQX1jBRLtwcwp5e1jRpj81RjBzrvg2nKdJTgFeNtm9
92L80RuMpphy2veJ0E/R5Vb1gqJmiCBp36zGoVgxNM6eJkCg1VH6nbPAbrTDzdzRopctFQTtfv6I
vv9tFEazN9gqbb3kQpVr7s2J9le4BcA71jQT8AkbW3tvSONeKBrrZ18EZw/7oFURDhcnhQIZ47Ub
O6rLXRt9psCsZ2OoQ6h5PfJj/jJbqb92ivK6Ck74xwHxaL3Je+5ZoGCAXWb3bDDi0kXzTaw8VSMZ
ZxAgWirZCo/cbDL5MZ0tqM2NoWSz0q53LAZzXQP1YT89KVjRKY+at0jPw1qa6TEfzKMc+VK2e/U+
K8yHy3Em2uk4mF11O3nTmVWZTWKrnXSGFxmkEp6nCn6Q9LkzPQ68iEaImfhXXFoyHMf5O8t7YOAu
grQPHIjs7Ac9E4VmFHcgr89mS8vdQMRhKDkdMw/6ll9nMDezfdkYEXE+VXLtpiLbBUI9j30n1zNg
SWacBY8hxiQEY0eriIIadeazhrudDpytC1OLIe6g9FnZG1IX2piX5CTjMWgbhjbsDXvl1Rr6vAeT
e1HlA6HTj6Zr8/4A6HExSETNu+L6XPetegTK6G4ScFpsmy7vrRV8Fmn+LoL+kxnjsjF80aytaqpC
DhhvTYD0w7CIU2b+sJxOIpO62d7BVX0CBl6slli5a6MKnKeJYn1j98nBIh0PaCZDjcyw2/Pcum7Y
qHpfporWKUk1o2d08ShjbGRYbfEjnTp33RTmS6MNRWI1okM7g5NyF8xprc0BJUXVnIeExilWkaSX
nLsXusBzRIrULm9sLJ6SnG2vmp29HxlQxKRuQL7DD/EG/ezWRn9jRikB+76FFdWt1DYFsvZQOG3+
nOgMYdhJ+geixrnUk3i8ZvLnbYzJ9x7koOV9Uw9vbeLM1B8+lAgKhOVuqlV0TWvjPJRGaj5yEthn
GUNmDeR0HzEsIPGn87dCDBe2ViJfzUW3O1lCRmPYN24ic7TPbVONm99L1aDNYztk02c4NRyBJyut
cBP2c/0IcMDZuG52rv2B6BQCaaGvdxXo8CG4H73FP4q24klCEtUqddIPVlmrXUmRDEt8JMrAYoyF
A0HsmCzMjJ7deL+05ePcpoont63vi86FNzDBGwgG8vqSGvE7LshbMPprTWlw9BqZrg32Fva1EUFW
tIaILaRm2i8jPGCLq3dOMmPjdSCweGLHzGP7d+gArreqFSOVgNXd0HVrsTG9uD1aeQPzbBJikw7l
DDiuORal6EGoieCmiAOBEhgNLJ2wOveYWE51EmJJySchlVLm870YJC6A3GThzrYyUhrdjIMyIjOv
yOxbjAnTfdIaF/eN+dNWfF7gG+1HxyZj3zUUg8duWELQfS/txGxgVEVHN8GQfgyiB+k5yHaaB2ez
5vawAWgN2RyiLxhPpGYgLE3sOHMBZVSHvVvsBzG0e0ujGaAuem6Y+v5ynBLeRD273VUcjVzJ2GRi
EToc8WHfO+ljlffzoXaNJixGd7wb5UVycEa57iMQvE5upM/jQDLmAoX9XozjI+qCueoYozs8z6Nh
v+g0uJkWPz4JpcptNBX4Ccax24HpW+59MYqWwo2crMZOo+tJTdmVN6X2R5s6S7hEgTilmcCcrxwm
WY1zORTcJNmplFYkZ8a2Y+pr85k1pXNMnShFho38VTt65Y+od4gG0qVFgYiPROAQX8zoc2yj/Arm
gbhSbb9cjWJwTsRJL1CjYXJ+jdxWt3xx46yT1lyePa1IbypUfT17vXmWtSoAywv7MMEExT4VNS+O
P9qfDMnIpF+icpsxyVtj7+KsQDF1wnSZk2uUT6CmcSxuKr8LVq5tlijIHmJqygbsSVTTtGMKlkDN
lKzP5X1/1Q0Fct6s/R1TaPulK03rTvOhXAlVqWNHdfOYU8mfgzbrfsRaQCFlNm6HZmmqy7ANP76F
xSVVWGessTXCxRiSuwnR7KdjJOXOIqtdrcGLjHqtIxDWWREFVVhnOQHtWWug5CvA3cDMxmvs1dk2
G7AlrKyhlodF59kNaLrlh71UinukI81TN8NHZ7b0F3UV7PPZ5MmYp/UujiPnm6t+OOnYKbf4F/3z
olW/9m0ueKZMZTKjR7vuGzy65Lrr/Gqb64UW36qJ24Ua1zusadVqSnazhNO4AunYh3OfdqfRnpI7
VcXWSfYxgIZU1pvMUdvMzBjZIYb6u5bfE2+OLfG/tZP/MTheubd6hOt0GC5xAyWJ+QjUQrx73tRQ
7lX1/B0VeEOZFjIsjav4QxtyvDKhHDzKtsh6ImacMRSin5jX8OBlII3GhxrgmZoLIEAGrP32Z8aV
a2VVf5NJPkxscY7/4TJrvWcoWn2I1Bt/1oGG85ZFCGzCd+9UJ3nQt1P8c/Kc/JyqUoZysBn7RdF4
CBJuvaKrmeRYdrYtHcrcmOP+VDg9GzjzeCw8u7sqPAfrxJR77ctSc/gExWcSy7i/KDfF3hDtuB7b
jnjWwIn2ucw3Iy73TTTNNaqSwd5APfpsuvvJDXOx57zh5Axyh6vEjB6KIGuelm6OWdNA1ag3ZV96
X048Ii0ZvHo8TsUBfkxKprDqtsLKrVPlKnMtRsZBssDGE6F2f5hGEN80UjNmAoC7ZuwrbwfbIeKk
7d4M1bXdKqND4ZkIzP3bKQvNehs6S5bpBCdWKu9B0pbX8RirfNUwNbmrseVth14kD33fYBFIDcwC
AV9Ns8aj/mLc3vZTuWxtzY9jDHF91bCvCgzQFRsjb2nVZW0fKz9KPrKcIaSZFC9xXRmriieBsSYU
zE3DFp7Au4y9+mXkPdlId+J0YL+YYDUsQLPGVrNKjSq/4Gg+xrwDmut076kvpx270/1d3o79mhJc
7AXJlTcQEuxnmat+76RzyRTORpqaGir93p3pbzpra9aR2khd4PRw4aCXS4NbDcIPPwrFLEjSd+HO
3m42x2jLFMendfblRmazHVaZlePGZ168BOO0DXyDefEYqOt+yT0GJsyG4ogIZmu01aplcPOjifDX
jUUbrAeMP6sUkD3/1k92djQhdJlxfh1LV5erC0ZyJ2yHizKt3NDrg2c39bkTOJ+Lt8Tuutt68r88
ZXYnMcY8FPrK5GQRxRPPfL1JPDRP9WgSAvXgzA1SQQdPOBpksXKAIR1nNLJTJZiaq0oba4Sen2Xp
lQRRqfI0jllLeZuRyTmO6mHEn8lc3R2f3SnKGHCazDeICGchOUeosau6v15EPodWJOgEI259ryCG
T5BMdes63RuXv7xamhnEkmrL/VT25lvuR/owJyPjZIl3qVex+ZR1Bk7OvDlTjjXreRQQcaLEuB3d
fgoF9L0Qh5pF41fkjBkxw6aRSoGrOvTVMXhTJ8PS2TnL+xCPwJq1Z3NbdBUkt7reKL+jX2ua4AbT
f7ZVkmraYLoNi7z4kfiNv9MBolWSmOXeNjWuCG/ojx7HUM2kbRRHXY/ZqZkccU7F7FxN9RTtbCN6
jSIldhNo0dOUDOIjajv+2Kr5lEvtXiWsae8cM02u8g5ialPr+JxP6AIrPbrGTdpq4Kza1l+qzOaa
3815CCbRkjesF/w1SdrsZLQwxu/0l28PmIjp9u/iIpsbJsu+dXJjma1nl4lUa1vOwcHs04RlD7Qk
r6OJj3CgjyiC4CsfrOpYwOe6I6cTY35uvA7xXJxUy1hSOKLctJCPOMu1Opgs7+1Q/eabJTOGMC6r
aq0WtbzacSLDpJT22nbm/qHsgu6xHctuO3a2c0UkpwhHzoa3dKy2ON5Wuqs10kmydlJcFoY5nBHS
kcF721kNRtfeRpOVb1LwjvGKgTavXdfdWpUJj0NL3DIA+gFBvN04OtXbJmlxApdXDMLD0Z+TlbP0
1aFZCEBKRlM/6mJuN4ae08d0wTQmYzF8+WhUiG5LdwDV427kHPHHOGUCQQ1Rr9zJeeaf9geXM3dP
svNXgouS91PpnRelxcdCLt7T6ORqy4MhOnWDTo4V9k8CJ4AZeQtrD7OVqw8LX8W74fS+x53TR2Gp
zeeB32rHu+uco7juHoCBt8mq6YZ009ZLCyO5D+PJaDdzVUZHSxM1JpSYH1iUnMmQc0A3z0V131kN
Vqi8wRMvWj+7jQPf3ROHRu3dWcMB48J0Xty2DrNpVqEWbXDdM5R6oVWmw0wcu/wypoSVu6ihD2oy
ibQ9CHXKLD3f0kE/Sbucd4SpusQHx0N7iq3xqVnoa0W7tGtt+x86dcWxIw8bFwzCMoPHnFEkrki2
Dc9k6Ly7Wf3lR3GGFJCirxLWgGzhNeNPUyyMfnKYtzxUKxXSq1Y88OkxSOszP4WM7F1Zu9mV0wQN
q22MDCOYtrENw7IXU0cMPP+7KGpjP7txvvdtT94YSfVujDMe0IWMur0HEfZUpjO+KJ9NR9n0GZPl
pmL+6t7buZfeWVHNhEum3f3cL9NjKgmpg+tTsXLHxDwp83GXZ8Y7rN1sjRPL3bsNo5P8kh25IzUx
Pha+m4QMRe3Qjnk4EDqq2xv8y0+z4da7zmmKq4rczLWuFha5F/fNxbpyTEttv4JMK3Hv6GQbTNGz
V0yfKeF9YV6WzgZDBMuANZdUF9nRuc79venejJBwwWU174ZXpjet31Vnt/M4KP0uxLxiLanB3mCy
kFGP6z1mdrGCcnW7FE2Kkm9/NjyQ15zuPzPf2yp3F7f3pt2rG6Hq/sZjO3EZvHgTSdyJfpwE12Yx
f/aWVYVWoxF7+8zn7BoqTlt0u6KUtDhVaftfQUsSG1xn3FTJAiJqts1+O6UtuXzoFBvlYgLtA9x4
bFq96r4u1lT/hO6YkTRCTL/eg8cj8Fb0eXLX4oB4y9J6+SnmunoUJkYMqQbrjLEj50E0VOjthlwZ
sc5eXKNn7RPf30J5bMwhpntcmobYR4PRHKC1DeySuqK4V8WElwjNtmXsF8n2MxDsx2LXaTYNJqy9
xQgWn3ZKWHYN8DoQhbXGB8vxMdbObmY3lRGX0dwlSHNXUyDS/QyJj+GO1Z/IBaekBEgQAR49FsUI
e34ZIsbucTw+DBjvdpi9OLHGAngcrsTH1oTFRFU/75soi9cWWvspSc14jW0CxUfT4HjMU1a/h9RG
BrJEHOQBEq396asIoU1aBjJivhjB7ThRiI9xFuwCzHY/WmastOMLRieh802v0+q59Zwa/2GHFrIe
zCALXa8VO7YIIJQnfs74rqC3uM6BRS0s0Y4pbhvPvU+l4qwk40HRTfzskfFvBidLszD2tP9TVj4W
tQHfTsREdBeVi3djsolDPZVWD2MpBPn3AaqkyubPAGfqoTZYJ2xy5EN43jzkMp09aYxTCFJ6PKoO
kuIqCmpvKzoCtizgQPwiOICNOeiue5yrSPEZdoO4kGdpllhKDC1W2YSbj0rF3DWifUV8THaop7xo
jIV8SfQPMkXKz8Cc1A09ePQEIHHZBe1SH+olnzjPUpqShgu0S715T0ck1pZddodgACA90Bg9LynQ
UXZqFOeQRZhm4sUHDyD2QXcjywAyw8sxCVfv/LyMb6qoCj60RtXrvD7ayHLq9klONVPregJewYTj
sIxa7FnZ0BSvHvUMwPFTMuOhnPJ4yZCH/fatc51lM/EsXHlZOp1kyqIiFZGX7F3KB4AJTDdtK8Vp
lLjqWwljgsUOsvQVubo8Tz22jzo1omNL/NFG2sx6FzjpD6oaxtM0YKYkVJSdmZKexFY6YAZWeGdp
JQ+J2UY7s8qYx5XWG0aaIVvnHIa+3UV7HLP1rhoj60o1EgeXE9vZqo4958GO/fY045jj2u/ydct9
hLbjBtzqTLSSyEPJNyZvNRIh/MJNnt1EDuZTmuTyWQUkDqzE6IEql36fbILBHm9FG8XvMX+/znxN
VwzeL6ybiBiPOR0OVulnm56I4E0TxE1I9mS8LlxUjZhkNhKteOai1z+4WNtD8jOZI8Zp+9mDzKAf
yMZ9jHF7bRnzcNTWwvZ6OuZXFaT6bboE00/pRtwLASfojuOnWdcc5QxXR2gaRq/ZSemzJd6wjsNz
uU8LpJp4ful9Vt/Rh78Wcxg22sZZadoxUFRy242947XviWgZW2Iw2mDcAYmAKWVkRwT+BjopKx6y
nX6M7gJmNmf8OUidhLBhk13LHXhjZgvbRoOpXhkZF7D92AhdaFavzNn3DkXjZzgJouo9z4s3bZkI
nQnPEEey1BHV85th1AurMY6LN7w31g1+3nPOBgMr9AW38uxKN8c9AqzGiwduB6f9O9zyP8KoPdYl
//3KQ2Ot7qtuZlaTEvXX3Xd981F+979+0eX7/OOr+r/+/tfxd30hiP/pD5sKFWq+B1Uyn7/7oVD/
G999+cr/17/8r+/fX+Vxbr7/+y8YmCt1ebUYltsf8Wcuu63/ADNdXv7v/+zy8//3X35npn13FTC4
Lv2oPv5PKPPLK/ydn+Z4v5meE8CrgL4pQXD+g5/mOL/xvzzL4hHuSM/1/odjbv7murbERWeZkINt
wT/6O8fcArpmCWpN30aT9Bzf+U/4aX9eSvZ5fUjopgC1Z3tg1n+NVWMVp6Ktcae73MADYBrWO9NX
7NaVyaJZRcx10jFW/MO7dfe3nb//qobyrk4r1f/3X/68ZHj5nhJrYGD5wrVcz7q8VX9cNmx6X1Y2
6S93ix70lgBe4oba8t9l/P6+wPs/C4e/fxv0H9uldbEcLMq/7DRahHhwXFn6rrOS6kQxsQf1OoUY
2ESYYZRewbeNr3OeD1PlP3hF8+/ifq1/enNhplsX8KtlW7br2b+sGNe+HuZlmbs7v1Z67zSs1I6N
627NgB7Q6938ULJ0HEYJI9myhTxk5DmkVIx2+5ziYYU3YD4OiZ1fW8qKj+wAxJ+2p5N/Ext0uZj+
sJrJOyXAr1PLSklWJDHBv6QymEviZB5y+x0p18nWu5wRbhUbO0bd7n4Ri0bJZ+kUu3OLB33C2bM0
b1aSZCxeLD8Ud/9XJZR9k5mEaZRRMV1zGgZ7LODDVo22vWtiHmLwgpq9Yw53nAfjq2X3PhtfAYkY
/WVBT5nVu5dND//6Uvvni4BLm7dfOL7g1wy8Xz6CqmSrCy9vceeiLh1auEZrpOn0ZI4xA5sOptLg
dCMhO+XIaGw2t1VQTOG//iH++e31qU9s3NZCMOH5Fc5Q05zRE2T5HfqeoJB0XzLseBt7xHYyy9uA
gJC1jXS9+9ff9p9/d0x6PD0C0+bDE/LXsA0c9r32qjJmzMBhxQTspUiGCUce5N0o64M9yXUPkiEK
nXGOQbrDkPOvfwRxuZX/dA+68CL5xV0iMWGrOr/cg5UV1FXmVcGtzOp+J2PDCdt2kee4SseNH8li
Z80PTpzd9mIeV3O1IDN20dYa2BWr07Y+5nabbH36/Pu887H3lTtR4bnHIfeKtWzNYLGTS/AfYR+5
H1w6c0eawvH4zNxfOVC5cppxMgS7A2yxPszuqDdqbqPNv35zfknl59vw6r7N++M7rmVK95c3RxCp
E9fSX25TMm0mDucd0ohz8OGVD7mbbS3VTR9243ymWDWLhT3CcvD/XYja71fBnz4iz+Jb+/Ly+dic
BJer9w+r30beJZWuF3HLJp15Ew3RtbSL6FWrwL9TUePgobDRnAWbW8Tgm/rTdfEKhEMjfS6cNq/f
XPc66QP8edYSjQMrYiK4AhRWrbyEkdw+Ue3lLEG1pYK0v//Nm/hPz1jPYjYAndRCVjZNyRn6xx8/
Bl3sdnlg3iali9Mpjd96m2srkw6evc6aNc6CISA2CI7tNdU2k+Vp0tD4tGvaWyfJBQtlifXujl5/
7ePoVCttz/F1FZnLv7shLz/Ln99qYbusCuCKtCUonl8OPhFMOVNgrW7trGzPwnXVjumZRL/Ora1h
xASa6koeK7zpT2XdsEdVWuy3pprMWfKTdL/OHbKpVg37freGtNttUlWB/ttN+x+Vc9fpV1f39U/1
a7H2x1rtr7fNd/Wguu9vBRb316/8/7CsEw6P//97XfcUf8D1/WMd+Ps/+FsZZ7u/mZeD0vQdSgqe
1+Qb/A2DK4LfXGk7tu85jmNS1vyjinN+Q7CnOaZSk6xzy0saxt+rOMP6jSPJtoKAW9+VDqfDf1LG
2b/H5/zh2qK6DALHtFx+Dp/Nn18f9mMxZ73wgjNTh6W66lLl434FXjeiHE3G9Rx3Dy3adoMQUkQd
urgrrt3aZsNiLurkzRhlxx6ph5aLw8r7X+ydyZLbSLZt/6XmSAPc0Q7ehGDPIBmdopvApAgJfd+4
A19/F7Oq7FXq3ldlb36HmVKmQiSa4/vsvXaa7lD5Cuzbs+VhmvTYhYGqsLAV9GW8YCdyuHzWSbao
N7OogeMqn4gKiUWMlqshSKPnaRgmjenGz3yC/En5fXbLGIpkTETorqWwIkFNT8xBqRtwksraYFkY
n8EpKIgOWzrUKw5ouYtqsGMr3AgrrIuhnZ/UjOvoRFWKDNvJLW38FmrmR4WBTRbbG7P0qQP11O3M
TtB2P6mJUyK1h2QvdL7oeBenQ5uEJkuKEnaYVb6pkZuJlAS5pZAomOGHiYiyX+Yo7LfWTdtLrssK
zAAd6gA8kDXncCAzzNF2IdODulN3bLdsQUx07lwXCd718DIK82a4Bv1q7uHkVtMOm03+mXm6Qx1r
FpYg+OYKazspU37ITLTfmrFH7/bRjrf+ErXepo6FsFbKbjJsHjafB0bBJjhlKSM2tg7fSt9xI+ef
TpQVCe+IdulfU6VU8C5Mo3lHRCGKlsVSCCoZp+JQzpaNE34ondcqJSrt6ZTrBHkVeQTUozXjnUF5
Co2maHIs4Nk6UmLI1lSYEKfOS5nfdZ5VYg6ruxyahtcuMbFaguq3QE5/VXbgoFly1SN4GhpluLTn
5c7zB8GbX1Hpsaf41caP2VroviTBcWy78CIU4j0GHpKkUt98hZW/EJzD6bLNyxyVy6gMN1qTIJbR
ykVCwTLVzib+E5wcgNwqXm6rXNcqIIgniRtmc5/8tChe4cQbL1WDYQTHERVik4viqwza3YPYydWq
V8q/dEKkBRIGPvi1tmBlnCuZ5T+sprLu2fEU5a7QRvrl94MSqymoiB1NvTs93+APj2rwIoVODBVS
NJs85Q5gFT/iBKK1pcjb6H3O46D4FZdtgeKOHLKMhziNuTpoddF5HS4jUzkbc3DuZ1iS/mfsj8ia
o6ntfpdwuQ2hf9PuC7lI2J6cKJyzMfA4CLEdTm8dGvk5qEur2TGYq3hbWVWKmFga04BuYXfg/dI5
PZLk0F8zCcd41Y6DI17I5GbWDlBHUuwrOrydA76TeSebbPiBRdR7TlBOh3Dpy+JBBt6kVoZbDMGG
8Fmfn9CFWWxAJNJ70YgYmwp6B5tRR198nbr5tswbZMMi79Su9OPlWbFw9lZzI4JfZhPnlyBql/ns
GT7pvE4K94kyMPVuTglOWRye47wBQ5y8KDP32CoLjxS4h3FhxEDchVaSDQWaftLcMWK27WOtJNAN
6Waus8kw8TOWxAR2+3aS70nlZuBMpElUvCBkjsvXBdTiR1QkKFdw3TktFrdCN3jw+8DJv8VEl6JL
hm+jgq3RFceuTv1mt8xcvtsCd7MdgnBBigRqU+Y7axjmX01NgqK/c0asY+7WAyOL0zKqVPloJh6u
77HJ1Xd8oPXVKxy3QtFKFo8tG92CBH3G8pyNdozPIOl55Mmqna/s4geE2JGI6dYhZ2uHTtT1EYtr
PzP5XxPGWVV2kvUPtpm4xqZLbWJIi89uB/uXj6ppKPo0kcFt/j/lkHfTB547fKw9ZDwe9Th81I/A
vzk8QPLrz5bn/Jt0Au+HWZXWo1sl/lb2hVlsAnI6/X3tNDYQ+V52MZYwVKnQpVLw0zGBV6xrbyFl
6w+qBh2Agbvi8s8q7FwRThY6h51lbwVTFGycqOHj0DqjfpYfyXU3WT4uH6A2uCW8IKHrb4yLGvyC
u/QKgAkHyY2epRFvRW8n1GsXBLtXygmihapaYzhBV7KAptSmemmCQfsr0+l9ouJ8BCvH6Woi6oHV
/6MQ538npb9hIf13k9IKqTdF+Np+7+u/zkv8Z3+fl8QfNiMJj10vsJikOQb+c14ynD8cTuScTCEg
BNIzbyS5qu6G5P/8zWLK8mUQcFyWeONMl1/6x8QU/GFzmXoMYT65VYxC3v/PwGQhbfxlGkdbQ3LD
peSivknflL8fv4o8Ka2xFcwbLK6sYWoJcZWB/DkYVEZMpCDZNhMT4PTq7sopF+9VnG1bsIgGMkMo
StZFrAWtDQv/TeBl0VoZyYiVBuIK1muS3hE2rBjnAmOIvXVJf+2bYmE7Ncf2aog6cz30WU0G41vX
DcdZURteCN4sPF3a/dgH7onN3BOgip3SPUSpKI6uaa1ZloNoMDFXQzmMzw32o43PpuPqT/YY1gFv
PMtIufnGbnjsKG9cN3P0MM/za1RNCF88cVoKvpNIbV0ril+Z1aoQaNEd7jag8gRf1mpxxVupMUOz
cCLW09rpeumlxjnRkjIz+2/I7c5VDUJicWeK8tzyV0kiexPhxrk3cRP/coz0g9RosRaLVdxAxtmB
HH+/KflDr0TEbIxBKn9wGagPJfaWsEKt+JZ65S28j0fg6ESxuWwsx3Ee7fgWHIqdhyaF0dK4H8FU
WF86K25lgpku1bqyGvNh1pTLEiOxoztIH43Fn2ov53ZY5Dnw6JLasE5ztzEJs18012CFTrBXbAjy
+BQZNGX8XvsogqSiRX8f58J7LdpI+oCllvm+bovyIrkrEvbYzbzChCEPveOr9p4Fc3VOO+9XMBQp
4Bg+wmkjBkVahgcpOU4IQDe/S5CkOxfbmJLIq4yNrJ7SjKJO5YZyZDe/JtoVvAkAKfpH38fR2uhb
E+OxRHkbJhLO7Bdj8zJ13gMQCnuDzS6lQ53mr2FlZC6ZWwZ9Prs2v6vTpdvUqHnDqiugdGhRuNcp
4NsgYkgYf0iXa9SR3BFmScCc19al8CWu7Lacj0QSXpjBRX5MhV3tasveTzX7HybSeUv456Nk1Kxd
0wwHvaSvKYCY9VJXAR158aoxnZtBUK4j4R18ns9XJuLkOC9iE/NbZPxAV99NyKgukbLv7Ny8y3KP
oZp+9WF+o6jkHC8w8Pz0VI3gp8h5sQkDkVkSX0s5P8C233Mo4ejBmgU1ZEk6h2Oz0549L7/KydsV
JbmuPMLo2z97rGEdUxQElQWEoElfaH4LB/cwyMepfmodDDoTcBLxCfOFV8zM52m+meBrHsd8vEYT
aoHd7ngcjQRdYNNECHidzckqOscS0NfNq88CZNVkYjNU5YRl1d+naRbtixsjv6OrITbI+6VNdeCr
oghWn8BYhWwKxG7KHYsIymzR3SMPWZqwe7Sd5d5J+HOTDCe5UcbepvWK5onb5s6C3B2LlW9+pLn/
LTGrUC7ObvZTmBHBQbItBxp3mIfsKvw6JGUczt1y4tS6JjFu81SBqEn/nEz1N9w7Lhxj8A5Zu7Pp
UGR93m2ixPuGpZD5qEf5NYL+IzKFhXZOikqzLK6B7hcZwsSSwWAZzfatadWXEQXRpuVuxFQ0nrQu
iRQXl6rtvxecIy1DL/tBWj/mKtfxmRi2XFOOO+6glEbFQ52bEUeFGnwZhWxYKLHKm3MqV75oLgM8
BhZ9NGjA9unklhyYsc6mPDn1bHSJMRaMEMxqgEqIzm3jNg8pFlobJl2GffEU58nP1DB/oOvyiGMl
/lAuKsT3s2kicNqVa8OV8Ebj0Z4jkNpL92gaZvRIBpUkaiyMCy4OwudRgccBcGMwnZ1ozknBGN1e
NTWYImyohzhurJfAEv2qLvv6zajJpgm7izZGtQSPiOn9n5UK3/OuD862TLdxRGbJG8Sy6RpmEuDY
GWFA++wKgioUuIQY/94KYHArXWQad/rE9DSZd12apcdENsHR54AQQgFt7iIx+4xZwSZr/LBvymer
UPdFO8EmasipLENx10ZVdgVIzbM/+ebN3Bm1SeKsrLd2/j2lPsFJ4iea60jd1OZPP3X3sRsdSU1C
Z7xNtilvFelq1g9tc/N1frKeOvv5+FlqgAK4wvFz1zmuJeuzNehQnuORl4+V7kuND1jBDALqQ9Ye
um+kOTTiZW82LZLdhuA/S1QccAQFIMcUEj+iHIUKk4iICMbMz8gy8y0xmaPG3/A1qcLfOXX1BRv/
iBfU3FJNHJaOTZPmNOJ5TTZZVF5AdFzb1kxWWYeHe8IEnnukmFt24/nEvPxi6Zdlee8dBIScmCSf
dseYervoeq9+ZTlzV3S81QY72wyj3lNJjAN1J3MOTq5YXj2fGKHx7nb9fmzxctv6OTZUtwIlDg0G
PW4Z9ap2vN1oYuYqoDjW+rDELreDcEPbm+7jobnKeDylDQU9KcR5Dxv2KvX7s1hMAmPdQVX2eq6K
M8DAb1GbvEU2wbFpPOZcxDVQnXjIThx6w7FieUKk+iPqkotbNgeO22Rizos3vqazcRSGfKYIlLA3
zWNeUP0kydn2XrLFfZavkEyQR2f7lxuR8sqcXSS+22O+9jPDWplxTPQbN6l03ub+V+kV+6mMzy48
DIImPInN7FIXFl6XDiXET+85vqwElviAPSOELfwbzmxym3Nk9vqB/U9yTuRJySjjm/9sTcIFGPRE
36wzlI1xthY+coVrCnsvDJcbATLRjtzMwjoH0bRrS4OyWmqPC5/sAYnSzJpXeA/ZIL0mOj7J+XVW
yQ66wVbrmaQvJpPMVM3RRGpfpfH0SKJwPy36YUpAcixBtRmj4Iubdp30chcVJAwQgOeD05KhSZXx
5TYUqgbBlg8s5NII8esf6hISxXLrOweRNxlr0312jO57l5g7mREK4LERm2nLDdhdIkA4ZjU8ig7X
gixCWpYxWWWhVwZhZAPNoKgshJACdis/+z3+g6UoYTT89Av3oqseR8C8Hdt5T8R26zQkOBK2/kVV
r80C9GZ2iL3JR/YhGWAnXYAiJPl6oZYEOdl8NBjR2HeeLe7mGyTHtOIHzqbfOCnj7FfvSzmuS/q6
9nIqvZPujYy/aDAfhxJCgX0glIHlplxrTqbcWivdZ+uJ/QT2FxSuKb90+J1WlfIe3KnsEN5URkOB
c8ZAAuo29SiCEY9xE6Emif6RRP1qGqZ7A3jNoq21k6hDtyRgdcwel0e/szSuZ4WLUPaQDgTHyUFB
JgMeRCAee4Vt62nPFvItCKbqeapsNmhOH5yCG6XEnUwTp7ThPM/EUa36OVj0ZWjkU13rtTOJ7WjA
dvTbEys6bGfqpgcycdrBGjTEcZitFfmkB7sTj3467bVIP5TJ+mMst0aA3dpYJ4u5E2m0GvnsCQfc
lconWGRP28UcAOcIanVsEr0gw0h2BmXYDd/aChjtAoKN2XSbN/CKTN7aQRJtKP/BLFmuMd5uvfnV
vkWKTLsAKeyMO86tHH1XfpvupxG6kEnmeTM7cBbMxl87WbkxAvEZdz8qdIMdo3rCpQT8pxTjC5ao
d9KlH6LQ0dHxio0fCB4BFs8Lkb0SRt2kgXuwPIbFCvYksNIVGKQgZEfPmyPN4dt40ffBmUAXFRdZ
A2njRvIqMCBlv4mkAg5PdWd5LmV0sWOM1R8VaU3fvhZ5v5sq4+D07XuPfassyPKRJzQa84NM2TZH
bBjwu6p42eRmvaHnhCwtFsfW7LY10APIvjmRy+I7+KodxtaNn/KFOMazpxY4azSRuumOY+teS+zJ
tw3TokhqNWJXVUa0S2veGpm9QWJzN3ntRTuWeKvWjh699iMjRBBWfuVtF/tR+iVwytbwgT/6W0yR
qzaeQwyvwFtNQKWeBw7D3UYOcaN8zEO/yF9aut1hv+xTsrHOjIHGKH6gJ4S29b337PvZ9n5Y8Wdh
unoHogVdNDuO1qusBcSihWtGPqddnmxL5B4WtRHhHFhEiHvtqq5a+ZFEVvTuxy0vUrD0rbFSYt5B
pR1X6Y1X2XbdU6e96AVwT3b7d/F87pGqtlTiMUO4Q30YxpgXJhkcAJ/MVzKG0lVU7kna+Q/DkW90
NhNNiOmYiI3bJelOmz5O78VM0EqDccDU+WRpb1vXZLQD1b+KNnlUjt29Zmb+ld3epVF+ZxjlCo8S
8Lr0wZkHcyOalI2h+dW3xrFLS0kQEzRN7q2zqPtqbRXOXEKB9im/EEQz7E1f5EYY9LW3Ms16x5t/
M8XGHWJ9D9mE4x7ie36upja7NAFA+bl3BNNp0ZE6mIqMmk6iPWV34aRrgBYM5IEsKrClQfTbwK+S
t8H18g8sXoRUqgWUNfTiO5dC6XBojOXDiIc2ZB1AYtG3/POEz3KPt7pmcykaTA59pPDPFotxhyGn
UGtpjOYt65aW9doqF/sXsIlmWnmIWpecoPY1djoDGMCCe45UQgsJMe7HGB6J1VFHT1pSkb9JRWPd
1cy5qt1VOdHoYH/rFcdXOuSx88IWwu1C35liICXNbJwjN053XGk4S0E5rHR6E2wXRvB7OM3EymYe
uWEyRuklSKXi8G0MhwGP+WrqcZiu8iKxjr7oEOaHIoYS3C05gc+mtq01H5Y1rYyJuOpmQv5A4mCw
eB15jqZ8b0jTBLUNd79In2XjTIZRh8VyCx6TZNNk1WJ7nukGsyGwUNZ8UBYPb4bUYY+ZsbEvXtsU
YgWiNT0svZH4qz6e4/3ced0pAP+Og4w3QS9do2IkqwFemG3MFZ2XNtviStfeJRrwsKVuAI6w4Bf3
MGShyrGiPo8x/dCr0b9F1KmQmP2N6g2VXX3LcNxtl/fL8uxgUsWcrB2DE2QAaGoOrPRQthzX1oB3
5pe2qhO5dW3upS6fb2NnDPoog9pyihcE+Y13cxFjFKbC0vr0eS2bh8GrM2yWtceeWe6zJTdbuaIK
1WrOxiSJyhH95IM6RFVQFXeZ0ibA3o6VVoizzyIv1Xra6y4FcA5FY4/n6qdsdArrJwe4xPsJ4oPH
j+or+5g4kavfyhQO7DDYyx7zVjkyg2kV6s5P92KpXeuxtenGJkU9WicQDgFPplS3845kahHtHFIv
7JVsJmtoHNXtedZAqsoweBKHZ6fnrCeEVwXiw/UZCbBhkhSmM6IkNJz1Z7efaEEPcvIT4ZTnzo/a
kRinqyEYxmOkKzCVdDFFh86RCSiUVk/OrowjZr15cAg41aPpXRvtUymP4mo8uj2UZPij4w8sbeJh
tnT/sx6YUIogp2Gua5Kdrub+2JhT/d7gSU/J2TmCHKl549KNQeThcS9mgd+7qYZdJZb2MUmz5jhl
UfyAbzhK1n6LAZ3207jbuiltQtVMn4bTJulbSrYQNAD2kbE3u41tYoVhIUramjakiPNDHls/YWEH
B2fKgyeSef5jm4J4E8PoPJAjJ2mfV8o6dn0zggkrneB1UJnz0FZK3I7dWa6wp/ZALdyWLgOyOtl8
dMkw3L598HIreITBPecnJwQ6kx16C2d1m3i4aJ3ohgHTbJxf6fEefpmdz7WuInOGiZ1A3vWkvCLx
G1tqJMSptGPOC5Q6mQmqF+3REAqspjxQ98GTTncmjl2niMVTzuPyLeD4fMysOn4iMs48YqueDdk4
obY5DOOXMhU3bhVAnVWZYtZaz5FmPQ7kcjeVnI2zvrc+c68gtjRMVvmS5bODzBhDHMiapL4s0up+
WhDUuY4K8ItN9ssgjMWFqpap3omB9Rg6U+tuXR+La2EiklY8Xxja42Z8zNoSjobsY/td1j37aCDm
LrQofNOvlm6YZmKvZ1UkJwvpx+L4hmtvaLi8PHSLFq4pmh/9hN/QXNXMTg3OgxXc1gm1zZBsX6UL
O8YqpL1rTAmuSY5jsR113++R4eTB0bGDL5BI2goQ2UEuH0n3qDpw5BEmmTuUz9nz9JM3yfTYchce
pbvILc75G6EvhkpdGlb608oXRhwNO/JIA1cMO8e3n5SsOCAQVFoJ2KrP2kw4+CJB99t4dPS5GGOb
Y2vzuAAtu1gOVOZqkP7JmThf8XkPD5InDGMHMTaln2WOQkA8ptkXARkxe6jpm0pIr5OsoDk2a0yN
R8pCfwHkD9AKHGorS65uVZnh5EQoqsNlVAmZD16nAMa5rYq12eVvLUHBzmQSJvWvg5Mu46/KLnY9
lF6D0cYDwFMGM9XYNkMFXJV0iTakdcY7uOgR8PDMChu7JoSWs131PQRnq+6ms12r6GjDquLwk8sv
txwM7G4yKcldKvcF3hoTvrWZBDWIQ/pGMcRpphf1h17K5EzSTf4iCMUaaIYPdWobkb8V9Tz/LEjn
v1v2YB+pA1/7Ouk24CLZ36LIeN1+Is8XHIbCoJCjpJuJcKjVlclhcgPxVnhV9iUHJ7nm+SI/7cVt
Mx7KRrrxcrv4ZrrSencp1rrIHl83UMje+B53pDfXnqEPSZKPzxawgwxuTTBdZ0GTJtnbCNndHNwf
WWfnR5EyxvKbdqOjzD17W/eLiIN3lzAhQWIU+fS9G2zkCTW0V3gE5d5vHXOXLobHmctbKL0wV4as
HrRGHxqj0zxDui6GRIQTYbq3uSutnUpKEZJ9qahUuMa8Atfs0W4YrDheRXEa4I6X256HKTl7YMMF
01oW3G5JnVLwtLTnSZXkhKrWx+sQn5C1WIVLeBd2wfJsiv/0+AfuCy1+G13JfSOM5Gsgqr4CGn8a
NEBbqGzDvo5ce50vjr3WhnfnBSj2sRNAw+g5zA79tO9xhDMrJLzYJxK9Nr0tNcxiYWc7HM3ZXU3X
x4pkuLtx63m5p5z3Xafdz2zS6wzzWwwrjUNWVR1HpPhQTBqgnhUfp6F8gVcDaqaV3715RFhKMmPr
jowF7biL/So64JZHiFHuN8vlwu+miBR0laG0GEQW0bTYVw+MdD55MATe7uo2ztOk6KNAfWzYFnvR
D+FXJ5YRuB+GZWfWxnvboGASf6VWj8s4aOh2ISwABUh6G3/6yqBfVRy09k2FVXoepocodltwhXwu
E2mqzehPr5pQI/exc0G0yV4YP/Nd7UzThsf7Lkr7fAXcKed/Mz/6MgMsV2/jIqm30xTUGxsT2L6W
ZEtN37UOAWLvfq666X0WJLaF2yFWyNi4LxyyZ/WuH7tjjLQLfobDDQSsBysPhu0UZ6dxlvF+WDRg
VD9flpXZDV6oyzxe5wUlEr0trrJzkYlT8GQ591Ltd7zeqrVL/txXn/6iaDd3qctbdHOwhD2twIOv
lJdbj0UybAaT/hoBGBS6U7thG/Mx+/WMytYwMYG5snOk8zZot7hK2KXZjro3/I7LgzksHAw3D4mO
cQdamkbEYV/YaI9ZQopPKa6YvMBZEPAiaX032xblWNyVXd48BZF5DoLeOowAhHtrvhOx/tLaO7ZN
e/IX7441/guYFaQ+NTwxwROprbE0NJanv2KEO5El3YWNuPGRAaK8umZeoFFQysdzd9w4RVGcfFCL
DB/8ZdRYLw+uyH8MoweQhTstYbu4vrmzQNDnMXud+FJ2yTcbEZ/KL1K2SP0GrY8e9oOFdjVWhHsi
5VDRaNthD8/biVQLJSH7vO82vTFeCfhvGp29DdPiPcx0lMlurh6yvnW+13ryHx2CbAubJi5bnZvF
CbAdY4UW9rPmJBAWBcA9BcO+A6G0lRIds2TLspuGYrhTnjwKRDzoA+rSR/34gu0kuUYGDS9iSB+t
akFyG3wdjo0GBzvNOHEC/3vbsla8xePFWSkIcmGPi9KsbQQxaz0U5se8tBY2EgBsaSAQAtVO0Zew
rUf5PPIoWetYd0fA9MMPfbOKuUMOh2qsHmVKQK5a7nzLfTR664cgCF/wSCROEfKNHokxrUTwlFds
beIU+pYShzkyTnFuHwT4XVJGH82sqIKYTsooBwbxjtzprSemX5ATm6ZAWufBjrOb6pLG/JRTtYbr
AlIha78sKSHD5ScqIq4F3QwzsawVEr+747Q0793ETLaTKF5mxMcpEfLbWAbHESGvyhU07fJPWZAb
QSeif9G48F4hzMCEYeviJ30TdoqmE5ognJPXte9ZnJzsOmNZwIYbVjf1OVtPtxTezOyLTFO9eb33
2pf1E8fZ4ht/nRIWhiK96h+oCieiimKsCUaNWXwnnSNAuVOGgHSvRjPdjrNzzdIvUdzgbFmPLkNu
detVVag5EL6nk4AX12nnOuHr+UpjNbqbPgP2Sbb/pqSntE1ABKBGeAUcPZlIxtnBQ1ndUve5r4OX
mCOIcWJDblwl7RDvdew4382b5lbwU7r8ptv95DdmB9+htLr+1m/SkkkzinItMDIxwlRFD6UNBr4j
FKpz1E9XwfFk7TeJebZcN1/WncdCyi7M5ZMkv0CDc8ufDKMxe8RsCgevGHmAFVZMJkKyvEQM/mlC
/uuZg9KhVjuIciJMBjd7l6Oa1Tmy5Yy42cMbYIGoCUbWgIr/dED8rxnkbz7Oif+3a3b7vat//k8R
qNt/9ncviOH+IRwyCMQYfR9Yte3g4v67edbw/nB552P54FfRWkgz/dML4oo/ZIDti3+Js9sxPYy1
//CCuBa/ZJukKjyLWM3NjPvPMNg/8kfkyLAqEyP7xz//ax7pz7rO/+uddXDf21hUeGj6nvTxzmJi
+VcPeVbjQ7THyoYelvYPPUPTwe7i5wj68maaOO0GhNw3YlyQzhqQH4LuyEsWFeKYZnm1tSDrUGWV
PMVmbu+XNLn4zId3pjHkD9ry7v/l0/0ffto/i+d//2n5XDzLI93h4un960+rfMLFtYEfVUdW/3Lj
Y3phU3f+cyNrl4O93bgc6QOwmI0Cg22PHJinjgL3waN6aEjTvqdQSAJWSqS/l05BywMYP6CcwYgS
7aTLyC5/Nn7mOhsuZlsOl6xFtGxmmzMVQ9zyAGzEWPMedJ4aIABdCBKekYLdGzwxQ0RffcxpDl53
8HOIIv2YtA48WEH7+b0lIqaVwoOmVHVR8UHNB83E//4T+rMg9a+fEN+pcDEK2UyXhDj++gkNioyX
U2LtaZmqHXwFW0rWyvdCBEa/BxyRhAlYKLmqAU0d0lgwW0zacp6pLhluaVuYkAu/AQIwyQDWxI14
SNsKQQ6mEgFsGzjYv/+Jb0m/f0kG3K5Ax7FdflhHmp7Fd/vXnxihofeBiFlhxyBHmDcqeLU64hMc
c0VZc+okLLEaTnNO7AycgnFguwtyh5chN4IX5zTDscqcX9CmhhcGgyYNR45HIIqiPnmcml4/6Gkk
/dMtLDv0PEETcbyATY6SOvuI7CTAxBCP/qYqAVT0GAnsDRdI8sWfhfUiw5iAXKQq3snzgJGk17p5
WNQwALRvxhZ07ZwDjfaSZ48c8dsIoC2cXCLLQ+o130eTH5tyikysl6AZ95WOE83k6RvviRi7/Wz5
/Rd8TUqlNNz2cKzLbl5PixucpeMZ9xQSN1c2b5weg8FKH/79x397Mv23j98PJDx/HGfcWL9nYNqy
6yLCj6GSbbrrwH4BE8ncjnJtHzcEwhIbbCXYXxiVy0dkxcHWG0f7MVMAMULD4OvoOW/b3XSfEhy3
N6gI+HWmWN9qH2R7jXku9sx4Q0L1DD6kc4APVq3ahb0tiNdmPgN03jdJ1alV14C2WJl2hOkCOZlx
eLrDoADT2SlGIvStwVXagofHwZQXiDbG+FIQ4Rm2xAd9eA4x/uXuVhMXu3n2NLguLiYdUSTAypat
bz/FsD50PM9sMJQx390WdlaDyRxH7FxvZCLpSDE5j+S9KE9GXPZnb6xRWUWBKWMxgMYT7U+OtVK0
C1AjVuRrGPztXQKlmU2um8p7Vt1Xo/f1uhqrMdm3OfS+lqV6sCRbs5kxKTeR90rTB9x7t3aSp87X
3a0KxTiZdXyrT3Kaa6a97N1tC31nl7J4FJCT9H8Io96+2t+eFTz4vcB1fJyFrvjtaVoIyE2mNSA1
Flxc6dyZd7kM3EvrBialXzQW+E7R/6hZVf6Hrs0/A6j/7Y/2sUFKKfCw/h4zI0fhEzvMRNiLho2Y
0ej3jCjJqYO90pN5O9jD2O4cBzqUSWdVEYANFOmYULnT2pug4VJRvVn9h07r3zJ7fz6L8ERiTWMP
aJJb/S2WZmnsCn6BKSlQ0NwT/Ao7LD/dKko9vMWZAvjVAF538q5YORP7D6rTim8xVK2wZo++cuVk
7pCoodnwHriFDMVNyWP0ThKMDSaGNLYz8pOZgJqd3tH/4WHq4RH9/St1+fEDnwGB8KP87W6eR5tj
YRJYYWTY2R1xVlpnIkvM1Z6CEwrNElB5WYZIahalQeFL3l3zhlqMMovEKsd81aw8NXoZG4iAnoCC
kO7Vzq0224KzizcwQbCAK4AOtTUzwysVp0S1KtXecKvxxlgsZL9xoFMuH8FhK+0+0t2DVTxQaEG1
dWNhN2Zzqrt5/hLmBL8wQdA89Z1xzSJ1XdzOUKHJmfuZRgQOdmYedFd+X/Fd0kLRoc8l3jmLND0l
fnnr/WTNySlVX8oq5fI14RLzxFrVXWydDHeG9w6kzD8FOMGykLEg3fZ+tuw7vNf3tuznNzH4yVMR
ZRbLBwvMSSqSaQoNNM//Yu9Mlms3kmz7LzWHDAhEoJmeg9Oz7y8nMF7yEn0T6IGvfwuZ+fJJSnsp
y5qVWU0lUSQPAY9w973XfpBZW8EAUhOrCwhiZpc8a4Z6zF9yP7Dm1sFKmlEphzkm7e7f12VrvXj9
6Q1xec8QPtkohTFf8e9/501Mlw4BhMVwym2T5SlUS3iMG7rZtigF4DZLbdyS367TTXFxJmPejf1E
S+E4NEv8lBvT8MJdXHRkDRiO/As7n71+9z//dC62fWTMmETV357D3/10bTTMRMyi3gD3l71qzRR3
3ZDakbTI8nKcPc+PfTCdihk2cJFto/UPPSCR970xPUA29XnCpM3gI423pWNB0OwHfVkswCew0PeW
F8tnPS8qyGTcXxtzFN05IewHdhjqRwaL5KYjH+JQuH1xbAxt/Mcfv1QO56Gw+N6ei0H8jx8/nPvQ
AyTCL2hl4i5aB51mj8gYgl5LHKHbnMh5S64IPAHbDMQfxJk/JTsHjsym7AGXRr3zZXKk/dUr/ifr
LDWKn8xf/arWalk1/3xjr72CkCmnsOAVy/ROuuWwI3+pR8c8nGCk5cekQW3aeW8O1gUu9+eJReL+
3z+d//Jw0saYElMzEmWqjPOnMoPIs5s0AT/buh4/FRyX4+AP1r5gPvwXJdn+l/sJ30q4Njf+VTZP
k/LHPwTUl9TAhIHDIZryO9Q6/gu/GHdtcicOog+N92Thdr3tWJLdtaJs3yvXjl5opqMG6hjThkEp
44JbkU2w6+fWz6zqj/7CPGWjczmQQzabHWFk+XJIWVaRvwnmhDRSSiUDRm5DDSrkGsW5X7NhrpoP
Ym1JsyQhQp/diA3/Ttrp7V98vutB84f3S8JhZUCPO9lZ39k/PX40bIOZlKTjAVuF0D/NrLGEU16N
sbc89zNyAjua8PcuaZSyEhvlbTVItwjqfrQBG46AK1OWtpsUtToTcqxCn2Hjz4+Ioy9m31RPRVO2
7SavB7Y6c+E1H1ou3gtXBbUfjKgiSDOHW7kFlbNh4uVZjO8dtIpECQYSif86mhxvkd3WX2NjGF+m
XyQ/ospBvIm05GIbwv05dhIKfe0rBdVfoLsxKlKx3F5VetPG2clCoamxUedob7T35KA3fKsnyMo7
Z3gRg9Ow2jaFIEneuadHSc9qTLx497dP+n9HF//Fs/O7h+5fSS4fRfIz+fiDhWX9in9YWNRvAnM8
RYZZg8/L98+phWX9xp7RFdwYmR1IivQ/pxaG5fzmOzhxTbE6gt2/dZ//GFsYwuPf+Vh0lQI+60hc
Nn+aU/y7ucUfC5BnrTZyRd3Bcsw9B6PNH6tCTa2wZtEhSh0a656B+XtrqWoHJFL8RanjwP3Du8j3
clwXq7KgzuFbBjvzx+8FRNaaG0hLGzOHR09yud4Tm8GcIS8mg7qzgiehqbZb1AnOjTmQ0FY70/jo
Uqg/6s4ub/Bmrb5DaI5eobIjb2pGqB9iyjwWv4A9y2NdT69J5dvntm+Nu6QXTHEpD3dZHrImniPv
sfKqm5hA542alL9r1fBrbgiEG8vI/kwM7glMI95CnxSMjVPjRnAku41Nl4Qz+xgDafMW/+dA3Gt3
Nwjd/YLBx1rGUu5PcH/tIfFlu0nA7m7klJ5zjncISxpi6LIKNpu+kTsCa8qvmdBnrrmrm3BooMfO
M/IpFoZzGtQgduJdz+qFFW3RRb/glS1gULEd7BkQs8iyFWHe+I5p9JuOpZlvZNbOLSIK/CMMMju2
vCOEP5ZsAWpKmeuz6RuC5o412OyOZ3fyjPGN1Q8U2hiFwQCz1bXVbePb/t2QWf1nPkXc1MEiy2Sb
m6X90U7amnYRZzcbJIbFW8n4k/th2xk//HB27klcq756Mn8frH72SVcNybkOBgs42jYdZ/XeLfRD
p7xG/7DBn8dnTjiGH51VbLtv8PywkU8dHCtWb+bEdLxxIsZiTngkFLJ9JprUQmzcOIlzZjEOP9DS
ZsotNW5gYs1+R6jdzFnyKnA8dWfMpRAnoxyk+SbSHHbnCtMI4krPJ9G2yfte7aIiwzHg840r0nIU
bsCusFW1r3UUn90etdfWmLlMA9NryhfFnhGep3a6p5RUH58Mw7k1N4nZO9/exIqK9pUcWVTVYzZt
uXfZ5SaUBeMTGGJOuJFmK+TGns042pJ2Z7+2UJOrLeIiuoQel/GvISTQgkFNLr68GvUMrtoWqYhN
b7TJhB8TUZnGwLEHlj/DpkKsCy0uYaBQuJLluo3+sMVRuj65lS2qz5RM5FtphroJmONPek+eRYGW
i/Zh/a87/UXfCjlvcMMMAlvpagd1V05ANn55PexpKuYuum+xIVEXKEpz3f4CoSKB96Cb+MF2WCC5
IpzoXIs1RsgGLalZYJF6vSXWYl3fGfDTz1rNTXV0gc1/OKmdsYmOadOh8hL2O1sDHw6eOZNdeNZG
PvMDZG64hJMpDMhLjO5tlXqfPBOJPNVtaPLh5kNGFXFTD/5rPs0/m9iI5a4TmcghfZcNYaSEgiru
l4zscKMZjyJF7RKMYFRuF0vipUpa5jJbmU6LOPgVz8wGJgBxg0PiuJskAaK5ge2P4pRRXfeSVn3/
TKYWhqSuyjrgoo2HgKJlYsXWZlTJsXTGinj1yWx/cQ1nDT4nSb8DrdHPx64YWObiT1FknJiDSO/M
YRq/XLttQOlUA+aruEKJsIkNwyAJSCdv5hT20Zud+vbXZKn+E6x0/tCEcWEH1SgX5N/GAKO2RmtO
HBiaeiLlkVNhl4d5mS+QVnZ6dtq7sEbdu0F4FOudpZCFHSvSQB6IeYS8UgOeolv16+g7s+Hb7tLC
kPUZx1E9BT0QRnyHXW6jHy6mqr/FdLXwvhRTh9mqDJ1s49mMEkiXTppqJ0ZNLkscDq44+4x165O2
EbegEUxs6+h33FYCK03FW597wt6Owh8O0SRnsN+6XF8kQBrR1UxeIEYDf5yd3VKaHbhMYWrjSeAW
/uwydr4b9gOoAp3JHy5ZUnQhgAN7fEPqKwiqpR1lToXNLNsmRGYT6FYUrffasoZDKYhACGs1uJdN
zA/b8PLmwwspjlCAItOau+vcV0X0XqHs6X55jVUW3xo66/SzCkVaBJnQWrFptqyxefDTSXr3LUEM
i9oKVaIQBb8MS2w357U5PvoGPf3NXJImyLMFjjniVWkFt0wVQsupsW/ZLkpomDKGzaxjTsdbPmcC
zZloVkjvTGeoWevy/6djTYysv0TxLPmVJsly1t3gmQvt79TI6gJvFDuvHoPgYCAjRWY4o8PVNol+
TOFLtNeF0VvQg6POCKlIpqvb59E3wfVvUQoV3os7s3WkOEepfqgRz9iBNxOccSxnVUk4vzZCcAab
A6UElTXFT2dFco4Sq3aOKhfSvTPQDmpGwaLiDOWg7d9IVc0qcJFCYgJA5WZtI8IqeaO0a/pb4ovB
aG4KZh7yIWt5O45l1vSE0+aFj9q8ICkRyc1oaf+VEQFK4bLxFVlj7Cl0+klYgeie6t4ZxDUJ9ejJ
laotjWNPzk3DO1m58VXd8gc9YB0vwmczA0IW+KYc4oMgRL3gp28blORGMd7C64eKEHtIHq+pv+P4
q8MQsXoVokLdExdiw+mmvl7GRY9DwBzVFnxCzgQn0feN7kw6mfNZWzKaA4Pwyn6X4F13g25p4/4O
yYT4qQCf9N8NDKj4Q0qr6K9ln+voCueWK04ZXnns+JXpd/F2pIyaUA7KWTsHHpWJ2KK6WQVR21hG
izwjn/yaVCHxv7O+99OkuHEIGeTiEc6FCBoS9eAq+YsCTl3H6B8KJFlBRSz4VmDFx0OVcuNAnn5U
GI9SGqIfY6Y1DU6h6l2y5KBDwzi/4c4wfauK/hdJCmMsns52LyG78yZ7CBWJrr1tsiLeM5dlaFvT
IWIcJj1qGEZ9ko6zmibteVOGWgVuN9cn6KfLS5mlsYW9C4OGt2JUREteAPRsesQIuf41hDXv0IgV
65H4Y8DK78bzzE1Zu+6RueF4ZVntuB9a96ueM5LhOoJHXJbf2ywK673udbSnr/5aMGwcHObNGFoz
vFEwBV51OpV3MJTGberG1rFxZPpWjoSaglVqsg2/KwbmwYOIFLTsephYLoJDTsxcMo2clNbIdfXe
SdVRopPcYQ/v5qAtesEDjUpwBVhEjLOkn+9NdzE+/dD5yWPS3k0SI5vdIfdA7NVfNyyVWajjaqFa
5c0utvvlbq4YglP56rN2NBGEqjM+IymvvHjqAm1kRVAsNvGMjoi3tdbZOXXn5hF0LXxTBquGSRVr
0gOU1G82kX3AbY4W0WS8EUR+orBCslIXkviIJg834MnwL7Sj+YAjcgiAXbkn3UTVJo3L4hHPzXwd
Wp6+7rq0OZWEqu0XUmODdI7MfWwSmwiVjEOyCuszRkmQ/qZsmNziWb1iFv44gW/dWVVc4yQg8oQN
D2TTttEgVsrojZeXzLKo736Y6C+2EAHFNVSJ+pucj/CeIG13U9uIvqAA3MV++SzqkoTo1DCOeRd+
y1kVx9FPBmCoS8D/OUEw0FT9wU3YX+XhtIC18uW74ooLusuZTmVpo6mXZt6xZ114qYPO8JyPVRt8
Z08c667fqmuHg/NQW+MLfJ3ixzzg3xjJSDznk4vyp9DVl/YFXjmiT89we+B3x/mjr0HexCM/OAaU
uGECMpa7FAwAiTyJZAorhPPsJygVNxLZ6y+rgiSCU85pvkUrEuZfIgwQVVd+gPKBWJQ289cibyeB
XxtdH4AlBJ0uAcj/WgqvD8qyNXZ64HqKlOstzZRLj5OrAPKjOqnOZ5/S2SPOim4mwVDHQ/T3od7/
9vr/xcL33/X6u3b8oAolf2j21y/5B99L/GbZxIQw3QFaIeS6Fvm7RME2f4NhQTfvsk72TVgW/6/Z
F+o312J1B6OVCZ3ga/+pUWC68xsTO6QLkHNYpChYFv9Bsw+Zghb7d+MwR+Eyd8FI8sNYgtX/2qL/
btxsR4Mt6ik0NpEZHXRdP8nJwLteYruaD41CzoeSwt35EX7avk/L27otk8uYaiS0bBDeJ3AMnwY8
12zDmwDTyWMidcLZTyA6C8y5ws2blR2W3TR+9ZwkqIfkJxsze69SeSZwN4Hk4u1oeblHqCe+lzqA
3jmJmZgYhzDgvoRMJfq3vtF3+JHItvVIVZGTAAM2FE92z+rfnhr5UhgEBsZ0gDmXmm6NyuEq3h+4
1HfxU1ogICDbcWqx73R59TgR/4Gax+K2sJHoFB/R7sWo8ljAmAZ85m0xmvomKt1ii4q0uzMUtA6q
/lSIA8YMfD2YFHT0IsDzoOQ1WiyUiW7mZNeNsTV8Sa37doOiE5PXSjLGVU9TbiAJCC3QyZgSYsKR
utG6rmJLX+EWICCD+KFseO3RFZEJkbrOIcnEkINVi8xyJxochBu0g9F9jMYROuJ6hDlgpNnt2iMV
A/FUsSMZMHpaLJ8QLnsq+wM5k9T4yvSiVUU9vYhwgLWE9ul6hDXP976n0EByrwARkPVgb0YTPcNK
yL7i0dmNWchfEWIR3Urjkz4Ogmoj2vCoAQSMI7StNAkidrEk48h97K6AL+3KC6yuXU2iHy05tPbs
CahXBLeo4RbcEfQ6LMu9a2VIM43kdVF+fA2UKT2AxqSdTQv6xaCbpQmabI4b69VrDL94js1CQNUg
1qOKOCp8DlqjRDeR/Teq2f84CqHDtPD/r6d6/yj+PJJcv+AfVcr+DT/IKpNi5EeDZzOH+3uVEmLl
E6KF4h9Ll7EklegfUB3D+02g07P59/wHACgV+4P/O5K0vN9M1xGWCciBPdZawf6TKgVi9k9lii5p
lbEwHYXXQwH8U5nqsLD1BibyTZOFnR/EBUvJM7EMepOLNiEyEBCDoqGiv49IH7CmV92FhY8jNrEi
nLbJ6I5fk53O3QGMV6TPfmGaSPa6IfF+qbIn72bTFFER3+SQt+hAIXlVL4kfem0eAFrDap9CM35f
aZv5XaEMUrOs1OKC5SWzeU93aUcnn0QpSDbhgrEsSgy7CWiKln5X9OObrMty3hPuNnt7L8oLvbAc
yMgrbERqkeZUdhOqgKj2zeaCABstPLeOlqV2Ec2Gvg9XGybeUcYBxc7UTuTt+oqhP7HNLjFWzmJy
z7Y1nepCkajQd10n3RA/LYY1XGJl4n5uvG4r62R600hizrNfUnX7tn9s2oUXMqx+SCD/K0PlK3e5
dYrZGi8jH+6GF7ELgBnqD3e1ALiKHCeyh1mH6bE5EFGSXptmf2skhOXkoidfFqcSe+mYfO54ookb
xv7StlkZJKb9Y+6I7Axr0iRoft07ZFIhlmFwGk7eB6GpVxmPS8sc269oWYcLCOzhHEuz/Ma2350B
LtgHenoWZD49KVkidLecwPTvbvdG9iWSsm5Wm7QKR623WF+w+2zUyE7xtqO8MohKu1ojgDU8Jk/P
kwOqZZ+5LX8o6qhZNfcGpj//B/ugrL34WcuXkDibCq5+NKM+OEZ++Ua6W8EAOl1V1NFATCQhaATO
XtAXipElOMsXTL3VHZumMNp5Tl+HaL4y/G9Vj15dgYMTG1YEasHRww6H+yxzO8btTxk5IxtIbMPG
pOxh8IIkC2gB91SxJleTYkQvohE+RZKvkKXEeYpNx/MfkgQiz94x/J4EDC7wUyjGeyKMyjUmxNP2
I1IJgV9L9cMPomE9Se/EGPu8IMlKr1uswsmZP3jmXuEy+YlE2SRY0w777KxWJB6iLrKC0dk+Vk6p
3H00TyOiakRI9ZFED8xEXnkvmBVtmrjmZqo6QurYV7xkEt9SWs/WHcmZuN3RTCCbgs7gl1ZxYbjh
bYXZuG0AOrTUhFgm8Akig1H+whHWfrasbLkmZDHeATzo5CS6KZPYwV3AteVzs5ozMybJ6IxqcefE
tdcRbiuYiIJ6u5JEZXHHudH9kh8kV2a7RSc4YPfcCCYir0RGu9Ub2RCAoes2S93AgA9yNuY5LH9G
GhX/ps9lPRKjRIwGEUql0pfcddomSNzcmIhPVaS5D0Ax/a3ZuzdGVbE1bcZBQQrs+7HcynKIEdQp
+T6nCg8vI/fPpKLHH9r6igJluXBJWv6mwATAb9SRTtoTADT1KuEsSX7PEmtsb/4c5tJ22BsOTYJA
YbanL2oBM6FmcXO0zl2DXjnN2XwCpJoSvL6DIKPYWGyiqRI6jpRnogWMP5Zx83PIiXHehLCPNO15
iIrOx8at2G+Yqgo4MUL/aIAmS3cNOoANuD25ibjpXnWlZd3z8k47Zmjwjx23B8aeYGWI8uXHzFgC
0KtDELc7gNHE/fQl03zNquvXyGBpnmLWCCBCxuUZ39gtFwvmFHbdorC2lv3c53g73flSUfT3YBTd
i5d29oVjX56lToxPr08UhTNC49mSTmOe0NnOeo87Vtp7Bllq7/r9ryzK0JJkyfyuu/K1NQa1h6w5
n3NdVXvdwlKzUEHOS8XvnSmYlrb6ogNOrjE0eJtlLAkBs0b5OuJn2ZTkf52dBIPYWAwTwhQmgkzf
5ZBdOcSSBirs22Nemr8IkYofqLfhle8tXF+AjsFJmGHQNB4UK9cpnJMq2AJ3tbO8p11U7Q3mAu/o
OBNifsIwvUrzEpWWcrJ7r5HlGRTZLSiF70kXjIVdL/TOjhcSVdXp5TwiCdpXoRIP2cKATTvo1Km0
3inJhujsDag77SmP4JHV6EsJHR5PyGvG24QjptnVo8U2qhTqIxuUzzas9HfEFY13g07T+xlGlURM
tnchihynPCmPuJSNKyLiucDGK3hrdPgQMaW2/CSuczUN3SVBh3vjju1TGRaGCmztt3InF/XNzOJB
qVKesBcOhyYNSbEZGCoTldNV1bGqxUdtIbZgRm0UPY5/zstCl+Yj8YJsyNL7YtKXyLO3rttO+7/l
aMJ+W8A31QTe2d0xbXqAliwoSBQF8WQmsAwE9M6eP9u+kfODmKnxc+YELDP6bWy6J2kt7Y7PX774
EgkaRro1MFD6hzhxo+sp9Mw9p/5ql8vDszMV3TaSRvRTWj2JaQuLAjWDwo0Ht7q2gNa4VaG2BQo3
EufnT+xw470HaKJJ4qemneWmNMStqvGu19X41GOcAM9jOCOoMGK4Qrv/JvbnHtXYJmxhvHT2e9s0
QZTGBNevEZsAgNLJC6Ylfo30GAy9eZs01tkV+DI6B6ZmkkTXKVsU4A7pQ+zqKz8dz+ga0p2Jagu7
avWCO+IYO9VWtQZeQAVTwiHHMQXReSIcTrBDbMv5IKrlOcUXDEZqLvbKNe+c0eN3IZ2yss2AJEtO
3qb54dgE/qbT4ASqm7HMLjPX/oQ4ceqSNB/iLPSfMjKiwWMlM/QpGiZPlwlzL9nOy55IOibH5ZDK
Nqixs9v4alD2nZZkMPCh5jF0m6Z1SMyyl9saGcoO7S97T4dUEVgCQAv7hdewTJv4k/jK/KQ7CwzV
tZXZPVthDEJg1/OcsL+ZHFk6YIp1Zl5iAoBfvdEjvtoEQDw3MGs2i3aLxDnwBtV7ay7skzeTA2Ck
fXHbLmi4Vwl8fxYsMn40pTD3CtlKTmvXupCYfOPeKKkum9YaFwtDLS3MwTO96WOYacpW9gaxq8GS
WkJvmb8zWIWfYEN7E4P7OuDsAzHcDYCdk6GN7kzRdbdLK5wjWhr7tifyC+N9NGODGmdEG5u4HlIQ
XivjReZuBX3NWu78dJY3hBvCQc7sbLdMGbF7EUsAZErqKArLh/3gMJwMc1ZjYwIGMOpMGi+JVr9I
G5ZhQ/9C/Ep+P86gt7BX3WbgErezzbO7cNs/DKKeMRWr5npW/QMzuh9aeTwYXMFZ/2a3XAFR1fba
y8FHYcWfwC3tWfA+Rm3KA91ZLDnS5sV0piZAqXklSAk5TDIudlAVzQAGRXTLrcWEGFPeIEMdgWGs
2VQV9tcEhxnov1+RY3zkZE+dY3eIdjBwQUEYp9ZJxw8AtjpQTMt2o7l0ZGtq3KyCg5PR5lg+8Wcd
fhRx314Zkf85SWaCg66zY9Wq19pomxtaIPs00g+zbCwf2R1zhM3EXOwypKo7WVFdYc8AZNwsMoEn
GC/xlUdmYrUdFFTifBrsu0bnyyOxTNkZxTMzdeFd59asDgqSwGmwOUtUMs9PBQOIVyusw8PoMGOQ
qVUHQ534JFfhifcHg8PV777G3r4Hz1m/Fat90C3g3nSWt3VGs7gPmaDurGKKPv1U+FeVt5hvWP5h
O1fc/RxdvSXLwgS4jLwHaJKPyJ6KN8BrX0itoV2xsfebdP5htoQhD2NyzKNC/iSqrDqjGiZhs7ca
Nixh9LPuXPdnZav+tomlfPazpoW+HhIYWkeheiToKt+Stds99uaSXwycwZh7B7//VuSk7JVRDIfM
MtuD0bmcaaI1mMFr931GdnybazZSkWNiKiGaAxuuzJ+IIaWvyqvp0RyAW6DZOJi1tEDhQJ4QnjBY
NE/le5vpeFfNKKiyqU9vh5odEhv14jb3ZvNHUhRibzo5u2uvfB3syTpM9gCnBDNrNcYsLJMI1lbu
NKde+v22dgUTnHAJtxCHl3NuutVhaa3koIcEeLjZC0Jvc78JL0xwhkMNxuneJ4Hda6DmoZsomo1T
mctdhiqAFXGfnA1WdM9LFq+ISUcdeFEf4jprz7PJopgw3fuYcUtQxZ0VTClEHmwO6jJxkQ8qWAlD
ghvQJPY57dP6LWlM675DXQYYVV8mO7qOwOpvMofUeo9e82h3XnbL3lCxF4IEadiR/6FaYuc9r//h
SWL/CityLvViiUerteMrydFB8gNbKyeJ4HqG83NY+WfshyMkmdh+IMuFO75hYtuxpjxwSrDQU94A
r8WXncCRC+cnIPis2bMeTQdAIgZAlqThQ8BafaUlVkmutsldVYD9oU2nuwwZqt840P7AUCKOT20Q
zsqLo4uuQGKVoWGeE416jhZmFfUjDhxno6aCyOUuGebhYqBUu+ot/TAg4dwyPqP3iXDlwLRUN5nO
o2svZZoV0WRxPlorxUpXG6yE/lHP+CY9cAxBIrp2n2a1eijX+08yAnKTov5kdc4bqkGvZD4ApxCd
6AZ4j3saR85UUWtzbzftSwoYhRSSiD60G2t677o6zriKOYgA7GzJgv2lo/INvpF4XuKm35TIl4gj
mKef/L3U2ej+1ignby1N/xuP8yms4Ie6Sx7v00I6B2MYas2v7xTkmab5rmBQwHjUnyPcLSDqAlgc
+DoxU5A8G09gtMPJPsuMpGUs22CqccNHg+cdQhVeS2E+CAGxNGXUdtPH3nOVDIFlVv6p9r1rmxnp
dtKgrMY1Joob4D3+HeBd/RDuFp18MCfBnk5IwsGZM3kBPXPE+44vSy8nM8rfh2IFK+iubW8H08dK
n4jtgpT8ltDZ/ALEs0ajvgA+yj9jUUZHAgj7lUrnHNnD9e+hCzwzyRHcEPp9IL3xAhKlfjRA//wc
1tO5s6cd+ZzZI9Sfq9xxoVOCc9pHaDIZKmZPDI7al7b3x9uec4AM0cH+oj/48GrjprLKz7KNyw9Y
x81VPmcVVJEUlkIV1eT5meTaGwYhRbZYCOSuAVHCCHpFB5AcXE84H6nlqLdplOYBHvJVDjRhS5GB
XiIWnL9wfCF2AjI50oS/26uGppfdmyOnLx6RkNfCrhiXCxJ4wtG8SsoKap4d7Sq7Sveqy+U3nKTx
yWGow8Z2wAPls8QH5MzGqEcLHSXZdOwM+3MocrTQXtEmgdCmgks8FM8TIhHqdtzcpW3dnWjZnICD
10Comq5JHEIBEovAvjFFAe5GKLSvcoDsBX4wkkONQEmW84ucUX34ln4mKazcQlWV2CjG5V5ImZ/r
TNABm9/LBNsRvXK0R2/nuEGdGu1jPS9feBvYs81QY8gNb65Lo+Cs9DSu8YosqsbAhgFvpj1UJpIj
bx6mC24bkyjZ5caCzDLO7ivXIy7lsmhv6grwDBIbeYW5qdpWCCgIcOhC973EKMfVMP6eZs7yFWUd
tIRQXXXpVO/c0HevKn65rVfPOzNWL3kcwsWHA7ipC+b5fu+7HLp2ccjacvog5Wm6gfafHxXIiEAX
y1tPxMXennv3KlnSgm8t5C8jCo2tifzlHiz8xNtjh4EVdQXzeuwJNu0v24tEPCalWe1bYZLgaq59
nb2At+o9ekJdG80B7o+kr6bGu/QZOyKT7nU9gjpGgLtxhVcc53DRJ43c62R12EuaRHwzgQJcqtLH
Fs/xJh/VCjgQIUKecrofyGANmG5+k1PpX8rBdo6FcLujsJAL6AbXd+E3dw76JiYtAp2zkyjOwLYg
a9oPb3yvE2BJ2xRGj8O4AwO4NRKojGfFhCOy5f1R25bNwT3khAoggl8yrsNN0hR5S5iBx+0oHP0w
WOzZDYZ2Agal4J2AbcGyNgPADVEDybAmCc1hkYsS650Tz9hhHDUvHpCwUyRGe08u/C2J1ac69tKL
FU31oalAm4fEd21t6sMKt/Ywukh2p14GpyqdmCyBh7cOtibIPQOAtoOX0u4wez1X0fQyR0wWGS+K
9yhvfuaVcyuKsGFDrsaXrvPb9dlqT8JK+gND8NtpAZaeOfIX+U+I3KsYMx6OvH1tuB0TnxlXozPq
s634JeLWyAIb0k0BLyJl9BoNB1TzIwBWUIZDNzNClPEHEVChfaZp78KLmInI2Qy6jatD5gCavsJ2
Mz3quEQIDgKwX+7CiFE8rOTQLAN3EBGkWGGp+ba1l/QqsU0+WifEf7nNUt2GDM78IX7RLkimDEBV
hMYxTcu3CXoiLbQ52UCjncJ7G5e2wtrPFPc1t8b6KRl44Da6rOHOkOvCy9NENWkKqT/RFHqxZaIR
a+124LTMjYjG0htXg39RU/NaM6dNGef0sTZbsFZGx7zu3nXG0TinTSUMTj17hUTz7Ttx3w347Dgb
EC8Elh/29bU9NkKcNaId+kZslvGlnpU97JTVZFVA1bSWM6BxsZLK57w5w5Ti/r/ETjFdFY7Z25vF
CMVth7Lhm1AH0lnGwQSJO7Ur+TFhtnzH6N8/YuaBq1BGT8XSp/thdrinFddh7z7nFoEObc4EjlDl
5qGM1FlL62cIOYC/ptXtMNqggJrcr6GzlheehPGZAS5YGXOCQ+KwTn212hlMQsqsA23ttG8RCcqd
yAq1AYRWX/tpa0YlGbpLud7LPd0FRj6kLxNSy+5etH3J8wBt8ehD/BDwSIbyIWGClO6iAW7PY9mM
9cVkIrSaI4dN20TFK4LFaNwUY91fj/XCXgJ1CtRNjeMN6ywWQ2PH2Vm9TMPwmhOkWmCn/mi8TD70
iaEeamsutyKerybouXDEUPSAHuZy0alHUA/0BVTJmKqEwEH3dXlXdHF9ynzDZd7JzPxlaUP3ZNee
2us0ad4EiSLfdlhC0hYJMlu7dmBKV+EboL4ZKBcgP3uILPD0sQLhR9KR35CyvY0pGR5Lg6q1rjFj
gvlW0whnXziIHJalVvNHgWFTHIsEHP2Ou7hWR7snkOPAQ++nL1jLMUlDYJjaUxKDfyBUqdaNfZkQ
beELUlaot5LdKx2EYPNDj4ySzA1KKfhxN4Of7vyEigAKkDRxUm/dAjlsT4rrUyZVMzFUyxKOVeje
BMxPaDZwRy36GMVF2XIvIiJ4vPI0ISsgqkBV8rfZd4sfb/8Pe2eyIzmyXdtfETRngb2RAw3kTnob
Hn2XMSEiIzPZGFsjaWy+/i2vqiupLp4E1PA96NbkAlWRGRHOxs7Ze68Nu2qN13F9m7Pmnt30CfkU
ahjmZbJUjTpYK6vayiwCTCEVVs4WpNU6LeYJkSJ3NxCiOXZ69bSHb+ntnJQ9tsfjbmNP8lpVElxI
qlB83HEIZl75lip1VxL2pp9qprBwctOdLHv/YDazcacwMSKtN/NWFwFgTR7vlrf1Ld0dabkK+k3b
V/YZn1b7ARJLvKcwjG46y81ja3Wmj6wLstPMjhQuaMZa1kOYuBmqFWDQGAZgpeb0NGZONVI1Cl6P
zyfvQZDavO7bLJVGVHLJbKVynSoWmWnjKqtN6wqje8Rf/bHCCH1CGbipLOs4LVk77rw5m36tSs17
eB4td0Qpt5zB61jbfrIt+6EXkEMokOIF2t7huwGLsgaGu2lZVe2Exs+CQWmBrm2z83lb6dehCNlg
jztzviXe2//sG5bMpRr8m9YBW87VBAOp5hBTtHZzoWZg+K7b4G6YmLiKMSfobC0huNZ5PgV5BhYl
reyHrHFu/RCekhqWfaDz2072B9X64dnCnaB4IRXdXRho1HXkgS1AvGmrSFZamzJtKRfT1HrXA/Zi
nB3DsyGSW+QO3opM0w8g+NXGZAv4CEzn4nf5Tq/eKUfPU5bDNU/D7DeqsTu2z+LTa1lUuy4yUxYW
6aO1ZP6BNUD2UNKCGYfatff+bLO+zfimQwBPix3K7+0KHTDUn3WLTRRu5YEECrVYrAMSjNxVa85f
PG+rN/ofJu7GLtn55nLnGr1HkdAQEHhiRUCPkmSNRKRlOoyt8p7IV7kWtQUVPo3Jcg5OMVOhsUr7
mbXsz8lPXyrPRP/ivrvxwK8d6KdYoyVYB8zC4a2Ph/s+bfkMsSdyWCi9UUHBqYJjNyM2KdB9UUnD
xibRmOyawTFuR4sGMMtqq/NsdJSqujyfuaED46kMmu5Ja/lI6VrHCAs9OUDc3GSWtDCCAX1MS+Ja
Fh0gx3oUb3WBJ48SbCjC0wRz2LCZAhO1x7Laf0/VwNA6prdE4JpYkUaMmeCKiAL5Jco5zrWV8a5w
rxx0MnJ+K5rXjPbFLenAKzh8+pwKCxOWwdGdajQ66nweIWd6iasLdHY/okHuqxYeKg0BoWewvPbW
kfrie/CbV2CwRydNdvyA7KP94vdd2W1tSpbH9RITfDE+hAvduOWhdcJ+UgGDXas66mSWPWtSKf1Z
Tlqr26XnnIQTvk/8c8W6P/lQQMu8WIWYw89ygFSnNflFo3Bg7RM1nqH1OWeo5sweYctxF8Ovf/KT
ys5fUD4oipQhk/BBLlMzRIyEWfc9EaZ/toe1Gp7/Nzg2LMcf//av9rVI9L83aTw145D9y9P44/Mv
veG/f9WfTg3vt/Bq0sB4IbxrXeR/OjWc38ivCiL2AMJZyF/Tnv+oP7JpjASGY1LHjVJK+vY/jBp8
EQXJhNot38VcwT9/y6dBz/hffBqY1fgeiE+FAfwB2sn/OdxbWwH783l81Q4YO3t1A3Vj8N48m2xF
70Y9QcbMRqzIbjjFoBR5oyeBvV+yxtv3gsctFYHDKXSaa/Qb4yNNFuum0+WhyzzwxVRLVGNFaUTn
HimTge68KuJK1NYUOrEP9LH7h1F4FVVmxs9UMPYhPZvwgue7oaoeRDccZW7QXySBDsq1iiBh/eKF
/lbm7R0q7C3PYpcZCgOcZSRQBTqPDZgn7x38Y89DzQplk7TOTP792nEXuHIpd6z5mk83kAb72XaC
eG01BYoYVSRVkD0QqoF6N8jnsiayudLftsmVqn/NlktiaBrM9RuSrntXQALwwGZdTdXNFTzIedaL
vVQFERIug1Cx+PZjHwDjDnyaarqUGXealD4EUqkjwn5NmbHvfTrkfw6rp4ZDFerixR57OALzlATQ
WVu7j/jcsthGoDxUpferqBb/VK2m/a1xeS8Qz0jJ4E31nbcKGY2DeMd/N0PNqvObvMtvIVacVje5
T+biNuBnzFLvKNT4aBSsFRt4E56+J/F/UzTtQyD0Ux1mT3ONx7jLF1qJBBCEano2NYpVPkl6C5Gz
vd3EfuJH3YQXiuMIfZf5gBeDLM9uXh1A8AiJwI3Hn22WY+yYwpPdmClstsZoW492R+0Z5a8h52f6
RlkTnJ1aw7031pCjmWEVOfQy26Q+sVp5qbTAwYQ5NiRxADMdIc5QNnIwNJyZdRLe/K1Bo4EkV88l
PbmHGm012E5JLrt3FC/zDSYKTd/lUlXToztBXXmdrGKGFDwH4Wrssjzx5K4vrDLZqqp2q+20YLDh
+KeddhdmrvJ7pCktuJSoYpJ9TDWdU23qVQS8OUm7bROnYrKhsnF9zixlP/e9Ezxr/ENg9YP5sFRu
kLGfQ20SSFJbrezxKZjHkA7HIT0HXt3cAVqWLaJbKfYYCDV6BU7yW7xHxolxpX2lFMd9L2XNEUDQ
UBFhr+OqcWEfTOianF5p6Fwg1olKE6epxO8zvXdVUrbIsldZDsA4pqu20Rej7TKD4E8rVeTRlgp/
r3a45ijgLvbQi5tDANkNcakAdokdUFMOC/0Zh0YOTIO7gKVWUqFOimw9NW4wXvKq8+8p+uRIiG2r
fIIXMEJZXpOWcUhyBifcaO0m1iVHzwmtl9qSxXzwyWx98B8lUR+m9sfolmzTl8k8zViR4iQvyUVn
hvPpcuh5bZxKPaA7WT87e5bPBCbK3QwXll/XiJnInLhLIECMtKp4DYUtpskuys4qFg8A+Ou9Fkt7
SwNncQz9zDjNvtm8o6HA38zT8BfTDqG8oW2+so5+AMIFbbxMfCIEPoqIb2w5T0F6LdNwmx1m32xf
r3hS8C05+0ys86FIm1SyhMjGiFnGva/IfWB4wTLqlXq4aaexi4hj6Fs87ZRJZe361HeENtM+Fw9p
DhaQslROb3Zd6pgqKFQY9sHbpQoB/1SLezBHabLBYb+KdrlGdQWuLxe0m4U4aKOS5lYSrtihthXN
BLiVWC6a8AKifkK7sHHFfu84jd+1PI8iuXC5YjfI6M/kMtz2bsChbp0qgMZZKvxTV0wO6iSPqclM
6j1FbOGWtTzyw3At92DgXZNmvSMB8JqEJpEWKzkWHjYXw0rjNbC+qCFCYrMBDePK2POEg0Yo5c+l
M7JDbdCc1RLPQmzUN2lbnrGBsJDDoDQZjRkPS41OlTNX9Z7JWpCi1Qtp5P001PYOexfdao3HUraR
9gnbg49eVvdETGYYt26ejOj5fBWxyu1izOzWihI78nrIR/GL0hkGl7TALthCjSgttz10VNJOKKqP
42hZsesVvxC89hSZ3qOf4vzhXHzOMKVFZsK/rxQRk74JsfDT9bVfqVpbJ0/S1uc9h/WYrBuyXkxH
un8YQoAKRmFZVCvn9Qu3E2MBnZZW118aaVz77aoHc+AJixeio5ho/TQC+GkJhX4RHBT4mNMbZVkQ
Nf1nP8mOQoJdXUgG8fFeNwSEL08w590ze+4lJks2xkXa/eC1fA+W18aOQzWGrez7fIW15dm/N2sE
WFOSchcITEhe0E6xD6tHN8S4UlAK26qmVk4aF2W7X43yIi/vWXnUs7FLC011mt0cM5cZN63qLfaY
lwT85QZl6muahp/p0jdnWLGSi8uIwtLcQV94oOzwYkK6573Pk75S7bChhDiPk6X4SAPvkvHGtLRn
blFdvvqQNxnaFzL2B5yyk8k4F82aK64tx8fVwErDnJcPGFoSn2kXrty1W0cdZqgOTo+LO9mSof1o
ZyprlpD4Mbh4IFJgOCvTuNfp8OQMGJ2Yiiayh6x/EQfHjUjqdzFDHINhRTUjlq4Oa8gmFPVzz6dD
YXJGp1NWbgdKYQkDu5tiTTFPs23qcjpRhjU1SA+lEJPpnI38wmggLCOJwd92Wl6QPt2yfVGfQDl4
N6Lk8dLZY0nvB/N/SsMRa5vnuQ15LZTUpIVjLCteLKkn7oSQP1ZK1TCj7x3tL+w88R6EY47NR9mv
VMDd82F8b/GsbAzoI6HRAZx17Fj7+WVS2GSnvP4hc/9byTAu8+DJHl1WwvANw204IylwKHoHnXHn
Dy0/+6S+eciNbyikaBuz1x06pG5uqqHf12U5va3B0l8maOO3Ds005GrZJfraOFUin3/lLFqjrAW6
J8l0bvulvfIFbd6ZNGM26xQAVk3ls4WfJ+bGhtI+qme6327qnvc58mC78/Mh4KuV3uSeGo/8/Bgi
8ELjHSlPQHl3I/kYEvyrswUX1FxUyOCJ0owv02rkzhp5ssB/pnLSTq76clJ/WHQVxHiUQOHbn5Qo
5nvQqvWxp/lFTb2PIrtIZyMdhZ6XWD/LjIR+0Hi7xUmW7RKKXxBI3nDsYqY1+44fJAHNThDBeq7J
9nFSEHRVcVqEpR3cBKx3IwW1ZoNZEIBvFySRl47GLUJwfRnNkNa0fMSo091ry54vCWUAZ1C4zmkW
1r21Fn0857r4ZmK+3VlTx8heyvKObtz6drDMiSKe+Q1RC2dDgGja8zwmkKmm8NcCUBvxUpgTLmSV
9u/GkntbM8y6R0oYnkKySBi7bDrP+J09sQ3gSbWMs4jGTBaRRQz7mWjctSVb2MP9mI2srBGcjWsW
k87PuOZ9uR0G0r1BRd1vP2DaSVaLqrIRdnRi51/kycwnjKMfRLO7W3Q/cb92HY/BBBh1lZBUl6Wx
Lf0y3c6LizhM5ypKwp3SlA21BatAGryKbVHCNW5W58I+nw5UfcFreTTM9caZ9S6veUgSikRs6VsK
C0serKJJcl6ChT57nF1QvXOWOoN7b6vlUFOFxwZNHpRALs9KzzriYSiPOTG/LZFN5mWc0bX+zjHW
wpW8gAle2hcaGVJ2h123c+kgJVoBwH+bL1p+dGxF6UlZiSkPDmfEEbGacElySsJrbc4wtkfW4ITr
EjffsxTGpRsR7pLBtky8wqSdyLTz9peb29a6r4ZVzO86kLbYytxkLwJmnf3+E3H4Ot+tQCUs9mTV
7I8IaqkwL6lqPe9HxWzonbAAd4iMXovTlwKwlcRfbCJz8Hi0Ff+52s62mXpILrp3d8juxRkBcP5M
ViEYxjCvN/uK+s5us2JIdrcS8IQfz7M/XeoKWPqGp23OabrwLClwyy01DW5GCxBf8mzvA/+7P1Kz
s/cJ2wu5A0QvJyz/nDKY/uCc4ycUi9NV3sVMVVcdG9JGuYiEUmy3XGR5XulG6ziDfSuZyGAsLjzi
QrY2VYAXwAf3Ydlxi+oCUZWCs5IIi9334y2mIAEHSbLYEjygxoaseVCFWbjNcEKainYv+lMuSx9i
J4O/3ff+c1pZLm5E/An+T2vy5u+VqOSlqPM6jVvC17ydltKu9PPEm2feoVMTGBdBGbwOY57Q1JrI
bs97ZX4nEh58WvDGkjfljjpeBJbxnrrbfA1SeJWcg4feehldHB7O+j67XNg9pu7RHMdDhpjDXKm6
UzcR+/Osa2kI70hOQ9R4B+LkgA3CHkG3eFcP76NtQZSQvEV+DwS0vY7I6lubahBvmOxlFCpvup31
2uzLmiAEYIYgNm0z2S8SCtKoiY4P9JUIZO9MWk7MQurn6g/9kcYZO92W41AdGqu7sGHGrbLSvukx
wAN743Xl0m4ky7U5GNaa7otQvPIR37Pz4vWVHZzBhGJQ+C9Zk7m7Kpk+1TyfMewRMxYWYqH7jlLQ
7rNs6qKALEdkAyplVxy8ScuMTdrhyZtx55cMEt5VJKFa148Nh6FFuw/wFE6l072vRnW2qv7dEcVj
UK43nePfu+N6ZUOw8rP7iSK+/LVssGHifk1OjR7cbd2WC2jT6hcVJQ+FwQGCviL8QFfrtkdxc2G0
HrKNfpnzcjzpnDZS3KrF0sCMAW67zewlGhcmfkZ5tQUAVBxw1lQHup/GSNN6tZHLcGdLoTdOxSsf
beMGbsz8yZxpxhgbfoEV3AFHMYhX4AAezYAz6jioq/txpMqMiZD0+DZMl5onjDiiUnzorr5ZB4pw
6zx5wheTb8nkdefJkce86NR51dm916p1X/o2NYQTBcV8n5uxwMHUZuQJSrULRZpF+dh8qMH7zMxu
PqQOyQWxeitTEeYUx+8Zf+QlW3Dzyoz+Gi3mD1Pw/lpMSexN0ghU0uzx0CZkeBvZ0mcBICKGXPE9
rLtHWIE7xyTawPdVxy6/s7jzvOohMLzsiK8KSXp2wMPV83cQn5/CgY1Ti6FgeUMLaLfasbNilymq
5LZY1cHX/nl18OuklVB7Qb3FzdKIq865eBxAetorK/2WGTaEByCDvCHGYRsuOU3HgZ9vjSz95doU
8zpz8+bYy+008oerFSQjRSbZuXCIPmdFj6t43lce5RKlwBjFtorzAvB3qCW/tO6eA900Ed8gYASr
/zGkPq4p2kycheuE7nCPM4j+LIz8fWwp0qkKcYYRsJK+Ni4cSzHyZMWFz+jdvNo98RQG0ah8qhr1
SLVLV6X7SU01NgQ6BfiWYw90/7bsDMahAjfOTIdxll3dvIYzxDOlSeyKTHkAtIBEnmfQVOYC6Bit
0wdWQ/3Rsa27RjHztkT9SasTmdDdWz+kDB8mvJBxQF21Wpp2iE9eXGLkqD/YjwoZeixx9Dcbe4Ut
8JFNzrptKdXaEvEfH3yHVGVZ00pJd+upHGcKKNEltV4/XZ5JUZMuA0iRcY2TpGRIFiU78AWDfQJA
9WQP7TXtB/N38o29aFBJ6uAaa5hpXcGOCpMozrz1zXDs8xKUdmQGRruthU/HBIFNUBl0SfJbhGbk
LhfdOrsgpKSUXRC1p/MmtHFVzfRzGktyl1AFsJ2CDML29K3oxjeDJVASIO8vnkUpmoc3YQU3ChqR
/SAWCONCa1x2ZzbZl7D706CTQ3MdBe3hkCy87Ll+d8qWDhLKuGw40iMM9DZDaf+94Bjtls16bQu9
oyn0yO0USzYJUZjLQ9jXd1iHiPmkEXzObWtXZCeoLGEf9cObId8vJXph8Utych9HTbKAw3phGEie
w15UHO6DFu8/ufG5fQ8akp6tcZBTc67V8hLAeEjE8OSFEh9BOn2TXvIEMYtLwmaPs5AWwAW2lthX
Cw6T8451CQpUm8ej6VuRLv3kUjoVxibKvNJ1xVJN8VlKE/XqDvYGz0e3tdDzt+iKDzb5N2apJLvD
9kX7cT/edaxbLAQRou3hWQ/1E9HhmL/wyXTJeFDQwkZivoTzdGnN5bDW/kMzYGri8JKx0NvgbcDa
7bKsAqmyTdb+buCETDnjcG3b5HFTZohZHtlADdyPx0DfBxdc5uwienavhbumRzu3flTwbiCt1PGK
Gb5OB36J2DhFdQnRNMOU9hWYOq88RakFMneuPf3INK7HBP/dHjzgnZuoL6182qtGbEjlD8A0z8vg
21FNXPIht+mMt5iQDXe6UVS3n3JhvvHHpjyCriSsNsroq2TSosqPFNKXk7Z7WkhOWUWeLQjU3mlY
QhfuFCPARwXlF2yFWdHAmfkcB9hEeNbPulQfjoTxSsPLHbRjRmeOr3uINcV+RvMSzsKByttVqv4M
a/UcSHFu7SyuOiZL+rqpTmbbu2j9gkRW7fAgsVojkg0ou6N+rr7D2BWHeFIYjnGdieFn24NoX0ec
ssJPGdF0NLj5zWo12z7RcTVMLDJ0cGsPWt7bYMQfqYDTatqO2eKrfVOkdnVYWSSF5IN6cesAJdTP
2COw19fZaPYHbnZc/sa6lObXlLFwokdmXQ64dKHAoaVzOsuoHGyxLoXwJcxM3490iOxrrxp2busO
CHZAo/lNdF3RR/5sZtMDELRcHTsN5Cbjd560YTw3nvpBFXyT3UwuwlzGcXW6lxNnsMjJVomftXQo
DGY3TjPsTWiDBf0g1vWdfQQ2WjeXmXqZB+AamJcrq0fndyaSJwHMjJEYM7UTPxV8qsh2J67zZOxU
9eTMCYdHZ0CNkASWjtoTiXcgfMsaxw1q+4leOYWwN9V7zqHesveGwERwNoG+EIEiScrpEdMSI9ok
zyS/pfoEd4FLtmnaWu0KrN7zHosnhwQQd4oi5TItt3LRz007MBADNgImQzwbAgqbvNW8QIHzH9IG
5xX+WFSnTe1NJRvUWjkVGwo6YtnX74ahonepXBzMvzU+fxKmZivY5wMLu9P4lkkjVtWYUuba92cg
eOnvxZyuulW1aZexnNwhjfjY8cgWjIHTphwra97rdKwFZT9dSuNcT+nGcajyYDqLgfWjqEdIaeS6
DGAE2HFXp4ArYNXHYC4sEjayCalw6ahMwxfX+xViwXJJF8yPne0ZEhKLizEkELYBGSTNqYj1aou2
MzGKejN4whsptGSKv5P1eF1qBXRxFdCr+mtReJC8zF4ffFB+2VI+XlsF0Oo2y6BgGdx6fHODiHzc
k9tQr5SJWwqfr2BcseEeWKgPw4z/Do99RqbLXvYmqbFNpY0qchISBzJd6yiphuo+t4L2YDvBJSOR
s/Dzan2CKq2R9Xu5H4s15AZNm1PnOpc8TSRNZSha/lp+wsIuCAqtw4HCSu9slY0Z0cfzBlqX29HA
ww4VGBBp1eodYpfC1z7xlM3mfSgbZ++PlEwYcBw2YzMnmMhHUrBk/ekQWg7agfKXpBQTjVX3ABAA
TQUydmw5vRu5ZCvjWgRFXHf1yAM0HdBUKMJitN5e4ws/lLGOr1a/pjCovcI4EdXlalKifCgHaW8T
ZaqDM/UvLIr742xSm7u9Sp5UZGuiHx1mgqQwvCfbt/pzhac6noS6LmpqfUrcNT+ENh4HYzrYiiit
TBifTWt8bNLgxh6Hk1ajGU1GSQbZA15DwTLHSmd+zbT707Gz6XbIoNRvnHy6lIb1SmJviV0NI4VF
AuFSHxZxU9Br2Dgd1Dp6hfn1IeC0qtvTcLTBOzxuw6kmXjpD5x4JrmxZ07G7oVIIhmVwsJkGtpMu
w10uq/pRgGN9IBpx9seRZcLAAYbaUco216WL/dYo97UzpQdUJ4zMeLd3qZ1mz1RSXbAufgVTAunF
nU4lG8cdERN331vC/UrQDuIiJ8iwemlA1NLjUy/YHeM4cbCp6eXoYG8/Vhp7rF+7+T32bVy/Szoc
cVq9jbQnHnIueHTBnt9/BwPEHFteH7jyt77dsiMVIZVA7TBsDUrgMPgbvMMzLPyRQyAGGh6rtJwP
/RY9zXyooLvFSoKjYflk7Ih8TnvXEkbcEA6veMYQC07wAkn4Ia3E6jkOKCvSQHY1NBqUXkpBpw4G
rHAl2rWU+NIoFUnLnmlkna9s+IknB+xodep6njA6oeKWXMbd2K8lhcAZhwKnvYYdYuXDEwWFb+yc
iXNgH6ico5857ZVdZlT9rGQyCTQ9LotPX1SpTcbh2Qz2HrpOZDHfUkAoHWCbuGyQ0cIKNF/9mlFq
wenUyFDNxCNRdYo2YSpgaEs/Ot/A3SpbqtexMX2zu2qJySmauybLXhOZLliiLRfs4tJsskTgyGL0
q67qBvInUuc9BAZoHvjBnjmeO8+smfyYYTF90b7zMMv8C38LPjpdv1SWfPEXVR+asv6QdFA9OHg9
b3DhTtcZeiUuYY9nRhY4gEOyXjKTGl/JjpGCMlqUQ5lPGyCvPJ7Wsn3UflhEVPgp0IohwA5vWpK3
NWVmJXUgTuhh6qGecXtR9SY/a/RkbHZUv5FEXXXsh5W9GWZP7pNKbAm/dRvfbOdd0AF3cyk15SDP
aYNyzfQTWN1jWQ4skUzDIwXqJbumaH5UpTnetLjh5YQgkRhJc08JmNymebabWQtUrqVeU9VXEd0k
ePVEq8CH9j1PkBq7Vp1xYAJbyDJtOju+Dz+RpDcrPMuPk4Fj61Rh/e1dK/aEvivTuX+wVHhDwkJG
15UZA6p8Y5GUnj01yW05Dc4TQUD0habLt/asH0nanGpepJHH0QM+2pJFna2q2B+hxLem+atM0fip
YH5Ry3ppg/wI4vKnA2eMkC/kMSrviGIR7NgsPuzQphurvV8E/m03LPc9dcPtNpUOncjafyYRMBxd
Atj3mAAoruBqi3Ro5LTneiO96jXdMvBlY9LaAOuz5QLiVRxLj5sfAr//jqzIX2MW9jkzqhsFb3pD
Iddwk2hJN3hDFinxocbMdfOJd4F+ZuHPzmHojPWGfWd4b5B93+qWqnLfMqxL3+Ey9Ae7OJKwwn4t
Az94CFI2yYRXp1duvOHqWJ2ut/F72073ZlO/cjW8ZD2Mw2AR3wuW6lE6sapNlMOxVuETHNPqE7yE
8ci2vrrlxBQFPHn4JfD0B4dHbmVqk8PAazm2ILIfDZc+YsqCq+/Dkr3mpvUTfqrDaX15Mx1Jfsy3
HJvMqj8fsqDHeRcQbhEyeaFP+Hoq0oec3/ce1qR/bN0An3MXEpNZ+5GkbaZ/LFDHKCpmRTPznV7s
PFvZJs74EGtGG56fVBDneTs+CKDge451MwW7xrecshzyml4OhBSV28vqGrUQo/aeo4Q4cvs4Wyu3
vcNq+91N7chPghzp0ayD7sUYqHNNsiVqaUw8FD5T/drX7X7GxR+tbuXuJpQKHKW+w+ONmGdBFSE1
Es4SNzB2aJTOG3x0xlnMRZQF4jyPzXMfjC+V7co4YDt8MbUoLl4mztws+cnKJ4dzGIXtQTF+uSOZ
6aKAKNLPyGLrAIS46xE/QyXTs01vmuNiJqbnk3RfeDPlqDihGZfX3JlTD5R9Y67D3hdssmXyzsm1
zsY2GGO5Y6xxPvSJ512AeBJ7HxAAOhqt/pcunv9hEvOc/9Ekhj3oX54/p7z8r8ix37/mT4uYC3oH
cpjpc7T93SP2D5iP4/xm+fwPsRee6h8wsj8tYn9wfkwek8K5cvHt/2T52NZv/DkmU2tg4ewStvhb
FrG/lg4Im2Ilz2YBGZpQxgNLXHlk/4U35nJp2sG6kDgOdY8Jn/+GQ+qKY/YXzqqsAxRCaRR1nVYh
r3FhL2XbTVpaFz4yKg5liX+3Up73+PdNh/+vMZ+w22GzQ5uD0u5b+Aeu2KT/3l7479+Xn38B1f1f
v/6Pq+jaWPQnAkr8Fjg2HkHbtG1heiaXxj+MheYfF1QYuFxolunBkmf9MmT/9q/hbw5AemFaPuw7
kPXi72Hq/slWSJmoa1kUcjD1BniLxT/hn+bUY9/WDh9LPbc0C7OE6tSWlISJdjdLgXZDOLtuj9k1
JqOcRZ2IcVJXv5VVq4JHYL8pfEtH6bJVH03fqAbaZS6ViFQpKHmMOjNzxdf//5eUZ/6PD59/r4dP
9TXkX39pN/j9i/64bqyAj+bPEsbf//8/aGG++ZvHlQqZlUs1tMAg/ce1wjr7NwBi1vWxYAscW/y7
v0MLM7k6/2JD9WHrg07yKcJBXIH+HP7T9dKiPNhtEVxt4ONS9squTlJavK8sIL+OSmx4sjh/WljQ
ONx+taLPB/M+QT0zHnyjY4zuNpTFVayuErjGrh03MnXYzTtZ2rISLgNaDbsTbH7MkLdmjiRHrh9C
Lls3zgKDs1elXt35qce0WxjxanTjrE84PWsQY2nAJceKinVssEHxA3irJmOgaWSYrflCE6MFbyFk
/XKAPrSoH2Y/6CpeKgDzX4Or8Sak6bBUuF5X1cawdJS9b7F6VM2JltoU5zgFfQb48KQFk0tDu8u2
hZAlB3y8UJASOgrmM2YFhi6mid0Yepz/Ut3JW3LtnBb6vER0vSLXu+arn51qeFvZEjzy4ZFOn8pR
sNewJjtjQ9yE05vsic9YQZpGbjaFEFbTJQTGKDBoPoTaa1/4G9hBhl17OxtZQPlg4WS0E9uJz8Ep
gcqD0ZdqhTqEZLtP1KB/lKHTDeelyvz7fk2gM5NZbKDjuKuBDE6BhX4fwrI70rJhxWvvu59yULjb
8sW/VoM51DIYFSnn/UyGnWitZb1qvPFLnAvXXAQhDfJm8DUKTrDzwMhbmyV9aFLT5grf0WWjn6nm
bao4pA3jQv4vWSvOWeE4082HHtTvpr5KOMDRhpw0YOhJu9Mbfyi8norv2XCEaz8x8nbyFaCYUfzq
CXSRIAbhRqcR1Q3izijxJ/Dsga1GIoTH9RFf8VjwSRPfP6uA9fl3k+KxfTBYiBsgDQiaeykbNpcw
G7LOEwyYkoB+RiP2JsPQGnW+NO7gfeRRT7gUx4xgzlsot8jCSd6vC7IRzV9Z9RF0mvmqsQt3S6k6
iTuXxcaWyYz00Ix9gCF/VjhhGMhYDC3OcaYH4M0mOEuPJeMnYX4emi9V0E/3vAIw9Hrtmj+vikZI
/HBqmH/VVotjxXOaST8ADJPb1W6mnvZgOhWgUtlL1ySxQ7FjFtdZvxz6JbWDaHDmCi8dnIsbS1F6
nK2VAspUlRwmfU4B5rmW/BHnXAn277gv0yuDK+tDqE2YsIOhjSsEy5okrW5e/aaq9Se9B84Ontl6
wNdK7eVoZEx+tT0l9k/uYFAe9ZyciKT2xk1GhqQ/QLbXyL54iqHH24V6Rd33s/s5Y43KktiJe2D9
u768Goq71tU/J+Blb+GaVwfbG4x3ajFlsrWTlTcNiOvyMoAHfgoBGdD+MdZWlGC62zUsw7k4Rzzo
ePQQMxBQXT75jIXPlgom1JCUBcy8MTrhMaZPLg0l4Thh/8RjhqK0pkUDPJDuApSgNTisE14wPV+l
8GREer24rZWaD/D5gBINXinSL99x1FvpFGV7xjSEoTg1dC93iyFYmo6w+bMIrsl6mOwaiyZoWDu5
md28vOAgzR8tYAlvVFA2L8NiT2+LXMJIVvjt0CKHFMX9/3B0Zstx41gQ/SJEkOAGvtZepdK+WPIL
Q2rb3HeQBPH1c2r6YSJ6om3LVSSWvJknZYkNJgVqWmxX3Lz1vkFq37uYsi52Nv6R4s/0CWOydI/p
NFJghvhBLF90NxtdIdSV/EBxLzmlkqgu4uF+pADrl1pa/tmQPiv1LsrmkqtxzaQxxOn0EPlpMm+G
JDSHFmf1/ZiNqt/5tWpaiDVeTy4fSwXDb8sVVk2DYjZZpQ/KKWvgjq0vD7oTjfw9+Eg9MM36G1el
Ze3YzqMgfDZbHAAYLsjR426hjzpdCA0GbIvM6+Yiul/6OfhIFMs33lg7j5j1V6YmppcjmXgXnRqX
uQm+5NAWT7ZL8Xsy3wQSHbTGDegDZXhITsLUkPXW8VoMiXltoxhdeSSXs3MwGb1kDD4eG1LpH4C1
evGP3I0qd1zkCf+uDITDhvWW+DUTfAR8knfJrcxuhTPATpbTxM1kprXJx1h7OXnJNXb6pz5kidn0
xUAuclmkXp6jgNndSTYL+eY8D35boPndlj9jcbYO9SgxAIGiPzWZ6XZuk/L1ITJmtFnOwm/AiQgv
prdhHgyI9yDKX0JtBOP4rim/6DiAiZLUAySCpI1uKIWkfQ6DDiMU7c56NzuQNFuFxICLJPCf40iw
khPqT78iYpLv8BYksfCGKMnfcXSDz4x1icIraW5goqo6OreXCeqbqg8jryfoFJUx5Qv0rRm+YGr2
2AU0MewJL2T3KZ1z6LXhvMRkDiMcuQxEGu8U9wjpp7GNNFpjPmTMDDV0758+HG9/BPFnnIFlgV5b
Dp17GmdqSJCKmYmRbQP5hhLUBNRR9Nzk2d7HwB8rF1ijyev4DSqvT6wPMthmGBjDoE5rRExCYsAX
+NGGpD4untPaSxQFy6PKW8WcoBJNdzBhcLOmTKzxnHR1BjShceqFlc9jyOBm2sNFgfg3aZYIycSf
ALff1xMc/KJ1D1RNzhc1jkbyWYkwPacTZtgNnuva+aH/xSl7XOBs0GTAs2Q9sMe7TwbJmRKdMY2W
R85MK8tfUR0Xq/m00irnzFNQJoWsgapyzNoJLzEpNtpzEJgK9+TRu8KsP6aEBXpZgpqeY/2t3mOg
AmbfC2cat3pJCuhHsovBjHnlg1jqiqhGh+Gdv1RTD9uB7EWDdb9IsVhEfAhHttzlLHqvpc9VUNjG
nsTXFFdpmtxgjHjFS5kxSevDJNbnLrAuvlqwLP81rh3SE8Gg4SZ/rHp+mcp6qcCXxuUTURWIEZ5s
OnPCZkt7W4ul4FlmhEy2wRSzcruA838xNNR4xXx22vekXJ03p7P8aFPhx+/OYHl6o6pqXjLyvb8Z
AoivAkNfd5/MYLMeaWsg3YowusCmKAgIauq/872Ucn7qF1uzGZeLFzG2KqP8V5lm6U+dJz4VU3pq
EMXLJPWvk5AEypUVeL3mYSASDGWUrDHuIO8Pv1PMSMDkzQue094cTZRyKpFMJj9x4zpwRUuHBOCO
+TmFcAEILrNT2lvPWjgBALLRruU2C+js2tC10GFBj23hMZbp/N8dBaZyOxCoEofFEaaGw6NTdOta
meXVymH5Y3NIb6vbsEI2s9FMldz+Ro2F2oG6h7L4PBNwJO6VuZ15XykP6fZjYGMeX8Kq8SHx0pDO
ngWNlq+YINAiyvA08FI9W+Kc3wBbQakiPyJUllM7ALUFOc7PJ6YSiZYuabEZJjiRPPg4NMF9+zNj
+gxJhHNuEXWXAZBfgyNaxe3d4PSeIFIAzC8k9x4vCb63Ti7jDiPa8kbra4kDHpF2G5lK7MZxnDGc
NjD1tgqdnyP4otXrLLVwL43xy3xXOk7THuamIHLsSul4D6tNOJpUY9bTlcMo4r6tUnxeUFyT8V67
fvs94VPjDMJfP9uurkx/YHyk+iloKBG5aOCrx5WSg5eBpwc6elDTfQ3BNrfprp5Uc6PWOP0Llk7b
Y48PLYsk8DfhEplQfRwiwXvBe2+XMd3KYMjuxiCN1HYOCTEdvZjBB9psjWkzi9TykzQicC8mll6z
7Xq4l8wH5/hdkykWh9lt5DXgyAWVgWkzyqsVDHHc5RZNYZgY9ttFL2irIVsSkJ40QI1cjQOjjXGY
ucDyWgAdBh2W9yipsYf1WA1ftBkZvzXCkgBuXAdnjo8382asy51D77Pi83XMwTWpCjfgsWD8fQDL
1f0j1IM/d1nD4K297ai0zXfpA1kxL/8KqcwlHe43kOJV0GXyqeyw2h9SRS/RJWqk+qkhwfcbE+Dy
iyDg3aJ/mq5ddmWcYD4Fqr+9plnEHdsuhskyHaLxSeGj/kvfDHo6h+fpvjfcE85EC6PpzrEi/TZt
l2GtG8LnGk9OfmhaP5vxdCz5PddOwBz87rStt6PktVjhiOaU4FISd5WLaty7tagxuE10AP3Bq0HV
hJpSp/zxIW/Nf5w0gZZTdEjpN17awolzCesfmoLWY4bN8m4evPwSworgoJamP1EZ9JSYjXXwyzNK
k5N0RPYhIhvO/C5t/RzOefTB35nqo7BjPdjkXQzdqqvHGdhKXTJD6pNWv8+Olvh+Ah1He1alfNpS
NFd7924sAuL4uan6jwUrYP5WTt6c7UKUq/LFOGs9XOgIyYETtCl3vm1jVVmd0dkd537BWD3tOxxY
cBISMHpQtbzs0yvaMT3SFri++Y11nH3nigVX66CK+UEiy/+eJB8yzNpMalptJrumR4vQbmjaiQrz
d3F0F0B2Lkne1Na4t2aB+ZhjM3iZbOR8uErJdxq4pnPtEGb58Bl/7Eh16y+P/Uk9F0Njp82sgoVn
OlTOjqoiy4Ga7pNiq3SbY2VZYCud08jrBSZbfOPxDTxnwrQ8RUOjjnkg5n3iZxHcgDK5dw0KuUNR
9Idw6pqnEoGcKGTT04CNgwvRc+YIt8NgGk+bkOvbU2hDF4JSbj1NA4PvWUhCOeVZJZYWqPolvJFb
RUBMDQCAN46hmOunsGpPTr+uV605BUGtplkvZe+SdD+1LXG7Xg1htE2Q8Hqk/o43uokxzf/KeBaa
+y5wuVKYkSsvoBJaS4iaBsVbDXx8ZajoSy7CS4itlsbnY9KM5lwLVRLskVyOyfC8GqdJnIfChKQa
8zh8BPTR3/uubrhAGOaDol4pGAgjp06+6dPl5gIRbHxsQ9qAs0nlzSVoffOAgcFMXy1u7QtFb/1F
VmuU3Sk1zndTNdo/lnlntNfkEx6q1J+PJk47yNDFXIxb8jKF2hFetS+NhMuAUTeP120YG/1amqKL
N7IgasUkDfDvVmfZ+McGeHkSL5rDywiDyN92OG4w/OdR/B6Sg3q9kS8YE3J72VhLJ9kmwdKXHie/
Wb8DsbqvYvHdj3wV6TYdrLD7CqjfsVWS4KVZsoWjbS85lMnCPkBW4hu1Sq9kScox4XQZQpIhwsAp
GODQhKWFdqejaLIF/5WrjjGw55gKe81MvVlHddaZ8fbUUWbmOskpIKEEcYgECPlMCD6GJFpeDDNj
Njevtk43jiSgs0SUn1gx+OIchSS6I8Gj5LPbc4p94lKtkr9gWNPPdAm4cxqe0gt9pO1LIZNp4Ure
d82Oc6BuHls3vUGmTRXLvdSOc7G15wzwA+ruP7wTfvSpxRzSCjSp0Ae0WXW3q6q8L7m1mhd2tOB3
7xUOeNXZo/8GN8RnE7dqvQzuwPQoD+JnilSGZjuVQ/mqrOzDfbni1zqljEqjrc2X6S4gcsiHvbSh
f06ipv20fhT0WDTy5Cm1ZFA2eTVy44nZSDghs+OfbDyrdxPzcu3HxV+ruzKL9HwGrSGiXSHF/B2Y
wLv3Qgx+dE97D36+zP9Z3++qY4umBOImTqkTmtNfaZc4eDjkAp7EA10FbM8NTtAZcXSSegle6wVn
aR4xawY+lnfjA0fi6MB+H7vHNkzthoUVikxOZIb2Uhq3hmeny3G1MxAVOTawhifH1WKhXmoFyMLe
3IfBhLzd6MdsQk2YwtLLXnM3xuTCI+YxXNfDXU6bAQ1JRRBFF7dZ1avncPbhbaHPOUjLs59GyXMg
lHpyPJAcOzr86hAjOgxjTSH5JQ4KpnWQLdqDWdvynSxGfcLY1WUbm3LpPUwLE2n25aj/XSeqcj90
GC3yjk4YEvt83xC5U3xw54mlinhLdZMjCOLEQItpD8E5yTHiNSssGSC84y0Ay6myz4nOit+CkSE/
EXLD/ZBUXP5jH+jgQWiCoxANxXwSoLf4uBYlvjhSgQ5jItT86djMyOpMHUBxOXBbF2KgL0BS3I6z
LEYoKeI2uQCSjiQB2My9z4pkDvCYE2iscGdXzfBO7XSHEczCv/vX0pLypNiVVvzklHPC8ECeW2ra
Zm0isvkXgRCYhl22+DhdHODpQ1DlJJ5sHS70dg2sUQ9R4elqR5imuu90UDfvXpb7eCM8c6u4Y5EK
8fHjbMELCgEazVeGw9+uge/K9Etlh26g+e+Q+eONrAlZXsbPwEiTgugT45GnFqej3tVrog9pySV3
41u4d2se4qkE/ONthuDmaQEt2BCsXMfmGtbdLTW+MGj2UCn/FKgs5U5F3H8Py2TJWOB5iq8c8rtT
KFPY2zkq9SOv8vpeJ8nyopMUJWDICbdyJ8f5mRNhqghEtv5xbRQYULDPWJsSAZW3aDz/00RheSWb
dlsFw3GipXPlAdkvcVaqE2aBiU4rdCiDH5dXbYftpfrEOQgqaRZKP2G+1+9ZhW19G1tQC2eFeZ4k
pZ/kb3U2w4yHBjjHu8FC1twNQx3O1zxjON3NjvO7GsscyjHFDdNpHdd5eV9dNf2eO1V/Li20vjrz
cH77JP04WXjrRTgmQE/ql+k9WzVr5uT0zrr3eqWwD/i0V9BPH69HltOmfU5KEUNoXAmCPftVjPwG
UpjF28S9+i7IFGD0TXUOazSqOnId3XKsw675Dck/vYqwXncFEPx9DJadlBQp7u04hwsZP2cNTnkG
xYqgYIiBeOgIbE49LFvEtOxYFb04Kk+LazNpc5qbKTiHgxs8zm3s/C6HZb7y9+oeM0+K05wRBC9a
OkqPTeaK6RiuIvjbKHxDeJ70eprWsDuSSkz/YgHz38veNtl9Y1oDguxmAyrqqnlOiRScEk0bM8UX
w3hxR/qNt6kUIHsdGK2EPEf8eRzfcwQFr5J63AwmU/95lfV/+lKQLkCePfdUqvSbnMrBg1eucL3o
RW8kTrpZFweX9O1viRjPa4R153lI6Em4IGm2/iWn+RqrOvAes49pz1S7WhfjSauZdseYrKUD5yy2
3kFLWmePlT+3IzqAHL1dReyNzb9tV872rp/hxKXW8VeDc8LfAoBekP5w610h0fbRX4RGWD4JIAdy
IESe5kNdTkjPA6sZdqAlPi6GM68nTPeQ9hVURuTYdDnQq6rRE4SHH4i7OqzOVRC9CacwfZ6L6WZm
DSlBwZnchTixUi2R25Wsntp1mj4TYlNveZ+FOctWxiACH5ICqE4L9/TkZwAD1Myhz2xt59eoa1WW
508zpRXPQcZ+8eB3NRi6YVwz5x/rXvJpA0qXwboX6n4uevmEws5X4NXiRGUCSQzpemRU28SXlyDv
iu6Lflj1PQVRdZ9UbbQPSlgXcQeqmHyC4oRqxaxOrlcvxW7g4Fkf5uUmWzojoJATC424ruVYNxTb
J9haRp2VjyHE1+fKZGtzEb2q/U0eduqbghrp7itKQNhlyBXs8i4pD4GP6s+gCe9YB5U+2s55g6Pa
6j40m7IsFXsLrmO1bYkoEZfnPzevOkrLYy1VcFn7avy2duXl9W/c91SGQsExEN4piEU871Qo8jt6
Q4hwM8MYf2da7VogUqDZUzojYcbtSojtZ/gdN9zfMqyHTnni7+StyClzw0Jq8wFRhmv2RBQC225L
dsRff7DSqGvujAKtV3Tm0Z0r/79UTu3J9gLz+wBVYfGrOjkks0iugRQEpiKGN9lxLHryYxZrc7EP
QLZuy4qWrRdqJ4poP2OOlYd+cJAJbGUK/KVO9T4Ahb2lGOJ/TqGdl7QN2l9VagkZF3Pc/co1sXe0
XlGXe8dQUjoqQQEJIqXzb/DD9R7p3Gsv3iw5d4fNqg2rYeW3J8xQxHW46FgaWVaUt2ekESI4QOfT
p6jLwEpVazyauwxEZEbLUasfPdrD1VtDs3v/FLidTtj3sZI/3XBDR+QOTx3XPOq52rfBcqf9gMRc
quB+HRXEQ4INwLTg0gdNsBsYu0xcqyCNHzVw0pRFOGHcFZaAMp15Ut5XRrA82hOmxOtdWDl3u9YV
Htbfig4mKDUghamxYPu7G3KntiD74rHCsJ4lt4pFIlc+0XW/+S+xCoZNNcxLC1k5osmA+7Ci66Th
QWTJK7NfsU81yN0g5unV64rZpUtCwL7QHbcuuhtJxrGZ+KS1y+I1K7MFEg80Es68hZp3IQ6DPXdC
mpeAoPS0oqq6DdCkhVcEWO4nOudz0OxrEW8CQU8EYawKdXcbZv1yXHj7X62jHHpg+PPnzTo3w7CN
tKCVFRH1J/ZyMGND1kef/NqJegWvO98cqEdmS9O3lVqS5B7XN3znjKmwv0v8kl6qSbZ0noW5MhtD
oQj50OqjWuJFXFXUZP1z4KdMPcGxy5BBXdi+USEcPodDOzeXsvBBjFk7Rtd17vFGc4YE7oMdXESn
LpHQ3BMs5jc/RRdNX8mYyPa3n462/mvBZK4sRHjVdr6bFw2uWjrhnr14UcvWZjSds+uXevkzNHE3
b20y+WpPpQlGNPxstOX2ZIzFdoUi/R86FXIZB5blu9MeMd2Wj3Pj+tFyD3FHZw8rGbEtSA5a0aGi
4+irvbFxCeisQfUVjn34LfXK5QyyB8h/IuQ/dFtotfGLqRvJmbUlrLwBmTw9cw/3LlMhp3wbhJIh
RyOBwEGKjO6rsDHZtl4nmtV7Qn6PzBsckLQdqsgbG000oPKEMGz5IYHgGFSN6R3nQWIvztzWxwAI
cvgADC5mTEmpFGlcz+puvpcyp8LIRWEcDzRP3bR1dI93GgB5Sm06T//g01h5IZHQZhe+VP+OYYM7
b/p6oDpwLLUFNEyOx30zISDIy9L2/W1XXtuvhMk8Oun/BffbT0pCL8QpfzDLMuHwa2uMlrG7fnY1
ptA7oIpjdqlYLeaz6fPFPeNNzs5hL9aQaR06hafg8Pwgrov9FHfS7GLaW3wiBW15bwOSRVyOKEwq
4UfdvgXu8gOi7Z2oYizXIZF9RV3yF7bFYIYC3vtEyxxzzjl1ApIwXBGSro/GN+Ixq9pPsKcgiNDF
U53dUJhtYGZ3v1Suc8dEtvu1knDl7TXzGuPdLnv3npCU+1L60C93LdcHzsHrGoQ7kZmRFIKPy9cx
TfWu8SE7JMqoz9lVTIfgjOAT+jRt2d9xFGdwZnzohxXH3bB6l2q1385EtLgIcSx8sO+BvYmZUNT5
1RACsO6Jw42zkM7w0aI/06rO8kNN5Dh8tNyuuNlHY7seinaY8lduqpHEYc/R75SkaDqE4+N6tr/H
0XoBTlRASvk1nQzoI84RRRzuxyTjFnetJ6mWYu8P3Uz3sqXEKIyPBZCR5CuKyA7tCL+M2v8xA3UA
Gw4saDCwbtT8TFoq7ixtjWOd0vZCpXiEWqk7e/EH1x9Z/VM/mO6yudKqpUTd9WVzzngzl88yyFP5
1LZzlH+GdEpXmACIy+Ph4M0ABEvtnCMepORmvRvDftZHktiY3mucn84RqEOP4M2cJv6S4xS32G1z
blEwdaQDNEZMpMyOHV0qYKYThOnD4t9it21hhvG1ZwBTMt8tmQERHaTSOeECDSQZXFRGGZHZtkHg
UwYJ57hNsS8TYRXZThJnjftjjCid3XLh7nKij4IT3gMIyKj9AUaWcMpfjW2prBG55lAcSbQkHhc/
WK6UBlfUEQmGZVwR0LD7p9qA23+ay6wgldz3VZJSpYUtJ9oZ3/FnEJljBfVqYzpktpPg7tqS6HGq
qTymeeVySDaI8+5W1asmuY9kDSqcDqn8DhJOnz2ycmjO04x2GQfWuryRUsBLtkuw5WMcAwCnbt/K
jVyWaoQm1uilJRFUmQ7eVJ7rOfrb+tEQvbuKIoArF9m+3i8NXQU7es0inyKKIbJ3fTJVbI9Oolyw
4RX68kcrilrvFZyNZs+wn8WtCbCOnPGvu+UDQppH9Y8eFojXmdLJsa2SOP5L4xYg9B0OpoAGpzgO
oevQxLzGMJxMcLMDtTQ9B8ue4dUSXUJTQp+/RWfRBBkT0+D56GXmFlcza1UU3ok2l2y8w0Cm4cqH
XIo5OuMfyf8MBbOx22G9GUkdW5BwMiD+C+19wd3Xpa59pTnRC45YaZjFc1LSvnOEPbxCxV6xmAxU
l/WwvEmu43bZthF0j61Wvp7uIIrScZYl2LeiM9ML3Z6iGK43GcXW8Yi0VDP02CEtkaNaXa3q6MDB
GZIja8NCZnFweIl2o+gZB1flKpa/jGCqIT14ahIw7AgCA+izeEmelyU3zr9CUU37Bm3N6X76VDBY
+RfklJQxGGwImUNJCjsbb1NP5m1B1qxzUnYiJ2AHvfUBikGQLexvUJnFAxZb4S8ZDoI2EfBLBVIw
Qzl0vU2XrhUlsNDGGM7KITOXWa2heCCDUrZbY90yfoq9uGEbpZdEBN127Jaife3BmsYw6EMi39lA
JeK1ymtOqEGiSftq7PHyuwgppIFDgprl3qXlCEV1KoMh+jdSsQaGIae9fi8Rl0f4YFZKMruVKaf7
ufWbN0dyWd5CnYirn8I4uj2sesUYTAjUIp40jI+zMnXbszU4Ed4mT9eJpktSBAVcj17Iw9wzKNhP
NDZRzUD4Md7jDZvSz7biEHT2M2HE79uMIDyPbNjRF8tjp7dqqbryg0K5dXgYe7AjcG2g5cx0zXSp
vYtrMxImkI2kAmrKWevYLabCzLfLhJIHWsLzroWMpTJ7iMfU8XfVUK2CrdJm5luFYyq/NGJocEWI
4vC8iR22gNfKD28ZLy4PAtqxS3AaMrOF71GxYkUMkpkKxjFTVAgvTUVTyAQJHDG/rsEDi8ZRdChF
1k0rwmYce+MLWk6rz1T1Bfaz87nXXnqRUPaOl2ro4103r50549OR/f0MnEn9439XLlqOD731QUVM
oShaoI+0uRBKKpZ9LVeeSK4+iaIPoKCL4JCjhSUHzIll9UJdRLqlGJRbAmuiCAncsA/P3Cq8aiFH
0SR8NA8N46v4V9i0/UrXXzivI51wqVdfRqwLyVG6rNVPJuRfTpHjQDzeFCSBISmAglOcseIMB8GT
7tkwt9Yf0gFRZ5VDcg6XtK0P1eICSoeh3XgvrB+YKo7M2W39UpR1Vu3WOdcs52NV1+s1FWp2OHvP
eQ3JE3zh9OFXWrR/5zpz0r9h10/lCytyyySq88dkN7DWSOIyuvcPCJWlBmBKlOZkUxSm74iuzCg4
lBJt6pGHfOnfLXStigbMxR/My5RlmtIKd9F6zxGT+dka2twtN6EbrfUnbAmmqGtbrKm92Kmjl46k
fOn+8yPTkdJ3tHoG1ct6x4zlMUpnSdpKFgE/5GOx1olPk4Jxe9OcCVxPhjyOdqjEQw7s5++5czUW
M84wU8LzNLkd6dxgBT58hwySzT0OrjCIH1er+J7IvCje3//oU7DzTFS1NdV/VAJwKUSGylsd3lJI
Q+tdXVUGhtMLqhW91v00bCUgFgihUxSKPbQ/kA2lhLEs9hWlNfrFzyrbSdqsOOm9yrIl1ppN7KR4
cUxVSYLD8dAUX+EM0K7bq3zBrQkALputOZQOcx6z5ePtKRsI3Ml/4BZF6wleGYwbT/Dt+Lq7EutW
ecJ+ArOtZg9PPxMp4SruO12vKSP9eQw5rM5zpED0+xN/aIyh7rkALBaSzpUOM5YQZ53p+/o98N3V
JUc/en+yJRu+5nz0n2uRUavkZUJfp76jhTfww1v4dXCK+EHQ6IVht8b5PuGKAH18TCCJ2f2gao+r
Ns1/k96HzuC0QEvKOXtJpDe4B6KcZf1Xz8h+j3i55PIlp0XG7D996kdkcCLuefT9JGF9xDI58dBa
CJc5V1rHX68u7eYPpm7zw5D0cBoKLTB1kjWmn8RN6C8fQdCiDLv+8NSAzD/RP8AMfdB9Bj/BDg8G
XxiEUZcgJ/Jhu9NLSaSiKhb74tMi+5iNjK0YxfTF11BSEZDTKXIJvDD30TMHjyZSIb7C0OeXJ7fg
UmiT9KOjVWWXh5nzzXGTTGoZuHcEl+FUzR3tnIad6DC1DP3oivUvgxNUO2ELy1xnzL2nZq7nxywT
Qm4qC8QMpCdIJI/Dw0NqhmYnPevdU3jkMDhGgz63aq5fIbPLbWia6EXeUBWzpZYIMpIjey7dKwY/
VogPqGLTnn7Y6TPCRkwlQ97AxOjSHeQ0cE/JMl5E7Aa0naRD98qliRIgLhcZQ9m4Sa612wsaWCXx
dgTH6pOGDcbKMNL+OVEaro+MdlJOaEPlgz9Ksj8jxe+aNkVT3VbLTP5X+XYgFa5c+gvClZpo/nvM
nWkW8VYE+YOavOJ3TeJs2kC+D94xzOLL8NeQ08E8eechbNQWAGxylaGHxChSjClyyeGdi8F3t6yv
HWbLdsJCA8N9wDQ5jDDyinoPFVGSJbt5c5HVY4R/Q9CfTcGhCp5r5wZ4avQEoocxWlsuw5ujA3y7
/MDZvVeaBXoHbOJNOlT1fVmiy5ypMMDoQo2Cx1A0sh2NuUIuWzUMllKbdX0I9YxTAuTyDXGZ7d1G
Y8VhU5E8Gr3xiLpC38Too6iBXsAYlCtEq0L+n4Y4oicyFUbqLirm8tvMK3Nu6gY7fEBWG98toslx
CDP/CymrPHhjYY6esurAlAyxcPJddIKlyM8GT8bjGjXNZY0zTuvFHMJzolvQ6qu0vKZc7urXSjC0
RzFQFoxYH1R3YPm57fYNKbaMK+N2YbiLUJnVeLzCkrLa1tIPw0THGowESjT2kEh0I0JJctwzKQxu
JYWld7dInylFSXRxJ2RHBxOXedoeKUY55x59AbNTDoQOEWfPCWvPGW5Td4psqc9ZjypZNfV0l/N/
fmKebV7zicupsr63mzWqMHcGlZ3y2lse+6XMr4nK4ns4twu2rzguH9yZWPTBCUPq5eoYS5kXCP9E
k6i4JJHxfxwUnpLlheos/7xKGDUHD4PDe5uI6s0pdfsumxWmshnkvhpdBqPuatMTp1amGsmcBdlV
T+oDyiSHTOqU/JSWlGuHdHKdlgJ4DTgVl4hg1t3n2Fk+Vd/DZRrq0ts3daiI5hBwUCdfky2EmhWU
YIAi3kIIxvXjUGkMRYpNJvN53De1cbPrgJ0lP+jKHWF1qmm6+Dhethz8wEeoweiHkoneZ+Nh5jeg
dkkbZs2B7C3UEhtLYJFgZb54nsu7PKE17Nbd5O8HEZf3XZVEAtZZET5oNie8ncw52SWYSZ1CRVYD
YVQnb0jR9gqkjVm2Qw0WU23ARphJ043Xog6mEjdxllTzU9wpu6uKW2MSMu0h8IroweeIeo0rq3c+
jLlim0NI1U8j3UoDEYK+eCVsvDxFN1bQrbg3PbisOX+hq60dxHTuVsCeom/OXzGwQWo0dmBTxEtD
sOOkQGoTdQd+Umxtb/JfBfvsV15BdGK/ATrAA8y0jTDXwqW6Ck2+mxc9M8oPg/+6IUles264AYM5
uKC0jH0sTx5TDwgX3TibPVKITxURs60nLk4L94Ggfh/xCt95nRe/TUrq4DyiZR2nW/XMo8XmAlkq
9s17SlD3ISXmwoCii59dNKSzY4YFZEdHxB7lXrmHNXF8yr/i9C8GzCB4MpT4vKJAjvBg836KdxNn
14V3NEW+tGvhg4Ecq3k3gKb5G7h2PmdhIC7s/8XwNhS1F+/m3OnbM9wU6pu6COxphA9Tbtrq1rts
ckpz4GcEkLAY54UPt5IHD9+WO/7M4Ovfb44IRTDGZuc2IY6fp2VTH50+ztZjKhPHfta6iwo0ScOv
P/HBV94O/cyf/sCgkozVqpw5IJN93D6OoXNNFJGTn/WKV3pPbrkaF+Ydrc9hMIshtj7qpJgXBMq4
KJ8Th9nD7YbvJiEYuWnlGpk4aexBvZ0X8Fw5hZ9MVNeJSjEp8KuMmLvhczl+R4iSzvA8neQWKhz4
0o00Gs3MW6GTK344rAjMCaE68Zl3vzCS15xWyqmf7jiBxcmmm0LvKTDJ1D6LuPKB60ZqUGdgDZnP
BZK18MIuSOFgMOEASSJiBEDnFfUmRiwACHHAoGyLNBiqj0y4SYaxDvv8gb42YwEPTEAHIu5/eBHj
ePzy84iLomq9AOhI3uk/M5fCbQUATl9Yu8S3w1EDslUw8bcXLYefEeMnL1fPIrIp+7mEfgO3g7bd
wo+yU2KAYyL2588p7Op6awtH+1+d7vv+l8pyHA0Wqny9zQYhEUeFYiDLPsUROEKkze8o1YR/lRT+
zXloZNL3dwTlx/9RdF7LceNQEP0iVoEkwPA6eUYaBStZemHJ8po5AGD++j3z6t2ypRkG3Nvdp8PX
jM4CQBDeGut/NfxMB+sAnz9nVRgG3inuLdWl7GqnA8sMTK+gIOKMV0lXle92oajvGE+otLs+bSgP
wOOrf8jUdD1v6yVwf3WGJeE94svQsGWYbeju6rmlwnfpM0JNezGADa+2aiHiemYLaV4ZSmE2xeBa
Lm4clBnedOHap2wmEe9uumRqsVRp3v/vtA6H/q5bSCr8KNewrgTZyBcCtixe2KClEp6a8ejC5Azi
dJygAGesOzHRvAotyksgCTkh+8iGfEVC3q2jWdWfkkfUUeegelP+GB+gUGOFqL/TdWRmXem3Q68A
ImbIUQE7GWEQLxCxgKmVjY1PmZu3h2EQ5XzvsHwlnpmVVU7vlbbTT6zUXG2TIqnvulkW4XOC/eY/
DMhTcQ76mirjueIFfYvHEb5o0/SnttLyy0FoemhmEZykCor/CsdOF8S1gMLkWCz3uH//E5aq9PVY
hLnffK6zIUPH+ktBMwrwqUIbkGvIzwzFouPBB0lcPGCxarNtxgeY/uhVKnscnBAg7m6i5ZTAG5E7
qBNLlgTVVrfKwX/OSBeL0yAZZelqq4041LVMHGww3jgzBxOhwppVRnGVP1GrOHnHOl77+rfTdwsq
nDYx9KBxDmmpz4WQ4abk2A4eufYgaOF9oii6DNv+vzWMiUZ7FArMpP4mDDnszqHDqmyhPHKkjwnW
lbKWaY92iZ9OuNkMjoQ3MduFtFfOG1mP2Ks5zExj/LdDfARVUd7C+WbK8bAsWMCAODZZDpma1uiC
leXa2/YoJFuYPWlz2EBOaqsYHRrn/XzKTR3H/XaxqgEG37PMu0x0kWXJbgq82lIiXMe34rVCtCEY
Pn8tZa1eqnQZluUuCB3DFoVj17B6O/j/I+56tprN/JBZ0lrtFoFQ6hscqpeSAA97cOgKysUNzKZT
0Eebr8tHYG1nX/whpZQvIKLMZczpJaAkqXFGU53Lspc/K59UxT8lQNnulY4c89kYbAcwd5HoDZZ/
H1OTCSn8Pg8ZfElzsBOc730Gr2nilqjl0jy6rZz4Zwco9O61H7rZeQb9VwTyjWVVEexFZLKYihKW
60xIEjJns1lUa0BQZQTK7unQC/pkV5Egrf/1ZeZ6P/QSoGNCUcLwK6i42tGba551Vaf+hcGXAi8v
ZLHz7NkOP2rr+WK6m3M+nhew8e68h1q6gExOSnlWJRaojWhv+yk9gZ2hOAKrOCk86DdL1bVnGDvh
Hc+kdBuNaFMXfPq4CLt0/ClRFXclXiR/ByvJkmmaikuY0Vl6MDC1D74O3fsWW/v4DW2dZ9De+gW8
J5UNk0thtZSWlyipNBCJS7Bk07nrMuVsPX4+6FKFE/xdi/bWSK5M8RU6fX8cp3WB6OvXoWJVxCKD
i3RBW69MFtySqo7rbtMlgtldTMOBThh6wkDbTWKv5NBfTUXskYdC2zxjgU0uXqfalwVrbMI0aWYK
u3z9u6ezcd61Xis345CS5EWo7aZH3zG4ZBcTuNifcMAOZ/wW613p+4RK8OLCBxoHXpOsiNkQjJux
jtviqIUx/FFJq7ipsuKxjC1DWD97+RPb/aC9k20ycuWLKX9WKs6A6pMrv3oaTwpDNLKpjyQKlNqu
Vjw2A0LqTfrEsU53k/Orc8eIsGtl/O2KJw9SIv3cDTe2LcXZz1ov2tcEY/ShCdDnt2GSdTsKq/MP
3y0oHYuHCNR0VqKkVZjNnQf4YPZYDbjY9nQYAAaLZxzwWGBiOq4jdi0gkWzaHRrpZgM4bMkUR9TN
rtgVSqQogkQzvy5nt/hzzpzuNczqKN0OpHN4DmqoY+faV6N75GUyfS8tWQMyOLh0OsoD3rx4Ee1W
9A5ENQwntbkbcXARBF1juqpG6oe7apZnlr1+dkgsPFDfyZDbCmTw94Bi+ohw8bD8lykSu3c6jMdf
dTYpew6hZL+6UxCyZHGG4qggS7YHETNPHuqwlyebFx58xdqt5aNlk/LUUO130XLS6kGHvbkUFUlB
SC1i19dmPtNXHp+n3gZnBVL7J4xDWIX0K7ZbKcvuiemYr4tW8KE2+4Bkx084pMWpJo154lbJ9kwr
Ewcwy9Ltki/MdmeXWAhBzdKs8bUzmARP2sERcxD+wvmthjsrjw7OVuwyyYSwDmRaHeESGvjFnFN5
aY76vz6dGW2Z4QGyzCvVaa7Ou7uCvTx3c9c7n3GGbPPi1niddsloWXhIIm3kNzJkY97THkND0x+7
Psyn3TRC2Z5BuXJqGku4QZ7CQsC2IB7O7eAqmM8cB14MtXLvna9BFHFfglCqu1pzcvdE/NhO1Nh1
KEhYCHI/eF5cuj+387w0wF1TWg/bwRmeEtizh7V06ssyJmY/yRHf0dAvzzXhx60DroGQx2j6h6Uq
ybVw22kmzormOXcsKI/RHDzQi0OYlMqrHzXX3NZnwbmLPJHTC1fRGOni63Xw+Tt4NwOW5lQdzr3/
NvBgosOzD+UxixzsTXk+UrQz63RgA+xXuIpY9LTibKK+cHaBo2NsBUPSHVfkr4uDNYez90AA+IAb
BoPzGhbcvnnZttuaSCLRpcLDFJiJHj3ZGwK1nHIM4uStpyHilOHJeOeiIJx6MbmH0i/Zk9Fj4vwl
KJ4d4yrIvpTBk0vVifDPULQwxDQ2bMMN8D/sL76ffElyRe+SEkpna3BNXUiYtYdMDXovZBMXnz2F
5C/KU/mKQwCV4l077ny2Wrr+oUEtYjLMPchcXB1gAVSeVX+dYQiedLI61akmAkwrhu9gBu7K6afW
5AYlocfnZunKXY2bGdydnfE1dE7dbYH2iLNGzH0qysU89b1fJb9yVNHHbkB/wc4AsnFTYjhikd/4
2cYbbar2DeMf0CkKUx+saBkAJ8plfoKpWZLvpmmTe9QE7rKm8UOfISQNCGOz4jr1Ba61etNjO30c
6rYvCL1jhXCWGcmQp0HxmmnRFKchEQEVfT41YQQbdojJM+syzNEF9e0vUrkMwD3RLIxg9Zz/m4wF
ru1k7PoheqY8VAmvOLtoIGSYaX8RBw/fwMuSLJhrWaiJo7EmSnls3tojDUGLn8hZiYMJCrq1q+2j
KNw82Kctj42tLpyGLQhHjisJ486ATVqSh5mzy/ukYe1sgl5lfEDJ1GOXZsPlNZw3TF8papnL8RdD
bxZdw75Pz3Vr/PvIM3NxiclSQKBr0e43wdiRThKy9vQHMknBARWVzpxn38zNgeBQjY0XeZWGMGyr
mBVIBIhrwvWhTzgPhm98BNWdDRd1y4OMA9nuWIU7Lxnb8UDlZMieoJAPeD3g/maSqtdzOreWXvOi
+W79mj4W1ubLmf/sP/htg2eWb9HxLjfYpXvtiKs9TLGbXRzf1ieH/pnfzK5Nf7/oeF4olx4VG+6O
tyhpklBOpLVCDTAygO9wofAov69bTdartZSCne089WyeRfkvtw3TRTcr8w9aUCI3OGU0oVe68Xg/
Ua7rXRLKLdrXKewFBwUZp0D76y7JyQWUKFv1qPFCYJ0sTkBTyydHtjI91vUtbTm5EzEqOH+dfgOi
tuZis/R1gLusXlzV/SU0pe8gfFiql0N82zsLlxEWApbVao+Hm9OI8Gh2O5Jgo/gG5EDJYbAeLO0Q
Q0ymBljIjrf29Mjh1ZjfZEZInmNQ89sz4PokOq1yTC/r4sxfgWVdvHSixiUU06a7kPh5vi2Rp986
DBbSaKi8LW0BXvlZLOwvNoyv65uLo4YrGo0X92LCPPbgZbVLoTVxBkxygZ+fDPjx6CDbfrzjV4S+
wIRg/kURbFNvdWEIOxrHX1HlHrT9yoVJgAmT6llZen14I6fjwwct0KXkNLDOpMQQ8ReNyc2ulk3r
Jw/HHA2HqdxPkSZIzyK4o3ie0pnENBjihJ5zny626xStAtqEraQPP1QPBCGOq5ebP14wdM89noSV
ViPJ0pFLAeWf1un6mU7N4FdTWUCZ2HB3fbO4e6cbuz3PF3rBvQivbo+TbH5VI3YMtRb9ES9drH9F
lLxmd1mYZd3R5wVQsHUtl/U8KRAe+5Sa32mHvOTd2xqVyiEbc279TBB4CyGeUiuDehOz/vUtvxh0
ieExwWp3SVmM/zggZH6bDBABL60xIagc4bKpyRodxChuj80MlgMDh2xRfHLnEFhFSS+0dfjIJC/s
dnKAB+6WZSVOAgKGfIwV+YDvd+Cza4lLgIBFDBwVv3SLvLAb0iGibA0WeVizqoCx45Cd58R0xK8B
ED+x08noEagAx1n4NvKWg6JbY/qPG7HJSO+n/QNjpQfCM5LVrxhf5N/JnRXXE4vWjaEk7LhSc3DF
0YK4a6dbr7EouseVHcxZLd541DOlQRyMgRcy2iJe7vlcnJe+V2SmsxW3ahGh+LPa6dv92Ad8rhWT
wF6QTvgtUu7Nf4vorPhyFiyTXr9i9HaXnFM5ueR6N4ajfiR0FJ2tK1gilWMfM0WlQiF0pTEFq9U6
s7Nppm2Pl/vFMNOcrM5GppmsKY45G2HM/GrBFNoZ4zinKnQ5V2hFXv/gEIPrd6tmJ068OuCbVTZS
HJ/KlauMPybdYkFXd1VcP5ixsVfq1ct7fEMEzKrEVVx3hkAxlS2E03RK1CSM+vrCuCn3REKiv3ag
9E8bK/0tLhyT7CcrUEkBbsSkAC10V0XS4FXVyu/eiy6TSEpRONEo7uvqpMKOIG6Z2YrnQkRQHrG4
CUBLh36eHjpXAhBgrKEKJUQAqF5d06sIQZVvDykeleE0+qGN9m7YuNV26P0sPtWsktt9BZ4F60uI
qk4Wdgxi7WLnpk0asCckFcRmVaXHztHCfSJnOozXgTzJY53RWLeJJpb8TyK0OPgxSUpcDehqR5d2
W5Z9fPO0/hFf1fA/+hmaYLE+pvNk+SsCgjwEqj9mxLJXzpmYGaWk0f0OW3M+3YthKTHoTYNXHOuu
j6JDGynH3uduF7v3ZhWBRK30MN0nfatPiuXNB2bV4muOy7HDWxhhjuVd1L0ZhzlK8O7O8fHhy7MU
xDkZ5ANXHcnIsnykHXwk+9rNGBO94q6kdeUzn6rwrx/J4LlKY+VdV7ee8jvmAYyMvN3nepexS2Dx
yu75oYE18xP5Vf5o+TqfsbD3hLzDqqD7BevjMm6DQVJYB/rF859DvMj+3vd6A5+BnXgPZYYQwzaY
8LwgXlTIQoKJTFOSNrge1Rx9MuIwTDmaziahJnGkXj7hL/yvohC9RTV34nQfpvlwgzO6RBmLrI+j
w0LNjE/qBYvJezhjVz9GCYaXfSji+LwM4C5pMOweoYhSDrUWwEV2/DQ9kSLMeWfbTIvZTss6fFA2
3v0LIj23u2oJiDI3ASe0TVgOy2PaYirYzrSGt9sWB9R9GLB2epjTlUqoxG9xnIatQVGOspBFdpJg
Yb+uUVo9O2FXhVdn9XGyKC7a8Eh3m714qwPAcnEDmlii5EfMmB14CsOCv1MtlrUrzKuapmghdLjD
vlu1NCz14pHGO7oiyil5bqnweC2xFNMjT1mguWs5X0QQk1aJRFdi9QvovgQyHdfO0AAWrNmbpey0
py9qeFpg3gQ5EyzuSgu44F48PaZFkgwkgWo6s9OyO6mhKa4tTUcnqEuL9xuxPsJXXXJyyAp8yRzq
et3/cpjoJcVhSRSdl0KtJ1SthRScHuXLIockpqKCuYK8NzHfa0z+YmXV7/g7MOD5nZ1jtHDPxVl3
mRwhD4XjYara0pbrBZ+VO/vFq2lsM6OLNgCIiGPFHufjlt8XtdyVdA/6OnNfSfPwYMDi4Hl3LmXt
D2VCKYnNLXVxht0KPy5svBcs/vHwjDs/ZEh3Mx4DEVs8lAr4Z/qZuvdV35EXLUeK6QXhAL4VU/4T
HO3km193TowfL1BTvOlHEd1NUwrfp81aHBVE8nvLk5aunD3elqn568rRHmg6Eurq6B6XClkoq8gI
DPWKjLVhR0QDzgaSlIfdKvZFvtHhsFy5UTQNshZGUTXHu8qLsb/nYhiOq8NGcVNrCUWo8eMyOeDW
UJdi4TzuAee/rwl2EKpYgCGT2+3wF9DCuwuYO69V4gXfU1ToRnJeIKfy5DmESk4Ao0gMgD4gCEyb
Cbb+GzG8bqvxWoZxQ8kcOSizG9mzg3xwlym/H5ggsmPt96y8i5H1F3U2fj4e/dYhD1z0OrwvTSum
L2Iyyn/T5K++teIHzUzdFIdu4CFICNpCWIPSfnvhhMEet/sQHtjjivUs2RdtFrenBNkNBGnHCSbd
/eBDz4am4tImuzbzor6GeQrcU9qHDNx4nVA4IODz3hC0BC5/FzjULwaBawEfNVnMhNumKlncL01Z
hv+qvmmLDwQIkZ5wNhRU1KIb4hXRwQzd3VWFOUSdz7Rbqo6mQwusP0JeD/VZcqJAkfY6W68Hg6GL
W1+SbInEVMd3DME0XWQmWr8DRtn7dsjNR4IqlT+FkwofWA6t5c6MJqILsED9ouFc585/9WSMiz8n
NBdETJ5kaIPOfUUR6h6LZ0VgNMTh7Bb9ia6QgC6QsoX9gYG9wEXaSu/NGWq8XzSgh98ACm6D21QU
afFpY3dGlFzwtg3zzIE64NZIkxYdB74MjxDPI8f8jqcW5xeYLh7NB7hPuEQ169twH4tpHU6z8uBI
VSyWP2goYq3CYrFkQaSmBItTvd5TgDqD9dK4qHb88i053CRmLzMUiN/GcPMRufhVUjJ7tGNaU+DI
u48EqUtB6Xm0/J4bRXsrpagFkdTHgV7P/hkueoJJMghyXKOW/yXI3ZvxpbfP3MrzMywm91KMdfWk
pikESy8S9cOGP7riFe931QxllRQKJ0vQbdi7bygvG/z29HDbiOQ3HTRbiaxd2Avnn34Xh2pDpN5/
6CiV81md0Lyh/iDwY5JK0NY2RUv/mF+3twYhT85fUEjia1rin9yvxE0EKU2xHGfJqeE4104igbR0
Wu2rpRDvFj89C0UpIfal+ID7EzdaCByOTucabxKmifqyqsne66IaX02EfZhESTpVRxg4U7mjPK2m
FWguml8r8/JWTVn1YBC+503sRorS5GgFF4E3LcQ0eOwx6+wdRv3/uP1JRTnW4/TlkgYFWDVEybmD
exydBip0lhPBr/WtW8dpPga1dOSv0hRodynm1WpLkQbMAtxcAev4CIzCJ/HylRvWpkH8bAu2WFsG
8+6DjshxBnYheMLVHCkuQZAlZGMBcZs7OVt33I6RXT8x1fffDAnlRuh+gQ6XzBCkQsUKMcWudlgZ
AF/crFzZFyAsiENPwKzY34pIbmQj7OTJwXcF5rjCxVSKsJLhGefFqQ5UWvrdM7V+Oc6zW5NAEzX6
Oru8/p6JMI3eNXYreZG1rAXTOFrZGau78e8cN4C3dOMGfxVQKiKXvHbTEUlwVN1RTKqj7KHCJ138
pps9OGuF8ROC1UCHS5VSSvNr7N36LWo581UxxbHoOmV3VzbtWuzCAI7NAlxKio8pa+c/Sd06p9m2
XrZdpwUmvKPCHrHZtv/UzXa7nSpjvCeCBX514FDq4AmsQghPMstppk0TpwNW3vdXyAloBrEvrWZP
iEXyHNVDsg+p9SKZzAzKkauPpro7mp5hEkP+KtnWOrF4rtz1ls5d/KrDRzXN8uQS9bzUuOyhwo9d
zvAxr2cqBgL/kOBIxCZVc63j0Y2H9pw2c3zy2zh/UgrvEVgut3ltsWT/xH4SbT28T/d5Z81/sNB9
F68thQtZKsSVF+mIfKnjD0HUct5kGjsSV5ecriPG9UvLxnILcsQS4GzZOD+h1ZAQdCc0uUucsZ98
XShyxN3kwT2pv5bVEYdkJhHJET0R/NMCpNI+8zrkDeYhDJ0c2tvufk4F3NJ8It+j2XF4+yigHp0G
h/pvuUzORTQCgUNrqXCYwcndxE4KpRk3e/ySI07cd21XvuXjgIGYDx/KmeKGGINEmF0Niyl8LayD
CNpNgU9eUWFlvOUvMA70fXhuUKP1s8Ytj082NNVf2AjEJTI5swz1BYD1rVxQx6DVdX/W2LTPa76s
f2hClW801TrhPazGhmo0hApuFtRAn7UHtRl7+pTX4m3KZcTLid3KDYs2zncI9yGdHSUvxTNdkuM5
ZQMYHJZCr86uIpFx5MVKbxrn/eGRV7FGyU7j+hBVtbtsys4tjuFQDcWh0IW4V2PJ+8HhHATSkSvK
AbEYN39YEUMcjQleYISwtx1Y1tvTusasEsUIPYK8ZXXmxuzxjfmaTj4J96iKl8TbJw2GJNBVhlch
fDOiMmnV07JtIW1k6DJ+8SPElFEFPId31GUZztGS6gb0+xQ/nOmDXVtrwnFcDOCP0yQm1B0BSr10
TRyCswF21BC4JVTDwQ0tDZnIJSl1IC0yw7WP2F5Ocz6+FI3OSLF1pHOeq6znaJ4sS3EQAyn3YLjV
a4BhWL2ja2qbnVeXcAYcrSB77dhGg8Zxjc6unDXS65gRagFHyiGCxz0tNbKL4+YJyXg1j/AVcV5B
xLPR/WxC9L1mqbV/aVHVuXZBL2LhclJNFUs/tvqOptI6x4/jNGTb/JjAfILWtWzTwCdJ3WvAt+Sp
cBbu8A73/hZkBg7JWKRe849q8uYh4PX15Rc2+jU7cjxJh+51MgQYmV3hzQ3ib4tMLzH2PxRtpbsD
ZpnosVdu876qoqR4a9TTC/vEMPsVk2UJc9qsaVT9TFc3boGLRTHaQ+BqNhv9QGR9lOwd/kV5Wssv
yajxb6oWYqmmmMPPsKUXMcVAEhFJNyHyUjX4z36jDB1x2GnWV87J/u2Nxcam2qWBXcNTxYDVvQX0
aJq/1Ril+R8mjJx4A8U65SVaDaFzhCHevCF634pRtorkoYrSBlxIWEf/uknF7yrNAGigdPPax23B
dYHKasdXloHcmfueFMSDckY3ecRyiBGRJqsF0XjJI/URRJV8nh23bE+jrpazLxsMEN7Svsh8xFgl
ZEx80U7Qo3Sc0MRNz9Zyodkj+uo0AKqfhiTGn8bwGEXMDBp6vVUddw8JPgv/DMtQNTjLImYBSxiU
LQeNo0X3xVinl79EqNpyRyzZ+0+7nqqfwhvlQ6AF+Pghm6Rvjga3EBHxiIFy499qMQuevFc1LTaA
AxJ636M3Bic/9jGZhF0T7f0k4Cqn96HZijCcXJwbvtkDGGAAa+eY0AwQjPVc4Iqaf+tBBvoT3oZX
cM5Z0vHLenqaeCvnwQdeg8n+4kpxzTsQQQ07Yo57qqZntoAEuNvyiWcEABgzZVg/LCt7HRhqXcM4
vtOcwylQSVyAWMTdBnmqy7nOzlnhpf+wtIfNjie198TBdbjE7Rre9t5x/6fUdfebXmNCF0Wa6hMJ
j/6XBRRw7CLTfY9Anx40vgn7Eok0x73iePE16D0K/PgpBGIzfkhgVZx6ij/s4ic3OQwFRhWCtD4F
ZETwFrVHHVUJ2FYsf3xrfq2mv8ma+0CLW2yCwy4uwGt/8uTmn1w5MCXsfhL5oDMmp4WTk3cxElEF
89MqUF0m4eZip+BNv5cwPkqWbwXoCsImYbjlY3Q/OeyFkFiyShewxIgUc0XPzpDtQpDCEwUe+FR+
E2IoMAE6oxyfRW24+jceyZrufiAE2O0au8CkUX1mj3ERjizMWjxDO+KHeQ6tyxLEktHYuE8qHysO
5D0bwdYoxoY1ryKHjK01CnCr7eikByvfKLyv3fyXFpJmuS+yiAXwaIr0fiYH8Z3HaO3pPkW6w6Mm
PDRUH5zpDHwiAZxmqzV7Zk7HCWVNiRpm5/k58YFnT1tyTeLEAhUFpSEK8H0rlFtf8kbWcF/xdRx9
jfSEhseDB5JbQpWVpxd9ynjpYlzmiq77r4ayymtBFKVBNGxz9d+oi5qy7iwpGdswlXLN3KCQOnkm
hNVWb7Qvx+QUOKUVh8Ur033lwSc+pEm3UONlipjaIV0m9Y8gvOd++MHqYmGQEArfBnIL5UeEBwFZ
FM9skl1gVnoviH70khAGxSUmaIqifR6epJQJuoTbZe2x8XnYdsz09X04zUSsc5yuz5TlhXYbTo56
Yvud5PvShWH703vZwAUCSTTojxxtyJtAXGToHb1zwsGGYsWmxbFHWXbm7Px4IKaA24jgpcrDjSDl
SZ08DQCcKp2VxpXIcV6bHoz3MaJwLr9p9m56v/oOiD2/nqW+sxP7/WvP1aOPpbUx50DJenaXpnl/
z/W7vgPashXvoA4zsu5xnLSBcJFE3Fz/yWYzlBvtNwXlzOQHuS0i6Y9HoYBX7ZfBnWCgFQvhCp9J
HXJRs5zbWRTU/BQ04lGi3rI8I9Rxdn0FMT2MBrSU2iNCuanchCZiv03vEUWKl1p1OEIKX9bvcQXE
hAmnzb5Rs9I/UD0FFJJpxJqNh5PvFhbJFlekD2TKUWld42FbVWW/ym4JxlMxM+2XFDbIfQhu55Ci
WZCBpQOBA58C7/d+w5wVnJ25m/eGs0688emCa7mmWs/ssYWOOzJfUMjIWcBdYsF0E+MhRgL5apt1
444BxZEs4gn451XDOjrC+YUvSImcLQpFo/cNuwJF8BO25ob6Sk3GwY5sVJJgEXa/euwtua7M4ia7
qFin6LPjgQS2tWOX8QJR0Ml/BTnLixeERE4EsQue/cSpY8neVp6D6Z76NIJRDE3nGj0R+kwyHlXW
oqWXcrlgxQf8BmX0tJD5pZxG0vbKZz6GBGdud7IQ0OqPvAxzJTYp/gM68kIDkwXjyDz9oX6QX4Il
7AqyzXVJtOG2bywqa8/V8LJy2ZbnHj8CKbietCx+2SB6i+iQ/4aP4ncfDoEKwgwNPwZlOnBDgzC8
L9jQ/GOyTHApGluhx/eN/053YOKf2G4X9xmjMvNp6Zv0CXOKh1NimRCn0ym9si9CLytShF1FDozS
vUiy4BulfO4bB1SkcmfSRpK9+J4nlvqNY8b51ZYezlBpJaRdsCPXeYB8koFzRSOfuva7BdF1Zxtj
D4xdpJWkqL3TiL/hNctA418j8s070BGOgE4mc7nF41I9ZtpQZznyAEU8dSekf7Qvf4/KS7Ezv+D4
sjDcvmKED8QxIPLIxzSVHWvxuQT9r8LyYpUOnUPbJeFjMPYhouaS4kHEXuD171lctz+TywaajLFp
seeJILnLwwWcCvKD9+YjpDfnuV4nc6P42PwE8SC5ppaXH2m42/5s08ekiG53m3V/06ckvW9OoTJ+
7LGMmpc5HWhKjeBVrq9RbHL7aUCGHpouBkobu21JrefKuepxZeO7i1yz/PY8sp038esfjEOMSUID
pm0CLFbJYLovWS+cMzoaEtU274ryHkpyMDz7s8/GpOVwA/JKCTyVQpkTwdrUOxvDUWOIFLq5bvkf
N5WzmK/OWeffjkPwHKSVJo3Uj0egIirgatDNeXS8hnWe4kdEhVsi/RBGI36bVVfF1Y2g0PyChOEl
OMEC78Q7Y61TDK94WPYsHIJPAdLimbwmPXB5G7NKWq3HvIjFeldzXoCb4+TDEVwBcz245/K/LHZm
JGVaeR6mvqnnb11EmOzmIFhCSDeDPUp3qMbDWIEE3g6Y8ulDhqL0qQMPxmrXkhifKhX5G3Z18pE3
RPhSMb1iPPEzMh9NVP4BUKuvAL1nS3rb+k9QjItdnfOc3nOSWF9kGJe7xYROc6Q6et1T2kWoNHGX
kowJJBYeTOIoOGy/ZRNxdQpbR/nZL+S/GYT5mmbm+p3rMO8xOzr5u6CZ4IVkQ/dEGuYbT+r0B5p9
dpqhzbC8L6tLhVXm5AMTZAUvu4Ll8aTOYRgC+slvEeZNJHphtvDWpzvX5rG/7x3KNfESpuJZyij4
tpqHNc6fzJyqugmBXwzeh8cygSXRoD0eD30SnAJPIWzLG8YHmwI/Javi7N+ay/KVlOryB8ykA91C
JT4aH+EVT2CnxjOZx4/zJJoXy4/9CbvWPHFC5SgmwQWRShP5czVO6rsovI6AQDjG11iMwXKX+lkQ
HgnaEluZnTk4UkNF46Xnw8kKSeU8SLdh+OKksJcZXvot1Z0hfoQC5+hI952H5Z6TJsRnpHQsZmOc
1chWIl13UvhjsMNTlH+0mc7eK6Z+HvI2fsi6yr50XQ42i/NM+TGE/e/cVIqPq8TQYK3fXN0kkZ8t
IJe3zJ9JQFL/np+CGU1/lcvfLoumY5Gu6pl6n6I8Rdx4e5+3Xr8xygsfdWOw3QSE7u4HwSC+n/pg
ILkV6POifT7VsOt/c/5Y9oZkzMFr03j+o0wtgoMDc+XQwgyg51fnyKPYvnHJOpjkLN8WRSYxvd/O
3MTezunFSxTL6UHchix8I1y/2QSGEoNxfOfVRfJLsEnY8JKqdhLVC22DBpOLpTTyzJZ+v8hyOtRZ
yDmLiLkpkPq66DKOegBpIp9HGi45YC7txRny9H0ZgxeiVs7Bg893FbieT03jRk8hYfLjWrXLeHap
OtrxLOqYF7BKNzvX971LzvcDwQj1wN1If5IoMYPLMUNWzTvlsvMF3B3fLUoTzestXcYfLTrmepLY
NJ4lL6tTkSXiA/sD1RWYnhFVQ7AfgVmHcjf5MpJMj/031kz7GhctVqAqKD4wYnrnRsEgrgZv9HHh
g4bE4k17ekRHfN70ZpODydwElp+rmWFZFYOLb5qhatf6PhSsMvyfpDNbbhXZtugXEUGbwKuEerey
t7sXwvauTQ+ZkCTN19+hc18rzqmSJchczZxjTiS7RxPjYBLLqkeMDWNi8ii+5iybaOlNkSELswQb
+9Kvc3J6oHchqGjsI5qs6a+Z5fztlU5DOau/0BvOO7eeZrSqTRq/WVGKWi2zntfbX4oIsiPpkZaM
ejZCOzk0ZF5vJhDcgHrpYEf0ALo3x4qInS24OveCnIJGNArn8bbzLO1NPXfFOcRow0ddoeU2BTIO
26XUAXu6HQwTbR8w9cYhQeOJBRWwaOY+5UzB1LuVx3GY9SQiDPIE+mAg52XUw1OcrUe+63gniUR+
CUKL9R+W2m8XaUDSO8Y6z8V0xlLNtFIKXf6LnHzYWNrl8hv4VlfoytXLusSk/I1iIvcE4sGAlUlt
aT9rLjSAXB8Z/e6tYBv7/rYSojxEJfVEjkb0aQ0BacXKXMAFZO45zhwOVQeE9YM9IuPXUJ+2uOMh
mKKquadYqu+D+WY+F0gtflJJPDFuYBxIMXGS5KM6vQN9gyfacqz/SgUezC0WQIv4DPbMXQwrR6Rg
tfLCdgtAlIs4CpuXqgsrOJdV7Z4ips2fUai6yxyOWNAph3+o3Nvfpuke65vDklc3Dfk/E3a0sR3L
+Zpk/dgNKvuI4JhvNBvRxzQiQxoyOlGVUwbWdVsGMYGUMu241Av/p7Wc+pkLaz4HVFpyM4Hl2Yw9
2T5H5VE/U9xCkvNCcCHE7tyu0Job683LbAC6zHL5BmN9ZEphM4DkY66K2YVaiuWMsge1dV7iXkAU
opK8DpkeUNtuKOnjdzVnWAnGLjwiAwLAUdZYbMtavQ71QLNJINCA+Ci4IVPXqdh1Iig4ZP7/jWhM
/ZflVEwC8pI5D8qsmYuhgZmRzjS0eeXB5pqK9gfiivY2PH43wavS+Z8qTd0HclzKq8/aPKmHOYI8
Tv0/bxXqkHDnDWteJnUz5rSsGXnADcyGDRv+/lZZ5L9z6uoXev1PSWDpYSjBHuOop0JgRUoEQaO+
WMRPBYWfVBczlJG/zdliwwZgQPe1QNnJtyKQrbnYAy2/Gvu/TIfJJo+8CZjVPMprIewI6lRc3ITn
DQqgsLyhRUeQ77jD3dfAmwjZCXpZf6nSyQ8r6vtt2fsMtmGbdYcFktlT1ht5pUvhLBFGmr8kehB9
PK5ICUzbMGqRQZBvORdC4nYA/OyGVeR6f5MrbOkqp62xgAV1i0oTq7HQd8wZVkS3ovdBy9qyzRD2
2U2Z7faYtRLExMOuM4XC0NBgVbVL02/FPJIIUXaR0rtilZSyHeoqErnIXwZYeQvlfQM2h/7Rmyy9
HaYYa+v0LvMsYI9/A3WgdoJ9k32YCV8pFL0Yky9K5XyeDTxz9uyC4wxPhWO9ugtrG88z1Z0deu4H
M5r804S2PMU6Fubg1NUBQuRNflTx+2APd/OntGUYtg9d+Iu9wrmzJW0MaUzak8MzYcAuC3UC62ad
ChaP3cHSjAd9E4qXGlf2S+gFeRLjfyOXK4aBFg7ue60G+8MC12Yd6sIuf0bjI7nh1mp+q2CY7gvU
WDFwd2K6SOFFCRtjygGH4kPEkfFYPLRa1Bd/ivqtMhGjfrgPGDqA76Ra0C532IUKtPH+TccOqbQY
JXHXEUaBglVXE2Y+Sr/5v2xGGIVb8lzaGMs7qmMUVeUHgxf+Y2P83Gg2p3HVnDEJxBsZTcN7CY0e
j8q8MFpfq2z4Y6rlNUtvNQJx7e1hQsuNENgPkgWm0E7oqD5hPMueFCuHzzL1bqkbTchY+7ZrcOec
4xOPEyUX0PUDSwamGpHdkK9jy4c+gvxZLpV6neBTbKvKeCS5Q0C76RTz15vW7w3Lw9KcU4YeVFNZ
3hEIBOL1bgWjviMIZfjBgB0blllZywEXFyjBgtBb6N1cy9tJPc+/nSrZXY78Fb/BVPBkFU26taQD
6J9Q5+VLkiV/aZjOeAdKoAg8N5twvGg84Ahui8ZioouuBC73L/SJ+Z35iX2I6jhQBF0N3vMYdX1+
qhzW2fth9X2MPBjhzMbBpvXPdXyuohkxaTLmtv7L4+u0h4aN/R+3LKb2yzamfVz7VT6FMB+eJmQn
9HYqdnD2R1N1w/SDsDmhZvNJlYptYL0lLM4pGaCxY+URbi+aK42j3zPtkNzgiFxL9xh67Y2ilzbT
xczTHH+N9HkhQqkB9waqJetlRXa7/FUFr8BKIK+9ZdqETGRcc8CGhJK2l2KJuHn5AcuyeQ6n0QDh
WGV1Ltwwh5nXFT+Lmzvcqmirgz1AmqB+wgNAZvIETuydNDpqLYMBbp+Ltj3SHaKRLsc2fHQm0HuR
Jkid3dAaveRZFQCUM4j9XmxGvwXHBjwbqonRM+MO2UNL4rVjxXcoYFyx1XUT7IoysHeTou9GLwi/
sCqI/NvTuLJa0l51dXn5EJmt9ckeGnVDZzr0jkvkE5kU4tk2F2nPQ/7sdBB1jxaxA3s4JcNvgUDz
kbkN6T1N7PsohFMPNSYMB1aOEVYik5jeMPOxoRMwyMHYvx19xuj7IArXT1Q2gdmE/ir+mKFe2iSz
W6EeJ41dlFi6Hv2t3tQ6ABAY9EV5Y8G59HZ5grlVkU/IB9T3Hii89pXVlbWgx7n5fb9s2tbuI/fR
EyAqkKxPcFLQ6fM/ly5G02C2GoosMpuGrTswh1Jod7NhOdEd8DGxQ5Uv8EuYQG3Zbjh8Ojag+Lpy
vxKQo4CrbnH4tOmzl1V5VibIqfJZUcwyci6OHAZW5jAT9TLvGqOiwCSMIjL/AzmxTN/SZjTx54Qt
Xp/NhIAfx0pnGaTZBv5cN3H/kEzoHtAD6OmY83aWDVud3FjgOLrULu7dNPVscNSQnOC3RaQ+VKcq
K8KZDKt1tTWpSqqfG0KydFFTtPGPSnTmwsHAToGRpRi/aDxM8Y/9oy3+m2rIJxNohaL0JQqOWkzq
mtepSlFU0BFXAQA8aC/9nmEy4G+umvWKECS+OVbIvrzGpW0NR5UCCyI2hQtkQ9vlYLKTdpw0QpGD
lKFs2GCNZRKWzxkjY2TRw2eVzbdNVO2ae3raFIg6rAtqLjwl/kb3gaqOYzOtem9iv/kkPsNuTlZF
NoGDA2hM3NKuyiP9M2mJYpnW8gGyXRkeFhV60WmGrJYi4mypMkHIuGfjjXQlcHlYNQX0qy/AeGA9
bixfan1pdMrMBjV+10LVior5ipMJrXBrBE2zy10+PlR6DoNj07fxtI+sYlVY6jrz6bojRN4NJdLs
39GvTMcBPyQC/LoP+5f+xufonFs4IypXh1b5pv0lajEtsMWjYxi2ODsyvXegd311xYgcxAdoze3S
BO5TmAfLjZKlETQNgqyUE3KwaDn10hP53nGnurnjPykUIaIKCS4HgCDE1NJvvbWEz0iezPRKKtHw
KELj80cRPAOaxPPUoR0aD4xdzAzGcRUtfoCgjBK2tidO87z7Q3nQjr8jlJ9fIunwP7mswyMMZFj2
7xEl9O+yziUwW8brz6016n+xjyPkiMsVEWuNiPSByaFXPvrKpdTxonnHY5d/46cIh5PFPHUjZFY+
lhwH9cFMdV7tW8LufoQgGScpcB0SbMGwMjtWkNxyjJ8FnxPicHMBESYIp7Lcwk/WSrrLPybw47XP
VDce4qWPfmDE2bioyUxksOhpqmYBTsNO8kx0p84vu78DOBEmSbZFGt2wTvbFZq/2hYN0vi6ztN54
bcl7Qh9Eplk0lmN4GoLUeZjoU/x965jqkmtov9RjksOdX770976q2An3jAgwaWD0Z2Whyvi+hr1m
JRlGDJpDTiDnMtVr94YnRzDmpzVCR+24BR6WOXTo1Fzh0RaRydY/kH1QhoQ2SaQitXDVd0rsxl0Q
iPQ8BpjHuaKnCtKN02EgFAObyiRsLfG6Zhg5+Hfg+yAcNOsAKo1OeEeCAu4oYcEKvHlycsPQrhZN
gp4tqN4aSOjTsRnH5seqZ+RoI9NYntlidjAMgST68UtcqTjnnTR8hVpevfCLtmwB+no4E/QRfjgB
XduRsZ+L6mgwyI2LNhr3fSsDax/R9XaH1WOsnuBFod/0bN+f9z2iN4Oz1cbSN+Dy/izWKZWXOoAH
fEb2mmd/+z5vyp2lJ53trEmp+pSCYyxgwxK7hrlidl5Am0PbFmz3bgmelGYjtr/nsB8VIxAndapt
XVMEbia+TOCgErD4uaKTeC5RbF1sGJvFwQnoTwhNpEtmYyuu1CEgTE19+8R6tJlQtFZLAE5Q1vjg
pzFmXxHZ1ApeXc6oiRuHc9us0g0POFtgNXNS4iceOHmf8Q40H04XkHLL04uFIDNQkRKywWCvcSUS
CKE4iE4mK4rstV8YNu9GgFnjloGB91SACusSxd/wmhl4XMns+dkWWKxzb+nCxo2SrdVdp1uKrYEx
a/PZB1bf/2GA2t5Zep0yHFuTLM40ev5O4c3QB2ZpPHsswNoZ6CdkSB8B/h0zOPvsZJwaTp6ab6eJ
aqwz9cq008E1x/5ngXh5e+ay9qTYEKKXIdDMQTSJn7dM2snt/4AIE8tfN22IANk0DkO779IzCBMo
Nj1xpAQ0YjP0toNKGvpyftVVy7dRLc5E3pEv5hj+TszsaJ67eNgtEx7+jQPndNrWVmOWgz1ZaXkw
RRR5B20xAHMVz85GTkr/RA4b7b2o5XTnIMOR35IJcoWEIev1iXm4ld1JIkTFwTOlENRMNdiYiXHC
tZ69CD1TT5GNmbSEwyfwCRFlwp4NuglTWIevWphsso8sAnTxxU53VPe+wGF+dF2/C64l42V7Y/ej
XI91N5Aq5nVTGxwXuy+jE7fFxAi8uGFMdUYHDH3GZUPq2UDUt7aU4WuLEZKEKTBQ2bc2YyvPGbf/
P6JZ2MzwY/cvVo9eMxnggqwPftba/9Aiz49jNoGRlgUsF6wOjv20KPgFyTzBiTn3nRv+Q7nAXk74
dhFuQ4SO0Zl8kTX8UvBCkzFC9KThFlI9NHXxEPa+sXeGm9iiE8L+5iDk3S51Hp7XKCb9mNKKmVvZ
52D8oLwnDYGSHAaEIjv70mbD+eKBWDvVQHAoH6b2dw6RQW9Mr1GNmACC887JWoYB2h9BIra10o89
pBAqysZQBBeqCF75m9KXObABwXFnxzZguZT4pjKKuvG5QBx4Klf2+jdsmv2A4T2/65TzYSuWu4mG
2Pi4TjOkFdLv1CYA27JTnb1iwLe8cwRWMOOgFmjb2yh13nGg6vJ5Ge0AJBWT763Lucviw3IfQ3hC
Nl7nRjD66qwnB9X5XckEtdo2jPb20iqJILwlPfQtMq1dzWD8hEAihy0yN/EBoRibfC8um4+1MTha
G4+QqMNkZqu66xcPaZJxYIRpFfNdmDRdnR18NCXZbKVrXaGFXTEgdaX7X6VwQeXNzI3Ude2tmoo+
b3SYBz6DegDKxvbUY7cqETfVlbsppg56WdssX8JrelC7K94UGzvK2Xe914zh9i5tohunyjhntFJw
Grom/oAY8xe6kQ941UxPKAx5/8tx5SVgUhs8zrRNV0DBMwceM9Q9MsfsTVvaP1QRj2E1LTnJFk3h
QM3PaQMC6dX3cAtQNy2x/k8Gujq30hYsWivEmbu4qJq72E2r41CX4q2Lau5AVtc4jXrYwJtJ4RFH
Hxjl5YY7IdwVAUJkUENpvFE6dsGkYRk65CMZ1Gi/ccrptSf4u5q68L5wcDUD0UCuZrDHsDuBS+L5
6y5IfW5S8AUPRZWLxxyp213kEC7EPBpeUciQFHWlVD8j1caYULctr2b1AB9Ricf+d8dA1aPk5Q/b
zp7LMKrjsmA0Jg81j4C9R6uednx7irtjGRTMnVZWc7/T7ljMJxa4dpqYutGgZqkscL7wbrzwWhOw
yDC5knsT5qOdhL6S1Xe1GDYHgTVz5JagtkAINIQSvhZooVDYSAONDDW0yMF1EPEGdAC92Aksb8BY
erZBMewdh9cvoflolo/Blnm7ddYh6h9nK9PTHdMVrBwCj57Psx+jZdhkKSbUQ2bdyJacBHCqJKMT
b1u7ExoAxjwxwknbjw++NPWNWkuuD9dLFjzAo7gtznT+X5zhIYMWIJdb5A8nCLmHyOQBfbgp+SN7
FuZE26KQaECTxSSf0WWPHMleaxvy8RiTkV83NKhizCJC/niH7vM2OUagtC3yRi3cRo0zMrCCcYam
HIl00rpZ+AI/i90Z//nyXbUdx9kSxfLLS1nsbSEdxdwguHbldcBZy887E8a5m1Hr4vDCgIwRFYcs
sJAoHMY9Akv/Bf5YzDIOrUaGsq+UxSGvKHl2nNksJUudxxGM3BQtfch9xGtOAjMcz9xM0BdzYEGJ
37r+csQNNJlt387aO+BKdeODB9To1MUgXZBy5MYwLFGqvMMPodRBV2xVds4gyZ+IxSABo0TW8OiP
t0SMiLz5t8aSaPc0RpGr8itoskAEEQKXJioWThJp2weCY5gd8iSRMluQQexdetIUXcxbbZ//AucA
vNxGS/plAy5DYKJVoZIyrmv2TV7av9rEEP6uywAymyQn7nskuh0Nfug7t89movBtzTRuH6rOGg9d
D/f2rJahIDeQyD1v3y0rCUG0Ij4dk0vlxutKAt0etKReEzSwtIgIkikDyfM1awKp24XI55XTfJSg
LP65/LBfLYPe6L5dSmu+cGhiiCYHzsdiR4P1zOuNgzWc+4gtVUzACxVBXFhE04gbEQCtwnOMuhne
XMomh+fJrk6TAoC1NcMSf1qpa7nbsLy5hNCutgE006V3WS4M8hNBKWg2KgR7P9JSEH3joj8gzLqP
9d5H1YTE04uWDs3FOERMmOhndrrzITS5NXCozRjVUDOMcvPqMjAcCRh1d0FxZMdm2afAFWj2TCob
MIbGRNFulppHCAKJGLcstTqPTU0zXIMSUfzNLzrZ4PE4/DhTPGTEbdnS3jrU+FHCAosTp3YcYnMy
nI0C4jQJuDu+h66CRZNK/4Rcxcte/Agx3SPL9YFIjaAL5s/A8Tq1B+/pjoeqjtx4i1xEBGxiEWAR
txUN3zkXCVk01RTehqxE621zlMYvc1ETBYlrTweHTFhTsKMI770/BUB++9Wh5bJgQodFjF2B5zNB
elJXdyPCPwBIFMLnSlj97+zpG7y8mdsDhWD2MoZYRHayc3CSw6KZoztbOEXUQKE2NWSGwLTLTswd
hNkQBSDreH3TpVKRin9QhlnfUTkE0Xlp3PTfHIwlKVS1V/wuuSPvGuKqGaXAdeF3X/06JTEUASUi
oBj1T88elbUKZLFPhHfdwODWhXKEuRWBWp5ZFmyMsPhmZmAMs1mJMilV4txkiLGwUMjlhX8WPsdI
beVu9dDO7XNGz+4WG/3ww+p1thJKFRUko5UP4yOD2ipnd65bsKvOFNBNDuiQ7t0saoIPK8W2c1qq
kgGP3xsi3eE/jtV2Tsvxzkx4+pMFoUm7Y8Qk1TbD23dFBUH3W/Yw+aw88N/qJVguPar8AXCsDJ9g
MxNGQ9qG0qeF2pSDtme9AjwLISGcyTE/kk8w/LPHrvyxhoJaeBoQTp5cLMXOMeC2fl2AVf4DTJSq
p9bFGruRbrM+jBQxj/1QBg9tJllApBym4GumznrOFtlZd82g6u+cLPj/fJ0R+aUkclgGA5IgBhI/
/QRiv0CEZwYiJOPegqNmbO/nJhfkdbWK8kGwQvwLycj5RZXePkXZghytxN53QN8Ep9bOPDLDWFHB
futJF8HtV9xQWnEoRhZnXkW95jsOxSy+T++dqBZdbimd/edagTTfVa1AoyYtn2VmL4F6vUDLdGXS
Iy/8kTZ9OdETtnxziBkLt8RhFMO+jwbWN2XPFOimMouvOK/J5wqcMsMcjkMV7kiBmg57sLHDJFzy
nEUq/gMtm/g7VUXPDAWS0uotlHSKT6hYzuwLKcSDsAb/D1TMa9Utr6AXn+qinJ+seSGuoZ+dO9Rk
0H36PHvEIbs89DxSBTDruTrVSG9PwjWILNAn56fBDGLPLVMdkV+rFzJ9liv7+3VHh0cw5RxaX0gW
7QuxvJzP8G52ciClqwQ1tXeiYXnPhH6dWn9CqVCWWy/3wsuMWehetANK5yqyzm0024k9BJ8rD8ou
DfSLAlGTtKD2UCOQZYd2p2Udy+SRDazCNhOHufnAmvDOij76rTE3PVsaNgH1fXHM0U6S9FzHX1IA
R8ocw6pMMrzdpF1dc6qOw36JffEVgFF6t/L2xqsa3eapdUL73pvydIuA6yuNiKMBEBlKRKoS5gOj
EHWHwel15cbfaPwA8LSsPsGeUZJjOBe/nQ1PbllG61zFGYjwEiaDXffLE3JB8jB6iwyhKOovKK+b
S1WN5Y+UGbiPsimPPSmAj5YZ13fBS5nQxoZ4goL1i5Z9OXF/YmbIAY2+zwVeRSb5wX+htPUFitIN
b9mnvyWVfJJFa3+JVaTuXPxHWOSH9ohsa3wbEYWxyh3UY6xCuusePqRlh/q1JxwOcAYeE2A6C39X
+1PmYbzVfeP+sZFJbqNAuCeo297RN9p7S8tM/Dfiajv0LnlAiA6cJ9cZqj9BUKoPL4jo790Ov7HL
2lr2Vv1CMpg6rMrGwoAvemcBQRFSlQenkf8Rt9LuAEcwxKsZSVyMgQSedmihA+P5THsRbR1SSAkY
XvyBQB4CjQ5LjRyWUgU1mIfwLDFV5dzXyhRvUIBq5NEUjqhIxv3oCH0MRDvdA3GF4jsKBgCkDzFI
jJku4udDr8bY5ATvYEHqUk4RS5052lAux0/cLKKBZL2ED5MfvYx4Se6rHPcrp/IwnVzbqr9R4F5x
jMhPb8R5E+cjwthuPpHIlL51Vby3GKJ9BrRDl2Vo3EOHBAJLKdNaHHPDkQfoCX/wRzFwOTu1Nf7D
+IdLlZ6x9ufhiTPuM2zX4r0K/CkBR8soyoX61BKqCJd5YLrOjOttLmDV5y1+H6r/4OD6inMBpiD+
VG8IvW1KXtK1BhxlQGc0O6eL6yOwYPVE2hjez2YKTytuoH3t6BP2OhudiIzLhJxvmjY9BH8WVCCf
/BQTGQvWi8SM92lVtAzIJdo7ouDIpfFR0YDtG7EPtYQ7H6Wb+8cA+BqB3rAJWSu3jG2yaf1tnHxB
7K/NfnUUxqlpfHcsG504+bGC/WsGCyGdRuaUNAJcb1OxvAjCwAm9tbJ30at0uxDS91qZnAjQNVDh
D9yT6bHy2Dtu2n7FlIALjok8ylD3JxuGIBEQnJxNIHUJ3z/z5Ncqm+dcBoAEBnGnwIsirmnIxODf
UeESU/aWSFb9XuateeE3ERvu6/Dg4HNnwByYv7Zvxx/hhPQxn+HbKxU0/m7NkO9ncMMg/SKTSdo1
c169RWHbCFxsnW5L0CnR11en7NBdl1DjVqSbYfmHHkQeIreZk3qtoeEhLZcnkYEoryX6BL9jAivQ
LShwmI91YLMAHbr1055J/phTJPisB90LC1m98ydyCB0XiUUIX/2k0vhjCsD4a7qna5FFxT+Gnigm
ZEH/b1dduQ8LESZ4CnB3UBOmzFyl/nFDhtZUvCTaMJkns0eFwP06D3HRQKGKHcDBGkqiELIHuULs
Veoc5ShtKhHT+zH53vZprI7Z1PyvIcWFQU/0Xoy2+cDYR+3Owqo7cxrnX3Um3Evfm/9sgx4BItpX
4TveRbmEYU9EAexTMHNbR7sGpkebPbDCwvzpsSVP0Gfh5K/tZW9r3T7gTgE4UfUsUoYch2hXilZh
jmY1B1BPfeuy9O/LyKSPTjCXiAKtfGuPwRvw1+yNAQxLZzRuj5ZVF58To4Xn2enxDjZQ4RX0yXuC
Bh7JKfCeahM6h36ZiyfPcsy7WyO/1ZWjbyDSG9zVktFFRWV/iGMwvRSCHg4vIBIPWEnw+orRbJnx
dK+db6N/rSa16+LU3UJyMnvmbeKp4J2gWs4JPkSkjV9uDYd/VQr2C2HP5F3ZzqRYx41zVAwGE7fW
6XWtI+AMGXl4KBPTexMSKEw7TR4S0i7vG9cXRpp5HigT/ZHTCj/mBa4KnBt0GfMb8LQuS0RMx7kJ
bFZtOvP8u2Up5D1+Rbb3TuYmK0P3ByuTzh1cyeEyz5E6455Q72FPAymcUO2YBC9ffZY/g4VEO5tF
TwBxv2w/kChPGdZtGhdTjshb95oCutjrYBkuniu5fbgG90KM3slZ6uvNDrwjugomfeVa7E70dFhi
vpAprEe1lVNGZxYFQ7wxaL4eCwyUZ4Oi4SUMtPNH617AibeBGu5S/J160woa4IsoA3GMhtY+Ubo7
x3npFckYtPcneiabsqNzP8XqpacKb/9ZrbQ+MWuGpE+F2Y1IOByEyX3/vHSNPrbFPL/j0W+PkW7B
uPHFhjAFWYi+zEqu93HPEt2erfzSx533WroRnzYaypixEj/wDaExPlp9ZW0rK3+dC+iGBAWAAhUQ
kvztZBMJYQxU2RmLFkLXKGON7zOKBMbq599qSLvEmdL0w9j6AWBY8OwWN3JZE6bpxRtE/lh3Y/MH
nxrC1xp8aTySOMvKduy+2pIhDdtG+7dyiVNpdTcmfahqGNAdyRbWmF4J8WCjCOf4h6Bt/xuGy2Gi
ccW3A2HjznGa5dBCJqFRRBTdMnscvWRYCG47lwN7qhtkPynSwssT9keENSLORLJodQvC69T1C7bQ
zbqza50d0plBKE9OuW1Lx1tQWnKrpIq6wFtF95vnRh+CWYdvejbFL4JgFBVAvJIA6/i/pXWQAXBm
9BtNQPChCL13PWFn3cRLME0J/vL6ypikghAe2NaLi/fkc2yNQRMRWOledEH6UEwiR9lNm7Ajzvgt
10oTkiH8JxRNsMY4wSsqvrklF8DHfVESqoERhw3NR0p0wistKeo3T2cJesRo3zeBdcgax/kXlxNg
jxtiHfZ/Tm2eBq8+ge7Yflz1gmC5hyeYLiAsyOAumlmT/0sqD2vDeqRynfor9pj1GXyaRXe/hEz2
6tqcClhDVHRLSHqDjBKyBFM0m9n4HXiNve882V67QsQFN4idJ5njsPjNIgIOurSjPOiLHA5zLE4E
W8cPqtT9t+YqupvqMPyD6WpMlkyzFKDxDsh08ngQVL9W8YZhcrdNmV5/V5K8eFZR853DMPlY4Ci5
ljmpiInn2e1nyVr1Fx9lvifykjVbZeunQQJecKu8+JWuh+7JGm9xWal/QaBXPqzxTEzlYvlvLWrX
pNPNuM9iJ7wJ/mT0jqCj/8NqMj15XpO+LWp86LpVn3UJtr8l5uYno3He4e3g2FgGd5ODybihURzg
OhG5z05l6TNiyOG/cDDjnv9f+mpFNu2wCgiaG6Hpn6EqB3uXXh8/V7jcidSZT23GvT01rG0YQbr6
oaAuksTF3vhbpvk7Le340MLsuw8C/GLIO+Go2zOmwropf9n4c7oXuXUj5xr1Pc7ExjLQO8/gsTZA
nrP/mGRVj7QB8nOZDVk0yjjtn9W4b9jnmF4MpA1upabYjmU4PsbwjaubF7xlOOQH78ZCWYcNP5wI
VwjEuV+ZbZqUe7Ydm+zqSqMeSqUNSPpZNRsS16ZnoIlmzytqE7VgRWcm67E+hEyaEDP8z8Gm3HW4
zlFmzhrIyHAmF3E8kijT3PeQPzdios3agMLVcMfq1uLcLbLPKhiJQMZ6JjZ1Ntf7YsroMBkJvwVD
32KZLdnTwmW9VsA6D4SMRbCgbBJHsYHMyE0hHRkMFrhENi6wuf+lTeDd8AzJt4hZcZBROdCUox9q
8jQ9oiuM5ysJJ6O4Q0JUJeRIpC9wNRwqfRhJHeD9WxJZv63BSO974fUEQUS3CJaoJAHacYe/YDeL
R5KxguLLLBGP20yfwPv/Z3ALPlLv6Q/WIVVS82XVW3+NxK4MuBYzxszvEShTIkHnrNtMlqDU1Qi5
GStNvmSm4HjHWbTyMMfO8JNzqf9vdxJ9oQr0iUwHF8kRMu5WbC3NabVUXzCtjVlasZ8h8JH6Rla7
nn3jc4q36DftoZ9WKhVQ8Br/XxaMPQMZRuJ3nDqxtQl4c/CoDOoU4qoX+34OvwCVwpbvFo94ISAy
R49APZ6onLKNXQN2OLnY1gpMFbakAH/8H7gU6dyXErvEFuRPf1lJx3mZNCAIHGb5JS5m9V/e98M1
jdsKE67qPwtOpTP+WZNkRLO+EPhRnmJsvHesUPXBEtRDRRMgvVx8q91Fri6Otd33zS72ZX91LLG+
WU0mLktlBRFSPLSCiBsa9HiMUgQ/yWDvIcPniZ6D4uy5jbez5llf0YHap5hJ9EelSneHfa5ist0O
wUNdWhopJ5WZeJKepT4KFpUcWoxQZOovGEhWWRxnxJafQ5YtP8Kt1ycV6epxkWvAmUCSRaRs59EZ
BMnQpmnffQJUE536fyFaDSRRADEdmsH6tibibmbPFMcQethNpt9+DrPL/P6WSpE2uWB0FeQ/FcIP
NgGtexFEOG4m4xW47/GYQejIQiBmACue0hzF1AZQpDhlRngAfNry+Ybc2picICkx8WSXjgSogbFq
oNZ06+gJx7R+xaDc37f0eCR4Vns5IdwdvSMgGO+wonVgaOQv92ROmu91KC1oESvT/jI2mCxQmLbt
QCnFkDHDWj5H7cnmMsPhH6e5dz9KJFE2w3+Em7V4M3RN8QaA2js2CPzTFv6SzzSV5gGH8vS85pk+
tVxtLf5XYkJ8gY/cg56BpheQA0uXKdqRyLDux0bUhyJOpz9gU/SFmOvm6vwfRWey5CiyBdEvwowA
goCtJNCYk3Ks2mCVWV3MMwTD1/dh8/qZtXV1tlIEN/y6H98aR4BvOJhcWe6ySQQdhabWC/9uSNwd
kJrhdWXkAu6yJJ9MqQw3bwLWOhtCSk7lbwapaQ6rcaAdEAeyuLo4vEVoGazbIRowSncs8o5jAxeZ
d7bzhVSbEXlO9QQE1FuomXAs77ZMswKdMacS9b1Pxx+QGcLCGuYmfO548YKuTnHx+LNL5cWWGgkd
XFKf1ca3f0FwFm4AEM664DdjB4QMXUqK/qQ0/SBlRHpj14jyNJSK7V+aUc/2TUxxekEBj0WY1FPb
7CfcJ/PVTnpcvJTUxdkzzhuLziTuNz+2K0x7XxYsUh5w+fc1qOEk+4USieeJ+tFk3RHwwcIs8lmW
+7Lhw0Bwc4tnnXaELJastImp5RMERIRxTPc8xziRKRXCmexzORzW2XjQxQaUwReLwazjzUbzkspf
c9/ZGrFFWrKbyXWW0MKT4GMo/S5+mXAj3aEmYZBIcoPwM0SWAFYgQ7+y7erUYO1gQikqr8efJzrW
ez5gpHNpiI2Yqfz1P6IKJIW8dZgunV7FeoFe2byBXgYB17GsBpdQb5NYpkTkPYN1ZfNLboq3pZNA
FwJLlhv8tuVEYtLndoX2VZFevFpEW3kY0qGktMiLh+KkwYABvJ/BgJH5bAC9wWQ3j5PbE0nJqvxr
wqTKWEhMzt3hQqYFTteNf13Tjt9KalorWD5Iv3vYexbSGdt7PLNcgVXps/PUTgLbozWgWQTz4pn/
5b1B+QnpKPOaAgHgrlk34Cj5jyRb06eLgIhXSnmZplGpR7I5Dc99I6hONg1lXBehyyiwXFGVhw4Y
SnMtha9OlLCZ7XnKC7h3ak7Fn41nyvSru/qfLScVli7lF7uM/cIbq9d+pXwGTkLYUpo2XVNhOv9M
PXJ1KRKveQD74DzRyqI+Yw5zrrDooG99xCUpEJiNKfIFT3aUZQ2+xuftCqvT+AXe1DxDpNUIrVZZ
eyGmS+EFqmShekD2wpFBs9Fxaovp1UJv/TGG/J1iYIAtsY+WSnqdDIMDK0Uvf4AJXzDd4sKOcmvB
VtvOr7BVvCtXGgaPmKv5J3Z5KhsoREVVAywf5TrwwW/uCsv+5OaIwKBL48ik7X+k3fxvsbM0pC2F
y547oq07pX9qMdYzShBsQP0ekhd8F5St4kBI/rNHfB08DKCq3e+F4/oTjNNFEhzdzZRr1/b0TIfD
vpJkwsHBPROLvHtbQNFniCRp++n2Eu/iPHW0mEPCDUp8VgcxugT1oBxSsBhbIQ4qYq1uk52svi+w
hHjj0aIGERCl2z6SYlHPzYAEv4/o4QJWsEwhyZIvDI7TA7q1ec3iRp1N6YkvZxiiC2Q8Oq08w69/
rU3rP+R680pFzlsxYmUfTT/9u3CxP5qkqknSAhepMdgUPgtpR++s3Lt5szU/CBiD+6I2XVihZNbw
NCRvLQszuXMG/KFQD+/Iy+IDQdB7QK+rf+JI6Gev3oaU6AHQEMhKHBzeVRWieWIC8LptlFpPw+bN
z5lKZ0t4Lwm8V8BQkBJKobCudE1JkH514FMU4K3AQn+WXvfPZ68egrKJfi+Ak/6LaN/mZqydZwnG
MMyjZt7ZnnFiG4bsXXq8sE3iOLfRFYTM3J4XT1rV77EhX0ZGzLOAphJ2NEM+gnHIWadyRLHnOsU5
OZLej4ywspJmlyFYd4cZjPxDpWV55TKLBufd2RGmeCta9woXOCL+mpgJc+H0KtZicXZeB7G4mKgu
rThxAhRldg449Y4YTLgusrtC7xhxJC7yV0cOYjeM9ofHbilgrVPuCKw/qcaPHo3ZesiIye1GUtYh
aCQ+qr4YDsuqdLjMfnNACa6C1YAcOsq++QbaN4TYWYewd5zPZCEASQ37njkelCTAYiZYFgu+qbwb
3lL3IjX2405QmtVF+O10R87Z0v5bEUOJozgYBoz7vRJ4BOOoK/uqMFKfqyRxP1mJX+WKUVx0aUon
skRTHcWvZdF/rTZ/6KEe9K22bCRUs73aUZkdbeWecas6B9eTNZpOlJywJhdB3CWoiLVcwnrorGck
f+8q0+UKRg+tOZreQOg4zEJroBNnueKz/J2IURG06cBh41YO8Tz9AfvIgi2mQRIbJ4AIar02e2FM
FHS14ul5NNFSCkreOSXMC/0buHrmRh262RGk6uzFaXcqqdpfAs9xOLU1POB2wjV8pZhTuXuteDfw
ZIBhFWI3e1h4WfDIIxQk66XdvA2Mr4yzS+EEvQY1MW1kPI4nXNRd7T62eD/xo4vkYNKAi6xGMznT
6kGQe8YNbw0n4mFY0yahd4ku/ittvj6Dtxr3jinw4pldfwLfMu07L61vkT28++weX+PORmrKsDhq
mkb7yD42yp6/hSm5TjjeTaGAcQcDEgTUoguhrIHRIp53gnOUP/ZwYo7NYHxrcMU7irQGTMJkLTzX
7enG4Cg6qbRT3xQK4hLJi6mmfJ6gq6nZPxW+0I8YyB6IKNMsLk22ON5S1YHtLNG5UAa3XSbn9JJU
I/IGSIDjpEzBCoMQQwn2H1Zk1tJYSzeBQ7KWsuxMUHBouL/IcQ/0ko6FhKChxMhlHDvmDprXQGRU
pI8tjKEQlFR7aP0mfU+E8Q2efZwuXmoAyyQP/Q+7sQlABlL1Ec9/jW86pdbbqGYZrh11tQin03xm
ruY9WNvjFX6NccrU2DzTvpL94kKPPwqIP58lelvaLPUz5Q/qZtk69Jcfp04dNKKOROyGFAM9sZI2
rAkmuq7lnrWPbpGZY/7sFbbc+Z5l3HndYFyZ/rQYb7LjjED4y7EH968ePbwzIl6Wvc7i3jqz/uVa
n/4aeyd6cnkrXdEVQ8wE3gMph5u0Fe2qWeXE44GdwWelMeLzhgVINXBNSGn5KecCG3Y9Ehrlu8+S
7G/aKxzlfpsf+D/+xUzWZrmKtYo/U4Omai+y1B6BzqMJyP2z2Mt/7aT1S5tQXO6AH0EyKL5NL8L3
kaw3j86Cp7bB62XG5a0t246tqJVjXs7NoKSgZ7/i/Ch2UnpNuEyj985amDRHMXKlHOksOWZWx1up
Vf7N25bsY4r6SJ8SGI44NsW1mTtegI0s39iv0DLLYz07Zg2pI8nfuV5xILFxI7zG8e/UyAGZZMcE
aNQt1RM7/Kd4GxsBwhUP+Tq2F7sarBBTfv1KGXdEtTVFTAfLpK7djYlUloxrv/FT0U8+Du+dgSmu
rDyXNr8aQlKjmKVMtsytv/FF2D7fZ6Ev5jh/em0c+gMWq4pwzTrbM6T1qmELbZV/Y3tpGto8DBgr
ipEQFfthSDP1ka9UtcxL9mRKl1dW28lLNUVh0eXfvVEAtYHr7wMPdBd+meTKCDbFf3tjHa8keiAt
TZzXkFz0o+P7NjJ92h2XZNh+hj5+cq1ke/m5trwZXtwfY5H2b7xKl8CcatAfTjkUX8p13R9zFtkP
/jIYKklaB7TS1f8iFT2nKWGYYByHr95en7SbIS7MbLH2A1UAyer2d9dqjuMAqUR13zFe5D2rqozA
1GyeJlnpG8uxrTJ6Q7jkrGumRAcSK+OeV8g3E9wFCOl8rlcOGocg9tnqFjIj8xCnu76jdm3UTRkg
wVZHOZpeYPTjtu9o3tkCvbpdHpEIiftrblb5e7+yhxmVprITlVSzOazz99rmXFVGTLgV1u9p9Pwj
APb/0LpX4NV9UEAZu6Y5/soUnPeZx8R5qI3kOC+kvya7irJDjwh+6CoLhnU6TgZrYPYasnnv8OLs
2JsDUhEMvbNZguWUNPXkztaeXqzykUzdZHJthgMd9b/8Rp8Ab5RsV8oauIz/nGfEsVSEA4MwD01c
aknPdOVlV8av+Dhjmrjp6gsrDzbs8c2gnMyFJ9KQOsKigIq+QjM5xqr2GLyrXtPNBlPUgLF3HCfs
htWUn8y+FWGrnPJFkxAM6nTTCrOSzqe+YBgu3afYyU5Ck/YhR9L/wb/fHm3HWEL6/Ri+LQWdbxyb
B70mdw8eDSMJDOcSgnOzyeCWkPU3qeT0p8/7Vx4gQU9nMb9VDoZ3tqzyh2s6nQw2Qep73hTdg0X6
kF5RpGPLG393UhJ22WmR3pPJwkXt+vGmbjJE5SA24Wkj1Lhpc/MH/YSH8KURmJ4Xegp3UEq+fV3V
V8AzdTAsCdOi3nrGcxbH185o2vPgpv5hjikkVhVzWxp/L2XHy9GZnRCjxlsiqqem6XiVIo3OYDdi
dZoYh+4j20xyQjMuZPZQxZR6x14r4zUhmoN4y57awqC7Pfviw96AdJnPmINFszgZMnlZWe/gxMnr
Q4x3+sWIhucih6vLUGEGaDVm0Hht9tfER8Axw4M7SD8/zghYASdIB6MJi1JAsaWkc94YX9Jx1BT7
kNrYYfrNYpxEW01f6qZfjSSzQmnXVuPdXuOFVSbB/1DzczaNo0ICJdz0YsC7XIDBbR+61KlOXZbA
bIqgyrjev6hPbg5ealin7Gdy7w/XAfe8whs5WpMtHxRH+9HIyPzOfC+qiJcjzBIR4NnlSotYOkxh
E3nTmyfj+pBKL3uj7eDSss15sFVr/0euhlXdmEVfNuHcDa4H9a0ZvYCd2kfsmSO5Wi5FHtmbZcat
U68o6v60TKy/cAMfzG3oOBgRUytRfMqzYz++AB1+9A1nQmWH/pLblCNcVpLQDwXE/ItagSXyzW3U
b79U/b0z7McGfgErLqT5M45//ImJP6TXxIPBbzFw7PC0Z09rzt5kHOkRyHg63qOuTPdzI/qvlRUd
8geV23Bo0ks6xrF7LiUu1Ro9hFkeTQxgNGg+aD1cN60isY8kq4oDz1p9BG3QkWiB5OdQLgeQWWFW
Zu6kIwnsKB/KPBtPUOv4ZGRhfDGFgr8nOrbHJvm4cSLZxFrlpcETSbpk4dV4tdRcvjpzPLzrVraP
dR6bYZ+s05uA/49+h1x06V10Clku10JToVNbJbMhjcD/wFb7jJPTlqlSVDkdsAWCvCrjdCxCmpWa
x7bp7XDsxZ/cry7SG6YfzR3uSgBQcPYSfpnZdtn9v4QPujjmpePiK2xbSABptkbDkT6Hie1qFD1j
3x6vsY7d7F4g1jjhJFGDzq7oOfYbrswEPFEhdknT94LVTK0+WtITgUNB9LNKEaSNdcDpjeGxcngH
5P2LUt6PGNMEraqzjwUErWB2FzzJueVLSMzuHDhcvcKVQeJYezw35ahgJs2EiGLafvCvt9u+zpzB
35C6xbDu5OtfPaTtn6VUf5eqd4+F7vKA/XeS4yMseZZR204rsJiXTJbGb6+pI0qjtsQ69mEipp5F
Ay9845aLaTHuwMn+hdZLvtLibbPx1PY5nZtHLk7Dvh2oj+GHh3+RbPd67vL1pa/jhjQ9UXInppUN
C/Vg7Vc/O8sqxSzXdhpL7NLeODKhD+AWx4ptjstnP1o1SCFSVByWFFsWb6PNqvKipinDttFVfE3h
WWFWHBJ2gggMNMKkfCIhhh1XHWEF9OeiwiK0dzGQHXGudaw107L7oAeGaC8UGUdeSlgH9fSosGex
8zVGnWzzGMYJTeS1TjHimeNtxb4MasVVMljL6BfT9np3yFGbO2Lp1gmJSp9HgApvhJYVOBFMgR+t
0pD5sSKWd1NP0zFPfCyXA/+4afbxP4iTY+BTfnkhBP+b5EZ1WjGwb2Y6OmDLrYndWOCHhjBT2iqw
Ve3cmd6Haz7DGsN8hYDnaxE/RW7nBqnP9xKrOwaNZkKrtbIvmmH6S6JZ4HPB7QCVKtZhxOrHiwlh
lGU6OiSLf9YLbMoTbIgU8NGPwQr7mwwZWVk78awdcCkKsmhr9EixIK6hmOzQHPIjiwc7CwqBcQMz
fyLerVx/ZEuFDLksUG0I+tuY9mT7r09KwJ5gSVHdrWBSy1NOs+5uTLAZ8fwc5mr0HvHauA8dTl2w
xWAZW4fF7yJpUeJ98De1RxFG5ZKwAZs+YssG3gpZDnYMd7hzu64jFpAmj1DltJoutNGvu3TVxcb3
EeI6mol66BmET0RDbNp4YJECqKc8pwX5hXltuswiJafFMigoqGJf7XpFRTiZLVuAyk+S0+C1pK1T
mN5O0fuHDh0Gmykn72+mK8zs0eC8R4n1yae6KeB4c3exkd3WSK2flQOxsO4nLG2dRYHmmlbPIjd1
4OkFP3XW3mkeZWkfAXLeOi7Evxj9A/rfts5B3xME42FP8C/ZFgyI5rypwHhCYVGcvnx7lu7gdVh4
GrNmUspoKKPjzaePr62u9I6M1FBGHoulPg+ybRKN4BNShjF7KC3Y7A8kY3e1nTFF+hM9UbDBn5pM
/VtW77+BID+BGlgkg0HLFQ6lArfl4GACXSlkDwapLO5OEu8nRELom2lWh5ZXbc6ZteIPXOU7GTSK
213lpr94kbwQ8qRRQRBiB0/OwE+N18oeg77p6L5AASGxsAzzI+/f9mUmmbmciZzbRKn4y4LHYOHU
QAMcKIlxnjNLXAacrydE1fKUZQOlIBa1fGzw/AP7gZo1p8Cqa8XZdcaecff8+ZBAEj4q02b9XZjf
a2wcddvRW1nAVWynAn0rsfyXZaJJQc3UjBRLc/Ya2qcwgRlfcVbbQB47M+JpcldYga34XfVj0oT0
iQIKmWCDVq4cjgyh3aVcsXpRhtk8ed1inbp02igO1MP5liZGYPvseLLsynbKf8584z7ZVn1w4N7i
jzXQcIvJmqn8abG5d1MPMGagQ9PbAKvL74amNSD7VNZfhxK+yhaJ8H7XtpZLMGfLWl5NKOevCqm2
vmAWQK/QXX/WZT2BL+286FEPPLZPLHTrIpjrHNJDspTjFEp3JRZ7YO9X9cRuSus6d9vh3er2dc7n
e2aZ8mC1+ptQ0dzsF43bEn2Iya9ZaX4Ec04otouh7OCRijGySdADh5mb4alMfX6Bsyn/zoPfXCJ0
OmyNSH+dV7wbBsnDeEFHN7GDJcDSdx2B95hI7sxGe55jtMkCc09u5tgtzAIaUUQcGLWmE8XVW2l0
lUsx3XKngPMmVNzui8Yredtmk2ntMStQv71M1gfHev0fU8D62XC5nINuVfMrWqt+dVZ44xkx7JNA
kbwUhvmxMbEDCiX6IDYt/w3780DUJ5kwh9tDz4rSbC6u2XpnhgmQF/msAuzmCHYWtSzPEBWWgkxy
m5GHjqOb5K2UPxm2FtOVHfBygaXiYt3ymuGEzWLyWXVgYMq4p56UnqIHIVY40oPKv5aycP801Afd
nbWwP+hyZSvQltrbWcCgeYo0ZUF7llUxGZGI5usSScAHcABesnG694w/+LMt6iYctROgVtCPuBLU
DfkRLcYyLQlBc4pH68VVUXpPwa89TB7YMjQx2FlAIbM5TJeZwEo5yXy/KN3/9Wq28r1qkZ84qULP
5ZJd8901ynRJAnAToN5b8mgnoHUt30GueDTV4mimSDZLD+CisEKn3nIwiYmc0tJXj/Wa/4InHgcr
cWKicaq9JG73WPbrWw2cytKsjMAwUUhjrN1/Q4x66KsaL7Y7wfd2HcV+sSyMneuWLUiIRI7bv+st
qtLip8QKEvjt2OLDSv2VEKuRh2MXOScTojOezaL+XN3s6KTls5uk/3KXQ4AAPmnsISOcwBqC91cz
tVsRhlSUgqdGto8TKEnZCGg3hgAaVD0CGgG/vvzQg5uzKwO4jQ7LAdvhZQoNrv1nU9v5w6pJ2/eo
zyg3LIqayD/1WMhOObcERcJteR3pd3+mKLnmS7OgAo+tDlN/kFfkG67OqhyPNWnmWwxS6L8UpgD4
YDBPyMk+14/Cqp/UsvgnttIWDixC6OvcqrBX3n+Kiu8rtT+MHDDVjxw5MFllxofAYxyqmRkBR+tK
Csytvxo2CR7FoyuFM4OWe9mN4lR71rvw56Im01K0v2bsOeR3YUclYZEq6wVn+Qu1Dfal33AJkeU9
eo0hH/EIss1ksUwzrcjB1CfRS8KW8kCVpaUOOOkHuj9G2w+gPy7v7TiI79jFBGx55KPGrBZPzSiY
b1o4zuap8jv3ILu6fCr9bD7YJJvuIAylHy787WrX27aGjI3J6cqSs/mwpWq7UOtkes11YT2uWcTX
1U6zE8nI4sIsyIbEtQiIg6vc9uoMt6yOaHSeDDwJblsM+j4p2fwZutj5xRwzXPJ4MY6NFtnVT4bB
Re8wnCNYLfGDiJ/8Zy4CwzsiebH01YOai4fJ0U81iySi9D6R8alIi/tajXlIg8fWrkLoae9Prg19
16Cumnqqc8mNl/9xKkDTdEezVaCKo27/S1NwQFbHsY4QywuPuDxbwgo5Z7dWFVjYSdy7duYP4Zml
r734ElnfhhO3lWxvmrTbS0dF4TRXFIfR2QGbw6fLkM3nOWmhf6Je1esCy4iF9KmaRRwR6Rhs42xw
mpMBq9vp3lutMaPBiOjWtpU1nrKB38XrCrgIEGfucjN2QExT0UNNpoa1caBtFIdKpNi4O9BkjhJc
5FH0EbbdVXIutBPEMkkNGaq4JhlKT7ArfhK2lk8AEqj3bvgo/iVqLc5jMSmD3Q7HXWXSCBJMJOGe
PFxkV/hUfsg3sHheSvlXk/oLIgH9OJGAC0kVdLuJpy2bCE8vrqZDHfxE8Z8vCZORGWENP6Ah/cua
GEF8EMV07KVxsmRZEN+rXmzuFjjhiTQg6FDREDcJnhfgYKwEBEsQ4RrW0W5aPhSSU6/A1cns0hKE
OtrMwKdYbIZY9gBpzBUOb1e788NKXhctqJURAi6SH6ZEFFPb82FjVW59imvWB/imbX99k0OfuEHX
qf63bsyyoJ2hXNJDNGOC3ZOI46HDHDHqD2BKmG2cejRvit7si5/lhv9K/5obKNECYK3ApwQ0RFv/
BGHgF9eJI72bsS4dNMaCr6SHsrfLE8d+aKNloGsN03eY+ekaHXG4Vx0aUKm3lkG29Pk8oJ/MVj+k
r1wAZzsAhImcXbVeeeiNOfuSiZWHNrcI9zf38Wk8G7qZstAxe8pH4WnhUHM5ta/WkrYvdQeeCgRX
pH5DvFflc4KA6bz20mGvBOShTl40L4M68CO/qZ7Aa0uufTRHj81FE/6cQy0zQ24iWnLrU8obmynN
7Ff2mkRbbDP2+h0kFFoH99xD4jCNCCwj01AdjTBmUQndrMWNnKhNfXVleMz4s1z0hJhBpS+bKgSM
c+moHMUDVyT23lpD0UppYfYaRxPJLriD7VSzzt11cS1RvM6gW4zjkKrJjHZCtzV6CC4tmrHWP11J
H93VAV70h4iqFRaVjNcnfJdZF3RRHy/vjGoE+NHZ0+rHc3r5wtBXqmPheBHRxhEBqS9l/2gUZi7o
ds8n94tcc9082Y2Q65F1AO6W3SrQBvdLAmul2SE2jbAOc2CfkRERBksthzdeTe9Xszdmp5h5/Aak
aq5bJrMXhl2fPvPaPhNVlH8cJ6PIHBubPPCKoOk1ysT4mLJILG4xgFqcNBjDzmvWlc6jqAHwPtCO
UN25/OXyxAVo4tjNZ3LDkQAsuksSfvZd7sGtghwzQnuceF0syAm8LX2/LHhaHYtigVHVjThw6qRf
jIc2JYpmU74vXT62nyDtVMZvEHs8WAJ97KKMxXtL3Wx0oTXMFOcyGeL5xqJ9kTT8ct3ag9NPPuuy
q9VhikYiLJoP/lam0pkueM6qHnac7Z2wgPXWB/FeWkwdykKPLrPxT0YnxwfLkFb+pLOT3iY5MKFK
dqgB8Jb8AsNmeComUZ3MLUxSm/RP7YwGiR1Bw92s/UByPlDUcqonKxVHv2sm1unFxX3MGUaftF0a
DuUtdV9t191yJMPk9lE6/ZsJPNeHSiaqDTHgzMN3YWg//s7oNZ8upjVZ+a0Y1HjWLoop3UFdsWXR
pw5PshFHlwbHkXnHmj3fCSSC/+t6TSO2W65g7Km+Sbj9PGJesrC/pRwXs51i/1qlM6a3igxc9miW
Fo2N8WJlFxvLeAOdJnHYknFX1gUCIq0Np8rMMPqKNs5xydjxPdY+XQSy6Mjbj2VBL+SQLTcDE/fA
wlmmn8ZaobQ7FX3IT60dGRhgbSBaLv3e6iGbV+9zHPEO74yZmvgICf6jbRp5qObIvHt1U51l6g5/
Yst3FXwTSwrMleTCrv4KVzZNIdpCvVt0NdLhiuKBXpzV6RFRjEK+ScdmcrRsAg4c7MQNOHHochm6
CM82fub6t+3Go82kkGlCfzO7+nMTm9MPlVDj15qjaCZE3opxDmCFo4d2MdybzXYhouYc9a2Fpavo
VxzhZmvWlwwsB0jVPB4R26h2KWfWLlCkQQYRlbdXa/0WoxymD/om4j7M5jrbbB5JSmtHO6deduwm
03nouIqvd1tgg8shHKlqR+5GkvuniYcyI920z8lC+wI+Mmr6dmI06PqpKkSgQLOrRYNF2x+uvTGM
DoJmrLxHEw5/BFgitX7VXGZgK8KzE8eELq1Li6Y94zG1jHegarAIqOcYPQivG0E52XeCdTXXuN4C
G3vxckz6LRJSRoV2kcXYCsyo3uqsRQUHz4YSjE2BV/c8dO1b3sJXkJvB96MZO9v/pwkHj0/kTWsI
8lITdjFYbmKFeRRLbyJn1qYq5MWjvTWsI1yT+26EXnVLp9HStCjYVXJuPCaE08ieP8CxOLzbXQoY
rYlrLq+b0easHIgNOHYB/FBdpX4Y//uAtjdMRTE4zWffYnV5bQTWvfvgbg7DYaktSKQdq028fXT/
PI6i8MhcpyTA6ceiXIrWgLm07Jr0nfZxLxdVe9ZiMwaam5MmzBo/+UcnhvAekSvd8hG7pYML1Bde
SxhYoLwjRWZSEebKJl49KjEHEdrsPNWT7ccJmxXWFQd7ha56YEjNl9s88IJ9NusO1QujUXtV5VR/
kO+YGZUqo/8sTKsN8rRsxBdzW3lOmU7YPMvYBfqCWbt/b4iWJyxebPdgdmwkj1YcQeFyE++clV30
VwHnR0Mfmytg7OhCTfN0U6koIeXwEzh0GPd2h71zIPaRsd+DDSqxE/RcxFh28RegeHZSwAtQGns8
V8ckxEzfzwcnkYAB8VA52MdshwUsacUkiAVB4WtV+snWcTGMq3d1HQsG1zSSXRn4LhB+q+VYHHvo
AyyJKmW+e9WGagaChbRorWkZ5Gwpy73fLgDySVxyjys4VfaZblVBP11n7xNm5490VP4T/5ns9XDu
jpvNdEmeFMsta2eN9pAcGbx7TMTUbMinDp/u2fBYzBI0n/EcAjnF6xa30mRlYS8ftnDcDyvR4iUf
c9bm09ZB8OB1djc8mLSbVA8DEkz0U7Lh4+SwFOcpPDqqrE5cMVEc0ZroZYpVWhjpwSdGGRe8Jvj+
nowptXnlYEp5i+dS3ZQaJiPbUVdjFA+LyZ0HOlUCCn7m3G92fWmoLyZTYbyYJmvSLxOi6BGrU/Ex
EqibfjDlQj7jfW4nX2pgPDniY2+me5UtCYUvs8LL4y7Ncuga6j/ouVUOGR1Vv9igaReS1dxdDy6d
OfzaauIV17XMNP6vjdL6ORpdFnApbu58JyJ9I6lnvdE2Que4yaXhnLJdVey0ZfxFbGpYDjjkfB4t
fuXRNYIjSZKzaQMwICNVSJOh9nY/Vw5bJksm7qPUXJAuYBhLue7AqSz4odo43QASNtn/d4SNGLu2
jR6/RD4BWDMp/7rC44+1MEEG7LMmG88XI/QpWiz/DOx+YMXPYxKYy9jGV3vmPr3P8dmXT1nrwn5A
ymL2LabWBXc4WKzxLDOH81ErtzdweEmpyNR5Fhlc1ePJhX7puwHNDe782wdP+mgIfnvWAeV4+hir
wbCrA11X/Rd0bFrC24ZBxCZT0V/joVUXBIIk2+OE2MQC1+EL52RORyJRwJz0dsJzrPQsHVf45ypL
Vb63DN4YOzRY7IiJcqeAeNd6QwJev+JemN1xXFoX6aVbqP8ZV8qryKZNe8x7zq0CmAfnTyZVdshp
Cl0J8Ea98YHbMzp7qlMchmCr7HttVe38kpL3rLN9AZ2InFjexp4MxSCa7qVMlonVBSRUQgQSCypf
glaDIbH1GT1W3zBkWZQkL7BFDClvCv6Lf8CqLCFUZHUvfrfA5N3D2DE17zPYJAt2FZH6BQgqVU0X
4W87qjqxZNMeaugiPtdoNcllPGQT30m2XzRNF/Ru8zhw/woJBcaHeB7ld0bq/sHjW3qiilsNVPmt
9Xx3DBM9uJ0i0OcDCRQQwkXmEK/vEORd25+7g1zgyhVdi6cWV/X0zZIoSX68hobhB1LSBcFTiz7A
0ELIjHBhZn0+vCTOyDLdHryqOML+EfKORg6vflJ2dUzayEATaKOSaByldY0mLH9yTdKlQVZn9RUD
QRHo1lSneMZ2eihr9KdxljCnVJWojTkZ8zGv3QPVw8zSsZz6PsBYZ4dI6ROeKzaBLVycbCzfhtnL
81tuelONwX01//pJK/4i1ED0rQ3bF/zjwAd/tzww8rB2gGzieQAQvkvdktXyUDjvJDmdA5GJEZxY
ZVxNAs8MdWiDtXFoCk9UMOGKAhJIBHIBH49VRX/WuZ8CDaVjdMCRxSvkzqEyrEsbO+aWU2S/PRJH
e3cLo3H/mH3SPWAIX4EuNfURewJ9J6yRMhvfzzKGUMZmlv31iG4DLdBJ+DwyawxADHbcapp+CGWL
RR3V0pvuTHBZ/Q67DdcBb1mtyA4OTDWNXHgLtNpzvX3l4N1c6hlfOYz/eF/Tl4mHuTGW/IWq6NU7
6pFR7dwPTiRPXh2L/zk7ryW5kWtdv4pC1wdxgMyEyR1n74tyXV3tyDZskjcIDtkD7z2e/nwY3bCr
K6qCW5oYKTQzygKQuXKZ35TP6cIsovWOhMyPsZ9GNAFzlKbiBTldlocZiTLo4K4pOmqCOYg+gwqv
1WcEtAb4YKr3KMZ1aKBVg4V1OQwHdBXDGj++nLTnGe046qiNcBYhzEIb9tZ2oo5Z68zt2FDWlHH4
yWuxHVx1PVjCBIh1UsCbMxlBYQ6CCWWzLd2hfVPpMgePac8catdD54aSFKMr0VYvRRToq8i2ZLUL
hBV6ALls9ZyNjX5qu6R9tmodvo2IKpjfbcQZFnF3z/oF7HAAZZ7Y/SeS9hBJknAEkJDY1cBFHiLv
U/P/0uiCxqnRBuGz0U3GN5pE06MOYuVjLeGhb4tsH8pftz56cp99ivW3ytQ0i4gFzjNy2PgfpcnQ
TQ8pUuh3pW55eEQTJB6rqs+CrSorJXA/rVDt7pywqLeZBTF0rax0ujFixov4jlr98xjW4Q8NAsva
gXEPs09eaUIo8TWsrC29Y6KaOZJHBKCPn5GnNOzDpLxuJO9JEeZG18oucqS+EyxRmHwwqzM7re/g
upQlVq4VNkGZQ6vsJgOCm2KmirEmrJNQWdsOp44bUTKARsANV21medx7W+CA/vgJUpD+ChMkfWEk
PfTbmun1tZs5qPojCPQ4C0YvB0pSJzsETD7/Cs26/+KZvXcHo8GYaGF4E+7XApFQHVhD+x0fy2oo
b+aKnlABiIq76j7qmfzhD2yU/TdsbQCoAOKZGZkhM+hDudQm4DFkbmcaZIR1FM49ADGqMKqbEb/c
Ys1gnlFQ2DUDc0GsqTDwtT2nRm0YfN5431u6f+ir1r0XUZE9OWgZ+g/GmOBIK/x+xCe5dFttbXKr
bMj7/FIXW4HqZYi4fhXto660v4QKd7prhvRu89yQvUA6T0VobTSuMS6ldIl67goe5IDEjIE4v4WZ
4N6vVfSXHVrVi61qBG7i3vyZxqk+AIOp/m4js72NI0/dlGkQpFdC91giacgRtOuGLPqVTc0i2yrn
oMdix3DuXZ/h1n0T+qGmNiQlvplssxa3YJ6bai97nhjEFspGOswhaRWjF1WoIQtHfld9a1xDsm+G
L3DStEnbnYIUEfca1vFb4XH5P2Qqo9fLVGIu9C9bNSq+S4cupsMkkPfCOoArBaCdL0fuF4u7f5Nj
GGytNMJj+76fo/6OsgM0Nfx4SoQxjpEwxLq0nLEKnsk0rx0nBhM7TKXG2Xzqg8caolm37SYrQUp8
DqV8AOxidEBSSfkPIyYZrDHFkGV86Q33PdfDZ+HO0wOGwU75CYeh9FueB7RUBx04KD5EZQQBbfl2
CNSCVMphMm8a6C/GoxIIXuR7K8AqBGn3qdblZ0NpZJCN2EY4b9UTc0SxGAHHyM/boUbSw/XtAlSq
O1AlrBicDgbqHaU9ou3F7z34KJ1i2GCXXda/GkwEQ7m22xJ6GO2oaAz29JqRixZyXia/ClvTW7Mi
+gBhpCFHG2kKvwSIypWwy4u53jBXhwNOK2V0XxQmaCiCAx2Jb5Vu3DZCLxDRmXLFlaXrW5uR06vj
I///vUUjIqVTUgQU+dmEMWqMpgOyEaMq4DgjAE9ladsJ/iAtdEzrNcvqFtmWqQ8D844ysgW6l8LW
ZIguC5XAkYA4AlTOU7NBNx5mLHMrekPX5LsjL68pnH1m5TA1gno0sMDz7GvpuEmDfAhZCWqwCJ84
TwvtuHxDKje7Cga7vJIVJfebay+bpMOS49rVgslkX0bZzzGWIqa4t+ZNj7m5u8G5m904dBWN1rDD
cO2veYDBuk8Lyo/7yHDL4kEIo6t2NdCwYG31uUqvjWY0HejXKrfvkiABMIn/HsQTXHr2I/sfWUw5
OOabApKfXsFkI2zGlPY3zhCgohslafWAbDVXuZ+U413BxMDUq7oNKuc5hXCpnmAvZGmwAvxkbIG2
ASMsUbIC8KeHVyaBaDFE2gQmT8coAMtRGuIuJfV+schBss9znEdPDh1bajf6xj+x5iC181RQf7aa
Oi42eCt4Nznn+ht0xxnNZPi7WwoymkXMMq0xWdmUHiNK6kXm3ERFwF9A5R5tQVwXPIQ6G6Mu7xmv
RWifhrOsnC+O5U57pAkUbNkcW0KaeXLVuTEKv3lSXTeyTIyHhhoICIcl7fGhIJ4yEWWkkM2bsXED
B9SLls8RUoAgoiKdp4eI2flaA0zuys2QxaK+A00bZd/yEPTsd+U4fYdtIaD3teM37bBOItPwP4UG
BCEm64oMAT5sIZyvBZIerrEK0B8Tr5CAGJIB6tLJNeCj8k6MClEbZg32D40nnA8lCa9jbH2IRs6V
MdO8yKhyaN7fGZaf+G+6oG+FVhlBGVnd7yVf1NlzrOoW54LMtKo72eB9/KW3aYDv4k6UFiRM03W3
jKNgzgXtMG9hIeA27DKHQu6lVbN7600oHyBPMbt3Oa4qLmOgidaH3qb0c5jfIGz5TL8rBL/GHJQk
xIOSDxNKUkQVkCDcpDvEHpChawLa7Dxi4F0FiKMYfkPOXDJHTDHqkw/pLPN16VtAGkkYw9x7aehS
UamXmTv+on0OjJXKcwK1QLuxTGhDYoI19m9S84RrS0X0KPTYNc9JGuZqndEN+joRixmHGk6YkYFN
43NDcv0pnXuDkxVWr+joqH1VWt18W9k9ZWmE3OvOQXYheFGWOdLMmK3E+UWNoSCvMd4ST2lYea8z
FhFBsBNiRsRjJPoj++FaCbpYyo+f86II/IcOjv4OywwE05tkfuos1PcWV+Y+6F7UmFrhVvcT2qmY
lFV5+5lrJwbwnGV58SqqgOMJCyb8RojxvjbT4NJwSWfMZ3EeV58sw9YmZISq7+mopTOAiUypzxP1
gXndYo3xvfA6L3oFYISC2WjXCZ7Rni8f+8IX8ISqhJIoHNRXgTX9AR4ynFryVTt4btHr8j5jR0q1
xcnRP6Z+7K+0tCApj2V2U1sL5J4mafpKAjvtaf/CovSk026xZ0YqEWH/FiUwYAPTXWZP9StEiWh8
Srx0mOpV0Qv+zqVDStOR1PZnyyx7Qe47+FyhUYNyUldCrMuz2t3OVMwQXgJqwfXcahm9+QhO3o4T
3owHK9YFs7qkdcor0c0koKjylVdh1MUMZeoKfRdB0gqNlqkXzr2jo9b50Hj3GEKTcsMAYbKbFJn3
jZFz+blTokdhw876pt/y+g3zNtfuUH+z0PcxXgZI4sZ6hvG1LgnS6tpyrRr9r8I1evwYZB/+cslP
0+u6Ry9C4Ifh3tLM7uu9hKDcbxCZy8BG6SYpHzztDbDhqLQM+2/6TzbEbgOlhfIxBTNdbC3XhY+I
LCYK2dCLB8artpEGn6SBupsZjXg9bI25qbzHIK6hlJLD+GtGnAh/IN2FbFUEZ87Y8vvc8q4czAL8
sUdkxk8BdcLCp6zf+LPt/ZwZKWHOzCl4CZDdAGeRoLsMn8LAKpOsUKTrZs4GvaEmEvIvnUPgXaOd
zJQY3R9zIhkGm8+sCQUDxIVgAtIuYET2JFsDm4qKKSi6jw5jykFkWxuZro6ZkksdgBgXmBMRLhq1
rtlCRaGzG+wGCUm7R8BUriXTuGcw8mayi8lOlgm5OXk/cgRnkbUKRZXvGEr7EFgxfz2MQ5G/ZG1d
M/CIuykAWbnIdlLdgujbhSSoMHw7RFWQ1AvS7x0RbHzwEi2SGyvuorbZmVPpGq8lslvut7LT6DK2
AffOAdUt0HmVxX+niUf79BmFg5TEmOT5QYydmcwrJYFxvZmmE/PeCCwaQWJ02WacL6vWQ4iFT/y1
RAB7foUt4AQo6cRZ2D0V+AQ+MbsdAywUvOBvBLa75HNVeQp5b5AKV6nBOyQrdsE7Yd9p6+84PFl4
EMho+jG1OBqHacCUFVqoXHlTAAbbNQNKCAYUi25SEMR3ZRcUb6nvaRoAls2foRs4O8fr6TUt4+/p
ALzbrl/raPTfGOF5xY+BiwKbSHDdpEeGX9fPOdIMKMfTA3z07YrWQIJAEPeH8OYfiRGWkOJI7CD2
4UKOZ01J0LE7YKl3zmgO+3Q2y5s6HPz2GbDPKB8XkYD6qhUtkgWbsqsm3EQ6nziiQhjzT9gVZeET
IybBmmYC51QauNVcYVbhvOFMRCEae23IaCnudpX23IdK9cm1cJNqW1mx+ZcLrQ8uPch84Gj42lS3
zixwpqItBkBr5kju4CmYJiCqaL6yipwiqONseKM0aO8on5YKDScENUx7/lwbwKw2KrOHr3mQjfoq
wapyQrvJ13gmyJhuxBpJ9hzzQYIH8gyo+PtinL/mDMEAilr5HE/QILjb18yknEX8kgxj1QvbK58Z
0HnzdQABNKHomTwk14iL1T60+5rR0VTeMY7Mayg5di5/dqFTvnhGZymEe6bBngHeGPyDbT71n5y8
7m4B8bh7HHMMuDuJAHCRD0gRTNrVS8s/R+JV5/38KtsyQsTKHIdXEz60TYcJeqjZZ2zhiPeq9iRL
ATaEuX5iwMQ7zgwvNghk2obemWN+Dic3i63iKdBlhsUeIQ6oZFeQX/tooxxAoNJdDFDITrekWzM4
DK1KuU5A4eZXRccUNACDrNBHB1+4z5zRTjj3fW1/A11ZxC3dhriiLzDPACflXkE3YIV4MkPvMwjY
6G5usrRA2MDrjU/97A1YmFXaMR/GymrNA7EMEiFVWP29xvvmU2Iapf/FLTvDXiQnRH0d+kLsKogY
B0x1p3ulJmayRuTcTZRWzdfeYQa7phMnftFlKaIX3Bjml8pwydqoBd114fFaP+OHGL00THHW4GBL
+xezh7k84Japb7IOX501mqeaOVSMERFUYpwNbpDcTz5xL0BNoiSQxjZyK830Os7gNe6azJ2hsAwR
R3Q8VEjmIQKs6PzidYcLKt7RloO5A1KoeojXVkr2IAC69DAo90lrOm68CTifpLqZ3blP8UBluWm6
eaC6l5PxqfQmA55xtjS0b2fg5MHVEMPUwUZJ2/13C9nF5HlqxiRAgs5saEvYg4YmA9GKbnKA1tS4
M3rcNc21xM4gM1adKpnDVB5eIIjZl8Kf+kfIAMFc/e2adddDW+zLCRoltKh2pG9ZgFvLp01fhXlr
PqGXG+P47RuM9pvnSCKV96X1in68A6hjlMEvTbId+zvmZxwwMN8jcPkrrwNvjMNaBqX3nlpvxoZD
uaYOUoQsEILY4ycC9cGeqD7v6el786YrRPE9qq2iv4qVUTFAsiqpuquYi6yDrjdCEMrXbgaEU+4Z
F4Xht7BXRKz9hFvoVO6sHHyc3f7973/93//5fz/H/wreik9FOmFl9C/krz4BAmmb//63Zf37X4T1
5X++/vXf/6YMQaXSdlF0IWvTNh0u/vrPH48RHm/83f9HJkHWwr4qf/hOW1UbKp/hKjVT69UR1BOw
/eBpQ5zHhrsx9UT1UntM7seEuVYEPOn8r3Hf/xjh0uTGK0LD6XT0MkF9/2OY3k3OwL3/LbGAe2ws
VeqvFpyWdiv6bMquMFKBDlwlISnFH64MKd+2helKR6LaL9X7lYViBmSExvBKrphc1dmELYsDOM51
neAWcuRPy0fg6vyaln7/uBLBOelZip45GnAudu7vFwU2RSvJBe+NAcjQ3HmycxCObJWdrZjHMnpa
DRwbQnPZ2NYnW8A7RQjf1im3s3RpC5VMUzf4vBbm3qFNG9PEqjuSAiw1F3yigcF1MsZl/zRYne8d
gozC5vb8Qxx9MmlqiaSwZ2slFEgr7b1/BsELmu2gNx8n1+qBJ5Xjd9Tz+m0jTKS6JEnN10mI4Pr8
qsv/62+7VlrCtDBYoYvJRrEttezq33ZtMTdJaPtO8YTUIyYWZe5lt30CsxAa8dyuaQe7zJfxmL0O
Pdw5LmxT+8TqUrmK3Sr4D1O8X70DK1s3jVk8+cXQPiaZtJ+CZoHpoo94Yallxx8/qPRsIQHmOVqp
ZQv99qCNkAYDAVU8NS2VZQ7wYw2ZqN51iR53tWt6L+df7PHntIRiQ4I39Gz2pTCPPqeNYE81Qn94
xHUS3kKolzELfQyE5aJ8T8OfuZFDenx+1Y8vlFVtGvjKEiThtvn+Kelx8KAM3x6LhBR9NRvOX2FD
B5upmTH//OO12KZ0xjzbQvf0OMawNyuTFpv/yOhcvpAoolsCHS1aulGw6c4vduJ1Kqks1xOWYtDq
Hu0UBQncoXW9GAMtdH7U635MCxsHKSABf41iHVvJNLKm7fl1rY/7RrGw5/AViaNaLj/st31jG4BH
hU79R9BXh9KQdbqrJVq8Ab0WTLUbJOqjYa5/ZI71qhaPnnXStPgM+ChW1ERbB+LDQD2n0X/5hGTJ
s9a9unCIT/xGh4KTLrRD09E0j35jFZbB0CBe8TgpnElWYebQloMvrW7yBt/HKC2q1/Ov5Tjgsrtd
QZxin/FKCCHv30pItTx7oaEeBWcbYCD8gZamAPhoBwVniYrUXjkG03voJ+0uwhJ3ff4HnNjoxEuL
30F3y3Lk0UZPeguaSBe4j043iutUNXSSytQHjNt3F5Y6vtmJkWqBBBFnAbQhlyHfP2wQj37nZaXz
iKCd3pTwanfA76kJGedf5XF5U5L5reC/yo1l+ahsFAXggHrO9uef+WOstrWlbX6MyZOb9tEt12Lm
Ao5/tB+NQQv0bkfPui7T9CtsejL9AinWPjWnDRzZ6MLKHz8315LHop7Hlc5reP8G9DzU2i6VegTy
wQTUsEd3M9J/2nlzYt8ylHpIwRrt/M5ZwCFeeXP+wT9+bJvriavRskgpQFu8X54byoMz0FiPIiaT
teKhGBF9CueNjJr+r/NrfTxLjuuaGNUpwbFn1PZ+LSym8d1oPP/RBM64Mxu9FHShfQVEul3n5hhf
nV/PWg7nu4vJBVspXYIMjGQTKan3C2YgLnrPzJjyBYZV3mBuGMt9z8ST1nDk2/XOaQfzOsPmBhGp
KcDmzp0deT1hajd/apCc/KsAbC9XAFvdb60URsnRj30U1cswvtehrR/O/+KjN+Q44Nk5C65j8mdp
6aNt2DdTh2Csld+IOZ/36IXV+8LIrA3DuPQxCM1L5+/jetIUDp8E2V5Nx/ZoPRPIEQboScV0UuNQ
mw8Q1xER9dH5Z2CBuri3O/+A/0Sv3z4JTwheyfRc1Lw8Tr8+iqc9eIkCAFN1wxy5fdHKyK6UEvna
Cc3xOpKz/GoMKsEHbgQOUmZtcjUzud6Y1C9bW4jxwqV+HID+83tcMgY2JLqG+uj4WSl6Kp1ATgm8
TJ6FeHrW8tcQl374t18ygruuw3HR+DHT+CoHMIPIMMqoTwqDIu8gcTt9ufCCjmqdf34QECRPSsIh
U5WjA8mozgIu2fJJgizt1whCA1JQ+DSxOe3YfMA+EhAxjVnEjHBqnOTO7gzz77QUUbjpM8Wk8fwv
OrFHLFdrbXum8Jbt8v4QadMYSPrHFjCAk+50bE1PaEtNV/Qd5Jtp0TA6v95RKF5eAPeBpR0HpLMw
xdGeTDrsbzraHDcVitHIBqPiNNyJxGG4XUkw+Xuvqp3xvqaz/Yy7Zl9f2KJiiQpHW5Q8lluf92+R
gx3l7U2X4hjThM1NOKbTdYtFHcKg5vhFR/U9yb5CRit8WHxrf2XLrIbyV3IvVbTLHYxT91glIS7O
XGdcuWCgEAW2vL+DHoGlwBnilR860dMkXXcfyRQkSEaHEcjsj/Mv8fijeZTMfDDEIBXXC63V9x+t
UWgZUrWn1yU/Hbcbx0a8xo0euP7ctYVdweP59Y6uEcfzHKVtqNGmYBiu/4nEv6VyoahDFy1w49rz
dG9C8qT5PDJnrAK4bqs0m7i8L+zLo+DOklSjXNmS57RMyzk6uQ7cBHr9XntQrVnuXTreWH5M6BW1
qlk7djVu0VosLmyOo9uaRT3Xpg6wHGEvSo5HmxO3vCkD7okfged6TA4z2Gn2g5MyLtlXZllPOwS/
DON6bKyyZWAPrmEdd0x+Ljy8/PhDtInkiOAutT2yhqMPnJtAe2o4Xwecfczhljlb2D5mwMkzbm6n
a76qznKg9XY0/DYyQKQnQ2etHadnt4/s5rZl4Gp+obNr0yBBRdiMvg1yccsBzIvi5n0MyC95rFDk
8DcmczX9s1EIb24tIPsEnrCrzccS0daQCrYCKoegBSL2wKLbkAytnCKMoqOhtMzrBmkgjH0yNTIz
neLCWGrQyIwOQ5d1Pf6NEej6NTwpI3iWA8LMLzHY+vQTqTVyhOMwjp1Y4R+BLPf5PfvhjFCba1tK
pGoo54SzvOLf9qwArocdAhAlp8kZjib+4KyYLqKGI+byFz0V78JHWzbH74GFvc9AzRQWf3h8uSXw
/LZg0kDdxoosO5jD2H5GK7d8whM1uLDKhyvtP8tQVgsOBTft0XOVqLfE4M2zA1gNbJxpGl7XSmLU
onqJ23Mpro0MjUX8v0NoT9iVpGXWrN1wSi7klseRnB9CSWkDj7Hovmh1dNePiUTvEneAQ6DV8KKq
NNrl2FIfcoz4egTmFwnIqCgPVLvVhZdw4ngIulIOnQKXuuL4VVsI8xVlZGEZArNw7eR59JAhY7Qd
ll04wum4Bu7j4hOJ/3BKN+bT+a114ktTz0j2FRm9kv9cMb996TBrxDxlACmD3ALxChw0+2VEWfTn
O1iAaTO5JoHwms5RrtAPRediRM6XnmEmomw6OnfS8yd7F8RD8AqSH/H/80924tDwRV1kEsmZ0I05
2lxxE45lmIXhoVE44qi+uYE8CKK+A1hmC+wwzi93ajMjv2yZAMD5g+38/szUZjK1TMPCw+CkXKNj
UhPffILHOCY7VB5wSUlLJDamuLwNfKYDk9daD2Zd/Tz/Qz5kBWxmuuO0nFxn6QAfpyW9GgEP1EF2
QEFVYK0+uqN3gKczJl8VXqXzqsKySn4fG0B7a4onEW2cgmbxavZsI/iVuKNZPvidQG0VpZZ6dowV
kw1bbmpLB0KuCnLJ+BBH81DezyCS+ofKcmH6axONo2ad+Z2W+yJXNQAcELVoc55/wA83OJeppMtO
6kkqLNVR1Y9IJP7RgkaMB1j9bRGLvWr7HnVXcEN4/51f7Lj1wz3K2+QPGwgxTZXjwgNQQ+5FXBKI
5qUy34XICv2E4olKduJNzp6g5lKN4r857wSwgWox5uqfS9x40lv+0fxJgIXx167XRHcYZlvlDg9f
8TMmh7UubMETO56ajJa7ywlz6AAe7cCpMOH0NtEBKcxZgtPGqlYFbvNiz8Ir7lqGGn+ffzsn4qbD
W+G1UAJKcbznRycWtNqN5DBMut9gK2SDiHWjQ0wY25VSNLeNDLA5LIP45fzKHzYBfuASGVXCNhcU
Q5f3z9qkFqZMVcQ+dHCZhcUjggzgZxfdZKC8784vdiJIkuDbFF8w/CSd1feLSRsygFVWuOhJb7xu
4VeurSn5X1xCxCkmR64SDoXVUTY/YPDQRxCeD82c0M0E4Ax21LQMPDzRVEJIocNwaAIH56fZ9vwD
nvqOpGamYxIvl2b1+wecweXoVhXxATOhlPadKK5aJIc3ocfyWQNpFXqUWgdiHq7Or/wxN2bksMRp
Niz3g3V0mMGwy6HTSXJoPVW4D6FB+2eLKUr4JALBUHfEqRFri2L0/3zrLrnUct9T5cPbef/Idank
VBt+fCixd9kmQ2msJtDst+MYO28jFnQ4YQQFnBZ6reWFO//D5l0a5TTnTQaFNNTk8jl+u3SBjgeR
183i4ECiWxf8XZ9n4SMFGJvZhfLqw/ulwmEaaTEG5CE5ou+XssF05PSHxAE7ZwEDD08nF8j5KnCa
cTshvcfI18z+NBDxUpdVuYXA95O3vl+0ToHrT6Z0DynaHTeUWahY4Qm0yuc2umqZfVx4nx/vXq4E
Ch3Ho39mOlwN7xcUboZ3TpLZXHlQB2BGYh4ex39XDjYEuJdMqzzKePoyR7w9hOkB01HsihHNmj/c
zcvVZLn0HhgSsK2ONpVy4kT5ga8OTVvpq6YF2YksRb5RtStXIHXN5xx+2oWn/3B4l0W5p5bzw5L6
6G1HPpKYo+nLQ9rETgh4t5sBywzk6ytN6n5A4BA1atfO3H0NdPVPMztWZ1RJpiFIf4jF71+9Mq2a
6B7bKC4xiH+tXcwDUP8oinswWQkaGUED1+DPXzPzH4cYyRCP/tz7NWcDC8cs6EnmcA2DkFLFW98o
9IOH2clVsEi9AYjN4gu7+sSp1UsmyaRLCYuve7SqxYBjCFp1mMxMmqhRNQ3CToFPM9YKwdGef8Zl
q7wrwZb3ihwkR4jLnOvn/WpZ6naxYeTqoEoiQxu6+ZqhvbWLwumHRMzwcH65Uw9HHUC6SOLBhX60
czuYbBHiTxLBiClbtyLCJ88Ez5KjTnCh5Di1X5feqhSky2TKR4l5ZVXDrBiwHNIOlwhTdnpvoNa9
y91cXrdA3l/ayLI2tC8L88LGsU4+pkd0ouai4DyeYdRIH6AfG+qDRHg980A3z2WxRhlnrFcVtBJ/
qyNgaFusNky8dfHuVbhEBHrS9L9a6aDR78PYX/HPxmhkIrM3mbs5R3PiBXSFLy7AAU5tAhcdBaIb
PVbC+PtN4Le+H9QRZODZA4TYA/5EKcPN9nlMSTOFiXHh/XxIdNh0C3KCDUfZpN2jGmYGhF9WU4C4
eNa2v/BzrK8gpGb3f77XPMe0PAeYIjvhaGur1hsr06zVoS2q9gmDpeymbVF3ippZXYiNH7833QtL
0qQkhSfBOXognAlsA1UKlwS1N9d+2IptVym0nqNeXgiEy7Z9f2CXRokJ69iznI+YlySwmxo2oAt0
3wNuFSCD7Iqo/QJAvN/5ZOBbkPT+ZpIl/BgTUZbzL/XjRc/yLrNxYEegkv/Z+b/lFBKxJTQncn2Y
Qm++TUt1l5QI3dJi83GiB3YoQhQEzq/58SSzJsgilz1KZuwdpY2IMeIHOC16FbTqHs15RMbMHST+
jG5+bxfYLDdDDwG7MH6eX/jjPl1yJ3bOMoxccEbvz0XjDWVVgQY6OHHmqLtSNQikI5dcJV/OL3Rq
/yzV/FJU0UY4hlL0ht1XkyRehOhDHLDuLm8jJ3ypTV7t+ZVObR9eo1q6tnzA4zozCVszmkTgHcqw
NkCwOS1ulFEd31jDgGRcklf95yR1s29DZ8ZvNnfj5/M/4NQ7XZIIGjSOoAg4ugGoXUvDyCbngHLU
/OAjD4iREfX+n8cY6jXSQ4+TwrTmGGzUx64yXDQTDnYYxz3Kpm3lXSW0F/84yrAO9ydwPJrODEne
7xHat7M3ly7GlsBMv7tqzm+gEtXUcOav82/uxDEg2fUcAfBv+deyiX47eq4KFfhpbR/GcjK2vmll
O3rc47rvK8y1wZ6RY+O6bDMqvfDNTq1M6kfIcVzJx1v++m8rM+dZ4OHEHCjj2Tckk+KNzltYHtyn
SNbGbnaFrF+3AVN2afh04mTQm2T8xUAS8MXxySiiHj5p2LmHUOfQsAymW1ObJptu8KKr8+/34y1I
uqUheRJsTBoqR/dFGBv9P7zLA9xhxlj+FA37TNFUoU+M1oqBU+D5BU/EUh7LY0DEvcu/j1+rUQ5u
WcaEFytAS7m3rztbo20SSRwUh6LeuMh+nF/y1DO6BBmLrcousuX7L0ndMFTossmD7tHYDgDQ3igB
d8F0C4XGTKIvhJtTnw+IA21KhxoU+Mz79VDEns1JVvIglQBdwC9ChGzGkGTw/jxWM5Wl2JV0pD62
NaJ2GqvS7OVhLmz9avVhv/Hssbhw2k+dBKQ+bJpChBT3eMYmGgsRQNRXDmWFenKlM+MLXgD5JugL
wO12I5o1SozfI9f/Q8gmgYU+hHQ9D5yfAul3lKMhX59g0EeiboH7zVfQYJ0vTaFfhQXGWo3wIuql
LPvj7SJIB5HLXIoE6SzB/PeDX7RuWPYJPVAaVldtkAQbpQv/uUOUZFPBzYwuZIYn9qdADZHOveZD
gjt6vyDqBBC4B4rMvm0U/tZRfy1y4V9jTMSo3W5ezj/fB/TF8lYReqWgRAgYtN/ReTDjerIj3ckD
oj7t2g5iJG6AGm6iYYCWMJIbrPpIIrjRK5dSoa/vioXkMzD7RdohbIYLL/zE9SxoMDAk4vLieB59
5RGjxalwBnnA0rZhau7h7b4CkwJF1cEXcl8Putw18Bj2FUisR8+J0935V3LixFJzLkgUdHMA1C1f
6LdPrvzZ86OuFljhDP5VxDT9MFZ1sw2rIrjwsCfin7QArjJy9AC+iKOrE/lAiUBpJw5x5pk3kExQ
RO0650sRz9Hb5MbTXSt780KUP/GGAY0DAKAiWKLuUdBtte327mirQ24i5IuiuO5mfCHQcFmlFY6y
qx5JwfugRfZmjTa7e+OqIewuPPlybo6SeO5TcDw28zDO8tFnRnoyRrSPAmjCbfFb1Az+57kPxfzn
pwncjE27dRnTIzLz/lsW6YACX2HJg+W7zF069EyLshEw82HkyZxJ75/vHU30BanC1yRUvV8Ph+IB
81imX7VhZb9GQzkH/OON+wLqwYW788Q2XQb9YqnuSSWPQaGo9wVGrVJ1MOncrhF7HTGubNFPDkSI
dvn55zoRlUg+gOAsJQjg+eVz/nYmdBLPvSy5NTOA6s+6p6pbwf/DZUni4YDNq/b8C0ueeD42JzUW
h5A77XibwoiJuc48cYC7Zd7WhV3S7GtQ73OQNz3/dCdOBK1Mm+70f0YPR7ukiTB182MfmydrwejY
KG8MqwBX8A3MOSjesh+/GXJwdgOaBpSYk/14/geciANw5DyGbZwG0JdHQXiKUjeP/BJqZTjMBvR4
uUDfEL1BdkOMFvpEIHeSNcQsr7pwQk60dIm2UJwAXVMUUdG+/7RwmKumKsKUNMh2J2iCPkJzpoP7
0ox3NuZdhoc+XxQm94Ow4nXvYeXtzaH3plrX2Z5/DyeiAqNUSlxQzmzsf5gnv22zZDRMqmozuZmN
xHpjZ2TrMo3tP0/mf1/luJPao0TUoY6f3Nhm7G+EHhW2H6hCt15WfHFt/ThHZX3oovwSjvvUZ+Zi
cTlJTLiggbx/1SoHyKkhrd8MUMLUzVQj4/CsA9t6YmiZfm9HExlA10rd8ULSduIsLcMf2iUU8mht
Hd0zcWsIB2HK+AYJiHrv5Y24imMLz4ogunR//zNIOorsnvdPpuu50IOOE5h24K9JnC5u3DpVmKmA
asW1J8oy/C26smvLa9z7On8XYBOJr++YA/PeVxWE4xnraBhFF67zj6EL3CTTn6VnLwiTR9c5SU8y
+1OW3cTk/RUWofUUrU1yvs9TaQ8PXZtfYvl8fNsLaptgCVFjgbIfhRNYUYFtGjGWtOGYXeWpGW0r
O2s2rlCXcpWPO0ramvbMwsMCQq2PPiwWrS0uQ9DaYqdqfoRWlKPkyRFF0Sdv4ZyHItuYk0Y18fxB
PfGIC5CQGxw8D8yZo6DRO2UX4yPrH0YE6Wpu0jq766IwL9ZlkjCyP7/ax5qDTg3jYPauBbH2eDUJ
ZxXbEdC1CNt69ylSaFu/7PCKweQb9dyp69q1KBecOu1u/+f5xT/uH8Z5CxmB53XpLhzF5gJmhzvg
P3mwo4wOX9pNq9ouezj2jl6lQVRdSCE+xsClumHST4uR2+ADs1FmyNdhynNo/Yomqp2K/8/Zee3I
jbNh+ooEKIfTylUd3M5jnwie8YyyRFFZV78P+19gXapGCb1HNmDALFIMX3jDcQDFsr8/q9sPyNPq
UhhWcSDkpcWpGDwTCV88zC8TQfVL1fjzswaH/JK3ZbCW0rw1Fs+aTtmGUjeR/fW15yVeLsA7TRc0
hhSwo0CGGvVveMrZWnH2jaFInBRknsME1msRf6U42bcDeuKXqfOSX3ht5S9lquU7bZ7TlU359lCo
6dEJBHe6vOdw5BA6Ylc9FIxqfEFRpDyZlV3ukRVfwz+/sQWhSCjICUGsanpeL6Df9Hj1BcVw6VH7
OvoS9ewiGcB8VAgEzkPbrUztlQVxfYc7tM0VIMejaY/q4/WAMIn1eHDD/oKfYIHZpu8k5ykew8+V
XTs/sJ/Qj7Ly0eqTBaUTN+Id24nCHE5mjtkMV7nAihbT3ft79vayc7hwyFwAI1GDW1bCCok3nJni
eIXWAaoa5hTtvS7MLjFaMghxjEe0Qd9J9qLoAHcQ9DKFYnWdLwP6rrCHMkeY82Ih4PuXBqL521jH
KGeiBnEwGszq7s/xjV2lQgMABNC8XK6dxcoHI9I6RdJdGnSiLyV6yGdq/PPJ8xrj+P8xFFwYgAvk
2nTprodKjG7s49xoL+h05aTbUXi2tMg+xCRmK+21t2bFNWOrMoqqLS72Ew7cHcJXaXsZ+6R58TUj
OBLwGl8odPgrC/jGJvEoRFM4ISfynGXTM0FkQ+i11170ekRxXpPBafBwVPXidHiS9YRW1Vy9P6Wm
4MbXIoYG5ULGeb2UUdBI3yt0eamGGbjJDrmTEChajm1jgT11jNgyBmhjfKR1jxZWFVh5+BthFtGs
tHzfuCmIvXiXDUCJVCYW8UDX5dgcywoMOAK/08cWu4P4XMoaMTqSHA0N1M4O8+27N5JvcTEpUBPj
Lp9nr5koNMx2c/GsYjxO2G4dEkRgTraGcNL9od6an1pi0tCA6DJYPFu4co0ZvlFE50pwJ9SD3+Wc
hHtwdxMSBlp/uD/cbeDh0PXidaQpRQd9iaY1u560MXbkJeDko8YPw33CL+Mkyuoj/kLJqVFWXcj7
NCtn8815EgaQAFNEuAFeIFZYThrmvJexcZIvKHvkfw2uE+1QX1CyikLu70/0jSyQCrU6NUS+QAKW
T0xKmCHqVvQXBxYWALQ0w6g8x01sOw0tMjONxKEkmhIfacliHkmYiujvTGrZz9HImvP9X3N7XXCW
oBapeitIteV1EU8ImiNHM1N3q4dohwnb/Bz0WT0d9cao1vbU7UdWJxcBB8WsVXvr+vD2sUwnO6/1
i1FXWJmlGTrwO5zqrK8TGuJfAhfJbVyn0mwnu0ysIB5vryvaAq/dbO5F3tvFgQVqZExIK+kXeiT1
1mtS8dMYZPJvVWqoygTKKthpU//XuxcYKDoBNaUV+FRLnGWKVqvtDLjyRgaicnba+h/Kwmx2ftQU
Kzv5jW9JgRPgEqUqIsAlhMhvnDq2HYpTQ5VZP0tvnM6IpiA+qCO+d39Waq2uoxao6oqjZVM/1/mY
1x8y4o1UmvrTJQIxfaCt6iDdXDqnHPTfCc9bgAGNBgYmFSMqE6JcOUNvzNQD/s7n5C0gW1g8Aj5y
vIUilV4ImapjQyqyGfAl2aAqtxagvTEU6CG6IQCkoOEtm0qNrlnEnll9EYDh90Yw5Z8L7JFwQJXJ
yhX4xgalKERfkOIUKcOyXyYp/+AMPTIrlFGB949acwHzXuBej0r090JwkB8kx6V691NGvxVVBYP8
El67r9bgj1oQ+NhkimPMHy3sQYAvRd7kEVx787xr0cr7RwRyyN9JtgXrDF7GtWxCekWkWozZ4kmo
44hdXopgEMVxrvWgONRxhqpj4XaYoFRUfVcuu7cWGHyWaroqaYclhpO6oOjhcxeXOcMuNaydXwly
0Ru/gw9ouuJ3qeFwd/+g3L4uTBMhCeAP6iVddtKMUbkPBWFxkbXVPLlzIw7taBaQsOriOGjNmnzA
cjzgxqqqp1hVFPX8ZVRidMjpuqNvnycjryLU6S1cLPG3jaPuOW31vCs3qkWlr+yg5X2ghqW1oNrm
SitomePqVVXG8KWtMz5XTX8SE0K128KSLmLYHbKxZWRAhCscfxfTwN8P/jjs7y/0zbPK5kfnkQIU
WBOuhCUqWNa48M5FZJ7xDmop5tZjOXyRDvilQzAntf4y4tjpHkItCMODQDYE66xcZNHTIKix72PE
6ZOVWPymQMdvomBjKfgsXCjoktcHK47cCBCrmM65qJ1NFUXyYaSzunWgzQCliDG6geG69bGUooaX
RUeBxdp7U1r1I3hqVQgHUwmMyvWPMHjhtQQ2yXkAprP3fAbETHy8eF77j46Z8UqIunzj1XAU1kk9
FJ+eMPV6uNie8DcqzP4cu8MoX7IiyGEnxRNO4IeGbZJ6G8RrM4ybcX1LJlqeuCKsbEc1pT+fJ34D
sDFKExxyHeTf4nlCsT7BRMPuz1jkmf+585R/y2WcP8sm7lemqz7hYigKkOw8UA4UOJec1BmnP70Z
nA6RvNLDbKJu9i4J2MrTcHusKbXQP1RxBBfYMmYMCqekEz/0574X05PMofUiVYErTT7qGx91u839
0/TGR1SyKzyyKhWn7nn9EYMUfmZpzN3Z4usNX/qsIh7vCmsaC9wOCze/QHEzQxwSMS7eRHlr6yud
g+VdTUueaIlQBmIzYDh9sY1ckXmojkfNmU2W4lGQ2uWUH6DXQSbJag/lq1JLOiwoCwsP7zVRpRvC
mRqeqfNEUZ4h0FEL9MeT2JVB72HKPp8x4orM4NRLEvts4+P/lB+Q05b+g0/vT/9a2kjlUU73WxEM
Wznrvf+jw2nFeB5m37eOuWsm2g8NgT1xsHrkz/eajnzBsYFgFsltNFIu+CcOZZq/GF3q4c1RKSLU
Tz/AiflTg3U5OppJjArne78wqBKeCYP+DMdkGULZSZCA943ofSX1lzLusIJuMbVptBw2Rd+XD51n
tgfLSLSVKPX2wFjgcRUcjxtCZfHXK5tZmFaP7hSedR0kaUrutY3dqfj27ukxCp1hm6SO3bP4fhLX
4Mq0u/CMZ52ZbqKmU1pRdj9QNewc4R99F3D43hsz0wZLWkSf3zs+gBL4G4QZ4GaxP7meZexV5QjF
KjjPXgg3lJtKbrqentMcZ+Ev7AGjXRblXYBWl9uu8dNvbwsUbUhnKN1BJSScvB4cRT6Bss0cnMfe
wB9Id4rHtPaLl95A8LH2GfX+ZN8Yj0IMenyK9wN7Qf37H4clQOS2j9PROzdZjadxZVk9ZqcSclkj
NBKAJqpXosc3Xlb0cgg4SEMUpmH5qLluSABel945mltFBcHtfK5IP/SJHrlXhxbqlXVc0cgATJMk
BM9TAlt1MOLiKWuCvFw5Tm8tAdhyCtScTiWrdL0EMkcPgCY9S4AFxUWLxi+ohdf7sNezp0JoyUq0
88ZwdEhciGMAWxXl4Hq4oUy9Fvcn5xyNabGJW4ghVTS5eyMyxs2k0124/4Vv4zuAbhQtSN9NVV1c
vAejzVriShNdugorg80sTOxIURAxfrlVWD7WvePi8TXZ/VcU4HElCrArKU/3f8Pti8BrwPgQFlG5
uLk4CpdGcmg14LNGozp1DW7tWRLnmDRQJCkjFA5zrrt3tnOpodLORfiRP1W6qW6zP7Z2QZOLIsEQ
XVDTC3YFPdNjUHnlAWL/mrrFbdDCUCo9UfkJPbDFN7V06s54xkQXzMQ184AIZVTtHR2e5r7Pm+C9
YFdmRt1SJfAojqg+zvXMDJEJvIxMvJk9rTnjdaltysLNfmBrvFaYeOu0AgqivES9ix3rLE6HCC38
Q40OyzbHmQ9WhoFn6WJVJgzkw+Uw2Nt0RBkVOTn8zGEi4cAbxIf72+eN5eXFIa0mQVAw2MV8w1yL
dNEHwbntuuowDM5Hf5rTxxAEyvvvAiIGghcuflZ3WfJJ8sCZHWRszj3rcfSLUhcbaeGNsC37XG7z
qEjeqTfJrYNuD48q1V+SeLLN64+ZzDba/IOGbNpomE8gHhyY+UZ9glHWruhKvPExVQGPMhM9cHUY
F/vUjIbCiPBROM+ioU5Q143+byhq4y+3z7BGqeFNX+ypHfF4njr9aba19DtOgPbKlXR7Bb5SyNjE
QLNIb9SV9cfJFNXcWtCW6/MoNJ9CbYtulsyyJ7+S8myQ4R/v759XgdfrSB/KGiELiRStYrLs6wGr
FpNDLEzEOcC5BskSNy+06oImued+mbGjYMJWWCBQrrRpjm1g19qnEUOU+tEZ9Kz+L6y1ybm4yaS5
nwbMUfGukU1h/fLSzo1w5hmsONnaYZcU59GcRHcIjKFEoDmR+BhtUtPExxPjQYx9NyPtXD3ZTFEU
WN/jwMO852jIuokPjp314PXhUpg/dBzj/kFjC4tFH5lwb58PaZS9+GVVdJsklKW2v79Etzc0Csbs
Cp4KCBeEl9crVFqVyULw+5NGhMdgnD/RMR1PNEaKQzOB59XHcFyJPW6PNaG6ku+j5qm6UIsxNc3G
6NrNkHHFyHGXSOyb9dJxsbeiCPne6QGXIqyCeEGmR/N7Mb10KspYK/LzWE/mNxv3imjXZn4zbkPP
7Maj6EcwyrPkPl0Z+TYdo6cPYYdOJWcb/Or1yEUQFZIucHd2UQAa4axHOugTLcLAhWJIdvDtBN/I
use7deaOW7k5bz8rGSBUBQo7FM6ogl6PDuurljxb49npCwtlbriEVBLGfU9l56nM/fljqYjY9xf7
je8a0JKgs0bxFcbo4snogErTc8eH2jPHuD71JbTBk25WMeLYzfvfQiTWPAvhTdX1pt91PcMkwv1h
Mpr+rNe6s3cb/MIJcILNnFprdaqbxXwFhZloA3ikBTS7rofyEG2exipuzwKsJU6aeb3H5294HiPd
uJRpnuGmmq1hSm8WU2FPqP3Q3QIlRlt/MSh5pT1USXNuwwjZe8phzrNXT4FAP01EX+9/ObUdru5J
FJaIyEErASjl8y1mmEwplpsYs5y7Zgj2I/2t52IQwSZComw/wVzcTRnRo9+VyqS7tlde39v3SSVe
CkmhSvYYByzepywBFoXdUX2uLAjrKOIHR7sccgSnZxl/QNA43070nWx+AYbiO7yIaxNbkXeD2wnO
wf9Rzad/wE5eatZkQYWDsm/IczFbqFC0nYPzAUbgmxw12y/31/zmMVRjKfUQi84wNbfFLdg5JvKa
iPCenckCyVpimpluyhYR0wM3inOw4zo0Vk7oW2OCKSfSoamG7vTyWrBR2JBuWJ/rxhHxSRRGPH51
pYahdUVZ6JMHbf69jR+1pjatSm4i1SpeCqaGXj5qWefUFPa66l8XDtXWnSP369Sh8XF/SW8LyoxF
cMFGJrYi8l6sqUiT0HWKTp41vnDa0Z0VZR5tc9k2lGy1cDJOBARBsfeFCL4SqAtnH2eJ2XzSMDAN
001j1VW7che/segElkCuQL2rKuviR6Eq0ra4WhfnFF+370AS+5/k97G2AbbXH6lLRc37PzNFbBJN
pUukzvX13SHK2fG0yirOXV7UDd3p0Uh2MeZs88/QzuxvVotr5EqMaaozen2HwHah/AhpwmJLL5MT
PRusxKFMdp4BdhTeZubgJGLrYFg4IWKiymRmnIspvlgWVkUfXbdMh0ONQZvzPNUmYjatMw3VPwYm
O9ZWOEYbvRotppj7dC5VkCCJ9KDbD3EQoDmHBdjgbGKBY9kX3RtHeapnV7TH+zvqjW+ntHCJIXwX
0NGyQxFXVuOVY52Dyq2SU6k55inT5Lg3hfNV+HG60n1QqeliDSkXk7IqmW8SysU9KIqiMkSSNmed
/t4lG9vmofSmtTriqyTqYhjofYAneNJ4qZe1dhkHKGzN9XDGdaX3zmS4JVIsOu4ih9r3aHKHGlh+
dzdqmCR8qdFLNS4RsRpK0lZeZj+yGaeRF0yih/Ab5Zkg/pDa2L9NOycoLXOPl2CE1V9GpKwsW0eB
Jxu+me7ZGUbudPigPqLwU51beyfJwvYIyj7RTlBGqbiVsqxhAgI5ME+JsHsDH2jhOZtszifvI7K2
Ogo5YR7MP9sKk1pMMHH1+rvUDD3eF6Fpi+c4MJJknyPYMWyTBlOgXe7X8/gtt20kXxLT7P/DfqKY
nufSaLuHfIo1C5laK54N4vO4LLWLDGrkhjaGiaxGtgHX4QTPSB6GPvXICRei+5vs9qmn8UGsqGSX
IUwvAR1gWfgNJAHnFjHd8dQIc8SkO4qTfAtlpvn3/mg3gSkgYSAHxMKow7ENFoEFDPJoCmhan0c3
9+p4h5y4Xb9gVe95x3Iak+zfto7Sztj5eJZ5+2TEW+XT/Z/wxoSBZUP4hKlMZWF5P2mDzIEjTzW1
hbH8bkGp+C7xnMH1FGeV/4+h1Emi4wOTY/niBWXhTW5SynOLLLTxfYYwMfzQMiLU/0Z0uuyP94e7
DRVZWriJlBRf9QUXNeyhq1MBEMA94wbXPBUSMzgYrufckN0Tnqv5BvSgs3LzvjGmKhyT1nPvQuZa
XBp2CkYVUypcYeVUdjuza025dTW7+NpHjbZFnKb7HAe43tyf6s1HVNQxsA+KkoNrzDKZJ6xxaRx7
LkC20n7y8Lu+JHSr8bNs1971m1v4dSh0BCHWKm7eYsvKNA4bBDTcUxNr9S+7CWa5x2YzezERQzkX
1tyvnMg3B+TSVxrvFOOXMEmrihvq9Jp7cu357xC166cBt66d4c+/C1NPvt5fydvwFwlBLnwYIXxD
oADqWfijLoIxzYy9pGefKl3LPhqdo/+wO4KJfZqVbox8clnhk5wObXg2Na81NnqIaNQO61lzf/+n
3CQCFu0dSm3AQyHh8JRf/xLdD5vIbzzzNPQY7f6rTfHUePvC94e0fRSjk0ZKjyzXn+cUkMvWrQH9
HdLMKobv93/I7e4KSJpR1VC9Lg/ez/UPCbqGBmaC3eowN9EmsmL9aDpNeezB0pzfPRTpozLtYTvr
oGOvh8L6Fht7gRMohrd+Rdkmzi33sykjd/xOmOYHX+6Pd3MBo6KkpH9AaNJ/YY9dj5fSM55GXeuO
buoO+6Zw47+nFjMpSj/yGNsCurbfRg+2LZLd/ZFvW6QcIawEgFqgJGLctDzycvYlEjftMfYafNsQ
FfmU4Pb7oFmh2LNEYgfHFYUfw2sBOhsekonV/Ng0enJ2uwojORv9UIAJxQ59OsS8ClGdc5SdScyC
GrfTvnM+OmKIzvqAyWEeSvPZNlJv5cK7OZ1qFjhbQQCH7U4r9HoBE+AqkY3f4ZF1ch/iuq7PeaWn
2xQHiAOOZmuqsTeAfwIgMCGIqpKLA01YXnUEA245iBRQl23H4oCae0wL3Qq7HLnJea7N6POI0mh3
kV6YRR86kPY5kQJwnkcfhw79SzDGvnbEV5NS20ZDTMley+xeI9GrmI7fyPWBlAJpFlDjxR2poRHs
tGMnjw32DBejmcyNlLHcNHVSbeNBS/52C9Pa6/NgPY1VSJKJzsOurVOsbUWaHo1O93eGHWFGFcfp
Rxy47UPjOPWumavsjJp/9oj9IC6gaCV/DVphHgKZONucy/Es4sbdOPiqHoCMaCf8gqeVnXtzL6nZ
8Xz7YJYQXFvKkCH0h4BQpcljEXnlDnpV/vhqGF4Jae7CrGufRjSjdnrbtY80w+L3XhFqeMpNiO+o
BvzyAcqkgSzxGDfHopqAnNaJf4xlPW9711rLo25vB8CldAUsQhZSgSXh1IDjNwrXSs91oQey3xlZ
6oWHwZFjerDmKqyefdNNrZ9hFJfzr1lS/tNXFvsmoICFxOmy6P0QyIDRWpwvJxv0XJb8hCwfH+Ko
arYYhzZPzlDUl8bloGvtPJ/u301vDsqEIXWpC38pLj4g4Cp9N8rOgTTbPtnKFqVxlMXdyjvp2IvM
/2SmWaTZtsxs2awpjd88NwgBsbtUewTUL7Hi9ZSnQQqzMvTwpA1ogXWOB76797I9daZsZXVvh6KS
SA+PIo7LhbKUCIlJZtykmIJT1bj5iRKi+REFDW8748S78prfXJQ8MhS+SfRUfZ9a9PWsogkDZN0L
g9OYJdFBLxCJ83vTfYAP8E1mZvbe9g7DUWumh0ZwpPqh18NlY4XPEha8pxyi/F5HTX2bI6Z20mJc
sjSBQPH9LWMtlpIeOogCIt7X9gX5ySLapo6ph7Y1aI82MJECdGhVD49FIpPsEHe9X1M+LDwEeSmn
RXIjPV2Uf2H3O+jHDINI98EfbB11WfxJEJqFsagfiKO7+YcgKf2PlBKX1nR2wCzPpK/p3nYzdzo6
QAPmZofnVPY4DpnuHoxRZPEmQPm/3obtOE4YXs3hqD0HsJdfUCWxu1M6wVfcIsRNx8MOQTacvFQ4
424WdRgdkzb0ClLwwpitNaTH4kKBYQu+Q1keKOSOSvevv0rv4DpP5Sd61HMrPEopv/Wt436xwtHb
enbn7tLeA88z9Wt1r8WJZmASTOI3aKlEGra9GNggi32tKyNVFiGkoRu/4Nho+zprzbMR28NJiXkc
7m+JN8ZEkJM72lIbH/GW68nilZwIZ/brxzHy3VOUoFdQdsJ/kKk9ITIeZTvgd2s049eo+I+3Fwlw
hFYZUgE2Ea9cJvBRz/PuSGd+oIBj6/u+92cTW542r+ihGVP8u5Lh8FedaRZ+ylWT21sfPfJPEe7G
CDik8Oy3de02zWZCL/TZrutSHsIi9rynSET+N2eWZvS9Sgstb7mJAfMh753HFg7lRTzVOLmxFGIT
RDgrP6OT1aa7fmo9/4teG365q/WqFR8tX8zGNzlUffHo4RiWUVIJp6zaljkY6gJR3KBjJyrB+Ah5
QIlrBcYOA6jTT1T20OvY6rUrgOh4IhjrnRE1pdx1+A09NA3ctQPvSPa9F8jUbeibD2dk6Gd9n/Bs
fhih0v3O8LX7N4Cg6G8a3LDfd9PxBejNvMq40XLjqls8WVUQD8GMpPVDERgSnTHj1zSFybMNO+c0
Jam1EoHebDOGIygkGECJiJR0MZwEBxeOQBoRjHTShybsbZqzWIKHlK0Oc+f8LoPonVxLNUXgGBwl
MO+ABpbKfAH9oGaEa/sgOjl9csRc/dWanXxwLfq1gRLru3+Ubi5XNACVUQI4cfxbyMauj5KD8GgS
ERo+17EzHRFWSx/nOa6OgJ7n4zuH4r3nosDXEFMcxYa5HmrOwrqEHBw+1uTbn3U5Thvsi9of+Tiu
ETZe9Yn+PKvAWfhqqIm8CvwAtrseKyv82iC1bB64KytyMMtui4tjDtpPS0tt/MoyX/7bSNn9Al41
dFsNLZ7gKAtv+OrnZpRB3sMG5dT6FLIhQKH5UU+d8b2dWmMNlr14vtW1okSWuLsVHJLY5PqnzlFF
XbvurYe6sqcfJcycf4grrE+TWf7SUilWSmVq5n+uDOUjmCTEuQ4cN0rDi7uzzBq3GEp7fgCN0z8M
OBQ/Da1bv/eGBmFDlxEgCKUViEDqaP1R66g6gUNlJoYHI63qb2k2YP0r8uJkCKd9ibokOdjD6K0M
eruSDEpsQp+Y+hFP0vWg6dQDEJnN/sEe5gkREWEEWz60c0QzNzqUsnLXJH5vbwhWE94cuRi3BGiX
6xHHqZwrrSR89uJa17fCQuw8Ca2k2I5FO33QI3yH+inIViZ6c2gxOVYxNPeS6lQvLybNQK0elprx
0Dhzv9My192QVf3XzsGaMPQbI9ERUaeVLjw8ucU5amFeZmXetQ9OiPrRZurh4Tg2aeLGcGO5ckG8
oiUWe1NdgHQs+Yh0xRfLqcOxcts8ah/CVAt3nckTv9UkALW/Ostr5cbE4bLd+MMU/+hbu682bdDZ
AbqsZmhtVLBgfInohfWnumv7emd3ToZvh6l95ykMqn3ROt1lDlqcy1wjidBUk9KwHz2M0+la0RNI
917Rd3/bpatnW1R4qo9ooJrZQbenSSCG3EmaJl4zrp3J21WGyE9agisjmH5IPtfbCBrf6BgICjw4
2LcdC7REN70X9s+0L4aVaPr2jHChUSRHwgfZBjRhroeSTW84Ew2Ah8rr/ytr8v1w4BFT/Pp04wi9
+uedlz75PCARZIyU9AzX2/V4Ici+wY0HZCVz0/5vxH5o37dmPR4mL5rW1F4X9QO1d3jDlGkoGEwu
usWt401WmMgqsB8cxJ53orQRDuDYPzhV5CHD30/pAWdPCdzYzOejJeI13ZLb1aVqQdP5VXiDd059
6D+uvYLGdDVh2ftgR/54kV1ni22QmfNv35XOB7uUSbjyPW+3Dm8HvRXwoogXQom4HjHIijTH3N19
COtu3sf44ZyjbvD30ZjMK7fO7WWHZRUKtyaht6cj3ns9VOT0vh0ZJFRWmBl7HdnQU2ePvIwC5Qsd
P5yfvoYh7f39szQrJd5D/0WxBYj3dCIIteR/LGkqqzDyg1A8EDTnKSBGbyi2PVLP815a2iweEX3z
/oIkFuoAgMN6Pgo9Mu0tat9FtUsmW2QbOVe+9ZzGg3cQOoT8DRU9zzykdZnoxzw0Zb+//6uX+0D9
aNhlOJYCh1AI0OsfbRaIELgTpLKEEDH9WHaZb+waGGR/izgW4mWIBued7RNl6EpNEIofebmCoC8u
kdkfnb53p/ohyfr8b8Iev9hpshVPQZp2zSEI++nne2fJG6QwGJTTIXQs8UQeNNh8GsPmQfZ19WQ2
s36iDi6/p5HeoeForSloLHNcZgjygzsLtVzA/EvRaL5nb1YFlpsRUPeIJNxI2l3kW0V4riRmWBsX
kdCv7iy07WB28/d3zxaMIUIECDVS9VjqwfhOSYFqMOqHfBhde9/bwvG3QSeC+GkcKn2f5g4/5N1j
KpITyDe6NZRTFheasrwuQs/BTWzKq2/JaNbIcre+vnGMpviY+Frz6f6Ay+uEN1K1YVQVlpj4JrNu
bJdn0dSmB8WKPeU04A8yAE3Z5c1aOnB7RsgFQERxk1A2uIH2iTAwG+RCxodBGNa+tu1qW02BfozK
6J+ZwuRKMvfWzAhhGA2cnWL+Xh9JBfEYLOjpDyW6l/FWworvdkNstz8dkbxXcxNPdBVuKCy2arJh
xnk9Wh9Mie2DvT7m4zzsPbP4PkAu2/Wo6j1mfWevdDJfj9qfkRPjQWsiwKF1qpg3i8jJJ1wYQJ3W
x8oYYpjEqRUUz23nB+0GAFYOk8pMxHEUmEpuorK06H9pKPqcCrhAn3HUDGIUH0WZbWpR+BBVGnP4
6BuZ/73WZGNuQtRPP+tNoJXbstBGGs/QG/0tltH5PkrR+QQwrXX7qIQ4TqVJlvF2ihDX28aeKL7e
36LLR/51qqpkrlAU0AAX9xyBHeatfS2PQ6fJ56hJY3DMen2gE1bSHMJ/Z3Qp8RqlnR+9IJxWHtzr
4ZGVUQKRSGdTY6MTw/V+/WVLI29Nn0bUYRrd7BSahXmZtCHdWxRd2t2gYYatTUkJyMIRP6JMX5ML
X6Df/vcDQI/A2uDChwe52MieUwdRBvDvYDX4qpYmrOXUmPVPMdDfHX7I89No+s6H1iz6szSaaF8D
99ylriZWnubr6/h/PwQXHgpiikvHr7leiaKOOy2YfR278BAwAJUrNCQjFHS7uukuIYzpl7rzogP0
Dvt4fw+o//r/bXcuDFXlJAhRhFslprZYgxkbbhAXsXnMPDf6koVz+NgQxa986usr43UUOoI8cRTw
qQIty4x5Us16Z8/W0bdJz3GsND4Zkyl3QRquFSyuL8P/OxSdeEJzGsYkXNdrGYKoqrzYto6J15kf
Eq3lCZPG+COMRv8wz+FaWHUzNUr3pBvIXtFlQ2xrsYC+1reBpBJ1TMoeJowO7wUjUu0wUDzY3v9W
r+KSVx8LuU+eTIIEvhZU+8WJcSLecpwCzaN02vZl7rpwZ2i+v4Fqahz1Nv2dFbE4kyWPXzFAnDeR
E/tPup9kX9wSxyVivObIPgQhYVX+biLoukwuvuemlybPSVxon2Y3A8I0IOcsoRke+8gvoEErk0n0
DPal29Uf789p0Svme6k5KYkMLiKVGi/mZDjNRLG5M481gqmfeaNTtAK8+WRllqQMDYpat8v+ZPZS
28b57J3y0pU0YzW5960JUQMfddX7v+lmC/GTFIqR1pbKBJbLrIvYsHr6TEffypwPKDB/bKdmOskS
adeqmv+7P9ry8KsFIErgaaM0yiIsDn/lziMtVMs6QssJvmQBQmbsASrWeqMfxWwbmxr22I9UcDW+
e2QaUISBKNJRDF4my1lMlAaxxDoKjuYlNgDNpFYcbjxPTJ91K9Ee4mY2z6HWrHWibucM6YFyCFxH
7jvaHteH1HJCSbF0ik459eKd0Xb9wUqx8qvsnPTSl9U+zwt8eztrTZz59tsSYTNdJaftkFosVrsX
TilBuGWnOYDfJCqv2leOFT9lPlEa4lxrfKHFeLTUlH+Cil5IJrj9FuPlo43qTCRgCFkC/vxhyDQi
s4L0zg8QPh5n5E4psfan+5/2dljKWjDYeNfZVLABrxdYegnqyq40TkVoabhA4tiFefpvux7GQzJH
a/ivxVPOLFXJ2+ejOhBXqRleDwfZoYtspKVP2JHJXRN43T6reuu7VSbxT0cL2lM2+u6OldY3BV97
JbhfbKfX4dGM8/9nWM5frod3MYnqJsQaTjnv+aUDrbhpE2041iL9kBStvs+T7Ac0Rutwf5Wv83hq
PpQKALkQn/ICcJMtxo1KPQmayDZOeR0m333sIbd2NkQvaJ+Zx9kiuqP9W6xEqG8OSoEU8JWy+1ne
TmaCIp4fFOZplI510ArXR5KBC9NuYlj4pHO7ujXWnEbf+MBIz3BcyFJhQ9yIYYH5defCNk8x8LIj
9oThJjWM+mil6FK4JFfbIOyaU1hVzg6Gjvnf/YW+3c6U2A2LBBluGFJVi0diQPPVTGbPOSECPe7z
zim2pjekRz920s2sx+/zDFQflh8Jf5DwnxriDYx9SkwrG+rMPaX+6G/dyvefY8Ac0D1rhCdXnvW3
JoeKEa86poEqHb/evehflNrcd+4pYw+f8HWWz+ag0JODPXwrODgrId+CefC/2UHxg2TBzUvZe3Fa
62oe0URJvNMMu2BTp9b8KIah+GxWoaoMG9ZRxm55NHMbhzdAk8eJN3CTkrke+6KdH9PQ7D81Ke7q
5AjViyXK4qX14IoIw4i3YIIK4Cg6IdEQRkPxvlBSfRryMxIz/gSksQQ6UmLtrSpMsXA2huLF6Qpn
axkI89ayW9O9ub1WuLaVi4mO6AFRunn9YeY+NMrG691TXfnpKTBhxhjAUV6GxgWCADV2W+WJf0hq
VBvv7/dFUPk6SchsPFEkjMqq9npkt+GFjH2QPDioOH/NAT9gU1s14julYXy5P9Yb28/+c6zF2RKo
tmI73nonLzKwDPegq09e515cuARbaffe6f54C48Ytp+iqIMJAyLG+aJgcT25ZBadG9KCP/E0dZ80
0b+URpftzCZuvwwyiH/XQfpgdsI596iHbJBoGw8EKoqIqtW7+z/mZqEBngMGJ27ntUSaYHH2vB5n
aB1y9Wn0NHeLwrNzga/5FAeN9fm9IxHkKglZ8NgY0y2leIGg2Z5GdEt4js6Bls7afhCeeU4y033n
hUL7jCHgWLC4NICWk+r8dq7qMjDOplsXD2Ub/9J88TvJx+KTUejT/n0TU806QljFRqRmeiOygNFP
7UW5ZUM+cu2tbIL0MShxbcz7Ys1RbPn0MRRJAk+eQoPRK1y8t72cZO+NbIxEb6aNmFpX7Yl5W7Sh
sY//D2dntiS3laTpV5HpHtXYl7GuugAQERmRjGQyyaRI3cAokcK+77ifJ+sX6+8kNV0MZExgODIr
ltFIpuNsfvy4//7/s/ZHk+vWxgNlfTxebPISEiqCdIbJqx1izAl1Sb01jhFE/Hu1LRUfcdHCi80m
3nULubbb07l2OsKeaGkiJwISCGd5eTraDK7/glfJEVx57fdKpXnyBIjQn0mW/jlI0NLLU+4sNOkN
HNXbxsUP/+GBCemBMI5tQM9cAetisxwUVj9MhgGYspY/a1Ul+33QII9128y1dSTrwKODLj/+W7mc
Mq+M3rFH44him7Q35/lZk2jhSSz4qSFXCc91aNUbt961daT6QbIHOqjXPTQmFLhVl8bmMdHs8B4W
+eFdYjopLnwuPTUf5T9uj3HtWcRU/mBvnYfQi0o1UzJJx3Iqn+VmHN5AVzh/G2LL3sI9XDPFM4PB
CQ/GtrncMuSU6LhrRhpaajJVWVfmDxYXlS+6Mja82LVZpGcdwBiwRUHlcmkqkccisAECHO1gSBM3
MEPbq+MsJW6A5codzKLYCHevDY67nq47ElWCJe3SYh62upbJkXlEFaI54Gikc68GxjEFoPrTpiB2
EtUXGyet8Cq+NDXPWm8kTWQdlTj/mmXa/CAnaGhVQTVtTOPrQVEZEHEF5TieSy8NLj+U4vphtNvS
6q0jNYToLf3yGpolo2BorH8OWMEblw5aKjyAC0Wmkxf35aDSPinnINSso6b2JzMTssn22IFUs0Gt
WfTna5G5PN/e+693CdUdeiXphxFojrXwztwvqBPaS3DswkZ1TfpaT3KjCBaAVj+A4vw5vrWXMQo2
GhJwdDmgfLa6F/JgmKaWCOHEXWr6c9GEj5aeahtpoRf6nEvv6IgKEqEzNVRSNiszmhJmxqxPIZKB
Tn6wsqz12iUbnmJpnt0xyYeHqqZwYCVB9FTrceIRoo6RB415vEv4xW3bQb2jI6engqkO1oZXfQHt
vfo+YkeqlgI0tMYT68MERVemSMfEHEK3BSbwFR2o4U3Tjx+zEgYkKTO1Pd3Vmq91leUZeeEcDKNo
/TmI1NMwTt1dMaX6nZq0muCXeaynBWhonYWw7NuaR4Wy+WQgW+ihpofjzmDTkyQz3JlGYn5Nk9E8
w5qV7ipdH8+SPlrHYsqnu6FqHd9oQFOPiRVu3JdXjhIlexDJIqPEsV0d2tLMWwL1XjoCGZ1OWQRr
4pwUxqnjlbgxwddNCbg7RQEKYKuruUybVjfKWToaXNAPNKLDOw2i5xQORbNh6tUNaQrsA6VKKgIg
xJ3VVstgfEshQ4lP1tBGfpxI6tGJWtm1olY6ajb9fLoOkdTtY/tqfBgFmkTJDYNCc+jSVdAgiBvR
puQEBVl7iHujPWh2PBwKPdm6ja+ZIuUpSIMp7ZHSvjRlSTS+RGaQnKSuRJFmMqfzqE6dN7V5sdEj
/soZMaofTa1uxz4bjNmY7AR6M7t3m0gpdnOkRT7z/0cYUsa8PYkrwCTOSNizBe6Ka4R4cbUhnZm+
WauGGHDoS8MrpLL0wzSqduq0oPVjFeGb0QDrYRSWtZ8lrQf9Ly0AiOFRUBOleOtAuvNhDocKQhge
JmWVhT8b0vKFFhp4gE/YXSzC5eQHVlEpiQYNC+4/f5v0xm+TqoSfM2zuHT0rf47I8PuMUK0AKElp
lQ2mXdpD6SUc4cRPUVoZin1SLM1DUvSQlRSW5EJkUEvuqEa1txC6Fe6kt8m9iSTcRgC46hp9+Qy6
dIBq0bMC6m+N9VPtWi6KVk5PjrbA4CjJEOVO1bToD4uaxqgvZY3zxWyHuCPjky9/tmpAgcWhCb/+
WZ8lwIYvjOBkv+k1WW1JcPUQvlZ2euplUIdLCM8VXfz53uB0b5haJ+7YjegeEEbQ28Hrc421aLpy
SEr0+E5VmqkPYZ5ZrgH+fBcp1niegtr0bGQRHiMzku+DEMGv26fhyuF76coyAOO9aF1fLv0Es2DZ
wSV2KpRh2tutHJ3KRG531VzO7w2Kmhv2ri4yCSKuBCDngs5+ZXBcgqXKh+w0mJPGBk9HECxLV7uj
Y0YZv0aGt9AMEHpL1qteOcGfw6Hc0kG8Nu0AokWNgxDIWIfkQdU4A6SE2cmarOn9BBRsHyKfdtKz
/iN/Mv6mSU7mmXMbe2aHQs/G9XHFvYqoEgQDD2beO2JZfogvu6UO56BaspPeZwFJo9Z+aM0qPgGh
2FLoe73CbGFe/mRKwdKSR7k0VQ108A+Tk5+kOprdcrRG0sOO9AXSzg9qH6dbtM2v0kcCiA7cGnQi
wRjNmyvvRdcZ2FnFaU9TadmenMC22MImTO9SVLpSUcCkktMOKPdOths0rT+0Wm2/o/xo/GYN+lZN
9tWGI/QgH8mW45Bxk62nui46M5ulabpLraxz3BqgyF1GUd1jq1WQhCz5Q8w8HOdq0D9T5q8PcSz9
+XOnjFSoyFNCDsF00LikXq4B0llGOZZ0jvWaMz0oKAC4hlVG93ByTPeTVW+lx9fRCalxLg8yBFwe
PMvWgQKKxgRbhaGcHL0wfB0cvK+pTe8iUKRCyqFmXhoW5ob/FiHPD9EtEBXB/QgUlOiLi2TNi6TX
QVfORiq9sedSOxWTFT1KnTzA9d9Tlu0G424qUevIi2IrQX/VsiDEEA3DUP6t3PU0haSHZtrmlNSQ
T2Xo2AekAtvjUMIh3cCX6HayEvGwQcLv9sKu8jGMGWYmEnhk8YQHXSe7E4hFooFqzrkFHeWngxLs
k7H5yRqlsMKhAg3Ic5Rn4prf3WittnOKJT9Pk9LfRXKnuWE3ReemlRcvVRbpeHtUK+/0Yo98hcbz
UMBg18FtDt5nDI05P2e2lfim0YR3zdShB76oW+XeK6agJSMnQlMfcLw1xohG9HjIMzs/88plnaoy
sCw3HyEuderE3nogiqj1cos6F9ZW5xCY9CK1OeKVFEI0y4sbmmH70cwo45fvCeS1R27o+kOlN84Z
ZjHNRdJZ2Yg/V/5YTK7IK3C54JjANa3c44hyS5pFVn4uGz0P/RzmKo+GTe19o+n3upTDi3l7NdcO
+btFAeQgNyvSGau3ytwxZGtmjo1wme9TYz4jOOX8VfRSfeoR0gP+RpRbJc5vnWMFshcaZDpgxC34
uGqriXKFcsYzifHzROc9CPEJV8SlL+yjtm3RPi7O6WJIVH6bzPSGutVpxE4BtHUJq5Gr4UEdrdyT
gqwLXYVe0zPA4nZnRDos0xpZwrCyzY99CdukBUuA5gf5rOw2Ju7adlHIM3HqOAws2uWndqNC2VyS
i/MwoGSZ0lGLBEBoelagy29iiUilAx/3e223+nNbJtoutAd72Fi+lS9/mS/xxISeXaS85FXAlIlo
2U7M4izLxgIiYjQGiudmdTDqIXWDpJNcS01/sp783Srt3Jbg1OKptNqlgZRbg52zSmGqWQ/AVz8V
k1oCcpmX3QCe1Cv16FtZy/bz0gzLxjm95hS4Kv/H+Co6GoN6gmaiLc4VhbyHDiY/nx498xSr1efb
S3ztMBJ+qRwOWsXgLrlcYbuSgqis5uI810HxO7DkdGel/UgOiIvazXkJ7W8bfH1VwQYA0o6aFlwf
r6oVjZlUPYmf4tzEdfW2idA7C2KzP4xz9whheQyrqT19GFjpDZ9+bRuBdaGmJ/O4okJzOVJZG+dW
TpziLKExc4jlOvaNkW5ZJbeie9mCMn8JQYXcHu1Vo8CQLRgaqWWvu1ihQqYGMoflOYr75X1iWtUb
LUSQ0GpyYx/oYfMurswtkuQ1bPRl7/K+EHyJgMO4Ny+HWmZyEKZTxfaJMv3LDCH/HTfXvGvrpH1q
FeMv5FXNB7uVfqvpZT+j4NGQRDa1rTbqa6OH4IM2BQIjUYO7/I5gUhL4XOrinGeOstdns/8qRw6V
6TGLf58cI3gz9/24sc4vC7m640RKCignSSIoiVcLDSjBTueZNL/awOOOsLr0vu4NGvztZHrWZlnu
vLCWly+5nhl7gEfRwYqdmSUpy2MQlNWeYm/0hoXbyvNcmQ5Iq0n/ctHzElkH4pVJYbU38+hMLQem
pd6efctotJ3VQI84K3ZwmOdsPPzkDhSXDOEoxw2kyKviZyBVYZ4ixXNuhyhE8QpItSv3JWoNBAP5
wzD28MgYjbmxCq/GilnCbn4BeUTMv1qEKtQlg87w6Jx1ivJXhpT0EbhKesqK8VMsnJo2zVux6Mom
MAS6gMmesNkorcBZcbndqqlNtTGri7cVGi/xoQns0c5cULWlUXqU86zuUQ66Pts7ajebP5eywrjI
7UI1Au6Jnt217HqyRDkJK6t/W9ZLec877iMZLnqYplZxITmZNi7Fld8GCsnjkiIQuA/REaat0pN9
NZhGqRvdE/87ND1dkqORwvuO0s0d2EXt8fYucpi6H84U5oDiA8QU3TgE+s7qNmxKSy8cbdSfZHTT
vEnlBZMnsAGYULURKM7TbpQbpNejrHiTlqP0/rb51aXxt3m2FC95cU2tdhMYApq6tVh/arUl2TnD
NBylvJGBQ86On0zqB2O0TW8i6+zfNix+8Otx/9vwatxaG2pdFFb6k52kpd/CgfUuUVX7w20r6437
fXbpjOGgwOK4Tj+GqD3oddXqT4mTSp+agYZGiZfmfrat8K6sM+c+b7RhY2ivdxBLCgESGQpYkEDZ
Xp6WxmnTUA4X/WnpynGPbpzpmx2IZrTQDDd3gi3Mx/pWelnEF4JvCDU4qeviTxZbcWEupv5UD1Xv
FYpZe8igwUevlbNP01C4N5Mm2Wewe3woobb11Ehu3tUQuGyk4FbRlfiQF4kGjYhS6CeIRf8h95S2
9qykcWI8RWZY7Iy+jk9qSzf3UpZbVC1XJhkFLfpX6H0COr5muTLDrAYNNhpP09A/1tagnLTQMH7P
hhSklDXVWy2/V3YShR/SqLxaQbyucQuF2jrB0vTG00xv9V2R985fXACSP8LQsQv02UEPUN/qnbhy
OjW4aGiCFGJv+L7L+US9TktStTef0NEDUOok3dGZegiwy04/LwH9FGlZPunyNG8JO67verGUZOsJ
I0VSSaDtLk0HIxpgfaEYT9VMI2xm1pRwdcjVAxCT+zmQUbBMw3hnWOgOUSrv9yUYIDeCo/Zt0CXm
Lioq+a4Nmy3g+uU6gBvhoif0EpB1Xng8TC6/S0nSKCJXY34VjRLOPcnOTL0PYrmpHT/QNAC/Q9El
w8e8L0Pj51j7X4xjlt5ocE+0mazha9GokV1FxuzrVFnxPkWO4cQkRn5qWltN0Jf3wndT1CloQUVc
0QIzdzlOPSFisbXJ/joDUztkltLsRzWb7xyzh4BBsujvd1JZfraRAnMTBEx/6tYlJYpx4Goi2Qa2
hA6pS/tGpkw96e3kWznRMHLnQLMoP7Z1NJi/pXWkjIErwR2wbLjOVUJBmCW5CEUdWVtufdikL82q
cV3MnV6r35Y2l+iQcyIz3cFIZdZHK2uqofUBEMn9e42mQ/sRGKicPMxtHrWurgZA3qGRCHZdwAt6
I+y69Dd8kRA4hq6bdDcVPoiiLj+MiAvInhnL30BJ0l6jp6myT4KiG3yjzetPdlENW434l96UPDYd
8LSQks0XuOtXYElbgsZvsIzoL9IdLZLZ0/iMLOHkKnkeff2Ze/JvUyIQEdo3BLMrxx11PQcOSfu/
aNaLtTeJ04N1o73Jzj4oamI9zkOEFiFnzTI2Vnw9r+x0QPQ0SZCgg4pjzTZAbhvRKWdKQjcdrP4+
tgvtMEPvr7mxZUp3EA8UW5Tvr+YVWC+kQOQ90IDEs66WcgiQhcqdCP1YyaLMLoWd4VUhXr2Xy/Bw
e2IvPTgTCy2NcN3kOqj6cagut42ED7Okrm5CNzHM4K4scur6WTm6c6XEb8fF0t/CnZa6kbXkd7dN
v5pZILYiLcemFXwYa9PNMpAnhCASyXHdnh9KHo0eKl8ViSaokNSaSuBtg6/mVWD0Hbq5aKECjrOu
frex1INsKQLG2gfJ75AfVqYLZKx/ky+t027E6a+tmaJPn+4ocn78unKQqZKQOV/SMaJqDNYQqFGa
u22SOY47clNtWHu1jjyBKPCgQYV/gm9yZU1e9HAJ1cyMXDnU5RFrcIe6jREFOkWQzEgFopfWBMeY
y7M26/an23O7qjWxkZjZ7yQOpAwp7K5O6Ej6NtMGLYhcSiGqDLWwlsx+NeZ2dionB5WvpgwTJLzl
xv4a2VD+u2nnyJ+6ru1+TgGMbxGqv4Lpnzqj0EVefUtEyLxYzmhFbm9p8aFXs+6+K6uBJbcK9ImW
LVaGV7NPiZGUFjJudG/hJFanSB36cCI7ScdCMXbtE+XUfg/XlOTqWRYco7Ts34WmNvoGkcjGKVrH
G7AdC5kejjDDJkkq7ukfQlpETqzGzgdMT1qSf57z6gkpZu25LGRKyJY6H1PI5ze8xgsj0L9fR5Sb
CLwI+SAVJUcKeG91DQ5BzE1UanLk6gTy7Xu5HtvJb6Z8Ljx+r3/QzGgq76ZsUj+bXR6/03K1L76Y
mTK8aWFnHF2jTOdnQy5ixZ2sfK7exEmhfwK5Z5wVyHcemz6ifz0OjVE6tHRdTr/jEsc3nUzfsdcR
wTWPFhRe/fcXwn/8Of2v8Fv5+H0M7b/+k9//SXazicOoW/32X+f4z6Zsy7+6/xT/7H/+2uU/+tfb
4VvT9c23X85fqvaXfV98/dLFZbH+Nxc/Akt/f4n/pfty8Ztd0cXd/K7/BuHbt7bPuhdzfLP4m/+v
f/jLt5ef8mGuvv3z1z/LvujETwv5rF///qPj13/+SkcB3Dl4H7KEgJyAOrFp/uNHe3//5YcvOT/n
v/539qX4+suxFf/Xbv6gb1/a7p+/qso/YPFAr4QSLBp8sqAEGr+JP1Gcf+B/2UDUggnfiB5+/aUo
my7656+m/A9YG0jjAOOlmZgezF9/acte/JHh/AOabSqcwGQonyD48Ov/+eCLRf33Iv9S9PljGRdd
yw/mUPx7+xIii5tV2IdGRTzQVrlvvUlrJR7ixVdxTW7Xk/ZuO/NU02QBC4I57X+Yr7/Nb5kDBchM
k7ThoS/cxw9nlEQoQCcnghbcUaJdVdqqO3QZ0otyHuzahMvhtj1x5tfDs7noSP4xW696EVJadJza
yGTfkvhlHJXubMxZ/ygjfuXPbZvBr1rOvNWiDHV2dVE2fJLwr2v7pKgYLl9AuLbyv2nex4pd5bJv
csMea7mWvCIxtpzQ5QX7sogkegGJIQtIj/YrK01YKeqgsIgV9bqE9gcOqVl5uRxv9ZFcmVBEPYiw
BR8lG3Tl35uqTWyN+o8P82V31wGK2+UwNLiU+7M7JY6QCeRy2HUjaDktGMsNd7tC934fKvcKAb74
Aq76yw2UOEvUk/ViA+WVszMjHtt134U7ByaMx4nD5c3QpVcge/wRVlrXHBIDKRinuGtLKXvL3ovv
VLvPfCkItirmLyjW1WoTOcJ/hFch87CG7Ol2uRS1MS5+vdTL4CU4+SeT+RIyongCNzLy5kALXJK4
Ml2v51yPlkBswL5GRLyO3lNy13ovpTj8vIxllHjhMMixnxl2NiJlW8dvjbhL/pSrPN46KeLkrb8d
dWiIPkDfydB0X07sFNtdUQXB4ksKT7SxtqpD2LedNwQDejNW49exFfhNrU4bdb4rHkgFdIhMAZ6Q
59rqiJR6XKClri1+UFn93urm5VgP4+wXw/RVHtr3tx3Cq6PC2Gjwpv0ZxD3/ia/5wQEF+pLODf3e
fs1Q9iWUSu/ywMzdqq6q7xfoxf35o697dfaFKV7JNJO9FE9Xvk4JzLZW2kX3y6o80JCxvO2HOt8Y
z2XQw3nACPQsgnWbmJc36OV4lqDSzUaEtlPXBe6sdPUu0ZuvjtHEEEI2i7csmwW9VysmbBLKA2cS
D/91vVRS+hbOm8TwhzIYH8ciq8+DHkS+A8ku+jpK++H2mq2ypn8PUoBgSZ2S41g/IPK0n/TaxGCc
gw4QvD1eQxu3Tx4Osv85/Yx0wnTfm3X3PscjkFtogbwbxRb0+vqHsHnIYgre2jUDmGGOpPltSfeN
RQLHlbT1OcwsbYeuVOzmSgW+rpe6fdhmpbsYU31sUnTe+4Fb9faUvF52hX4R7m56RQzig9WhMasK
Mr88NfyqziuXZEdwKPVuZ+tQHzmxXPGiAD1x2+ZL496Fi4D4wiTNRcBLoosExOVeMwutnlOCcB8p
rM5L7cCbsnJ2ZTh5IEhKoh3FkeIQSuIb7HAn5xOOj3TCHhEqan1BUtwNYy37kaU9aHXd3DtmqPmo
y3UbG+bK7PAKEc3ApBdpp1ldUn0No6VEpcGHlu7JREboXYgg7lNWmZ/LDiJ1IHB2tGHz1cVI+oca
CTcSk6NyJC8nRzch2AQHKZNsrev7oUXQi1JS7Jd41Q9yNP1ZSmwUx66DfaiX+YavubY2ZEnwNOwJ
0MTrrgfo76IZACmTK7cW02zXz0YOlmrKdd1vM62nyispu9hOSb7CKud3iV4eZpnHPgk+Y2dMrbrv
q9z04XXK7lKktHYmNULX4eHq395IV6cKNis0L6DvIql0OVXzXMLLNSyyn0AAAs4LWqul7GAYGYbK
Rx/nWNOvlrfZN2LFdAN49dr/s0wO24L7RkD/V065reZe7WqTrTE26Q4+5crreZ/upGL+cnuUry5U
sSF+sLS6UKmnx8rYsiF41/cPaQAJG0Fnc6paCekfBc7lkCv3w2RUW2RH17Y/lxxVZzKRImd3Ob91
aeRKvfSyP8GRvqubSkEm0YIjk8b/Azwz8SlQNwtK1xb1R6OriXVG0+noS5X9GILCg6JX1l0RFH8u
sv5oVkJKJ51rfwoH636Jqp8NIZhqqCBAFQiQM5TIlwPue6tNUuBY3LSa5te4ljckzItjWujDHvqP
LW2ya5sILDF5b/K9pNJWE0zS00TIz5J9PS+QG0iD9BCk5h/QVWyV86/cOAxNPA+RVQWAtXb0qEov
ZcP17xd53vlxGg5+UcD1O7d6fnDmpfdqtEQOkz0UCBsa0Y6EsLUrZFDst7fzqswkLmG+hK4jMkpM
Ma0Kl5MM73VeFpEq+43dQocDR48n2mS9okiznVVW9lupHyqvy3t9BwF14DpzTQP23EZvtRT+OF3t
plPJU/m48WHC8OpaoqGWtkIdgB61+dVqRHNPFx94YH8wwtaNIvXY2NU7FbSP2wTL4sZzPh4jNTZA
mgSBNzd1s3MaXGChbIoqvw6NyD2RlCc4EMG0tgovtaxpcrNEZpAMZOD1MHbtgwWVDtMYOlepzOT5
9uCvHfUf7a3G3i2JXOvNqPhqBi4xLCoo8WghQJhDst4JPZOH0cm7jcvm2lHH99NfSdWJDOvquJn9
gIjDoCh+Tu7Jo7hr35n5fJY6p3QNOYt3hTFmbt/06CrVXXq4PeRV69b3jQg3LpUBoS9J2etyI9rx
wvsNYIkfloV5JFys3iiyZMKwbufIUGXRzsiGySvEuyu0xubUoQrywF+jGz93Rr+iY34/VBmd2C18
xQUvsY0JurYLICmmLIR74NCvHqlCc7vNUo1DCxb92+Bk8CzQd+DVAyiDubHN3e0peX3VQLdjEJ1x
LIEGromdRpJbM4VNxZ+iKPCyTq48GR40uvTz0lVr5eyYhZe1Svjxtl0x05cnD7siPKCDBkzqOu+g
B6oJ0CdQfGNW46fQkUtvAAK3seCvtxtWHPLoNKWR413XV9Vaqgw9MBS/x/k/2pUJ+ZjWp/DM6d0x
SGfTrcsov6uM4Cs8QPZGwPB6LYV1An6iOyB8r+TfhySH7Za5daTIIXQ1VD9K7fA5K7i3w5rM9u05
vbaWgBdEBp0In+aNy92ddVKjp3mr+k6X5NxlkeMaS1ERaucJD55+OQZGaLry2C4bu/baapKEFM8K
cnMkKy8ta/BC50mEZbmgMTgkfvPbNPs7rfx/fRW/vjs5tJSj2S6gIuHlurTSGxqUGUXP+Hgs7BSj
tHYzWhPHJEMs8PZUXjdFUwF3A5HBOg7SkjEO1JoBRRUFGCWvhsO0II3Ulz+f1+SKJpikgEfhkOTU
alRtOPSRnoHtGORl2Y9Z+kc0BKEfmx25sHn4uXZq4QIxh8o6EHo6c0mHXU7iAh1kNxiF6gNmTby2
5jGqOknoqSm/3J7EKxGIaKkBw8iu4P5fIwpVqaq5QkoV5Jfc+4Nd2V7I7bmXunHx6nRyQJYkFjqP
RfCbNKqaX+UTiOKmMTa+5JofQF4Dp086hVLtan+qS502mjGo/gS/+H6k4r7DlcPAJTdf5jFHdYoK
7uNs1OO+iyR5i9Lq9VVLaCEKpuJxJ9olL+e8lEwQlXmq+BTyBsrDjtcBIM0S+ZzkVnqXZ0G34dav
HUgqBmBoiOSFetylxaV2rIHXI0zqTdPdWRp0PdR8tsQ1ro2L2jcNPgBkyeystq49p+ioB1jp5zg+
ajKoDMbSe3lfvKORa+AVEUf/H06OwBnciFBLoV39cmSxqaQFSStxcczhTiql6qSq0XAoNb15R0li
cCkPyAezhjb19na+5s5fyrOcGh6g61WsI63XjSpR/aRSHa/sm3mXj0rh91EZ7Qa4uDc27TUfBAKb
hz9QBuItMfs/5BvHbkr0UWJ2taCFNFmIkcdGEe0VixN1e2gv/mx1HfNKIAKA9IAsxHq/aAC+RqOI
OamtNJ2rrj52shS7WhM7PuzFjSsp1T6bi6OTKc55rmTnTaPazzINEPvWkEtosEf7nRmOuhtx5bmR
YkreYlQoNE7JHZim4CBnpekPWvwMul67k41IeValJbqPYe3ZwzmhuoVsj4egBCXSIvp417VkiGDe
GI9xAmdLri7NPUDVxZutzkYBV+n3t2dh1Vr04hu5VQBjAecUzmKVEU3jXK7CSOU50GrSm9yZe1rW
04XcIcikKZngM17abl9pkr4PAs3YD22Y7ZMkzY7k82o3qelGzbqq8Qbg7/f1HPW7qB62NN2ubIyL
z1y58GEo1BSGP57mNIP5ZqW270jBlJgKlw0/cmXPY8p8Ab9TUlznPIJMRZqo4oE0sk9PdrZ8aNIm
/dhRMoOYd6Gf6PYSXLUHopbKopCAtlcrYFmhlI4iYHP6IXiXy2N31waOsW/6XNvr9ZhujO/qVFJ9
p+5C4CKv6Y6ksKCd15SEn1TCczJnlSeRSd4NLVKHt4f2Us5fnzH8Fi6EwJdYdHUJSXoywgpHmoMG
wu7jEgUQzEeLJj1NxjCGXgnE4DGdLOvR6eSnMZ0AnaVpfKcFkvMQZ3X1qVImNwI1h0aFcm4mp83c
HBkC3YvQi2JHdlGrnapqcmh7K8ErllW3Az7Y+NIE/MobLdB+9E5PlGaCAKSFN5nBAJMqUrmFV9eV
9VHuJpWbOQqMUyDV6CEqUm4vrrq04+PkxM3JyYp8oTKm9e9BgeiDS5rUegiJwfU9iJDobZapmexm
oWp+MTKoRtzZgL3RH40yqw+KVRTGPrLUnlYKR+lt14AFPaWXOe0+O0GW/qUMZU9Bog+rAwQ7zm+6
SqbLtwpz/pTD0k4zsKw2+8roS9VDQkX9LedxQ0fCaCBVg2Zzq3mxlHS/j0ldv5dnQ9mPEPEMbqtk
+kNVWNVn5AaUp64nmnOhEtiR+wGHXyjoU3mdiXKcl4dR+zU0+hgygSygnZFSEI4AliqojUJwShtb
/solyoMf5+sIvM0rAuGFiMECjkGyj+rLHfrmn+qsj3daXyu+baYFAmyttmFzxRD63dOJnAfAHtjZ
7LXqSq52XV0pgeynS9yHXjtMXepWkNlynY2K8inllYQOsqpRdYa5LXmINK3OXKnlReqWS5/Mbhib
VeQCU0H7fGpSF0mO9nMEu9K7akF0UlCHjX/UUms9o6Wgf+21udnCxF87vUQ3OAtkzAhsVzekkRQw
V+tMnVzwuNEax3K1Npp3HRWOjdN7bZWEP6KZk1uSS+LyMjbqOrDVoSNP2OMIgT1DtB6bpTsZ9ltD
7ySkANlstz3G64o1KkK8CyxgSRTMXtWMAPAXfV8Nst86qeVrTmfcy3mk3lWh80bQi73t8rzwKtmu
984cKrtGA6Guk7Q8zTb6E2GcjTsn1/jTJrSeb3/ctQmBigrMI3BO8aS4nJDFbidVRrbdD0LEg+a0
yTyS9iaN+qiPJUE6vhmSTfKPK2EtITQJGkgCyKHqq+Bv7OGghjBJ8QstpRLe6uX0gFDIx2nS0k9o
HrEgFWD6Z8MOe4GqmsLnAYbfj/OcB+9hKTE6N0zC9t6mRr31cVeuLir4AAih3cXfrcGDBhombZFP
pLYkiH+seP69rSAumFAM2DutoR5+ev5FNy+IYcqa1DZXe5+LRwnmfGEqWlnfZTRDeBYNKdTKIvMx
Ta3YVQuOwm2jVw4cwSGgQIHYFaQzl4veLPZQF1anUDtEP1lXEcJe4DY4dr1eb5hagcRfXBTlMJhr
hagVblV8yw/hr2XVJUvLAIG+ZD5c8tUuoKPYtcZOcTVJDYRybLBzxoXnW27fT6Nc7KV6Tn632nLa
iMWvPCBfnm683uhGoZv68mOSdnSaALi8HxVOzXGUInfIo+WEiMjsCtLE+8FOag/5ttivjGQrbXrN
E1A2twhQkMoiSF9NxmglhtpF5E21xrS+5kofv1/0xUBpdUwPTm5o79LOJoOd5s2zDRj3fbWgmlB1
FVMVARSsumJyjdjk3dLK84afurbzQcuTrRSvslduapmcLEhKsltSXiuHSk7OejMdVNoXTxlo1Y27
awWSfdkYIN+go6eyIVqhVpvQoZlLtmcSJhM8AD4FOdVNqwXaFTlvvSYGIaoWJRAavfvYSMEBSsJh
o6BxxQ2ROKE1BIwuTXXW6uypRpWHOkUCFLU43LTjqm48wvx3+7Bd2XOgYIGTQy9kAdtbrblpZYPS
ZiMqkpmpvAMPDBI4nHs3G7ppb9hq4afy0BwL6MSOfT1u4X+vmQd/Sh2SxOnrDn5qQVE2zK3mLwPZ
tgAlA7+QS7I1QZ7u9SEz/BJ2g30FlfheyegPvj36a1tee2mIQEQal79GREV0g8pxTwouDtCczGjN
vO/lwfFnW8n33WDP0A5mJnnGyd69aFiTS8o8JJtVNxnNaAevWuprsfFkV+OWns+Vy48HA50UInct
0y526Q5iZ4AXONRUCDarwY8WVXlsuMWPGnIabqplyH8uy1Y+4JpREbGBPqL/D8qTS6NTr4J2MiN2
3bzrmyYFHV4s+xhwNnxEi3U/dxvbfCXd8v2kEd2CARehD1ChS4uJjhDkVGHRGVFhN5wi2avyVJLG
auo3kRVpooLYuzRH5YdllgYXZeAJhZPmS+YkoysZ1VZD6RVXQ9VI5BORRhD0yZdflOUo1JR1pfra
FDfvJQvmA2montuqMQ9qnm2xNIoBrp5sPH5pRuNtyAys4400JL2lZYXmx4qR75LK4EXUE3KZTm9v
3DDXVlewMtMERvMRV8zlyKr/pu68luM21nZ9RViFHA43gIkcBlEiJeoEJVoScu5Guvr/gbz2KnE8
m7O1zv4Dl+1S2T0AOnz9fm/IhFWItjXCaTTXRNVl9DvZ1X5eK/e5WjSr99I1//uLW+lqU0vTgGH5
29tBLRZ5EXuFEdKVFjephXksntNZMGI9ECIHWvD76i1s0xWg73IRh4bcgCunx8WFbuNkwyqHh/KP
lhc2NmmXaxHfNDeiQ1vkDZcf2A6dVzdHt1257VZbbVKQ2dRHdkjKE7Q1HIzIW7fnytuomWlvRsMh
Adfhd7+/D138LgQ3YPhIPg+X1bevKKtadEqSV7Q0Y7sVi7WEU5k7voqpSJ8o+rZcvJf/Ykj4WSsb
Z/VsWhfBb5VPpqX1NJkTG/+SiLtKGzGSizr4NLFbh7xCZAqoqa5tuJeW1kr5gJQACMje9nZUUSxc
pcrECE3kvRu7M/5K3TrGHpGYIDObvGuby6VDlC438ntKeTrCZ51OJGo9jEr911O6B43o18DOtHwb
uXWzi4zmR2rn0zGPy/i+IZ78EJXsQc3gVrfVZEFpRYFEMXrN/uLSimf5wVGgycTN++xzW81ICKBM
TTzgu+9LpENKI7kzFI5R/RcTi3IS6qrzSw15NlLs9WmawgAMWyV2Tg72mYDIi7MT5kTzTljqTWyk
f87vWZ1EuDjpK+PrH0o13K6XNDaFGSpmNW7mKd6tRrRb3C90yBn1J4hPn96fzJde6GqUTguUpBWg
87fTaiK6I6sIAKN2cYpgbE0tkH2LELBPrwmpLzDZoAPTIoSCTKsFsuXbsVIjiS2tGw2AM9X4asdD
ureQD8ssloHXSPa10ks3CVdCLCELPZhAp09VhW+xaxHcbWbFArtaaQ4NdfSmWrQCKjHg91wnV3b7
S8UV9SvEfix8Vg/tt7+UO2ic5z0+zQSsOL7ext8qqXXHpOvaAON1jEMtMsS1OtE2UO6uKZwvNIrp
iXOLwdZuPd7PzvWqNisZ17FJ/ToPW/zkoVz06vA4yb7ZcTapt2qZfbLdaT78+WRYI1OZgoBOnKlv
HzsZgdWsqGDgxAKuUFej/kkZQ+4p4r8ZCjta2o6YCiIZeTuUWRtxErXM9D6qUNWrQ+kXCSY+blte
a7adCbn+rpPAK5l5gFHIKc7GStyi0fQJ4LI2sh57RimhvPfLxlO018St2tsp8bJjO7V/0bHTKZqs
ObAWD8X3osNWlBsVs9qd1/d5oFcGV5cI/W/Rqb4NegDrqBhvYo7FXWyXql8n0RgoSmtu3v82lw46
zBzW6+2qSTs3tJg7pVjibDDXHv60TboSUm5ltsfWabtAxv1AVdBp/8VlDuor8Xf002BKnLv/G8os
86ofeXWtTG9ydi6/JAk9mJw6DTuhzqFRmM+yJJCnrkVxM9S1dmUtXmpTszvB/sNjnt7DOTBvmXKQ
asSTo/jID3BdDBzaCOQZrBFJU+8tD7aJLSXCQek7JL0iqoiysEzja3FjF/bK33/IOYSU0NiLcoc5
2yhjDwGqbO4b13lJpzK94pl9qfIDRcC/hNsLV7xz7SFoNnLsSDdDLcbj3RNQDxpr+plXo7u181rs
HDnJQMUULzRsRQkmz9OvrNBLCM+Kafwy4aGVe75E65LQsTTXzNDrxnnfDmaMla+wworT3yehe9mS
kWtuRjDQQ2EYXdCQshVwH4mB9mZz+/78v1D/wCzBzhubVf4yzzZFL3HmqYv5NVoTVftFY29a5lq5
hZ6OQx5pUFfGu/Sx2fnXPhdiA1xH3m5QbTqp3QDhPSzocfiuruSHLMEzeOyMa336i0PRw1tbebip
nGOFfezM1ah3ZtipERuIlbDtWkPjTy228++/xQtV3S/V4f8d6qyKrEa8ciOMS8Ks9pBRE1ex0fvx
Ghp/6WaK0zjC+5XNYv6DPua4kdO7I2XajJPENxvMKYAwlPs9JPtDP2AKrWhadVBjoyLkc55QQAED
pxL+JkrpZOdKwk3ef/KL2whYDUI6WulwC88uU8nU9e20Hm6rbTT0K7iBidGAUOhdu9XtsvsrjWas
ZBdyh0eEPYek65NdNgp98/4vuTSTgdqRd0B849ZyVnJZM2ScrmYmJ2SK0vBrs1tDNnaQcLRzfOTW
tVJ+bX6cXZM5aDFLoZgHBjzv2jaEmVkkSbBvqQ+EuaBLrqavsTJaOzlnLi2BErF4a+XuJo2z9nbs
Em+bYjf2nHRjcsWM/uLDg4dDEuMj/OMsbtLaKpa6ZwIuMiW00F52fdG2Yds7Nf7rjrwmW7+0uMAC
aUiABnIGnK1jZR7qpicLM1QNAkpKHNpCdKNd4KTttdPyV7F8/qIxamFzYuWwa6y/5beboWMu8aho
HexBwN+NiqaI3m8/bRJyQfyhivvQroGmPUwBwnqmbixkqQUQ3JVtp6htCI4db/Rcc46WaJpDhSf9
yTWRELqFOW/ztsLqCJjbH0y92o+JNft6PGKuR2bArrXKJKgmw90mitPeF4gRt0la6ZBSnGv42oUC
lRvoKq5e+6Kold8+J1YWVbbGSYdlXaahDsIc6jgC7VqwpbApBOhynsyHTi7iyq3s0vShJkZpilMa
9jRnIyNKIp3WTEwYo06/k03dP8S2UvukQkbcElT1ynS99KQwNR3VoJNG4NLZpmE06mIlkIkR+8jJ
FwN+hp2SnGDBiENvjvmd7IzEr7W5u/vzTeL3gc826nywiZA1WzaJ3pkDPZ1sX8f52rdgjfl1atj7
98fzLuwRK4zGX2su4K/d87epS44n3TEVpgXE3/yna1XuMZupLN1lHp9oaOa3JbMpSMmaI0XGu0be
unQ3hAsHZE+8D4j9+fGudJ1S5lTw4ZKROahGdfoSUQ4f68KbDknljoHodbEvJzPajqbQ9y1aiW+R
abV+X2KuplqDBOXvnaD21Grj2Hq8jzlZ9kOaV1fe1QWeOo6ymk0zBfMTaNln6zzTMqb/3OqgEHq2
t4fquzG13F0cEluwOm6CxnFHP5qzEh7apG9dQQsCGbV66nW788fZyW7HtjHu1NjuNwOl78f3v+bF
ww6/bd4k+/5qtft2hWq90moOo4ZVq6RkeiyFualL/Xu6GPN27JolhPDhfiav194aCmCw7djFvRol
3ZXD7tK8QtmJH41DJfAP8TGujZqYLCRgpsZNWkAPDEolNw+kU8VHbLTsnRzMl0Wo6jadQe6unPqX
dv/fhj9nmJeJhUuqB3GOgCrzCV/qEgULuJ1Pyff0/ju/RNJbb+zUGAhE+O/Plmw6ZFgAJTVkrDzW
w1Gfy40cVZTVhBYdJDKVx9jV+5PeLBXlRzbvYrVKDg3+OcFURdYjZf33Us8+Mn/NI/xMCxnEZN6Y
Y9KdaALN34iPghGf2VFQmkbv62MuTolctBeJ1024qIMIstrheLfyejd5AyQdPa5OhAVYWxwR3G1b
lcbJog99tKTebmWhy42u2eOVG5t+qeDg+UFIWbFrj+rt7OM1mLjMQo3kyJIfkgRBL5I5B55xHAXo
PowTHonOUS/n9jYblmbrJs14s6TCDlIM/O5rJxs29Jdq32gdJ5SNXJ7b0dbvY9lUO8MmhdVPs/nH
ktv6xhqca52VS7MGjYe2Vimc5+cqU5ChUdNLVwsFkSzhXCbdDupyvqPn0V05YC5c67nSs+2id1mp
8+tP+W3ftcx0cOVAG20u83yrwQ7xlUyWd02T1b4zySqc0eT+UdDeL0BkDe8ARTVWasK5m+uk4kxp
Sto0llPIrTFY5fM4Ot802GFXLrKX3iQt4PWbrsam5+mduE9zpVEYqetGccDj5xh5g/6QO8a1yuDi
SFS34Io0aeAMvn2RCC5atLjsyaMomoNeVvVmIa9hozvjtUyfi0MRafXLCwL74bMCfmkBz+DN8c3M
Grad3RZbByeqME3caw6EF6YHtevqnQWPm8LnrN4pZwvMMaL50vWxIM7PiHeWVncB5Ff01Tkd1Vm5
2uu68Hx4TcKiwuqJM/lcmeiZfYyVnqeH9uh6G8yOC1hL1oTRk3cNaL2EzWE3QgsPwgp2OOc9zB4n
ES8iDywcvK7azTYcyhTiyEZNVPtWSY1uM6H53ipKN37NEnKCEnf1I3CTPESE0u+UogaS9WLYi1hu
hAxgbZdWcU/OEKuPtZ7pMKGN+kejCwCDIqp2+YDBXNo3X9/f/i8VBRy0NKLof67uiWefSmv09G+a
BaKiep8iYvAbpY9PXdHFxyFqqJFlVvlOX2TbFgvvnT2p+cksyjqIGgRB6piJsCtHAy/ryvYVz66f
3/+JF77rSsPj1mnRS0TS8naJuEOajWrNvCVXQTkmSZEFJvDJPk+Ua5KKCzjDm6HWE+K3bQ3ADpPQ
yISwPkN6Np2pO2aJGl3ZXS4UF8wbOs6rWwWOsGdVTjGWqSUATCE9WCivnXzY9a1sIAA53ia19egD
VW326FVGc4B+W165WF96nysUiy02VC86gW8fUpU4ntszRgdT16W81DQ7Lqb4Sxm7fvfnX46oFvwZ
cPhHX7/+kt9epyYMWCQrhQfDxPpjbRDyhHcYMLZh/Ntj94/Mwe6bH9VH0f34IfD9+t9g9vXb21yt
xN5Ye/2frvxRpd/eeHrxL78cvEz7X6tLAUgEL3c13GJJ/O3gZRr/AiIiQBAnLrxG+aP/OHiZ2r9Q
mOA+Cu2FihYJ2n8cvAz3XyuoQe0DckgIKLTLP3Dw4jZ9XkmxiDjz4S3S7YSafu7239m9QO8rs43b
VSnuI00SknKOPGpJHJjPdhxYrUGESuqIJwP5EiwL+ytncZil+W2i5NiGO8/lkh3iuflszPaxX8FF
HKnzTtuLziDesN2PIHX+bEzmltuV38VV+ZwrfXKTZ80h75F74JcdGB0W2pqXFl+N0hPcXPqtg/1G
ZDcRhC5DP065dqtO8TfMpynKoEYoK589sarMJ4PtNSZ7wDeVuA4UqlJob+XHFrVVmnHELLJ/VuY0
DsxmHA+tlekPSaf1frEsj0JYu3iIs9vUrFw8l0r5YcyWLFBbUWwmyKb7qWuFr9hAh5FS38v6Yx+R
+Iz7pGEq6gc9j/FqbjPpR3Ia/CnyRr9Py4PIsxrzWKPyq872nnq1uY+jxtp6ZX7XSEPs0fY122Uy
itd+ULfcm7MD5qiLn5SyD7QqWi8y6WHM5pcW2WCgGcTRwt4/DbqGJ6PWb+mWe9siHQUa/ijz5RLL
my73yDN2n3qT+HmnFPRZsyeco3G2MQbtg95Le+MZ3POHdgqIdH7so5d6mAe/m9IS/k7qY7jshKqY
D2JxPnPA/DB0ORBz6en4Xlq4HzVVOHIJIANhZ43Gl6oki1ZLlq+R08RBWRSYKGKi5VeW/Kin1eg7
VR9DlK67J25wlW8pBZ5fjlC/IItD2d6rT557r7rJ3YzPrp33XygNHjvbPnpaNO47Oz7Zom8Cszc7
P44j2MXY54tZ7cg4Tlt/UUbxPBSud9f3MEDVpflaamJ8NWu931dK8TR0ziMC82QJrGx5KDPc9mvu
RH5pJ4mvIevxS0U/6T22bjCdeY+OBUgbOacCc2I/0od6E1fKgxZlPyqv2OXzlAe4nRyNuux9NxOL
30LGitQi0MdqCrNcvmbqc91lz50LfV/P5PCaYGnpR2ku/KkbbR8lS3Svr0kmpVoq25x2z96ZkuF5
IKP6CP1r3rRMyS0BKI/N6CpB6xLRa1RlEmaDYwWtmluBtMfoRwr1y0+j6Ql7Z2OTZh3+OEYxBXAO
yNssFBtXpUXfx2Cum8aM5kcakC2pdeW0paVYaQE0fdPX3TS78dYGZU6EzS2eshtzSQ1fDhkuXgen
nb3bordTFmnxtAAIBOxfqMXNXYJH9Ydlkg35Pu4UFKZaPDlDniAD05icABkBFtdMFGxTKyMuQ0uR
j0PntoRJxdw9nLb8YOnzq2fm462Lu81xmPoq5HRPNwo6tCaAFlWIbWcvhe3PEpqjWjntbWq1M51C
vX+CrJEEY6wnR5CU6nOO+vOBGMpWC+aks7cg7TB0e0v+pShKuZ8Tgl0CHKiK2wl+8Qd2zAx2l0hl
YDpL9qQhuLvPK7zmw3KOdOGXi9TXCWNPj3mSTfeissebYnSqR8fENMF3Zrc1/dxruwR4KE5hINpQ
BqZMLrth0a0Nfmjjk1etucU9wU9flSlJj7LBWwUz5IqFJOOF9OSqK3VWZmd8S2M3/tw5TWFsNS4A
m94Vy0ZbsZ4ZX/Q9jSJmvelO5aG3uYTjE696G23qE+zQeZgF3pw/qCoNy2JG4W5EvPo0S63bzG3H
h0kfSD41nClIi0keFisVr1lbp35eiQiLAVl5B61mEZPulb+a0tEC4XTLnTYpUOrtGD90v0FFfNsZ
ZbJdLOkh0tPt4ZlEgvjUYx4mg3iJ8hCwGjlGuZhbrak1fua44OtndNpNJ/syHHjeg9om0wdIGPbj
1KrdjZlY44/Wg3vke86YbOYOb2HVq+YnJ22UwzjrUxk4omZVuRnRoq1SfcckpN2rjhQnaMHRttRG
PTAV19sqSdbeVJrihCVb8Z1uKe6XOEoK/HrESIZOFcdrGFZccR+mRNaLMvqG6eus+yTbDF/hkLr3
uh6LfZtr/Ye40MdtYg3FLmKLC2BsxEEsEUUSrFo8QRZWNgAl8mBbhFQvTR5tc87VXWeZUxVMszak
/lwK60fpZdpJJnn1VbDXLDh/pWlYFlb7pFReH+SD7vp6v4aogVImCexytansk3Cn/jbqFRJOuZlZ
7NKV7h7m0l4Cr146P9Flv7MSsewS3a6D3EtRd5noGTE4MJNQKrG+qeulP6EyW/xmSOwbuLzys5uk
OFxZav4hjeJvIkq0bTzTGdQKtwPsJ7VsknB3+gYDqEnUzpc2T/rXWUmzT7FBGKMhdf2Gpir/d5OA
Gh/78mYrbas5JJqMWfvkg+5bFSFo3zTFgxJLd1svw3iH1PoJjyuxJx8RY24nsvzZNssPlEQOSqhx
3E2OKcK6ZLeD+NiecjkXfkTrAtXj4uzxH5ZcZlxl7yZr9mpeG1/npWbuxUu7VQzhAjtGn1s3nn+a
pVaepF7CK+y8D8pUDk+Wgr9+3/fbCR8XrRYviOxgyc9ewsfYRgMOGEOkHvBA/hinxmY22mQbZYRR
2u5rV4nN4hVhHjlhrlWv9eQcJzJq/NQsQhMU2TdBpprGqQOvzPrQJHXXL1sd+VRHrIIdWzsM9r/Q
d5/82h4iItLqAALSl36uw8icJOJHe9q7jV78GPolf6z0KHsW00wXok/7LxEuFo2jVPflbCs7QuWM
23we1W3hmOlndxq8xxkyqY9lorWp7RFFUJqsVsGZeqSGeDS9PEBjGUCNNrgiYqTgrErtzLnHU3Jb
dm6wsBjDfEzXZqG9LWzlkeZlRLfYfEwU82VWFfHFirOXUpm0k1W06T6l0GokUkU9dK1+a4pYHgo3
ChuSzINqHoutKGffxb7pMLTxT6UtwyThQEZMkvuwyA0fTbcIyx5qrZntTTGUZL6O9KrNFlVFa6Ub
t2w/kZfU7B3FoYjIke4h2RvLxvXbuf3hsm7F2D5O5UfpjHsYaS9eWm2Qrd2pQwGFlBB7Z5m3ZUtT
0vs+1fMjFOpy0xIbTHOYDzbQPm678S5xmzv0bS8ydcvNqA4PPSdpng3FNq56n7N1J1ob+y9j2thS
d8IU+O1mpQfkKuR8EkSelGXRAt2Zf6o9JlqDXdD8HMwJox18/U3i00KsCl6g3O/cwd5UVNFHa4hD
LS1/tgC7ljl+JOEVdaejN+0dXL5f1IzJnp8kEX4hNtYLtRGM4BiwRrH6k22VUZgO2FBWQy/3yE+x
DWp1b2elekJPXCpfVOwqd2Y8ctz0kP4IbyVrNVxAeXwzzpe9Qh/q0U2dm6aXI2LH6EOtF27tCwQQ
O4Erty/N4QOO1fV9bLnV0SJn26/otuKRZN60nRAByrQDZRwkXBQYsPRrGCzFp0WpoatiVPpx1sXA
hIeGRybQqXD6YNXD7jw1/Skm/AhjfbAPooJtMRe1GzhjZdr+pI0cHfbyOfYmF/MWR97S7JerjtX+
ioPfjadkLmaysXNjDUTD+rmr1J9HCMskV2HeZHVYp/PTl/3oSONQd12367pqVTVqEVJ0DcZz4Tn3
MkkAt928Pnb6DP6jT4rvpqQ9NK2hBBCjzV0MUW71i7kHN1b3EKb1B81Thlugc1yupWwfo8pKvpgc
b1tdqMtNUWIn79OgL0/wuzjTqmn+FLlIeTf6EJdB47UeFmA4bTa2Q1S5EZkU0lN6Z46De+xnFJgm
Bl6IV+cip4GSDT/GypW7TCLmidrlocXXQg0NvdLuak+4GwdQ9zi6kXZTG9hVNYDjgRhV/bPUl/yE
sX32UFFjhVolBACw1WyEkql+Y83ZB6fOICIahfKFLcD9KvPcuplmKnrIF/LGFbweHDpkMM/5t8ig
BLZLpdqbTqvsY3TZvkVvIa72ro3/g2y0ZxcgPUvII9R385J+rlP76C4/o7ENEFb81NV09EVDh1zq
zcaR5akT0V7P4ttIZyPOp5FOQ7Rz4Q3kivtJlMMPqu3+UGuJ5jvm+NKZUbrtMnGf5A+ztuw1m3pq
qOcdbgXrMp3zLOyibNh141AFOKi6h8hDH9B3nKvDmA/3tiwp//HaxdTvoRCDIH7TWwqYz/G4t5op
/lIXqTiOJVnyRKwTjzNZD12KoYVjYiWqqgnFeFIrnwaE3BEHgx1/V1PI67IXeBzbMNWowvOGG0zp
bIx0KT6kMrHvU2X4ZFV1YfidgvDCBz1sX6RuEhdRiqkJItgKr9KQ/carVPp7ad9+6RVPnXyjBl2k
3Z/uil52G2KDxx96iSVgj9UH82Ae+5Op8NtyDI1ulSabtlke189N7hQnva2fcjUTH/W8ncJWU3LF
r+KpP3EmcljEtXuUMN1TX7ONzPaXyONiPpuQovy4VWMk3ab6Le3B3dirDbFrtcYNS1ett3Y7uj8n
11S2rkTGymPZKWHZZQ/JdsTipckzwuSK7lSl+QiXv5G7pByrgyOS+lnhfutrdJU+Tk0k/H4Zhn0+
iGEnPNFsM9xFaMQWzqsyA6/Gldo96nid+6NOru5Q4ExxpLlQ7Gz2jYPWZ8Y+n5v2QC/nizHoO+RZ
vDbV6J0QX7HG75XO3bRoU74MtV0/CrteNpJeV8HFpu+RyGtS4cY8LN8WrIa6sKOPcJdkJfW54czs
zPnwuWen2Cpd31CmDBE+EHNPGTdUwxbLHukrgmKyaFL3hD0xgrRlxA4CKdVnaXvDukK1F8WljvXr
2KYVE+FyF3QotbmURWP2VHLEHeFbyGPilup3J4LA4atCekedI/qmXKye0NYuVu4GetgbWm/mvOlo
2R3Lqbi10SP90FvsL5su85fOMrY5fxgYhVPdpq09HPuuyjYTHhgzt8NuCFOrnreV3imfPLPIfuKG
5wSqEy+r67D1UtQlh4Eiig+Q4vUbXe3TjYxV+ZTp5mD70rIJi0qygWVe9hY33BxdtIcHc+p7i7Rf
So0oJd8dq+wDvkNTi+pf34Ac4TpQji54Uz4WxzyyxhsSy6w90Rfj10aN2d5qdc7zgBclviZ68yNX
pf7QjnQn6AK1t54355sppgbJFgPSNuZ1KRMhGW9t/MxCb56/6fHyMljRQ5xObJZKfSOKnh6Y/Lf5
9R/Bmf+fWQf/y0DP1Vrn/x1o4H+r4uLb9x998jvwuf43fyOfnv4vxKq0HaFEIxc2Vvbn38in6/6L
/hkVGJoAWucYuf4H+dSBSwnwozIF8mYSroKkf2cX6MQaOLg4r8bxkPhISfsD4POM5QMRhMhDRl5J
FvyQ9bf9DneXsY6QTvHS/ZLV5hbkJ9vFCYHe9lIVu9jIr3FLV6D+N96WSUeUTjU6ztXaD5nT2XiV
obGpVFW8nyNAElPro0/mkJSHeRmy29lNVA7nIvJ/+x4Pf//vfzcRP+se/BoU1JlQzbVpBF3y7UPq
ECTlUJvxXrSWcsJVMOHgtw1MHIprBNOzPsk6FCAy7Tz0axjknmczVEM3L42tp/tZltnJW0wFM2HP
JEeOnnNHvKmfCuhUv/4pcdXx6f0nPRve5SFxcIV8tdoy/RPEtnJzGTG6xz1DUBmOBV4xol6UBz3p
lZmSrVt8ChjzLkvd9rUy3Gvdk3MJGz8AAju+XnSIIGgwr9++6nxkp5G21u4juX7kfNKfZK+kX3Ns
v8JkThHzYeJr3jR6G5JpKHdtWVnk6E46mNogeu2jY8tp52py/DLORhH/Gavt1+/TV80+9CeDPs/Z
74MTSW5Kobb71k0QEJfVEPbWZO9d3C43YkU33/8g5/SgdUDIcDRIndXByjyPUFY64VJRyX6vLAzr
m5rUNWhJFOwbji3ukXWbPWZdjoQ5wTTM1XGgz6Uzn6Y6z6/qM86Wn2shO4JmzYYDZxjh+NnyY9Ov
O0VG+X5ADA780cXYjQ6O3h9bDNupELokgzHi1V9S2Xy3iUPZ4dO7bFB+meDBkZs8GkukfgVSxgHc
gCYOOEKe6nMsoKZ3K6box42jUcMLjUvT6LLgavaXUwk96lAmLhI+HQgJZKGObh2tVK80h8+Zob8e
0aPo4Suv6/B8BTZCaMS4pCWV6+hqPmESKLeFaKanorNzMoya6bn2Wqr9WWreHYLSfNtyQTl10ux3
HMHiUJdR/zpolvKwiKn4WFhS/Tp5s02jIis+ZrnWvLi1BRrcy+y7oWFKWi9C/yYXxYv9CVBNDVp9
MJ5NcHgK7Wrpb0csezYtCtOP78+vs+7v309L9qNNMYoI+FyrqAxjxD0vKfaLXEzflihm+9m6RsM4
OyXWUfBeAwFGiIkw5jzqDAdxRBDs83vuaPEXZQXOItEfhm6xfrg5Bfn7D3W2X/89HB7s60YGhH5O
JHYmgheXjuGMso5vMTM/8sMm7rw4Qb0/0oX1wMGwnrBMGUjfZ93ekgDi2CDBZj8OcXxbcC99ymy1
+LgobX+URlp8LLUkfXx/0PNNen2bGoxa1MYoPjFGfbtHGh5Bn4Woyr0AHnoF4nO5sOYtKzGzas3w
HRI/n2dval5ysSIPnYXs5P2fcOkN00+lLoEythJC3v4EZVzv0Op6JasdhdJXrZk3skrhv4KgXOFA
XZg9fEkYzLRVV37i2WCDkSVC5HG3bxSn+GimIzttOjq7mmrDTwoh/nr/4c4Zruv8IT0GGjpbHdP2
PLyyJhctxW+z3qttuyyBSaNIbNAUCWIzRT2UwaLky4Pm0HZJlAyLUTRO6YnWIKjJkKRudoAA4N1W
Udq/SruTr6XeDPj5jZGxHVNbOUWmaF7e/9EXv4i9mtWu6hTa5G+/CM1kGHYgbnuasxZXfSqTyCmq
Gy8220/vD3Vp0nMJX0tHfFYJx3o7VOWmbd/ySJRDXXSr6XioyX4aj4reukfTyKubxBiusZ4vPB9G
EXhUYZOp2lBI3g66jGab6xVAyYSWbouIOLrllm7vKytS/oyr8uvzc/lBiIDkkVL5jB1KiANZz3NT
7yMxJtW2tLPsRLy4uxnMtv8ghTYfdEMIGvqytk4YXsdXJvylZ2V03CnWfGi0dG+fVaoLTDhHVPvS
jCVYBk+ozY13L9Pau0JeX5/lt3r617PCW1gz3NEM/qO0pUAnICchTNPkzDpOldEfe3vhbHbVxXiO
9d7JQhKV+qPSXv2kl/Yx3FhwiWRwZu7ZPGrdvFis0W72aasOOwMc6jFpaRBAhCii22yZ2bvSUZ8K
f+6IzQM4odr686n8S26DftjS/vGpl96NhsG1mr2ZqPYerz37MIpI3YAVfShjRbN8XPiu1XQXPi87
Jg7FXM9IDFpJKb/fmVbvOrXt2TxjfEHuIgUaAgB1S0s6JZ9l+/4Tri/x7AOj+0AWQfm4qvHPNs+G
G5Kbjy69I2q1uxRXo6G/WqVeGAT1PXMVu0/MXP7B3abbai1lwo4QT/AntEbxMl+JAVjef5gLbw6V
GoQeZixPdf7mCkAtpVHGZj/Zrfmcp/Sd/KZRp2DIjeoPpTPr0oB0S+WNJx7X6POrSFeDbU6T6PZU
6PquTFZuOoRvsVvAoW8SpVUeIlkPKeC7DafpPwDAhQvnpfcJ9c8jpQ/SEjvA2xmiZPw2MVXdvsht
JewG8xXi/7R5f5AL2/hqosnNQvMgqp2f4R4yJmdSnXLfKhbTcKFoWIAxj7EY022ft0BPqRdfK14u
HOasdaTrPBlH1fkFajGTKZmLqNwrojKfK3q7Dy541ifXqLN9ZpfXVviKm5wvAOy08BcyV+7fPwx5
Yyz7y2Kx631mGKW9n+Yhwl+WxOufLAYHgzvHU3zpeePT0rjRg1dhCEIwez0Mfmxl7c/G1IqPI3l+
RthVs7ODS2G44TwmrzDCqf1zSyDsoiygOeO2nrExMKrd163ef6JwaT6//9EurAAIvKvfAWcv1l1n
ZxOpcb0wcY/a642CTRC+TZCL20j5TPdyuEJ4vzAW3GIipn4lXXL3fDsL4ds3NANziltbiUOhjQt+
MQqw5IpF/PFjWdgLsD/RlV7Tk94ONUMRq7DlKva/EI9ehVShRq4SkmiW7d8fakW+ziYE2Lm+uu/h
f/Q/1J1Jj9xIlq3/SqP2THAeHlC9IJ0+hsc8SLEhYhJn0kgajcOv78+z61WnlI3K14tePKBKyISU
igi60ezaved8B8rFL48Qt7k2Adjm5ZpTbtTStSb6Ba7YGX2lvzbSXJ2N3TvteiOrhcNnXHz3U8/K
6mHQJlLPKtbZ7eKr9Up6on6yV8gchL20ecQMo33/19+teTkMft6/bfYgKm1wRmx67i8fQmcvA5ga
GiI0+tOTmCzxRoyFdsX04hIRmOfp+6hn/aN0upRxj5FoUdubSBG8rLspyGGOMkOXd30rUcF53EXa
agS0hRDs6GJouJv8Zt4xQ0IDQATfaXLz8S827V8d8mykXDA54S9yZo6hX8sZQ6waBavf7BFMlWE1
toGAKTckIZmgXOzZfq61BpV4KbMp0lPjfamK9fCvn6PBQ/vpSdK0oJ4jOMcBVIISArn8z2vMb9pF
5KnR7j3JKBMUU5dmN4xGewMVk0DxpY03HrtTuMrp2StK5oVocPSNg8zoh1m2z3PfQiakHScfxlnL
eRmQgSM5QGGw9NimdbQgtqxuFDglbQXcOiBQwLv7PmXgljJ1onmz6Qd132VQSpbsyfUuy8uaD2kd
7PIAyXmnlURzJ00TWeVJb6poLZkiBOMmD8RedVlsZ82NMPqr1C12g1iedHQ8Kng1wYdqFSq9srhb
JnWavGA9tGu1WTMmfKJDs7/eLDQxio1LXotfeF7IJIBWynJY++7Z1wQSHjcSjo/xLY/SoD/IXI+s
woyl7LZFWh3UUH+NiRbr5GfaQ3FgREvqgPpuySHyUYQ6NC8yMvdSUUay0GKNmVFYldp+nbrT7NR7
fRrS2Eb/MAQEJTFBsxiPO6+jgTVDrMGjjQOrbG6tlMkR16W1mkt0E8N1Lo1036zaFRaLe7sP8rCp
mu9NUYVIath/k3eIVXfLYkf0u7/R0tgIU996zlUpk8+8Bp9epo/dog6ZbV4Lb90a3U2amoAm+++E
gYWDO9Kawmzdg4DUiiBe6hxesx8naYIWaTn12lwC7+vCSTpH0Yhd3t1P4jTozjflftqrrWD2Ojc+
ut9++bRbDTUjrenIFeYRR/2XP/5YTYupIMoNaIsM7XdV74Sr7xzAUcZuM5zyYGZIaPnPwjBqNFvD
bp36s1mBCUza8mh0xn01kj9Q5V2MK+LR7NwtqzjUMpuxHLMjvUuaULfWKC0Vz3VRN9XoPqUs58or
nsaelOpabNykPNQQKgbX+JAQ1x1N+RtjTq69vgnXwX0S5fBpZv0cFkDAKi21d56Thfi44rkevmsQ
IoN5ZjK56K9O3V5bSG83hLjubHE99KcJWSLTABBBFy2YdqDtg3PfuVoHC6UEx2zjnlLpnq05QGw3
zRFS3WPXY7m0KHxV8ISYNUoK+8EnRivUquYckIy9KcsZUYRVAI8A52z13+2y/WAWcVYiOzVi2Ejs
LqFr1qfcy89Oa/dRWk/xbJA5zzb5BKzpQZ/qOyMYPlaj263UXJFMvhhKRqI3YkPybn/kRnmynXIj
VPFc6N+ai7qH1yQv5t2Sq+dgaPZaMLyjW0HEbXcR8/Efgw9Oq71QVNvPTLlXZtJfoOREveUbkJKx
ppQdVZl/GpcRA6Dap25yaMu+j5gd9CdVZNvKkmcgvQgbvc3cOo+Voywc6A4/LDtI0PF3mLsC5Yul
qXsivfywBvotxXRodX9jTnXY2P5Bpyerj9k99sxIdOUJ5mM4+jn64KKbNkop8d1aMlnvqjaz6miY
aTtSNYux2/aJOFeZ893EyuJVRQy0JlwacZ/bJcpQonM3HYKxOrXiwRUSSTaQo8Sn9mBOwRiyJObS
dR8qL6+jbmmv6168K32qnv2hi7nRbzs9ePMadYWc474b2ju6ma4ntahW9rQvZCr49rxdg4YL4eRV
s6x1lEq2IG1Mb5qSe39Y2p+1ZjwyCL12Mr5hke5XZz92RFSMTdluVgbs1MthLrI7vfw02iLyhfoG
XHY/jPPdIkkaqL1vBdsqCHzcvu1Hu1IAtMgr8SGtfQR40XlxVs84LKadiJ3fnkTfVzcoFZpt0Ekv
Ig6oQw1RO0msV8PwmKq+y9hwUvOmSLlAR8vgdWvUrxdNZDfJ9t3BtaNt2oT8SekhxfAXO0VaXngY
60rvyUCbFXrgfkMImEEMJH6fmMaAicpIwMprbfWQV6n26YuEkbYsKvXlDev9WjY/dIPcimHx1jib
sVcuZTAifAHXKZJxfdPnXjs4hQ4go2y964psiLhFivjorGTSJrwhlgh0cDz6UIc2g6gnXlEkwVaV
uQczGNS587WV+AXjIvVgm71Js65CLbsIQO5Noj127ZJ/W8zOdJgu5+4+c2bth2MOIiYDgM1QL/NF
Xjl5FTzmnZXcNEiwKF1sjH6mTy5cBE7X2UoxOGusragii1GgmU88Jc8IZtng3TFRb0FnlfpWMY2O
ZjG9wiJ23peVLx5Kp16+98gyD0PRaWNMQ6rcjYmVVaHfu07cTENxTwOlwv1Qqe+U0fWHMcv5wLjF
Qo1eiecgxYW+ACs7u82FgFeaJYgPf8reajt5GDxe+LqqJ16uNbC3sGBaNyzwSdwMU+2FxVwFfbgS
/QdIPxgCa1PlVbvNdH1Ao5qXkBZMO/Kxl91qXTNc5VzmXsDwLRu9T/Kjj4zroFmNvm1q2z8vQd3Y
bIjS/+7aWn9YoZRHpeZynk7qmydcNEu1lh0Ly/kseuUQUDBb+xp5CSJB/8Ge2zdPynrfcCl4kKrs
H53Cs/bDSj9yJFPeCtu+Vtf1qNslinUriwfD5TjrO/Od7tVwl1llFy7KLo9MdcxDSs4v+m1Di1ea
mld4zWMXjNmaqGIz4pI4MrrrERhqaMibwsRYaaxT3MJ9jPMhWTMSGOaOh+QGebYlaXvZJkbnIigr
fLxfZIcXMCfVOMZSnwVSBq+imeYvukwinyyGiPvMzpCa/z53eUnXy0br2SByLOcEhWtDvrlY/Rri
fpVejSsSS8/L1DlDoijDlVTTTeoGxgHtID72pdP9E6FmZL7n9hgayvFf1VRQtyMA2zQQxgbS4Cvj
UFMEasCSLO3ZX7IzvoX1pUe3tZvn3PjKEUP9SFInfdJ0t31fu7tE85AESoronRGA7yUEuriZyYK+
8po809kwZO5FNL/ayHE7/t2DaO0gs9z5+SSuPSho76LP532TpfNxoka+H+wqpRzSzFhVyHoWMa9H
1CFeGPQON6JJGNSOUplfKK70iHo12Qz6LLeEUL0MusXAVGs65tL9LFe0WZm+nEokXlkI8pvH1ZIn
S03SeU/JpI0vdknHL21cR8XO4jT1lk6K2s/SXD58b24Q3MxcbMsJaDhqG8SXYV1w8iDstm4WbMR1
6NT2fNckwfoy5qaxh1WDe98blbjNLfwi4djN2rtRLMisdJNUzFzVzyLjNMROSU5Gz1rbICicgdAn
PajWabKGSDWl3GVNXsQJRfbe5l57dIJkeCRYEzZL5ziWwyI2xa3TWJmGN0EZY1jWib1NdVlymg/r
Rdc6dSrfcjUOruY6qLf6iMw5T4X16IiAUonPuTzw4WGub0dCydKyrj9d+lYPiunA+9D8mKeSafNq
V1+MqazYQ9IJi1+yQW6CwnbuBovNd/YSL8qQZkZVpXsPnVEHJynJ4/BSt0HLNyk288zqkjdXDcGN
FEVznFrVHaWwtSTE2jt+Az4zn40aS72jspPTpxXwjEKPiMYst1bPQb0g4o+Mru92vLbks2vQANbV
5md1zHEzV0rbGrVrH7pFXk4QrpOvE4KSEl3/5D6gNQvKb5VWUCx7kDkMe6pjFr6ow04uX44mxjPR
FPZhqRbx3eFWsmO4XdyZwul3g++Jh8p0prj2tOxzsZv1WUxFFXdds5OmWd2Nnv089BnVpzZNm3W6
1IeZOS/sXsQSDhGAKH7ShE7rd5Kx7fPoO+mxtkY3WlEtwc5CJnpwFktHNs44r4i01ZInYff5Y1MT
3hj2g1ZeXaqFm25x+/Y4SscxUZLrzsZMZ8WHkFXp3WoXF1cNrqxaaznZnAAHkq45+aM5efqWqKT5
sW81f5dkvop9Bz0BquBrzVZGEGK4YujZ5NJ/WL3WXTbMtxItrFzhP2beXN+1MhFdJEwty3dg82lU
DJ71lek98P7KIjijWbr8DjtotqlqLDOhwP9JpRGIw4XxsOHpV1e2ru0XJs/vFp3/A+r5gqa27aid
i7W632Sqr67Usg6f8BazLFqFk66byu7AFcPk9+pN6mHYm6mDyFapmh+VNhrXws2cJxU0DrJtQ6VX
qsqtilLIJEYiaNW4wagm3JiYzvEOn5y5X/22xXWfrjjJcvMEpscLU1Q812KxLkt7XE8gC/OdNrR0
ymbhGtyQDPxbtvU20BKKfApzzOxDwmlr6eVmcivuLp1T3+sUsrHtZAJpjujWExvWV2YFTbxSrZyG
Ju32baGaNzWnLHgv3YhWUwcpgwAbTqeuUmpO7pxWdUPJlcaMBJfIn9tiI2zrvVBT/6L3uNsBUhnf
8gHLgky8Z0MYa+SXnUm8cUUaXKZ71iGfA6rYti6Jxg0Av6wki6VqkhuUxdo+n5ZgA9bMukooEcxp
anHs0UWk8DQXaIWc+xpDfEwXXfaAoqLeFWmfnVeJCpTfVs0WW5N1U5aZdW+V03qtiYXWxRRIZkIe
njuRDA890gwS2k2sjG2to6bRF//A2m9fMqvXNnLqk+e56IY7bWqLPspbsFr15RENXrnQKynGjZe7
/d7rQU2RysHpxy7emKnxaJOlRQdo4eLKLJAmgpE2+TkdXJSbTXrUh/XNz0wCggfcG+ZQ6nvjAvJH
M4wdSevRflLg/HC1un1Va8M9JOtfxmTuv3t98E5bQUWLxx5osP9OpYOtpjdeE91pby32hbhJ6/Xe
KyWS0yTZFqaW38E2qfJQFCmolK7GB2g2K4Bvd9qMyJEpQuix9oGsz7o7BLHtyi5Ouro/+UFKjBHk
oC2aTQCeRX+wueSd6UftcP2YKDStxcBrsKYvva+lGHVoAVj1Y7Vk3BsGKY7cKxccOklzFZDsdnkH
5KZL7PcRjyC13YxL0+QXis24qUX+PW9cFzzsDJ6wd5N94a/tplszP9aKQdtiKqSt4NYBm8E8xMAp
LoVmf16KESNmL58DXXFRsZzxCAIRQ5xuJH5kGDmuFcPNA/oOCQ4CW3OfCkJFGsACXYHQ2RDEwGPk
i4YyDeJm1NxzUcksMtZW7VStaTtcglj0VO3hLpvrm7lwxIdosBd4zfwwtoBhjGLVt9mY1y/jlKrd
BNk6NtvpsQtmk3m/cJ6rHC9xn6ZTPJRTeU5J4NromErsZjlWutAPZjXp1/2IKjhr23FvEPIeytrP
QSeL4bhyyfuYckvfSrcYohRgaQiffX6ybeJweP4i8oSNPRDzK24L6zXnsrrBd7vGlZxY4UbS0x1u
92SYrlHh5JyKRkULQkI2ug4mKeKydwDZTJ194+ONPxhZ9WEMuXyWSWfv2dHVET43EyQcubE9Oun7
tDhF6HZNhiTGKp/p1Yxv6KLbuyB382+m0rGAOs1urH3rJKdk2CAa7EPYVeqoKaMJ9nlDW7m1ZxEv
whr47KqLYzVTzQ+s3DlabzGwoeyykYljru91s8+uAzfrIjvl0NU1Ol5aNnbHfqGazlSitp7REj2m
aRXIOK2nBCdGJZj8ncUzpUVk+Kj1cPJ2pINB5XRip8BpW/omxSfOWG2p+m09lUVkDYG4n8sq3Yuc
vZAIuj4WCKUwCrD3uNxhNgXMiTP07jkudZ87cwAia2vIDmMWWjPE06mVgPAc6bRNRanOCx6iW89V
7ol2fb9dXGtlnbrHHnNlswmsqb0xcse4aagA9xpV3YGIE6wIpDNvYUmn9xV3ppAvAEnY9/G+5A1u
TBJ995U2MJjVBb2OodNDP1mvqjZ/1xfdva46HC1Y169VQ4GvtPXT7mDfe3V59vMmAH9kmj/aTGXR
2DXL3eo51dakW/rNyhftVGGng7k1j5jxdHd8IkmtucIdsmwyp7mWSr0yHsaQPugvTYndQBvbiqhI
UwtN4cpo0HEZVAYmH9uU5Z1QLec281C03sabXQmwC0i7x6OhzJyLeUd+oplnvO1zGWd2EjwDECri
qsg/Smdar4CCuU7UFiuZ8jlzcFvJZQeGqv5U1FZbicDtYJiiuJ2Ktt2YJnuup1OshLQLsO50dWe/
2qokE62utDgBTvSkDUNy8gfX35YJavF0MfAtywSL05wuN6gH3/1ULJtxzbGj95n3XnbEB3BvMvZB
ZtuPI8rysKldsTHondNuqQsrzN3K4/go1ldv5NMyBO7pFPTEUxsEV0Y50pT2pnY3DbO8JtW3eaob
2XCgtMlGCas8TsiiaOgsmI8q033EPbdbiCg4BDZ0wDZQ/ZscUxnr/XwNf2yOtIbFjUdVkE1ZOx96
1T2b9tRcYbwVBMzPfbT6c34M6sTdFh42gdLNMXrO7jBe9Uk7PCwlyXljzf0xmqqZ1qWY8/JkJUuJ
0zD7sYImCkc8GLFRuXq0Lqo+6gkjNnphYt5KKzO3eK3XTVEX+9ZoACv4jDRMzQrCdBzoshVjuTcd
e/0xU5FeaYlnxOTSXcg08sFySzptK82bGnDxZiD589NKIBxY5KpRHfDmBZnv1KHHrPyWIHs8xhW7
44uXz9POscVxLLPuWqYTbeNqfg3K/ivLC9KpegYKk9Mv2OUDyNPTVB9nLBF2WAlXfTH4MJoIlIJ6
KoIle6n8ov90uh9F73HXdHA/mUC1oTK42HHNtf6etl2+MS13PPZqso84TNTtai4cIZOLW9LETLJP
CsOn3SlTd6dDhyJ8kLu8yNKWVp6b3KcTm1eSrtU+x8vxwOkKn0A0yaZIyxSATTkD6/Lsdlu18Mo3
pbYuWAeJaK64t4vXpJ5memsyoRNVZrEcc5zSjoFD1Qveeyxzxx4O0K7EXPPMkNK7WZo5qPEu6FfQ
1tKrqQVWg3atDbZ9jquKG3qf4fjlhmGElNGQABpcYPj3lr5Usdu16C0cewFdZKS9nvINdQQKD+ZC
v61CjTFs2mnF3ONMj7SMm23L0PLgleVtBq4oblNK8GxloGMvJVOdEtOq3q7lAfko2O/OF89r3eK9
oZid04gLXmlhUU6XrQuvnygnYzTwXRfw4cc8v6dnxXAY548UC+Wg55WCMnp2N5aLFREMXLXly0zX
iT8kO6z14zWgWj0ys5XosJpQE0S52CzLszfmbwprbWjbeHOZPeVbPG5xt7pdSFwg7YkuGE+kwST7
arJv+6nt6dJgmePuJJ50ZbewCWYT+9CYa3E7JfMLc/I8qh1u0q3udj8mNA9veA+Lu0JTCz13Yqdb
WqA77OPWeWSQ+a1xvZJtgUobGDjAui+Rpsbu4p0PhMCTGTRmOOIhOED8rQ6eZpxA17w0g4+nqMaX
k3fjU2vQF69sS+0DfGMbp7PXuA58+V3BBPR3SzJJeAg2++/Q2M5uwoD8QNu03FTW2O0sUY3nGX3y
UWDQ2Wamnb3S60/LEI4CneVBCaYcyRB7pDj8MP08v9ZU5++4aYGwoOI7jqzSE5VBCwDFC/aDnWpR
L8GT1fWqU8NK64mWAi1mvzVPRCgNZ0fN3m0AaOqHmAJWYetTh4+0tLfuwCvLdQqbczVDW0hy93Ze
rDJcMzo6TtqPl1qMMLBZ2RRtpTW+QRYAkCKD2fbDmWf4oEsr10J9Sd3PHIEPNq8h728bk4xPr2fI
JKkbjgmY9zOHNcM7AMunTrqCqRUW+v1olvXhwgAxQw/S77FzhuTb6mXtofCUfiAoxHg26DFty7VU
AZVENrK1qpUrMqLH1z5BbF6Q9Ls19GCOgcnU4FvAvodt4xUvBGP2D0Zvd9fp2FNzV8VEetLMTtbi
I9J6HLppyawkLeDwpO3C3927qk7JgkrnM+ZkwhGZu33IDPOo22UXSMdlIJW063Szgva6a5PSPAHn
Eo+FkZZUE83CXZBJQtxlroI7P0GQTgs5wi1YoaaHa2kYn1OOa61Ip/pdr902iDJ3Lm7VktGRBzOS
u1e1BK4R+l1bXEFpQPhVdqOfbbw5N18A73U/hrHsZYT9vzmZhc/BjInL10INS/dtM+UjRy837iud
UKHu3HuNZkbG5Lj7rtO9zyXHTLGyL/5Ilzb1T9Rh7p4Yec7VWTOyJBoDg2Bvp+ybk3DhrWxysJyP
WprZz0FVyw+9EYJuYZIWPnsYcpmJrep1HHRFYp7i2x0LLb9KR6S/JXT+5yooux9wh/RXPmQvZKQa
9PFkanY4gpIWZM/4KSZcV1awLCwNRSg6c387cKWjf1+a+ySzzAdR9cP1kulWzcmYL02Ymq19zoYa
2cKky4F6CQ+XtcnGi0MkSOenZvXRzndtjWXD/v37shLlRIMo9GJLgdl9H5bZCUKMY/wqJDsepBV+
EtIfbiyUhmdnzHraI0GW7JfZm5/ahBja3VQvwbHo17ULTXcsu3PaePhwkX3mw0PB5HifJjomaq9G
MZMrlQ0PqhClsbXrwt7WBfP9jWqt6oFZZVoecLRneSQZwAJ7ZhqWg+NprHBJAqJSU5O3PhkLqydD
m2krB0KGfh6APsZfP6lP3jRUDx28mJ0Y69mJpTfyQIYFFh5sH0Xb3HSEYW9ZpYWxRTtBZVGTW/tQ
MroaQ5HS3YgSb60eaGmk32jDc4MONGFvR2PSX9vBG470zwsAQ0X1rM+FKkOQfzBZNHD+CZz0j2Ea
5bWxzMvRdQriFgKUP9c0ZPnrwTDhqb6IV3wZsE650ScQUliYEVYtNNnBKL67DZVJUODS9bBpbJNO
FXs/cVH0NN6SvhtaWlzhJR6GUGEPUXHv0niK4LLxzyVNSxURHC5bZoxL++DVzPWjfCiXegN+hdWY
Jg6SlcHnH3srycFkWNYzHYE8J9ZP9GwW1TC/tYHTPRZTIz+wX5oeLTpLe9NMFPpOa3WPdDU1LncL
YeO5X1peiNlleup1q3/B+NlHEBv8Z+4M7rVnpfPKqD84t71LfdBBuOGQbzQGigP7FQoa6vHEvAjo
KpGO2yIrEA4PJHjos0ZdKdlIr3kPZB3NNGfLiJwo5OyWsQDiNkXC8GAkeSHdQSTQvxFHl/swcxCD
08FiZfWqsJ99OvQNZm6LD6IrHIYSvV7xYYLGOqkcpwaxuUNyj9iOc5dmcH2TY3TYdMrPzkEVVIRF
N0m1NRL6qiFoC/kB9KelAVqDOULMtmRHtMLOs9XVLAJGod8rU7qfrpUVV5lITdqQy8T2oEsE8FKz
PWJSuJkzVl8AoDJj0Hl5qvYiWSzEao+EETrBYwYHAl1OwArURMeHQP6uiZEOXEyxUYVjYckEb/ac
qsCo9/SopicNxNCe3CleWAYGUDXQcVQTC5djITln0IEfFsfrSI/zs+GYO4P3yWVnqjetkrwbucSN
QkGwavgVtJbKTKKs3lFHg0lqbUJyiGpX6beKWEbqrFaYw8H0rOyeo6gDgtSXSXFwl7HY976XokTh
/aijiRHHa1axtEumV9foUORucdpyS3ggu265pN+YTvE4IZ0uzc00+AtFRwZxUGdiVGx/1zCNaJF/
4FptgaAkiu3eBXsBKaC4vN9ScNG5JrIQjdYyAGBF1+hwyW4aMzbKif2eL8JfGizTS2UFtIWnwOwf
JGZuRlFJIbfFZWduOAC2wTrPV7qT4MlvWnHf5M3M5MiQ8N9zxN5D6fLbdJz1nVk0y9nV/Z5ngAXk
FvBQ67yWVV9BVSoylyYqffVLh4oPaa4ruWsBFHGq1rXrR4tZwGrO5Kx2nezag64RVhCAMDjKNeOz
4JAjTYAPmCa31w/W1iH6gP18JdOJHT5PbioHhs8GFjT7nJO0bCJ6p1nPXCn1XVUg7HFSLbvvWd83
3Vwm5wmnYiwzR+211GBYNlNTR3W78pAWM6/lyVPtsJAD3tBpbTQ/0Y5LrVdL2ELy3ZgKxGikFtz+
psnMddOUHcW2Tpd0lzGuQYEzrn5YWCU7SeP5qHwxZOF0kWP3OAuDd/GCaLtRQqkNz8HdJ12gRaVF
zOFm6lvCrZ3BgRRuAoG0iJ0ITUM4jzare1cOWp1Sl7XOW8WBQpWM5ZmA5ulc1IimrhiFcmRJF79J
YyMEp3go9kSvWPuxmB0USg5LRTGhJdyEyQfCLs4LPVumJ1uXLnVjzyEFOR6pu7VUDxRaGpnqfsri
lUXAjDITvgn/irBQQDmMwU5c48ebpVOY5EWGKCIbBhxdxWzc0qO6GcliC/0GF7+LYoIcoRk3jJi1
4zhOw5HWBD+Nk1nJENEa1/YzsIo8rD11CXdk+78buRyRbtnOg34i7LFMrtfEwECjTfTY4nk2cu2M
8qCtuLMIJu1Ftzr/Kf7/X3Bc777a67f6a/iVMPkx/58PsF99nmby3x/bmv/9+kcu380//8zw77//
dvrVXuCPP/1L3OCcXO7Gr365/xrGSv5fV/LlT/6//uY/cJKPi/j6+98+Wi45l78tzdvmZ281quR/
6rH/hKF8HNVbNf7pP/hPN7ZGJfQbAkImc55lct29WOamr0H+/W+G5/6mY9N2IPH6lzAeFIhN28vs
73/TnN9cG+/SRfav8yuW3X/6sTVD/41pr2thpOY/Q6P8PzFk/245+y/BKJB7dPhQbdHhXyyqtn2R
Qf4BQDp4tpCOcOTTWF2oeMvonuChzA9OPdr7fBz8QzPM9c5N+/YWk6E42iIR22px11smmuoEr6RC
skRcX8oMym+78ioIZPdoGHPDaFvvYsi/6d7uh/WUG6tebQRXmKsu25emdJI++sOj/2+k8D+LkDG3
YzCC0+5dkkoRif4aYKGjxHUp0+wHpxzTTVo3flz4/gcIXu0vJKIX3e9/Pbh/fCVfNy5pL5iMfheS
/+HBjfUAzkKMzgPxp06cZbN/WGeV7+hW1KcuyNyzGMVCeCTCmL+QyP43PyRf0XWci63KdINfJMnY
ttoZSEXy4BCIS1zekHLFsu0rxOv/s+BxfkoWGWJ4vHQBVm/cvD8vj4J1owIFAorJsNxm3DegN+oX
iI/zF5+c9bN0+fcvFRg22yASe8fTf02l8uhSpLW7UIkwf0VmcoBIsPVXNF6dHndzvSVVK3SsAzeC
SNkvna7dIWyKiuKUJm+194VrKUJvvs9QnCz1rd5zh1D2obbrbV09cFF5QlUaWbW3r8RwKur81Kv0
VlLmMnAy/sKI/bNv4fLD2BeHi45gAx02C/Hn50aCX0FicFU+XmqNrQeQKpoT2if1ItuIec9fhbn+
aTWST0xwCx4QVPHolS/fzx9Wo5hmmOFLbz8CsHV3azKv+4AW2mmqk+Yg5im4KzWIbmb/lyvkZ/PJ
5SeFM4Hf5UJKxhT8Kx3bK4rZxfdB39lzpzi9dA4HM6n/4m37xel/+TI+InxbR/aPl0f3Lt/GH35A
prZtwaFpPpI+gDlDy8q9TS9yV9JFWwy/2phOOYRJimAv7V161Unmhr3NFIJ6IL8WY2PF2rIzx+4v
zDd/evI0+LEWmb87b3AA/rKBirlDoo6r8wmQH8DvSiILN6jSE6H6EB8x6hwju9egp939663O/NOT
J5SCs8F2+L/vIpb/5ZHI1WUq4vRP0o7XvqHZBtstBN911w3LCwi9xwIQZeSlAebzynqXdEsnrske
kjVk1+NthoAmXBbjrZViV47mV2ogicIa89664M78dYfeKp519Rf2DePynf20dzo6VilWrIsSjiTv
y1bwhw9TE4Fvp6tanjrHPGMl2sEI2rQXkmwwnYoGZbZswlyzXwA7/v7Q/hdqmP/fUNl4nv+wfv5U
pYR9LvMh+7fnvAd7+G+HoXprPoefqpbLX/CPqsW1f2PmZbMJs+V79AZZe//B3nntyI1l2/ZXGved
Ar15uQ9BMnykVRrlC5FO9G7T8+vvYEmNVmapM1sHuMA5wGk0Go2qUkWQQe699lpzjvmjapH4W8tK
A8wUSxHeveWB/1m2KPYXSDEUMxyuWfv+qmgaqFBUNPwtTbZAQJCksdQbpvInVcvb1dXAZGQvBlDc
GWx+i+nt7fMzzYLSuTEdjzIdQPEwIsqjh9DPmy6bvv9ymz6tKH58lo3VUyHUjcwT+Z2TWG6yOeub
JPBaGn2rGfYRQwi5YgDU3H78SerbHfDnR7GrGTz+so4B5e1ljXPhOPSYHVRRJH5pDpaD2yIfGddN
egohcmlj9v3OJFbMC4bqfrJGDzzGRQRC/iHXvvfhlaToiW9IuewF06pBULTStFRlv9RyP/qziO4f
3xc/NwAW1WSPe+8uo6+aG8OgOF43aTF+AGSLjIxB8wIKXVVKwPSastP/+C7pf7tLMF8WqgjGNqAv
ivauJMmy2Mi6CTRYldiGSw/4Mqz775nqZJcm0oshQFuWI5I5RbE0uijXfX0ynRMjklXBYuqRD+jF
sX0Z6QwEeZYZrPf0wOpT1d+OUjqsY7o3LvQkyKizFa8MWsSuHToPk2HStarK60GYlwDK4QroEm1I
hjkus43F3hJvUkOOvCC3ghVxlpMrBHnheVj5DZ2Nu0ZILkVz/IkD/S9s0r/WU34I1lE2x+URxbPE
f94+OGIYwwH9iuNFdjd6wsoNFxDfS5HhaIih53hdE97nLZJB/L0IdJ19xjkEST4zwY9/nXcBkT+/
Cu8JxxO+EhvU268ylUhI855MDGYdHLCHHPhXNUKCzm1ACHXSrlA+kuGgemmkgF1smIJPODAGo74b
elMcPv4+f1spljvzr6/zPubW0bvSIhfE8WjYImbW6tDrNeG4WncrBmDzH3/a2x35x8XzXOIVdDiY
sS2/vfh4DGHa9Q6Dqhq1GwqWnoLI7D95A1grf90+f3wMtjRWZqbPhIAt54Nfts9cr6ZMiXsHDxf2
6R5UG3mtGQKE7pRL6MfCZPam0db2VaRJq0Ax9pOFYoAepxUZ28ZkAhmVeIbMMb+qoFi6uAW2RWG9
aEVHC9k5dZkSnOZBZgCqdWvqVsbnJRI/dEqraGqkldOfaXPM6CBybgQCkS5ogCyZWY25Il0AqVGy
cuKq9NF+whfOl+43sS5xt6vDPPeCqMT4Aqa5sKPc18cGUl8WPEpy8kIQ7rcQo+XRznKiUlA02uS1
Is9kSUnjmz7G/WWbKCbNssG9FCWRnxZ24+IRKz+5z799lhe4B2n0GE253W/vc0QTZjDTzPGsLJsI
bUfngQxSKxgutob0FYVKeaAraa7NKSKqNmQCqY6EFNtuzx9bffxsva0zf/7oFnZXSHomVvN3e55F
jnprB4HtWYJxvtZAs8/hoa7kZ8wiVTNgbY9w8/wXPhQ/qUPTmE7F+w+V5yFnkeBDi/CiR3i5Dk36
W7qoT3MsLBSUpC+EybePP/S3yxnZXJzgaUws9e3b+14gXtX7OmF7N7odbgnFt2H/b3ruadnjF5Oa
7sGCMwZ31HpAkhIf8t7Y2lC6P7n8d6eOHzd9qax5pzla0bN9+02C1phRwYeOF4pBd2l9oorEELGK
LBJAgahX7gwa161DYnACkcD3RELpq5Z0VlGV7G3Tk8qODIZRfOZL/otg8n7N57kkPITzuSm/z3JK
cfuEhspa4+TfNKvGfDSdIZpBQ26uZbKMeHnkalPq2k7TXLjx00lfsnd7I+78JDdaLw3ZoxTQ2pg2
EBNUzrcm1+hlNlHuJtpVrGICjJrEIXBu5t+GV9a1CpCWNoEb0PNqe7D9Kpe+jfHkYQCtVmb6aMoM
oaWJp2PMjulAxxXNJ1a0sHCXFB2UfXWFNCV6xHCL7BsudFMq89EKz2t0i67ExJwJWHMANtChcJMS
RhX4uxgaeHQGYD6jAUfZDtE11T+xr/9up1hOzsuqSpn3t7y2qK6KLrBsjxDM3tM6yQ1tFDRtfBOr
6s/wxP8fxxAQxm0nXv9BYE/zj3VXvDy29Cf/B7RNl+Xy33dNV6IrXuNfzx/LP//j+KEoxhfeNx08
AZ0F0DZscD97por+hUAoqn9IkjRTl1Sxn4cP4wuNFs4DDmYdWiD6smv+PHzwZ+jFgJ6kO7GwJ4n1
/Ge3+OcBgEYzfWf6zL85ELzbFui9Un7Si6ARsSyLFKJvF4W5kuRIV4Z8x1OODy68kUQ6+WEAPdV0
ptsB+9jKSY5pv6vkPN3hcIF3OVdnk5N8Qp97+8z+/CZY5AlAXhan983brokwsgRk3lTpsKPapOhQ
9fib4aC7/OXH+U8vmntIlalay4L4ruaoQfzKUd4RryMHd5Fe+OqoHsfA1LZA/JR1FQRoZcMhO5OW
EdIcl5NvCgLRZhU6pdIh4/74C73dDv+6dBCH1EAy4jDabMvf/6UGgsJRTmweGX5aWMchTm7ISrEv
Kn0XmQPZEwQueK1s3nz8sctl/mvV/fvHvtsQJDNlyozBdTdAt3QLA4sRiFGNWb19+fEn/ea3/fUC
31euyMyiLMXNs4ui4UkK4w1QbQyss/WSxZ9elfy2pOQpVsHFMo1YbiY/r/zuugLhCLlhALujpGT2
bqWWN+hB5tVdsqqEcasSa5c7yncR7IxS8kMEWtjjOQDZ9ypJIJt8xPltrwO7Qhine45ShjucrVkb
T36eF+lZVDLz1wvVq8La42hYeoMslVc4kpSLDmgiiGj9yUii83oGjVImyn3Aj88viC8Gs1gU9Tfp
rNfrxmxuEmbabt93o0+AZ+/RphioNoNvLBD9pYkin4ad7SYMBL1Rtc+CZFL9QQvKW9HqTNW6vvim
NtIZQ+lyP2nRV/IDxNpI+jsJ+7U+xZYvVPVaQUiJgiSMTuXonFB0MdvHMRBE5N+ExkCCEUb7Dvi2
MtjbhBoKiWpuuiLkRWyi7sbMomDVAnImnzdQrh2tOhBck55jkfCFhtMim6BUdRGUTkHRnmEdRtr+
ahfhS61wYqqbbNNij+X9mt1Oir7Zs7We+25dks9gRuHgCaIQ7Bj535DfK0UDkBEtQihvyubZVAdp
NUsxjgWRElJboiIK5QYUUoMorlS3rBP3/dSex6n6Sud4cBmclBvqLGxI5eQiue+QV6v6Su+6bVXE
jHEH7SZUxg0PypMUUPA2dckXyx4wCNmcn23E7JjlG0J1yMOJuEksR6RI5UejC+9xa8qbnpialSAV
ZiUIS8TEo18L0QI2j+sz5DgYhGRD9vu0DZc5/4VqzAIUOv9Aad5C+SRgHc6tL8e5fdsy/fdRuj6o
JZQBZMSk+hTThjKZNQdHmMdNJxaltziHlSohZlTVLu/BraTOT7RTnbs0IQllJpYS4clESIyReQmG
wqLv0DP1WDGscTtrmj+a+iUKtXGFwNIvaoR39fOY+BihVl06XWaKjOIf95rFmafFVepJUbtnOI2p
q44PkVKEKwtK/GwPV4GkXo5RV6GEss7zxr606wpHQiahzCFJGc2GP7fx1ZyQoTTGg4fSaOtk6q0Z
yl+ToNqzOrtaL3PA6vwxubPx4jTKteoUu3B8CSP1mKnMs8dsk3Fg6wxsZJgpiidZnz2jFzs7gBGB
cX7KHirqqFhtVz0es1C5DlnQy0H3CXxYkWwBBkDGq3g/KssKgA27BnPeySRKdX7TI/DHyW9UdyPL
qy2TOsDrF5YXcbHG/EXPbp/jr9bI3ZBO9mLH6DaaTqB6Vhyr1PaxjoXdJrSvwjjdaQJJx0zsmUDb
8xCS/N5ydWl37OrztOrXJWyJuX4w7OlRjx6r7kUC294Ns8s03kpeWkn2M+UiVG5myBb56I0Vj616
UcgN/xeGp1RtzcgbwpekQGURfR85Robxumpf4EKihEOPJx1atV/b1Z7TMEA7L3BQgjN1p18w0EiJ
sWyb7VkhDF8j04hKfiXRUYsisUZ47UvOfdQ9ZKNnaeVSSe8BpLrxHbfXacarkbC6sc7h0p1VJe4k
wrqVhXuS+gJPPnaW3TxdS7VXqvJBX+xLabByan0fy8vhvsLCPbCr8giTy1I2PUV0hAb92chnDI0g
G4hJxRRrh/razqNzte/dhIkn2TNeKzp/uZd5WXgxRwLRIuum55Mv0UQ6WjxeU6cmtiNZa7l6ZdQG
+YDXZOf4vW17ZlVtyK9AzxWt4SasF49Xg22vCO5By0M5IYgnwZgFHIXwzQkElrJ0dARIGHU62Opj
LA4owQkrXGBZ8rGNFNKIxK3JjNku9JMaZd/EBIvCRMwtHycYMYY8r8j6Q/MQu5LI6NX5HU5IWmbb
aGFFLFoKhN/mFfgDxC7giYDNqHO31om20I3HebjG2risKadiyWnSzxP1AaeVm+cK/5aTWqZXSYxZ
RzwOxXlIPt4cPhulvXZM4el0ochCWKFN9ww59uDculZwht6S3EV5IfsYGgsyaYn18rVrI3M2FLj8
YInheISzbZVE3g0IktalEj8UIoS8HSQVyACtWVcZyWpJaN+jeTTdvEVBrkXTOu17QL3gJNDbeTPC
2fWYl7e5CL+jGTsNYCL2cTZcj3roHAKSQpHhpfm+6rER9F8Bmn/X1P5CKB7ddlozoe3FkjiUsrQa
WxTRA4DAXspekYqGq0RUZ+xZBz3JXspeKNs46S7BKx2Flh2VBss2w6FPWoGAyN8US0tRARVTd7SF
/wy97X0vMEay18YGWI22lrwhnuqrJNhyNC2u+xwtP4lYh7RryQuBXIs3Q7VIOSzRPBwcc1hif+P8
MI31gOBvLM5t8pBJc9oR0LNWCJBq4t4PnORxalWFvoAZNS/BXOtIzlh9VlJ3m/eW9rWWzLs2oEnk
8N4q1UuVkYM1JdQFNCKTr2OLj6AupPEsyHLyYEr1pCc7h5yt7wo+4Auzm/PHxdBef5urcyH1fsz8
Fk4DX6VxClxGEqG74XycK1eJw7tQc4DJdMMqcs4kSXN7RT4OuoWhS6mJ9nTu5oKIPjVkO9Vw3vfD
Lfo3F9vtDsZJ8ASCiS0r669RT7QHyED1hZ3zMS0eoIuoFjDrzQjne49vKpqRc4Hymp6iKSnv4qlc
D2iZ2waHqmally1yeG+a8vvBIB2qH2zszawmeTQSgTE7yCJYWkPoGvLQzywH5ROB6b6SZN1FYFU3
gxbpGP3FhEnCkkmFAVMRkatFxp2sTucqujlMRoxXBSn2voH8wS06JzhABqpXhu1I+DuddEZMVrPv
9hlkjmx+YE5q0GEEPrQdBslAvTSwlcADLzp5wjWt3JVqScKikPdCr6STJGaeVzs8swKaiWHkvFgi
xH9hwIQoaOS7I2bNVTJRluRFXGKomew9hRdpmUFZuLaARJeHrMgsIaxNTq3uyrLf5qUmzpusr7y6
KDcgtJ8TpzpjHTyOs3EzzcqeScFOU+MUuFP+oFnyLUjR+xDRr9vM08JlMpsdJKvCS1W13tCv7DwG
1OSkmnCm8kG0QEhj8RDQmw5hICn8AiNSRX7JWbrMnKF7hrbSXzPkudNzvGmlzkZZ6fchwg8QruFF
2irH0SCspsj6x9lMFJ61KjmMJWpBqw/O57B1UUv700w7Sk2NjdzhwIhE1ruxElKJqFHtAU302sa6
GzNBhaH193aS1cVDGdh41uexJCMkBwdD5BGMoxUCpj71bUnOVr2+eDYj1WipoUhLwnWcAvZyOeE9
p43JjqZahOBkqnYyuyK6nitF4lGoVWxDPDGy8UjoWZJulDp6TpE1O76VhF/R/VWPhdw+GmN1HhUZ
7aDK2ZlGGm7hsrSrOu9jrqrTd0bzUAysD+7UadNqMNryTCjdeGeNyh6ihXWRKmR+YZyfvWpGktd1
tKqzQ1pjXC9xi1TTruqLeF8ER9TEqOk4Kkj6SZGMewwhKZmAsYHOXrfSldoPtWfrD2qbCKSbJlVT
N/lSEHZ+prduVp+AlxTusqHNzqYDMjY0MyQlXiNe7B3ogCwo93gzTwQUACCD7m5lvqMdct59x/iu
JGvoTgqzEP1J6wC8wbJw6rteeSob/vqIzyeHgVNs1LH0CxgRqKz1dIBCptxVaDnJse3L6hobk5tm
0c6JSZ9Cfxlqh2auL1SRnxTrOFR3dX8wmfYDplnp6qM9XCAgXmd2v3bgfRCM+4ihjicLlUD33A2F
taLM3sw1eB5eWPr+x5Du8grTLHlgT/Fc7Eu8w8RigQRkZyRO1ayQRdJ4ryPNTUa013LizNsyRuLV
ENwh4+qyK9nHxoLKkzNSdt8Nr3lz0HCH+LHIMAiT5rs4PuXuENqdmxamX5vDvsvEllhhZ7PUVJTR
Hq1ojNC7GhceduPE8ugLHto42+r6bU4QYRDra4ZPq4HcLqmGlL1wqMw5b7153mTTV4slokvOk0o/
ZGzeWf81i+InzX7txiMZthNKaz3bVH1cMYlIzsR4kgLKMCA0vung00W/cRGpjTfDjTmNjDvGEDhE
GeSvlSU0FkzS3IxBOxOFctDFz6bzH/UGEUby3/dNvl+lkf/3P8u++XdKzP+GMkuNXssH/cIuCx/F
27Tv5U/86Biq9pelBc7QEZo5ReC/VJaqSitxER4oKtoy2rs0in52DHVEDgvuH6EDcQM/2oz/7Bgq
X1RtqV0URISAkJU/ivu231NliZEyGCPR00ZKpzLbXyqlX7pV+hAHA4wqvKzoB857RvIexywdEIUo
5Y1FGisWDXItSfaydPM1hcMfoIMmg8qL5Sa5M+3aVPy+MtIzoceLSFjvEgr7OVcCN1Hb+V7Rca66
vEZIwRVynoAs8pdZM0YDiX6rjsLZVVlQX80aKgPPiUNSPmnX8GBHkWJfdpKBx1QhGIUGgMDqhZEA
26OLzl+hH8GPw9BgvE2iKTi2wczH9iEq5JUgb1PeYdG2iD8LXlVCwjkWhxWH3pTsTjEUd30OTwfg
oarl55HR3kszmZaDfYLQc0xJgcYo6A09tpa+I/Rc8qG0+IGKXqGCcUaNrTbKln8u9tJE65c0OHlH
vChHQMvQ2ouRNtGTod4KpzRYRyMVIILwCid2q0D4tsWiJVePAEJAZ6NQt5NDVTs3cjpeAmrFDJcQ
KqrwJ/GKrKRlUM++pFDNyCN686aEacf/kKVhCdJebYolMu74Ixyp6YHAA4QG02n3ITSOqaA7atN7
XS9Tjtaet2OsU6xg4lZrRXqd5il0lTG/jbFOtKm4jEFDkfEGwrMaXHqnKPVsUjcz+rkKcLH0q84S
Hnd6lHl5dNmAc2izbGdU/aWexi63916Yt0lMWqf0LbS1ddKUe5nzYKYNLpQ9VjXAgcSszA4xw5I2
hPd2HdDpapp6ZYfydWRdxdF006uDi8d9ExbEkRPE4gH9AxXWdesqTR0IoLScGCxhe/Zjo8Jm3S/B
muqBOnqXT/oFrnic60Sp6rFfggcgsXdF7OAVyRaYrxQ3IdAawmjHnVsCWSUOcyWHFWs4Lvh4Q/Gr
xFjPya2c4adhWj7mFlet3nQh0Eyirokx0a5a6cEsrVNZpdEmrZ+FPZwzQ8K6RAo3v1psNRdNKPxR
GFfJWHzvkBTMY3Or0/8hFyXz7Kn3LCnzFb06L6rQa4igSNQcX6C503PHwu+g7bLxLCYuFk3slY1B
XuoMUrivggFPAqCUI2L/C4cci5toEKBupshFM701037LgRwoO6ogVZb2ZhDX3xiRUtJqACUD0J2p
uJX4x1TJgq4VdOc55/gxm46WrX/N8l72ZDs5D2GDqTNh2xStsKPlba/LFY1BGAN+jjETYkjhNQSe
El18MOrAHbq6IYkOXGzPKR+H/86Iii3KgJMa4P63R+xFsX0GE5GXNT6lgbKVq4yAO5pZQ2teWNW4
oxvnkfmWg5EFhiMjGJJrpukDwepwltQeK4JpfB+ThnPVsF4C61Up38nYwNxMnKkc1M5TQt4vtBnP
NOZ9fPhUu/RsVUreKbpOzaXjYleX8TQctC6gO5sM8laiMxWK7NUUCDSnwFUXHna2JMjJaHGklLBb
fGdADVaJPtGYM+VihacTX26whT8I7VW4CkSqUsTrIa025KpQxAxe5ujng1BJOlU9teRHInqSfFeI
rY3JiL5OrxPFvM5bnr9AvTGoxYJUbDISEGU73BMQtE04oMQE5TJiV+KDJoqLMQ/PpnE+aWWEYXT0
R8nxilp1GUaRtlxBpdW3qlPT1THz1aD1J6IA3KqjYo+y72OVeRKHIdOGpEUnM4XGpBC9HkNQFfUM
MaKM7qeMo3nAqaqp9yaNKuyUrlDkgz2FXglmoOBQGkJUI5vP3IqmBTg70W+128krMtlPNeCEhAS0
K7s0nmZBIzWyuSQEuyvTFCcZYuqYxHsc2ydZqfcIYOAHpABNzYoaU8DaC8K1il3baWAcycmDLo9e
Hke7nIxoHNzXctielkrQtGgfinBE57WfehJPKrRRgFfWmW5CMhSXcqZ9hxi1BhG3YE37cQtU5Bz7
0WpsbDBalPBpi1MSvFATDUerM3ea3HpDtByDBzzRQFjdxgG7JVl7nJqXBBEfl+VoDCLPgNq0G/VX
KXBcgr84Q1svY8MpuIhBVVwY8tivJyA6MaAsAYxmyWKUZun7iMMuH/fkom87OzkmoE15Y8SuIzlR
1sazQY7WvZqn52MwPahU9AkAj1XTxBfDqLmh3tHCn6/i6j6vq/EZ6PNWL69tYawHJz4QvXiqWyn3
moBMjBU9XI6gFuc0FsSxBFcRDzXLntUOveMGZVC+tKPZ3qNSr+5UYXWchAX4hZUyaM6lhgNbYWjQ
sLWgoRQvwtHE7Ujq9Z1ctQRpYs81Lsa+1pvVrNnWQxnlzR0tKVCXBR/NwUdMMZTFpgCvkMgRvdSW
txELsHEeMAjB4wXl5lnLh4ndLVKdG2iSvUKTzCLOMcgIGW/CuePAPCEp85NAqKUfkSQVk0edRBwu
K2c46ikxQpiO5PSVM9TQuGo1iiO2cvLTiUjl0nuZ1gNQC97rY5np+Sty0uHZ0oQcnfETl+IpXYKt
3Ghoik2NPWP2Uwuy3Cay9ayGk8EZdWvVoaKDSktbHdq3HojD2EzafWu2XCN1EbiDOjBAUY4gxUGc
pAVt2KHPS5idXRLvUrngmF62VmqflIJebmFwqrrMOtFR+5AHQfq8KdnLAaIZaIu3xAtsESuEynFO
7BhZMsccWpsssZMbtY6M6appMbjmQpYwXYVJFHhBGJOgrSYwM0h0nhl8dAqMOCyOUBJgQyGs8ELI
a0tOM60yWox09s5ChYIC1hpnDs6TjbZNNOY9e12p5G8oFWWAeYwzk701qRarXoynfdtMbXRdj2aj
uJFaNY0rleYCwDDsKgKGFSoVhBq5Ilx4QIG7yy0RAEaLElhsMoXINpvwpnqUeWbpO7qQta09xx2p
xEM7gtwubOdZmVsGak1XEdGrT4GmEqxWNLyfmFhGl1UYzgSBrpZ6lDpTmrdVF7SK62QFZGKmZNa9
A09m3kY9glBPkIjc0D7OemWnkhsvr9QgAukuQZ+r6BEhU91r9C+cvSQHxXDMw67I/MDoMBNhPOou
xqzRzqZyapg8VIKhELiisNyauFfJs4XKLK0F5CCGYEpQ0QzutUDZaFbZMFFyZmwqgTlGmEVHPHJH
vlj0OtemaOjfAy07t8wyN48WcSqRP9tVspPJ75BdBaaW4VlhZes+Wj7TgJc5Yphnjja0uwHC76ND
l+UY1EvfDNVpt4euRzOPOjTRUYFVvbKe+ibDyju2/aEiwjpx8STzdjZyG49uK/La2CHP6TDrpbPF
4MJc+IetlOoPxMTqoZ+EPU4pWZ6E42XFmHtaAqSJUDQJZJSUmsehMbLEA7UKF4iTBWNCScGKBXYc
zBfGf0EnEQ0LJAsDxgcbOsUvfyVfck9ADLTjGj+lark07+zK02cNCSxKq+Zh6qyejlUVDAN1RmK1
rp0ETIPZghTdJ/SWQqc348hZZgNw8EzuMYHpZW0JP8zm8oWeYP8Epd6I3brrzIJ9NDCOMTb2V5BR
SzcDDcfkxkUfdJ7OMLhR1OsaZ5Cv5JhcAb1H8nVqaB1okyzLt1i7DbI0NKqlORyGO13PoZCpLdJn
cocZECSD+gQhRs6XIF+GZtWgkEmboiJCt92QK10EhIvmZR7HG1s3pMtJzed43Ydl+M2wbkODvmaU
691LPtLtPLN7fbxJe6Fp4CLpG6A2DJ1nHRAy89W5nc6naTGeR92g3iYs0QF9ZIs9Wso6BFXcYPMa
R6b2rAEiiV2V3hUkCHmonm1kigKOnSi1TR4YJIsPcqBRlGC82kX1iJwxx0d+P2H7tWAkDaazclrF
xC1pa9+NYNBedCu0Wg/2s/agDpqRMH+3wNKWkwkAX0+jgVWQFJDcy0xb+R4OFaAPrerViSaQgXqu
nktzpC/bWpQKRl3kVKaldVU2On0nBxvx89gUHTb8AbqW29aL2C8pZX4kjYEynV+H05KmTjFOPzpa
LbrIK03Ude4KYlQRkZEqR+SBNQc8TdbScq+nJCU3IAfz4zXFyJxfzIq+7yttslekcTMPIdhpWE+V
xUwfrJQ0eoNW1pdRENMRDLskeuCddV6YKw+2ZyBkIwhisgUd6RACJm30oU/WlRqNV5msF5dtrCmP
JEiVvJAzpA/Ap8uEeQSsMvkY9GrsxEL05CZGCtkXsBBIKQaoyDOc95NYNVoDm2eWS/pKTjNDPIZm
8NTyv8SGBrh4XAYFZJGTARTrP+SGf9T5+c/aOv/jzCmLOenfN3e+lulr9tj9qgZD4//P5o7ESv5F
sRFvYTtZvLSLU/anG0Wx1C94ZBHF2rihfvRw/mmitb+QuaphkSJGUqdtsohafvZ3JIeuEGd/JFOm
jZLa/qNUY/ud7hu52aKbkQ2+NC8S3r+37R2CRJxpNiv5WlUutfq8IORgnRQsNIdSJeWAEveqCo8T
zJJgdHPzDJhSg0xhrzsrccfoa46OmbNn3yurfYiuAS1V+L30SDE3vor1AHFScfvkwhrPQqbfmRfq
5zkHSOXAIa7vTs6wCSd/1I41+5Sq72BPMcEHcMAJFpbBTSS+ycxBK7cmBNGFo/JVgg7X1sRWJHuj
uIjjB0kBMnI+yid276Y+z9TzgrwYIhtZ/k5KehvqzNicGTXGdgqPWXgN1hIZ7Ko+58iChu8zudnb
0SHGjuWO4qnjJ2eMyI7w9o4ye25LtOHydRMb9wanV28MdeugzdaDBWxt8TqUtbQe7iTyy08WwRJe
MiCs+OUp/J3q7e8/rLWIChle6qijGEC+/RoFbCsokByA0ki9VTrFvjJCOT6U2sGIExRn5aNZ6WTH
j5Kr2mKjyhXHQraqa8yK7MXKzcff563ojbuCMpXHi7kqZhu0Wu+E0ehsSGBh474WqpDXUPCdNavV
PdCKTZ6YyEMUaach5/b/+tj/XZf+z9KI/ffL0rWI/3F8LNLHXxem5Y/8aDrbyhfipzQ02EyFdPwe
PKQ/liU8/6wFeDL/WnW05bH5uSg5XzDL4hjnF+RP0apG9PpzTTLgBOD6IlwNebaO0F//E5Xq8mT+
IlTUyeHiWy1KWTSq6LSWv/9LxxkbrqnSUB19RfTGpWNS4bemUrMvJ/Rxfrkrv3lN3kkVf3wWXfJF
rG/DSn33WKL1TosY/TaxshmphJpUnGaAcdugrxhkJqryiSz/d9fGYm8rvJwsE/q7xcHCcJzCkRwx
VTX4eQbY8nme5p5eg2D9+NLevnHY/riNi8sM7wPXp6vvLk2PLalRqX183QmcC0VqxFMXTN1Xa2Dx
WtVZEJxEYgMGkxLRWP6ff7htsPvx0aqGNv3tbwjP3mmmWoLmahTFVrMaG7zPLBcoW+LyhC+yuZCh
m+0SbEDPH3/024Xvx3WzObKlEZ+I/XNZn395fKBGawwEVBrxUpKfVDNPt1rVxd7Hn/I+rny5vQpG
U/gCJs8OTq23H2NlU2ZMJSCdbFFTQhzqjjZ4602V1+p1JXTbT6G7FSszm9ILs+mWGXE7oQTq6SZ/
/F1+c8WwHHieyFFdSgzKj1+vOGh1TpKs5H4t1Sm2DVPicFSWn2S1vrM+/3Vj0Y/z8pO7qwLxePcx
INnGOLH5TVV7IFkpV1KaDXUWo9HRpekBLQ95ITNdkWiNv5vWnKnZ4VcM7q3yyc1npXm/QmD9Q1qj
Uv5QWL1TUOuhcBi3800ceqNbG6zfrTZ100EdwuR7PPTAeahrrv78LsNNYlHiJ7ec97Jt264HqZpx
U8kB5/bQCV+VyflUefSbK+MHZOaGQv/vH+K0FR0fWNP+UMXE2y+SGdaj/8IDg2baZPVfdLCUl28f
GNHpVTSkywOjOdGhy8OEkCgz2//xDQPxYqHvd3gTcU+//RQa7IHZKzVd5zSFrGBjORJq7nyygv/m
WcDSwCJnW4vb7b35RSwUI10JBr9tbM1XlLBH3UN+8A3d2yXSrpU2iLzaT57A36zjmspGp0AZwWn0
PqRZS4O2jwU+2nqYcoIRitINe9YcXBPaJ+v471YangRdoZjU+K3+8lT+sqCBU9KRK8092FZgayun
iLVHgHc6g66ZVthKQVxebEalT/E5Zj1Zeq20QNxrtZONJ7tUmDt9/Mv+5uqRx1FasunzGL1/FeaE
Hlmoaq0vIILvc+iqa6XsnP2gq9EnP+9vVh1+Pg5IioNrmsXn3Trb9nJPHtIw+Xju8HRWG3aVr7HU
7xU5PBpDF62IAPJz8tFSiRSHjy/0bysrRB4ycamQIOzi3H630PQQOyB0SI0/WEbozsBB/NLWw08e
pmUnflPwQI1hZM9ThDGHPJl3r2M/OsJqIZ36s6QlblkxuEVXKK8yukYbzZb8jy8KpcDfPpA9C9rB
4rjWiBB5V4UMXTnPOFZRR5N+wDRszLralakkehrrbaC5EQjFFzp2DLKmdMwQ+5B6FjMzsWiMAD6N
tFW4QBfXWOumcK/KHUKdsTY72tcww7dO25fPQRghAujsCSJwRp+VPLe0SbUVIfe67kNQ6rD9jAg9
V3HcoPuyCFGJsexGVr3RQdhBZjcqgNxamGsENwk8z5adyyRW2ka5Wsia93mXKSoTYLZgDzB+FDJm
BtXsNorWKX5i2I16Iwg1dFADGXYCDa6MNc/s1SS6KPDDT4e5KP8fe+fRHTeStem/Mmf26ANvlpNI
D3ojUtzgiJQE7z1+/feAqu4iUczM0zmbWcyialFSRQbC3Ii49zW6eUNq2lXAxQ+MQKeG/puUDxaY
/mHsBerKQ7ZN1VZBCa63mvuql8L7yHQRWZYBOyKaJhhWcp+2YVDZCR1KQMmjEOwtCxNqLyptReYh
si/VwMYqfSIUkoi+RtqV0vSIEjWYb0UIbLPRix+UZclt4rGaYm9n8EOZX7i+7WpG+MOtAf6h8R4M
vyovCTM7xKDtlyuJMrhmQi21SU/1/Z1rFcFF2FgjqCnmWlsJigytumi1CFF1MyITHjUATq/kZvQy
pwDom11oRj6SuNTNwaLo7RWCEl8hOa2Ky6bVSgVh4BYxztEM88TGoNHVlwbao5TH2fnRrhXcCtMF
V0hfdKWmkAVCHiB5nmKz4ZHV9ndSLkcGxagE60iFgu0e3QoZvGdvPNU1gKZFqRluuMIvKTTvWgud
0L1Ry8KtSc5YwlwOsY6FQqa/XZoVV49FVHLTQJqznkoVZtW0KNYXWLpm6B38yHWriTdlX8OtEGJS
bqRu60Agt1qopMHwKKzttIYpjr7e4DpwLUTLLpDB3BcMck49L1RRRUW7HkXmVqBUIRN2MCAaXPUm
8jyl3AtyQSlAYTQfhhhA4t5Mm3pYKRTMayczVCrl+MOoCHmBrsUsSsihbfSDbJux54tYi/TyddAi
WQpVm/Ilzgvpb07+4YlghyZZoPnVd29ISV4UuUtFsJYbRV/7kVt4mzIxQ6q8fha81aYRArRHqnWy
ANAke5yu1At3TMrf0LkNmMhxjsGe3tMGmjggzyGej+HW8HE71Sqx0O97dHkVkplmOFB5ZmpXpVob
/c3Yj2NCdlbOJAhpSqOSi81zCsS5VoHprsWqapB9rgQNiKaaJGBFMhljElWMzV1mwmUDilLoHVDX
uBCu6iHOmzfDK/zkseotRJstvckfc53M7rPvpRXKFECoKSYoU6zwlYD1m7ujuxYw+YvZfL5PHXIg
cNmRDpRGaRqNMrTsu/WFatXuk1IpZO25zgCVbixP/sOz/f/JhP8tT/TxI9mEIPV+oFn662M24f3/
+Yv1KsJT5b4K3szifkxx/t/pBK6y/5qc18V/KgVK/yLDz18myWmSozInyYm/8gnkTDmY8L2f/q1D
WP2vJHdIa3w+77h68lpB1IfMhU6+4521/+EGlUSBVgSlgHmKpbxl1U0XAUEowhQ33hbJed7+toKL
60UTYPelDsDWqUk+ymJig8v3f3oIaupZ/BuwPWCAQrNFv5NttZ/8H8LcxjDugg2/HaV4lQeduPDA
b6dmCSZBRM0EJdMKLAKopXSZGUhDIDGzw1Nl1WmVuuwD4F6+oG39JL3hzn41TAxBHk6OF0HZjybd
txTEmFGigWYq6m0YG2vZaJbTr+phchNj2zJqNSIxqV2hKoM7FYwBODjg7kulQgo+zu6pKWJl6lG1
4vx1m/zG7431hBEyqvhFN9UtWmQ70eDDPbe91IfXukhWSoinowmIaYIw1csgzG96mb+Gg0OGGEev
3mUelCq234OIQv+mgPK5gIcY78pe31mWOXkCpTdpABQm6TwLnkymoogMXLZqXjPxNeJTBCm+ECN8
upU7YLi2Dtad3xOjCRssbFVB3Wp0w4vFq2IsN7qak9ltl3UNUQz53tHbIN20R/XmfsSQmXAXUy+s
nrsM2VU/IPkJZEsrQICkE16uyO2EAR1Fd2WGuIgJZrVQhSeRyaBHWid9A5hlByIOxHdpdicyob7Z
fSukWzS/99MPW4G20UvNkbX8LkaW2hh/Fn77EvuJslBc3H1LbRshF8OGWGOg91ymKAYP5b2AVInU
xqt+AlizKiiOXQ01cHW9FlZJpG0TH9G3NMSStElfonDKWcvJPsxA/bPWhqJeWq211rBqiAoPHiVz
YPTfKECtmip8NQYElmvx2/u6iVVa4+8YGYitjCMt0G5TTV83VOhZb3GzrQHdayW95GvDVPxWl9ZD
nPWbyM1WmA9toOluikoAWNZepkbnmNmTHOQbyy33bb9q2QGtaexA2WyEwnWqgvo43IkNGI1NhIyr
CTOuQ9XaNaHLhB4yRN6qK/NLX49XZhP8VFPPgjYgrDop/JnLOAA0d7zfl1iXOeA/ZKSHyAzBmHWH
QHUCjCWnOmFnD501LtFkZzmFxkviq8OdSjFyp1vJRdIUxj3S8sZFyp9ZpQcyaMgMB83HdDmKAdj4
rPHXVUt2ovQN2bYGgGct8FcwA4W7LnT/e+7x13JcWSBr8oelGmnLII1ufOqTG9EqAcgbecWdTex9
pmJIKUw0z15v/apbpVi0hnqTsnEWlYShVojlzR3A/Go1dWgQJztkfVoFiZ7aHaZMOp5/oFsU3REs
9q5iJrjWSB2SNpqW2r6qx45Z1+kGiF+wq5MU9IALRh+5fGETpMIW/hHK20LvLs0UPJMSBtqNp0rG
fWCm+BFr0Il6a50XAFCQwwNcAeotWItR9qJblZMoZBbgxOWxtzIyYx/3EB0SkO5l68AzPfGO+joC
ozcqTbUsal3y51yAAJdK9VRsegBHrYXpgicvfP3VyJLJdIRhiO7iYTJWHL8JCIB8OKy+SPJK0uwd
934AUH5AdxYsNc/I6YD4cAAoiQ6bFk7ehlcmZPAcj44OSmJurn2fdZpB9/U3QaWspujaVwY+K1Kw
LUcM3xGyRiirB3qG/AaYkkbGHCX6HUUNzwlLfIBzq+GgYIClXCSjcQXoFRNrA7e40BaTB8GN95rX
3ep98JxDDoh1ARyBG2M4G69aDDdEwMoLwGj3hpitU2/YT2GZVwyu9AAovXhJ/gaT4xh3bBRM42qC
fSxUNu+0ccba2KWS5+St57gtqSmLJDY+xQAZeE74b53xaLa2F/CUibNd5GnQH+5YY5MwMw5Mzaun
qBuJ63rWJDd6qNuxzjbUwHyhZhKQJkZBctNU/be8y+4tM/qthbwaFO3K6/UrxTMuLLfdWyWXMGsE
CloEOkIoAnRqEZalsq3rYBHK/SNha9cWJg7aY+27v3Pd3PWEayFIkD8gFiN71sWvQ5LfTx+ET9Ta
UPdlb/YLeOsXcJW+G1m61SyeD9qVXJX7XLk9vkRmL+L3BUIiQ9SpuCKPNs/LA03VrIZ87obESY8R
UwKQ0SztTLfw2JFej//Y+33jw4P//dem9CU/hDifMakXflyOIgRAmHdmtgEXfNUEFVEvAhnVgZQW
PfYgYLIC23tB5Z3AK7NQ17176ovfP+mfnUAi1yC9IcMb/9wJq4I5DVIM56wGWmgabLENAEHrcqtA
3AoPBo3iLRM6HWdF/w3ktG2EygqrAJ6xeveKdPk61zgs4BG6INBVeM0BfEH4phvFBYGWVysduU5p
IF7pws4XRMyExhu/6rbTBaGo4Y3h3PVDVp7b3rURVcFoGXpSC8E1UB5ceS+Umi31l2qNbKr/U1Vf
rUC8EbVuY8TyMhS8ExnuqU7/MRHzPi/vWkmTpP60FD4PSSrJst+KWbZpBGmRSbwwPBHTqYaTbbTb
uFyNyiTc7lT+UyWVa7XnyTPeUMJddj2nZeCQRuAyBnE6VLdGkVzw8MUfLaY67hHoOkjf3Z1yM0q+
o/biFfyvu6FuT2ST3gs784lFTpe7sybBKplrG3YW8QngJ1+BJ0NYZBf9oG5kNfku+PqKDMI2VdpX
lB+cWHvotOFK1IWtiCFrVss/UuTuuBPAw898eZtXxr1c1lc9xF1ZandyYVxOd8+0w2zV904I3kmz
itWf4ScrS8INZSxDmiWMlRzzxE7rs03WKK+DgEMwmBVsKxey1HnoZwEDG4icNZV83xIn8N91UeQr
8OYjdu2YVsXje3DLq2Zhcsk4cYwoX/dPJ1en6qTO0eL5tG2VuFD00quyTY8+4HQlhrmSopeTv/h9
SrYmulCklBhsXKWqugsFaeNxgEhcvZuAeD4qOEMqj3olrvPmJoRfL1V3TYSKnNxwDStuJ3YJgM1v
UqJuInCUHGY73UPlSi83voHPgAJgKlNuVQlkJ7KeXRW9tYq/1fyfZwQoy0CzGPozKV55dl7G+uhi
ZRBnGy1UbqfbmIxhtuxiuYu+NfA+JKK3bdBdTifKMOC065X3J7rwVUSmoIx6MmlXTZqnXkk01OUg
0YW8h/4qmjuiqV32r9MtWwp8Bx/EFU+Rn1P2QcGtGw7iswYbo1GT39MtW/fiE3nTLy4xE1SGmqpB
vlbUxNmojHIH8o9UDw+Zi9Eo7txQvTFKfa3m2Y2RBT8LvGHBd1wZsbE6KfL1xaHBrzMbkLHoBNqQ
n1dfB0NVGEqN1cfF0xC+Z9UjtVVEB4SVGKq3vFNNudyO9EUvPAfR8z8eCgfFo2Yq5zzujc8dmEXH
AnJTUkgcGBHE/xGEDzXSTc7bhVnBdv79NpPqWEVk3OjDahe1FWo03xOd59c4bBsN+3P9emQ/s2U2
Zfk2RX0Py6dpXZtRSqKr2oD6tYcKxlNJqp37kok5cNtpNpdg609h5b9K5/zfsBWnHwLB+McT4v8N
vwcKMh+22T+UlLdZ6v0vZ/rX/f+5+5jLef///srloFM2YRN0lZIaPj/TVf0PNARI078oTpCr+YNk
m0ref2FDZKBsmgWcgRsUwLX3xflXLoc/QmWXgimqZ7rxjoCbKZYdUzCbQuzfZ5sgU46h8IuC2efF
L1JKAO/bio6nVXY07i2qXLJw4uQ81PhsZ7VDhU6u3IlOB6tOb6pveeDteKGciB9MxZd9n4WN1qgH
TBwxP7GgUBWomuJh+2EWv3jgfD6Y/h6V2T3SFPNQbvxGdArshRDQQVB1svjNNkN/KWuCHbS/jv/Q
gU+YF4xSRSL6jPxQCR2hvDDUU4W2A0MvzwpsWSOPmGWpotOgJNDLKpNq2Zk5/lel6P8MkDy7UQSK
2QpdMQ1QjzDMo5H/OD4eM93rvxueXZ6FMCAPneeSI6njGm+1PSpCCxwV152RbTW8e5sIx82e4hUO
IpQKOCdQYq6BRWv5RW9p157krqhMODg2Xoa8f2Rxr+vo7PRdvj3ex88F8r+7OA35hzdvlmtmizOF
6PRa+DwgjZaH/nKMfltqsoc1eqIkfGhlTP/9w69IMCQokjDCUvqiUBxEXup49w+tjNmOx/QZoa2K
HY+CxRBFC71fJ+aJC/+BfTPPRnhQnGpdpNNJo6xyZWWM1NIk6FHXYokj4Sk1XmMKIF9Erfk1yqsz
2cjiUXQ05ZfeVw5gGRRggxWkOaDgbsLbydwrmYHGQrzPRG3tSc1jEqUrlC3Q8KTsPIgwcLpl6bqb
BltPwRivyVQtKR3iGe3hNSKs8Dy/DN1uaZoR/Oeu3PbUslqZ7EIurGUIdaMqbEoP4eg2RmXjWz88
5Q2GKL3muPllCntDkCP82P2rAXxWA03DLMZ1hklu1EAw63EtNrWFgplVJq/jIlpJuCUbUA8JPMtA
1neVmGH23l0JzQuGK0u9/Ikm1KJFPk8FBORCdBtJlbihPZKvMtW7cKR2pJS3562TWQxMu1DzzTEU
nSG9L8oXNbyQ8MU+3vaMBP+fPQSX/tPqDsO2pMTMHsLoluwOuhl1jLcVha2xCrf9sEMHb+WpN4GK
4zfYhzxFamtAiJULao7ehoYEiBkLD0rpbc262UdWuh84y5bYHiIQckpee+rOF+vs/WH1YROmlYe9
Wsl6btt81cnP+EguyuFlMtnKyudxNBd4dZ4YE206tr76sVlMZVv2oyTUoqOY7tOAI1xlgm8rJ3Vh
6NrCboh/SSGJ10a7rvU6oUwoLT0dAHQAc81DQ6P2qMCKT16MKpdPjtpjwZeS5uQ63G6lxLc+3xou
T2s8MttgUjZCETHcW6RYDfU7kPqF3whIP4FXzn9D71+UqBMAUsF6vliQl7PTJEOSZLTRESJXd09a
HzCci9iM7j6Y0a+M51OCRffxNXIgAL5jLT6MvSuYDQkUxl5ucN8TeztwT7Q8c0v5e/XNI7hEXTnB
VMtpeWb5fmxPKAtQWz4U7kiCzCvYUsm5j7Ws9GIOW2OM7AHaoQywovQtOD9PPZJkAxh3WZQuwuA2
1T27kfRVOumpnff9swNAz6D/wVYYHDzPtigzXIbC2/GWDxxg82yMhdCXm6fIy0n+hWbhgaPagfIz
KbZSIp24Hxw4ZN7fXB8mLwcvGFgdh0wtcGJ/a7sfivDreO8PrYvZrS/KkzaqBtaFZS2Kdktp5Hi7
h0ZlFu/yOE/DXKJdnTDiNg1JhH5RoJBY+1iV3R//kQPjMtdU1eO0aqWKH+ncm0zHZvRND0+IVh8Y
l0nU5OOFIdM7fcy8QXR8pC5IEWvL411+Vw7+Ii6Js7hUWAXosbYXnVyCUxqWm9StVzoM/FS0wIiZ
OyP4Xlb5Qi4fg3BXTeojmfrQ1fXSyD07ECrSObAagV12ZbRt22Bt4eAYQEnT5HLtucq6HYuNkHR2
EUkLv9R3QXNTBf1ta1zJmk+q+keFFqUw7GqoynW+CzxKfevce1K9UxLqhwZvfu1sDdyBXYNLUSms
lWKN8/WJ2+KhlmexRs+HqgyCZHqk3IXDhUKS9/i8HFiv0wP143znPvJ0qqSPTkLlrOuitdj6K1+/
7SHBG7F4ava/PpTmZm9FDaBNhs/utNQk5V2pntgIh3ovf+49ZtQhO44LQBRA2fYgVz+Nw+8B4+Mo
OVWmOjT0s0ihqlkNJccdndh7ayTHLdITB8ihhuehAunETk44qUt/BTMWZZfjU/p1dACm8XlQut5H
xtyVR0ef4AVStxxS/xor6+Otf91raQ7uBq9YVkrAcCR1sKzbtYKL+vGWD/V7FiEAVLiZGFmjk7n3
OJwu1ImQiUbj8da/XioUdz6PCiQBTy2Hkss+yEEjeuhFCseUUTiz5e7n8d849AWzXRoMStIY/fQb
5bZWH40IwY9aP/EBhwZ++u8fDsMAdinAOHYqte+CPXrqjX+oXeVzuz4qd7WZ0G7zIw5t9dT16FCz
s62Z16YQFJY2Omiy+MPKHZfHx/hQu7PtCBgXSwwy4E6t+qAb7yv9xMl3aPJm21GQwc01U8Oed92K
txJvMOVEjvZAn83ZjgTQCOuhYyzSfCcApsnuzhqLeRJetqoQEg1dtnjXjFtgTOe1O9+JyWh5dT71
199A4m5W5zU724Lw3Coo3TQbBZdIimGqdl67s20XFVwSy4p2E+8WAnvR/Tqv3Wk6P+y4OoLkAYGU
yG/86KNL9C7OHN/ZlkMArFDjjBhq9ggVLP3ozIGY7TmQq6Mbt+roqPq9PN5jEnV8IA7Ezjk+ww+6
ITVqBiLMb/Wovm1QskFsZClSeupT48xRmW1AD+xBEEIFdnzUZQZhn/WnSoQH9t/cbCdvAVyMVS46
o095ctf3552FxuyynPgo1waRwoKOt4jLhqesKA71d7b/GiEPm0Kl3YFHQ2PX3lm3SMmYbUBllMCN
o5uFees+VdfueY8GnIM+b5SuTiQA61bvJN1SS7eDcGJFfJ04gZT5uV2AJxngfMZhtH505W8V0PjQ
VDZe5kurfEDiYx3UN8eX+KEhn23JSColty0NrKQRpk2aByl9Pd7wNAb/fPegKvD5G5Kiy406Z0+K
GETIorhBxjzNtfXx1g91e3YaYtJixaLHXQ95RVuKVdt/Oa/h2WbEk0XJU4Ohb8uVbmzd5rwOz5W7
61QvUrc3uZwa5mIEY39mh+ekp0GRdYmLDLEvv1GSXdOcgD8cGGF9thdLAMKh4TN/qe/E0JnQxD6x
ug+sjH94K6pepVhT9EAyaWHwsG2wF/BORdMZbOPf6SlJn21KatSdZ04XMCl8qQb/xgd86zcICAFs
kIyVpT1mUrEoosr2gEkM+FF60l0sbQZ1rQiIjiMTGATeiW+d8cX+7s1sKwdQ/gTQt6NTtYbtJkgJ
46eA5nJTo4bCzqjDwG6MOygGi7MWsD7b0G0W8AtJPDhIj90UeXZdngj6h6ZttqH7ttT8POZLDIBH
MF0y99rHfPJ4rw81PtvPdUXpqplWW61IdhFHa1O8DwT5xCy8Vza+CEZzZmls6EpZlXLvyKgmCyht
NKCVU73BtfHFRTQaAS0knoS9PDQO1PVFooXLHMGtTkVEKsckXZYnG4KrLBWWcQiG1xD3NQ4Oxz/+
wFbTZtfkUZcqPenYwr6I0nu464dTj79DLc8Oarw5ipjLClFnsKVslxonotmB6ZrzTNUxc9GOpN1A
2iN6Dh5zQCh2ODEe73XQL6ZrbldYhOWQ6lNM6ypYeGG8jgYoO5od5UDzZEy0Q+W3FT5hjbcK29fU
eFDljdYxTamOjuTPuFOdVkUB6Ukd0YWpoiVs+w3A1GU4amirKbu8+qYJd8dnb7pEfNXZWbwpxbCy
qi4ZnEmNPgpuqw6PEMTpVFhox3/h0CzOYgjlHmRJFXFwMhx3w/j3UJ8X47VZrIg1LfcDMR0ckdoe
D5Mzn9baLFSMUhZ5Q07WrqNOIuAsMEHFzhuLWaAI4ryX+pDRHjJHi/AWOjGLh8Z4du4rEs5IZSMR
gAyoHmYHH+68RBrC2Z9vQkWcQDQqIHWiNzqWi+bprJGY4ymtVhUwntXgilZL+Qal3vOanZ37AjVf
uMXq4HTpEkD1uc1Ou+fDm9IKoxqWo9s77QM2t68YuLwd7++BUPQPWRYt9+qyptDaltsQ70wzWLlK
fN7DQZ3tvCbMITx2/eCgYU/NsDzvkqnO9l2LNludpTTb4yYtL4ozezvbdr1be0wfzSoXk2bzedFn
bonYiUKAbggLIvVvEFR6iQUw+ifmbtpdX8TOOcW81JW/dp2LcqjUfrc4mrUaNWt3rY87AVsGr/Ju
xbBcgLleaBm879qC/PSrclO7zvJV5N4LQr7OMscyb1m4yFruAvkhKp/0gsd0DXMcdwJoM4tgLHY9
Chlp+NaVwk6Thq3pbrXmru72urnFNsMNTUxGGh3plHxhlbjTFgqObSssHhYjXKJELBeWL9mC/1iK
z8dH4EDYUWaxodaMpDTbbnDg/1a67ZbL4+2+VyO/GNl30PCH/WZYQVAMntg7Hrga3bj3fA9WMjDZ
7tkVbsXgZxz/EpL7onvS2heP68/x3z30PbPo4fe40qUFL23kAVDYUYcTxuyH2p2Fjwj+YqpaAhmH
H5CKhjNPk8n+4GNUMqwez15tava3lu0hax8fhQNXgrl6HSeeNMTTrLrhk85lDgC4rr8hAHrignRo
NGbxQ0lGTzcVup253xDADU45906z9NWimQUQaIwAZcuxp7QNF0d0+UdZqOGdln5vk1OX8UOdn53g
Vlwr3MBJAkrtBhQ5uurHB/3AQfDOoviw4gtDrNpSneYy2aAzsQhTC3WDU8WlA72eQw2jwWwSPaLX
ODTW2a7Ld8d7/Q4V/WLM51BDN87BlNWoBGXuheQpt/Kw9zp16Q4Pov/oA8YaVWwLWwTBs/Bm4j4J
0pVkCevA9xdhVYCyx+tFHTDmQb3bi1ZF3izFzLiVAKALAq+UfJGlv5p8WwYPIoT5VKrsjgIQ2Phl
HPUnViQaM1+vnTmmUW2lFhcPXvVJpS9RCFk1ubo0qTl3xc/QleyM/BIKBZSHkXoVzVWCzPTY+8uo
x4AM5dLG2PXc9qvyqs07IGkpFkLNWtDjbcTBXuoYAYyAeTxQaupSAbqVy+mFnmLppNpZRsCOoLBK
j736U5HRuI+ejVy4V6V2rcnJdRa9ivU3o5FXVZ8tfE9b6IK+VtJylSLxMKhveXDh+wKIFvix2Y3v
P2G0a6rFpdSOyx5jIlPbpQjmt+PtZNWAZDXajXhuashCmo9KnizL/kccN6h0f49T2UaWmFI8lGsZ
v4hBxfkR9xBTWHjJ46gBypcRyTc2GradqQlhAtqd+OgOpp146ioStSvd/GYqFxG+fMOAtcgACbLb
CC4i4qF4Y0KF6XUBELu0yJLfiNahnfCi1NFNpTQ2qtfnxdz3lMaHDTWqrpcV2lRlUWwqZG12aq1M
O/2LJT+HcVBUNmNsLEYnzx8y88L8mV2U3gJuVzCuc2nrRVgQn9heB1blHNYRaJ4PopCXJHxHZHPQ
kdnoxcnK5IF4Ocd2tJLQZJbJh4gQs/TyB6ZOwfA7Vi7yGOLyzmp28OPq2LMt463y7rO828fVvRCt
E9xuC9+Ao1/CAy8WlnrJo2lrxsW9iDusL5F6MJAEztGnN+9KL/uGkVMM1U2v9HUiS7YMolqw0BeK
NmDQOuB1zUrGOUC2uqUq7/3wW2Dcpt6mNjZCfgp3eCAGTnIKH09LpJGR8xdEFgTiJq5AFfz2eBA8
1PDsGHZhAJedwDgmFjLNN2X7cLzdA7M/1xocfV0KiimxYlYXYbnvw63Qn8DqThe0L9bwRDr4OBbA
wwttSDgq20gFKvizwD0O6ZZFijx6S8Qe9GLfmafk/Q5cKN6heB+2oqtE2dC5Q+9E7o1WPZTRpapX
i7o98TGHmp/dJ0wpgPOXcQa5AWYUQrDKh5cKAQi9C0/cCw/slDm0uWoweWmmG4uYOsiG4QK9c6s9
S1ePTnzDgTU0BzXLaS00MT5K01NNadZxtzq+hg61O0sMSHEQKxFyL06kreHXJ/WJKHig3TmGt1Pk
BoVMMp56tEMk39NOPAIPzOU/QLd5Xkq4pQ4OCdUl3pHAp1H6UG8mEZETk3lg7c8JkaXQtCqi7qTn
im9x8aIKVyj5LxSxos7jYakyAY5PXSwODdMs5mR61AhpSIoK2wRbbswNQLPzos6kNfNxCzdDkaWq
X+GuO8BFd8JT1cYDa/2d9f9hs0pRjB3KVBUM6upS6gYMMiflfonRiffYXCyPL8wZAe4/pYU5EFXP
grqNZaKboVykAjwV5cIyCmREbsasxlkajqL1iranAJbehEeNjYFYXWsIEXbFuAjNyQV17ZbSAl/D
ZScEG1wl7T4fH/LiMVWxMgzChZn+QvNEMPGYCMp1Udqmbq6P9/9QlneOcu31PlXMkp2V1s/xUC2K
HrNlBAKxT1ml/muYRFxzZJzr0SjNb3P3OtZvDfO1zEsMZjE5QgtAHKOlHBUOkvQch9YS4foas8rK
v0VhOxnwfjsVgQ8cJe8kzA+T2veCWVo1BUc1Wnb1st0o4XlJ2DkS0fSlUGimQ8pDCRcxr7BsTuzT
A3tnjj50a3hxfjEtEPMtRTSn+3585hCp+Pr0e/cp/jAaYy36eHfywC0plsjIRXjlXdS9JNJ1mZIn
G7wXj4pAnL/cYoLdYP6h7uP8m+S9KMUAIyG0C5IdxihuVDmwveF3N7A2w+cY42lYA8DUvktotMfo
3yDf4mEDA4m/M1r8trUVeiYL3cOAwINY0g+/XOEiLh0/vBCTOym/1BInTy/F8TLWnHr4VZfbXF1L
wnc9ug/GGwEPonVcP1TYFyLrMVyakndnlFj5mqX0FKkR77t9qX8fumsvCpea+VKXF6W+9NqnFK8U
2/Wt1YiCQDL+Nuo7tS4xqL8cdeyJVR4oKoh3pI4UY4mO6sJXqkvUb4DCPRjDQ5DfyN1D0d2NTYPB
8Y2YogtzUbg7UbiK0q2XXOTF9VDch6qjK/sxMJf+6C0N3wkRlrG66wjTobF8jFQnV35WCPHo0j4Y
3E0QTtJzP+O6W4mqcW0W1dMA6cnXn3y0RCrhlq5jxXF85g/N++zt3npKV2QiFzWIJWF9FQhn7oHZ
IasmaOVkPe12MmSUy/FUKH5/Rf/zmgaF/3OMLyCD+J7f07DorimLot9vLX331kuEha89xtJSiZ7D
p+/uWhsvBOO7oL250bgY4XWbT3rwS8PCPi/jW03Yam209Y17KcTvj9dp5kGwOw8YJc7BpegOIqwr
gcJwcWDTDEf0TmxV88uNCsd/9v1joIQhzBhnjDVq7Uu/2LT9o9LvkUVBNvmsQCPOMaZBoURNWdXc
3wvq50veJ+csNxR6Pvfe1NNUNfIJKRBdYFobn9KkeFc0+WpZTOv7Q/yKYj39A7BBHHdRhunKMn74
7VrmSEkFNDulu957U4y3YtjnqNSMVbPssn2SDuuy3Bo9fNmqsQ2F4mSLksj4WiJXYa5ilGHqQoTV
tFTTK6G6UpAslFYYRy9EBCIC+bdshds0+SWY+a5J06t88rqR9hFmB0iQrLErXIz5Y1Vex+6qbi4N
71pTrjRt8po5c6ZmN31LFwYpcXnTF8UdOtkoCZ/ZsPx5RMO2lyLVYwVL8kp/a4ITl4SvA45ozQIO
ojiKkEw5CFHALFR/dslcnbe2ZiFnMONcaHApdpQ3wZOueqM8AXr9+qaA88DnkUib3hM7/L+dyswW
KS9lX39o+1Na2e+X7C+W7hz76qe+IvqaylNQKBZIhjlqB5kqRpOgquu1p/xCbNB20x6nE+RRkyjm
uoKTU1CEV3UuczQLL0Ya/LIE8azYjRD75+8dga4nkBwGNM3qn8qTr6hnHTbiXAnI69xI1aRuBLm+
MNylfOoqd2BNzfVSPBPROKWk3YbrrL/0f521oMxZTAkEylVhBD5G1p9KcX8mKFk0Z1s2QyWsEDK6
m+goyq6bk7WPr4tvSNZ/nrhWDJvcR6rUqVFmNQz0L/RHE8HAPL2IjHbhtb/TgYdFvQwLwVb9WxKZ
Nt6hC7O/S803P9Sg9Q7wfeXrDNXCMX7Oh/a+g0ZZx+6SU8ZNYPRJm96UFiJSSdUkLPs8ylcjwonF
Jo63jbQZW17r9XVXPaNptDtvImYxI5RjUSlyBkx9UfJ9ccqb49CymQWMaujDMRgZLiG69tqNWJ3Y
P18/F1Gz/DwNfquE2Jgq1PExWtUGJIQxgbN8VKtUEwtX/7zdNMfseh1ShpDxCEsyAoNGva6Mh7PG
25gFgKwaNRS4p/3Ub5tqedIx5MCAz1G7QoaJZ4angyOJF81zd4rvcGi8Z5eKXkGWZzRa0O3lgw63
N82okWKNvMqq+/MGZPqgD7cLJZNzbCQbcoN1ctlUpGCbE9e5A2eLMYsFWjHgNCDTd135XqATKysX
pWmdd4TPEbuKlqoIk9P4qK2aYV2JJ9o91OnZfpRz1auLgDuoFn7Xrd8x5ZTS8FfnjfVsVwZupvWd
zCIpYGO7tnqq0wcW3xyva2A9GRoZqIcaPbVtmm/O6u4crdtbQyzqDd013B+YoqreWbUacY7WHYWy
tDBWIObhSSmumuLM/s7Sb+bYkwkSI4KetJSrhfbfmXH8O3dFierzFhkMiJ2KEZJx3rg37eN5gzvb
d0GjleKo02h7Ua5OCX4cWgizLdchCjfG6p+ekvY53tP3S8EXtzh9dva6VcobQOp7p9NyO4wQ/B0T
/bWTGjtTq32MilXqTvZS6zBW7AgRmiCh+pl6VBFvcsSQFhWCVxkvjPBWAKyWppdF+i3Jn2PV23a4
5QXauAy87g2w3P9wdibLleLs1r6XM/6JANFqcCa0u2+83U8Ip50WnWgkQMDVn7Vr8Ed9+0unIzzI
rMpKF8ZsIb3NetcTdTCJcCtYL6RDYPeAYlYm2UhYHtj5g5efCkyciLU9HkyCEsqxIWMytLBgFk/V
2K1hyArZzAsUIkGtL+a6zGzIX53KCHSMxgST7voaa9dpyddjIzdZBneJaW73sj8oUm+8PunTu2lC
QWWbsZWsSELkAJ+4iUDqChYBCpdhm+anRTXbHGaFjloRnCi+nGHdyJc1bRQ8m2E3y4wEDt9xreg9
zR3bbzPmrBqzCv7+iXzxMVs3H0jDltxNVYNWURmCtdlaP9v8btVTHdxZi8lFNpD3O0meHbeE88TP
RAn6rXyKsiFvaxNvZ2t/DOQy8/u/P4wvduxbVZJsS73oqwXTFXM8ekZkDXCM/g4v8sWTvlUmSS7U
bBOGYwZzjEWYW980Pr666et5/69TV/BZABSMJ52NCSJxAMziaxT19yfyj2/GH15Y82YjFHklehgo
4ZwBemMxjbCvKXbaRwGj3qUeAzHAFdZgIecEbJFPzXluoXstZZpY43i2rO98Tr56ejcbZ+Exoy8c
bPS696w1j/yHMcutZCnXc4MyqB22pH2U3hHWd39/cF/cr3Nz+Btw6eWFwvZpxuxh/vWzi94c+g3w
Z2ZGczSFYrafv1k/10/yD5/wrQrfki3thjGbt+5CQws1bZC7w0pzoP37Zte/rsQ/fYdrke5fK9QG
wqZTHUYz4EMb17BB0uE9WCHaz+V9NT//6NncSvNzyEqtqcADr9bd/mc9CoDG/vPOSyN1rPKqAYXR
w0OHX+xnobJ9s5w1ie9loQ6/Law+4uZdi+GKvz+HL7YDsB//42F3gxKTjgnkbS/Ww2ShhQRZfvHd
iMIXy/pWOQ99H5mMAfcNnmmQXXRMof3stsl/3jZxlzljE3ZHuLN32nL2KrBjCPAMf7/8V/d98zry
tJOqzrE6uuUo50P7nabnmqz+aWnfvJHa3EzgXKGXmnpp0EKlhqYQKBFFyNMy0HQ9FCSPxHfz31+o
W/+LV8lAinJGia6wmSVLS8O+eZ1QabP1KVGVhDf9GMBKMmpFh6IsujLDCai3Hz3BW9m96TRKyRx7
T3mHls03O8M/x8gfnt8VYvrvrUEUEJnRFptPDcRGNkR92fiDZx9rVNRTgK66WYD1ZEctYqeZN5Gu
a6hUr1sLqpO6TmYPZBrjBVcIVJ2U3iPXj0uzKRnmlcfHwhvWQJdfqdyn1Bh/qfGtlJdSrvRlPXRj
PLleACC45n5nLXljcP//w/tbrG7BTaCZbbFsTQO1no0FxXgDRLOCBRqYXFuocKxyPZdHTC9weeVi
nXNy9/fP54tN9nYeoMhsjDwXyDZ5th9YDuTQWpKnim6V97O+Kiib//lhzbbn9FgHkIQ8Lndl/Pf7
/uLNvJ0JEKKQVWV607Yq8Vm60Th/984DP3jdPf6wvP4Rn/7r5LEUNDdVUyO6BUmsBz6++eWoHdOf
PfmuoC7k5oqNx7KlQe2+jRlcrYsNNCTwBBXBULr+OK4ytvPaCV5lT8p98pyNMp6xYn2dawnI9aHU
MMsIuzWqnwzAAMy1if9lONUpFPV2MJgiWZoh0SDwa5wV/F1X8KuG29eG4lfl3E1WumlpuzXEu0tH
P2/LAAwewL3htWL9bmy5Ju69JrxD00NFaR1QYo8820smvU1IDheIJg/HZr5bJhKW7aZPT8oAfNBz
wrROQ11LA6GtUhepldNi/tvzB7PeN7QLmQIJQ7IAo/KhKO44ChN8aYGGqoORqbus1WNbe6zb361r
oKGNP9FEUcC6PBhhp5eabUBG26Yqjyc4qC87CJuDugth1+q72r5pNqN1tdA3g378nLUdyfKgMVZW
wWIByK6TKr9pQDdJf+vqTU2eD+6fPxvFZ4tH5IxDwAYVwaGe8pWuikh0zao0AKWbgQNodXh7zvp6
WmQCkAcUeb8Vn04zdt2u/uz0TdnLlem9qqvyNm9Qwo1t9NIK8sTbLVW/c30t80fSXIEQLQqNWThr
h8kbE1nYjzK9K6HhF4Lf2RzDv3iBKVrZTIEfs4SqdEJ7+FRNG9Z9i5lFkuj2iRYDHPIPXbX4GrYl
X82xwWhcMQAvXXEF5vlaKoKe9rjv97LYW62RALYctJh+MKY29PIltNwLqmaoGPly8pJ07oMhBz0H
fTpCtkKU/lj+drv8YC2wz8I0pzIPwIH5nrQDaDF9k75VUwL9caiEkyyZ4bsDj3CQQg0igYKgkRUV
1sUmJ0nv2XQ/FnAPP41zPOGP/fXfbe1qJxl0HZwlH9rygN9r/D7e02SIli5G51TQKCizsEDdnKse
tfNEEuET5NnjeBihQ8nQv3MOXGw78tzPHVQ12IgBUiMv8EY35avnJWP6MqcvxvBZ4e9cIylhfZe7
gNhV2r4qQPzYp8trSlYFmDglB8bzNFXHtjqQao1wOtDwQA2aYnYZaswwVXvO9yKPlH4HGAFwedDM
aIcUWooiayN9PqKOEzOtW3UeCyV/Hosa5wsmpRBdiFderOtB7NNqhlHhFOukjvsO4goMvWQaXXn1
tOLWEYJgIDwP9rhXTh/0faRAijH4m2ff1zOYQxIG7GK4n2BdBhRvAJe8PeKkqDeOnOGG5UYsWsDL
p6VZ2/0Ugw0yNCR0WOfn9kbUo29hkWpgAU7YdTQjhR83GrNdDEK772LWr3B9aZWQZOORq6L0B0lR
GoHAZJkCj0hgDQF4KP0c71RWDXuan2zr6Oon7kGXHUKQjp6YAdhO3r+54myQaccscjdVUKGYlq+V
jwXqqguUTjV6u8jTgQkq+3xFhRbCPiKCQWqtoT8MFS44TLz9EBMIyp69KcAMSc0iMc271ON+VQq/
0WASggbJJE0ozZVPuI18dAipuqd09ltpRW734ogSk63Qn7cs7Nn0UKGYMjQiLIwLfHl921K+oA+D
hAYK757HrJBmE2CThxJPgPK3HLxJ1oFFADI4evxgwsCwGMPMpr1zoPRvxINlQJcn89VUrW3MncOs
H/MGEFqVoTAfqXNJyeOQiwOB9STDvCOFrIOYbQxpfdTKVzai7lKDFqVPvwwo+lyq7SeJQ6Beqqt3
JjgkHGSAYXXF4DGzXwtkTGOJGQS9fWkgga+mztchkhgqAIy8q3dTGVvyfu6AJxjSeAJcCZAW4C/t
uJjXsuq3bRVfaZkaSsROUk+XZcRYahHVw7YCPss6Dt2jQzDAf9bqJ5RQtXZjI+DBV0wU5EHttc7O
CiuoSynSt6tlLAcFOipL82hgxZDhwhr05AmLnTHJROQ1x0KhUPVY5BcLL0tW92jVb1JCt2iOBTUt
Qqd8nZp2g82aYuZMMzNU6HTor42o1e9GgyQFTr7RfDDdu0VCbFmFlcLkWffUpJj1pCW+01qxfVM3
kdVZKKtlESjg97n5WouNAcqombUh11CNw3gZVFpwoNXUq2w/bLI2JYK+dt3Y55a9G4vEG7GDic6q
6FZ99cvoNwVuqWEbiKXWztgjItyONvHT4l7NiTYO4Zw+QkFkNEZILeK3bay70F7l7xOG7Kg62zJk
8kK7Z+HFfDqCXjsQQJ36OxR7cIRWs3pfLMMfRRERTUuqBavoxanfJHKpzBAo0rmbEVts0cJQoViT
AlPV+7o24KrQIPgSKwaOO2/iaj40oK11NXavLJTGyQDzqIYbbCeXOHUL32Asyu0ThgHXFTssqGBX
cqW03w48DCHa0Ru8/QYKnyJAmRCZkQ2HPgAb/bqeg5ZT/7rfLI0MUtnfDzjk5ZmX8cyOwGhN5S7D
mKWbJ7qZ4DCGdiwo89bPq1A33nR9NZGtbT0sw9GwHo3qZFZw9nfPnQYBFwaYB8tPyXH0vNhADwo+
GAWOQ5U99SwUIMgPDKYOd/n4ALSxLzw4qfct/I8XgeItvgdGP2jNjoxBS11oW9G/sVHDi2n5ahRr
MqRhAWFZo0cjRUA2rtxm2HuV9EXPgTFAXLB0RyKAgerSQ8XRh0DUwssSpJMiYP0a2/PBbbcDdqcG
IK2csSCjMtEAJiCuQqgFW9V6jAhG44f2QjUWl+O+UDKhtQaHvMGneYw5slOG4lUmUZ5F2zfPPvV5
X5Itb37DKlIzTlW26YdLygff7l76JY2YPOUd9uBp3+aPS36lzYgQlOv+Cl/IXyR/KkhcAoviDvGA
+RqvxA7GcLwPRezCq6UBjFAVn6JYYVApyOsci8gFiRvGKNgBpicK7Ju7WvpD9w/rx06qYdtQfjBa
dSgZdFowBpq0fNfBU6yH3l7Lcb6AJIrM6Dcml5OpkXdt1wVtmob5UiXZ2L73U7eahsjFD51SEJTS
bseVgjPuGcEhtgIvhtrGqd4Ib8D9zcO510LZyNgg91D/+DWosYu3G+1fxFjz9PpczZME82PEOyT7
ctvjETjIMHJwvYsRftJJrbdxXb4vON84opcFMb3poQaBRWwiwu7MLFYguZH5l4YDzoEb8CAOM3tr
EEzrcKhws9WCp1x3Msjs5TjYoC5Z1vUFoNmwYpLueww6mfaHK2Rcul7ENEyFpfW6n3UA/wCOxbop
2mZVGa9T3YZO1SMQCIy9AUhqapNI9Hls5E40ypUQXThVGCbUrl4Ym3LYl85wKZxPxzqlzl3JTwhA
eykT0ahoKbeUQV5idEFTrGASEzgDsAfLgP0d0yh8Xxl2CFqxzx17bzVlKDvEhg1Z8Xb25cKTpsLB
1lWJ7DAOBjasA3IqwfbcW3hqA8FYlZWM9oei8PoD9TIY3fbJdA/m9NDOz4gZVqOuXgGDwLc3t8wo
A8ylYHNT0G+9z22iMzsqUIpdnCshyDcIwvkBixFheduNpxw4OUnOtZKhZwOJ3PaBhoBqcCaItBUS
gikx3KeMm/Ey1Luxtv05m2Dv1J0F3CozYZwsG0eOGnzZlVti1sgF3IgV27wLU9QiaEUDOXpBx2ES
5lioCDdXDBngaF4gczdw9XUnEC2WuADHQwGQ0y7jxZ3gKt2e5uHYtXXclnKfuyD5edkKMvJAg/uF
h4u60GcULYyiHbCVO29ltuVuhOG3ice8aMuO1tCPWfZLhQ1VwF7HQFC0kM8eg35OCkh7w9dSAWVW
gZ0l/YkiwocRDbGryOTTXbmopMbL6TUjTFgGf0QkP5XZyQPtaulhvmHaetDXH0AfHkm+Fc2bNNMI
oB4cXip0ZrlyAT8m2UE2mHHytm2p+TChjuCkh9wWc26geiF5ST8BGA7T/nFw6Erv6hj25VuTbvBz
VMZTZmdJNsd0ikxzilLYDo1mMnPvdzHCKofWUelOYcbC9joxvRtUHzdz3LtH18SNY6qvVhCqD8Oh
a93IUXeEzEmPGlCjez6c+OIpJ2fR8h04Xz40XznQXiPSGOJkaI499EgRmfPIsiboII5H5FgwkOBY
E+WLi3FVtR697tOFN7ivemxt7iD3bXuBe4vvkPPQ5L+4lZ1m7DSYggR7Ml/yAPIFzuGLPO1qY0Rw
BztwA7t2Lqd6zWEs05vNgXpbG3NiMNjxlVNjZgsEPs1bpe2dFHvFHOyOzzn9BWO+1m9h5FnmGY40
ZEB5Dwk/dnF4ApuDcVAe6jyLYIHRTbGhN2EpzL2Cx4BrmCHeraRdHmpMSzIcvLa6wEYxaj1YlacN
mFsTgKlGNFQlOJrXwcZEGkkFtGm7aH45zTuqqWhUbgxWBIQCwaDSqMsG3ynuDQABXUIBXUI+gURS
FUug8ApOaR0Ny6MrERJwK+COs6IFcKw61QBza9ccW2XZw3tfTCdq4nQ1jD7s7PRxESWYqNlhsWhI
9LVelifafXodsM8Y4JTmBHhmiuMCadVkAVuKMoMnD9Z8v5jHWqXbpScRafE+2luanhck5VnWJylF
Fsy6kPRWAM5MAqY78BPjrm2sTwuu9HDp75pTb8ZufWDGBp7QPjVeSP44ZueRZj7td9i3oGYX+b4r
UNboBiihYwfW+o4+32tZEaQpCQAbPaHNhfgBmG+vTZyZns0iW6UzXfcl21tcxTYjHyUiVGfMdsp9
nMcO3SpEDIDN1pBi5cKMKQfZHaOxNRCOlqMlJs02OqRYcpyRkKPAAN82mEOD7mrCgYczv0UugSZv
7KTaNgUIEZmGBEKTq/vBXcCnQdrvLmbCzP3oYAD36mXfTEA/iogAi2p7bVBityOWccy1bK/QMlZ6
aGEUTEOkwxlmlEioEYAGZud18j5plW07WQJ79auv8wd0ZY6oisC8wdjUGU64anAPniXuZZ8mkNsh
Wzh5TXNsszNoj9fENOAIhvPeDAq1r2o0mF2yd9QceFaP8GxBXrRljji0KY6B5Q22iIFbmz6pQRb2
XgvUFBXeItSNoMetMrTIx8UHCKyuX5sKY+vXSk5214u3AuUax7IQmVVhxz5Bv0BdiwUS7xpweTC+
eZsgjCTo+jr0PXWzizdiBc+JPXgrZ0Cq0pm7rDTD1gHQ5jpKI6KM2+B1RgJ35qrPxnV8Tboruz2g
4giUKhJANifMW2W16zvVGFAtjx2U3qzRQoKPdwJYgN7DjPZ03XjA85MruBXZ/VPqCGyynws2zh4j
n0XKDlwbVwxBawUGwWCUUCAXAcmrz6mVAaTpgA+cr2URA+eYsvpLQVZed0DTDVMwsDarf+fdG5Xp
Ntf7xOhw7hjzCajzyK0+tSWxuR2TdF15ZjKBYp4BZqxj1RYm4s/JXtmIHpAbG+YSZTN4nEo3153r
Ia9twoKzFa/GU01fa2M4NKhG2bbpDyNidaYfFtxaj/FWCRRD7j7zZaO7TyMkOkz73cwnlDVm72KH
ZaTyD0G8HUVVqHQPs6RxiZiqViWmvF+J/cbTjUKlXawUqLPSiiVmkbVyXyKSG+VzUa8bFDEs4E71
fZr3AOB1iM9/1TBSLjLHb/EyidyKl+VzQsCyILucYMZtyl1pqKhDgbiAqZKNcSfU1yDbVkeutCcB
Y8uhrA8F9umuAjyBV+usw0QLXYC4gxytPdfjFJa56TfIS5cp5Mi0of3esdHbuZm54gjhuMN8Or3y
ftjq6bHNc0ziHxvmhVo3hD19s6QF16x8X6B1oeN+me7g6Y/r3iqPmt0hMv7k3hj06RiNHaK/Robl
OIYjy8H1SVGufACFfkW9xEOPywHVJ3erLRePbQ1s5YLYqrG3g4eRGh2V3P6aR9r7Lps3VAaYCwiE
C206qNlaBWmJ5MEMnTotrV07YROnwncyGTXNhFKTgeEHFXBEBVMHZqMHISqAK92IBdgZmHvBpDIi
J9H8lkP96LKrNX1xZLMb6TZ2DYeGdpeGvFX40iHMii7IiNopDwuFlzs2HyZS3RXddBIgQ3o2NrFC
iy0jT8YmRR0As/21WpXYqoT7CqCt30H/YmG5EB1hiAZOOcG+4Tz1mMsyNOPcWfTRhqsLqhMPmNIN
4PW+7xb6UNZqbUlj31vjfk4n0L6x2FHZJtqaV7DdRwHy+uWFpSEaryN3Kvxq1NY4DsksMuSYCMfY
uO/nX9Od15vbvu9fiIIUhSALHVIVM5KipNvYmAfWLtmAEpuwdN9AccTOyEkXHqJfASakA08Gd8xX
IHC/67RNOFnCTsfIHrc23NCivrG1RPHXJbW2NuQGsw10SRmRvGSYgMLwv87CuXmZJETR3XwgqRHW
466BScf0YrqTX6b3Nntmgm6GtgTGuX7JFuzcVCVimQO7wAviPHkjcDfGZzc+deBzWJkbLRogOn0a
ZWUbcaKOUlST7zrZHZISqAPCsUaiTp+z3tuorH6bFKS7TrOfO3ttlAKOErpW+oXboyWFPhQSIYWN
qCygg1dYX3OkLC1wu51mqJ0p8IznC5t3nnacCnxkK5nxLNDZQ+FGjYMwn/bAFHjwqiCNE1q2AMxl
0YNOnG14uA0a+N3wYw2W9HDX5ctnayWtaIFS0VB9k8gzqOhjhbw/ow+6uHOL5qx1XURLsqkluKhl
F0vY+jATaqjpQhGuyo5uREuQm2GFeSOFYVDrO/mrkheOwkVKyUbvXVQ2O0A2BTjuYmlCzToU5Zp5
FsyJLCwA0awIOVvLIYMW31MqbABpiEDorCCnvrMZxljG+s27TjaWQ5xRgibYEF//DFhMbKJX1eGf
PZoE1z9fZ0XTZokWBIPK8PwWY2p9Xl/zHrgl4cJ8MBAiVvCUtK567LUOuxaz2/UIGOSSnV0y+Jqd
oZZqf05pA3chWNFI7gVOj5kW54RxxrBEW6fcKo4ijEAoPZniIhs3mZQAIBbVvUmP2YD6Ez2y3Ax1
iF4GvQv6ebgA5fLWUswfiDoY+GuKluv0aYt7N31fAL70QNTu7TbpLJSD4fUxth9ue9+5G05HnLlg
MKr9lNWxHPLIHI6Op8UuvrxdfiM7jka73QxySCQFJ5ynmKEAmn1i234AR2rfiSJh82s9rzN7ywn3
eb2jzmOny6hVhs8WPdRQNSj0yNMxq2mQALR2jOa/Saz9FiVeAz02QhGHNygYz5ilMKD6MsDa1sRz
PpLHVtkVXkeVoPR1x72N1q5KF7T4fj3by5uOsFNMPYymMADJ1qlapV23GjQYe9Z6nOWoUg1DnBp2
rONFmPGwh+xjKuu3XHK8YVWoOQpH7Yc3T0EzeY+5CZtJ6pYXrzACo4SYXoP+bCnIHoYwMSsNxNab
UW1xbKyxwJNe6GthYB8ox08Hu1Qj29Vi3DOgSxzcf4enP+cDSoypG86e9db3I5Ry+ZkyxzdHnNF2
DTetBgWkZalX9ejx0NWtcFrOAAUZAUW5b5rmqDZzwHfLM5gxOzBdd56zrLKcrFNNX+m1h6zO2mV5
fTYg5Op7maTICUZuxV05rqwR5BG0LYxqz8yHcn5qindavBfqjeEIMOBtUu56861RKLX3R2YflHMe
kbPV8ApmqESiYKJpVVQu74V8ovNTOXxOGLeq54M1rlDDh0xQ92JUUM3MjpwSYwr7a/taGAwjmCc0
FA1R4wonRs4eqjJUX2v9ZlLnUuxZe7CqvZHtc2Ovz+8Tufp5X7AMw7Et40HTzjAFBfF8t+hFUKUY
TC7V/JxhsBP8z9E+VtcT8L7LyrvZQULa8agC1hwP46Np3oUdtybkjRIn7hRNKY2mPMBO5MHBJbs4
iHftKzE3g8cnCzuzDRZIU2AQuHEtJGCYlTU3ZnW4ppczPZXaUQyoHtV7LTXvFlPsbBxpzEIrcAVb
crTeEmljbBjR/3Ky1TrlnzAphdxiN+jvhsZWpokXSu2LIpLa45Q/iCkgxgalghquUaW6+tTILQEt
1aQhb+YN0v/Ku37e28E1D1p+kP3RtmBdgm4vmmkM1cutKjf14JkvxUISTBdtq+aVTHRnDneWBBLX
qHW40dC3oRmONkiDIR3fbP2xz4wYmVbMaA7iIXBXfVT3v7DnnxdGV5Zm7q/2ONVw9rInPkDYPjxo
+SNHv6i/eG1YtN7GyjYeQvOV5X5o6mK/1MVaEzKSoEhL/WDwI0b50dYIZOKNkJuyiKUw7JHm/cyN
oMJ+rNIO6/ZgVuM5Lw+uzCIYpCcVSV+c7JxhR9BtGPwgRkTDAImfl/u1m4g10hnuWMHgXQatWmsm
8h8d36gFmekeSslIH1CV1C4t++CMv9OuiZaR7nSTbR2y7EiL1rOUZtC50PbCgLVCHE5zL7Kxfedd
7KD5CBJKjirApURKatVFrHogdHpviEQG3VJmgj3+AC4gfIIles5bvX8nQsXQTfkEpY8KhQyb62Fv
aJep/cD4VSdRy2jxN3XxMKjm4g0XQ9eiH+kU/nEjeH+7y2sm//d/jP9nZUyKQUEoWMlQq9G//wZD
8YX+wbxRJhUTb3D+4bqejDu6b92fKeNvbcH0PNcbe8Z1CzQyh5X+Q8HkrSFYDYQZaT0owICn7+BC
8J0Z8FcDfreGYIx35tRzDYeS6ayL/HXUxshwDJyx6MgSK5nKDkhxEnP620unS5VJv0X9lVERMoy8
17+csvxGjPbFZ/KPc8O/PmtM+dtVcf0ZOxutqbD82Ud9a8szlsrxygYfic4PM1pZaID/aG3emvJ4
i0PHnHNMDBnhUET5d4KfL6Sht/Y7uSm8MiWYb8ZhU9s8Mb0D0nY/rZZvxD9fGFSDJPyfkqJcZ702
5pqCiynKdV0wLH3CWsTYaI6PxtotdH/SwCA0zTUyxm1u25FFntK5Qhh6rCl6KyP2YVRGjLQ56GI8
9vwb2+8vb+2qKfrXIqjGctEzBsUxR9UbuFjMqq/gPcDadlcOH+hBr7thVfcPUPtYzr6FhboDFwut
c2HjUPoVcghkQqAC7lJ+T+wfju/e2v3g42hQTKCwqeUhas4gpf5sCd0IGTuPD1LqULr2aM3O5Pfw
M192/b/8fhrRuGLBha1E630wfH50v7d2P64qDUujDiwbSaCbSEPDn133RpDoCqvsVC5wuzMJGdSH
NsogP7v0jZgYRDxSLwMmEet+q1dxPv1sp7/188mAE6jZOM9b4315aj7+frPmF3rC/3LzyYnm2rOL
7diCOgsyj9G+utGifDItORrX1THnJkLA9Ey1a88axiAC/UVV7VrrBS0ITdtZxSZHNNEWwGIRa41O
RFyClNstH/UIW1k1Ha7d+VynyWg86+nb2N1RoieOdp+xEYKojbE4sB/Gy8SNu7//WFfJ+R8Egbfe
QS4pMoOg4r+t1GWGV4kSI1gMUr2YbfeWt/gRs3T64RK92UDm0uZO1WEpucVxEbHrPf79Z/jidLq1
5DFra6gNK8duz3ZNcc0V/n7dL3b7W99DxxpaeG3i2Yxag40YFEYtRWHJAwH8O4PYf2Zj//D8by0Q
x0I39c7GO1CQLFjqc93sdOu+GV/7iqLKmKKBvB7NnWx2bvVayyOO9aZ+6jQNQrfSRxUTpesqaLp3
Pr5S7ZK6Tzl5AV7dmVGwBVEDJHR57VpqsNlhKO00Vdx0v030SUHCdkiL4/whLx/tPISW2ffQsilo
YsB8ye2yoHf3ZEhcddJRR9R/5cXZNt7p8oLqczBmR2M6Lc6VxXbigh40sZ2KQ95AdtB0aDK+tqjv
OJ04sdqELhIKHnYHO0NPLGDsNpfJ0sOWP47ppoM+m27Y8M3U91ea8FurRwdDYX0xwJPo6s2BZBDC
J7Rq4K05Tyj0OxA/0sBmBogbTdgiE7ZQfKcs+5H9nH5rBSkn2mgKg17bqduzdKW+k1J/schvPRdJ
w6xMg35gO3x69+03Z/pXm9o/Jq7/OtPnXGu8sYNcvx6fbOBFIQVFeSyA65bFMPkrUY4bRDwxIzRm
x9f1BYRpdCSYG7ZynZVrZPuqT+xqRtEQDxtdDdcme9Ysz3ouj9SqoTZwzl6dhXAWTAwUl6fcWbNl
xZkZZDzfzagnl+aOg82Sm99Ndn/1rK7//V8/VW9Vql5KAzHBBg4E6ocuNPpNbDZKdLNFhsvmB3Tj
8u8cU74YUNFvtsUrbKDkHCsmtdGW+8DgxMoRPzwL9ZtsKpdqEB2857b5Ag+GiBffBKpf3fRNeGRo
HBPXLa6bMR7QEZUOiEnUT9iJAMzdujXpwHVwfYBpufGO7ugPso3rRW+mrqRGallNmBVxn9N759ff
z4g/LbXrRW/Co9JhUhsh07l6k8gilD/JuK7XvYmNHCWbVF2fwPK8HL5z+vjTgXa96PXD/Nd7wQeP
UivliOVolwgKPTo0SK4OmYTXhz97HjevnlVgQ1GVOW2b1yGsf//sojcvXgE3Zj33sNjEc+dGqOL8
7LI3Lx4XuUv1BnEiVIxoc9FvvBm+eso3rxyxmdAUIUjhzGHlQgDMWRu40kzM6jsD3v/j7Ey6G0ey
LP1X6uQeWZiHOpW5IMCZ1EBNLm1wJLmEeTbAAPz6/hCd1R2p9qFPLGLhIRdJJwCzZ+/d+92fvcWX
py/TYWu6KHHhyjOU+Bjs25Sgei/7DbnoR6Uu98lXclGvprGhaIL1c5KnMRpWXi6PLu3MSb/BzPMX
yvTlXb48j2luSnvMIOfqBTLznSeizV+6rl9BRHpjDv3UaXjqH6N75a/d2F8hRLZZMbBVGRFYWrin
qY+n/def9kcr6fI1fHko7TACvbmcVpJslyFyor6q4nL96xf/yfL0lUWke0QKF7gdl26tHPaT8Re/
jS9PZD2lFp1xvuKu20yLXnz168/7szvvyyMJwqDR4YdNRMIhChaA6zM0c7fNlK5Dc/7Nm/zk6XG/
PqB25kYi5U1oiy66DuYLJqovo/trG4375ek0LPJCog6mg910yco2taBCbvjrL+gnF/QrJCiyXC3r
XS6oFUKDg/zwm6r5Z6/75WF04YkX08Rn1q1Avivp9tcf9w9Gz9fzDXf3VyaQKaTlZZ4cjyqesAkm
YIombYxOKXRWZfw+RwOKR3xFHV6NqQmUUcXCtbfRXKr6ymaclVeoua5t3Q1IufWzJt6mtcHQs9jK
+cEsp2XSf4xd3UcsudBBjTp+8Apz7U72tprpyhpbzR4CGma+CUIjLN8Wd4SSqUgVXmYOWaQ5nGyA
feOcH01VINW865B2Jzbzc2iyhfPKiH6tccqKaPXZjFzivNzO+bjXRbsW8P3cMlBm+5RH095L+XH/
YTFMFQ+zFm1inElDcdPB8w/Ni6ujTCh0/KgPAOxQF7z9+mu2nOXe/dH3vNzrf9rasQprGrWphNwt
8No+huODhd5IQUBZuXfVxPcTvshU2eqesZ88sRFZe5g6mxnGwRETc3m5K5xzGUIuR59qQi4fPUbl
9Wpwvy9diaw6tA5mIr3aLgiS0VhnyAAi9YBUcBuZGHb46TRfN9n3VH/F+oDD4b5kcFiau5nZ89hv
RhMdyxyBNwxkUwQJOu9Evlf4vkAY+WbXrXLEws444gPamVq6yZhuzIiScgb11ndSo215NPrnIfe2
hSu3VkyTBIX29FbpbylJJaPcp+gytGuRbxQP3Q0z20bz23o/6p+06X1p9w9ZV17XijhOGUOlgUkl
JuXOqPwWSVmIxiQzYMDKx6lDKT3cTEjmo4JvIr1ymMlhUEMjBQUtAbuv9JcubtCAmbs8Nv1xUi6V
QPP5qmnTquewWcfVJpuzx5H87zx5rOZxXbVHw95UKrN6eI691gYOP5TF40wUsrTkrYKDvDH5ZT0Z
UMgqamAgGO8nfcVjUNtXcLBWY72za7Fqu1sCNPwy6deG+Z43J2uygtQufUNqT2XXYFNEk86nGhLj
zQbjTtTULvGgrsuh36gzydZ4Uoq4u4xNvai/DKu7TIMIXJwUva4E6Da2Y3KDbtopynUOoNxRNF8m
w35AhR85uU+s5FwTOxHPewWDlXlFwF6QI0f3rIygDNfX+AgWb92gZBkipFjLgHGtm2Fghu1eC7vN
IG1Ip95Bw+rphSOeqmIdO2LXM2sTSbzOEStk7bht7E8xhJsk8XYlbE09Nt7LCOk0Bq2IAa1bqGs7
0YMyv5taY0HE+LYC2rfNr3L9e+LcTFgZaJL6tEOQpnrk5xW+6/R7EVv+tPgO5xAx0bfcq2/dGSYT
ExRrpeBHUJSzl4pzzeC3GdeF+W0ifndOTg74u37HQeiGftm1O8uT5l20+GOMcGtqSBJqlO1W5Y/m
vSrlwcu2dJSYi4ZbC70Fb70aow1TOsezfQ8NOrIgryPC4Sw1FblYiQizWct8vu9dDEENslHVXJVc
MbN8ascnlTsRadTIkCAcQr8IK6RSxaqLFL+dYJAQ+zJ7zsqQT3CPuyT2sxGLSYEydS420jioyBxs
ESNnY2pZo/bNMQG8VpmBrXDfpMYqdgxyEsH8FTgb21MyjRsoUKAH12l2lxUuwoGPwXBXJNRo3UEp
MafTJxoHLvhg+wa8IEO9WLiuMe6AD9fBZ3XWS1cVm5hphpveF9OlUxGYR57PxUBjddRxDHslenuP
+5hmpMielKKFTGTgxdB3uXRvI8u7G5wj8q0C2XOdHCRE83rc2K197lmgne6bkuMJzPCKJl2g1sCa
U0oriFuMTVDP5nG2zsW30eL57JHpkDgyGB8QG31dxYA1mUFtvTaoW8X4KMZyqyYOs9fbzAWb6e4Q
B2ki8/uY7MjF/Dhkh2q+1tjCtOSp61HFp6+ebe7q2kZu2O48R6U7N6wqrJw5wk9F5aHD8HNtF7dV
xm08WisXXb/q7SbvHDrEtXUOxOjKH8SDq6HeRGMfVFn8oab5IYrvCubrPEvLhigtBFDOkylLlshy
PYvoKWTaJZAFF15xtqMXN0IKzw0n0M9J4FurCdFQzSOquo8pSo+SCJ0qm2/sRn0o0MRPBfbisWRd
Tr2XQmFFjMes3eajHdhi9FuL3rPVVs/tYO8H9YQoNYYWA+MB6zAEUrvcGMlRDG9ae07ys64+u3Lc
pBW78shQsluQufKom2z73yfR7Lva2GbpBa3hegrLMycA3+S6kQbTZndWDZMZG6Dw0NcKhkdhsdMc
79zq56F9a5jIR9IXwOttAccwqteTu7facdU4D8J9obcUpMkQNPajVXwa9t2QPpMbFphYSSKKjr58
c/AxzCTv6J1z26Y3dUdcSnSXto9FsuGJ2sqQV7Py5Bxl040kEyxRDpl00NKxAqPBha3qM3HBiIeq
KUs7PMHuoStVXxaIB4ouXffpJazEcSjxaaDFsZF5N2g3bSoTDlOUS8/hdFGzEh0uApYovo/mOz5G
oCI6Ut3hzRjCU6veKuaDTLaCnjBWqjGR+1w5OCE9Ye+cMUKqEbEvuJRict77ih1n+Kjw5iVTvin6
8SQcrG4ez2/zLfS0/RgzZe1QdircrLmq4pcJVxZDuiXSVklGSmFJoXax+t8R9H7ItOAf9ZXxFhOe
GGKIkUdvuhKdFiSszV2LM7z5NGW6LSmtBEKXpC0JgcLOjn+A9N91ZCu+jPG+JZ+zXlyykM0tvGuL
IiisiDpPDyoez7Si7+juRT8gusLwngi/jZVd21eowj28mndejjK0rDa2QFSFMPjXJZf5B0DmRyXX
l4NbJeI+q+OBTu+AXjHH9Q68prmN9X7XKU2QsBjjNN5JY9vU88nVnlv3OxrYlZ7bgVMNq3jGe4kR
q0blMaYWjuxrEkZWM7YIOWMgVdaN2R+RFSbjbVrn6xrkvJ3d9CWm1VQ/douWsKZAZdQnTFzxTu3n
5X2m3QrAB7OQgVsZazWcAs6q3wtMqF42b5IIKhVDg+mWwPRNhZEz2Ut8Yom4sVAxGRMZROrDAJrR
wUyShuc8fkdKa9XDQdqXlH0qleU64izp9s45zVCk0c0PqawwsDFnqDJiEiXW6e4AKUhbFU2CpXzT
YrmXTKdbREEsB3P7MjdHmD9UQtiVnepJVUBf00pcMLS9crKa6CJYuCacAGO38ZqzZ121bSCSW72a
d2q6n7juHW6uMEJVrFQ7Q498xGnUBYew3ob5Xpedb9txMLOcWQ56TswWrok4W6vXpntdsiirTb/S
RcUqjuQTI5HxavYXWVxi/Gd0YaulVZ3c1gjlIGZ4rbdJMgpQd6vY+NQM9ZTkV7PywpaBIlMGBpVT
PVymlDlptFHD88zm2TZ37uwGkb5VxpW8ON25GedVuMxa1GM03+rlvaPdWFm7Jux4ZTIkT/pz73zr
8GXm+5FlzaZctjTu5EUXD08g47rPyYsLbCLD9t/dhfJRVW/j6G1oj0n6FOKtTrgXCu4/w7qqozev
xUvFC6f3VZssidfUGiy4LtZ9RlrkK4SRexPjwhkddMsEoa17jIhtod6P+W3FXN0heQCh7dot9L2n
axvXDi+Ecq8z70gQhpu1m7pGfq/rJ1HF+5LTT4hEvMptlFNcHm9iXNA8Vt1LEd51yYNWeAdMQgAB
jftw7L8pan3MeaQr5322x9uB7E+SF4h5C0qCzzr6T311bwpWCBUjQ1wdQtSfRsIXgFs6UaI7BF5+
h010UNkEptuqCIkqG1dDeDWR3lmjdGteQ+0y6NWqxYjhOfALzAcLQG2R4JZVs5NZPwz5th+/pdkU
VP0BXNkSFErZigrLZGHUjHPJo2jUt6QOr3jI8MDjYya6gYf9VUsvPeWFytX3HvB3kTsi5GsbHg2m
wvoN7RLK/bWOkFjMZ8s8JcO4dV0vgAAi1OPE/lGYLylOh9F7NN0PjUg/O6nW0VBdHDN6KDFrJ2BG
YKAIMPBBHyKNj9mBMs6fEWzvLf9Ty4E6TPG20N5DMa3dkTIAVbjfmjsz3k6ywcl+1Bhi5jZn3+4p
SysM0Rm6uR5TOxiGoXtwle6oVoTGNLHgzGyHu5nyuuq7bzGAbNvr8WDFW9MDZMCUyMaDOAh0noVY
R7gOOrO5t3tvD1P/SuLqdyZUrXlQ2ODTNIx3mudLInbS5SguKYVw//f2jYX5Pw6vFhcN8JTQ3YjR
YzbHMh7hVgYsUMzxBkNTwxlALsUcsXqeMm5i5L5lNAYupgmnOyTqSa8eRxpoRj5hFJn9LKQix8uh
2e6lnskJWa6nN23LYdcN+2UT0vPmMzHzXRoaPpZz320xRJh3Ey2Egm6TgiVrzqMAwwfIin3SI4O2
d+N46FL32jELjLXJ2TCA5OaIChuxjqNtCnTF7YpLqJlbgRMmavur0DQOcNO2U4x0ShL21o672XT3
Tq8eu5z7kRXJBcQsrWcF209YskB1lwiBf9u+DG24cQr0zfdk9tRTeJpK5y7P5E5zUR4CwvnNdvaT
/sHSF/pT/wDnEl8GnunjhLEQX3Tcfvz6hf/Qtfxom/zSKpTaYEtTb8aj24sHFrOrEEzPaFOHGoAh
yIiaqP/dAtGn+wGugRrE9jGXHWdFu85Gd69282PsfqZedOWFn7/+UMsW/aPP9KXN2M5eg37eBhuW
m6uMImiRKMu6+k139A+lyY9e/0uH0czcYWhyRnq1agRiVh9kdCh1oorkZ6LcRb3GYH6vSZTG4iDZ
E/spvcqdq+a38bt/yH5+9Am+9CABlFc29yD/QvooMw57fSrwgzRrlGSHUHq4LkiZrK5HchQSnM4d
e1Whs8uUJ1EfkbqOUBVcXf1rvf6vFOUYI1iSMRg/xspWkw9z8pv+Irvrjy/lV5CyY5f4N9ivjpjv
Vw0Zu3Tj8CXukEbccXjGHFIeKYCI8sj9kql/mbw3OaB6LVDn7q5iR5ljM2gwqbEXrE2s0iO+hbzk
+Hs71M9GZG4su9+Ys3mI62EdK88mCvHKcK+96pusB3+KknVRPDaz48sMN1y977pTOD2WogmgG3k4
YjVx3aapXwAVaWk0N+GN4R5cVlPWNL+2Tzj/muYpU3vaa7BtCBMaMZSxuncVhqBs9p36GVRIHuJm
O4gBIrcaoALpC4fiEZu8Ip5iFsoRx9FYFUsnwQ+VbrVQBpq+pqp4zWKKxQyhLgCNXOAMjd2zsMe9
YqLoX0gdazc/eeoaE6s5Y1dsruJq302hb9Ei1OlDjEaxSwFxZRwLKoGZXtubdbYC6IZHtZoeUlEF
bR/vHc+FtPXsGJTtyT5rDjUtNqKWkuh1Hj/LKjrWGH2aGP00LkYILbqxteTJA1ddkWvAiOw0z8lV
myTsxtTt7KpSS3lWiiAacYBL7IzRNtxElgZtyuFSY30dn1NTP5fVp1E1u9ydgrxf3P2HOr5P2vk5
kxQ/Nr5BW1tz5PTrhB0Hm15X3g/ZWc/OCEWBO4XpxpvejEJbT2p6ccSHF7+behzUEnhc4dD4SDlr
ZatWV/2x3Cn1RTh1MBv1p+zKnVBmzmzPjnlESI7dVZwKw1jDM+Egb/pQlVaDXdzMmMklfqN2GDey
Cmkg5ScMb38kjEdx/uwiLIjziszcbxkN4n6xVwJSdOaUNpJzLLSreD4Lqsd2ih4s5WlK26NXfjgx
rlqrCEajWU/4CnrpXZmxcRCR8ZYYdCAQbnjqhzIYeI+J1eossLU1QetPKb4t6GJ9vfESa1sW5k3q
qL+Zg/xkmGN/2VOaLB24ZUJJ1THQNbwbozhQXCQkMe64+XcKh5+s5faX/QVaa6kDEZJHkT0UxAxb
3cnD1vrrjeInY5GveG5vLjmkUEkdK3WXRgTmjdPvzo8/Wbe+bBFOpCUmnV15HLtzP9yxA/zmhX8y
3bK/rPy2Z1SydOiU9+AhhnCGDAZEjrDjUv3d9vaTYcNXQq7llHmXzRYXFidHnQkyBG3aZYcUZEmS
PsTqdipd1pnE90z3N8P6n1xm68uAqpw11ZmWf1YbvxrOUhni6QMB8Ovr/JMvzVpu4T+VP24Wx8Xc
c50jSyWJ/DjqAgMqEDr5/ddv8Iem/Qcb8ldybhoKlLSWwQ5oT8tKvU/a5CqrzTctoklPNG/Cyiq0
d2cYOd7mV0X4zW05kixJeBjuoCwFfQ04LJp2Wc2JVq3ePLvYC/yWDO827aCt0zQ/llTTv/nEP7nK
X6MEVHuK1LAeGTXiMLRjxgp2dZL5XRY/y/pbNAooa9HzDJLLBPrhZTB9HAWkmVgpElVXjbWzw4zk
ViojpddSeU+BwP/6s/3ssfwy7erCVIMu59JLRHfIJjLRH/z1K1vLsvGj67Tcf3+6ExrOwVpvcieI
Mr0prGnbFNHaE3Kv29O2wpamaPWqq/IAcD2UH2gcZfXoYRDSaGpH5c5NpZ/aL1qKkrIyDkybVmGM
JjX1K+ctSlm5s7tmAZXQ1tQ0ygwyQVUcwhIWVNSB01JBuoXZrnPF2oifs/A1s+o1/rhdPWWP1TTu
MuTGeXJjMMwviVntvZcwNP3O25YJ6Id5fDNH80JqNF0C4zffys8ej+U6/OlLmTIvjhqQ/Ectr2iC
5P4IMJiwNya5/9Kv/+f7+F/RR3Xzv7/i7p//zZ/fq3pqkygWX/74z3Py3lZd9Sn+e/m1//PX/v2X
/nn1OmB8r77+nX/7FV75X+8cvIrXf/sDvrJETLf9Rztd8KPn4o+X5zMuf/P/94f/8fHHq9xP9cc/
/vZe9aVYXg2IZvm3f/1o/x031FKt/uefX/9fP7x6Lfg9nEHRNHfi9f/9pY/XTvzjb676d133LMfW
NGKfPHcBzcqP5Se293fdNj3T8lzDdW1nOXWVVSvif/zNNPiRjaKL3/mfH3VVv/zI8P6uObpjOJqu
WRTxeKz+58P92wX6vxfsP8q+uKmSUuDtMjT134tv23MdwyUJxeD9XE13v0oYJ6XMGHiY8a5r2xKv
eDLP6yTMlW3Y6zrjmc6iTZ+TDzyKud9lhG7tHYdjYFo1Cu73sj6iO8+/57WuXOdRl9xoYXZnx9rc
ggRVmrVIG20vcl3ScLB7gZExaz9ppNEqzVotDCwGGR/DgKd5ZQ2Fsun7wrzPStJF/LGLh8gvxqbd
FqPx2LhTTQW7JE04Y1kiCLaSdHniSvNbZHrhu9Z4yiEd3BYGS4f3gRdUQvDLy5TYtnC4Dio91yra
qVrnbpiaXTlVTEZFJSz9qU5S80NLkmjb4YyHn1lUe0yR474hVo7Q9lhN13Pn2LcFwzWga/q8bgun
e4qToaMTC8rfteXn4NUtS8uQ1zvV0rFNZ0akcoLp1fh+2XsPamXQWhCyee+Kwg5aJw+ZsMTXU8wh
xMOokQQRjSlTiLekZRgb5fUccAPG2CLTZONUUFE6O930DhhBY2LEl3OySYphlUbgE5T3rimuXRfi
QGPl/YuSMzhJe6TSbk3sdS8jSDCZdZXMZ83cRa39IYXAkp9qF7oHL7WTfqtF6HCKL+hjFUw6Yp0y
pEcxqy+tLGi867mEK1riC13NTvtGa9iPe3vVkFuMPaLKn5OEMdjcukCFAWNYtdGuLbw9WVkcW7sS
d07WTI+m6PeZhxVLx2WLqJiGFN+iXJsq6nebWa/qJofYjsxDWUbf5RLXmzKLzvrQ8ouGNTqFZpJt
Oyb6pyZdmqGTZAWu5gXlBZwEFQgUxl7vqp1wrdceLLLW4P6wO4/JcgHIyDAATPYFe7KMvzHreyQV
hZzIRuE2XMUF4CbVYO8MNR8eGtQJu8vwimiMCNS4U9YQIDhXtLDefXYI/b12VaK+FOxMyFJoyg+3
imAKkjFDSIlL2Xu4ZlWT/B2zFxxC87bnAAS6Zok6q0D/0P4LrcK979Q8wX3KYZIm/GXW42KjQQt6
NBuZvucxjGBLgolRG1iEXqv3G8UKnQiEZ2IQRNNfEttY8rsNF1KdN2xSZUkMzIqYPGbDOrNV3dlS
n74ZGHshBIw008qVNUHJCy272VtoUK5cfQlz6ZCi9JFRPAnrYsWk1DqtwLKf2wxx8xlklGs5pDOD
0rmp+cm6zmSzN8wM1oxSuGAulKF9oCm8Soe+CEwVOJBWaAwF7bo/tKmmfTrhEO1TBs+96vS7yu2i
azVWx4DxDAcckaAqEVl6W6tNfdDNavZd6RmvipMi2qlHCj3tRAB7ucto2smIJkHjeBOZ9I19RjwX
bayw3uUlS4gztmeryhl3pkJ9KNseMUPRdK8WILM0t/w8A1WseZAhjN5ngn3VqpOAl+LsFPCDDe2r
bFIinhIAoC6E7RUY37wsPjuF5BAjIom74a6yBoi9kSof0okw+LoJWHKmPZ90PEuvekqABoyJm17n
afMcGfxzinY4dByutJ4vMhp0GhADc6DxEDMPLXtkG/lpdsLbUdJimuhd9uAHo/iRWHBr1RSSHrkG
MCaNX5KRRpyM3WpV5PVjQpywYecHYZcfSkwffBUndnb2xnne5RNAs5zF2RvouXjqs203Ee3lJL0Y
iW8OUuNxd4Tia20aCFU5h0WqnQYOakeFjZ9xFRmpkD/DuTeCgj4MPemMO36B1EfFWcwUPAAIJx0P
IdyRYqugoQMT49CzARmouyXAIav0BYQidR7jnareKwK8rdaryNz15GC087daZQpXiqynhAMC0E0W
poT+yS4zxko56h4TSK8GQ83NVQ6mZpYcldKeGah1z1nTPU+KaPyOtSVgOHGVujoI3WkYfSMxmerJ
6GKgmNv1Zttcz050rODdxjEMjAip632ddE9FmtUkq7a3o0pEy7IghoAsRM3gyZ0Oo+psGZOsNdc9
K2nhg0Jhm/Hs63QgdSnLdNKuyUWaeJNNbfcpwINeHIqGR8jLXvRcJjxzzbqthynIwlq8TAsh1XS1
TxrgxsuoaBg2OGfYDchktRu+eRpjEoIpX9wiXrtKyHGjL9Vv0Kxas6MpgwCQGziuL5YG2bw82OKz
88bukaeDhTCxwfM4Ol0eBoBM7bs9XYRoa3VyG6leyN7WXIFPviFxJyiLOnyoPOPB4VTAlJ90E92i
+5QOhvMUqvI4d9mEYCIimlo5Ev+ONs6QsMAbuMRNP8CdBOLY1Q2toyqxHop2NG8MYdI/aUl/MlMS
JwmZWJvk1stJB5qSiW+ITzJEUkKY2zh09oNtr2MzF8vFw4jjZFDBQYrpySxNP5oZhFUEHyQNTKMk
AwmXk9+RJSXI7gQUiEUmpq9FyB0WCIpb1wQHgCoq0/xiSOKS28nA1d/BXZiqt6xuXnpPBs1Ab2WI
aYuNMaPWOGqvSgeur25cT4qRBlGWU/eHKBidjnGIpYFjdCE2wlSP6wkcsD0wd6xdtC8MNkVYaEHI
pKlpKlhwmjKA1m0eai3daZGARNo1zrmqHR2aBPBAoCi0y1qgtVWLNENjtYWnqQGMLPVLBFzxFEow
OJEQuBRCu9zNIPMfG6OZt3Hcr21QOSKSgsOKs9MXcNmsT3ARes+vu3RjSHMdVW6ytvsEgYw9e9dY
H4KKmWpZe8PBNgsoPR2ASyWbd5VWbOEE2+tcWpsZ+JayjOPRBFIOYEZZZQNw1i4Kt2NbbrKoksAl
5y4whfpUWz0TG73Z6pW7yiZD24w2O5PuAuswk/uwn80VJdxZ8fAaVVHf+IZpub46LKDtStTrwQZ4
ylrNQDAUuxLSuHBtSDequE1i0NaiLmHmAO8zMwRXbgln2iSTudKuQzfKkGxQPzgeosMsCZEEsxrn
DQfMcGEjdepdq4wn2yIJQdG0Kz2qoA+VjXeqIxDwUaY+VRrSPZgAjDDhPTH8n5iWU4+cIbe9sPZe
JQAbXTRsWPajvSMpFmQ/gfRxhvuwZMsq4D0NVPt7fCWwwof4ksf62pl7k95EgnoFnWXBlDtS9/Cs
WoIOmSPSj9Geoqhp/bFqH3lmdhqYx6HI9UBrZfqRqpbYJHECms5Mw8CeICxCcHnrnaq6zHFz22l8
bSbDqXVHhaV5tDqVgsWXRour3FGQSh+gIOF0UC/MDCJ3FH9WSq/dYkljJxvKs8ib/byw/k2Gk2Hd
/VH2IGMRyrRRi7zdaCQKbGRJzzkuPuy5F+s+9nbQYuGi6S7mp7CFk9LrG8Mb41fp2CbMYILvyrwi
HZskzWFn6xUH3lqdXzo9MVdWPBJ7D2+cTDV1OhG7W1AUc1vNbqk9eI39boR6t20soaKqSBwqyJL5
YauO3CJKJO7UNjTileGV03UztM9WU4wyqDM4uaZVOTA1Q/BFZlbfJJo77lJ73lKA7YXW3DnOdCL7
RVmbQ9rcFYk5QBR2CV9LAYa2lVWeaEvMJEdoKZoWqKFdHYHGzrt5Z00aAD3R6B8iLRi2TV7bHSy7
OkyD9tm5BnzvislAHTEbBEYUNi9WUoU3VZ3Xa6siRLSgw7fLrU9DsmvEpnHjuhMYasSWc4MU1apI
A1vOJnaJHI7+g1jxZQ+b3NTf4q7YedHIDLpwtw41tZNmiBUnAAlhZh9LRaVDbnnFuskZ+esO6rwh
ubJlyXJTGB9xC8iOM+KOqVG7V13FvFF6i4b1zeAZ8Vmpi3otnDy9TWF5gn/l/remi5sY9z1f99ny
VP6rX1z11UOHYzr9dy2sofT08OubbHqc0+6tddNLFxlXWhOhzHfwmIbOgom3CeJI6xZqjFNSdCB6
82llM/2WGabISbPkwaCKuZndfr6OymEGsBTFRyvyDNDE1Pb0QEn2QCZ61Utt08jmM/QYhmuAtGcw
4C7xCFHWUqmxn0M5kER/xf3yHsY6yuPqLOkxfzNCxL8wJod7zo1A+yo06Rxk+8/E6cP7sIoQTg2l
/G4kNfpDz5VXeq3qEME1O3+L2lA/xUQt1OvS7sP11CQ9lddQf4PiCTE51I33xELFgX8KDWBK+TLU
ym2dC30/J9mmanMPCFe66pk52LQMO9MESmRxCTI9f4xVJdlmg5ewatTPpjb7xJrPgRVq7HULUa9I
a/KYvd5i1prOwCZdRtLGAjIsJFS+CcponW7EBPPQ7fXhlDHL6gcGVzx1PeKKqN5g2akBro9BmLJ6
liHcMSfp3oU5pyvgjwHq8pnWLOqyJmXKp6HQgz3UMMiQ6nketKu8SkCdQR6vlcI+WFFUA9yEZgeK
MM0AgkUOrg+rjaHpev1ZB6zhgifyDDmtm2h+LueuS1e4mZtrmmTeAbHaupaG+eTK9M4yvWJv9pnB
uU9qe1lMb0W8tAejrvyehe2dBQvXaQw2ayIkIn7Vi9B54jExr/A2czDYpwh6dWQLGXyt/JyUNZwv
W3+VQKbXVgyTuHV3RjxccUSd/TlvP9rC2xCFALxKXw6WNALoVMOidYLII/NCak5EiHZoM2CK9IAj
aBP0JdCAMutQQvWxHzezdTQL8hw6lbB2WIbuxuqJ/5jq60qUm5xv8662aaAUur3rXRPQ/1zsS7s4
qhZVjJyt8RDGiuW3iho+WbqqrAYJ+RzEHqOsyrAIIxHCuBknhPbaELkHQ3gcLtXZO6c9J82sMhq0
ONNt5xjye1emdtA4ANfH2tPuPKbkLKrLGcGO+inZgOFr1xGRpStmcojrvBrFY5g7+Zru1XAaG72+
B3QpTiqsxCXrBVFHRprORQ8xemdzLDecJuE/e1m5d/GAAXScw6AfNBezeyr79y6eMUiY+lats9dc
gQIcYJ/g2dUcVCOhGO7qdnbhfduklaqCIsXIN3qMUhBAXX6cpuzJsIYbUSN+IfcNobA2tHeNU58G
I6bo5RlG4aBx4CAqzF0rjvSO1tAchh5Baa2iWM7Gqt4SZbbQvES6UUeX1q7UkseQXJNArypl29vq
8N1MqWn+F3Vnttw2ku75V5kH6OxAAkgst+IqkhKpzZJ8g7AlG0jsS2J9+vnR3TFT5Z5TFefcTUdH
R3VVlEyRYOb3/ddNDWfnT87X2OFWbXLeb4YANleZ2K9enjNuNl5Wr+uc7o5Jl1+nKN6FEVLuoEaJ
nvUH30ODrEYtWdl7ZOudqHAG9BE+ABEfimkK17FLYapYiuDL3MyvycSgludeBaVJR6Fy+HKHvfg6
1dw0RW0/V7M5Gjsrd30LMIMICro/qu7shW+mJT0SWEF0StoBWfnxzLCkiu1ce/ql41AL2sbmWi1z
mhs+B48GyIYCEFLegvLWSlGP0fFdk5xnv1h9jX44tuGWAwRmQJjzrSXDu7HjIkicyaaJxKZnRHrs
8+YaLBCh0AtmtzxVsnrrSLXYzgmRNjLprRtfNs5umeuTzXVjp7Q/lW5hc5qE95VnFbDIxXdKWoot
pCkJ9jGDVOpnB9GFqMN7fFyL0nf1KD6Qgz3Af/8gwHprZfEzQt/kS4sjYS0b/AvKK0bawIj/tqb4
klsq/BIMHtf9mI9XFKy4mQUuqGpKxGclsUIFgXrx/UnCUMNrV5a/jdPg6BTedqGGm4KMZF7PbnYs
ckKbQ50y68Txkxzsc1FNCKGTZNN38pE5NbnBRWAday/40nTglJNmLXaQy6Ual6ircckHF9/33ppu
Qgk+33Lz3/em20ydt1UNeQU2jnyPL7KN0sEP7JW7ZHtYsecob6/eGW9qaCqwHv0GPZ3C+W55JWkj
AxcFX/GEfdZhRIsxYIVNnHyLMJpEjMRTutW5jt/jpMdq0yXzDdBKvO2cjpnMEBS5eKSx5sujxF7w
LcKmc7fM5TrhLw7NaPkIuMQXCT76o664d0xfHJS55rfW0EaNQ8NBlH0WxJyzBkqE4DMb2ICKdVSb
ts+/9CmNF2lZ/nATVH5jFFMoIPKY3DJ3WxpRwuLHRM6mgX8dPvVGhz23iO2Y+0lNPj0mjtwV/vRc
F2CUZdcOr/yKFXnA7hsYL6+ujMEZfFTVqB3LXYTjYmu3QfKjnMdHImhoVp64wPxBbK/vyLoBMLjp
bAAFswzPYw1QZbWsA1kPt1710wgyB7RZ66vBay7PDp83CNX8aDto7EH2hp0jw11Wtp8gMclG5qgU
HGWGTchqs1KlBAYes+Frw3FIonr1rFr31uvKx9SvH/Jhxvc2+82DnfEph7P7WszTRURgNYPuxToZ
HYK0J0i3fnSLx77Q9qMer8dnqXfuGL1XdXzX8/ze5I547KPEPvq/YkAXczA+RnVqDm7Ha1ntGIlV
OFctQc3TzdxpnC4WTp9EDod2MBvF1/pFxIn/nRxM9CRxDs7nALa6fXjCCdeex5KpfSnbPXFP3/sl
WpWUu8mq9/FtcX/a4QENznJTF/or+PFL6Uw/OeIR7IVRc1+VAzaYDJ22S6Kh7/noXOvpobRx5ek4
Ih149K9VWrUgAhkcZdOm4bRXWW/2AixYE+3KhjmPl6aojkOXmvUUjwWbBPGcYVFXt7huikwfVILx
wq3EDFeG8Ur6C1MRh/1NHAE2ZdEpCRyEzCpdKdEtxIQ2X9EmNptCTbeMtLi9YAcO/IbDfcT2rDrQ
6taOrqsQcf/8gjGbSvWYm8VgQSsFE3ozvoio7o9htRziIcqOVVDE9wyKHfBy9pKMwIiJsod1GE7+
c9fy2IhMEIZp2m2HAEcP4ddlzOOL7ahd1CikYS5uvmbBtmZ/S3xzsef5Z8iUO+kl3JRkYzcwNJD8
wBge8PNPnHwPXYuLCUgzvMaP0jqLUjMmGLb76fZ+uI4E7yv7erd2OuvRuPa5WkZrizlQby1P5th8
mMUGmHC8mxEkL7opX4l83TUOgvIAFsOeHw0KF88b53VI1QZplQbVQa2SbK0tlxD3CC1AbDeYUzie
3OyaFtq0p9Ynp1dlhgNuFJwQXYW3io6zOLZWPkm354xWXBBXR2+rEU+N/278qj6VDQkTaUWK8DRt
kdcBbzOHPhEZW1/ihPKbJmKBKYqkP+etPlpufQW62GTS8op62cili/4pt31SfIfNVAGSM0cRr1hc
U76raldH3aGk2pb7HOQu42Sy+gffOyfSizeys+Jt6Tco5Kt0unFj5yKatjiGfbhsPQ0C0pT+RjMX
26KbKNuxl4MrGcRgNbyt4OevDQ0trtPfdaG4ZUcFZVHzj9JJfzitF9zkdvbAfZnfFnW8q+n/0rnf
7IOBPHfnS5DY1k9wtYy1Icg2LH/6R9CL94gxCJW5dG/bBGFvF1Ed3w1MDJmmAlU8CBXXOydtKBzA
lVgvyJyH2qfK/Zz6/t7pK+JcqahQYOzGkKctYp8FQupyV6PaI0xS37XI4c6c4jFsm5XsbYUtRQH+
7WUZa2uHsaoDdHorUzs+9IA4PIaT81KzwWNkSo9e5RGu3CzbNGjgIYxpTqwXH17uPMUaQo239Yke
gjVDmiQoJotTaikSyqcSaYYVZBqFsTMVDgEK3SRJOkKby11SjYxUfRp9K8zsbeZ6oN8+5EGzpW32
MsQbRgxP+wUb5tX+MbrNkzX3/TMU6qlO+7NttP+D9fKxKRZ515tRF/eqMR2jnErSb9pWtxWj03Rl
M+cqPpUxmveZzsoNkyZBCJGidlBPOKQWPbe76EoVNEWO1zJu8ANaH24+55spLQrA/mEPU0BHY+M+
1VF7BJ5cOD77nQoNB2rlq2/Cte59GiMseQrQ6bhFIG6nJmc7aUsIoCGzUMpF03eaYZdNNC1v9lJS
Z3ItZSwLzoIeDFcPYGFJ8yhtp9vWBVU9ObaIDKx0dPxVYAJrk9XOPsxedEpd4yIeORNpkWjmYdXF
8XNp892ZUiphMjlQFhWYTx1Ehl3PISDKc1lYh3Q79LjHjI2FxC4IuMZO2MoJijeGTRDpJUtVv67F
8DRkRE85fbypo4Kk/Qq9HPpvKxzOOL/WrL42BoGMtq40gvWIl4+Ase0Q5x/StNRTmVZhZ6HiDJy6
pgwgEzshCnE/G7UdFn3XlBNxsSNkgiuquEKrrfqbtB+C26wVztqLlnttDe2umlz+fmIi6gBDErUY
oghas7aFau4jVPCWBXAnZ5x0ogue+wr+cXY9yhRSPT/ozstwO9Mj2IWtOiT0C7aSUHnLaeJNwoVG
dNGwrfxL3beHobIfDIwvcnxtbzrgvRu50NQz9xiwWlncZVF4Xwf2OevBtZMhXS/X5KshXrsdFp7R
CTPEH8tejg4O3BppCNJv9Og2ENWSLCAJwiF6yQ2cp8iyvfVkQvxqM192yiKBGPU6c+Ud2/21xMXb
e+wwnDd9T1/gLE9O6fwsOhvIAsOhhYG9KbxwG/VVRJlgsFA9QfcPI1DfXB25fbKrGBLdG+2P9pbQ
S5f2w0nelhGDDvRTNNNNCke4lkWeXUxai3XQpPYLBOwxzuytN+Gz9dMLVyZCFlqFo7aYThUyXTqa
tF/l9Jt0fP1nYe3YRfh13XJTUJT1bqveflIxxZT1Ml6UNWk8mW7QbbKqTeOViaXa6XAYb5qBFHRc
/jS+pKjMMGjrc2LjRipdTPbp5NqXaKznr63H/t7VkXUMRPEFxLbGdQEqnAhfHx2dJHBPY7IeluQx
oy99PXnRN5s4d8lwMpZvfLKrkEqqUZXJJh2HgpcAQ6v7l5SrbbTTDbI0EJlC7Zk0TxR1QQn0B4G+
PQ4pfIo6ktKhSM91lD/O3VQ/Nr0FoFGwLplpV2WAEDnVkVSWpFb67nEvWXRp5Mt0DueMANeewrIV
KcYfvfOt9xpoZZ1RP+WEKezmh3LvJ8apQfnbZl4eghp0IE2dA4Fsyz6UxE8kzXAXoJXDKaszf5s4
3Z1KEbjhskY7a9YahOtRV/ZnIJvxTkxYun695Gz+DGl3HNxunbfsp0vVciL14yWK8oSjfFjV2FkG
kXzUY/Uae/tyHnYyjq4htLiRpf0ehQ3i2XC8XeaqYuSTY7jNeRugH8hPmCUIYDhAUFjCrDJX3IZZ
1ezIGh+okMxgZ/PwvRDjY9vUG9G49/lEg4brgmOjpGnr7KBNuRmX6jEdI0Khoz4k/do5UG/JpzVH
zrF1IDmq5kzOe7X7BbUWdQBaGaqL2yjopj4tNqWlxNq3PWsdWg1Ha4hmqtBB/2Uux3DtjaHL/4/K
L6OFsTBSgl5M6RO7au6mHrGXl3+MynmoDT1HaUPtYqkwRIssYLPvyFZPhmnGG6cPZgFM9K99X3lS
MnAiz0oVzWXYqvYQDGYTtBULd1P5d/41IcKyOqqX/FID1tHL8VlmhLp3bdxuHUQKz8uY0LnqtVV4
2zUViQXhNAZIChvn1bUnlBSzN8S7WNribvjFRuQq91KaPmY+NPJDivdUoleZesL4cFR5962LyGOn
ZcODVIgvbq79hznyy7u0A1Lcph6r9UQPF0nTtrkvlUlOce+JSzjY3Xue+urcVlP4GQ0kdN8s05id
ABusbbQEUBZzQ4fKTZ1VvC4qZ24hHyPyzxPn2OkowF03Re5zN6hqJ4eJ2gfhZxufMtRVoaia9Eei
PGZLZZ+ut4wrwuxBcRq7K3fUvhGnmYfJuOv1MN73DpW/Fo/dVjraO+d16bzFJDHdONZY3/sKRXXh
t+pjmvRpcuTwAWibreYouYZxPxRWvW8mea+qJj3xbtUnU1bOV0vO1mUZEM0b6VSbSg+MNVR0pbEo
cN5jO9RZtuzm2Zgb1czq0Ql6+UnlnbWRJV5HPDszwx5p5B7tyjPL7SnKvddQmS8oBmxo1Gjr6rHZ
Elvkfq/d6ta37qxwupuJ6rrBvZt+TRV+rsy/qKl4KsX0OtAWdjOphHqGmqE/dOsrweo9RjmQY8p/
qNAbcutnGY/xuUwbfslhik5hO2T4SgMqf8IQkHRCbbON8p7B2nrpqP8a1x11ilitNC6quqNzg2yz
1Zw2AywJnvR9IzGyFR6bCCWUR0p9j5Yd0HzZd+GlQseqKq4uR1DmVI3Xr1UH54t26xP/D8WAKkMf
YyM04CJYp3CVX7XNOjtMw8ge15mNnaXOQ0DF2wrZfrHSJt33mqh5JFjkcgyuR+IBGwRSB8noH/jy
OanygQ7sa6UO5zFsgK27FDYu0D+ShtB6YqCk2ePsAeUu2xTg5l9jtVp3RHa8D2i7UYXUcAfK/Rjw
U/iFKvbBFWpJCKw8eL4o15Br7MNWkB9GAxHmt2C6hUnGA9I0cTtkc/DatENPInQDTe3P2MQzv3iw
nACHr1uI+b6dri0mAZwFmPF8s3RMzPHizStCFVgje9OWND/2dvkRZ3Wx6UUzHP2RaraagqddXjru
VUOvN0E3W6/Loj65lr76Tnjb6FGdQB+45htHeN9mHQfHlg4tLrS5vAPc8+A3c30SU6zQmTfTUwUc
zccbCpAGV74QVUYnD+DscBr6uvpMZ9r7pB/g7TPGM9zKLT7VntOmFJgFaoeogyGK+s/UJJj0vb5/
QwmrkrVb9zO5MFEMXm+PSzSs4zryn7EZj3vdt3oPXJWu/ZhS2XxsHyS5SMeGL/7tJOeKFI5QHUt/
bE+hdhEbKRVlW6crprvMKsVn0qHVarM+/k4QnLUncX2E07NIobF8o6nuGCPSOBK7uTbOFcMm76bo
nLgl6egCi3+ZBXTNGYp9F+QiLFr5WWo+eVPfUQvYb1iu/S+DjK9ToI8hOgOgKbyopiCwQcHioXdx
/UY+zbJIbpUpDBQV+83N5C31uQQ42ff5vKALG0Z6yZz4W17TMaVliVouG+tblbr5K/q7ZuUaOsMt
X312gnoQVTf1nUVyz1FSKPzi5v3or4OYImG/T84Is6zr7DdXcJ1+PNyWsRm/+31ZP9NqMVEqP4+r
GAPHWPN5SwsH9eLklyXUw3tr5vyHqbC63rSBA9vmINwBZLCS4U13AXk7ngizlZQJcHLZ/0ywYd6T
Y25tAHCnTdoiliOuN320XWfAllMgEJmG9GHIFWukyQoKP3vJrh+PWfRgjxxDncXXGimzPPHdIiEl
oMU6W8C7ZgIxbp3e0HKh45xPq5sCXn0Yvwvjz3dl6CMJAx/BHNVqYs1bbOrGaanEwDluK0zwwdgK
hkHSaZMh4nfOiVpshD89kCwwfBGNLh74SZRwGu19Vx6WOjgi7dLb1BbyBYVACuJYuOqcBN4l8btX
NzU5FbmBu869BAtYFYT7pJfBowVS1u6EZWfnZAmHO7LTlq+m6KF7s6V4V0H0k6Ao70E5nr1OklKc
KfNR9zIS6a2TtcV9XVUeKBgpV4PlAf35pjrhEPduKgchuU6rCJEcVZpOkCvURzXlrpHtgx/0xUMU
CTyuMSGdqSwhD5bKv5d5p3FHm3AzNpHZpDRITNwMq76fk1MnAx6paVArD86McyuDw+tc+41Ijfjc
6Hr8GqsJUHBusLu3nQm/D9EUPRWx3eJJHHKSyZrwIyZG/meW04cxOXN07tTUjBuIr3wPoRAid49r
+jnT5joLBUH+0PKySfIt6/yzWAb9RcDP4Yy7ignDNrsXSfclDa2Qdrbc/5b2U7W67jObqG0onY9k
NZ0cSQBUgQznk8GkPs8OvjSaEvl7Vu1tR8FRH0pB5a4atHWTUtyGW2zypI0IF6EVK20d3OFxdPeV
7dDV6gzmZ+lKdztjX741FRAdJyAvwU/iel+UWp/7gRSTUhcdeQg5+KhEt5ejuT2zuyZ6LwChqEm1
e/8xlhxeXWGbbWpCH3RtZpLTFYDikFRlfRhIHAED7RzJ9l+ZT0OELvXu9CUea4rWVwMg+O0ivKtb
A3XeEmZXpRyZRU7f+4eadiM8zvQFzeHSn9whIruj6dUAV2fcjRhr6420jHkDaQbz1j04bQyOzwYr
eILWMWkQTfAkZyc+qyxdnmcPx1OX0NK4Msq9yvDK4mHOXWSbQymPKUTDxtSI8VwBNK9lLrZVPHZH
OYzJBWuJsw6jq1neCghci8pmn+VtbW7kpOJjoUDmYZMxwBuIn7KvxldtT7Tpjdin4fYQPGmr/HRS
L3iYZ7/4mGqE4Cs/v560LjhKV1ifqRptiFd3IbIL4TBVvxSm5jl8D8NRoDletCg/7METawU9u3Y9
B42KGvI3p9PmbrQKnlqimQAAUMsgKYxr+9bSH9XorSoHXdQ8ZenPtCETrm87ntzGa7qbygsbKmyc
bNdy+m7LRtXUeg/efRpdOh2P4LIOXdhxhPQQlth6SSGXKZwp0/nbJCZAyg600fMiZdFHGOkfhWN3
jO9SLU8a0eYqm4vps3bQJUhqGb4D/yaPsD9gw0tVIrSqxKvuOXOpDkrQlxBvNNnkw0LDevdZQYRy
H4r+x6wi+8pt0eixqpucRqWO+iRRteh3LKgcHv7ER5WAVhcdlW8tB2+ZzXdiyJfHWATetnemayzC
tYQ2bAsKbEWs1nHgULU7kxUmC/qHRuRpHiyb4TEdJpc7RLQsPOnDNDlrQQL546yZeNEEpfxy6OjI
t2ochkYHj/SYpKxUzbjE1TrGgAL6X41Urqd2/2RrcM+bauzUAz1fzqZr5/5F0E334mqT7YalhoNV
iQEvmOprkycJZKjVu4Nbt+UHPhsyOmZTsBfS8VXaS8bx34QvbdF7nyJi0o0aCuyrRG5yfuA6JlDl
yAyHhF90kkQdAfTDJpCQoqPEJi4AXRKfllsqT3lci0C9oU8ijE9E1aPMlwJ4M70OlVOBvT8g4S4O
MvFALIbejD4SvDiv8kfLNF+DDjntvDC6+TH5kHzDSX2Pqgm6xOhTukj/qXKv9GVrXcn6rqbhkhBJ
m30pVVsnH9O3uPMOcqzaO3aR9KRq4b0PdZ2uh8zoH4i4JmJDGIdu58mfiR2SArWwuba5xaCcl7RE
14QYQJzyPMoBw50u3WttqAg2evnWFIl+UaaWZ47FcuFpJ0xQhnb4ofKg+45QZr5dBt/b9bBFH3zt
2rfMsDJlfRk9eWZZkmPUJu8YmdQWesC+8wdvZuwwpr8U3OyvRabM41R2GapPwflFI+wZRc+yqusE
769ILc49+X1y+uK5s0dqH31TcixOvHOrOggccq3yRJ3DsKcrynfRRWv+XtgG3vPitt5jEWUTHad+
WU0bWYMoCS350ikekZslDPNzGuUdLHkLXxKAUT97GWfZugeuZEOxr2KvacL6fFdmbWdts8jER+kj
lUSdKKI7uxDpamQlSPZzO3Xivkw4wYbZtba05vl3VpLRzea2cfYm3Cg7RaiFH4qm9y+TzpG+hYJF
8kZUhXz2woV4Sg864caqMVRaLNAbp/fjJyvqg42xW/cwDF73EiG+IWgbutBtiBgDN6bcoe7RFDvI
MddlQ1JQhzXlydFE4wQBetypxwLuN77eNWPxRD7k2VYiOvajdjZTEC1H37eK13pR0SohxWvFWdBR
pWr76xGrIoIBk6FYK+tvfdr0JNnMwZWut9N9a6luIyedbqsSIVYGxPOcKzchYQdfY+Ql9XoSkTpL
I0joQR98nDU/ek5me9svCK+TjpiUxU9YAxf0qgUIkpieY2bmYy2FuCk6x35xw5oiW5C1Sxw0EXWo
YfVED2TxWQ0YjwiXHPSdqySsbodYiNyd0ruyTS7ypiW2vjqokc5FG+G7lMG88yylHlJJSh6gvfU1
7cbh5JJNQv5rb52DmBLRrhXF2QkNmVntlL46aWy2HToaCs8LfR6ZIw4w9QDMdkvassNyxhUBgU52
r96ABQSbMlP+ORzpDk9nO36mIXx+rWvA6tnxohNBYvM2bbzgM9eKyDDkxT/GMhhuYsQ2K29xSnYl
t9iGOfaimzwuvHtn7vyvXpvz7LsZuaLNrEMiJElkxgzoJy86LhYBKAsELEbEuLOipwaCgQS5IY7e
rTDNH2InmCiuTPXb4mUFuTf+8j1unAr9gmuOqRj9fVdedVXuQk1qHQzWTS/ADC3NCxdKpB8FytRn
FeT9aagl0Z6VUx90uXDjO1x4YhLYaXzprrFsTKjicX+z6ZkfYzKlx9Ht049xyOPNlLXofVylQnKI
e83R3oXk5S1Oym7dc6p8L1rybW9cW2IBCAEH67gYv8k8pLxXZ48Me6T8jcqQQJdXH+jPu2PWE5wT
ad/rUPHx/eM2DazmxoRD8o0SzWGXhDgawy6otqBx5hCAHK04VSGj+VLedThcViXVhdvMmwgnxJDy
lck9+REiYHyxEbomO1GE6mAFsT9T0gypcLUfhWj3ivg5TkeoeiNFuKcS1V3PRG/tHN8N4ADJvWAf
r+4mG1/N1C6ExfhkCO6ia+aeKtStmLPW5tJazIa9w3+STQpdh6ssJmLzW2eH7pdaemY/9dIhHlYn
z1JXbPoTLewcKuAwTZUgLqvjgTe0d6eLT9LK5+Q2c7sueWR3GMpHloSIooLchie3o7NG3PhTBA0o
iJHkNthixEjUNJoHWk4LYa2UAScULpGs6lRDsLWROsO3hOVepnFNr2s3Mk3TBXRo+FYy3fRFdtte
9yiAk/mg2mb4oMY0eokTRcYlDbrNafKD5rN1F3+ryBTd2lPLO2CRA0fQLViIfcV726k9/8MpaECI
XeKb3DiGI1befKpchI1QVPZ3y2us9wHb7H6opvG89Hb6Wsfj9EZ/JF6R1kKhcZrsviZ0jEzn0RA4
54WFg1uAgne/QYCMj2Ym7nKs6NQx1UZxT9KCWtbOd4ch6lRidaANrRrjm39AUIdtRSnVvo/Cdl/U
jvmZLkhtEDFzVBaVi2quFuhK5NhvbItSSNFHy6ZvSNcEQqF7nha7W5pPAKo7m2LUfvnRwuXfeyGp
qgT5jXA3fekx9wXSgUN1i/yZam+LRkqoByyBJXRwYVwquBs4HgrFGYtOlurzPfmy7qkdr4tzllFE
Ec/lPjWOZreOYVoCf9Kvi19DVPIcQk8xHz0wUtwFRvff5Tzaj8pk2RdtEB9vah9GfXKQLaZO05+K
BlF9gFiMLl6+HZ2J9VMxiTcvZ3Y0bW4fSLZPDpVuu5dpSSacGYX7EGMJOpStW9HyachlTOfk4R+O
Gdi/XV/vu4VaF6cR4bZWfrB1PJApXaPlTeULlxOsu7naGUykEWu1amGtEI35iGMyeHOZ4Ypw6oIY
mZg+Hq4tu/3K0VBu2FGWLU5gZ93PhV3f/EMjm5kqa/R2KTPNLk0SZBwde+0/TJd4QeLkyX5CTHdJ
I5TDwptpI3bTkU5W0+yIpa3/ZWr+t+/3T4bW/2Ml/p85js/1j/LJtD9+mLtv9f8XvmOMwv+17/jp
6gb+X8eq/fHtz25l/q1/GY8xLv8ztK3/h/FY2u4/uY7dwLWswCdNF6v4v43HTvBPFnHHC5XjO8pR
kn/EFfzLeIwnme5hK/SV4xLWSQ7Qf8N4/Fu4kR84vLSQV+cCdXq2+mVL/oMtHS2ZFy9CxATEdvMl
UVDXg0K6pfpR3PNdrniOBjJ3KOlGUDSS9ylqk+9BZM3JA6RaR26OnTMiZ/quvoKHbnatXYpCnyvF
tojr/MPb++8H7Y9Oaflnn/SvF4w52nV9S1mez/r2Zx89cjjPD+G3Lzh/xQOuXrOabIqf8xYaweuL
t2ZynWe3DEPKmmOv2jWxJ45//SL+nMZyfQ2YEDF/cz3Ci7r2b/kghhvJuH6eX8CG3XO0+Pa3AsnT
rauzsALEQw/kNiZ5/es/9bcorOsfywdkY0bnf/nv1cL+xwiBRE8dc2lXXZKuhJsxo1++AzDa97Nd
AVD5C+RpXcfPOisQdlpDBdYT1gsZ4Yy8md6iHgwebDNGQABZXG5sv5V/k312jRD5v5EPv15iaMkA
WwOWesTiv306ReRA3dZlfjHhXJ5Gd2ggCzvOfs/Gmra38IrdjmZS986Q4PL5mzfo+tN//9MDjkVw
b75Rbvh7jo3Vpo4fduWF3uj7FMXWM9Nket8DD+MPbPTB83Ju6wXMHNeHbCH+aOsl3DQ9ZHMi13/z
cq6fx59ejmP5ruUpLD6e7VjubzkYS+qHtTKVvrh1zldqqJ3xY3F7eQ811RHhDMrwbSEvkJsbOUOG
2w9jJmWzp1hUZXyXlZi/UXXP5sX6+0/qP79IjgQFCh2EDkHge7/3WjDwKj31Jjg3tUVdwFQtBKPD
RCJB17syaMOboA9JHliYnvM0FQf0xtnfvEW/Htk/v0VkNCIf4BXwqdnebxE+SWpGd+ns5DLVbbzz
VF+/IDBGdiiE/9CVkucYhQ+R1fgLCQROFH7mboC85AyoLnOSkNAp0tzHwxHnX2bXfYq8ivxblZDd
XvSuOorOwIpU3fgR4SR4YG6sV6RBENScTc/N1I/IMSsfq00o+32UNsfRklj9e1kACY1xWXwpo5kv
0nz9oCxrMS/NMi/kZqJUjE3TP4JxV+9RcjWlMSfTdFmns1wvKFj2baXncxiX48dfP1kkUvz2YHFb
cPT7KvB4rqzfDoJi8LLWnUx6gfT0Tqq0sn0ChP2WsFOskJMMRI9REo0QvABjJVnrv//HK8UB6Nm2
h0H9t+iYOMwXxx1HfQHCEwerofAdDkQdeUpRsY7VICDE82YbuP5HnTn25a//ePc/f/3QsryQ+9Eh
KIPQDt6eP9xZ84D0kOE1v+CP4KkYEjpRMX5fTzu1jB8ycOv3Xw/1NFsS9Ckpf0qkygsjcR6Sue56
/kPtxc2uigI1rk1eEwRaoy+/H7yFL+psz3yMbpQAhbld1dyS6SzvTWPpHQkM/CPUuQR+ORHfGVi2
sH2CdJhfl76rkQr1eSDXgQpBK7SaeFGiKCVuFxaumxGD+NXeYtrs6jqX930bWRPRZnS+KpQc90KG
40c29+oI1FK8JdbQvJhwiQ6eGCkK+3Wwe63lP1R2V78Tt8fP/+t39z/f3CAMbN4jj72PqeS3M3RQ
yNvHVmUXwRWPiYAz7lJLJ0Z3ruVeRsv8nVICVAAOWJ9gjfmbh+vP+TjcIA4nkh04kjwWj7/+7W4t
AJ2wmUfdGeK9fp/D/PqNup5Q+BOwZJWd+pvLXP45nOnXn3g9ApmAAAxcfuU/P07IA4o+F2o8M9/w
Jc6SsD3kJVUKWrIKVBja10prUADLJ0bXDZo1dOtW/G/qzmQ5biXLtl+ENDQOd8eU0THYBUmRlKgJ
TKIo9H2Pr6+FUFo9MaRH1s1JWZndQeZthAgE4H78nL3XjvEbvX/rrT83DIc9XgjtwpZhSHiC0PKr
kcFlqcdDyIHsqtUN54iuMle9H4QO5wUzuk7jxt8MSZagrOBpwlTuyXVfcOaL6eLPc9x/0VHwAX3u
j13dodSULhklVJ78PCcvXMaMoqToMQ/YJKKdNfb1hUBTh9igkM9WAYhBeEQYkVkYffA0/FnzcGnp
Opp658jFOVnqLETmuhCtOOimVI8lgBowMTnDAYTsw0tvV9aNQL53izivXQU+LNLZcBPo2Q2U2CQk
jgAV0nBOfEhxTnPjQ8jVn68LjwwLkeVIaS5vzNuHpzJp7hC4JA6mM7SPDGgVTPau+0rbob4K3ag9
qDkJ8eHwwNMMTz8KzTvWu293UGe5N4CIBB+Do8TbD2DKNJETILyDX3jG52bKGJprRCOWHYzYHdto
x9QdAH9tMKSt4il4omNGNEXOSvPoFfVHRLu/PMNvPs/Jjt4hUO4huYgDWJ0vTAUvLC/++cF78hZg
d3xjXShO3HnTotw7LV201WOdDNCBqnqKIDHPKIt8VuN9XvvRVRekhCMl+LFysyifx6R0z/HKVHvV
58k+DI0ULoGw2h+gyOjvoj3/4KH983XxTL0UwZqBpZDWyRIaDAVnIpEWt8FIU0fQfoSIE2VWeDbx
CqdnqenpCWGa0DjTEueD9ezPBdSzpKldF8Udm6R7UoJLXORzSrV7Ww8SWkAayvYRJibi6KazMVnS
G1i//3vYyxd68wwK4ToOaqGl4qecO1kfwsS200x3ZNtGab3qwoApdwO6bauLIt8cl1HOQyW9Iau9
TlVbo2V329s674yNwh4CAQ/DtF0rZhCNh6hxxPEWqrm4Znis7qj9xsvBR7+O2P3peGpJis58eP9b
6NOnilgCRdOS5caiGv2jFlW2r0q3m7oD9KwSpZddXbqiqreiEZ+mNmUbCqzkqsj6lvCKbE5euqR6
rK2ZXSqoAix6VJp7TAzAISKDxk/hj4hiB3k7TESJFHEOGb2mCOitZP5qjl0Bu4Fqg7519UDLZnhN
sLveHiuAIpbF3pPRfD9Sh/7wUr/aZjQGR5zwLhrO2bY/L06qfVKQeMpoHuChhr9b6soBU1wZ51aS
4FUZernOhiHfZr3yDj6jtJXLyHfdTq7eMCwuLR5ML9sVQ5VvtTdF35Qe0QkgvMd9rkMMENEYc4XY
HG41Tnd2mPLJYJW7iluj3qAY7z5lRFt5M6MtpOxbaJkeYsTc+Ja5MyV8gKdDZvhzddta3S6pzZDo
hjC6Ke02+Rl6Rv6oBHFlQVtCkQ1QuT/aOelisZ+xA3YxovbQtp5RkKu9Fm619XyKNSbRALre//1P
3xu8g0JZHFodDAyWJ04WUtcb8im2avNQ5S6F2NhxWMBmdhMLFzBHH48v71/v9HGj0KEk1SanMM6H
5ulL08QO4hgZOwe20vaxHupqN4kUcTKoFsbA719sgdi9fUW5mnY8nmr+0vbpWdRw29FmBiMOk9tT
UUVl0z91EAcuddaMLxmHLEyzGmGRYwTJOYfOfiNU019RRz/qKNQdBgPufqAbPIuywYNqBXW6n8yg
2c0Z5h/iNPv8g1p0aXOdfmosz8JyWNL+ckadXc8dXLuxDhU0G/yBzNxXABSqq2Ic+Ug5DXrUoTVj
XswG3YMS4oe3lMQdw4Sf7SCHC5uFYu1laGdlY6QPPS/p4we39o/Vj6XP5uGheUY0C5/27Q48aybZ
fsKHbCqzZ2DqxBbQmoQsPSvtAHWVHjIVz39I+9S6ma1ueMgTvKpF2qxQcby6JiP8/+TGsZ5RPtNn
5hYuN/a3IxLXnFFWWvahmV2XhEmrfRwtxQoaFepTTJ0GpL4Y96mN6FoZafG1R/yAKL/XO23Gziej
7ZyruGg5lgx6eBE0mP+T23ZsfzrC5hU/zRh3R9OxqzwlaW4YrBvyXdJbN/Y/ewNIsa5pxhWshfRc
NRgTTc+8L+uSem+Wes/xvD1gqfwgbfyPph4/I5UczTWxVOGnratAYv8kZtE6QGpxL0Uelc+9X7JA
A3tDHUkz/pMTcDM/eHqWZeXN3rlcVgvLpVMkPXHa1PNwqae1kdsAN7zgu90lgOW6HuqLbTUbw56H
u3jO3Uv0YurOseeCyPClu/cffAr0BJCNJS+Jd5ov5MH3DjAuEBeg7RKio6Mb0BeI72KJRiTtiu9I
+/1vTj6KVbz8/RxL9e4ffwga2gwbxdIU96zTvoLq6k45oz0f6DyE0B7Y/61Zi5ckEhbWrqG4Kkfi
YoaU8EPXpXfWCP3BZzgeZd7+HHwGwe4vKOkp3k4Og2qwypbKzDyMHDzQD0iTY/by4sJDYd30s4gq
P00Suc2nOYQQjqR1zKviteiicF5L4ZbPfoAqfdUMdfuYOF2zJ9PdvlNV6V66y/E1iPpiX1uIHbJ8
KPZlOhGp407IOrdKW6bNASeiTMCLSh9s6dOqefjwmM9t/XMDouFGk1RaPHosYScbHkS+Kgm64d9r
RFpMHKUYpu3C2cW4oJR1Weck4BVBhQBRpffs6vpOMJcgXYhKsghcsYtMe7qqcxsbohSbETvsWYEx
h5w2FBJBI4ZXJGDODWTPL7XT09UY52HfNZm6jYymeWJj7FcyKdTqV4sULZVzqGYiToCsDCB9ZVT1
O9IFEPXZ43Q/sWSs2xBaApUBmhB0DtbNmLh0tA0wHaRjRclNb/ebCgHLZY9u/qJrIE94SetuEhMz
EvZd+hmadODJQuZYILa8c8UY8OBbPFuJzH60lmfds+8Ve4Ofai9VZF145VQ9TF7Z/ZwxHGzKuTBB
xNjBdci+s/NSe96i+y+e8L8b3yF8IjoOl+6Bw//nxGovhV5ZuP1aRTkgylBV136KXoEzG48KpzJ9
1w95sdfMFe4qrwkvgcls6znxL0SgPpuRcQcLRMCJC/ABGWWHdE/G+upYOPdzS5lilWBJqiK+qFUT
7Vw6ymMWh9tEtepissNxUyMk3tl+TyD6YKf7fGmDYfdDh+ZVWGgZj4Jwofeb5T51ZkZedeVUzX6M
hPFZ58NrPifeDWKOuDwzMHzsax94Quhk37Kk8y44kwGNZUSNbMMKD0QzGFeZPyNbybtoOheFe2ul
ABElQV5RYngN0C6r2LvLzpJVTn+fxURVnjGNelLk8FwiwQKYUiNFowW8/EsCy90VnTr3E+CRCx/a
7qZWsQTxN0TBJfaA9NdeJcsFmrF0fet2ppBbLHFhXLn7jKL6NmHyvAPowitXuaif6SiTSUNoJg2m
0C72x55x1VXchuOP5lTcSJ9K7nucJAJ3EcjBvBnxwS8sxjN+uep8AhIxIwdtkfp+dfz+Ou0xOPGb
tivXzQlKGgbJKcIl+yZO8YJhdN25YmofypnIH8CQ7lXkNvqiTtJx1ZZLWKddAb2mdk4uj7tRUEmE
JGUFByAnUvCB42V5bU1Jt5+FNi5KJHcbNQhkEnZUEMU59t+Hoipuc49eeuAa/RqfLVEpuTWTAzSU
a9UH7c5GSaEWEYmxcbLGwxDq3fe9nq9yrxrP60HgQCdNeOvzJJ+ZNlFKoIRD69kD7RudmdMiJcuw
sK3brovJuzXDR+UoegtTZIRrCz7Tyi5r8bmpovGnGgwYnMLfm4mnIbiXWHYq8klDglutRtkspRiR
gzS5b0elvuGf/OI3AaEaEEx2kFTUbVqlEgVFPpwfV0VC+NpHtqEtYxQ+WJR362EkkJSX8RvO3vmm
MllLm6b/6tShjdEgL/qXWjdwiZYDR9yavJNG2KMSbXvn2+AOzSNlLw/a0l/91crHP8xDaAox77Op
CL8lNaufQcDViu/JsKZXemdVYbKafQ5QE5DqK2hjYic5Bj1WKRwIRJTTdsxIF206s7mNB9KEJ9EG
ByNrg32v8vKmx398aViMOqFPgMyBlzaz6SL2nTaWg5I9qHX1WQNovfFLGdK0USwvUeyOG9VO977t
VRckU5bPZVixELYjY4lVyXMNIEMygHNcdpmmjqvnsHL4zsdOyfHupZOUtzPG2xDHx4tfRci3M7zb
uyydEepx/rs2rD59EcJ2vzhuM/zIkB1cY3DShG8Wxie7I9epGWx3iz7Q2aP8H/aWgM2mfARjc5SV
W0AW8gyXKqwgH2Fv39akXsVp+6j0QnpKZ0rmOaRPc1zKJlIDHkvyKKIzEaX2eZg1jCzjXHECGN0L
thz7SWas6gDcHuwIINbILjuD0MAcZ7Qu5iUAhV2RXDlItS/AcRa7pJqSq0YnPM0B9uvVNFnlkzA6
+rjIlQe+Z2GvGwxEV3L0vixKlFfET8ziVIkVOc9787mQ0X0+2Ohoh2zrx2F/qQMnOJdJKrZ1OhME
44AbFJbtnmNVH1YIsXEI62FVRGX7abJRRaHaJL7MyvR1Fma34B7iS2CkaH6XatPrFL/cscPdxIGF
/tkAh2+z3A5Z/wn6OM0EGBUUpfNr5Kn5uoc9+6vlGC/FURwZYmeEsVpF/FS7tHdo8DmBMSB2hJZM
gI5E6BuaV7TA0jWZMc2uNwtjZVdxwN5mhF+0Lq+ksUS1BcFwaQ5Bh8e7MB+gJ4473VbTS07dt6Yz
g+o6nuvAO5sJXX3E0MToufOqaF361g9hjs1nUZSkytWxOV06voVT16hozTXxdIHaq4OwqbJdPy2q
MIL2ruvI2GCBgPboieTGGjtie/Kk2neMSnZVb5KhnA3EcY7jteUR+pMwkto4FWf0VInok52Y8qKY
OhY2m2xjbdv+fWqMCH+xjUAHnmjxCfAfvFW89RnL/yM9mvSAVg2cYDhZ/VfAcs3DsVV6LPcqWUR3
kPmz19l3GOfneY0jJMGub0i5LlwBJQZBzw1mXKJ77RgJLuYQdQBZQGdCpNaq9YbpKZ0M42Iu8wZT
m13fFCzNO441izcxh3ptEhW2qriR+66i1FxDHKDlwwtOAC30VKam3nV/3CErQHMNc8t96Tg5Hg6E
Y/hJupi3fIbGsgNhbCNRLAewt8u7bFO0BTha77uleZZ7Jt16F9dljJ91naTcqU5rWuQxR0Ao5pH2
Pk3OIC+7sjR2lEHWo2nIfZ4MLppo34UqUUQK9Ucf67scgilV8VKVDoGUX810NPj6SagJw7R4Z7zU
tJ+hQ9CnB2TP3l0VA+9cyzluCfeb+TvDUHGiXOrIfO7LZ69eDlmjP8e8AVJ393HD3519k0pZTQ0a
8IAn0NMFoWqSCCk6OOFFFFvyxbPH9gaSL9J63eh5n7Zk70VNASzQmJvquxAVl0uZzdJynYeHFonN
Q1Bq46DJpdxWzoyYWIOS3BfHEa9tqA7Pi2PzeSy03OJWJDTJMEOMRofnYWhBaSTj/ZBHh8QH+7rq
ey53Frmq/8SAqflhoij90jIpu4JqmOm1rJhAa3Oc1f7Y5YGbYv/IG9/4YlL1FqRnOphTurJ6LWqb
SXQThuk+FiXncVsNHd7nhgQYGdjoi1t7G+XufFXzcZ5Zeer2rJdEhIeOLq6rWaOvq0vzazRAalrl
WUgszmw/NnABECCWt1PsPiqg4Y+TQyIc62gP7wyFYITpjaor5y0DF1v4zNZtCo3NJGO8JALz/Yp6
hURsmVlECRRkmmc+bF0knPeubyZ75jaABRv8PSmW/edQlcOVlWiBT74fts4C7puL8ALicE4REUVf
MG5/Q79B5Rb6zLpQk8LisisSPkfEPEgXcQqGJC+m0dSrTSyc+mXElb/gYvBtkLpk1N8B6lbtKkxb
HyP1gKK4HYkB59nzvf3I54uvizDR9UouaR8qc4IvuSzdG2wB5c/cKyUEvSkKP1eZJ+LPKY4ndgA6
nyHqUKf+gja0gSQ0YF+FP2JnFUHlmfGViAFSOK0G8NA4TrsU6D0hYfBrAxUcMu1cTEPWXdh6GG8G
SWacHafVNZ7a1ypqOA7FcZTepblm82YfSL6xIjqgA6MR5BnEeyU2snPtq0lnRJUOpae+NT21PHCF
JmwukjwXT2mA+pHw32489E3jdbeQ2zF7nNFDqJKdcG3zyZogoq+kHun6IxLGBuoQFTcoGvFpxeGi
nxKoeJiBmBamnABm0yHQ+jh8/lU/pDh/NLxH6R/KyFm05cyljz3ayvAx1vZdsa8k51h7GqmiM9/g
/baznleHrAZeneO/FptWRAxo1RZ7M4g5AzmhhRDpWHuAqY+gCXBKOf6rjU+9lS4z74BuuV57Iutx
FRA4F0qnvU1mHg1Ur9YNmybTR0lTKsui6jnCYYnvzhwAaXCUYxvmiv5yag6ykqJAF95neMY+sbkS
W+gqd9LyuUumlBjfMZI/u2hwWY2WtSzNlwNBDhj0koQe91JKEC1pNSJ3QxNfPLXLgRcpJn1ZNChI
SSLNWidA18FBjBRjlm7UfPVu6f21iWDZGUvZlrxUJbZlahTA67TW7+AkNwdDqPbRcX2xlV7Aaxj6
9q+PUZQNf6ARlMdVUnDXMA6RSl5O0F0DL9EXM6gdBO1ldFPNFYnk9Croi1pGuHTQ+OZhMGCt11W1
bbx5PJ+y8GfXgwfoKkh4bAe3A2iCVY/3dZ+Fnn/O6qAeg6GmUMBgfAOMWp1R7gbnRuKnF0bvYeMH
yI7RJw0+kTtvX/POEvrqeVDcY9Fa9wWgykd+du4f1Wayqccw2LTJHECKAm+TCR8BvTM7JlFyxnbo
3Oo6a5v0BtID/yNIvx07Idbgchgnyh54Z+KvvZlThLaS4IeHSet60pUFxS0ww+85AbbwjnygB3DC
uTlKL49Y3vS39IKdy9GAZJlOixnp+MMObvNojRatQ5XI84wdndNJ2q/pQbn3GMUJneOnnWPT5AST
mGCsc8HZHit99l1ReH/qc4gF0ZB9NiDY7t0+IGF5iK1sI6xYPmRmYu05/5EgOON+AUQXbApkkTdx
CGZ5pkL4ZODiAp9ALjCzHj+ytyPi/V02MAM5PsFxQlMvSGhnqylaoFjLOODXjur4Q7yqmLzvq6Vj
EcLExtMpAd8PxWNoRN8VvtxDXM0tQOxGTGttcyQfersjktAnYZAZ6h2puvWLJ3x934QVYFe53DBB
RMtro+iwrtIBNc9ZQHv4bgDUfBNMeGQNiWf6bI4jjE+RbZ7rccmk8pbpZZlV43dLdQl9LaC2Z1Pn
p9tKxxHh0/18LsLUhE4BzHTQY3KYa7TaZ2B1vx4bNEFq8LL4gDLhmVVqevolnFJSLiCI1HmkjfUZ
7lMWnSWVm3w1mkSvm9ZBTHOUGKWBzn+ko+/fHh/3KvD8u4LaIqDc5e1O0sRb0Q1x7toxfUiW/rUp
Cz9Y47WQKMsNGgIyoFtSDQarEa6y5rGSRsQDjpv/+tdyZIHjdtVc0uIqm1adobCfQa+j/JJL33hn
xjaQcL8wt62VYPKhKLuLxEQB7xpDDR49TRlTzBy7s7UDAOAM9gtwttGvKHbMhDZfGxrLk+7bGSTT
pl9R14aH4+oG7KyEDuZ+ItpM3/RELTrbY5fweESi01EhKFepdes7pftYL+Xk8XjHfkSzEDEdh1J0
M3e6SJySILHYvyogtN4NKBEe5+NCXJt86dwPL8mbNOF6jaicOtQAoBjG/tJkWH2DkRIQ4Jjwt+bq
oiqq/rtbS3/jRJV5a5p1uC1SI3l2wXbto1FsYO+5NzTHjPscDdTq2OkrHaRYrZWjt+dZy64Ht6yf
U1xrKwup3yqtO/CcS2fb8932Ep4oh5ox2w6VK/YEZjSH/KiPWlpbx4Yk8rvicyrC8UI2QcFBbDJW
dekHG6NYWkRNXzT3SRPnNym6mrveg93CjLW/6VCL7LRaFtYSSphjq/TSXDa+EFLnTejFFRAEQmUZ
3Zi0RXoLTuVIYKljUjaCHfTX6UAFPWZmdgu+rzgHlhYyg3C8FzJn6NmgLe1z1X2fMrPbk+ByYzmz
hQmmzUB1mT5VkaW3RoOeUcUuD51bUZX3APiJoBFueONGTJDFuPD72qAgrkEkLPxtC1nPZZGasMi3
RMkkXgrrW8SBuCDokG/TjfHw0rmMVpOj7PC4z4M4YI9S89IIUBURNlupUn6HZQBUePA3C89VGwK5
gjsyB8Yd3SNF88Kc7o/PEupha4uPhKZB0ecXTufVu5we7B5ggj7X+H/3lZ/Fe+CMmzL3yUgw+5AE
0BJqBgYyChqKMjdOrsx2Pk9Eb39vStE+kqxTPutSib2JaWaLxza8tjgdnFnpOD0ktjc++MJMbshn
j3Yyd/TOjVtxkfU9oQzYjBSH6iuvMOwfPE/RMyx99/L4xH8wgPhLRxw5GyxanCgucviTjnjVxrqY
ipZxo2rTB5rnP/QcFRfNAC69t9z8AqeM3g0ZzLgo7D/3PX4cyzZgyZLe47/+UvBW6LR2ALH82/c/
3Z+qEoZDAB/AqCApUacjmm6sO+r4ZD6YPK+rBHVNcpQZCBHifu6LJL6E4Bvma7MkA/qD0OG/yIxQ
WpqCgkYSk+Y6J6oSn6wYCUpUHPoARDzu0rF8Pq7IdKmg9ERJhR3UfBryNOYU0ZbOrVMW4WtipgWK
jyzavn8z/hwM41rQ9J2Up/6iUoxqb+g739AHXD1wqLKSuYW5HBlNRVcwAX+yev+Cf7kB5O5a0vZM
x/NMW50IvSi34TJlgUEOCXtXSk+RjJLI9H5Y9mQewBqKe6MY+x07lHcdRsC9TZsPdzZUbX0hI+k9
vf+Bjg/j20kVH4ip4TLexStiL0Ks30a8pDdQE7SzcZgFPTLlh95LPdPfNWt/2LZN8zPte28XOHra
q3mcwQMFd1Ory58ezL9FaG52q0kSj0RkQQwdGT6pSXpGjKRQPwpe+PNu6D4Kmf6LDkHzFJnKIu2O
H+9UZWH2np22mjiXNu8wRTZlCzYipG+UwGyETfoV3XN7G+QLH09IMDR+nhtXCiPzqiuY+ebeDB4f
+U94FkSWdVubbX0+BCq5PO4XOkv13fs32lpu5NsbzUdGk2l6DPkJHDgZCRYiyYk2xYetEpVeKbNx
tn0ooBpiaQDsx0moxYK4hxHoPmOnbohjGZ4tDUeqWg469JT0NplAjXzwuf4cWPO52DEshROGT3fy
SmJSKSVnYXEYQPs8FYXyd7GAqtdAXYV7Gth3oCjXcU1AXOFLDz9bRTpRinDn2upmeaGXQshBMQqd
UjYvHd6Nde+n+eaDz/mnvlabnDwlnxGxuDrVIizi2gEeD9TG44Tn2AOLpqR8jijzz/hkPY1IDnBO
nX7LI+B5UF8XYoHz0az9z0VDc6OWd4VH0FGnUklqLjYdk4HncaALxmf+4S0wS1q52Y2/TIze/+Z/
am64HkI8D5EiViF9IgwZbCz2Rp/aB6fwIbQ3+QvjGJBrZSwQ52n3cki9ej8QP8UQhqLg/av/RTqr
TcboPB226eFoONnNIlz+UGd51Ubfam+GVtLRnqS+6byUJnbbXzBhSK50hjd0HFHnJW5V3bmhh2M5
z4wX4JcPesiCO9RIH92Zv/wSFtIUfoRF3Yvt/+3aVRdh4ZpDIw9Rimr2KBA86swYGJfPjeM3H4hN
/vJLsOYoRB3LfoG84+31JgpfPPAJKAX2znPX4YTXYzP+lKUFY5zMMZgrdWKTYla5cIWrPpJX/CkR
om0Klp7SwvQcR5/8FAZBRp6EnHhIDLfb41AJznOd5i+VPzVkh7hra1okxIx4n3qSd67tiQBCr+oI
9Bgk8ZB9/4FP628PBx+IJqu0EIlCCnt7RxxiUkunlPJAz04+1jERBGceKIBtiaCIRoZUP4VgnhDW
vCD+ZJx3VdLurDAkyAweWbmx2jD6PpjB8DLOi9zh/Yf3Lz8Yd4lbjaiaReN0cysx2xqBo/RBWCDg
zzoct3uwD8NLvAxpEysZX47F8nG9GkdIQev3P8Bf7FFsrrgBXAsxPu3Qk1W/HQvhRWHnHnQfT7DK
JkGrnwQ0sjEuC7dtLzOYBFvLGf3zaBzTXSJp237w3Pxlj9foLFhBhC08/YdGCscD4GcW9VvP7S6Q
lOfM48YWJozPONSY5y8aZuVZVdP2YRgpxq0d3SUy6S6dIgxiqKNJtQHC/60LrHwNbTP6AZekO0iD
dkrlz0D4E0WL8P1b95d9CRPFoi3hdUFDc/Jope7ASRKc522zrHF0rBT5nzaSqlIup5Jl7EfIyL+3
6X9kQX4oMv46dRW/yT/+n+Ui716LJVe4Of2jlk/zuwH635/ufzUYebEc/P8Nygx2v72mb7zJy3/w
y5vsuP/C92cvmwMhx+IoXfwViuwIko8VzxxRJo67CKL+nzcZA7JHQqrJIQCdlCv5R//2Jtvev9AT
8bOzfJA1wErxj7zJ3sl5zJYeelxPLn8UH4W14O0iJZj+RkohF0fuGQN7BmX6paaPdqdRiX3xC0qW
LXqL5nVSTvmU28aUboMBkt4dLVnmzE4hrXAzJRmIpjmT0bYKaSitpJ+Bm2uXINjEyx76OCIEM6BF
X27GNM6fzKTeqWGZiSAMYP7FFITMgx4Gir3xC4aZEBF1JUnfmmD2tE4xmldB7AwonqoO+ffIwcza
RmDeLhd4/T5VsX1NwgO0WzczGasMAmUOrp6p8je1UVSvonHor8FpKPPLVggjJKmoFt7OaFsmE5WV
ieKTTRJbsB+KsEw3Eyr5a7ML/YKYVS/Hl2W3HVxbCIFQ+pgPEB6aW+hPwA0wipWBafjk5Egsjo5R
0Lobu1hrpOFx9X0kKREf0ZjTDCecFb0D7E+K8R7cLcPWvo32HvBwbCWCExb5xYy8Vj5y/2xjZW5C
GEIJ9a6qKz9cBWM07GKJlmzNTN7rYPN0DXlxsYkxB/mVdV0xUHpqypwRcDl501fiaGknN87YEZM2
m8DDdOZeOS0hEECVgNFcE/b1DcFUO5zDGQ99pPcu+QCGYIy0lnFEkASpT6Cc49oBU0mLPo3uWgIw
aB2r+T5zUorMqIx9khEq2wX+EGmic8o03oii8PtVR+1Deuzk68u+bnN51oL2Q1XsE46xrsIYoJlB
cieyvML1O2IW+2xeE6PNf4oVge9lmfU0cXm+6lkJ381YzXXkvQJELEqCgwKbhNk4KH70fYHqnmww
46siw4TlWRUTUaRtCEWPFsc1qXR9uHLIqXzx2pDcmBDNSH3ueTCbdwh59ZeyF+XFEPdxz+R6IIgi
XjJfbrugjG8aNPo8mV3UErpoxHl1ZvqW8XOaRHHVtaM17UQVgh5rUTrAvpkcr6/PhQrS/pzQBZNJ
95iDwyY6zxsus4mChYmIX0/5l8SsOr3WvVMRkeElM2nULmPlXUkoLjmGydABApJhkDDXmstuBZRw
vOjhAsb3sTMWpK1hBjd4adpwuujMHDiFbRfMds8CoOVkcRqJA1h50MHIu6M8d4U12btHFZZn5+B+
JpJKutku8ysn0UHzozHnCP5O5JI9auff3KEqoGbCbbLXnGch9DGdrx6widk3eQSnuGojGuShGmrY
XaW3nSsHUULvZR/Y5P5criBpStqLAg88Z4yT5SrDwE3EqDPSZGuazUiHH+g9TFNePuvX0eIf7Xb/
s63s/x5w49397PLb/C0JwZPnb/Y057/3NK3+hZUORznHi2UHWho5v/Y0IZfdyUbeKzUmCLwe/72n
ue6/6CVho+NALZdijz/u33uaMP/lSppeTDjRXGAPEv9kT+PP+b2XsJhabRe9LaNXNkraSG93tDwU
WQeHCZpLQNbImR795NUqXRKlSmHYly3EpBtM3bCYf9v0b391K37HZpw8mr+uu3x4hVVRQWd4e90I
jyLZRyYqVemTnYwObwupiFHDwCL//qVOznbHS3l0I2zqAPqV1smpN5sRk3WtOW37clAXqdM9ee3c
bu15xgVpG7fvX+2kK/rravjdPNqSeJFPmyBDRbMubkf8uAqMU6IsAHW09wkLJ4KnHAZIt1GFKV4W
n96/8F++Jh0NTrH0A2EDuMsd/639Fg2WAwTP4JfUqjgLG2n+7Ih/Bk87EwCaknf/z6/nLaehxfFu
AyB5ez3YaDL0E8Q7WQg4/IwTbUxAYj33d7LW4OXBKhFq+/41l0r9t84XN5d2F14hmweWF+f0DNTI
Fo3x4NZbeItQhiSqPF1YH2nuT68i6QSAq2PB5MW1xKl/hg7WKEWthi3oNbnRZRueV3EsPzhRnr4B
XEXZfCF8spKGw6kpMxSNkdPCHnGoZaCbwdxHn+OyJKkHAoW5f//G/e1i0GFodNIx/7M114bMh3yJ
Adf0aUzLcHykClBbJ7Kf37/QX+4diBHBWBfjBj3Fk6ewBCqXRyobt4anDhhd610VEvD1H1xEuMu6
Rc3PsvX20eOJZmbSgLvyHfHiiGSEZk5exPsX+dsto8vK3WJVxI9wchEnhOgPwXrcWlr2lBbzfWR7
xVWKsWD7/pWWN+W3pxq15NLwoKUr4QdxPD1Zg6U9DdpwU8aAGxRJH7wyJ384XuxlZzGZINE74Lc/
+cMHmooQzrNki30V9OYcmX5975Ai3t4VGRzq87FlLLDKZz92z6Ac9+UTs1TI6+9/x5N9ZvkYHKmP
1nm+Idrhtz+ZYeDgmUcr2bbmkNAmKPwKClAEPGgVjYkuz1UeOl/HHprSP3v0j1dm2bfBSXEGFKet
NneenLSeu3SLRibdTUjWtlOsp1XNw/Xwz78kywa7/OK0to6ckN+WYERiuUMdmizHOkXIXlO/0Ezp
9oib5t1sZ919Uunug87Z3+7s8kpL1mHwI2LZkH67qB/bZqT6Ot0WsOnzTQfu9XPvJSVxsu1YE58H
mY9kncJ5/YdflvVXQn1hPsnvSRFxcl3bLPLELLNt4BG7bUjFUDbM8+cmHard0HSI/e1UfH7/oifL
i+Oi2aR7TJPQcWhROss//+3LisEWKvesbFtNFiKCVg/p2oGr2n/w1py8/L+uQ5WFHYk3n1Lr7XVC
gqWGpjGyLfx7/9pNenFb2splRj8VH7z9p78fSDXJNALACfeSJ3TZ13//SmEqka921j7kdPw1+uAI
sMwS+AN+W14c9Kc2KwvNFDpgANpOlmSnE1aEUETs+jZk1m5Oc37RhwnhUmTJpdlZnPSwwZmBe9Va
FbGN0CzXaD1ZYAmsGqyAyPG0MSgJEfcYj6qEhXo2xoH3RbSuQLwVNrA+EQbike818c9rDsQBS01R
qWfIA91FmhRTsHL0OL5as9NY686BME+SSwtW2OBMFQ+5gqOU1M5FN9eNe41/yQCyhNIRh0fE/D0z
5PBZBYoA0qi0w/v/4ui8uhtV0ij6i1iLVIRXAZIs2+3Y7fDC6uu2CyhSUeRfP1vzNKmnryRCfeGc
fVoVs282grA80Pm/nGoUX+Emwn/2bLdP4AYmLw0Ry3yUSkiCdW0P2LOSuyBYb+9jXC5G7lc6N58k
DcZuO49FZwSOfmw9WcPS6IWHmKBWM+wmNSKCVVq2qn0a4MWy3W5nP2ZKMEuiI4xA/+2MJZA1BwDy
OaC7J3RPxSEWWxgHQH/1GiSCLIowo0dY/XPLAwr7ILa2/5ASue9F7QGp21qytw6Yg8st8aWrLxWv
9i1jWyJwQ09T1x8t8iJAOsOBepewfZsst+z6SYdBjxZYO0R1CY0Ar67Enp/zMaAl19FCZsmgDbwH
yfpnOrNYAf1KnUNwyryE5jVXwCHaEhVCGm9Y4shYsFFmCRVU6znnf2BZRK7dqfZ23VCfNPUNCO2C
SVAwAn9f6qj/xwxrf0A7YrtHbxu88cZSfX0PYDj3HtUgl0d0oAvxpBIV1N1U7u3Kmx/5HcFOQ9ue
/Why/u1l0JnMa9v6Y91c79N1SlKRo4K1zzUgwgoZgLWFSSRe/z7VuXRQaZEGSBCbaEqJ+nBeiHWO
vLk7BqhUnmelhvLokzpBsGZFjFGdR21LUpsaP/IQfvJN2DGreMQbsN7q/+clIcih1nPFSp4SZlPv
1DllZY64SyxzrqWvF6K7rklNfmD4hKu3gB0wu2edxyuyK50MFFQi3TWoYvDxImPMVZN03WnLzqxS
uOgUYVJ/eTThdrKwFGuT1ZtdEoTdIjz2zqRg406T/cTHgQ8/2GaCVJFPLIUWox3ybAiIhtapEcck
cukZFq1hAJi1ZTWRAMjaPslA71kPyHA1GUGno7lTOSmeJ6vUlcgABxPR5m6hSRtHGDK2ERI0AM7l
mN+EaJjH69zEyCfr/1FyG6P1C78EbFdFlXqbr0PMwK2biEOJClH/dvJYwDZsGXtdckCyJChgAxDJ
3rHazUIvXnileEW4kXpawmsvlp2EHwstD7SH0Wjky2jEc3oI3wNt4BtEQ3jGeri3uz3K/4ZhXkTa
EMPtHyFYuW6ia28pTs1KaMNr7HcMg+ZejVHm7zPqWhuI+ZIWw9CQWlmHyzsghXBPhFdMbw4OB/Eb
7Vf4hxRKwj+VRyqaFY/CPey+Pfo3Bpoac7OIuPXD7pXmsuqQKMHKgBbKmzUfb6RdIxgD+ju81bzf
VDoD9/lX5qL10o0hpYWGWgUTby4cF0nICHY/IORHBRERnPvmU/kTe8qQLhOtWwCCjXExHCj6pX9c
7KYbkzbQ9YkhHqlLYu42lOyB5csjER3TzzKvBF47CP9/5a7A0CRMvX/3uuWP+e4koBc3zpREpFoA
ozeeNaaMrIu/c1x0z3NYEjzh1KB1D3UHEu5WBVd4ESnYJYRePxiWA9PHFXB1UMziRuaxRaqqKht6
5X3nHRU4+TAd9h5MysXUIBSbaHXyjN0PDgvEVDZRk27Q3ozL/28102gUUzsKT6mm2U3dKvfdxFk7
3HF10eQu2Zt+/hj4pv6a1Vrcj1vIH9N2xRJe7womAVaikcEijtnvyQ6s8A7TO3d+KYs4JkUOD/mh
ZnRA1oZfF/z3W1sWSTTMXoCUdCJaGtMsAYkO50BwdpgXihNeAge/bIfIFzeoGawDyUoY/K8ZmIux
NtymVX5ww1XkOMJaIgMHoorrCi9aIqbRAqQWs/piFP1f43v/6BUW0oxz+6HBtn5oMTSevL1WxRXh
j4pe6mfkawR0drVdTCmlC1ql65AlaeucQXhIU8svq7A8GkoFPtO2Yjjdyrk/xY1heI5h75Kj5b6b
KMd4MXTZJOK/rYVXWjTXrODmHz5MrK4d6n8u+T8xmf1lcdWPGxEQaINNLKOXGpw8yg/7nSFwCkTg
fSTyB2nSs5Bdl9jaEIIaVdW9h14PmLv47Uc1hBV09YfG0ne6GDayinnTdSWP1sYplxAeDPpqGS9k
xGKWVeEJGVuXgA2B+z+Hwx8Ep+RIqeYRc6vMUOXmB2UG/JEzMGZk5C4Bdg0QV9maS7VxnaZWHq1+
324cVHkPRRPOd8vW7yYzBS8+OPlDO6S24JlvIzYVnnb6f4FpJgKOoqF7HSDUXZpwiw6GjMkYg0i9
nUzgsOQA3vFl9s7d+e7cawfN/P1lL/Px2W886tgy3l5LB2ITt/c1fIwvcsKObJ+cuK0efC33P75x
PmOVh3coKOaHlSeI0LjdKd8lRGz0zSzRH3SUS4t6amnKZBlH/58OGgYkQN1y+3XASs1Ghsjz+Pcy
b39zkPH5Jp6DCYiPwuwJLYw86cJ9GSO7S5RZ3WfQb4KFCNuZm2D2wuewXDxU9CT8IhTZMtsUlB+l
ne7rNdGLVABQgI5TOhnikuG/nFK2Sli65lsSqaujZZ8HO2NRghO45V+sFFm3++kZz77DTVP5Bxb0
zVmHhqeBGJBHBF9uGm6j/oUK2/uvQrW8/BmbbfEyMDiDzIgcraukt3Ft765ZL9u6f3cinDIS48b7
nAkAlq1GvM3SLmHwb+LbzNGY6k5RWExF92dFD/C0EiSwXB8RbrfKBpUyS8itLJM9DFz2PN3Ei2//
RLL8XOPWe3Lh9oNB2s6UR3XmWKwWLNVMdx0x5MmmnPci0sMbkJQ5AWR8cTTSgIPCR8hripCiXyQO
31Q6jhLm/vpJj0u5w0r0WyqUmLg4L/qZIVof9EZiX47pJlNjuGdI1OHjT9ZO5CL+y1cV+32qsDZm
nu/Bs0aymdjoEL+h9ESPUU9KgGNrl3+w0z4H5XKO7f0hsnZo4TjbwosW3YDRKA+Cb0PsPMcofD+s
+TDB/sLFrcn/Hboloyq1D8HQjMctmONsWWwUVa53XHK0Ib5LOC3+YNZw+SAIcYLwdgMQzCsS4Ez9
Jd8bHlmnX496It91noI4VVMucE8Z28WVlgdJXKx/8ilQL31nsOhKwoou2sa7Aa8fz9GStx+empzX
EU3iXVRtFKtqDR6rCfN3S5LOMyL0mR2DinKswKMzEwobWw/lbipMeyM3VRMRIOlzph3CoZ8uPZDV
0+D5SxrsJN2tm8crRYw8ckCPxNkiMENZrPSied4SvnNxJKOL8Fqo4tQro0piQ0YuvhESTqZmai+A
f8wDRSAJbE1jkrwXAReugbVMcW2RgjHV4rHCyvMHsvvKllCVWid5UJMN0ONgQ1MP42Kbtz4j89ks
x313JVEn9h4ns7c14SGuZkxlbrfx1hij/bJwlY5F7BRWQhFIoJK3hcdxpgok4bn2KJR30lUSEVjw
6UMMFvQhCyo4spP28QynQXw1TjeXt02T49b1Ao7TeyyQ4ygPs56XO49AdmxakLmoWJzWyxj/apMR
sED9ESmOvLKznFe/sNoTIV4tD0tYkN2O34dQTdAde3Mk9Ad3Ny5qd+t5sUGK5jtMVVCNDxNv/SHb
mqC1bxbEPVcXleJWiIbiNcDkMT1p2+8BHVrffW9DC9y0k3mGlCgzCYvlbtfwMeT4m8zJ6Vt38dSc
yLcmbIuqjlBNYz8sfvUxeURUDFgvSizOGMsKkP24ywhdlNEQJksZ0GwOUb+ervaSCVtagZlXThRc
h03G68euJuT/yBzb07ps6rhyyNYsMrEBzRGxQY2mf21Li9jJ9vqiDRh4FNIJb9rCuW/36k1aiNQL
ic2MXPYsoPi51EVPKqut5d1stdMLXuSoPfnEvICrbYqzzPE5zGpgaVkGfZkgfi/NI2SU/q6cfJXx
8LiPMDSiIAv6QGO6tiU2EjRVd6Vvgl9idfrUEsN5vqYZ7ZW094TYS/lIR8VqvxvMgfGMPlsrl4VF
dE10e2O9Db3pTl64OV+s2Lc/wlMFXYlLd0T0HfkbMDhuPd5PBAr6UX/kF/jDrsHWqUfWSnho2XB0
R7LJGv+wQNfxDrIGhJnxLLQ3lIbhyRs0CXqd6GAbV8XdUEVf7i7jG1qXe7+F5X9Y65m9aUsk6jks
rbd2w7lWskX8FeWR/YgAos0MXg7sJ+t/waqbh94RzQOirPUfd9YfJm0Y7jan6HCrh8XdvMTBhcXp
CZfh/Mx25CZcSqtMyNHht53kYt84LYnXZdt9IBq6npv2enLqiPVv4Tj7E6Ef9O+ut4NgQ8l89uQU
JFgwu6RtG/eN4qF8HeupJY0Fw8pK7Ncoe/IY8no5xWaVrxGh2FBwt1n+qmUOrvla2X9yMhb8Q3HE
RbxLqaQaCoxw7g+1Ix9Wu81voiHQ70uv7SKp1rH9DZTK5md1RzeBjpu/SByLuPiDHFdF2ITEfjvl
eld4YsqwnVm/nXaz1wMOrqhM5qYZ0mWy36+Orpe6CwgIWur572bwNk+U/VKRQYT9ucIdCZSlbEGK
AOdd+mOExLckMosSHeoqFyZc9dXKz/kTNPYrtJblu5zL8ozH8M1cKfkJyVhWxU5t5iBVIVaNlprj
uycqFhtFoTZzT3J3v/62h6H+VwjAF8yB2w8ZgsYYZYyh07tmWqDiiv4L1y3P2iEY+Gv20XZG6GZi
O8rZRoYXto39kHu8k9Oo7L6DSpJJ7UjrnojVqLlg77aedH3tHXCAbR+RcBuqcYqIX3kT5/OJuVpL
ZPWyid8lQhjaCqq7TzJf/LRqyLp0jVYINKLtzyJm+8Vz+vAwMTBaMgRvcX3AF19LPGakv9iWA1Jg
r9roYdiqtjj0o3ebF96UH4tihx0etm7YEpOMTruvdivtW2JDkngvQopPfg7MWGbcAHCsRMBgquTq
J01pR7dYSEi688XuuamaZ3Dt2xSMfybEAdhuuz64GBMGb36hQsxLkw5m3tjRNGRoJQTXU67/T24F
sBNiu5RHbpB6gfHeNPduoPA6Ax5sVTLAa/o7kXVUJmU/dI/5FgUrWyHXQfnSOU6VksOxkV/u7PZX
aXippzGWTiwrC2MUvMlkdhHQWFOE9rY7gZKw0f8EuJJkxtsDcEmoI/O8rBVETBc3YZuE/YxRAxK6
QzSN3Yz8/COcD2FCtEQg6QsJV6C2sZySEmqo76i/Uq397sRIQfUcBVVgZ3UY9j85e+IlzeemJkeH
edM9LpnojjQi2uAKTciEWmObH2NvV06KxtR5tLByrgcRT7BoFz3QSlDLreNdvMp1OLc0R3vCrJeu
0K1oTop89l/nWtGi4FvbvWTAHkUklD/t7wxs5jE1ixnxhnpTmwIJWOdjqGDp8OcEqZkc4PsJWRQX
uLHWgsp9iMldqZa9YPWB24zxUlizTcQ2NyU+mQGw50bt8VbxN9ne4KOGfrZXjGGoHh1x12G6iZlD
hdOT5KiyGMSsNHg+r9r10IZhTSggSZnWra63sMoQ1fT9YSi64bWuTbAegtViUhWuNemdV+DgYfJL
Gg9GfwR4ekiGRBp3Qf9gVzaHJgpt3kiBF3cNQc5MK1KFNaCgxJqbTzzRmhfoOjdzss6T+CH8Urzr
2JcgD/q4sjKnFjPhygitROJ59nbvwzhwQIl7GhpwSCyzcojh5W8MfrrCpdREwyY/hDtGPyihdtgh
TbsePavR0NaAxm2nLVYFjd9mAuLc2DrCzihdUt27YGFmizF29BIDvq48ghLx3sFgAQHoA8sW50C3
AzUithUgJLbP3EHZZLGKUTvjdQjGdCPvdzlnTLbmB7lta5RYUbw2+MwtK0r10KFNixGnYcOmKuKx
b9HAneClx/qmnbQUTPxq/6lQQendoDcmpFDORXsSqN6Bu6y6n0CmW6Rvh6LyhsRiuEXs0dixkwIc
wpPAKC6wD7UXbJ9hWIrffOf4pYw2sI2aLOAgWRFjDZd2mvlaGC1QY61hr/xbQnUUGEM1+u+2Lujq
kcS7f21BrALyqmDGPIov98VZIV4cOiuWMBsmxGQPgwDImji85V+Mo7s2NSzB5RegLAlmB2vYcq9n
RYuPTHIiobPdt4J5YDkEjOXXWNyBuyWwqrILQO8YsOuWIp/I9P5UdH15PyH0+wWoovJvdoJDe/+H
MtUyUWLD7TEkB+dr6OhHqQKwb7cx9ryGQxMbwdJl9oy9Gb2hYI84nkvF7xokMNk6S57RoNVXbR7E
py1ZFDr6R/LKWtS/zN1pp3tFz+7agO7T+ir9zghIVfhxpwjZR+tR3Ket7ZFv0A+2h8u+M03zBgEA
mETn0KCfpNJzmEzxWucpO0PjJAGDvf6w1HY0p0ppMtxn3tagY0YgDlBeiLm/GNT0TsLvJa+z8B27
zm2D5UVnua7l+j5fVVk37qgiBHotvWaKlZkRNbFcVZE11j7D4BryfohT35+DU+Eh/HsbSSyiAMHl
U3L/V60L6sLuio9BLMWOURXoQaZ7p+/+cpBM3i00ckR2jtQVY5WSRm1bLLYuzIRRMHhG0t+vPWUt
Um3Sm7NyUJ58Y3gw5L/UFDVUu91GbnPr2RryBY2PhdiPRT5zglnqb+Ub+CjhELUi69fGiz+AebFJ
VdpB4rgJvy1SxTcqLkFbTW9EyMOfwOrvkzfBuVimllWNgJ62bfcuc5P7sUEMzRV52IsrQjeSeTQy
vBL+qyeQVPJj1+v3OAv7ucc22x3mcoOpltdkeroEH/i3WODs8pQ7axvf+RWTG95qRXixhLeGWTnP
IVGJM7jmx0l18pnBL37dQ7EayzoSwuh2HJaRjLmnCMEgMbOLXVwRaGbecyxh8s4Xsz89+gwV1CkI
cwvoleULhcYx2P5Cg4pggHm9HTAzQyKQ+bIKf6plchg5M9yI4YZFnBcHTLiBn87cJ/aFuAMN3y4I
leb8V9TYixOwDrfHClBc57URtBXplW1S53Jtzv3Y+uMxX5u+PeM+XH+ou0ufQyaf4qdyWb31s2zJ
SM9k79hrirCj7TIF/ccDPAPBAIxmgyD0nwsZHq1phOgxY5hpGd6wV8QI6AoC5VmgFy/RfsXj4NoC
MUIYwDBg7NZ98Y3ACJYzbiTzAnoYF4C/hc7L7gMtPIQdDCzSBJ3u1LUBRIRRyNCc3L0Jx0SHJHSk
Tgf+4rALXZU3wULSZN7C67o1Dtm+B4SM3mPj9/5LHfghUeJ2M/2LJSqm253VWXnYKm099t68cADD
U3/x6Yb/CrfoqvuN9Mcfz4ZKeSAUpbeecxI+n61WOfzfRhPHH5tHQsUj89TlZYtdHVz6KND7bQzk
UZ7njSbybrIKXx3r0e7ik+eFU8e5UpPhlw3YOMWDVmX9sspwdo7G22yAMy4Olfg6E6KbhrYVV6TY
MySjBd+HYo9O68CEBGDc5LS/8mKS9PLcaXOCcpvEx6LdhZ8Y7u6H3eTDLwoxnPsgvob2pPs2wlNn
b8FCBmbFEY9YSHyUXkmQJtuvSWcODnoEyPSyPJO6yr+oXaZbZJdDD4yKdLhLNAzFfFylX7xIHXM0
x8QhHjZrbBiTa4vYNrNTnmatluq3NlVZnFCSD1Qpk20x9iXmk3GOA8BSIW7718vVoKcu7LxMcHmJ
skv9ILfaW96pyv1FW8xaxGZWO/KgO95RjGvzY0ty49JojEXNbbm33nFw7blJwQ83zo3aqro+ignq
eRKAD+jlgT/ezGf4t3zUoJfhjv65raj6q3EOVyxDeKyTtdPAHMOy1N1LOzn1kg3AFVmAbOijEZwu
w54ghpXvTRvhVo4bttTIbkNnvsXNRZ8dMoLwAQsKVdOXT6ZOgNJUn/G69046gP77bJqJ4sUmv6vI
oLTZ3H8ReMeahy4vl18S8ARFMKgC+3bE8QNZxt+Db7Hbok86/nOV5vYwjfdqnNbw4O2etjO7CJvL
uLE0TT3bW//zm726ZZOnWKIZZd82wI545JdVfwBqCOmgZwbX1IVL8dvBlt/+igsW1ywI1HbikrC+
yblpg8xhdBimsWX2cznWAbv8vBMbMMU9trKpaUJ5N/BFKK8931QHquGBQCBR9MVFr8JrTntHziAM
LHgypxWKDizH3WHsv9g9LbThTMSmAtzn010aVsAsP5izM+5hkMKO08JANtX7746cG/sSV360kFZJ
B3qzRyHlocQCTQqxsAi3NRGu2st1AY7qs2I+6gcd477VDsFl2AbWXlaMhFVlwl+Mc5hBnJyXemm/
beMiZyzQc+7USQWi77jvia5CO96dFyEpkYd+W+9yGmhKlG3iis3QmLozyU6EhGpBlX3sWN4SG8rs
NQSs5hMFWNdxbCW85EhJ1/k1w0a1u7w07Lr/22K5qgxKQMdEy4zXAowxTJORNBM49yWHY4/GfATx
N3D2PrvB0kaQ4ijdUmvTbQBqwSviQxnzMuf0773lsZ577kj4Ctr5YFnrvg44eZ89OydPNEDVTtAm
cUEWJ9YuunSsVDM+D1Q4LM7yxvret4CUTrz14qZutfuHokSJtOZYb1LY9Plvv3M3lfJbXzvSXfFy
uOZhTMno5f6WRcrd8vO0zuBRanJ8mhvG9B3TwohwKXNW3G9vIev37VAZpkgZqg5YdKNdA+5oaqdQ
L1hQYGocgtZdYC8FYh+OgBVF/RdLZT4+CXKB7vKSVuRuwgMqE1g3gobOcsv1SnEVn61anTEdFfr5
G9377BD0Ysfz0QWKGryIaogfJlfMS1a7vnmGLbfBgunrHiBETRBtwsKx91hdB8urcuxtORX2KMRl
wAORny3kgTHuvIWPSHmzIXTHiTIfIUN4OL+dfekflIY0c9wlrfyvuW62NQX4DPiBDQnC+zKH4plN
1uowc91E1MEuaQH81/kQnsIpN/qz14oYsaRpGUlA5GKi844mwHyuxRxOCb8jG/sq7K5Ql0mH9yqv
/C8yEarXnatHzpvaXJI8RcAzmwH7DH9ttYSpQpZtx0iXUhq1jMib6VQSTuLddIoWn9W+YASUedtC
bAHL5fA/HflYPMYeBiEErgZClKir7q+0SGk643dBI7LV/VSdZk5SfXFri7n4rtFFXnZZ+PZn7hTG
ubMKMYmNkV1OWovfwzH9E+4uU+I7FMZE+/o94QN/wqKhEiFZVK5jfaii2fjJEjY0YI5bNsttQXx2
fJhBjk5HGJeQcvu1c+fLqujzsnDai+UccKbNRNMr3/3OoXkAhCo81R8EROnqhszRxU7gp1VfpJ2z
IQWMItAqr8EQ3C4Ua/+UWOohLTWs5kMNWCJ8mvZyFy9wNpf6sAVXwB57AfU9o5Hw2EfQiF3g1Lrf
42B5/9hwMoQZ4O3pMzKVqT8xzRom+Jt7GCSlEMtlWAd3el7cef1g91cQ0+57OdDDedbM8O3C/zFK
WdYvHqn6t1ln+3chguUzxH3xONJ8UdZC/voPNRP4vsULIUktQjRPM4CEKw5bLywIgOkUaUgu2gYA
jN3ZoXSd9ScYqisIt7NDc1NJ4S5Zu7IYJ/49gK+bd8T5XuN7/U/KMAYOHZjU5o5ZJ4UTehtAODzM
zTtZXfxbi+0l2ush8lhGEYdRsIsY9GQnCsR9mTn84MHdFlpVdISe6gz36CMLOGDCA0OJo4PhqLeW
4EZQRBuZ6GYyvP+02ok8cKdqwo4u/DrrGfsTMOm5aJQI5hiTaPFklQSW67XU1CGvYTLpZHi2pVQ0
tALK36Es9BrfIdsOnFQqiPdniub8nUmDoSpQcEqzAEXhv0Dguja8Wjp6Y3LBMhCUBoALuq6/pnE0
8ZyYT8mqBmk8ACVehN7OdTy5+60pOjVmoLAoJ6xg6NiSbjMBGptLhCDr+nBxb/c69xnZL313K5mx
N6ntz/4zGe1sbRs/bm+5+lWcWIXk3FbADv+VyoC+7Bxq2sOq271PauxWDdrRrrSStmQ+mJQzVXiy
17rhU1PNMcPauU63le9Q97ZumaPFn/h/3xSQXsXJatlmJrU79Q/BaO9BEiJAjPjrVe2kTgUr8uAv
SoeJNUQs9IGA6LuFmBCd2lFdfEWhWRvK6Um9hWajyh9qk49sqVlrYsHCZwcPz/oi91P/RhwBwTL3
Vf3j+MhljqOOmNQtq+CSGbFtv3Azx+4DGlwG0Xwswk7gtOFisjtTHlxhBY/rTAWYtm23fE7MI9wk
onJ6HvulFoeOvGfJZN1zCYxm3wrjjobncZZt8GtkefmH2xhhzFItHY2gXLU8aHazsN4IAH/1/aEj
dpgFcMSrfVxosYOuffTicWVyVUfXkqZGNXjQgT2/53T/HQCuXprrwtQ8FMBjVwRiihvMJfLnWAb+
9gWHQTyFnvI+tKjZ11RWTvETM2R9UPva+5mU7V9GmuHN1bS1vc1FJP4ugS+/Q4agLf6/0b/LJ5vM
jL6u3Wd7Devioe21xexw4uFKKyZuX5jplZcOwHFoOWUTfAnoyNbjEHujc1AOcqizX+XBTwRyu0ks
4NJHcBQ9Kqh97ijDNre8D9aSSb3h1RDTQFpOfplKAnU+A+MNTNPzCqO57BVm4aoj+D5pVG6Wg6PB
Qz7p3bJDMqFzjnFp+IyHXORwCxoYp+4dm5NwTx1lwF73uMd5Vn1Q99TxvbiPlPBtJCpw8w7Iiiky
hn0sf1weYTx1NIsmRSYz9keEXZF1M3RuwDU2JeOZRvrMk4CT2eeK9ps074bR1r0AxoapoC3jxK1C
966oqng5bnHhPnaNY//EjhpjXqhbxZWSprvHdg4gCo/c/iMapX4D9Ob1DhzS/OM4m5BTWHgYDqO/
LHs2it1p0RuM1fAKz9XvQF0J6ZEzXlf6br+OoH/KsrLLLx3pUmVNU6ghGf1uVUndxOV/7EebhuX5
RNxHJ6mAD2E9o74q4nW7v85oxrSZlupeo36q0JnaXfnbJcGd6sAUYj+FfSHdL+QF85SVDOj2N/7G
jfgDe6XNyTsMhAc2IyRW7EuLLqfrogbBCvirI7TiSKRWXY9bk4yN2fwz34Nh4Cz6CBZvHK6M/g3M
20sjJK0G9Obh6s1D4oxIzfh5Bd5rKHggGPCxgGNtU0yJsBneo1PIgzcc5Y34wF2iozurrdnF2lpR
SQKIiw+uS8J20jgb0e2uRMf4GrFHvF+LkWB2eFt1kdSGF+HZ6DqigpoH9zhKGXcpaWtoEhSTnu4X
Dt56THNRgrbyAxiTh6rPC+sQuS2SLBAwpX4rBjdHBLVszKd7Rr5M0uB+Seq9T12H+36eY2kPf2Yb
fOoDBQ4+rIqDrPmqdsi8l2Zw+FxWfXUM3m91yQAxcVS39jmNWRftqZCzZL+p6t7NIlr2iPTyrpJn
hHpde2fJCIMje4StywG4WCOxGdOIbJBKKcJM0we2BQMTr7cEeUfdB/CQTEzJGanEzGvvyJ6u8pN5
XLZSUERYbYfIIuCKfRW+rsYLLDdjYA6vCyRDOaztF6XIPByHVVQfmtgQdZxg2Q/nlfsDZDRSkXRk
BcXE3lqHv/beyvrR4ZqE2YJYp7mNCaNrUMQtC9P/wF8hE3XLsLyX0Gin+611u+mM3g8EWrvsOUrT
texs97QpW7xXUno/hpu4STQQzTWVnVtfl5IzYdNcM8OOx+Y4HHhXWbp+7nkSAZSiql3SdQc2cWdz
Zr9x967DKWfJ8l0HTZnfkgw0o83cTLvdVzX93k1eBaDu+I5BxBOFpCapYOyTBePTZP5tVhn5KTSi
MEoKBNCFzRlis/S3mp7jo5w3IQmND/OKpjYf3xCyIXzzKsU63EdpK8/w/yKmshZXl6Ojaqb/xIQx
HOnS3gdoKQoQucw52vkCvDaIZIKzLTTn3e2FRQE8l234hCqlYSqx+95Xzti3yuzK923GOy0/MJMM
WWZ50RpUsHarBBJSpuIQ+2Fz9/vRD+fwvSg9JApVgxjgqBXsO+bQQT9fRB232zGQXdgdRyYlzQUw
edWec5+vk/aNqjnrLVUtqbPiR2c+N1XkR8l1i00Wi82aTuGIYeAWWWFvJ8U+gulvgq1FIOROrC5H
OSzxKY+RV32AtaCAof3ZhrO7NXZxizi7ddMCsHbP5qTcZcZ+Kdoz1I4NpdHGwPPQFPTpD5M9Bh6J
cr1tI/QaB3MPAx1dJJfarm5XdyHKTCOR5S2Dz3N54WlQzqvtrtcFJahGm1pjt55yt++DO8fKbSBn
w67xoUacZTfaGibnEHCgY8vfI5xQMAsjHr2SeVbjte95MEh929GcMr/RjaWeejffSho5jxFQ5/ZW
82bMzpge/bs0f62KLeGj6vPO/CEhWDp3sVttmBfjfoXH6XQguf+VsLzYO1QF83CHcqxhSu0u/sq+
b2nb9sksnTO9TdIL3Rb7hw/O+AAVZNwzh8xr8xEwVaTGY2kPnQ5XLFyD/7F3Jstta1kW/ZWKnOMF
+mZQEwIESVGiekvWBCHJFvoeuGi+vhbsrCqLUojhGldEhjNfZlpXIC9uc87ea69mzjjM/gF4w+OA
6sTkDFiVQevBTK/6O+a/LKB4ypnTCXiDo5ofdNwLGbD2DEGQFPVTiGiI6qPwnFhqml0CQTU8m3Cv
F5upqhpKFPTx7R9lDGH7gRwPWdr1Jtew67lrJuQrdZBGyuU8kIKFQqSd++9llyrqRSWDS/CCObag
aiMXRyXPETakB5ylydxN+zI0wzTd62XYkpUknAxODsp4KWg8ckmidFPpZC8fKLI15TktSyN+MC1k
NPu4jNrpcmhLFHtF7pTOsvOp5/ksA8ZvgSjvYoiD9cqkRsra7iQJND9YhVvuvzQOYw5xKEEw9AOk
llELrmQuRa9ZV6EbBHxYU2uj9AvBX+cO3An+h30vc7+SrC0nw9BCwWQgDQg2HWBcfdwEA4fV6tZJ
YipPu6RPCqPY0gdR8+bZluOSNzLNUC1Oe7tSsAbMhmj6ayHLvUopycgzq/smKLVodIjyNKmm17wt
ufz5LG2m3J2R/RHVtj+MHVWyUULEHXqaMoO890FRRQqyh3hqs7XIJxMhaFUFDqfYqDbQA7StHdas
nir9QDbjsAF+niVRPrVeOZLCM22iToROvB5krTVvgiCIkmZFi9PW2h0CMWO8yjRVZqsQ/G7OrWbG
wbBt6KuAxrDqkLIocOoGAnxrb7pSS77VaU8bOJZD+XrQ5vwtxhVD1FwyGD/Z1oTOibS2HyxgEk8O
It1+VSErvkt629mMsjI321yV0ielqY0Hsoqcx6gtIoEhJid+0m8ih+1adMaYrXESKbhY4hJofkF3
+7e79P/9+P8i9/cPz9hCuvmPn7AVumkB5Pznvy6esx+x+Nm+c+Mvf+U3YcbS/jEx4Vv4ERVZo2CP
3eq3G99S/yEtD1cuVmbr3xiZgpCF6D//Zf2zQLJA7RGNpuo0WPlL/3bjS/I/cNsMeGbY9PmLSGOd
v/HjH9nHdTqqOqNw9nHwsDrHsYjxNE4wgDvZi8WNY96UMKNpRtVEfGeZ5lowSvfKKZbmkalu8YVq
BD9qqgIDgAc8croGzhgVJQdCr6sLktO5wbuceLr1H1/D1W/D2Z+Of+vTYXT2OExu+F2VI0+dQnad
hghS9gzbRFuvrbVg2xK00K570Irx9zJ9SLNtRT8mO4P3j18rrlw59ShtT+GuvkcXIFlnZnZAaRmU
bsd9FLaxspKRdCFCAJqNJWhEm+hRnsvRoCv8i2buyj5XDiO2mXI9iH01rUSDiwElFAB1N3lOf2jP
TrnhZC7RbFBpyPhJ7k2v02uNF2LwQJBh7EQR4MXz3nLOi/B2BmEzDmuUv1W6tsQ2nb3g9/sLrin8
WX7yaX2YB3wnpMrJS8qkheH9yBU4NJCNFcE8ANlHIkxKSX5wwn2SiJuUS5lrzOHoTrN5gtH32Xe0
hI4qgOmwJmhHw5IyDjA4ZFg5KjGLzxw0CqetTlhWtSNT8q8ZZ6kqD0ZKNVNPfe95FC2WghoQuxdZ
OwHUxvL0YhO1F4NTrkrxymWzgnhjNs85bJ7soBiXgPzRbfk203+Cju6SzqLvlLu6RM7HPf8hpQ1S
kAeunpF0FTeXWD6Q3wa7caDteE9Cz8oS38OebLYXUZwAX376OOg4TKzbCiSEYyBnM0XEMVjgmkPb
VczLEra/lSU+kenDJBO5g44/6TaGmbmWgCjDlm8MV4nBPzKT5W1pb6g+5bIfYfqYn434TYp2otYR
jBA41t6b4XnWtOtq2EFPwz9iJQdH9wzNWHE69ob02ux9pDF4jE5Yp4+sqb++JhtPOvQSJqFyTAnk
OBRww0KCzAUdIlE9+/FoE8Vmc4UIesHbgh7o61XiF43j9+Kx+8FK+2tMR7HxYrBIqx/yDjVjzqNC
XcL6dPXCiZ+zOA0OkaGf49nKV1KN3jJO+23psBz2lRZt7Nnyvv4dlkl+9CuggjChaeAd4rmPFqpS
CyqrKczR6wledGf1XAN9lHPJ5D4tb/5+LBuYEW/68ro7y5vyp/uXyy9ZASwgNv4OiHiEP1mWbwdl
xPctC//r0T5579jF2PocJqqMLOv9aFO1RPMYDKR22nmZ1M2qTPQJtpdR02dvvqWWBeERhXlin3jl
P1lYGBkQEds3m+wxnWQcKajWHfDwMUE3NujgOyZhhif2mE9GYWN30CaAi1SM4wmr97JakKrEusJd
DidRjTdF16YT8+MYxbjMUUO2HIe9TFMwwB99jGmslYXWy7PnCPoTU9oSSIoHpycmxRIdJtPkspBS
w6XWQPm7G04s0p/sDQj9iUVl4dQ5rhw5/mdnyDrdFLMX5zNflfxcd87oyZMY1zb9TELJyL6ymhOj
frIYGOCmWQZo4MlAWN7PHSdrdcugS+aVxZhuIhyibutwvY+fIfigyqIQe8KE/+mIrKoQH1XZlo+Z
EalCHOgwog1Lyh6Zi7IIJiNSJPCzKPjGuS5RbgxPfLmfvPxEx0Mz15aJBOvv/WPSaUNdKMYJa+yl
0dATDM3J8IRTvk0ETX39On46lm7xPhDTLLPivB8rQFQgpSljBVXlU+uS1uVIzYhuWIVGRDnxCn42
GiNBjeaMy2pzDGzoEEsTYom5sb8XRMDhOC1jV0UYv5pxaHz9aMsrcLSGAq7icwQ9wGF6OWb/ua5p
cjhiMFZYaWKQRypqVyQ3kX5ihnx8JOAp8HMN1mtZU52jlboP5yGUHUYJUqGvjewJAP7LZNQumSXx
iZ3pw9oJCYJKuKODYTV1dqf3TxTXjtYPrUV4N2Xg1YBlc9v3IUXWVP5GuWklN0gKSWVzWzM6gaI5
Zr0vU0QzF4gJ+bPLwn307tFmq3ptUJcDRvw6N8V9myAgIu0o87hru/DwPHoY657sSl+AHfGamRyR
mJv219/qhzeS3wPnNtwiUO+cTI++1WAMCcIYGoq3c/dD5e1YV7K+mYJ0Q0BouooldD1fj/jpo3Mc
5SCAxtYgQfz9x57U9pyjapY97Gfk3PWBN9TOtUmDihgPneZBrF7HPfx4x0C92zv6W4FBriNi8dRv
soz0bkqzr/DRc/uDJAMY5OiaJEs2dSqLqk2czrQe8q4jUEg6k5HEoQExLqcQYQHGFRtOZHY3joO0
FrJ9ZjjRQdLFKdr6h02ACyeXRKJXSEFgPT7aBGQ0GfGsJLNHCDCOryhaVmOEVJNHhxvjlBqd5VX0
9vW38QuV+/4zgFDkQFJbSDrcdo8mohqaI7Vt0pBlgL19/kYg4CoMH8vqJ+8M0gRjpQV+UKwxrrem
78zfcvNAiKLcPmXiW9/vVELLnENcU0KtVtfxpXGWDdtwcLwcv2CB25YOwE9V90ZeYXtnZbdBhF16
Xam0ir4l03cRveVwX9ILGohfPxrkjA/fLyfd5eAHRpbDs3E000A2K8mINwRC/VaXzyRun5bxY7Kv
8iH0m/Y7UEpXmJfBdFdm+8Dm1npnp3ssOphFvNo4NMM3BYtpWF/rPbax7tHsN531iCK34FpbEmO8
mhy/rjfGLkenTC8wc6WcjcwN17V5FaKg64ic8o2BRM9dpp0zs4v+Wgp/qNkFfAitei6LC33wv4/p
VpPXlun15rWmeGPkaY/j90z1+44O6m2WHdRua/TnDnco2sIvRvQ4xo8Clbf0FkZoRXda4kNZxxeV
w98I1gRZ44AADDlsC1SVk3HVNXv6j0pNSMuWMnld3IG6TnDE3BTBOg43iPaCxFPvwZUV2MLmA8dx
ZHq16bfz2iHP1/G5ZhvavgqvbcNtC79Ai6AM91ZwC0bcts4tseH4Itm75SiKUKy29nC+bVoF39ua
nPPV0m3vaKZ44lU5NwIAKJewReidoXmtDHwcZ4lzSKZXU7kCROfH3W4WL3n0MhKljReuupDnrd74
FmLxckiwBSLG155l86LepcRkYvwlzGHc191WgfuikyvtFvaJHf7jgsmcsnjnKS3J8N6OLro2u1MO
2oYDaUk0Jy6ePUfCBA9U/oAAme496/qJPfHDzutAK+P8a5CtBfr4mMuXBkrZNONyxuc/uETW0D/J
5PzUavirKnS8FHAyw74gszNBGHu/MBOhjNxDsiZvEJeQf2TbNdVrDV4C5J/XFpSk/FQ1d1N/M+o/
NP1niwpetOS7JcgZdlHrwRbCpmWilBUeokSp2nYEDDmbQdlYauQqrWfaj0mv+kW/FuIxutbSVXAj
7XPgHLCD1xFCtxWa0p5j4L47D8+sC+yLkelH++6iM5C3rUp+eO06G+OiOdS3qoWMwTUnhCJebq7K
a0oKpePWyiZEhHZe9dtc82na7+j7YqXFedTd2fFt4aDfe5v9EDpb7aHXkEqPl77iFj8tMJwYTbfx
UM2vHTLHYN8ariI8ezrE7U5qfSd8bJpDBWBWWTuaN4pbKgJYNbt0jVyinz0xXGiQpAtekVVU+7p9
1rbfDcxQ18H8UGb3uU4CG2+ZUJ5sbJ1dPsBdn1cCjZEpPes2/IZLklpdIqpozl6J/GxpVWrXUE2+
XiA/nLW4M8psNZQoiW7g399/313ZZRbmL75vM6k9IxavRmNwvTH0/RxMwYmTxmej4XvSSDeR4YvZ
R7MLgoiOvm1A6oLUHNe2hElMBdbeBgrch+TEaB9vdJR8qUXZSHAs3ljn6GzcoM3QYClAibZpa065
KGArWI2fzumF3jPzIFuMPvorN2iVW6fRjRPbz/LpHb1NHJM5yxoKZFfzV1nkjzpAYhFO1Kc87zg7
bOdZnHjo8tsTb+0nnyooWU01YdQtH+rRFqdmjkB9HHK5sQw/m3Ff9wKlWafgLLXsWT3xsX48oyxj
UcfRkRJSczg6MSVYwvNe1JPXoMTcJtKZI1PhClAvd0aB8QCdtoUW+cSae/yQEHZ1itlU5CnIkyh4
vOZWwVzj/xMeiunvFW18V7Yv1PmlbmPpxAMe3wkYimGgz3NesBxIa+/fiUSMRWgOJRVnxekv2Pmq
1NbouTr3WkSNOzgTceNZWjz5X7+Lx9vKUrC3eTTK9osa7deh+Y/ZokiYUVFjtCgKWAQRByarXElN
TK4GtvrBoy9onRjywytCzQNGsMFFhBMwt/KjVwSVvdLbwqLmbaCP6aXmguasZw0TZAWJ5KSiXaWJ
qm76vt6N8qz85dRleCJnSK+BckhrxFheoD8eOc4w0oNUK3HOgqlLgB31JSeaZqIM0M3Ozdcf8Mc5
BJmViHSdOhLH3ON9mwgQEwU4hk4E9/1a1osViZ8RWBIrX6Oynk/s2R++T34g74iFHJuzp+wcPVxl
im7meElUmj022CZQ5lkB2vMaQrkLLeMtzcv4xNz9VbD5c8kB0cqBhFIAR3OLstzRexIbLakbfZB7
pX0149NMnbUcnNvNvVWjYUAaIlec41BxN4VvO5NbVTs5P+cfhHQ1D09p6s/SFs3qLD9F4j5RgNOV
Pp3TlYHwHFVZdT6VyXpwuIgKmB+ER6Nvra565Z6fgdSBH2BIbMFo8dLlr0rIwpTgfC7v//K75Dkt
4Jgch6iX0aB7P3NsUerGZKeFN1XNbTA0cKUq1PiIo8XKMBGyfz3chzWBygqTZmluEGFBbPj74cah
QmEe5bHHNu1NPX6iiEBkNDgqPofsbdYQhrZyfCUK/er/MLLC8Bw5gTssCPI/XxEwRKaChzX2piT9
GZExu7aQPru1iKQNKXK+g8/Tltfq7JwY+MPbsjwyZTrq2GzZaIXeD9yrCHM1DGX0DuXNRAYr1WyL
K9DUwV/KTxV5P7QIbD5bPldFXyoiVEKP3hbyXLAidPMIK6ilfdR6DeiHbd6OO2Mwp0PZjn7hiOJA
+yr0TMjXng2U8uvP+lfB+v3bQ6+CLiU1YH4XWiTvn1mrEBfkDeJ8Dcs8PMQalVco7hXBGVGVFjv3
Wh7u862shHegzNqMvme806N2U2T4g/257H3SyvcQ8qb0OS/PJYS46OpW6J1dXpDiNqJfZHe+bF5h
a+a6ze0QjG+vBDCtamwpflA/0xJRcW0Wy5+8hIrAmEDZoQp3c/YNQVCHq4NzyEqrGOwcR78bdZwQ
/7prw1diLN8+6witQyr87z8NkSh2mAeQK8riQNQgQiwj7/YZ1wM0f4qLx3ZV9qXh4Se4Lru2RoMS
RSe+kuPTxnLf4QxFa1/WOEHZxxURJJFdPXNAV0QG0C2W4W5CVxDfLLy9bgxuD8OJ//U0+Djz2YQN
wBW/urWso++fO7Mz5Ijo+r25m70eQucSUQyVUadYgeHp68FoLfDj3k06jQIUJVyECwzLBvV+uKHo
m3mQBmA419precPaIn8zSFCe1mkIKQWywpp/lF4JXKcXYTRe2Z8LSjHI5VNXTVGwruT7eR/uxsJT
ci8PLmvjB3/240PvXGaEhtQbW/EltWPBxnSkPY/9wWIKEYgHkEDfVRj3oRFiWFRvyuk7JNMUt3no
ULhm4rm57HJd4U/oAnjEzXqV9Cu9dvEVJJEHXxZFmgHGCL1n7dmFZ/Xgp70Wp7q2leJNS4Eh8jNp
WxubIHG1mohtl3T4FITJlXY5Y/Cg97vK7qwHQCToAiIoC9JWgY+TbBx9o4c/Ctsfqw0V4fkAp8gW
oASWUpN6a4ZeaW4bLAPOoTL8BrFo4nYNW/quQielbAp5O82Hana7icripg03/Jf65DvFZkbp2e3S
wjdC1xz85KlNLrXwTPmOuBI8THSO9fJxeMv35pO6ge34s6b6kRrY7S5RuA7TOUynVS9gTd4H02tT
31fpa5xfL8HnmHeuqnAdKmey40mgaGXX+RFdzCdW6A+b0jJxQIUQUsqJld7Y+4kjZcqk5/gzoShN
TAOnsl3NotSitShLRi0ixz3TQRiq5JbQY92dmLifzlt6DkzepYZ9XDqNjXLE6YDnzJCLdYmcfqKE
OExiI7WJzbdl0GER+FNwedC2h5bzt1cCHt+kQU8lxtIXXN37x1d4YKSzIVNNas9y8os9s+5vs7mm
VlGMJwb7sA5xJKf8YrA3yctydLQm2DE4B6vVOi/Rm3DbTsEFdXMf3x2akyl7DjsmQzLVp5DV6nJ5
O1ocGBcJD+wnusTO0eKA9alumsFEPo8JcaMIdVFVqCoAS9xsrNr5Pjaw5hLW7dLVHy9xqcKCFXAS
6FzO8FVjEJpZtJ+J7/SKXv2Zz4V9xrkNSAyiv8jvYomq3xLn0wXF8Lert8YRgsm5HO51cgmXGfzH
+X6mBygkZ6iBqdb7xgBSnAIIHjgzYnBBJTSUD0Ny4tK9fBPvPzHGVLGgLAIHklCOdi0zr+zWaTsw
Mn0NoN0YN6bZn4la3dNekVhW81MiqA/7BVHF9DIW4D/hjzQR3j8lsmuHwgZCJcoR3VkmvWRStQK2
LR2Gqb77+q37OA+XDs2vXrXJ7Vs+modxWYrWirEWSOxFm1qmRmaN9CvwIydW7xWh45xxLC5ObIkf
P1TmnowhBF2PSQHy6E7sxJ2DBxeACV9ovWrxBCOCIYA6UKd1psiPaQJb4+sn/Xgi1JgwSyWSBjUN
QfuorlEYrWLUUVqi/Bbais4M8CxBpdGc+2BHxgsANzMbzhAHk2zaq7UP4Jy8MyX962XWYWvm7M81
FSry8T2ur1LNTGsNGXMKEGZhCucO8BmEz25QwwetmcKjGXmjMV9//RF8nFjvRz761AEZAf63l5Et
zxrtYC0c/D9mC3Ec29vXY33cTN6PdfTaVFSFgcDjdm5r6WmyuepHvYY4EdNAd5i7c11Nal8BNnNi
XP3D68q4LKssBbR70WG+f3lyohuciowBL0T47/ZTC1sKHvqJ+9tnnyTHeq4YbBRoFY9e0XA2kgVt
jpU3Vwo3lk1v0oZV24Sxaxt4Wr/+LD+Zuo6O9oeJq1l0zI+3pmRqDWdGqw80LHuNzfStXFiVQgku
BnYOYjLWJWdqMNbWjn5gSK/i1O58HBBAsWz5FQwWQE0nIMQ8WijChhYimyPcLPFURUuRu7Aw/6PQ
Pw8qTGJyA6OylDD4drryvECtVwHl+SyaYfl2ynDeUNhwGaJZ970ByzHhzGlHACUAUyarNjqV4Pxx
ZeMXtoh6YL/g1nl89+o1qE0KYlUvSqTLStSuEuqVbzZgxs3Jp1I1rIy4UU7sUB8mhk7Xl2oQElkK
4cCK3k8/qHo52hDioDszFj5IridpGF3oJQ9antr/l8E0Dvp4Qon1OI7DLQNb70QbpfgampDdO6XT
kCrf+6ratHRTv56EH59syW+i6m1SfiYnazm+/bH3oiaShyaiDTGGzQtBAcW2Qs/e55ZXKLV5YsZ/
NtiiA+MsSoAZzaP3gwVtH3VSZmPVM+otCRxQuXSoVpxPMVWZb18/2YfNSGetoLbPeYz9lgSM94NN
0ojUTKHhU1PS9wH7w09z7OdCLKYmS+zyaDBPrFLKqTGPNiOJcERLxFRDbHhVK2GmBGyb3Sot4D/C
KFtTuaC5XCt+qkD4U6JmC+zDOUs5usMDf5hnLmfg4fS9FdgZjCzrhJrkw9vDZ0ILnzoNbRxTPpaP
jVMfsP7pscctQPJ6kicu1e6lLoONWfYTJIYIhNdQ7b7+Jj4s3khuCFPROXAxy+QPp1MYAlqI64dq
oxTsyAp+USCpnJhbv4Qw/3uiW6LsNNNCP0+pepnIxxonOauczqnt2AugvPpqtu/aOSG9S1hrXux7
Jw2V7SRNidc7yo827R+xzu2jaEL8PczVTo2i59aIgxPP/n7D/P1bkfDHgWAJYkLx/H4W9qXeDAFu
ViqQ5oXm5IeuDrB6tWGyq7jPOtr3KA7PyfTUT3zVyvtPnZFVKuUUzmn1aET8HVfNMVXqPV0f5n8M
cXg0wQGM07apQf5MZaNuiKrbEG4yeoGCMW8ao3U8ATDaFUbTPIXD/O3rSXDURPj1+5Chi+WG1xL1
onG0uY6JNFhykyZerBump9UaMg9PCq1m7ZBlMgAk3syd84j2BaxvSi356/Hfv5r/Hp4C0a8cYdiC
R6ckwCKyEAnDgzcsQRWNdzjRkfPLV3XrYGQW2Mq/HvH9y/bfI3IjIxMKb+XxtK/G3pxoHyR4K9TQ
rQpnvIzBE+BJ9oxo0ra1sHZaYBm/X4T/t//8SyHD+Yt46cPP6vl9uvTy///t/bHtf5h4NAM0BSfP
7/LZb++PLf9DwhuNJXX5A6IIf+ff3h9N/of1GpkDJ056ptww/sf7o5r/cL/BTEZTTNUwBql/4/zh
V3k/PSWVGrq+pH0uk+iP/TeR8insBmRHVmY010Rm9JdRFAAGckBxGLYkXctqiS0NG2SuoLKj8bBR
m1baJKHV4xGSUDHIJXDDJif8PZpipAZq/5bnsQkodEpfBq0XWxuMW0ZOYyJ+ZhG+anmBkJVDD9s/
LAc/txzWAxNSWR0k7SEqRbrSOQ2mLgr50lX7Ybyw8wD3S1bM63BW5J/pUDpUOSBxrwAWWVutjNNr
R87js1IM8t3M4VGBIxDYN2luKzvT6exHARJix/U6e+G+nXxnDR4z+lx1DVcEZtPQ5fZeQigjr0I5
pW9bQ9MwWnxJdiMVZ8PIORg5RLyr88i6AYszHTSyRB9qtYSg3A2s8As+DxSX0umaP9Z1+TNOivG6
JmeE1N4+kr5bw/KyC/iOhzoGuW7KwlgncY7qybYITpHDfRunyqHLjXFLTOl0Q3ZH9ohKPryP0xpJ
lQpRYVs78pS4eqTNT6LsOijuEi1Cwohi6BhpPdI2NG2EUvoSd6RWT6MxcC6dzPZN62vpgKih/5HO
nXyetM5IzElokCI9RiR796lQdnUy2w+gdIChtQAap7HCoqz2EXgDiLJo5OpIbx4wP9stxVlbea3q
KX8t1bzYzV1bgeqpNBngBhfiWaB/Kgp5AhJjan6r6c26Ee0tcRX5RuvuKqDPpEmT2VWn5cMIEMac
OLSD4QCclQY4FGEY3YRycV3pzk4x7grKaV5iDNZ6moZ8Y6XoaaTQ8Ux6ergq9W2kdAdNSVb9DGo5
5Gh2U8aTsg2SQaOl+hbS2d5A0stcAgkAyGj9ukjmF3Nqt4qTbyQlpW1uUCcU3OmJhIVtpt+0hY5K
DDrZNgCpEDnheoid54Esbzexr9TJNN6SApOYRUETCjzH3B+Dil60sJW3qhLDN8xW7RpkE29LRqMF
2zh5t8qzNg7x1smih8HJh0toH+m+wfs7ti+mSsdSb4TbSc7GGiyJpiGkRvXJUPi1UkxZgBd2cZps
LMkpnjA1Gb6d3yi6qHwMAPepIJpGvus5WZd5dFH1tknrh0tTbCH3sZGzF+IaaGm00vPhigTvlCZP
vwnbbKtGxWsNImCl2BCyleDBLMYd9x6qzTGQmmLizNzZ8q6Ra5JJpPgssmK0csZ3Ow5/WEpCA7cx
OVYbP2PLvEqxvQJFo5+rWDAg9QnZlT5G9soiN3OJgdtLXYgFOWIPTBUeeriyImdNQjXXOpXsnIaO
io74D1z2dR5YzX3tSBS/uzjdNOCtWkULDgZebRLj0FZVbHcA2UbosV5G3sagycaqs+xkWynMRHxU
4Bji/EFGltZqS0JQL+BTVIa+y/XsVq2Ltz67H+xZdrkkcKHUyJvQeD9VyAhLuoS+lul0QrZC8SVN
2s5ROgKxeOvuLKHaVwOI3XU0/jTnKT6zreBe6rLiqh8lHt0eV1VsodGVcq9jjU1pb0Q5DsS4126L
WnLJVri2LYArsTTK1yTlWG9Fx003AoTei3z0DDitB0ufn62gAieMrdHmUlx1BFtBfiRcHiCVF4x6
fm02Tf886nxpIFEbwhCMcCN1RKNjaHZiaDIzwGOqouBzwc2kJaJekA2zcl9C5vAilti9E/H9GkP1
Og2z9iyVA/rvyCl+kpahXYVNq+/iukYw6tBcy2wciSAsvhmg0DalGRhbQ1K+ZSX2UUepmG4JdnEb
RjwJL0NzBgYByvwEydE1Ux06zqjtm5DmYNOG+J7In1m3ffeU2Y3XTQVwa2ke94qGwb6oZGudjXrn
Kl17sDWSurpc6HcV9ZlrVR/3RWFVV/EonoESp1eFZoMqFATVQCgNLgPLzF+DMrBeszzIpxXIbv3g
JLyqaaBSD+0imLYkXE34WaSkvB6nApZXuFDogvZOIjbHHUPlOg+V15loKT8yYsU3IlOl0Vphti4V
Do4yAQUsZ+l4nql2BAp+th67sb6tc3lQQCV1wTOVhcqtEql2oa5uxjA5T8poCHCaFCypoGnQstrs
OY6SbaE6T6QwDRs7QManhGjTvHhsDcXD/GeYbhCZzUtlFtbWgCKy74Q+74rMHg5wkqiBsLkvqT9w
Bqo1y1jm6XFfOKTCQHz3COW5bpoLJe46fpDY6Wom+73A2gIkEVpo0UMy1kkD6cxD3z1mVZO/lA3C
hSTVlbUMqX0NcNFYLxJAxYJeHQFqIiysz9mMi4EimZX5eiJt+RL56tNpDeRbuoSsgQZT1oiXUqxk
VdtaAY8unVGh6PKc0iRwHpIoRbeKxY6tAS7GCh4uEGFCjNoVjObSpUjhePMvsmR0FcIBcm0nvCh0
WgRhtlg6pd7D7265I3Dr2mz92W4em7QDeqW/2dCcVvz6yjoy24BPR9wPJd7dfgbZF0sa5WNeJdtf
EtXgTUB9kfAYcBjbg80QKzA6KhXOmShXg41jXn6qlH9PyzrwS/WHZHVinYfO82jxe5qFsSt1k++w
H17ytD63S7xuuSZl3pgNPwWyjXbVSAjY425YqxC+1kIHdkVSHdlZEvbHFH2waU2UzAfXEaHbW4rk
6bXptqZKBGJQOS4SQgIEDPmMoDQvirNdQfdZnqSn0ayLw0z0I/XEKdlPYgmqmLU3S6WrSSKRV2jD
mSbpWydNLhIYl93Y4neFVE5MiPxqwS9ETTHTlXXo0hn8B2VYmH5a+zbJ5mEcL02j+S5y7WqE5rgp
Nak+E7KyCmzoElad/ySEa1WHwKKSKHbLsH7ikNPt+47+KkXreOPAdgAdM1z0wkivw34vQ90hWGWE
QhpVe2siIrIIVqZCzdWsL1pTE4+x6LfaeKP09Hv74DWqA/U8hPDdwWXvMsjCVP9cve0OhRT5QrZA
7Au/7YqHqOgJqyzybySHuLMl7yb1iuSlC7BMO5nc8jPAnA5BJANXpOg5lnP7oOsmSNc8pFE8XxsY
Yqe4PLSZdSUIhASTpW9RUAVbQ6V+gkrMt8duZ6TthY0kRgBkDa0zXYhVrfc4a/MYvFuGYLiIcBdL
+m0x22+AjOlr30Z2VLukGzxWI6GmYRS8OvCS1gif0mHEdpyJF3OOrzWwQZxFmKwSBKJez5/sIU7O
69rAjCMjOya5JAqMAzkAAFRjDcj5+DjldnxZ9XrjLR+ToSaZb+ZGfaHrkn5Izds6S77ZY7EzpGFd
13F2o/Xj22gGkPrLEr5rK827wdabH6RI7ikeaKs+KO5FLN8N1MshSLfnzNmUQ1f+aDtxwhIw2AAo
bYT9depDiB7Y8qD9gwy9ss1CAWaBgrdbUCyOlNowLbPvVkaxWzRuSCSfrxgDNMKJN22VF1KwMfJI
d6cEzn9aJAe6POc5eO5VPxY3fWhCx4YLLNl3GKU4aShmdNsrKeGuES5lKtwtsAv2yIkknB/QnK96
Td4MoekRQcJ8HkiirSfnXKnmja7Xnqn0V8Do96ljXERzBVJNhMrKiQuxXbIeS0Kz1PNpBk8UhsSE
EZfKl2FK7lQZ3O8HCT/YmFq+I14T3irfsKp5pQJU3hhmvyNuKOJeQ0zXsJHycD9xFt31eCfVUOFM
NW9zzqbAn3zCQEYXDVJ1a0whYY6pbN5LqXaGBAtyDehCB0AMhs8blZ/mKXoGALGOQHnuE0m+azjy
qLX2AsqLm0JnXIqWRbQSmqvOymVgAA8VSXnOnnQuB+U3aUSujt7zLGQRt20g3rKyjTK4YDZxTbJy
GdvqrjWn6yKBGJ4XZtCuepWXVaWKZM3VPrCkW0IsHRQf0ZPU5hfJTKg3Ej7LgcclxRCAm+rObMlo
oKrvFAcxBKRawjMzEojIZE69MGHZh6cm2sRk/4HYQZ6n2m+gOTuX7ZFMD9BeoRoepFG3EPk/cpgi
8ssGrEaiFQcfR0Z31hS3VmwdykJVWFbL9JswAbX3yC1ZkxKmw5LlZRK/WojJL4lv2DnNj8YMBtw+
fNVxNN9a7C3Enn6TFHFmmZm+zbM7bSRFQ8+kEjI5O4tZkfOVkiUapGrkDSEMhwKV0CtYlfGJlLND
LJ3F/0Xdee1Gkqzb+VX0AjlIb4CDc1FZllVkVdGzbxJsNju9i4g0kU9/vpoZSWe2oAMJ0I02Btjo
abKHXWniN2utz1BotHAaL7VzYoEoV0qN2CttZp9B2lMAKbdikRBO20CJXVS2L8bs7yff/lWia+Vd
MC4Hp3Rjo3d3TZe+NOTSJDLqkdMpdQhbDxmJk3B3C/VUT07GI8bY17s5Fwrfvzalg+MhV2ciHL8C
ZVxJwN2PgVfv2AhlOILuLGGnu1s06OSHFMvGZGXbLB+BjvFB1OODXVjvxK71sWO3mLbV9xws+UMX
EaQIGuonYvUHldgVCooEwbqBAiWy3keYC2tuZvnIYG9GkEu0jss6eJ1XPsCbMvqRI2xGtpOOlzqs
l2sIgGdl5WbsC8+lUlzEKuiaS9urxxwlXoySG8Qf2QlO54vD2A1iTXTmz3rIfi199hm4pWSGKtgW
tdG4cnzxHrSdeG+m4AwhNF/TR3TrlOFs7HTE91vVyQzgEvpeceNaueGjFxnPvVHp/S3RcdV74XGK
um+R3SI4TDEf0TuyRXUkoB6Glbu06hGaznfOZD5y5esNCy78I4ivKomCB+RfiNgFCi23Z32vFKOP
8pboiqc4VhnzAT+3DxUCoIZ9/5rBxpN05+0kOmtnGODlyDo/9km9B2r0TJZrt5sZoe6kXZvrMAqu
C5VAMbpfMh+QP51BU8XpEH6lBa+4SBXfTRHiMRLuxrIZCpgpuIDIvtTRxN6Skjqg8tKkv4eQdOe0
fRlbFFPMtHdplh/7giQzkREIWaOrg+mCgG5iX22nRG5O2lUrVZg8qHawIcKWlFHM+1mEHTzwEKKZ
wtovxi1SPqDthLuREGpM+psC9Wa4zmpE8XHqDP/3EBB37i0jGpD07JqAw+REZvvEHJiruhL9G3gw
7zBZyPoyH1gLXIMPXrUPbgTDyo6gyhfMjkoODFtMMLpEdm4T+72x5wvxz+XGnyZ5ypLwjtirn/kU
fg9wQyGtWkVMun29pTi/Wo2FGKxAqFezkiUNMNmCVR2uJGC9WaPzEmacuv6sdn0ykH3h7Uzyadaq
KwkjrbfR7D7XatjYwLRz+D88pNnByPOLa8ufqi5fihIjYdFemJYNcVqGIH2b/LnS1VXY/e8kSW93
CmBMc4ExBJyUWFRgFIbXADstf5eB38apYzw6RnExu4U7vbZikI34lgYOnoWzr+TucbOE53YxfqLN
w0ytQR4GS0X+KobhL2lNCQFQML5s0CKpFxGr4t63GrNcKraJm/0urHw7AS8wUS+8pGLclQbFaMd4
BY073QmB0K9Obv9EbYhooZN8payKTWHa5xq76q7rTfNQzYlNeoRrZFd4N0BmI+oHGqd1Oi7v/MSx
M9aPdd1vVOlujL4W54Qg+ztHERc5Oh5eP4l1oVX5xxAuF63hcAvHf2rhEhSLPa91ThFgZ95rNwOw
LnWwrlidGSSkPhWkNGdJ/t5AC9/Vwn8WVgB3b7ov8pHmoL6vvBeyA0JC85u3XNiH0tDfrL1P0hDn
DCcUOaL9lnTThf5iUBvDcD/qxl0bgV0QoTzu/Bt9ihf9puJWxM+3acf2QBzuPirwQTa9s6mBO1Nf
poTWpsmdf0tBY9rDqjYwizdxe7n4Lpms3ltetSvglNk2MLqDbJaT9JetCPNHSIJNrJPstRyyLTGp
xRbO37HvxwdrsLaT1V+HdLinhW0fSCU4k4JJxzGhxXXT8sRcgM+1ORKCiuWrDNb9Mm2JrbsQq12t
ODvjwDYQMXU35JXZPgxGeI4AFFA/l+fEdfMd2XKA1ptt5TKs5XwqzeyxWpo3d57NrQ8FZe0FBQMX
bM+6tMo4bMxrSo/gkPyK4yOZdp3BqwcwjPk0y7fBb/a5s0WhE8WDl+IDZPYDTMZcTfUXA7GNLEyF
X9wKLpNH1PzSejsrTXaFnYTbUFCocKsfRuccgUcg1v0URC0uP3FXK+9X0qHlJ7FwHiu5MSvjNWsZ
YcmW8OVGEwGY79lLUQN0T35ATnLQvrFTfEXzjhZAsPOY5icTa+pIQjYVbL5bcgu2hDlgErasH4Yp
j0ZGnAZRendMT2Xcmv5qBqiz5hcXMBYk2mf6uZr0eVTqjkfqBFbsZRwjfzUF02uTo/zROEpL3R69
Jnxo4YD4oMIJjugsgj0Hm/5Kx96ojjwUJG2hlrWc14SeYOUaxt4puksxifeC/MDYwrmws/0IcgO5
MEdb9EdyH7es2s7I6Z5Mu7rBjM63QGJhl8SbVN8B8bVkoQMfs5iRVT2tnX3rlcWPjhjNaoAsVdjT
rk53pq0fPN3wFpDNnV3Uyxq6FOxqm9I+hTgd9JhdTAp916f4JBn1IUA8CBoSQIiUhOT1JICWd2Hj
kk/uVAd02F9mZrw6qjFxOah2bTrRd56hSxYR97c58q4by0o/DnLIN0arujdmi05BUGv2Z5Yq1XkG
I7bX3gdRJh+EmubryoTcCgJX8ZoU6UMYib1XTnd+vxTb3CYrS7SUWZhx3Fo6+1Y8uWjbiGf/jTMq
e/FNX4DPC8R+WW48iDIarw1gVIBhSFGF7MXGJ5ZzF9U0q2ExHFHdI+6typOTWPuG9EHaj42WEm01
Cpli2CwuwzNwOat5RkHqUymJ7iX0kg/yhS0S+DntzM+oSp/NcT6FY7Ktl8fKpnDsvbU5hr9TKnWX
zQRkiB92Jb4aEBLZkm9mT25Kz3jzRHBAMLhZpmofzuMrcY6HpSl+QUr51h7lisqeDPtq0OcpNzia
fnUFe45c2ndOQ5iekqLbdOSiFqaf4a0zik1kg0uSBePU3B/10cxT9z6HBhyLjKsQMZjSr4Xd2zED
64mTN7q0C6wCUV3Yj1DehiwFEkZHgvZuO5LRiB4yffYFY+jwhtFjYsT7zivXvYsBq8k+lUmM85xs
A2KStqj0XvyEIHxPWpdyNoaV4cLBWGVAbvMJfVor4YJrRpqbXt/befg1d4/ihm5iKEoqtW6+OL1p
CVVakK/NrQuUjERxOPde8KkmiyS2ydsGZrmZLIYjAVlV3Cy2UZPORARYnLXmg+TOkv78RAN39nhP
8Nu+fwLucAAFtIlyalc2Y+mJYPxgLWbjxyDK+zFn1G3kvygpX0MWUpuy454pqd8Ohrbw8852QgCr
eZfVtxkouQe5Q7572jBFJPV7k0ffdsi7KciK/ZzlV38ehtge8Xu3hrm3mX4zJha/FbMOg5NzPbp5
c4RYxExoWOd1a1/bBbQmHX93jCCOrBhEU+FyXgJgiroNydOxoNWOpWVCCcsAFQyjvwewsm1NQEng
sOJWJsxXZ3OfJbZPzLKKRW7/cAYenAX2dtYVR6/HpjOb+Q1eq3j6KrulbtHQ8u5Hz5P72i2Y5xSL
/9z0kWpjYqy7y+y03kEz4fmB/EXfi6RpPz3JEI2XW4qNWVoWHAi/VhSkMnMJ9p9JW25xoLvpddJT
ZK4hwpIoGk2z/1x1JkgDJE7d/TRABOKlm4xq21huf7glMrulPWztHN69NrFUe/ISDW22tvziy9TV
qbWC7Vxg4JrL5d4Cf7EaE7JJQr97WBgX/Oy7pLnMVZHyeBbhNXVHBveDZpRWhT3KnzGtil2nkAXR
W4pPoDQNjzg1sB2bgrT2xMrtdWs1C1nkQRHQwMwUIJ3f70bYSudGD+ZTljnuzu+1uW2W1iKIvXCi
X51VGKxuGFwLVYTH1kHmUNF4bZJg6LczLIZbmWFtFjXkpxI76UOGOHndTQRWr1wPck7SdOJbE/kE
Uk3ANBj4GW9aHoBBy0TMAn3E3VSl5cMtG+QRFCXcrCn0lkMCaolTru2ANZWDtP1VSgr5YVz84Wfq
99XBD+DGFBEBs7CrQQp3NP8GJWXXL9w28NVPfKJqG3Ie21ujQKkez1zbvaLOAbdgg8AEJezW83YJ
fKLGm0rMO9PL67N25vCUGPAXYkBk4vec9oRrBx2PTDQFxcsySuD07jAyLTItI3gbin7ayLJr9wJ+
BcCVMnIOdR+NRymorbYkV3MSeVmTk9orXevUIw7ZirFW1ExptbWHMP9RLrXxy7AIcsbqN/hbR1jp
IbHqbuvxnwOnNkQ9h2gYfabEga2ZfiwPXpctWza1WJiYutkfc23NV3fpbGCikdgqHpFyBXZT7rRP
km3KIGhfzvVH2E/Ls2UZ4JIjugzOK5yDup8fQuqZCzMMfSjaud46Fnx6q8LH0Xqde/CdIXucmGKd
swGskFkyghormniyCFp3OtPrsJYLVSMo3oErLgeSy1Mm6jz9P0VWBA+gQeeLB7nxMXRo2Emx9o17
h9kODL5cY98qovxDRZm4hw1VnSfSk4/WFImPKEqEvislGdD7lqr4xIxdJisTyrL8CEoAbcs4U1W2
Zlf/To3O2cGFS+YtnOQm3+Ngs2Z2TcXIUCTVrB+bY9WgpM6qEdtIXaqF1moaOrbl9uxdeIH4zGjK
Pnyw/T7P9lUNi2MddGyzp7H17S3ucrVbCCx+NDtgbezvm5UR8lpMrKa+Q4Uzvy7GKN9CZrmbvrIG
krpHcji7cr4XYevs7PBHHeLU8aUFYGlUFoTMBQXybDvdZsFo3208lWdXWY4976BW4cNpRV2S8lKx
uici+KJV7rc7nvYkPbnjRCsIzJZZezhNfreaSfIhByVZjj12asaMg+gJGguZyGxDqS62XyVxQ9D5
fUgbKVamYejNWMPqcJIiqn7x7zrnCxRBFZO/04qdqBvNkAOg9LwqpgqBgzmp55QgTvht+eS9DjRX
b9AAJ4YbgZ7uBneYT0zZ1EG1nnlq9Zz8GAzpMRJhfh63QDjXYYZWVyB23IDFBroFTGxTmkX6WbtD
SYar7sZb9R0e06hyYbWkwN1veQZmQ7hLH/Tu3gkXb1s28/wqe7h/5Dlfi3RMtxbSTzh2RR98IBhI
p+2Ek5eNYBNs3RFo+4WY8MF40mIKHoIp+HBBf30PzIpXuZzY9HkuGxSkAPRrAuFvDCwoOkDn6ZKL
VTX+M1bU5aXmUPIlyUXoRl7YV0ZPY+5CgB0NpsKdvq35NEHy+cxbYW7Qma8loeDvgGrcR61a4y13
tbuZqlauvBD3aewU0bCuHV+/8XHXp8mNGOgZRlIeTRrfGBxuHTd+L+JRldlJkzGZ0Wq5zoeZhdHb
wpph593QfJAzNukYpOuGaRn2tJps+RoP9SHK+EyJRB0tuApqeq6LybsbUbxsSr+llwE0VSGqc4tn
px2YbPfsbHOHUI4g40MtCtZDslYFsoNgJkyzL+s1ihfOcPTR58oe5RFyb3KV9iSfNfTVdVmp+h7U
IiTkyQbQuyaTrmV2hDQGV4lFT1WyIiisMXzoSrvKuHFbIiO6ZoGtRsx6NK9S7pd74Qol9podI3kS
Zj1eYFExOk2Czr3Xi5NQ9TZ6WgOWWqxN03V0G7jxJc3C7J7o89Qm7Zsro23Q1xW64xWoHUJOnBtS
BZuRw7uPDUog+ulngrWbv+88nlvtkgKfgBL22rGJjcbzQN8JS4frGy/neWwrtvR44HPwQBwsn/60
kJTruNRGbS2ZtxppRWKDtHpyG03OIwfaeI62krxeHYoIfzN6lXstxvHTIzr9WlQWe6uSHMEt4NHp
vfhz1YaLEptbWNLxs/qtz7Y7+HJvR4JkL26x3dKhEbANwrICsjjWDImbO60m8dtnQbWa2mC52J4p
T+7spAeT6nSDBRrW8p9isf8r3dxzW/PPv92+56vtaBTTTP37v/3jV7vv9pY2Lf/1i/7xPfLf//xt
8n5vIdX/+MXmz8Dq6/At9OO3HKq//vy/v/L/9Df/jr1+1h2x11/cyur2p6V52/zn7GtEZf+VXu7p
s/lv958ib9r/5Zv+Es1Z9h9EkmArcx20c35407/9JZrjd26aOJP/kZDwV/rF36I51/kD7zvVEhkD
6OL+9OL+HZjNb2FRY4lhe/hkAoccmT8/XP7yl7+UvHxu/9uYZPcmjfufgl8qMzckh/OWx+a5AfrK
m6TuP0nnVOE1to+wYhUEmvGRP992mXDvvUaG65ZcPnoVZ5NYxXg2RmYcPR7sAnGHaZfPVUFkHjBS
2hGSAOasP4nWe3VqHK5OrQeyqYilz0ijX4vREQdOGzjr7q2u7cd2m5WAkgIj+a7syV3ZI+C6zrc4
tczgd0Dfn48gW8KoeQNI06052oF+D9bT6Jt7I2BQBY9PkJjP13jyo0uHQ9P/gEMIUkjBQTDcBG6J
/Zfh7f/17X2ff8HQbn+rf72//399CHC//VcPweWzzKX6/Mdz8+e3/J0Z7/1BcgTWyj+zOQi9+x+P
gG/+AeMTcagfkFGIqQ8983/Xjfp/YLmzCb/h3en5NlLjv58A2/kDqzwjIyKOUcTf0j7+5Y7/r56A
W07oP56Bv2WjAZ30P+/9NEIglVLLbewWdOAplb5UqzwsbvEDakjp3kXtP+bpUCJA8lsPJGHrzG23
s5mwjwun+xKUM1w6oKP8u9mmKoI8fMiHQP/WwFyiVYQAEbtVNByQONoaqY2BzKJDSILzmoZ0iDlj
wyvoTnb9tTHkpLP6Xf3K+MIPNxHVHM7vZUxwnw9N8tMbddeQn1hOL7PZlem9VlbAOi3s2bprPQ6P
mIKX4Ldd1lQFdVWUMNZbVHnabH33ATVK6J9SVS7pafGYGh1Lo8nSSxKRifkaiDqYjnoq2hazjOWx
6gb+ISh/lpp32CmYFTxmPIgqnEnYG5Zy5Si0QpvaIZOIuntCCNFOftq/SW3raKd1SESbkCJJX5CV
9Zeaozs6w5CqWCY5fpMTaOQW5kNTCNDr5DDm9clomUVcPAC2s7PKzBLmKSTzNhr6VeXzccRVWTnj
aRDRnP+g4rW6Q6pL3gwcruATr+RQTdUps5eBU94azKC9UoWm3T2zLbCoKECn0bqKgdToQ22i/lzV
cxvK10JUetli8C1wHnsiYTTrZggCf6jGmHpGJSwkKwSgZiBDdlVOCbBlFQxQMb6mrk+s38FQif7Z
CVSjTh0ZG80ZVrgRHQX1Rn1mKTByAcKxTAYi1+jPUTqwWVpuP2Tg1nUcBFmePTOc8tpzWnghACdg
iwu75VpZrTqVc+OHr6UtkOMMJF4nGQMyPuUodfN0G2ImI67NL+voMR08azqruu6KezQaYxFP9dTI
X1E7JWIg27Nx2h8OPqUja55QYfjEwsBQFazc+NQkRViu+jytrOcqyQC2dC3CFyHR6q0NkoO56hDX
PIo02GVMNCcSH8esVg99YPcPKdVvu2rSOvpIIHyld8RbId1aSbDsDDh7o8ACnfRIif2wvn04HUI7
DT7NsSaSSFQJ5+W2TJL0pSQU1qUgjwNqE4ggLTr3YrFBOqhwBAvZQIe7qSvqASauw3KKmtUw4a73
lTluCENlmjTCbxGravHDDzroSQNlD+kJamCEcSlNgRyttYn2sIIPBmwmYRuEssZNRtbv2iXrRt/0
o91OdJPzTiyo9lbAroEWzOmNPpWoIh12HaGrv3I1GrcFjv8UiOjmwoCgnrBzcNN23/ZdzY8iFlR1
oxc9O9rDII7Ld97K1PcyuNMRS7OQ18LBynqSMnsrvcsHxDt2afFTAexsCV6Y/Mk5qCjJ28fOQF0Q
Z2iH2BBVDBpWVldH4toT1HOt2jRl/zgl1mVOSpxiLCvMkCSXsPhMyGc+tNHSXZPOYD6sPSMZ16qR
j5Xs/b0OUhKqZocObmvQ7XVbRak7bZTNWGBlhgslWQoz+N7ELYzstlF9cUzrIac1HZJhOjRFSYQK
045m7yxJIzdW62h5X1j9Ac+w+LaWm0elTguiBEZaORZDzqFsLfXaZC5fXgYA7OJinNDJMkg0YuFq
x2SlUtTFPmUQ8BN3vuXsyrnN0G5ZbfEqUMzflX6PuqlSiQ9G3nGqB2/gbbNO8EwdHXZlzGzLUv+c
df1gkvsKhkjAyAv9cZyPHajaKbZ4o9Dz9S7adlsa2XchvOghMMqHtgdj+jR4o3WWAnXcStYejVEj
x9e+YNcmlGvcOShK7RhwdUijpFPPXzV5gk42aADXZDOPce8ysGZoc/RqNiQ3TQMy636C8bmRhonG
lEFAhbCZtzPpnkhXAE5O8yJ/FrOoykNGS3pShtGnT0kzAGDWYdqob7kged5HCjTOIWHl+ZlbQ9ts
fepyJNqZVOF1aLw0OsxSWW+pr+cULYHme1qCel3QH/aNryYyxtodT8MY21PNYeiJ1KEotGovRvBK
QmuQYOsk7GKBiKzhF3dr5SXM5mUZOGQJoyjy1lAAy+nRB0zQcmxVyb1Tsa5j6paLAkNBMBCu0FWJ
PncuPw6iblQ/r7Y5FLhOg2nkdqijzDmSyy6YEPu9P57qiBvim5Q7GxVt1oQLOVo+uh/HNW8CN6uQ
5TpJ7elk+IvR7ntZskJumgyyQ1DlpL2WhXlcfP7ejJY4bdY6GX0oQsoI02pXeJmxFWauX5Qom1d0
6rm7zrJODAdrJCSCdGrq32035AKdQp90kmjenoHpHAzmge6uct7dNsh4Cw90ajrRvFeYTJAvhNyh
jj1C+s2NmNqw32Ev0wj7hg6FWlWjazNTgOvbvGsV6y7bKYsrKCdxrkct242hNLhp37LNBABuX2Ib
YL64b7sO2b1X5U3zXPTpcJ3ZqLIStyqyOTMM2fIuM4JS7ZK5ljWDgSKyNghyTOOqzKH27pIhYwE4
zp0c7tUiACf5Mk1bhqaZwciR2am9SkNyLwY0z146HSyzCaDMqbooV7O9zOW2g2XaPzhjxjJAqdpJ
mcexcsd+GmXBnQo4+1Z9343Db21XXkROOpd8w7KTCyaTKUQo1ae2Gee4aflSazbFW5glhlz3VpgM
a9Bgs8UPNMtns7yxExe0nicR1t64BxA4/pqGsDG2rZuwHphK0Q9HP+ijh9DglbMzPA7yHfMUTz9H
Qty4rrY9mTEwdF1f+mx03jvvhkfBiN1yGkZABWPY4VO9yVybmDgp7TnYOcYcWFsnwRR7mO0U0YSD
fTx9TEVPxVJH3hKgoB3Sfd1Yhs0nUNvqgYQF8uCyaUoI7qoi620IjJkrXWFMBwoGh5W435waiQ1A
XjsPVYB+Iaa4ZkUJmLY8j7YKulWGctYnfAEu55746xLkXhZazx2q0SCmXmx2NHbhuWCyREoK7F/5
uFhieuTnNn86YaJJhbObJj+Yi8wo4pQOx69l1KENkTmzJoTYiqjMIshl8IoI3hd7n6tfBrEImO79
HGoVqC1LG4MtwNxEz6yZ5mITBhk3M7hKmRMbpMyG2aqJSGDgDaSPBttKEbtpY/eYFopuinkXmqc8
bWZ8wigummO95DPL0iEkzaobfNwonZpH0jS6+TOymxmlT0rcfbOXY5XZe1mpBgm9KMN2xc9KLPkY
8MBuinoYls3goHY6Z/ZYzk8t7NvmuOjMwOIz67I+zDPt81oElUzxElhLyOvHRoa1WD4Tw3yywyEW
o53JY6SUJsJ4AQCPzNwe01euueMdXeph8d01zWgjeXSX/rNkYIpI2bfS+aJxH1pXZzQAVwyqwAXS
FGa99d3Aem9t3DuZ4xSA+Kx+ICGasU+2qx36I3bwPdyeqGmHYd/JuWBU42K7YSqX9MGVoscZyNv0
cvGCqqzr7suMkgHJRTOfEE8osTX5kx+aZKGYgQ3rVC+F7dXDCexcEL3f8HAt4rXa9M8Ww71wr4nB
fGbh5nTcZ1UHHFl4+V4wWPbWlHBIIfqhiJrNPEQsi1Tfm9E3ADjByju3FqSILvGUJyPwE1B0cDDD
Gxu66nhiunZBwUT6Qr4KXLCod9z1LJZt0zOMc24miXGZ/WiE95sYPEFc7IJItk0TcZ22jjY1QG43
JZPX8tXASh871rNLqA43nZ8tc0v26FBMX1HLS+FLkcu8/IpG7lz5G+ey3ZooEgOYyOucYJokHirO
EZxd7exsZI8jb5Xn0XQcSsnRU80pa9pSwEWN01zln27t++/zLGS4mY0uNVmTBgFPwGpyCCundICw
tHYM/j/ZJKrEu3eENtG3+mKNysg0CnanHOFlFWbWcFFBKdtxQYHOYqGQVMoq07aI80EaEdYsTqW1
k5caiZ/T2Fjz/J4JRpXPzog1q0le2eqnyHfk6CakBtgO6hI4FkGSsDMNx0q775ZdOAF5pS01kZtV
eXoe0bCn37xmCXJA6kdqXzb0QXgIvbFzQD9Hs4g+WKTY8nHI6EYfmzYgMl16fpNS0aYDa48KpXsc
8B5NNp6F0jFaJVo5yz2X1c+PS2ZET3bj5wVxSNgJzoYkUXU98oYp7tq2n54WpyrUpWuGzL12eQk0
KqIvZYrOeNva0MZ7NaD68hY0Snk3PkktTY6vpa6rOy2nZMTiYDlvrVjs37YSE7PgNp0/TSOwnkIE
Qx1uzU6KVZYOIGgrOCaI6acp/24anUgItnZdj5SLbcldaMkZ/9xUmcENB050QCq7BzKKqAqI1XjH
GZiwwR2HcG/7KNYJI6U18kGwEhctWzhqDsay6l5xVVDAlP3QkhqhVU3+34LxjisxLN6lCJNOrPRC
UBuSG2ONbM4d17bX2xcMmqyVHEhtDkHTHG8rTBweUyqjQjOTCcmhV7SYBbd2bw4pOe+c+l+zlRLR
jUZMunEjMivi2ap4wrpOIGRSBrTd1exV3tmOyMW6eJ3GDeRUDo4QAKB1BVdNSWKn5tyTvN+qzFkB
gG1yYubDVB0crYx7DWoDGS2JvuFJYjilXjdaJ5cr6Xb+m1fJ8JczG6b6QOAr53MWMOzbysId5Mpu
vYS/wtx458pDupXF/uiGV/6I3juN+Flu+lOL9Zb0jGaksKr7otyb/lQ7q34IW1CuXe1ZryiOPU6e
VHtPpRUwARAet3dczX5Lhn2gVHZwyYc5tKpv/V09lA7aAAkPmqVuL3LiXHjNbUoxziyW/c7EwJnA
yVyRENonR8Fuu0L8TJUa006EjxOpobhjogkrFDFV+TtbvNsaKhHgqOH0viRDWKCThSb83Ke9/1YO
rJPRRZf5Z5eo5SkMmoYfcuJAD4V22dBlTnTxxyT/EZgDcHtjKpsD/xF9cbQDemYU5bVMC0UXoOap
xtMRyp2Xzso81IWusw1e6Fv4ZOn1t1uWseV2oQxIt7NDo8w5NxAljZ48Gu8MKsbsKR2NoP3RlbBU
Y1s6rfvb6EP4A7UrmckuRImS4q/C0I/zhKHOQxmp6iS1Z26KAQZxjGM06DdCFGX4eNttoaIzbN66
CadWM2CwAWW1FkOJeZgbzLAY20BbZZLLxCJeyGCVcUUnThbMvCE5+AGqiX5hgzPs4eCY+qjSthFf
cjYTDgtCo9I7Q0soypxfuYOIGfKqe5lNurE4Knsk80ygDePi9Dq7V04WmihiuuCwhDOJFpKS2l23
ZZLmL3XKJvaShDkIM7VY44zjIU2vjAtrTdDBUD94cnQ0ZuGk1fdzjwXG6af+qBO2IvFIJHcVewkH
qYqiHvuc64Y/LSzT+bqEaUyr6uU3lmlY3sHuvinihxHf4TLm8ysdELphwxBMw52laNXREIHfxbOY
9JuJOfCQsDV02B8lxUMHQvp3BdSkb+h5Ld4Wia6W+ggwu5qPI8qWm4PXGiANlhi41l5TGQTue1yz
XVhU5NMwZycu4ynwUhacRoEPteoQBNP1ojO6s5NhAOEYBuobtyspjt6gEBVZi6v7nTvUDlrTeR5j
6rjknNuTfXKT6IpHG52ANU/EUvDaXO6lk3f2qWrc5ruSfnAlaiP60GFulndNZlXJXpA7izIYe9ew
W26KyJVCxvzoEYpxdVWS9TdvqP5AoxW8283U3JXKaTZmM251Rl/vQXZzeCQQyMvp3WSqhsDfoVpT
Cd7pAvFSmkQ+iY8j3aWUuaYZoHx6zaxlPvScnddQK2kcah8CN1O+ZLrCUFnuRhl4OXjbqLpLu91X
t8CT1D4yUOJ21sEOmwabaf82dcysIn2yqzR7t0JurjzMGwXexxt2bZsXJYohhkcxgmYuReHnzoNO
K/vBTxf9mTBQeqm9RJ412SfWPmqs18jUK83qjDjZ56WqWKsLOPJ3hYfjk/GSl6E4yrIDF4Z8VAnA
Ka6qqaa5kwIXDh+/95Lg9RzXPsWziAcDCB9SsCz77SwjMs+odJh3/gdnZ9Yct7Fk4V+ECOzLa3ej
mztFSiJFvyAkS8K+7/j184F35poqsxoxfLKDYaO6lszKzDp5TmK23qOn0sgSeyAgFSNBmiGt53B9
Yq+B9gQtOOtEHafhSL5tpn4Uz9T4BtWsX1DfotzgBIZBJThXHjRP6S41Q+0q9mos/jatZf7lzkMF
D4iCohNXQu7+Rmi6/GlaQ8L/atcDbPz43WAXF5SBqXpF+mc9pBjqV97Yv9R6QXvwWAC+pLOr6YJD
6TnIA+shIu0Eh/N0009TjJYmteAvlOqN6TgNEIrdT307/kU5qoLr2q7dXxiWfmHbC51sRk6nqpbe
GksDfMCujP6+tml5xF07P9LcCewNcck/uWP+Ke4LNEmj5hZcfGUFGF/zA7wRqKxd5dCcNX+b6+NM
f0WxJXH152PaP2MJjEV6RgGRuhpdXfrSnLIlBlYB1HMPLeQDydeeTgOK8c2W7uz6PvHP290/w+l/
vltk+KI+1abKd4r0pgK9DTVxHkwbjHivMo3vfV5g24mjkcuk4/NRW5KW9nQbpcO9ZziXNU2lhyUI
D7k2IvmSuw0r2l/3cfAU29bfc7ehuCaboMCnFTmdqpTtUgEya+k/WGmcqLTyYt2HpzfvVP/7HvpW
VHd9zH1vDV8lSd+8e7ZOUJcpEAE/N9doLgtSP4tV9HM6ZKz3Y9m4R2009eMQ1AbdfxA5WGX4E/YL
g/ReAyfpGQ2iXZXx/2M//e+mitTEwQyws9XpDKTe8ptO5c/kolSRvPJrHJlXSqaQc8wbWyxZX5Ho
fF7gUtVTxnI4nBPXQIowEFnK/4sW7Z+prO9tb9Z2AYgUT3ULiGkFWlTqKZoII53HqmkvN7ZvPQnv
nFFDeLorvaQ1U6sBQQroz23q07h6QyKCke6sfoZuGbxhDlyGdGaDkUhgHPxnWqJH6UAmhgax0NBe
qWV+omR7UVkq/vBJoY+4jo5qzo7FNPpnW8d09SDvzVPwLIULRDMc2sl3NIholQlIqEKtEEbc7FDG
pxplAZLWlK6S6qRGP/Ju44RInkYNwcVoRG6VlzaTX6ddfh3BLrdr4nEt2CTLY6+Xm3Yo20jB2djN
rOjYIQNFytWkpQcmYua3s1c8Ku0A8hbdBEABvMmdPzmyiQmuZVi0FcpUTn6BscPXcex0+3KcuBaK
aWMIyc2Dnvkfxz8zU4Pcup/8Ui0u1DgC/Ggf2Ckci1/YIdf67yLfYOIVSPP+eyhF6qMQlhpFA/js
24p2xSDrmFMw+BDXPmWdtjdTFQ2no50kn/iH2txzVig0rb9HCcrrxWs2zEM2awFIMiWl0zohPyQu
IUMwx1ve6A4Mpper0kVW0b9hfexq1wX/YhaT3bVtNvk6WkMdL3mF/mOgmlgqkx/gAxZ4e6hfnj8w
K07nPRNcgQhvvVlEnqCCE5vo/nv2VOWysu3VA8wKDArkvuSmlA1vvfY3dAN7G589Rciyzd/j6AXI
yvkfIQkwdMH1UDPK3bTm1FJn98Ei+YX1DbmPU6h/tm2aJrdoll/P6Dv+Rhf8TaI1QxA1UHoPOY5t
mq9T8iCLHl76zse/R+3SM7KXAYS49W092Q5VxR7jMcPmCjz/KR9rpLqp8pPZrMfrP1TlHa9c1l3P
a5cSWVdIoewYZ9+VPxXkfZOsuT6/SDIHLYrOZIG11E0IcdRALL3TvQcrR7fAim8MbbkD/MXruAom
/WZq7MNqiOeHfd2E99ZMcGEhjB2Zu7qwZhm+OvbiLwbHw53gy/B8XQuO2vzk0NAfsopddzsmdKX1
FEVwdNaNA5fiWoRNIJIfpvrUaMmFFnUwFvylQkXcOi/nf6X0GAuOz+tVI4tABb4eYxxAF/xw0NKY
SbA4yeuZxWTKxdh3VM7m+WmiTZ3rxBmvNk/xK2voOyslSutFeg3VmIopLe1tBvqTQhZtb3ceNst8
8U+R8RclgV2zqPQXbrHeSocV6OGyeokaqvmTr+S8gALZ95h/hZdCuAeP2HEwWQo0Q9qAh7t0/Lmx
5OsBeG+6gktMUgs+JKOb/EmLYaV71qxX0Z6xsj8bzW1EK2yaubAZIPeSdhun8ZWF9L1BBefYZLle
xRquQnGUY53cmXF3gPqE57TgpdXmi8b+TuBgzfAsUdWivFn4zLzqnZu4V6+sgUarIkNhZ/M6XH3U
ez9I8J+O2tEGHXAxdJHq+eEIW8usFPGnjUWWuOfXAP9NsJmpTVwXSNy+XoCh8aMMIEZonLs5ueVo
9UZ+CyvLOJ5sgLep5mNy7qjdcTEB+744/xtkP0FwmjaEHkGmBpMf6b/MPH2wl/wiCGIfovLzA0ji
dZGFV6cPrgb7NPkepb997Xi/y7KC4P94/vOyjO/Vob5Zw2jQlUKtiVhWYSn190CfHQgh7nCnNw+Y
5Qjcxw5eb/AROg8eAc8PLLnWXtlO346bzoU19eFMEuYN0BvNX7og/O5G6tdqBmk+1991w6w37lDJ
LqlCWKbbkJTx0DHTNt6Dw3PvlhHsdWe49xR6N8aQnHVV8DQJ79a521o4uNL6qtrJ42YYIgmvRDGC
uSoL+OlJBHLDuKlS88gK0Uyc3Kzx64w2ih2mn3HW5zdG4Jv9b1iprov4ZmdQFUFqY2Y40ynvmhm0
SveUl1cJ/gqPyZGwlv77hycnuIhOtXO6fHGUa5YzEE9A24A6UwMvye//5DabZ11y5ET2bD3RM3AY
TGysmgOPwD5C5/f4hnBKjm7W/CQuPr+Eq5N/x+2pglMIs8jKioI51XbyY/X8qxtqvqWheT1oG8dN
4hdUXdilFhK/wWaMUZ0vwiL3ncWCMardyD5lp1kIbGjkg0JyWiDizMuXUg8+kWGeXxzZDxeCEZjs
kGuHPtiH1fLvrFpeysz55gztz/Off9/UHU8w9cABPTDoxuQDBf1pz+Gd50KQU+i8UgBaPT/G+1P4
FzExReR5cmIbn6lMaDTZTgMsrH7opsvz33/f4P8FzNfSYi5LZyR4gASTiHuc1+69B72sT/UaI8YP
m3GZbLkEYwdck2hmgvtPUvtKM/G+3KGLClVPUX4sNndEpc80QEus96oZUlR1vyYVE7mTQSvoahot
ERjw1j0OpalOm25FEvjB7fanfdQGvENux5uRE8ANjJcnUSPsXlez+WZZtb9mx+r8ZM13uLTz+yY7
F4LdU62By9qDI7BvnN/J1KHvPuXLkQDz/Pff9ytwCv85p4H20M6K+D717Uc1gCOL9unKm6+AOl0q
2uePjSKYfg4ynUeLEV00EndaFpMdWNe79Z4x6+XCK9PDx8YRHAH9IjVNzP3s6/YMCjHSrvqo/EtX
O6Sdh4ePLpoojoQGtLZ4CdNptPyuL/u7hiY216TRV4lvh/FjWyMK6PH4U4LlG2Z/XGqiMygkkZLO
m/K5Utqn0PhQddVx14Px5moOXHRrA+pmvg3d1X8yaSSe+wiAC9TUG4O8f006orJTEjaBbVUMEocp
uvTBPtb1NWPlNkav5qDlsf+hAyCqHYVKOpiKxgGI0oFu+fG2dDtoeAKTWHSCdCfbkhiSzUjwBVFp
tQ7ItdkvHBidldy9MAzynpSn0i6MDjpkl7Y2b1SoJB7VFZwAmscxWBQCW29O7z24N3hUry8at/4B
dHJj5dYf/u8Aw3EFRzChqgm8iqzDDVHjyFIE0VR86fltkXgxV7B/c8xaJaAfwFcjeG/pxP8KoBB8
xsb6SOJL1GX/PMRjZvPC70V4yexzP39DppOklOwDMNZhQQInmbSvdfUxuxQViYrIAktdshsTD4Ks
VPsXWTLiTu7a2KxHKXm/ZmzMTHJtr+T5b62z7QAZ8+aMe+6O6GwdXRUsZnxasUq1CSqha/ebUbrk
SDuCJ+hSY5wMbla/6aejCkGRA5nwa4XZtfZRtOw3PZtsvxwhRChn2GArzyP9sJQTVRotfMoT6OTg
XWzu5+KhSTO4wDcOn2wN10P5xsPZre7GXs28SDpwm3o5XFgALzl9rOSyFtRt72P3jyN4hRBcIryW
Je6nGr9YoXtRZJQuzXSZINpp55X3cX/eomTBiCP4BN1ExNWoOBlGbvBwSiqlnurB5jzQJH8YgYhB
l5pNgKyW7lEPHO9lCGk8q0YteNQgAt74HbLFFdxGXzZ2Fs8JMREPR7ntfGohy0hAXPWac4jK6Uvb
PENGd37SEh/lCG6kx4+HVUYAlkXtLy+2mj2cXB9L6J1Xsde3x8QKvD5U6tkPdfhLmwq50kD/3I/h
fjTMDXOWmJi9ruKbMRQ94WFBZQyQ2341qIg+jD/muoRfyd3ZVL+1eEtXfLXad/y5LXgOYKUKAsAM
tW4IL4g5jEhrfJcpXINbz1+S8uC/tMocGhY1VCm42JPor9prvs12BjwtbXc0CB6UMbkaB2hwJ6gR
SQJyK/VrY/xB4wXcnx06WvHngqo2//31Aifjh06JLTiX0O4HFwJlNlLt70NsOyvqb+c/LVtUwZWY
uTVW3XpGrNKktdM7BrBL9BNknkPm3ay1wvPjSO5LUW7MyPTARuuD0C8LbuYB8g2KgI8fTPQdW/Ad
0+xamhOuwYut/e0O7k0KKwocFt/P/3qJT7AFnwBGfnAzh2hvAf58HOIKYmqzxUcBkL6NihJEH1wt
e68c+p2WwQJ2fljZ5gjeAXBxN0TpCukzIWWCl+OW2OyqzXOKJZROdoYWfTCesYV4Q2/mTGlLEgCH
9ytIwg5xY31pcPXnZyJxE/+SZVLCopyhTvI9BfS6hxWpTvmSpAQZWnnVd9NVvqUHJhtq/fsbjxQt
8MQ0lgqELnlcn9HKJQPMfeLh7oqH5aXZelheV+Ydd2QJwQXgyGKp7AXPl2TGj3gA0gQx6oqrT4Pb
DhRCNik5kFAbbsG23QpqJXYkKhMCjq7NatJnfy5jWGn0C2Su7mHrOb9NkrDcErwB/ShxqeZ8XSv0
b7E5fW6j4UsQ66dNQ5VceNb69ze7k5gxwX7MqlUxDTBwG+O7y42cTPZtwQk4ajutHHO4yah7XMsl
UKhtuEnZsgsOYFRhDs8dzq+uVvva668KS7/b/OGyZRfsPOj0VF0Wll2NMrrj+pt8xV7QS7VZrpCN
IJi3E9Xu4FQKDixAozp/Ngv7s2teKlW2cXJkAbAoPAxP+qR6C21s9GDdztkTYW+DAAt4ChR7Ct1n
tM0MX/KQ7bySdrw5RXPcVLFqMp3cqL54UGKPHURa3XKdIGC6vrcrqgmAc4D9baAbc9Gc5w8ZiCka
vc3FnxQa9wyNiV6RHCsr2Jc1zKHR5cdGEO56pSk9Q4stcjFA8NOKnK3zm94GdxsUGxGuxE5EWgcU
oHq9bgxSMGPqaAKxf28/8Ei8L+Qrf9i3kyaKUSX1gtC3CyEcvJRorijpQ+G0qFRV9Xe1spZDEIAT
P79esgEFo28bcPvNwoAGzcku2UikmXsbCEUIFDmwtdNmjicbSfABC3BkdC1DppZm1YU9wgEFpVUE
fx/Mw3lfJNd6rDe+YvFwf35uEqs1Bb/Q0M2CQmuyEItW0yHJ5ukS/dv4qC2adhHSLOOfH0fi3UzB
OyAXQyrXlwtnDiENxzzR2HihutrGNCRhjAglLTPVhQyygsGqMR7Cqb1ROxSwCAJ2IEV900y9jShD
crBFiGgyOnM7WOyQ5dbXdAE9a5V7Or9EsjkIhu8mhp10NWYZgEFfk97E5W00bq9tLnx92ZiAbBTB
+KlXwS/uuMQuAENdOzmpTXE9Jbf0YG0DtiSnSoSGRpWB2BZtr3Rde8e2iH8ojXIXhdapVoeN20A2
hOAFur4vtXCOoXvN0yfV4yGWWoiNLnzd0s54fkdkYwiGzz7wEqMxjSSGoD3CUHbm1Ce04S8RjMnj
xuGVDSNYfV2VkweJ7uKP5lQhZwGpv5colyR69HNrG05MYoCGYOg2GkBxDP+qvygonJTqfAtRYneA
xHjjeUniuwzBwlO1me2UJkI2AGpfZYFV9GkFfCW8XhRZcdwsJcquZhHcadDwOCcj/hjWPFTJ7kxe
kXhMWglzW1qBeVqqYXEtYfvdDsUlyydiPMsAkQR3hnpn/frr8xWVeEBlS/YroRmuAOZZhC9rYYwH
E406YKqkPsnA+YMoWdtX0c03wUimamahw5Li80qeFC8L3I8GdeYiGC7K5FtK+8j5cSTOQUR1hlxA
aapWsBBSYhzmkBdC5OMiqgH9S/+/RF5S3jNZFU5Ec8aRBxOv1eh+7hyrVaPDUa+mSYFC4j6BFcJe
X7ms6ZjG1r5efltbdRdBK/7/ABVor/8ZOJh5Zbvc5LqPHiQ0CqYfGEiFdEeu76q6hGrGhxPqDpyS
mj0BrjTLBDoowHptdpV40a0Ghx/1z5Tt3iyzSkxfxHo6etPXbsdLSxQlhq+qHQ3hUXqakRO+NvMe
EZDzGyu5tkRYJrBnM0283AJ7VfS7iW7wnQf11en812XHU/AtwxDBEJWFFs1RNJ/aHeKOZl37dL1n
OzqcHlFDmQ69tnmA1u++kxe/bvAbc4iMSEm0GfnXwUsPDYmMaT5P9TFDar6db8viJVa+TsFjv1VC
leySiJlczMZbRjWyfG20ryarObXNdFvBnky34MYGyYZYl/bNlBZagAm2EjRcDTjJZyjyb2j5HS/D
OGyuJ9L98zslcWOvEPY3w8AYNgVNUFp+qBU/k6y+4X67tLyf578uy9Bega9vPg//SZEtemv5tZ6d
OlO5nAAkmwVKgGZ64S76dxoZfctqLmll+3V+TEndTFtn+mbINFNIZtaTHWgo03UkgujRw57Vlbd9
VHHzXBqKurFJMs8lAh3bMLIHd+otGoXX6mV9YTW3YWydGGxAy40hE/eYwmWtJMfterHEeF8hg2+m
WI5L0+YVo2qAAuHu+TIECFQuh2Q6NtY3xp7mkPT0Lmmf1gY7147QkNmYsmx59T+X1/NG+twyxfLz
qr0eE3tX0bDdIfxQjN+GpTu5UE3ue5hgzu+mzAwETwJbne3CcIuyXHNB7/1TPln7oJ5v4tr54AhC
mBKNkBUFPRNq1Pp6ovksm9Lv0N9Tyzucn4PEG4ogR6OiRXsoA7wTKjq73ARHrSrX+kK/7JJfNdHk
oRjycH4siT2LYMfZyL0B0j/TL2CAhaViOOXq8ILc7PnPS06eiHhUEI2twViZPs3LX0fL/IkO9tYy
yZyFiG9EeAheqvXuM0IIiLwffYnE9s04osuUrtI/u6offbvY8HySk6UKfkJLlii1l8KmI0h3iX/D
2ykLnyujhSPgg5uxruIbO7XtDD72gCE0JX/SPfNrljbHzXc82QSEZCQ0EW9bptz2oREYID6j76ZB
HguR6PGvETKrjS2XnSjB4I2hVei5ZBIBUgb70CkvTcVFoKvO/fNnSjaAYOJwyMSwFMH46doTHGTe
dWzUkDYtG7GIbJkE+9YCiB11xbV8PYPYXJ15QA4degNXxrIdMtzGxnmSZCEwof6526alD2qFuJhv
67CpDN5xPcbR+NOpGNGkpxNAXTJA3qQsaIFsZHHv+xbbE8KEztD6ZAot4jilO0K/dzUt2VEFutPS
QVou5h1h0PltkpinLbIS61C0NaCpBj/MftOwYLvBl7AyV3Wi/QgxFGA9yOEQNt96Hnp/42xv/fsb
65lR8oLJLR/oWP1R1fYDmkWXav15LDas87Wk9e+o0Rbhj7kSxlqdeoMPDejFTFbfKdAr3MB5iXRL
sksoT7ilsudNBzHAY4Bcwk4z9AuSOHK+tXy5dlRNZfHYhCF68P2lld/aYXNJP1EcaV89/t86LVZ4
FsT2Lx6w/QoxnqK84i/mgLQ2ZWorVv5S6fcDVeHyxSRbrhGN9p1oY5KSHAfywD9X0UCIHY0JILGW
nYYL7OoZJEaFFntXqmm2nwczU2+dZYLuVpv39pyNtxqMOs+wro3XdR+2CBJmkCkch8kw+9M0FGip
QCJ/D9cB6XXTqcEl7R7RwzzSHr7xziXbecEjeM6YVktEbbAOi/04uAck0q6m4jnZLEe/n9faK5Py
27OlDDE6oxPF/FVYyoQ5IbW0x3FlBhgH+EjGz+dtRjKMCHEMGgv9srYyfRN6Mjpbg09Fmn2ao+IA
pxmqL7qxZZzr0rxzlkWYI9SwdpfDGf7qfLqov4VOwWtP2XRMXBtxEbqOhp0TTzuYR8/P7X23DWPs
n0u4oKmdtbzl+4vaIKTlfo/s+XpRzY2HNdnSidYfVpZbuCneNLe9nVGHd1YBSjl3y2OhLN+88UPX
m/0vrKNjToMDiyEFo+Xvdigu3QTOmqz64OcF80Paqp67Bh3zyKIZtouXWzTvj96WectWSYgBatNA
DR6lDV9FICbSpy/ltHzOxnaEFxOals0QVrbZQhCQkCJqEC4xTh9eOp1z6yYoG1f6xiq9n1TYIrLR
gay6iVumkTkAvbITWrAQraVgTp6s7LR4aEyWVx87toLll3GwOEnPTLxo+DSg2Y0K6I07ZRuGKFko
EdYYKfBHL4DBfU/9XQHqOs0DIpkIU/gf+vkilLHrLTsP48HyYXa8CRbFD4P4bjOakP16waahT9XT
EWl7350r8wEIKyJIKNpdQSVdfTs/AUlfmy2iFu0KRWrTGJEWCv6KxqMWqbBiozVw2yn7qLpqygAf
puyJW/LihSLLx46Ys075TTThxJAawnRJPaW4X9LvvRZdrC4xV5/6GhWgzNltBuaSmEzEL3ZhBl7R
ZKj2KkNYt4OX3fqkLy3Uuo96k2/c7LJ4U8QuQicNx+V61BDPPVqTmvkgUE6r9ODK9Tq4w11UQdjr
zs/xnP3anJ3kjHiCyym7rp1QluQl1zGey+iX2jQ3VrUFO5NGmYKnoRe5qjuVRy+k8ZxDuHTeqcyN
3zn0iYcaLZyfQ6T3l2njdtexvbZM51vkRJKJOcLIwYjCHWpQFAImUH6Kmn2p7eiyqbqNqGZ1+e9c
0SLu0tVg4ptSqjYQxt3ms/dl3KySSBrJbRF2qfH8HXdZw1kIzO+loU57p7ev4Qt8yKf0ZgkQ1TP0
b3rZaK+ZiaoXPoiuE2zr0HgQ+aZFcwOR4IaNSwxABGjCutamRkrK2BrJj9qEgm0KZmhJ85VCjRf6
xvm62TsoiRVFhKbWOs5kBmSPkQcvYhR6v7LOeKmWr6kOvPu8z5KNIbhFyF5nMFW65TtO8NIv6EOX
zb6KjafNe1y2YkK0g1o33LwVaZye6bcD6Xxta3uN0DQ7IZJ62LzHJRetLXjBMEUDciiZSboo11Fo
vgS9tQfATYBozgFAPIiht4rkMlMW8ZfWEqahHTjEPvghQ4OIjEZpNYDqIYW+MNnBxGgXEPFuDSgJ
hkRAJmuoDmbIeHCtPKnVdDtFxn7Rs7tqbg/jFl5NOi3BT5joEup5S54frPh3WDfLortQMTG0c/w+
Lu5AQO97Iznqpd1sBNsyZ28LKZESUzI04Izz57S6HMP+gE5ifxw9tGERLU92izNCXB0/pipisZrt
XZsZxYDzx1+2rkLIlMKCCo4roUBjafdp4V0QQp1G4MoBdFubuydxvyJc03WzaprNDIVa2KurTD+p
c32d1Y5/fhISC7PWv7+5/6mRdegyVDbya+Cql/irN6poB8f652LonhwHpRZYDM+PJVkwS/AXMXq4
qhHjk9QeELzulnevUSAJgJUjQLdZjZVYswjMxCNN8DrzujKWjwlVA3dGQgHykKJFWRfFvLBLLhZl
o9IkYWezRaCm5Xbq6K33l0bf1iEfjFs44L5Q/sl3jVJ+AsXZH+NU/do6/fOghslOqaJDpHY/SiuH
nzif9udXV2aAIp5zUjQHXRBswVSeyvyeHFcrg8uoe56WF0N5sorix2Y7j+TStoRoRwUmEbsLF6tj
2uWFbrTxsYER5vxMZPsneJKhdCZFr9ZbO+5utEx7sTT11xRGJ1hw5781BN8P9qhHF5EZ/Tw/ouTB
yhbhSkpT6GhzctEowNWAse0DAwVC9VCoa6bFM2kHeRppV6qelmCjX0MyTZHZrimzoZtK2/KNOEp2
mTGeQC8+zbZ7iZTepevkL0WhX5nuEm2sq2zTBGc5zm6StMlo+72jhf5KAdxl+lZ/v/T4Ce5wpNRC
m/Ly6qguw9Bcblov/pmV7hd1TOq9Ymr34HYPTZn87rRK2wj3Je5RxLpGqgW5Vs+ctOgvbTZ1KtnR
fi6VasOqJDGOCG9VR8Mtoe22/bwvT2Ah9mOT3KIM5X/UwYs41jwsYs1BGxWNQ+V+oBIad7RkJGnY
bkxB4nZfJcXeuPhy0ju9XSKWaIn2rpp+0dsIQj4Xtbz0lG09gMoWSgiheEquy6DgntIXky7VWoH8
GAXZXncOm0UpicWIiFZognuPfMT2R/cuXr53vFvXsKROyCApjrEGbHDObqya5GI0BQ/X1mpJmN6z
arx94gNWd+rcDXror+5hE+b/+v7+TvpjCs5uMhWHOjHXRx+0B5OksTdDmN4jNOuLMYsvkFoKUC7J
ypOrpxeOggJRnTqPYzwDCirm7OAgw7F38i0aR4mTEIGu44TGhgcJOi3bdCGZKKzwkLKFm5IdEsFH
WMqc5zQfEYqGBg9Bk94/VEtB6Gsq8bEcBndj8ySTEGGu6P+StJo8XldV5Owto80/gRUPNvyoxOcY
QlZSwZdLZwuOO22sK6z1iz6llzmcFOcvI4m9iqDQoB/MkToMb/sRojj97OyS+hk1gIxMESGYLV5S
2Rqtf3/jFqpSm6IQ7RZfS2brGMALfN+npfXj/CQkO20I5hPME0SqPZNIy+Bv01nupzi6UjjZmw5H
FniJvJ8VqjFlHBJ/g3Q/DI7zYyoKhOHM8EKdCMoVnrAt62+vRVMoQg+E4k9XqjcsIjoLG8GfxEn8
CyyapDnlBWZZryoMfdidmja8TbL+GSBvs8sDHRn3RNtIOGRrKliPjo7IslTsWB9qDwgnFajywR4f
5lnplzNyIee3TnK8RdhoXZk1C5vasA/kh0qrDxHsRp3abuBfJU5cRIhmY6yMRob1IE5s7tKoPM3R
eEirGlkJjoo20DpA30A1a9WGQckmtBram5OeKBn1wAKwjG0qX5Kuechi5C+tqkw2EhuJKYlwUGeq
nNA0VouFI2y/arDA7bu8nN8Oya6LKNA0D525sfi4MSCLqSVZeNW2xbKH8Xo5OBaqYefHkU1C8Aeo
uIxelmJOhmu9DMVyqor2QxzZtojeNLMlSAvENHz0H5E40rXvwPU/Gd7j+V8uWyHhCk0mJHjsieqN
5SD7Nejgv0rQbMrFB4GNti5EztmE4k2AIpLfDN2tplR0NEXx325g/+q9cuOUymYhWHekIJjwmg4g
fw7frfMYpwrSU+btZsIhGUGEZ7oIvCLFpnJv9cEdFX6FQg3vCRMZx/mNkByh10buN4ZWhwbyhJnB
RtAD5sXRtNPM8vf5b0tuRRGROel1aCP1xuuBSXFMT53uym6WpyFEtsupn8PIGjasWZYMiujMqE51
Q1lYJ1d1fB6MifuI/hAyOawxWqvfmc3tGm+G+EXd+uDarc7rzdqpZpUWPZxovtLO6RVaiu4RCdgt
6hpZoUxEZGoOTQ2xw/LNAyKJ2alXkz2kLJ9q7RdFTp7EqTwDXdg1ev/BDRMigAg6UcikWUUKV5d6
bX5rEu8hQCG11IbtZxfJDfy6h2+WbZ6COtBbz/SBg5PTLlCY2BDM9Yt6ETtwK5eLe2dO2VbPr2w4
wRFUcR+GKJKYfpgahrMrTL39u/I03rKKJr2qkIy6NaK48o2u07aCZsn19Zpwv5nipDQIvKDd6Q/j
/DlCeggpUSBaWwdPlriLOMwm1CCe10ClZ/ovrbT3bj0f12hWW5Id2nP7UumuZnshmtmAhEkWUQRj
qro5KKXJhNAqu4m84KYbtX2UhZ86O3u2id+cLaC1ZOlEXKZhBkU4OLbpuy5SPwhLrhz8w/baSTyq
CM3UNBOQ2chxaEyDAL23DgoA3JGGVAVSso14TOL5REQmvVXR0DSW6aullu3zKMqBGhjLleMs7UlF
wvmxMsZ0ww3J3qFF0klE9QYkpViyLpvMQ5/Hq+RKTO9H2+6CSn8Jh+RLDwlMF6IGaDu3epv+bBYE
+mCvuzjv6mWrKngOZQJllXpMeByrpz4b0GGtPrtB93lyho2ykWxNhZCBM6HajmOYqMfYPyw0ONey
GzKAn4iArjZ5EWUTEbzFoGUm5SJGgT3CA+zYHxDAyw+WlzxvpkGSO1cVwobMNXojLE0WK3QeKZAc
27jZAge8v0qWCN3sh4E6REsDUNSrka9SKzRqd28Xqb5TW/eyAqdwfsc9Lrl/F0EsEa7ZDGGfa+Af
AITV3ZfIdbK7rFZQzGiiyocEiKc+1dSvytHwHhLUWjcOmuRWtETsZuspUDybqkmt6tQgpKRY2oF/
zYsnlMB3+VCje6uiyQlD+wfdLdqEf170ypBqHVKJJtKgxr5OQCOVdxN4jp5/0H5rRM1Oq036FDbC
mfcPiCXCOTs9bkJ9ZrzFBj6Ukv60U7eRkcq+vf79zdVUhFZuwbthIW41Z5elTo8D7wLtxvbIToXg
B8oyQb9WJyTq8uanrYz3Zu3QSwSTEVpmPm2aVyj3/Qp169P5U/i+uaK5+udsvCQwc33NI5TJuOpD
4zlMwbwaCNAhmTh8Pz/I+1eS5Qk+YTQjt4w7BolcyM47AwlG57rd6vKRfV3wBnUJ79lcgLEJALD6
eUHDYJQVvpZ5G3e3xCWI0E3LVKoaEn7C8GnZwVFyR3BcevUVCORNlybZBxG0qWuh25omYyjDdBtn
9WPS18+91/7VaR9D71siSjNB67OabNBWXq0fHQOZ4bbuagQy3A+hWiyRlNI0AyUPBwbgzmx2Za1f
Jq7Xbpi0ZJdFcGbmVLzoBxhGAMmRN3tXdlVfqpr3cv6IytZfsOolaxe1U/m8jbzmsooGg+BuEnp2
N9ECshkIpp3g5ruxZIi+LG87rbjnvejJGj5GEWCJfJMUaM3SajADEIyPISQxhxneExQYnzU1uijS
aKOwIbMGwZhV10D8lUK5D1/iYWjrAzdHmSkPIA83/bckPrdE/snIG4bJ7okiQkvdrxJnZKCrAMT8
rc9QW320QySP68P5vZeNJiI1F8vjIdfgukCl9DSP3ZXRRt/X1VsUswY5m/0i0yqJ9pKLNt5sn5Mc
ORG/abp9WnQxIZ+d1s1DkhrZFwT86ng3KqWyS7rM3PDxkhtL5KFUo6gxXINwKe6SeVchfjsbZf6h
SN0SMZxWFuhq04M2H7p0UJFpor8906N8lxeA3evJ6I6u0dQ/zm+V5HoUoZulO8MY1zfslELXAmXB
FG3RLoEmLzV+zJ51Ycc6JrsVR0jO+r/gmyhOdxDRm76lR+ZeUY38dzqryyEOl+owVXZR7bwuivzz
k5OMZq1/fxNZTMh9F4qWrGkIPKiakTYX2rxKbs02jGuqcW+Nw8eINS0RMRr1Dc38YcuZMON7+Px6
UCKp35MoDpkR7pZC3Xjxl8WbIpYSAd0GxQjOQtl6J2+Jbg03Rxqdt5Fd7k5HJW/iq7ydhgujyjj7
uVVS6x83Cu+S1M4SkZZ52w55TSUGDGmzd+F/gf8NR7I+m9IVEWnIEz+vmnSWnRxahHA3j47E24sw
TEf18nopM7ovi+TOntKkp+dibm4Ue/K+fui8iNjKemjDLmhS6kCAwMxpenQmVEHU7JTYdUJJHuLx
8wNJPJUIrEzrKW08l4GKvD14qgmhXf91Kksiru7h/BASw7aFs6+oY16leWT6fd/DyJxq+zYAk706
K3bvIlHUH1m6aCcQJMWW219j3HcyMJHXspxzr41dxfBLMCcjbA5oqHwfnGKPyslXZ2wOTdGfuKyP
Nuj63QBMfBN8KVvR9dS8MfUuD4akHpDMzNv8Ji7N74joXUf/Q92XLceNa9n+SkW90w0QBAhGdJ0H
kjlqtkbrhSFr4AhO4Pz1vejy6bZop7LLETfidlS9yFKSSWJjYw9rrxVEl1N+LNE7dItFRFNo1VZT
1WDRUmjLjXet6PwILKn9ePfxkh1wV0uMJWvrzHIg0LwadA/5XFVdz8emMCAdFpLOg9l/fJ9DprFI
URD2GZAkhmnwhFxUgeEPyllZIAr1pAx3SKHXE6CWu6PZ6oHjcomvBFXUEDiQRl5VY73rSrS7A3ok
uzvgFJY0lywmYWrEuLSNOXwdysmViKeOz+YcWPMlcJJ0quWIUNhKJB34gVj7DGIY4Lqah5gfSYYO
3UK+t1yzbMw+DHELe66Y0sQfI7a301K7yCU+XvADC/ATllEYTiZH3II6CTQRDfXUTOOxyvKhYG+J
XWwBOao7A1cfCmOb1dDRyyesgRDl4CGkPa9CC6JfBqhnoRq3hWzwsX7E/IZ+4W6WWMUOyVYZjdjz
gaPRFGh20A0VPrFR/LAEvR3KbkeB2T2yTgd2zRKtWIBJmKgafSnMej6RBKZmDWO6GqNnO8FdC/Ox
yjPHHXJm/94pwRf7NE0VYPcZEhDb5teGvQ4QiYFDfqPq6cj2Obh2i9yDRtUggxwpFI5wpdkWqE+w
XMiyc4sw8IIh9HNr2B5tsh5asUVlwch1X6UBknIGFBkrx9HLgOtWSeL3ffYaV83vIuL4EtNnCJKn
0G8Hl0ZafYauO7CQ9vZ3qwtLRJ8TorsX94B6gkfGmx8myUGRqdT9UUzXAbewRPSlgnRTMrcqJfTs
DKpvWmLvWcJyQHiOuIVDq78E9eVWl9W0xj364gXaPtB4JtuZcb5J1zAENPis9Iv6zRYUX9JUdhUl
DhlqpOvCPm8MeT0iBTz6MAdM6ydYX21NKfIiEIHYgYuS+Q4p07ns41PZWOsssK6PDuceutOi7CCM
Ai1qG46gNoNNOH6bcPSdBowHVm+fQj/7MeHj68ee+4DTWQL7siRA3MuwQgPf5oZ2u/Iisyw0jR+s
kJwEzau9+/hGh8xt4QjEQIaut8EPMgFJD0ix69TORdp2u6MR2oHoZklKWfEI1qvQBxD1M5gJ1xhW
sZxZXR3dO+P646c4EA4sIXtjKCpnkDZ6DVYfIcOLT2KZYuq1/M3rzybxQ5RJANNSToZtP2qBalCA
YYdK+lYqjsEGDpzUSzg3avaRTFOKWrjIQldT8XI0fzqUNy4RhzDQJqUtijJNMF5lHd8BIt8AkxWc
SDs6I0X7JooMaTLeWhiOXxQPjs14HcCn8p/QiKXM0YpB9QkcB6ddr/YmUWuFZM41nO5+MuUqyqP9
pJqvhGf31iB9IH1ORrRa0YrYIKQ4prRxyECWMXzRpo5oUSIqG3KSVuYThiBnooUjHvWAjS8Bi2Go
HTElEyLrmJEV+Kv4V87b8IsDtvITZybQnAD7vvnY2A/4oSV0MVcVZ0GOvlOG3tJpXtbBDa+7fsLA
rTYy18lM+zSzLfqGugo71s079AIXfoL2cnD43Nml6HPOL5CGoF88NkB+wAstaS2d0MlJU2H/Js3o
4QiSZXKWp8+WtPyP39mB/bWEJWYsFwbvJdxc0DXeEAC/kpHqSLx2wFkvQYk1mLK7KIaHAy8FuVE1
RnNWiSPr3u2HdoxXVT9ww83rSRdeENgWkBHM0L9nDWSxMKhIdmZvoaRA89YndeBxUOEwZm7MID2F
/KBvtMcK4wdWadktDuMyrroEZbUJunxzTiTMeFUrvUsj4/njdfr1Laxl09imCEwKNt9iIjFovVrp
AkA+C8aAbLTNyy+/cxu+pPokMTg2IPwNd2CK+6FrUAkv1BXTLSASWXL/8U0OOIUlsFOnZZQSA2lK
agx3gBiC/6X1dSkvZNzNbOof3+UA4IwvIZ5EY55q7JDVIyV67Uy+jXPoStSi8VuzhFJv+DZhMrmW
HLKf1V3ddpvfTWGXXJ+CKKcYNFZLcJQ66dRdD2Xa+E0FcKkzXn38gL82Cb7Ef5pNVIz4b2Z6o41L
UrnrsVY1l9t6fPj4Fgc86pK4sxRg7cyDCsc7JMGdbh1Go4uRIEiCrtDCd3nKjpwTB7zoEgo6FgEx
jCFB5xBZa6BZ6kK98/Loehx6jkWapWe3EocZX+Wd3EIH/RyxlqmTlSjr/UwsQszfa4QswaD1EBq5
VWFeB4Aocy/agHjUUuMRf3pgxZdI0EmABkdFGPUcArkKxfCctaHPwFR1tDJ16A7zlv0hnkN8lcSx
Bkp9MKNTu3Fab7arvEi3SR4dK5Ac2P9LJCiJxim3UwwckayyziB7lWwSOwS1U5tPgMDEySof++jI
OzuQ01lLFExGQNpgpvkc5TE3tUd/CK7QXk8YGhKMnqUVRlmjz5lpHHGhBw69nyhBVRZSZQJZbon8
JSbB10DmgUuHYTOMDgiTAcWPGLCMAC393uZZolDLjho9WPSBxJ9Z+SJ6F8aqcINxOtLiOGQU7L1R
qKpP07DH3I9KoJWYNT1K/zK5Cp04X2VNuf7Y1xxwAUvM6ZQPSZk1mAlEqGOuJbcu7amRbjzE9RFc
zaET4Vsi8IN15xmWP6QEk26GfceC+KopQcSVqotkGB+7vFqxPr9sOpJiOgswa6W5A37GY6PEhx5w
4YSoqVEZHCgmQMymdkncnddmeVkeK2IfWKUl4LQaoPtXVZjZJGPwlIlIr4yx2wYFJqYDQ7791iIt
QaZOaai0Bjpp1c/i3KThW/CnXACbe2SJDryjJbR0KOiYpcQB1j2q2q80YwkavkUD/ZGmzMbrjx/i
gP9Z4ks59KC5CDDs3/Jko+0AeWVhnHBhzypXyPF+t2S1xJhOjm6IHWT2ipXKvMHYY7HrZTGd87gZ
IOuHut/veYAlvJToYggyiScC7x+nqPYYzmmsk7pwJe3pbwbUCzcASkMJ8gctVwNYAPJVLKm8JWmB
6ZCuicEVjtYdqUBVmI2lN7RK1ke6Mwc8OF+KnGP8udEljwHGrOzzvhCtyybK3HLqL+bTqRr0fZ3F
1/BSg3c0ZPh1YgQp1YXTA1lrXbVqbuumxiZBVTYOWn3E1x26+LyHf3BEsY4zngy4eGTkj1zRqzo8
ptt76NLzzvrh0iCgjmPMowDXEgZfy159obU81s/8dRhlLekd29zOAhbh2jKPvQnzwUJickNOXixL
3wnujoYhv3YDqHq9fwhmjWloatyoaJVLShqdU9RHSjZVR/zMr52ltQQlgl6UGRJcPqtuoN5UJdsg
TqENbu+PTlUfsFprCUkcx4SkfYTSR2lpd8y+AMSEAnJYfiXRC4ergfKm+9vWujhbGksXdoGi7iqb
WO9KoADoeGyw4IBFLcGJxUSIIgng+Eajb6DMelHYRnzEcR2wqCUoseqsuNDQNFsNAzE9u4T4Q8t5
4Vbl5I80fjJz6LBm2e5jx39g1Zf4xKatEqeAyuVKyWvRBKfIAoqqvj2KTP916Gct4YntMJEgFgCi
0HkSUjl7gK9dxJq9CN2K22DDoscN7NenGCTl3+8RqNy0vYIK5KpD270Ryhdj4s3wmrFw5iLyx6/s
0F1mo/jBncimqEoDVdgVUZk6S+q4cHnbwc+mkYU5uq4BT/aYH8meDu2ZpWp2C+U/xTgQ6+grJoA/
5ZWXdtPDHC+3snwIpxjaRDnxeErX1MyO1foPWbj5/iFHqE0ZfYVCcGIbXyG70/g0zKztx2/wkNEt
6lCUFWMU2DO3aFWrZkVYm1zZDOJKIDSqV6ZGVWf98Z0Omd/CCbCmipxspv8kNkaA41eWcj8uLX/2
1NTmbmab5xgIWn18twPPtYQ0tjPx0xRF4DiUOHfznH7pK2MHRYfYU7115Ow/4B+WCEZguOzOsjHU
REXgqjlVw8mjNXUjfYfAajM2R2504MRZIhg7MVWBLTGuJWm87vPk0ZHdpYEG08cv64CFLTGMXTgE
9gRgPyJB566r2KmT2MeaCQe26BKxWGPiWvCZ/qHuw9eQ6fM2rJJ1TNmWJsZeyv5YlHloxZe+YKQA
kQcgsQBRXJ2zGNLttV+A/2ZzlDD1AP2AtUQNTnHTJHFnYZpW1VJt25D0NnoikWFBDllnlzkJgO0r
HCEMT0axfWtguqDzKbqrUHtRadT6LRDo8+czZa77MjCP0aIdWsOFl2AOGVlroPUo5sYj7wVz22MT
Boc83xJFyHtCMNZZwv6AReMhhGzsPoSQpeXmPNm3xVmAdiooWY43uw+ZzcJbcMzQgA4Dtb2sb4vS
DVnAg31NUO91WZk74iSwkrTcKkEBevi2C/7jnfiS/td/4ufnohxrqD80ix//dVMo/P+f82f++2/e
f+Jfm9fi/Em96uUfvfsMrvv9vv5T8/TuhxXAzc141b7W4+dXlKibb9cPX4v5L/+3v/zj9dtVbsby
9a8/n4s2h2rY59cwLvI/v/9q9/LXn3TGpv3Hj9f//sv5Af768+wpa55++vvXJ93go9YnYJolcyzL
xrAXWjd//tG/fv8NRIosjMxI6piUzfFKXtRN9NefTHwi0mTEsU3TIYTN0aUu2m+/4p8kARubQznq
9wwjkn/++3td/g0S+nsp8B6+//xH3qrLIs4b/defuBUOv/8BE+H6xJGMCcuWls3JT9NcpA/BXZ8a
jcsZABHSXqGr4rdQBc1Fe5WXnRePTw1jlzR7mqJL2d6C0qkxE1eM0RVBaY8lSAeTU9WkK62v+yB1
C72tyR2zzC1LCWB9dBVWhVcnmR9MW0mvJrPxBH+YyjMRJ958674EG8ymoanXnRjlcxH5kNqj4za8
FcMV4Kh2DVsDS5ztRUO+A08STNgtzBlyHPhFAbkAUFuWGxGEXhbV+wL/ZIMtV8Q7qZRfm6FLKohd
1q+ZSvyap6hCXpYhZHysV6u4FCpy46q+7vIEjBpvExxq4DyMpXKpqr5izveiIePOgNyUhYJ4H25r
zs6AjVrHYCsZ1INMv9rc9GKoaNuxcI3WdEUsfAphVVBe1SNDkfXZLMvTgl+TwNxE3dPAijsuQxR6
+zUGKbXL+mKrgjuny9e0DNEqjk7CKgKHZrimUOkzZqWEqln3tFsDjQFxgRjM8uW2L0afDm9DrzZd
5Jb21Rg/WtWuQ3XLKr604UmEaQBuG2gf1N5Yn6u48pgTroKg8frgWZmuGhHKmtuMvNLpWU43hvNE
Res1NcBzqvWi8SsHm1ETxpdOEN20MlqlNoSJwhXg3xuioURhP5B42o1G5bVlvzIsw215cxZ02svo
JiiiVZR4YPn1nRysK1O6wdjixZDjlVuVZ2oosTHqtREDuXXllaJd1WW3AjnIOSMQRTB9ahYoJPfQ
MNOYazAhv1Stouopz0LPSGA6seWRk76L9nGkN8mkPQ0NxW6MT0pkHFNxzSookr3klsTYYOjldu9b
zW6QllvXj2SIfbPIvJyDvy6pPSMXWF+2QW/HFTwDlwvmn9FKznEpFuqd0BujIP7g5JsZ+iJUd2KH
DEp5YF7JgSOSF6BQ9pi9CuPezc1sH4q7rgOBbOmq7CzTAR4U3wE7Yb5jyB9p23pFDiW4/Es6ArE8
wFLZLomf7aFflfXod2zwwUXqynJmTpgw0QlhZShFjoHpYaxsrSu2tuJpm0eNq5DcAlnpTXTAjNzg
5+xZpfE2Vz2k9vIRBOih10TjuhqoK/rBt2yI89qXEOLAYMJpR6/LdLhQwd+Hwbuz4EcP8w2e/5OD
QVXHNJlNLLKMX5gtTSdq4tY1s7cYMkVa3aY91jJQa9FDIvIyZMx1DOpPtTy1qmQ32mpFu2hVTgD3
ByD4ywLQbZTrjtE11JswEnypgmgtHIqP2V5Jv+bD5ylzJ+k3r5GZeDE+QyuPOjmYnzJAFdc9lKtq
zIma3UkRQYFjjRzXQxXfGyUFiil1bfYIrksTqiqS3DlGsTKxm0UXeZ3EHq9cOZ0K6yXC4GmSGydC
n1QKWC69S6In0NzqMXK7dGP0Nxm+RC4BLOYCgNALHX1W6OzzYfPD8fILt72YRvjutX94qXMM90Pe
1trjnBvipU7ZLdRoLyEn6EeQEJyGFHMzj2MJxUjygBLEJDd0rEHIoY6s6zeapuW6WsyEyoFtmRZO
qfdfIQcEVvYarD0pRQUUExDgEEwHP9SXWeQn4uvEUGH3psiG3NaKSI+bny2xy42Hyt4NASiuLuAq
iHlH4lPsemPcDfwklJvM8VNAsojYlqSFMz0yWvg+uP324hxiEtji/M3lErNAYTExdbLWraEJ1WR+
S4Q32adjOh15P+9Tmn/fiAmbmXg9dDmx3IZt1mImAUMbpmdmvsxcFXpy2MRyGx6bO5PfEox3i0ER
JBCBOIIIlICXHeleErB/BlHrVsapzMVnO6C7WPfbUBXbuYAAuW8/dyKXJuyhLzOcv2xDwTJcrDjw
y2l/ltm22+RT7qZjcis1cWmarUMQzI4ZVNBBGx3inI8wzuQStc3y4joJld+zuwibt4+bF5CBruD/
AS+pdnFHPDJ787Z0y/C818/UijcNHy8ninpifzaIej9cWOSqku2KYdQzHK/Q2HJtyn1HvI2ceTVz
vBAbE4xdrkxqtxtLl0yO5wTlY6fYriDDKRhKXIvClfTDyq6zrRneZULCx1a7sg59IzK2YbZKpjdl
XIaphjraRmow20nQ8wUgY+jO0awzC+2G4JSNKUWsYrqywvhBcEOyHaqeLm+2dn5VsBFevVz3qE+A
LxYgA3iML10IAa7y3uB38zFs1+mGj8A6CMz7j16gpq0T1V5nXZf26MVQSxnJGXAx7jC+UHKaysoX
U+9Gxs2YxF6VvYxS7YkC8J7vx7ZzU+dN0hcbrwDIKqOKvT5/atPYi+wLm35O1EXXoNW9S5vPHU4O
0U1Yesxedz6pvp0AqrhvWsevJPeQs/styD21edpTnyWpZ4zaVZgRzCRIt6JxM7HRFyCGFNitFoK2
Ru7TEDOTxQDviQl/0XuWPq0sgkd33AZFu2piu2ZSNzJrNlEocX7GYLPoeh8IrO1gxb5uEi8ptiMe
nkHJ3MHRNrUtTOrZrLDvM3oyUbDaMM+Jt1G9CTPTSwK6scfnJKr8BAEPwz4pTPh7nH1t7fHwNAsd
v7CilYXYDLfL0YV1amuXdAHgm3epPe0hoWnqTc42OuIu+tpQUL+jAThu2mpri8umteDK7e18pDLo
d6sh8UsEMkZeb4mRA0kmPEeggfMSQLhtgMhuxrFnmg1Mb03StTIfJJ3Aa4CPteGWDdYm5NLr+EkH
6bp0jPY8cSDdBAEIKaADBIVw0AfUAdR09efJ5NcZu+14d8as1rVssaflBpNCMgKPMyYIdMg8HaHg
kvmpCRRQ8DnFk0jjMgpA4N5eVe1zPzBEX73XkcS1yL4bERIEGHoDf4rUe+0EiGES31RvYHdFPAJG
v8L8nFv1Kiv7HVWBZ5ZvBdkK0J/UnZswv8feQp/c7S0KCSmgQMKHuOthq4mfOaDSKsxd5Fwi/Ovl
6yQUknLEdY5nTzgi6R0mv1Eo8vm0ZYi4FMMhrhwc1MYNj+/b4YYwsjMkVqePrtPMdKcu9GjeeLV5
AUTIyi7rbaufjQLrZT30reVFTuSPfb+PgvB6DikhqLhqHQgM6M4Fo8s6Kp9zfV8icTURa47phSXI
umm/kDi6tYbUnzREd6twhfiO6a0RnGlnFcq7zsZJWUdeHL6ZJUJNPoKt2/YMigmgwkXQPSIgHQGL
LDhyCyW8frBhqiA2wX4BkQUbP08IR2V7b5tn0MpwdXcfUOFaMewSvHuNNQEPYHq5HPzRfCjIXhur
kmPPd60fFbs879ClbdbMvKTbuYiBWVozuquMaB9q+NgivXP6Dl3XzJMxwLAIPlqaXdh2iLLiuGYg
lptVp3nerNgIPQ7If6ko8w3MOw7Z6JJAX1RUesCMbAHpcTOxQ/HRHQR4nQS2cf0Y1uMa84Q7rJY7
9FDyvKX5W45YyUhCjC5m81DeLkCFOU7utE1WU0H95DobXvisslu020EB0zB+NgyxacZpHynhAi/r
kai+MvTnKp12gYmYF5I7orY8EW9jSFJSYboh+OTMfHQnNqC6d42jQdMIKIMMDMcnUQ0rzXadPKmM
JwqyyfmrNAUKtMZl2oOmFfkKsLmAUOObzvOXXLsWf4a4oycpti2pfQZrbcAtO5QrE7eruLGGIa0j
RLWQofVanEMpMltZZxgFBweafc/Ha2XlvtSZNwHJmcgX2sy0DPs2oCc42DchJksjrtzKs7/Kad85
297iXsrPLNMEBv02Jdu2z9yu3qTdtiNf+hbHZnNaxTVSsHzHrQuDg/bYS/ur2vDjbhuSTRnsreaU
DRgCcKtgi1otnuDUrkvfbJTnEGcL8lxfG696eMB4F0Xs4/DM16kJX3BSptxNxKavHqf8rpzvo7Jz
VSePRoDxcl49Cul4QZt7yV1VaF+mGNaxzbUebmo7PMXwm9/BaDGN4JLEdPOQeO1wkfIRYygt2jKh
N5b2uYH8u+mr9RRNbt0VjzLepp3pG0N1AkwIWk9rCzlsugrJcEOLXSHOu/RLZz+iUn9La6gy0zfF
EAZO6zIp5qkudyZDUtM6ArRoIkhMItOfHoeu9tIJ3F9egIQoinesnVwjANuUdtvaB52IPxIOlWI4
8BSeCKz3ztWEBUum2BPU9gcLpzZMdWgBR0fqWgpIIfoDxSFjYo/WkOkNCs/uQj+i+xrOlJcb1bBt
R28nx7oyAakbZITNkm7SulsP0nFLx7iv4OqhSLgekV5F5fWgT1tAeGync7OgBKP6tcap3Bhov/XR
yrEfkNyfM4k6SXUbDK+GMZ5rpnaG1XumabmjTt9IzN2qKZGw7XJnhaoEFuaLAWBS4zizpirU8Aav
IfmZowI3GOCI09bnAdL5m541nlIc5YUWwifIV2DWJVD3oGfw5ueXI/KjCNhDKwd1W+MVVbhp8+Qm
Lip4k/mQS/dTjW3d9GDkCVbJYKwEcY3c9KVjekPuKbwfMgWrGsaeKPgRvF2GJ+QBBEOm/MwEiFJg
Mj3DEQPwvGt0OM/LDLVZBYL3baRA+UTQhyhHP43i1ZghkitOuhyHb+FlqYXgpPcgo+0BzH5uYC9H
qKs0wVs1KHAxZNsoD3xuXw7OvoRWggQkME7xLMyDtNIGeqTQRVEwfY7pL+rKgruTmk4ZMn4jSF47
wj0QH7upKjc1K7eWztaKyPNojlKYvkji4ZaVxI8tDMCr9ag7qEDAekh5ZoWFX2A2Lw8KP23vhkB5
7QwVDGCpkF02mC+S4TxLEXam6gyCPSpF+KHq1TBnrUP+ZCbVeVuHO7OG0LuKGj/tEEi0LxousxPZ
vu3oLhThWoJkFCGiN1QYno1XWiXrRIDhEYFo5CChDzHDqV6YHa07uP0qpyi6POphWJuDdlOsY5Fx
P7BxOijqpSaiT7wjyZXXGWs4Y+D5GYgEBmOACGi8tsQXdD3bxvK6EMdf/gBrtgKPjmRjKQ0yiMhP
DeGnYeRnwaOmiEwMtbVGpMoArfbFXW1O65xhvYvbKb9FUmCWeg0+kzWISOHD1nX5FKIjk3dnajIe
QhD3tRY9qZKHUD6oFCFl32368YwNRew6Orsw+vq8Z3o3NdUmNvsNinDcyvYdQieVx5//n1Scz+Ln
utDFW7MsOb+rUv9fqktzZN0f1aXrBjxzVfv6rjg9f+jv4jSmAj9JSmz855gmJFfmUdm/q9OGoJ++
FZ9tGyVinBbzdPv38jRq2tKWUKVlxESCy1DS/l6dxm9Q6cavJEFl2kTu+0+q09/wAf+T1qJHgS9E
bVtKIOJNiyyhXJluSZEUkLiM8mqIXAeaSdsEVE0tys/jdKMA/8bxkdrroWeTH4Vtfy8mbb0qEQVP
pWFvW2vsQERVzlGRBTrUe8qMTY6e2mWXDsa11Wh5OiW1cxMnDMc96kSb1uwdf0jL/LFqMdZQ9HH7
CnzSVRjalQDxCcFZk3fVSdKZ0YXG1NAeLLSRJ4raBtXAqK1zCd0511bODK/vkMQJDFU/oFJQX44d
QxlzGvR1WJoQVhkaxSMIyLDmOoFvnvmVs7ex1MBhViNtOFgELXJHzYq9TImyO7d3eAKiHJQVMJPX
ZK45WFaB+gJjmGDlEqFf0/FiDaFlucuAtoOsTjg9CIEcgcisOCswifYYqMpGwoTpDJc4kb0GW3o4
IoLR0a5wUhPyE124gZjtOmnJZRn09Fbkunxh8dTcMaOA6hYLCdnaZg4q3KmsIRSDuMfthqTaOTLJ
CFLRydpLSP5lCMxaZLlRGj//YMm/KIHBxn7oW8ymITA+CatF44w59hKslIPLwcoxP+NzoR0/5qBx
IaMh/67i/KNW1kX5ml839etrc/ZUfug5LrrXumnr1z/wh/qPdZu/gJO5yJef+f+xwYXy1WE/4j7V
X59eCv3Oi+AT350Idz5ZJqFzVc0xuS1nQO53J4JfCY5WlsMop5Lzeaz3306EfWJsRhHYaH6hQTKj
wP7tRdgnwqkjHc4xOyeltP+JF/k2xvDOi6BbNvs2k8EKbLocrskTR+dmaRlewukp0Kdh4ydWGK+m
lAftSjgK+TGYqg0oGmNkbQYgGBCNjCxeo6guzHofNaN+41PXopSXZv1rZ0ydN9WFFUKK1a6oC+ns
/oUGkru1LsVtwfPkDAyME/u77vuPzPF/d4j93zXF2Q4Om+IG+zDPnvKXH21x/sh3W6T0k4Xyp4kD
yMFqsx9s0TY/gbyYUCkoRxoH0MR/26JkaNKiPWGDKIyDemw+aL7bIiwYFk2ldAR6t8zm/8QU30N3
OOwc8tBkvg6AMiZdqtgVohkdwpP+rBqgFGr6rRxStBWbNraRCKL+Y8jTUcWFYbuZ7mWw6xUT1V0g
O1UeQcIsIBjzd7Et0BnhaxCK/vSyZGxznoAC2qZnlRkKE/kdI1B8QEDRQ7hJ2aU4Y2mhwxikmond
Ato4YgjuPs4GeZNrDOmDuAo9CJR3HGPcOF3M5JU2crQCf1jeX/j5n14ZWuSmwIJC/Y5xOIP3bYZu
AMR6QBXizDBB1+VSpzUgxufkrL8vrDwefUWhZ7Hp0eVFlZiKqPa1rmVx/8+/hk3RJAdNFmxouXJs
rIpxkFl2psI0zr9i+rCL1iZTCeqzShQ4RPsGZW0w/oSlcwLxwKzZh6Cml18//h4LBAlHFASqbGly
hgiL47ss3keQNIlpyd7Zq1QGSHBF0aSNKyBI55CTErxi5k0Tz6kKCkcGcv08gshfYooA0585GY/g
Bn/1dTBfDmeN4goDYGGBmsFwbBj0CbP3gMCjUg4CUMyQFZ2K0BIrBjheKBZPPYrJc6+OoTzGwcaD
Yh5N4yK9KnTCxu3Hbwi6Fu9DA4s4FOGqZVFKsZt/6kwBEjSw3lHJZiyrIXEuhlRPVYUiJEoZlZtY
dVhAE9hAxW14jFln2d0uVUCIFahdQNFXYMqi+dI3dpU+JUxXyVuEwnaDIZ82GrXptXFWDBI90yEk
yZaUTTi0G8IJSuxbM6VquhvyAYJd6BgY2U1IwNj4JamK+QowG3GtrVAkEl+AVKP00GVPzOBaTd3c
lCdlmE93bMQdCt9JgfRXKz0lTuBgOqeoCTo3aYPLeqlVJ0bjxbYz4k96VZCqXJOsrTJnA1hGio+P
Y502EmWTdL51wAG+kr7Mq0BLX9lOhO4DbWTbOqvYyQo8a6QwhY6yggzxhwOOSLQ1WBBqHW/CxPjG
pEVFLobPQGLMDeRSk258bJUem3tahCPN95ZoEnzY7nL8vBqIqAK2CdAqTAYvROUBZcMsy8Ho0Edo
A2DqtMpZW/kNtK7Rc+dpgDfnt50z/65MhRbnNYckAv5NYJSfb4HncPS0S61mssO1jZc9INVUQvTs
ynBYaJJNUjXjWOxKYQVBAnZSi5d8Xp84HcUJEASo9V8S2omwOP/+beMKhkTX0zTYmb1OBkCUUcYs
dI8oYGpFPN0FEBOxbA+qctRAJS7nGo46qAuKR4YZZX1xQgYNe+Gx02nDCzgEY9N12CY0bPe0aBkM
L6LMwasfMPSCd04M67+YO7PmuJElS/8itCGw4zWRmUxx37W8wKgqCQjsAQTWX99fiOw2iXVHmpqn
uXatZJIxmUAsHh5+jp9TMLD4rG/jPl56zRtPuS62Z7VlQ/nSlEFXfI+zomCeOmc10zW1c86kl0Nd
MyRpoxTqZm9/a9dtYoCQiKt5+8BRcfvsZE7l30fI0uH50DW9vo7hyHwPiJXDUxVtc/cipwYkrRNc
KaydpiUitfcKzzMACjmD20f7sQRIo3c8j11wuSBtwhdP+cq6E6uceK1FrWa2esQoyxdRYZXxRM5E
220nV/CgscnX8TlwqoJHrl6fPPeatX0JsT5bi11flMPc3XXObJXxmbZsMaS7Ytxgnu3FEiJhnmBB
NLKEPZ3NvDCiXSq4juNNxu4HZ17jxqLUmrkOgo5eE+vqymljmgFT6fcDQoF1VbUXK95TVCamNJyH
W4oQU0CLi7R1ZO+yeNqWSzVZGqRiaIkVxV7FvjWdZTB9iAq58NyYinNDGvs4r3XfPoteTMtO6pYI
tBukLpcFoHdr3S9bC+Chk4K95Mo93iRbuVE4QwRiPMeMiHc8ItHZsrW4QfvTvV11BudsfGroz12k
G8Z63irWgWN75sc8xeLpjqSjrehu4a9uLMEKHJh/BFcFHUM8Q5eBhWdr3Mr7rUt7Rkk2AUhckWag
gIcQVwwWG7U980c5LQ3DOVhxWXx/3WWunsyHvL4q2bfOFheTfKDXQFgxFstNh8l5XeQ8p59LnBSO
hBgz6dJDhoqw1vas1QLV9uKTsNJeneINLeIvE6HP7an8tVV8KrxFpvfN5NT9qS5xn5l3VRdFzjeU
WApglyXLzL5YjMXQ94yMXpuSoA4mJ+nqaWalzVlkAe8WQenexQqy+nPnjHZ5JlQvHaCrvBLluvNg
ZBcPRMApvheri9jGLizdraDiVbUORvdKrAMY6es8bX7H+bTjp21Ce71M4XT/+sIyL03x15dijq/G
VSsSosrrxr9CjVzix77MZAj05c5kSkNFUcIGO25xZjuIGeT74GWsob9xyVbWlej7pmyO5FFRf6eH
uCpOqIUFuU0VbmwXOEtYKJd6zKYcpgCyMSeqeF18Tdc6vd9Bmpa6OPSVZc0WJQKZZs9e1js8cFrU
BbPyuiWgeDJReuxM/Gb8GsfaicbJlie5hS1g0AYq0pZ7Z+3NPpr1uK0XKqZEzWZpM0TWceMKzVEZ
UbZYL3Qo+/IF3oFZhkszKv8DMLq/Tsc0ter4Xitv4KN5ti7MaVX4DUtihgLIgNa+bv0qSRtZUKzQ
/aaD4xaEqr2kyCzlJQu2UR/6pQd2F6IKN5DPuY2i8zC2Ija0NxekwUkeSBPjukE7HHNwsAbLgshA
vTdK3g62Vo7+Mp3RMDFkw177vchvKwWz7uu2YS0CKGc7ZvV4IjXh+u0sL5EaWgGsrNnso3xdXX4/
e3/iA2/Hb5G3JlF4OySc1M/Ymj3uFfzkmtXBcEQYxJxXU+MqPhbqwARxPC/NnrA3Yc5ivNTNodrM
gzk/mxRmWEmRJsVfK5m90Gz9t1OvdR1a0BIS3lQ6H8ZgqBj1wMpN3AyDpQeNXZvZCRObUQeB9/te
8z1VM//4zdoxOwpdArMeMn8VvHITRRZjSUWGJEbDA+NX+U3FPCV9ULBlfSr8Q3a/2ulW9U8FaJIF
9knXnzrmoi2xZ+u9YWZXqsjKiLZe6jmcfFwYFl64z+YYXhlFOpSozouUv7cXWqueALFYXssHQiFN
PkAnqeBLwSlNTiFej74yrM26Ia8xW49KV4CC5uSUrKfD2zcgQdd4/j5cKV6izC4rc4D6GfVm+yx2
ly5Lj2vQmuMJcZhAAc05vdVVz30/mmAVp9Kyiy+5k5pRV1sIlbkD+kLTuu53/rbOvbgeayfqiY2T
NsvcbYU5lodmmVkXrdsAP+C4XAom3S5j8xadnCsGsmNJe5CUJncTt46qgONetka5vbjJGr9kKFo5
+bYldhPN1UZrY8MPjrrDTorpx0g1eWi+P6/SJv0irWBQaKq9jo2QpdRfscaBcLtarstm9FJsbOAy
VpaNVgy0MkZZ5qE0D915Jid0zZURbm3uuaW8lkXOsS/HFiOAk16Dkul4yz2k07f8PC0x5iXrPCYj
fph7FUz3faQyJnMywhDgzZX5hWlfj7yOP44tm4jrlbWQWlHlH5yAKwYBAyuNFfZcbFaFbzdmXUqF
a/Vqlpv5FWFNstt+6Dvd8mi+O2h+cs2Hmi1iqbzl14hWQlLe0y+j+umqfV3PzdCaqcti2+yitxty
B/rM73RrlzzAldOPr+N6yK8suTyht+4rWJXf+yHvlQNC7GVbaFaIec2i6vUA4lGM4KpVlQ0yN93a
8HkPmKKH2TV5fyufwwlG06c4TyP1LYz5PgB5tIf0WRwOXfPJ6yp0DnaqKCPMqemg6/HXEAtNzHu/
rvwBjWC8evx9UWAR/rHIbQWKtdRy49Kfq9AP2p0chni8bcttWz/iHejWzX7s8w1aBq5IDmnYpJgZ
9yrXJdcO+EA+/oK7rcVIYDywoKO8elqy1eGPeutrFVBqLSuUzsMyXcIYZ3BsstHPzmb+AqWqWtW+
rFhQt/xev3d2OUbGSBjofNJ9onJnA0tmbMpQXOopaovuPqJKYVfH2AYA1DdeXC7ReNZNLXQUzHcz
/07gOoBhfRkP5vvtLIiW4qCs1vzNq0TnndJyLWvrUDvOWN90wyTt6LQoHQ3beRSuuoH/Q5uRKw7b
0JcyRUBz8xQ8TxGmK2dkU7RI7gytzbPlqvF1D7q0bGLCaIRWVau/6uESE/hmlreJeEXLAZ6+Zs1v
IbuTTkydgNzGqojEQWBivD/BH50POirW4mWgvg8Hp04HlYmD5jpUPxT12mEw4pdV5sMGQCvgY+GU
ETOL+0kYaJQpN1Gv6PBXM1wIDGmrOsHlzu/sJArlrKOP0UZbE1yItB+cnZcJ2kEdHzYL1NO2N9c2
KEjmkCsWzpkqcYp15RXc1x9p7MyLyt0A2gZNEfNHc6hzARkIGa93U79vzO/yBntdL+gLY/cWzeJu
y22aLt5wZNHGHOksFJJJMAdznY0xEWCUKj5zMZqGW74PhJ2j6fWm63iZOb0Dwtoo0bJx0hZA0vHS
Ql6/hYtZFQ0nwth1JuqT+KW9WJLWFn7eXw714Gh5T+krnWAZl17RgPYLae4rfTiZ0L4Olskxi6g2
BzBNWexU4lVIZAcidlL9JV2DoNL7oC1/5KR0BPGYW6bMbcMOWt7DzSIT8KJ5DDkzBthQ23PcjRNj
6qAfT/gpaqtrpmM5ekVfntBmzdfoLKbMttB0bDfqztWucpjrkWEjarBqfDstDQQjugUmxNsx3oAG
EyNXH3EWxuX1GmMNQyYU3JpgaPa45sITBrHWRDZ4YqwymA7xxqfclqrWyXkNy5K8lQvSa+Kss7gu
X3qaCoiRDcxO4ln9GvJ0XsXkM2+Ha9pZMGl2ZWQZsk+T1Rs0iTaNNtYwxmom85E6NTHPhbPFKDsR
1qbco17Tdfq5zHWwta0fF4rV4YpY564pNSBZYk66aJSg26doECbRspVDXftQSXqyLuZuTVfny2rF
y7yd+QzwMu9ZIVH8YHtKt4ilhrGdfRuzQacP8bSq8rTJ3Eq3ZCqsCUgqZv3Q4+TlyluTjBKF6E9O
FJXRN8oE9iPm12r5ks+uKQzlGdMIWD3J7oMzZen63KVlPSc48LgwAjrcux5JrTZlnQ1t7C/yHH8e
oeS+L9utfF4UEt+fnbQWzcGZckdaeyCsOYPdKcah73bInIztPSrTG1xlWbkQcVshLclBtq0I2+p2
8V5EWi3OB6vRqvhaaAcSlLe1oN7uEqvmXFfbFIBoT9b0ANltTG+mTJp9OTRZwaAvigTve7pNBUTF
YIiacu9lA3SysajKzj+tLRFL0/bV2Y2755j0UnllrmbpmS0W3TQXlmbkSB7DwB+ObiVtUV2ilTFs
X99uXG9ZNmmAyXpeiwSv9xULxRMWkzfm3CqzuCOBD8FGrQYmxUhFMcm7JmRRDq8X9Yz3bfev6395
zaGc1121rJvvnWaqRywPSTW6fHm9X5TpZlLNtzz3bUuEdD2TViu7NmvRokvV/kzZoPuqaMIIs92K
cCffurlRN8OED8caQSZnTmd4WxjlscL2uZ7e0hGTWstCmWgxlFtfXGpKZMVN60Q5XOLastv6PJwQ
SkKNMltMyPC6xtyDLC4IfH1MhzGbv2yRR+cyk4Ief+9UKRCttEcRl1SLU2a43WcruCYEEDmK7Dtx
qSJ0bbjnxge06tGkSbiVzdUjWyrIAwhwa2/jduP3LfJV3lrP10xgN19nZRttwU7a7mZTPgnUZh8o
Ry/DNzdGy/gbucRYfM0jpYpnWcQ2y3DoV1181YUloJDp0MuHkvMC0tyYjJtt7lNyncvOxkFha9Yv
3Vyb8tfStF3wDYsP8umzdKgnfs5bbRME7Wwx8ZtmbRsK1GvxCLgNPBovDUq+xa60OjMcQOg2EbQn
YyA3UtLnL+DEfXCt3dScBItwGqbqLYax4yLKE/kwQeqypVAYSawgZnGxE35vVfWtyhrFhAWv59Bo
uzWPU72m873tmttGuoYmfMViIxf1LYdNse/YEtDR/+eQNkUnhr0tzRpACpQySDA7Y9BD07RXGmnw
Humcy8ZvzeKTxmKei/pIRp3unME1BQ0VdMPAlwUiaxUdSYgvFfvAX1IW5hKE5jwoKQKjVj1Y9cri
aTfMnWgHGeOyi/fraw2gthsqJkLEXKItmmTWi7Shnw9GsNCr/hDpabI/Givp4Qjc2QXXoewchi2q
yLEeM0+M0+PbmWo33Y/i6UzlGww+TLv1a+plSkCSyofZDFq2joz1XM9m0Ei5zTCl+WIRmS2bXd7u
+OjQJRyB5tTshbNqTk3XoxichJZTMxi27MWgd0O5oK11WGI3tQY+gM7WfPFWBijLwGQaFCBKgkP/
VsujDkvmoHVogsjbZTGb0oErRT0GhgjFtTJa6C9XoPpf2aBrsJ6Fyp0i0uR1TQkn/eDPpjqUDVTE
TtLpZuZFaDfw9Y7SaJQ5O5hR5o8mankminnKh8a3lnnNhPR1Y+oOmRWYBL+WAPrPskVkGs5/3iDs
eSVDOdVaJetrpUaWU+heMu5td41IVeZ+22SV2eReYtmuvdyZYai5cTSjOPh7RMFAKj/hxw4cFHCf
wIlc5tUGuvsVgqrgNs9L6ob/cylvM9VnZ4XO/BptoYxWb3iVVWVqDfHo11yrdW+KKb9/ih+Cf788
RmhHgrpXEOGtBdJuYI+fen409ro9MDxM2zWGPfcl7N1B9pe+PcS+SvLUkl22c2zlkYeEY7G1sCu9
uMshI77tgZHc7bvtLVgiUYAtijWZLQuKN5Sy7Mete2FuLzIdWsFLvizRYOQTBa1qE4GsfKkLeCW8
I/1R5Us6efz3bZX9/k1/yOj99KYur2h7GMLG0APoLvrR7fLTm6YONQwy3oGKkR3fRC1VsMNI5Ks/
bPUigCKXfLoLuq2nepAruh/iYryri34IkjwKt88IZ+AyHVtFgNOmXVkHL6A0mDgUDr1dTu1rSbhg
+A1NfVJbf1gt7wBL8/BQISK4Uz448j8aasWqvDluh/5YpmM03ZXzUoRpouXinvnbop3nDV/Y5Wbq
Ntl+nyeOFPpKIx8K1/+i4v8BNjU498+L1jyGA3PLBtEmo/LfWz972rMtDgN1lIsjzxdOjrtxdnGm
5UaqMvonuBeKQ0Xa3l1W+DplFz7AWA8UkaJlVyv8C75XsOk4Jf/wZL9qMABc0nhlg7PzdIAmSLL+
uo7z2APximnoyzEIHPH/necwySpVjHsR5l29t3y9umeVypsxKWlqAh/ycQE6VoVXhY8QntDpT2qO
8IeqrUr/ZrEjv7wJ3bge/qAf9ONZ3q3EEDpBjN0th7DzHt4c+7VaQ0CyYzeE9ZMOxzCH6tpz/cwF
CM95LcS4TyN67WkwSKGlu8EqspPTjUp8DFe31mQcbk1xs55neKh+fgxngU9wloo68TyYtqamYw0f
dLqFL0BUcjmHaz/dz6GtqLtJTL4o503BObJP2qNZoVus4ip2iLs9dOBMPYTuPEqubB7fEDYtn6LL
azMN679bUOE/1xP8nZD/8R825TvcOQNN7jv498dFQGe9s4eK/pmKw9u/dZk8ur42X16GtlU//T98
cUTC4rss6cBwPX4Je1Gb1dPkjkfd1OW8j/1BcRcJsvxo19hOnXuIMFbQJYTWf+gV/A87GZMElmoI
EcnzA7OQfwpDIUJ+qbPlIxWyzV8e6sIPP4LU1d82zq74cwhtztlrpF/FvrYdSthrCn7yh+3yH8ad
UC94eTfEMCB6d/i0XPw9Gi31kcuAGo5qXMSYYLlatEnni2y+w4w32pduSefvvx742IdF4xlgn7F/
d94ItXRzFHX6KLjqBEc1pXX6fWBPJ3QWAp/SMiGG9tBFcf8HCP+dZPuPEAHdxmXQOXBtvvzXkW/L
cmyQ0xyOoT/W9j4LhsWwUURMvWGsz2Kus7Qa0XLcHjMqRdXZMFlBk4ihTIeL1rYZnH8/FlTlsB7w
vIB04N0sFEPb1U0+D8SBtvHp3ou7b1VUx5fKsazu29QvwfkWLXT2/P5736UexEroCzSsOiK2ody+
Pwm3rrG73uckhDs9R/t1aaLHvnOGx7lTtEeV1G+BXjOn3Wi0Cazi8Puvf0+l+PH9KFPguMAyoN/4
3a6Xm5AQw2GCl6uuYlinjZoOUxnKcO+BvyTCRs6x2hVOR0sVvYbWDcLI5QVkh20+d4lDtCl29KWn
perpnYSIHxx//4j/3B9meOi88eAJ8se7Jxz7aMRrJ+cJpVyXPflutH7aFmF9iONUDJ+smfaffRRN
f9KJ+U9jA3EK9nRIfIBP9m5NeHUejvG69UecxNXjmNFbT7nAcSn5iZo+Jsz4lo9lrF1ErYoquBjj
oLnkiuLc2bBNRq7GovXzS78t8xdnnNLoD4fXe26OmTwERsyTQYaBLfTuoO3yads8lDyPWm7lX1CP
6fXzV5pqDqtT0/csfaf4LJn4e3cVxYeKWu6UuHAq/tSf/M9ASiBxQlw94eMRwt89iIOxY9d1dX/M
4iC3WMt1RA8TaKz1oXEowtDy56NMQzkdJsB5RiPzofDszL3//VJ51zVvwgoZJbQgcnizWt6HFeQt
V1/Fljoi1bnV1IdGdzsUUwWYAV9ogrcypNPXVs00cFr2lH5uSvKg4wpl5apcwg0h461snuZahOOf
Qp4Zg18zjTikWdGlnR6+q/P+2fIWt7XaR5qAbCRwD/kUVZcgPf21su3sgtSifhp10TxZWFh2e9/S
VPAzINczgQTst16q9U9mfT/0pn95pJDYI2B1kIkjXvM++Cz21HbLxHDR5+/2u3lo+yesp3Bt9YWb
BfDYI+9srAL5NQIRu0rpD4WfhJEPtYa6LejlV5rhmwjOKmkx3IGD3xTrQZctndFbXdvHcXS4zv5h
mn+VtGGaOSiD8MdMB0javOfqOes2FJwH1dGbgw6huZBLtnwaxVjne2LpGt7rZemWv7WbQVnp5yLK
bynnLP1nhOe0tXNq16I0/a+fijycbgbfNmxL9z2RkUJVZ7lBLY8DeDqSLMtQGVKL5ahI3jjouwbn
4wi8zem+khc+V+1GUXqbxzTAEatut0IfYfvTev/7B3NMnPplmqG3ctLaxPcYcvT7620DFWMKPTs9
+FCjuJK7ryCvC3LFZXwJJ6qB7RsBKVwoW78B6q8Y+Nj5/FNhd4ZBVtrlNZ/DvKeje0FfApXO3vnq
cbVAVAcF+OXkxUNh/x0EkSk3qyEyJb/fv9A/ToRIuI5AkSJywyBgN/2aPKxbLAEK7fhAqRx/UPgB
dkthtUn7QxnNRuIwTV1kn0eamJs/aGj/I+Zyn2Ew3TjgxCTkvb+kW/R/40c6p8c0jg3UEtbVRAHe
9QdTCUJ80HAk3rCMsMIqtdmNSit4Z/QSGzjHeYX1fz8k5pV/nmLSdcjQBBX4vAzNj8viT5lsh7bT
OrbOdKypu5dHy8FJ7twSW1ahCJMF10sOlRWIKreiMzQZmuxPNFGTKv/6AHFMNOGYFI5ruJm/zolP
vTdsaQw4CksJfbVEG93g9br6f3vObFdXeCUN+hYaD/8clot+zjNTAx0aKmEfdC3G+ZKqoezO0Pao
VnrT7WX7vGEWt/0heJjM8ucHjQLihfBIKGhrIvk0R9lPIxVGFQywdNXHrLOC6EhGiQmdo/JhuGpq
XT00YTctf4r9/9iBAZODnrKLoBfB3RDTf/5SXbmLFc5cNEbUWKPryd5k8JQWpeXfUB+etyMD0GYP
UzR6yBj0TVpdKQiJOCY6NZv1NVL9qyYD9LT4//vGlf+rNrlffuj/2Kzw/2EPzI/c8X+vxEZE7heR
t8eXAtLFoF9+UYb78aHX3oPQ/y+uaVz1RSRMC4FxJHltgwlCWl2YXIj/Asa2b5qV3rpgPPFfhscd
ofQmgpCrGlv3rfMAEbgAfj7SMRFRWZimhH+l9PbLyoYz7vEEsU/qE4Cn+YFJQH5a2W6dC7wjnfis
qT0UoUIy+g+emqpLBXzwFe8SX4Il6PZQzOgQliWS35Ga0QOZU8CsPHCeWkCRQxbSLRtTovgw2HUW
XHYkdzCaOrl8Wken+GiAk5vQyrbTFgAFFVDGv2ZzEeyEu9YgykLToTr3cLnQZvl9lHNE9GsWxUvS
YOEKpBYINDaNFiY1+OklU0fZpGmLOHPmsDwJOXRPDG44XixhmopjakPPS/2QzvcgDfR0rLr0AnNs
iufbWv1F30CzBx5278Zom8+wfgqf4UlnD9zLhxFhpZk0KPfz6Og5MrvL29g5zY473UUlfBl0z/xe
gGZ5uXdE2Hi6FdESfE3hx++LSiKlh0zoZRdtOPqkKI0JZ9ildd5/DbxFI7CQuYjeetHLUjmKjng9
C3gQACy7PvB9XG2Wei7OY3LVzef+by4ZzbfFi+R33Q6VRhavFmAmc9YDnsG2uPM0EFAfxtUlWvTZ
lbDQi280xNddTTvxjVsssBiqsVN/xfPWPZRt4KL8J1T+V1s28Sfk0ppDWK16DzYcZwnsWx8dSd8b
jW5dOYl9R3/JE32/wycup05xLCtuithYFZAkstTIry0hYjNzUdfPqEj2Sb86Mb4LiNocELCKrqIW
OT9y7gKRYxQQslHkey6jOumgR5yAhIrbNSrbs3TMJP3ddvEdENE6NGOeXkdp0YOBZc546Y+hc+VQ
H9+HwKhXAo2gxyqUCEFsdn8q07K8hYGKYt6A0odqDZ6FZNBn7UtaFddlqv9eQFA+bWkm8GAbvatp
ytABKFz17I21OLr+lD0Zyt6+kxt4xspVHbCssI/S8+FolH2n/o6RJb1JPeBdFsyUdFbWSQiXgOSV
NVK3K+z+3EKV6robh/ZsxcNsH42OPmIuNbzoKN53Y38NQngQnrcliLa1J1BnNOciW2Fk4bg3DRWZ
fU2Zx4cyjDBHbJ1XYVsmahPZMcdI7KKxapQvOtf6gD2neOYKhJBp6+qzFsqZoQHWX2DOh3dDuK7f
a+nKKvHKVT50W95AwCRHSErp6T3Y8XS5IZ81njetvX4OSwQy7C3KkDTXcSngqOjt4LpIuEFzJhJs
64fNc/7S7pRe9lkHAcvvvyrO3V1Qo9Tgul2YeEaVUFjrrR9Y0Tc30lfcRxMtYjSopuWo/BT3uyFT
N+SdaL8xZCngKboz4I7B0vgXQHIHkYELoidxrjNx3w1el8h6+ztovQ8jmmIdONMl3X71ESsosixr
Rzurpuygpo+zI87T2PmrrwooYbAWLPGA9vX1FmLIWiEygZfU3VLJ51avjz0CVal0H4FFHkpZ3zu5
OhWjv4vdeh8V81kwyis3QF0oXYZdXmQ40UP+3JUNSmhZ/9g0/YtVzM99iHRcyGZHhsgHzxNnVfq0
xv7eL6evues95iX0inzVV4EVtDdWz11I+tq9HZzi7zWHW7DjpnLdaeuSyvD5ZHU7MYiT8Xrc+m81
WKDxgjjvXBHsNHoOChJVElTDo41kDhEpwS+PRTgqYwkZXWpZcd8o+kdU8S6hpuxcezlQ1Nplm3+y
FUirFDsGNZfYzGj3kG7uX1UQIL3SBfpqdPOcnuK6PDVR8+iVqX/eQ9Y+6bxQf7k4HewLeqMoD/sU
YdYbodtPVpFH32jLsE5B758XM7oWxufBhhv8IPwJrk6VfXRgbqCnEydUMnaqys+nGvWS4uPcan1G
Xf3QBlgQlARMrEOSrfviw7elDztLsrL41jjqvqjdLtEx4V0H1+tc9YdNgnBwY6bf7zFHFkLmjyCn
SCqVzd+QSjaaFhxFV0V6RUmfvgIBCWuc70MUN5qgPpP2mAiFZGTky/MKDZQxtyH22zfI2F+FXb9b
o+ly1pV1NQXI9qyyu2Ny90sfnfLJBUFfgAm6fLhHKWtfYNBs2goOTpAfWkT2kT7c0AmRJoc7QOpP
fBnRex7T4I7h+rVDpJqL9s7ZEOeyWigUDpblYSA/ZTL4hI7olRczV7J3P0KtpXeHrqu8vil7cSfG
uNjbUXGOC1q1s3EJAVnIE8gQRnKfFu9soQ+8kDeFa92wqR+sodvJkN+WQWVKZIx/dDXvWngiuwiN
kGFz6gMN5TcTYjk72XU38zRddtb4uZuba9pdjdE96rCIk63LkqR5jGQ3dppcvKydioczEKArAYDC
cg3us3G8QErlGrdsCDHWs+82lwJCe5F72y6vgco4LALRotgYrochR44pa90Pczaju7LFO7tDDTSk
1J/qQ7MsJ+0/OdqIdllhn8hljA9+r5Yd3Jv0pEV/udT+FVaQcIq6b+yvfL9k0k3QIQoR8UErx8+K
8pAT4C+Rg1dJAaF27zTLY96hgFvadDWhMWs3t02rl0e0tKzzJvDuK3/LdrQMI5IGoWK30cC2jzGF
YtHPrB548axvm2MwZLHCDToVmz0x/6YBj8ziXNrNejYtqN0NI6UQ96WbAzzQPTTM/Bj2dRyvYaJk
WmLlal3RmG+xcIyoriya41Sq7MGSxJgh6ZbtBV2rexhWz0IHNxt82Gc6mBZaSNPoKWqHpIyqIy63
qCqF55Fn5M0wcI4LmIFOvKuL5SpyYdjgOlnSGeMxTYMlb2vb7GlnN7brtZdBPWzEc2iFT95K08RU
RknsFZ+dOqeom+bl0a9hiYdLU9/oqs1xeBy+hEF/uy0puqlYxax9cJ5tnEibOIVCP0cqjVmIxcvY
w5zRTnTUaAsoAf8Sx/GJrqMGjoo/ETg77++pCZ/aFd9UeJXTfuiqr1yok1hbei/rQiUD5g6b1SOX
VSjyq6x6GDPnA1e3U6PkLVaED3mRP1WDvEgtL1nDnC6Q5nYJ/eq66R9GezhVSMAtdUzCghNF3jyu
CtUf0cYtKyU+y+f8vISAxTmmUIpyHbh3/hNP/DkGc5vSFhkY+1jOOmds7E/YSsEpas/XUn8v0u4q
1uq89wAs+vjzUsj7zrJ4rQiAzvdRftP3blshqzgrlM86+SXn9rlrvcnbBVZ4noXrhYD2NNQzsUqz
8mFypGfAGyeVp0HSbyKBorrfFlQ3a9iabY04UNhcDkva70NDw+tYqOibfpBLrg6qUJdFhBrDRAQL
FGX7gFR/p6z+1vFoabU1s0VLLVy7ftxbhQp23bogNrw8ZH1D6/uM4FdnB0cq7helZSdwJ53nzA+R
UxzlfTHpaS+juTvZacZTG1oBzEe4XkYkC8E9Wyrv6NUtifKGZNHkBRk6rcXT4qtmH1Q9xUBxmP3x
IMDsz6IWZZ7CQd7RijKoLoNwTrIWXeKQbB/qNf+kUc9DYeLcqpo7bITR3COi7EYdfon7ms6FJccz
A/kyGmkkiBlBdKKb5Oi75N2tzL6WaefvIJpWNKA4h1gpOwlRf0Vp/C7dtivh+fO+DZXRnAwYe5V+
Wzp/D4HoDk46Elx9aJ1VVnFsVocBXoiJBepNGj/K5lM9SHk+uyTgrK0LKBTDc03qdsqy6ENK31ky
9f3R7pCpy9sW4lf+XcQFLNIGGUNrvO1C55kS9ikzKllGQ2h00OYyizIo6wuVY/pVxOHNQhdM2+Yl
6staoUpoX1k+RQu37r44C7ktxZI4sXskx1rEf3eAEPUOPuaYZNBzWMn93ablM9pAJ0o3V4iiJzRR
JFLXBN3wo0ptRWibXNOkWO4rdAOHpXwKcShNqJYiwc9CFat+xocTabR5p4INYbPpY5BtCeJVt9Cr
TlItT/MScaBbZ632/6YHM8uGgqIw3imY915s03KBefA3SoHTPsulyc0uYAF/ppsBxZetvtjccE7g
X5d7paaTO/jDSzemB7TTaBdRDuzKfv0CcQ0+YbG98Kwv0X8zdx7LcaPrln2VfgGcgDdT2PSZ9BQn
CIkswXuPp++VdW5HqTJEMe6sp4oQ0wE/PrP32lP0iiz61CQ4rKRKLfAmoKrMy/GHWeR3yhIfUC/N
rsCRCaoW15Q9Q4VwpFbhuzHQSwirxFo/2vaqdEhEEV15E3TFfCg7sXTUJnos9SUOSK2agafCC2tb
7GnqckRcAfPUAnmu8GBHXujoMJhBFrudcm9G7a41IINjKfWHdCC7VEerb4utzkGfPipZPzhplrq4
5n4ymrKlYjwQVefp8vIoiPriNUYfKLgTWqW9z7OGup4jd+gzd+hIhlEhDE442YIBZs5jDqSldLtc
U5BS61a1mSzuaxv6IA1jYb5aBgm2UjxkQW72k1+NsrUttVG/ayi7vXaGqOqElTSDVQnLrRgbhS8n
SRTgnlD+gnMtv5hVzJhcmox1g913Y1yNFD29BPF6M64ujEzntFMzPLjE8NQMvEUB+5UVvmu5rryK
2ghEgDKjzO26DpMLHZUEHXtu6GK7GFJkXi5G7RSmpjzqY0E7N+IfRf4vKX9ldBqcGYmU21QN7c9J
H679BFLia38ubStVaDyMUdLsa00rnOd2zD+qKYRQViXCRkDw5aFOm7YsKocNCWQCkikdmNpcZlC+
wjm/Z4qi+CEhUoldNaX+isVwJJlGFyK7kFDF4N4z/dLqDH8xzOZD46w/VCLeYPIs5PCJeLHxHU/F
ssPIWL/q8JXcKV8tALr5Mu+QEI0ZMFcDUt0klRs5KcOHtK9MP7EEZTOIUfyBNRh4dGKg2rMVYSrM
TSLigcIN00AzL6r5J9YQAWQ3Q1PZCHfzvExeZZVFwAJhaTnuWh2QqTpfKCcGy2mrWD1FwoqNhL5F
QxSUcFrpFMe48RTsQHq/6QExPE+NIH2v8K87c4LaobSMB9SovSd3GUgULCUoRpVtHmfPZiKiOe0T
EWZ6VwusgCsZDlxcHbHXzwHSTpMOqxqDtOuuwwUBlqIm5Fy0lS489Gjn4BY22QTWnccd62VL24X1
IMdBaCjtU2KZ8V/TOo5vqT4r21YrAJEV8G41FVflOhTCUQwHHoXh1ENVk5ADYAu2LZr8YB7j+HvO
id7QfS3Ua+uYG5vRNLJL1hnpluVrt7eGaPZJI9W27YRucUT7v8FEhTk216oXdFLTd73rXwCzB301
7SN6KfBRZBjhlGTvJSop52rdWTGo2HW4LrjE0HKWrNUX2E+E8cyInd7VuEr3aoVAx64VikYgNaqb
sjDFdZGGF10c0I6IQ71jVdYcG1XPXJOGn7c9P6Y47oNW6onei8zW6XTt1Cj0chWM5qmQ51NfDkTm
ZcJkbLpo7PeVPlX+2iEZh8Wfu2wD4tdqlOaAJ0x+16Cs/5aCl9jq6IaZSJXyfYcW6dgM40K/nBrx
k8XxQchwgtIXSXMKXFPH66QunUHvZWgnSHiEtLAmguAuMzHDTZQ4LHNBUBmJ/FeRaOk3WgjzY4jq
xV/CiRyuWgVpRb7wS7bI0SPbgNmtMs04q/1kerEpJl6t9J2njtnirDJWHU4GqaGuibJdWBbJWTQy
Tu0ZAVLbzumLCl3rkslicTYiLcKInIpntTKmO8zk4yE21vUtk3jS6fGg3cWSuQSgGZa9OlrD2cIr
/8bzQaUyBpZNnLs6eESsYtGTtTw51uMVEa2zHfoYsG0+oN9mbocB4IIHQnXKTpGfGolSLpb7eg9e
fXkUjY6nDJ1e1zlWGQnOuAJc1tmt+2sSdthjunFPt5JsLcgqZ9bg8F5yEssLTY3hCojyY13GUBHD
KvUbUes8fbbSzYBdyx3TZqjgREr1d2FcsBRgdPA68C5uZPCnwaWGTg49Ahm5WLwsZrjuC6mCIaoJ
ITzT/lxPxYPeGElghUR7GSZFhZwwxWnJP3xYjW50ZA3tAstzjc64iq6uhbV/jdcVZuhoJfu2Kvun
ehbVnYSmkY15GT+sg5l6GAApIE2yjgxr7RggoH57DAURfpkFKJJibYHxKKBEvGvLKj8obZS9ArAY
B//q1MJWrYp+FTcR1Xw/CKcqWeJ4I2Orc1iOxtzdUCAdxJbRnmDSTvSnuRX641LlDFHxBpCjo2Vp
07liW/Yk0FfZUxLmHYpXy8rPDWKHGQzAtRdEl8cZWTLAHugA6eBVOlKzNfXHol41mwWo4capSqBD
HmtnlsTqFfxcGYDIpa6zLYvOGa5bg90no/7R56XxjLDKd0jA63dpraWtgt/yOuKsziggeCgIrSNh
Zz2VmdbfF4shvZh9P1zKrOWICulmjy2IR7QIiDDyQor3mbqGDwSilQHBN92rXAjKu5CIelC1ybJl
c9b/mLMifJ/kWv4xJKL8UJuJsCNsBAAuB1+c26ZglRT3zGdrv8mT+RnvYjKitedEZubRcoVPknkc
1IGeMmkm3C+LbglvZh5V3zscoz9CiXGml4Z5uxktROz2gr+IXm+6crqz3HrMC2H1e8wXCWlNM0x5
XMy6jLur4bgbQZeTITyV4VZFjkkJGnU1RX0SwTFlwPxgyvMUTMKiXeJUNh/ZQlAENMowHMohIdDJ
uFJP4wyMPE/ZNt20Y2Q9601meGzJYHQwINdta8Ck4SEpGXerVgJGBgrOrrUbqlD2RgY2+2k12808
wFfFmQ98slPUt7DP5G8q7smAbxtUyZpqeKjGMGXSqC/Fx9UntJ1LKTxPdao+CxQoZ62TIrjw/H08
e4m57aqUQ17CifDUNcyPfatZk8c6l4DzxgkxN2jndTwQV0RDKjmNHgmBhItgWzYqx/1Sa+1Dk+cj
OWQ6zgzYGMu5XWvhCK5hfgeeIzO3IrUkmevKdDEWyKehLqdLtICoLycDswjuZ6R/ed6CcbWE0rIV
LNOPjWAJWxEAzBM+AWG7gE3qbJNx6quZDh/RuFgVz1yL6fGSevXk6gfhGqYCONccy0sIbWAjROLq
WXiptotUd0EzbKIZpjYFtJAxgg/FE0gSY6/OYl4yZUF6jqkVIDKURH5RCYw/10TliA3UXzFlAsQJ
9hENNSNpOO9HRZvbx65u6qcqEhkdxcK07taecRx2hoS8H2A1njkUBji1QV3PkxEaDNniUfbLqVqD
Vp54sqvUV2WrUdiuWeyCKcieaOrC/aiP1Z4Gs/VlfAUPkyVIuzlvZNzX6AzvGJ9VO6WG4z9m6rxv
rY6Gplev/VxcLo7UFVwVCrPJuG6Mh6gKI2p+IRke60rRX3BL68HAZ3rWJq3c9NPsFPkyKLD0o/h7
uMaCcKwmzSiOWlygAyVg7jVvl9KLrQb8Rc4KylbVxLoWGCamG84Q4tySQQ7QBUTzM6Bh/UyLIZXH
RdZkhaCkZc08SB6zX0ycOmfEAdXZFOvBsBU4K8SUgMP+1lVa+t40YKlsvYzjfVJ3/bOcCubdkGNL
znEqv69pXf4swNEgHhkGtEs190Ruqd/GbkhG1oAVZONYrzazUhhb/K9MYiVWz0fAEfkZjcpwCtVK
2HZaOjh5osZnGOnKoRm62G7FEZNHLtZnpkxcWb0lf0/MVC6DvF8o8mRV670sGscnxmIdeUtJ1Hlo
bhTHXEi2pD8s/EgY4i2AWGmfUfM8cX18dKBLztB7KAJTq78Xeqt/XLuR4cusCvVdwVETu9KqcCnk
RVzemRZrB5HJpQtbnl+4akePJUD5wRahCaZyKWZ2JsAwhUHg3unwG4mgTqbikJdM7UNjuGsHpl+S
huWrj2vRAyMj71gLgo/pTSX3jK6snuJsQKVhRG1ACn0DW3jJOlfro+iHNply7skJjwdpbLxBZ2pU
NX37zu+q0JLV/V/GRAhI3wviRce/fOpF8NxSLMuwDfThWE6A1DlICU2gPSAuRgI7QzXTYuXNhEsq
ro9WYj22xFbcF0ZdINXR+xlMtaiR7cNN5UeVtj6h5texQBjTBL1HK1pq60k1W1seTWG7rmxEhQ4D
v1SZ9X3Lw8+BWdq6ORbctyIxuzcOmemg6st6FNNQ2cf0NQe4DOtTJBO41Rt6/ZbFrfyqQZ8hP4ol
Bm4v6bEMu4/CipjSVnHo14xUDrLKDs0WGyUfHX6J1cGMPu4lNSS3Ip2V7wvpCVgC553c8l7zrBoI
ARm7ZstEer7opan2Tt4xAQSvnYDIi9u0OIR0WKs+55cUxgAcr6LeF6JB6EhWAsbnMVa/k+A0PnEK
MeygRQ1oraiu5HW/SGblYkkrGf8pH9jgc9MeCQBiO5IpbeG085JcMwx6X18TmG4UK9Wz0KrSXzq0
notcsakjg3vxaW+nY7uuo5ei9rb7osNi1kISMNKWy0R/UdTW2AjKqPhLJoWXBIUulS+gnKBRBNxW
6MOK09CxfgAGdMqTRn+PdPF7Zsbxs1Ux92pDjdWF2AdawRiPlosde2ZRK3XxS5UNxAWY0aI6lTCz
e9L5sZl9L8yDVoous1aAXjfmc2Qx1sTKbTgzORzGOGwVEX5+NpXHKcfVylu5H7tW2Y8Z8zjaXxit
4bV/HyRc+vXyAjQTiAeFl40kZvENlqZu1pR81UMbGO2kP8xytK0R0dhs5Fc60dWpYqInsElEYfvU
5Ku5TbEobikydosyvwljf33veS/cRal5ztP6NKUlOdaUhZX4FuJ+NRvRnuV8O0vWfTqXd+nUHtd0
LfgqlHxjWuFdNLTGs6SsuROXY4hvDvy10OrblMpTt8VpFl8oO1t7EFTGPf39pDe1PWqC6LfC/Eiz
QVufV4E+UVHj4i/eV8bNuzVdYGvLeosnNaUU/JHMkzmxXLbIiJiTinQKqA52ReFbg+fOlt0swDVK
gLq8TBx9wRprtbMmpvJigSxyongNHXZw11FTPd333NKFkw0aW1BFMRhmd5mCc2xJHwF8oI4u0jA9
zDr5Bzitiy3kHNbAplm8seSmp84xEzWKxhJo0NnAz+oJZFIe9CSxbyz6tsEuFflnWs98CLEKDbta
hSGYFIFTsovzOwQa6omWlGFvay0oRvVwPY2chcFsFDseWONLivLI7ljFu2vWM8qnM9/Kcxw+i40u
+fpksTnsVZWmIRMZu9gyeiTbInzUl0Cl+IUwdvVdVAEo26CKi+y2ARA+CxXLNdSyQWqmqzdfPbHQ
1TmaHYwLPeNlsW+f0OmuTj+u2X5RuuVAt0im9sJUFKrOnGMGnIZXi/3hB6pR5mNLE/Vv4qJV94SV
z+yMsEMoa7HsGQWXoqtplbYtVtJouC3i8igKxBs7vdYdeFRPT7nQ4fRFgPNdF4aOGR9VhkWER999
NHWP9Qa/7wtI324/LwbQeYCw2tZi2RwA/xiJaEGLETlY1BVKMBGWS4koBiT7dMWA4EfMB0ek6mDA
skzSA7O38WkoxxSybFqg6u1UqzwsiNMrL+pnOdw1kYI2FlpyW/js8cuUwmrVHnJzTHcE1ahHw5wy
lv6ZsCXtZGCrNEv37A4bxgmEglCThnukOQK5dWpU7EIxwQ+wKFJ/Dkmfoata5MTLMtV81mKD5BCW
khV3TBlXzzk2an+sOIjhKpR30ixJBCD0RCiA/5KOFIzqlsG1EEN7rmS+ikqkQIuRJFt+AfPCY3pb
oQ5SERHkFjGsem8aO7E2HvPcZEClxVF6aulL9ziNEz8EhAP2hOTapVd5wIoieY2Z8ROMfnJZc21i
x4v69KwM3IDOqAiErBh6vjdKKWFf1DfntOYEZOk2EryYC66eJWA8ppzPx2KR9T8fL5nU8W4MSzbJ
cdQInmlMy2OpDdUTDK1og3G7sk3L7DEWauFJlMJ6E8Z3sVy9KWXyojU6UwkzBiWmieNDIa3VRqR2
fYUBIF9yOYP1X2bjWxcLctBnqXCoy27EtCxWulPXVn5Z+zh5WLqhvhvN9YecMLUjvBCQCI8ZjbQE
UVpyxYY5wLYLw0p1j2EZJho2/gu2TYO8E9DcTqQY1vuUaPk2XchBItFcYsnAGSY0ovBT4jd0gMjG
zwVdqM9xoGyjVhWdLAKJYufKGrMelfSj1VUxEgRr3NVDQetSt9IPrBKGy0ZXOwDL7nfVOJanpWjM
LavCyI+M8kccYqvDOF/YNf0i01Veo7leS4NELguKeY3ji/gMlfxer5Wsnxj118dUjgFjmoRS1023
F4w89+jAl6NZJOmZqbH5yOpcvI/NYbhb2OocExIW8KyugAUHNmN2DFzpAf5Oo9qDkVrfafBpnxq6
3ytnVr+b5ZKZ04rlk3iNlMbSMJdyA+TJ9LQF9ySXP4qPulefu6iMNjT5MaMmwfLpRzdWSkQizlyJ
YIxKN3z4zbGvWCXLtbyWQruJWQdh2iWnxFyK+AREMCTVYtDvxPG6w6SxWwOjIDEoyZQUbl2jDQQZ
DTLDv1yKUKiiUrkU+JwvQxoPpwl+5zGdYoWgJoslv2iYxLHlBRsGDOFOkjfdz4LIopdB0Igd5BtM
WXVMgulVefGEj0h6YRrH6Ayw0gHkB43iWjdeNSEPyiPGKiw7jUOi5P05nYTRr9usdsxeG97DRq3d
NjFHklGy8jBiAt7m0D13i9xyylpGfz9oa3lSCB1zm75H8leUpKBlHY9PBUGf6soUctPaSKj/rDsl
VhcXHo5yX9XZcoSpYjhTbTbPxuQ1aBOcsO4vejjN9oBaQayB39Rom2CsGCrpkvqIyV6z+MooT8J9
uTJlGRYRfn+vGMk+V8d8r4/94g5KkiJluLbMUc9fVdR51zZd+XIlFb0tUcomrsr2RNi1Z8moAXRF
Tfa0rkp/XrSJLJhFLL5JdHlBVK3Na9jF5osOUutDLdprPUEkCgq12cHTLpEbJuVPZAA8TV3hzvQR
ZxMi4E4Ea3oaxFXgO27Uo6z2sw8cpdkvXSUErORRLOdjdWHmz2eVFIx4LmMjcctcOXw2UnEO4JLV
EPxQYPF0burzsHI6tigfwfZN5XDuGsP6HkexsZGUpo9sRR8AVRpZ+qC0/F42qy79yD5j2li9BDfP
MNsJ2pqM3xWYf97aiZUoH1jwBpdh/9EaC5XJixoZiCGY2tTydYMuZIu2G0bKzL6b2LtMWk1eAguv
R0lCNqAKpQfcKvyR4aXmaBWT+QOEWnnBfSCarpRDHwAymDZeuZD3ZpZ/wZKBxLcuj6MIBxDy5Y7X
UfYZkzYPKJmMsAQqz1uHjCUIUX4yAlXl+D7reseifYaHyCp8LlXZdNui0j4gurLR16jsTkzX0hOJ
aLOHaaLxlKbdooUnzDOi/GFXrqoz2UqRyt5eMKXJ4YYhnPvPstEbzf5VNMq8HZOhpSqijHH7Vn5d
kAPLwZRshpB41gnwV7VNUoT4lCWy5aNRaT0VpYFX0bUdTJMQV3toEeZ9YR64iuD/0Z7zPkycA5iT
RGSKRD+LN4ayJJFAZogEt2nxrDhZHPdeonRp8PfH/V/Juz+VZf9LvP3H4IP/HwXcClaQPwm4k+lG
vH39D/8Vb+NL+4/IFw8R/b9qa5TD/xVvU/b8B7o1EmxcOwDkVf7P/4i3Zf0/yFEtrhrU3vx8V/Ph
/4i3ZfE/GkLvq6HrKuy/Sr7/F+LtG0OsgGcDcxhewxs98xhJpiDOonQggeo8H8xLsZFZe9j6vn8S
/ldOyn9e4+aygyQqzjH6tYN+N5ziZ3vyhW+/fM+X/17C/+eXlPGbO+z//WnxNnnBsLJEEFb+tHIw
7sPD+FIdKl/8Ef1Uv6LZi8q/bp5/XuJqfflF8T0xdutXuRMPbTxml95YUAZE9OLp0LZebyA1dAur
nXf5JGwWueu2w5KEm6kTZz+XB3ROaaMGxTDj+Jt4/GT5tV3XOsNtwox06E4BpcpMerM0RJyhBJIY
mNa536em6U2q3GFDTmtvmCTy5qwULKUYE3Ksq4an16HJOdE1yAfjOJA4MV5MiYm/3JvRuyT24B+s
THeMGoMVTnbABwkHPQf3VSfPfH5JS5SbZl63gc5ssUTjS+N0Txu96a2x9q5mBFS9Q4wik+jGDJvd
Vhc1Eg/nIr+Iufjem8h/EdgN6YOcNBrKHctEzKOowcgKgA3K1H+I1cAxzjQlKKAV0rbKFdpvU9l3
bVsHctWXnpaZ2SnsKLorjGgBnpjv2TzxjOvNxKWtl45jrCOdahfVEyCc7nOrrQ8Zq3bSugi1BGRj
8RJMrPqiMN8NQFyupuaiU4zNBApciLaZaJRBomjNXo5DItTCaUFtS6B7kTKArxSebnkokY2tNN8g
/o/HVKZcKklo/+/xyMEW/VX97lr9t4XgnwvpamH65UJKBSy47dwQyicdBBX6zL5dN9e1wgyzSDD2
un43EShvbSOUX3++P67X6D8H/z8veeOKssJSA32ZK4dCmSamBqCO+yVLnXaA5KLLjczYfR49AdbE
F1aJz16Rs+zXD4kQ3RiGhRuSD7jRXaBWSkDCoPjFB7rxFP7ziW4epVckQrNcb/iWTp30yWM6ePOl
4OMIw84a3fQ+Lveqzf6LyNPRjlwJQ0WyKwW28/d//lJveDn/vIfrSfHLD4mdpkFJaa0Hs0k8K8Ir
T6D4SkhQ3KRHxvBeWVgngJssp9LMzQzjm6ZKqRe3a7VrVxVjapBoqMmkl/jaGyAuROWFvs+ovk1C
vedE+eLb+rc9+p83Kv/7jRp9r+dq2a0H+gEX/StrMlvFrRrDBt1rH4O8+eIb+bcx9p8XunmK6Ajo
9FiO1kM6Bm37yJQLYobMdvfVgGqm+woCXBqpKt4buwmqNy5EBMNPhnDph01bPNTZ5c/v5LPL7+ZR
0/VU0usiLAc1YL01TG6pHPT6B8INz5q2f34N9ZNPa95Y+CQJW7yUZ8tBsWlY9+fRFw6LgzbvlB3H
reZ3duIU28GtHJpzL7Jpy/3ZOaF1C6y7xn8o7HK7eA+kjZ52TPXtYf/Vk1a6niW/ueFvrammOJRD
2vHWJDMQRVpkmz69QIs8dW71U6nsVXfKacfqBkiw3fz48zfySRWBO+XfF9oMd3BctXQ9RIDtyDXt
7G4mkLJQbK07VU94H9a9Dmfvi5e7Xr+/+5Q3h0A3CEXPDIQbMIg2sQP41s4ci3NG2UX+V9/lZ0eN
eXNej5GWx2A41oMehMHwXG4Z7DlsRjegKJ/Kzbgz/doJvfgYeqiPv7CJStfP8LvPdntk/w0s0fv1
ADYGI9Z3xhupAibLn6gJ4tNEL0pIQIybAcIBYGwX1wjduCp/cXVbn11CN6ebDvC5RM+/Hsjadfoh
fzZFIMiK6pukTZsiIZ3GdrSQbLx1QCirJidFVfVzzQiaGAlaiusu4XfRpq2Y9t/zVjHtXjO8Ittn
5TeLqbZpLRgY1kO9vK1m4lD6urJlEKg7+srYe023NYetkB666h4fiEwoXZPviQMHmbgT6udOvB9S
biHlLtFe0gVkyPrM3IL4uTuZd1gB3c0S0Qvl6F5aztcQbgG505K8G0vudOE2XF8HyAGZvJfy6pJW
0Q5e4h6oKNoA0o+boF/h4DLoUuJLpPbbuZvcpDR8KdlG3bEv9c2sjWQc31PuTPMRYaBTh+IWeDI/
lAqBUn/Qma/01kASLU9y7LWe0msnZYrfY2k4NvXq/vk+kD85iIyb284ykxzEPseuGSR7TbbFY74n
/nk/JE55kTa9t34338XD/KS/9MfpQT50Xxz4n50zt+SGZCB3uoh55Ui4yMx9AN0jY2y3Ye7pz5Uc
OV3krcXu+k0tzVFU3mb57s8fWvvkiDdubkvJ6JmvFu16gEl4RELvrKLqWexpbZDsQWuOF3QXW4C1
tjo+lygRrGvuGjxBzQzU4THqmtfOul/nfdl2bzF5DszuvNl4ZLBvD2noi1Ljpxlh8uKC4CNoRC+H
wlfDCu2QhM7qGAD8RBKMPwNrjgkmqprSI2fuLm0yGzq8IzEyNrLTGh2kcBe119jdb+18EPUzaXC1
8hAD5iyqDRpKD/XYYZApWGWbmPgvHvvKJy2LdnM+kmiBNrGI5IPWuDXzmddF2DL/X4KBdHIHFjbX
LzkYdvOA4tT69p23aJ7bJxlJiVPI9vjMquFEFK/YggC25wPJNJ2JG+rxzz/h3+ic35xx2s1PWKxD
DF1DkA7kGsX+giuw8MaO9AoCe/epz1K2EWz9YTWfskBnkDO/cMTXzvRXNDgYYrcV8oDurtLPsCz0
U/nV0ffZVf23+feXwk5k2WcCe18PQ1ehVkXiidsWd+BUQgoojlLxrc82XGG2pe9MBl+GhpcJhbBQ
fIEz+OzsvamjQjAi7ZU5cECFSVYIgpyDIglfXBZ/j5t+87XfMqYy6haUpI18SNpGfJvTeN20+BQw
YIHiJ6N0ZAsban4loT9r01neGXDTd4ANLT4twmfkYzAOQWPapD8nvhTqKELDYbRr1eJKiVi0Y3iE
RTdWmb9aOprHXuruZdbw3HoElr1n44St589X0ScPSuOmClsL8AkkY60HCr1lJLgJZfZqwGF9//Pf
/+xJbFwPoF+uBsLYhlJtOWiW3XSyfLwLnuAQbMG5Knk/hY/Ej3flV4/96+P9N7+NcfPYx+FHVgIp
L4eYnG0pfDNV3ROLO3rWkCnhdI9uGUimy7hbbfdVesaa/OeP+dnXePO4T+JJqvOFirEhWZt1BWux
Sji3wJL+/PcV+ZNPdv33X75GaxqrPCrN5VB4zZvomd/eu+3kboG3P/vAlrnfkedzHpmb0r4wD3Zk
952o6oBB/o/sB9XOx5/fiHy9MH73Fd/cXPpY95YYGsshk47q9L5UvlRtcIElb8Vzdzcmvh4gPkPQ
ZdptIOxQgieP6VEQg5b5jehevbE/i29jtAG2H++GL2azf4Nbfve2bloWErwjYVTT5YA5gS3uW2Y+
9zjo1jFYf2ZZ60zR7FgYYE/NFGj1jjCvJA7kZbGxuQnhtiPxrtuxkluMY8ICQfuqyL6+/m/el35z
fzUR2vMh5Xdbfc4D4fvgj17hyi861e4Xv8gnF71+c4fB6FzXYtS56A+d1x+m++6InIpl1D51y411
1F+bS7opPSJVbDkonjUXnq8vfdErytcy6Xef8KZ8YvAqllgluMHzFysOetj8JALYV/7gzHQkWKHl
SLmrAOgmNySu33Pirp5x3KIaULfXLK/mTk2+WYbmtrrd/TAbh8/yFbjrGnb927d38xTX9DUuZlND
sRCK6LGO/bnX+tO67PFmjuMTAiM02EprOPHo9+MuCvSWVSWarUBMTnAk5tg3sUuXz2W10ZRdp7sC
vmY0DNt8POLOAGKLFevSlae4xcSH0f/PP+tnd/wt1rI0Shwm1zfe+jAIvNTh6HI1m+2zvbqcYS6y
IkewQ5f0Wyfaoi3c6m6QbRMHQ+GOnspGmxX8+c18+iPfHKyj1GlLLpWUi0m8b/U5MMxvBfZo4y4R
N8skOoNyaivLLidkq0iDF1SnXUKePdUQoAV7htSTvq0DTxf2waTNoGOqERrQiY3uqtxNAoFJrLu+
OC7/xuf+7qK8OY8zwbjK8q63HbWHQ6skMV6I3PVHc2JFXtmi4jKKLU+i8YQipLGgXn+B9VM+qaxv
AS5FnTcYRSjLqsIdNjIyb2fdyYWLgMti6bitGKDaSP6eu5fsRPRbwNMIaVDBnOsceeRsFqtPPht8
Z29+WDz9obgrfoYnXbjU6YvSSZ75xRX2WaGm3xzlhYLMNTR5p2aguKuLNcxn0eiQFmLr58wlhMvT
3C8uoOsX/7sf5OZ8Vplok0fCayUneDY7zc0f64O5KygFyFl5RBMSqDZm2ku2jR5rR9hbrvHFa3/y
xNJujmBwDPlajry0vtMOTFDc2Us369H4otr8bGzzd4v1y6MZWXM8AoCRDhaS6Mf5AffSi/CXztDo
mAlMp/78DX72a2k352zCHstAqSJdp0MYRAvDndpnbLfHGRmFJ28xmvR7alFKfd374jU/OTy1m9se
/9zcJTKvGY+BaLnqfCdz9z6QUgRFh3nkOTnMzd7A55JETvbji1f95A7Sbm7eAg27oKihdJh2C9CJ
Sva7VXej6HWCyy/xD8r7MF4SrdxW+j4fTIwJl2FbE/lT+NUXBcV11fi7C/aWyhmj3xZmnY9ezRsd
N1mzA9QuWT6ro9qtYQ7Q7XqL8FO+iL6WOQKm6sgdbFMLVMlrj+noW+NPUb6gC9NVNBN35mw3xa4m
bgYjhERKoo2hN8JaSeDfty++uU+qDe3mjgbjCOHnepfhSnuq3eG7tFm+VaD9T18hZz+7mW7uY3kS
cZOj2j+Yd5L7ONvqGcPul0fSZ9NC9eZeNZB/Ru31Xk23ak7PXO3zYPbHreJ2xwStqN/bDO04J7bL
BSw6Av8vLjrlk6bxFpwdtki/rYxXXlA1nJJnxW/ua7fblcGyQauzhe72Pb9Ie2AIz8JRv1RB8gSf
/tnahXZ84up3Jz86Mr7bVg9fntCf3H/XnfavVX9fWou15rwp60GobIPRykl3GNJyQL+KbrXluDx/
VSl9tgVWbyolIPWVWF3PMSAiAjpBx7qvnyHpSF56TL44iz8bWqg3QwtTUgW9mHmR0c28Ymf58v/l
7DuWG1eCLb8IEfBmCw8Q9BRlNghJLcF7j6+fA87EPDYuQbzozV103FARZbIqM4/RMiPWcz1VRWNU
eZWX/dNg1RtWLZxa8be1QW64w2B8xFr+8m/HhJ2FNViQ820JLozD6JFJaj+CASaCQVhrt93S84Od
RbCOJhsonWOAWgfaG99VGbwqXgIll0mVUny84gj9j78WphcCJjtLDr24ByxvWjnf/cpFsEq3KEUE
SqXStYI3K+OrsV0TZ98AngeoYH9LjIa0sqJLCf6tv3N3/cESGtaW03vHu2af3Wm0ut/eEUz+TH5n
F5hA6eO1Occ/z5duqfoyV0H1XECxSxaj0Ypo8PblBBEuNC5OLP4zqpS+hzbN3lOgZ6EmaqVdPRWE
y5V5XrgSmFlwCiVaHKUSY0cyqyUKIoG2drvf9IMfvI9ur8m7WayHKhT5aUvWOvTfWGPURaTwpFxo
pZVoySlWK8XTwTdVOBMCdDKQEzgyB14uP2k10+FFtYeMzgYtMqRfKrmyuLdPe/SzZgGIhd9NHf7f
40pqqd47zbWVW5uS0XiwAhN8Bm3SFpYjrbqCwyX3v3Du3UOK3+m12jCRSVvgzhjgWeKW6Ezfghu4
tbIVpt396LfN4tUYR2XETocMgtVm6zRaY4xmrkUGiX6hq0rbchcc2LdSgW6pwRuiEujPR75VgB+N
zP0dlvM48MWwRGWYlHbwfWhCxRXVIoS8ktwTcgrOY7LNIbzf6DRu/71Ubons0MGgCuWGK92dPXg/
gIbnyem1AVPh2FMKKhGAjgqFDqsXmGrpQaKz4TvoRTDLBQOR4Q6gv4qS2VdmP0l4yGC+keFP48LQ
NgKuBTJNatIcvBqgkL13ygpNZCA9Iz//4pnly/9vTd+y67vtySTAQICfQTmNwumg7BqUjgaR1rx4
2iuqTUZvsDqpU3a1WTvpS/nvrSx/N+SEpoCvLIYEk9CCu7dxpbDOjdaq8EjDJejrgAvIPxS6wZWa
a6KcG4VWqy+9lhuUUlm+fF75+IXwevuFd78kL4Iwg/EwBKj2o9NpvMEq+b5QoCQm01alAotoCcfi
kG/D7cqI0xZ+tMFm77iIgNyyO40I12vQ1fchYY/ygXENvwIER/WqTwo7D4QGJdJEFiidlfM+E83/
n3WePe9IBhZk/bTOmdxpyS6yM8Xijhqtxtp57eAulWRupcW7+fSbYOSpHIPQBoEG0naE/OF33Gxq
XxuxwhQO0oHYtVY/ef6pJSePZntqYaarBKRMXykrit8ZKHtEKnlw0VPQ0xTP6Z3YHRq8y+u1Pb+w
7HPLAqH1IFzSi5QzfhNv4wWNLVQzyj/orHyCNMfuYYHjj/JgMefOYr+K15W1Xxp2FnLhMJHX5bT2
pZqcht9RzRHU/CnUA3WtNrjWQhTyPLVc22xT1Hqw2ea42jCpUbkC9tYZcWv/uMy5KY4R+oCxfOQa
FWcLZXNYg6usr0qXlY9cGnMWQWlIxIQxg7kdjtIe/bWk0v0/LVgGcgP6aC0zHyUiYiScBn4bBCvF
2KVB2b/Ddgcy2CSoAlRV/0FxVykABT4c1rbLdDYfTePszVcTYSSULaaRo+SEl+mtd8r1aMueybcS
weL6fOaWdsd0Gd6dnb4Hz5iPeRzQIYa5R0/AMNsn3/IaWnaSCKWu3MVN0ocrwy29t25N87vxXNhv
JXBXpBxwCcBW3YFmfC224R5yQUAGXUqzckY7sAB5/61M2sxtWkfrRa1ffLzbn3/y0gvzlize/QZw
DkYw5bBZul9OdbdIDJm38BACh29AIiL/Zez8VO78I3/6twFvt+DdgFIP5SNo2uBJu5O+JffSdDIG
4hnYT8jcD/1Kn4MGMhQK/8dzc5V6fz7sEiLuZvRwN6yfCjHIidhB+/acneppjquXeN+pMFT7lWzv
nBotNtYm06JR5pGZFnuw9M3noy8cjlsqczd47UKGxY2hoyWQvtK1J7+4NhW3cjiW8vrb0t799aKT
irrPsI14g7ZrK9DA75anAvaI4rX/+flJmqM2atMbMV+5y24pwYMDeSuk3Y0J0rg3tD2+CHPp+KHD
AifqyglyeyiXHZKPgpVRbFS6Pfnqvgp2LSppfg0s7tR1ZpvKQNyMaMrCsksJtv0vc4XoX26LXxAj
6F7BR6c3/jFZ2eJLkz+LTFk4eiAy4qcCgKJFl2DlLpkSk0czMAtJRNNM9qb4szz35uZ6LHz09cl7
J11VhCfQYDzfOUstwbltAehoCeSlp8j3HZzoHSRWdJqTQwt8MVdLLxAE4C/cVtyzsvfCq7GMKwVl
nB2ApUgStplOoE8YrpTfl1LvW5X2btVHifDZosJOGzRAZ7G/fIVUYh06jjKv/jBKtfe1QC9WTs0S
eOhWTLkbjhiCSoR6KY6NHGgBEo9R93XQPHVePeQyo4CALkOX3Ya4i5ZuvZW9vfSEmvsfwMSSJYQB
Kwtjvtu7hCbNIFCinQ9pzo10ajeNQW3od/oCzZIDobLH8rva+B+QZbBoVAB4neN08q22k2257zV3
w3orR316pjzYc+R0cd1NCFu1fJ0GNTZD/QazFEDJoYwLuF1Ikujw+Cuj8EvDTP9+N0wDvp4XkhTl
xDwgcn7UKqNIbCGMqkXCtwu5IyEUt2RvcUCu1xCZC4FkFmvURrL3sj3XNORaAbGE2gAfNSYZYLMC
QFxHX0KSy34LhZ4YLMB6F9RqHb7k6OJAeOEIox+ZgbTq6H9BECkBxThF+uf2aaMWA6dDmMIMRX0S
7Yi0LoWEJEl/xmgmQkiGY8zQu0qCzAPEC+hhP3yU4aWE2DVPXtOOMvwITj1Nm8OM24YigRHGr1Gx
j8B0giSA7vKlSrAtysyQ/39+bKkpCjxaqSn5uJvCHMp4MOyokNZ8syC75yrxBTnm8lzbdGMk36Sr
jNCpe10ZbWnBZi++pIkpkoVeo1MSXz3ULGAID7gGtFLhMFVpfXrge7PaxrxMoGZdWA0RywBUxcAL
hLT+/DdMH/bog2dRlqxLgctc/IRmEuWJcCfoAg1OXpGuDLCUJpOzgNt3WQJNKkxpqbfqoEUm1Pa3
tdl+wdvU+g5PU1YaG/SGuAD+8/yjlvpCJP33MrJJ55cpNPkB1oYc867fUJvw7NkQFbB5vTbAFRk2
qfF8sKVwR84S09iP4UEggH3R0cOFG1yL8frLMAZ6N3Aq7F1RgAh3hc8alAilhYHRejcAB/PPII4y
UzNm3jVKgMStLj9YgEMDHuVy0FdWft3CNTpn5iUpW7ANaPUOxCGrLfMumMy53YfAwalM8sFnjgCA
HPSvnQzQek5rzoDkwkqZUMYXF3BzINIg8rCy4adN9Z/NJkhzTlWR1mHUuFgWcfgsxUsDcdvnX/nw
UscfngXYQMyysHdzvMgHxaXsEug9Kr22nFVJL1yQaUmpPR9o+oOPvmA6yXfxIQlRYKt7fAHsi2Uf
Eq2QqtBCYQPNICP2t1X/+3ycx4EIXzSd17uBIGvCh26GTYUuxz77LOzuxTsKWvwpvo3X9iNaWRF6
OhGPPmgWgoDAruDdhpljjWpXOrHlK7EqqqMi4ZrmgadAStHK0CfZ5C+xierC69p9/fiQ4hNnoadF
KxHScRi6PDCQTQDIGNVU70M4pSbEdb6ZTxECR+w6/n1p7WaBiCqDPuSmT+0UYo8UURvV3vT1GCUr
iOMYgfoO/QKl19b6OkvjzYIQVLaHzh0wHoNinSRfIBbnrLGVHjemMHmzoMOKRMNBvQq1caAUhh3I
/HJo9hqNh9XzHTjt6EcbY1b18qG7CSoXNmAcfzDdH+5YWB2p+u1K3eFx1BSkOdUlYLO686YQ3eqZ
3ZvlPrEhU66GOqpcm3ZTa5na7SFBr/k25Cm7TVisXA7Mw4YwRp4FCw7S3nXIICJiVd6gMk/KHA0H
ZCOCbCJnjlCToyDKKccmZDI5FHpirYJ0zbsHq4FGGzaQQimgP4AW6DDJ/SuCGuyZw/NJf5zW47fN
4ovQhUXudpj1AmBvnVfwXvoDzVviBNrXRjrSarttjUSFVcvKgAvLLM7iDMSNS7EAedfJrqMTfTBq
HaCjLGxHwz0Dpy1Z6I3xu9oI3pO1B8HS/M9CDmypqwhGl/hGzT1G5rTaUOW2QXj4x6AmziJLEUHo
yKUxQmyhYtcdayuxmVdgQtTIAbPWzM1BLRXOjj9TJNekIVzW6rhL51KcBRm4y3ZdMb2nOAaChJfM
mIR2oDuy6UPb3/grGd30IQ8O53/g5NHgElKB7DLqaWWAok/cmc83xOMKAXbgLLCEIxz2wgBZFMws
wnfIoUcnhlLKvcu8J4MBFe4wU5sWksEKV6MCevbYk0Qd8cQXXtruQpuQyoh3zR70xIZRwiNVGyOr
eb/VD/TRYfERuDrw9jZcjiuTm/TDz89/9+LEz+IV67neMEzRFm4BqKJ4RqjTFgCfhnj6txHmsPAk
ZPK8kNKpGvTtJirL5PJkb5BmagutvaoBCuO6zuldOJhzjHhcdHEkZh3WAQRQrX0T9siBTrWV6pE1
Hv2re653QBPmn9nKuVy4ruaUn4GDfjGEPaciQWFTqQyDF6BNflYLiA9rwQJs6f9+0UC9dKSgCTRx
9bGlXn30Z/MtqSKoyX9WVmhpzmaRJXQDNmUJRPbJ4QtHHSq/bSLHvJEi4cxRYpMc+gwVS7qzcTvr
7AH+AugvmuXKsVwafxZ3IIvOkgVUVx2Uerrf+Nzabqy0az2JaaIeHHphFloojxwg8UmQzrjv9+5n
a3UQgjvwL93JszuI2RsQPAX5NRwV/uv5hC48q4XZC8aFzjYpwi7DaRvIocA1Bm3uzILyDsSC/qXK
h10xDzdQFfCJHFOGfPcr3vjsyi2/NFmzcCAOXAkNQvxdF9JxdVvJLbHzIe285nG/dFPPQew5KeVS
3osQb4A30y69iEcPZQ9HOraK61A2YaRasicu7hrUcSHkzxHtFcxhgiGSSAfq7mrVHwumUKFkBtuo
wIfmgDqiD06BLLnLLj53SZvj8y2wsKVvtaa7PISixzbgpnkELOgFB2ZbrCbOj0GiMJCcRQRC5Oik
dzGF3m64hofsyqCvB53b8TPar+W/j2ufGGQWE+JSgmMNLOUc32I1EMM3wltvRTadw0cGdVf4kPmb
Yo/7U/TgLrOy+xZi6dzGGSoeYwPva7zOLTQsshe4p5nNF7TG/21RZpFgcCFESnZ43wgSalMkp4Cw
wX41wsqfX0o+53DtCpKIPR8NUydyKGWoFLYdJCJlAJAhY3ZyIc+tN5Ta1Csx4HGHHWs0CwLQfy1g
pICrRyC21Be37cBcD2XP8o9uglY2yocOMH0ro00L/yCM8rPIMNSp0ELSHq1dpH/AYq08nBYOyhxR
LZJ9VVKEi+jMw9x2uBLwluKuHAdXrBVQNbNwg85B1VnSllIXCbhe7BxADw4kp8CuL+lB2AB8YnPH
VM33UKjkMzlXSNAdeD1QfSCzAO2+iptKgyqXtQb8etwFhTvrNBF3kQHtGbGTwqncDgBWqpM2bUSo
6LmXfNM46GUog+brsLbY8WZnNiah4v2nsoAccSu9wYUQP+eiBi4n1lSHDLIc4EOhgJrctRBKxpl4
fsoWDvGcSwpPpCooiAwlGJlxiB0EVGTi4J6e//FbI+jBNpzDyJusrXGB4K+P8Ufg+PWmdw3hoy2u
Lq3CsiIGxqXx5bV+1FKxZY4fHwgeFo1Ej5QIRI9RE49hmMslZY2+guZdgOdlJKokSDRKfPXXWpxL
gYSj/94jRM2TUTW1G4vu65Mp9Y7WW14vrBAWElAWMJvy1f1Aev98Th/j07ElZ3GEp2v4i6YYLhSt
UbI4+pdOlSDV2EjLOIWETmyMXKyD/iv0gOWCtenRJCMr92UUP0vYcQE6mKhR6QRAE3MR5C4pO+t8
iLTKbigoEa0WIDE2BXY24YCfFdbvLPOZoMQMSH6Rvz3/jMe8PXzGLELVhOAyGdRSndAZgX3sJTk7
CTpkiNRy0+m9nF/QFEWBjj/0v957/xnsKwjvXKvD8/EfV+wFaQ447z1433qQhXJ6nbw212bn2cwO
rUqV0zIntFE4/uYBKEtPpBr/4+N2DjXnK5RAhakcNAHauE1mC3p0zDcBWpS1QryTm/pYG672/Asf
owrwhbPYRcMaTcxb3AGUfm11pCTb+lIY4SnYcl+941qZ45uZBbghej+Gp4S7/wXDaFrFBwd/DimX
qo4Z2QAPEjCNTAoKyI01wko4lsdM8QctgbBQMfxbQjJHllOQk5WoGI9Gn4Efktae3fi9l6706/N5
XLjz5pjxvGhcoaqwUdwOdjdwLoGqxwncsWGtcbp0ycxB41BfgkJayWGhVPZltOgXMpITwz0wr9Mj
G4UwINQHoMfBGcO5sMNpsYyPFBlQsxJUFt7dcxw5XOmKFuZWLHThw1aGbOo2q9qVG32p2DLHiScu
F7Ich8+DHxlk3630QtI6UjvWYiS1lvRWfHGLA19cu1QdwQrLteIkDhCWf83gfQkjmTSBSYbVC3bj
wuKyg3J0C8FVu0XZBkkh57ScHLBWb3RwiSRMGj1EIdnkJTyX4TTVruyyhYvy9nV3L4GMTwOkcXgu
jvvae2Hq0yQMG+jwqibClVVYyhXmOHM+JzqGgsykQ179C2PWqOX1yO7leIvnjfJ8Oy/lCnPAeVbx
jVA1NXKFRjg2DPtN+S802vWcmUjQaf1lpQg69LDCLaj3Ct7K0KOFexUsj0HP5bJ9Lq29Dm6PqAdB
4nbD3U1pk4oc1EnxwiejDTeASkVC7/pSNKdi2PNQcyV8uCG9snsaDK8ghAiZUQ6jnu343GAAYPAh
gzVWahpPQjU1TiYgpKQZ7hP2Jw9jHVJ9IayRYVILKUEJJtIZKfsArRGvjQRzAiOgAHWsVQmfFSse
rP7oHxJcTAqWO2y8DQWU/7pAZlg7DbYlnL0bTwXbQaNB1hRrh2Q/nq/HQvnhxgu4m4S4GiUuz9E5
JpXyzNs/rZ3asGMznv/1hYPNzBLDgYV7EOWWiMPcN1m/u97KoV54lt7gKXe/GkqCXpF4WLox2aOf
AD8ymHbJ3qpE1cL9MceAjzws0FIWWXMXWpyrJi+tzdiUhsQD6uhrT4Apk3y0/2YPt6aHD5DQotbZ
6tDukCM5tygzsULd1VF0lA7xypFbSMZuqc7dZPGwL6NKaPM7IwOSSvwulL4Mx4fnK7zU3Lx1gO7+
upR5FYldhA2ELHZPQTUSKnV4RiVmaQGVtEEXQMOOL830CtyyXV9LI7qsoq4WwuIc0k2LZe2zmY8K
LrxeFLzi2Ct8IpwAfPSpvyIpgTFqvgZYsfQurORES2WpOUA7i6DPLnLY1bHV6q5RGbDhvASbRBNV
zhB1SMqI34Mj/OM+oWcPqWEgURxKcUQ7u9+LdrQFpIg9ECcY0yrwszgMp+dLuXBYb++Du5X0y6wN
ExGbno0hPQ3IVMhdnv/lpaBPz+JAX1c1I3oI+lTTbCOmQkHYB/7F3QsM1MS4XmMqQcncl57ktWJE
J9xlVI4AsySpkGnXTs4y8P77Xfk1CwfvlhPcfagLzVWoSyMtrNVOq07NNtn+wN4HvCfRbLf+ynN7
aWtOo9+NEvlFnlU0lq2kIoekYXTTZ1pbwH0PbrlwfbbSql85hEuJ7u1w3o3VsRCuBspgYtSzNkgq
NnA/sgNLXVC0uJVBbov1IF7dusx3g8DkhpKECWGXWrRWGdMgnhZtYZqmAnFogC1UbkAHN7xzbIQv
8PWzfEkekFJIK79gqf80B2QDAQS8xvSZgJ6AlwYvYuAmwEZV1mKy9Dgk37K1u08cxLAlS/jMOhEs
VRJc3SaMwCqdAs2ntht/5VZcqsXNAdflCMVcocdMEmYlu7clA6fGBp0NGhqDGu3XcFNL3zMLHSMx
xhJDIzjDOxPwkxzCYIEVHMrjGtpo+kMP9sQtRN5NGOe6MB8RMABvVzJex8d+uwYMX/rTs5hRt3DE
CTP8aUZ4Ydhr6+pMBEb5PvdXyu4LB/S2One/vWCERiB6DDBQRnNyoQ0ioUpRgMGm8O7K3buU59+q
NneD9GMaEsivMPmJBmG9Jvv0Y0VEqddmoFw/7CgkGBVkczyY20I/ofilJRVqyAF05deajku1jjlO
Gm6uzNhR+A0wYYI8Dgx8hNgB7FGA3l0kd+RVVDPiCtdyNeyNpn4TB5OHokCyFfUWqAHkPvmWcCCi
9GclAE8vnEe7ZlZDGtwALhUdftB4blVik+1oLTgalMFxMvgU2sooS5t/etzdTX3p83DH7JAy1cMr
l1nlsCFhblNDT3DkPwpxkNnGDPwM+Z0aog3r03YmmgOxEfoL+Zl2chCtYSUf0xAEaQ6bJlJB8GgJ
NQKuow+NV+rBewBfQTRwzZbTA6bbhsw2YOB9Asd5qw2vUKlLKIuskUpsExIMzI2b+it7cuFgzZHS
TZ75klvgxxBDqjQ16E40ZM4F8DohxemvYI8WXujkLPIgW4Vdho8QlwvmOKJrx50KH7Welatg4U1L
TsPerW0zRpD7zvENaQM2EgUPcajj+txaI3DhhUDOYg9MhOAqOF00ID4buTPK7YbZtQpYzhrQOih/
PN+iCzuUnF5id19BSKimJiKGafXmE8rS8kRPIJ21vtzS23wOC0Y9tWXh1YlmBoSlDt55UOJ9ZPOq
8JZ8tq/0mwDlSMgUeVtKiWHrCDsf1YPCylqPa2kPzBKcgMrjtGmnzwO6JeotyLJLfqLm4UqXaSGA
/wcUDJs6uKpOnwdGfrHDc0AR0UFfOSZLj9Y5qrcaPbgoEnjmixGCg9xdU108QxRdEzu5UUcbZn2X
ASVM7hibz/fD7QHw38AIp4m/N0Qz+mOWTfky3akiAoNJmRkhx2CfhnKPVhNtlqHKwz/NiA7wkC13
w8rIC1BBmFz9PTJcUckgozFy/w2+XVyq8H7h0fTWPIPdxzqhhFeoYuBLpW10iSDXhKeXtvZMeczk
EURpFi2kwJOGCMoV6Lp5H/Dfs0edVVwEyLNnuurwHhnDttkCI6uCvJOeiONYylDB3oYbXs/MBoZH
sv+zsgaPO4DiHBXs+RLr0wwiV6ekaqq3m/FY6fBzMyp7TfRlcZ1n8aWkWBg6coAgJjvpLYW/UqC0
Do7i1VULBXLJjqtzGquDZMwBxLVyXB7HTHGOBabTsSJD+Bk5YkD/EjWwh+IAqWGYwD6fucfHXZSm
YHoXzQZU/P2Mx8RJex9kzMpZQ2wuPGBEaRZIog56piGLhC116E8UwXEyXutvRke9LHfaQ7ENXrBF
tcCAw4NDl2YcKLHNvdPOsDJ1CwmWOIcCCwVUgm+45hIaB59QC4ZtBdgHcDH+DDql/xFhKLdWkF+o
L4jS7OEyVGPhlxw6Jy2wwHCcVHKQB/6QB1g2wxIZda5vKGVXr53d2fxqXfZx9i/OscK9QJDuMG3J
+i25FqBx4Dn6zaswG7ZqjdxE+iqtdvqMB0Fujg1uc4Yaix7AjeZEQCRFFoweN2u6LRDmVnLvpY+Z
xZNGHFpqDGq0lMWkMUUa7oFVVJQr1/ZCHirOAb1iAbOmkMJ+9D6hEUVorQI5Zk95odbAJ0vhWJwF
CLi9DH7TFKQDt+kTusjhpftlr0AkwaYgCEC9BpeQOgw2/FpV2DsParpd9cx5/DoX58jeiA3/H6xr
RBJgl/oo7BND0lIIEUS6EGqlWqwcq4WIMQfyVlQfxiPbAG+FYvhIVjCb34kNBQPKNTGFxy8sWDD9
HZOEUCi9gZ4QAK4O0e6SUAcfOq0JEElEqpSQNwxXssnFTTFPamAmNNYCwp/QnftAdctPmNwpAgTw
G++deCP6t2BNo/Pxwwclub+/inUlLmY94HDTQGXANM2tOvnTSHov6H0Vq/8UzudQXDahRI504eXt
Uj71yYd5osR9CC2gsvMbOU+kVn4+0FK8m8NwW592PSpvRsdXwg6w4iiEw8lb7KoNIJGJCglrlYEg
ZVbIWWqxo9q272npq8zaaVu6juewXEEUq1gI29FpXbvLNrAglFPouqQaCaIgxGvh5DxCS94Oeitx
reEbYb/xfpLYyRNyZfvc2pEPouIcuuvWQiJBlx+yq+UFPEGZykO1G99JQfMZJ+y10YUCmzjumnwX
1R9D4eLRwCpU9pbAPLXIlDYuXro+VVgSzE04MeeDcApjk4HCsNR7WtkUWsIUSuKaqHRAhDRGSmbw
EM2lkg2d51oSfnboRKU0JAJJmJVfKuHP0Oj/uMSzeBaQTFD0EWaY2Lg2/ZtegK6wBWXQ411pUsfs
kkbyOXxZGW3h1M/luAOpS6m0hfdHo3gmCVHPTkPfV/cm8Syo1/mfqPVCqhrqzPLKYXmsGiSIc+Bw
RrkiBQMqyP2C/U1fqgqVpDTd0x5kCuOXigfVxDuwHIS1xksacgZceWU+jbQ4SB1eGPdFcYEsCYwK
cAQgrMvzmscAreDD/LlXoJXfDGrOZnJLpXBE6GXB19hmN9T8yhm8Qegebb9ZoBSFqB4FpoMHkFtD
bgLtlJHVR86MQgGViIsIBk9V4VyiRNPQg0H7fyJil2flH4hcy178PUafTUYZg/cjxq8phYKW1bGE
XLJmHb4S4b6ByjW0j6WzGxkRqvoBlCy4sNskOOU8NKorAMDcWC2oVx6NHJJL92xm5DkhEyRcRn+g
cqLA2FalfUJO0re+jLctYcSSVsEoY8CfgyKOxKRbkC0UodR4UHi7bKVFuoCwghDG3+GWCIQiqjmI
+pKoBVAqcaLMVEXB9lpYPnB3xEpTcyGqC7OoHsKivCk4dnBEAOpZCCrLHmwwvAzU7OEite/PD8cC
gEucg6oDbKi446Dv3KrdFr4pkh79lgYwqJxJG7h7Kxn9wZESlcYIHeGtpTQ4WnGCTCtZl8u0E6F4
qZ+IyfqoMltfaSoUM6Gj0e5qKIaIKxty6VKYY7EbimLhcYADhYAcpV+QFN+w+1EjJymi6E1Q6hpE
eHBlFCpU1xKNBdqaOEdicy5fk14fkigJ58D7V0d2RHMBlEV+H7zmourl+5G6dPl3U+nksXCVQZR7
8Y2lermqs1caFEsw2L4bd1QZdK3IQG+77TAofqwmKPpx29DnVzL2pZRkjuwOafChCQZPRKqCT/io
SyHmBOqEkFmgtMp7l8DaB+C7fCeLtZLIwg6d47zhn5z3EYkhocd3inXP4s3qsJaeLmV5c0B3OKRV
lE40hRYECwPZN73jcsyw1X6xF5TJIeYOBcnNsOEu0jH9bU9lrIwHChLaRrZZ63ItFOxFfp7F8oyU
xdV02I+8Hb7Da8gIt5RFqZHdbuJ9skXlg4D2W/KHxU95fiY5+oZMexB//wMHF1nAOuCV6/hJeGFJ
6UgObzkRfaVtc4RJbi0AFeJTMhUBVTRCo4Bq3hjqFHCeXQaVWlbpNis8lUYUTI+DexADPSuPbXYO
OVgFppFSoO0A60SYtUuq1/cHN4dOfjL88d3Grr1hV3KJKWbozoc53H9CCC/TEJKOKjyASiSbkqsk
BWwog3IzujWqMJ3mxZ7WQeEz9jXGBdWXrE8EJQ1yKfGQH8l0iabUomdV6ODLIm2liRM3xbaTzgXI
ngxpAdOm1anog7q3p1yt7kWFoD9x5am12+mNmH02gUVyrULhcznxPQxZQHLgnUDKbvOVZHAzieP3
QcqVVPj1KskU+0qJRrpQcd1EtZ73r2SiEzVq6plYhkrsQRYhagOZHg4+GycyQ+U7L4GLrjh0wDkF
Xa6PdaTVTW/jsSSWFuyybJbjP1wv3sC387UNY1WK0hf47xo5y777Uqz0VfLl992+7n2Lkowmh+5p
nZJmXUsyCA90FTp5UEJIicUpHOgwhYISG6Rwr89gms7A/jgd4UsAiSv6PYqMhLZD709WNSoLBSBS
ZGU/FBF9U1loQdVlWzBSmpysj0XHf1Qis5NKKTRKoeETTUj48LtN6OKryYoEsiwFnA5SqccMQk0L
pk5En6oeDCQtwoMzRVJUgoxZHOS2FPB/tjSvDWwrcwyCF4j+WipB4poo33y+9N64LH0Nk486rluH
iziD6jk1ayPRjNnhg6qG2MwYrnrzfWhSS2z6O2aFMXYV9CW1sD67/r5rXkp+78OcHgbTUKMeashJ
tiY08fGiF1L/4JdK5Eoa4xkRpYSuPaQJrA4SWCyKUoMOjVX6MGw9RsUAqtkfl5Xp4MCATuxvQs9K
QrPO7b7cV3gK+5GrME2uupB76mVo5vmdTNYqtGmxdX3EYV5NCKOHTnUdOGwDr3ulYY8QFo9ZE4ko
BOBE4tT2jl8B0gK75VJBAVvQ4OTLKG50JcctvCKSDijJklRLSnaJYROTxdaFaEiCPgqk0A7i6J8k
GDYOIKRk+a6Lzjn2rfA2kLAYK+BveebExsnKn6T46XHm2BLmGPRn3mOTMO2pqn1DjNhXtOvAEBOQ
khC9GrAh4H6kD5nPRkGWrvg441R+SdnD6F6yjs4sISX3EBvZxyW1LelSK+DyZQ2199pQou7xqCeO
p4jaJSC29d3HGGUbfMbQoTdJQLinurrFqLRSvRlID/hrye4YV7LqlD4zA3uCpy1zEd2uMhNY4RK+
SjB9vOFCFCVwePMkhfFQCiErbA0WDawSWk+hnGekwsavTOGr/RBeIFLaDVhzH9a0haBnxa4dx0IR
4ZMuMFrSJloPs/qm1JN+fG0LENRh9dZKBN6icu/tmvcYTvSDkOzbDh66BPSk/Bal8gDwclicEB4a
WbVGYKtwcaAjPQNpFIYw3aWnQr0URjXjGCUTKiwSWVhUoaa0Rk5cL6i+ZE5KpB70S7eEoLaoqpCQ
jNbgfqROf4eFK2TvpBzU7mnJCANO0guyykzGB6Jd4vP3ImcPOT24TuKdu27fFD91WMpwHq4HIyou
IladD1AtqlXwDnA6Ej5ThIZUKmbDE2Ygpq6aNrsREq5iUDiEH1sJiv0eGSX/h6TzWG4cW4LoFyEC
3mxhCXqK8huE1JLgvcfXv8N5q4noaSOCuLeqMrMynS61niPChd2JaqgI+l0eeqK/hHzPA56DtjiB
PFmxNw52dzS42S4i0LVxnQY8TNlcSoqbSPB78Yky37TuJIeI07duRZotINf4LKxAXHckaGiDnenO
UDjSN3+y3cJscBqCNUybbHUJKSOEgGJPOPLr6Xkmh6c+ipsdl0+1dE3xvKq8gQEmbn1TOgzRTdj+
kpIVveqfVGLfQfaFgVltPsYvU5fshKwI9aR4GbIWQ9q8loO+3CcQHW1fBuaUGL7CFp5mkQC86EFP
vRoVGbP73OnHbnFyHHixKNUoaRq34MPK8RArz9zk6Uos0Ipl0acGlRBrB4v5Sq1mLCiMxtG0XSJu
g1PVDf9CPAyntjLSb+nepf6ieVHBrp/uyA96Fr1lGSiGEbAMhoH2YjiSntq8PF7cq45Qo0BJ2UOK
r7Mmu5sxkEFPlKJx6gnaMWMu0S0s/4oNbxfWPp4aMhlygtDCQc+doSajLqvmD7UfL8tAyhvJCkAf
q1cVR6Lkchm7MpLsJm+U9o3iCYnXKnDGuNoM/Lum5SRzOrBiwVP7SvNzjx1tzlg0s4N5qrZQyZkl
1V9FxGlAddf6nIkv5SbYNUjAsDd0T+qhWLoXrKMCrT/Gqhsn7AW2402rz83k9Vh2qQABBKOWxDsN
9+02IfDJhidWMauoIzmv8ggXMQ1vTEkXUF/WlfuoWnyd1fNeHp1hXQisdkfx08x+DBIqBsYYP/0d
TS4JNmlr7ikEL4hmCbaTwtpSHFn2JcmzuucuftHqvfK4Kmx9OtXVATYqLs/66nWYbYNQq3ZtOE3D
PfchLPdye64ZWtTRnaJQZqdtDKphZ5H8Ccb3vsUH+EeVw7ElX6RI+aZsHS29PdHlkds7g+Qb0uCN
bck9lK1PzaqFMd9oE4sXlSm0aNLhmBHbU3UddBT0nKO2m2dtyz7DfMSLxZ4Ss+YX3QQ3khIv0/Uv
8zPpvLTaeGkzR9HlXdwXB6yo9tPj4YPomnPujySEthupeLU/cdE3fBcgN8Oy7PHtcKR2dKv1XMDS
T61x7QbHGvZFMrjy0gbrOFVO27VHDRxAJ0lbVdpLOxxl4R4pxaGXv4hWrtaI7fxhuiqpcGXlxGkx
CMVl8nk0wJSEvS4Qf9piMbnMkq0uTmZmp3lpFa6nSiejs+4Oo2zUjrWtdFbSTo7fRwPIaFQNmiqx
p9mjKUtkw1/LpfzeJgp+ZihuVvqIlzFDtupAjXV/VUdcmHp33BR7BP0HtBRPRsP5zUOKgKGyRF5v
e3U1fblirJT1IGnnyzK/wxfbrdo7It6BXTm7MhmMa606iXa0Cg1ddrUerK0lnhhLEQpbqt+bufdZ
rCQ/kjRZsABLKIlPFpP3KjICIfoSgQxA2+zN2lvGjZTTwIplgk8fLzOLQFGl2uat6wKtjPaNZf6t
Sqy4UyZcyyqMGvFLyshhSvmqtakN5GbmiYHMvwzQTltg3hGSa5ppW8YBwXdLF7J1n+u6BFaHzdP0
Wlqfsvg6bK/qSlvnNcVtIzpRGvyV4A783aMwwbOSVsCR9explpXfif0uRyQIBd+3EVVaeWnT5lRP
lmwrlRDqDW+s0O2MyZfrQCyzf6rReok1YKH7oBXrjfB4wlm7SvfmQs9stucX8pLiQ1uV83HWe0Lx
qiEJk3XZTxhu2yzzPk21dNKHNdkp4vRRU8N37F5aQd19SVvmVZn1uyxkrNaZM+mvmU77jmQfnD29
Eu1OKKdUfucZg8lUEn434/gytW5fIN9axz3dbNhGwqGSsl3SRAExo6/Y9x1UVQjWmRZnqtI/xcJS
OSZrTiPU3jA/xdWgSeO108kn57ZEJVFXZ4rzQUFd3HfHLftMrQ9R46o4G7mV2DkHvpoI9SSiIPca
QKZe6z2h5SqZFmx2oLsP/bYQ78wqlp1aY3JcBnPXRcqlMbqjBukWN+VhWyxW2BgGusgv4sytpYrH
14g7daghyrf1uMSln26po61voqp/NgtjmlQdSokDBeKaab9Z/5HQIQ1lQ2I8mwBeq2neNvYXOR0c
UfET+buH6zWV6i5ITw3mKd38QibqsVSL6zLEbBqY/E0E/pxH/gW5X3F7L1aaNuWt7+qPVbF2dZ+/
Vsn8KoPPLPK1HY9LlfySe0H2JclnZGRNa0RdhL8pBZbp7Kh5jknGlHgD7wNZIpyF3MubMzdsXXty
f8ghoSV/tYKyuFuMA/Qaj7OrNvvBkndSRXYZ1b+deUtIEH82xjZsU67dVnNXAWWo9DWLz/rqjhmb
Q6r0Kxfjuzb/8BK6zGPcH05Ull6XZG6UL27U/tMN4saV33ryNqM9rjRy/ZweJUW0heFXNwVbIpW6
elHMW5m6pYEjOVB3jQ3FApaqVB+Kll2tSCKbSMjDlXWSVl+546BQ59qV9fctKfarWb+0KeqBvtzJ
olOKGFqzRFNormHtDfpE5V8Wu9ytQ/6pGjwkJ2UNI+PJjbsm9dT0OWK7tnpPFNfEwEMUjqa4K78h
GDvNibEMrz5m5V0zQ7qEbQnyHiRD2qczOah9sjcsX2up1IwpB20Zr9tsnmIMM9g3EvvKFaB7h4GW
FsPUSXcm3KyGHM9UeqLhZ9nIdiKlS3mP1iAjrKFjXTwtY0/Ozmr7pbO+ZE4ZwYiMdpMv6qcc5BYT
TPLGhtxvjb1en7k9OyrMlB0VdjXFm4yx5ML5aQbXFAltJatQNV3L/Iyx1OlIxpZDDQ4y+lpfEoQJ
7cN/uJR9Y3tdWOnrC2cAdCJlRAobDlR7jhRfi06mRUCRw6TT0PENgjsa50EpuYsOxYDb7WadTbpg
NW89CT8oAOGxy10pH0ku4sqmy+7LOIyZuBQr92KmBTnnWItwak9rBeg7uM0anzC6C/qBiWIZ9sKQ
+JaEZ2b6ABJSQqJaLx5+I1JF02L126nmjqvttAumOOi0AifIl07FYycoJc8oIj5Ed8iK2K0zhd44
dXVxucy1EWoxfLuq/IgxZlRlt6O0X4VZ9YXCj3BYXN4j9je6qghX0VP0fV3+GVw9S8XY4UnApVEW
yigrbZO1bZiccGw/DTWcENfX61ffXFW2Piobfmkg6YcboLDpvvPJK1a7+iXpwW5r/bXsQzk5D8I7
6d6BMJNbZmISgJkcT98cXHJcTeskFXRG0cGi1E41S2pZU4OT1Vr687CGZFo2jPGW1PP8obXi8qFG
bQ9UaY7qXhBqX5mXIKsGD3yidZIk93XSoaOByVdm5Tur/0zOWlx1GLLP6r7olv0cp4FsER2hb9dN
ktmYyv1hncJK6n42XU9PtMDPlhhXO6QmDo5Nz4PSPLXl/BfHDG5wmHYUJUYwJNVTY7I/FZnWk7ha
ur3oCdPLGpFiK9xqeXV64qj5XK64jt9mMSVBHEl/gil59Rj9rPNT3p633mk+lfYfHOHI6gczz+gq
hVP80zEYy6bOW8dHA2cMh/pNkMnBwY0OizozeJAtJhOZempSFvw8QyAty5Vme608afGH+qtO+elt
VXpWe7tonER9rCeEnFi19tJib0q+1sdO1PmEowExrOU7/pQ0ghWSX3cQDxKIXdMSBh+SN2BZ17Jm
XfpP/5Yu6qvyIaw+4d5SII2upLtN7xfpfcxOo9Y7MMfadaBYa7ELWMEmK77YSRLk9bnjVws+3gLa
ZvfFaczCCuvNyamyoMXx0rooWaATno2ouDK8lkhmpuB4L9Do1C86plLR09TK3ljaU/4v1f0I1bkU
qicFJWK94bb4bWS5XURQnq8tW2v9LlMOZdmEmR4QAs+q6zx8J6Mrp2GU/QrJV7Q9x8O/Kd/CRvI7
3Kgal9GvAiaMO1sWbRJp+9azmkttbFynyNliMLB8TyO3NbWfmV/WlJ0LjawDnd/G8dAIOmjIy1Ur
Z8l4NfIwvytNzAT61GYetWTNXLnCAitLTqiJg7ZPjqp51C9ac2SL3MRIB9lM41r/hKllyvZi47UE
magu/RRKG4nwOVQ9tmGtzhx+6LI9bYLA2r5IzgFLldZLaYWN9p5ILCAW85Ou/jMw6M0AmAipn7nM
qne1I9tR0D21PZaVm4g/vYzdb/VtoZ8r/5rpqsH+K+yW1x5Gn5IGwHGSyw9wpiG5RE3YavcqP3Xa
sWZ7Hgl4yfY84iZR8Ch6axdKckhDsNU/VeQV5JYXpWsA2g0edqi2DFaVLcNjDRFH+GTS3eSPkhQR
NbioL1Wvcs36owDQQgbxeKIdadgy+0eP57bNTsKS7a2sbfObotK/1r9a68ftc6GHKjv55NwTqzOw
2YGl8aBY0yUq6xsJprbS8DAJqhefrCggwDIxX/gsRn2r7mryGi8XvIaF7aVT6GyS1MnS6twMzPEM
1XpSImUaA13kw22n6K0SNlamSUzSQhWvuLwBuTkUVhEYVcaJxyLQcqXkKuxVPKQrnMOPZVu/6lTJ
giZMThhmi1etvsarXZe3aOCVP+mMM5XKN4AkUFSxfyZ3c3Vi87rmd2vbaPtOMOtTd0GuZhvGca2v
lfLSRmeNhraGBSt8JXIneVcWh5Q961EBPMx9cKusCvunmnsQc+Ze5pVlrrk3lW/on+O2LwUw3qD9
7PPdzOKv8aUQkSNSNFkbXD75XEYSzCLx7NK/St0BbtpFvddSHxMWIkgswx9/OWWC5Q3qDgZ0pgPZ
rqnx0lS/Y/Glt/0NvB0VgtIfm8FRc767d37WKvtYlM5uOyhD4wmxqMXX11viLgGLaOrbUn6s6XnD
ISR+76vYLpVbFgUV83hsG9aLurjAbtY568DBlECpQtRZjsFNNTGIAQIV5J8Yb1J70JEd5clhopXl
HtGdrud9P2bU/VFnnJe4UzbBBRqipeiqkA6IYTnlPBI+xLsQLWxU2zizg3pZLLJZfkSti7/U+t9c
vPedo7JThAmNdanqysGiVwcrkQ59DY6iXxAxTBWhRoGRXZmdKpmyqRe2obyatBWRU2+OiCK2v7V4
SZYUj79cuyr1tSwcPQ5i5UezClfTn/PYKbIw6YJR3UFyUIYnw5mJc2he8A3OCmzLhNNa3XuytJvz
mF2T/k2rAHAPvTB7EzsDWfG5WKEi/tHRtULs6HQpMn1Mcsg3VthyV1jQ4DhtSyqGXfHO072I9CN2
0pnhHKn3oY7hT/h8GLUQy6rZ/c9c7zgpTeJmXWBmu66jeXnuW8Hu499IP+jRfkMEm7hGEUw/bUar
hoMTa/qal7wu5PAurtxf2BumF+wZ8ORnC8T9qBCDbDKiAC6JnOWUEhjooCRCFrZx4Rbda66Thl5C
eByykabRCIX+azMNR0/3JX6Hfe2Ixq5C4kzShkw5DYxzvniq/Lr9KumbTKS6wPD7FrEmz72sV45Y
8u2TH+XGlWtwY5UnpCSC9tMDtz6vqgm2bZePMBvu0YJg3MEXWJgkxQlGYPlZVG844Ea+SkiAgBef
qUBGhIOdvJP1f/ny3l1rCkuyS/FtoU2LfvXibUYJDJRVcNWqjjJELhqdSac9B3YE/7DnPlxRS2rG
R6ycehXHnNyfEx7S8iLPB96EogUjdBTW8VrX6s/igLQTsNeV1bcU8MG4TouL+5PCHCm9CvDdKkiy
0OrutACJIcYwbKP9raPzjK20FaofOnhOQtu8W81LTa7WaOsmvgOvs1C76B7tbf154IEfyH4N8Sgu
twVJEaN/Uwdr7zWZL85OLbhR7/VDiG21mH6aU5hnlbvMMGHieFOmyN4MM4hjfOb7W7Vwwhg/NZIN
UOldsuYpnryu2bXzvntpCQHFYf6P2TNCCqm+xagVTS+6jwjKP4y/MXcTyalFHOp3smWz5WPOu2k/
wB+MnkyN/lWyvfRbqjj3YyYYR6o3xp/m8L5IN/VZwYZAnm79u7IGNT+R4m3rBlT5VMXSjh6ExDKH
KT5KPzdFdBQkW5gnaJURUpLBZZgWeA5B/oDsuHovsfYlpdyU3lAeAOst+TeJ3aL/TosApJWEbHN5
kYRD37n5sovEgIFP/1Nzw+k+MvWnGb8AeYmMtrNPmZb6nlcmL1nz0DQodVCCvBfnaGnDTj/BY9vF
elSpusIICus3CvjgQsTs14gDgHkT/+r6iVGi0HdqXNvtctBqyvTC3Boa+b9W+lG0pwf+jxEUN5tc
Xv8Dlh6vnGpnxzTZYR1jOVq9gx9AxSUCDCXbt56FIknM4kvBVz7zhzcWpPM7eLMN12pEd/EOb9KT
zawvQbu8aMU9451KGszEsaqdn9RwaM6NEhirGy0+aAmCMMIAMOEuUTcyy3C68DcKOjFsJZ/3zVg+
R8pCfBw0z4icMQ6ipnKJhK3n+5ZgeXCw2jtQ8fxvjFunflfVO1+72LsFTuV6MHU+UPXMysP3ph+y
iFgDIoYxK2xpaoSWb2191aBn0tde+N06R+bFMVZ4j8MjiEB96NgcKy4dpfEsqXbH8ge3ByP2suvW
vSkq+IpEJcR6/x2vOCHf0UU3qzehlxIo/0GnIgEgu7n7Jr7W0g6FFmT5rpAci96ViBwTd7EhME3u
aL9g9OUWIjZdKHf5GHA09dIH4RbI5wNOKnzRek2+1oFJvYSbkp0p2WnGWULmJ5+GdmfJ/2Z+cQsn
I2xyuxLeoual+arkaB9lLzAnj6HHGhHpd9h89e/9SQXS7xbFUYpbpx+kiWIusbb8YkVvS4IopHb4
EujVJBrtTXMzKDFu4p7OWYchn2xxehggpW5eo+3mv9ZGR9U8q0t5WHSGNtWfebdy1lBt4Vln2aH8
VRXpo5bYvS3A8haIDLarOlmhchzWyh305mT8v7yT2FCTALXOs5OQ0lTXXyr5B2yu6Dejld8FAAhb
0MYHh12XTt/B2lOGTJBnrcxBiUirifvnTmn3/ZqEclU7+tjsuib6E7Pm05rMb0FOgxZq2c711FH7
nZ7nfjmrnmF6sj5RWOwq9lWm2StCJgSktim5dfIjJ98yagT5EJkBIzhhg50SSs3hAcMlrqj/QdmX
P6TQ71IF02129upLex/b2BvXv3FSXBQoPYULzHmn8jeLiidtyhgsQ5s42Lf5k+Z1kr+ZfgXVoo3p
36LvZaiTxRw/KtVjGG97RzXnU97iwTxMh3XgEJdgYjLrNYDUcnqun6z+I9ZEP5uxdWtzPzbyGxCA
n4+P+C75aZoegz1A7UJEbtM9+mQRe39K0NItXtxyvTbbCUwt2qYPybynSnarozDjd2ua8KQKd7xF
u5wygdH9NUlO1M159TeLHuuo/cXz74zSOgYBsGnwsaAwXEk9zEgXFdyyYhy1HK7aR9MLMzw80IcV
4Hu4zvGumvYrSCxkFVSCEt+sCv4CnifUpMOmA7nLXpNzC277egUmCrcNNu5EFU5Hx9R9dblX+G13
dqR7NQuaESkmwST2Yb2e6x8DzVVuTFfAZVCKaboK41542oYjcRbsUE7Gh2bGPF23kIPS2FlNjLbh
V8cqpb7I90UJyxzvvpCQOzsntpFbbxp9Bm61e1atJ9Qu2EkjJxDku8yrT5/MdzSr7hIfMroMkQYB
vxYTKzUIoxgjKTL4Jn4j4HX/XRgf47wz5HDFqYi4ruVnQhNYQuBdJu5ydaRbK70cmjha8BtXkl0/
Xcrs1dJP63zOYVkBerW9OqC3A9xtHyGAS+sXYwra/441DuzJnSaPFkXCn/FlWi+tdB/+rJ8i1e0x
9fToX7MAYKXpfdHHD4nKsPKHx+Stbr4KlGDWfJhI8lOdOfUhRZXBFVjvGibHPLaTRCvxkdM90kYW
PvidstjWziKpKroUeVBUd2s6dpMnFBcRbnnMDySwm4r5tr63oJ6/IrM2uGfQ/NTRr2Y6ucXQj1Y5
Fx2eu6idt8XVeN6Lg3Ou7qwqjatTvaYzaUlS6SXpR9OexG+T3zPm3lL+RPXriKOrml8ZASEhYY9U
9bTVmTuo1E82BntpH9f9Qe3gAHEkgmIsxXCbmCRAjoH6fM7yQO900ovXfINOR84yIg4oel/l8RZv
WN8s6npo6eNk3bWG4yZditZZZkyfA4w2fPUQGY+IU9Vb249FhOd3VOV3fcgpUNRYHtOHgmylpdl4
zDe5TGOBiqRwahA/WgaUPhaLvtlH/ywxmjTOoOyWzVOerOvUvbZvmeXwPgCCAlZIMeSW8FdUn7iS
NaVvfVQ0mtJ7B8wSZzuxsty1smMUsqWrGHaTiK58TSvocPfRu32sqx9FOzaBRPO7JW/1AnrOijVM
0cWiHNQSD30O1GHfjEw0Ftkf8qEdv1nJPRp4fqubL0Bjbt/RhFqiep4/hIcTzHAUUGl0DSm2g59y
aYjhwqhUbxj9nWIFVeyjzsAqyI0XjactPufrR5u+x4lniZ8iFF2qvum5FWjHRfQWHe7xUIDAW9A/
BHeIqf5iSeL3WAqHuKXSRBg9vppg+0Lzrmdcs25Cojsm6NMXlvlJ7jJrVKgMzeOqYXGl8+Ug1Fd/
l2hfZkIgwl8nUSjOPKDsPk6tb5V50BpwOBB326VBSxdDgCLEno5NxD0RuzpHu6n/Zck5BZmOY6dD
RBJ3O7MrnZV0NgaGpPvWhGelnBEHzWjyWffkhMQGzTvSxyrxs62ihwDX1qlSre4Z+eytGnqcIgZ4
UPLLUMx2IxmnEUYff2fBUeTbGN+JmITrji0EUjb99mR0jPf5U9LgCDAVWocGCsREbna5TriNyRRe
Fn7CrAjzDGIyvJnNlykFvJcM40CKwnzq6q/C4p1IAVzoTs2kPkum7FTmTejdx6OebupwKfkH4+KL
v83IkDGat0L9iRrcst8yEXm+xAAuPwvE7Caav2wDNkcMu/TJEapwropyJ/3JgPZW4oOMtOuGHDKS
VbfS34SGh3JouAq3r9r67uP48UcOvP8Zqhg9Zkw4qQZ9d+rI6tO8JCi/yg9KtikBJxq6PSHRLo38
s9eBUIsFT5s3cBDWdBCQQQy8i/2xSv56ePiVaXf629Te/U+octm08wi1HjOjtdyJomm+17REafc+
FfleMdFkJdle5gePTeNALOahXKT7iCfBvK/U5yi/qmgZ4+hV7Ofe3SzpMg5T5HXyo9usP5IiC8qD
sHxYEvg1Qjdn5KOMr6n1JMuTvxT7foOnim5VDKKk3IZ4X8swh0+SsNNMb7MiV59+u9pLYFd0IyTc
lW5Xq8JUeEnliU77n15/q0BM6RBqKnSLnXUkTlYg7zmOsOXTMA/nrJSfChWsmviypNxr2CiW/9QO
ucSwirDOJUzn9jX3FNLEumNjzZlbum99SV8EC6692TS/kib4J5SPSleH7cgJH0aNe834Nw4gJVRg
aRbM3ZibX1Gy7snpe47H/SK/GMiKa1YI0vZNE+JbD6jdMWCkhjCdUth94DRTdKoUYjenafE1RUz8
RtaeDD1O74qKQKiN6emrrQ5VK77XBuE9KsLR+p8c556sKaHQomYst7dNfEBAXDmxaKH7PxcJTC5C
KDV6KAOZG1WreystovQEc9qr88QuAL5qtlrJu9FKIqfNjNwZxXYKkkH9jjsj9mFCUS2sycmMEJCo
ykR2qER3X10iwR+KnSpZ7Le57B3MyvwqUN8j7bpOz4yfXXawTHYn2tStUCRV35quugZBCJutdYxT
OWb6JpswThf/pcKTQkgRQyirMpYy34hogoSTEDbkEjtmy6AQE9jWT4UpHFpJmB1TUDwNXw6Zg2q5
5nAftdSVqt2qfGkm/JccFANvg/zVLYz4JWqKpoIrgbM0HwQdLsS14hgYGW1Ne+6S5k3XJSK3J5go
2UPMru4zSbtMGG8CE6x0sSYQFqHHtMG7VIcrUD7UBI/KJJnCri+P0zyqsFoRbBcGw4kZtK3Il8nC
nGOYZeREQq/aXatKXhLzvA0LmmSUs9WF4Dn1VXctZcsxuUWEpTkr/aeVmfsSo5F2GmsSnDR3sdCh
akrzowlHoy7DNB7ZjRtT8P0yEKOLNvkZKSgWa1kKOfCrcFFMDG1xCqjOmULj7NBFGtKOEAqFarHE
J/aUUrrOtXxZ9b3Q+bK1r7UgXu6TeVBJM2U9gNM2NMON1zr2BwI7oLPUDaw+E8AjFTRgEtIsycsW
BdxfMl5ICKbMV5g0pdtnv3R78BWm0Xpwyu65ITUjZrq5QG8LxkFNnnTN67Ga6F0rBWeC6E2pLCOT
RbHtmAAsFqRYaTVNb2SjQfGQP/g1BrbjarhKzMdtwrg1w3FN/BEFwigzWLavyey147hrCyVs1UGF
e6NlytAcInrm/n1tn2rg1NH8Z3Bv0/wO01cxWBjWKB9N9wNwFnXVeYjTs1TvCnk+btavagJ2l0wo
nbxftd5fdZ5DI4Rm8q2ohLYILutnuEXtC6lvHKsSv0QrIPLR7RrkL1YXfXVVS4BOFiEiQY23SKor
1PpXakgbnQ/BgP34NkjiTs6S+xrlTtSapN2pjhalKCFqAR3u1K9B3xnYfS71aP1MXSN6o7iariDF
qSdp0a9Uo0flUCtjT6BkMyAbzkTyFkpNqfkf0AdJQyXfShFJZ08imBFbByTYigsDyOnox9LPs2w3
ttYhWRaYPMJvUDHNEPL1EoONNdriJH3tA7XVtYrkbAK+MacqO2RLCy6VXFuW2lrgkTGvTgJknDJJ
uw0l4jLWH7Nk+amZX5DnnvM0u0WPBUUF3Gmkvd/YWylR3ei6LnriWI2+3jwUYudFO4hqZj5tSDvr
Wbf86iHaRefuzAk2+VES6pO9meXOQuqv0VCpTCcZu0k1KgXlPnDkW+ilqOxo2QbR06evaftU253M
3KkgJ+tQ2iS0J+zoCW6sP/XyeTEsep3GJdk6kjVbHvgR//oG679IP+YoEDoa5cqgS9e/cqFlghF0
dynfqiZ/kcxVv6zQ3GAJBaP5Q70t5YpbTBejuerJq9CBUu/Fqn4cuCrFd7LUvxudF015R9Pijznr
aCIK4kRp/xqk/Lkzme9pHAdKClnRgsLlomo562CGxAaRvPTX4wnTL/Q41h0JRzddpuonj76TCbiT
I2yuv4gMZjrsMmMffwClWEXJ63R/G/2e7QjxOqmBEd0i6axEQ3LN2dxUUCHetWX7SZtp3mf9q1kE
Q6H/amVKzMoUaMjFyPLzUcrXykWfyQ2YCogVd2icfHhOddnR8Yc1ZqdAjZsrw254KO/wu0Ybslho
fk0vHQoghmvdntYEwRPqVVMuYflLV0+6nZ6gxPawtzNWkhx4u+wZc6lHU1vBT4gwe8LOKgSWJ98p
vshOkHB1qEBEpu7mM8XZr5S4XlWvq+bzNodpdJDNS69lTswVk0+vU/cE6QS1PJcQqb5VgbwhOrVY
y3UESfMnkbIGQ5NM+eckJJecblztDovwOc6Wz6V9S9XWF+YXVVGxXp3ZTVDcKhe0m0avVxbIGaae
m7a4xbqp7YZuwwOE9t+roxHeVLrx909y4iBiokHm0Nb5cEyZxMpyO8USTt3gFAog0DBl0KrrxSz0
h4pJCkpxV9Rf24rjx6I63SY7kvQxRPXeWv7H2XntNq5s6/qJCmBm8VaisiXL2e4bwnbbzDnz6c+n
PthAb+2WBcyrtTAxpymGqhrjTyPhPnDBxu+2jXaK/7A+wYHwkOp32iKA1eqZDSbf4NXI9SR0AcOn
0cJyCtKRTFuH+dXa5KZFAEFCkHcq/R5dAW1vJL5SaaEgRd2I0D6MVoG/LMiHyQGw43DdFaOkv9uU
sjsOyoi7pavDglBVCO0sgbg2GtrPkkAUqx7BHPRl130HpS3vUQaUsy7I2mMbgOiz7Q/wWn6gjq6i
4PNwAKqiG6WNynlXGM82MhQMHrllHotMX4X4XLYVrmSMKyJby5RxjoLCux0lC3ZCRDloXuCeEp1e
i4Lc33F6iadOIN5Yq42ScQCCjlRhs9L8/cAkp8I25KzUottMLBIEIm1OwJyu0y7aAmZBkbgek2qt
dQJJ6wAGSCF21wr/we8Sdxx0edMM4/sgwA11U6lcqaEezm3nvlQZneYM9yCucfVSnTrlWvO/c4eU
+VA96hSiRtHH89yxj1oNq5zcat4jKvVkEUe/SgaODC9txaFZlA+evNMJsEZP2CpMEpDPQ/zp0XxV
5UvQv6lsboF8bKyXwQTVVZ8UQMPopAh6iQzIYp3ruHw2B6fHO+AFZXljj5BMnpmoazsMtHcPt2oK
cepPcHK557kOxZXSLfVTc9dCnHtT6YCk2pu+io33ZioXvVZiaPYeh7Bb657tpvGgPiryt9eKOceC
WYbhMxIp5jJYCDIqvbBRBPfio1J8HCjRe12nX/4UgJK9FFO9KSPvWQAvKO1jOADJBhaCm9pM4nVg
DxrLB1Vvrrgpn9+MfUiatooRwL8xrHWifI4BQwaljq5Y/0xDuQe8aCepQCdTm2DLQfrGPm7mbJj2
Ksu+9cyCYGyIJBrUdqcMgUpY8Gfev1gtPiEwecNwOO/iVT2mawsUz2/fc1LS2+ARJxZyd1SIHY+b
7aF/anukoYaS0a1Ergmiok2wQ7YRrhvKaBB0sKn+dDdRtczKO2jZhE7ekW+1rdz7mfMrLVIKaPBL
a0wF2oJTuAOix1WaVs+NRXkH4BZZ3Z5A4kgs0Y37zbCyMUShYDYgRKRbVXQ7VXSSqTMiYxYI6A0I
7VRH9WJayL+LyPReAX7ZwMovSys+Ot4sOg41QDpK2F58JMgYmETci/YgGUszr+kv3LF8IdcRNYvu
z9MelJO05BZbl9qyT9LMpbl5l/K/ajwtmq7ZtAoikEnumHI6w1Y8qIhaKjlPmnAVeiNzjIFnxMvo
88ZKdV/YN0CQ+6oD+JbWUfXzNfLp1O+r14E5slmb4x9CrUbCs93w/zPYD5rlcVoZNiq+ioVlEm1Y
fPceQF4+OK9tXEE9B3TdAodzahngMkaxxJwwkHF6QNZeburEkevJKYFfA+Mmi0D7qIUU18+dcq+3
KM2kWiE2VraeRjEc1W4UmXR1Pl9hrXTUpThRahNteuDAFhrendVbAEi2eRC2fLDjcq56h3ysbiwq
el0Gy1oCFss529gudqhXIMD8+qWMEaf0wzo39FuGAkLdPcFDjngsVn3/pZX2Lo2chSF5w/BfXO8R
dLdK+7XflZuQn6XWaPi7p1ztl2b0i41/PebpLnTstVevaI6Ddm8+eWh2ioLZ3qhW6lyde2C7k93N
kWFvA+/Nq9gd+VAQ1wThdFP45rKB3TaGAShWPhVExOU9U2mso4XUG7s11LMyL6cvA6VW47WbMvvl
MIuJ+IdT5dSjjct+O+2LMB5a+zc6sCB89xWIFHRsrRuK956cbsNyuFUQjYrREfHo9kWHiSxCPQ7n
BsQfG0c9evP6I+Vp3oBhFaxiRBfCXiqNeNDyau0E+rIiPn4+nrgYffA3dOkrXaKAH/N1J176Ml5Z
JNk64U4bngvMSFrHXDdDmcuwPtEclppU86QTgJGnRd+zsUcEtrSfjtkHa0PzNrFp/wqYb9uVyWqw
DcaKY3jLMN6kCPK02EJlhjDBUnchdZCBedOr/X3dPfR9uCpGrH9WsdWxEGAKXBCoePLBtwZPSnSQ
nciubGNGj9xhn89By2iTfHPYxqg9TFC6NHiorA8RPiiWi78I+drbqH1oxacNL6+WpLq2b3k24QGN
+s9xyPHWF9mbmkfHIiTEttabozrYT8GkkF+QTvPCGXci2RUOEXM10+3kRgUVi+gqT8/BD/iZNhbE
iveEoUXxg9+IkjiPd2DHrC12z9yOV36O/DyGyty3xTHwHmhmghxSeJf6J9vksmyjRWNGnybAaf8w
iifq/bD0jp0JdTUQAKD4PWJrr6HfAJKn/982MTpws+/vFCSpE0pbZ+zWDc2JlGEy02R20MrRncx0
Owamds+8LDSxeoNnMmyGhWxR4Kqqz96dqKvCHD81aX9k2rudHCfZzpNKIHDRaiRZqeMfpDm8o2DP
Y2fReYjIvUEBVc5P1VHupU9qBZpPC+z6UdPyXWQnJvyU7kBlMxQjvS6xG3oGlTXSExe+vVbkUq0Y
shiiLs0OzMtZNlo1t1nNZOMbUt/FKeRyI73tEOsPRhQsY1N3fWfAiLEqopUqUJYibW8NV6tWWXQQ
0rvHDNGEn31v3/njq+n/xuoLlU8XapnC1YJ71byLhH6swdkruziIQZlbhlzmlmLd20OMEiqw9SVN
HAFOab/Eivgr7HFd9SS0pTIy3m0vJm22KxkGmvT/v1wXCaJSNaY9kaWAOCuxArct78kcllOA5gjD
5JC9SPmO8m/SPwvIAh3JQ+cOghqGDaV4ltb0SM+0sTh1MhVuxPGVQ4cJSjQfwxQf7GQ3ljAdfu6G
WYK1wkY0NK7jYVwF0j8ItAblEO3NqNhqvolHZjCXbaFpLv6fRWKWoE7KtvRADcIieK5iZWGgaMNh
y9h4FMN5vWzS/uDX3tyHXsmnEV3+FLm6tN0k79HQ1aX6XkyOFQCtEPEqXmq7mrcOO+qaCQ4A1xsN
cVvPNAALt5qb+IC0t3r/xsbbqi9y3BgeL22OzZJi/34KiG9BtX5PgV34D3wfhnOHnlvWG4eW2ZOP
RWbBxjxM1nLIbxoqCbUENDCaVS+9B9ZXphCnJ75yRPL6EM8ro2WVJAXCRKdAKhUVwlV12cxDv+YB
q1m6TeqeLDpA3ihyKzp3P3RL+Jqy77d2Yd0zfKtwazO/q+uHMVjpumuE+q4AIVb1p6bMKaF9GoFF
nnj6rCyxpOVLBdZVl8M8OaUv0a3o2W00tBjHX7C0bRwlW/lqrK0mdfocrPue2qyYjo74nQ4v0OG0
6CdHKENxCOY15TT38mgJXZuMJrpNuS1RPsh6rQTqR1cXiIzT7QAQo2Vb2f329Qn5efhpawlYuODs
c8gFe27ycD8QAs5AOvkRTDRrnj7tDBj8iVqiHW7xu4CijIuRg3y8FSzsTjGxIqizsB1esQw1zu9Q
/1at9VTXx9S8hcmEJh7xG4vyEFSZq+PIj8xqn0zHykhWzHxdVHBHenpXZW929DxWnIN4zeUu6dGy
V8jF9UNFNlVcSUDKE1+xzG2sU6GbnFSI8LMmRSsqtHqy95X41onMTfANWxU2mJNIqQ0LvPlygYMo
IJeubtbMGZqnYbCA4h2ZmKjhuF0iftYsOfe7zs2ng2Fl/Mswch6ESMjZKkqgRYSoWBKzZD0WN6l2
o1HfKKtm2pIZC7A/m8hBsgcMrdPzifjyF3mxwaEbgkqaGwAjw1g13W3ZzlNgLv/B8BdlRpGNOtv4
Kk+zsQBGZPwkUHegk0CpFNwgJp/F+oekf4ZNQF8lOojXCoeuOLQBUhTG38aI8Ryack3nHcEOhLcw
msLkeEVZUXrpPKyzZT/2N0UNubEP2109vo2GG1nmXIt3TXRXD3sLwagW3haK4NMM4rciNTa2lDy9
T6c4ViLbWjYsb+WgysQaKT4oOza05cB9GLXBkRZ1ErhTI7e54zAWEOMWLW7ewGsP5rNifJtphq7L
2ob+9BSV747apvhWsDqUveriTnVHrUH+EK9EhEBW7vzTHbUftOm8efRSoNNY/1rDW2RN8aR07U0I
HdPaBEdXO9H52MTEIqj8Rz86fRXhnemE25InrXnqEtZlrlftptH3UhlNElEpYSO/ZtpfvFaa+oDZ
mOLuUfr5K0YNBAAQAkvGsC0ibePFBCV3JqKSccrcsfswTR24qAUe8IsVuVjgqRWdf9+SVG7PNWfc
qMo4umVvEMmZ3eRRQjJLQBWWdQ3oitX5w9KTDbPWStrecmhXExPC9LjC3Qny1A71U1jlrPbaV5hw
Z5KxYjSadvSFaj2dcvsU16K/d/3ObDeOCnDgO2AJhoNuUw7IRLFAYUkR40s53SLtjNXXuMrnU01S
AXr4Eu75zeZoH/yHEhLIxDjhVEsvqt6N5lhZmCVG/GD9kH5lNWbnsfaoUVuU/Wr5bDNyuEpbyq++
+Qx07aYq1a08ZUEU6bEgu8jKZbjOu7sK4BhObVLjmQ8IJiGObZVjEcvMYJrL0vrNcCNyjqJh4/Vf
PhZlJ6CBC7w7p6NMyuRY3GYVIjX89R2dJ/NnTbx9vXrrnbrHAipEV94S1Xwl+kjk7SZNojfdx4+b
peO9zSyBB1DTNaVnY4B5dcc+Qfik4mpY1Ky1qr2XxPUg2w+Dz7HZaKFYKNpC2u0GdmVVEPRUJOlD
QF4WddOEVI1sQUp0JjOg7huNX358m6aujzwbVWg4om4YjyGp5jPqbPIDkP4Gwj6m0zTXe28e1Yug
rj+1plixltyuDnYtnZMei7kJ+2gnUNelt9JAhoLhwRgpzKwHCerq1t44ze00ocQmHUuk3Xd6+uDC
JWPLVrp1g2Cn9B56g6GMslwVp/IC1K0sfmH5bfulDHGzMZ/KAiPnXrEelNoSEZHMYanJM8rtWwUN
X0R/ocaEOVv4j71qGCglsLzhXwzCxJ2yjHN8qg92L06eyDvQnTx6LMslxlu8+McQMnSke3tCL0p+
gMJdD76GbwyQYemnj7JdeOO9SiaL2LAssbQWzrISv/oGYU20bM35UP1C9+0z31e5r71t0D+O6qbz
1rEv3CE8etFNgvbUcQftISmXY/87SxdO9h7Cylu/QhNy6rmBRQ3fAvaK/llJFjZDqPq9BsApMuJp
MvrZqaa/T49DCmIu1ZPIM7zxbQqb25hNw+nuLNPNhoPWPWfGg+ysW+GbvwrOzkQeqIFdpTtATdZK
+1QG29Z50SmWC3DwpPPyRe1Y3q1s+7lW89JCPB6thgmMZoWRf0bf2rdOSdhhjco+T2xjp59MtWUp
ifyEFp9XZJynak0lWh8cE2nPFLFFTSkYY6rfNhVqLD0f162QMFF5vfXsnG2hHbVVhwBrXmK7UtOX
UvlMonFV4iUZC6b0VtNEAE4X8i+Zu1H3NmpUbaqiXCcCt1QiViomAEkiTHoTnObBDItg+h3IufSi
WyVvHCBma1uoCp2HinoaVHPjQPrXwHpF/xbEDLLPNAoYC25DXemO/dDlVPHIgXeVSUE0Yscr01/k
zt0ECk10jic4Cu46O2P7HVeSjJwhXTXWra7davpGAgnBQCr2TUKrXo97aaozsyyrrWEHnhsF5ivc
BIEj0NxVQIQUxGLAG+9U49PX5DrC4xVPMNoxCnxYjqDTWeL6zNLwZBGQpUQfqUT1GkDNjJqxAr4t
DIpaOW0rPd6nev0QGkh+RfIk/HDnoc0whX8w61CfyQITWhOtHRmstQlDBAlrQz66RG10EIDZHdk/
M716LiL8DP0iFzdeS2T0mJrz4mQ/imGJ71o+1Y7NVT85la2Yja4sLdTdlq5zn8096DbUfD7z6BYD
bcAsENbprC2VV1F6byKCFoaZsizSDgLzt8VhXSULFWG+U2+GcGmFlCvB+O1H0S5zULBjVKCCMnNA
uvGk7MxWrdMubGRsgZotPOsu8MN9gzbHVEApTvV5ggM3s5ytWhHq9KjZxMjZaIFigF2YtaZ0Izzx
zDA3cRfW4tnXKteBGWiSAMHGnc8vQtYdmaU7TXC72fi7dJCBCCgZQl+6EUOUTG9sUMMKgWkbIilC
FTjT4QPTJFvURnnv5dmtlQRHxj9vhlQei3Yf9YQqte0XQppIrKW49WPTJXLjVfWCnZdayjwOMCdQ
5UNDOjMwrH3soXGKBgTFP8dRqaesq3+FUZ0F3sV+NqW202O3mSnzj+kFw/PsFJl418/wDF6JTLwQ
R30+I7iIo85UNBMFn7EMxGPR3Dfe85UbOP3Qf9yAeZajXhqBMia6pu4UpS9OAlGt2o9aECFFNGGH
1LEo39q4xxprViYVfQDn+tX6ElrJmALUB1d+x4WA2/NpwnGjZVXnoM6ZhsMpPjfBzw4FuJxc9F34
lLRFmcyZlw7n6Yl9BN6gXLm0fekRnEUgV41uTZbNyTAYBOuS3WX5noIhb1iA5aGWfogZzwl3g702
bZNdp296dWO170ND0EHNBybKVePgVcQNEjavZaItIuH85hSrgzXrF2Au42lasxLswajvNHOcayOV
msNNlffB+JKxDdfveqmuQ/QfioPJPPKt96B/4gzF/IQlcy5xmHnFwOiJdh2ZYpsYNfJ6kt+nlooW
4zwfto4XP51Z/iMTSeyKhLOSlf2udNgqs3XZVms1brZZINAiGQxppSr8ndAfaOVW458NCc47HRb3
51eqn57fvz6t06v+K+W8K+IkTzNlYhBjcHPrplvvmK/C2Yf7XK/jZqaskJYosxcxx1qHVna27WcP
rStngNNzf/Xtzz/xIO0VtNCLn3+RZl36ys7CVQMptFrYvn7ja92ajCoFjYcoX4mYf61sbVY4OvCk
vwC6O5FgqFpRjYZRj0NJpy4nvhH2ImmozrYtdFVH6bkuCbz/iOqXkNo8JdHUPJbB0VGTtY3Su/VJ
XR9hmXoCTBVTOyBzPfafSvGUmLvh2xxPF7AJ7JrWaXYf6c+ClMRigZrFv1UCUqtO8oCD1ksMTi8d
+rzM2uJ3NdoFcsc7Jk4v7AdQ6Sl4Gs2lQjxGTFzoXlDQtK5NCQgDzSe19d8aFUU4ciDMiYvJwHO9
zHog7xUBhfcnOyU47Xdvo3XBejhnsouy1z+JoCuOffuusy9zdvFxpPEugfCZils416HA5y+2CDIr
Ocx6Qsy6mUcWVAb+AarUP9sv0LemfqNzjFEvtt0a6gLDW91vLHKD2vhwSulK9ceBMF1kZNrvumAR
0AN7yAmYOzahl+g/TAM9ctAuw3Q6YFHkhAkCbaYoFh+6f0wqH0+Q8ZxoxjGM9n6OJsa5TZEfEkgQ
ARHVi2bc1JqBjvNBaofW+2KYTTPc6kO5MMuPKdthKYKpfq7wYFkM9ihYoAQp4YpRQbK0h5glpZYP
lRG2JG/LB63ojlWbfWix7Tr0PCpHfprR45FTRzbEuItNZ04nEVaLgaQAmk0quJmMPjSPiehDsQzg
WJl1Xfjr1HuvlUNGIU3bXhiS7FqirzTSTJA1reOEXUc/cIZNoPM60tuMXxX3K9SlyPKmiByTgiJR
Z0ia/jJiBsCxFdVP1bhts52GwqBC64yGroywfYcR+6fZfktC2zwFu6PRzxlJbU2gAQzKw8NgD8fW
2KfpHSkwqr9xLCJywgWlYs9E9xofWowzzn+rtfBVBsFznK0zZe4UT3FzV2Saq3b+vaDuS7sOyzOj
wDI5D1qcJbUerIY8niF+LpBAtmn+8PN6ti8cjOZZFC+fSCedsUDSSRoLNhWSG0X3HtbUuagVO4Ss
FoxfQME2JeqdMG5TFdc3yZHw4H1QzRC5DDrOwxjMI/H2fWl/CwN9c9qczBjvBRCXQltJHd8Rtx7c
ITwmIGEXIGjGWxG3CBitao6Os7SpZlge8Uata+iafS+2TbIXctulW8dSkVc8JjBuCeKYpL4rxvUY
1ccOQChxgOqLtlklALczMwjuzND5zD1znsvftbfzkPsoyPvT5gFMeFE0w1089B+6162NYZzr+OeH
hLhgzT8Y068h2+jN3p6ma/XNhbNROcv4zKzeM1tDTffjXQQvRSTjV1osNeq5k8BiDggOhvDz27zw
MpWzl2l7QdFmgkvlUaBuZFZhjidPaDiRiv/tCmfF2pgVsgh6/BvmaTjp9FnD6DdXTrsLQdrKWSRx
Jqo+oh6K95HmolBU0Axi9jkByW6JA+paALvxzzPVPh97YyTFmEl7ivc5jhqh3erJ5udn8++TkfDn
/31YU/gblRW2MSxwCspZ6zPbcJYT7b2Zac8/X+PCGzZPN/VXQdCSlpowaUm78WJWVig4cdnkUdzk
hPD9fAn57wckzfMPVnFQZSdiuIF+wQVEwF5F8BqSU2JgTT+aSZSgqZ8sUZHsM7QRRXwjwk+P1HHh
Tci0BjftDhMKYPEVl+DLYbzxa0idSixltg1itmQV1LdAW16D5qWda6aOqyOKDU8q/jJbeVB79Ffk
58W1vA+ST1V9CKLOBQ+bcwBX6r4mBkyvAUHj8K3NDjnSbHIynITzRf1VMf+yHZaOeC6CTzVW7qoJ
Si9K3S5Ae6eSsuxEQPGiZUbdc2ncdUzSbtIDQoqhYMDB8KsIiSRn1kELLTI6W8FbBLxkSE/2OUxP
WgUdE6SHasCcQocHAxpBRoVJYV9Zx+qFPcM8W2ZKQ6NtWjXUQbMKBMF1eG1fheE/GT4Gla2XkiOL
yb37byvPPF95WdaPSCaUXeMX1oNdxfUt/BM2gTTPHdLVs4xokMR2EVXFxKJJ2zz+/K1dCt42znon
RUyKXmSjvhN1BXc3edkyHq0H0VLjZGjBMps9APzcVBqQr6+0VBadqFFx9jTLLdhmDmTmKKG88vFf
mE8vjbNF3Adp3flBqe+CvhZ4L5PG08mQz8RbmCtkOIVwfb97DX220dkQO5amoG4wCb40moRID9sY
Pqs4OcllkmJjkbNOKmZWZ7umxwhXxlp1N9hUOVru1Y+9Y0VoXnsV1vy06DD/h0jwkolEl1bW3pVN
Wz+9x3+0EcZZe9aqWhQp5I3urdYig88GZ8mXOVGKmKPmrWdDukHNKMUvgaLVlPl+DEnuGW99PTxx
MGg16vAra9OHIhlXBjLkFMFbwIRJyZxAHy1pVbXrvoKiwX3aVwWAPIGNdrhIfevaSPpL93DWCg2G
4yla7OQEPvVQU+ho5sq7907KdAT0T/SJ1HH8ybWpAxa5SCEL9Nlf5kNxF3bv/ZOg34DD++gPLCtC
elbTTiBR4vbRk3NDjBohHOfDqojaWNvROxglobLazHlpvuPkBlE53+FXwkB2wBTOjZeK0R3GQnxS
nwpUFmRHfiEjEvUi3tYEB+BoZgbdCuV4kxGMNit/YWSulFl6JJtSGou4viOcZAp8dIE7IPTsyvyA
P8n6/3rXZ/2ZNqplPhHmdENI+1Jfx1toiRuUlLOA6dFi9igZ/WXMrS0zVOfB0kEEORPMHiuWFmOY
LHrH2PVmVK9rcLXTf+Wmc0yPLvEocwNk5l1fYGpbJXPchbfYGA7JioL6hrRjxLEryMBNsmrX7S5Y
yCVWqv/6BZ+de5b0vcrKuSumKM+x3K+0lXKHFZW8Z6Z99y6xSQtrw2OeDTPDJat0/vX25LvxErRz
h8u7vBaEf6EjN84Ox3Bq44FdX2NgG6yji3tkfnpE1oxibo6xfxYug6crm+OpbPvXqzz9878O+4rt
IY5P1/L24iHbMJbgOH4SsD3PFv8RFzPODhqnQQhSaaN94zmIxMv4IDXUeNlA2fXzTfy7KJLG2dHS
KF0ph7i3b1Rxsj62TLopo5x8dLF0kvLqyJcLu4N+do5kulMRtz4BlMB2Fn3rGuMTvQSyA3vZW0wt
qHdy+kica0XShVpVPzsm2rzvSi9B9N61RMiTTCnKbQrwSqgc4Sm9W2hMHMmufAgXir4/6NBf34EO
s2okCYwZB8dqUt51fN7WtUd3odrTz/ZV37CKMTZ0huX49l1XYskjHPHnd38JvtLP9iLbTmVuBS2I
ZJWTWBRXMOpx4FjNHP8EMdeDNZkLxcYuW6CuuVUHmN7QJGSK8P5gkZoBNSfzXAm51skMaMsGdCR3
/NkwKS36YI1QkBExJLNqiEZXRLizak3ZJDJQdi2JEe7QYF/pcHITNpXJN0Mjo5FJux4is3By7BuZ
quR7eh4RWIni/G4JmZ0nxYB0PzFycguIovv5SVwAue3zmZO6yjKTURjvez8in83KuvFWFVkLocqp
rwYcIRNjKdeE2EYL6I1+4UyZvhbq8BE3UqxVv+uvzH+4sCL1s60UJraa0Doyc6Imjoecb/azOYkG
M828cgZduFupn2+SlWlh8uESgR6Hqwq13izjZS46G/GbqdrKoh/seq91hXcbBlW7TVJcboS8Rtir
ismN2GSv1A2X1s7ZHhqMKdS3bQ18QyWIQbiViKrGsLxSqV96mGf7p7B0K1IGf7wR5Z6JCtqwlA7p
MVde1aUff7Z51p1n5IPOcIAwqUCtyYOt952mLH7+KC/8du1sz1SaME1KdLE3liRFxlCcXzURqVrd
fyRddO3Dv7Axa2cbJXbTYNImhYuMQDBthGo8zbttlBpUl8FOOtPtpI/2jNRzVzMQpPx8bxd2Ne2s
4i1JlylLTxtwvz216VseXZk0ffrZ/ziS/7QNf23F0oZ9rUr+rq9u4+wUo4cqW8VlGSysyf1vv/1s
17TCpi2z/PTbBdy0XIZxduUwvvRUzpZ+RRaFXaX85VNOWhM/9MqVaVKXPqWzBd8yPzT12Kxu0PYT
MTyqLspiUvN+fiAXloF2toaruvd9ofHXTTuYMe7C0wiGX/38ty+90LMFjChn8KPTL3fweCo4hU6u
9OxekpmhXPn5lx7O2SoOUs+fugQpi6Fh9NahjS2iFj7BPH++hQu1yJ/hQn99k2HWTz6Rt/neQhru
K5M3U21b2xgdcXrMwpN8qOy9TgKbnmvkfv581QuF8J/xhn9dNUgQWk1Glu/bsP3IY90EydfTVZwQ
p5DHLR4HMnR/vtSlaZfq2Wq22jbnSJyiPb6b+KA8TSlW5Lm4G5702XjlQ7jwlv4gFH/dTxGGsmDq
aLRv9JyGIStDMmNL+RHZaD8L3PLXJu5e+OLUs+WdDKGj6l5N7Coidnw1SfhsDzsxYkKrX7uguILp
XFjr6tlaL1ORGAb6zn2nyPCp5MXvPCf31j+/kgtL8s/J/9fTCvzId/yiivaGv+zCx6i7Va4Nkr/0
p89WO8xxIzwjifaCTM7UHsjHXZTVlRP10lo5W+69TXWpdjyV9JlU9AwHFclmKhGC84lg1mv77KWr
nK14U4865JinZw8t162q33A2EdMZvNlAqMbXz6/g0qpQzs7vUapNNyZcJSLTqnKjjhEIpCXMcL61
YuthFSiv7GAX7kc5fcp/ve04bGLGEHMlhLwo4QFPccvKekHGe8VIhis3dOHFK2er3GHKrBfn5DiO
zkuXvCVJTdzF588P69LfPq36v+6gSU3HG8I0Jarg2OFuJQc7aMIrj+fCilZOF/3rj2O4qnUNGfne
2BPK3mIoA/U+KuXCyK/sgBcWs3K2mI2m7bou4wpt80zuGH68Kz/933/YPp8/75he0GZWkezr4VYY
N0yRufKHL0DYtnP2UOpgTGSZpMm+wKjvQNuhvcaePGs/vdcalyKjn66JEi7dxNnTKSa1DWRaJvsI
WW9pPzf1la/m32cCiRD/+8W2ajZNgeXEezmJlUEIRwXsHBKjbl/bR/99itqOdnaFxKhEkXGFVpDJ
3pBucfTEd1ORZ6lH7s/f/qW7ONvzRj8EYTZDHg8G19Z4iD1obRj5fLo2+PrSCzjb72IrHy11CGBr
tfQ5qRs0muLt5x9/4QGdT4oPIl041RQn++mze1Q/im/vFcPhz3/7ws8+nw3f6E2X4KJN9s1omaRs
aS+VIa70nZd+99lm1hDC4dshD739NhYM3Xu2lsHdzz/70p8+28sGBaFXGfmsLIYGwE8hKdMMskCm
yGKoFvmyXuL8xyd0tojtIrVav+EJ4W9gJFKLJf/ne/j3lmn/4R7/3jJLpl2RM8YX0yD62GVL5ehk
u+L9Gpd86e+frVynrc1M+jx+piaqj8z5Oo0xrvB0zlAb/HwLfyqp/9sL2vJs7XZFHgbKn1dsztJD
/V4cxT3cgv5Ln/tvcj33Fogwf77Wvw9gW54t4Ub8z9ek8DWJg0VkY7EnHm7185+/tBDO1q9BDo6v
YmCD99HIZ/hI6uef//AFJMg+n+vuOXVuJXWe7E1tlh+QIKMEZyZBi7D3e3w0kB6brvfiX+nOLzym
89nuImfOYDhyHzGw/3P1KO7xikLWrPL/eIGzVT3Iqofk5wJkkUwk9xysN+2RhLzp3byy3118Ymer
Oy6FKvWIS/jvw2f2GX8b3/WduEff3Kgr+dns1WtXOn2n//h+/0iC/lqDCHlsDfI12fff8TRHyoex
mDSze81gUPi82gZf7frnz+DC92Wf/vlfV4qEYinSU+K9yFDe2QtHF1cWxqVFaJ8t9KD3tDE5qTkC
QQJO7jOprTZpREmWg5OtFbzbIbMpshSkucc754rGLhbSqttDU+fGKk+afMs57y1+vtULG499tikY
Vp03eqHG+5I5sojuXv0n86SIm+Ez+PkKF+p++48I96+nWf8/6s6ruXIjTbB/ZaLfoUFmAgnkxHQ/
kNfRe5FVLwgWiwXvE/bX77lq9Y6K6lLtPG6EQhESyWuARJrPnONOdK4jM7yq3uj1poSyCE+KZ/kW
3EUvnGL++l1+dMs+TAmmrQMXpUJxFSREhgmb1133ky/wg5f+6ARPGnei5p3P7xLVLwOUpln0k099
XJf+zZD+6PF2S7V09P8w7a8Ms8qhs1+NzQwpcmo3f31hfvQWH6aA2g3AQ6xjfjVC86JPHqSHJoXw
s6Pjj17+w+NfDtWCT5dtc1mSj7tY0v2U/CRO9IN9w0ehdukqi1KSl57uQHYj1Ok282v58NeX5Uf7
ff3hGZ/b1HfCiZIgnI3z43hLbc7RBn1jP/c34+f+y0/e5jj+/t0d/vC8F20K/iLnS+B3wx2zHN0R
J2DMxD4l+4a0Wf1klP7gQdby+zlrTiMTpRTjXlGFAoPLt8AG91N0kr41P9t//uhJ1h+W9aO82oN2
x+Y2QW+LcIWOH3Yq26DbUfwB4z/8Wb7yR8/ch8e5Hcoe7TKXrUVGGDmHYfB/cp1+MGA/dj9krpjX
qCVHMTqg3NAqO59qQFl/fbt/8LE/tjSoyRlWQwf0pYX85rKBi8T9b6/8n2/zf8Xv9e0/h0z/j//m
v99qsGppnNgP//mPx7rkn/8+/s3//Z3v/+IfV+lbV/f1N/vxt777I1749zfevNrX7/6D7tnULnfD
e7fcv/dDYX97Az7i8Tf/X3/4H++/vcrj0rz//W9v9VDRnnb/Hqd19bfff3T29e9/ox/5D1f3+Pq/
//D6teTvHhGc0WGa9vb1z3/2/trbv/9N6190aLQMtSvcwJPHkPL0fvyJL3/xfDcQnFQ1/TLKMGSr
urPJ3//myV8optQ6UH6oTOgdP0VfD8cfKf8XIY0bGuX7nqY87G//+vbf3aD/uWH/QTHRbZ1WtufD
fPfk8+oqCJVnlPDAkhEqPT6wf1j+xihWVeHDu5BN1+8mD0JlIow4ouf9/dQmw09yGt+PvX++X+i7
fDMt4Ft8XFOk7k1loJxuy7wl7IVgbN2EThz9rELiwyzw+xuFIjSuItQQfAwjyawNayeUIbnoGUhT
1g59sW+9FKFdDGmRMJ9DqbqGeliDJ9KROC9yoxo6KkgT/uSB+/5p5rN4QpM/5/J6FICKj3V5npeG
0vNRbaIvzg9hK+JHnYV4JpeVif0Pw+/3G/zHG/r9DPvbe4XcSIJPQUBz1Mdd+wzuogV2ZrbDPDtM
5617a32AuHY05bOwXXJRJWt668jxZ3GdD5vsf741I9blGyqoXd7xMvxhLGVukvtCjwZmmpgu6R5N
7lgjuys91awlMHPJYYVCg3uPxv4m4TrvC1o4H/vZp5zUbXQEJ74un/76ggj5cYh7IsTfS8OUUsKV
H2P3oqmy0fF8s/XrttmFeRIcKrXQPbpIECQgXug7QmqkOmAZDnRvWAlOdYEsS28WL8Kl9Nef509P
HB8HEoLHdQoNY+HDmlvhgp18e+zfXxe2sVneamp1s46646mcprM6jtfiJ+/5p6fu+J4864i3eODd
8MOdsWW5aLliqKpnRMNFQRm7riBZ/fU3+9PQ06Fyg+NU5wYyYAx+f/+BCfehk2LiDpKmU9eDGG0C
ziwfKtpgnfJtdsrcnI2yCppDnZeINP/6/dkzf7jVTCoGYgPDz3gqUB+zQZlD33iHRnTXzK5W+PVy
2N0nKpCuxNfQD6+jDN3P80pxRovN48nLXdFdmsW0CCT6pn6leLZ4L+Jj21CRlD5yIzcd1h1GLgG/
Ke1BDkVascsuUyeRN5XUxc2UwcCA7Oktj0Vcuu3TElp9J8HeY/H0YvnNq8xsb5y+HFyaYmkieMro
XW8Q6c0tce2wGhYfVsTSccQJbEHvlZPkfQeMQ4a0NLcjEV6vE7I5BcdtLlMq4u3WGXI4dNpfAXZJ
izwiy9OUS7xA5W+1jy6pkq6a9rXsE2hrTt1CHe9bX+ublqr9X1UdpGD+5mOn7tyXrflSwlCEhYvj
Bnnnadc4AYXKSYUQr3bziVKmHkDiphESjiT9e8L7xiHUWx7GDuzEYXX7or9NWrF+K5dG1rA9yuSt
dePZ2anE91wcYQXZ4HBKqQPHZGfFCU8lWalpsfLz5AXsPqsoWT+n0vYO7VYDPi4mEqrgu6mxn3LP
GMusUXKEmmc3+zStzuxtas890nxloKgVE8eGZQn5MUR6xnH1ZGra2KL0YjI8KVuVmgs3VZ1Fj2Iy
qgwdA8glWyWYn9Vxe2/Tg1kt9zoaPefQ+NKBGi6H5coGk4f9r0ft3nDiAhgcBT6N4lFTHIpAaXaB
EKjo3+kthHelWsSRiABA6S91T5Q7qvX4ratNAjaAaVGfu6VfzwHFPAWgoiDv1Cep0BvxrfWU3Ca+
WyMlLboST5GIMorikjFxv6ymMxxSp66uHpYmjcSFH/TCXNWBNGmw5/bMGQhA2mOfB67evI99W9C/
6U59CC+1Zm7AI5+2BAfXCfuAAPXGJETqSXl+syXWPHrMkqWdTts5YtRZz3IgCLOA9qnan0iBDbkX
IVN00vw8L2YoObAzj8wBVntcGI4hAjX3I3UpRPgavvi6GKCHhpLpbd03NtmvfqGpMu0LjKf9rFD9
gtaGkdJ5WfoogmPD17LU02Ywnp9vWl/FoEdTo8HnhjrbR+2MiQb8tqV/kZaKDtPQnBcbYYv2GlAX
uce0SoYzplKH7+KZFhhKW3gWzNNavKaq18seq3SX7dYZzBrtDwn1blJkKKU1TMgT7drlPeNfr3mk
6LdliyDkC8NV28slqSpxYZEf1nRbGaQV6xSsBVbToh8/p6qSDPAxmOIvcxVjVPezOcKgLUCF7Ue0
8Z9MIPJiyy5odvZmXpOMqGajcSp6TU9/dlxjeVjV5M7UOkMbOc5jmB7ot45Qhim1btxyIk84B/Es
D1TGA+7zCySReVChNc4G22jo90e8dNUGSIp6Gj2oMB7olN4WEVf2tMqBNUHqAHiuxxDLQVtMqLHA
a6DKKlI3fFnjNL0u5EAXSNOkiHEKuEXjBvxsRLsZYMavReTJsymlvYjlyxOX9Zp0n5MsV2pfrCHS
F19Z55tTjzHNv92Cn6WNM2NPeqeLAXDFgubQKVPjZZGzP6ANJmjdw9oild2kZezrjEx+7NPivaTw
yE65adAopd/mD5WOnde+1OENoFdkKM4qwBrndS1Bi6cms5uu9tJfQ7EiDI9keJzIorypHwrwUIQx
kygCMraGFjqhENmCu6OwdMRBtX5cEUb4l3JVR6WEdcZoA8eF2F2TNjQ+qqhpil1PseS8D6vRDJej
54fz3sHsO5yYHFbCtq+K4rkaC7lsyqUbOXnEU7AvFuW8My0bMOlR7FBhmUj11eRsj0/ZKhP4EKnF
VBq7akRZaloAcZWnqi3TsLAXaQWl89DNK0R8SkR6dbYGZVKf0z7S+bRcSaabk2BNvHw/OX4X0HBb
oUqRg3QkdqemWhF81Cq5VA0ubig3VXO/KhoojryE4K7ThjadCszWcKn7Vl814RTCUPAiatk7/vUA
UmLABwSa3kLorLJvjt/QcwzNEDVK0PjhBaf7LrxyUy9YHfhUbSeAJoyFbS5mTNeo4tJ5hDbTQPIr
bUP7XD8ugFjdlaaBoRigYqXMftSZFxGkzCyEKjlOTapwxNDceZLpiq+YR5k5q1YXSoqloOuyZr8B
RKGvUxczbtIvN0HQNO7FErV++mydoqsvW4/Cjet6zRPYhIVxus1E5c4KOwBBfSVv6Muajlp05kla
J1NR5rjh1WQweXU2G9GoqAS+nC29DsRENNOqwtWMsyCkQdcO4oWVwo6YEEygL4jpNdTSFG5h5/Nu
SpPhRfnSp8U+H5UlojLLcJ/nojwDPNohZ5lau7wtQR9UN0LHND3YxhlQ9gRtPdEFMlQuMDTRpMNN
kxVutJkYts9dw7p32k6qgvofpAXOnDmbHrpujZcnm/jVfDXmbeTcVjLtbwMoTrTctoLek7p0/Cun
iwqEwSRasCUnZRo/GMeJgUGvZXvZ1RpDt5w72k3XsSmyc1pK4/4tklOLX7mYk/6la2glgtXoVdOt
br3+NgrQ3X8aRBo9p55TZIcCUmy/iajH9ekv03QDq4RH/rkGhwGoJnfjdBeCi2NrmOp7K2au8zwA
QN65uYihhOH+u1k6g3WlX5uY6asxMam51kJhFt1SvCRNhDvGFz1zShRF0Bd9tBigwNkT0Ymtwwhz
9OrSFVqPBpLZEjTmzUuz8WnOx0pve8eEtzz58guslQSBkdMnGJn18pVe6vXONBmqKidS3UPWJpSa
rOnaXmeRDpqLeM7m4t0b6/jeGr3GmD8Keuqn4ShPcEcWJMoJEucLyAr2fEMeFOxC+Obi01RZTaV5
WtruofcT9yrTIQ2z1vFI2YlOdhZAl4WUl8gCw2ih8ogNhZuUd6k7HmEKfsDZPImDZxcevAOaMcRg
F6icZFDrGZ9+nNDt2jN/YW3fjksAtSIrDQDLLmUuoKa+owKcyg3cH0HsYtLFT+OEm5GpbkJryjSD
aRxxMK6bKC0OeQazeBMTicB1Jyn5YK5Xya9FXnF3qbuaHp1BoUujyzn/JsJYIDJaStq5xnB9yQYN
jdhnyYOlYBPq5LhDfKDYzdwnnQbda10vCsCBleIF3DOK4CBZky8c1Rp7Fa/szkYsTlPQ3Rm/hkc1
VlGO4K2dtX1mPPTh19yjevST67ZyOGPvCKpj20VjzEY1g+qUbcrey/wzPUdmQiRAScVySAs/qV/Z
GtXXVUaumtZKBbuy9AplHuDJ6eRCYbcQABUW49JBXlZRtF9DKoeZ0ArpdxTTs882rJFV7L77sgkL
yFFBxKW2BURln+TJZTKM02dnzVMYAdMwPDlpO5XXhu0qwFbZQckvFbq9ZJnBCnfOkj/hSp0VTWsK
B4pavCI89dm/1ltNCCPZBqLQNFwvFl2KK+Br6Qh4+86HK9zy62VDn6fjzXCdmy56d32y2Ug2e3O5
cAENzL/ZHU46PwAx5FZReVj8PMv3QG3g2g1lqdD7pH6wWTtPfY673vnEYuNZ8JpRAScq4Rhymjfp
+DnwspE+Mf+IkA771CxH1AAkrjKeWU2UVyXQEIqgs7tAL32yqeoMBGIb4nKLW4d60Lg+opIN0Iu7
ylKUtl+KrPegxy4jxp+oYFXOUXEKKAfGxpvGbYM3l3ECWbjhKQcVa0kJS1PMLFDxGugTyWr21U9r
c+lFgYlOq85XSMXqdWBf2aQSuFPTB3cw7vPmsBgbQowLhH1WSxwEu3o6IoX9PA30qSoZTfWUjus2
HmrxbuuK0pS6cjGu1FjMs4ME2b9QbmpX99w6jveJaJ/yDhHP8XVik+CbLzO+AfDdBTZgZsTt4DdH
WlueMj5Wr9GXQ9jkR15qnCVnC10L30R/tOL1CH9527g16V55s3y2JpgnPDbOgKxkOUoA1jINLtda
YMjEy1OCTTdq4BQ/iUlfpTYBvV7acOYG5F4vIcW4PSCBkOlh3I5e23BmsuuIQmVKjsY2l+6P2UiY
lCtFrR741sDBy8Gb70UgnHQnQYY625SDsXsS40h+JhSShFtn9jnEFnXMiGq7dPQ2EfHpV5WJI9F7
BUGxt9UwfhqzHM9vNY3rl2rORrNhqMJcXZYMdkbbyzU84tcStV+sSwRQddXQH2Ql2+Jr6eu4enOL
cC7OtN+5/iEBCuQckkxLxMQxu+td5cPmvmF+0uOpz/8Ao2rz8ffG//9VNPuHoervwts3zXv1YLv3
d3v12vz/ENQ+Nq3+57/Cxn8Kaj+tX97zP4e0j3/0z5B2oH4hjhbogKilewxCEwr6PaTt/2IQOfku
kSZXGfeY6flXSNv/xed/EBgiaO0KEfCjf4W0g19EKHwTahBiyiWI9L+JaX+fktMmDNhwubzVMbpN
YO9DhM32iQ4ThfCqjFJOKI5t97PTTvs4WPJt1Uv5yOF3uP3DFfo3cdfvqySOb6r50sTy2fULD1z6
98Evqp9MkHkBwJ2hpHmhhR0FXcxqpoxa5Nh0Cxg8V7mSMVuLIukRtSXFLP5XIbh/fgqpNFE+4Un8
Sh8/xTRPbV242YG93VkKUC2S9NHFqzy6f8vPpVwfDarcv/7qQv92Sf8ngXh8X6obAknwN3SFLz5G
29NucRbH7+u9g1DmafD7ywX9yXI/0s8PSihS8522A2evSHf+17RuiLW0TL6ngUDYdJJn8/LW2Xny
PqMyks/ssDHgpdmq9NOcVBkF93Cgmo3QftUdEj+TxYOf60FesnvERNOCPFVNWV2PphvSPcs5h1ln
0LcEra/bPsdFGwl3lpta+vV0EaW5PXWWQT1X9Gmf+rhKSAIURLq4d212VpVGFafZPIXIUmJm7uNS
dlwNXBsDJCpk/oS6r3rPyZ2CjHA8RNn6bEXrgpRgit+NdiMwngoV6gQCjpY5s5drftuY4dZMyXO+
WORnhXXuEIRER3e0fSAi2J4tBPluyBHAAtSV+61wSpAJY/VApYx+iL3COUTNEUDriqMNiTfJgkwC
xajyfdAuvx1Pb3S7QipLUGOLtvvCofrFKRTlGqWWe9Mol21fzCZ1OcoNOaVz+rcFQj8Hyt8oS+g4
Gq6Erwr9xS7heVyCs2whdJ3qVVTvTaj9t3BsGliv8+jej7H3XAZZt0X5ezH7zZDtJkcbvU3bmfm+
Yld8GArOKlfDUNU3XoCneinHdi9aZ3lf28b2ZzTmejNApVFgZzVNXNwOs9Pn+GKtvAEO6H+rCx8W
pi7aHIuc9qabSVkfV0GyWG7Kor2XOVkgYiXhkAXnJhim4CYhHmdObZ6jSm7qiuW6mwU9rEgJyvZe
puvUPfjcqPlQ5GP8ZTBOP161bdCzxFdGnmtCmzRpG2i4W8uDFmItWShaXecJzhQMkuDKmbE+nPpk
VIeLGOfYIy0Bw32SZyXUfIcIBAiPARtfDY5+m0jXdMhn0jLhc2ay2gdJCroAQkdwL/NEq0MAyrI6
m0ekFrscYu2bmYPhqVgrxIRx6dAQDxE4FHTkjr6LjXoo2OjXGSIZMARC33hTuGAMVV7KuSgsk9Xf
eF4OCnigdBjukBpKoO15Syywagd/F8ncdtA2COxtl6Ru7nPrNf5G6qz6HDC/HjVDTeFgNGsysffS
BL2Mpp/grKgr0TyOFlIfBKWFRbgscmRL5C+Ri7YjkMvToCMhcTr2DrCjLEx0tZttVsdbMVDUg0Qy
TwA2OJXhAOWwwSxLZpZN4emYXpssPXLuCH/gqKE3Ytkp8gkoNnRbnya2OLJMyyIczkFCoqx1addp
eHxj5yZA/wKulOMSULBShdE2dDNpt4T9saF0ofaWT9mQ6P5yGmvzNOtcFQ9Ie0yBGFWGj20VTeDF
tXowvjtz5quGuQBd3uZc6CT15WaqujT/xFMNETzOpQ8FTbWI1tPFSbKTvktCcyhzVV1RdAY0Pc4o
qGKmz3r9AGF3TL8C9+NP3XKZg3OWSNVtPWJt5YVxvZ7cSMDWNg4qJLXDssoCdI8RI25jubwRN2+S
C1QuhICpz67WExKfEufEYruJrlez7rJimi5UXyX3/lxOPjSoELWPR5g72dFqV72tRNyWTeVytuVK
psB9SYoPT0vmd6RkMzk8GNsCgKoFStazzsic7h16L6oLnlwVIZ0lnLYlrLnee7OdwFu1PgdcW82m
vpZzecSFGTmdtwL9y8aTS/duiHVjw0Y5idfK98e94xX+ulmYhd7c0Rvy/Zjq5nHpPFF+baSvr/18
bJGIFLbDUKXVFGwDLxhf5Ywr5rzLKst5DgZ2iwUaAUUelEdJwATybCMKsmmn+DbLt0AV5q4WQd8T
0cXge9qQCgXcH8yv+Joae7KAAt86dGNgmyKfdRIEofPoi1XeOpU7o8fzEnwsYVkmEPGJJkAiXKCg
4y3SCPAmmPVjbxp6NyTxfL9Y5m7fxZDx73BKzPWVaPJpveqiqAap3sRJSvIlxS4mdZ/eBMtUFXun
DdDeVwvB9NNeqyynrC3zvOu8g7914oMlvc39orlxbE3XVN00wJVIpEAsx+SQI9KdGTgb0CpcaqeW
EGPpHiPbYP25xZ+rUGcnmduhna67+NYuKYRsRH30EPNBPjN5xsB+HQ8WZLsChizdBCml7V+8ekW0
UNK9UMcsYpDNbfWCImWm2Y7hcaHHDl6eP6b1YxarBqY9bbu7eujlpyow7Ws7EAPjJChasV2Dfu32
cNHDezuACj8K0G4L5V5KKbprINHN+GwyiRFKknFKdlCzh6ccDPItoe8B/mps9e0wRTna7iQJ3f3k
lUm1aXXveuh6F+hW0lmWgnPwQNIu9ZfhmkWV3Q/2Xjlcuonls7XtQjZgirFA77187npguNF6bH8s
vvoFywXGlbWs9j4zDPwOj2Lns45qju7CDas+OZ8xh/BDXN9TmMtN7hZOeN2KZb4nvJR2F2HY5clu
GimC33m5Bx+79my9rxfQ86cZsu3uqgZNvUIb7MLowrAV7M96TGRsDjyv/jrM7ngZZs4yHwZAFeNm
Fa1/xbI9GXz3Q/Da5DZpEFWvPcqHQqx4M2wavUOcccuLIa3RISKvQEapO5StiBtNPDE9iOk9w2oA
ltqF+3sYse0NGzmwiz1ZEroYWH3i4phcpM8w19N7NbblydgP45sN/JukEc5FPYTdlsrW8DOxWDCh
4tl6amt8x567DTVEqRwwUBkO/cSawdwLFJHk6A7C9gLCd0tuQRM5dE85j7Iuuk7lU2OZNNnlWvTh
azgca7M4y36TiYnO8ympzqjE9w5EkUCDWsJUdTs1J45j0RFWuX3XQQmvGGDEk2OK/FNMxQFGNSKc
Fw09ysFp4I75JQWR4qtNyvbcURQcNKZluU7RhEqTpZ8JWrtPmd/cT10oSdLm5CjLiI3CJMb71UAQ
F0O1a5viMlLqc30M1hbl8YlzGrKyue2h/Bp5yBbojpnXk2BMbbwn7H/e9qN7GOI42CzaZc8/2uWQ
0Bt+EViRbR3tlKeBcbJtCtb9ugjLG/ZC9cYe1V+eG953Nmcb0E9ij+/3NJTmqiUSgPQ0P/dFtc+T
uNktOFI2YVEdhpIwuedfeANCn8GbXkLlIZZKJ4t/HdgkfU7piVf22VbNnbkicTTsyJaMB6aHb4Op
8z0hoc89YiIbZ9HBDcyvbluaE71k21mM9U0ewTSgE+Wc34nOFywX4KvzlzpmdqbcSO7zhZ5zn0RU
0u96U96xSwZ36bh3ESgg8h3+IS57CCgaXRIo5+ycbCD1r5ZsfNwQx/cXmAl8iFPMtfo8qqHKpiWG
IkFncmJr54o7iIhYi+w+WRWN2630EyrQJxAudOZSxjGh0ywgWDnUNyFkFQTcmuaW3fuMu36cylMh
7cAG0PFfrUimC9lW+pH2Mv3K+pZcEyn/7K+jf6uSwhKdcaNtUwfFOXawW6kQvfd+9Ch8zO7RCIqT
I96puwQvAdHbrsMyylHIvjbCq878Uu+TErBA7df+uXICUlkTkJQxX/dtUmAuST7JQYvNlKGx7uTe
sc5Rs9K82IpaYKxcBmfS2uybLlcYJuzVOmdnIplTEkoJFgAMS9TeonmgNZRKrvzKuF9DkiO9oGK2
dJJDI4bHptMsdLzWeU8F92nglddag2ntQ/HMzmVxTgpwg9uqnPWL7YJfswkF14xsygflu0dcNm8H
eO8sQzFoYYb5Yi9o4AX8KpGVqKJU915Z1hcy9O6WNbgnsY+GbpX6Wk9V+MWfSJZMOPSQM7UXjNHh
UXf5JZUwl00VVZcJ4O9lyq4q5cHFzxvylhQZn5AXgIhqc33mwwrbKridBQaRgYZMtITTzjXiqKvN
QV2CupnOPdPtPc+7d+Syz9OxOvSIcUCyEy1cljJ5CacRwYaCN6oaU7wsVSCvsQQWzRYwm3edJEOE
IahD5FBqcVccNe1OhFN0QCNDJU4K21j01d5ZF/U1UngKy5S9FGmL8HKoSAs6xs13EUDZYiwhYJqm
OacM47x2M0aoioa7BtHG+ZSsj65BA+5SevFpFoTXdUccoAlqiqnHwO7Ix557QMzgsDjpeZVLdWiI
DW4DSilO6ykCeF4vSfm6Nu7DgqfjcVAsd1NIBCFi9gc0rx+7QMT3Y0YpbZkXbHplUGwi1+IOUmm9
WfLo10x2Fy2dNbulzJBl1tWELkyTESQaZ/WnWOroamUCv1AAXHLcxQXWGpNelUOX7gjx7yduzak7
1TjsEuVuAz1saoEKJU+cjkWZ7PmqKnFDqRNTfW0zaGxOtE9NTvps8FLyZgIeikBLci4WUuon8N/G
18DE9i6LG2yxKR2erJfRiQdT9sJbsnaHXvqCU2e68ZfZeYzWrMo5vlT+lyCY70xqzSsFC2vCCRP0
d3Y9JU3YHg0yYO6HdjgT2j2veXjYkAOPm43rnpIa8Z8DbvMVpDmUaoGt6HJoBoBcQYiXVcXlTizO
sMftjZDGj+1jlRVACmnloMDgSMjNPaod2A2sa5Tfd4PGNlOiFKjbkKwcsYuTkfDBjVKjPpQuMdvF
50hQIuq4SBIyku2Mm3dg+yDJqmEwiLAOJHa6VDWJkLxNeyx2+m0gyol2CZS29eDZqv3aZLsZJzXM
7LEz28iszTkodHleVAzXHrg/VQFVW85EFBTx52mkyuoh8ce5b2A3E32/9ZQbqh5lSJSQBJ9diiDu
UzvGBmUoRQgeIGbN7HCk7HYaw0jXSzL3UCHpn2Fz6PeIvyMyTPHpRCEZlqM1Stk+b6dCJseKHpjs
X0ITDSOOAKfwvXgzzxaHr+esugl3riKKyGLeY+pQu8zGxPTfxCRic+v17ZOdKmy3qUx9YsPZym+F
V5PrDtRuuv7YDeTjqIo+KQpDGyznpLQegxfycLLsXvMhq/zqMDdBr+2RWNmFbJDSrkpxXlAFpeb9
uvqC8olRqzLE4zOQbFh3eUz5gsKD5OAiGTflOrpgjDglzsrZJb+lszOSnnpXi6L+HPcNSLbWk1Qy
kQ84CYsu3JG1QrcMjva09+L+tIm6vSnlG4uuPTXUZDx0LY3rePuU2Hqpgy/WmyeC7iXSZVN/q5ux
2YGMARwftE+kMbZrSIJs0vVNR8N51oJRykCAIuYgFzOuGVDDGgFPyxxwQtGi+kQhTLdtZ4ZmSxqY
Co52OHTUv5MqFKM4svim42nMfSn9vjznUex2cULGP1Wlc0X3DmfGgXRtPdHnC1owPLG1S2nT5Dvt
xlh9Adgopa6rdXmeKFTFPMZKYrW9S4de8XX6uXkO16zG6WW7WOGcRmETNS1np1k42Y2plvyTcKIM
oZ/Od60X1O22a6H8wJWjSGHjSsF4jalRKTYOYUsIebFHRGJpE86/KymJ+YSoI3sJYRoKThKT7P1U
xuOmWQL1nKSURm2oE0nOJbd2QwYOgAxmVA7QU/Hkkn06SZNuvmz7SYOBXK7n3svP7NC9t3iAM+TL
p3437ryS6iDyDdtkXtozVfWom6m5onapXu+8dYoOdd/FN1XU2ScncU+drmCvUazJdS44dZywXf0m
qLvLT/pJ9pedHcWl49BkllIP4wjjb3qmoR1e8aspLJ1dJ9SmE251XiRFsTcjW1v6gQCCpsPRDkvf
XXDv+pNP4o42hhiM1kOrZv1Knh5Vt8Zk349ILb0pFvtKO8N5n8rnRpnmTCC5JIm8PGmU0ajpNdDV
FW+gm7V3aupZ5odVXbrr+I0kDcJMG9dnNsBZDxi2P/O85ZBVYr6rJ2ykKY/6TZK2+izNjdw3gM0o
OqxrPR8CpZyroUfiupkIZNxGU2ApN2RUPBOiibZU4bYHp6zK08Rzg41DuQTZwSB6ZK+YnaGXZ9BL
p75tR3mvPZSphcjLu9rIgA1PNJ+jMxMUDdYpwgVdNhsn1uUuVWl8GiAMoxztWLLjYNOKCXMmwZXG
ZJ+y116jcwm0fF94CDC23lE9dDS/XsZ57wDPzMBXoi4aTt0+4/uNXYfAqZ4stR7jJ9cPml/XnD/x
MwOIKPitgsifABs7AFrLgf1wZ8b2gULQ7mRa4O+ZNIGImAjRnTAfgHclp773Evp0skmIXYnNpdHt
rjPWfhlcbzmZiNgesqHmcOCU68afo4kMqtd+zThioEGJwa67fvJ/2Duz3bixLF2/ykFfHyY4bE63
JIMxaA7Jmm4IWbY5zzOf/nxUVXfZoWzFqb5uIBNIIGEzSG7uvda//mHb4Rl8LRSyTvouyHzJXtj8
07l/omNfWVHRPzhS8wdhSsEPVd5BK4FIFU8440MkrDaBWbWki6/kVn7/A9jGtNHp8F87A2TS1cPp
US9SzN/Snhw7qc4wdZsmzsIoqjdSR66bAhw9jEpzCKCUBK4N8epxlouFp2sSI5QRNYett9iSNE9u
aoAMtUM88K1raX7xKVN+qEvzK2wpkoGMC51k8Xy4h2hznOWwcbHknb0Zm9yroGQfHjtppflQShQj
kZ/hHPqx0LJNkohnpg7Ebyy14TQzRb4CLEAdxwlsxQRh1uWgXuZtt+yCiaBjteig6yxFuW/g/fs5
LM2bKdQMR7PI/wSosx9R8MfXZqP/7KeguNVi4v1MQ6EModZ+r6Dz+JkmNddDNhHCKbfEIRSkXEAQ
CncqI5G7MeieQaJIwZIgKVLV6VZ4EGu0n8zc3wuKZs/aKo46msk9yiCYdwrG8HCgR8imtD0BjU/F
511YXX3sSOfEfscsNlNMHG2b5tCglu4lV5uJmEgrugQjtbysirQ9c/vqVu4DAtxqm/xQ4tJTX8ph
n80mQeE68k1nTM2K6XzfaN8NVZe2eaOEkVOWGn73SB3aH0BRy3ua6sYBchyHd86xoMxwi9uoJf/K
MKQbpBHDXsokzIGAr4i7GLvoARig8FXGDe4SVQRENP1lruT5BTgjPNFc7KAdWtdxNF41kLRdi5Bc
M5LmfVe3020SxNGumIPwyfogPTallUUuVhNkWU5ICu4gbRUUpBnbaTkTBDXV7T5nH60n9Z6g08Il
9+0bNmSmHxU8nVGdrude7ndpX2+bomAQIfQ7uJKs6EhfiMAAgmqvIjIXvtcqggeIcArsFwiabeob
pp34/HH5FQQB3ub8weGkCKl2AP3mvpYDqXElO6/cmWqdKBoQ4YNRJkW41z/YoMQ0ewsEG+DPKvxB
YTG/9brNmSWvoyZbV3MixYwNWZRPQ5LTiePlZWYtAe+qQWpCUl2Wmp5tLF3APml1CuFZK4EkPxip
hGxIoW/aEexXxaTFUWvFxT4ZTwJV/q6GceHjL2r+nLW85SwuJw9Qs7iGaq0+BNBmD2Yf0D0lWpzA
/JL0u6AldzMtiBmvQdqcaRhKSjhqATRyQ7NPLT5MvYpW4nIy3xeVWrFsFuWu1Kdu05oSB3BcYtwM
WybjR4ouOQppsjIvjEe61i7pdriFQryxR+ZakwJKmsmivJ2krHxSON8cteJrhICNz1TcR9pmtYXe
dApiI4iH0QP4S+9j+N26o6QFF/FMC9bCcXwiEtu8YqpkH+ZMVY9zIevHFTG6A9/RD2rS1of5g09M
DklPVL1moyixxd3AqfaAJzSTjhwr0x3lakUAlFnR/ybTUbXV19Yo0hdUO5CUxw/CsmKtjyVvZuV1
+WAzR3HBscIvolnp9Pm1G5rlSUktAylLRUpcvjT5+2zEDOAGy2J90J5asNZB31ptR49tgVCXsTj0
WihdKlVWHxJFDJdpQnZqMGU9PpGF7EH1XuM4MVx96Hqz3NoJSTjQgfh+gGTcMB8hYqbosYGH/8HW
zg3oK2+wXjDdt1xJmmFhFR+sbihMYEwETEBw46vXRNWBd5b9so0/WOHyB0M8Bw0M3IZW+Vc/dTQ3
LtU02JslW93FJFti8HOtSmenXlRJucCLjmRD0r0IJvngnzNUM8jzCOO82PRKU93PfbvsMruHpgrT
3w8bzUx8AyDleh4JANcqZBIO5y8706TV6k2dwmUfG3PwDKvUfHtq1GvAWsp/GDVA7B+EeBKGo8dR
ahgMMHtRIQ8nSuNlsjkciPPadkEpyZuumrqfVrES6+HKAuvijvnQpCplbLJi6ypMulHIW7us7wc5
7pzMQIgwR9fJmkE02MeqZ3YJs9SLluIhbsxXu3lb0IFddWO9s1BOEO/ECve6SVywN7og2+mhwydb
nwZGCgsIMMPerQUeCrKXHEYzMJwwCy7nhBG0Eer0vP0FN+zo8Mc8A01Uo9azn8hz6RvL2Ll9SUwa
OYaOWQrHTopbXSqYYZCjMXfRdViVfj+RZDP1k7YbevU4EZQC94YQNOScZMs15M60yUtuY8ebGhwV
MabdOsxEBaxiZ4H5h3lE9mjV+5Bf+f/8a1fA3MyT9yqcMCEh942QwY1SvQpbgnGjIZK6N+kCN0k0
3cgSLigWITFEMRIjl0J4HavrWO6vh8AkE6dvf9mY2i90EsQKRskd5Ci3Gfq9qidX2aBb3moROlqR
W1dTumtm2bwl5/tCyfrBC9QKIlX2XbOsG31WQSiNa0LRauIJzF9aAnuhXzPuU4jhd/ksX1X59J6F
zehW7KSAJAZp3+Y2r8gtqi2Iuxb0fxxQlTVWiFi1oKDjhbsfX8Sr1oTOHfZQFpkQ5ProKrQjYt1q
jRFGMVaeFtSZnwP7hQtk6Jztze1CDW9BoPdUukqL5C7XQF+ahgo2YCjtxBT0bhjKuauWRNjlefvE
89nNQwSlU3vS7KiKXCFq86JhC9lS8QWcKUyfkmmKr6yxGZ/4EDDdVwqkRe3ACl3ExHyjM8aJuCx9
NXpSJj7FzAr5lGfthv4VYXAiZqY+wLQIXqoP8YuZKvK1oLAB81XIQM/LBEpFgUZB6YM3qcrVzYpP
OMy5X3vRa7/W/cvt5Tx9D5jANIe0Qr7BrVOH3UYJBOirgMHYBLA4GuT/iJHGbqxVQ9yY2UykIPLg
6B4FlT1T3PVGjnjJZvM6tEUZh5fMiOLcDfVB/tWznzr/t8vlKbbwE9hFyIOyF1UtBj/Q6656/pqO
ov6psIOMYtk6mKIO8omEVj61B0ZRZzelHIU7rbOju0xk3XFUaponmXZi8iarkE1C4QeeeNz3YNA1
NAAMKzs7eCn6Elq4VgiJJOUsI8RC6Pp4hK5YoVEZwTEc9KMEdzY4ySabAYYl2Y92EffQEab6UiPc
/KWYBbhSrw1QRLBaVzYVb/+fOsL/Zaf9x8om++/JadufTCvjt9812usf+AcxTRh/oXUSLHjNNASp
9igh/0FME/JfDOyQUjPkNwWrgv/zn8Q07S8dyhpKYUpiYSEK/i9imlD+knXqNQbAq6hVhwL3n6y5
/w+xNT/lT4Eifz0sKV234KCrhoos/E+WWF4ntjlonDkLxX+KNCSRB380K+Mx1lvR+UDTcuvW4aAZ
PiKB6Zs6ZAzJVAvk3ypBfobFoFBLox6nXNVY1P4Amy7JLuA42c863W7mdF2O7AUcJNW3RZiODafB
MNxMqtlSkISrW19OY/baZQa4bGtjiE4iSx1cFZbdIs2i2qe3MEupdHO6CQ1O7ohnQIfPJvLdntmN
qQzpzTgEyS4eZPuyM7L5OlTrElA2qUG2itFLQEreFhB0RCSxlb6UdsEEwZyzsXDMLJKv4zidXrp6
ML/ZRT7G2whssnSGJLLRDK09mhOMwkS7kOXkw00Mkt6MFO1RVOQKxhRLnD8he0RiKc8hlN+gY34L
7sRc0LMiikcHrXP6rEfGclHEqWHsJVWpt7GS3aiiASzuR7s5qBEk6G3eFtJ1k+k0MhiGJz9QMpE1
b4CHHBqjsmV4/Z1pbKIRzNPlqSqKq6sr+QG7OYLYkd2SYUGmIoZMAsm5vUkyTQs2QdFXhY92pboq
q5iYOtQd6qtoC+ai+Dg1d9R3obTRWrl8TrqlDQkphhrBkKuzbpgCrdVGaEXkoeXtBGwrcsjEHK3N
k1bq9vdsGqgqai0Nme/ko/I2SEARa5aOFYDNj91hiGC87AJ5xnxXqxKIDAr9cU9woKjJuEbzcYvF
u0InSu56tbMSkbRgZ2khfGks1N0wlSPhUfIIH71UFutbXozs6SB6qC9sAYncsTpljr3CLGJp20+2
KXlCSGbNHLSilcv0Va2D/XKdu1Vpt707BH2l7rqadGQySBgpyKikhw3IHshXEzcW3VPSkDwyduax
AETeF1z4OAVTRA6jim7bhShR/wqx4WtdyB2rpKNZBtc0E3iEis0Jd1hgDPZughfDWxbOcuxiWW5e
1FYfNJuZipPD2grIj9MN3cw3el5psRstkkVOWQn2L0aTZl6tAgUznQwKjZNCYsB1rqaBdUTc6Pqu
tBqs4WY0Eysck0YE0Qllei26yX6pJBVwRHRWttLkBUxPEpgG/jsb11zuxv7eLB1/U80QmVK9aq7W
+Ynuxkoik5w0EHxD8cpny+R6JDPFiMwIft00/0onJX4x+wUXLnPoOpJXkobRGaaKGFrZMjsEgYB1
84u45ExzaeNF6ik6ohpvwKtYIYVJKjO3jwMmITmx9qByE4mHnS2IkjQxuH1sKUN+ZcMovYKp1Joz
NlXwE7sQIBi+wPFaH1TKjgxonRa7LXPFRUkJZyC1G9KigliJnizgwtEdNca2rjlFcgjOGPU9IQVK
SAJolqA7bxe0GW6mWIvszkoBrJ2ui4cU+aQ1D4XoatURHQwcsgSHCdGtGPlOdVtabtHMjDHzmYhc
c/oVcg/4RvsGvalUoNgja1neG601JtsubrBCqjJLwPRfSnX0ZylkazKSBbIdIYvxOl/r2A61EAYE
KdRNITCkrOj7l4rOw4fDZFKjgLHbPqwC8VzqTS1cy5riR6sr7R9lIPfPuIwICSQ0boctbOlQhQrT
dQ82xDh0ANmQGrsenQt6PvokxQ/AQ0e/mJWQNruVteSdnzP1+5gKavKRA4pX1FX96HDjsAnNNCS8
oUKjs2to5DR0bIvSHUUTsULo/XTj1soHEWz0bgEhLWRFpP44tpSzZt5mP6SEGObErG0/ycmBq6rw
zk60iV247hOFRE8TC4ohrXbEKduOHsi6i2aP96oxpTcn3Qah1xPorHq+jadSIEKA3Daq0OzyYK/z
7qm4L6xyvrVVeCEhperK3lPy/jpdbQb4jvNquBFkfrdVfCdD7nKQCxzSpt9qfRR7QTBCy8q73UAa
loYrhkHXbSdMmTTs7NuqtjZxWF20jf4sZPFjbov7iRE5LYg/KOqbEt4OXX2Vp/Ds4nmntRGj5IQw
S3szD3DX5MJVwuxmiudNXpOqCgXG6/S63pnN+NAXATHXSTztNIN+vCiOQ06zQ93tZIF1haaW2PCa
VI2aHaZ/t/K4cEFPvNHmanTR2wTmXT4G1gE10ZM+axCYMvRSCRMNNSCwfDFA5DTmhkiUGZoc4qVK
D6LVpIOV9w94BjAMEq1XlWO5G1MARmLVyhlMBgjUiQpr1zCWzKwBGXi/Hwi8thW8Eyxop2L6ztCq
Q2Nhznv+/FPQhE9tAqAUEAtPNOZhMGFnpNplOswouKwFJZA8bwfUQI4k89dWobiDgv6uS0mxyYcI
v+ORUZnp6E37WDAJKnK+1AbUn8FXBK+SrB4MOmQGj8rFqEj4SReKU+nipo9ING/YcuS02IdBa1QO
BIDnRiq9PEl/oirc1HK26xN1J8/WI4ocAA80w1CBrfRxkYUrG9UNUs+NwszEWUgLZjOC5jblMVOZ
pGRaCsAZFcojHFnohspayWTde1yqx6bOLbfna3T7RfZMKfPrsn4Y1OSZ/RQdlR3tSQG9G0akeV1X
sgnEEJ+YqpkgDzKzFbO8AGt4U7PoaQo6C+siRXmYisjv9TxzDFw8nDxSsFCwpqt2lHsvsSO3R79/
hyYfiR4f0Kbs6xFiikSsK3Pzd0t8jJgH5YpJALrO6VlUGcrGxPjJ5bzESq8jhpSm1w267eU6Sj89
x5NGERstCuqtRb3hqZX0A4WsV1TjZsk+hhtgLa0wqU1UDH8n6SCltyLB2arQjmun3ILBMHHEYI7g
7EG89M1Ahk9KclNNuBQBQU5azHeqGP0cTwGlIL2+sHiHSSFIjq62TXPdhEO4N4R2XSypi2AYHL2w
efLx9yWOrhbQaVpoV5vCa8nQ91i93ppdAqmDU3aqgO9z7V7VCzLvR6LtDGjPwiRcBmILlhEExs4k
GzPXAqQXJZ4/XZrvOgRFqpRezU14AbB0qyr5sTBJzYKWobOlhrJ9q3LQ6MxdUkUhrzVIdzYQr2zX
25Bke1SQWvYapaovNe03qoznmKbXjt6J17wU2V08X0t9w3Iu7/sZHDfg9evDG1WghHkACdNZvNPC
Zbztw8cMvbepND6zPr+3f0glmn+DDJkuCK6yRr+Qu8SXsjzHPCZwevXnCDsgK4SyqaGnIC+HIskh
U21bYjqcghw3JWw3STHI3rBeqo2LV0jitxBCZWUL3SR0NNnwwtSw/WFMb/SBQ3r1OmgDdmYVoL6G
hF6l8GUVVfTO3FCNyEv3A1KiX47V4CVLT41ciJ1t5Nej3l4QyQsOlLGdtPEz2GFDR09hW47Q8VO9
fqO2HnZ2+TapUlW7BjwF+FldHr2aqI/DfbjI5g9g3huMN+qIvqDrGIxKsgpForXkwieNoJl3jZGn
r9BgbMtNjMxKfMwtpg2SIjnyotIYAU4CkNA8TTgL2qqPr8UwtkTgxjF809rIxXuD6c+bInKs+lXb
YGZlAJ3hSVblsOwDbA2otYoibjx47spOh8ZkuPZkcCR2uM/AqQ2I74WygtBjarUDHUz/k2ebDnsY
LWbsGQBZMNhRLEAzyfNfma7YC0nDTXVspIbAVdmqR/ioU1g8ypkZDZc4ZijxjRHE3S3eCVHElGsQ
zAxDxYJ9a4vMi6ZcqEyOp+oHn5aMbrnJGtnPB5P5eI+PCwCnxY15lcnkzlU4Gu5GhsKtq3TdjNyc
+dImVxpmwlOXT+OOo0cGHpvCvnZGkfAD84IK6YAZEigfoUxrZWlnqnEo01h6GpdSul4x0fqCYMcU
HH02fyiIjEDB4AznziQly/eP7vp/cYb/WA3w/nucwS3L9P/s2+yt+NH+Djasf+ofYIOk6OZfGg2S
rCLt+UMGJ6FE+gsfLoynTApnzE8Aqf4JN0jWX7YqY1SEHRPzntUS7r/wBprQv2zsUIAnMIrTLAOR
3L8BOPwJN+gmYixDV/BB0mQb25tPkWE6ck1IZ9qxlRj8xCmTV0HFt+1AtWkVZbbZGZyRWLD73x7V
36jhAFOqf+nBPi5smjweoSHMMpXTPBNYQkJvw0Yc8a4ovdKEqYXVTLT/+io8+T+vokCeUVUV9pIs
NE0/EfrpxZD0ed/Jd4ukXdF2/gwUVKyxNMEj/hGKpDiYyr+X78SdnVxzvfPfTM7KFvHAlMjyHV4i
1AUhtjttPvuYAt1aVbP5+gb/VDL+42KCfBmyUEGOAI1OLibl+EvAXruLilH27JSMzDpjch7D9LvP
5THyv77eid/oxwV1dZViqpoQ3OvJ3Q1wOJqA/fWuCdOjGgjoLEG9xzNmH0rjQyNmaQ/h+1Aje+6v
6Tgi58wPWJ3I/lg4im3qICimpYMWG9aK7f7+eJETQJgoVbLoJO2yF+p1bJfVtpZGczeWOF1XBnWq
TD/rGVHR3af+oOIvVmHy9gSnaC/tu3Y453v+J6DMU1EB7pB1gtutRn32iaoSOZPF+C42bxeIpk7c
kljfZa1Nira57KyJGN1/9ylwQd2ygApl4Ei89P58Cs1goMKrF+O20G1gBiu+b6DiK3lV+1Uyj67U
qctDVmBqFdWSq3POmSNdsVTN1V4tkNvIZNqHvXkuQvnTfsLvAivRwNdVE0O9k98lq4RP5vZi3pb4
lg2Zvoe1+ZozG9zItqXAIpQvycNLdjOShzPmbh/ebX+sDK5tA9wiEWZXtMTJx45EwUSYwLXNsL1E
c/gLUEX7poREU+vm9GTa/U0E8x2DKQaGQhPhHuXUtjS10tGGeb60p0D1vn5Pf7cubCSkTI5YrdZp
GL2ksr+GTERuC1jbtzh21syL+p8pYsOitdQz2UOnD99eNzpLW/c6/Op4/H8uijEOAjGyCx4tu3+z
a3XfVJI/SPXDNKmv0dJ9m+LB686bb3989L8/edxJLQ1hs6CDB9I+jWLHyaaqwFeVo7DvYxMyjhV6
YuVtH0L9epAua/iJq2Ap9zCGopuOPW14+fpJfxwYn36DKjhtFY5Vlt6fN18yU4aKpyrHoXcA6jQ3
0r7TlvaoxRiG/bJ/mYY/Ib5mGleANbrRPlgcxJBnfsbp9vTxKH77GSfbU9bEMzpDfkb4yxB+865Q
4UceBAnJPBiwVHonqd3szWg8UzmACp25/Ol5cHr5kyXQoccCzuXyI4JFZReC0cYeNOLCvBmlHYHm
ikNX3SzfssKLn4vstkVI8fPMj1h3u69exckm0Cd5YQkhK0dmfhjvvAwqybAW6ggc9uU7CDNOgzVI
i+7z6wurf3v3mrIewBpjxlPj+0HGj3iG6ooGYZMyVpUZ56LPdo1pOyzHAOhJ11DlsUDHq6TF92Z8
XXB6EYd5hH35YMLQFMzQtfuo93JI1GKfp25oXKnq7utf+lFXfXpEfC94baocY+J0meg0nKS4Kce0
8Sd7y/j+xpg89KBlj1MFk35vqjyElMX9wLTnffjV7vGalLYTdVnmV8W27pGX4XTiFNAGPdnXH9vS
64EdaHwU5DJkjp9Z2upqj336myEVsslQLTJBPdlfq8gKcrgu6jEttkBR81ujXjK0kIoXkwiD3AUt
NXex4Mdv6mSDkmUJ75bxG05EQ+FNV9GZ3e4jy/ir33NSikxKGRUlE5NjOrtwqGbYn9fWcBWmmyWG
wrWZ4FmmV22411r6Mj+vvyXaTqEDs/qb8JXkriS7y+ULXd6hQJJ0P5Wf4tFpyo1aH0xzMzTiohbb
Kkb24mXPqXWXBTv6T/kINfPr5bB+EF/dycneZcsdGueOJxsvr529I0Q5y7eB9dbPj5p2+/W1PlVw
WLxawuCYpL/AC0icPDaBGyNMEKEciWA07jQ/35XbYGdf2a/moT4T3KGvf9kfd3ZysZM7G8tKmJHJ
Ou8Jadb4BznxJiabPUezWx6wl7GLQxpBXLgYBlcLXIn6Ce1wPO7K+aAlNwPBEcoG6Cq9XDOKMeO5
k0GsNjDlW8slyb3PHOU+vk8Hty4dpKkQ8uHyXSXIwOCwONr4ANdqGa5wUoQhn8+X2IDyh+N3o4Qc
fFSLMwlEn8qQfzxf5N+UgbR8p2c+1aZAMjsrR2wkQdlqN9d95V17Hg3YfX4Qb1eUAy53dFmjOD+X
Gad/2nzXJ76OuBUL13AKZN7Ib/WxNEJuTiqeuA34zAAIrcHirTuwjuMoh85mTq4LfVviG+RPWOcQ
afFDAEJbHn6r5EuONfIGf4QaqCaPUuVKGNqibUC7B6uHby27XNpH5kjiXt0hS9bSDWz5ylPzZ7s8
hpKrlD6uj4H1sECLrHaSZ5Vwds/t9J/2oo+7pGTUGJPbpnKyf+LZZJv42SnHLAJKc9PJU99kds9H
OD9R5fbKVY2UczoUzHeu+wFVgoMWZmr9xPDkdtudO/c/fFM+LXRKvP/8QScHbwCnnyHspBzJzITL
JKmPicCX04tuAHqHNQjgZohvBuPQJxeKcUCKjjmveq83DrN0xcDgxBHsn+DpzKgKWhdv4qUUTngD
Kyoiwud7+2i+QzM6Rnf6G3Gv5j2rK1j2PnErzBpKy2mOlh884/6lPSpweQ1H/OJoQdIyPubX1AD2
jX2boA/J0SFDr3cRbtMkVQfpx9c7zOr68/mjx6mHDg0iBTjFn0tQlVefe2lUjtK9faO/Jz9szdW/
5+pFJ/ay4huSD/llvmwO+s8GV0tEwDfce/5GIW4/o4gq3yTI8tfdUdtUj/kDjnW/mmuWnExO6HNv
ucj7pff4WFwGF7DipLv2st2X57qJ09L94zO2ZUWlrrWEJa/F9m/fETK5klktN8HDbQZn0Fww+Pxa
qrym2VY6lvA7Xpv5k7F0jUxgW5z7kk+oIPQLrPG1yRMgGPTcp1Y9Y2tLOVwO9Rj9IDmz/RaBRm/T
3rPFlokYqEw2+swd2TT1xJWfVce6aB+KIy+03yOKQKaZ4fUxXHXf1miLhcnH9usXrawv8nTRrzNw
ACQaLrqoP5+RnZtNZVg8o4axtUMm2vTA+a/fbZLYbW+7b/aZc/LsBU82tybLe+irXLCA6MnI8WdR
YQIH6u01s7NcCQYdVHXFmd3m7GVP1kKRFoGVr2sh+La8d6ozXvc/rQflLnkb3uzH7Ez9/KmNW9/7
v56qcQImSEb+z6uFjwH+rXjAvqk/9Mgd0J7254q6cxdbN9rflnm4dEbU6rRu8+LK017r3XC+KUuc
tnHqmMrnyAQzFky5TMTIfiz78N5Q7MWcwMFDb+5K9dZedlVwzVybueCjKK5wkMMoiOEYdh73Ja6D
Z1bd3+39vz+fk+0lSiREpzFbbW1iHOrN34pyV2LcGjvQNON3PYE/f27hrXXKFyvdOKl9ixEuVBhx
zYD3oCCM3Ui2X7T31JgSeqZvkukVRzTR3Lp+i1L6f3LLJhEgyor7yh9bxW9vSQoZ4PRLrh6DX/Jb
OB+CF1vZFN+ri5Xp1N3E+Zna+nNHv67Bf13w1KwMCV3RQolWj0xmVcubEI/Yfj4/MAuc9dUPhSfd
bQv1Ao8i6F+Gj5/71/f8d4fI77/gZGEixGmhynHLwwMyLNoiHNOp0+f04evrfKq91/KBzRZLuRXR
/Kinfnu0UdiM0xwE8v040TOi1OoPc+0PeYCRu4rs/uXry33GKU6ud3pfhB2YTcz10nmTWXg0bLph
m9XYQbhwXbLc63JPre9Q+6U0z9+GO2y3cMtKz7zhc7d98hHh4KwHEPTke0s5WJaL0CxvD0r4An8h
t/79Xebkpk8+Hx0NqBVEXE2yYIO49eSVLYwBR9aZ0pMjtRmMmxy2MyzyTTjt5ZdVYx5eGbA4Io+g
Of4JZR8iGZTDhtBZhr1EYrATqf7Xr+cDJPzjQz/5peLP/VBPg8GqYO3cw/bAwxrnXtQoy7BNQAqv
o3YflhdVuJ1rnIcdrdni9o5cBlvX+b0W1wKqEG7DdMA5bnOACQ2CzgPWwGkDAIaoT0Ujyz56GS09
FMttL0euzsEFmx/LJgMj4n728HArscqVaVRr8z4ffnx9hychLKz09Q7RqwkNsJqxz0npjFdF0scq
dzgUN6+VPbqCybyxb0x4ii9aurdp7ZfbDJegc+F2J5E7ny99Wi9AOZUjmUtHYmPa2wRqTAgzw4Mu
0fIp4B5zLpnuc7d7crcnFQPz4fGf7zO7RDNPlMtwGCBrGT/MiA/uSrM3ZntmuzY+nVBcVMWl0tBU
/NnFaeXGNDw25GRW7kHhunqPvKSenQhCnOljrWBjhJo58yOKxtT21PiQpL4ZbRWQuNGHNjV0nJr7
PNsinwUFSiIcKmEobrAsZuSrH8cX+0q29oF4l17nl5C1GPJXo1LFaJe+DArwETM0EWwRHdhX1so5
9UhyoCegUI2Jb7MubexeO/Fk1dsuPFgNqn0aiDOf0seZePopqRpWkMyKVBJUTna6zE56Newk+T5e
HK7XtC6k/1+GWyy+GdzYcHoKj1Ug3CH63pfbJcZawmmepsPkAhBYxIniDY0WJYmgfngi2sgW7C2/
t3bxS/iQXiHgQPWiY5XjkWGB8h/L48ly4BaF+GBP32xp04tfSOUzYglLd+z9JXFiy1G3QEWr+dhT
ZADH/wyKPRkCWN9CQfn6W/tUXH2sg389gZNNtrNbyCYJ671V7zoyWAdUVjtj/wYhCf+//dcXUz/V
KCdXO9lkI8maEQbxvAFZ9s27yau28s1YUz+WITuZC7NG+okHFtzJrtiSR9gc6DHpq96bV6i6HDTB
9/QcAnRaOK0/at1qTIXxh/1RWv92vKKaluN0SZT7RvM0Yl0gIJ7rvT8XK+s19A/jWJULnSIuRZ1m
So55470ZOY3qSKhlUJz+yL6HUDECt0OKie1O5RThLnw689DXV/hpkf927ZPzQptQ8BBVDgTVOuIR
6/WfVrUuQf1peMKjH5JiNzsm7fgLaE+ruOETxkvSDqsiCL7ymajJvzvUf38QJ2hbaMv4U0+jct/l
+EG75V2uo2X3GtT0Z8qHzy3RyTM/OUUKe0Gijgb0vp2LnZUC5vE1enKPM84lJjKhROPiS/IVllJf
P/GzVz45RNJ8juQ54Cab2gPgQp4Vjhv4RC0dCqTgyoO6rncekuAzF15f5Vev+uQogaoktFnnwsZr
/9i8sMaMN5IiEG5Lj9JPfB/qGtt7h8rkzIXXD/erC6/bzG/fEOYciWWmPGtdO2qKJwYvrLfyNQWk
djO/CXTq2worTXk5s5xWWcvfXHgdt8umzlD3ZAe3M7PToEUqzEPcpPE0zcWlpAngWXfe/GpYg9NH
D035XCDyE8k7WRHzN8xnGu2lVhAKKrdwMpeAWSyjwEBzctU11BnzoMbVVOSx1ebrB3Xu555st1FQ
KTB9FeU+AAQQqMexINkHyiPjx74+B/P+7Rm/glvQnDUB7PfnS+kyKRsrUSn3RbeBye6M6IQVwawA
qsFlVElw3clxOZyFPrV1fX9aDb9d+GQ11FJpVZBLuUvKdiTfg8PYqE69DCN5w8VTDs1kjkHgE4MQ
KI+d5OLHlKYeWdCwx2QNRa6HkB+PxCjdz9MF+dMCEXDiawYa9DsIbcRvJAPeDge9x2RsG7T/k2Px
X3fwMdj5bT1bCM3JOqtZVsLtQKYb1gdo6Jy8dNNuQb2UpN7XK+MzJLluVwacERSenEenBA0MEQVG
HlRkkbnXFt1pkksI0/QfhbeKXHuvRVCPtZPsNmI3t7k/0QNC3cRXJGv8rHjU8yuCYwHd1M7T45tp
uSJ9hAxWnJmaal+PVyZdk1k+NfJL3F9hV7Rkz5nYN8VetXYZQu90uaxgCyPy3iDv91SSwgzlGAWX
cXt/5mY/fQcMALQPCZmiEWlrnuzNM/TlyJgoBGyERZR2wuq9vgNmtrb5Y2NjHHWXVDd8rbgzhPke
KfaSMZa901uHdCjYu0VFVpJn/+xsV/tFbEaUe7hS9dRqFGEUD9eStIEvGxX0bRfdFlfH2s/mzUSO
rrkfn9ULIgGAI6kxM88q7r6+vf/H3nn0yI2lXfqvNHrPAnnJSzPAt5gIhk/vJOWGSKWU9N5e/vp5
qBqjjKxRovcfqheNglQMmuve95zn/OrivhsAZ7d3tgBoclbd0HJ71rTxek6I67Zely8Y3Y8e8MUt
BOki2kTNLVVkB3AW/mbnZEkKUltQFpTUKu4Nk4ZEMrsJEPOPb4nmN2LT85jMXWkTOAZOYVdVO+4d
Ke+0t4r7Rl9ZJKu1exJ9EbUiY5VXubM2kjWPpiHuJ1zn89ZOX/J+04lLSuxt7PfCp2Pb5KsedkW9
iqcVMLfueapX1TPH10YANZhJ61hb7raRXyrvkzDVj1uj5VnZlmfpukvdSJ5NiY2Bn81oQrZGFpkZ
WwI4V3N3U4TVClG2Qx67tW77m7A+zsveezra3c9P3tb5bHX2A5a17bex3gxi7CCmG/dusnfrx6q7
IkrDEacx+GSIfzzXnl3pfCdWSahlxN7fw2jsOFoq9dWwb0EG1TjEy6MX7NPmhOy3LP223P/5LpeE
3veT8tnFz3ZeQAqXPDy+yVqtaUfbmQ9sGa6oru3G4qIdABdu5bQJgmPc7IzkKmx2NlRLDIksi5+V
zj6es89+zdkEQE5LsYQCGvd5ceqcvUt3ot9Y9+UPdHsY2Kv2sz3Zhx3K2QXPhiSKHqsBBaHfI3As
1I96OOQY9Wzzi45UX/l1e9vnX3nqbF2Cqf2PDz6oXoiqNCUhWihmPwi/SF2citlK73MJLgagXIE3
DGNI583fAqfMfMwRFofL/jmEsnlKl+NXK83Rbx1OQ4WUcqea4GpscuJPlHpzRamwf2s/m85+Zs+n
dmauXqNwC8PEuWTFephbnBB//oQ+7C65CZPjMjms0sT3ezZSl1a9Y8ZGet8Ui6jCrie4m8a8+/NV
PtZDOI4b2DOIM0J3i/D2/XjsHPh1SehE91AMv00leEoz7hD4LljGNg0g0RnWhceshjyNzmlPU90c
PrvXj9PSr1+BfFRKClCA29//iqlxCbENVHRvT7QyU5ytbk2oH4Qw+2ARJ4qLeE+A67jhhJ6Xe027
aBNx79TGYw+W75OvdxkNv60nro6kBbc1gghUQ3i8z3ZyNbkK8DqC8H7iIj6ovPtoarENd+Hb2DTa
J5sfcTZWlsuRKkkBjo6eRCx6drnULaQ+eyX3PpgXtoiNrQGVcY3l5THA0pBVVrzvBNj3qshf4Mqj
YdBL7dTq89dyYBWvwFOuLLuqN2GWv9IADWFI7esB/ms+WeY6ZmIx4JLh+pTZJ7vecw3Q8uOXLgRk
foRLpi7PPh+CNx0kQtK7E9giVlCmxnVjYAf2gvQQdNml1BzjACW2W5HnFIHoAGcXNvSQqhr7i2OX
T6ok5C/WxUFUACtMcliB0fiJQzCp7PvNIM3P3u8Z7oGNkP5LZoU6lH6udOTZjhkWWA/3OdTvJ9u4
ijCEjiSLg0mN29OcBA/Q1bVbkc8hXffJ2YOeLpYQGH2XuPhZkwrkzUSxEHnphYpzdehNEhYCeRmj
614pXY9uAu5z3fdkFtG3Gq5AQI5XsUY8QpkTDvfnEXxe5uFu8Iiano2mGPAV/3s/djq7T3Dz6u39
kOBvIhgNno6GvzyeCmcjG/zXcfIVYFm/FS17oyBESIMDDRUc2ASao/101LSRahSd5SJtg6skpgQX
zvY2pslN+Hx92wkHbrWh8m03VFhbyAT0xcTp+s+3ct4LQSqNWHSJAFo0HIua+f2tQA3wCB2vvLuk
asqTFo+Pgq1mbjtXkg9pXdogNbKYMI2ZWqk5yfEqjxC0mIRcHUECbnpYxUczS1YcVEsfuVPiC5Pl
/tfP/G9/y79R8f/2xj6kPIGc/1EOL797W379jb/NLab+l0GSNfO3pUtaksxzf4M0hP2XzRJDzIBu
UDZwlwrO/wFpuH8RPe8Ra84Egn9l4XK0mJ2j//q3Jf+ykG0jYLaZWH4lRv0HvhYsNu+ndeZWhvov
yAcaDsKHFpzH7zvP2qmtPo6sGDdmc6ER0TdsrFZx9ElrcFXjQMDMzqzCGyyZWOYSlFFx2uPiHe3u
OrX0HPApVfx2S16QW66xJXZiz2g0vwDF9Db8B3+YjeSI00Ej1ls21p4Tun7YTvJJN6aGkVSdGkyM
XxPqojsFQ+puHgpifQrrUtoaILI0bI96yzGpybU3UY3TpWGre7utfgTCGky67VM1rgqvG7FLI22H
NlDXs3WMyDwhfUL0j3OZh1d08lrfgXGh34D8SgsgvUOcgiYk3naLhU3rXssh1iH0wQgmhEA35T6u
VcovzPKHoTSeo9JzJwp2CYnOUTiauQ/tA0g38CB9bwCQo3YK+XgtSGgE0AaknS5cqS4HUT91Ktdg
HQoV3FUkvc2bYYIyso40h4jheIoPBmBZpBq4zDcyrcPrpO0eRR6JL27YWxeT3dLeHWlny1+W5tAs
PBR9bV2Ax+nRc4AP4GW9YGrBlQm1Z6CWg5oZsjYsdWcK7A0JPsF1G+XVdzdd3NZWLlYT9rh9J7Xg
OizMaDg2oScfZc42YI8NKNc2EaTnBw8D120L/gcmCkWwV8oBREgqXg49k7o9BiQZkBiYCvD+uofx
ue/H/kXmDh28VpPHwQqhrMgaFVfmWQl8qWp4jWSTHoB4eqsYgOhzGkiaGeR7Il1sOPvktiZPQ5fK
E6hl7bpLK5swai8YTs645KA4pvUYLD++J0KjC9sGAotK4eIyid4p74YUZnTMFQHDftrJ5Fk0SzQp
Bo+sTcUlMAQlV05Vx+yYvHg/DU26Jqx0XCs2yGupTbFvFUCeQiDhe6h0tEP0BSnSptAZ2tjbds1E
Jbsv1ZY4+tNUul9Cm8k1U4S+KB0GoSxG6B9EV2KjoBCpLm2gUzTKYfuWDssq5MqdB0mavm3hrDrX
gZ+NhMpOtuyto7XbAn+A8XsbBOLWnlhU+bx8sxHmKkudZJPCFqAZVbAHhuDvy2L+Fk6z8OOSryEi
jHxXweHxaxh0s832QxrC3g7BDFtxlsAFyYzF259cjF1w9NLbMSvkAXhkzn6OpqvZSvzSQdcd3doK
N/BttGMnFiguSGwZKbjxrl6vyGwVfuZNHVEI2ZNBrIeFoWYFZ572bWWRFKI10SrOocAMXVuhKLWN
kNoOO3eHm+Alq5Pmltetiq/VFFwEZcAyOnSg6hGlh0uY5cJy07JHTy/ix7HM4gPuTj8djEcy6OyL
oaaQWLBLXoWNIA7DkR2GhvhtTqjrN+74fa7wM2RD8ygagxJU7dwqJ/oaekgNyxo+6iqfKxo8LsFH
/TTdYrCObopaqUOYp76bERgV2zYJXkMy70JC1tGxwMReYeje15qrPzm5yQgsCvkIuTYfVmHlrEVS
o+tiuL3JYLH/A8fvSAEYJrHPQXYDzkiTAkRANnDEpAU+BvHVPDPUORJL6IRRMlFAIio8e1RzReFP
9C1KOpfAjOvCNRGgphdZOQQXtiIJCWaN3ICg25EBj860F7fzoM23GhwW2MPhz36sSgjJctxrRmzv
Mp3W10oJu9pXoaOujDgbX8zAsE+4/fdZBU5UOJW76UXZl5fxOJv6quCDf5KVPWfgiLL0vnNiSjNa
MUEiKgB1QsQAVWnW2LcFkai3fCiiooAivllgCg4lHzdC5Nq6zds25q13lXvssP89VVoWMFFGTLVb
iAke0UlVQuSWyGqs7OCHCGjPcB5yvph248wptGJsbMsyMg6ZBSqsI3uez30hUJMLA0eua+2XMESZ
O1eZtRFRIUkDA70RuDMBc04ZcObVcoElWRr9oiMpoSAEXr7TB87k2TAFLHxoqwdCb66q2qsutHxq
11B15rtw0KwLSLXBxtOZ5KphDC/KlP4g/sy+WpeWZt7FkcPiMI2xJWESOPGzTbzDdT319NJlnl7C
HQ7WDjHoPcPwsk2br6M6YABj1rObvWkUG1zf8WVl2zegEMpNo/NnA5DMp1QT2bWLwIkvMGhoDSAZ
87N0XnI9rNx34d37IkzsblvwrXZWhWi6074UJKUfI70tb7LQQGGdqOBmbpnPYoLRsSv5okfla9rl
RQyrH/BeQZQK6ovGyqvrHp9culRv4fHqGcWaWtN8KcEZqmgwN4pQmotA1Mm26HvA6WBECRDpjnab
hXeLBx370X08hd9jMgwBRQ/avnW8ZieXcyNcaLAijUq8bIOEaMkaidYqqq5wAt+gx6jYsVrdoZ80
6z7J6rc2Nd4GwygvQLiUr2ru6Yob8JD65MpxpwiAMXwYznPirgZgg8hOm+8LEGGrGfrRRVgUGm0O
IfD3J/kFZjb9prDz5OhKkDFZxoMXeVhfJ0Ve3WgZOAqnzY3vBudtkh7AwOoE3NZeYl3GjvcAkb38
BgYr2kOZ4XvsxVOjzTR3yor1K4aIvmot9F8wKPZ9igSmn6r6tgaecJ/NSfikpvatj1loxAi4EjpU
cBVXKYpyj3J3ncOs6Wz7bpgoelrM53tBd3gHXAAujCnzg0iox5dRgj1+0ppj3cGLJEG8vSwk6fT5
6K4jvVJrM4pe6jarHqDPtLdpOlYnmww9Bn8xH/SK3RIErfGSQMh84zIbHhuHUEjeEqkeCPOZsyfh
XhDZjFlUn4jlcJILXWclj9HOHOw0Hw5kJmSv0NrJHk6VTjbk+Ejuy1MSFvQDzPEIYdFgqHnFjTME
cA06+p9dVDiP4+iN1wW74usoKx4NN85Wjun4kTW3KAVt605TQbzRwwHNou6Vp4Z55d51w+kEAaPd
xGU4ldCnamrx4+zE32oT+qZPAoIld2Bvq5PmBSTNEi+8kSqVqLVMW5wqI6aKCM9sPDGSssq37TJ7
SaUOPqdsvJe58cqvBgwOuhazOx66LBo2mpnNL+NgAgxPVNsDdAK+bU8zo6+byqc8l9aN6j0UFZFs
j1I6j6ojscdkOT9hPqipF0f6rUfKVbeq2oj9pYrCb6MdDXCoQsividL9CoIT1W4PVvTc5/V+dqfx
rYI8ejcYhUMtLol3AfFzAFz6/Efu0KjTTSN6m0P7Z5KTw1KMgHsbqF3bUKXdhR6O9l1nym7jMPWv
VYsh0De0Rq4VySrhOis1sVfWQMF9lu4SEGSXmm9n0nlIsuWFJyOzoG4SaqUsqOND6y1CTpzxmw52
ExOqliSHQLrTaeqkeXTa6GqK+2aPj2WJBGDpBsQ8b6shNa/mphavpFpJflGZPxTd3L4xSIpuZc16
tI1rB/FOh2n1aDfTl6l06KKCu+kkk3OZmfZTB3D8xPdX3Yxu9x2WVHiYQvYLiQPzVYNr7tPuWygo
sn+sPAS4pBd8c4iF3whIZlsXuFwYuY/hoLalpR/AFB7hYLjEQDrBLhItaUFj70Nquch7UfMEdRTi
fXhfdyXlgOiSBY/Dh7BunRD1TZBdkP50G6Y5GQ8/pvkXdnaVzYQ2GMHrHET2biram8KFq10780vp
aldx1mJhgJqN71hDHcy+ck02Bxo/YcAFatljC2fTEqBQ5M2ObUh8gKN92SRmtXOdPty4LCZ0KIsf
Vdt+NbP6EMRa+cjpI9xoqeY8aR3jz4Em7+NrPGrAwPxsnIkKHMJgM/XkyEWOSr6UBEGtFAiVLTEy
3j62h8SPG8SpnTl9Nwl0oS9fIIhhH0vtN+OnzMbr5IHxVobnE29YbOLe7nYUuoHXjJtal2pLxMht
oaf9Rnei9Eit5M1IqmMdhd4h4CxBN9zM76O5Dg5qBAEyeWHj5+mQHbu0JUh0DLxjX5FGnSaxxrwG
8IMk1mpNrBs51c4Y76UBomfiKzfToNoPci4uwhIKjiXlQPRR892IlLUyElQFqdluGoAGvoB0dFHD
Dl3XDgeXiUo7fTtF71d14wuxysllrmnmNRPyl6Krm3vScYOd6EjURD2bHR1l7ecZKDh/iHU962p/
YJd8UfHMV1jr8yPsvJWrU4tsnOmmbwmsLEfrIYuEwXft7RvP8UuE4pZlHnIYMH7QJNOW9O6njlnF
MzX7wmhUzEGMuBepeOBNGPabSkKob0w8OOOsMY2WfeLLSEM87hXftdrueMrk+UAqdy9g2QTXrqu+
uXaU73UmaScYiWEwN6z8WhRdStW0+7glTY9Dk7MeJ7INAwsJrW1GG4j687axyJhA2VvT2fOafaaq
R8sk2yGHFLAHY7l1vSh6hGGfPXvhZQynEFKTjVzTCYbhVKRq9Dvgh3Dlo26deQHGHnPYEsZwYQB+
nlo6DUrgmwt5JQaWUqqym7oveaXFo6zpP0GBNdmq1Hsw19ZGR35GyNp2tPlzEIyIIE7RUqTmU5Yk
Bt04CrZhPfYnre9GDp64texUsDay0UAvvE6N9jjRqRUprD+HtACiWmZ23172QBbiRtPZ7Qc5fO2B
uDwrAEjdFigTYMgd4zFpfW0Ex66LJvVrJYiM0PpoNyc9gBqLH8/MfxACmF7RFcdE2RKFdyz3c9Fi
AkiaeCWM4kZlVbNPZ0T/Ud6Ve5W0+CGRgjB/ayQAqpJtp8OWed60YaEOyZTalCIJu4m15AfBEzet
tc1JgrwJJfnTY00GYNp2X5vKwIuUm8819+ZT1rOJQDOrCy+/7oefhM0slQlJP08YBy/R/doIWIOr
r6k9IBTMn9OkKvezgGeUjRRzhgpdof2j7PJnzREDf4UDscjJjETOTkE2XadESyt5OfbeVezaX8zJ
/R4sSUeqbTM/k3S0F3DlkEyXVI6ntQdeGeAouStsTzh4N/MBBgW71SohIpUB4UeRPp0SY+q2QwYS
URcuuQAeiZxaj+t9Dq2BAV2qNYsH4MCeCDSOt/kp0nXlk+hyCx4VfU03XBkkFzgCoJNXj/eET1gb
lrCBw6VFdQlHXqHX4yotScySg3vL22nJVByAZlE+6SMiaDN3JmVablI6wnvH6DrKCCD12xqlhXAj
Yx+VJeRTR9FH0O3hKyPiKkaBXU49PQega6NAIzJPlQk923Wo2nT1JhiKAYNte8q6JyIhUn8Y2vFG
UL5ixptRZhrlKQsksuwIPLReq/mgylxDZkgQnJFPnq9F6LZF23BeqbSU3CuT0AHFDF3oiM5rAH4q
SRufDPYbKHPXeTVeh1nP4Y/V04VlWbo50vDAGY9xUIe+MyLzpGJ3Gij95l6PPD5k+kWH+RCb4jKi
bAONEA83TERtNSt6sl1kQKnS53hf1+RVN2pSd4YMrrOGpVh5+6h1q++VSJqVqFVx2VPyoeuUvHUl
InCilpJjPaeRT6gGxQmNu6k4ZyHh896KdKYElBWvQzRyxADltY47Szsamm4fc7MFg9hqrwYcnjUa
lAXiju69qLDUwKbLdwSliXUsZ7KpbQMSmIk7lICo6TqYdc/3RkHXxJHpJdv35SRq3nPNW9fttyS3
dfBIZ42SRzgQwVwv/Z+kojouHpwquBwz1u1SvgZ1S2SNhmuZAVd38Z0cW0qOenbXRJ15Epk6KNDp
blnoQBnzI2HB21CGTzSCfuh5l24JuCKPaIaWnw3DiMKugVSJnIbjm23vWghrZfvFjpW1jURCj6Vq
/dnOb2pXfc/c6qeMSrgHna2v8bIVq6Sq3bVhsJTKdlcL0y+m+arMp4vQcPYtoUe1Nb64OSvBrMYB
qe4E/RWeDiphsmxTay62xMOhw+HQu/Jm45tpaMXOEtpNG7nPmcLYKMAf4vEtUWLd4HOYVgmz1Hou
IP/KXr0NNaWN0AqJzMnHF5UFJ+IxcE02sbkipAzVRs22SEzBvMtLhcfINdU+dk1v2w/hS2aS1BRN
0UpY9bFpzF2ViHQ9WLi3UQA4cP9m8Ml6eNvCL97WrvZtcLNn2/ZuKDtbfuNksT+E/TY3NF+5Ybei
5bHWku4WA/gTRQcU3lUFzJeAMrp8IYPVhpkhiOJbZ3MaEKlZXAMFXE/OF1WWb9B3mGIcvJxBlN94
dhGvQ7yLNziDSUgysnoXWdRSZgHiFSD/SlftDthwvrXJ7NzaCkYjBGYZ4Z8LteZEAsIlmV8xavH6
5yS6p7BBVJ2IF5Wn7UoELmchS1AEjJ19Q63FNylzrVmka7+Fw7welHudxdMzvfrvveK0OfXOHRA4
heW5cvhA58ofw6FDpMu+MXOoTga1Gshh6LaqZOlyE6CBoUaMuoGfdckGjfSabG2TzztLuvuMQgq6
CVFulLJBLnbJQAUT58RkUPYNAIeum0BDmpnVj9qoP6dWkpOGFpsPmVk9cSbz/Kq3nZWZJldE+d6X
s/XcdcWrUwD1N+Cz2GDbVzCLhxVcVdzDDgzEwXR+wGIeoRlXOYmG0OzG/NpWyJum0I59CtIxdN4C
xRGTdxeKwK9SHPx8zYUcKIDaqlqT4wq/tkjgNVhTuNGVMjZmk0o24ikC9VkL+eJR6xPkwndTaz+s
oHRWhN4RuuRO/doxC26rTFqk6hRLItF9SdHuGaHJsZuTj6jqN0sbkdRFJXBEAsDXeUAVMdS1fU+h
lMMi050HWDHE6T27Bl1MEAHbKAm6dZuoBMWMV1O/1d4c5H9anSJlBoJnGzfBlOIP6V9CV41rMZtP
sSPKtWVG12qJLSJbtJ+6U9Yy5MglntY62RjrkmX+Oi3LYE+Hln9XELOcD4xhJ4/UNoIwQa6Gh8cp
KSUuGISSzpTeUZJY9R3zjVUdEmiGT1HfnDhifefsPO5i/WKY0Pp7zU0cWpCdlQU3IFyqw8FxYuPc
Zj+VEb8aVXIk4PBrH/K66pdYeF/AqT5DwbWf8q4pfceZSVcnKCosreDQ1VGytph81pEibjzVVbUi
WcFEIFLsYRDvps5+opf/Hcb5E+Et0Z72kc/TcvezxjJf/nTZP1UYMEIzS33RkAXTgHUmL/0rB8Wc
PgXRHlqNWpgaVup3YdGs+fb9kdggYKivEIVHnyz16ejStNqlhoCcVI84TUlV3NvGeD1SxyOSll1e
nTe3CnSibLIHdzRv3Ur7Kk3HXVWpBrsCAOWmrtjmSDn/iHTIt8Gg8R76Z7csh7U79ODK3aBcOxF8
ESLr0cxrCjbO7NYrF3g4/qbkBND4ZJneBUnXxjp25m/lrJEnXoJpKx3WwJyOMtOcVv90ZvxzwOKi
bWPLa8gE6EiC9HbqO1ovFraTPnwoA/ChvXUzJeENG7xpM7SAV91xJgRHXnelCQpTxuAx9cpikbEx
F44duWBsJVZaQm/bi9mDydG4HXrMJDk6f3OMEr+PW18GbIeI7VasLB5++xYx6WTDXtfd1ruLqEZQ
xh7La4BUdDqh/f13X/jfLvK1/z/3cNv8LF6jf90vfdufTfEv+If/+p9F99K8dvHrvy7OcYjLf+zv
jrHj/EVUgqVTKnLRvwgX9cjfLWPT+8tekhdcB72qcOhx/d+WMUz6v+CbIUHn78HR8hZl1P/uGWuW
9xdKGhZPT1Bxkv8JCXGRTfw/FZALgBH/J/8lDPcs6OS/vm8XJ7GaupLMq7Upo/YhNZ30GqKV/TLo
FucNNFDU/dPPOG5ndkOuatjoMi0MUlwe0dfSxP5NHgmYNMjg3NO9w9gP08eQF5nzvfEuZiK0aKYM
zW1L4ZcxnZcN+WyZbyQPdXFv0eAdxm8956ISnnnefG+o7wyGtiJcRgSHzMFBFg0Hu7+l3EJ/LFmP
Vshx7EJ4DzV74YICBUKwFSG8tMWnteqL3UBWawW3Lal2IvDWndP8raR4nf5H+LO8+ftp/qvo8xvC
vbv2v/59Jvj4eLtn2hWzqUtbCm7XuXcv46t6hQ1yNfvaFlvndbUxb7Onhu7vGqj9JyLBRVX17vWe
Pegz1dU4zZoeTFw5sHvagNN4HTRfQyLX6yJ+6yem2/btt0HxTzf7XoDw8WbPZEelhE6dm1yyOrSb
bb3Zdj4y8FW2lfB2ygPLw/b+z5f88A2/v8lz1zb7wdHWl68pOsSb7Jpo2O34CRfjHy9hWIxixqOJ
duf9B2sA2DM6AdNkcl5nN97YEvUwiz314uTbn+9GMLA/vrPfrnX2tWT0y+sh4VrhFaW76oe7qx+b
/XQqd+PX4ir8GR7FtYW98VTcRjt20uYDoe7jlz//il+KyLMvZ5GNIXmzFpmgdfYrrKztG3DtuLeI
4jB892mI2HCvBrVBLB9BewTDFX4yUP7h03l3zbOvFQCwrXci5ZrwdYa43y2l5RWtAUxd6Wf6OOPj
O4U1go5HoikzgaediZdbV9NyjU7RmkgXi+NDNt2GnhtsUxXZflGa5r5XFMyKuQK77nG8M4V0X5qB
SKRozqKtCDUeRt721yjRxbVGnMtPmtjWf/bpLSZS4neYpF1ehLB+TS6/zZUGZT0mwRjxo4xitPNw
sT0vDk6mppK1G3BiDMJGfjJvvJflughyXdtiu2U6WFgBVZ09G92gwmaI3F73NEFW1FqbraG78f7P
H9kyFfz2jQEe4J6g+iKOWpZH92xUZZx0k9ht1d52lUH3rLQpHCV2IR8aXa+uJ46hpyY3qISnjc1Z
Q5/t4O7PP+FMP8/ixxIrCDGyHf4fw/tsujIqbzBF4hl7ylfuRhoZW72G1BcrjvUVnVgMfmH1HNng
VYgSJI42iqstmR1q7WloLYbeTj+RRJ99l5K4JcKPPWTR6GUFeq73c81cel0RtmG17UyCirV4rkkX
qPFTN+5PM3bGfRe5yeaTx3A26SwXZTG2XU+HY8k/Z4+BHNSk04qIi6opv6/yHqVE76WPbGzTfWSa
mDlERKK6FQau7UtyOeEmm22jiHYcKtxXRlp88hzO9PxYyKFcSb7FJZfKgrZzNgUNQo/KsZ7poyK4
W6NBTU+Bg1izTptgS6rLj3TMjl4ZlyRZKBCfXm3f/qePRTI3LOI8jylCp6z7/l3IOajpstXT1uYT
Aa1I7D1fBYHfKMYoad0VNnHoW1puFJmqag7ug6ipXxwws/bWK8aZqXKqg++f/KrlC/ht3MBYMx3J
R4LJZfnnXAtrhWOrDbUYtlpsjtMiCJrvkgJcfyHb/A7RDIcK3SKM0zdDNb1iCiBrMHNMxQG4aRKC
UfIc655wODk59Tw/xsKkE/bJrzybzZe10rYtQGUWLxLN+9nWEkFk5xBRa++ZA4KLKWtyerEgLSZC
1dfaoIwtJMh25SJRXskEY3itRhKUXexXsRI0WgLLXc+dvGHEpbsp7PpPZN3nY//XL8Qch6abnTTM
gkWz/tvUioCrdXpKlPuCJhDGtBQdRRdHYkt4J1WVriIwukGwURqBiSwSI7vrNvkmCTkdUl+iGuuA
0PzzYzubeX/9Jj59COmWB3n/nHlT1WbXkYJg77tkBmKXtfa6mgzrk5dz/gXxbpCKAuEUMGMdw+FI
8vud653s47wLnb03hz/1Zu780WycTQ4745M1/R8eMigxCDMCELCD2PlsUUfTWE81Mpm9apJXUhUI
IMphwwqzQH5GRsSD43j1S2+is7E7yuFpghqGVhKYwwmaqTPW5SejWixf3u/jBwgr0lhByLpjcJK3
z2bY0WQSo48e7FHE0aPJTOvW6+VBDzNtnZhpibw8prgfdfTItUY8GmrsCU6duy1KILKCAq0/tfZA
1KgzuN2mGWkfpXOb7zpi0u5qluONMczN4c9fxsd3xq8GMc2Jj8MTPoT374ycBgZbGyNBIVbhIo4X
G1Vf6/sM9O0nn8f57o+v0HD5OFA6MwE6+jktE1GqZ0+xpAVaWf2D2yRhso0cr9qnGFjlqve68JlJ
r/0ZBaa5FQlYOLQjxLo1tF3d9Z9v/HxH/OvXuHAUmIkRzDPvvb/zUU78+4G249LWuUdek95aiwam
iiYT2UZg0VuIpeq7dScH7UfBqELTZ1UWcYK61m67OekeS1lJF3uv1mIfqEkkQVmYeXDSOwwp/dAk
L7lMZLl3cqkvQc8G58CmSj5zl39Y1ZZHu2CXDDIQON+fn32Ry9RDmHIzQRc5pKoqOu9NNNPubTtC
17Jii8hQ+VITJapUNHqhwKL75yf6D58Sp24X2rdkb2eeDwBycZ3ZbRkA3kSQV1xl8y4YMvuUCxKk
/nypZXifjTV2d67JjpKJFp/R+3eX6IPtEp6igdwMJEbTIfKpN9DyUROALUsntLFFqNaVTvXJlZe1
+cOVwfNxYcuk5HA2x2Uu8X2L6p32StOgi6tyvyTtdW3WM9HzaVX4Wl7opF911XWJE+OTie/j8mcs
2zdYx6CDybk4+2gZym0STnF4QFVsHseqpYdAb+CmaC1YmVP/7c/P+XzXyGf17nJncxqiuFx305CQ
ItJk97UeyUOv2xntBbP0B7TpfmlQpP3zRf/hO2KfCm3VMBaH0TnPOTcH1pA+DelduMOma7UvDuP/
ip5B9cmV/vH2XMdBiEITlwPp+89oiITo3NLg9jia+BJpPSscoqB5CI5mHlj3uMue/9ObY/6jQwmQ
EseOaZ/t/axkRDXDIz2kmVdtnczD5633IU6C3PvkIPRxkCyXYiCSemJAizl7eZo5NqPZJeGhTZIS
zbZNe7aKZ2Szo0TX6TYBTaQlqazUok/u8uODRTMFH4AKJIXGD6Saac4SevY8WDNyiYlYlHuZGKar
xlm2j3EV+Po055/tvJax935sMiikQcWT18lMeLY3TBI3IwDMDQ9lVE0gPYVo6Oc1s8pXUVpUrLaK
A9c4IeLYuyIwjpny0EIZSRF+K6fos1qAuXw+Z7+HbQbsVvBVTBbnZkjmaay0qeftaxf12Wi1+T5q
2IPaEQmQFtPIui0a6YtMkwePrhHwZg5odqj1u8DRIQMOWXCbp3S0aLmjyaja/ogaRn0lkKHZtDT8
N/lk2qc4SKqbDDLBwVnCQ7JCTX7G0YvEsDC/MabAvOyUSc4RnthNMg71cVJutv5f5J3JctxIm2Vf
Ja33UGMeFt2LmINkcFaI5AZGiiTgmCeHA3j6PqCU+UuU/mRlm5VZldVGlimKMQAO92+437nodLwP
oolf7zt7ItScOa9igvgNYf1D7KtsUTK7rAc7/L7RCiHqQ3Dn3BX1uQDs9vdP0m/ea45YCGpJBlwv
eHcGYFTnNTkDvnshvPhQy+DOMyL91EB4tAiq7LalnLL++7f8zTFrwft2LN/wXAKm92UTcPjdFHUB
zl1J+FwZVrRzu3hAnuT3F5Mu2530woD5FZonfmd5zCqM4QeX+NcTgI/A7k+2ZjhACN5FvqWosa81
MQ9L/bJfGG7wqEl0HEjIzbWr0uSD8+7XzRhTIS4u3ig63/qNIPTDHS2KCUtdxPJ7vxglQgxRgzEx
+7OMJvoHeKt56/v5cZn7Bi7T5wTQgfeecTZ2oxxVXMT7wXdPojJsFomXe3jcttm25WoSxIfhDQ65
LhMrKvkgRfpNdDrXpti2XEaKub7vLqxLqKj1DEfi71j6y2IU/r6OUMCVgcUQsIX5TMt41lPbZwZK
6HC6AJj/BW2kF/zjhc1cOBs3+ZqD9YI/L/wfLrmfJU4+xAHiTtrl9N6HlZFr073MlHVoYktHQITH
5N+v7DlueHftec/ZQiswPWoS744lVIeqnaiG7V0M+pCowokjblUfrN1fFxPeLQa6fN1hUJ3N+udv
hv5ZakXtM59T6M46M2tzZzWzXGfSuw8KnL95VHmv2dFnnvVn0vpdpBSgLMdbOEv2WdmCKQydW6Za
0lO8ktliOX1Akur5Pql0dyErc1hVmfzIQ+PXR3X+CLZlkhVS+nzLQH64kU0acz4S7e+NgV1fhdR3
hrAuNwiK46Ux9PoH3/ktyn9/F4lMqZCwC1N/fLeE7a5TchzKZM+YZExD3BvWLB94LEWPSSN+5cxI
Rk2y4cBKl4bfxbu46/oFMwfFptNluIBmKZ50iYClS0tvN3ZOuCKyDddKBNW+1IgYprj2t52eRFst
LIZDOI8Q4WPrPDp9d2W5DCT+/cr8/Y1kq6VpOReo3vcMmPaLW1m0CfAfvLyl7zKIgLBsEYcFVH6v
Oa3jVj9RQyfx/OCHmM/qH8SJ7+BdhPo6zUWdgI2OJpi9N0jlD3ey1ZQ0/FGk+yE06vVAlXvFmrGY
Q2uNo+O4yYVWzyzfGM/eneNp3ZlZOP6dYfQjQ0M+wxllfS/VLOeMXWQpLkOEboS1ta8hDNDsCP9g
QuyTwiDpRKIqr0CnmoCccD9Y+BXDV7w46K9i27qT/gHY5teDlC/HCDFmxZT/fomC67wSSYwsbK8M
yFUdAwXrqR7jtZZhKWy2YY2Ytxgf//62/m4rgMzN7gaE2aH/9fNWYBuJ1jsUSva1K52FXjKp4U/K
WgWNU35whP3mMaQUP7vyUfL1gvf+BiJqpZF0DQtIw88CXHB0KiM925jWMGxTAvIP3u83e6nJ0cyK
haDCg/9ulwvKBtIZ2fDeaA13xQ6A7sqpmw/W5K/R/TzzzVllsMH47DE/X0Bt8qpOiybmK5Tb76iP
xMtOtKD7MpLvDhHHuWaqcsXDE34QZ//2+83sL5aMS5d/vt4/PAxdlPTo9Pxk3xq+PMB2KY+qREX0
9wvkd3eNxhThPOuSzexdeMeIbEylQ2MvG1DklpEeHsaR4TDN09IrN2y/kwn+bT/99++HcICshVrK
e/4+oJe8UZLr2YsEqXBbbkwXuyO6ZDZStY+akr+7ewQbtEAJrWiFvdupU8uyIlw3kr3XGqiXlUTI
xHjubkgnICDMAdfDXaRF5fr/46LSEuMpp0ml+/Ot/eHWBTR/mhDf931cmfE2wal8Exl4ycOP0Q6e
0J0PiqK/vaguGyBvB/fwfS+uqws7wOw63TuVkSEzZTQiTLh1KqCu2Zcq+ODR+00ICfCAshBNdZ6K
92eFVWSlL2pyIIqe2lIZMmG6gPCxg5mx13S7XAcjpiqDCpCd6Vr8wQH8m02NuFwn05vrv8b72DwJ
C5fz1033Fd+N89YZzlH8PwwMw+z+/kb+/p1m8AO0dYLzd09HTC87SOs42xt9Eq4jwVRGI+iee2jJ
Pnjcf3cAmzQybWJy0h56Zz8vmjHpB6OlCL1HARc/pdZU78ex9jb1lNR74cpqHzFnclAlY6aEQ+2d
07cfZl7zm7wLbUxOf2AXc7kWLs7PH6KyKFmExpjsdc0Jl7rbcrBas10ADokUkXuDIaAc52LfjZZJ
EZdYjVkxy4BRoCDX+u3fX35rFkq9+zy4PtHktUh4ZwzOuyeJMV7DMOtJ24kESuai8+LyNe9s48LD
f3XaInRiNKirUvs5a5hf3rp2qM6GWjn3bVcNVJpd48bFPvrQDQ3KPEMO5pdE8/oThynC42irlAHs
qssuGfLDDExP4xGZdB/1ez+977vimuKGZPZ2knApTCt/CUUBdd+sBud+iCz8nBoILiSQSGyr6dqU
RnZe4KO5xika/bptM8FqMR26KFQOVZfxRrxZantAnl6HbspAfqSgXFtT0a16lNDJmR1H/rBSmtVS
kKdXi0q6zdqtTOqKwMdJwfMi5/R5U6fLvqJD9Bl7FJy4+SDVk1+N2YFBqPiLrU1uvKzymA60qyxM
5aRHnz6WZW6uoqJ2z/TGqA5DbTJ4YyVDfme27IZNEw0uFuS0bxYjFs4MYNlxuzb8MHiskTsfc+zb
vZXh5L2Da2in3XR87BgQV5RjnyZy4z7Xi+hGDiXcaq1zU29R65240Zyy0rY03fxhMckITLaROGeQ
zl8wbjpGnuY50MMK4w69fzHszJEG7DnVdvVU6362TvXQtRZUihNjFSUermhcb+8iH3AuxcIikqc+
9R1mSyUxGCVa22uRKovxi5/26ZMXm5hUu5w093bpqWiVd+6IIUXneid0v3HBlr3wzqtpjB+dVITB
vpmpUFrTWMj/kQCfT12JOWqQq4JB6VpAlC2c0v8qGAOYrdpLJD+aK8MDbt7NTZgqGi0NGghjPWgh
GlqBhQJHnQZhfaWJYLrJbVhMCxmWgIjTzsMohfnW4nNuVUO5RYre7TA1Lq9Vk7r7KXaoNCWufsB8
p7r2/IaCdyhrug9e3/dXVTHVybJpg7Rj9FEat3rIbrJrMpmcTXqjX7rcdBtHggEBrKtp6bAYXaXH
GMXp0U66tTUuw3yU/spo3UM5upge1jgALjubyTJYxTUDdyXQjZwFnOvP8RSmaJimCZtvU0bVnYlr
+1PUpkmAGM9D9t42enVvgXZ5wWG8u7GcST5O+qyIDdvBWtndCLvRjVRykQB+cDBWdJwnp1ONvgyH
Wq+YvPE1xTKMEQMOTnMj6xSdOahE2wS55riPbRuPODKxBT0y+qSStWZ4wR3jWMlWTAojT8sXVb6M
xPw6uI/L5YRcCDMnVRpPDkXTFEeiwb+k0xSZkBNKGyomec0q6GL7KGzPP4E9kShgTgbDjhozc/Cq
TLt4CBQ11oVfCkg6lRgjsbbMzDqJOT5KpBQ1ZJGmThnOtTmV77wxhw4bQ6/HW0HQr1rioNBEm9lY
HTeNWDD1q5jcpgmG6fwlCIv2skyisVhYA9ZabAPN17Id8i+gbvB2LAPEyjqDoO4C2Xm7DxgjPE5p
0T8rSsEou0QEr9wQadiCvWCWG5gxQ0E8IZm8b5QegKVA+vEQJVbRLEyFgnpjBHr4VSWyO6oxc0eY
E3ptz7JwrA343OCtYuSnNgVle6z3gUy6Y1vE+Xmm6jBf+HUzIPPMO+c60SeL4bsqmJPdohkuY1tV
t6KtFDdUsnQ3ksndl7iZnGc9JPlZTFU0XjZJg0+U1iddsWqb3mGpi0pcsoFH/XICrsYs2jRGj4qy
27Rk6eFLAZgkPeuTdHjqwyJ+8kYD5bneIzhB1w33ZmWlU3A9tipAEQ+aRUFT1RmokN6AIYuKqJQr
t9WNNU8egzEKDf0ysb3ZXbHuvjpVctpN4osOnkVuqhRJDwmNjOx9in0UE+Kaqlc5OlS1CtG9qQWw
CmTurIUyvqxim6kBo0aHX5pTH520Wux5K7pX2pWcLDdZi2Rqrlsh4+vA74MnxcW8jXIMgJ3gC6kj
LAFXctgsOzZ3xLGFPNMtfRrXCQv4vpJ9Nc+6sLaYd9UmElxztJd5kYfT2k+lKdYyFYLRcSu6T+Ei
HHn5hrk4O+A+TekYnkxRH3gLofGwoKv3y1cGCky5MDot/5yjkPws26xu+VLZ4DJXMmAgFmjaXNoo
iEUWmC8xIGtNlsOAKS4I2VCZZ1md2qztQXNwPJMd05W+CoC31Q4Ov4soTjPBmuiCBNA9s9pdnKZr
2gQVczke8dWUt2A8hjoGK0izT+J3GigmiXR/CHC/Lo17ZibarYpUz9ScUeUGwxqaOmUxW3Tyrcrr
VwV4FTACZTd4i4yJ9/NOBkiGx8It7/O6bi+YoukgQlnBAHIzpvCMpVw6s/WqCFmoWffGHU6T/sGv
gB1+yyP/kfL+onqBc9C8vHSHx+pNtP+1xPpbRHH3TcP/1/+2f2n6Z8LZT/+zLjrRjVfypRmvX1qZ
8avfkq/5X/5Hf/jHy9ur3I7Vy//5X19LWXTzq7E8ix/JaVT0fojX5tf//nvnjzm/t5TN49fH8pff
+Kac11z/m0Celp9PadCei53fpPOaG8BhM0lqZw05vb5ZVf8dt2aYn4gCPYoI/IyMZi4ofpfOo6oP
0DPgoD4rUvBUt/6JeP6djn1+aV6DCJc/6fF67+sHowCfEU+QWgzT1J6nuo/xvFFddQp9Rt+lvemu
StcrNlXFkHYx6feTbyanfTt4IKYZoIdi6eKBRGMzWIu2t66E5s4zYBVAL1uxQy7tqm1uIqNvNnYR
BjiM0UshbgnabFcYYKp7Jpb3U0HRdF0ykubFAGD7hNoRCAhxmjZ4MNRICO99u8Z00wkUfgF6iyue
H1s7uzSwSshwz2Yr6yUuTJwaDdiWntNl6MKPBFc/55jz5SJZhkdoUrimpfYWqf+Q005IK+Dg4r4Y
YJEeT9apGtrPduoxbZznzbcE+h89LQfxtSnb8rV7/6Sw3P96UP7vRQ/SVjYvf/BItX9wbD4/dizj
978zv/Nfv/Rf4+midqVTI/z3QysXLWNd/R97vp6s/vjff6y7sik7+ce+zRhY+fGx+/5S3x48BBuf
EIjQtiI7pwXucCe/PXcUHj/55FAupQKebXvulP5JOXQ+0UGmRc8paBMpzQ/r98fOtj9RRyMB5vaD
I3VR2f655Vx+Sx25nv++/jM/2z+kdHOPyyK9RU+ic7ZQcpqLCz8spGrMi6bUMvdz4xjPRZ9pC1fH
aKdJ4vRQToG5Nt3kNa6LkNabdz4ZIMqZEz3rdHA5wugPEr7Es7JrhmHFFOAF25lXCvLRFRWI+jwn
v9h7Q9Ndh4nJkK2VORd6wshW1kcg8qYcsjWpjZcNjPzKMVpHQYANzxR+zXTryquSeJUX9V0eG+nG
9DrYh3r0zHxehN8VosHAr27yce71+/cGzzybg9hRhazWivn4ZY40B8946yrKEgyCsgf4BgTbvsDt
Uvn4TnjtTGkumL7uiFSySV+U+oSd2Jg8EE4czTqaeaIPZRQMC9BfezPXHlHQokPJXkkW6kWi2+di
wihWs5o9h1yzwJfiy9hUpK1gCe7yOn0Shn/bkhdXWqAtdJM3H1r3PGTCW5egHKwCT2OS99NYYsCt
2ZjlUXzWadD7KHWNqdjqXU+sRrtokRhM2A+DfgwjPmaWY6DoZgQFmiAAtbhYdZG9hiYxURfoRz1v
xu3Yt+3SGA1wNxF/wIh79tBtLTKd763XoroITUSkjMb7K+ggl+00kIN3WHGivI2fI7r8i0EUcmfD
hXhQlRPekfDFG6n38pKYJL7sAQ6vgI6sKgIBQAAZg4gS7mrbRPZJ0CHeC2ocwto6rdYUj51lInh/
b9KrJxcXijtZzYm3FzFsMmUVBZamXbm6eNYytIQec/CKL41LIEPOZfxaaPGrsKJXUSnsE6zirJzV
T2nFJYo8m8CwkeFeH0ZqFL0GAVsLmacNIn0XKXK1lDGQtjIcDMoaLCMaUiQxMYY9Dnx9ngUkVH1/
6DJBp4UZWdKsvsaJYDzSzrCp3Wn+oucE2SfdmJ74kF0g/wjrC0PjDFfELLAobLeTro6hlo1Lr0Wi
Ra0XQiSmAVHoWFvkqOda2ztQrez6a0FjcFGhCYSOZ1/FsqhAmBhXaZmQQAzHpOZzp1U5HSqlDZ9z
SS7XdayiSI5QhKbi1nV7XAcyTew8l1epRHlZNNZVKmoYjIPiLtpW164CuwdTHoW3YZ08aVN1U9CS
XJQJ1yCt2mD5ds2LqsVPD56lBlxpUfvwvBH3naq0utRVf+jd7AwzgBJKIgSaMOFJourjLNGYUG/o
WJ3O4DBGX+K+UbJ0HdqpEGIgwQW5vw8KncVdFpe15YmrKXHP6UswODpWd9oA2kvr3WFhlc6u7Mob
HVbobpjKh7qdqEVQdBl18xh2cxFEFcxs5363El1xljWwi0XEwGtFIYivmbiLqk15IpiFuG311FsT
woS3Vcf+ktTkobZPC5ZwWNh890aXh8jHj7ri83pjcNua1WXZs54IiM5RczPoShK2iEGDLlulTzsj
wgvKM8kbSyd51Sp5qOm0Ms4CvrlGIbCEmaotukYTEBzr8OFt/yvbHCvlIvPWpCTustFZRVk4HTUX
coPeheXa4Sbh3hdXcA24x3U2BEvmbZjszsRTC12J+h/AAgQ1F0Ve4DwxecMKvgp7rm9pa13TW9AO
WbXMqdtAZTUYY4r6GTXoh1yS0uDnUdkR2Heg7SkewhSrm7vCaO60HDWdJ9ny52nk1TAWNyRVkCIG
u8U+jQuTO+7G0QdzrYncX7GnHlOX1VO0/m3YcwrofJgFfLQ7GXNSVOGj7cavuaOafZm1CfsmtZ63
1y4sM12RxO176d2G6RStG6mnq3RKnyA66mSGeYuNCgIPldXVBhoG9A5lbYt4PIYieUWx65FA68ZJ
0KsD0wRYskU8sgA6xbKMszOQtGd1zu9z7J0HLQC3ELQa6LJs6dvJQ2E3d3DAzJMOkMlC16Zj1bpi
Sdma3dqBMGApWcfM2rvo04pAA8ubeFoxMts+NYdApqw1nQka1ZsYHvb+uVVZV73iudOj6ibIi4da
Sz4ndUhrgQrXMq0DUCOSW2uHNdUyaJZLZ0rtVZq550YUZbuMQuONlVZY83WAN0yYbLrJcTDI9i6r
VXqijOSZJgImVbIzl0pq41K5pnWSOb3YRebsX0JV/tbA3WzZKyycusm+UpTJt06m4dPCiPxsxIrr
SMW9Dd3bMsMDe8hgDymN9dJ2gNL64gawyOXgpA8DH2s5RvzjxBFP1D2w3DOLs6TGbLBzz/uyRvFr
9h40C2okls0N7aLmLp8yJg1Ak0Fb0V6CiL8Gdr4HxPvAOrgrBhY1Rf3bIA++hlr8rPs06U0TWFUp
lL6wxim8DofiEkbvMcqqu7CF6FDRRThYSHwXTktUDY7ihZOmnfE1r5qudZs6L0C+5vmDoYUnY+Vi
rhJHz1o0X3qmRJdOFYMcLEwNq+v2blC48wmEAByX2rofqSpq3ngc0ECfpH5frsshT660FNvzwohO
XT3WbtU44k5vN3wEJ33OhuiVIuym66LnVLLLVGUsd1qVgTIC5w5VkE/nIwfD+4Yxdybfh62to1Cq
aY7zfHJjObDIoiNlr/ISb/cMQEwgeNoaAEVLQ3EGCnqoFMbFU29pJ5CpHAJ67VY6bOVyRulNznxB
XDZnmbD2jUqkyyhXlAXZDYqRsQvdJT1RzXwF4x7BahehrjehNDZL2wnHQ9Mb9pF6LVtEx6brqCoe
V3YpnhyLk7fTssuqoL6k64AwLL56kCCPt7ThmApJ3pPy/lVhsh2l4S3FlatOMNcGxqda+w4PxlR7
1rbJpuo86qipNlkcX2RBMZzMO+VStsNRFH7I8J/Ll8nauzm+a0XeLkWqim0yQWVHlEFjvCCoqUy2
HJNpsY0nSh1MDPtsqIcYphEIrs0sO4NF+VjCMVwlffmQl1CFiZu3nerMNfKPZ5G2LD+2qzRl99c1
oHA1IwsLK8Tz2Rnd5qCXnrUZa9x7Yjtot5rFDpn0/AFPm53RHrJFYrN3a33Tn6uaEknv6FfAgzZW
ZBpnwuOp6biYLpMvS2oel73i840U/QHylLjliJ7DoGWPFHgqAQ4UT03OtpPlHLwQArUFcjlmvzq2
s8hwKfTgrdFrJoCehoWa2kO/NOfzxbWi57JKHyIVAEOZQ+w4y0lOUZYu2bIgFxSBoGCbwzkL/Vuy
UsJpF+THMBn7qKkYBem301PYUC9NrFF7iqBsrOwKzFSr8aAj/h/mHh7BmB3johuaJ3nsvHZFr9ZJ
idKaoOfYV2G3U4PZboOQyVLRpxy7DibyPUjFJa3t8TQqON/mjYVeSruoB1DCwejdTi3x8oCQZlEL
114J7ABWNaL8RZIMXMYUkIUex923ntV/Qur6bxPc/4rJKpqOvy0GfU9WT2Xx2MaiIV398z/F7xLW
by/3Z8LqAlmg34iCGos1phr+lbA6VIPovCLFf0MsUAz6M2G1P80SZAvlLwMZgMTJcv9MWK1PaEcN
hCH469BONc1/krCSFr9LWPEJmLPeuZHP5BEZ9c8Ja12iOdOMpPns9Ml12mk2kYCrrV0neSJdr3iK
BUmjrKunLmHqKKXTs+Lodg+uWVWPqd6Oazr004YTzDkfEZMs36Lwwhrcg02CunDr6WhbxDtNWkhq
5B17fIw/V55H47YfLLGbLIIuRw/t0zFQ5Rk1WbHNCg5dIHKkQq19NaIr3NBKfLQ8QHZ5K3iXiVfL
e4753K2Y3OjsegVVMtvlHmnE1Kp2pRrOZeiP+HtWabWsACoupzI+JSamGRS4G4/WxAJgIIExUU4w
CXHup07DOZ89GSMklyI/E03ynE/iCegfNCr+Igj1ox2za2OZt/HL6b7N2LDbtL6RQXamQTlZWMkE
RXcg3u218iH2ScT7krbBBElqo0jC1pPtpivEN+AM/fTV9MMTuxjCE68Dvyic9AnsTbBs4/Im8vrD
UM0JniCnFj2ZMwWGeeNPnrz5JI2jUWz9mM9PYQ8UBeHNXuQivvC7qQM5XU7jaeh049Yde8JjApO3
zDYyEwKnwcOBDh4y7oyhcQaj/1ymNUmuO1xW9YPe8W5tVjxkPSmKrebDUHEV5r8q3ewBJfxNMUan
4dRVa7PgHzsODURVJxzePYy1Ob1BkgdNyugO8cje1uQxs3xAxBd+7N7KgrTU5Shum+yhJqJglmEc
TtqsEdz7QXfInI10VQIzWvdAcZboyNj0hM4xw+0xA2KlQY8515oeB4Q0eZ3LAOk4f0YJRjKYCXFo
U8B/lZdv+QciNYl7YFs9VAkgH3y940U9WcaZVWBrpBDxndNWaVeD1R6CgMMkKHt5NoRSnnluZIMW
mohmFq2Xm9cZodWTYej1lZjk3UzZNwVdxilgIrMWTxVsCHK48iZ2u+G8GoqHNqR5Cv5qaSXFDf3E
16TmNNVR17dogyY1xJu20dJ1YuZPzK48j5gWoFzO4pWwLY0+QDucFGVmU3Al9gliDrE8hrndEC2P
LAUz5vt2Rfpslg4xrHFFeFJsnbxMNyAK6aynnHR4F4jzUic1KE0Hj/M8dY5SJASloSfpYMIsQhoM
r6xxdh0EJwZ18dobec7GIH51RuOqz2hyK5mx7ETx6lSutshi7NJtEyx95eoFpsr2uAlBxhHqww6n
r3xIRPwwuVRS6DWWO9TJGq00D4/n2DasHY4a5SrUxujMnRyojaHjrrtoOiiHNUOHlFBDEFZkXhhx
LTrjrBrEcCHMtthObUtCnoJyrZwWLlnQmMsk4vBUFHqXOjDqlWPValX7ybSZJtLPIq7vuoENQY5u
tKp0Sgx1GcXPXRl8pQtYn0AueA19e/sW8BqeXNHOxqChr51Lj22R0r61d4vcXmUt5aQg4gJIP2uB
ovOOdUCdY06GuJLuGuPLQ0ZVa0cnXF/1GC6gcpiNC9r4uRfqMOTpqz9k/TFLiHlMm7jNromnhOCj
tQEkOkXjcCsjk7pfBrzYMpu71I+eGlN/9PU+o4dai22BCuSERAk2IGWrhZ1Sekjt0lz6jLVirIiC
FGakuUa1oC0Sn9CvQml6IvVE7lIqZqBdrWnnIyy+k2R+a9+virO8L5qnCvLBohfkW2EvD2/rxulI
rHnY8ALx2eKCZjKXWtqMO91gkRGfiB3O17gzMgi6pcX4zen4f3gIAjFpHqH9D1TMb2KRlt1jQRDy
13/+WjT/6/X+FYXQCCJqMBFhQZP4qWzuoKz4PnL8U9nc+oSQkcDgbYbufRTCbDpjM0yy4O7hIJJ7
Vyb/u7K5+Sb/+pcyay6bIw3j9UwCJGT974EKrhlmZVSI6bNWG19suNJNXFwljfE1y+fej2MBOMcQ
NgCPmYbgq7PyhWcJx93yKC3nwGyDWCatedZrBzHF1+HUb6IO09RCkbmLY1pO0FDJgDdumOyIdCCe
lfMJW0Z7GYw3Y5NeBao4MmO19+oRMptzSlZ1O7Ix4qqBq0gwIewI5sysLF/6lPJ8klTZwumCWxCH
N4DX1sLVdn3E8V/WDWKu0n01lH8hO+tswPTSN7zb0tNuiRQvwlzy7IA+ldlO+tquGfL7PE+eijIo
lpCTQ2CCFDfytHxpqOstaO3ia6RsSdmLhBvWY73ATOhE9cBQ+3J8KAvB7wzpPQh5DvMkr1Y8hk+R
MdzY3gyGN8BXk/avVN+Tp1rl0Uchw+v6FzZ/CzqVSq3ZXWuttksMgNC5d2yNIVrG1JrXGtwB22Yk
t+Kl2qZF02GrmyiF/KZN5kkwhq+ohK8zg6uiMW62CAKu7dCP+To3JXb3pb5BLMtnbsiz0xTzhrpD
Ttcn+RVdCMxucFcYxvrI74IH9JkZQLkUMB+6yXy2FKeblRi2d06Uk69DQTXPT2Ac5X79kmR8dAbw
MnCkuPl6NqWoITKpYjXciamtsQiYvqAQW4+6duFm+mmWhOUCTdG1pvSvyLYS7Jo52A3k2BThmmtD
urd6IM8159ZW4wuVHtCG4r4wUkxo2+IlqmuCRn9D/ABmz89fpryJVshkoQQQpC2yLCHDxN8EJG3C
EFsyfgkS62xMhgdHRpC6vPPMw9DIsbRXGbfbrJxuInDEuAq1FUeKJjASCHY23hKLqs6wsAuJjpP6
mgrdzuj1LzCNj6nh7B2vPGZ6dxVO8oDTwrWBbHWpyvwYTuONGWToa3CmEJlbUqy0UK912TIbk3Ax
WU3A/CCs+t507nofwhcA9J2e8j4xZpNmPKFkKjBuT5oX0IcnnKmnWpxe9UGIW4y99Kx4F3LnZd28
9H66S32mmZL8gOkBtyD0r2BYM3LQN2uvDWdnLmeRNN2295Aw1sZZ3GHGK2V4YSUBdVKR3INb3fLx
FoMzvppGu+1NbacTy+sVLN42uQ8r/UGRjPjKPJMquyJFoDqlKORpEnyasr8GlfG1C5x9BaZw/mjK
8W8LXXtNY/vEy7x9xfwoIaxxZgfx06gTH1nG6djnMD6VfZLp6S6wqus2HW505rKdJN+NNKYXmh0/
xVp1rZvDQ6n8177QLlRNam2ap8k4PSSlu0+d8QHh3AtCkVMFHmLxwyb/vcf4E6PtZ5Xo972Rnibt
RE4I5LM/Z2hkbsKJ4KV9LuYYIqyru8Qgp/Gxxsqr6KsaiN3wHppCWPVde4egbwV2bPPBp3ifJ847
NA1SeIEgbQwqoD9/ihwCdl03jc6nwCceToUG33K2udTWAKrOgqy8Sar8IafWV6HCKWmbmJGg3JH/
p3XP/zuVIOho/3BDflGj3Lw0T+Lxx6742y98O9xN6xNAG5PqM3MpM3nxLy2KQbOcMUioDvzsm+r6
zwqD+wnlG2WHWXFC+g+r8a8Kg/nJRJDM9DPvMbu0u//kbCeroY7xY0/cZLFQywAbQ+edgPc97kAI
XJ28COw5PbX+RMTsMz0eSidUD8tHqzTkF7NRNKUSCqtAnh6sADAvON3mwm9D/NjxOHpi2U/LACbX
PkPE/CVOpmnjyMk+65IEMHPMMXdnJGWL9zmSuVPHwwkmMLvsTJWteFURhVUtE4xIT512jvdVw1mn
6nMjSQC4CyUvGSDpDgNC9GML+ReXkzhZK0cyWT2Qr6eMxaxh9Wqfk67GurjTIQsYI2ZeSjScM/pQ
X/nOaN8wqjdtLS2levJmQB8LtbdoLe6GKu+uFLpfbExcZwcVwTybYmNal+2Ubxw3Ts9KWizMRV9S
B11Hg8eBShAwmcZNCMZoOQ/Kkw8DHuY4CR8DHy8NvUSCi5kqsTZOblh4PYcKOjEKwLVAFFpl3kmD
Y9bWSbtNYlDssNz4xLSyCzf6rMbyWsN4YxdHjrqUY5hvclRpwVxPV1+Kph/PioI5eMuS3YuvKnsr
sizfGZM5dwmgEOmjGp/oSuL7LvN6r432bTkV6j4NA2tJjo/TthGtVGydJ4R9W/jRxVWYl+ZhKv3q
M9Ob49pzpYttltbfRgLv1satMLVDiqtO4lrhtpe28thZA/0oJJ4D/Pk6uAhk/FXW+dpI8nKRE1bR
/MutpeZb6NC9Lvwq4z7e5tCKriyrom+AjnBbhbJfIWe4wIHQXplld+nhdKD1MHTj2lqqkYaPPtj7
ggOBaGCloNWf13I4RpUbIBXHIy6VT/hBX+P7IdZDmh4IwKoTfwSE3uVTvLHshJ6HM512/XBaa/FS
+3/UnUeS5EraXTdEPINwOIApAqEyMlLLmsAyK6uglQMONeI2uD2uhCdev2ZXv7+F9YBm/GctSmRF
AO6fuPeei4CpVZ+pDU8x0UmxravxeST1X4F30Ok1QEMD7HuH3jLsLaUjGy1f5BX+0e88/aK9vDhZ
qT+doNlmLBynFc9fBcVsqZydORIakuQqyrN6O3VfducDtQ/WiQ4xoVekixUXsl0PpaSbG2OPkBM7
OcQ9G7TyFayn7VyPxVkFk95kAYp72ft7P3dE2CaG/92aDLFrOqSTYZ96fgQQS98tk7hEoO+lX8MM
8Bbinxey9peSRa3LRk6xbwMDWFI/OIMdWjDAQ9hi86Fj53Blj8EPpdCdzz7h2flwstwc+cUl+ysZ
vPmcIjOFqALV25YMzCbkaDaWplVDEWxhRiK2KE5Om1lXVEBpOEO3cZXVIyStnWPWOs5N37Q3/eiL
+9koh7Dwuu+9oZ69kbRhhgH3tQ0Gp8RPEXLxu3zmYt1i8flA3Vpcs7rMH5igaZhCjhl5AkCCmFlM
lhdJiCcX/zI8U8gphfpYByFPKmVGAIyK6EnX2BRDnNziRZwhGqXvdlmZe0ze04vGvrvTTacfte2e
2efxWaVGVLc1KCME2LXzM6+yoxJpdpbJLF6KGrhiW94OPeHf+EXzUPkijZxp+l6DqgqTznRe3JmA
d6387AQpbeeQlRvCOHgLuszcwcdcI1OlTzEsCImebF8v1cGzeJsihN0eAU1Z+yIWQvfzRn0v0/ze
rV19l/WEmAfijCvlmC3DS+PZFRu+nGdyaImPy77qxfvwdHfjMlO98TKk37Kk36iIFE/LLL9y2wE1
rJbqCLxvfIE4XZ2xHRok0rEyslll7eK5LL47Y6Cus+QiTp3L9afKmyKqnXLaNqVMTkXm4QgpkOyF
PUQOxDw5se8Wk72B4eaOkRIAgbTkferaialTve7VQg5+OuXuDs87p2EQp9GCCHZfLQSksxqXW7Ny
Pin1ZFgip9q0jFv3CeKg04J5/BSMRvqwMB//ljXCZTKbDtbNiJnvto+zK5EU9+yHoFCXZZDtErGe
2axu4sBnYVpbMv2SBkg4awzyt8TNlhtP9epHUFTuj5mvjQCu4B6LFToDf5o/QT/4HwsQtlC5MaGN
5QpkhcT0pEuw5WTTljmTdVR+Uj5WXvY1DBbxBU3nRMZg1S+grsYH1njlC0ECa2jL9ZgqswgT9sr3
RjNa2QbQnd2H+SqRgrigLYJqO7Tzt8Wrn+NKkCGSr4az4Ri4Gbvi+5SaOBqyAcGF4UGkSUsilxev
sz/aFHH7Rht2/5IxrU34p8apSbZi4uzmorwgGeque6hXKQ3kHKXh7/vFEEffmI13Z2SCRPlRXMRE
tfckUGlgqSFA5d0zIIIFK+KowdDjkSltc203CJ56kZMYb2cVVAonGdW1k/fJtLFYsT23NZfUmNkc
AxmEy09t+pOPZHuMD5AR2hekuPRrVkPTX7Tpegmer2VwGJrY+Oh0ph9G21aPl23kA7nw/SOliI9D
oJabUmrG91USA5VD4I/MH8Zc4M63WG3W89iRl4K+u9278Vo8N8J6YbjLI6ZhqQTt7Fxlq5o/+DxS
LmDZNT8IGwPgh7fjZ8IvWqISKhIM0RkUaZ7YnJBjcsE5KOeuqPfIa330a9DXsBBsO99FhxSYWZTE
wWOeg9zMzZtOxQ+o2bmJm3ijB0IrWDQ8SzgZPzNFoQ+85dBjZSvdL98nOsr09oMYI9rzT9Nmluqx
ykwzQecdxMttVjbxNUp6Bgf5dBTW+OEj7KrCioNiY2cGKjLKxZPDeOSuSnqWDvMaAx5LPXi0uvno
xhhORqLhlbvx2e30PvB4R+HPRjbWiL2xJu6zsPQUUUY4Z7PkODYL1vw1IfHo/tctHs/+HiUwGkle
p4rDf+4eMT3Z9JAiuEuTuv9AdoZaT3PNxCQ8bPWKPKAim+eYurSzmUP1x3xH7YZgkj+k138upbc+
l52e+HDgmrWmFl/u4qZbaq+eG1RBcVEUaX1nndxmLR/dovB20GtgsmIJw3eo915qfXq5+RI4xACo
3q1vmCaLQ5J3nOpNPL+XcXYwl25v8166Bu2W3xDM7XFKspAPV1uYLxnfsUI4YCcnLqH6x5gvVCnr
hDnBbpO9GWcT8sQyT766vvjwDF/d2hWBOljurh2nqB/cFmE0s7L0Dhej/d6pC/wKEOVzIkvndkL+
cpDlgpdEzvAiplnsu3LIv481vfnYQwJZ8QU/T0mJeRS1h//TqUqHV9Xt5N5uKWebJiGlqtqk7EWA
Fd0uyRVEtQYc3N6dPHASQh7gVGTb3EjLu6RR6dXa2MQ89wMKUZLDbk2YBdU2W+kDPVsb4K1jvXW5
YQkbyXCBLN6r66TBzbR2a9gBWmIFPlrNM9bevtmgSoJ4ANo3aDnGM1Z/okEaB77WTe3IyFkrFQfH
QGBpxY9s1DJ/ZfqMb4+3Ylg7vII+Myzp+PExL0frZwGP8oAT8ORlDmRJIF+nsk1Yi+OPO+B4rI5K
tfq4as9+7Xyr2owUwhnwqAYdk5tJPJJV1/uhz/pvqz2F0JDeqA/HkmzQRLOnobzPk2BrZ6Q9KTEP
/VasAs+hN3oFb6kwKM7sBRfN78951iztNzVnxrZ1h32S1c3bNJSC52PJpiriwWdaZA5ZSBVFcCuf
skVAQh2fYLGgdNCFEnBoYbNtFXC/aWtPU1CFnRcYTwE7sBWZjQchylxqMJGEvxzYDg6YdPq5DQVW
ztdJwerufAeFp5AK2JaXaRMoWQHnCs0XxKAV+4wFtc+M+eBM/8UaesgTaQNaqnW8J9Yi8EFQeRYP
c+5Ue8OPvV1Srw3EP8ECbpGGwzdPYN3Y+oCplqxrwx4u51M5eQjvnLy65fyH1ptQyKEDN7drWWW3
IJEyVB6u+rAvLDLi7ovmp23060fRXIL2Ejnt5qZ7GvsGbw0Gm2mDNvLGEwPVHEmO9sZG+HUD3cRd
F4mhiDvJKVR1I5RWV3lNXhMsX3SILk0dFwi+IYcfYCoT8Y1PRx+7FJZZOpZy05DGgffBc6/jXr+3
jokvC8lIsQl05h5cMjKPumIhBuFL1reLzuzDnBIBTYwROfwE3QDAMcYri8v5qhvkui+Nyox8pN+n
yYC4aExy3eneN08xN9+2ipVzrPO0I2NBwDrPu9qAZKOrt35pXQJk/DXS4DG4Qawlar1qOfA/caGa
iqZl30+F9SqnEVIJDeuD2QWfFc9vaGOkQ7tH0MpQQWccmIKylV9pvjraonTGsoedeLlN/cTZpA3s
LVkYxmmUUds/rqmDAVNcMWEFtSmBygjxTQdfzpzAfWUGp6fgskmmxrUwB5rTQ0PHh+RqCq6C1MHP
FIvsyPNRbIiMGd74Qd8hk6FHHppXeORBCEt0+JCF+DHl6WlEf4RLcQJpte7INMabO7OLitE49176
E4Ao76TZyo3QNg1DMLpbL69eZ7/1rmehX4LesLeFbiEkVPF5TQtUaZOubpQjak6gEvILyuU4oi92
z97AWbWQ6ojg0Hxu7YyWi6YCm5hdkxrnxVSHyALrug0Nqt5+ZUArAC5ktVWfOrsk97IAwFK7j2qt
jJ0RN+uedNH3MU79Nw7C4jBlxbcarl26CdwcmFueWcYLQtt127J93fPVs9C0e3aocfE0jXSIHG2E
H+fBQK9AQx8Cxqsfmjg25hD01VCEk2WWoKCSGAaCCaQIgnccWbHM9/zGbrsG8yPeuu9k0w1Ragyw
2Opco9Nq47vOc+l3Ou/FyeqgCT03zo9gB/RnPlqAXazBxWjdOVv8t7skyNtwtGfjxvPG4MEO8OmA
aPLPHY2Rr4dzVlTlrcvU5sRqUe66RcudHEDfucoPJ69r2Y7THTn9cv49nDhwKTC74Sbogu+59iXF
D4LnCpv4bNh42Do7KmQH09PvnrVrPCoD6ZzduR1XUP8+DHI60FTyvLp8HThzsZCPpJGAg7/QebiQ
puQmtixxNbrLemvN5bdVoCnwHHSTw0gDSvNibnTVUzln6KAVzFb6ZYSy9J1+tieVA2EfJoINwxWb
jORqn0myd9yFgoeVGQUIf/vYWx/ZoC5ALvtb7oLAqyd2SszKo3bEIxswV9ry7TlUxCVpHmM1sCbt
Crix672l68fO6o5dy0NmML7Hc45duxNWu7MScc19C8c2fizsTwJVRmSMwEz7WWWfc+LrkDHXVTl6
3xC4nwbK9c6yyv2kuIybwnrkruhvdanbq8qDzGTWNj3WJE5xbK9HL65xaECbInhyN6rhrquD7YJx
okLWBhJ6JNtzkiyAYDq2sKmPKfM+1i9o13jc3HslBWKbOF52wdQukcz71ylw9W1fQJ+rM/8tEJwq
dZPvi1ivm7yIzwX1+AE2LaTWFXexU/XPU5XvHJVfN5X6aoHKbM3GpVPl37VHzLNega18Azmu4LJ7
T0OMi9IlW3DHCTPs0XWONyXzAtywgLFE1x9p0VWBHH6JYqFACItE7hqA4zAGh2WL5Pg+UPDOEBFY
n7Rvn9LzYddPlX1sSwcqGi6yootjfLvuRlBGbys0wRsC6Gp0KeYcAiB3N+kMXMzgeg7HxDxaF2Vf
k5rZCTr3bdFaoRMkF1JqxfAP33GUCxzqLR4R5AT5M3GIN2aPncBXGu95x4gnGBUtvSQ2cR2r9Htm
IndiFTe4H4mTBZsirR9be/4gPYUUpipQYVFXfEbJSth0O7OAypliqEERZoSVtcVTx4TCeLBld5V0
CDfgbRWbhrTApGSiZxZ2FuXYciEndgfZNODiXPPd4uK5FZV/Nimsg3GJ8sHqNoVZnIDtvmriHA4I
brKddFV2bfnAvoTeTpwoN3YsXfPynNQHZ+YpB98b7JfBv6fwMLeSLSlHP7RWLDPQ2QPSHx2OkYYG
U/OC4sbQP0kq83/4S4qKopGA7Re0QIlPAt8IXrwx/eW26xxyLHk5qaeyfadrI0qD4cEd1Uauml0Q
SqWHapjhS5VvwA+642pXF5WLj7fBujaN9l7Wcq9A2v7044vnHP5eu+L9ppzIRhqMtRLOZmVggcsg
U3tDircBjDxaIJzjHuEi2Nmv2zH97nEphtrhc/Moyd6sig9+7BMsAi42R3IHmjk/2UO/E21J3DLA
580wYzhBjky4M9nHXl0/iaJK97OYT33S+1wcZK6vi/PRFZAm4+Hair8hcWkQ/2c/SsS0G+PyBOIk
NnwUU5ZqqdGRTA0nV0svUr5TnNZU3s8jX1cwqW3cp5ROFeC6YV23qddy1RZ5QssJRD7eZbJ6ygCk
W0VpcwzR97F7BKk9Q2hGTBIszrNMnZ/k9bNzWyzAl6nr7IxUqmutG+Pa77+Z3fhmwIIOsMxHruq+
vK4ed23PqlDTC27tNccgP7X4OyEMfHLPYqdwi80Ed+FQ1PP7vHptlA5zHanuhxI2lqT5hiF06BXl
d9TJbzBaZUh0DpdvhbEzV0l+zqZ0vbY6231aEw53QwieFvFq6PwDhxByIHxw1QrTmvVW0RB4tnTm
fD0t/RzpfC53zL8pW9jFeyMeGvM0aS6TuQfoWqDVXpGxVSh5U71sg7QgQHpouaYne93ZrjTfM3YN
Pvy3rW7j/uAQtDAbP3ry/Xn+u/mOLdx2stTeLn4u64s230dsoeT801iVdVQ5oFTceue3JQXkUOd3
coVSqxFChnKoRkZY6Wufl8YxMWBk+Ou1x2n+ZBoCpJpjlF+pxnqL0t688my13jPOdKLcGKA2mAoc
dWvUV5Sj8fXEm5UZuEfy+GYw5MROtMvOpZcgZOzn5wkQ7uDicktwGLjEsZBbZwBwtOI3VEQHMqj6
bbMSTiSKvDzz8c87Q7uHWAt+0Catn1Qwc1K1Ur9pcHXBuLOXeatKTyKprkZ0YXEeLcJSj6JimDb5
9lVirceCN3FPSfJdsqaOi+RkIrfSevyq4+aGaMwYc27/FbCHsRskkiX7dqNJ9mWQ8ImtQLNseKiB
JBYO+HWOPJCY7fUK0Rf5f1np7FbP3Gvy8U7p7OptY7XidaFQCjt/Iidhgjrbp70Km9VczwnxIgcQ
n+2Odqqk0G77exs80TFjY9CFogS9OcuBq9sXP0CMbxamK9Y8fyeqFC1JK+b3gpedBiTfrNPjkgD2
y3gIm3Ao95qcPivPcK1ifMCqn3nvLQEkXEc7DzXGVTKlyxnYa7JriQ0aK+jiuGnMhYkKY3Gb+pfn
Xd/pixg+yB+VzlcSFJPqWz9kpzw2mH1ND3pwu8iJJ25l1T/XVE3ZQt2sVDdiE/K8q3lkbVH7inF/
5n2fS7zagF9Qw/cGqYWde1KSm4ohmDqJpd4mk15C2Vyc1R4vAtoNcg1LqNfOmDVNaHqrNLkZ60Zs
8CZObihXe9GhHr3Guoz/2vO8KuiO5rgyNyFzohmZzkHV7c8MSH82sJY3Rtxx8FpUftu1t3rQp6Yk
6cMwiNLhmiRWK2F1PqiIYu3J04ZzIHihOxgGLtOwtah7hOUj6kunIZSqCc59N+oU90XAe127KSdr
jpivs3Lv2Zu5p8FCB5uGcuo4ermsMETIFEWyp+tzbDUcTNxB0Du7wd/nC62z1RULygcruMuZvX8a
ZtdQ3fm9sTGbCoVpRxhIuDbmh2j0tVHJKMYaQXSyk77a7mBHSGwddMmd3o2iI+9vDmJcAPwVizU+
DtzLP/hyO9wQ/oQLxx+TsCpy89Uoe7JjqG3aMI7L9EfTpWCjNRMxX2so03yQ391emNdp6ZkfKlvl
XtbD9NZ4M1YQZs8bqL7k6hdteZVivdcd7ibGoZnzbqPoQkttu/tcUWhqDsLbOMhIsxiglxQBtC26
m8/R7ElZDOgTIjcg1WLRTvoyAPMsyFQa15u6q4pzOVwAwjMSnNxyszP4iPZNe2twNRlVvGM61VPV
lkPk9LF9JlpKRdVafySduoNw10cpfouwdzvjmJLUf8MDoUlYYZ/AF2biNARlcILf4b7bzYIaNEW4
8ALkLb/SlbCYM8Xidml1k1wCMEwIOas4uYW1PuJNyq5lac3UHfWwcNXaya1XUg+jC5P7oUR7bHjK
fwXVqr5Gt0eUifhr18Ry2RKss+7GNReh5WiuxWmNKvKaHgTpxkfbbhHZ2u5yHRBhc2qyNf5SNqMT
ZkA1BhHmiErwVFf11+QxyBYITaN27Z8HwzI5blC0f2mCkMAdWfGeUalzarCS9oXx4RFEQGckh4Nd
mfq+B2Ec+evMTq7Oyv1c5PlG9oCZemKBuMIoLooeQgQA1KXArzJv+pG6iBqvs+O7LB6ng2lb4mQl
2tsss1tTIXjl95YP4GqtWb0yYhhmQpEamCiML8FFz+b2fwheZFX5TG/XnJSRagxqFNm9y1wTS6CT
JAB2DLKXU4xXf4lX/I+kmP/dYj+QQP5LoYVWWU0AyK9Si99/y1+kFobrENNxCZEFSMVOgavjr3YO
w/V/w01swVVAiwHI45Iy8IfaQv5mWqS/8qtdAr/Ni1zyr2oL6zdSDfn1kH0JhSXO8T8RWzjeJcLu
b0JKSjkiA6UdkCHiBJewxD+JhRK2HJLROl4wKgsQtDa1MNluLPq4jKWf7ny0Q7eyMbGEVXqeXiuk
wyc3iTntGXXm8UEwoHxJCx9nXZ/19YqQuCxsLk4LgUBVXf4jPQm9MBObXY7qzmXzVhqsHTuWTxhV
82+5sTIRrEpPO3vfY+QYCq8y5yie3Oq0eL79IWbNbecGC0pIZ/VSjfyQ/IAIvYcNB2MpIOMGeZwS
XpXp9jZgv9dsljZpBN6pWe0xXDNSR9WeMDq2VxK8CDsbCVQyqstJ6ivx6Y/jzIvSILLYaSkLEgZh
KhnhaC5ltxkIJYfVEhOywODRXcgD9nsIa9DGArDSjqQto5TzvuN6IGTImKZ1h3yRl9aicbwXyRz/
FFonz7E79c/KafjnBIzZXpVO0gd7tmcr7AbG5NqxK3Yt7H0Jwy3i+jbnPkeGr0bAZf5QpeXGnrPY
P7aJN38ozsrXRgj5LbvsytjRpDNIqkC2ZJRRj+ioDWxciAQoOhtrMfDRck+jMkvihwmlymuT6LII
07wonyrMFlVkEsWEEg7vAbZqx7/p0kQZG2fwg7esNMf7crDZgQTJWO3b1rQgdVUy2SWA69tQN7a+
UmNJL2kHtWFFcYEmYrsCpurOwjd8/JWOoqTrA+Qe4Swc9ehbPct50Or1R5z7dn9t55SvUVIm/IHJ
FIifSG7w8XfEPRITyL/V3+aegPOEHKJbIg9RBKqBlUH7bnGT+t6x4uYw8mXim5AmOsl8nDorVDXL
xY2PHuCHmTTZGyuVJN8vS4a3fAV/MKDBBJNEUV5y38dlTUva9yMt1OoIowtN9oPxjvcIgWmsSEGL
6t5k7LwOq+udUtVoHyEp8paP2tJGdkW80Pyz8sVsoCVEzRTm/lpXRGG0rbHDzB/cY3qkc7Ud24q0
MHCmlEOZXFmiNPOjjFX8OIy6iftIzLi/n32RuN1nHzQyPy0kaT1aLelPrzUC6TnyMkkEJYDFllGo
YnCkqyIZmDyxJQ9N7JPswEoM6g/0GHAcMB/XfrcxJeFwB/wFyc0IhX5CDYvBPiT63kv3NfOF/Hpi
m3C2GhtTw2SaaYESZcAKYusGn2jQJutwF9NlMyB27QHiodmPhHAJObPjk03KBAI5Zk7Qd5eziqmX
3NJXY+I6zcE0GgY0BXZ65iuWS1eCSnq87pvSIN7A6NABE2eXE4trty0ttkSZwg8ozXs8OOz/AtIp
t8RsucMRc37/JPvE8MKhGoKvekKDHuUBV2451cVtkDEHCgn9I5VcsKH4EPDRydKg42dPlEw3nj26
xILE6fxE2BV7EGpAkiXN2FtRLRI9zNhhJrCR47Fr35Vjrd3G9nv5HkPwyDdMh5aP0i7jN6I7kx+d
JZqfhIVpB2mHu4qNLVl5bHGRTea+YyuHSSrw0msXtY86+U5cfJFDU/Pp5et0a9k5fFuo9BWBj8Qi
UlTXBNxtPGP1P92aRczGSTzc8nVP935MfEffd4GkbQ1yq4JD72asczB0DVS6A5ULsR1t+9SCR4m3
DDtOxTBZazSyi1rRz9quu+/XrBTbIUtY0S+pR44eSTJ628EYunHtBk1S2QG9CBds9WIbJL43oNDw
YgaPRB5dTYUGuMY6CGknh9sm4wgkAoLO4NvkTPxaX6jO2CzmTA+4uNMZqQYBjOzqTZAdLqs3pPNp
Qlxa3H4r/H78ppt6Bk64KqLJyg5hejwGWkdm7uIZa6YyJQ7dr0iYCWqbqdKCP77b+0otRaiavHu1
+4voXtYrChTDvHUq53Lm5Eou0VLagid/7okB1ElJdUXW5WU0sHgzLmWLmWfIBt766SLmI32tmlw3
ivm67odgcb9lZbxsbZ8EAK/2N8GF38jhWS27iQhe1u/jMj6Jga4s1L0UjzZ/4HgwZ3ceQiJ79Gem
pZ1uisoIPiGkE/sI8cvON0GG0yhE8cC7udJK0xxlHXk3Y8wUZlxl8TIOHhMlZ82oGVuu8XNcpUmJ
ZbHSj6Tf2F4Y5yLRRPzE1Zskm8o49ohzD4W1DOneSMeMXEljIrZuYH5FQKsc0ydjucjDJWrqsIL/
CCielFT/XuQsXI1qaR+SuoKZECP3R6czSjqDhp4IV2QAYuYvuuX/qDj8pwrcXwOr/hunXHmmj3wL
L80/z7k6f5Qfywd+YZWV//t//i+W+vw3BEkfXx84eA4fn0318VcTcf9r1fl//+y/OXgEIhYbtw3B
4ubf+4gR12JYBZjoiN+lvH9V+V7MwiZxWFDefw/LQrX9Nx8x1yV/IuXWhbJEIfsfOHgusVZ/Kzt/
r3YtcYlzlzbwDygL/P+/xF4tQaFKuzbVsySm2O3MUyUuS0ZC5syLLkTuiqrd583yb2gvlvVnWTq/
17rInlHHk4Lu/zktm6xnuxsGZ3gmdWGrkJgMQjxnQcGEiYsdWvDWmHDPLut47hImUtnIDYrQlgUJ
HkEcPXtuFJRH/RVpyrtLOlVOFmWatYfaHh9yVteUD1FitkeyCu6m5pNcuj0hXwRTuvdVWTw17Wfq
9zvZVdeiAc1QySfIKudAYgQI3HVbzJDFaxkN67x3cvnuUfKFwGOezAHloNOZigVN/pmKdm/25U2w
Esojsg/W5Po4Kp/ozHKbqPYd0+EzMMuj0w1IirKvFHsIqKd7qeaHUeqCKVAbbHLl30yl95Sp5eHy
R7J8ByzIj8JZcSyUfzsFYxzWdpzuBHPIixh2Hviwip4a2Y1mbVwh1o0GItO2lMDXNeGpS0tCUz3V
h9rIv9JU5ztMlWLvTe1bEMfb1lm/zQsunj410h2Xwo5qZmtL5/liNp4FkUyeQ8mJZPJGd6gP0Cey
1kRkRwfDKkZG9PlXLTVHLSp2EnjPoWojaN6izIp+efWocpekqX/1UgSo2v/8nNqmZ5LQhl+IPuny
OP3ynHZ9R9MDN/cZmzaLYPeUuv0u6JZtl7n3S6xzFNLTrZ1nTyNKxDQotwLaF2I32FNwfNP2sR0I
LV9mXDRZ/5aU80tJjNrQtPvUcA92PEQ5pJPUGiM3EwdswveYo/eXzOWlc1BZNSRoy+4ONdFL1XPX
pHztubx2XPVmQcJzJqKsEwTEdY2GAIvl5dtZeYqbJo8wORMIZ+kH07084L6zzYj2xHw7bsrS3UOK
iURafiNAMWSwed312GxGo/rG+plej6WbRdmnl/YdkPvVOhbUSe5BO8l9IKu7yvau83K+TZz5Fqbz
Y5DEUVkaJ0qyZ5ijB3Itny/hixarAbTidx6vyZyKG/q2nSfm85h8h6gWyaq6S1p+VjYdMCyjzuIJ
sYadU1bQn/QVD+g1Ccv/Nl7+H5wDtkWCo+c6tgAb+acvdiyUqqgTacXM4AnN9lNuYmMt/d2iSSky
8a9PFo7h2d22Q34ephbPePMQj/tG1JsYtV9OyaG6HLlRwPaSsW6OvqK1zy2r86lu72RsPIlFR1np
Xbdrd9SOjMySLtGw5pPquuPvcV249au5Pi7Y7QZv2vbt8BpzEvYxeitH7Gvet9xbThnqhVY2e5ao
V/FMQrnKP2MSl6ZRCgKQc4LnpheFKLvVDj/RjHG32kqGXsUw7DDG7R02ojb+PIK8dsyIWegS5zZf
Pvr2bhzrw+LqcxuMGyz9vMPF1uMUaoZ6M7T9OXHG28pBOYBJuPLmE2sILH79LremcxXYewLI1s2A
UIoQFyR/edQ0wU3avQjEYjH88ab4IsmUMAPcfrMXmv53ZfNPsHHeK3Wl+/bQu81dfokkwAR5bB1O
fgbe//pNdrhk/8ubDJfQIqsTk8p/ARPieKqkm7X9M5/1WQ8cKYlLpDZVkagPXbfcBhNknDi5xzR+
13rB1sjbPYLTyJj5GHk42rp5x4y/DUTGspDQoZaMCdb9OyXEgWUrktbixq90NDf6tffro42urouz
75e3xOa9Zb29U3LcxEtwlI1/o4J/B/H6R/9Gx+RS90n+BlN6Mdb8cloJpI8encDwnDLsJw+p3U+2
jha2nYhv8n9zNlr/6Gx0GFARO+IKF8fO3/9to8FatZ24SkUzXJEasPNCL3IQ1HrJaejcZzINccy5
1+Szb2YKT1Mz4bWQxGD5q7f/+uu9xK/83deL3ezyDwapa7lwD/1LwfHLP92B8+s50zg9T+g9yWU+
GoEdlpdLtavl9ejDnm6pMkqxV544jG17mAaXCAB3V/E+IWgkKlne5INzM5AcxHl9lWrvmk7zDdXP
HbDGU8eJao/1sQn0mZHKHZjou8xVr2JNTkiwN3VmPwN9eLhs9RB06tdK5zcOuU2qdK5Vx+AYEWdV
dXv6X3T6GqmrSzB39qPn1rblfItU8tRRAlV+/UgmBRmARNiGSKtR08bLC1O0Oezi9j0hUVPwC0Kj
5Jy3DYL25PXspCfUBtO/+ZIvT8yvdZrjShvkLZkz2LBc788Yo9ZCs5WmfKxI+A6KW9yhi/z9q/t/
UPf/0+7g8nf9f5ZnC46cAS1P6T+v9J8yOD7G9Y9++PF3dfxff+cfdbzt/UYILQ5K3/VpnC9Gyj8C
bG3xG0Ni6GTB7w79C2v1jzre8H9jbBRQxhNQbILGvAyx/yjkjeA3If9CjIEl4jv/YSXvycuI+G/P
iPQxY/HuQYUkYYgfUvJX/frqCRvZ+ui0LHKwcL/6tWA9lzEl/lmWWhKfQfwMAlZBkB+q12C3JKSr
zgbJNnmL7Ttrydxqc8APMfk0xxX98Ctx+OgFEXhALW98k+y4OCXkduifAnDTP0djKQQWGxx3VluX
AGbTEmQEhXJ6N+Qqvsok3lPc4zYZiEG9nmuNf4ncxT69azyYiqL25HeZx9WNNrS9qYQotqzxoXNp
tSGNXYelEOredcqZUQHJzJP+P+ydV4/cSLbnv8riPi976c3LPtAzbVm5F6KkUiW9959+f6zunlFr
7vTcxgKLWeBC6IaUlZVJBiNOnDjnb5A6oR4gPFWWUr9oM1cRY/jKuxsLAZRWwUeEm77xyjrFceeV
q7JdsTLQX1OYut/fr6UHWh/bnaIh7yXOUHKLRNzuV+pAzrJM6X1ttMJT2y9iROKW86nmqKhefBvh
1XTlrXYx49jAKhr1aTMMaiNiNyHmN0rcXA3qAN8o7fZJaZAKEtlgXHpOIDqhjQGrhsB+zqaMrqaa
5aufLWCZNkOGpFGk8sOWd/oJ8H75NNBx/5xqdfyZAv7uj4bmITreOtjGOzlutrOpIthHqQn4lXqD
JFBq1egBKkAiBIth6N40pPWmXg4Un8vOnqqq/SjJMBGEXo6fUKMvKbKLqRiu3Q15AGnifBCLbQ6o
Z85BOZaT+iEGEHU355CicNJVoA6QMPYfm9LUvuCdaIQ9pbu7ZJn6J0mKhY8TwILQ2Horyqdb5cGz
USIR1CeEqQUMMPz8BsjtF02f1dd0zTQZDrnSXxdd87Hfsz6LiohnEhgTkj91vlLZQYhnxJUTGEF5
p4ro8Jr5qkX09+TPqijld8syxp/nMVdGW19Bot04kricqFFfi0cAhNLkY1OSXJY0M89omtefltsg
fmqTZH2Gx6TfiRNkqM7kLWquUt3ZkBUYqaSil7pz3ekcePUsCeRZoKYRdDMDtVhBHGXb5KyCTu11
6aZntqZrmjW9u5LDeRSclZdkl84rEhzZQSii0dL3rIfK0pFibHNxgBxTNp8R2OSsWwjrGYus212Z
j7cv224NMu+yhfLA2oR4kXuIB+dnEv78rCCxdF9IJOJriuaotA1poCboaw4avvW7nd7xhiJs0Je9
eS6sBKXlrBJdfKc5UsxG9ajHdeOv8ijesa92d4msgXKmocAhrvtk7aozdFbWsyKv5dsuV3jRhzU5
xyQ7r3ALUKPK0eGjlCyGaZ7Sll6xobBXRf1QrClly03AIHwuhlvm3IoOAAhdixFXCrGr4av2y6Xd
5UqleFqovs2jasvGbUEmLx2Mu9tM8wKZoFx9tVqZKSw3TJ0ailW1SKILgWR02nI969sgevGMX06H
bEEPvuD2gJuBl+FNVBroISDGQyUS8VF3KMrAop44FoU7NXwsAq1HU381pGt+C7RkcNJpDCnawyU+
ZtuLgKYFCEKQfm32kClBXT71GWLO8TNUVl0hrUZZtQ8r0mekwhwQBpOA0vBLtTy3uGovZSTX12yB
1ZKEYM2z9LhD6EZLcqf5fpKPVnoBMLwQlhq7aE4VQBVYVy9UMLpbjlhJ5ycsoSG9jo2PsudtRTOx
GadL3dRugsxgDF8zjfLSB25RyUfD6B9uXxvk+0cYUw/K7FY1tDnOrCiOiPCUNLsx3LT0Y+ubKYeA
CZyxMO0EBcwmjlLuDNpuLb3E4Ps7Y0U1xPCRjDCTj3H3VSm+SMoSwCywmym6SZyc4wI0WL23k8Zg
VMfXJetBhSJppclIusHum7XD1FLaLvQXvZKQxnxItbdloetBAi9Lae+0D2Z+wERo/NJhDhnpqgDh
VM1lwR3mWQQ9nwwfFT2GULq2TqFB/rWUg2JKJ2EqU0cGgVypDcCYXHhKxAkIKMTXBdkU5Jvwy1GB
kQsAgKnnVt2Tkmpe3+r3mkzZG67ENxn90XVTLxsOTPMwnItO/1DKJlDbavlkadNpLDa3Z8uTM6xU
zFQ9G0WzwFkhyUtl5W2b50/AeL8pyeDm2kOlm59zzaodQXlqlNVVUvNDm76IvLtvz0QQh2NhiwPI
eF1jYGbVeR9FY8ZdZOicdsZPam6P7Ua3dOg5lJUUp9GYQnb6kBfXCfOmkk6PGZdhv4HzQTeCxhIS
4KaXzAbiKZFEV3IJi/Z70wkIRX2NlREipXK6CdqhwdrStDa7WCR29APURCYJZKl8Ki+p9LVJU7eA
dB0L+Qk0SMqR7zXRVg+vHW+bv6IbjV7b2ZAhwJePKLtv1VFVv26j5OnaA8p1iHU6jfl51dJAmhdn
lJgGyWZRFFu69aRtc3WYYf3JtiGvHVjIVGMVUfTQ2i40zDJlzDMF4xC1vbRWed/B0YjN9TKgHZPK
2TnbrK+yDhJ7/FyKaeuMKGHPmBU6mWHI3q0yHgtQzWb8NSsPY3WX1y4tb2c1v0KDETtXpmppKqd6
9qfsGzSiU1peJ+Wpys5m4pXVp7KHBg4yCPYKDMJrOx7M+MQsDHEKLL9maed0kKo5d1ZviSHZNaic
bj7o3QNNWme0/EKhNYiWMlDpV23Q/Io6HkQ/KftQap9u0GOhVJmQOKzyaMSPqXIClGI3ig8ldNc6
g2mm9g7eY+IXKxPXz6UeX4G02lp1QlfULgZP2z6mnS3X7g4DTta7DlFFE9q95aLuExg3fJwo+YAW
Hem1wHpbsL7CpQxPvOW7EL+NdbTFb+3wUW8iWfzajsexfUrVDyjkTVuYANulTQQkzwYaVA+0mT8p
z6t0h0AZ/ZKIwxAR88mEMFAexD5EYCdrjqX4sBZPgzh/ydG457GpEVSGSR+Ceftu5UdhF/N1t94r
tO9xdgDxZJO6hHL2AGYAI3jFwedZFtpTBltTb0nToFvnux68YJdcd+ZhssTupsqrrYn0WCjDoN8t
W5+VOTQQnl3zSO8vw3KYCFUb9RMAiAlqkQhDarE3yLPdFJe6PG+EXKpV4vg2jx/wn4QqEpQ1/XD8
dkKpCOcZ4Qekf2rgzzNcJWykHKFARa10q27XoTQCQcB1BU18OtBmexD17wlAWbE1ApOLrdeebe1J
6+7yG/IO7YBcFdwzBUBZVl3yefAKWNLz4tI3dtMWul4ze8b0tNU4DTSeVCT3G4o0tJiM0UvHsET4
+MZNIMKXRaOUoblN2cZnmlUAGPv8WpCPzZtsz3P1UaTCB/ZiSBFOIi2kXQdi37UmT6jQjWBgVmYo
PPJlvBaAG2PhXofwst1zXPf61Ee1DzjmW9E8t2oob7Cqb6Gon+Xkpc2+bDlEOv1fVAQk5Y9n1/dz
CWcwUC34/aqWuR+PfjyX0LRqbopUF8eljpmxGZohrmqacuGmVsvcwjhlbahtD9W1U1fI5Y0hTl9w
s7McTVz0Ewj/hk69guxjJU2fGtkyA2Mdxk9als5oFgLVi5tC/pgTS9AqRuNO0OVHPvlGGxUyFupR
Un0dxrQLh6pXD8kszq6CTIPdd9kadEBPIQ4X0xH2wupCov1iDo9dLR+akjW47ckakMBuHmCt6hdD
Kl/Tfnk005hYTMheq9ZNsgCZi07pn2vGvjYqwx2NpgF6u5yqJEfPAb5zTGJiL/0UKvQpLRGyGSri
hfxm9NsQAOeBaCyP23xJGqH2RSgiQPdv+yo/C+V41mtPX7+s4rPcvMo5vWvJPA/lw20FmdMhuF3I
PMmc4qfWjB7xUMPUSk6eipjcv7kWRXWWO2BlwF1wX72hYDBCNlmtKoss9hAd5r0/Vc9Y4NkGCo7e
sBISqYH3r1t6AXhxt6ovZTJELLV7EHhTH45VJCTrR2me/b7Mg30yjZMeTHkVNiITqR2Om2k8SsiO
FRuS3wk7YPZUw7yZtvhLUjdHZXmQ2jd9Q4XbdI36OTZ90SABBcj1a0/zn/q7SBzOfzgbm7qFngjH
b0XCApqTwc99rk3UuqLT2umYGfNHa9ogVzUFFbHxC/nmds7hogdbtaTe3N+gY4pUxMk1RP/WqPmv
pZy/VGd5InGsy5/tgH6snvzvf1pk+cO7gu/1bnvV//xR/4aVGMsAJmf8aSXm8XuVv+S/ewn1/8tN
0SwfB/qs97uF0h9Mvf72cb+XZ5BexjuLCplBR5PK49/LM8ov72VRSIIaBZgfyjOy9gt4PxEXXZx/
TJ26yd+qM/wIESVmmkxhRsfR9y+1Welp/mECCuA/Dep3qrhPzB/qoSRCqpFOmXLOovTYHvqLcBVC
MmqXg6Z5lg/7P9WLedE9A1qO3zuI6B2kx46z3TW+Ty+TH3vVef24hmyRfullV0LeQXY6tz9kp/yl
iHaeigWl1G4iNRiPmYcSjq87kh87uSu7uqcfpij3plB1Rv6+uHLQuPlDfECQP1iOiEY4bdgeIUc7
6DsdFTeJhJAN1pXCNOwiZKJ9MVAPbZAHMAs8wa9D/dA83g6KK7n5pQ/SxcYJ3G2ixm986rgXYEy1
LfmKO4SqK+ANjNS5bZ7ysxG2F/lgXPWgvaznxNUj1d0OxSWNprDxSXODwke2MCQdO9T38Z1wKR7z
g3Wpz2XYHoYQvxKHPCpKHFizZy0wnDgygUuBnj2jro+uxEyMsfPn+I4Cgr18LQ9DpHoo8/Kxit/b
3yOvd2P/KbUtRwp0N/VkL37THcbVb0L9/TJUTwr5BLcN0N4L0ZSIet8T70BsH0h7Axp4DvYA4RhU
buLPPlQnD6H/4+hKQRfqn4ENu6WvOJi/H/ITlBTfCKAkBPNdFU781vxQ3ic+KKH7EUR2ZPrJPVYq
Th6QyMJIC9B7dKpgdScHEXs7OySH7GD6ypt0yO9QCP5mfRnCmuvo3c4en5ybM7uDbTiTpx360+zr
1zpS/dievDxoQiwf3SQcT8Z9fF1Pq9u6oi+6ilPZratfswfxVL5uH8jFSD5uu74+FE6nu4hu52kX
5QLIP8ofm+fKa6PlTfQHR4sMF2yin97BDA44UgawoL3Bk7zcz87qGTp2ECtRAt5RtdNH486IOLEx
2mmgOMh753fVIXXh9wapK37EDOqA9t5HISrd1eUM6Zre8C3l7+zDofpQHpVoDNnIVskxL+qDdMdM
DGIv9QuvZZ2IvPY6Hotn6S79yvrhndm9EUHkYK85qIHgp1eY/ufsJB+KEyayR/MhOxusgO6Eo/Wh
OqjH/l/YgCvGH+uwf1/qP9Vf53qUa71upTPmJB5IycUf3MaNHbZK27AbrqFz394QTPQNVmURNdHm
qp7ogZp3hSclQjbHK18ouDmFA+7HHXxEBBzRye0PqZv6ow2l1pFxOrHTUHK7iBXm56EUguzKvqWe
4TGLHACajuQqvuFTQOF5K8zy4ajeDmWQOwt/BhthYbcMlrC+145SSNvevQW3IA3S71ggoDym4Vn1
fftaPk/hcMyD/NlEHThMg/WKnTazn4rodHwQHMMRPqhux2tDGH9OfD0qjniROrFbP5ufb2c5ki63
9GQyl876lQkZQVB/2h60B8Pr/elgnEsjvEXT4XYqjtsl9uHsXbVAqe9M3g0L1MEB5LwEOIIwvZd9
PfiTY9oSr79RGnZePhf2t4qogD65zaHB7T3xAAXCfn3L+P3ZZU3y3tgxncxZ7dLlk7w+0g7zKQun
ICOwgqsNBx/ihT9FRWNL7uxxxnRSv1LtNbSYj8Lx9pEZ5zbOCxSrKHXwNrX3i3slhp/UgIdyFo7V
CSaDCyXTqb3xaN2hUMG/8svmg+L2zAcVtbPAYjrIgRxoLkUZF9sTr/AqB/XSSLiuh/17i/P69YbI
mw36DXyZk3m1n3gsgagNa08NSPG8xc1tKNFud6F65aIc4HUuckqOdMQxxMGNzs/92Z7tzl+Dka2m
9zhf2aP9dmNHmFyivr24VaS5lsvxwooy3tWG4gMaB47xZHymrMb0Sz91fDqNsUhgBxKYxhm3ZjqG
Gz8YEeBvWw6EEAtWNzk0zzd3dH5owdz9I+KDrOyP54a/r6OfMEmzkea0bE3x3Hr6eWMr46Qa4Cbl
tmFJlYRn0rmb37ng/lyMhfhq45TwJGjfMzgzrwruI2wNH3ET/poyGh8wbPFXr7RfK6dyqHnZiQMp
hJHEAjcoDjCuj/BEWXKQKLlXDlju4n4xA/JZn63ZRvHAv3k9uyJygj5qCPu02TdJfuByondQ9vcm
flsPJL+LzENMoOp8k1AeewVLWPwyHopo/0B0YJhjolNeFh+FHCchaLZez58R5ZCjGYwehgXO/hIz
6GWfz32oufAcebxdlD8gexq1Xh1aTAmZr8mi2Vm42f3DW0+KMiYLvu3vN4IBtwukhWCQuPBJXOQq
PLhRgXo2ndnBBP3DyN3JTB9EHrjl/MKgsYmjFMXM1dn7F79+yZ74fMZVtjsn9tDkCgafIr0nucjJ
8Ed3yCoOfB7DzZwS7opnBGe9lkta33gsTuOyAL9ioXd7jG928twfW+aOGmyuzsghhu7oUclzxr+b
2Ln4FY/TYppafsKadYHuOmZAv4JchYnuit7kriyc1RF4MvvP9jEbbRZYAAaevQPsFRsjpHsWAgoN
rEYWXQQiyN+ncu1Z/J7k1nwJ1FCvhNd+kuzCjV3KotzOnioN/nhcQyIBTw8Wd8AA8Q7B3qcelgMM
XhVtn8zzfFgZDkQTfJNnTz4RxEFzSqL+0O4T1dUD4bo/acNdQ1TnmbCYyvhdUHid8whAn3vAMMeu
nDcqFTbqG3ZCVMhZs/tYUHrhohHNfR/kgYvP+U9kHxDJaFBz3HjOXE4oH4dAD/VwYFdO3dizQuFI
DDoKd3PYh+jI+/t3qWR5+xqBF+8l7xNTYquYudDMaYIOykJE2ZBvkz2DlbdPiepEbArREgggYdsg
p72E4BF7XUDhwyXvcGigOb23fdo+JdF+SnWTgHAV9rDw2eqywGB+qwE6IQUzT2RXbr9akRZ1PpgV
XkmCORRYxftMxcgjkA+Tj7a2H8bOfLSiPkyCfTkMvAXbARuaONvBShqSkOoSoh0hTKLhm0oYtk57
rIIFypDKTOn9Vkc7dStGlBoKX4H8CSFQd2CfeaxFT7w3n+d79UJM41mXrnQu3X28Gy5GdfKQ9Nfl
0+zcnXkiqOk75Eg+9TO7CpAbsUUn5T3wQliQhPpg5rnMF+r9xBKTSVmSrgLh9mJiETKgzsRGwbog
jRYD86x901m+4v0amGwx9Czd5kUIasJaze9ApP3ADCDrl7mTns0l49lA9me8Kbrbho8XGokE+atD
2hZChXAb3+I+Ye0SCEzPctH+4XMLBnnwGVhXPCjvsQ3hjffFLRGx9p1nX62rI+1hSORRs1IdhfwT
UDe30J16jUmCHiBj2jqTjb6JDWXcHxKGkXRn3/W4lOmUkFtMNsUJO39IXuvLPtTtQeNCC4aB6MnP
G88iJYf1+RSTYjfXMmhJVFBKJD5xCj9u+rm6lvfr9yXcE4WBzCYlXelCIgdLPQ4k3mZdEFeajpxK
vIJ1nJ9vBxrQmS+F/PNAI+iQH24HbMDXE2TM5Ao079yf++/0hGyqLwEdH4ckCA2pZxpWQRpyLT51
IAccl88Es+FOB5DT7fTMqcjGdYwsqQ4aH9sbMiiSW/KcjCNFapdOR1a0p10C5xPKtfsfH9GLV8GB
8x9YTuPteUvj8YD89TxelpPuZL7pDt7mWQF6JO5C58Pu+XjZUziVxJEC/fnShEqweS0pe+6IUXPU
LvHTLrjEX8RH47nVn6mt6ycSMS8BP2OXAXUURwt0xeEUYKcMi+lanv40EUyi4RhH9TPjy0ShvHEd
OYVUR/luFmyzsdNnNZLJ4JQv6qv5pN6lAcPDe7PHG5ejf06/W5fuqN9RPPIKn9JiinghDWfndk97
1OvCMmCLJM3c81BpszXvFggedFW/JFOkZs3dc5FOYdNXdWP72xDmZFJawAt26/T2HbnpCz5O0LhX
Lz+lpxuCOA4+ZgGEfY80L8SBWG3Dil5MZH3RoK/xa59kVHZdaps+f6mfeDM53/54hf3QRxrWkS8q
DpUlt472c5j1/twsPhDkHHy2o/CF9JQJKPSnOERp0749UcqV0fSItiDxa6dys88S8+HbwkOMv80u
alfeC+AkgkJnI0DGSuQaDcfwVFu3dWZX7zbMXYjS9uruaSioQlt9zxqB/vEVAPVKpE84c3G8FF0r
kH1JCnh1FegBvVGlR5nHQYEOOvrtSf5WRiiNesllQyjzbfVRmODr9uwWXdGF41fLN6AUZKMwwzW+
X4VtAXQLhXvZRwrI3y8D11uwg/bttXgoLustQCeWzW1P60iCCGsxc7oJOYieDY/ZTlhHCcwrXdB1
fJfoS7ynITaw5/DgmLvOy+AobLRcvLMvGnhi/Lc/ABwG/T3Z3if3dtic57cs2PPZfbj2I8hgc4Tm
S1a26MaBhE2MQnnkgOuUjVQre957QLGxcuWekCkkIJGdcxCQeU1i3+GT2RcN4v9q12TSe1YnHDOH
TY3DaEWwc5EVZhs19/tg0DmGBpUHu8wf3Y0LgdxEkN/TQYskGk0Wz/TbJxh6vhVBAg6QHGB1or/L
O9l+neWqcQNqaB2YR09txHixKdGj+LD5kFcIyiZ7L02MwAzx3LHZSIO9/jIEyR6GvX2UOQIQlEkL
TlNq128IH/mCj9mph2Q1ewuJi80vcMEkUn4SiYf0kkV7jg1sM/VlmxOI6i7cjEyO0HznqM0Osx8X
BbKKP8+/wSn+pxUrjM7+WLGiH52Wa91IZ5JUMs0Syy4KS+zr3it5iody1soeUqFEyk5u8MUam+xE
LYjKETEtJwKqDtrL5Gd7mru5t7C42/OtJZL2fSHAFoldQaKWRGZqb9f4OT7H5+5kXbsIt8JoDiQq
HBYZa+9QYyKpng8aNaP+Q/G0erTHo5h8b3Z0IjYw/71QE5aH/lz407ELK/4Dmr5vGufhqEd7RBx9
8xFpDLYtitwfl4+LfWewCZVB/wwi59qfs8f++74NSE/7/obHoJt7Wkjjjy2gvzeOi/1tYnGjOPIe
qixb44+4x3l2O5XpnLhaCAMA2US2DgQAiGqlk7kJwF3yzH1fwVb6KBANJdc84DBC4kv9CEFygjYd
HwaPwhJFun1L2ThYzqSofL9D5cRZ/YKvyNx+T1r9fVMCDuXPLmGC9+w5Wny/+Ht2g2bgnjXb8ofN
3XODvXwne43fE8j2gWAvDYQAUSZ3e78d1K5JClvCFE+EjqSHYrNH7/BQKfe9znK3a0pZExF9oPvE
lmlQQcjwNaJABHfikVsnDIAM8KYPwv3GQlO8xUNblaO+xq49hWzMwUq8VDwWB+csqMfkSmawkP90
/p5HWm5Fhrjn2JwWuAfaBY42XK275ix+zO7LJkxFUr3sPLO89yAi2+i8OyVJWOOkWP8yBTt3n5Mz
f+84ah2B//jPUAKcMepsmpzEiOIePm5yQMDMzsL9aMvhmjWLjg9HQAKMN1/3FHEk/9lTPMVrRZ/2
ZnMoPJEL2hPDhYEbI7ZWYklD1NhTuoa0jEoOSV2jnPZDicF6zPhYPtyeT/i3X253qGYQk/aSA5Y4
RKqCfPbPVysA6n+yWil7/1hfRiBLQ8J256F9l674jKOKRZ5MvvcsPmyPOvJaZzBQ7p7ImoTGPbWU
/OoONwyqzMNnLUoftbv6SFXtfvuGDd51foNf4Cshe7xnHkxSkuQaUz/es4f47naoHmmUHaVAOWxv
NfXNGznP5slUOVc/jXQSw+HEAZo0hqNxNJESc4jzu3C9FuQa+l13NJ63A/U9t4/YNL38UDNF0lN5
6jlinj+zOZJLuuIFp3vmlUfPNJLv5M/DoTyxC5HQyuxlsT9S5GwpTeghPMl78+bO36bVRsrNRzzl
aF2LiPhOFKd8TuVNucqX/mhEHL29/YCfBVb4/gj+n7V1/i07NjqwcuL/P8fOupAGavhwTy/5dxw2
y5cfEbSW8dvv/9aiUdBMoAVnWeBesbbQ/46g3X8CE04W6ZHsQFhKQb8haBXjF3ghhkZ/GjocLDkm
+G8A2v1H6DmoJv08cLR84F9hwv3UIjRozmjqjqE1RQOunmj+VHbC5Gqr8VWo72/lW6Y+L+KuHta7
cPfQkq88pE0x12ZrRlUsochR0Vj9YeT+s5LXH9fwP17BTwVkwIK5YnVcQdvE9EyhJ1ccBGGTzOc1
0mBfme19On4p9cFB9xMA0Otfn8L/tbbj/03/8t9wov/5HEefohv7Hyf2/v5f57RC19E0d80O5oyi
AQL/ve2oyL/8Sqk0JU2F7WgycX+f09ovugVFkXm7z2wDo5a/zen3LqYq4t1mmIYkWn+p7SjvM+bv
kHBoYGAuTBWXEdYWE9j6aUbVljpJKOFz2piggduFtSswiMj3olBhFuNjp00TXt9I9FmNGn+dk7ID
wox62NclgzhlI4gvQ4ZTm+dMWmbUNxDAe6k1vfkEhhoYSjtKBqePDElv9G3SpPIrOd9U/88Xxr6H
/fEuDBHK377ONVM23jknP/RQu8aYa7ETJARREX3r0o7THeK3iHyqqGtgZd2XZAbZ+Pmvf62CQY/B
/xQVrtIft1ZraTRkGywJI/jVntXY5dYwOSmv27Idmmk6z53e/4sYsGNhfr7VH7/zp3bxssyC0gz7
d4qky3Gj0dKM4c608pc/vzl5/6Sfv4nRVGUZPgPz9qdwJyLEiVBghk+XpMB6w98F/yl8rDGmzqpJ
eBpWSz2WCW4hdj22AKEEcUBSfqTisKQ3/SgINTwtTUTfbcplVEObBP8fDqwjp+xall5ErQROuygb
MgpxYdV3jdLLYKGkKS/+xWEFBsw/3o2k0xRQYFrvO8XOyPphikhjhUJwnW2g23vo+Oo8DSFqH9O3
co0L14KOtniqloBJjavRWDyjVLrUReBs+2RtjZEG86zRhJon6RzH1Tb7nTQirj9APf6eqCurJl91
EL2CIcSYvY1okNkI8uAAI73fprzfMQDCPEIIDJ+6bSwYEhP8PcWyfaTmfcys27xxdmcg1UpJaWG9
D2+/j3S6jzkKaKgwFO+PYhZmqqaiGXNUUM2biIS1gqMsuj3q9xXjDcgAhI/6oCkmmjv1Mi4gVlGH
dKVtW97UpbnNUBfTUQIsqmJBsw2W8pY3KUoacykNJlBTgcrYJMdq6zTKFC8Yts5qduqTbuHDoUMO
+LV3SGYqbabTXlMVKrpgg3A5AoKR8GxXZYjdXJZu2eNqjYf2hj9jJkHAPsy794ekb/A2KzzXEBVq
y+VjhfVd6qBnXsKGvI0PRTduD1mjak9JVqPLl0iQrO7EmzVL7hAX5UNZDHUEwWCdfG3r5+1VQ1Vz
8wCKp9TTDKQQL0tetkjQzwLabubUrw813s4YIOqrtXvQ4e4S6ADoNKgkWZc766CWBvo9miGgf9hJ
k2veemqTGgIodnlDK83ORRQn+3RZZb+vBhlvPX1e7bTHsBGsoLGraAra/CTHa3fAmQaZT36LGQLU
St52Ruc2gzvT+kddF26IhcU3+S2JF+SJCMfK9zrVNCqYmay09pBP4wspyfyhkeqZrkPKgy5ubUkx
MKtFijuoBGSOAIPWXaap7Y4lT21xlLIsVi9Omhkd1RYdaM3s9Nap8av51O8xGudXmCXIezTP+h7D
5/dwXu2Rve5lgry5x/t4j/z9vgcY6Hg//s9y1dp8gD6KsIRgeQ0mSt5yE1PJ1qESICUKS9zEcEhE
vU/Rc+sJCDmuG38emaR/iIG6sROlUOrSEcjTlZ+ksGaytDkxblyEbFwrpXw1IebDxkMUqB7T0zJ2
bEyy/Nag/RNbQ+9ukGZUDbhgfJse1m0NW/K1P7+ovejxh2jJNe1YIFJTU2dP/Sla/n1g0t7gjuX3
mzdzOJRAFBkT7X18igFTAOiCDNu6D+D7NfylE8Z/LT37/07bbYdF/fNDRvCyvfyPx6FLmx+TMJL+
H7Mwncci4peHnsI7xOtXbh75mSyZFsmUquvY2P2YhUm/aGRhJv69Okq6yi5B8fvJQvqFdEkCGoZX
hy6h3fFXThbKz1stYhag0pnKEleI7Mg+uX7YnKoejbMYhzQHMVM6zKNgVJeJGrMFkzVWjOUgxEpV
OLeGZhcWOreZlwyUnkPErKbFlZJWuTk9TfFzP8n5UWstYfWlGXorfPqtt8dlya69stY+7P0bcIiF
Lcdt8q3cLdgF4dqLfR7FhbAQ/6pUy4KqR6IgbnSJapo83gAQVTUBbN36+tfc7b8n7X9YxKU/mbPj
S/njbN3f/dsxWFV/sTQdZRf+j6TgPh1+I5LyE+YIm/rvk/i3A4O0y8FwCt5PxjoaGDIf9ttU5Uec
fVHEgG5AbCKf+ytTVf3jERSBRB0sJDQCLg5lfj75j1P1xrlERBa8vM5aMzzBoh9DLDCyr9LUdXRG
lKn6mOpGYoWIdRTRvJGjGNDdbh76d1gZzMPahal8xtWwXrx2yG8PpWUJD4q4ptcMkYKP6yKkT5LW
x19u9ax4dQNqf2zzi4RJxeQvN/AwkEqfb7D9j4MwCQ+CjIVWusTLsxQPGcrMi5Kfks5ov8Xi4pv5
NNyn2Pq1ttypk+HJ6lQnzqxt5gEG5dL79UCWk85zewI+Kpu/blb/Pb3/Axr7n83vQ929vlQ/zvD3
X/jtVGz9AnmacwXhTtYlgLS/T3HiMbalOIpqpOr7Lk+s/P1UrPyi7AUey4BeLZnKfsj+bZLL1i+8
QCtChp+sWCrT8i9oHkGc/2k35zipv38/vhEyp/OfMoxpSUkbZKy0rGSSQk0ux1OGV1LmqW1nGeHQ
Cfhzz9BrIrXPoaMKRukWmrB2yD+qw/G2GXPUS8oHnAvaaEbn4x4xo89jnboKR4JLNaXrM4KWyhOm
FjiDE4TnoFEyIDXoX+MqjoKvjcTIHRoSdKW1Uu8PyixZNFaXnquQBb3sfKtBL+0AGGqQmeZKCaCS
khq8D13s+vMo6uMwOqa+O4iDX47z74VWaPVLbCKKZKIDrFqgXG+JKeABk6yQnRZ8TfCtzEq9M90a
JcwFUQNEBp0UmRVbAah8nHHwaI/NTjHbGiwyYbRIra3EGtuS2JWYKNS3m3YpunmOzLqS6TFbkIWk
YavOKZ+LWsrCmcOr8lRC8rYZ5k2/pH2dgGNcuha8x7jo6kMsdHDOUCk0qbbFaxr1wwJEcd5SSUQH
PimGGeyikd6i7v+wdx7NkSNn3v8qCp0XE0h4HHR4y4FkFb1tXhBsB+9t4tPvD909EqvIl7U9Ou2G
LgpJPT1ZmUjzmL/BCfROb6DkwmtknRB90bHjQXyY108RSvaJvGK0dykufxdVNdJ/CpqpvxwRAVnG
sh3uHTUTIFMhOXQXqVvy7x0gPy90M3fNF70LauYQjVV6p1oyz5A0VzqdhoaIgyzYoFnux+4i7HIU
qJux9xEDzRIndle1Nvr3og5CrKtjx2/iJYULSzlzE7eZyoU64juy6YHEfwlwqtKW6AAhT6n2DrYI
3FRti+STBWekczr8oFCy7YFnMijkAwfrxg3ylt2mzPFgQiMIsciXqesFaC6os+ivVqnUv+WzX6cV
llmADLoUNDMictHlkMxkuzIyIQKNyvSl1WJoLeM4CYDFuBp9GgczCtaZnUTqrYZtFgmSbfgPLZLY
L6kxyQmbTRSwsKtPXODPcZjcdsHA7W46EgeVdLQLdamiSQT9SEUqdAk7tYNVO1IKULrOvjSxXgDK
S75+2WC3MC0MxcQdRuDJR5s9xDXTHxzju23omQVw3Xe2qJKjc64Xhd8vjaJM6JIohr1TlFKDH1TZ
7kmqp1O8CJNhuskmzIEwuDRYLDka7nmiOjwM6ZTmSGXhW4OQVWxQ7SomeVebNTCBCG3Ez06EhNCK
D25/RVyxc8G6jupTPbXyXi8LjXYBIRQIoy6GR4rTj/CXBvqTyU7Le7U47yQFDs/E8BCxstDP821A
fbhdVEpRfet8WeHjZmQxLT8SMmWlZ0GbnyDYggR4HzSnMfLcW6HAT9koZWegzsNTRe8uQfsPQzq1
palR57TiNAltH9p6XWtrw/BVKM69bjorbBGVbNXAShSJlj0otTmV68mGso7DgZuhS+ZGK6tzjAtL
zZsE7ukUbaI8H5DgjCw1pHMb4uVswK2zr6l54Mcw2nr5YNdB861zEVQgx1bGp6jOkhty6Ghh1qMu
TlwCE4yai35EJZt/kb2pbJtueB0DaDdVXNCEFP64ht/vxzV2i7AzMDUfm2SjazttpAdlos1fZ62F
qlODloDa20bwn+QoauXp13/8HfmQjx7i65f2pd57h/8VapraH2QdkJ9o4xC4mbN89c9Q01T/gA9F
qEeeQ31h1h758x3WcBjnXZ4fW4QpDTg7/3qHjT8McnMEA0mMLFuQTf3GO8wQr3NqHTLgPPIcChC8
8kv2Y03byJRBYOWxaurSOBd2Fp9Fqnb9ajGufqbor5Xj3gxCgYTmkWWoMzuI1HB/kK6QCXKeOhDp
FFK0WQtzFpnyTz8eZS4vvioPUMXnX6/CWSQ8Ift0DgKK2GmUgsC5XrWVr26xPLwLTTTXol5JN4Wq
iJOPhzuIX34OR3DF0v3IFg6Ga7DP6TCLqVd+mVQrXybuclR7YCChSfdZyOjMTJBB9js99z4emRjs
7UTJNASukOQJczr9OpUtWl+V2Jwwctqnu7gKXAqeNSCDVu/xT4L3gxI7t54hT2MTY5ePRz+oDP2Y
N0rt6FVaxszmOshOeikSP0sZ3a10Gu3o46HqoDbL0GmDI8p0b4cSCLKjpTjv83kP7U80Qj8k7RsH
HFSF3VihBuWmcpsaZIKUx6rX1tvviUKQJajEo++EyuHBqmZF7jdNhAcsagPGsKyKLjuLUMa4jURo
5WsFMYNnRw0G0IaVPjsFO0N3mppd9pxWPqYXJhbKszmpeV6hevNA8BsCUpBJ9B0lvR9+efbTWEEK
NcpR3fhoEceaA7Sx1uHjlgUStsupbJonOaXBo0GU86xAeb3zaY3oSzOB9b/0/bZVV1raGBBa0Hc3
16ExDsXGCWq6S6D7d6Fjok9hTfgnZYNv5VjtVrzCAlH5B1PTxBdsrTtj3WMR1fD/aoSffai538ci
csF/V41EPg+zBcA0KHxv7VjYy7J3nXM31oMXv6vdB4J2/zuKIGz1Li0xfujKSpwOcUNBtUXr4z7C
lTldOSK3ogW15fsIg5o7aUrjHmFwBERz3xoNFP5msmqAM/Wn2BHyiyaxX17NCvgAj/QsvkC3SAH3
GtsCWEobUk0MKOV2K9PpKXvnyA7iKDkS4OZT07Qrk/oOMCBranChw5XvhRphp658KySaNQdL2Xau
k9V4h7fySwnR95tqK9V5n8S48Kp1FT5R5I3u1IHi4kKvTetuavUBycfYTr86GM9SeSVvPx9iBf5c
jFdha6sB4h3Y1y6nKQwv69ZVz7ISBShiLUVJF2TryJ4gSUtYiaWlQsdMb1FDkB0eLbIQJhBXosLO
1JWTKkutC6E3DQBSN3a/ulnaXEeqGiFxqYUxsqtpXZ0r4TTLdKcTPPMQS6AHvyst4rSy9d31EOfU
lBv8M17KMsGsO6vQ6Ez0tvY3QvYEsTIvUd9rehvQmzCytRoFGkoEFr7WgV+Bd4MImpy0wzh9ldDo
wRBLyMfoSqQSpOVgjd97py4e0iGWL01W94+KWk/FAjcAU0PK0GmARYnSenJM3LwWfV30oJrtXnu0
yxi0NAbk2SYqWih+JdIOQRhhRe20Os7xyPZExdR/b9uG6HAQjbGqwly91jrR5LuPL7ADUJ09t3vF
/OLRozKpBh7K45XdVOitIVEKqjDla9xFJcGMu/d5oC1cJPpj5GEak+XoYFNjPFd9GfQtMdOyci9M
dzdSmImrldTPHTScUFrVlM3YpD8v+f8UNf6OivqrD7YidPrbt7wl0JpJ1P/4++O3pv3b4iVPXsdT
P/7Or7qG+Qf6ijTm35iIUNegKTC3px3EwQ003/4ZTwEEoGLHG2LzmOzXNYC96PyzKsU78qWZnPw7
8RQljP3XmXY/IBYeR2HQrgAqc/BoWQnyb2Hk9EvhJme9bzy0utVdldForLoSYSGrojWFDJRYmLhf
bvG8udLSGhRwpgJyoWoDPrcP0LxAyBDtK8PD/J0yNaYVV4VljCfIaOERYYya4ZnGiMYkQlu92kEH
BZOCc3vlL8jkIdXSDqP+nADizblvXAtHAOqb21rODkVaVUAwClsFo2n7QeFuXCt9pGza3oq/+1xO
l1or8sdEQZGk6HQgzJNVX3VDhPWaNWQ7s2+TDDV+2etLt0emTmRh8zzb2fUX3I3kILzb5/4I4tZq
z2K3/1bp/IWws28CFcO1SExfda3DVBfpeuoe2B0a9bMWPWlddGuFkMlMgKgoR5myQeLkNHnxhXZu
KuOVWWCOYVXoaVSfa1wjsdlYp7a7Hfxyhx8UDkbllR1YVyLIr7IcKDfl+ZPBF3ejDFaKVXqWvx7s
q9yJb8O6vM3tGk5Obl9oQbYO6LJVUqybOkA/abwanKc4QseTN7WuQQyO7s5qxl0/VKsh70p0mJTn
qrW6RaNl120T3LoShIdtxs/Yst+YbfZoYWIXJjban/6npJgeB/qcvmg9WTT3Zo+KTgfOr8yvEQLc
2JYfLvMAP1W7+NRk64HMb2Eq/iUhHS8hIv2D+klPd0H1jYt5VSC4m1TFjVYgOEEBYmsX7mbEin7p
BNqWDj2/JHLo52bfKx3HXtwHLQU+Q12fVI1zqVWMiNHuZMv4JHDi0wk0B0/Vqo0xieA6F5ddYK6r
2n/JkvxrbsOza68VLb6kGLGW0zahuhPMlburLm9WSr2Zpk9Igjrh+BCKyVy0BPw4zN5mqvZCan+S
6JcGYTFSebWHUa3XKCpMQrt9UjDAqRXavUFxb/p3he4ZRnpDlWVBQ93rtNhTAO2G0VWkBEiZwumj
Pocl4YXemhdt71xoObDx4mFqHgEWnBp4LUy4FJeZeWKUyRoLqHOJTg0QmueoDq5CP/FGNb2UikD1
qmCkyqpXFQ9doKenSvLc9OLMx6rAxO/EVuVylOzO2Qe3d7xK085dqkMXzih47MNnU3thB22nutmI
Xv2UaIQzNyLkO8GS8H3sSvvhe6Sk12oy3Oa9jhtg6AWUytVRP7Xzp1yp8OmxzC2WMGunbHc6FtGx
Xd5HHVzaFjVE+7xBbd1JOvAQN27XP+LutjGGc0c/R2kO/BNwf1t6rhx3XZjgavfgKPGZGqQbPUFQ
AB9WO9c9LWrXwDKe3TSlqpT71zIdbu358IWOeyew++1ujOpbJg3sdzd1Jla5GWNICBW+qBaDc2rV
1cZRmx0mPxurdM8LC/+JhPZYvhxinCiicIktDZ4TcC5w0bH07NLEyCW1zROp+fd2rqybstwpCWB2
objXfWluFeu6DyqWQfMKF2LyEKwH+DBZvcYFGSXkhr7/szTMq6ZtmhUYAW8Y1Qe/6i9AIj4i/PtF
ODF8h2hYT0hrLvp2PVbniNRFzDnw2obOhl2eUNYMk43RKw9Niz2OhtIjKAlnURvuPe3MKwB/y1Tp
UhBNUQ62qYW5LqjMiM/Skd5oAZ9HlG2qvYrtW2PZZyf9g6bCu6lrH1jBtHRV3FHbItm6cYK6dQzV
PPC3ZZ5/LRFU5EJHw9rpzBNVM87qCYZqONxaKVZ+KUXHtSowRsW7zkUwtGy4+ctnpGDqnRHG5Xnd
4rjU2OqWQsGlrky7SgYu+kEK1jdK71x2uNmhvqCHnhEhMd+hMy3g2buzUWfTxVsSi2vTmqW/hGBz
2CcZf3VRWjYMEKF9SvLpFofrl67oLzBRCTE9rJV12+bqCeZy/a6l+re0pIFRPC/PjZk1kJWkLi40
9QmzbZpIYFNs4MAxAjvRfRhYwLpn+E/TVsJzInvTuOeDG72kKWJOSZlNZ5pAgzloTnxbXmOgg8K1
LCjVI/efwgNOsnabe0rimLg9AeXBCg5ZL2SEKAObK82Hjpiq7olLEuUWFRS9IHrkzgceLm81fzV1
Fp7MmNVpsYPGZH9fGGDo6FXd11HlrwY+VmJjcthV3S7Lr7DbSxda5Bt4xQhEFTOUrbTi69D3X6ZO
vwvrfouNdgWqITlxcvXSUBDsEkJ9Kq3Sfylrm0Acbcw24nSMZzncvmTAFwgB9yIFiBLiub5K3T5e
tDkHZOjqx7rT8VzJ6hHPcli8avyoWiO+PXocnDpiRHXtxdbCpwHpPVVDpjD2MpAoToamUR4rX/Eu
XmNTh5gf8hV5NVBr1+VGtlMACgp9/BICoQsYZ7bi7fvpSe307wruSlTT3YbGA50CUw9oV4w15pWj
sQMfuUtS/w49y+dk8K/dMrzoc/cJwNLL4GpXlCA2utF+DcfTSruhYQgRwFV2LY/S3VAZuRerKpVW
s1fPhlBx0EtTQXIV5J5haWU7JUZ1LU66YqWMA0R2N73V02DkycejsU+bi7rHDMnAFnHjzyuGE6+7
1ObCfZGK7rylrLDGIeEhrwx91Rupv6O8qyOCage7KEzOIxoeXMxB+WSijLhSDMBi6BnaGwejBhS4
aouE3nTwTIzaM7sNv+YWNgFuMu0snN5JlaHQxSLrT8ko6Wk2VnKRWVL1IgPhfQyqoTI0ALVkDLGq
qzErrLH2EqyyYxMtTS79f2fEC8NovMGCjqoraKx1T+X4qYqMXWCWyjJz/SvdHrDgCtQzwguTe8q5
U1r3sknr05FrRFeHk5oydjG29QIBm4sg+ewWLqZbYdCtNVNeOEN1S5oCjVopcLFKlOskRzxPL6k5
J/mZFPHKCf162Vd9CA0CR/Ux3E15LLjY2jRF8Ks8s8zO2eaIAiMPrOgYUDrNeN46Y3rl1PPtifOy
voxbF06akPl1FmFfh/BjqZpA+6VzOoTlUwtebaNHJ40aKzeTo7v3LuKCE+o3JZ0qdSRjpieATE7K
Fx/AYXlktjBfKv0xL2173TfK9//KCsCASq8jJ6Hbt0rfnkoV5qSjtEh/Kt1phedZEhjpYiwlilna
56jJkBvXvnYEmqhmLrXoV03tP+nW3w0NR4uPEi6vSF/yv912n5FMA9/zpX2deP362/9MvZwZMe1i
HaCR1/yC94CkRrVJIC9n8bGtGX79qp08q6YDQUV+dJaE+mcZm4wMVTrKbTMHwfydlEv7od/0qvJL
ymVQtQM0wX8CV5v1vV8XRKOyouBpuOqy8hHbrDL8B1I3plFMhQ6I9YZCGyLR4pGA/Ko2SEY5VLKw
z6k7GliRNVu6vydZQZVmyi4VxToreuMC/OvWGZKHiPsQn+X7frTGRVvZZ2mHn3SNImOCa2GufZZq
cFYb6k1hJMgu4Ci7NDLzaxZSgOlJeXTx3XLmxKLJBjzGeeIwcvtsJ4n1Dfxyg0AcYE7Ui120ks0q
vzBBqp71jk3zOxb66YiXPPLEVvfQJpW5wIF9fFalr61GutGAEhXnmlLd56R5CZKyuAzqGA3Q0vpS
qtGIJB5FOVk32Rlwzn4D9DO8RJ4txKeyAQVMrQpIZhsQ3OkUaOq2tm5GmdwGOAXi8V4guhe0MOeo
uF+0cWdyJes5tLPKrmDdVX6/SHKHoCa3H6usaBaSNHIZG8SMmZNCUTQBMepqeYW49Smd9wy50Srx
7K6+LTX0onqrCb+YaOjXBf9MYw9nSdZgqJKVp21F0JmlyAbUeEQUief22Tot5OmAf6Ovhmdonp7Y
yZYO89aJSTp01EIzwjvE8Si2+mq+UbjRHHO6iKJqUcoQupEfPsig5x8oLkLDwbe9bmMUgJvPZmCD
me+u+PSfxhJoa4l/oPNUFoglIVccGYhMkK9USFTaxMzuUsndpZUjqcScUGJfxq61E6GCftPYXeWV
zD+VscUK671NLCn8oPyC/jSKS2Y4rYVRNqdCy5MHvdXwI8r9i6xMTusprTdjrj6PtDfufVneNoHE
FM6P48sK0WkFmLEffzP6bRPGGw7bxo4V1Co0bFQw4bzt48RmA3+hH5peaWZpnjRddBb35jLx+YlZ
hXHf0JGz6b3coLVnsDPzr+wDZTnZIw1EcqWNpvqIjKbpZQq1AOVZv102lbkbay071Q1pAFMwpiUA
4Rm+G1wa0wRULgmpM7vDkw8F7mez4beu5f99QEqQjLh6fXTn/r/P3d/Ou+bl9VWLNuevv/fztjXN
P2hocaXSOfyzPfirccifqPTT6IrYOGtoc7Px142LZB5gSt2CqYFHE1cv1/SfAB7+iF4fyosca0ai
PPYbjUMx97deXbpUUfFRgzhj4LAyG0LNTb9XgEqFKiqxSIgNKX0fXQp3LWO4vb4+rdQZnm7io7oe
zPDWRXxVmazhpFcDKk8mmZhJOmZOQp6MgXWaz+qejekUf2Hv/F+F6n64t7JvvOLzk/6SFQc7jP32
0rT/+LsiLOcPYYC3VWH1/GJG/dxcCjvjj9mcmQoqIfAePEwR/JFh0/W0YEf9AI/9c3spAtoUwGws
nDUag3MJ9Hf213431yRh5deB76Cli2QoHMP97UUzpeoNs7dvtUloq0AKZCoG2ZIj5uqpH7fNke6x
vl+3naUnLbJvAhidV59IZv7zV/sZ30i3yqaiv0PyVfdh4bRIrNaoop5NbtOtnMHQdmaVBBuVTOQE
VlfgNSTgORdngD6g38PM6cD1LnSnN071SJffMCH+hE9DQBECoOdNbcj0OVD0xAt8geYkrRFlrTdA
cSRuFC+jkQTqUhRYBYRWi1ySYeRnZhFuhP9gdw54KbWaIJKPVfbp1f54pz8/l6T/dZR/Tn0GIpCl
mERq4iB+Epqf+TjOt3eJZnPFO1qI05n+NNGoP9Jm3b805pFswXUBNYXbQ8Vyb3+R3VZNa721srvc
jtqLKA3EKbEEYvZ2ixQwYKJi2w2Btvl4fmJmBuxPkP4x6AaVMBAink08/Prb6ghtj3k4Znc1rduN
FnXIQLRuvTJ0Gls0DhIgdbyMVhvucnv8Iiny3n38Ew6oXj9nDtgKJ3MoFTpnbv8nqCr+RYaWZXd6
lWsXQVUjpzOzKWozu4A+p20CPRnWJbX+zWyEooZNd+oObEQ1SZJ10pjauk1wpbDSOvmUGFiSS0RN
T/vCgADTfzdqwHESfiF6+lI7+fjHH+4PV+MNoqoJU9IQLody/7cHVELg4EXKbaw+WhoUXOVMS45t
jcMDPw9CUZoBeE3cNwceeFalREGiUP3PPCv61iIfzy3gjfHDj9n8Vkzxf/NdmDOv/z8aftl93nsN
5n/612tgG38Ay3lN3vgzuVOcGSgPcRVjHtX+BSP+M9YA9m7PnqUQb4kmXoOUhPuHo4HccEFuYBgJ
xP03Qo05knh1esEHQ67j5P6yq/vBO3x1MxdV24LxQ2G8aRx0d3QRrKJQm45cTQeb/Mco89OFDyK0
E7bi/iZH79suByvtPaXsgWtUpIOawE0w4mFYv1r34/ftm6EO7oI4dgcVCfPe4yH6YrYCGQuHCiRQ
RvUIgma+2A6WDkY06TePqInVz8FIjjOkGOFpnQdiEtGJwlR29COaapFgx+n1rlt6GcSUDfWY5tPg
1jo76J877J2ZvvPpTKq/86py8euHn05ote+mytB5Vqeh3KkgDmv7evH7n87kXhd4+DJZKNb7n64p
wwbsNTgOUSrKFsM7HOfh6C3qVlo/g0r0vINvxf9wQmDV6S3PDBDcxPaHgvDjKJOadx5AZBTwdR9J
rdDVF7+9bBaPBXEUkbwJa2l/lBybp8CxfWQEVR8VDaMlDHJx4vj9UWw81PD+pTjy5knq7CGK0tJo
vdJpja0sRppCbjMeGWUfV0U8oZGn2DZl4nm9OMj7cylazRmKQWu9QMsxbRJGuygr1TlNW2RuA8LQ
ZQeXZYUbSXBk5Hc2HyUmUih6OMSyPziOr+4NKpRYA+Rt63Wd7JZKYZTrIbLkbx9mpMs1wANQIxzK
Xwc7wp7UIqqgueBPKgCpjZWyE2OEtlI11Uccm99eUSCTuQyJZFAnULWDoXzXlGpTjqVXicw+m7QO
o5TCqi8q28xPP94b7w1FfgeiCaAhntkHX63N+9CYMtBHEPPtVd7AKijo/W6USVN++zPZ7uuh5sDg
1WfSq1EabUZdjFoJgbWRmNsxyI5N6O1m2B/lIPLse6UrcegpMHkwjYUrDHEeFTR1/sKyAfK1cA3H
bfCHAv2ruURZLGFCB8xlCuSJGWrwjRW8QWI1i45ceu9O6F9DHd5EWIe2fhMwIXD7ziluNBNRk/bt
35rP4aNodXpVFpOL5mKcOV7od/YiHBSxahrSnY+Hmj/z/lPFB6K8DKyZ40q0ub8NVFX40oeM4oEk
rL2gpXsfqS2AMSf7wm2YHvlS7y4frpTcC5YBYkffHy4MlCluHRtxSiQY8PmiY5co9i+fid94Lkiw
ZxAQAZQx30H7o1Bzs/Mss3P8pdsHLCGTdekaw+bjlXtzVsmSCd50EFFsW57q/UGKNqaBSWblwR5B
YU2E7VeQPfTTytrKjnylN8v2YyycPIjW6a/bB8vGa+UXRIqpV/bW+OIH1IB114yKI8McVJd4NRiH
srJAPgXEFgj4gzkB3MvCvE091UnCC8Vyo10um2E9JGa2m+q8uwSQMZ4rtBF3VZpolwlUuMeuy6cY
dAG2T40eYg/ZwROxMYne8gI0t7kuyyNK82927fw7WXQeGh3zCvVgPXzgSmaEEZDXBZ37XLe+eSHQ
n/eUwLBXatz/dvxBn2XmErAo6pwtHYQ6hhb1OXye1NOE8iBVeCU0TMffvVoYxLFtqjwufFZka/YX
P5nmXqhaoZ2Ix/bGpnS89s2+O7J0P56rvRPPMIxD80aAyyOA2R8mrTpdVTol8Ro+00uZhrpcYa2b
g4cxEEMtm7jE6XsAuJqjhPGk66HrVdSL7rjJEV+ESHfriEDb0Sq3d5nOQtA9xDiTvktDmd3Sis1Q
FqKgLdmX1x+fubfnQNNoa1HIsNS5pHDwPmq6nAoeEZT5U+kssq4tTmpFOkdO9pvYSdc0yJuzVpdL
we3wwVcCV+2cqks8vy79T7KknVsMMtjI3oq2NXTgnT/Ib/YUtrcfT+9A/2E+f4xMLYiTDh0Zf/r9
b6OX4HUcq409OwxB90Bu12/NSZovRVkDghk6G7Q1hY7xGoYioPaqlFWyLJskmHal43LsaDq4z8no
VM9BaGGbmpiNimTXx7/z7fEjtyC+o2Aw9x4PqRAohohhRDDEm6wUaFUaP6MvgzBmm2HCNendkeHe
+x7QPVCh0FWyjVki7XWokrpB4dbqFHtJ5+vLLDdbADCkHlSOIsTJk9J47mjseaW08vuPZ/rehmMj
EIoRq1vc8vtDhxo2WQ20OG/0caFqw9Zaagb77+NRfhzt/TPJhjNs4LVc8KTcB/duHhXWENVp7FUx
4MpFqgq5sPpsvAGZbkCErfUzKUV4D+AdCfcpME6hq/rGqs/b8ZSm1C9Fv//5A0rpFy4P7eP5rqDv
vD9tQOFCFCWQniZTEza/gsJmhMXvx9N+Z3F1nVgAqS56yWz9/VHqSSKqhFiQh6vxuA5wLlyLuIv/
zVEOPqGIfNlBCQUdI+1snfCeAzxNlCN3xntHd5bOc38017nAD64mvzDwSpZG6Mk+uwSzpN+GUQBI
xgyhrC5Cu+qaZVlJCAKlAkkqLfD5MwqNQrMTW5hruFaR819d7avGofpejqBIV7+/3lT5qCtxgeoo
Juyvd1tEigh8gJBxN8iTbHKmKyPV4/XHo8wTPdzLFvw4siVydZZjf5SkmhBFiiZMVZIM9Vq3qhaK
26EErGn9kU87H4vDoVzNAfilYlfFTtofKhzSRkucNvSornwfY/uyiTCmTFv7viz9Dfzczx9P7UdJ
fn9AasgUtSlW0a6gV3MwILDBqaam7SktLfWsi4B5Rj79tYoU/lKIafCU2mq3Y4zr9WQG+aYs9PCK
T2k+fvxT3q4yJ4eDo6mWTsvROXjFsbNWJfzzkIgwne4sJxar0Jm5OZGVHYnZ3972+0MdXE7FpLdh
jMKdpxFWb2w3S05M0YHQjNxgZ3W4KX48tWPjzc/Bq2xOGE2vVj7jqTJPNlZR6l+jBNEvA8TewqKG
feTovqnWcQlpc2xnQexjNQ8uiJhYp3Vx2Pb00BcnWFQDgUIhLsAnBXbUuZKjnTXYZb6CCOZ8SmNf
fP94wu9tK5Z4Nn4kyETl5HAfY+lbNYJ9HFRadV0PXfFgw91Ydr6vbwe+8rqysxRBfyM5cwPY1p0T
uljh9L9bfmAlkJGDqvGjPnWo1hOOhe3iXR16I8bfdOFUrBL6rl4EFi7ZH8/5vf1L/WsOeSiUUnDb
/8j+2NciKILQq2tUxSYJHjCR0lmmWimP3BLv7SfgUMj9oWgEpeVgddsC0HGX2oFXqWF4pofjsM5q
bFNjGeE/Eqbxkf309lmj5EoShfYRVxMvwv7Ukr5W3CrSAy+ZwmKb1734rtrYpH+8gG/vPkYhZqDK
PCsZioNTUmEY3jaVGngqygGPZapoiw6v0Y1m9+FyJC9blXV8rOT77tTYoQQH8DWpYu5PLaDWSKgJ
xjsFYHQ7Fd1wHQo8aj+e2jvhEN1glCdRuKW1jULh/jCK4oxjqsSBN6VGdp1MifwScC2cyVj3L7QB
NFgj7XBt5FpJfSzOlz39wysQExkcDkQXjvyc+QI4uPWRGaKQwPmklHoYf4bVxAUSZyw1Mo+XCRHc
Qx5OCi8o1Dug5/qN6uTwPkypV98K4GNrFUD/SQKG6LzUguBUz5Pw2Nv33qewcP/mhYV+Tb11f40y
VaD7p1SBV5eu/k1Vc+BfVg/8/MjkD5q4nE++BZAWkAVkvjw3++PIQZcNHdoARohtfS600sXjty63
bjaZ27KzilPp1uGpGzTKuszK8noa5XgsUjxsJf/8FTDMUEiGJky9Zf9XsBfczrcVZaPLeHrKh9pY
xgWgOBiqGKt3rUMJ2IVEM8UxFud2vsgit3j6eCneWXFKDrD/KYw45AMHK9HbXFklfJENlLHkWnFU
c+24SX1k88//loPNRgOPqxWNASZrH5zr+dhBfB6UTTC1D0o7NudRmG3yyhy5v9zbj6f03mAcL4ub
cX4CZ0TT66dWj0p9QkYKJiVY8Q0pqb0mnjCvzDR3ttz6yc3H4723hNz6BkRQxDagUO+PF7qxY3Zp
x+R0d1oNIhmWSmQn539hFDqnYA9YQ8oE+6N0+UDghFTiBp0W8JZWTCzoj8fKNe9cwMaMxCJumM+H
fdAWoMkRTnXFKH1txlcgtbO1izLSGswB5N2iGrZ10URHpjb/9MPd8XrQg3MQpLLu2onsJW4n47wt
h3ZbIVfr9U1hfLb1ARsXx5lNoX1789uLCnEXFSqAAlTZD7t9Sa5Qz4kCBfXSEHZkz60/9eXkfTzK
O2EBmxH9DZaWL6jPf/4q9osSSwxor7gbkVnpcqyRMzULF5POCAWgj4d6Zy/yjs1wPpLu+W7fH6r3
a5EOYY1Ef9g79yD9p21dtsORkGpmvx5+McJKZBQots0yBwcz0lr0m6c6dTdWrY+b0SrCbC18uIN5
NKpfdDHkmylWo69W7KTTcjT74EthdBB9JhXQLrzWleTNvWo6HTE3Mdk1LrBchMsG9ZvzMEcdR3bd
cISsLd65GMCUATdHeG/O5A4WRyWp8W0/cjdYLJQXRjo0vjcJvXZQ9s26LDuJlS6UEKBUeROlkwEm
Ww2jL4lSJDeAVPwr5H01CDpCnVAj4pPD2jQKPV/KIeiCq4+/5DubZg6d52oU5X56GftfskrczlJE
52zAhWG8U8LMkoOSru0aS4x/a6jDtqM6uIFVt6OzcVDJveSZaE41bRzOq3Hyj3yDI7M6bGLIfvB9
u2hxyU2c5i5PavXEpneyq8Ju+CuzQokGMBp4BQRu9hewK5IgdukOb2A+1x1KbnHYLRO9dm98J7PW
Hy/hO+cOojg9aRqqPKaHVR8If2Y/ytrZtGaLaHXoYAQ22MeCtvdHATiFtwLQOvfgDUgZXsY1e4LK
Pe6IeaOg0p1nR+6Q9+KSH6z3P4c52HrQ5SZ1TCtcivuqekB4mLa3r0DvKtXvcRuIFwTkOmoCEX6M
nYVsvGUhDvUXFpQYEK3W+V4+jEsGOxVomzVs/zpTFoDx5MKXg3lkqu8uKIBJix4RMELzYEGnyU1E
lJTsfBEJj/+FgWqeBSd/YS7EBi7sFXRrf6j6v7r/HRlLv88gFlMk/x6OVbAROdb1Hw/y7ski0Z47
ICRqxsHL3VHEId9ku0dVZ1yEoZI+DCgleU3pHyu5HRvq4L0u6sypA4tDjLh0thVE2V6LJPkyHsts
9fuzmr0YeDxn0X77YCjN6sMZ9ONsAHwXJ7KNm7MRyduVO7T2XzjCdCeIA0BGkKYdLGBD043aJke4
QFWVCO6/OTuTJrltJkz/oWEEF3C7sqpYvUitliVLli8MLRb3nQRI/vp52DEHFaumGf0d7HDYYaEA
AolE5rvU3Ymsw9yJSjcSLHDzgKENXm7g2TZRKUI8OK9kxmdS0obBl6YPBWi1OwEvKkhNr3uUVdJ8
fX0Vbw5Khg+sCY1Ox10vxj82oBwNrZK544aZVFjv0QE7+ZFQj/UwLB8oGw+0Gqx0J9Tfum19FIWY
Kw86xr0ctEF5U3ozu77JcuepVMoKTU9rTnYxuu/dxCreHjGQrlvL+1T3ed2tZ/3PSebo5+kDZ3mo
u+o4pkN9tGvVvv37UQfHrwmQIuCC7VmGT6PPumQUQ8/lCU1RhPx4UxyNpoXujdj6360P0fP173er
drDiqU2WEhYHq3k5t6wum06y0iEJQ1bSmjT7j2acVnXoIDf5bSyIkQKq5nPcN07YpGtHTSEr8ljl
sXmvkbfs/KIbIQAwGTJaoDLJnbeB09JHMc8Ab+FNR0gtzSMe03qEVxNqDP/Dd0VcBychUH8IhZmX
cxeANLvc9Nywybv0o4QGArhbejsp7Y2bgLoduTntDoMUej1Cf+weR4OM3BOAwsFlj456Vh7TsU/e
ft/4XDMrg5BxAIdejhKPS59FGaM0cAfCzB2/L53c03S7NZVVk5cnDV19Ol6Xg+Su1NHrNNww7bPl
ZM0F6gS2eDPUav0Y8CdX1Mv6ht4smOcvaNcWCkK333UH36w9lB2Sceez3NpnoFEsj6Kgv/atL+cC
tbfonKSH+d/P3p3SYuQ0UBz9CIOze/tVQ+TnnkEjHoTNFuK3xFWBdkzihp1bOUcH8YGTxiskrBJd
nF8/z7dm5eE+oNMeEgYb4XJWeWJId5lgCoJYaI5LMZR3DXqJx1iD2f36ULfK8LSR0DCi6wnOZlso
NowMThcwj9DoMIfLofmZtYaQSfKPqw1xoMXu35XvjYe20okZvfmvGtofr/+Gm9MFZcJGEeAnt0l/
pNIoz+kFEr3GKqxRXTuUuahOXeurnY+4pqabUsKaA0H1cQnRrtjcdDY8iLzUZyfsG1N7jGvbPDax
mRzqyDDe2ymyx5OqMOwcEvnRQ5zuf4hV3K82BIQVxv6SWf8RRWIfXgVHzwkLD2VdV2C5IomVO8H3
+pvCvKNYvV4ELkKY5iZBrzW/mlPZOqEGdyhQSEZXQU834JdmtMj1LAa2j33kQIbN6r9HJSS6sWP/
LLLFnHZ+y1Ww4acQNIHKgF6iebf+9z9mvLSGOeXT6IQDwsyPwkmLB0fqX1/fQCvT8PKzUl1D9ps6
Jc93bpvNZ1XNpFkSXHsonHqcT0s7GgjJdCXwS12OEwINxvwrsnKyqRZ5zolqgkqe5tUKKEDOBIs3
JVJjOg6qLqezHHRforLYV79r5eY23FuXW7VDqOdRH4sWZQSUKeUnqKr6325P2w6NO1WLoELXA50h
UCo7YW4Nln9uW9T5aQmsVzy9Mm6ITZobz75qvFbKs+u19fue18KhqrxUsFsX/a6RpBV6Zmr/vb6s
21V9GZUiEfRP8C606i6/XWPHeWkakCHQ4+lPWY7mhTNIPai6vj+9PtT6R20mSBTiMqKq/3JtXA4F
4yKyPe46sCClH0phJs/LIhApi03tOWmEHiLS4H0fFi/foS1sl5aqKDkT1EPQxcSeLfpv9XFB7XyR
4APE/Ju67K9Fb5pj2cXtXQ6b/m5a+un767PdLuzLmFSeSRHXgbccscSdq86UfE5RdOZxiacs0JMa
q3d32pNQXXf+nwtLBU4gY0K33ADs6lqbUGB7mRZbldOeI67RsDCY2ljrnH8Qj4HmVP7Ocm4D7Doe
pXy2qljbqvq63H+cdzOtYffJsT1PldWf68lc7mWctVMwpvl0MlbhUlrozv3Evf1Iiz0ROxfaNuC8
/AAegqjF0iOkRHb5A1o/K7zIKdrzPPQuUtRccEGpT2W6E9iu9w23B40Jj+xj7WBvDoc3IvNH5G3O
vpfiYtHggvVzcuRKOairFHmd0TqW4EjPb906DEvdfWVDcW1vWTYiMnk90pI557L4t/A8JOKb9vNi
IJn2+kA31pFyEYQrSmRUx7Yf0mo8pbXGXJ8nUur7snXqYI61+e71Ua5PggvhHDjr2g3n6bJJeJdY
6U6DeufZc3T1FQ6idk/uXR31Ssv33iTXM4JW5tPYg7WOgIe//pY/tuZi5J0fzbgZJ1rZB8LtjYBi
zJ433fWBA7OHpAQvDvKLKz6NXs96ShEBMZp4zI6+MYgDzbWzEgaePhqyOa8v4K1J8fKhFMe7j1x+
s92nrGvyipfeWaulfwA0FIdFjvXx66PcmBQPV5jSvsXJIkpfLV22lIldn0cn/+qUC9o9ubjrhxKd
QM2Ub956PH2oYiIIA5AAQtflaOh3ujaZWX3uJuip1lDPofL1t8Jq1wcW5kxAm9BzWa12LkdBqsuW
Rmtg+d0U4p0qjOmLVevtzspdb/DVyIRyGyoIJCf65uYu5mruikFANVj0KIQBRZnekOI8ldael+SN
rQCKEqgb4Zf61DbVynQo47mm12ckbxEmBv9Hn35cwte3wq1R2N0AWEwexHCsL5dNo5BtF1MBTUMp
42A2ywDhQNtrvN3acAg9ALYlTfYBKV2O4k81UaDxq7PKW++fZO6N0zj7zin3ETjGDGhP0P3WrF54
adwa1Oe3WNRiNMq8NReczjO6VuhtJYcy0f6Hw8pGANvBnqaM+JLG/hGBprFRZqWK6lyDLTpVfQFu
36n/n5DJ/xfHemPL0RCCMAFRgMt4awILLT3ujNSqz4mS5R2PjPKEdlgO4HTwd3b3VSuAQ8TDEaM1
6o+IHG8BoE0xpIiFcktQoR0CL/MAKVtf6dX+6JLid1nIR7xUPtWz/9ik3U5b+MY3W68OELsMvhIy
L/eI6qJCUVyoz/4Yz8jgywbEKWo5r+/3W6tJJQylCh7HNrfu5SgmYbGPRM0odQ8geCDAImTzMfW6
vbB3nTpR/LdXdikJPrDrzUj+0joaZIj6DAw9CaN2tFFVtMZzVPTZk7VgkIhyen0H7DP+qy1Ev3MV
31pOevqrPASFYPodlxOF0us27ZjWZ7f250OnmXZIM3TYWc4bB5sOBFcwWFwDSMlmkiQapY7UBpfw
YPfP2aIB8k7x9eUlk1tlUOW63BnxOlHzaEnCIkJzgzC/rajnBsq8kjh8Lvq5feR9yOsvrsX7zsiW
JFhgC2OEB6YheH3f3DwaPsGLsI8ABbjZzXpOcV9pUUIImxaaU2Oq/R13Vf7gdab4OdUiDcYxsZ6H
tEJVgUzxywjKZ+dH3Jg7WmgrHIRkkf7j+jX+CDipKJUx6n55NgZfe8imrHgvdGrevT3AH81M+R5E
wFsxBsQEMHrr7YBjBeF7k2dBeB861ZABdSDH7uY88QNXi4e3b1ebHH8lJ3FUuI82UyNae3Zplmcd
kdKPS9IMKC5L/fT6V1zvmcvnk0cZheSAvbp+x83zKXHdaqwKVZ6jdkg/1EtjfoCvWh2nfkhw44Bz
iUK2FtTtGB9fH/lG3FndWFboNZrhiM1dzm8oESO2urY8l43Z4uGdiCBfLR8XU1c7b7aXVvfVLHk4
cfrhm5AMXY7FvwU8pJryrDnOT6Op3tna8H5I/WNWdM/mIO+Q4fbJKLz7dm6PuZadcKi865r66+tz
vhGCKEuTM6+WcCbV48vfYVZtXA1cWucR9cUwKiscmfN8efvOgQPMa399SQF/3oQgK4M6VMSorLXC
SMmWLTuM8bjd+X43Ah2LyYtjxThTAN+sqY79mdFj23sWY73gW1Bo9xqYswTl0MD1tLf2wzl0K4uO
nbrqJfLwvlw6K5qMcWjc/Jx2jX4s2qr7JqRanl7/QDfiyfqCgrXCjetTBb8cpXRjlVpGnp9tP5/+
TSazR51bdoiJZv5D0SJmncnY2COCvlw9m/25JugeuAnOIdnG5bDJ4mdVAmnjDB61VpiO5cW5hK5z
5xbOcM6yWJ2icjY/LgZa0hAS6DdrXRGqXtCotb3VanWxcKpq3Z0U5KrxxrKvMmdArHl2r32Oy182
awU3dkJyVVu1DDItcgMk6pDEFf47T2RPUZSmIfLNH9ykfJdV6qlsPTPI7OnX6x/mxskB8EGRkOyS
rHkLuMq6Ski7hZymOYPxMPZ+G87zKHei4c1RQN3S12MPcJdezpY64zTalZadRat64NBO9xAN9s/X
p3Ij8MFmXD81UOhVKeZykL4q8KrGfP0cAbU7TkmC5DXi0sHojzsj3Tii9HPYyLQoOTxbxLU1gb1d
sjk7O9OCvnxKfOvdmK9H5r98XVBO30lFrgrzbBe4UnhDkA7wD9v2Q1+pvJAplDdvSWOs3KeqxoRc
Sz8pZBXPjY/5ujal3bEvPB9HlDnBQqHODouTljs799anRDJnJRPba0Nr/e9/ZAZrpjQZUZmdDV12
p6XGSFADWbmD17/1LSnLY+9JzwOHsc3x8NwkLpJaz6Dd1nE4lrI9+sBpjrOo9J3QdD2hl+otZQP/
pf64CYD6nAjlRpizQ8DS7kU0/eiV0O939ub6ur2MRIyCEOJ6K9PZ3k6own7JHytUo5oKeY+Dmpu0
/ShI5OYTJLOoP1QKz6xTnkwYaSjZ9G3AfWp+WOH0AGQjtfyg9lug/g1s3KQgRDfsiLNS9xHLZgx5
8qRuftiIdP3KE/jEAP3LaHhcnH6cjz65qnMowdr/mgYr/awQ9r6f63I+Sd3sPuSZ6iw8MnECDelo
VOVZuTNS3VZayPpOIwJ+0Yde1efextiUgf3jHBnWv60F2gQ5Aqs8NU6rf08jVfynzUKfjy7+PNbB
63z9R9Jiz4Ha/hjd4e64tCezqcslkLkLdNMUcR2IqnPTnYBzI4lmvXl3EQpWHO62yjrrbZYNpgU9
PGuWr7LznW9tZmsHz9C6j02ZGO+NUnjc35354FZ6dDS8/K3dWNJYfsOL1CXUaIp1l0eF92dhzpnN
leMscTiZckEs2kbgXLh7b5Vbm3jdWHSzGNDcSh4gmTrqvY/kgdk6yameo/zIA/ztLz2fKv2qpUm1
iDRrMyG/wQy19TEZSfII87ZSyacCXt3O2b81F5JJOLWrHBMd+stlE3HOki4KBldTf9YlZIooKrWd
1PU6wKAa88cgm6kk5oww+8wgeZrR48y8/NykTnKgcb7HcLo5FK9I2kWUdq/IhxXSdLXbyeIsY72H
HdZGYQRaFWH7ediZ1fXFxKyA6rwUdOlQbMLmAlRn1p2CD4Rv7kPfDCZk2rrEGnbsmiQoqmmP8XKd
2DEidzrVnPU9tU0fs6hL/S5jRLvtrfcuJf+DPSv32Hm1eViVWUKZWW8vVDHoKqZNtRKsyzaty/OM
QqafFGdHpupB1hbmErAzuITnvW7Njc0Iu4QNz2OO9vCWSuNNSi5V5efnOS3V+6I0ne9562pvL8HS
gl47YPRMqVpam0vI7UvAgR2qm7Ntqiezr/tvQxWXO7fQjY/FiSKL4HEBb3KLReJVQf4Pj+Sc1UWM
ORueeG2qG9MBTrXxXsnUOcrO9XbwejdHXQ08eTGB6t/m/lAiR2duZxRFoaaFCJO2B2OYsicnyvWw
jkX2xVl8+/z6hXvruzFHuj+o/lLT3FSbHUwU16pUfh4afGOw8Y4CfKLfqk5GhEcqlN4v+eZK89hE
EZZSGH095Ge1tPG7qYkwra1tWe9ExPXYbpKHi2HWyf6Rc+Es6IgJ5b2zPeCBhCcL6INpKH8iKpOH
fto75yLzYTnMJUqw1hCJN1eDfIubFJEcEj8AP2ux44/x+wrvZaTUs/NSieFJovB1wIYbIz05mkfZ
i+5eK8v4y+tf8MYTiRYihVPKQUiJkdBfjpr2c5k1bYuQhS3T9sRF4z+luJnwFO6t38rzup8YBrqP
pFUyMPVsuks0zTw7UBzf62Ue7eyoG2GcDiDIGDxoyca3sP+S2GlOWpOdE89QOFZkxamaDR0PQCvZ
Oac3Ni+ChKusCZsXfO4mGpReNCOhz6OMrGIIsDHPT1U27uVItyaEdTaFYxLSFT14ub4i1Ts9gnZ5
jvIEOveyNGGFTfd7CyfKw+vf8uaE1m4t+S+Pl+3TDB/wyGhRhsdjw/83drzqQU+TPbbXjTiD5R5I
nlWFBqDW5jCOUwLjxcOJy/KiFMx4O52aao5xKJq1A54/zj14z72X2a2ZUSIm46IGTxt6k6xkUVlj
ic1DpZGRCgzPVH9Nsm7/fn39btzr9AK5ZF8qpP720YWuWYQuLw9O107VhzyOu+cqixA3GSt/OAyR
Ze9EnFvTwmn2RTMdXd2X9PqPE5/NbTNIfBrOmVF7Z1sTfajN+p4s4a0snZckymYsHVDcbfWh0PRS
ilxmZ7+Q6kFP1HSvSiN9ZzVj/hzH8LVJZIp74OR4pfYL9bYE+eudzXnjHLC0CKwhj0UZZKuy1mc9
UOclJs54i/jia1katDqqFV0k97gUN5aVw2bTrWHSgq16eeRGNarJK+f0XNV69d1PBbuz96vj67vl
1ihkY3TOOA9IAW3uvsxUALgx9T2PmvEvphcIeLfIFLw+yK1VA+excpK4GKhVXk6FsjJ1jipBITqP
tQNlPXmoDAcLQNMaduZzcyjyPQfzY9oi2+unXFTldI2bnLGv+NbGE8LnysQII4v+h50AvIN3Oou2
Vlou58Tt18jZRZWmdh0UpOdeP1lTipdW9GZSCJnDKj+/lt5ohl+JsQjkVlBVMBHAES31vw78qtBi
7/T6R7qROKA8RbnVpem+YlcvJ5R1tiwxHkzPNAHRjIA6EaWh2+ROf+KbTic1O+58iEC/LIEqYHjw
GNfsHQLRVfDi7bNaQKz3OITY7dt0xY8Occ/5QkGz/pDKrD9IkLsBmaJ7LMsqemuZfh0PpP1aWl0J
WJuQ7A9Gh95VlZ2l65ahryt8SsUQ7+z/q0NGAklSgqjqih6ndHq5tAIfTB4hRXo2fPUTQyhc1Ywu
2km8torsxERGWUUU1iI90KNN5kUzgBJy2qZnjVpCE8xpDyBEQ+uuSHrrLy/18ydHYWlhik47u5kx
pkGJDwquKGgMxn2flwffkGO49HEfFC2Sr52lptMEkjAsbDxOuzSxsckZF+3gWu38rM2ps5PIXR3f
dQ7+WoYhi1s9Ey5XqkRWsjMxKjiLZMAhsW0rQZbsOVgXTCS0O8HCXJfkIlk24ClzoOiHu3SMt5QW
kYo8A++OLItpIvAQz2128iJKpA86tZPoAQ8fELdFh7eiiqb2V7fM8ZNfqxrZmrnWAi8yvAcY29Wv
xLG0cz2bGOj0sV2/TytXPiW5iE/jGKXv60W5QFrHKpAoBx4qaxH3w5B550rqHQ6GwrpvI+07kOo9
Mv313mOK6Dqg7Qfv6kqGPjX0ygAWgZJTXdhPc45BUy6adOccvVCOtiuJKDZAEBc2BoTJyw/nYKdu
FNmYnCMz9YNxMUO9Mf9K2gHUu/+lH81H4eIa17hFIEqsfrT+3heFDHChPyTV/DxV8nMk6WwoXelB
p7qwLUYLo/T0UFvTTunjek3WitRKTCHBBHW4OSlQv31N0GkMRSVnGVS1KFvMnkZtZ39dRzPGWR8A
oEegdm5TljhHLwP1Ai8so8X6lLpZ9aOm7I9vFGSpvxaquDsD3prYyumgswkUjL8uv0Leu1M3cjWE
kS+1ez/j3WVNSfHWhA/Q3Ap1WIl1a+t4c1PYPm7Q8NvhwzSduhfjkGJ27uyxKG7OBaAICfpaDdgS
wh2rHpamZC7ZMCfvY71VmALn6c7z6TrgkGQBJl6fjWTcW1Zi4pm1zBW0kKFt2qODE7X06v8q0Ck7
n+bGXlizOdB5KJxRrtwckMGKhzrpPSfEEHl+VC02VbPl8vaQtvq7nZ29c397PO6aFXwI/Htzs6UC
c7iWLCssofb8q0ZUNp0SBagB1c2Tqg17J3Lf+FwrCw80Kvc2BPTNmVryajAQ9XJCzxzMxyixsxM1
oyl8PUm5+blIhQCJAt9EN/xyg8Pc99EuW2dlAR1KAKTc9dY8IRDk7LHpby0gdxGBc4W5gVW6HMqa
PXQHrQV+C9Xfh2VprQ9yot+xvLO7rNnZhtert97eaADRWSeIbmFZQ2rXtRWlVtiZs4O7a8eHUpq1
k+Jdr97ahqOlSjGUy+7lOvzjpVZn9jIxjBl6rf9jcXLjsJojhh18k5063q35gH4QZMc0AYDIXy7e
0MqCiGCaYedrBSh5ezyWcRG9ORAxH5CvJMZ8Jq63y1Fm/EdVHFsmbegsC9J8NP7WemP8/NY9BwaI
9gyQNYqhkEAvR/HRn0zqSJlhM6N9iBBNGmaNrX/qTcy9Xx/qxrJxd64MW/AHhrEl9i4CJeTam0zy
7va+xy/qcSzdPRXAm4PwcUD4G+QE2702tZGOPjGDOEU1U+13vYdUaXtdpuuS3Jp1sKNJPVZYxbaq
WskCgdeyNMLFq7rPXTKASSHYD8lHTZDYPxuR6vsg1xuc+9yoavSggVgd39dLjwkfGporx8qx5V5g
vJ4+WdALNhA050o+uPycelwOKoVYEYrYyf8rQFzS/9fbnU7xdfSgbI6BJ5UYPiaIw8tR/HIu+8Ku
dBaZ/prnzWjMx8U7mbTNwS6Lbudk3xwOLiedaYStYP1cDgcvC5pLGeshB2a5rxphhqmDMFMsyySY
9HJPlPVqEVcCDgkAuQ33J2D9y/FklIpOVMIOhXT8ADx/ddIX8WZ4E6OAEeVW5mkG1XATRRp9QX1u
9Oywn9NfQg7uoetngXbA8FPT7HLn7XlrThQpeAo41lp22QT8qUmzvu10O5waUWDJGzWn2LeKnUh/
9aXWPccdySubZsMVgL6Fppg2mhChnzjxefLpAgi5qPu+ccGMimRPg/NKef6FdesRvUChrIoSm52Y
jrRtRsRSw6yN6CQ2ixwizEOwaj4srQAOIETTJJSmTcTd+6Uw8SzuYvUFJw47O6I7VzcHS5rmePAS
NRi4lhpYQtt6Ww/BqHD8DArVzHtNrjV0X7wnaB3wcAHIDhuE5vxmQ48ZmVRmtCLs4mL6WgG6OM0V
NspWA48N0STv3QRsYOcJfR2zXkZFYpgKyMok3Vwo4+QtuhvzPomXpHiqZ+k/+ih9PHqFJ++SFu+I
IHdqdbTjRqtYA8cLKQTWT6LOoh/Scsa7N94H/B6uzxXgC3tJ3yLfY0QepMhg6ftVIp5mJISwzp37
t16jjIIOIAon1BBWj5TLw0y5bMBbZkAaYxDzO6EahyqWa779eAGx4D4wVhluqribUSwzRfkjF+GM
A8fBlshfj4Id9vqK3do3SCgAUuRpDzNqE5jMSs9dS3lWiKtDHR3w7Z2Ohg9LKuicubvjSSTuqei9
ufVLlgPqG1wcz2yorNvYkbuzUeCRGGo0EvHgrWHrYsi3s4Q3JueZ9LCJ8ERDAu/lEqpKjHo76mYo
VllvfEib+oTSGnaDivs8SAmKAciE4cvra7qG2c1ZRPqAHQIqiYx6q/rnzIVAbHMmYTCmOBjnqfic
qck9Gc3sUdKKxlPtRfrHyJt/vz7wVb5KUYbccW0C8ReSnJfzbQ0X0XJiD1nx2J8GWY5POcL09/Po
GDsn7bp6xlgIA6wvGGIO0hWXY+XdmDbjOBthleqQrLukKQ7Ir/XMemq0HJNm3f6ZiMw+Atf2TjSp
x5OTuZk4iKUeTujJdQ9gN5ZjNjddOBNyH4o4wfPFHZD51WiY+WOdPrYckCCZzfIwpkbT7xSlb1xh
9FwB6BIzaN5v6WY+ylw6n8YIfbtz7rQpzw4RPZOdM3ZzFORDTEZYSSSbpepLoVNAGYxQc7oPXR+5
z0OUGTubbv1DNpuO23GN/IzANbC5++ueWuakj0aYagsBN5U//KY0kRqT93PPM/31nXZzSqSDLg1B
CgFbUHiVWskY9Y0RDhigBPpguff5gjHV66O82MNtJ0V1ncuYMEgpfzOpCk+grpgaPdQru7Kx3Pa7
bxiKURGkEOL90PIy+VInZpYeJgsNN0qJk+rDQlKjDOJs1KFEekb/u7WmqAk65D7/s9x++a6iTubB
5OWpOEGF6NKD1gkbA3Qg1ukZET/urUKMS4PQtu98t8vG91evUPTM+Buk29oyZEr+HVlVkGai+rdU
kffLp6n3n8Hz97MUnvp7GrRUgNixxDcsG/IpgN1tfxVxD3UA+stgBDpsPYCtpgd6rRCxPh1KJG7/
8nKpewesTOiMwOusPxWpyr/FXTvFB0uUpjxIvV66g9F4U7WSZYoh4IfP9un/eLXrJl5fGaGMiswJ
nBh8cKDXXvVj59NcbTco7BRKEcOCZ0Zn+PL4OzisSM8s5nCm0sQtP4zoKtZeT+XE3mN7XW+2Nc1Y
qciCvv3VTTjy/FJG1sxhWsvuEI/C/5CopPj11hkBBOa2oIJG5gBP/HJGvlc0C0guPeSd6Z7MqWiC
SUsbrK6mPT2qa24Hz2IKv6ujKlV0jEQux9LtEZf2pV3ChJdde+ARu9xTg6hIJMoy7e6nLpMauodJ
Nh6LMXa+YKPS/DBrVT6OaRWNh7lQlHxFXtU/37wKq1wV3SREmzh6mxM3TW2T1ZCwAJ+25sGH3nmk
G2oEZtPudROubysSj9XSBMAQ33ar/UU0j/3OTpawiwx1QvdXhJruKQCQcm/BrxMBhlqrEVzLK7p6
k9OP+qANXm3PiIhGPKKNNmo+GouYAciKWHuWuY2hUDxbKHK9vpzXW5cyCxp4dD5R0AB9dvmh7cEu
kkhMHBPlLw95Hf32baXvpDnsGv6YyzjJMHTXkWqGZwJ3+nKYZqmGbjL8Poxqlft3rT/M2qkUxpKf
rGie/hV2Cxhar2OrDpzBd77I1Mt01kE5QInbPsK4vZ4K4yjtMjMDJHw1EaSD1aaBYSgjOU1+gwEx
mcwkTok9tZ8nf6mTg4rSKQNwjcLEHSaIFODa0p/aMC56mPU2isqnqohm625RSZMfpp7accAVhrYL
7gdZfEgjqnhPTVli6TIvhZsdStuM/2ln6WmHxpOJd/SrxnsHpi4Wd07cAo11u9oPmlyZn/VxbONA
qlIjpYqyWJ6k05X5KYrL9KMDJLqkfRR7w+FFov4YjXq8TrrD6nkVkl2btkZUHC1jdprAjMzyn3Qe
ok8QD4qP0oudX200ap+A2Ok58m2N8cltDePraI2eFkydV4wYU9UUDNq+th1QzqZ6LwrDBP5sT/6H
auzqKPBzN7MP81y7U9gnbYEss6st9bsSzSOaxEsNM0em2hjTQvR4XbaN56dPPCZLPVykMTxTiO8h
sCyJ/ncrvSI95I0lcwQ8lrIMltQuoyC1EA05t06TlPDRzCg70tw0/hKqS62TKsy+uSuTbvxi2Yn1
nc7ugNTICmFPO0c+OZqWFIEXc2r+jtKmf0yTxVxOrfBVslLcaus81E1VHTw9d46ZN5VeIOxY/Pa7
yLGR8rFngHIiiS38zmbjg1SE2CBPlf4FVxnRhWRVsX9iq3Qfi1qTNe4ABkZQxmIOFHmcxB8Cd860
u76lnRogT6lF3FvL/C3v85ZF8zTOaTJqM75gTc/jUvoNZzhN6Y35kTX+9CJb/NBGZ0Dmo3TTh4X/
+4eMW7y9284jA1VL3r+j3LNYYdNL67OUfjGSVerJwKmPlX9wzMl0sAwbk9+VVYt3pq3SZxqhaFJo
hZc+F+TWf3lxW5Dk+m4lj0Pr0YLQM6P52S0KR6bRLRRT0/qoPhDsFCLpoyUf6iS3f+RgHOjUUclk
ZqW/iFOcxfPvpsvtT6aSjotIvGnQUhucWR2Vy7PlgP0rJVTMfBKCVO2Ny51bzsjGVny5ZwCtZCsO
+IODWSZUXyaVRFNQet4EjidLm99mbUf/IlzUfqs8yJJBzxvvY0/53jqYPg9j6AlG9753Prgyftem
TfRZNa32m+dfnx9aOfbVAQ1Z9z8FDeJblo2mce78QsyhKa2yfCwcwWqrNOt+wrWyKzz3Ei8JzTHJ
06DzZPZUgRfODq6Yve9N28r/UupFH1mdCPIDm2g66Mi4/lf7yege4MtrVaAwAv2OjP74eZ6V3pxr
tJ/5t64vh6NVGlZ9GBGljoKlybPPFEPT4qDTrTOCCo2AH71P5eY0Y7lpH8c5YofkhR39w/+WglIb
lRPkscqSQ2q37gkYo8Mrw9bcvwZtRgDPznIvsIx+eC6sBq0xTEJdtmWfrDr0qc836Cs3aQILcO2j
r8yovY9QVpchR8r/4MTCw/Bsmun0C6Pu4qB3TFqkKTp+bkChT30mu1u6ANyXykgJDevRq535L6vM
9IPKLDjGSp/FQ7v4BpvWSDz10JuqgaTLg244oBEblwETVPjeuU7/qNlO+jFyhqk65lVh4w0jdfEp
SqLyo5O0vcMnrA1syZzBuLNpYTzXvgOPyaXtQ8aICk976gW2CZo/VMD5xvTdgp7r51aYxhI6bmO3
DxXOee2hTyWKwXPvL/4hlXnybnWiYW8I5UxhzXGT4TINdXWWY9ZUlOYqr7rLm04CgklLEKxT3f9T
0JPoDwk90rMXxYKI21RI05e9st95Ywe7vDBb40kHs+UcVJmN7422R56sxMPxjCsnYbTCHDB9wN45
HvBMSZRxth1J0GzhvXzu8qz4mZiais926k1xOMisSs8FOlw87UjVrXNqK5+0u0mITVmcNv8ywEQR
NiE/gUnrG58w88jpr3caqUBHKlaBw9Xm/IC0vPl1KbE+PXejdPU7vGrNJLD5ijkfJoUxNPnlZAfW
GHl1AFNz+Kf0Uh3VhUyH6lO5YvkHt20M25ZyMD96Zl7cWyPwhSBVbT0FloWYwClz47S/i4jG+tGM
R1dDHK52P8WImTuBz6X1vuPQuQ+u22g6cueiKAIzq4r/inTs0BxD8Ogb/fvusUaKNgI5ZnQUZRuX
p8W8NPNz5C+axNmmKgniXWRPgZtlsMAzTVR8ZuS174spsoOaB855bF39sMTDO0hU/bNUms1lRDKX
BSbeZX1oN41kCRCvwMIsXu02aXGPzyKd4iwAuxZ/622tHA92J4Hz02DLHvTRbn7VFAx5k9qjnQWZ
0EmxSYS15lhkFWlwNM+tEcSNU6fHeXa1d2OJUiklIjv5ZonBeb/MrUrPREprOjaayYWWGJkWuH6G
3+NYipaA2WbTsz1m/beyjor6YNVuOhNM7RzqlzKa6LiAOsmDWilbHv8vdWe2Gze2pelXSeR1MYvz
ANQ5QHOICM2zLOmGkG2Z87S5OTb63fujM09VSnJZbaBvConMhCA7yOCw9tr/+gdemNKLkmqUzyvD
lD3u2It7PKVZcegEa0eYO3Spz4VV2GuUFVOiHaW1kj456mi2oZFaeh5KLSFJba60vZyzZtdnLUoy
0yg6LaiXtjrlWuYU66zpmyBblaQNdGz3ztcS8exnc5mBi4dC2retsIyX1LPR69p9OalRKV3s7Wu+
7ODnGuu1r7qC8iAbu78ohOheZMdKt8cXEf6Z0ccL+1XKbv+STIPLsqSCMtexunzSjLl6GVdNpz3o
xGLeFqMyfZHia1rutLxav5Ip7T7O5VrT0rVg2XMs4ZrokCJcXxkduwu5bxbDXDIur7rBlV/kUI6f
Guy5S79DgXyfzc74lQ0K/V1ra+3kL3pPf2dieFjebP3JVTosSrofyxQ3S48gr9FHn4C6RFhymAL8
POY0WOcVxZDqZeOtELrzqXUt+VC4WT+c41ZQf0HHXNiB22uO8KtYEefO3GffLFnrD7phtmwOzTj+
RmFjbe51EySJQNgq8fmc+nowa+2uUCvnZuwWFVpPpWAuD4+h7MKZMqeEvI2ld0QbZc9R0Wjzkb3y
OMEJ3p6eAtEDxikp+lc3kc4VQWBF6c9pm6IFxe/rSm1KIwknRdaPbVxYLwXqQrrofPTuFEtPDQwJ
rOqljz3lohZLfZZP2hxlo1YsUa2JasthyIbnqmq6L0snEZhVcdyutxP6Oh6JbE5vmsmja3eSQnPI
XkT26I8x3oh8h2JB3lw3xR0XrBiPR0xe7tNGyUrkGY3Snq+d0JRwVIFbQ4d63/qgcCxIeZFZzr7V
NFBYLCISKywTqWfsVPoqv1Ane2nu+mzrO3phmGtYzCrETSqBvMITXbRB7TmL9Cse1fNaCPVqKRWb
kAx1orzRetWL34LrVr6WEvfqu0PuLX7h4WHoM1K0koPukVBHct0sMp/xdDtEhXSTe7Jvva8NEzM4
gM6crr6EyXdTdDaBPtJWlaeKMJWVVrpMryedVdTPMsC1WZjx6uspnB9/bpKm8ZWY28nrWCf1sSW1
OSXyYjTOK7x+9X1vD9m3WdYDW2u9iEMvnysHwdq8bT5yQ5MBgRftEAjsQZXjiSitDH8JN73NnXI0
qX+LMt8TRryMB89d5RJVbANJdlTtjvE6caksM56uWOCx9tDu7HjN6kOHOuFUF1IuYWHkgN9r6RW7
ONObHk88w/q2BUbTi061ax01QzN/hTbqtMeVaSTC7xUnBm3SkyooEE08GEbDm1RIh4WkEcPcX+jE
D1eHRAylF4jJyopQm9f5vjbk8BxDqEyCYhjTPtAn2T5nXiaSAL6l86XOVxJch7pebd8tuX9BRiK3
5ZuKFJ+kyqgP4lflPpfNgHMgylggtKqyklMc5DslUqWt5ZHRtykZdazMhj9Dck/C0s7VJFTWZOTy
rNlmNZgUa7Uf9Qr9he6MeUbECq4ke9spcdaY7AEMOckbYzrHAqOeLsfese8UBxecQJskVVtVM+cw
SmPofTV2AeKwwcV7D7XLAvsVaC+wkrFTD11fGvpjSe7JcK70fesGOC7VZ+mSdM2RVyzpeUWfYPtD
UZu1z0ZUPuIgJC+FRpq6P6+NlQeeQjMa8GYjvlstfYiDmn1GQ8PCWNx3uyWnbc/L4gbzqNLwh7H2
yPfsh37ybTyjayYqXj/tJbfb3WceoR2Bm6RjeqLXhrec0BkRCuG0mntUdq0Kt67GHjYoc0fclFox
fKsLKmI4FUt3PTHvuqqGgqY/T9gfnuRxX1I70EiQNtY2Mj1VWkXMvruIdiTqsiow+M5m3rg5nRrh
YyRkPiNs79OwsK32cp6JSzkotAH7omAeGjWjGj8tBVc6FLR2ReDKTr1qh46m0ZjUJo/GYVTEdmmc
4QpIvfFCWQyy993V6ww/rw0unDT0pKWfVJuBHmbmQQLkYagPlc/SToqMwnOcjkI2dCBJ+8lRVJkd
FciQHl0Vz4RwXROxhpVXky1eTguWjXRQci8HAF08kGNyQuXizC8VzgvH/Wixex1X4r98lG74CKlt
V8WUK7cafYT6yVmPAvXSTVv7SldcSrbWJZUaLW4X6/5o0z2DDOeFA1KSpR7HGoo28FLXAxJYJ/WL
Owqc4vR2ll+7nCnaAb1bvGvm1YtDu+7rL0NvCDX8NyMdm5YktGlXbDviptBpHjtlVq3g31qbPXtX
QStg4uDQssvJuHVaoKfEwh8uwBSXpDDMIbzUB1dPTO6bUd5wzt4vW3E6wEOM0V2Y1WCPb2diWjYu
jbHU806M5hlGmjarcQ9k/MvAl+NApsPo2EaRD6L4GpHKl0EZW02ddip6Uti/yJ5qdfnIY//90IOk
YhIV0c8xK+WBe30Uam6fJrjAEwU15GdVnlaXovLKYy22jF3XuMYHBg0/GHhvbH/IsJt5Au5qb4DE
NeuM1bKSaTeZRPxZvMeVGFndjPlewfzEd+vODDocnH1rpXmv8qvcposWvxp/aCEcMjbtnrGNr6D3
vf7iQo6s6IkucR7Kp8PUEthU43LwyzeRo2CXA0+Zb6y9NVYodEQ1iTHJHSJNNNXC6WkPiI75OUb6
DgfGKpOpFTx8dWMwvCWuAoyVWZOMmIzH03iWl+THAMdaWztdBj8/1Ds4lkhr2KQMhzZfTmDu15dN
zrJN1rGsdp10+kCkdXbZz9n0wSRhw8hfo7GoaSBKYYEHJItBwuujcPJm1XNfuDklg52RVs/Ov8zx
COCmPKI2g9v9EaH83UXE1Et1N6UciiEQ1DfvWzkQ9ChVi1tV50WgVbkSOnDhAgz6f1mWh86A54JW
hFeAhubNRdTX3lpjSy47k5gaP2Orsl/x5v7gqXh3q74fBZkH4gyG2W/Dmcq8qqfB7IDsW2WN6J9X
f9WaXzb02o7Cv1uqOiOmtxympHImR5P1wuRhtn0LFGuXScId1175y/T5319ZQPb//A9+/tK0iyCW
V7758Z8X44uQg3j57ey57X/bDfXXZ5k19X9sH/Kff+n1R/zzLPtCPF/zTb79U6/+Ekf660zCZ/n8
6oeIgF65XA0vYrl+QREkvx8geWm2P/n/+svfXr5/yu3Svvzj9y9oH+X2aQkn//tfvzr6+o/fcc+k
CUHpx+gI+2WCteDG/Pvfj/fXHz5/rvic/30d3UTX91H4f3779NLLF1H/dsOFe/7wI1+ee/mP3w3r
D0wR4WghDYXdzBjq998mPuf7b1BFQU3jbJgtMQ7//be6YSPMr4w/YHZh2M6jxZ6QpfD33/pm+P4r
/Y/vBDoKKmx8eJjm7/869cs/3+8/7yeX7q+ff6uH6rLJatn/43f9O+P5v+rAD6/F36XdPAkGOweh
BUkFsCIs65BoOIhkTbseMolRPHFC6OGs8cwqlavcHO/jwQ5Bx496ywQxMdLCRwKzL4V1PtBtO0YR
Dl5/XtDYPgH1xsGokDJeLRRnXU/0/TjbnwzRp7yUeXO8EI/lu2z3L9TCyyKS0L+VVvJoKmm9W1Z3
OsUna/Jr3M1V1BVT67Q+eqL4apA0Ls7YmEctjJkAzVdBih1NqOelsS/AWSH9N6K7FnoK93oGtM+G
bN4vUzX5pYPlgVbnNEhOJOrhrK9cuHtj/anI0xaEyFgCy8Vwd83EbWMaz0zfz8GkrtWU+BtLFYHR
uWnAHz5vDOd8bbJ76WVXuaKd4q9wlmb6XljLGlVFP5xaoyuC0TKm0MWJJgCNGULheHu0KjpOruqZ
0Vbf1Bgto0hyLTBn/bQa1tOFpLTQoLYE1egOIK/qS5+Wz4QvnCfpjI2Ii3jLMBX631lAb5RTH+Q9
HTrAVaQ5yJ7r1sI3fVyCtC9OjDYpgrj2booYOa3nXgw6qEwlm/lF9N03vBvAPi0a47JYjqRWhn2R
BOzuntt4PoqL2o/1EEOPvCPOgAwaJiXORZ2V34ZFrH7eDhLeA+iA7oj2wl6bXTKUMG7yHKNaI1UJ
H+kTSfgfEmKUV4rJPhxl2kgrvSfn0PGH3hRRrM6HBtjkZtI+o7HJA3C9DJPP9CZN9LWhb6la35LY
p87cY8zx8k9Ztt5VqbPvs4SrPNhx1NVzc4mlU3OKl+R0uYKK+QBJyvFa9489WDm2iDxxTvllrI1u
J5lMyVSPIxNv0WPy6fIQCkN90mvLKU0/7tjjfNfLdgk09vwmYCWuB/rgN+zmW708eE6Ff1J/G2tr
RIULczI5cvGtHjJqNHfEkPsOMiR7DINtaxqNbeanSXvUJFkglqduYQo1dGGjQNNc6itZbyOM1h+r
9qTDt7VWH0e23Oz5I0tUkRInkEi4GXUX4mbEy+Fdzm65d8Slms77SR7nXrbzzovBJUYSsoNxb2bW
WT1nUQwN21cU7QLKlI4OIQGXEEFNlIC4+14ef2kN+Z+0HlB2//vq/7/Kz8/162LPn/+ztOvaHzib
U9yxaYCDC1niX6Vd8/5AI7ZRzvAEofxvtIG/Srup/0GtRzyGPTn/f1XavT9sFqPNNB+p89a8/0pp
f91swRVDEbKlKUBWh9UN3eh1g9dBEe5qyQMT50TSsJsrOx8gg4SesoWR87eL8sN15N3haIJoUEC4
bC4FNM03h2MmbybwlAIpGvNh9WT2WXW6tPNLRgRnroKibDe5dYblY6VPn3ujwuesTPTxnBBD2zhU
zOBXarSVX8zxkpRRkvaDF0Jzyq/MAepVCI6fqQE2atVJvymJg6pup6NxUBn7Zp5VaP4Mtf2hiBNG
MeayTQ9GWxdLkMRak/sOmeT3ViqoIZrIjavCFs2lN1Uj59Ih+d+EfWDisjTHUDHd7IHUluSIuEgm
RumK4C/ozXxafcbPLRNlUeteIItYf/IMaCgMz530vkdbrgWqVnqArnWFwtRCY8uUAiJuFeJErTiB
W7TjeSLK5lM/x9VJM7X5dVI7Ij/kxmIyZdLqduAF7YBxQPB1BdfKrrsc0ZgmkSYXbXzJHUDGSGqr
fEoaz7pI45Sp8cI68OD2zKD9UZQ6A5lSZ0errHV3j+nPnB2UnoQNfy2S5copZF2F9YIZW+C2Sveo
m178KfPwZw9RQDARROcAPsREkCXIgAT2ZKpZD8cm1dxP+jLC016woPlc4WYw7RoTUac/dH1PVgF7
+pH8FU+7IlarMg6mtHoYlqs2XOWTYSt+Nw2VDIwhg6IgHXNU99NsDxAVJuGe8NQiG6El8G6xek1b
nhfKsp/UbT36tuLYuIdCCwLO1c1n8hgUHUonStXIBiwTO1Dr7nKZ5Pg5F/TmmD+uknKdMZYNKrOH
tYO2U78DExBrAB2QAMiuW9O9TCZcbZi4LHeyneqa72/mWwyvPV6MccoeqR8rwfwnbazQUjxnV9ug
73tDmuIla9WmjkxdTmGh88icukz/vEAXrv01yZVc85dyUW/rRO+zUEUJtkZLO/bqQVNFH6VaOQ4P
5rQtVfoCU5AJbib1qCyc6YnFHmpXPNtG74tGqDJI8DFKfHNYIPWTtehVRxDyzPLINsslDXhMlM9u
bjtpqCtKL7enjsaul1nKnU3jXIaFu/QgnxvT2B9SpbsxhEVxMMRM0wVKYJaRXpj6DCKtu5e60RNu
5U6eCVIE8QFCiqWLIhpXA05dB1KnA2ctRQFYXvQVgxF7+uYxaK38yS15mzmNWwwrp+5gZwSuReQ+
m8wZlAXMm4Gyh/C8KiGe6t403PYSlNWndIkmwhquOCPQoTX8Qpnd82pmrBWlq9V9XY1xWAMt1gZw
4M5rlggLQfncYsCW8aFJ40SMp8unaQEH9fWhjUWIoaqTRLhWGC+TYVXyLG+3MeHcCjT1a6pl1rEH
BHybIn2Y4NbVot5ZWSe/lOlqy2AYAb7P5ALfI2jm0aWNFCnDXaNfmVGYdmk/rbYioAHkQr+Q+Crc
O1mv3jJpq68TLy36QMW/8RJikaVFa+fqXWgVBuFs/x+X31dbuIv2pb6R4uVFstP7H7Bx+25s/98v
1ZfP9XP1alv2/S/8uVYrjvMHQCIgH0s13Sxa538t1opr/KGi2sGbllgcEIrNyuGv1XpbkcEhUb+y
WrNd3Jb4vzZifB5BDGzRoOyTuYgp1K+s1u+09ggMti0+/6FnQFT8ZrmucRDvTQ/mWifTFKq3qd3o
zkJq/MpgU0c+eK4wAT4a10U3aOR179prbfvMUsv81FDUIoRNbwa5VEcaOxNgSiYdsxr4vayhmbq3
Uz4nwfAncJy5/kD/9J3j/F+7yC1cjBAHtE/Iugwy6t4BtqWC10nsGRGTNfeySuPsxPMqHaZcsmSh
rK3HJu9VwONcwaoP25hjLOspOS2WQD6O9tY+dyk+o5oR785FmAG4/U5WxXHPIu8zb3nq0+YaRXn3
ABSj+pjfe09x6aihBjNlCnV8pCEDLTCawLhPUhTFYbxKCUTfs1TWaXOujlV2aBqlJx5TGXf0yPqu
m5v8RFTVfPh5P/QWXdvuIQ+SjVgW3S8A9etuyBIqtlAYhEeuqObbsmU47K/wAE9iLxW4eBjFQ6du
mXmDGD///NDvrILpOnE9sXXuCmpQjBJfH7suyZl2hy33ZOI/K9D2nSzXJWzcbN61qF1LR8CyGSrh
p+N4j6CgYBvefvn5abxls27BnaBWNmAmVwDhwuuzaOCSFCOhidE0wsxVhNXAJC+/KY57j5PVesR1
+Eiv87oF3R5C3I42rz9svpBpfhfN/U0JPbZpPMjOkZE7kbOMcctD1Ynrnqbzg273/d3lQHhNIN+y
NJDMN9qquh2T2mJNiMy8XEp/tdZmHzfgmnWnm+HsiMJntKNjaZ5/5KXzXWP6+k1zthw/ni+L74nw
+/V1jbmzSct+O4Kv17CX7drItWvUqCRxRqUqbtsaQeBc9mGvrfd1nH9k+PmjL79daPyBuAjvrnKv
oLCNmYxFkPce1Lh5njv7ITdKlbZOBogJd3Vt3/78Ydo2D2++9IaEbfm5JqOht490pkyTypZaRu3U
kzWawcuyC7f9c+PKmvdjMOz98+NqHsUcYBConxr8+tIOs9lDoPNE5BRZGi4e89YFFhrRImb2Acb/
g9vIsdjt4d7Djo9a8fpYjj2RT9RbgttonsC+ues06wXQKw8yVW39NRdRpy7lYQWK0WX/6efX8/ur
8PqCoiIATWY5ZFaER9jrw0OrQ21kcHjmoF9F0Zyqs4AwJJ+MZDjg7g1rLgE2n6Fhpc6NqnhPE6SI
wFrxIMpmi4gyLwsGtClB4Tz+/Nx+cBdendqbB1z2VTrGCaeGMfixXnuXUIE/c2sOPz/MD8okl8Bh
8oHPMAYKb+N5bKVy51xfRZSb840j+73bGPelIQQEkCHqlXyXqumZOxmpr7Nj8jFucz+oI+8fa06B
As3aSVuCd83ru5DluAWRKsNDQDhn5JitF06t0X3wTbe15t299mgrQCjQKL8VwTERL6tp82ovcucu
WZxbWcr7mtVWzB+Fcb4v+puFHpg6xRizmLdFPzdLT+3QjUTG2orDmjgPpDr29N+pSSqqtGDg6csH
F/FHX4/RKsUBTN/U3howeoKEpznvRWS2w23ieYVvp+IzFtvHY2p8/eCh2V7Lt9cS6bKD1pUjmW+9
pTrFXvV4YyaX8CnCSulmgOKmCpKlmfHTzad9KzPSjqX70CRToHat/sHd/OFzC82Pb7tpG923uZwD
pBe1k52IhG2eeSzx7JjHfCfjNZyX4WXhtpwSXZlBF2v29K3X2Sg+Uoz88CSYulL/mbuyCL1Z3SFH
NZ2e1iKy5gZ6j3q9oChYNHnbau09rd0la9fqd9Y3E/amMTe07f/Z2P8AbtK2+vT2PjCLpUhtdgU8
1a/fnLHKqwFLORjiPZQddEinXkF+HWamaSStetebfTQWWbGzOw8ZBGwIxU+hQYeKrkRSGohBFy0o
TCf3404pDnjGqKFo6l81O8BXFQ6DQV+KB/0Gi70+T9WFkL3ix8LCZd5lg+EC0Lpk8S6Tv4JKf7Cq
vC+dLCUYYGwevTyj5pur0k8wuGReapFn9eNXkrFvLKMxvo3KR+3tO4+17Xtt65a6GfvhcvOmv83z
WINZaKqR1ulHStk+rEZhBkvdX84JfeWWBOAn8Ad3XVUfz4nuhYxop0NbleGgwqurHUQ+OVkHYV04
T9JGiS8nEw5kXekH9EgoYNL0SozcH7OsgNH0WYQtbLTRGMzAUecviaw/MBB7+0zhooAllcOQHyNQ
rIG23/+tfRw6M7WmmKzZvLflrqdqMubp28hy1mfdWB7yAcw+ycp09/OH+W0B47jQ1rmGlBSe5rer
wMRYAPpfBzmYjVtkWZV7NZMvDl3J3Iwu64/Wg7erzp/HQw3JjneTfm+//9v3TCuZj2oLBCXYFZww
yLCu+iS2w59/q7dLwXYUUyP6bguz3Xrl10cpScWuMrVaIz1ey3Bt08/rnD1Jsz3tITZ5cv0L9/hv
u7cf3D4sVXF+pJlChvmWbTK3U4qLOzxVPXGSh7Yr9CgdumddaF+0soCKO2aZn0PX/OCLfldG/70W
8U23XhyUn+N7VOXX39TKXZlLJp3Rlp3kt6x+emPcoqYp/GLqjWN9bKPcyu/c9Vtquze1ml1ggHwa
03khzHoADsv9cVNv/PwGvC0GnBYbFGojGlgLcsKb5mKuGbjVvIOR1/VuGM94JLRx4gVeu3xkdPUu
ZoljkRH3feO1vT5vHbyKRRlkqWQztTeBRr7WSZAYbYgLBsAtu5NodXQ1tFftmTdst/RLH7DjRIfS
mDseD4ZVU/b551//XYe9+fOgw+UfSvC2aXh9W8BsqOdzPkUgdt9KG9TbZ1hXVKE311mku/l6OtVD
c2KXBsBDXggHkngnv/78NLZJz6uVajsNZjGb1y9Tn3eXZig7Y0zgmUWI+YyvVhs/wiK8mFSdeEZH
vhTTYN+O9DbIcbC0uMaFbDmUJdRC3cNUyRVHBbasp0zWm8MsHHBfJ0lqHwKmOOmQPWEauzZXjiLS
i3ZVrKPCXLUjr16nqFHL+tGqOuvQGKv6JNtV3xNH6ZHmOQzgDnW365yqD/pZZTrfVmEJwH3eTGj0
uhoB1tJVgT3V+tFs5p9r8LVjTM4MOA/afM30hZMcTMjIerOrdf2+m4z5eoGcD1JcjAfd7q3zDm6q
n2EadlH1ct2nXgUq22kI/5hPxGEyTfNZWXTmOab2oCK2Cvo/Y6l/Vzi4mu1bRxofxRq+r7UsjCbq
WgeOFbzEN5sLmPKuWZQIf6ZqsL66ZRff6VjFHqpVvbeEN0c/v/vfLZNe1waOR4gbNr8qHqBvNxlV
ttZuapdj1DpJfD9oyHaqzLHCylHjL9mIID4s504J9FKZr+0pnj6VipEDQQvnJHEa+9uYjzwL+ayc
yKpnEqWUmQHXu2syJlHbi12oy3wNio4Ouu6yQDp8kGr16r41Gu3c7Ids//Pv9IMXi4eZDpRtI6jp
u3qn4JKRW4M3RUlt3KKxvOO5/Nw47dPQMwTI4G5baw+D3IiSRfny84O/L/JQ1jYfWaIGydZ5y40r
rWXxGOvzNgmi051WZJdwPdwLt515duw0PnLHOYmk7pT6B/V088J89y5T37Fp0TgDAhHelrkUG+iE
XDYZxSnSrV2R1wUmxoiS9AYLNL+FQfvYZEUP4yCZnSPRInxFS6lUF7FV1V+RP2WfEqjZ7CWz7Kju
rfkSkloMglQM5kneNsuDa6fGkd6O38ph1s5zOK8neqGV5+6ksXPq4toyfQTH3kEO1TxiY7g0l3Nn
PdYa0jSn1A663pgnrduIMJ2qu9Wrno26TnjvZHNk9L3+STiV87Q0Xhu0TVPCDTDmozIWzoGxTncp
S90J6By863Ex2/PJ1Hs3IFG2IuMJcv+Rgiz6kLq5ftuoTtOEI3LqlXXvUFtD+5hKVdvnMbK0ch4c
36jbDt4N5f4hrZrpDtzGiwqz0OF6LE0WtF2ewF5vwBei1lC5EFUlmtOsL/uLWVn4OW7G5iRm7Dqi
cxzXZ6UYlGf6bO22Z4bzjMh76ALFI/zK13q9inKptWiEvDxcu2m+KvKh3LlGjHEBPhcXJW42Vxpy
FPRy6HeVXnfAyfOc2TK57M+pPmhkBBqj6iUIwFeL+ADZGGHf1d25SECTd0VXx0G65PMZjL8mtFI1
6TAOTFE8x2RP2PslllwLe+pvKykFIefIRR5hc7a7HiN2lOqG4p3DeWrPNta5X4isfnKNLj2x0lTu
yiZxQuj3uu/ixsb42pF5JBrybvwWWPeRnsJCXCmyCYWllR/KNUW87iZDtBhNd7wUeX7Qs674qibj
cLksrh0shYcCW5vS87Ka8+PF1DN8orOJGQIO0ZDZDQa2FY/aAmU9bbWzNFaVwVeaIg3l6MFYNxA3
H2tlar3M+IxuAUYqyuiVHW8SuRKYC93iAjWGWXu3l2PcGUcL6T9gSPbIrAIGXEHvbpSo7lLX7Q6q
N3tRTvR3kOQjTiZ2bBy5FRbXDN2Hc3Wxs+M0T9xDKfr1WlX0VCDq9FBQJFO5HK9Qm64cm+ZhtVrv
tEBSBsad3Wh5oZ12VlvvZSvUe+EZ9Ulmt1bUTAsGj0LVqkjN6uF4JgMi7GrbuydFaNwhkXeessHu
DmSbzB3GP3AY5mKpPmXIslhe6+UshgQU6Dr2DL5aefrxRCAkMjnMkhZ3CNfZVnjJtOw61+f22Gwc
735BvR1tAsZrodBf+GvjdmdiKeHkj2XQYjLPFZHaORk/XbCCh53F9hLNXT8dNwinzptGuIzQXS20
YVJAb6oG6RObuhm0G5ZyLJepO7fsXNzwmjwOjjBC223JAKS330uhO0eeLLxj1c2Uw2rh5bsiI77N
kOBEcxJ7D7OWz9fkZaxfWgyNKFeTu2spmtcF+PLZoJKJW5eFe75UpX3mOPF4JobV+ayzBH3xapJm
EhIAH1qr0ElD4Z7iU2BHyLLNc8wWGvZxcmlOtNZL54NDEGvYV4Kt35KN8oyRNdOqDD+xW40JwfVS
u/Kg4UsRZJnanbhtslzgmRN5Rj9fDpU+XzezkZ3Ec97skO3bO92Jl0jRXQWbLM8O0C64Jx274eOi
yp8ne/ZgT8S5EqiQLg6lbV3ZVc9K2Aov0jM7v0T/WV3WCSYbPlijioRwVdYL2azG2SRRe/i11tAs
5oXlYUShFRkc+sE4szNr7H27nO5qpYvsZl1vEApp507O88shBLgpQeJ2XqhGKIQwjOD7EixlzbgL
TUrMxgABFYmjLPSP2Eho53Xvto/6IPKT3kjtr9MMlUV2U3NiOG22rxi6R0TZapmfCcTVAeZ42UOj
mpyjNo/1udUMByHj8bgr+6M2dZOL0XOhQGzKaBM48TwrSvcKHfkA02PorgfXXZ9W0Wef7MVcrmov
vYGPr7zYq2NSe9BQg6Fp50SIVah7RiQ8yzpcOnGfakdKog3LGeGF5Gm2PYyGuc5b56LNc6EdVhTV
14Ap7fFaFZhrLS5/mTmdczc6I+SzWUWOHtZDMs6HuhbJVVaas7dzpDeEXOHJYqum1RqZ9no+h67R
Kv6EffK4H+yEuJ8CNZaPuYExB0U3rkftqrW7GLuHK5IMxg5zELsJRC7uylmdAugV9kUzxc1Lrinz
pzL1FA7dj9Nu1Ob4k6GYsJJSpUl3Uz82DznouBPYo4I/Qjpjv9J7okj9icz7E+moX7fwtmgY5U4W
0FAM2CJFUMTWGQq8/JOn1uU+i53c9kscrwNWmekScHx8cgqleEbImd02LWLvqjasIvDmCTmEPkMD
oYor66OCFr0LTaiFbcDHVwcLT4mzWC2PJlwqr5iPNt/W2oAsj/ZG87le0509G8tlq4ygIsk0Bxh2
NhUq69Y41tIcW5OmHk5Gm5lM0e5XuOPRzPbkefL0LbnJmO+wi2rX3QyN/BznBuMFpdpnJNjORSIt
8VVpS5pUhLPW3TxRU5jOLvNlq810NUXrOncrgoHQaSz1vG3zAj9yIqAIsptv2QfBc2yL8oQltXwc
4NsH4yjQQtZ9RTGrAtEkN2oxnrDf6fEwVzTyWZOTUuRXWMLWvjd23qky87ISlGccgTq6RmTHbHD2
mlQYc8PL8RVrrq8XwhD2qjbJEKMB92nO1yq7xzTrccnMVN2xSJPFOsCnDTyT3D1CE3g709Q7Xmb9
OKFnPVSkLLPlYM+zF6t1WU5KHfsO9lyQvfSOVc5AMOXCgBEs7U7NHIFr8n+pO7PltpUt2/5K/QBO
oE0AjxcASbER1Tf2C8KSbfRNoge+/g54nzplyT7W3RX1UDdiP23LJkUiM1euNeeYznQ9jiGSpB9V
kNtHWIXjGgPk0GZEOyaFvEBmdXB4j5eUK+01G2nu2Z39WJAJdgQT5h7hDeYQS4abUYuSLUd3epy6
5aj2RRR0Qjr3KaW8VajtzkbB5yv5ACYrzi+gchZsoAoOMsVqvV63n0r4mWPMbKpXbI0DWf8OGGC5
sKxy8Wq1sDbEhG3AzogtzJWEXIPS8cg5eBZpr1zk7cRbHmtekBziRz6h7KWQcellpWpvM8eOztKV
VNeOuyd/a9o4hd5edcj/9v3avGlkPD0JUSSHNo/YgZpwfgT40R0rm6VSFRVMlwSpHY68oG8RHEZT
hdMDntleNQy4I+ngG4SKbmqoPPU0B2aU3rOYcz+LlnNWlxghwQhv2tm47sSosvI184Zshole4qRW
+2lO+i2qpvIqG0EH6EvdFtuGlMPzrLGDWgwMbxrIMLsFFN15mdMrzjasd3wyVLAz9UbRUI6Owm03
iS3IyWCju7GmnllqXlintE2wMxoRccxa8RoOJUbInEZSIHoBqHT9A7XpVvu4muDXqyJtE4OA9eKk
dTbtlDUXXMCwTQ5yOpBrZNGXivoH/p3jwOo6DEzb1q691n2Jii+znVhbtcvGADBHeuizmYrMCGOS
xnOTOjlMT3pvCXasmu8wCuUmCYvzZJXamdADcqGpMZReLy9CLOrbmEghBNuuyV8fX1HclZvJiudz
HBpLYFEM7tUxMx6UsJKnvIzm2yHRkr3RZep11IdyN+gql5yqz2CzYo+bioCB6cT2uYqiF73Yycac
H8RYk03mVumtmQpkHRJ5HZJ8Ha0lajjr0ojKzPBiWNc5ai+e+oWLGxwEWx6ZkSAEdecZZXRDXsdC
uISWorGG9AlDd4g3kdEiWEfNbwWpYizfRCrqMSiEizdyicKBOl124ppYOoNHx2mqz9ido7tByep9
l04TCvRwdKKAlsVw09Zcsn1AF+NZduF4Hip92kpdqTPIOiHbVNUsxX2fp8opB5PFcQ+dh16hptAz
opeIvibozaX2QtiGJ7Uwp9u2Tq0v01B8V1JpmVv6wwZfutoEegI6CVTRWLeoUuY6343k6Z1oRSkH
2D7pVsvK9DbJBV52qbmf4kKUT8WgAHIRcCOq9czX4Dfgd0j4UJcG2B4iycoJBp1KEAorl7C2jq5U
UXaU2Ety0VZ6SUfVqjdTrsjzVLjoui0XUo86eTRiHBJjnMQfmAXN3YLDeSaVU3MVBwcqCtYNyexY
lWOgJVBB69eZxytQI9vaho5iI4HLOmb73YwNXIazcm0VUbvjjlCffohp0D9qG8zS8wBgtlK/VFMl
AtE42gGtYc1kLHb8mn6zxwXH2YIBr70U5GAqsQbAVqGog48DpCgcv2Bkb7a5zpdTjeIg3fnMaE97
XGrlq12m0eMwGsnL0KlwPvqoeO2VAnmHmlWQsrrydgRCd2itKj7NysDeblpqENez4VkmVnRvLF3t
zjWjZPLrxfJmZX1LraBLMaDX7BoNb4HRlH7vDlgxlEGeBkffjQY1XdfVyoWsM7kpdbs/qHSRd5Pl
hgdtIWA4Iv460GBYBJFTs1ih48MbKcdjz2ZF4G/D/UVp3Usa5Yvux0uDToTm54XVudPgUTHYzEOq
EEpJJqPuXp8XEYMp1MYR+kMsNxkhtQ0tkUvShhyvMayDJsZutxgN5W1k9HyK0KD249RDCzJIGqgS
Y3gy9Wzc1yh7dR8HNs9v2VgbOmzlUSlczrsG7E18v1hmfFBUrVK9KaZgDHOH8U3NeUpkRkN1Vxpc
BNL7iLymfahhki9XG+4Qz3dRm4jDjH0+SBw3mtdebr8PDW3YlkaR+IVSorFS2ZLcvIJQpapL7fOh
VTs6A5XvUrtv0nTMQrS+dkiGRd1zRqXYP05N1p37FdLCseMPrjG8RkzqEWCGn1y9nc4z1obSQ7B3
DUmj9OmMmF6F/tIfwvAE6iEJRNdibAxTd2Mo1R59Jke2qTxDLNzD8vpWakXuj+Z6iRsrPejSRWym
ReCzMAcXVElN/km/guPkcj+U/GUYh4vfTZq6jzRMSirDK+4qPqS4IajGSNIGmRdWrEs+Rmwr20pd
tvTZwWYyMvBiWFc7OWXjyUnpjulmZflEfqcB1Ln7GYxPoNpZtlEVYV9qRkaAblKfjDJLNhmJxJ4V
a/PGmVVGGMl0WaZdxA6Y34aZ03lWUhD3XnfUu9OOuJUHvoQvXZQ+8kE9zlZ2MZrNbp7EEcW1vJSc
yOZmaCIAG0notCGKOcOlRFlm1/J6e4afZirTtZGn7UHTKYKWBeE8O+XoSdOCs4Lhe752lma6MRM5
1V49lMqtaWXSk1Gqnx1u9N8SoqDQwJdPCzNKuGBZO67un27rtgCOZ5K4/DAJ+106ueYr6wm8z7rt
zzwsR4GBegWkVaMfcbckeLdDtyeuw1xIr9EG42nQjHtn0U1/LIr6bCHq81B5PYFxSgLbnTP0Xtpy
LBuZb2q+zYuk0jXsAQY3M3doqYQMsju1iPt8Yrif9XZ5yNuIqyS3dk5REifqOSVCHV+VdJMHAj97
xJjxAP6y+9qH6ZbdjkfO5HJNb1W/tvRB3ySpi+vLNp0bw+mdcxJrVaDVfXqBNq44R4q2z7gln9eu
d+zhGIWK5OTJIyihiuM7s85d3OmXeR3lZ1U26CVltFVH49mBQecbJbVDiFP4UkxNweIaxQUQd/MZ
E9t0ofWEqTEoPw+UBqj7uunFHZX6tkonpgaCq0u4aAte85L5gTDollmTDeUDqf6FqevFWZFpeAnQ
zH2xq0bDGZRUrkqavEI3LUdQAK5GlgonRQy796GjyYOdDluf/op5nAMq10QdrRdk4wzdi4I4iqKg
Vvv4i01P5ChZEzc238ExGmV5LFUiWOD02O03VyB1x3uVMpZApX1RpnN0Zdv1eLY4k79Oaarc1SQi
fw/rYj5NeVR/agsju+06ddA8W6WjZUsG9vNoQTUK7Z6Bf6sHGc2ajRHFPDwVpBijkQ5LUW+e0d7P
9xoGFPj82fDQLmZ1w7fbqX7XJ/EFGH25iyAtn2zo9BtG9fWxhACfb7jvTBAmZ3EMEd5zP+9Mv7em
ERdgXC2BzktfdlismGQ1/T6VU07fMUW61ZIvPzciRRY4dGc3E4YXDXN83YdKcYclv7kA5URV42QR
Y0uZ6hH9c+5H022ilVO4BTVIlx9GlvUlWhIaFSgq3c1QTHxNPSVDeoTtbno6ZrYXt+GcWmzMJN5k
WUDSBLFu0ihqf8kL87EkVuVJobSxq9ndOJmswErohhI4UlbEyk0cE8WiuH7d2cZj0hq00ewpumOP
v6Wj56smV2JG/pQmd1ATPQo1ayuF3E1GkyI4dvZRwgFGJK9na7HqaxqPSe/mn7uC5kO7+ixrW/lu
ZKjK1Limw10Y3rL05oa29kXMpMOfkrIMFCei6euw5nAaPCaO3LN0+9cG3gQAjLGFzyF6X0UKXFdw
P6MQTpOMUe5jlaghNFrWCYZQtYttt9osU94F+ZB1+5gudmBxyH5TQ47ozirArcNI+DZPmutb/WTg
WY2exRBTmIwuHviyqk+rAHRPv17xlQhgX7OsVjxzKAo/dsscu2Q/HQyJxIKPjk4fLdj2rgcd4NG+
Gi7riI1CJ/f2Put7d6P2htjMgwW9SisjLkatkwNabFXFQ7QqeJgm50bS1jr9uHDPcTk+RHGJo9SI
hsBsU8hacxVfOGluceyOGGVacYDem8feGpbjdPSsJNr2HZig/k4zNfA15jxsaVbnCmi6ilzcIXcv
zLGfNrrR1Z/SprK/lGmSPTda1z7SV4OzMSZzlAapHlfHYpjaryFTgmPJRGg/KbSJZyqek1xEfQ0f
Kd0Rr3s9O2UaGOUcP/551qO/F1ut+gQDJxmOspVP+15kRFQSXWJVlxvNhMiutJLzTnMfyoyedF5f
laFW31m8qwdmLt84niha9EK1keoZufVFrOX0GDliZ0uu+pBvHrQRx3FbwbvLEvJd8RW5H7zn30zC
LfZ5BB0GeSMMft8Jo0w6TOFoZKg3q9R8mAHb+PFkxFwCQMtiLUu37brj6H31NTZYSNiXxDEtWvOy
dsrWA0gz5xRHzf7Pn+WvczMLBgnfEtEuvCvt3dzTUEsZLXYkN+DSti2KD+ZRN2BtOY5kbAYmMdCe
bJWPUBY/XAtv558WQhM8EusIVCBHeDuEt62FJ7ojvBuEbH4AlAeISExDCtTOvode9QV5+sOMnth3
oElzRaBQJ6wp80CXltf5UueoFq0vtB4yyCl4gMbErPa2nI1gUZi2FYteIZ9V1yFVozFMmDSiIcb4
Ozwy06OjbVOp1WwDaqS/ho08h5jlPa3WNmU8uju45Qj4GM+f3KUsXteE48DOM/0g4BJxLoDA1Xsh
7mnHxHt1WIZPTaYtQRMW/U5JWyNA15NTzRSfHKwHUH5TTbwurB2PpVcd8RrN3/78Rf6ivCNGCqE7
80e0DeJX5a47VyhGQTJuasWag7GZyQh33TOd+GxHPBfdIIn36x76b8J2k31NNKH6RmqNH2FtfhE2
IKzQwcwgtmGEQ3rF26924E/qpFerTTcb4kaEkcOswhivf/y+/zNm4jdupt23agU2tO+NTG9+6L4q
+O/9j/wvhFTwaf5LELkiMN4gKf5P+bVqGjSTf/EuVqgFP/+X0Un7B3oDljk2CJdnhcib//Q5aTAl
gEqwGHEP0Dtd4zx/MiXT5V7j5pnoC8S0/7I54VdeIT7rP4R8EZPP3zIl/8gh+68NAZUPUrDV34cc
mbabbq5P1U/iM53hEQ0D5pkhvYIXwPL2tTmBhZuBBvgLXVCcE3m1Rz3lMDvIu4uwl8pDKOuTNEgD
d3OFTsfsY1Pdp7QcrmxzhPTMjOFxajDPJpbpbCLMdcCe3RUaO7wWavOZ+9Kw3tFuQtx4O9so8s0E
xorJW5Xt0QZRUrQlizYym89sI5/l5HyqR1gAZWUc5yl8UBnLb0syK3ehbI6aUyhcncqHWmj9eRnT
byGGX1lxAIGLDNR8LJ6ggw+bVs72gYl8t+NaM2+0QrM3qdI6HiKa7tVU1FveSnEJ8M0fq7HZuCNk
B8aQACfrWb+KFifZFtqcemW74FZ1E3zGowAJqtBjycbuSNtCId2gLzeLI5ZtNzYRDVXja2Uuq3bQ
ASAJEbN34uE+zetbI6q/hpnyZA4hmM02sb4rk3ZwiLi+D7PGvKCKunArsAZKBpGnLurlQIJC+RcK
/m+t6d8vxDdr9d8yBN781L9b9v8L1zRL5w+L2qtaQAP/8aX8+h8X35rlW1QNSflmja9//5+LHF8i
dCj8VRrAwJUW8K9Fbv0DTeeqAAZ/hKlgjaf9z0Vu/UO3LXTIlFS2av8g0fzTy8git1j1tqO5ZPMg
V3P+jpcRKdUboQzsAVyADv8gu9DqUnpvL5l6RpAFIVegVRni4xgx0V+HRe5cauqSmx64/PZTN/WM
9RaLTqPnNEsv/IJs98oDgDWm25RSdqHu7ccvUTdqD20MvCAI54WIlapouHVMxC8j9RksLdpgNGPE
YOng6fc1M9o+0IfJnYIJxztjDhG2Db2CqQSf2c7qdxz6Y85fFeHEaC+nhBaZkj8yWGEKZAnQKH5p
pbaJv9o1DrbeqdYmYVN9JGI4eWqiODs1bu9qnpY71t04xpjaQYwz66qWqdiHed0z5rXskf8R6doF
QDsgvLJ01YMzO2Nz2bmFA35FbxtI8aOh0G3LxSay++aYYKK4Q2agXSYoYAKEnfyzRukM55H+wzmZ
jVz6TE/wVy8GlxFP9Au6C7onG9599hxGUXPMi0rBZy/QPoJ/Rq8A4HtOyISR0AWQuKSAcZSx+97G
ZREeiXWZqkBmCiJ4twC3GRhj3jgbObQusQhmq4anrMmSwZ8tNUTzTafLD0UTRyAd3eTzSPzeanqw
3StwQFbsy26k/xwPeXRJmSQ+Kw2zbBpM5fBaZar9qpj1AgazzBgFMFnIg7CBlhmFqYNbwKHp6Q+0
Sh5sBYuSN9rlZAdEi2Xnwim6c6uvlybyaKbctwmuSP3Y6ZgspNhfTiKrw88698XZS8pEf9QbRd1n
aQ2yQZuRLhUI2hufDx9iDfG2/RpmYiYP5FrigGdd1A+pXUQvSLJRsPdhZTvMNYrlqYBqHHlFVBfK
xp7NHy+tqtAtshIgt6aq1vUyJIUWVLUtGHWLnCgFjhM9PArR67TYkHTY5JAL7ZjOM61BtGsJyV6A
LTWPNl93Nywmb03avU6Aj5vuc8CQ6b6eZf8CaAzQKBrWF+KTuvMkRIVWCtDwaSE5gW6AJcI7ELZA
noeyhdIwmHa/GtQ1ozjoSj/qG9GJPGaFpQXNCkV9aDu7o2261OPnNsLU4y9TCxHBLAuMEYvTxncK
HkQGM8nsvMIHVp4cznkDgHg63ehVqF33k2p2Pkl2QxxAI8zHLQigeVfGdlYjcEwHjfI4pMEO3MhY
cAEI7dGStui8bGi7e0cPObAZJJGOjlPABn1UxMhAlRn1Z8D4biUlSyVaIR3TZCAYds2vuJ3p9rv4
9K+zzC2fkinXX92waL6VoyG1DdQBPrg5u2nLcXwuLG18zlU9uzVG5kS7oVXLCcFrXI87EqId1UP8
6dyG9BRdL7Q1SMiaxaAaNsIsiq2RO43r05zsYHzSQbsZkU0YSLoW1bfpdjRGXz+BWFhewRpkQIxU
ZBq8T7W2vaoulYCp77CLwwFBTKea5qFjEKXTcinNryMJqZ86N6rjjT6DMeB5Hm30F0bjBlNehCZ0
z25+aFJtjjepk8VLwOR4NrfO3Ndl0Cpa+ZLPhfYSZQbEylidMH7jmqZt3THnbTd1A73paIWu9tj0
coGh1QoE8KHtxo+FISgxRAgzOsBzKE42dwoWmi4V6aVLNr5yTihlYFWyxvSn6vVRIUql4ZKmwVfQ
RZrHG8XRpqd19DR6rpWAqu5mkExejbaxOqVVPFvIHQyoG8qUgj1JF7UrzkXUlK9Ey6Y6tK6xv5lc
yawgWwiU0m0J4mrKDBUNFtNABE0Yh7ylW4iiguKxWEGySjMONp/G5Nv1qvGJkwpmdakutMQcQoFm
5O2uxZ4eCeViCI12oE4TcC4K9qhHIhlzm96QLswLKLDOncI81/UKUefWVsHIc+bBYnommOvWNzIJ
RRrYbZuQYhVF2ve5HPTcB8xqpXdLveT5oSFMQXkQrsKPxxxYrm8zltQ2tm53zjFyiZQMxppR26bn
0P7sjrZBKMiY2L2X2egCtkqv6GdVZMttVfGdBi60b9vXbTG9ADnOn0RvovGpqtA+hqZGhFaJk/wV
lvp4xchQyKNV2sjBB8Km1L4cNo0SQ5RNgHcRbtfH8eefKpLf+K7WO93P1btGb8PEYmQwq7LRsr9r
I5jlaLGTwzh2u7S9LpQo3nNu24Fid9EG0D9k7sEtj3M62H+pb/9Wzfj/VhD+/0a1WD2E//6qt2nJ
pXjLn1r/wl9loO78AxYpFta/YpXEfwGodK6Bq87d5Y/RS4MJ/FcZaFE70kLAvWVrzkq0oHj7Zxlo
2f+wUNXwR1zscU2Y9t8pA9/1wlb/iY5MnNfHAIRv+z2DE6+w3jUJ6tqyZ7RjL+1zHYl2p2iLdWIO
7R6wCJVHl/bRztFYmEYzFwAEIWzXEJdsdB5V2B9QL6cPP32Ev3mM37oAfrwxsI86b8yF0YUF6u0l
1GbnSMecZGNGWPJYIqWOPL0deaNZE/rMuT7yzL/tlawvCPfPptOCbdSiQUhR/vOt11THJmk5qgJ2
Le6ajdMcGkPpPmg+vludqqFiX6PSWAVr+Nh+VOU/3a3NPgT8UBMIgUVAPU3hYhDjS1BwQsGnP+DS
iB6iXurX9TzGHzgP34XFcZlYL/aM1JnPUexp773zIRrmAUhuhPNXZJ+josoPLQc5A4+JuWqDBhbY
oICBLNIC4bVTdt4S9/quoHN4zm0yfjpq3E9//p619XP9ab/68a5AplqY+cBr4tF6+7nbtUnYcxiF
2J8MZWvx1VxIrWrZRpH1erW7xLfpNF4lsm+PwIA4R2ctvhBiUJ+o63gANfdG6YswDhpAPc2HjoLf
vT0CI7mtYR/D6PX27TEGc8CIcykBluWgL3TXdCqz+TJxHF/Yc6Y9mYWCaFwklbrD09v5axbdDhhU
dSTyo/sgou39suA7tKDG4eCC5LZaIN++HbGIaY7bJt5gaWMhAqruKSNiZ2PXqvIcW+78QUbx754a
i3YQjGpaUtAQ3q0Ljvw8TWKZ4FGr8u2CMkD3MiBXd00D0B7ycewjpBi/A0uPGaO33XlGc7xhnFgf
lDBWHhAnfWQRemtc/PEk8yhDB9EtdgZjvXT/vFantrWknguIifjAb5DXTptG1RnBRCHi1WRA4wS+
+4OP/v0GsXoWWbQWuxLrhw3z7YsCqDJ6N0zSTWWH0c6hbtktFsapP6+H37wKtFtisAlDxkFjrQ/A
TxsEkyzMMlmYbaas5QMVXSr8vDeK2z+/zC+fIE3CtQlBhUC3kRCqdy+TsE0wAaVDhZ7ostJjc1+K
kDAzKPzhbukTgSCpEH91imn2/J7e8c6ds/YzdPZz4HLq6k8yzHe/XWeWriWJZwoqJpnhhRJbynfm
MYAOqlnG22LUgNNxe0YWNCrNjAeFqAgA28uoj77jKPDPFc5GbnNu091liozh3hojxD7uYZbfWjrX
ee4r9W2DIFR6AP+n2zQlXIJHybhKEYPfMA1ssY2gG+beOIftCckXrNm0t+DE1IUaXsZOWE27nl9m
16q45858jDCQhiHGPVka9ZYZ4DB5zbTq6CK3pSMqYq17jOtJnFWlGDErxnp14DlBBj7ZEADwsceG
9LG7VyOsBTu/a50EC7VDiABX0bGvh32ukyJwg2g8uiC6KHd2hjZba+U9MKO1YGWjt5/zx8nVkxBE
oaIMgJVgohGRDLrQN5TRflH0tGkCpaDWRz9AuL0b3qELko+5mdp+UjRlG/z9J4ntaLXWUq2wOb19
kvI2BbcAaSKw9UIJqiQPIRo4YiNkXwTGkg/nOHfKzZ9f9JdDY32OUA/Rpebfct5DLEbS33oapZj0
jEYw/S9coLJ1DU6PGI4/v9RvVgo1AS9mYFkCQ/LukYWWmFE6oXEsWBVHbW7UbRiTTVIbtXngOZ+3
Qnw4lPvdi9LLFxj4aMI772E6hFQOIemRSDsrt7vM5umKYVwemMQYI0SiPhFdo/79z1QAz6cQpBIE
svNuU0VmHivRbPKLJgmkZb5wv06ccmvIyL7482f6yykGh0wH48Yr8YoUQm+fmTY1C3S3QBpbgXCV
U6vZq4QWodpyF0IvP0R9vWNR/Nh3yKhwBEc4MbHm+1zT3LYkUtnYRp3aUeCQpfLdoS3zQkRlct9n
hf5sOmU/7lT0NXg5G7ncKiCZnyw3Zv9VM8uw/QXH3k7gnK0CFpmKhUCr48As23nflorTfbCufvOI
Mw0G1LJ2aTmA14Pip4MgbN16VLrKDkp6kuSnJYUv61D1Rd1O/42Xoihd50diTWl494gPAz1EWWJr
0+KCoETGkvtUURxm4dpHVIrfPNgOOAqWrW0LDoB3ZT1yotYBuYWsdLHCU7+gGVkoEWvPQcZCezJP
jwZy4A+et998luD/wI4xcWMk+h6nULkuqVfKYgc9XLtNturxG6RGBIhO+u7vPtpcIwjTAL2xNv/f
c8fiabHzuR1EUNL8D1Iz7DZy6UFopwg84VPnHySJrI/Bm/IZLhLFIIBDzeJMVd8VhGirs8IVZPFV
Qlpb0ga6k8sx+8ET8uuC5V9e0T3musUz0377MEqyDGrXhBCbiNn1FS3pd0YR92dAQ6SUZh9GOvNP
/vp7sT0I9kC+L6Yd757JPHPpOetoxzpsP0aQJlPZ+aWGXHCrdRPaecZ+cRi0c1wfCNZGL4L7Ap5N
CBV8QOQEsdcOHUBhrSPUPKAdy9SZWWYZzIoRIlvPLRih7UQtMUhMaCBol3tKd4kqH0X4axJW8y5O
jPF7WyTVVQQ8ARSh3XN850Y89qv8uZde61hRBIxMJudpKRpsLiq1i2Kb4P7rBo9qabX5J8LfJlyB
agSLNFWb/ltcVYjrB9SECUoYWMthRQ3muzSzO+7VqTxyU1NfzaYm4JSvvnho+14+ZHzb37O4Dc+h
PrmYTwfykBjMdHS5E6mQrpbBC4hZTMhxgOBP1YtVmV14cO3cWj/EcL5ew5RLHxYqRsc2S2hMzmT6
nk0Cn3JCHHtsKl2GIM1TusQ+Gj3Sbc+doumb3knI/nEkii+i7mTBeLbW77kxDE8A6WfiwHL8Mqc+
N1BZ4BuYXkDQYSnADmECoaUzji16LLuneLDLetstBpe5qdKLfJslsgUVG89LtiMAEDjQMBmd4fGm
2JAmwg9el7lVbuvMTdOgkiFvBBQvH2HfzAI+RR7xf6gLrdeiCePvQh9Gfq8sifotRtzoFgRgSF6i
HOurRij1I/UbsbNKSLYa9AMAANgMJSAMoqdbZOiZYkQeqtR08iNTG/hclrZjANStYHdh4L455csU
9ntsJt0D2mkR+3EvgB8bci4PHZlcTHUXBwCoUUoXYbEYjwy0QBYXmhnPfu26pEa7CY1Lgv3K8Mg3
OGlIFmeyd2YMemDtIsUmGKzp+EFyvZLFx8TYn3un6nrSxBr7PlVLIi+TKnOcy9Epqr2Cco3sRN3N
dsSehfuloxuOOEeW+wSHORMb5vM3g1j0e16I5F/GCdUjjsblluea0RO+qeGbrJib7bIKoyNaLQ45
z3JCeSUY/+QflBxrL/Ld5kVzR2VmQwuBruW7XiWUOi1H06AHMlYB1kFrxidS6pe9UMYNtQc5BlCt
AxKMG/oT5v7PW/WvV1sqOjCJDiIHFTjqe6pPqWtS6gXqcgYBuKq0YpEBVO4lcCCf+AVujW1v1hFV
Co32um3cKxfn8JXOF47bph9PtQbI+89v6tejiuUsuNtSqlCOWe+O/Q7k3YiITwSS4Zlnmlp2rUBP
RkHp5jd/fqlfmn/Us9Re6y/vwrS135cYblZBaoLgEdCDHPdTNczBnFblCXKVeUQD1n6JsTQG8C0Y
ujQJVC7LqvwZLwDLOYx9u5/ZqByz3P75jf36WIDEt37cgYm8F++x+EkuxlZLSztQm6o7qf3ojp6B
nXxbOdiZ4qzkLpaESMZlrvlKN4wfPJbv0rnWchFYvcEVnN0LfPD7425JazWx4lEERThE5zph66cr
WO/LHoK6CEW/XQxOGaFk9jVMa3ufLz1Y7RD6+melXornP38ef8UHvVko9I/RDEHIMTRawu+v61oz
TTAPAKjLZegPJqhza5sJbomeNMI68VWcdgSa2H1/jqKU24le8yB5IbXVIeJp/jrMtFB9FHT2nkRf
lac7j2F8EUIGIEw2VJr+Ohyv99yg2fVKN5wOUe3g/W00SXhLHRnWY9ar6oUuspHQC00OTGVarbnQ
U8IywIlVOajyVONADYl2AjM6W+IpthDn+uo8ay0kbd0IWVZ9cmYgGmNR0bHkeYWTqS2DRUW81uXE
dtMVcCH2eDAbgd2zGTFMSENHhlkr8CjMMdprfA/PBryCzjfGqGpxOhbOzA8nbfEqowo6ejH3qnPI
54lJo5cwCGuZR8FTh2ZkJLZ+ZRl1+yCWcem2OITkFSJzCbS5E1q0NdNZXQLIms19CweOTHadWN6L
0dGVJegs9bKoGlFeA80lcn6aoF35Vazmj5KQM6SkiGXJHMM/dIhraKWBVEjBwvGDZcCf5rmwfDT+
3fVUddbXtHJKZccJmRffimFWu3uYBaoBFIRM4AuJmrjA/9ak6gZQB74mjvB2v+B6OU9tLYYTmcAk
+2XgM7Jgzic8RunYSfwkcZclW9saGu1Gx1S5VWLTkEHfOCrkWdIpEyTVtaxJpGzjqwRXL9nDXTre
q9FkObQzmD/wbUYAqfEX4HyrkloDcq2Gqr5tDLV9jRHR3nBkR682DxEuOBJgXyh/UdC7LqEFmJKV
+hk2LUdmGavtJ66X6EdyMqNRA1SJhAMzj0nniXYcaN0VGY0DQArgiLJWMTejjLv7tmVe7RnTnO+g
FTAyHcvCvq/kaNcBIjRYyUlSpX5lG/CS1DbEotMpU4/5rOQxXYdsgOljE+N0OsO1xL+NIs1rwi5m
2Aqz9ZH6oUUMnrqRQ+xpUszBwurTtliKi4fOqJRiE5LwTKFHDOG3cXaRd9c48EeSLTS99xOR4RTJ
+yZvdhL+xildGnRmKlk3+skt19exZ6W9KCey4z2LyOiZTb0VuzrEF+t1yzj0AQ/hVJ+mNlQfYiz2
EZh9S3kRY2rbXukWrY2uvcUoVKHwf46wNVzgD3Mi/KXupAa2lhvPSzmLT31HkKzX9aEgBCdjthDM
bUOBSAAeqRzcX5U1A0OdJY9UOX0eFfqKgTHl0zN0BV36kcuTBuPJrHCPTmuNEznPSqUwiIYb5OKB
ck3ZU7a26kPfdhB+Ex6qA+mf6TfLbpWbqFUHevZ5MrwQUNUQSW/n6qcMvuM98j8b7xjD1JuiM0bD
S+ja3LHUwy5ALpd/ylJHPA+6299bcEK+j4MYLnFBMYXGSjlPHs7V5UF36+gl72wbRb7a94WfZp2J
PLhZRcmss77YzP+XvfNYjhzL0vSrlPUeadBiMRsALunulEEyuIExgkForfH0/SGyqifc6U1v9qy6
bcrKKtMqknkJ4Ipz//ML7BISfN5IIbYB5EjG4IpNgLOpozh1PG+EytQTFWjZc99pIasoOhCIJFLI
skyk64Tymg5yWOYpPIlQeenSIDYcTLDGLTygWXivoaPaCELZZYu2yeD0y2Zo/qwHtP6LnvSF4cpI
DJVAe+6YN95Q9s9DmsF1lvXM/Ba3vraty1JSXDnphoiTffL3ON5ECuoNQxqdMiGUwS36GgWVFKdG
icH6qGhrDpYKxVvey9nGx0Yh3BStQWJu3KXhIUVO1TtVw13QUczElBYVmd7Eh0i6d1sgEHhEXC/q
dmipIYZ/cle/KYLAfoYeTLju2CV9EP6s7ZyGF9s6ZRURuILxuPjYN4Jl2gqrslpZE3inE8pq8Ch6
sgIPnthixLlDMa7yUMxLF+cQulm+iSMOzM8m013TaoZxNZFZ+66MZayv+7wVnvjSVUmbAP0LrwAR
N1YJid45QSeFMVwryXpuuS3YBaq1GHpFBEiQpBG5Z1bc6t86D5aq47d5An16EjPgTyN+avD6uS1F
+g6uRHN+V47hhMeHB23HrluVpDPUOAH5HmojVIteyeZsVzMffvi6nOMyQgX97Enl9KMKBK9bB3nG
Kdp0SkyarExQ2KCWRNWSZwh02xCPgXSLtkOPtwva/Wau09q8lZ5T9IkI2DNF911RTjvPjbywRx+R
kA5lDym9hL+be/+/9/5vc0v6P++9r8If1WvSvFZ/Eq3nH/m7+y5of5HSCcXaoONJixHG5b9YmPMf
zfgjzQ/wNSwYZ+jknzRMRf+LHjDWqfT95q7wHETxr2w//oj+BWKXuTwE+Ja+1H/np47uQBpemCDL
YG8U1TMP89Qb2Zv8INKK/F2SbJgam+IhvZOeCUSxGlLj7MLVF2/xNt1ChN5JaxCHfNWvMMO9sq7G
X9que2s2xU19yB6SjXCdvEVvkqutk4cpWBg/+8eGSv21XohOtmFfWVhr2Sk2/lpdWFfTpnubTyfZ
ZuPfJi7rZqu/BjfqOwkMe20nv1qB2yZriWXxWD00u3orLOuFdY1ea5m5gZNs4kf5ttjBoryNNsoy
v5MdAnFukMndzizL1jUf0kW4Vn3HWmbX+W3/DSsU/qS+nXbmati1j82mvBOulZ/yVnWwelk1O30V
H1CtrTy3WSO33eIs4+jv0U2+5bc8KFfG2ntM7wTLtn6a7xhtoGhA+OmvIQliYVBi8VK75rbckqlF
bVZdW0ttLX7zh+tyW1g3P9p9uMVjausfgptxa12Pj7zCHc/wTs7fkhuzHW4pVxfaVXZt2IZdLJN7
70He5Ct+Qad2HlIHu45FsRO3yi5wO0dcBgfzwdtmS1qejuoSYb/qf2XesmoXwTO+jltpaS25Oa3b
vYfXBUHyV96LsY5X6j2eq8MtodMNGUFL9toaZR8FBXaBi4x/PkALbHPaSVcK1PMrbQPq72TLAeMh
uxh2NF9Tx/ze3I8ZGYNOT+ro87RL1+EtsXQravtoU641V3cinguSAa8l2gQbY5mu85V/JW+zBy4r
h3Rv3jDCE7AaBNQFEprRNnntADEr3TXuFNLP7egNU1LhKb7qrvuV+T7uq8bunqw79rIn5aq5r64x
vZKC1dQBcq0tflHNFtbigUT2hegWq9aRlu2ruR23Tea4lr5Ir6Rr4Z75iRwAd5AwXRtLyc73/LwL
ec32lzr8WFtcGnyRFYfhdzhZdnnb3YT4AjW2cuClpZmju8OauorYbOkBNSZ9RCFditwSdt2yd+jL
pT80d3DLFUZpkePvb1LHVp38LlqSp7s01snbsnnwfVt/lDPXj4BReE0v+UIDQ1t4TuvUC3khOFCl
wlX5ku5RLS8Rcvs2BEQcMVhvTCPRGTaDYavStV4iW8t2sQMCVrVLSX9uDTw0mncB253Rek+8K41e
oUZA4HpQ9o1987NeGs6AL+2VahsO6KWL9Ez51t2O99q3NCJPkZYk6JCjxXYyUq079c/WDezhW7Iw
JWdNBNM0OKPscHKKyS4t3axr7QH2BAcefF9rO59U41r8OeD8ETJ3xYW3Usk3eS2301Mm4g6y5Vrp
Sk4Ubb2f+UN7M8CxyBZ6x2Nsyw14ufGabMNr7aF8D2V9PRr33sFgX2qW4zbbqatmqYi/tG8I1wi0
uG7vCzczHElZ1tfdnpwz+ON77VFdcl934EoPdsx2tMzJoADrjFD9qdweVfLcoDPgRxhQ2zikVGjx
Xp8e1AJa8Up5qLYsYVv/JsoORMwuv+XKYMycT2Tahh3t8xv1jRsLHgHLunbkbRkug2FjJPvkNbwX
NvrKkpfYryCGfRdcgkrLxVMORc72wOluoQsv0k2AjL9eNMor71d8rrEJUZ901+LG+quoniizVDde
EaJl95E9rVV9IZt7JVlkP3oBcvDasJwkJNb0akC18X1wqFgX/R3GV66PQ1xwpUhgzNjb2cyIhtfX
oRp+mi+Dcf5CPitCVJxlEu+nFyZLZanct9M6DW4G0NhuKy/iR3Sf0nf1ypD32beSPLGn9inEIwNh
t7kusLGHG7oS9xV2gi8GesrQrh/jgN7kY4Ndi/gErJmvaY6LDZHwizpxRUqaZ9L7tGmFsjfejNYr
73q8VwCU1/19f288MqecjNl9aO7EzqkhpUOo3Ta3sXtvbCTNIS8nc3IE1P1bYO5869YX3P6pfhJv
RRCaJWz3VlhCOl21grPGBCP7JtyYd/X6zYJnb6eiO4PDe0F9NfZ4lTjtM9dwhKP1UvP6veTf0Xu8
brkza3b2YrTfWmJhw9JYwW118k5whp+RA5cZ4qhtbDBpdRo3vMNLGD+q0TH2kPmZyA/8e54RAt8G
1P0EvLM4JAi122rRFnvZ2us/yECzQzdadNzbgg37hu3TadCfFKi4mCDp3UKiTiUTlRJv36cY6rZw
tDENcoXHRLfT75YKTQOodB8+i9mzdF01L5K/MYgj83f1u9IMdln81Kpv1rUWX7Xb1Nqp4sotF63N
ompdDDS+dYtF/zOtF3qEq7qDPpwIvCd/euv2M6G0KGTXZ6NcFPvOdNjcHaY9fPtiFfMHt1gszVzd
Lqa6D8UbTixA6p8omCYzI1tUXepx+iS4Qb9H5x3fc/0WCoy8FgSn9jZGRpveLZzyh3lnYpTHq2j2
2KfVgL8/+J9mn2zHnXdNMp9b/uhtbcNQfNTCwUxwZ84pOmz1xUbndFFfgk37oyhtfFV+KDf9Wr3S
VBvaP82P+CbfmZg6PvfajbQmndiVlzxr7yjS0hhW/E2g2uKaWJ7f5l04Fgdr5irYVohBU7/WoDjF
q7LYROGWGIU2x4L+CSDKf8PRpHKHCVrvIku3ZODGeNMYq22wZZIxm7u9ijsglnjr0H011wFGAflS
N5fY13jNjZhvk94ZGveNyGBR/bsb+KWy/L8go/ofJJCa1YKflOOEg2f1r/GoGucn/lmNy5TVFoS8
mQIkQQAwQH7/DtoW5sjVmYlKXQ0lAPNgfupfoijrLyA0nSYn5bamUY7/RzWuWn+RrwGCLUpwCL8o
fDzV7TIAhFw6nBBLYJXQlTjucqKKbGjf+kyQKsAFTvDiRwETtIORC8EVWIniNqFmOJ5fNBj91PW2
0kA7cy00LgDgp9k/v38Tk2Yr9xXeBJnkx79J46VZZMrZwOkc56HbhS+INMKdVU7Se9gKOhbecvBi
jlpwDSbkN3bLLYhA697/3tSCRt04Ntqtir3FuumAB6iM8T4VinG6QFc77udr8y86x0xBK8U6EaXb
Sbui02sFLT2vrOzaaCngA7aqypn4hPcLEqHU9IoLNLzTC9PvIXGVnvX7UHblU528ANSLNFLtgSSp
8KaAYJAcJYyE4EjUR0zFdJTngtc+hzHX71z2EcTQuKNVC66gmmNBpzjGdiDWqr+75F9a7f87CfDo
dj5b9jevRfv6j8Ov/h+rNsx+HSkif//o3+ufxf8Xa3gO71IlA17Tf1zGJVX8Cy2kaSnchTX+hj/5
5+oX+BMkkaSZWGTUkQtpzOlI/7yNC5I0pz+ipSRViKAutPxfuY7Ps/X/tlkguDKjzPnaP4szQZhO
2Cm9MojCYFnGrjZljsJGaYR3OAfy+o+Xc/P3v/AfmBTc5GHW1P/n3477W7+H0RSTviY7IXxe42R1
p96UCwlt8R2uZMk3RYwQUVZNfqiwS33Cikh9yhtB3ihSKj6Vga5fCFH5+JRgHuD3ALmoxVGhHm8u
Qm5VtZZp/h5NTrOSYjN106G/+/wZzw0CLU7lm0l81tPWbiAaTZJLfkCNpXkOhvSVk8hV9Dfs9Z8S
So/Bk/lNWhhU4fbOqTL/df4t/iBJCRNGeBbp83tx6AdbyLIUkTWop2BSXX79gcBofusE6BmfxhmR
AM+0rriVR7js/bRyU1jiUql8TYbw9xPh14nyXkW0hXzv+IkaAlJGwkCDPcaFzQJ/eNFOtLjZff4w
J0fd72Fo/PL9+Tomu+n8Yv94cVCkc0HqCE/zrRyfcwVVWK6IyTL35F89Mgi3qnVzQVeFOmkklbgb
pnxR4e349bloSIiToQPiGaKcRtB0nPie0JvBHnleuw3MVHNbGFQXNFEzWeh4XTPLVYUHZSeZxVHH
T2uNKGgHRQZRicU3NHyGbenFrVaYoT3KBOh9/nLPTH34wOhJ2KpoIs9aoD/fbcs7rzBYC/Zhq7ar
NkJPlkJRukA0OzP1ketAalOZ+qzkk2IFNW6ny2kV7RWYKPhlJRTX6firF71LkVUfnocSizxLvCAQ
rMBoPZmSaVxJuPn9FqXiAoMZaFevPauWLuwYHz4S9DVsNjW4IOTUGKfSGK9B0GAaBTsGTsGu7qfx
m06lBY+ZtKV8irqvfibGm3t5fCA4bTT6jz/TKGFtW9VBuPemMHaDKIcQhLB58cXJAKYLgZdvDimQ
UvVk6pVJ25cmfNf9IGvShhD0zskLQmc/H+Xjev49DJR1zJgkVAMncy4nBFWtDC/dFzqRmNWAcCqS
y+ENkyxrGTS+fD1O3a1ilvV70VX5NW0Lru5TPi4//0U+zhUEW6xmTESQHlKiHb/UUEvGHGvUYK8G
6ohjuPDmkTn05S/HA0KNlmCuzO5TJ18uqeUc32UWmOU1LRIB7PhGg071lx/laJSTR8kJ3KoTZQz2
jRzjECWrA+kG5j9rxv/6CTbfNVhc1B1cepBBHb8waxzMBG/PdJ8K5NL6ej++JDTKF7OBzM3nD/Rh
x/g9lMXS+n21OFXNiPjWmrAK0z2aZP1eIYPZs6HENY8x5l6q/flg8/ZztOWiUOTYN1Q4xSiRtfmX
+eOAmaqavEWjyPdpldxAKdA35aDKtocxjASYlBCtDLjZX2L6fpx/DKvxHmeRHf+d7yt/DKtAle8a
nBL2puQLNiannl2Te39hanx8k4yCcAYFzWwkdlrAEYMdFYKk5fsSWlnhdMj306tyqrn2YJMY+psv
v0tEkCxhTSWmkJSq44cykOYTrBIXGJajoltgeZo8JpjseUtMEsyDb0zmG/Fe+n6AIVNf+JAft2WK
EWpuAtRgQnFMHw/uV4aaK4NR7vOmkTLAlYSEqySrou9BkCgvQSJGkvP58354vVQ+KpcAjrU5w8c8
Wd9yjM8BEu56Dxelnl3h/JsJ4qejeZJ24f76Yb4wFAUI9w/1t/z15OkEMYwMtOfNHk8W+V3tQ+lQ
iJDPLrzEM09EfcOWhQEAJfEpm7kf23GSsqTbT63UXcF1SZdpW/sbX/C8589f3ofvNQMk6Dy5RsHp
Q7B2/L1yK65UQataoOC0dhM+0raf46smU2jWqtSYFyq4M4+GbR23LwpWaNzK/Ib/WHF+3hRagAZq
L8g8EIIjYkmqDEitGC7JRj7sKfOj4cYLSoMMj+vL8VBMvWoQ47bdUw1JrxBYQTL9Lt0NmtEfsqlC
hplbnb7AHUT7Es2eenkemsIQnqgkzSy846GnSY6DppbafY/3/rKkpfuSKcF0+PzbHaMpH0c5+XY6
rBO/teR2r6Ti91bNMIFUQ2uNwNR7wK60d/BL7r9aR/5+shlZIx+QzLCTA0hBz4aAizF7MzZcNRSe
S5LeFoI3+hdqg7MzBZ0dfFtEgIY2X4v/mCm6PPmd0uDEahXp5ORKCCajpYoT69KlMuTsUOzP+m/0
TBdPPhcUoKEjWandw6/KN1hni8Sgi9M2rNXswjc7IYv+/mgcxgZ3eZjErISTWVnLetf7odztoVcR
CFXoZnSYBD3eom3w92I74K89FHATcbS0PBwP/VT+ZZRVdl3iVEirXEvkCxvomV3NZP2j7UTMTnV7
8isV4kAw+dDRfutxBJm8Xt2qMGYvHEvnRgFzRcnDfdj48D2ncBKaCXhxj0CRpK6yHZYxZeji8zVx
Zj/jXg9IArzDQXRqBBAGA6w2Wev3cs9RG3IErsQqKjfQ3srntq6jL+9ncMJxzhDBo2cV7jy1/pil
UPyCWmjEad9HmuxEfCgHahsJUJJcuF99NCYNFoBcDmZ+inwyS8fayHKstsQ9mhC2rbSuZckuFPAM
V4Di6EGWHPC4/HzQj5uoqhAMzLHKbo3a72Ru+EbqlbLkW3u1HaxxH0laHa6EJsPPdFKAaxd112Td
TWIpcb5PAF6MC7/Ax02OWx45i5wYsy/aqaCyDWSxlNpQ2OtmZW5hckrXI7KLFWRijMIjDMjRTdUe
+QOfP/jH6YokiyusMXvWigjDjz+sFmg4heGKtMfz3FxgI4HnQe4F66+OMp8OIBoQi8DYTncDkehx
pP+mt/fiZloS5QYRB2uACzMHuJDf9qi+BnfXZLRf86KwPnDktUIgdUSx5OuS6Gj1djAGOLO12Wvm
rW9l1bCcwVKZRiLW4rRmK1ndIv7NCRGICmtIl1FZpJ2TSmndLyZ44nMHs0rMXHRSD1v0Q90qACMK
QWDCxtB1wsu0OanFTgH7sX7C6P+RNoQAXDMqarLG0osmZdUJOR9SwjCB5MuirN12CHF7xVyDcAvL
QqP9UhFcgADGw7AryeQwvonbkDUmh0WtX2VeHUZ0L4a4yO9RmVmYbRedoi2rLm2j1zDuetgGnax6
N0HbBNY1zrP1u1ZXsJQQSAjBLkMjoG7kzGqb2xZD8tLFvS5tbLXUE3GtNCnBZpHa1s9+OhnoQdHe
Ig43PfigOFjBuKCjAec6SMi73oVSAtVHHJLHpoHjt4hAqsIHHVU2ZwoV8+uAIFs+BHFdhNdBjRf7
Iswm86UGXnoSZIAsaI9xEyxrvc/9Fa5NXotYChe33RANEVx80/OFfDGOnifdRr2klXaemoZ5Pamd
0C/pehmvijpKsJzSjFiePKuhWHpDa06kd2J/aZMXkPsu5l8wTLrcUpsNnn7EoWVVH5lLTxaGe5Lx
JCg0Yhk9V01aBLbVGmT/1CpHFZxXRU1dH2OD1yKYvT1Lcfa/bkB0N0KDf7Qr1bVY28WQCpENSbv+
4fWyftf0AwAh5WQX7sRGzWlOF6r1q2sSc3JMZN80bhtuDCsv8MbUnVBdqXvyJrR+GeOBLvFb1NSJ
xBmC71+niqA3TikkrfGD8xDxGtKKlniJDJmeuSiMSQmdXLDyHzq+Zz/0Ki9klB9x0i7VuvfjW0Ia
5Zm3koryywAsF/zCnKaX10KoodpNSOuqF0MXFMYsYAvQbwx4+sOPR5W58ZAfWksI1r3kmFZsQP4B
tIsn7uABwUB4UNT6Jm7I9COnJDFbFRJt1/Ru1pQK+sRYFBLkrD1M4xryb0NasQH3rEuqqn1B+FDW
S6snFWUZxkoVLhSZjKxtbQllXdvQeofsytR6nRcvaEz3qENveFXVRPvtNV1opLfemwNZZgZsUOzb
IdF6dItm53NelJ68QY+ghyst8grhVe/SHMKQYWGlmstinmCnFkIkNGDW3tJNCMzACQF+RUQspa9t
dAve9NJIirxaTa1HqEYY88P2GGFOsJiqBvZF0fSBuOWkVImM6ZIyIJZFDEmkITjrRsf6A5FGT5Pj
uq6qBq55V8jms08KE9Ra2g9V9jhJmDi+TRJBis8jQfWIuYgKGKAJiSIiUqLisN0HvTcHpX4tklJr
7mJW+7gTCm45q5hE6GbXkMUIm5E8eq+o3Cno87ewyxqUvFmUi+xZSzHDPi3YTpoyrpW4f8d4/scQ
gLeRzdqQYtAW2wrJ169A0r43FVFqVgAdqdDuxx4WtuBpvlNXmrgwtDp9J/kTplcmt64FHm9nnXLA
SkvCsVCp2lXd1IdJlp+yWmUqhWTOw1O/bkJBNWxtiqNvJIHApABb37ZtsUIeCHHSA20WW/xncbsh
xaWUEKJPqmpHqDyWxNXgLyeNGF8PQXkbeULjFtNE6nZYXpMIApmkN4S12eYZ8Y3AdsKovQ9+BSEj
1PdR5UOf8TThLi2RgCQyJo/kqy26fvDXk6T8GIOud2ND2ClaUy/MDP2lBqK1alrJdxUiLqpRwZwT
enL3rCvN2jCjYokpuPLQ9vnO6qJpMYwoNsKJ9FIK2g4BkHwzqUHkwoCXVpBPrkTNM+b/G7lHPVUr
k0jZ6yTDiKLQ/WCh6lmxV6X0RcHxj1TR8bY0iEsUOq1eDhhUXAFy+M9eH8VuNozPtSQDt8liP9ut
4/UdJBmNZWh7ZvoLff8ywQJirTYwfQLLKdBO1nQnFMUibAO7f6fSU8JrbRp4fX5fNH4puG3UtPlN
n0bWtG6SWE1uVZ3+vSOUoSRgwEgm5VYnJi1cV36qaBjMBWZ+nY9en/0cpmwabsYqIxZaxITExC6E
oNL+14j/Y/eOilbu7ujU+80hitQJFB6URFkVWL3Jv1JZTEeSAQptmh7GbPJwOxUFvyaQDZpE9TPJ
yaSCh5Jm8NJZ0dGiLtrE2qJgUtglZTG5E2o0S6ukR3W2kiKCftdSJHFlw1dV05YN6W75e4oBTyvB
ohHZ+N2UtBh4SipxlDvPN9Sf0mSE1qvHJu0v9Fos24VOXFNs55mJ5b6Ncygi6AhP6NEl/CrXkHyh
QEIi6hmdjsBhQJyR4FK54/RC/2cGqMxcgTiMwyyirhaAVOjdjbqzHtMgRXuhCnX+hhIIwYTZCNNw
hZBl0hH86tC48qE3tQWwRKquA6kjzaTRpoLge6LI+GyyGHBbykT1PWu8arL7VCslOA4xyo4eO6IX
jnQFYiVmMplTCG2wRWxiEIlSQtpy5ZFwuGXZJ+LN0DaKRfZkC7kwb3NBfVCbIPhZpn1MFlDHqbIj
4IscO8XkoHbNvmlFqKVZkjhmFuKVwnuheBvNQS24BmDN3PS1h4No2hI1Nvgj/bEBaZV+kw3pVK2t
cCQXxBkEojFQJQfWuKo8tFy7agjEHgpeJSnDLmoMH3A8N5DtpzL20BsT582Zw6coNblgOiyoqSmT
RrXTZLBqF/CLOBy7LYnztPVU027R5xBr5yNyuENLHJM7FIvxeB2klG0IpLVavWsJHa5uCNmJ2C8h
bhpupPTjHFfW1PnBKhQk0k3VW1z6NWJC1qHUS96qN9CXbI0q6BDqKAWa8LQUixeqAv0G2SGmqJnc
1+Tw+EMbLhKK/BeqfDHdolrxuNDLSkQITyCWO3XwOyx4wgBF7YrDQotw64+JToGUFWLt6pGrna2G
Um506HyYxK7ijhLU6br8d1pe3CbsiCZeuArSqGAtmFEVLKHvoMtMjC7JYJKXjS5e0SLrRxvbX1lf
Vuxc7yNOvuGGfzy899W6eayrYqjQ+Q9zLRFUAzEPZhETmDPbmsMXCzVmjaZWqXCXKWVp4R6Lh9V9
SYYdaV61VLNNcLQU9dWQJcWbNheam67LjIyYtCCi4TLgRUOUHMu0X5W5pIyYKA9+viwIBp1WHl3c
doUOhIAQlXCo1EkjIEC36vWCdM5GCB4JGKtUW8lz4z6bxBBnopzUl5XZetZbGEpyBM9O7vl4jUfL
uSom/xXYpMzWIzV9tkyieI6C8hv4tJ/fZz7c1gDc8B8kioHbhgz0dXxrqgPEglgjBwfsdv1DlBc5
e4uUXXOQeYtUbkb0bC1yrs9H/YDf/B7VolOLDTbgwsmoFPVxlY9tcDA4xjaVluENE8J4LHPh0gN+
wBfmoWBYATDMVjSnWAnguSQVzRQcLBaNjRVxvCcpG7QmnTwZm5A8vEBg+nAPZUBAE0z4MFXjFn4C
gxk+BDgNtwdCABXj2Tc16XuMrvwCbHJ2FDq2CEoUjEHMk9sudgJtMShGcJBQ9tVrQSt079oaJzG4
gOqdG2iGf1Fqcw+kLXI8QTpd7aq4aMIDvlrlRk7qaaGMUbX6+oTgWo0NHzilhvXl8ShFUwfCmNfh
Ae6Kv7agI9j6EGV7I9EvASTnJgTTAfnP3I6mB3E8FJbOFOt9H2JGXt01CQRwNSP0iVLvO23e5//G
czHvMGJnbYG/Hg+GB69RmdoYEjOdqNei35c/p3ogaWiULwH1Zz8UeBbWj/PnOqV8ZEmW5AoGOwcK
Qp9Dtuq8+lGwjKB7+PyZzg4E+Er3j20DqP74mRI1DDOFyvzgeRmxlLpg6I/4OFjNf2OKz5wBmEzA
yaTmnIzDqaBmQhQd0jxunwwMCxoXs+wk+yqkY0KXAs1hGfEXqGjH40xEFctTy4QwAujafiAR5WSY
wf1X3xpdVoMMdBT381c6GaVugpHTtIwPJmL/XVJ24i5FXHyB+PNxYyVSFrRInbEhvs4J5IjgtBhE
qzP2CCdF/OF1fK0UNDXgf/KXP8/xUCfNDLFOOrMYR2Nv9K20L8XMvKY5lV04Kc5MNkoPCGAzlAps
e7KATNzeSzyPrX2Bg/WmxFXa9rjyXoC6P742aAb0P5kDzDb5tK2MNAAnjqTCC6ILemfMU/K1a7UU
BsxbrejxqzNBUTApA6nkUg18fzITjM6Q4za1/IOQ+GJ1ncEVTPe0d9Xl5+OcOdqPxjnZuScdH+1A
SINDIxNUTkrkQqp/CfiM24anTcva9Juv7+LKnEiEORZ7HtPveCXFQ2OGcwF+MEc1adGo9+kW/aUc
rnttDH5+/nhnZoYKJY9ZTtd1VoEeDzZiZCHEvhgcwtSQDobUYP+exkPx/vkwH6cGcDHUMmxbDDjj
v6ncf/QLAD9FqwIuOtR+En2fsFJYam3OXT8Rps75fxtrBoX/GCtC1y2QIRMfulCebuGWYqRZi/0C
tMW/8Kk+vr0ZVtbYkmS4+hQQx0O1oH2ePwzhoUkV7xFgAE+EPDS+2mwhN27u0tGm4jt9aEbg6q6o
uC5Ehy4Oa2Mh6b3V3lWw2jrHwj9JubCMzz4UnwqKrwYv5XSzIOjPN4jBpIroexCBYaidRkI6+vlX
mmuRI2geR0pweQgF899Q6h2/OnnG+zWSqg9eh2uZgx+IWLIpad26Es1815p9tIuEQDioaj6Afkiw
5C/8Cmcm5ewWAyVWmVvW1snX0+oIHGgskS7UQOZc2SYPsnwe5U+SL6qm+/kDz/+2Dw9szXZ+kFMs
wuuOH1j11aIPhCo6qK1SL7kF0eTEIsxR1TjakmTfXPlZLa8xtr10TzjzQRFIzC0dKtz5P8cjE1Ee
WkkaRIdoTBLXKkn+bXt5vDBLz42C+S+cNrhMGAOd7CSaiQtCWjYEu8B9fNJFXJdd/k+CRj9/j/PG
fvoeJfqO82uk5Xk6cTygDk8jAPkgKP10rzdqcR8ZvufoBDy6BfivdWHAc9OEAoq1h7UzFMiTkyY1
xn7yeyE8FDXE29EUumVSC9a2MSzp/vNnm7/Eh2djEyZoCCL/h1tPlmFqhxtieIj9ul2yJnw4pPuC
GPvHPEJLF03dpYbf2aebPxhVFe5ipwVvDxo/57NHB62T1GXKTXJrCINAJohRX9gtz60AupkU8NiZ
UcedrIAqbOBtDOxjbdgk93pQJlclVl7bvsHBsJO0SMN0prC2dWx0i89f7NmnxNtgflDgkFMTswFY
HDctUocGSa9fFFIfUA7UU0NirOI1l7rjZ6coRqH4X7O/sMMdL7ggSMsRP4/oQIiy5HiFUrjBhOtO
1knZlS5O6vfPn+7stPljvHmv/ePES4sKYAvc65D2I7mvRvLLb8mTTYke3tK4SndSnKQXGB3n3ig+
v7AIZTq42JAdj6lkCbmTwoxs4hZz5UWB2ZOm3mbfMdsU5Qt7pzRDGacL48/RTqYOsBPdrUiODlJV
F6o7ZDjs0PzzbiJSfFZZlAX0FAGCx8ZsDbvGTukJ+cilyuLEC4+bGmcV7WTqpNn6F6Ox44e2vGCy
CD3hJO57EM8sMbK3Mg7Ak0gbBrElIKdLkMXSNKSFlfe3lSZ7N21Y+Ou0UKLNUInTItAzrbhwlJ2b
AUgFZ4c+NiryMo5/MdOse90j8/kwSm2wiPOor5eZFAMQw2No41WfGT847C/JzM5OAlwJIbVxMTdP
yUpQEzyvbWmEtxq9njxTHqfIwyot0YULe8e504X7GFXWTLOHYXn8gKUpVJ7ZsHcoOIja+NoQqzN2
4vLzhXRuhwLcom37uzQ55Uw3eR1ndTtGhxzizEEM9Po+Cbp6h5AuvZuMxrpSPLVZS6XnX6BYnn2T
RNvy7UwgL+tkCZMkKRZ1JkWH2Iq1hVVP5cKXO2UL56S8MFfOVV4QSmSFDHqINadkag6wNqQMjw/T
UP1KLaZqU5fTrxr7uO9gfxi6Bub4PTfz9Bc9z/oCR/DsGsLSGCUk9yqYuvNU/mOzSjAf4k+8+FBx
J1gJAlZ3W8xcCbGUh6K6j4uweTJSLaFr30tvQ6p9J65IXRZmq9xXokD3N9D66cIOeu7Do0bR4IjA
08La+/iXwpm1AjqmRBJzBfC0kqRp6RVT8yr3IynsY5K90FWo7wQyIC68kLNDw9ji7CXORjutznol
7qxchA5n5B4e/UFkYIefR/TJ3CoVe6LEFY3GryTGRu4mqYXt6OeT/tzegTW7DJMLsTHwzfGzY/Qb
cBmoo4M8xdI1jl7mN3RG0V4aBFw9xUBbWUGnjBeqqnNnJFx+NCyze9AHC2gLt1/QtyI6JBnuoZi+
qfncvAqw2QIp3ygZeaCfP+e5JaaCJXOXouz/YM/sj8EQ09GKDpVCngDS2xaXqmQQyBQ0wiS5VO2c
e62EYHBpmwnwVB7HrxXTYTE1E4sjKyDJJiHq+AdpVvB2rCDExqfvrfeAm9bj5w959rWimgQqpS+g
/44i/2N1oZpp9RCx5KHtBvqp5MWmtMzpuZKTQH9lqbRS/e3zIc+9V26m4owCU7Ke+oAOTZSPEUrQ
Q4vx77UR+MPoFpXfBVDR1X/n7Lx65DaCLfyLCDCHV07aXWm5ypb8QjjIzKGZyV9/v94L3KshB0Os
4AfZEOCeblZXVzh1TvbxNxaDDwrcNnNCpG3Xpwpj4NLNZUdybzX5N6sHHXiupiT/u3EyGuj3F9ui
VnnvWUy1KWdJJZnVew+DdiuQlwLoVZHHKGk20osfoxMd2eUACSbqjqb2MUFz9+igNH+cGYwP0qhF
L0iZ4r0mzC3HDSiPFwLUFMWGlUXJMlXvJEVG77XPfoRF1wVZFVOcJN5xAyObYAbps9D2Dfqu7y2X
JsDO07GdoJIHgq9iIJeXCh9+ffyCMSJhKfyEJmtR9tNadXq/DOh3pyJZXqBChXwU2MmHTuvM93Bo
a74aaz1DCeO4lwfe8psgpF+JENCHXYc8AwyuwoiaLEjN2IXunKNAby8S7/ranc/oB3r/mFORP8Pq
Z+/Zxa1wVE4Hg5XQ4Utbx4Ft089RrmR5ANEm1Cp4LfN756b9d6Wz0uaAWml7MYY+hl1krLv6kJcC
fhZFMFG949RueRmyKaoYTIJgqCubSMciz7KlzwKtn4H3JQ39pYOZtLSgl5mKP2JMUfifouTqstOh
u7WyQ4MO4TYLj7puLHTsq1TwZxLjozl+VJdqDJVNZ37Ke6AJfgP6CK7ubt4rmd/yN0wWy5YncgXo
n13boDl51WyOCi+HVeXvNZgjD6Zaik+Dnjg7ecetPTLLSdJPYMZWV2mHYi9xApSDdgPg9nM4Qcwl
9bkewf0q79oi/paWg7pzrre39/9rriLd1nKBBdZlFqhUxt6NMww/+li+C6u6eLzv3m69FVQt6Vkj
5AYmX/6SX98KIH5CBW0QhJVwJlQzs3mBX7zvUX/Uy6j3x15pdqKdm2sylOhRwAHQvXYgISpmmjXX
WTCWtON9s1t6xafnzORUZninanD2nv1bfoKAUgZXLhazrtFOStKLzNCzYErArYVFDRpOL0PxoOuZ
/W50EpjSWl7Jo4Ja0o6juGk/RFSUVWS0bci//+WE4fBXo0HHfpSoearUMLBTOHgqu/+oQFF8nIu9
OsfNRBneiP9bceWgSzQMNHdKs6DUwc+ahF7HthbhCUB58+S03XBcnPJHoU/eRe+G5ZKgXbfjkm6l
aojI0AJktALA4+p+UrMFDFtjVnpRWpfEg5LUtcNhp9x487PaaAO+ohKoOl4fbb7ExiKKNgvi0snO
FrV9v81seMSUIX4/AFk/D93swsY1g729f29u3tBfll59VTt2SaBCjWYG3WHF99Aj/ipcMI++6kgQ
8f3Vbh6nZB+QlwYAweqLRkk7NGab58GsLKHjuwMKW4D5xmmvunFrWwDlJFIelAI0NdcnqncU5LVE
JmZurVV+altTB/hXKygoNCqY+Pv7urkc0bgc9rMpTsu//+Vu1Hq9JGnkYqk2HQdErnPxByDY9j/F
Dvv8N2yS3E62pmWnxliFjfmUxkq5KLi6PocUG7z+YammeMcmb27Jxbth9bRP1sPyTAa0VeQledDR
00D9NwYbezHKuPs8QpHe/kYGRSjIRDwzTBB8rIJTBfkS0ItNHvSVkX3uzG7+0Rhe/B16FtM9tJQQ
fqPKRMImqVgZ/CFXXQUbYamVMFwseWA5CsRqTVFfBq8Di5gDTYfdfTY/iLCdH95sKIgRmSQzFOBd
Ho5rQ+msMHeNkmDLXKBRgsnQyGkegk/zXaXVd/KLWxGuB7RAJuMuj765shQ8NnrwOtWfJkcFuIe7
6Qkh+/wRyZL5YkeNfu70sEAXWnC8VqMKOBlb53uuteWONcl9rWqeaDHRMYJ/ATe3RlTYbajkeNA8
QFliqh/7BrUrPyxUsKINhM1furJp/7x/1DfeK3iHZHmeqS7ManUnm5KBhQHJL9AvTfs3ugPMrDSJ
eirUwXhh5Cs8A4B3hh1PcMPDUbaU86rcTbjNVkfexrWHTqjKBy6XWTk2sYOqTTvqbna6v71btSc8
HLPMFHkk3c4qtmII0VGqsimCqZnN7KQ1Hg04SK3zr0tXkS4D6U8f0kEc0sFKT4QN6K6JiOlq2Fee
w7wVD3Y5KR/u/6pb31l2zZBHI2sHYnpt31Dhh4IMuggAP2mnTgxJ7itaJS4M0qiPDKPWP+4veCtI
8IhnKf6ZJNKbYUw9HLuhWPBTRECQfZedB++9PjPpoI5yqkJFAqA3ekZgQMWqnNgXVcnKnW3fsjVc
JaEn/RgegdW7Rn8JeJDHtaasunxJxPKXq+Tzg2IOzucavP4Zc9vjW5CWtL5SKHRRJ3fYi26ujnrK
clMZ6ToHbmHMn/pItZd3NeX75uBRUzhCVPRHRktqBunTR7MPy5WxfLt/+Le+NuEgpWzmCmnqr3wo
cnXkUxO3ekIlETmJsURM0CI9/Ok05dC985Ye+Zj7a946ahjhYBaDc4RRypXZN40R2xliVkGr5MNX
PV2UR7QvzWdnHupjl6vKQ8w44Pk3FqVcT6mZxjM8StdmPU3WbDRdVASOPlQnBriUizonzBnnqnhg
cKH7gYJUt2NUK7We1w4NpUxukUQHMTK6Dj7zLsw7xSoCI02qPyj2IvvSOOO3ZqlgfjUiqGaT+QR0
f/EVM4yOSLPVB1o69aO2dPHJbSrzUtUM790/jJuex9IlQRshNyWc1ScIKyXBZ6tFULqMECB57yGK
qIzJwQUTgFYcc1+hwZTQkMzR0dRbmqAIOzMBGh4qMTeUf+N05129ZYmkJWTShBAQ0qx+0pzO9ajH
oghoMzujPw2MonI6vRxCTNSGVwY9HG3nIG7dQNl2kNk0f67rFVpXxSGKEkWgzLV2thqhP3pAZh4Z
4RfnyQIz4LmKfRiKCQ0AZvfmPQO5dRegkMdSCAYlO+K1WebJGJclXefANiGbOI49fTp/MAzGCMCz
Lxdvjq1njOsgmPCEy4bCt83wpY9TaQ6NkomntG3m/+IJ0BSia271b9hFNUNL+pj/e99opK1eeytu
ncxwZLdRp+F4/VMhCGrMNAQi2tfqiNhE1mlfjbwxl52bug1bmfSV/Uw8I0XOdQciSyf4VGRvrRNU
7Wb+0+IRrHto2VHo8H6+eVdMCgISlGbHYiuzE0vvMa5gA+bNTagnRVyJ5WJGiRjfHFZwbhBKSa5U
gsc1bsOoy8IsE7riLsp5zJOhRwa5wh4VnXymVh9JV5FpxqIZOaUzef2RFN1o2S3lBRrgVQL8y63d
IzASCHnLxIi/FQgOMkHXAlbxheplw1/3j3N7oXjNEPeVqQ3h8Rq/AUOrBTQsyQKQVs4Hj8ml5VTq
gxp9r5WmphbJ6PE/rYIA1zuv61rEgZRqfvO0Ogwq1CAlvhQ9GGsdNIuYjkSijFngJDOyMhn6sTTh
Ed3jxmgziCfhcllEru9EMlsXxoMG+ECCqLkj69DJiZKoIlQhrUNmOjzAi7ZEp6l1i/liIUgJYdlg
1m9HhLIoSFeTnIvPvkY+lNBC1vrEF2/MfPmXciCsyoM1XMzcEO9JzJPvwhu8nc98Y6eA32nQ0WiR
DFWrsEFRIrvue4qetjlCp5sQvsMJkpeMXRqIXDIKlavu4b5p3fALMh4lUtR4UuEkuTbtNM7jIlso
sSwq49jHvhic7CEXhjB8t1D6L/dXu7VDmhoSTYnDQ/v2ejVBNaAK3YLk0h4NRoVL5psWd1K+um03
BlTb0Za8v+KN/dGBhOsQqeNXcNf1ihVQChvp7zzQ9E61EYJUxXjqaL/U3+B7aN783DokVGDFIeqg
3Lru8CP/hHClbpSBkS/VUYVjIRiKhvE0SlkXky7F1/u7u3GeFOVV8gmgctSnVw8dlGlZ6bo5k7Cp
nT8snWH4hafPP0u7ReWtY5Z1zxVun1a4FiUZiER36cTX1+ep5LGWJktfBgxW6MqxnsKXEOIOv7Dn
/MEaeu+dh5DlHjzvxitJeQAHTEUCgM66F0OtIgY8u5QBDkj/qjAw97cQ8fx4/zRvrgINFkSgIOk3
rEpaE5l9Cjw/qKaqOsVGOxxcZdwLE298M86O0R3OT8Lx5N//UhODvbUUppgqoBnkw2cT5W3PHxMr
1ZHJcmP93Oqzlu1cg+2i4F+ZCIS9icSEWZTrRY04apK+9coghrj7kxMv5mcD0oGfSxxan/Oqt63j
W8+SCSUyPkCiEua+HlNKS8lHqxpV0CMKf+prxsPDoVN2+ii3tuURQIFqN4g21mjDMjLNNLZdVilQ
nWj1nCnwogqZvm0oFS+6cf6NXUkYBxAQGXCsvl06h07nwhIQ2MpoPMcdw5hGNe88A9srxv/flK8P
eRXQ85WT7BSFLluTiWDMy/SpDJf8FEYDIiRNoQO3bZPpexi5obZjIltPKZeldALjM5Mx615rHYLV
nAyvDiBQGV5QdtOeaI1DCGDbXqa83TyAGcETZYCGARiyOsikJ4fTo1gEjT3809dFf5mjt/PcwCSJ
5cmbBtH+xjoEo+GzN4xNkPaiRHdStcT3uaXyd7pvFTeskNDag3IU3OmWjW0OSzPKKWgFus442VA7
0ZPm6v/peV0Gk4Lu4luXwwNTw9eB2QImWzuQuULeGWHqMYir6MckXOegqO1H20IRo0O9bidA2Ma+
r/7+NQajLrzmeys6UapwW0yBVik2eLUQydRQTbvsxPPtvS+HIvZg8hKFQJLSG/fa8NvLgLNkfIre
Hg8rFZ1rx+WWQPtLFAe54RBAl27zR6ct3yLwVAdhjS9lrYqdO775mjxqQB0lzoUCA4nZ9Yq9ZTBu
gVDjc9w4jL1P5knRobWIS5f3bdHeGjG8ruZw7UA5cL6r91RTW2bQUE9+RlpXfSBB6xhBS7rlgQff
rv0Q/7Cz4uaeU3Am4HtNBHWaTasTTRAFrXJBxgmV24JsVKUonR+FuvNvo8aTtXM3Nm8qq/Fuy6SJ
zRFLX58mTVgDFIWcnhnmyjcnVC/Nft4DHN7ak+TKh/ycC2GuO87T2EQGXiAJxmmB3gOd36NbuMqT
kpfjW4MENiRH37jvkhh//eSgbJqWcCWngUDq8QkkT36atVHfaaHLj3CVcbIKRJsynyPw2Yyo4u3D
AbFx+j6UV75UAEbhcE1SioldEYUoLZVJpiIaBBNLhCBHOFW+kzW6t8dsd+tgiWNpdnF80PRJ7/BL
sBIrahhlE5h6So6hlP8VaAxD82ANz6ln979hLMAziWfxo5QV5a/5ZTWvHawepV6y+RKgNVonKH50
Vdl1O6/PrV3xIkgAHZEYLYnrdcZmLmZwNgBqcieFfbdP3H8RxV0OWghzzW8tBnaEAhyp3Ro/HXah
xkQHiwECHagaeGl0gi2g+bQUxbzHUbu9bjgRT8dbMlYI5HJ1uT1Ei4s4ouA+zLV5SiDzQNFg8d7a
tXo9O55u4IDyTVhFKCN8Pp09KvRAC+Ex0WU1qIGDLU7/YTQ9edHtIn3zreNr8dzRJ6MCoq0Dr6KG
MoX6WBHQrZBzQKNTKueuqOAAe+PjytZotMLxTtDAFL884F9McEjLMLYaapdN3g0CrhqtUHxom6r5
6Ax1graukHWO+4tuHjkW5Y7xvUhU2ebqltkLWWoiiihAsFsJElVRzwocWzC/NMXDUrc/9DY2dqLM
7TNHsAKTBW6MSvWmTZbSIkkTkL+BmU7JqWtq80flifETL0eKaAzMjzub3F46LFJqitBwBQG9lh6o
3cqbppEGRTZR+zh6ldP+o6jR/KVRZthh7p/odnf0QujAMMlBTEvOeP0ZRaWasQ1uLigmRakOut6o
9XGsZ0XAwePEUFJZhdjT4Nh+RugLQMRImDd51ppAA/3x3LaLLg+8xQqf4G6GIiyfze6TTvjod+mE
PNHQJ9rOW7G980gPOdx3Gn1ESGvwEyxmPRRjtB28cQGT6qXAMyeneXNYxHQmE2TkWrKzumbHtUvg
eItDBzNzlp+dESf/5WXZf3PNEq1Rgxb65/tfcGUu9IhJ6WB1lChgJs7XN34BDdkqejU941PDgyb7
dy7MSse4c/ZYtlcHKJfCInXaV8BeHSZsro1FBTyl1q49P5ews39uElQA7X5JduKuW6vQiEFLh19M
uW11ybsFnqiym6dn1Wypl/D+nFLTyHcM35S+95fIQW5GXmiqxGBTGAZdvaEIBk5NFVvzs5znyQ6G
lgoUXb0GKsdEcFeO3tA608ERzvxf1Ol15QN1sd9HJIdGMMLL+EOLKudTpXZiOrVlYegwveUhlFBJ
m3P8kFEpfgQibPDbAjjs46hCMfZkVqnSPbcDN+RQjYXIz3SfzfGiz0YVn9U8LOwXZTJmdCQXFeVd
MwZyJMKR1M+fTSeK3qe208bPWe225cmr52Y8RGqjclImyduDCuxmfiw9UXzNsthZ/LCpjeltNv56
dkD5ifqpcHGlVp9o0bUakiZXfRZ92T6Gee2dtCKHa81LBaxqQn/bQJBcj6I58B5aMuT666qMVmSK
qRSj9myMAoVzo7ZOEtzo94uR7tnF1ixcTSfc4dWmSbwOeehMDPYcLtqzmnWIpEWgHpY22ns95QGt
jM8FNE63EROEXHZ1gKYDO13WSEFXiscwLDZI0Y5Oq50iLVMO+tz/16WaXZ3ngRG6+/7ixvXiIGWA
5QBe2rT9DWVE3W3Kp2dhlYi9K2X0UdXzPT26lYvni1HWBHNF4Y5mCKXIa1fBRVDtCeKTZ5i2vtgJ
JFqTq/qijH9G0Mr4c7iX2Wy3ZercPFqEEkBBC/d6QaXsR7spFe05hTbwoU3Lr7NZ743E3VzkldCD
IokM664X8aq271Jb6M9RB4S/j7T4jL9Yjve/0NajUxvXqeBSYfLopK2ixi6vO0Ohd/4MCCKszkO9
tJYPuJr6OGy0u9OENz4VRTSG4mEfBpi73pTjdCKcw8F8nmJP+9HDXPhoMBb/BGIhehaM5p+nbE53
3uIbewQPy7KMrkhdx9UeFUtrZ4j6zGeSYuVf023Cr8uYMOCFfop4WxSOLQLq5raZUrWHTtWqXWSN
s5Y0qWs+QxIGt7liZUezjpkugwLwGNKU27lhq5jqf9eTDTjJpUBdRFrRL6FxVthjFFKQeU5DBHqn
0EICfGrhkKyG3odacvp43162H1BGxK96H7QeaTxer5dUCYODcGU8Ews7wyGcjbp7dBS3bB41r3XE
u5Y5HcD6eZFZO7Hq1o+hoanxDBBEAmFfwy47lRBvXDTrOYGS9BBOavg3QGjAUuCkLlMTzZ9MphkP
kzbskYjdOGSJKgWaSwWAKVHjetMpHe1oduEKop+KGm0adhBKziFsslDhleVkv/mjUjXBU1s0IuTr
sDIieLtFzSAs1S4nKn1GyLNLtiTxwUjybEDLch7+u/9Vt76G9eA8JxEGQEsqcL3B2VtiM0865ZnT
N/2uK+EFccVe+2EN8cRYWYYRKrkx+h4bnqJpMTMns5VnS7GC0syWYzvUf42W+p/VGShFJ93nJHbb
o6POL6NmPbjpNO0YkbTP68eQn8DoCpeU3eL3rncKbhzAJ5FN0Jt2H6P3Hdrj56wiGYA60nM7+GDh
FSgucHvH4c9e02CNdFTIFHf87vYekd3RiCHnIq2li379OxZTF3GWZFHgidDz56avNfr0bf2XXTOA
W6dMLprxJPaKLNvtS8VDki8qlSRFa3r9wfEmGqVFElT2bD8wHNDOJ7MuatVvY92eYbdU7b8MfbaQ
7l6M7mupCfPnW22NVgaFVUM2onisV97YcRrVSUbgaTEkU89tpqUnqxTjjkVvryy1JFn6R2YJg1tj
rNLJCbMcvHBQKrqKJvr4RO/IRVdaeQJHsFcr2N4fVqM+BhwCAR2ixuuvibPqRBp1RYCUTvkjM0rz
5Hrp+HD/5F6zkWvjlctweJDkwfK1rrvHcImbi65UQZK6i637gtPL/KahMHrpey35WZWmuhy9cqyh
H1UgRR+fIhgxxqNbwlZp1+rgHOwCxaTP0Lx5/0Z0STRf84AfH9JWFdVx1rzIeMTjOOnO7MatI6La
zOtL20C2Dq6PqEh7pyp7rwhSrbcPNP+Vg1PB8Hv/iLZPPQAnqaTIwBF4402xckKhZvbCMnDQK0PX
07WPY5jbhxoY9Pn+UpsNUdQDvQWMl5CT1G4Vn/XhYtelE1ZBp3nJYRxi5eBCFLvTTN34CVbhrmBT
5ED0/1b+qgrTvtTysebCFslZNAahRDPbih+GiO34gOGHc2/r8Y6p3dic5LMgXmJcm22uDNowxtyG
yUQEnd0th1bpmbo1ten05iMkvyIfRh+XquW6ZJkXU5LNiCAEY6gNh67tItLOOjneX2VjE5DUSS9L
J5D3FN2Ua8uD3d1KRDKyFyiAH5bZTp9zQpsjlZ+9puN2KQiSXmNN5nQZe1sd27QgBTN4Sx0sY2tf
2t50jkNkM7aoxG9+QAiAGD1hPIPqnUTAXe+KSkxmwO4rgl6b9D/4NhksKEgPnlIxTyhqj30I7c2i
vzW+lcui34Vs5CuScLVDtUtLPa4bEaS6wUBdN6fQuIfLjzCLi7NX5Mobp5WY6mRBQAuE0uRam+J5
0glZiShFoLp5/eCC0r7EWdad+sx5Y9vvdSkOU2I/6RhTNbw+0snSejNvNJZKtPpBTaHqbBOzP2XU
ht6lULl+vG+Y20sGpwrBEJU7MjzkX67XM5069ZTQEAHwZPtUFVZ5LjTljSDT/90VFUKuAJB/SijX
q1iiN5N88EQABal6jFyt8PPRXs6WPtc7cevNDVGGpE2GjC3DbNdLOVpmj93iimCxtPAvkFbjh7ab
lx0fv3WJHNsvq6w+Ey0vtBOgXgoYE7EOie1008FI9QZdDHCt/yrW+E9vD+nX3/hYsNJLX8UnWyd2
wiktjcHuJlgiN3oaJeO6gaDF208QcwfEQh4Jx8Jaxtkyu1CJG7sJeqh9ucopcipxMr/ZIxKRSGiz
pB5j7HD1FoeQ8YvGxdDbMM0OJvSxgSui6clBnuDD/WO74RFREqeBJueOeSJWNg5wMWJwbRFBNHjR
57xZ1MdZi99FczLsPFk3V6KmABxWYm/XpdyEsp1Vdo6AvVPtj27rJr4Wp+5hTugv3N/UDTuXmlj4
XdAyEr59beeEMZ0xFGkTdFOkHIpaL896ZHz6jUWoRMpqAt3XdQRbqHZvt3HZBJrM7LtiGf1u1vYu
0yZOfrUEQl85LUIRcuXPmwGe/bofMDhu6qOo4fkXMxImBGviMSrKPfXpW19Jl0AZGcWikysv9y/1
CiehquX1M7tKwiklDpx75VwqSffSD1bV79jErQ8FchA0miQRoWB3vZrBqGlYzEvD+LdRX5JIRXzY
Qvvn/pe6vaf/W2WNDQs9RtPgWG2CNkmaI2X+8iBStGmqOPp5f6Vb+6GDQBBDYGaAAbjeDzOI3UJh
sgkaJRke03ExD1E7haffWIUMkY+E+W0gz5FeVhARek1QQ213bLT5H61AVeI3FpFkOXRDiNjXkXrS
iFGJxqwNQj1GWXjsxks8W28P0gmeefn4OCAEN9hfmAddr3erNgAw4f6pGYPlPZoIdeqX39gNA7By
xo23fJ3UIkXV2UtYtDDFNsvie9mk2n5TlmKPOvWmBQCrfZ0poxkibfGX+9N5VsdAV8KxFfN8JDVw
fATK3pzP4rMlZAGQPfO4vHnXq+S9NSWDCbUcWlfGKaxbxKMcoBhvPjRyNEmqAxUVcwz6apUBbLTV
2BDY5YN2SNNEORp1/3YPRzACnkSq68k/V6tEQ2ojIWoxNYAUxQc9SdR/mIQzPkZLlz1OOKG/7u9K
xlNXSTplJfZDn49yF1X11ePqlkPlTC5g7MWp1f6hijuhfB7juV+ew3GuxHM5haF9ThzUuh9oRHfR
m0N0KodUgg1iJEnVvtrwWHDkkznUQda0lGjjKNJ+1jmqkgemw5TvEAz1ex5w+4qQ9bCi5EvGZtYB
hemlaGXNJteMCKY/lKViFmdwDMvFsBBD8R29KPbKwds1Je+VBG1TuSFSWt0EtWdQNAUmF0SzOsZH
T82F/Ue+GEP0VTEbxfirztJop4gh/5/X3/Z6Tfmbfrl9UTsOEzXfLuh6VX+fURw72nHRfZ8zYtD7
ZrS96NKd4OrpuEtp5tVXdN2lNRU4HgMmtpTj1ICizkVU7zyQtw4RU4XLnVoZNZ/VhpJB6wa1FX0w
G9m3wmx7Hwmt9/2iP/ZptRfc3jo9xh6JzaDQcqDzvD69qtKWjJJuHyA01z5BKPY3yOb54i4Ik98/
vM1K0nth0cwg0NbiibleSTGo/NXd1AVuVSvHFLZQBpKM1k+WudlZavOd8Fu8yKClTcKZzexFMYsq
sdF5DsIS1q8s9fpj2tV7F+zGhogCAYADs5Lo6ZVDbsU0aAnCZjCfJEL3oy75d8rCAsFzC/nxNx8e
1XEbwAJ3mUbnyiZMFLPF6OoDICS7Ykq9ZlYVCSRPqw8C5cq9rW385SuiHnQc2Yj0HyurIG6ymrYw
x0B3R56BHqhheUAtw24eUCOzaBvPLTpatOqGb4KUr98JRLZHSyAq2Th5hyh2bbCjM+odfGI1sPM8
OQ2UWg6tFvaXcbH2+BY2mSsVYgyTQT3uNn3XVbANuGmJxVgYoHwRGUWLriI7cdMz0sxmoOeN83du
hMlbu580zPDNvEmS+pnU+fouuNEk6OQ2TtC7zEZc6ABF1gVOdg0Z30GZ95iXtveBqiv0y9gO3TJ6
oNfLTWM/ZFFXuQw3D+qhizXbV/Vd77j9aFL0hCY8M3LcvXXaohjwm3lGugR5zGj5sXE7rNPpWrdE
+RHisJ1LLq/Xld+HGJa+Fc04RgrksO71pmotlQINsxEgRW4e4wrIkz27zVm3JhVVaaEf2j6hn0wR
+KEV+t5bsLEbSAdf+bNpBuJl1vQ2dgyGo+idJYDkrYnO7tiwRGu0Xf6ONldjISyKIiWyk+jNnO87
g83tZGlAI2BTqD2TRhnXOze1GH3NsNJgKXfr+pwORqydvTqO9RM3dZiOPLuWe7DiKV9OtdKabyTb
kYgpkHScPrhrqQyzShiFTRRVaYMZpAvqc1bmuR+0mFgqHlvtM1qse02WzacGdgYmh1yBf+iErjxt
1xdesiy2xYyU0jzoSpjZj1Zl5bQpeSNPWZkg3DcKB2iE2ekon5lkysbp/qlvLpH8EVJUXE5rOYTG
16eugJIo5jyzKDBAvINLyp+W0tJ3egubS8QIAPTR5CvUWHVgmderFG29uIMLOdoYa9XTODvZsabu
f+ytXRn6m0vJdivQeZyst7pAdEpIWjQ3DCyvM+dzh4ZMcYiQHlwOZg8frP/W84NSmCo1/xAGU0K+
3pljCKeYhs4JJq+OfDuCalkkSb2T9G2CJ0luR7IHspQqyoYau9Y9mk2Z6wQDdboXx230fxyALI/1
iDa5V5Tqn/d3tT1EjIJsGdwlB8mHu95VPijG0vWuF8SzmzGGAh3CgYZu/tGGdu2tHo/XiaK77NbL
Wf61FkmjWzkyn20YMEtfwrKuzM1RqZv6pLamhVwoEr9AJRW30E+aEts55PfmsnO+N/ZL84mOp6R9
l82b6/2mteXST8FoKjjfHyqt749JUbmnwennj/eP9nV2/MrDG0S/1Kx5nWk7g4m+Xss2cjltMWYv
TaiJzo/RP64vKR/eeMlU0TcnO8HhHpFTRDOlIVLozmrTNOalHuZZecAj5uQCVtQyiTFKfdDUiNP5
KxwvZXNW0mQMfb3s7OxdsxjNAG7Ts/5rWmFVfmUN2oyQbF4Mg2+LGhLqOPOM/lszJyarQIjeHNM+
77vjnKcVBE0zt8n0s6hhrJIprzL8kplmOD6oWeVGfoNDUfxRs9vLTIE6PEArZBqXzOymF63o7PFj
6Nlh+Jj2wOXea6MimmctEk1zbL0aPo2pTEzjsdStKkVl1OwKAHS5WfzBfNu8nBuzCafDnC5T8aV3
GM69NJEaRadU79rlqFrkRb6b29Nf8LuU6UE1uBCnpCggCKxTBndPbhFNrj+6iyE+Zq0+IPPc2Jby
AKtwOBy4Z2N05lxV87Rk0PV87Etad62vzfPondXEaZs/4j6DttvPycYMKESE6MyXRhnFj57vNXxN
h8Yt/pz0vi8+KElDHTiqoyz8MgkU0hCVD6c4fHKNpOw/hJOuzp88o2pnMCmJFj0uY6PVfg09VX0B
4GQR/xJ52h8BzrrVw32j2/oParvU8sBt05gklrm2ObCnLUqBRfZCuGn8OQqxfIsNRBaM2i3OilqX
O5Hg9i0ne6XBheYivRk4QK/XKydtgYhpqF+qMbfeabzYwzGE3vwPis/x00in9hno1fCznbRpJ3He
RjA0n0jJkA/ntWKs4nrp0DDbeVCk/7dz/YjSUfWlUSHnPZW9guyO2ZaeRc05Hb7fP+LtQ0rpnO3C
uIXpGOu5OigikgYdpPRFEemILPI8mn7sCrvcSSK2n5LGA2yuMNjTyKMDfL0/UWWm2vOovYxZxx0c
Kj3/L2de+BuXA5hRk2tWfbq/ta13ZEl2xPaobAJev17SiHUE3oSRvSjZUulnHbn1/FQyMTy8hzZi
cXeMdXuSZEEwRkqeNAnnXT0+SUUNx1XhTihgtz7lw6ydw+KtI/FEe8AAANHIiJN/8VZXopzGaGEY
Mgwyw+wuNdDJT1W/DA8qlHinDIhE/+ZIgQX5YJJQRDYKVuGlbqZmimhMGDBVp1+8FHkLxKLeqNEo
t8W0JSAOHrNXZq7rb1VQoSptO0lfPG7Zi7HE9sFRImfnE8n7e/2GueTtkqmUKTOprnW9SpZHBULC
pngpmWAdHuoyh4QWEo8FkZ/ZcKrLDNFH9zRqDJ9dFrpLO8j5rYmwPjmCxEDQbVkTUw9OQsBUGfVL
jMjFqUUW06/1qN2x++0qMIcwfUxtE1sk1bzeZWG1RZ33+fhCYbH/WBfmcEpjfa9rfmMVuQnOE7gf
kCv5979U+vJIX6ga2OOLqZfzE1zXoV9QmNn5YrdWgdxepldykTWkNcwo4ttWPr28wjtFoSQ/p7pe
9vhBtq6CmgO+gpARG4eu/HozJZAxJoKG6SVtyndxqDiHrItSpHMYqrnvlF7VH69tUEK7ychJXUAH
r6s5S2IKozHS+QUV16UEiR/Fn4Q9I6jt5IteHgd9XNwPdRs16on4wxIfpszuNH9kVGX8KyoU6mdi
XMrIT61ecU9W6IzvrTFSrH+9GDGYHWO6cTJyxoiYj7Fhfu/KqylOHmlEPfMLAZCsRObqw6R1/Yvr
EM3cP5rtEwH/H/ElF4MbSiPi+iNEhjr0C2N1L0S0Q+O3zA0/lPE4/FvRfv2i2GPTnu+veGtzRDyk
d1AI8UissiAjzJoxs9LlZcj64YlxxeIwU188uouj7ZzjDUP2yCLlbD40OyBorjcXNpkSmV1WvKiz
qj100RIfGHjNdo5wG0UQQeBDYb6nEkrqdb2Kk6jGojBM+9KLoX/QU7P+xsSkdVKoC/oebJbHvO/n
nXbKra0BwZaU6dAVbVJXyQgfTV7HojWD+HVSFgedGunexbnxsUBiUNGCOIXHfB2pRM3Qp0pali9J
TTnBo5FxAYtUHkbVyD6Y81L/2UMEUPgMjY2XsBmfJtUc/zTTKH/K0Wl8R/e8OUUVMDfbLPbYLTZn
QLFSkitLzAjDeK8ki794Q6iVZ312eu1lKEqKBJbb+qri6I/37XW7iiyhAw0F3UPNcn1D6MoxYBYh
xBvPYHaXJNNOLrj7HVNdM1Vy9aSWGIB+ikkSibqyopSct8r0rg9yvZht3zOJTH9C8dC376PFEupz
2ZPSPtCSnhnJWxy3vuSKu7hPIioj/RD2adqdUGJfJn+yx4HyyTIXe8RuG3OQrErE3Vg5RUfQn9em
bms0Cfum6QNd0YWfJgY4O0h9fEXP9B3T2x67HDOgxAb2n1rxulgCioAEjDnugE5KcxicuLoYaeYd
3/px5ZVlBbmIJLO53lAO2TC65WIIJrMFY+Lp8YXqafHWcE5OGEtcDkhjyoVrcWLV/B/KzqzJbSTZ
0n+lrd7Rg30Zu30fAJDMTCmTVEopqfQCk1Qq7PuOXz9f5O2ZFkEaMflWZapSMAKxuB8/fk7aKnDp
5adFMpWHckhzX+5naWMLXVzlr6PQDQJOiDvlmstc09MGT75hFJIYt0+MH7223JU1xjNmEG4Ztl5u
BUAsNgL1CVGkW8N0xpiQfGaaAtbtBLGrpbSDGG0dgnRn2pfbX+nqWKJWLnypsDVZnY0yaGnhRO7y
SSoS1MWbSPdKiXfDMQF8bw91ue2YlrDUQbUMGus6ocAvL+sRYVCexi40PUUOAz9e6q0q8cWTwaeC
+0sDMQokXOKrV3dJs7FTFxYPT7nSH/tiBp/ppY+dRutOo5XVXjHjrSawq1MDuZVFJniZ7U6mHbVA
h8rTMs/tXivABKO034Loro5CSEEPCfxm3vnzE6X0XdhGpa48RZqZe31b1O+0Ptwytrg+ChQaxMlF
08YKDze7aZ5q+Jz4WnWGFyRJfS9J7VaH1dVR6PPmFqKB4oJdmRoREp2zzb5rLPT7E+7lupO2qCBX
NwP9W6L1hZR5TUbM57QwBxKnJ1ykFk/N46MpB5+yUvuUlNXjUARvs+rkpWHz/We8NYwfyYmBPw5f
KKm6b0WI1UnvhJVvFP0WG/yiaiFGIvGi5g2SdGHN0yKf3OuzpDxpI2acg2rfxWFxZ0UIgWj18lIv
5begDz7g9/BGBYnXObKadMKCD1DVFF/2t9CgzRqjS2L2B0IIwUHthxmOsVPcZWBMb41nmaSgV0Gu
Ib0AAD8fKu3YFsvCJol6R/Uwyrbd0tFAI8duK4+5th+5cCGC84wQkazuQRnAuaVcq2Lr6eBK6OTS
g0kX9eH2FXjttjWB4gQNDvhvTU2KJ7035qZWn5rAsnfY8PwKoEf4dphuFdnXhmp8JhhBANvUdaGU
ULQ4XzuaOdoq6MvlqdDSCP3SCe7RXKleVlrFYcTO4tgv0fTYD8qwr5Qu2IN3VndFF47AoNaWktLl
8kISJ45EjoNojCat81+TF9ps6Iu+PE1GOHtF5iC2vRTamwMbElE4WIKzQ/12rThN7acJkRlVnwqW
1Q+74Zsx1VvyBJdT4VpkPyK6QwHhQgWTkm8KiqvNT6FUSXslHPBBszt9Y6dcRBxIl8DFoNwtGs55
nM8XLAiiXomcyHqKa/P9bBuPA62cboR8F+Xnrc1yMSWDaguy1HRIwgmCknE+mDMhJzokrfGEpJbu
j7mO7U2ubUluXhuFtkpBMaS6wzc6HwXi75A402A8GY1Ru6Y6OHs97bf6o6+OAipL3yp0BBge56PY
dgMZhz6BJ9rcY5qGJQ2H+zD4ePsgXxlFaFOIRxJZAApm56NU0C70hSbRp1ArFx8jeGU3dNLk3x7l
4rqgJEcvDDK9gq99EUJPs9O1k5TYKGS13cc6o2oUa2n3E12UfuPoXBsKbScaNPk8gqJ5PiE7RtC5
4Yc85f1QuOWiDgdLp8gYO0nz1io0s4LQJBxQiYnIfs+HAhfNUJLKqTRKaeTjv4r2iIw+eZsvW7Sw
K58JwyPRFUp9nW23Giouyy6XWoqaoYzhax8o/aNid/NbX30xIbqHAMlJdKjUnk+oicD7Yi1mQo7+
Z4wt9L3WO8gO2NNb0UMh3AAzCQs5Yk0EDs4HKjp0XOIwD48aakM7u1J/lojSbWRUNOLx15xBemQC
IPHkbuB5lx1YckEspZq9/TQ2zVz6lWqHpxqfusnrqZXp0JzV0jrymNaZH83pGH6O53KyP1h4RKoP
IaWE8UsWy2mxm4sacTWT8LHyKDKqT1WTDsEXZRyrxY20jgJoqUiD4arJYGr3lSHZjYtRAK0qbme2
E4bJaA4XB4xP09bPnXnO3NKWQ8lX8ciZvNQkIt4HXdaarqImo74r5WnU9rkzdvXeUdoxP4S4I04P
/WCb9cGxgnwfIydmzS71k0l9nvNyGb9CdqPAataT/RCmkV7fIcLqRPejk5Z/Z5zBXwSwmrJfxsQO
3ztFpMd7ITDfd+6kL3LsjxV8ludpIm7/EKR6FB3mUWnAaKR4bt6ro21gdwAqi02sUmSTq7WB863M
ezY8Aaoj0/KPA4Qbl0X+0YwggHpTpaupWyIWXLznKZ+afa0ny7OctdafqTJmJb82qyJ/WiT9m60D
HuzsuVjUj+agGd1djCGu6tH6Jaku6hA14sZWUJnqzoTBUP3V5n36AaaIoiADQui1LzoDq9y8wUHr
mCjonD3MTTWOh6nFbmmfJrSF3wVkhwhAIIw2fBhjZfhTAuWFK8NbaGSeE0mB/gv4MZQ9c5my+W+M
2izVS7Ai6bxiyqvWy8wksJ4XQixnXw96NXhFPizDwVAKI7nrTGuiHT8v51F65Emkn1Fv9PBUskTx
D8cag3Qng5pF+9pOta+RUeiaR3NfVu2cMc2tD3I6Z3R7D0H0HI6Sk3mV2VYSsktyXfuDlYwyG6Mf
VH+coggvUXq39XdpOqTKQz4Gc0yiODvJqaNLeb7TmyJdXD6GRBm+tWrby2nwnz2K/Un09zKHne05
YZP/DMK2eDZDXMdcg1ir9apwTJ77WZvkT9nSa4+zPGU4H7PTFAc9MlNOvLkwpNLHTrVc7rtOzjts
CwBIPhiLniV+F+lSfFT0TEoOCblleIAlYka7RSptdTdHXQ8rQ3yGL3WltOoegEA1PDlJxmo/lUkl
H+CI9KqnpFZUuxS8nelAfSiZ3SjOlm+I+JmDsPzgPLl6HeiZH6Mz821QcCvyWzgRlUvT/qT6tlYr
hl9hCW/smq6VzV+KUueyF2mNmsLPcNRTrcmxeVLksi1Tl46s9mvKuVU800hDFfZYpnT7stXln7df
xsuLnesFphilZbrnLvDJvg5jwFWFSvpYPOP2Gr1IKG8+v3EQXnFAdAWAyaLstKbEUF/u4yFdiuMg
U0puWpTWLVUavdujXLy8JoiSUMWnVRmu6BqwUEZ5HDOpbI4hENa+c6r4zogl9XPTIel7e6iLVRPB
ChYWkJiEJsbamw/nESNS27Y5GlVn3kXDmHvaoGj+G0ehWEfxk55GUjfBoTx/pWj7DygHDN0xdQbb
8PNxlN8ZkzO90fabDiI6oUGp+UjQKoBMz8dRW22aK/q8EImklbFKoyF3ISgmL9QR9N0EG2cfmn0R
bkxPJE7nryP1LsR3oAsKK591t0UWR1PQjUTmtTUE95b1I1FGHMTClgbYtKAiH3Wmqza99OYeHfiB
tGJTvEaoGC2e1XxDGcmkpTLNp6JSpoMuLNPQHfp4++Ndzo6ojMT0NUQ3YAmeL2qjLVouFLueNDuQ
9qaka+8SanG+Udn6PkvVd1mMcIvTjtqbYxviQVJDVCcJEIhzzgfW+pqXReucp7Fm/UIYV+9aDNE2
Ys/LtArKOZkO2Q551YXTHzlIXY+m5Dw1fZB8cFIr2St6JX3pIsrWaAQsL7eX82I8ceJEvRfNA6Kp
dVW56CgBYwbfHGswgQe6Oxq6b8n4acPYYwLw1+3RLs83BD7wfG4RclOyn/M1rCUnkLMx6Y9OOc5o
85mlK4dyvbs9ymU9RSCd6M3SeSvET9YMXRoqrT7k2jrOUl6MriIVGGjVVUijeZAoau+mtmZHuzbN
+/wvxZmFjmsqBVDq0rFs3xdZWk77rKZx/DG1MqN3cXQPtqp4l9cqPxIYnZdRUK3WPZpKxV8cBc54
5PaViVqaxE8Ihd2on7Z8Y68MRYJHdYnon7Vfl13DkB0bTXJ/zI158NGlS19QzdTeVaXUb9Qmrw4F
wgxrkYohrf7nX1iK6tkZI70/NnE4WR4XHZCOEYY9saLc1OZ+41OLO+XssgNEEcU5YRRD8qGL3/Mb
2DdXWSerszUeO75ifqR1U8Iea8kMFCFtrN28tud/uy+MxlLdUhvk+sXW8eyF3VglFvLfShze4YhO
xWRUongLi7nIVPh5kLZ5B9iGwm72/OfZo9R18PKHoyUpsaeNCXErZbT3sepQcjJq2jMnaavCcOWU
AUjSBUTLOcCaKn7Ub2sSaah8zBRejzwQfeTieGOcAtZkY+0vP7U4y+wo0cZ4mZHPGbqbab5MR7Wn
JOxpUrkcsWF1Yr+fFz3cCA2ujPY/XS+WoBtfwIVzHi8K2NlypEFyvovjHhJrEMfv6QX6cXtPXX4z
0SkJzCqyZUSpVi+MU2Jsm8/BdOS2kj6g1Rga92Dmql/ktpbvkYOpZy9Lxyby3jwwxXZQZK6uVz3b
8++WWSGUE5iqR+CHygdSl9xIkUa/l53yqNR1djeKeP72oJcPADQzgi7AcvF6W6sr2VoQ5S6HcD4W
2ew8x8MSviskw0GuLx7et3mKovztAa98SMBJEnSuCHxe1+qpit63ZIYFA7L4j6GVoGmCJvhLEHTx
4fZQlweBBxuckg8J1u+s65RmESjaYuXzsZXt6J2apKgQ5vGWU8K1FSQioF8YNdNLqK3UtVAhO5uP
ehDNny0jbv1QMbKD3CeB36OQvUFqu7KA2EeiIaZyEtipq0CkW8wWGYlCPiqZY+LJWvW81JjZJc20
ZZxzZQEZCpkboacuKIPnOxIrnqGM21o+auEY7JA01+90LXkzIgqQw2kDqqRmyF25mpCWZ1lUIHh9
NMZOv09HZ34Ey9nSebgyFzT+wFu5iGEGrau7Y9G2lKcb5dhasCXSrJvoLJ1y//aWe3VCO3+QmAHo
LgKwXPwUD8+XbLTiULKtQD4O1Aw1P6g0yHMlwAsiguUk/5AmG0p7B+v4w9xEtbOH+t+GIahRJTl3
cyOrqacGzvR5tqZ5+a6ORWbtCtnqDQ970NE+NmohZ55sQjF8SIOm+WkFsdk9lHU82C/kopWMtlhM
pVIzoijZz9EgvdEenvSM6oWwaYZNx3KumRMd6mzZUNTKUc9j64l4Dl3/tIoFK1FRvtxe0CunSzQ7
coSFDfdF2D01OZdIIivHrJTp21YMWLEuvXXaCaC4aXdNlqjmRhB+uVV4Eyksg4YJD7p1ldTukC+b
pgLfGClVD6odw2Na9HZjq4htfb5TQLNpo2YZRbuuutr2qaoMRYpIw9Exy+FHZrTDno2rPRcLuNY8
NeYXHV/ve2WW9Q3u++UNQmYKkZREGx0K7pHzPdoHGpShiD2KiEb1Pmtm5XOfwvAfZ0DM25/vylIy
FHVgMAran9Z0Rh6cTmpLhgq0bHzU2CoPsdpbGzytyyebiABkgo5SLhB0wM4nZHVoVmMDrx0Bfhu/
MEZjn0+F/TipTfgxjc3sLwfv+P1bp4YiN6pqcFjp/IT6ez4oSstZUxaqdqQK43hmk8afbScy3hxQ
CyYUXwlJeMroa4e0uUr0ucQ66oipY/weZ16Ouj2aj2ZtbXF/L7cFsAukUy5Jgmr++XxC+WQ5lUQR
9OjI0Y9mcbp7ua/m/Ri1W/W8K7ckanQQpqlPIVfIhXk+VGQCMOu1Zhyhp6cSnsY0+CW7NEH46V7R
8Xv0Y32s6D7CVEl5MKNlaf3arMuj7NR2s1PjqZq/xPHkoFQ66KLCNelychdaQ3yq5zSc/bmR6r/w
fA7jDxY8kfBORWIj35mFHEe0KNkYPit9HjsunJU6oP0pa+etUEcs2PkJ54DTh4dGHHuABPt8luiz
F8Fol9qxaeO/y67WPEvv76uABiA1br/PQ3Q/pw2eZtJGCHt56mjioShHJR8lGxLI84HNrF1GUG/1
qDml+X7RJel7ZjTKxgF45eGt5kelnUcATRbGWcN1A4oszWI3xpGWKNsD/zeeMtvs/TDpug+K1bZH
GRXfw2z0pTfNY3XCdiD2S7Pb8om73LnCtpg3naCScqQi7offMh6SuD5GhsA+WthOuKCVktdMdQl6
v6S7t5560fknDiMPoFDbOh+qM8swD6ilHXXJjnca5hZURSiN3B7lyoSgFJMzAh1i2LHm3s5LWlWS
nRmERGDguRGHh0FdcMSO2Du3h7p8hixRxSdwFYjoRT0acbfU6avWOCqhJflz2HcvppIOXtjYIB+K
HdEROClz4k9aVm30f13uU8YGJOfiZrcCRZ0v5pjJVSyrjJ3EseMvOEiQ7Kjxxht0dTHxM6DxFkgc
rerzUawhw7GmHYxjvFT9IcS0931EIrbHjH4rF7g88UzIEkRwYdUAc+x8qLqRJixVZeM4Q8lEO5Q3
4tmJ8/ZLxLb1U03L/8qapP8agHGGbhiazpaC6bXJCoNedg1lh4v3Qo/1aGDvGMeKToePkxQNj2gt
hl/M3NjCKq+cf55cxPrYoDCxL7xKykZHqiJQzSOCPoN1FyyDZLlpbTp0R1pJYnmlE42fyzZucoLX
KRsOstPG9aPZKDhO1RCyio2M79r6EzDzipHBE6euNpSezhYKoI151MN2BlvMcsqu86eqrXd6aRpu
Gyg/WifcK2X2ZqFfuPL0TUIbUYChYOaff/oFy5NRONQcCZ1tb4jlAEZ62Bzipus3ZnntGwvdFd5Q
lp8ugPOhWgonwMORdRyKSXXhNGGa0plolKSB/nz7drikaTEthGvYUEQgoD2rsboRT/Y6HC32UzdI
Pq1v468kq1FpzKV8+TAq7Ty71tJnx3lM48mnyzZI913Z9c9tkpvTQUvVaAspEYOePzwipSfwAkUA
QlzzqIYi7Nq6jOzjKDf6Uznkw+MEm+zT7blfGYUcBwFH9FCFRdTqi5pxWNFD0jtHa+wnOCdFW34b
DHPeuICvfE3Rx0AjFFk2H2tFOzLLyOoXKbd5UfIU2tE8P4+GMu6VyNQ3ZiQCjtW6cQ2KJSNGRkh5
9U5aib5Y/SDbx8zuhpfBiIJ30Oso31qZ7Mp60H9+8woiZAMdmPYRqp366uYtpLJWwbTso2kFmVt1
GZ29drdliH5tAV8LGEJmk3d5tYD90GqhY6fOMc2LfhfYfe8ppZUjyCtv2Vtd2RKvHWuQgoS02Fpz
1TBCK7TqzDm2Uz37Y1dVHop3WzID10YRbgvw+Fg1tLDOz3fUNNPUg/4cjQ7vkw5xPT8B5rl788eh
0oTcteDIUodY3ZWTEhVUa9LwxKtoHIpy7F1ZC7aaW67MBTIVu4D9xv2xDs1M9ISR2UASqhq1zOtj
K71PuSG3MLGLKIZz+iryS9mY4GxtkGono2LlWOqe9NzuF3/m0lpelLQtwMW6SbLve97awk/QbFK9
ulVlmnfNDmZ3Ntl6+wEVc3V6xjQT8gXAQJN5BOe4bwuZCSlxDa65P2MZ0RW3xsPW8bF7cvjntC+k
uywArHq07bGE0CFbBXWV2DDylwYhk1PH3RJjuGt2suv0IzJcqCvM2Y8Sx87msbSQVHCVMMyeiz7t
509jgUZ+6qpmouseU9Dad1UTwAnSQilGYQE/T8dNVSP5Oab4iz7HidGVd41aqsZOR9lofDehaWW5
sgJS/OfYyPGCZpUym+8kPVasY+xkZX0fY6QQ0IYyoixVqLND0XRpl9nFDWOoXAmJ0rTxQ/iC+g+l
w4vn1xs3ngW1+BVg59K71NcaCAFQC5ntY08A4JtaHvpdjoz87VEu7joxCo09dMiJAGUdirWSpKi0
RNlHu+yTk4ldkZsPof4u06ZpF4xZ+/X2eBcbXWjuG9S+AVbo91lf445eOyV/qhyTPi73tYpkbdTo
xptnJfoNCTLBHYC2zdXVYNC0ISM8oR6b0Gr80kqqPR1p0jujmqR7Q623uo4vV5EcUnQ3w45WeHTF
ufs9s0pkqTebVjviv6Sf8L9zIjeCq/05DDQpdOUeQ+fb6yhmcPZGAYdBWhayBYKIuwan5tbpqlQb
COGaPLd8w6rqX/o4R9XBLLh+D7UhTcYe04XJ3IBaXuX+VkPTlgOjFV6zgNZXzxVsQuFJ5zjHvJ36
+amanOxnahXp18Ya03BvpWr/DbshKnlZOoUTCo8O6iq9E/S/qi5vpXsnwzrK1cxMcnz2pA1vUKP6
/BKZdqseSBibxY9j3aKJsp666k/NykOE5PpkNrwqbfp4V4L2NH4fG2X30QlM8+9AHawvNJdqgxvP
KBS6MkzE70NL6XZ/e+Ff38nV9CEtUfGiX0OIAqz2liIpc2/SRH9EAqRya+ptx8QZDd1NZsf4oQ3z
58Ie/Bld/Z9NObR/6o1Zbd3j648vADxiOvAeiN5EdufbrYkgdKGs4BylJI0PY9coDXVjNUy9uUvT
DRj04s2wiYTA7YQ8vOiEXn3uYNS6om1a5+iEUBlHkiaX7tVv5pTrbiHVh6JQP4Q2j8Dtdb64KMgM
6beGmwN7hUYwceR+O1KD1tCIAjx1VNW823ctvWZ5SNPIW0cBDoH/AB5Kcm9erGRj5bKRxslpjMv+
6yiVmYuasfr59igXoZfNKPRMKNAtmMka3jXqBVuvtEhO7SClBytX5PfFtKR7IK6t/OriJiJxZyCg
AiAD4LT1TeSMbY7MGsBL5uAmYU5/TmloeQEt+V0/RBu30OXE6HIV4BbvlIrowmq0MCqmMqyq8NSM
Q+WBIFBpzirtScn7N1sSAn/AzwYgZ1KgSur5fsinCZU8PCxOyVRS5KmbfD9kqMLc/lKXu45ZIKII
OAEaSdZ4PooEWFeqRc1L2ASZR9wR3ZdJ6Bxuj3Jl2UTGxBNFHRu4egU81pFVWukYpSxbqoV+VTrV
N3uhnddN2iKS/dujXTwVFE14aZmRhUYwFY3zORlBPJr5yOsuG+HiGjnKak4t/Wyq4Z2UDOUBRumW
7uKVCfISwjpHd0a8wKshe24kc0m79ATNvboPjI7S19xJGaerC4Y/b8/vyjdzRPWE5150Ir7y4H+7
KSJrCnU5rBCNKtvw0UGc+lOi5+Xu7aNQfFV55YXs03oVB3UGksrs/IRULNJabefsBmfe+lbX5iLK
r+hWcqzApM+/VRQmSoFwQX5SezvY059ifg8jI/n21rkgJqVDkxJC5EDBq1HMFlMMbQzykxlMKYYi
eKilHQKVt0e5fDgYxeCj0CyGnOX6xC6WvKhlWxSnMtOWQ05X186Z02WPolR3r0vq5Nboh7/r6tzc
osFcbnlN6BFwIZGRiIaO82UMRqWCPx3lp1KxhvFZbXIzeaI3Rp1ODalk8WlWq/6HWQVG8mah91dH
Bg0VFaqGIFyr8KCtslZJxrY8ZZE52l5ZORjRYbL79iNG9ZyiEKERXxCFovMpZvEcWIsdlqdgQK+F
boHcM3LEz5zMtN58KQrJBd4vXi50W9exppbkJQz0rjwV1dLvQUfMU5l05UZceYmTCmUHWqSQuiF6
gWdzPqO4TbRekrLyNCTpeGemerqPLCk4kIvFO3WsTD/PYQSDj9vehPHUbrBH/angztu4ni/fULr2
OerUtUUFY717ONsZOKVVniqsdg5jXZhuPkbFTpOawFdS6mi3D8rloWc8evaBDYHeL1jwZT0btREm
1Sko44RWrXrGU7jYClyvzYqklgdbSIJcFGILNdO5vvrqRHdP6C2ak3iFE9BTqgbVLl/k9u72rK6c
QdoEoXSTpkByXOdEpC5LMzdWdeKoaB7Pk7aLKW/vnQyWo70ALUARDr/fHvTKUhIfCMxT9D2B4p3v
Ie7tAJVFoU4UqI4XoIZpeCoRrL3xya4sJtAWEDZdXFg0rWnOCoztyZjl+lR2hfx3bBblc56axecW
h7+dWsVv5qbSKka7Fm8pjCaU8VZxia02Ize2XZ3g6GoPQlN7r0666SWa/vX2Cl7UBhiJewU8kuuL
iHUV7jdNDfEzZGbAMNquDbN68Mh26LSq1RQhkzjL5RdzpnPbGaLuvkmqcuMXXNk4oMk0rMFF4wZd
43ptr9bDsiTtiTuu1Hbc142605Sxzx+cUqnqe7QNpOeilI1yIxt47V8+y+0Ed4YKKY+HCAHXEupR
FCeQgnrjlNUYaVg8UEaFiirqB1X4gABoHd87Fcyo9xEK583flTUt1kEe86T9WFgLLXRuWpqL+bdi
tmX9Dot2Zz50k1q3oj9JLu5vf6r1JqQrg63ANxIEC5GinW/2foRvPSxKdhqsovWHJX0IpeBU6OEX
isdvzZTEYDBwwIpENnghtKoqZa9YS1KcorJVsHzNBkxY5bemL4yCdjOXlOAykSutptRmldrlRdec
sC80PcOQnANb7cVwqtKDKtFtvDnrzS6Gg7JHHk9mQZFOrPBvoWOlQ9207bk9xZVkHTqdNyZzBmVH
d9jgjfaUHdp5tHdNY4aeOtfRxi2yvq0Ynt48giTCI97xtepN1lVtR+DVnTQJ8xktU8K9ZNJmd3ub
XI7COX6VeuBW5Epe3R1mi/6vtoT9CZka+7Gm8S2/m/J63IqQX+siv58elV53BUQEUQQAc3MdJ5ht
JhVO348n4CFsdFQtmexD6yzyA4KzS7HP7CX5UzekWvkQNShOLD79S+jHQg3oEEuy5b6tQTBUenyz
Kow/JYMmLwd69JLJs4cRjZl5QG6GdlEnSdw+Ne3lEAa5+SO15PxTHIBNuHkTJVgt26HzdUYMlt4G
WXrRzNZM3hgUMVlgA/JeGFvCeHBVTtFS2hanuphOpSN9Uwc9OkRlYm6c8IseDTGKzS2IhgBDcczP
N6hWh6qdx9UMMjsoyq6ZjE53a1hvs79IBbJPzjSBiklT5yDXG05hcco0Tv8hMUK73WN0naDI0gAm
uhPiNpJPpUkb35gaCfMFdjLHlsouKMoq26tqewT0W6rT4NgE27liPUl5T+X+dR//r5/T/w5/lWQB
sO2L9r//i3//WVYzrQ9Rt/rX/z5Wv4qPXfPrV/f4vfov8b/+v//0/H/878cYeK0t/+7W/9XZ/8Tf
/+/x/e/d97N/2RVd3M0f+l/N/Pyr7bPudQB+qfgv/3//8B+/Xv+WT3P1619//Cx7ri7+tpAO4D/+
/Uf3f/3rD3Ek/9fvf/2//+zpe87/dmC6P3+t//tf39vuX3+ozj8BlgAsuP3BA8ES/vjH+Ev8ieL8
E/yHiiLUfBIhkNo//lGUdBv+6w9d+SeJn3DVQoIWoSPRcteWvfgjTf8n2CI3KUEZVWNa7v/4v7/r
7AP954P9o0COuYyLrmVMcQj+cyOIhBxONMI8vKVQLS6S5jEb4kJCJdoNyrl8CCZB45Tr6E5CmG+n
Lsik6dY4fKhCTTp0fR/fAb8Yd78t1r9/1O8/Quy+9W8QtHZkIsktiGzOj9BkxqOWN3Xo0Sas3JWL
jKOmIjXvqlnfigrPb9r/mS74A9k7BWoO6+pOmBApMAbZkVzCXsvnTrNGt8DsefPuuVhXIY8i1JH5
WJDn1o48aRfYoy0zJ4pQxq7HLu8OpZ86PmTdYD6NVp7orhHUiebWcM46T55zU7qvrX7+aRhz8tjM
o/EpwJ11po7XVLWHLbXzKZ2VSbkbBxwzvXrstMUNSyVqXSAbGvNNa0jp3JZqx3TnUYtBF1Oz+nOK
KaqVlVXEuylTtHZHG9X4l1WY1q5FFbhwyeba0otsVCBddSZq3i12H8BRDs3qHRxpHXFyKU8Cr6cb
M9o18lLpD1aM2MCb3kG+DoUGcmVaoCBxCc7YaiNoahZYkhzirDX9RCQg3AfAsRsRxSqEFJELDV2i
MACuDFS0LnDVdT+qsZSGnhW2yh3MiPEdXTK6N3NYXhxgbXT3jblzbalM7pxQUY4j0uoe5B/VTZEw
9XMCBa+zK7RVBzbTxrN1HjOKn0e8wXUt2GS81GsomobvLssqft7Sqki7t2Yqu5UkD/u6Rtk1yhLp
0+3j90oD//38MSI3FAEIklrohazrJVM+oaoRwBpVyyF+UQi4Ei+Sl/wuLLP6Z5jqaEgU+pB/Meoq
LdyuqOxvyAOZ8U5Bn2rwrNGIHtTOobyLLKBpeFmjS4mXZNX83Q4W9AgrNZ1TV25bOq3liufo7WuG
hxO/nMxIJU7kuvw9SuyXIunoH2fjyPnL0mTdIdZD+rc6/REvib9ur9f6umK5yKZMkD3AK8gNImT9
LSRF+L5AQxQnADqDg8cAovEhp+kIkn2gbVR2XhG41aehARGlICATwpg1tyEqglRCYSpwC4hY5S7P
KifeDxzwnZEq0nxX22bQuwECHImL8FP4azEa5zSh7Wl5Oe3LhitnpIr7yUTd5l6JovSldSbrZCYo
9uP5UmuqK3dDaviynmmRj1Rc9pTDB/nV9UZdUBlUmnvdQpbRG+NhOJVG1ejuoE1RthtUtZM8+srk
2RvzoZbcMizUU6ebgXPkD80P4zIbPybDRkRD76TqoSwgM7s5Vg4mqiPlknhhHMlP5BRzdAdPAf3V
25/qlRK5Xj/xjr5mzNhqr3Ll1HZqdTEbvlVUBjXGUFVOsqgiS+HaKCS9FGXWfA1zokd3aTvzsAxK
Fe1qYvRj48zJX1MGy9KNe6350ZRO8LXFt/Vk1ol5ssxBL1wjGVN130Sd87kp47Rz6S1KNxCTV2rJ
ehLciq/lgVcxn/MN12VouWS4kXllUSb5HhfU4Z0mBaUfwkL05CKyMldUvg+dUaMroSuTmxlSs2vM
OvAQT0oE22MwH6AWlV+quDW8UeLp8fMuVd7WO/96e1GD/M9vXYXDgd2Qd4jLNUm10VcSajQG6fju
9ne9CFvEJQ6EhJgm5SZkbVfftW3mYYhIQbwuj+YftanFvhFV85NuROFLGfZZ4fVc0zyD2VR7kiZN
sU+S0J9u/w6RmJ1/GX4GsT83NT+FGsf5l6niyQyDugw9pQpIibpifJawNHqBi1I9U0DK3UoLYYQU
ttlsDH35TBD8AZ7zilE0wgj6fGirDgyp14lkpAjIN2qT+r1R1pWrzwV3tFwoW8J91wYETbO5+kSh
2Vot+bQUA9leK9LsqMM6Ds5xZ9aUtSfQhqmz8o1naR2qiU9MAR9NQq5aGhJX12zHron6uQu9EYDL
r2gy8lpKghsvx9VRDHpfDFO0eq+LRqgPQZIamVXUOPpdO8qNuPO2/AOujgLYacJOg7q9jgZHu7Bs
NMZCzwE69gwprX1JZqjbu/HaKKhVEMSDlwgZ5vMtkQfc0IMeh15aS4uv10uwM2io3Dh7V0dBiZwL
XNSx1ytmhDlqfSO3kYWN0eAanUY/b9dPz7cnc3m04OkKwo7Q56WIsvr8sjrFhpnzYcZ0HPelNmn7
iv/0kCbYhnGc5s9OokOQTIsti7AVVVjcYSD8nGio7+jX0/Ryvo4VwlZ1E3CHzTV/OcbQ5aeuhqaS
RXOxKxdn9sq0W7yl64t9r/9sM+cTcVDgBUG8hXdexhqCJYVijcgcYcOvDp0xqW0cAfeKxa6+h3Vp
uTNSBHdIa08bzYKv4M/5ZQYIhdAEqr6gQ7jZnE8bmvD/oey8muNksjD8i6gih1tgZjRKthUsyzeU
5UBsaGhCw6/fZ3y1Gqms+qq29ma9Ygjdfc5506BNV2RxV27RV6Z7IUHLUZF5Mc0DND6fvKBgXy6m
eekhEgtII6qya+F0mUOrMBVf5bgE2SfBX7nTZI/pmPLbM/ZiKmr0EMO0sR9v5YjnsaOqNnbnFbd+
w6ozFatJk/FpDeY8JlEPDH5wmSd9BDq+fZq4+yEEBu3kyEDc+voO9SCLZQV2iPOZerrNHSsx8nG6
2LD5/WAtvt0tTw6nJ5uVk7EgriSvL0Wb0GgXt8/YENL8vXTreE2UdU3LGf3p+nb8oNB5e2e47rkg
uDQNnETnmGbkAbxtC5db1y2MIdnC8x7HyooNBY73wZ55hgOeFgg3daKu4KiELdC5HkzMQYYdOMBs
Yw9bfOKKXo6hkpebbLJ9trXmfmmc4KtoQvtuUtFwxGnfTGvLq4//dZOAi0s4ECJefLzfhNo4c4h0
q+eTDeZVPtn5og6lHsKOgVrvTPHkZNuxaUxvZ5XC+6A2f/vIT7s5sCA7Os3qOSe8Xl2LbEgeOTQ/
N6k2GnpF9vpJIPLRAz/fck/LEWUaikawD8TyZxvSlAmsUI1qSkQ1/bRa10izwM7/4ycEbHzKPue9
IguDj3J2EaBWafXT3JM3t9W3+VbN+1UXxjXAdffBpf72Y/+/1fC2YFpxFf+vyOg8a72qvc4WnSkT
uYm5iI0gyg5r5jCGmletl9h3as+52EztbUeg+SjjVbbGmupZ45OWVyFZuY3oQ/TjtYqsRA5tf92P
dSTjYtFz8IXdxpsQ0OKfkoytUT7BfCL5ZBu2pfucT30t900nELD/+3t8+6K4L0ApMDHSJnCofL3q
ITvLXGyGTAwlxgttQJ/sZuuj0Jn3Hh+U0lOsLgPE0/by+jJrwfAGC4Ax8dq5f9ZNwbCdeRMRpdr3
lk9z5YkwMaN5uh9V2ymaR4OtoGgK9c1pxLgk6wABs26mElm9V+0UEEwiF1eGUIs7Y0iMohwp3GGU
rZ/klA1OvDhOO8YBgpUimbYq+6i6fFPRn5j78EGYybA1c5yc3VO0lOPWV9UAx7x6sCIx/MDmwKec
LYNLV7kcvNqz77QU5QNBXP21byOT/q9vj4V2ihCGIHwyAz7bsydB7lGTOTJZsrnZlxmou1VuH9ma
vf1GCMagamdOgWs+yRKvXx50dPwDu3ZMrL5wiHGyveOczebu3/fyZo9mjArrD64cABqRH+e5MfUG
6WS29JBQQixPfSCiP4gWmouyz8KHCXfbdLBVp3dRGRUvmaD3R60c9JD7t0l+sCz+6h9fr/fTKchp
AdkAvOQc4CosEQFMejpx7Ls6i5Nxi+c8oYb8SIP0zmfEBsapBOR/ipQ5d8eQazCL3GgYSkWdNyEZ
9jYRQ7hmqKiGE8dnKWaoykPgtutO2pNfpf4kAvuzOeX2w7/fwZs3TYWBgxeluIfJK9/06zeNjZyQ
VamaZByz8trn1E+Z0877f1/lzYyDrgJ9y8k1gIE2Y7yzJnSlgO0C8IwkrO02llgc7RmoDL88YdsJ
07foptVtkGwDIRqZ7PybXi9LGQtbuHXMsAD3OT3naa0tcszMMQiTLTO2q6KNisumCdRB6dC7d/11
2eUOIbb//vmndf3q0zj9eg+Qg7LllD4UvH5IZWcTLW0SQ+65K66ysjBjJ+uKRHnqoynh28+QURqj
VZoKiheIiGc9s1ZFlq3460I4ydolyTzAjyRXC+p7Py+nPyrwlD5wDjUyLc3SvgIJsRieUeZBaMKA
86sHJcPhxDemD6qJd74VJqbe6ffBDWbW9/ox2NVmdVlV1kmk2upKi0XfZB8aQtM3nD/tk7k1gxPI
i9Sk7AuvL0MgsDXmuWj4LioFwJNtGKa2ZCJZe90sXrmjuwi/IPevhtjlSHmuxnbEb7QOjGdRrubj
OHX2k9v61b2o12Gno7Z5xAJ1a9LImJYn4vH0A5fPHjLPFXXq4MlxYxMl3sXU3T4ZqK5jPLiZMrCb
VdjIxosw/A7NvVOFl96ivRsAcud7XVrGH+EMTZ/Mtjc1uyjMsq8j7seIimQbHJU1Rj+psUPJkeVq
Z1eEmxvGuegcJ0HcEZBGSVUFKBKJ6oWWILzMwE7WeLU7i3qRAdnv0u6X+60aXfxvzXyzYwDsTsZO
qcdvS0Re4r4NivZ776llZmxNYHc8YYK7xbY/BPPeghX2E/eKBt/aMCyntGLS6O9bWEcABV1EbC1p
7drkU+bMxfLCbMpjKFbvu1fgRMrIrmi/ugAcRTzkvjlfRoT79fFsn1ZnNY+ZPNhzEVYXVR+Zbazn
eogSYTNLSDPG0o8QN1fjUFaVvJucbnjMppywrg34bohpVSk7umyqb2tdjl8djhiZzqGqf0t7Gb+H
xVpdk0lTLEluEl+f+mJrf5rab3dEN4n16OagvxwGna/SoeqHq8hpI530XWf8Jj+kx6a1bLevBkZf
duzMuWEflUf0U4oz50wir2rCEnC724y4d5fgBQs7/WVdsuiLF0wLYbWrZc8Mj6fpx2jx/WBPXWHS
7IxD80N4rVzjqtq2G4i2ajvMkzneMmxqvxXYZn6Hy+WwbldEFYmcgPT2J3SeWYBvdKh6RqTje3to
q18ng/3dGDiZuOkGEelUaxtbBzPKsOVdJyFuI9GrcEdAAgWG2XTTcDtNjljThshHyqA1q1qUO6Mm
KCrs+zEZMsX9mv4WWTubWCIz7ZyoblOhpuB3t3lYFLmdjd1r19aDjjN/8v0kcxnQf2rapQo4ipTl
Xswh5uyxXo26jL1+qEeMips17WssoWO1QImI7TCjKJs2tx1Smxu+FToaTk+w3XbdaI1mSgTKhkJu
LZc6dXGFujI6xFt7xLeB3muRjQ+yNGZQHVEV37pBjkGybNv8XeAvHSZ+oPtiPyFovVkymqvrbKuK
x9kei+HrNJurQfknl2oX1RidJb2o8XZyihBhahPICtTUqyI/KWpsJ5NZIzW8YhYuH8sSgCmxZtth
YW62/NIEBf09Zdz6W89hcFVLZTeHoF3mB2Sug0oQhHoTP0e0z+NsFXk86oC8sDCUNX9HGEer9ILn
Ji+mb1qGjo5PZZoJ2lFhX+pbI8ltwRbVD5O5+rhMr/5oo9AN2+t5kVFxaGrK1aSsXI37veuuUzIq
01appSf93HnFSfVN0vRnIkNMGZvBMLmXUja2eWmb1MpXRDB74LLV5OyxXneqGBvr9q7k9XRH6CzY
e7GMI+cqaqOgS4jMmKnFB4RZaQ8D/TAa9bzFQjdy2Ssft2iEEc48pMAM3c3aaBAUvVR4YxhqElZa
Vhmm0lZuBfuiksuawH0qfum83/JdG2YK9lEfXPptZFzbDhPFZDUy+UJvFHBVZrefm3yWUQoqRCWN
FZL9My8QziaONIwwLVrAe/bP0y5bndKzc69wkl7PUCKxPsCP0MjbKttPYVDIo4kSwIrHcBbywjRF
+TiOtluQsSOAgILMqZ2EfXypYyca+yaeI72BOwvoh/Fa0PylxBa2/R53K+xRM7t3wJ/lpH6VkZl3
iW0vDlmNAkHphe5rzFOx0Wnvgq1ffzdtUDb7YBydb+64Fn0y5Q4nyKIISUiUtiOB6BWLp6YbCFoW
Yu1MtscAC5Nxw0gas7ra3T5DvilepqAJibmMOPkuxtBUc+KNCxhQGdF6xhUNdUYEuNmltTmHpJNP
5fZn6/zlXtsGjaide3lEGB0IlrVuaW6EiDGm/n4jgGhf9NZNV/JE12y+CgbF2EGYrNNyZwT5iyGD
F+EZhzYHUaoynQqWe2z4eicxRBT19NCWwWc9tg/hzDcDhhnjgF328rlx6yMN5m6p699mWe0pqY/e
bCaMYj51nn+b+SbQZtSk2M6ngm859Lop9nV0CAr/vurFk+KEd6W6Wq2suu+q8nZZ5yus2l6qwIq9
obvZrOdueqhzsQudn9Y4xlCCji5/Qa3lvhkLgsWdPcdrsA/KsMbEaLB4qv4AK3nw2GK5jZh4dOd7
XnB8tZLRtsQcazIaU2D2WEx3WRv4RUzZpy8AI64YtfJvnT7GgsPKSRg3xec8C3Rq9v2B7PGHaRZ7
M2dhTKK7QdbKtlvwloLgi6ubIxJePOK1gHk0PFF0PCijZgA5Fst3sw2GC3MNDt26ffcLb9er6Ca3
vSve/51ji0cc4DH6nlcUFPZdKPMvlR8cvfoxzG8cTyBSpCeElVbmV3xl404uf+o+vwxokzIRzcCV
46Ml8xu3sGVc6WU7kDJ8VBqOe14u90JZh2U2COR1g+NgOo+Zqn5YQ5v0o+2lZIIf2sXeZwBQcde0
e/Ccb9qwP1sFY7oC+MbszHu7HNMoytpEhh4DbtzPuU0/Njb7MHbFvVNMcVGFTmrMZMuKYtv1RpPz
Mz5jhvJttpYno//mLFaSG9XPamx+qQzkSauWVa6v86rGtr+gKMJWttFT0hjWscot53tY8uL1inDT
WPQlMvo0z9arZdNJsRHWbJu/Oj6gXd9sv0rn+wKOv3jrpyX3nhrWUzz5ZYrJ/kUOUny34AoxM/vC
Voi1vuzMsPvlWvXFqudbpgYHr4cc6OTVAqNweLbxUkvBSyEQDxedx1dRkWZgbtMLC/9TF67NES+i
bjcFbHF9p++mYenjzBl/1hNpEHGJrHKMLTFQKemAaMWuvQG0Nq8HMwv2HMzhU8Gn4x7NxbvBDvIC
BumFmWnnIpTDdT0DQgfhde+5COM7lE+NY9z62GpyYDvArKW+yChmDoWqf7UVqU6bGH5XtnhYQus5
GAqdKPVjnn1DxkrKwDwuuaat9UbXzJK267LrWnj6q986EA9hkPwSdkMaE3KGFW8CapA8FqqCQQCf
NPoSkS+CNJ+enEKSKitKR7X2d+Ri9NFRjYXdJSZa6SAplG2pxIdUV8aFwh8cZcC4fas2YWXJWqwl
IcCZjFRCfER9GxDGbu3WnuFX45zOFmXn5My0JIH9jpbMD1On6pY5iYbOJPcjd0E0pGGlrrLKT1nk
lW4iWBUUVHByyHQJTzSliN3gRYN5v5hm17vx6KjN3YViXpnkdxVM0U5ai47XFsfXZLGdfqa9EP0l
XWq27kxcWq2YCfHCHhnWnRNz19YPYbrtlx6vwjvXX+ZqX+cFyMDYVsOSWE2d4UCDEViY9kMY/iqw
/Ps+unPGt+t0/RfM4ckD6ps6LJMhrBe2r9EA4pbOGsYzo6PLsdW94uvZ2iaVKzE4SV2MQxWXwZZ1
FMl11yeqaTJanqHvRaI5XO7Cqos3zsEiMY1I7ba6XKy4rR1DplPvz9CDlol8KMvVlCGetoafUrma
fyJC/y6COyFimBD+GA8cJzqWa1c3jKmlte6LhVlbLGAo/VkzF3f5xR5mL84RW7lQfaJgSp3FYS5n
BISb8BRrQaIEc7H5qofg7cSrNTt3Dskv3W3PBlsnJjVasAO3yq+IESqt1DFRmcYzRPk/Vdvz+rp+
yp/cmblJ7AVN8WJFhiXxCR+Hr8Zozdfdqgiwgxu1gk9mU89tb8ocY2Wr6iYIBUe7X4043KFVJYIY
yeXWJQvx0X0ig17w7UC7/7yBcva7UlvbY1NBmkqZXWRfg161L55R2oSseq31w86KU97qZEqMN6fx
pl4dSxwJKBGUZUwYvKTsT8gfZqpRtafYnHNsQQnRSMMpJ8XaVT28BZzczGvkLWN4wWypHhKMMcq7
erHEldE33VNQy/mWeQM3vxojTxmg0jhNg5cljFVnhg1EEONEpNvArryuDagz6sz+zuZ9UqZYGyd7
OM2Ub/kWMlDtarNr4z6T+bESc/kt160zp0ZVBnMSCh+6nbad6cV0kXyZQ+WwsN1GYoRTia9L3XRV
XGHgtdJw9R4MjYzVGDeE8n6rIsg88baGok2aVi5H5VjNqUIyxVU5+qWJsp4IoRQpXPnFyNUUpfj0
AuyW/lR9yvwl2rCAXX3nwtuG+XZwRJjHy9AuL/QZJXwXZxvHvZzr7sYK+oLgQmEUL5L/wze/RrrP
GRzafYphQDglUnQhNYQyuhjz+Wj8bGVN+2OLGsyw5smwf3R+1t1Ahpgs9CVG0MUGhfdPg8L5S2mJ
jc4A+XR4EMqtGvqlkBEkhgBySrPKLniiC63YftzQKsSDazbO3uggxcYR1Bu1k9vseRe5hOL4GZxz
kGmwbNNPpi7miMm5E937+dJ+5s/Oz43V0c/XUJbui4gyNx3pJhEuqX78Y/Vtdtd3lXoeB9/Kdyuh
4DioMDmgCZJuAfedXnS+qZaxuBhI42n2ubnmcjd0LhWtn9XAElFUMvsgaHSV6VK6ho7xdRyrHeq4
8snKi+Ypi6DIxm6g+d9WjA+AvHzxaUBGu7D6MSeKDZnLPm6ZFwSxFOitYmcUy3U5GEW9m1cg32Qe
6dsTh/TtPJ0pA45hTlNDKyFbeFP9Zv5aArMM0tkzh6dOuh2J71GD5YvvT8XlVmOqmWhjQUEVVHwA
cW5obaW1LfyDCLyrirjFZB7mqoDC1RpXJl0qGI8X3jTmVE4sXGv6Sexu28YtgHwT8wmqUySEV8XN
ZEx53LOTysR07L//mvSXdmlpAcJ2yahsaz19paI11M5yM6oskp41p0rhFZ/Xtc0fctNXj52SBQdY
LkiOYmzBN9FXIwd3pBl6pJjTBMQ0YEPnJIuloyPfXK1jX2jpxSiwVxV3nldYB49MqktrhD2aahVY
S1L5RajSZYvyz0Wwdiqxq9UARRrrNYrV7NGLqKibwxjvyPEKXgTyxEbQjKSymIMb062MfEfWTvCM
hrDNYmij5g887zZ7P8vBfMYzZPttr7N8yfLMVcdN98HNuPhFEDtLnn1ZizKyD806jPcGlUSfNKrk
EyMRQjbEDgV5f6CJPo25HLP6bZHLy8dQ9CWeS4oRVEz2w/TSsHFVKJk6kpFc3WM8r/JJmdQT03hw
mnkwk0Vtk9rhSbmtO38Skkmu4WcFh1dbfWEc4JqXK0fXwFLON3Xog3pLa+Xmn0aLkdgOBx+KmyKf
HWMHBb7BIAJJwJR2U55/9gbJx+Arhp1xHZGvllTrNtnxhOSli4vBar4J2IC/LNQffMTGZFMzO5IT
3AAv0PZWbgd387vvRFsL1GB6Fgn5UFt/MZEL+xM4wL9xdD3edsrnmyKBS/pMG4flR7jU/c1MBjr1
kBn+JQzgHXbx7wHze5NV2Bz4EZxwAQCe1yNPa47AglsaR7rCEptl7qEWXfEBEo3G6ny06kNYhu6N
9SzSNICd19dx2YxHiBMi8cdW/CoqK7qqujaiS+gNz01z8tsMKBN6sGPV1uavIcpddS1kmBNTxmSi
OMVL6HUnDBk++VbVaprsQVH/ioDuODS7zGALWQn/KFD4tkwZmuJnQKIUdoBl68pdhwOUf3Q09KDY
W/v62SkajAzdsl71TY20M0yY3rpU26UcCGDPxpBrRJUZpFMtCXGsMXO5Kcagd3dzvQT31rQB9wEK
+4Kf2NrmFbYqp73KYaOIR9ukXCSPLf86ERv7Z1syequqcJ8wRirnGG9m9Ue1m3oRXGS6AIrROm1r
aPCJQO/9G6K/VcUYsuo+ddkPo6d5GDuwdHv0giTCpspOdTtlPaPSpXwesX145iAcP9ccVGtK9EDz
VEwj9flKGBe0Eqo/e98poMTrzVmp8OzcheZqIWIv0qz1xihp0Nh+G8oa8kI3eEFFmcPue7HQaBiw
u4vJSMoN9buSIcmCwdDd5SsciJ202u1ZV3DDYmPcWmtvrgu1sR1guguNfi7pndhY4jVkFBqT6dY/
4RCzPNpuNxvMBEmfjfvZt/o0YLQ9xwvoVB7jdB+2cWOohtfRlkT9Nm2Zkea3abykWKhVQgxbe19T
GlECUq9ec3fVn1LOlITjKmZjpya3/GPgX3SEhDVQNue6eKhyZ7Piegnzq3JuFK7mA5O1IXPpvceo
d4d4aoPmxVLBlpSjNz/8e839zXt+jeoQTIVlFdE1jPUBOl8vhq4mwK9ySoBwPWYeMmYve0L5y6Td
ntsNQUTtWFNCor1Wn61tKnVseeC7cdMbcIWCWhvs03Lub+2NeVY8QCv/ZK+h/zCrShmcz2KbYiaE
+ddtNv2PksL+InOvfj7kuRMJHzE98g1yWV7//ILQiJKnPyYi0LQFebjw+EeCz+5dwIbnYFHzpyHU
6k4Gpb6lRdSPUvvOchhkJEEo4KqU6AfgkDHHNZcLNYdSHuZGmn9Qzg432ZY1/r5u0FjvB0Lov2fD
TPJZ0djlGkeG5zH6xKDrkR1tpimUmbwlX6iN4nnos5uysMYnhgl5GVMHNgoIS+ubrR7cMCn1ihIS
wKJ5rhRAxtHTphZJ1vbzi8DD/2fT6ZJhFusI2GGO2scmZ37NKUEl9++P4J2NFzwfNjA0Bbj550IG
eosWJyboXq4R9b9xsIteCml9pJ18C3RTFUCORymFazrxC2d4urD6xeKr6ZJcM+PdWysLSFfh9MeT
ddccyz5iYn+q3aM9ofFsliGDvmnnWplxJZcTJvXv236jL4H+cbrfEFoSfALe7+uPxzYc/NJaJZOh
yuXNCueOcl25T60GLrCLxrqSVeR8clpARZDndmc04sGeNMNcRhiXvRt5BCEq5nEune+/f9xbtPX0
2/hZCG0Q1J7jf7rtwlYws0hWr7Riux2Kvddld21YfeTf+9c94NUa4jGcMEYYvDBi4Iy9fgww3ip7
yHJJjbeMDX4sQ/CH8E/aS9FVUADnLvVOXTiazHHv8yEl41TnzxsWMnGuQPjjORjNa5U7627SdXsZ
jiagRMVkuBvs7PHfD+a9HQv1Jn4/sFr4Vs/5EhrCUcNB0SWGW4iLsuphuwSR2utB2cepLIY9h2mZ
VlSFlz4/fkfHN13ijvsUiTxKa3rMO3CEnOmTY96EKredeDvhT50Mw7jRVp/8+xe/gXJ5vlh+nDSn
0BmxiXn9fOXSWMuIjQkcqi7Yd2WeJ3nU8WZtH5mjWe7+fbn31tnJ2onGgMVGss/Z+5xMg9mbpbvE
97L5tqKWxuTN7XeL8IYjpDtv30+bebcENl6iZdClTjAPBzZO8R+Z76wvIGw2ZrJzYVacf8OmteLw
D7SUeNY0/jYqlaFXW9q9z0j8SFyC/wFb7Z01Azccjh+zWe7+3IFMZ6ZXDCvjjmga2k++q9pvwp+D
68Wtqw84uO9dCmY1CxQ3l5Mf9et3GhoFY8AFHAnUiZzc0jbHpM4oDuO2JMr132/07f7M/AlHU/JI
EBjxUl9frGYeaOY9C9TECTYmgwDhlke00L+v8s4tsRfik8nXehIgnxEbDFmWDOuIJcabwEttrY3b
srXaayKi/a//vtTbFUFSMxMfiCToY9GgvL6hfs4Gaw03kcilni/wg9+OhoW7Ve8AwteO/Chn/b3r
nXY21KSodN9cr8q6TBL3I8i7Xr3DMuUTzqP+sDMjTJCJ+cIF+d83eHojr7dUnJ4g3546GSgz5wT/
ebSWwFKcqA1iBbpeO7uv7LA/RQsHh1rVjJGnfLxfcSUHJ2jr5gOSyjs3DP0DF1y2AEIZ7LPPU2at
dOkJRCLK1rslBS5PW7sfLnPHBDtwKHT/fb9vmPgYxFB9YWNJXc0tB2cXXPLOLEKXTc1KjbvtwvvW
7MUhu9j+NJfLCNb4wfN95xDgetwbWkKcXDANeP0FdVU7T/bUyiT9frz7fXc8HuJdcrHE6Zcl/mCp
/+07z17m/1/rXIq85nRk5ulaV/uHPRc6HA5/7q++fHCZt4v81R2dGz2DLgminLmKVk+6AzeIPiLV
/z3I394IOnZIXFCwz4vlbjFzRa8ik36nHvU1BhGf5wvvqtnrBB5EolJCkdPuCEKdp9tnYx89//sr
ebvDnDijmGzBSkc665wV68wUBpTLOBK7TNBinc3hMbJLuR/IvfzPT5NLRcjO+EDgrfln34fMJhym
+rFEGWLnT4pTkuMv+q9kfrZl88QhPoWVoWg615/YvQBcxH2B5qlsHvq89e5WtwKIq4uPqMRv+ZIn
gQuWg1wFe03vPDd18xftYm5FDvrqT5camkcyzMzhe7gTDZiJmX9vBNl9FWqHfYW745SWtvQ/yM94
7xXiRYgTHFnGJx+z1+sO3IldlhfJpNgad6Bky9Gt2q/RUJgfHOZv1wNnOeI11LunrNLzwxw5VNX5
JX1/ZZTLEQrudpR6cz7auE4b0+s1gfMIPSQX++uQdHbqwVAJ8btVdULnPk+HYMvdEysiGiGhOMa0
64zIeujGOrdgbQrzuZRmeC+ELO6L3LWvASo2aKNeoKDYNCdGhQcgNMYyW6J93vXjR13UO4+FGSEN
AXJ4JI3nj0VV4D4QaE5DMsVA9CSaDDrZf/Dw33sqABVIJuk/0DGcvebJjBQW3jbq8m0W15nfBl8K
Z1Y7evDqcSDJzAGj1+qDj+u9e/NJHGNfx0CIhuz1x2VtblTB0qpI8YBIEfWBTKUjxQf39t5KslEz
nDypuBZe3a8vU1oQvADg6qRq3cqmG60xxcndvmJQIUidpzDH3nCXOblAL9VtsJDDqpmvIrma6oOD
7J31ZDvEizJ8wcybM/v1bzHKWll/2c6UjVUa2vBKIViuB1zKivTfu+87T5e8yL+mQmTu4HL1+lK9
tstIlAVqAU+rHaw+e+eTH/LBDb1zyPAKT6oKnLS4r/Mpbh7NAiInTC6x9kOqDL/+sTIKG2Kir8wj
Q/hyNxKFu9NGppO2L4d0RhmEBANbKsDB4KoKlb4ZoacnEvoUZvUqN68Rx8OKHCKJcfswXjKel2lP
2EMqZkCSfz+od94JnSUHB+NCCoxzQaMDl5SoAjy3bRUE+5Zcpxju0xV43n8nwcM5t5lb0RjSJrHQ
Xr8TVLpEYoz49WtcpSQScKhXCJTlJ4M28Us1u/nR3orhSz1s/hHKPkgivlC3/75f+50vA+Y7Fr2n
TR3fxLMFIX0NpyZkrKzH2lfxCnP2xutWl/FUpmRqhMWfQRcOzLPaPBj2Un5hD3J/6VDXJ16JxX/1
Uao6gfq3a9zjsCH/JKaHEPhsxmw/hvWhZ8RDgMdV05S72Twx+ERffdWr9VGS1Tt71189AepadDf4
c7x+ppnV05Ba+PC6nbN+BckI7+kV59hhdrKzzCV6xAKh+OAZvvPNIIE1ERJiYMd/zjqahgwg8hg4
nbHfgJkxWdW1mnqocmFhflDbYxPKHZydWXhcMrfCmBpc/HyQBriMI3pRGbHGgoqZuzUbS1wUjKnn
qoFQZs4dmLlChYidAoG6D2W9RTszd/ovbYGJGNywdI0m43ogRo2FWgozS1trqx42H+kJcFYDb3OS
XT3t+orgggPKX8tNzKxzvMscY5gfdt1ZP6S/OS+k0VpiZ5CGfTtDZjcAAjwftTH5tNCkBiVw97Aw
GIwJuBSPaykE9Z/sHD8OHNv4PBbWUiXWFDW3SFr9b0bdBlddLT0I0pmpb+t+Y2I4h711Cws8H1N3
to0iCcZe/p78qSMqTNgdPOo1UAMEXkMS+zJV/sM0etbTnGv5zWHI2uMeG8j1zgjCNtvb7PtTGoje
uBwJ/QtP+tfqMoqKFRAGSPeuMXPfjRHtOxkcnWXABo3EHO9Th5Mq68AdsW+fvRwqCRPoS/A3UNY+
X/ubgi66T+HayCxd11CxmsJlidD+m/zqU6sZMtJ1jGAvMgF7LxJwoxKk/JDziAth3ufZeUU0DuTu
DGOQoPwU5oTAxGpVhogjtay3k7/Wzn41ZjjoTe33ZRw1efV1yAQphMDOww+/E/hmDJxx1S5o0IjF
ftPyVyOs0u2U4m64hhIVGmmzDWYRi6wdZTIZo13ujcYFsODrkvCbXTljF6fHbTxsQw51EA771qUW
cpnLJRLZmkoZzo+4sECnMhiW9OmiK3lsvCwQ10LPGFUJkN+4ZhjzC+hn24hCMbH0JIa0uJmn0u92
kPanm6aPVvugIF9BctMmtGdIp+Fv8mRBQBpu7TqQpi13bkP4QdrqmpiaRs0ztEjdm02s8ZuHrOBK
7e5Wsw5/MSHS9eVgrwNp8A1EG2+Sq5HCFtfeLjSW7VnqfNLJaM4kBJbMFKEHtNTWcdGWTFlsDSMT
GkHI4HPxovyTOa4OH7GbOS3SxWGFTvM/5s5jyW70TNO3oqg9quFNR5cWAI5Lz7QkNwiSmYT3Hlc/
D1KlaR6c04nmrEYhKUSxMn8Av/vMa2QYIJtc1JMfnCjUFMo8zgR76udPnetS1+yE0G/SjRTLQ7Gd
IDyWmxZnsHLvwSszwVrXdeTQR8ZEI9V7taDXk3f6fqK7QBeulgqFlR8AT2chplRmg1y5xPJMbdxS
jMevVSV53YUmF03rCLGObW/7XrfPvKQobGRpA1jNZabSO6wSikZl4MfTbuzQvNt3gDKKG7MF5b6z
QE5H+zj1egAsqDfKblyFRnaYig4Ar8/2HTdRZfYPvpH76p5bSjVs7A/7qxzU/EvHhfUtoLBfbWIu
SaBWKcxwF8hngfyjr7fKrdXGKGqFg+zDkQj917ARs8c+j8lXjFrS8iu17jkoK7FlsUQ63buN2amY
OJp40XxXx7F5rtHFMwGl9MZbSYBG16ar436TgT696qUwF790JnV7WxKpC8MZ8KwvQBU9MDtddKcB
oXkSlEG+D9Ke0oTYx9qMF80yB9ND/JITrZEuojatlE0s6v7rmEXtE8iH/Pnju/ZMoQRpP/QYIH+T
AUMDP76dQC+pWlv3idN1VSTeQ15KC6duJSkHxaJ5OO4IfnDX0yP/IgSKfiF0kJt3luqXmwIaCHG/
P4Url9dCGhEbca59JItQLniXTl5qzONr1lYDYlagNGr1aaQpAngDUe5LPc9Kzp5UVX9gZV0o4EwQ
0oKDhRM4jqI98JAWk9NvWiCOn1U9VEZnHIPs28cf7UyAYtDgs7BngSRJRXkRoNDbGw2pA6orxVqU
XRkSUpX2EE2GW9c03pxsBIIJOC/UAIaanlHZJcrTr9rgmckmw2ajcZpI6b5BDKruuq6eZlipPGbc
VU0BS1Wapl0ix0oK7VGDFGOUJW4cghXEB930zNIOihK0etmWxe/ZFc+fXkcEACQCmASy3WVNRlOb
QEsnaiIQM0y0OgP5JhXE+PXjL3gansA4nBceYurkGst8Dh8XgIsDowhGY8vllY8CVxltPx7kTOPh
eJRFNJvTGe5DiVFS+/u9ffjibD59Whli7UUWcVZVGG3lz0PEtmEn7huQv80byFX7Id6GLrSvlXRG
OY2Nj99pjjZ/0RDT8Toap4YBkc7aTG7jFk5yrRzQ1XEVN9uW19aNtBPu4/2wD7aIbG2tXb5NNtIm
32obGFl2dj3ukb11xZVNe+7BTJXlM+tBcqIswlypwVFrVAnfCkiZG6PsuGEUa43teOZ7g9GCyccS
tSg7LaY0qkFGBshEObGQVAet0cStjof9XV3kufvx3J7WzGddQbo2Oo1P5AYWXxrnTPBtI0ZoeV94
CI5V4FeKTs+/996kX0yjEKQ22CP9sRQqv98HeVFvPn6CE/0uzkFaViacU6rKnImLqmE2Ie0LLxLa
aRxDasV1Q7nOvLp7RX29vyO2LjynS2WrJUkfix9ZzcJAZLBQH4Rg0BuAXMqwUXrLxBlLitv7QKf+
bpsl0oAOzu6GuvbA8yQfZwLI21FOpepO+9q05kXyy+qkzli2g0VjI5n7rij7TQ+mkrZOiYfUQ921
I8hZUfoxxVP4NaCwsB3jTk7X9v2ZpyCDpaUzW+siCrlYJG2BDI+PjgwFld4SLmH/lCVgFcX7kSgE
YE5sJePXoclj3Q6Laeg3KRWrb/WUxd9XJnC+PRffgxqpoqmkYnT2lwKJXYK0XwyYy9GqBmnOoslt
GanUS19Wh4tIKYyDZJbiBle78a6JguGJBQEBR4qFWyPzPLdHbmBD12rck07FW7xm9R24GPW6ocO3
st7no2r5rFy5FKHmzYU6+/HcSQL04h4lMqeLFXXWvmgOQFlgVo5T8qjKyVpZ48yBQbecXhSeiBq9
88V4HRrnRuoNiaNTB7oBl1vsy2Yc9itTcGYxkAGjr2+hnUBLSD5+LaxbUyvyw8QJw4QKjzfU4Gwk
X8O7rRyEyQfQWOuZbegNdLFE7LLR1ug8fvEnUV85Ik+/MIa8pKYou9IRlpZAv8lIhpFuYARewWo/
h1JubuqkGZ+1SVMuwGKGTyvvPn/C4yklDabX/Q5LAFCxOMJKr8qVKqOYbHSW8JbU6DlwrEqfyogE
uwwS9RonvxISgNq5TaRFB880eldJoH/a2D6mdyjQj3vkjqirTJ6xUl6VZyzX8vHAPlLYUgn25GXT
2mozUGwKpbmsMmtvS/oNMK6JBfFnZPZTsEkrS/+hK0Umk9w21Z0GceKnHqdV7CInaWpubwIDRfsp
hsnpKeiVTOBVATXmMwWMNkn5zU8q/5M6jcb3qtfFYdNCOP5/aIWAtubcYlopunBOHy+xMaos2Q+o
ZNZxDgpV8QKhux5zf2iI/gzlZzgK9X3d9v5zRfEWnHslyNfWWOXDSnRwZr5lHgXLGPR+DISqjh+k
lsU6GkaZBgA9+X0DqQquVaNe0qdYwwOduZtwk5gRbqAO5hh4sa9kJRzhmKDSWE+RvhUHs7nIJj15
0Iw4fJCQmWltblV/x23Q2rEp1beJovmXtaQXeyOrugPwguwmthrsPMMyPwhCNO0lkq81N53TMxjl
cnpAMzBvzikWgUkTgDxtUMF0RqUXvyhD3UAXFJvLPEJay6iFAO5sVxwwblXXBIPPbHhiB4rPpiIj
LrK8DlvRU6pJycEVGFU3cpCjjrONQQzhfG7mxm0ABQHMdzQ1wCqN0vreRV3/ZIldLW468NImfLWs
vhJqsw1c8AsopSbdCKZW9ytJWTn/T89jRCHJu9DmmRWIluexUePMEXBIOkpsJldUMXxXl6pxpZh9
bjYog3L8aZo0A5COl6hVkqK3Hcwj/I26hzg1YNfScnsdCFjumrocSIa9urGzDPfflePwtE7JrUZ7
FLETpLy5fI7H1oG0JwJnhuPRTttrqAFdYh7QOQ1Mq5+gkSJUKXJv2EI4Hm8TC/yMHXlK+QRJQd/h
Ye99KuOpWqsPnxEXATKA1I4623UBeFnsJF+2KtqYeOeWhQkZsBcxg6H241GLiC0F4J8cfVcrHFHk
VOYgrjLpsY3FeNgg1mQcvDItINz59Rr8/cxhgicNUoZ0O0HiLv0JhAE8VhxAxZmidnpIKcBsKBRq
h9ikI/nxzJwZiqQBfcsZ/Yjn82JR6KOkIKvi1TTaEJuokGZw5TCMr/NeX4s63tVGjy8d5FJMtBGx
n5z7/ouvHXht7ZWB2jhDkajjLUzAdGPRdI0OgeQXNxC+W3QwgwJulpA3NHgq3YMjWlvKSxxVFGjy
dAoeS/DHkh2KbXCnmLlv2mUlS6MLk7FLbTOaygvDiMaXCTUDCinEORrUm1Q0bsyuUfRtQx/qKxg4
6QU1lfolgYH5jPvoD9kqxOdG6sSvlV5f0AtNtlNXxt1msroQkZJsElGPLFUuliYp/V0eGbW49Yht
P9VWLWrA9EUw4k3JBqCMGlmTG0kpMgoChqzI2RYdPcxOSIPOHgrLe5N6OJC7OLEGaRvQkGvtufmq
4PSe4u6ci343UM7P4gkDSNxbbAvM3HPoVVh6QFEZvvc6n8+O+qEZAJp104s2DigdSCk0LH48FLiM
G70E3tQrw89E5kDZqaB/RsijevKo+Lq+lrbNa2Uxv0A8ZXwR6NoCtVhcxjDaoWCplEP5nt6BSpbq
qpXVb4tYk/cIlPjQFod65VQ7g8mxgBrRYUT3U51duI6Plrgf2qmuiKWsEcacBq7/SoMJfzdFok5l
djB0t4asCbtC6PY93S2Xtm+7S5RU/lSJFs55pacefHhY5HJiaV1l1OxWws8z9ZB3RL2hsvqxjViq
WCqalwothXTHgG6/MUQrdrlvEtpsM/YNFL0Jh4SWg0I8epsTAF4lnT7spABH+ZUP9i6ntZgmZG1x
jkA2DVDFcpriohflMJgJHVqUSy6Fpi5zTfbdW9sXsJTKUtWaTTCIyv2IqNHjaOahvDGlTKILCNnh
W1zmSOHAww91yDEheigYCUWPQeiNk93im0BcCzHwWpE61FO8ohIEV9IQzoDZTNZJh1PpNVct29Da
w8I3dAe26Rg6Zmgpr+HUw96c4ji6rUbd+1E3WdtufUsfb1VVLi+yMAhUUjlFeGsaQNkrgcOZNUxD
Dcgj6QrqX8s2LNQUHxGXsnbUSWjdMleaV6qwklulvmdH9NdoZAVroMSTQ9igCoz+IDEdM0L2fLyE
vToEu4y4iFMlQnrwjKi+gHxH7IIV1sp5fxo8MsDsZsv5S/7Hkb8YSynppHCwOGaGQtTGG4TylV6F
hNNPEH0V1JboUfNRg0eqrX+A/4TBBAVJ7TqQJ+mVo/anXrWinY7K9KiVxvgW6HXziZ7A9PLxzXRa
iqYGSlBESWMO7cEvHj8pIX9j1EVZOIoAGGo3+U3ZO22PycZWlcoxvJYiRNTcQsKaziba83pUDIae
ziYxG8UwpBwnJ6eoj/FfFLb5bdoVyloidbJeDHI7klssDYGQcIceP2TGGmT2FJjMoxp/GygU/xy1
FKaVlcrei6FNneEYgz7+8Isoeu4mERUj+NnEN5RHA8lJ8iyLnMRISshNUp/6B7ErwEn3LYKJB3Qo
idutOSNTraa7Bc6OBhHxmQGBRC0ggaEdE3cuCkdmsZHVhMaRKQDv3FlKPqkrYerpKYbAMnwNCOcm
0wFg5vhlVaPJMCMHZ1R3qXroIol+i1KqWzMwOkosielCaOk2rYSeV9DSP7AgyELfo8m8sjZO8tf5
SQCDsUHnouwS9NlwdypJxlUTtOkXkyaoLWv1LpCFCz/0pZ3cDVvAPAdjzHq3nB3F22TtpHg/s4/O
0fdn4K4Djw22YDn1HsdVXhvzM8h1f9MDzJ41kWX9i+6rpmfXfio5wEaIHQyRRpOP+EsvYkbmgXa4
m2Elbh1k06HPPGNf+4F4ban0H71WDK6qXmu3YeaVyOUMwy4pKQuNHtU8GmkiBP042ei5Wm2B+Pib
FCcqhyZHuTUzlA5ysUGpPDflS7OqmuePP/zpScWL0niBVTBDz5YhXBRBsKotjXimtrxHxF67TZO3
xjYZxfL+94cit2Whybg0AiQ+Xmxo1MRVE0LBaNWeRnOiD9uigeENIzHffzzUu0z28VSSeFFwmcuW
vNn7lflL8bQxhNEvy4h7K5tQrC37kVAN4ltaYYgK4dhwidlK1Vba0nRgZQ+48rAne2lWAROG0QaO
L0bQv/WvYpG0hylP4IX3efkiK7A2Q5OZNH1JvUuDVLil7STd+YTJThKFxV4tO387xJh7o6+QiQdF
H8tDho3IVTnmxRpk5KQoR2l9vtnmcAlA+DInl0bkNqkMpk5sjPqbGGRJ5iKpJNzFHhCSLQjMTtgl
Q91CI6ZkFu7JiRH97JOCLhFJBLxfFP9K1SHdk/ZD0/qBLWWaVrhDr4r7QjIhjJa9QYk+LxLtWW4K
5cfH03V65nJ/SRKFy3nrkd8frwzF4rAPphi5nqgLb6TWGxC8NfqDNckxQFSLmsgUrh055wdFswC6
MBCpZWCA+wYadVgqAbrtmzsyt8wtQral3sfGlykepke1MYsV7PJpj5jZwuKLiJP4Fjr0ImUKcyQN
qZtlYCDifI/rgbQvKqJ42LWEPl6s5s7Ef5FTCEgMjrNKTS9imWe3UgUPNRLWKvwnpYr3zgyXMouI
qtsyNVVUtCX7BDlOLWSskvb+DvMJcWVDnntvdr5Ov0mnrUVV/HiKsbOI47SDBJmPlXlVh6n/NMpl
4kCfCg6NVWuuF6fqTY7y2N2oAs5EaGW40quu3qLFNH75eMGdOfV4DppesCLpgC1V9tsp7HuUzlJH
Ctvoix6lKF/7uvdV9C3Ck4/HOsWkznjUXwZbBGgjXHuWGRvUt7xhE4T6BWScLYXUHh2TOqM6HH5h
htE+MpFYSJPdyvjzklqchYRcPACGpPCBlxRQJYmBoaLO4pRjlD5EWknsgUyLU3VcLsUU9S8jrcBb
7FvaTYhY1baXobMGQio/1r02rgRYZ9YbpxUYd9KVecUtCkdC1ZVSpgSZE0uAWnxd0PYawvRr6+3c
DEN3xSua9HWWA1isN3UK5KCzgD2QL+IYZNb38ihXn4MeMKTdZWhVRDnrdZOnabaDRKmEtmLyWEMv
1oFdK3HCD6gICMWZ6EcUZdOk3Hw8M2c+xftFCOx/bqosO/dBy8GUGUyMr1GlaxArvdTjUjt8PMqZ
L0EJGylmlN5l/sficIURNBpqiBfPaCKSNHUhznJJBPwbh9+VKO7cCxFKkvOosxr/MhE1c4suq8VZ
gvuAdakiL+ejBJNNDx+/0ZmUZ4ah00lWsb/gipqf45fbXfPDIrNUhHoGzEEekBNOI1v0IlOnQkNY
OAY9mKd0qMduG+RTACG7C3rgf205PBEL13iUl1D6N0JbgLCbfHP0bAtB8hgYlQokKwgKKrYfP/S5
bwPWD6AP8GPlhNqKFQWqbA21gXwCJWvWqnWJ8sya19aZyab0ST0YCgEcsSXmPA9y2WxC6puR5Gco
vIn1RhHUtASgO0krO/mUYz1TRYCwQgCF8acve06VhqBPQOMcaEtPkjBnMsRX2W2WIlOa5BLKf5My
uWaWG9eygp9inGeC4/mqdUsrUXBbsSMorqzm0wDsayXvP/d0kBA53tEQUCiELm5aqQA4BJ0tQ+uz
8lqbppv4Jk++/p0IHoPf0RMN/RAhe3BTYA+eb5ok6+4blPsyR2e11I6Simltm8ZAhKTILDe7An4s
2L+9LkyZ0HC28MBGYJl05H5IwRDskkP5ojq0MuTdSVm75E/r4nSWMPAxOQ+R3sar6njHqDnM1Wxo
KycTK9T9uwHh22JqXRmXQDC1YegaSHXdRHkd3ORo4SYuYvHBF6RwXyZJUFwASMXaEX2a8kGMwI0V
0itrh5z7+JmQQa3AsqroIuVG/6lQm1lirox/ItQ8bdV+bPe4Qm2EKH1ryLI36mAVu16ixPzxBJzW
Gw26WSqRiUEpm4dZXBUDJO4aUkWJxoougqJOkg3trOiuoiJ8n/lTg9gukqNRN44A4fvX2JQ/yT3S
O2bVqT8rsYSVDi5to5f5dJBipVyJGU8DVZrOSN3A2wXmpWqLhYx4rTXbq6OELAB7bercvEYh1bpM
lAHrI0h3OyHpzZUGz5lBmRNaV/NHoaq0aH9ORdbVWouWUu1N3E0IW10j4tPsyiEfndITMjcPUAv4
/amggw1DeWYqyATmx0uiC/RYRkUP+5OmbL4XjSLf52CgPptFr96g34g8BrI/JQL7fiT1mwbu1kum
IWWFyIyXPOtBE3yvkQO4kaDwIpczGeOXVs70l4+f86QXCYoIqiWBLFJUPO5iRvKkrYVGLACeG2mz
rTzBuwLBpDwNutG+IIARr6yAMxcevhyQjQFR4ZzEfBx/lxKERRlpDKh2YKu5SjAOTCR1+gyXyE+5
yuX0e6FG450k+MPLiJRd44StLiWbWpOETQgVQN7nhDrRpuJyu6i8KH5D0zFFhika6Gl8/H1Ob6H5
ggPTSUIqEgosgv0ERh1gFYr1kiD2RLp+cOM31DRaEw2m3x8KYzoKu2xRkDaLL9NpBPBAUzlE0Cja
IIho2YUZdfaITu3KW53ZEpyd0IboeTIL+iLqCHAS9AWRvoSRI/MJRD03v0+K7F8Iljii6IuiNYhv
pRLXNFzOfE4WHMHbHFXpDH48+0hzJQgXiig6SFW58evOcjM1i21L7fyVYPG9Mn2cLKBnwUBzxIv2
gT5/hF9CKzOLgPCo81henJlo4Q7BW1Zh5Dz7mzaNHQ8KKTPq1ZO1HQxP6zcGJ9K0LxIdeXxBQNDS
JtzEYlYvLQGdWjpmjp6age+gblfJBx8PQ2Sz/bbcWL5ceq6ADurXQkcK2+4A0FtYHpAkrJwsZ+aO
hjBdcgC5MIaXxKGitIBJpF7hxIMWPGMl2V4q3AlXGq6D98BHRDedoujTx2vzNOQjLNKAbxKs0j9b
2kmYPnU81IUKlDRzb1NQ/7SVqBd/PwxjGAg1YOOgmmFBcjxlg9T2cS1ZsMvDUYaoMOqf9GGCrA8l
ZaIq7RcHRDK1g6UW5UUhaiULNsI2eC75ogyJdgkh1IxkFLZTLYP8+fgrnAnE8CKk9S0ZGCUpJ/tG
wN1ixEGgcuTAFDsEl3XLxS9Bs5DWkCbLiYIeVH+Aqatoq75ibFupLWdnpDJJEO70DN/O6sT4Gohp
fBt6dYsOZJus1EFPj3QVSButKXoTuNMtm45motK3KkRoRlgqfNWTAHIEyiruqKMiazeJHuxWPovC
tBzvNJYZlxyVL0A/hrG4YTl8cSESsC1N81LZIESkozEOgiJCLu4rUXEQwTSuTOyd1fJCS4Z+W9V4
LXaD4t+DZNUv6T+votzm43LxUGBrQGDxPLSvlts/FTIJHWEZcS+kqApYkqbxIy6C6EugFdNbHtP0
3VrkUd4mLqCabLq8bR8oVaX51vNMnBASuifwQdGffBGqRnkFx1yrrllPkugME8B9iXbDj5VPeRpJ
0mLjaCSOptLCRB7vgL4EjSdWooDaXYd1SFcn9JVGbTjItCc3qjKqkBeDYStVen9TWkajuZ1YKK9I
G+vbj5/l9KzWFB2sB4VnQHjUM48fpUBal1gbUcnaL74ZEMwvrVb5ATuoWYkJTg8XBgJcyu0KYgzs
6vFAQmCEKcuLgarecyQpjuip0qX4+HXOjTLnJiqQKzqoS0o6us/NGIeMEg06x0iOhLOP2ubK6Xw6
Cockaw524Xw2LxmWUc+NPURyTH2zVTaIWfoXki5Xvz+Kouq0qvgscw9i8cVKcuNZPh7/1zjLLikO
UsIHz7z5+IudOe7oGxK/zmECUbs5v+wvN2iDd5cilR6M2z62rsNi6N98qs9uVSNF07MsX/ykiWxY
t1gSt1PnJFLbuSiolo6fVTQ4kUW8TPwQbfe4NVbu99PlSQIhEb2SUJANLj3AOKIlz0sS6KVq+erF
iYw+Wq3cR2bcfF35Dqebci53cN3S0tPYnYtNqSDbyPERs3RCYIJSNUmxHUlyfQGyM9r00YALvcB1
4YAllV1PD+rHtq78Z4JX+bcFJ5BUmDlZJljhGSu3mJMoo0TQ0xLiqgPioIrTcNBlP96vvPJpK4Yq
EW87F1s1OD+LV/aFdvTiEq+xTK7iJ4sAwA5N2jHIJwNSUcWIKgSy93HTta8KqaSLAk73/eOHOJ1h
YM8kUPwL3jn6d8fLD6IyjEbuR8gMergNRtJDChgtOvvl2lc9U1WYFXqwISbuxkV2SevAqI/zNsWk
0AxyLH20PJnLaWHSSJd4nGQI7gaa9jPJJyO0KVqp1+NILOB4ogo6SsV+Fk1AsaP5MdVmZKxs93NP
hyUp4R4ie2SxS67/lPQooGG1CN7KREWyQ6ZtJ8PufWxg2z/2dVpdRGInho6vQEcB9+Lv0Nq+NzMT
fsjIkYT5yoS16Mfzc3rWUQJkU8gzUBtZoMX8YB6RBEITp049tAngNTU96Ehq/+41NEMNYbtQbCRt
BE91vAqkIWpE0tTMoQslfC+SML+kaT7R2NfElULbyQsxFH1QU4S7x3jLRYBwqVpkgIkcq8e/sIsU
f0ee/tulZTR9NXiC3PPQK/nD8QtlnoCoZo8gO/SDYg+KCf3tyjTcjydn/ixH4Q8VdwpSlKXYwcBI
Fxs4TIxp8JBGdBIzG57KOFSeFMRknw2lFg+AnHXb18VqPyCxjvDdlP/+rFEanu0v2cMiD3H8kqHX
WXmmk1+BTZkLqla2K8wWk5ccM6aP3/QkIWK+zBk5PDf95y18PBRosjQQaiRJZDlHwyu1M1nCZuoi
ICxXmlXTv3l6Fh/WxEQTATqOJvTEFuuxRmrGKjry4xSiOAQRK3MhJIy3chx1u7hsVQe7u2Kr4YBB
Gwa8g0Tv1+bKDDcobXf3H7+89B5RnD4PzQNQAvSglpeT2XPnmCU2I5QJsKLoW8SbHSp5ItiXTO4t
R4sHbCmGVPFveQDM8Ubgfd+SihKdbeaK+hr6YBB3geb336ZGGS9pYLe7EvkU2UkJXsDppxk3nl9o
I2oDdN8nGwbV1HA3JHjyTb7U3oO50BvYKqWoPeBS0ao2RAdgYpRiMfQKpLF6DDx0mB3V71G58Joe
xWSj6sf0gtgTWGjG+etA/0bqRfQFbKCbHieaTdaocegGei7f1IIF4W4CoXDZomSFqn4WmG9pMHZ7
vRgSAf+kaEJfHxwr7OxOr25oWZkR6tg95oxW1SqBA45A+BYZYX+pR6jiXYRFbbI8fR/D7rY3hK85
atsvvuHJeO1V4+fWqJVXP8qFr4UYahliS1qQ260cGxbXQCvc4M8r4Omu9gXK0wRI5VU36xC5Rdcg
SExPNPRczcfc2o1q1v5hEoNwN6hII+1SXw8mu5RntxYzL1AXwJtOdIVatr6mWBjwghDTPhdY7qq2
2Ir4YwkjjLHbJlA5oyT0toECpgNOS20y6vqm1Ursq5JoQnUUdU2maaDiF23pPxdfujRPZXTU6wkB
tSYaHkEKy6proGLwhLVDmrmt1eCBAtq3Muwc8HvpQhSiy6FJI7JStWWghtKPRfs8YZv4iMA63aio
KJtsm7BKfGCIxZBvLLwZ84upQFQKJdEsRYi65V7D9oDd5HboxHY2q0zXXJxM6eJhTIRx1pAVSP6R
OMuDq8/UODc2puQ1muqBPY1Uvmz7A2Y5ipRbme1bGsZFYLfa59ZKJxGN6o4gk9pzDL556PNXCp3t
8GCJbfkcIw8GohD8FSuEBPSKnoAoOY1Ug+IOiZ8CoFhKdyc2SHc7WWBUMzufDgQ4wqCYDddjVCvY
T4Hte73xhKRIlDtKYJk3xVR1Vwpfk19n+LNPndKp02aCT4kTbzn1QNeT2feAhWjMSL/Y3Ix5jlsH
hWFO4I+PgjO3F0VHDkKwZ+hSLdMogEIT7XsVLVyxMG/zLBke6lq0VkY5jUVgcJqc7QTE+nyNLS4W
igpyKgZR6gg93YV+2nqqheOw+Kj52tbItGcAO1eROaGshA/qqNKtLH3xtkq7lWrRSXiI6hdgfXhN
NAfJHRcHsSQXZtPLEIM8ZfS+W9gpuFk+1ZeljjPQ735aZpzCj4nMEleNtSjm92rZJ0R9s5tqYewK
JfF+FrVR/W4eTONsTmiIeCFc0uNeXGTWqBk1TRuMJ5t426u++hiGtb8yypnPRuRBqk0/BFTZsuOM
RDomOgUVkcrrYlwuqmmLMdgsEm+s5E2nCxIw+UzmB5GHrOlSd7BSaJgbuF47mjnpbhwa49YrwL1+
PDeneBxmhN4oEIn5WqYCdfzZWq0O6ijEJN1C2wOfoYxKiTOJ8WRuWo+r2IYV12NSQ9SOqVQ09i+J
FhXIt0UK8FuvKNtDq7RJt7JRzrw9YTFNQWIEqijvgNVfkuc6KBMVFXakO6pM38DzMzexhKLOx29/
ZhS44MCwAMPQoli+vDcNURXFtFMsH/8NUWwIKy3cYz4e5bSxCGuQggNoRxO1WGoOx99YLgwjlPPZ
nKkPUbMegvgh6WUdHxGQ6F6gJnuKgNYnaVAQg880uG2y0ATIjhfanSEl0dPQlribUYe3HpXE0oGt
VP3KQ55GvHzqWUqayrFGW0M+fkYV0MTUJtQepBLyoRPOYuTsVw78MFQ/TYM2PoEURBkKA1c7lWXp
8PFHOjcVMPJnAQtiUYA6x+PHclljq0lx2EgkzOCstr8Rk0RaWe5nti9NdkrwFMxIi5boYq2N9a6P
JAqa2APvojFSXQrLsNMqYy2/O4V7zbR7Krv0GmZ82RKPiftsgslxRQ4RjfUhwPPlOZqs8akNtWAv
4zlw17ZS/Mn3/BBdc1l/aWslilam9R0yeRzg8hQKUGa6txZ7dTGvQYF2sRcCkdHRCwsvRm8SPwdx
23wHmxgCRYMCX9t92WfmJUpfyrPUl1Fw0enhmDip2agPHn2ZJynOse3LYvgBiZy3h7ExhmCTIFX6
A2o2mFGZku5lYo1FvZ2mXnyNm35Q0LHxKdrjBpL+NL2+kt3czwPBDtVJf/p4+ZxOrEx7hS4L0MVZ
nHTxmk2kD4UE/sdByTdyyStUdAcj+TN0SXNlqNOdMpd0VTqX0FKASy5gAhoFY8g86D6PihLKF5PY
thujVGvfLqJcvSlT/KU3OV6qnylGFCDAew2phI9f9zRrQzyTuxvgzVxmWj6DXpUjkiWYAw34Rz9n
EY4leMfXW8Uola9yEA9b1Svj548HnbPO46XEgQxhgxmlrn2C2MPDpGYtoQtrTjUQUa/XtBf0urTr
2gsnApp4jWV8KoI3E2c4/ZlQGiPWsqkbV3IoJiqkiTiWyofUnDA5lqYUm7LSN1vlMPqKX+Gzpgj3
gWzBBzTjInkwrKzFUqxJgruw90gt8kJAs0sC5PUQ48XiKg2cAmeoENQ90GIqf+R1Vt0HU5/T/tOC
8AuOSxbqpziJ3NXwmvFpzOhYcWgILUhxIUo2hZ/H8dXgxbpgY+dYwoZqC/xeSlNIJVdXAcu45Dzq
T8EY62wf4ees2hytSOmWFUaj4RSPnyuhMoIZeem1+8EnWLEzzqw1WtjJ1qAnyMan8Qi6hjxj/vtf
rtJKw1QUA0K8xaa6vqJO1kJKwABZhY/gfrxCTrpGlCveIzwIPuzDZXfVh1VlimHXUs82kutYhhg3
K3BVe8wKyj3prQ9RwpBvvDxG++/jsU8uEMaePTQ4AKiW8p/j14TaJfiwJdFFoUlyAfKgdPgB5V/X
1H/8GP7Tf8vv/rXc63/+F3/+kRfIOvtBs/jjP6/DH7h65j+b/5p/7P/+Y8c/9M/b4i17aKq3t+b6
W7H8J49+kN//9/jut+bb0R/I0MNm/NS+VeP9W90mzfsgPOn8T/5v//Ifb++/5XEs3v76A7eJrJl/
mx/m2R9//9Xh9a8/pFmc5D9+/f1//+XNt5SfuwrffgTNG3I3b+Hpz719q5u//rD+nNtdYMuoNlJg
5zL/4x/927/+BhARaQYnJvGFiAjuH//IyMKDv/5QjT/h8SONBYyTNYpo7x//qPP277+iLAMjidgJ
VAex/R//fr6jmfrvmftH1qZ3eZg19V9/vOsY/XJ+UQilF0MWAsgWXWDCy+MV0iILStGu1O1Cno2G
9bG+nBoVvccoxhOmgYuoJcpNoFU4V6slIj8D4mNKNsZEhq3+aMRYwqK0115Pea3uYjo2coOztBp+
xlyTrraWwhnXtVtLj3s3JnSOmviqmwIbBeDqJdaRiKwSUz7EhQGZKyrGBtXDqN8UkBLo14fe3FRL
85+BlhQu0H9KDWniOaHQTk9CmmehHcvGoUCiyJ5lXu3MN7OtScf6dixrqiCzUngkBneCAG0AoyPc
3aQeTVQlCneo4BHPSVmw80rQbFA0/wbg/NbOeMxT/r1c7Eeb5H+3eXZv+bzs6uWv+v9x38xWHf/z
vtkj5/OtGo922vwT/9oxsvwn24UYBMF36qIc0f/eMZL+J+ks/z+hCtyl97307x1j/smmgEWhzkw9
dhq/7t87RvsTcMUMaoP3T/cH+MJv7BiqyYtOFjtV5OpFvo5Ng/rJUu0mx7SzxQQZ+J8pfPXgLZfJ
QwAScF/nibZX5BlO3qTiFj1nV5S9G6SOxb2RUv6KjEDZUv/XnBifIzeK0ydPHvUtPTAVK+kotYW+
F20vy5UtMn895EJfuS4UudkXmv5NMcP/Q915LUeOZFv2i9AGLV4hQkeQDGq+wJii4NAaDuDr74rb
PTaVrJpK68d5LaskAgiE+/Fz9l47u3cypznYcFYRxdfE6BX2OybRH5OzLcf4s+thJRPoMx4Jb13v
0cW0B3eKjUAnQvSop4oSNSn5yXBBZu+AMTi5n5N6DgzA01s23f3QzITGada9pXgfGSnJftOsJ4iH
J0WbSYfXB2ULGK2J4lFTNpOiGOfZvjUslbaDF1iBSb2RCDekFZdbofb5dbYTdQ4IynWfElG3kTr0
eUQOvfsyT268I0bYJA64Tyfpd5AU9ZDYIvUJUgU8l6FWnhrXoCifu7YKTD2ZXvN+bvwipeFL+rpF
YPbY4Tp0nQQaajuq4PIdT3ka+T9uj7Oh8ETWZESjOlhqBAg2rvzSlPExVTAl0trRRKCpRGw7iZ3A
rk1lGSa9BTxUEVX95olpWzm1Eol6aT6wPiUbMsMwP6aZqfS+PTn5o5lMJm29eiUBc3RLnSzpLPFg
A/c5U804VU7Mgcl3nopyCZw1TaN44KsjkDFXaVmjzgxGDeU76jyQZsvo6K/TMo/7TCzlvs3bZQdD
4ruxGD/rYgXJtdpRQU7VHwXdbT8XyojYMsvas1zXo9Y8aMBGtaEM4b/Qk2gLUs9JOqMYG5kmOmJc
3hZN9MeZEdknGcdHzSr9tSHdi3LL2K4tyc/uYj4uSV3t+8n63raoaBXlnUyjve7E3+o8uQPMva1m
dQfG99p5DjdQDHyryWLfjxhOfvbCNv2uXrtDB58gsG/pt/OgzljotZDpMsnO7XTUM7fYjlrp3Zsl
6bkgN2eri5Z456XOeEoao9y6mtKGldV9o3+4WytD/Zw9theEUV2y+jRx0k06qdUe96Z3sddqJrh4
1JeXRR/5c4aaE+ehV8UJRyW5N3n70LdFE7iycZ/YIcqHeRntoJos8MSTVHYMB6aL1zklWCf9Rjx2
RFDZYjnmVe74M5ghB50eDeEkyijEo4JjxnPXJozvrSE9jQ2+HZTw8d6G6bvX48J9m5TaOMupVpgh
jM0UqEPzjKDv3aE9jtCcYwOQTvz2hFg6IcN4JWhRqGZm9tbIsvaNroVUmxluWJoA00urfiagr72o
VZIgicdrCdsXeOAA9WE2rPTktNP3pSCtjZBHPlecLQLBzy1xs1cnQqJNUlnZ9PwhRd7uFSp45loj
962o7XNMwX0tLUWerF5Rd8VoVadcePY7AkxYf7oT9HX2mIrqoDQGCxVzlgN4NXGdsQyEDub0vTRu
rWJokIIbRiHjx7keNMMZ0sdE+eDYR3eU7bmcE36+j3VXelFm2kTCx4lvmyjc10z3dUXSsJ90dWPB
77mLW/VEqWJvVd2c9yiXnWtqaJp/W6EPDcs+r5+ZRBaYn3M79GRFEdGdJ2ApqzySsgmyyd0x8TmT
i7xt3WrLzJfFwZ72bmWcKXP2WS+/31rTAZ2gzSIzQKkAZ+NgjacQLv7Jah4EuABA1F3EQSiP0KA4
wezm9inurNBYtJ+tS3wqt3Mgap6oz0piihVFwywEqYPa29eyKdMHj3BJxht5cWjQhG1mwCbwWpOb
OCyX91Amsh1suOaJKGWkyXOY5nYaiI5JzVi+4LlayUQkN9OyDtVUROR8vi+ayirhOsehUGCV10jM
dLP39jN9AbgVdvokyrmIIR2pw761ysNMoqdVZW6kS/SXal7FzItdcwn1yXmeq4o/76ZKRDOE7+CW
EVGPveD5V2es3xBI8yLeEZVqB8byo9cyuVVHwir4vc271Fhfp2kkm1ixONcs7fhqeWU4GfVEWp7s
Je+vN91nHejcZEw2Sz00UTYNt2wEC9OdnA+CJEjfoZ5bvIaE+lW/LIu2G4xEudcIur6PWwazhJ3e
lav76MbimGs1H0zNQ6dP75W4eZfGTJrAIAgi1tv0zUrqgrW25CZZeAIHT47uYL7SR14eowc0YCv9
gP+XjNe1jnIe9gW6nrFdpLGevUybX6akHXZFse5dmeVbC1gRr4c6hiimxoMhVPJIVD8fT4DPbZ84
+6zzhdto23ihiBVtX/sNuy9Tv51AXuFnZfM29ehRlaF5RPzpHqrFIf1YY8tMujneyy7tt/VYxizf
nWQAVz1UGLMQuw1EWVXbsu6LHYJg9TAsq/k0aBfGxzJEMGWHVoEpQ5iZCqHbNU999r7ilA8XNXYc
P6uHqzFgK4wX3q1uUF5Fn4uQl1DbYer27scc9TbnL/RspmvuClaPoIYctVGrJhUBt2BvbSljPPGd
CmZGSTL+NaW14Zbhao1nteSrYeD3fKuwDXuI6AIxQtNaHNLizktKqBpOiA6ILUMAyuRZ+KM7vJNz
wf+bzTIgYCPe2Gsav7XKJK8JnOpznMEcsokW3q6emE/4CwZfnez2Q9Qd3GJiy+PIoQZLo4zlJlxx
cpdrApdBNtL3at4moOcbVvRX2Q6bZdC2S6oc1yY7zflbUrJXZm/eUFxsq7gDoYyfpt5aMN/9ThhX
m9lobxBOtTxWmfWQ5N+8kkk8zKTEY7DawXvJz16MTcjY5/X4po/sq5xUpqG+M0dj197yIXKXqIJ2
diMGtayLxnCV8awe2soOEzqiforByc6SVxOuEkNE+9pOYtgJ6dW+2xn39cwkkUxHZSLRaWBiHaXN
1iBrp7aLA6etpbU2o+oRZ1iCrJmLO7XXgd3oj3Qq3xpVHCxzvPSc7Lq6vR94YVaZkgDfeXXYG2sf
9U7aRdDZJZNKa69QsSKoJ+07nmIPMpOWXAqR7FZgHUSb8B1B0QyKsvpwCQbwRep+KLnUI7DuS+AO
7AwkMcCq4rc2+7nqlBs2sdqfcpIQiZex9llr6zuZV1sMpO9r2yCQQTICNDO+bx0l3Zl2pYWjEjPN
ns3HseCrzNWFnqKRttem42/ZbZN8T5XuQ4gpi3S9YLPucutojXW19UZUGk61YFbrYlx04lwuyk/h
OefOkrxcOHSMtvtB3NEZo7XvzSL0BrHJbw1M6BORkXZY3G4fy2m7N2o1/oYaJE0bpi7FkjKL5a3Q
Br5HMFxvvGglEcnNa5HLy+ja36tRfSw5wVwUtfhJYdYcCIfX34zOeCjVgU9F3qtEUmArj2apPbho
cjeJPsV3Wi+vrdCuTJm2sP+3fb3cHqKxGa252i5caKeqSf25oJR6JPxg3qfZz5FAar10N/EyVOe1
oODpChuORL98qCSFnt0pRy3SNN5dWeQ5v5WyvfKbunfL4ofUAPmb+PbgSar7aQH2hpQNcuVEuyLs
mFmfjLgHL03rIKJVdaz7npz2wnQeB+JRSIDPl+XZTRvnG9pVNxC1zE+cpkVIUjiO+cVBc9C6Qwh1
icW8bsdQownuW2jPfEqpyvfyNA1q275TF5LjySOmukjEfqr15lTXuU6OZzmC3cjfxzi+YnlN3+NO
nBx2+qGZvAiAWv5oi6I9llrfbNiRu8DM+YxajTqjlqP5adSNvitBvAHv1JV97SosvUy9WQ6Tif+Y
yfbIiOtJYdRN5I1mlkfdI/copQsSac5t9NRZ4wE8c/c4i7W/m2KEkpi4yydl0XL8f2050KXgcVQM
7ffslu1RJT19kzqO5muL4kUGotURDZH34TZpshkSndw51vTtKqEaTGWG8ALhiJ9I+NK5V48HdGmF
35r6p9ZI7we2JW3y8yS7VgUg36zFpDw7g3oDILwLl1wMBTj9nr5RdSjrkWjtBGL4vgMa/jxr9hqO
ZlXzknrddz2e2k3eL8eqSbrCr3LNe+5G9mHYrTZQsME5GKsuwtotl8h118V3ymkJRj7ViwIquw6Q
UTp3gBSTQJeas8ud3tyNtizxqJBZvAPIFAdyWF7lMmth4jQmVgUoZHeZ1yy7JJ/fBf3qKmw9NwPA
2BIfYgG/uuvyXIef4yzbhZUyGpjsnvOx90JtJehr6Vfjw5O1vgE1Kg8aAyTWGpOVGNmJihqHsOlb
yLI+2TIkAH3akPHQHnrPUw5w98aj3q/Pjparr3LStcBifvqyUmkTxYMYRa4jyPLMKrca+cM7J6nG
oBZpcVVnC0IXwBT1GLdjH2pVNUdMxvpzgZ41nMdMu2sBJ9/eo+6PyRhk0Hq5fu6MYZtq1XX2XotK
kLg+lC+OU9ew+EsMAg4RLIkR6ztdKSp/rdrvXkUDTS6J1/jxAt2pSUSzddTZOGUIQwO7B6iSptY7
ziHruZ60DssAKlLC1JNXciE401g2oaVJOW9jAdjsRg84w8l+yjpr8jtpWntISiVva/k+lLxfcTeH
RND3B7sAxkKmhxvg9XGP+u0XOefeS641+cNoqPMG56kWNmZ6byT9H9U8UNoZZXWqHWs+czCf79tJ
8yIiFt8mq4+3xDeJUzPlwOJ15Bxdkcijo7JvZzLOpqjMrTj16zV7VutlvRQLsSGdoNbvlUYygAxW
4RG/Munm5UZ+fXPHut0B5rWjdIqtDRHNua9Kx9khb4U35QjNlzaeKgs0rKJxL/GEcmzCxbVHkGA/
GIm37FpnKrc1ESlVWLWr9aYTvPKA8Ea/UqhZ3wy3Gy6zOqYjRaAh71rWdFYiYf5Qqi6wjXLaJ0ZD
rlEclw+l/V20O4z29+2gfU+kF5Jtr7dXUQ+Ba++Mofq2sKcfiIAXgVc35Q6EVbvxIK9SdkrULB6u
xQemhpaf5Pn0YphstQo5it95I4EHu52yK90pOSljGpoAa68ZYrs3Hnx2nA0n/2nG5gyLp7O2LpDx
p8JaWFgz1Iqtuj7pQ8VxAQj1iyg1762SA+cWqbfv85RW+yU2so/OHF1KqVhj2Zk60iwUp6x3y6iF
ec10chrb4keNESoNULCqtGCltuZBNxLBFymiJmgiBqgs3ksjQzJuJ8MR/G1CsJqrqNp2wIxDDNVs
KteZopZz3dQlb6aZwNMvrWJ8T+YWx7hQ5/pa2VV9n3OP26KmbAysZMlPi4HIJ7KqVrsDiU96mlES
TbO4bXnDLQvtrM+N8WqnWXmZCx1uPVpnxfOLwhS4uGUsH8e5kmtocEnyrVv7ooJBfFEazdyXmrJe
y77nZKo5RbNHVFJ74Sza+ElI1C0Mfmvn3lxz62c8ijksKInZxFwiwWV/iwmbrMw5QvFIt7U+LoSK
tsINb/31b1aBAFKdY2WTI1DasS41kdXiEF80uuZCrzkyZV7nk588HNRmRPlNM6PNIVvIWsEeaXnf
Em+9LxEVPpMFNR7Kqu2PhJTTreFo5bPNeU6Idi0hddG1uzBtF5GCi1qJqopd4kjq/TR6iPXgc7La
V0Tb0wM4CGgCgVHUzRkw27y3xukw0+B3MuVYCeOJPJ3AbPUFX067GTiOjAkM2pF4m51J7RW0Vd0H
+A84ua8zH7nrwsVdt515bko1D0h/DPRYf+Au9ro1kIdCSs5iRtnoCkYK7d4lwSSrb6/BWysxcTna
tvRwIcU2FEQXXeYloXS9Lq7Thxb2IAtNgJ8ijsLmdsQAlsHfKdhiZFrpIRAnKGtTFqjzS17YD82y
hnopN+niPplqGaVtPAVy3sniZw79NJhM6dupfbXWvn7iZDht1dn9Q3WIM8J0MBM0ZA2mPxogwbWp
XY+2sO0DuT32LfRp46rJd5mIn4a2LCczzXfWYskAlTKiV32ZGNsXL3Qvcr+hpwjFF7Oe5y5ba06r
LVm0x0olkawU1tE1rO/Ax6npplRgUXU9Kng1KG5HT5M94SEXhHxixvi56BTfTp2WV3bgiPCuOdAy
eoCOdH3Fauh36DQrhalvKKLuytuCZxXZDTacLfAkNNO3beo8JM6fRpMDndY3NPaikqxS30XOOndY
B2u9DWayukaQ5ktiXa1qCjNaKKVE0pr2P/TZuVtd7YwuMhwb77liWBsomSmuHUfADS/oZ90BcL29
j7Wm9VxuudTJwtnEBXWvLrwVoP5Sgwneg6IvG/SsCfULmkfbnaPCQNdpq4+mVUcuZj69t46zl3w4
7q5Nmcq2k1843tOq3Npi7lGTMEhG4plKKlmnOa7ulIWWcJ/jxrq2ipYg+kwpOZQ7sia3Yz1/qiI/
Jxl3POgzRwE7Mpf5A3GHT92wmQuHzb28ZPEJx/fs92l8kEV3pVK95Cb94bqws6iK3fc2tWS4Lrc1
Pbniom79G7YT76G+X5Za+LUbh6kkZkc317BolW2VGb2fd5oHlJxGSt215p5d/yVDtBbTdAynuT9h
V77Oa5gU+p7McdArBhw7C5nTVHtBynDDt+aV7rZp8DbitZycA60alNKdw/LTMbJVqnw3JMPBRhNP
zzC2qJaQkCog/60JmE29k051stVytxj3NB0p+yVEuZrdJJakRMkKfTSPhh4YoZLAxXq7b/yhh06K
M2TedUvjLw2j6WkG3Ebf7166xabPB35rlgMjw5t8ehA+jbL9lJgJjfbraqhbBs5hYn9K6XLQ62I2
c++HUxdbI8sZ7OU/my6mV2+uw1mtdPWhg0ITOgLpnCRnKJgz7ASgJM2wNvV0R5hxxbsM5ZFz0GdB
cl1lCt7uWjnbJQteMd8GfFPYJVFMspE6VgfRtiT8me9d96K5STB53h0iv6BNvQ1ylCaYCLdYi7DT
UO8h40lPXuqG9dSlvjTj0G4OntRC2b422k831T4pzqXfa20XgUa/zysj3ifWfMTKww+eZLzjPCF4
jtX7cmjPGapsn0X+W6XOd5xA9qWUr/3cndTl1dP7a9WiUqPD5EQS3OkOitJrlmZbwTHFbvhSGtEH
Rdwd0nFgw52VZ+D9iBAZZ8xBp45HtbTIaV3DFVS2rg6hVZ6WvNorqbvDGpccO/4/Oe4NbSbT955M
vE09bZXuZNKnoggyDy6Wibh4pu/g5/FzK8ktZEVx1kdNH2nyD5vU2070RZsB5QZi4o4my6zCjS/d
M9MUX4zHrH1lKfKpOXx6EH4sOuYXV/DLz7Mp8QMviJ6Me9t6dsc+0PR3a/mW989MWjjscRxkP+hZ
d+t1PnaI/Z1m07tvvaoEQ6MFGv0O9VYsDNVlUOi5jTnyPtY0zpOvs9ITRFwXR6RFjt/AhXnqzcUI
RzQnkc6gJih092kSnrmpZv1qOuNybvuOc4geQ40bfpqzcyjzOjL18Q46RLnx0i4/mA1jBuqXUBGu
dmzi4okYy0ubKfuOuDbe6oqvTHglh0ak8cKp15MZd+FqoJjJRmcnVI6hOowIdXEfstW0I1tZZMM9
cL5b7OSoa+NHZRlpQr9sdM5GOTyp6HB37mAtJ9pZZvFgFMNPtiC6Hw6VjCnGE8Ay1c/y20o+LO5d
nA3zFjA4Oak5jQ+WX4YZb3GS4Oct1/5Bqs+OQsQBjopCGvyWhWHfpeiC9og5aOGOj2ZOd9jmWNPi
QXNu/vc1Tt6GwVxODoBZamtGddNb0yw+nn1n09f1Sdfv146dVt/mab6g2Jq9DYxdGWmz8yQARyId
PaqZetc0L5KgSLUvn3LF8ftpCNEZuX6laswGzI0sGa5V661pOpRtcqhIAdlZhRtvaIVnuwrsEPTF
3r6Y6mzv86E5p6pFM7cJhSquDY1c2izJRIij91BC5+IsY838W0oxhY67apDzEJf0lKAHBjVHJF/N
GXH0PZXW4mXFOYmPmW6NOyINEs4hcbvzxrp70DznLUuTdN/3EEO0LvXubuLiQwrqSvAUAstpnLPX
lvsyre+E2LQG3gMow99q/plPKK26JQS7DS1dXqsObD3o5+I6x0LdNo44mm4eGbj6Qwhm0ZRUnOua
Kgvr2txPZrGf2jFqTBEHjdm/0Mt+GoYFWZYU68tNH+UzUoCY7cF2bV3qJTngCSle3HG4JNTRT8vN
EzIi00D3UF7nzPsspbnV9OkkbTfdrmb1uhTKhe7CM7qinWLNO61xH1ZMROGgjjSxvImGv3UAAfZg
UOmNPZPbYjR8MRDGW7bDc9miKwFGHBhIQugHp0NQ5q08a/2gR5YJ1gry7B+CqtpfM7fbrXX+TSwx
RaPFFjbllFqjmn5m7qeztg+OleZ0IeRToy7nNDGfXQ6PCh35LYgSGh+oCzcc7/dtAeWtnHXYBzye
oEOgFhNymTKiWItDjztw6/Xie+Ey2BO0DzQ2x0R9XF2xr1aG8jUumEBdeAExffjuzAsf16Ga5CfF
MRZWHclYAS+/ONhTdqDrFm9kPS3bqY3t0CswqCamsa1J7BR2x/+z1IFtE/ee1q0SrCArnpPS1QDN
25dJVSl47MaDh4yqRcQa1iDsJROTVzCotwFc+8Dmm5Kjp6eBN7b2tq3kz2akazHamD7i3NAASyTk
yqPmixLcOJe8MO7STA5YIHiNu8Et90PXlIekNViCmhl59Igcx+gNZ2drw0cs1mZDD0MPZRcL3D7l
Zla0R36P911K94bWFrJUREpRuw5MegnF8mNiHd5syEj8mBbJ4a1rj7JQsx92Z9Z7txXdYcVu5c8T
7jMm3/om1VIltHLVilKwYJsODNi+na1+r9g4oryqzDFnQ+FMjUzz9SwjmXP1htCYYeBjomhR/tGP
HdOqjboELeycviolZV6XZVttQoGgGxDi7U5JQ8iibwlTpHvwFk3o0p+6urNZRXSSsgAupkIez6ic
jdVkhFFP6BOzGau/lz0uY/e0OPF7MarKxuxW70S1CPRgYBCedujgvL7ivKLa55ozcQoymHRrpdtr
BvHu9ToB3xwba9+NtLixxNB0XtR7lK/eZW2Ku9rWq23qDfWPwTFRJ+qdetLbxPu2IFp/JQN1fktB
6m7NelxohSYMBMr2Q1Mqm9PPemlscbcI/apM+q1Pywdw67V+nFtD0g9liJEZlIAz4eGoln/kjREK
b6oiR+/agM409VCaewgWqCJKyvPVrzOWEbNw0RDo0r4mqamHpdM82x4lTqa7aA3MeIr62V13SeUt
TwN51zsX3MizrvTnUlPTD+YqWDbx1vtaN59Lm2dYG9l2StNm76SoRzEDnMcKXUvspOimmnJDXypi
NGdE5VCVezEs8OINme5rkW3qGB8/jbBzHRfdnZTjZ2z1RYQQghWtX/U+kIDz/bHp+9BruoOnnpZE
/RxoKAhF2yi9CAejurWr+PUIc511EPuG4TOVfezVftzW0H52pKAa//aw/FdKrf/v1Ik3ef3/W2W1
//6z+Kx+/KKyuv2Lf6usFM34183VoOIr4PXW0TT9H5kVfe5/4YpEfIhMH8+ydtMY/0dnZTv/woqA
WctEQc9J5Obb6P+tTLSNf+ke2FIMwrjC8Kjo/43O6lc1N64zGyE5alk0YPhwzK/i9aVb0FWP9RQB
lGJohd5iydqZ4f3Mm0NSHBFqJDX/6fn8Rx35ZzXkr2Lu2zUJbLF0ftj8wlxV++L7HW1LsOQSr8g5
K/1kGF1tNKlB2Hen+0mq1m8u96sI+d+XgzvLrAONm87X8Kv2clAHNL9G20cVMu9tb7JSdTo/XTVr
7N+IkP/2Uh6YIbZrA37NF7tZPBaNirGijxKoY8Qie8Li2Lkw21Pppkb//BiR2v1JE/+f+4J7aeLq
czCgfXmMsANqrdTqPiIULr8Ioxu3KZvaR8soh7GRtMOu0JnL6vbYnU1Qab+5/t99jTeBHmxLrGLc
76/PlV05tnHvdgB03fLYjP3qMxXqTsM6ZhzuFOM33+PfXo+xmIqXD1ng1/v1ONfremkgDIljRmtr
257t2ZiOqnTdowdP5J8f799fjo4mg3Cw4F/RkG05etJKzC5qHMUJPYUKlMO/zojatXbSc4vdf389
2yKA+BZOyi//9nn+pJXvlwZEnlzQZbkziUKJrd2rsvDOpZ60d1I3mt/c39d31VQdXJh4z24rEFjO
L19fYdFlNHPUWhUHqvu8Z1tB1CiYZlfp+z/f2peMB6AMX671Rf7ssW9mFaPgaKyqfp/bQCGSAsOV
mpNfqiTJSLGtE19Qzw9urIyXRs7mKW5iZB3//En+7qZ5YaGwIC9FLv5lLZDZgjiw4IMsHsbpxVEk
cU4iPdKJl9/++VK/GhL+9551nDpAaXUDG+FXbJFraU1iraKNLOERzJFyTLJWbX4clrrwgn6Q3xP+
YRmJpI03/3zprysDKQo3pMBNpIthlPTWX1+lRss9pn1JGZUvaaRcTD0Y35TtuITr4z9f6C/3yErH
5sa9wBG5wRZ/vZCBi6RLWk9EjomshIwv647eP8ILx0GrWnqJsycDyLgpoJBB/NfX5iFjo8AXhBfp
f91nf/q9TCmwcKWmKWUWU3o0BLx4hDHzCcwfDOVE+yGFOeyTtXJ+s+795enCu8JVd7MKqpgq/xJH
W5gVbhpRRMTBdjsuQnOGEeuBHCIV4UJP4mqtTNt2QnNiJByD//m+//pjwgJGMgyeTtRRt9rh14fO
2NPTsrgXUb9a60ZPGFgYMT44oxlsLdILmw6OsdDntIfB3UEyoBPKucXXRP07oPRfv384/CgA2YRI
dieN9deP0hdVqoqhbSJSWG867exHatZG0Nqi2mrdVDN7rryN1NTuN2/431/YVYEN3sAv3u13/qcv
v0nHhNlAg7w10+gxebUXkSDNmB+a+SXJRvN5XqYryon0v9zhMXg7XBAuJXUZaKMvK5m6xJrGCKSO
HEj5ISkdzYbQ6D5A5an+Bo/yN/fo4iXyMFTQI7G/4gARUmTD1C11VLVzcpICxWRv69O+KT0kkb2u
XaXbu4+VZ/2OH/bXK1N7ulSGsOxuUPgvb5ghpTP3qiwjo7ToC+ZK/Z6o+UuzmMbOqJXkYA685SgI
vYd/fre/7rkYVjUMfqxehurgPP/yPjE8VQr+PhLTlhklTDYtUgkvO7qLgdzaU/b/fLkv7miWj9tO
q2t8o+hsMDV+uV5aK7rXZr0ScppePzmNaaGjiwF8aCrVnTvH3SlWHBQPDfksJ8Cu6dlBiv9tYHQc
tWmR+5O5mPtGNv2Tgml8l+qe/M1yc/sM/9c6xGfkN27qKnvIjV/AeeHXVx2hINlgQE5pmwsRKBNd
VJMGzs42i2yHRGoKWIyG7W+eDC78r9fVQSbcUBEUXJSYXykNDvEyQwIgJLz1S0sgTlO3fmhGbRR/
mJyT24vDUGQ+lXOqqMdkSDMDUeDN2owPwyi2zSr1bDvLeS4e+xSFugXkHidWqI6xnn6M8aiqlxtU
V3uMyVvymKD2DX2/tiY8OZ8r0e9is62sj0lf6mpHY2nNsaUvnTLQccIZGZVOEa8HVxhlsRvxjEpG
hQ2YNzySRXkxEEh/4usu7VdwKyI5N0zgmzCuDULhcux6hZ8pw/CNZijcd0UkE3iUHoVLo3RkPFa8
6ykayXa9JsY80qqEeZnSEchzM5oNnKF+3NfI6AzB5JbAcQQzlact6tPoSvNn3tTz7kaFfluSGWWD
S4eYNMfJS545HcH7Atp8m4g00kWR7SnV/SoMpgqKaD01bIoS9lK/NsqpZRXACjGU/adnTkazwSMm
GetSU+zbBEk4Ld+JA/vqoJWj38Wwp3XoPncQTz8WybznkHQKHOJp7pzL7M4KohIOQowj3dhqtrlH
lB7rmMAXJkxDqZlcVYzV8qRuy2hO9Xzb6UtqBH2q959VB1w/Mh1loEOKBwZyH5ltgTJ0aOQywoo/
ET1Pl7F2bLmRyhBP5BLNkM3SsRFw9lNUAcGiNaNEN0OKfUFOwElbW5oQ/L020EGwXehh13/AmR2q
rd4RMLBfbGUYiVyXKa15GrfJjpgsfe/EHRhfR1PFEo4CFPZBJKoSQWj1lG1nWUOy0VaFZm+lp9jj
rGGx0drFiX1xCpSlNMGGNg0bXNZZBAOvA4AodYeIEiFcfSPt2ckPqZmhWhLK0m/Y9Q3ozlR0ydYo
gdWE2iKYiqg9nb3ZTG5ZDm2WDFgSymrCadKaAJqpaUeyiGs4ePrSxD+RScmL3cN7CDIv72TkGkri
kZu0Tk9G0xECkTYNVXgpdXGj9ClxCZdwqhE9MquLzG7QwO2wmlX/w96Z7EiOZFn2X3rPAOdhq0ql
DjbPbr4h3Nw8hPMkpJDCr6/DiKzOcC9URueyUJ1ALhIJc1NTpZJP7rv33MRltfXsNCLnYxjGVFDX
lY6Js+Zj+0j81ahia7RF8WDOjjyAW1nqK8x/eX2s7WIM78aW9S5rrFbeYjR2xFUPZ+MJo7xh7LKW
EjwstGYaPnVjM1x3K/oZiCAcFYmDlhnSL64mlkm1Fqw4s9wZjoO28Kg3U9EeJ89N790KdtaJwaHA
EdfRqrQ3e9kzBdcdCN6G5x7U8KUYecIgib6A9UlfeaBtKL7MhCLqRClG6SVFNPNHn073uqrogPM7
e2JtI3T74QvJQ4rx1HB3wRzpPGnMolf3mGEK88GmF6I/oHBUD5uTwzg6rdklcIYxNlT50I68HeYU
3evO76N7Tj2o2pBjne4G09PyhJvRKi+UvE7X+WBlw8FmDfh9YUsz08c9KfBQYZuem3zBUbswssHv
yWE7od7aNt6eyrRIQXr9RN1E6ixt3ET1pA814TWMnhg0DBbRvvgsRttcD2IN7RujcvHIsFLKTkoj
12DLD827Ebk3LTDdZ8jHzh61MIu5m3ByyoiqjHuzortvP9WFNbwJI/dZxoOeUokqt51O2Adjdjd1
FnEoOni67FLWczee23YGfYjHKAoSzUac7j+7mufE0x0plaqOvNsJFo1+KVXpKmYQPOnHYoTZ++h6
vaditzLHYg9NEZSXqWi3yH3Ox4fc71Nn5w+LuVsKqer96HTrEy3wISuUxlqSFbtIg64fEF/AdU9g
piSI3yDpR2u6Y6PTmWeE7eKu0V1TxYSvhHM3me70GphDYJ6EOc0PUSSy5zTU/peawIuGSiLlH/Sn
9ESnD+QznzI/gM5L2UU7yTyYxzNR9f7gByBRd3phrxWrmqzdPlV5t/LcmWfyUxT3vpQi9fQhT5vi
3h+KJtq1faZRkWvk00PXh/XT0oaaG6j2raegacR3Sc1xt2cuRDTz2en/KDVj5Ln1WaifS77nImkw
x5XHdRqVPLvQrliGZAHPdJlPPI7CXPyoRdkP+5YQuzjidwteoiXP2PHRB0esMNQ0U9A7rMAzees0
7bpKH+k+by4+LuYVfSkdn8B4FflOZsZ8tUrYBTtdpBVeynER61GnQN/YEQTGl0Gu6+9N7Sz4bgvb
t07TmoZ7Sc8g+5Qmw0FS6wGtH/WozhMuKW5Lwl6LmzUaZom1LjV+WJk3PhC10d1ZqxQDFnQXHqlW
Z5LpKgqs45lh2hdcfi5GexzpVew4adgnaZHyxZil40EYY/iBMdu0evMSWRAJwnmzUWY+KL6dWyug
ByJn6OD7oe2POavktZnJ6MPLvLKn4riJwi3v1ye6G5YiXtoaG0MZ5euHsKiW2rcdGxisEjN5Sbam
/l1v9/TJRq2vvENglmzKha+7cT+mMzGkOpOXrG0/hctYcXCCNgBFF0gU/br8Nokqu0gva8wYXIO7
+bW85sNTFbQ8Ay/mDU9BqYhT6eCjdXtp76KeXeB+mWz20mNUuRhcy5pq5WUNS/M6H3s2loUe5I1r
5euzCJb+vdJsDXe4n8PhSQdzGkFf3FoMAmGJT2MSoX+kR97KXuphLe9YbICZJsW7sqT1Kpt51KjK
75rU4nnwxeQfUj8l3adaET1rLmuXkAu5dywom/JCIe5AH7Yqv6dpQXKks6aMJtEQh9mlVcs25zqM
PoHrY8SYGeGudDBN1bl2F6z08wqr0Ryt5X3utH2i7Jx9XeHioNvT3yvruNNNYxwUDpEXsQQqsV1u
LoeZ/d2PdDRnEi8Ec+YYZS26X9AOstMaKAsFqjJD3EIGW/991wS6ipmYwgtIu5G67MEUD1id+bRk
yDJlH1jrYN2Qv5cyqaaO0NU6OJEgqxCyHXMrqxFHy4dVHS+u43RXhgXbj5uswlrl4Xzb18vC3avy
h8Y99bbFBiziC23u7FXpLLEn0elLL6rodW67XZSGH0yTrkMRsQcyCQ+tzeIL82G+EvHzlu5NWUv+
2rj5KnZiaEWJbBiQkVeju7wYOAYPLt3fz81abCuoPtXzJWP+/pwZRFGD/Mx+bgwlnjEPyZYBv6rf
gPLN3SdOeBKK7rg60JGWpb5pUp9lv2Ifn7MxtZeS6Vb047XEBHCNu8Xr7pQ39JciJUaSdEHTcRcj
UDifVwJWAW2yuj6tRu3jUyP92u8qBRNvpz3lN5dhbVscM0GHsmDMvaREfcmrrWZmNOrbQZkqS0IW
Set+9qWaTt3ckxcmcFRmJy2K2SEl7AKWrbqQwilRzwCVUN9mEkheSsQza4bwipF3zE/FEK1q54Fj
WPcr3VHfIl2zqGOpRpghx0Z3RbWYKY+lGGommzAVJ1YlThCvsgNROS+ZczJmmssPFdZRqJeWJT8M
Z7K+d/AFmYsEDsg19wYnnieW13uVubXYIytZzybmW73zV4K3+wo+Iy3ReFixNLkCsM0STHUSeHh4
DMznbKMHWmDiIOrhKXgukESMSFnEP2iugCKXkikXMEMJmXLRlGyjpXbFQ9GP3BNtKudOtuTBeCL6
3Ski3hG/s9F2+DnmbkBDKN6570bmYunhU+POF7jzCEKz08XC1pLQUGxleZ/jSKNFZdcrY/OqVcE8
xnNtm+luCArnq0PPyjdVIgYdpZY5drApam7yKo2Gw9IFOWXwyqneCoSVJh7LgW9oHk5BiVQ12+eh
c0bGTmCFKeOk5RLaCXyYoONQ0xrthn0fsT0MgaPZRUkbZxMtfcMg3AzFOVyt4GiyH4be6pbeeId5
NSz2KINbH6krDaaQeWbK3loeY3YanT5obWBC6cmdvCmeXUucDeRFJnfB+EmNR0VSGXv0tGOxKZrL
UpnKPdiMevj2mV53yin7+6yegmexmPISsHnFFDynHPQges9J63qGeZj4ahPW3PLuDGfG6MbYNOhf
o9rp1EDtVLvJmKbXElEkQLnsJhtPBKnVY2vhgt7bvK1cmMFmRMTU0/kQeGz1WczIjxfXaKR5VeS9
dD7DcNQnF37udCiqvPkI8Vi4CU2i9Xf6JRa+Ke408axoAqeLy5m93841eNLRCG5RpSLdoHK3yNp6
DKIR7wd2WoHVMROk1ZdmKZLGntjKd/PYng3tV+tJBbXxnfeU6IQXNMQh6UsmhNdUiga6dtGPnGIn
HuDU1u8s1+dbZhn2UtwZa6TOg11HDWAgsV71XkgeceodYz4ZKoCIUBVL+1iqbuTsOnsRDbnTVqtS
53Ie2Le76107lC7V85y7X1TBnMCPYwPiJeEosBg8Xg2/8oa9Yk9k0kJt43R2CUfCxuKJibuhp5aN
ZitG32xJ6+sJ8YBYMIu1l7IG5BNzk+X2h8A77TjH5PbOripOZwtf2+EUVQ7uvXUGlkI0qaHYknA6
E4tFnGFhPPfDRI48cgaOdFMcVHaV70nIZ09eTRwGd2luvlSgU2LVixbcoJYKQ0EqwUPo3oAPn3tR
dA5zbpC4g02w+FiNl2TssiGZ4OPih1pG2ztYzoItw8sdNGfWcHBPAmcO6EjKyvVU1L7s+V7hHcBj
0Fgf/rRkc9Lj83wKpWquc3fU9YNZZ2G6p0B9YcJrdUSRlBWOduwEOU89B1lE3LGM8p/dib5ODG6w
KoD5BrQ3C3uMdgwFdYAhDuHiyqgr3WKlm1Jzl1dGBg1Mj7jGOjV2twTzJn3uOnsWySb69IdcYm8i
wWeHWOj6LGDx32bAZQjftO6xLnw6dCoR+Qfe0TR9Cr2i3A6orZfvp6J2ZUIjRzfcTT4Y5x9VXgjQ
St7EvTqe+KtY8tgOh62ppiJxx1q0jM4QYISmxK4oNPCsETvxWLhmf6hgYaxHRIewRneDGuAPxKue
e5Va5NbCSb+GJtHHxLPS+Zy2DbE+Y2Ggo+EgX76udmdAxM64I/mi4Jlk5t30wy3leg0Qf+U2Qo5g
vs5Xn3Z0mdnYcquylVacM3Ys161tUYPNpmDC/WVJtt5tyG04BvybGucutIvp4JSqf0hNOoyJ9tdC
3jUGT/Cd52Bpx0cZZNj2eJAZkNjsQJwavP2kKksj6pOK2VjFfhsFebwagzbBC5c1oxlNM4maNCUQ
hrPUv7u0rtx0kb3aCSEPPhJzcCEhuKr3Y58jFs55gTC9dwQi5Y7LQL4HyGHhISRChBNcAl6OnQi2
6sba67/ShcKEtriZ4b8saz15HL1t67JMtE3uCxbUD/BzRUbYzh303pugQcQwakfCaiFB2OvIX+zv
bT0A3eBWXAyY8lpgIQv98UR+3WEgIezlMHSXloc52RcjshOeVoS+1UgVJkuuTryYTGDG3m3UgB9/
lDDRvDIc2cCtc5gdTY/ShV0O7g86cG/Mw36tTQPrp06z4FDiPZYcLQZbEGMtQ3GwGD3PpcOP0t8z
TzdoCQEWsiWl5bwhNbfEwBEGvP6hDTWZoNEGlibq+m2x5XSbMdTyRW0dnywLchrcvJHnJQdpmMQk
CFfxatU5Z/XUWpZrAlXEE0j1BterCy9/X/hd+nvOnfejHv3wZTDkAnaJng3+AlexcVnDbnjiV3r6
gkeufXXajCpPx8/Sz0yD6TjB1DbsU8ZJkieK9CCSNF0f3DEhrvrkw0KG+obJGMM4w2ZHVABEyL5E
AuHes4ZDwH15lLcQqTMi/rgrPwIr32gVTGY/DF0FH+bYk4Ze5YRqsYRkBGTjwyipKlSXqxbhJsMs
6XnXBeRs4v6+veZnwCPmKxWY45urCCbs9DiXLySVzc8+sBb7tusbJDKV5aMTmy4/eKbXQBzbrhd+
QlamwIkoqA4Cr2GNFN6539kXHjseN/ZeCQfwBuHc/AhjkjNsOzDY0yxtrfc+ttWzLnT56ZDGjXgy
GNYHt4+pf2SGzvyTTHUQYrxkgIjRGUqud45j2YHsNNMI0hC8WM7I/aeQRrrsOTVjsUchMw+edFBs
ZLDyQUN8NL6Co645MEeELY+Bxn13leMppezJVMQCopkhCgdhJ2Me5KvD8VQa7kmbMAe6Ke+K2HQq
untWZ9AJoBW0BrRH0uFdbQccXQFygT3Ig/FL7ZSG2hsOT+NEWcr8mEALFlTBGWzDPGwoTwX0jfCK
VCCuQNsdiRBaRTVzxUYcJK98LzQT0U/ksoNREMw2RTDivXe27yxJNHXhwVSXCddCSJteVy1gjJzy
rnLWhTkG/HeLNibt9GiHRuMAzo4m6k9cn1OUQi7+yq2ObB7Xg7gty0j8CAyRYSw1ZYHdzGgKPrI+
mOYjVvnIhKDH12E/uStwE6PXRsvyHnYG6paKJgpU2E4BFwN/M+EyPFm9w3kK81paHXo1RhAuhsmq
OGL3WBDrKhjIfav23cgLd038VGHo3UKvOHNWfyAWtVU4BNmynOHqDGgOvV/Xp1Ki4/EbJPch8DDd
qyB0b50jxU3/CcFmiA716vqMPciYbgKHzwNzIsYMpTpqyzYpLbrysORLTu7cKayB+bRtiSXDUBv3
fjr1HFxI6TpsBJSqjlx0452J/r2zvCriaJhbW6pwXWEJpR3EAb1mEuU2XLcciSFIJSPw1rdZN2VI
UZm3vqLlsD0LTZAY2Zqia5jEn79IF7b6aPvZ2xRNytt7ha+y/cg5pN8JUiVg6qstqjGgGqdkLrRC
kQTP81lww0JUClx9JCCEfzHwwv44l0P/wrsDU9YxquyqY1UV7QK1jldBywi0k3bjHbkhcJJR87pM
+66uwjbGD0n0nBNfh2G1w7a6Mzp/SNm32EF7YrIwGS3WfrKSxepQ3hvGZ040YREu2C1X7ASAMK1g
z+JTTddjmes7I0/TKNGV5cmEG71qrwGk1OExXP0oOi3KrLd6zDEkyevlw5jYVte/o+eWnIBWkKqx
UE1/0gGXy35mPaaORm9XzyNQnfrkeYIIAN4fCwfmFL6XqLnuPqVY+MF3Bq+9KipT3PDej0tc4B+5
S73WGcENpLRSdWVmMr+IokF/lql7netU2Dvfg9FFnAjKyQGVC57/GDh8DHS4kHHt7Tp1k8rcsu25
EOUjQI2MU0gVzt8ymDbeLm/SwNhyAOp1yUODuMhK7nlZ2QbF3RgOXwxBMwCdBlmQgjeygiYOA6+R
cSY9TliWX+aIvK0svw56sDgOKdk0N2MBe2BHhbX93VZdtoXfmvA7hdz2s0vQgLQZWu8ED4geWr7m
dpkInTk/AjlAn9Lkpt58cpZHAlZIiVFq4PLtglpTtM38BsEpI3gJ94mpFRvT/AVzg/pY5hmdJM1x
bxty7qtj3a+a7QiJULr5kECwqnNZCtBiVeUf2qbNygOFsF17hGaQX0o/wIYdibUPT7XU3mPEyajg
Pjr58j7jpGwhB0nxgMC9PnoRdc0HDOdtftRQGe0bpj9OLECRVHrlwq9JH3P2EzImzW3Ov/cUz1YD
H2UggxfWLXRYVZpV5LGFS+FcGXopsge7ht1wOy2L0nchrX7RY0v3UXDtwvQZv3pl5JBwsQrUZbaU
8h4cfI3V1bU6/+88Vf9lf82GFisEBV+AfGii+cVT5dad9jk0LrGT5vN5GQmIUPIRHbjJOQmRnfFP
D8y/Zaf9f6Ma/o8z3do4K/570+3lxyB/6J88t9sP/MNza/9mblWXW+m2DwWNc/s/Pbe/oRWFuCr4
Im+uPj6h/0QbRr8hdW91BGzasSFsvh75Dxho9BvUYSySWxsxG3jn30Ibbi/sp40+GFIKA4Josx5Q
TvtrCRzIXW6ZA2Uqg8kL3K1GK21SxG130O7Maqxqm/IdaXc6UcVMRBeODjbt3mIzZs7z8inLmZD5
AJoNjb18TuepHnbdVDRvAw8cTPBV9O6WUXAfsmr/Iq3Z/x075jeXW9H3P970/3/9/R/2M//q+rue
lh/1B0l58dM1uP3Qn9eg/xsFni5WQ9sLcAlhj/vPS9ADk+lSfsd/4D5ubNn/ewl65m/UB28kYTw/
gDQ3P8o/L0GqjPm3qJ6igWozhP8bdE3H+/lOFZgWJBnXo+gJQcWkj+MXV4nuvEw4E01HtqRR15kW
EjY1q1wgTsP3HooNseW5PlEXYj1oPAL7LWB/KMyijjOrLvaqXOuDpFMEgTa0jz5G79fIrj48uY7H
1Zrn2NkGqkiM3/La/9YF6StB5vd1Yefb068aevnvPGqfTd2QG8+Ac1gZOUh7cLr92FyPdEBdAi0e
aT3/dLeqNnzb/XlZe1KJGVo+6Waf3qiKZD3Vubs+Sz/6JZrfR4ujLI/h/AlhQDM9FRO+ky0+aG1r
SV+T4xXIsaq2JyDHLWnYjkiubiTFZILNZ8YK6c5MzeiU+tA4t4UXpHrUXYkfgWTTS9ikX0Wtxktp
lw9ZCnFmZ/IqISup/lh4urxMBvwJWjN8jmjWVzqBWUUXy5EJ5zvDbXWBgFXsatkeFiu9CjOoVKlw
wqRp6w9UCueYjxFhHoyVSQFZnLOIvyYmDw8YF1W/65lA96SG0CFqz+RPCr/NnON2as7HGMVmvLAb
EFdyDL92dBmiYQ/2R0sEHyPBEHgn166Hq4yCnh3zDe08NOM0JiUajVFrYCujsXXxFvvCoQvTwt/J
TErGNjSu51xaCd7Z/nZuCaOMbOr3udZzDPjxMXMXj+RJJOOuYRRHr7upPEnrUztYuyHP/F2/yHrv
dcOro22Cr71mc9dv8aCoB2KmYccJrTmxe6/+1D4jd4R7omvEvTP1SjpxZIzXN95MPnUmnHVrp3lP
aosEEO80oNKM+uvc0KecwCZjOhpEZqm3cYb/6tr9E+nidIfKdzO607hrm6Y9mAOiZd7pBP2Q1i9e
QRFW33Ad78bUuvZ6cAWYC/MNPHG7KvaXMrU/TC3oa8IzhqWhTTrXfJ98DJiljfZYZ3XMneAKROe6
EwLGMo6gj0GRYqya9c4Qzcsa+knZsqK3F3xM0nsjzJ4mI0b6hANufxgV2Z2WWtv9YDf2oXZIWs0d
VjQnC3ZD6n6K2UOdauY3X7out3rTOGcsg3ZViFASDdP74IjnjlPOk2f0+NEEtiwny44htvNYu/bF
luHJctiSgfDzz20fkE7nr7SSvB3ZfFF9ssOHJc/m5gIK8+Fdbqo0FnuaoODxnIqJCsthVBcOzstJ
jc7ZLMLwFGnnSPEskSaurzdzHD5GH1ag1bRT3G4fgsDfBBGs13BEw6/mJL6Hqn9RDqgByLXEXCuT
SC2vaVdHa3S0JigeWcDrrFR124EO268ub3Qrg6tysigusuHlLpnoLrKxUZKxQceF17J7wBKH3px/
5Z6Qge/gc80W24wZud+GcKiS3IWyE8j5CSTue57PMBG7NQ5t5RwNZ6hoRenYo1q6OnNvtI+ubMEY
bLupqO4zdDwLcTk0xltvWPHq2+4eZUbswqZzTjTB50mPfQsslImKALbtUQfSe8YmEMalmCvggZVF
kRZ3/9iy9FXtjGdZ0DNrGT5UvYqDiF3CIJxU/oBp8cpuZu4qRm7tm28uZ7hHNpHn1OlsyDPBEKfg
93bRaga72R5vI6E/hnQuj8a4+uHeS5GdBBufvuO/OY6CiElf9Eg8tkjHXQ7ce2qCD4X8XkHwobdb
+MTdeoci5f6tmqMybubs1KATkFQ1P1bBp1wFrKNlVaRs8vl2DuyzW2PSV0VgeDG7CFwrKa9nMx2c
0jz4gQRgcm4pt7OVulns5bPVxkIja7VzqMM8Y6sLDkGKGvLvzyb/K6HgW3/Yfz853/4Ysx/DlliT
P40u20/9OboAxSddxv0AFc3aYmH8P3+i9J3fmKeJqBAZ2Uyz2HT/Obo4v7GgxY+NZRPHqLOVPf1j
dGGqCaiAYRCn3JzgV+T+O6PLH21A//TDBlTaMgiFOOoZ8fnnNqD5X63fFg0giy4HbD1dbzxrSWHc
bhxN4EHgMmUclCNWMVZTI/IfNz7Ol0V9MAJ0WG+2nZ1tLtMhK9DIQz+N3tdiad56TKrz3gO1VyVr
k/FNEF2UPrM7G84RZjW2tFRg/eVdv//zBf81BLe9zF/+DI83gzNF6DPl/2rrNV0wS9Cw2EUVLPQ7
R/EoNIVLIF2MabxJXo8t0v0JUb08m6tp7v/173d+9vf+8T56NKORIITHievtl+yGdnukfQThHdac
4noozPJmnEFl78aeamgsaxPhfqHSC0xN4xSAZ2IlZzxVmO7ODatb6MhE1qP1xKuUd6sq+zs7WuRx
HvrNtCKH82budQ8UnCCwN53xgrvZ2OeuH70Xk1zdG3ewCn8Pu3BNvHlML3++1TX7p3/9p/6RDPvl
vabTO2TcpqXctbe2ib9eMg03Y/jhDABTXnaPdDpGt3IxkarWtYuQsAFl3M5hBGOrRDPHuwmlu96D
qMHJEkbZW6Tm6lswpGiUgOIiWWOPnYFLCm/ySEkXBVfc37zk7RTwy/Xhh4Tc8MKHHCGsPwb4vyQc
ZmxToC8bZzcCCbu1rOXHWHbrweAPPER2qa7qdk4vY7Q82Yu7wr0HaI+c6X3oWtV3GDnwzqHV1DFK
en9k8qu6W4LN0xVPv/mFATn8LrBPjAes2QzKsJT7FxwNaFoAHi44fqcE0dG8D3WbFGlDcLIp+sRg
8RE3Hfxyejz7j3IZhxuK3aiYsB39e+tExmNv1dUlyKOJh0jH8sCQbH9a1zgE5PX31lDKK+aL4C7U
TXhop7l5CjwVfYLRfxnKcH1tp755a7Omgc9Q+fFkod74AkJVLmQEDr/X9zJrKvZdtIwAAaoXAHCF
f9vpTt60a9PcDawycVUr543FUXoN8XTZR1H5iDIqb9Mxn8u4BZmalEPFEIDuWsaZkW4xe2hpK/8Y
Gqqeb8gwXfN4J0Mk1/yWRdSdqiLqsjwmAVA80WS+2x3LXMZGyJtk4xdKdAD3E0iKzAfcgDM2Ryye
x2WB7lSjn94I5pWYNQ8bwKjlu02EBfLo0JYkJ7u3EIJlonw13vcB7P7SnC5Q6a1kWOr28DfX16+3
H4vhIUDTQKbaulH8X85/nS9Yc3mMctAwZwy2Cyc+r5UcYeyuG36fmJhO6A5GbBTIu7NZDjfaD95G
wzbqeCjJpeDvMXyLhSGMKN8RMBKjNj+p7dtvB9SB6Ciw/iYR80v0iVMrtysy0cTpKMqknJDz8U9f
5FA5wB3RzOvOMOOic7atI6w029SozFxBQZ2rHxaLhWMlLNoShCbGDFTn/V+/fdvv+esNZXsdnJ7J
vRHPsShY+/l1LPjks5Ul7F4tqn+Ocj7fAtd9nE3aSuyhZ1ffWePffWb/9bfysAgomeT0bpH9/iW8
aFq+sI0JFksNu0wdMjX3X1x6Db5PpeNgeeX8PoNTXrGwlm10TE2vLrvdMk3pu+ppAB7B9rwD15TX
BrmPXUdA8srvl7hkV7/+zQ3M97dX89N7tNXc83hDvaf9mzjPz+/RMDO8Aw72OeCphu1ycMeLB1xC
hRnHpSA9RvD8rKHXcL5yrz2Oyr9SmS3a/VKFGW5UZl6jsb91rtveA6aD2GFrfA4Ucx3xOsKPAhH0
0TjGCR9OflEKq0rlNW+O7s29a/UWVlaZPhEJp92cHowj5xhWtgLy1Bqm+uhywolT0YVP4DwiDilE
5NDKGoJNYzDdhib/Y78l8XcWu8BjJCqOG/a4M9wa+5oO9Q582vQmbUcd4NFF9yQyAaThvGBxlXJG
WM01+5pHgb601Jodi7ZgIxmJNCkFtQ57EbZegrPOf5K6NU8Gx5UjzAiIN7k/HCKz4cncZ+67l82Y
kFZWHOBfLP/L0horxFqaKHauLufrxjBcYx/48jLM9nDveb18GI1Gfbo4ZxNuZ+Wt2THvwzNU64U1
xrJSiwccXLTGEuM5dW4yz35oJYT5jpjxFz/t6aJMhXfryQnUO0rARdDHeSgY/s5LUaWHpSU+s7T4
Te2yzi7SH9bLUOGYqnFe3tUoFNyzTdHVNLW1ZoWr2yOwhC72IXsyioSb2aXhZnUOXuGoNpmcLj9y
gKKahEjrXruGPC0yhIubl/QwN83QfbNYqECtAP1prsW5hvN7S4mIH4d5CvF0DM8wi8ekTmGOmqlz
xUr5FS8IJuYBhyY0wJtQMyn2tc1OFWvlLf2+7TWb8vFYemv0UfO0OTZsTuDKVO1YxYvo2tjBnrFb
vTa8YafzsuoqvZEt4YlQbTbCsqluAgXqJLU67ygD896UxtdM5sujxj9JZ6ncCLNK2TGloj56WTFw
ydtH0mYAvov0iyid9mGe/fCu8jFgzsxCL0gj1uvWy3RuOb1fkXw6O84aHombjJxnS/0MpdMgQN11
j6NeyqulwSTQFf5bQ7Pv3jfc+X7wO30PaDi/GA18+bVmnK3akCWomvcd2O4gVuGE/UHRILfLVNhw
hSHeFHkzU8uyjF/5DOenyoN7AyEZyWqx75UireMhXF14zAVf+tJDIbH9NvH9Oo1rYRSxM1U/tKEN
0PnTEuwj8vnsWZuKrsI+kkmNMLH3C7C0Q5/9aN3RbnZFHeQJJJ+FF2M9pw3xrJxl0s1kMp0mg90a
DyNfmIcNjfrRtOIGCRU0sDu035nFiFIByeMKCn28Um5tP7okpPZ4JabXprefik64l5reAtytTm3t
bY8Lec3bwsPdjr0eV4w+VXwAtw3Wy2+sDMI3YH3Yvrj3vMDv7u46abdfGFWzw4pOdS3xejEZ4yYv
jn6xQNuaYfkdGpnj7fL6AJWeXmlaQsooS78YJFeSsijyH0MwOHU8UpV9k28WiLx153MlbPvINdZ/
GAvqYA8cOBzsEE4sWlhFI8jRKoW+CgTo17zK1ztp48IOPNIVYbC+Obn/O8xzhEJfHnk0Rokw7RqO
ZXFvV1gN62iJSNdY/nGKApeAo39qowpfDArTiWmmDF6DKCMupsjpMqCt+fzKirV34iXyqtjDPd0n
uVGOd9BaxXcNdv9Axw4QPTnDSMMCsR4nwW5/gEcMrWakUoaVbb6NArcZkWy+eeUMHqtXzVNWNAa3
BSI2x4rZgfnaRCFYYWSBBUKRtUYs6aFePjSOtqu+a5sbAzopxGXELZSxpfrM/a7cY5Cp38IGk8w8
+O7HlOrpKZsMbvzAUFNphN8iYKQ3hd8PJ77Q1m0ZddFhDiI+GeUFhh/LEJHyopbG3YsymIq9aGhR
xcNDL+MxmKsSfLDvtu8kujGHaH8eLhb3MViorm3wDdi++13XkYSo8gWYnlnfkQW1i0OHPS060ANl
EyBZGnt5oSGF0x2Ro5HN90RB0+iYRNOntbXuFKGe7s/fVMyFfyMcvILQy/gaaKw7l7pn1QmYB2Uc
G66e7Ych9/32c4rwDbW84lvV4u7Hj+ag3wrfXK8Z1AnD8V07QN4NY8KzPIALslfHrpmW+7nRMiSe
zfa1AE93G4SgMnHUO+fC4+Y71fgttiDGck8Xk82NGAa8d+gAmIMQHPDPJ7PK+zmmGdO0rtp8qrhe
R6plGBDzI9zY/LjUYQijy45e+eVV/2iWWVF8pEsjnHtyBDaWfIYRaO4KTxm8/9REX7dCduWgQsdP
1ZnsA2pp3XZFPpz+eKnIT2Rsh5GVMWmYZxImFG821X+Qd2bLcSNblv2V+wGFNHfAMdVbxxzB4ExR
wwuMGhLz7Bi/vheU2V1iKEss1VtZ5b0PspSURCAA9+Pn7L22vMk7HmMJe/0GjSkBFJLNmMNb420m
zVYVsMucZV60NLWWTx+PA1IRlU4PjT8Bt/bMsgRHNRsx/bCJEojx83inbe6WoV2nfxgJ1LyJ5hK1
BOWkeklqMplWcpyALCrDDuQu4UBJhm06xPs2WP5DosiaAzRK/2zbbbgh1jb7CMeC64BPNq9c0VQf
/a7R9bopverBrHzUogjqNAOEPuGBLSN1BI/NB2mLmW8DwZyLCwip48CvkdbwdQIxJgtzvMNg52+R
BA9Qe6KhOeDItG9L6sRinUk/R29X+OVVNgra9a5t+M9+WHLrxpTEjaox26+qdP1nAgGiei1mjNlU
FKP9QnaweC99olPoo44j1oFSESZDS+TP2TOSa1Q13s42CdMpK5KxFnozarsT0FFUBx2TmzusXMa2
sF0agojYF42QziBBAkhr+2naRaK4F82sXjJbmkDpm+NgFBLDa1vc+/UYnUJjHm6iLkLPiDAXAcHo
Bk9WljbjViX2lzLSku4qp6mTlWXTASF3eutaSXXfZaa6nn2wnWVW8Pe01YCclfF28P3lpNb6/kZR
Sew8N3A/S0KqWH0q3NQYF6orqScTzmicfW3x8bF97BGP+MnZmjwqlarLD4x1iz8LpNXXORYWGu1k
GK+jeRkBOLqRGBDrqvs4a1IU8b3JaDWUkh0kSMElxnktmfaS6rjHx3egq4JB1HQZ0izktuzg6CiY
2EGtGC0u27SrS3lMMoVI26lkw92WAcbZypHBQYwFffDWGL+hLmvx4iGIaiwxwuvv5UOiGtNZt5z8
D6Waw2uV8mav4TI+B6Z6T4356EbhPSz4GFFX1Vy1EzTxrNMPCqEqktZpR/On+RyWVrnWLvT0iCf+
thoppCY7N+6NAVrfyHCArAzjPhqEv/YjzpKGg3EOlV/Hz2KjRyA93oa6767I8itv23weD3QRvE9W
VJh3uV4A2kNq3SahV+BszeUWSw18YfK0rvGRBDfO2LX3RVQn73rDel+VQh2s1itvrKIj+SUonxu7
ip21EWHyizFyoA3BTuIH7TNCYudjNxqAVlTYfG1iDIDot1qeA01+3uws4rvGU3vTqHbE2Cj2TK3v
Neauljw1jxYhGg+ygUzFt299jQv7nW9O17OOSrDFzfbfYvKkh8RTiGpb74bDS7gtB5VtqUTfFZSd
8SRuRdqPoOY4sVmy+dw6+sHr7C9mKt8XPWt6LaqHJugeUyN5ilCOhWn8ApT63fez6m/N6P839sFp
QP/nXfD/Qyxt2L38izb4v1Yvzefu68uP3XD+7t9SEkf+wbnEtRi9m7RKaX//v2Y4zY0/UPtYNr8p
GJ/RSfn/3XDp/uHSOceZpzDHEW0PYePvbrh0/vguPqG1R4A2p2Pnt7rhr7u4WKIAM9PIcRYMCj3x
S8VRZ1aFVyXNtMn63H2MeWFOzER5PWHois8WavJuZfcp8E0hu+tiRv9KwTrVGE36yD0iJKvvbcqe
4xTP6r3nWa1PquaIGjvWYv6cEq2H5NCAEA0Fwrv54Z7f/dUM+LEH/l3p8h89Aq6ejBJBJ98TCr0D
DLPXPQJDzIGYStgWEWX4C4k15mPKGoJ12Of4hLMKvjS1BG9cEKPjzr+HVu4mAVpiRUS5OtIa88kj
cT1JXArdZnYjI7XeIWnd4iJxb9D5THd4xQZSgeRkr+rZMu76MZ53Lg1H3MBZ03ECMQrShQB834Yg
fSI2cW+6dxKQH4FZpEcEBthHBlyPZHZNab1vY9H/Jpnq+62gkyQZvdBUtNVFu0R2aK8zpxzZnogh
wbmNDWoE2UxT3HmjH/66j/TXXQct5dL3EwDx/Iu7jn5Roa/FF+ughN5mRSVO6KepKfwehnsbuPuw
K+5/fxX6LyrV+m+N7ppv/yK7uv0X6TFfXzSd3P8Bcbzfhzj/+Zrz2L9kn1+ar68WmmXu89dSYzFB
kxKDEx0O5mjeMkH7a+wmxR9oz0CombghFtgfX+jfojVvma25iozeBeWGbog+798Ljav+AFpHGK+w
/b8ncr+hGHrdL2Z6Qr+TdRDcl2NCb/w+TfphHGEYuEbSVsgt4+zhVpYeLmrXAHm5KnkFKW/rOvR2
XRsaFI2xyPTZ6NEIv//1gnExyfnrMqC2uUvfGuG8yz161QB2bDARE5UC8ekRfZdxVP6x9BZyQB8P
wad4ngkaS9wq+9CRfYZJoPHjaZs4WDIOXVUHt4p7j641ZM3HpRUSy5M2RrUSCNMT/qIqwrs3rnlp
Bv/HIucAKKNVzNpGSU5ciX/ZtCbejvBrp7RIYMCnB6Bq2seBq29KR1RXfYiLTAPSfkCHlWyNLnGO
uYCVkNRKXoU99O0mCVA9EbvnNas3Lm150y8vjWtDKsnoVnJTX9/OTnDrJAjTrT3I/MqdnHHlY97d
jpHV71o9w1qPrWPRmi3GJSkPMefJTSaZSL1xJa+JU3/dI5uj8JLPvtDkLlY/BI00veh2btE70iRQ
eVB8A/WT3SE7G4jB8FALBPOMgR5j0G8th3//bELLEWUuej3Pen0TmiCeJVHKfD+U8Ww9/cgpPO4S
sUt7b8k+qLCJA4Hous3v336mr9JGbMh7Bc3s9U9uO06/g1dZWzJmweUZbMYrg93yAAXFTdin8wYd
DomGzdCph4HhwmrqxvzeTRkfvXEXFkTtxbOwlDiIAW0GDLzky67xwxvOWZnJFoP/LbYKLXaxa9Cs
TKRFvG8pSheJvi7K5NQk5oRXDvLnSyVnufBY6vDljRvzeodavhJH8aN4Z6wF8OdcvOYDuYRzkHK4
9Wo1kUXUE+uEqja4JqwgzFeDkwUfl0HyOhyq7CZWwcQJIa6felsA7S9o9pn9VH1s1GicxyS2GUYZ
0QEud/DGgvTzc/t9XYTPBriTuPSLbxA9uR3GgraCMUUw3UdBjEfNMO0MC+LazILsRnVKPU5TFR7e
uEc/vbsW+wHCTu6TovxzLh7bsiYzt6nbeOchDthJs8KiU3a+AVvDqMRHTErme0Jr5j/pQ44HkCUR
lKIx3kFb0be/vpYLRTPfF1fgWSQRmLYn+f9yrT88OwReJ2KEdLWr45hWVFqPDq9qybJ21lY2P8Bo
KaaTyQp9i7fAMzHv4A9Ajj96PkJCOd+3Wc25d3GA9e+JsmJ0HdoGPac5gfmEDrffWXQxzoZtEX5T
mvmIvR2WCapBF0LMOp3wob+xJv38RlC8s8fwdkr6vpBuX3+qJONUEMu03ylb60PfDd2BWLoMtjZm
w74mPN5KLey2hZl8GfueRD459m+t0csPebVEcxEAAF3+x87EL15fBEtyGFMWdjvTqZjctIudZ9WL
hMwgjXIzz9T+t79MNleaxSbzGNSj3sVPRPQyVnJifg+QYPgorBIHlc7Uk4n5xNvUcOnBJFXjuZ7L
6uxXtjhNcE5PtqndewQHX1tzzJ772akh5JjJc1VyNHZ7+yqSkE/XUQ4UyhYZSRORnZOpGYMJW0Gd
cr/8+nPIy5Ll+3AbEQVVFQsJlNvXd84yiHvz0qDf6VbBnWuU0FsHG9kHZYTkXcke2LqPyAUHV3Wo
0LZt2rx0H4e2up8UDU8/CvF+BSbAI7a9rU1GEYZeYrdJEyBplhX0jf3gO97w9Xft4fUykagI02Fu
evka+WCSsGsPO+w7izw6g6RKtOatPWUTUuOIGENemGNnmznC6IEsw9I/m0zucCrXyAfnZEKyEMz5
U+k5+tYsrW4DmiQ3VszGp/czgiKScYrxNhn1O5d4i2PfBNeGlQADGVy2WEJx+xt4VukbNdDPD/Hy
GqHWwlXBsfdyfTC1V3tJIfsd1D8mKKnRbXvmfrdUchNqRpW88Qz//PN8Or7LpByysVSXaGo8pGg7
A+JLzHEsPoBn+UrREWPubIbPIoyx8v76WfuHn/cdkciBHrkO39/rR62p+lzbaUc6Wmurdx5wom/G
PLpXjGbilTfU9hsLrlye3ddPCgExzNdhBXrCM8XFk+KmSeGFqBt2VVPCFbTcUDASzh8HVDliPfXu
DdMs9Qh8rN+qARcvY4QCc75Pd/iuw1n6ZGkl1hpf/xv70s9vHVdmO2A8sTd4vFivb8WgMRQS9DXu
QDSkSzK3fA6DCGNB5nQ3oyaPLUdL8E3rns6rWbRviCT+6cfTdFs0GR4IU/ti8cK0qSIT7BbT93R8
JwhN+WT7cs/Q3tNb3eJgRnj91WsJeIsSw33jw0u6QT99L+yGEP9paQB+vngQEAIVlu3ZA9E+1Cwr
r/PtpwbnwjoDO9VtUN0/oYZw7zRk5Bg5xrERbn8LrdfDXe5ZWbvqqsBYwfUh1rQrwr96gV/Gfw+/
EUeWTWFZ/Nhw+enu2JwgAddaCgWLxz+vvxwSSOMhF+h7HUqBQ6MS85Y2ZnTOzLr+MNjWF29Ad0jP
29oVWSsef/2WfH/NXz21NodYl29mUR+Cpb6oluK2LmfkcxZjk8Y0HoyyK98NwvIHHO28VYiJS+DF
4egAk25TJh9MghlYSBmR7YIAS/926c8F0W9BmaoclKSXp1r81XAq0kKxTgxqQTQZKBZEqa9HcrY/
ulKfO6NQx1/fhn/4ElzeEQp+GoA8DMsz9EOxhFc5GH1LKnQgEBxXid/LP7UN/WLKHXev+iH/4kIL
OWCw4N+BqH3Lpbh0El4/pTafld4ABiNF6epfPAZASBwERAymdWBNWFX0TOpgGjO/O06mqE8Ns86c
jmBXR5uUP3KOcK8Pd5aWmJ+RARbLwxu8KUpbeh8/XZdDHc+ZaPla7MvnAxKrlsS67wLEmvEKgz4m
aaAlBcRF0c/RFlgxETYTNwYbD5ZrvDJ929rrPtbOcSxEL9c4KDwmQrKc/V1Bana0sgAluZtqjuxH
1P4A8gyE78G+HUxCVMgMHt8ik/+8CqALo/PCSdanLWsvuR4/fsNNmePJlpp+CFrT4LB0SzJ0vjUt
h6iPEDwFRaiwN1gtBEWGgyNpVQVgDzdVdgoTSU+aYSqMEUkjMoNAsQCDGG/XyRsl7s+PosnuCOXZ
50nEU3axWLslc7kYfNLOoPmzSbPJPupOvMd67V+b8ZQdvFpOn22svpNjxrtfvwc/bZoUOEi56Xna
dL1Amb++S4pMSOZisUsclWU8pEXY38GbEeeUHO2VYJj4Rrf5e/n0evnB8gm8e2k2m8p3Lx4vGgyt
IyPMZ5FbdJ8rmCv7jDMvEkclzoFlqBIhlz0c2FMZa4e+2KZjWh5N4KVrFwTvTTnDybJxg11ZOezc
fIprxpwZ3ZAcfucHGLo4ZaaW+moixOvXd0taP70ctMlxBwoThyrD/YvvKooEyJYuFruCJ/zGanz/
SRZWe1VCBnzOx0XgMhpRjpN70md/ybKWWJA2FdAvukdW0u9qJw2LzRuXtTzLr2+qheKDfyB/mmgz
l2/5h9UMMIUoq9mad0FDpMOGjC/GxrUZVEgfVFC+Rx0uyuMA9DdaK7N3ym3eNQ4hIZZ70nYA7BH0
GmTltiPOyJ8Qqu2GnHC/q6FeIHxWE/f2uTKH6L9z4QtEH+4VbQ9GKK8vnCfBLJzemHbSG8Eo136O
iiftHKbXrhN8LHStJ4RdWUH70OogkSdSDp864IHwTOiQMlcxoBWC3SkkMW8ujAJQXyW1tlgq7lZ2
9n3kKnSqb9zxn1dvdisTbgLDC2q/xaf84x0H3grrWcp5F9dCQc2xpH4BqXMrMyu8h7CKCC70jE/w
tI370IzaJ/IcSf5kZHyTaF7s37+c5WjKtMuCn8itfH052uo5dVDz7xwXvVYYWGBIzDFG9Gi310Hr
VPmmjdyTVw7+CeDjeJNBj7jmF0fXJCjwjav5qQBDoEWNsyhOuUNgAV9fzZSViZm3IxVOXO4zayHE
iLwaHgwiAJc2hHmFfKvZaV2Lc+g03bsxHTFlqbbfzlDA1m3SzHeLoGbtt332Rtn+DysQJyDctlhn
2OW+zwt+/OrgToVuI2qy2oPeUNcl7euVD5mhujPGBtxDRjyy+x79nN7bpjEIfGaTNSIiZTS8yvLc
KGGeuiXB3A5izlVgO0QYeYFHDrCRzlF+ms3CKmE+1Lra1HYQlbtsjikzY04tb93qf3gOGSws1STN
ERaAi1vtVczuk7SXO1QmySqOzIZjKLrXMQnJE0YRNl9bJnXEAMzS4J7cWU1Cwi/j+X2asbH/+ptf
BrGXCxFLOmYDZrLu4vV4/c07fHtRx8lgFzn5fExEUdwU6BzRGNuC8F9toTudiPYrfBOZ2DgBshYt
/oac+Kmo7sVB62FBvrBWcDIJiUsqyVQSIGxwXILNHnBxWp3xhFsBVVseJZ9gye6QaOrPcTkmH7Pc
dZ5//Zn+Yc3nCGvyaaTN6yUvjxNNkk5G2jj+zuQFu40gAV87Tdjs/CJLX/qFKgpoptqaAo0+cD3/
WxwOn/kiKtCYU/SgRfrWmPIfL4kDFt4lpkH0rS9OngnEBDNl3rLDPt6cG6etIKrgZaWtTGgxtsm9
k2XdB59d6YZ1AawlRdzKaKSznfkot7Mo1BtVzPLNvt6CloACAjI43dAhu1yB+taqR1LGgl052c57
+GOgwBy7vKamRyVvlMY71br54dffzT88b7R8edaYizE5oKR4/byldoJ21uPsABBe7Wl8mgddZO4+
afNxT9J4fuVzER9ikhevqlbAYLDSl8jusZc4BXr3BYIG8dtPixWUvCvbJJrV8IFTp7Mk3rzw/XZf
5r3cGqDcj3NRBU9lbyZPbDTn1sB89cZdlN+bBj/eR5AAi6FhIQygZ6BRc/GJssZctkSxbeO68dfW
ODvzBhGP+5SgfRk3Rl81cHKYSMCrETah51Zn+scx1y08lYkjJ1Q9XYNQza2hei7MMgw3JtHCM/kw
vTBvJgxgw0oIsgg+QZEbtz3jiP1cgEBe94mpwk1aOE92Gk0fArLfGb0U6XM5inIFXZ+cCwzGxcao
pa62wGio3hMLbtMq4DXBtkZ9DIa2Qf2cksFG/xnAdrx2IjV+sgsPk/+cxpKuZhpkJ6ttw2Hbl72s
106e5msYy0B8lEQytClgClEQELCB1VaJ4caFMwC6yraCe24dfOMkadJvTUcI585Ix46Ta09M8FVP
lRMcTJTTzSY3ddvyAY0uPVIhpPc0cpo/Y9MEHTvx4SD8E6+3YTxABEQts3kbl219o6IeVmdWtcTo
lKQxA98afBIhayi0AHRHqP7g6ybjqgt0/SEIVEUKK9NbTksg4wi2hVxQrLuuZLMH4u1z1HA6FIl2
3R/bbNbNzvIIsyWX2FVb0TfWrd/CYD3JkhnbNp2zyMHm59WAEPBMBPtB60ruLShTD9w8lsMmXW5U
QMT8mrcx1RvQV+7XvC5yDAm/fsV+asDzQLKcA2yhXOfIal+sNVUNuDViSd/mMpYnHIrFDiMn74us
Y3JJ86yE5J5VO8kmfiJ4KD1yfpRvHNd/6rXxA8yl2bYMvjk2X7oHBQGnrceJkWTESh/RpZGtnNhi
m3nxTYh/DQezA8/TiOmmhs1VjkMMkhUZFAxF/G1I7AR9oLj99uubc3l6+uuqqHFQADGbuLTBVjWr
fz2HwbaZ8uFblo4VoHG3uevBlH+ww6zc/frn/VS7sMJxUmODxZqOZse5OH9U6IUKp+ndrYeo/JwM
QXpqRJR99Howf7Fd826EqrhBzx0e2zlHyy2ifjlmyXhcOSkotRUhOvOzg9UQDpSZwGJFRr6uXOda
5B1rRJ3OQKnxWq4U5hvx1tOEiOZioyC1C/ErkiM6L4Ly66Jy9mFUEB6BfwXQ+QzKSrmNtwQhOxmq
ew3m2Jmi6BRkLGh7AVHvseb5C1duNwtSrGw5XI+h1w77FJhvuZE9h9q1k8XlxxjzDJZ3lwjhqADX
L4ECv4RpSt3dF0iEiWRvinITi0o/gxm/MgI7zPeBi7PnVLdtU6zjtIzG+yj3ynhVmh1R3TPA7g+R
Mw8sfGAzCwSaMRCGsBJxcmiHUBP8CDKWGLKuL+dj6GWFvvODYGrWSe7Zp+V87W9M0Uh7C0yk7I/p
3OefIVLH1S6BFT9vA04Sn138lhlum8RClO03FI4wILp25cRyVieoWSaEQq+ZznNKawyIAd8XTbvm
KwtEpp9owjSfo6ZAnlx1YcRxKsplfiowYmIRBM1vbbzcsm8yz4LtQLoBooykn4cXJdBz7dSYgJQp
6fsN+85ZBkwoXYoQ77AbjmuHsa3akhJDKnxa+xmxB6YQ8Yr7b1f4dGJvIG47zooTkS5quk6aHMF+
MczVfhBDcG1iT1pPopqXe20+BKVPQTS15GWuAHqoLyxAHo4pvwM6k8TQO8YCyejMGWKXi9w60Ber
H5WlC+MQlDNnCSuxUxSfNGpvByNf8opskhNXHVq0ZBOlwvzoxYZ/1yahC3RNlqnYshUR/RcAmIHr
PpD4Mmd2dmeUum8o2nuQCMWAdS22+Izl4BTtAeipjQObpIYGv6vhjNvWEIW543d9uOMRjeFVB0Ex
e3RBmNxQ57vRafTCfu8ihi8eY8OEPjiPWVs/kW3ZtXeYJgsS6RQb0xaMtfE1hXQoj6HNngmItVXO
1gmK+p0Rar/f+TXcfugyZtMSca1BTEa9okum47i5AksK9DGbFMntykwJcIHJ4ce4Jxx/qO+sPgb0
bsVT8Q4/tcYz53ETEFWnolnbIun2OQd92BON8vS+guHan/s+lfxmmnYNXT2YuzuAFx4px6RBk/je
AYOGaj5t7BzH1V0rNSb1hGjqbC1GaRYbnsaUnIzODa8JvceGEcxj/FB0eYw/CVz8eDaBelaPxlw5
AyiWVgzHuAH3B+J/wKs0FjYscQUFnfHYmObJeSbdWm95wXM+tVWN2X420ywiR6DvNwMN/fxbauOL
WolBRPiLqt5hmMKfJ/MeW81IFojRkdoR17JbEbNlq63hVWm3Rg4v51sePTC4BMkD3VYRUP0QLoq7
c8ABnGWLGeKQG0HNos6phUPe4H8aTNWCE5IBhPTYbc58kS1z9rQbj11qGPaKRCT/sSkYI9+xoPQT
qF05greel1HMwBT0KcMdyO7lEQlN4KabrnvJvnldLTg82DuUsjupmgCSIci/FLa0GjCj1G1FBrAJ
2BHn/uQ/5m2n5KnIJ/tRt/Hw1W46UhHqsifBCxms1e7MIcujA/xEpmwG3ccWg/PcfFRmldnriszE
etu3FYEvhsxKnPRBaDQUlb4cjsJMOqiiQxM/p0PnfRsATTwrGPX12jZsQtWFjSzgqs6KJdg9Hzyb
KPcCdHragU9cq9iC1mm5OX6TUgwav1bZPjuMe5s94o1hpp9nzPOmDw3l7TM84KBksV6kdxFPjAZz
WlT63o34oDvELlSMo5nGRHS443hF7GL2JZGekW8RrtsJUgd7VvdCV/qEE5WKj3wPOTBta1rnOiIE
85ORp6h4TPixI3adiGqFwXqjt7XtZHg1QrddhVnHq04ne/BBYGpSoezM0/ei7vS7uW0CvW77VCfX
S0pdBYV7VOY732rVn9xdu7jKOWCZ25Yi6dnANAl71VTzeYBe+80CHE67ee69bGu5WoujgW+UIjiO
GkLMbd8INvh3BxN7Oq8+WTLAHgDQjOG7rqkgXHpM7ayjEwbj0UiSrDumXV0+YqAQEsOWBhY1xgY0
7Bw1V7rLDDngQfLnPN3UrqZI8wRxsiusPvMW4qXW66aPACjQQ9LuKm+8MQKWVNqbNDXq8IDaGKZ1
EHae2KgC9CmgTJx7GPjz4mRQna5tP2+498VMssFk5gqbUCXMp9Qt2/gxMMCQHTuQNc2pjLpZHwpq
Uyo23T1VgHWvGD+H91PKO7qdyIy8I7zA+dBjbhj3qRBTdz2V7fjoWm2ERyU3rfkWiNPgQDp10Rqn
sPkjYjogCa/5LGPCPC8e3A35CRG1X1I2SKJqgTIjkYAsIqKtBvbo2Hwf4b6GN0tyoHXFc4BLrrQz
/TD0bjCTruHiQ0CFh2coG0fpbuVoVd49s4OxXOCr/rco8bgvnlnToqQ/jNnIGNQcr5NI8l+xdVkd
x94er+a+H7qNt6xeoIlDdkFNRWCia2wsXCh5TPPN7+h9TwOSOtIH6incJakXlDvNv7IOWU9ywcpv
EnkCPVWTOknazjNu7Sy5Guh7T8fGc6EupGY+5JuByfQp1hm1jkceqr14rVB/GF0Gd7QrlF653Nab
FHGht3Zzy6T4ocS6mgDcs/cmbhdt5my2xbrJHZxkjgGPDGT6OJ6rymM2OyPM3lWxh23dH2kwn4J0
ZCMsmIRQFcQ0vKx2dh6QHel+7diZ8J/yDCfKDbl6SXTVhZ3zGe0amFS/NInBipqmIKGjJkJkXZi1
fom0wsZpdxY/jVP+/NE1crfa9r3f9GsIua29UfPQ6jXe2wyq71hPD8nkzHqbzcb4FXereHFldh/y
tnBd0HLhzhkzDaYON97eqUqSSEQprPtgmnG9LV1uJH1MoOS1kQg7BmqRGtcmARTTyvVH4sD60Rfg
jvs079HelEa9ir3M3eR1T/5SgCXwpN3OMA74abk3Qubhu5ju64r+ZtodBrWkHLZhgeTApKuFDbQq
EccnGlXLkZ7MSOZXaOqHeQTGsnLnWn1zi2iEL6GhKdxDpnfLNe+7E+xyK9L3ymcQte2JbpoR6ZhU
RyTzUQ632Jh9TuozVv2o1v6JfVXpDTJVIpVHlLD9oRAF4QusGg4h71nvTGvi7MmpwyytiaSFOhOu
g85S93VtQZ/g+o2Dtoe6W9cs5ADBhoH2elYpAhvtylNHtwgIZQEnYDAQ9LRx6Bpv1i80PsU1MVtE
1oFXx2geQgcq78KcUKy9qJyIsSb8EAFpTeb9Cpd5wbE6ArNB9Oc4770s1jQg2jay90GlHEBBjEWT
Ix/QCR7KLjGPCNCC+boepiG6VR55Osj6CHffp5Mp/6TpZA2nscoQ6itREXaUYUHekkPCgDJv/eJZ
xUK7hyKWTs47GlsvKaeObg1RQKF8G7O5uRmMicqyrFRYH1Sb4l4MaumWG152QvhKn3hJYH/WlFsx
wVhR9hLK3H2X+R5WbdPpMK6aKqvNO79Axc/3EsIQcIzR/ZgmKvTuqopgkB0WNNYhrCIRULi6c8IP
glFZeLCHIrrVXW7WBCOxda3dyFxgODnJAdagliRMRoTzGk7AkOzSOZQ2UMe5G86J4kU9WzNtjtuh
UnF2jDHlB0vW8wj3t6bCiLBimtgYmpK5duxFwznyOxVd1VilE+TQ6Jv2ZdthTTPb2NjU5cSaGltW
/sAjj6IlRhKL5oqMGw5hca3KnSyn7EqaHDQ3vQ2QhCzKajib5P1BNxwaKa9DCKqY0dGmvODVKu1t
MInyKzloIWB0L6+OxFvWITFYtNAPQqT2Q23VZkmOM4KxLQeWQB6iApf2ivFKCHAuI/hzrfTAlYyu
Q/jflCfzZxGnuD2HGAsielNfr8cq4RYaNVv2kHcesXwonHCaWfAZtjEj4O0gp5h6R4f1t5C0gH41
4ty0bhLDsQ6BOeefrXHgVDoOlYdQSpdJtIbJWH8bG+q3YxlnXbknfczloF+PfYi1sIyrrWEEIQnI
Rl/QM1RTt1gbXXul2rpVEArwQz/khZ67Uzovulg7V83T8jYM6zq3O1Ioh7B6Zl5ZP0qe6HhjzxWh
UlUyDhZrszeKdRZyFFsJD3YyGGUV2+uktfRel2R2bXWEMnCQMvxzSJs4vaq7Om0ZN1rWSWdu7myF
qiooBECFSD5xM1ttlIcCxGHlMjeZy9HqzPvc3YVD4Xk7nYviRSakk+2rGHLXFWuvvh84SsDwTnL7
a10MkghTMVviEZt3fhXrkHTY1CzW1CeyZABJtPCLb8/iJgb3b4OdJzwhLJPBe/I1Wr+NN1fMK1oC
UMwtHf22/NMZJ5B7bSuDZh8bVZhtO8C7T33YVf2RiVJwzgGkO+vElI0iysUy252UNefZJowzjxDq
zu3hnMxusotDnodN4BXRS0d4lr32ZNP4m9Hk71ipyYfOXY+ckgAX0Ne4M+Lnjpw7qIdhNT7St4se
mroUX3gq0nQbUSEVq8EOqvlIKa+jm5AwhnjT2D0eVUlGrprczFriBagPXADZ00a5QzveB9QWYmOa
pUYkDZiyXNuyltAMETWWhAw52j1HM8EvZ7eouZxyantg9qZPz6BxmYmsHWJiFnUKZeqtlTt+hS9s
Snoqj0nam5G23YNC0zVu5p7Yi5LXJaiNlU/0QH5HFZSeC+UZ3TnCcH+AEGWa19bUuR3VM5atO2Mw
ibgpewOHJLDQ4aEWMQ0DS4XttC/ZWtx3THkKQCioETFmhIavt1Y41tZtlU72fkw6oIbCCPz4wBvj
f7TQgW4x3vtsAhQt8xFIlk0H3TR8Z10HURO+i0JA/0BqYTCpIndPZOhinBOQDdS6mVoB10SZkkyn
qCEJhbgOn+WJQd7Bc8fZoy1MF8haIqhuWujM5TqJUSatS9KhBsJY/Yg80Ui8DNr1jHVHpXNCeSRg
aY1lpuCtN/F5aUthIB9iOW1rj6j2B3+iww+gYUCtUoHf39gYgvWVLYK+3M+EIDCRIjeZWN5IDleB
68zNVpWEKuxgYC1tX2SU5Ej1cT+4a/6gR6QFUk6orcC0unVC6IFsSQ+b6vRYTcDUr+zKF/TJ/aKj
4wy2/75pA8PbBWBmjs3gNqCsgqD/FM00GHY1E3+AAowC6lvo61n55NfgbW+szPVjxCyJS7MdATbb
pDd8bKBIAJytkWgTyAmlt4i6kINNmPV61cEALu48g4r5SKxmQIDvpLJ2bUwFe0ot26g+jPOyZhII
WBaUHxyYj17a2TjyIAKI55Gz7LTVA6XPFnpANe+qBJjZqq3S4CVJPNbBEZ5HwswB5f3G8ILkkU3G
AXox4IM88FgJMtkkbbMrw44tDLpB736OjMKBSkIE4rRu6op4LDni+Njk8yy/5JKu/DojOLe/Bw37
f6k7jx3LkWzL/kvPWTBKIwc9ueTVriNcxYQI4UGthZH8+reYBdRLv14djhx2oQooRGY4ncp47Jy9
105ibO3lVB4I+LL3MqvM9LhAGmaT2PX5KbXKTAcQsDgkUCz69JIQVdaSjzNB+B7yCOmAF/O0+ljD
PV+VdA+CwUX/EiTSap+JJyKMjjXJbjdT17A2VDbshf2AsjbetYjk+DbZ09Df9GBEPR9hDdlvEFKS
60mOCgCuG7vNUbZsh2/LnMj2qcrS7+aY2WsAXRpHByN1ANzlcKmb40imM5jcTsUvzKZIpjCdkcN7
7vx1KfOIwQK77unETmdgglcN4ZZYKNMM6FTFp8SrRy1IhtgETdo0UHOJqCSVKRJpeo1VJwQI2sr6
ClgDG/ewGWvrZPPheCWKoSdQPVbWD4+OH2RR8HL1tWXSFdkZdRIR6SfY4m/Eki1062hPTmfPA3J3
X2cesnRZ4lPxOzryL6qQKTDjylMsyCS2yVeza4sXSDlMJEveUes20dLF9sN+HtQR4391ncVa4T61
vZGi9HDi9pSTKaJTFTYw/4Ae0At0nGgk5wiRaL7vxhrvy9RV+dsoHYk3ynLT32zsq3Jf19kS3tjT
zAy2rJT5YywnAZTd1l3Ctvixa5CyAbknIaZpk0Qx6VlGbmv3SACtdk/rKNkyoQ6p2qZciWt9Ee4c
cFMoxE2pmXjfE6lTHkfeG2K4wdhGqkjFIa1ThoPjKPO7uLbnjj4FV5KdoYJlki2Dx/6pHM9tsRj0
u6Bg8kED4t3vPH1u1EbjjGZ/qIig4MYgD4OfCYl1kyeyeENpsxzdfCCJZ57RseShiwdNLHqgseGa
yV7vypeZ5FCDbdOchASX18Zr2k5OHICGRKiGB1nL/CEsiONADKsDiU21jmBV0eHCr53uN71uJe89
M5nane0qrX0w+To52xZ9SLlrF+nCJCbMBeRyxyD+JIbFyNdalwAST3OL+Nos1dQGKm8jCHUJW5wN
91od7ZAPWCAhayAw7xfKt4ndOoAtGhont28mKBVxI657s0q+KAjl1AHunLLfqbwZjq9m7FuwAFkg
E5cSc7ZzjeZhDcwgsKKMbSTbmvguIlPDAIHjLgTuIR66tlwvaU7Mp51uF5uiVACLwf3cCDnbNgGM
88ieRm+y/jvuZDgjs6vafRUjFc9roX0rHGAkKC7JVKJELHtaInV9jTh19o4hutSUkkGb7R2AkLwC
DZqTlK7b/WitTQsJAJtUYHvfoLeWt6LMsOH0SzWTIS6n2XmmiVkX28aEFh5kMCiaA2ecgjxHwtht
yQ4OxxM8KVv7koamWE69oQ/JAZ6N4x1lOqZjELmC7DE36YCAJ93YZjtbKTVvQla05UxIZ/Nm1jaB
uiFW1YZSohiMvTZXRki3wity4xZMojhSWPa0UxejvSWxNNcPpFaCVa11jyLco/fZfWs6pDM3KjdV
fprsqn6xslT+QA4Mai8u+1jsnbwBEmW20f0YYsjwRSs69gxtlkIgdjIY7V1k2n5L8Kq1AhZQb81N
FQsfDswwX9mUe8+LcPg2qchMjaCD7cV42Vk4Q5Y1KwssGmevHmkmz7KcVo18SAsqKNgRzrQsu3mb
UQ7/qOCe/RDVEH0LwfjMB1dTISIcwpF+0eMbjpYadLlrRUhQdOU1pJDFwJe/4BcCM0fF52Ao587Q
840NGLCMgwBGhSQb+VZjtwRg6/K5ycTyKyMupz12tV0pxB6FSHe8z7WzjwgHTAN97M3p0GSZkufK
W9ufdIZVfE1s11htiR6K3T3Ja+KNLqsVvsgmrZxvDG/n8Irto1VsvFQn54dYpdJ9qBElmez05DS+
OcbsjQHBxZ4Z6MpCuZryJJp3S0NR4mdmQiOcaq6zQE/J/LojHY+Ax1Zk3ysPgk1izzEpU5Ml93mi
oIvFi9nC30fGsudicJiGID9643ZLL6GtPRwKaTh37abk5uQ3MbibarcwlP42Tlgr7rAKJURQyTGT
Z2rJISBSqoYCBmJw19BoU/bGbMLQOdjxWPyqDXKaA82qy/7XXPUDCh9FDM5maaMR9qYr2NjPZQGl
jj5A5l3HdK7uwzJzaoZkCD58jznIs9U0yXwFwW4ALkmtRapLzheBuE2+XQUP7FMX6kO9FWaaw70i
tuGUDD3zfTMh+JDerjUYQZa2Iv892Uua+Qp9Zr2z7dJZiAz1YoIKaZBbIWqlVh0SoHpNoNC9/2I7
nc7BrBvab77GbKhqbejyIEGuKL6ABXKSmwWXX8pL7NWHhPhY56psTTRLU0PH3pekG3pkH2ca5Lly
bh4IF+KFLcqERmoSEym9rXrCBeC9hUYKs2ci83tqMx7h0DWLYa8lXIDNCtLEFotcWm5F0ZgnrYg8
foBw4MSyYLeBPaemuU8LgfBUIJuUQVox//aB8Jvpi2oX4A12EZnhIwO46ha5SA9NZmj77DyMtSn8
AkE3PLA+80CbEVJEWINjaL7qo3bY8gfdJsU2/BNUk+kRpTVZh0xvtGfVrKHnNXBDFbBGhyH7LoNF
jeaywKCHpOMhihk6b2gGmEctV3bl4xw1HX+A33aTEC9GPtvc9WrPVeJzQygSSe+di9mOF8ylPWc6
Ud0RgDSN4GwgLQJkcjKELgo6E9pfa3acgOahRob6iCYe4FAC654cM5pzoz41hd9Cs2Gr0RbVPXZH
vdiZ2jLK75PudF8blj6gctmQbLEQNkRqJT0gRgMGK8zhaXma48bVTwiCSVuy1GimSGFNoW3NWsbd
0SVpGJgcaGb9YCdL9ZM+A9cKot36OvXZSOSfkdRqX5D4te9iRnO+yNvc2/cImdlPVUkkN1EXTk9d
IaufYWcrBqpMLWE6h2D+FQJjuETs8iKG17IF7adc6zw29cIoltxn+6+4Rgo52cXOnrd9sM5Uqxjt
utF23tgKNcDOIJHY7Dhy5Z5wYKEhCauUgZsciamjlCGubJ70Id0yVnLXvqih35JIBs4Q+SYLZeLE
qAzoMrfXAvE2YXxKj2JKVFIb4jwcCRLkX7kvCn3MIZ6QPX1UVR5fCZmM8ZWdeO3blFlFsyHWTctP
VG45fQv8+LuMlXjYlUSvpodipIFDa405ahAvSpW3sRQIlSrO09lLNKzWzs0ZAjJESNor5oc0Css5
NH6nUUaA5kbmk/0lbwl92oVOj34BEOFy0JOBcfpGM2lg+602hyJw2LSaoIFcOjG6k5vsqcAWbBui
DPkaTnZ46qZaRNuuccS3pBxrGz25msbPtGurcOad0svGtmyt9g8XtSP4iPdKrygT7Nn0wdtWIU2l
jqZK0I/2cBJaMmIgrKJfkQgnRtW67HZ0PkiCqxy228NinmbHDTexWozTsCzOIataQizHPn6seWcp
4KPoVRe5vSU3wSs2RAF2j39WolwqzvnY4LLjF7eBmBjCuVBx5MUMaZRxyY6QVmuTG0ZyjKX0mOuM
5jHvcqYopZxonDK9+0RDIi9F+JhxV6mlbemMh/n/F8demTiulVXLbrSN7naw0aiFvaUbRC57It85
fLEm5OGMv1OAcK4Kg5bMGWdfSGUSxugJGA6JUTjdoa1LYSN1d+nts8tGI0d2OUAwkyI7OfOhi+47
VaivqTTUcqMnKSmS1Ksqo4ivUTCTHTOEDDSg/lLo0aMDO12P5LMTnALbiukPExamNPa2Daeivony
OX5ObGs1aTeEfk7aiD58bnr1mODONsnh63+Z6Jl8OrrlMyrY4Y5JR7sVbjpF6FpGG/FJBxev3KAt
7Wt2aVxqbpKT3FOiLM33OA0dmIM9Y7gNNob0+zItRjVvKLYB7NB1xhreWbYm/diusl8FtPH7SJ9N
cTcA82IUjp5ufIijFqqkbqG7YoUOq2/25GI57iqlfUO6grxcRLFFkn0NWY4ua67R0TYzYHzF2DSv
qQPU4jPJ/Qfh0HrbCR0wVkLE6mt8/75YNHtpv0v8nbnWk3NKhHSGH+locPm3Zr/CiOUy/mi97HV0
muSN/Bm5I9z6Gj4U8+bCGm9Vwu/85xfhgxZ3fRqJm4MCAMRbIsJ//2vF9EwMeofTDhVKfcPHTDx5
cdrvLegsXypm93vykxkwul4L+nIIzSfbIRLRRLXrG0Y8gu9VhfmJXu5SjcsvxavBNTIkWhzYIu9/
qR4m+iBw6e+0vI5OLWno606hSY8xiyKoxCQ+2khuPrMhrG/euyUNAgMuDuRp2GFd69Ji7Miewsli
mtWBt/WTtqPyzKz2BjE9ehIMz4zQ2D1/0Rpwto01PvNjytvcLZdD5EixazXdu7Mz0W2XNqNW+vOt
+m+/HXwP1loHZ724fIB01NAZY1B9xwp7q7KyIzE4K5rrGkzrp3EHH1Z32OgOOjdMBjwZSD7e34GY
KXNMtheLttbDR+2alVafz922H0XyyyBS02+SytgmVj1fl5WgJZ7XkvE0RKx/etoSbhF+T2STQsKp
eP+b9GlfK0vE0444xP4hY+tOuynxPN9tlvTXn4/18bNAIgjTRYFOE/fx5dJMc3JAXhEvO1PWbMwl
+tBNOZoMBSubLVbHuPdlcNnxDxQDnxz7gxgTif4KdFuVkVj35cX60E1uyNiJZ35IrPhBFUwAXGMk
ZdLt8m6rA52NP3mgDOPyecdMT0vbwHOF7UFcvmY1GxfNTYxwi0MP7YoL4ShmURLVtidTKUWCNYzH
ASjsiPovg+jdl3q1p4HFFp8tkTjChaYiUUupDz+ElmUdEUQLDcqMQoDnhSGAuQ2pEuEH52z2yKpv
u5O9jA0UhaVisPLn26dfXkNyYXSGEiDsEH3z0FzYAfts4ilqYjbwaJ1/sN9Zyk2JbfEry395biJb
vRJrisyymFnTCkm8PNGedDPa1SHL5xf2mznSDW4icT0MmvltklH6SQLBf/sl18IDwyL/Q+x98UAj
EC8K5tz7gQBhncDbZJgfRaWRwS36Se9OuN+G/vsnl+byhebS8IgS+oeQm1TBS5sm+iXRWiB/9jXh
GEc6PzWVmWU/UKMBs2Zifm0SpnxoZ6YnGxi/bBiVNCMIzzSx/vy7/OVO/vs6S64mJCvWl9U3iv/n
ogKKNCOpBPOnPZBY9HWQ0qdz1XXGtZ1Fi7yqHaNIzgt7PrDzYxTqeyx4qTy27J0wE0umGBsPW7wZ
YGX0xisUrwwxEJG1+nmsiRTw57zjT0TbsYxrWWffMGDJSYs23a45KoPlbFNFsYgPRleHV16CgmPj
LB1t43oykva6QOUgT5nFOndKdQCGV/ZCgy3oFP2dzWIpAAkJnTmDOYOpgduvEPNS0LLHukJ9373Y
sGTm12hJRXpbtSUN3ambl3M9Jp5zNq3WMm+MHiVTYqfCuYp41HLfGmIMeeRgsTFGj+s8SkzeYaC8
wlZ3aNviyad9iTWixQm7//Mt+WDndvjcrgRKG08/JfHlKjvnfUm/cRJ7nAciBDLg1cmGvic+s0hI
kFZmg/nPb2zhElUA20tDEUiUMQnBEJzPYnIVop9GtOMnpcDlV4912DAlHKaVBYF+/qI+wecpoK9F
837J+zjo+6jGmZrxtkarVfUTPxof0oslEfoGZhQII2xtqD/kxXevmlOt6Jw+2iNdk82qANOr27Bq
st+FqZFYZOKKQMuVIg+7H7xOPXmDm7gn6OtVdDuPOFL22RDZ4lvkDuy3Jxu10T39t/jGK9DV+ZEX
jdY5Q5Skv4KHz6evTZw0RJ1TJk/bGpAvwfPgeM3AVoJyv5uBIV2HFf12nCx/XfAKCtjNIsKIkCGu
frqVk4ogbGZKMyL+mp3pT0MSTfOh66x8eZQ6+u+NaiyTuR5EE/3gZV65Bz4tlmCdj754eui+9VVI
FyXSJSS7iK4chV3Zz9oWUFvxzSgifS90J3ROuT4jw8WlFQq/yTAu4bQHaULtb3a3aLhbgM0VtRVB
CCH46C6eB4d5VDR028GEuPvYMbXfO/Tdc9+ei5XAL8ZyhwiJICs7rslCaQ0cKU2jDb/riqCMevFU
/pNvBx2fwjOH4oUxjdH4fZzoX+cpSUOfcshsn+vMjo5ge6fiaA32+GBWZNTgbQyr8GjKcPplsrKy
xFd45H0zG4avrll66qiYHpoBY+ruZf1kkd2NxDQmWl3p7aayYjffOG5u/tZzg9jPKunntxIZ5ZeV
Ji1/ZZmLHl2LG6dsNkMYZinWbkWCJFmXKUMIHparmYZk5pedmpyNdDGXbtHb5A0KrHDYWRK+OHLG
ib4iwx92MWh/hpXPnQjwaVmRKew+VVPxW9jC5GPKFcfAQnjm3mHDuvhCH8pXd6IPvJHFaNDPInr7
Gx9IMj4p22It3VeTtLdGivbmEE3pbDzhnsVybCz9eLL0NjnKUVvcLcI+FyM14zrWsyGt3UMO7qgI
7Njt3qZ0ZO5Y6BH7yAacg7ZBAcfcAeVar84NH6B4N4EXiTYa+9/qQF9Clud4qKOzAp7YnOixSxxZ
CRGmG3LRkx99WqY1XmMFBE7XE1jlWatXTC/GRS4+aza3IS5tCy3xOJdGwPgyujMS1O/0dew8CzRT
EVqpFfZMgL3TFV8EWmd7o5dTcnbHzFojhhz7bUkNGv1YU9zaV1U43xb89TSoWFbdW3rkKGGiRbub
Ktl+Z/dPfHvUaDNPQNH9sLLFNnaUUex1JJZznzSZKfdnkrolA+KYGBOgEZ5vlAXlk4pDI9qmrZmc
HD3TMwJiR/R2WlF+9Zx0PpboCH4hKmmOTuYmjIWNLLPIbgOYcixN7iAEkxzRJUYZtw409rGLn1oV
GWtMCs2rxLA9vtJjiRK4tzvyQ10MshTfwBVOIwEwT7Rjh/Y66uvpQei5BGpZ1PoVmk6tBWlPPMQV
jUuAkXKRMnxQxhJ753TsUjtA2sJD6raL8Vrqgo5al+Ag3NBQ43KX6BYxlemRmIKWMnbaOtlE7GwL
qo6k0SbM7rScBNXDPNHaQsmWknPjRXQ68PBgVNjkdthzNewlQWnkRaxC3qrnkaHVXZU1SVdbsJeJ
SSdaK++R7ZNLRJMMYvli2w/JODmtb7pRdV5W+/xGUCKYBPUhHtk0U6aeFXKA6kTymhWUeAFeioEc
L3+etZJgzzqNpuNINOsLPS0CFOi+WJG/MJQpfHxbJM23XrzlraAloGoDuIxeJq9kOFTjwSua5BUX
Ix6a0ItI0jQI9HiKSMlNobbJiZWPaWLJU5HzbPPj3UeVJOS1Rk6YPlctnCGAZ/aUbxekPzvCAotm
K4uswWJneCLclXEK1Z/Pcjrf91bRElCWO9ZdWUeMOEorrh660LGNoBXlqg9ZEEv76yyn3xRQaRL6
94b1s86o27djscj6qFv98qKcmDLE7HhSE3BeznOOIh+9CZqlNKCFjy3R6DVe8lExwK/meo78KjON
3RzSCvV1wju2Gn8ABbqGcEynxm5+OrFNjTRVCaQPVPPyXmUTy08Z9+G3omBW7w8wilh+XA+lY69s
TCZzuhBZK+EbTCDlv1C3lalPcoMQR1Bhq6Ddw7DkL3ZbBcTM5YDOF0Mj0VVYWrmJDSHzM7Om6Smd
mJayjk9T/GBHXfarVYt+TwBxEx+cEgQnC5ZGEkg0hbr9rDNXqTduCyboBIBBw1jpRHyOmK496xkZ
Fv6IoI9YAVBBgZgZ9US5PtXPbR0bY9C6JbJ0limmzRZQQgAfs2ctd00pop3moVzyl0UkCflmlEob
lNy62Gm1WbA5ZQpg7PMRn58yJ7J6Y6uPnV1a6W7jx+TAvGF56xDE5DXXOW7QRCC3yR0XTSLRVDpi
nxYAA/bKAWvYYiTT2sOump8uQ1hBy9cwle+QsSAPo2OG1te6c80JwfUw6neTQTrwY+jw6PmYf/mo
wXKit+WNYbORNgKMIE3D6MFIcfNgAR+nfUv10LGQ49XaEHKSckV6Wp+yHpboLmfud+N1CIACLu3w
zZwzLcyJLtRGuUtYJfg7Sifn2ou0fNvKCXOomAxBCpDXQAQfEy1PzjGw6EddzV5xpG2PAYx2ff8z
Q6hVYr5oQnHvisLayoFM8wAxUtyiAdNT8rzr5rm3k8zaxvDwnZ0uidZm9A0JC4Frtlo8vILhWR5F
Dxmr8k/E32nCRTQtZ686TBzod8tkNyfT8CRjEf4kyM+bDiG3dBtnRf09Y6O47JqkqN5k5KLya3kz
C7+OEGDhWaiKIWgwF5NqbGb0wpRKpEDtwbcLI4bdL/6Is3PYKNVMZ8mWh2mwvozqoGktXJ6eLTB7
YoheN0YOr+cRXm/I7JagHrnriSf+0mdpEe0cK2Udyx2z4+8LL3+Uy0xmuJ16y9VYZQA6oQGVx9xg
S8CLN3DX+jJC1kqCy1UdApP0hYvjYRcuFqbJKXHx+rmTgfZZS3vim+26nxfSGuIa6mDXWnkwJpO1
pvCRA7fXHC9NmW5X1q+pjRp3Mye1YRHvkklikDi/k1iERNzZuzwHXlR/Ib7dIPcP5ePjWBPuTcVo
W35hrB2imPcs8aO5ZhxepP2kkbcxAYNfiOVodjwpvEGRyZavyJZ5vGKc03yHcIX1QJ/EaN9qDJWV
7yazfrOgqGPpWfR6IodET+Krsi8HogbzJfxmj5H91rCc2OSWE9t8LufRuMMNx4AH93OfOWetNMuJ
jL9mSk9uAuszyAoW6yvAGHW9Mk7Tesv3ILG2hMJY4Q0v/eIinBunrUcis7wmB2u4nghWtSAYJ7bz
xaoiEkj0GJrnyS25ScG6lUZGErtj4ZsCZdnOSFv7iip5mQMvExY6nLRyX7RoigWLExKITQkZxj3E
hEBhAYaar1FuQAPaEnuVoBqWjGu8m5j4NCKnDX1x/UllzXKb2c5UbVzCMdwtVXW/HCjQw24I4mrA
+A/7QQ9SA3XDFsFkrQXEHVEoRgK3ykuNhMTe5WPV6Hy2NM0MOsPqr2FKawUpQXnyfRGDQRt4aJKf
ocO99rHXDP1VpaOTPTeFmTu3MI+c8Xdnh+O4zdDxj8cyXax78h0te09F1bHqo3CbBgLfM9ralDbe
qx5b5WGKE+Fu+CkWJqcO6s1d0sUuI4jRKMWWfHv+7VTTsLdZdtpHV4kVeelD7qhY7BxWr/Go3DyK
v0rcmKsfsjajbZKla2rSgp7kumgmJ99hD4nUiz5GNdvxbnbjEhE07B+Zx+G4Z4hXRQ85fGz8Ac1o
6gNDH6ebdw7ZYykSQ0IDGc3GOr5LtJg6VX+DSgUlv6buALS2NLbytLqP+g4duwR4p3xTMbu6ihT9
0mcrtghiky1m9yVGGkB5mRQvYo4Sr/uk0/Wxh0Slj45Fdwng9MBovO8hlRFxkQZ7qj1SteoGCsS3
Ggef2jAzFkGdTJ/RedfG2d87NqBDmBMAEnEhdoDcWrtLfyM0eWy+czXPwz6ds/GpM4lY4UuQPqi4
H3ZMK4hr8Ur1AmhmuKbe/cw4/t8OTwMAuhitIzqVF6c7uA4d5paphEgU8qWh0mBcdJbVPiqCg588
vYt+532FcqpKuivN1H7/uT1yefx1YkN/BDU3F4L+7NpI/dvp0z6d2xa3FMmYTIY2WLjowlCPHZE/
9VswHs12catxVeMhqqe2bD5pmV22JdYuCPMZih2drrRhXVyAmmpCQHmf4YUhJ0dzHZ20pBbPHqd+
5TrD+GrzLf6k8/6BnbAelVYQvDCHcSVl/vvTjvDmGQRbwprXsicmNiRkqrL3DbSqSSBSXA4RubXn
VIeukaP7foAtUXzS//lw6cHg2X/RE2AYG6a3/vO/XXrXVbiFuTP7mDK0OtkOVLezUAPhRhAQm+Xc
gI4qH+LGan8VXiRuYar03e7P9/+vxvHfn3+KKqgmsAuYwxKnLC6uBGCWstJ1dOKzAntM53Rsf4i2
Vsuv1m7U+IBqxZB+SzfFXj1y/W+DQjzZ5cCa+us+7fT8OreUod1lpGl1v1Vf55iAE0dGZ74unom3
lNdpM3o9BJixXvItwcdyYu2OkSNZscN6q7XzsM0aVDG+1uu5OC+Ti552auJK7WpLOOGBBDZRPGK/
sKoXdOKuceOmA8YLOw6H6EALuAZ84YCnOuRyUJafOTRBdkPlWTkWchyHm0mzSmLQQtuunpm7z/p2
GIziF9ZR0ZOVh3rQrwGHfaX7rrPbgZqSn4lPDu1PmuQf5pKSfF468whzYOPY0ry44gINLaneCmcZ
WOdgQhizCyt3CezGSJ5SdCBXdl5Np6EqCFOiuL6FJm/vs3odnQ/kP1airg5/fgr0D48BczDmby7k
S0mTDfLb+4exX+oyIrhK33mdC+dJ4TTTTn2Z6tpTPxdwAdxwxBmJjLLxI3LNy+0gKYxuWtplvCIl
rNCniYSK9oiqbRZ7xDt6s7FGeh6/8FZ3Ty62+egwh/SLtqrUmldJzANiT+KfX+rBdh1KV9k8a12b
p6cpRQCcA8ptdlFBDM7BMrAWbIbGgAQ7GSXaDDgZCF6KcKY0jOj6bckxrpENDtkoz9g1VHmi+WFb
98pMCWnLLeiyX9zeiZojVWcvmOEQJrfD6E4AVa+l7lUG/9AKGKTaz0aztDk632Zq6ZUPYfla65J4
jLm3Bja6ADzaXZXSPdmQgByyQx7pPPl635P5metGn97N1KnyxO6HeTfg6SXdzlPaDreO0ZY0EMum
fbBSpPq4GPRxPjqAgJwnsgzTbwSFmminkGc4jxE36kmNlfm90+yhPncT3ZdtHMNrQwFrhPGuXJiu
IJDukOXGBnF9uxx1WXKj+pa006Rb3K/WaM22n9XR8tDxYpV+BUTECVJKg5hEWI2mmrQLlbCdGzw8
xCk2BbQMzMIYE3rjjT2mXhWAaaBhDh+y3XIXljDAYzhnu852h+91HlnkdIBcOU16hCZ2iNNuN0wz
AfYUcZwCaXUOAiYFrxN9gNVtvLDQtW0HVj4h6RHEzakSBY+5jZ5o9GVUV+onvFPE+xseANjM0FZ7
0DzMwTTzKmq9dfuqdxrHipx8j3zVne/qrBP1JtFk98KOjDoY5QtCuC4zYqLWOq9xHvShyk9omXSE
466Tx9h2kmGP5qnSdyFpovG+1CbdPuME5KQTIHHJDUCD8AWrOwx0L3OtFiQDNKqi1cM3K+7xQ+Wz
Qi+moDaeOsL4utOstSiZNKdUT0XWDXJDI1gMn3zELislAIeUvfYafrOGp5gXUgKI57WIkyWCrgUc
L5q89n5pSXmhmlmOJQ/aPxzjrsejTFihXtwPXV58r6hFh2E0OJ5ZaOYX+MU/4fggO0Vw8oNUWfXj
z2vShxkuxwOV7XoERyBbgMH6fkmSmlfnQGJww0kb34xsp9s48nYtPsjXtIAsA9RqzM8DAbcbLyHf
atN7xrRn1O6+Gk70PZOiZH/sWIxxJYhZ2NGp65ehIjPZQyjnUw5VV1k9llcxtmj8pon1/OdzuJy6
r6fAGRiGy+RFd8XFqsr2LCQCEepeNIF9wWyg7yS+qMCRCy3XyACIJugCXg24EvZ/PrRhcXn+/mFH
jkMwA6lHDP49WGwXw9iqGpBFDqGzKxMcN6gXMwC5HdnO85p9Png3bLmML4nTGcuucyKUHppKl5ep
b+whMHog4D4lI2Cnjh02Pj1zMA5sMXE2QN9afjq5E36LkNb2XxCz4r7G3OPFO9ceUDJHja5d14n0
gObQfBo3fz63D08+EwCuLJIRFiDdvKxZiO8Oo7Iaa7zJcxo4NHt+Ryk0V13HZooMnajlPx/QXGdx
7y8mnEGXvu0aALNKd94/ixGkQeBDUbNXs6DlHUaEzbhDAaMO3yWfAatVCcHDdV/sjaglFT2lqjID
7D/msBV9ks2+VQncJbA5PIY6Tls8lV1u9cgPEhwDbMZwIcvYxGG0MKl+0khvfYyMJomO6Ijo1CdV
7OdsicUBL1/BhtVK+2OGgOMn2a/RVq2jY9be7umvM/9H+Yi39Vv5pW/f3npCx/5/SBpbN3H/76Sx
x6z9npRv74LG1r/x76AxS/wLSislEFsDgct7XXbUW9f/3/9jGP8i1ZLXmQUXfSjAvv8EjdnGv/gn
qGtQcfMPkY7+J2jMImiMR5U1ai20SVbw/kmi4fuXWq5YLrZJnmcikuLbeLkGk0/fpMbQKmZnhndC
kGyd4KR/lqryX4+CNIpTBCzH7Oj90y6T2i2Smm63Bi5Zw3yT9YcJpsknK/z71XE9mfXtle4aXAbH
3r1Y4Hu7QO/rxCPLYUX2PCRkPyQnncBamZzgmnePGlyoc5Xp6afiwLXI/t8X+t/HZg1h9I6cRmAj
e3+KBfK/XOTVGFQRfrQfeCrdhQ9K49KhxS1eLNueVuG0Z7qWT8ySveip11v9tTSKJgyIacGlB8Qo
n/xIk4zFilYAFWTYSrrFJ6vdx7uBmpOdGQdhk/5htQOrMDIMEmOgx2b/0OE0p61uYdf6pJ5Yd9rv
L4nNbpN9CXdccpiL28EA0lXKWaYAcElP39w0JvvW6ItGXbvAtVrwYgN8zpfYIyPE+acn6dpoIsl3
Wf+LUmxd8v+2GR6Id9MbviOB7Iggp8kkz2ZDy/1vL/rdv0/m7wkPH+66y1CAaIe14cKL7F0cpTFn
RgQ4vQMCxDrEqC7ad9usnzAJvPz5SOtPencx1y++gz3FoDAzPujt7NmrCz4jegDkasIZ54S4eEck
9O40aec8s1H+/vmIHx4TliqeZXPtpKA/vsz2SIYBQ42TIq+YLTqwztpGcCrtk93rh4fkr6MgMaeu
QbuiX7w3NhNrgjE4iinq8CGF0rLLZSKCdCIKzxDNkwmD4u7PZ/bZMS8eTGCJ1mwtHNNwGyyiBRQu
PWt+1oXjPPduho4wkvL0T4/JksS5ItDE7Uv99P55xMTWsp+BR2C4Wnga06W/081lOmVaZeUb9BNZ
vxL2VPjJS/jxuYFd7wCSJG4PnublmhiVSiMKAfM/E4X8YcTd/Z2JgLNh+ZXDZsS68wl1+8MrwQrI
f3ST3EoK1UtQbwXkqMsb2w5IZKhvda9u6oDYj5TRrptqxz9f1RXM/P7FoNNKs48D/Q9157UkuZFm
6Vdp63vQoBxibXouAIRIreUNLCsrExruABzy6fcLkjNDcsa2py/XjEajqMrKjAi4/+Kc75AGhzJb
/LVrgVXF9KOrJvaVKSQghIxle65KQ28vpe6hyGX8kPCTcee2B1vXOHdtGEFkzNMoHIXVd9bHQmi7
YOPAZrg/B8EWZGwW/dXYQ+Dt/BgCrGLesyigH0wTCC6wepF6u3Y6cf441iiVCOpcnOM4ggtn0YWa
gzX1WPRxAzBU3fSkcbsXBAVZ7fm85Y7zEhBY1EGNquNhc84QnoTWzoE4x72Fkt0+lnm46B9u0S01
W7x1lpez9DrvSNsXAmf1UuPT6pvZTBABqFfJel2ceZAeURIIutRIoItrMWITdRFnphRWsk7EfERT
H06Hou4JFE0bNj+RU6uxuirNEAglRLnMPmSGKG/JA0AKtfl2MN2SzpI7ezxU6hWogWHsy60Uak9l
7waXro9GMar7k17EYl97E5iu5Ry9zByeoeMGPqV+Brgr8lsW55+cju7i7pSdoRiM03ToeGnVbFcz
0Zub7z5pcwGzr+QKndRmYAQTBk+ovTNJN0aIMLb6eV2aNjuEdWVbEbQHaBiZzeL9YqOvPdoLEsGd
W/nIVjfcfnehQql/IM4ufE8DX4+KFf7UeUxG596HkFYvgfUwc11Yd26HZ57BMajMA8Am5NSRga09
2xlhpWd4CeFmg4SfJuNyzhfcKIaBhujRlxA8UF9k0Pe4JkAdS609zGMWILcI8YBX3drW0EIV6ZAt
xBh2+Oe0Z5eZjHT6y+4U1/VSlgZDlxT9z8Uw8L6TpbIZarhMMS8+Ei4hcYSUcJzY2E3dc5D2ton2
RRdhvLDcrq4FO7p1j0YwhaPMBRiFWNEBGGvlPfQMp5coZTMrLzjXKTYaFTJ/aPvBbmKvb8VHj9NK
xh27c6YiCjDaa6e1+5Xiil/jBiLDSU5fN0Vsk2lE7kK5dM/4YY1H20ZWsncctpGn6Gi0BGw+LJSZ
WcluCWnqXJ5WIMY3n3zkC54EZRA5Q5o+AxLswP55OBQZti7Y9zaoHF1SpBmJBpuY83iZtLprR4v9
N7iztAOL7aOAQvsxOgcffuWLJESaL1IZqEwygo1gXKAx/OFkKI2ui1KekF22t/rxElTk05QjBpFo
23J/juc5tX6GxgilDLzSuvDxAqUT8+foT9HYmxkDYeMyGlz0quyi+1UCknYKoG9oXNdjkVuhux+A
Dqn9ijsxjGn2tvFGUVgxBMtBau3MlefmsTGQud1zCZbFnsVgPsbcb931moa46jAjNm8jKKVXY+rK
GwIfhXsYiwUtEQ1YVRBbVc9kxYaGHTzZjmOe8+iab3oG27TrlWE/tEO2he+VDelrT66rMPIYr2If
vuOXa/JbB6Eq4MPJaje+TmNWA3gulYoux7LiNsAbzLl/sVDUDLeOP/bDBYbx8WFyMpGfmbK3sRiN
mvUG8Q4Vl/KenBw7OyMy76QQapnOXSrWXtW+t9fBvu2ywh/uZ1/abhezccMy1GwETkYCOm//s6wq
a3k0uqJsjzybbb0DpuYGX9jCi3TPNhSsgj2mrIDH1ViwIc/zZsR4KP3pViLZvGRU69b7xWv1wiIB
tO+G1OC9CBjIx6vlYUs0xVDdYRInJMFKVXVPEW0+55urseYHCv2WjyM1MZmmngeeZb7Jxlq+vLFe
v1uqAOcg+i6/UUtQqFvItN2P0mjVu5DOfGdXKsQ1zur/yRy1eDZ7jVPLJxGO1SznIrJ+P7gv69D4
qUK5vQ4zcsRkpUUsdwoZmn+OeLQ7IFvppsQ3KSCj3hRINzMnwxu5wsU9OqpW1wZy2KRFjbfFAbzj
aQ8zh7xyGLAQJBR7Ul7CxUZvqYJUXTIq6R/9KuPEmiD3Ej23bO6OncjsoTAUzfNszhyrEKDIYtKQ
AIYkkALwiain8WsOEWDGdtgbz1lX2bf4sw0nwvddZ8nQOza2zlK0e5sQTn2O9ms6BhmsGRCCkqc9
1UF99NfZ8s+MTXdvcxVgwGBEOr6yzcEV2LhIKxJVrsv16KrtjkE8gPcxRzkSZcLLDax2sBB2ENBR
1liQdmSMdlh+McCFpwJsoAD3NJQkCrLaGpJauPUcT6ANzENtjk6GFLwM7hyr7vrH2dRQcSzMCR+n
t/YTuZBDgaVnyG3w8EH0WR7ZW4eVBMGr2UeOHSOqdw/N1DoaxvOQ3ZpYp3wmLmv+ugp+/iRAZtzu
uIVNhnxL32Hzrnq0RRkm9tvN2Lo+0YNeg+MEItSM0tDtuMF9xTBJb4Xxo2dIiJrSkKGVTPmce7tq
ddp3bftpeA1TvUI643KHPJrr5BpRA9X2qp1Hy0LMEwA7MUsnPfqI+b7g6xCP1DKRzmKnFerTOyUX
7KuxNEKMx5n/jXOxN5IUyB0ENa91eUedftoJlNrpYamBdXD5rje4JcVy6PyQUV5IbpeIJCPQFxtR
0LBv01BMicCLX0VB1QKkKzUlc1Rulsj3lphVA2x2TktQirK4XXpEmVhgpPUxZPieI7wKJqu0qgIA
bG9G8FGz0HmVpg7sqJqlreLUXZynbbbILy9CC6/ehsbnw4ANVCcI75FCLmyCVgiOC5o7rx+WdwBO
abYnYLy/z0p/yxN6FzXGQRXK+dDOwWDGSrEJhLNqE3bAYB2d2WBr8lODtDv3BqdZd711AsO6lDw/
Cg7F+4DLGdyEmxK1MAUzRJG+rfKBye+iSTDcAo5NC7Ad/oOA1c5+cDdTn02G9pt4DCr3rQ4mtGMV
eJwlGjDFj7uBFEaCADCKcIGrkTQUv7KH41Lp/hGdRWnCxKtHhCoMDJYkLDZlXs9Z14L3URXvaqV1
fg9amu0Y1Hd12k/1K1okwLY7p2dCuwdpPf0o0exSsuIsx7jhlehwPR0KAs4KzwDOm28hLO5mnCir
+iq7Lh32w0eNnAzMC042h927ss4KMFjUkKpCh5Sn7fJW5y409LxpIBfO2PzuU+h/+hy9g+AGQkPw
rBgDb1GwuECIDDt3bjoFgvRgzl7mHX0HHdPOKU/OocIaipcZ4MlHb89lsEOVFPiJOxX+d9qUyosG
J83zeOKY/p5EGz4QmBiem7NCZboMqn/GTlY9aztzFKcJon2IBI110OEAyFSGPrCuTHqewg6y9s9z
147c8f6ofiwylw8tzIynoVdIgqZeqaMvNT90r5AmxZUIYJL7gH7KZHXDINkaFz3NUnntXbtAGIk7
B3M/IhyrewG2ocAqLGZ7Lg1vI7BhtHCpEM/hPxs54/4IykjQgxVDfL87OUQVy5Oe2lQw3jBjBuKw
M9yeyRRPGouhxAffPkbQw/wLu6FBwgxvOVdwOgR6PxZifrSxMlrjyacVjtDb5inMIBN6fyCQlZ+z
9ERVZKFdfMB67VYHqNLtlUC7+tpT4ZU7BzAX/vEhpKCzC/LWYmfr5jMfXP5LuqaszxvZNNe8nZ0N
HjbQIrYhUd55elhBkbU9eX9T3Txo0jEebHttn7iBGuCss06/kMN1OsqKdYR/v2D764KqN/isrcF1
kGoyNHDHZM/h1qHZzroaNAYl9vI55U177TrLqefgjZ0i9M2nzA68KRTA2SJGasU84NQi8+RMBQXg
YgAN8ICVZzjEG/uL/WLgVsA6gAI2ozouefEn0FBnoiRsLU4pWO82Tsiej8Qkyz0U1PRhdUcuEYAC
GQnJrt2BhxzVt8V/ZvUN4u4HUsRpirzc6W/mMqUlWPywQYE1bDMIWR2i4bMBifiSdJKoHjfD2xXL
4PQkd2iziIvFm9+yTKgtCttOXLH1duBlDrN8QFFgcDjDVqTPYB3eR10K+/sccB75RgtHEZrAMv8R
hK1ajjUU75t2IhTkgiOyeRtWp5EHUJjBA4A1L4iMRY7vuvcE/5jNDrLNRTSJK2X6HPBBqM5cWzYv
oTnNTqTT0qIDGIV/yViBUWQf6OLJ4tnBLVE4rozYaoQg65Bsuictg0lsncInGqXAxRUFmOt+N8PU
ymi0+uxc5wECahCjUsctf892zqDgOCDp4EAlXD6FARWyAIPPMW3ucbMkPhxI6yAgKqVlckqMX6LJ
LxryKRa3pg3yl8aMN98EVwpLAh7/ECynjbvw8wOoqSlFfmc5j5YrOZ0F/PE3ChfXTixRqhuZ4smL
+klr1kM+qIjIphS4gHxmcl0BzQUpOiNtvhvhxTZsSMb5bXLC9hEdNrg6Lq/2ekSe310zFwRcTDFB
8dEru6Gkgr9A6A09KsKNbMBIpmF6LsyFZPde2AgT+cnCmdej0SP0vZLteCzGoHm0MuU+mqMJIz7Q
gfOQV1kVRFY50UN1AVUj7fkQehHo0OIjR5SPpiGst48G+iFfvwk400fBRz0q0hAT9Qgw5ttbRH5P
5zXm+5S123sniumLaA2itBALcjf1dW8AaRzA2DB/dEWKCbfKKzbIBCF5pbnKm3Z1cHh0E5QrfDoj
oOOUrhWADEjzZn/6Sb/wvkx4SMq8PmBJkURztFS1II5hk9Y0GNWJSV9+FSTfnOA21MBRY9kbtOHM
rbzYHyjuI5uV/CVpx/J1HGsW64PpG3FDEgcvVuDZH7bVGJdTv+i3KTMLwMg95wkOl1Lfd5pdGaAB
MwcWY1ulmVRC1LyQK0aZvadV+oP6YCS9wzdXmlnD4/soZQbi2ux5ICKce8G171f+gyFa42n06+4j
TeuNqx1G0CNRKbQzZSqhLhh96j2wWWdrGzawNK8akBLOIZzwLTCWrhhbrHQlP+3BzV8JXVcQdeyC
gT6qEH3MKuDgAKxQ254aKACr+Aw3fUaXSn0J06zi56goOw5q1s1jxRvdEBMixBGfhNudT27Iht3U
mb440cOTHMPgBVsJdK32inDvyJG6gYxF32fEma2c+9mr0KqCAJ/caG1Fdw+DCvlr7TqYrzvRlFTS
GwS2xB9dconWLqMCxWbc36GkwQFO17ZKKnUO4p2BiUBFjTGJ7DBijLlxDcN+C7W259hWBtUjB7OX
sY8cmS8phiiXY7NKg1QPslmSETYmkUZgyBki9IAUkbSnRfDRsuiyk3FrVjNa8LW9QJ0hrIAkAMiY
s2XmVjQ7orxZxkB0JEpZSLe6UAOm75omPCNHM/SSHmXymEB4mZ61D3Q0cvVkfYwUqAZt0LoR/oGf
Q54T8WThuA0LOUT2ZFSIQ05aEKNY4Y8ifNXqgsSnnl9xMrEErCdeZ6hLrKDhvDhnovf5HlrHyD/g
Y/HHtDB8wot+CKVx7OVyQrSGHh8sdxr5E+ZVBSd3Ve6Jo5NuvLQA/lpy63qMQHtawuGqMEliOZsx
EqAPYZFLQhZ2/DDSKl+NeOi6mRjCQstw52aEmie487Ik4+0D3O125Ex5A5+VnQk9Rr2CyLfA5LUk
p0I5X3QQLWievRgZBTRrH3rnAWqv56G6xaPAoZXaQWI38/LEE7yJPUm36g6lsyiPPT0UK/smJZyq
F8qc4549/RdeTQe97bSuHBV6+3S1J85ty8NB0REr+Cog3b70pd1/ZiyYSa9wc1Cv5jKLL8bHNfWI
mxV9wigGppw/2+PP2V+AF1Gpd29h61k3gVZEyoA0C564tqQfuRWf08M0TfKOJYfpXwW9q56wz6c6
GswuvK39tnplsJECBDRQy+6GbkCxPZxYpVHnny5+YwlAGTmd1RuRAC9O7gHtxeeGUgvKUs4ekxjr
ApHQQjgdogMzU/spyNwfTmmmD+RK9Xnc+MgVrrYAxuQeYeb67jsrFCsL2S6zhn5y5mPVV3Vxi6pr
VAlQLew2jj/4NrEJHZZP70QL07OjWpFsaVuy4OL5vbU3mydihGr23YLZntirO5QRCwL+IsapgbIF
GsDUPBlVKZ/WjmVOVGx6eWTf7uZw7H3KBi3oQo+Tj/uMh0gI9HxLqS4hmnKcu/MUcipMrBgY/Ckg
Yp7obEogxp+XowtziWs7V/geDJKTaPYLWDEeo/PIHbNtirSVkolXpzbILB5CmCGFkFO8KC94MZsQ
PSDefu70UWYTf7AsV4r4AW3AuhFmfCRGBXV2L/LsJTSY7kDdlTbJSblk5jaAVP3JsqG3kprTgGiG
XiFgbwlDfSsw7lJhDiWQHGuxSC6T9lZBpq+36TVoWi/bYytqKcBNZk9R1iCnIl63xe4j0k694OeU
QF5M66FsA53uvDGfeTOZX+ELG7onTszp2p58AVSVThOxBAf0t1MP1Q8bNyiFAAbojMBv+p6dCwL4
lUAo9HUjkjPMTXMxXokOPDuxUEi6dji1mJ0YUpAqrNlaYuMy3TQ9E8yAGXc10iBAY61I2F0NJ3t1
nLa7DWsDUB8zgZTYixbVRW4t5W24ELPH3K61j5lTTeHetabm2qjWZiB0x0rhcblp8OSXM1iifnC6
IIZ6Rvtp6toO9tJLh5wEC+tkbPTHNYC956eXuUnYTiwyxPXnZaPka8qctUMGa+ffZogIaI9rATbs
QhLHo8vSlTetFMZ7qgXSwo0XQe4Vs79s58810lRHhu0tlV/wOYcOmd45aN8X0wOhlajJqp6KSRIF
QvQPC6NhmRo/BuztP01L1XHrcz4s+9qxqk+2zUyRyIPMDIiQtdguZVUJ5N/Cbt/bdXWokQrT6X5M
ykUGpDusfREnZZjdykmY9RnMofnLEaP+aXUkAwFuzPuR3AvWMtFgzOQIyLy2bpAVTxVJA/OAARyH
8pJ0XQhxzmZscdVzThici+N69N3R0ZeoFYcXE7bfHLuUK2cOgmjN4dG7n1itMZp1Xcrg1vCC9qU0
MQAmqbkGN6WnxP3KqOfTZBbGQAmd4I98kLRKEAuL4ID2WTPjsHz1DZJNAkYF13e9cGE4kRgc+8hW
u1bnMIsCTHljh21ZKapUzez2Kww3g/NpNJpLA796GusR9jhKQ6v8ga6B1PWhkC3jfayZOpKYIpH8
hUWFKLB0OGZXSsQpnrXGhkHjBuaqDzADH6Xj+ecG1M6fpUDLxznK8oBTExzSrsGXbe1B64k2bpmZ
d5S8qVVcrAzQbKKL/OIN3x0fFlo2UE9Qs3iKwbHpG9zK6/uC+J1ez8H/FFGK4sNkjD90B+SiJnhC
c+0fc6xQX3a7kSBVqoHo4c5BqmUS2oALvjghBbvKsO6dnECEKHW3AVPymk/MPDI+FniY02LaTewz
12il0y7PWLOJm9nR00Cv6pBPnc2MFndeHzAicJjZ2DtqB4Wryebe5FvJ5ywGmxY+zk2TpTFI1FNw
DTWjd6G8vhDJGJKpcKaHQFyjljdvrdNnmxKLCzfptLKYydYYjFkoNenMbkiJy3mpNTsj7LjGDQ4g
O98hMknhxFcrT3TdSxuXDeZm1me9kQYHosMd6LHY2zmeWgy3OwVEFpAY9niWWYHsy0NaMtS4BILN
tFDbXI9XFYNRIyHZttiSxpvaN0gdhhGrsCIlIKXbvKMeMeSOcpPqy0eo+ISaWJysuCI9ddSeX2D2
qeCYD9sGqnhG6zXvggbpUUzgCY7kNVVMQMjba/K9vVkEFoyBgjtd4hdJsTB5gItODwpUNAP1Udy2
28jWY2bmFfO7wu8whEZ30ES3sAeVvX+Wwn9sz8h2864sWdg2IH4QdpGpVqItGnty6kPLDqRPpjCd
LsZKeSNoM9u4YXgCgbUAB5jFvemkMg4RnX65W98MScFO8GRQorHeD/ngBTFMox6jrSxLrNx9vz7y
3DbGDvcul/K4cSqgdTPTm6J23GtTOvLHxDZgixeGNuSmlRCnI7hsFUvfjVIoturSg/0+YLTGkMpS
ah+mylg549b0XtRp2B/CLq9Op3gpHVDbDq2rSXt7pBpe/D19MmOcCSOKcU4Z7CPAngozfzSZaOvP
wqQcw6e+5ny+mzQwGPDwp1Y3UsF8OFDsM6WXjD2bCzxbrD9xsQSgAexaupFaacv2sBZ4MDvlvnBn
YnRwVMd92xaeOexZ59fl0ZH1eGN5YhyvLQsZ9z0eTThaknPLi7LMn17RBDBG3tiDjfTGdWCBhivh
gSU1t7S7L1g6BLtNjs6ecn+xYs+sT5zl1tD3yJaK90EWBXPZmnltBOZ05jQvqFZHkqEeGh2GV2he
1uzKzVylTuVsbuwBeuZIwK3WI4ysa+HjAnehd3fENlbJQgtHwlYZEgnZ8NqFkQXqaDk6eYOqFHd0
82b4/mAmcrQNtujb5L31ahprVgcFWV2TLRlMQG6G0MufXL+Fk2HCyBwYRqjKLL/DVVavS4GwDhBG
PX6GYlT9T7oY1Fj73ATH9yY5rZoumnH1bl0sNcDOXY1geHjZapLLEq9eLBWHREyt5wzH5LjrsQwx
FPHbmpDGEElB5C+KE8KpWSdGyOeD6btrCH+kcO6ZvDpEwqSP7CJyTU819x+z63N+GDBSssiG2ece
5pzFTESvSXJBF6YA02tUBcfMgCLGKDksgp3Zo17aAZFwH1oSlhh5bcZ4toQ++Aty/ernLcfcnyCI
k8NFwMbf2YWb1RUxuTEkaa6F5aBczgMe+7IzK0zZAVR9hvaeys9lzzIy0RRBOcNbeBtJb/CL9lUN
duRMzSK8DSj2GryRA0k6jMZgoRyZy0xdFtsZJdZHGMLEf1YZrPUz6eUK4jJNPS9U59uK9j0NsBt2
JR5z0+fZOM2p4fHjkUgZuU5bwyisH1o89Mofsefnjse1IlppbHsLokYeM9Lw5vN5Hkl7mpoq3GPy
IedcZa4GkVp5NA2LzoeThjWU0mZJuI1n/K1loQw99JRbKxiK8MKtSGYjWNPydEzDiDjn5YLlC59B
09EAUWVm3rItiBSw9J+aa4rowjmlJzScdYqBCSk3JoFRnJE7p/2dobuRAWML5xEgNMNGJrmmDRB5
sPRKSCCT/LgByztciLYP5gtDgFuM51CTiwnruwzPLbbcV9uqQZCUfk2iewciIfYg1IUHItxxzLvd
mNmcj8Sx0EeWzN/H3i4OyBCJRGNWLbcnRUh9ecwBhRJqYHVhz9SZz+Vy1lW19yl9GX5anZ5hACJa
gJI8+Yb0rugdwJVoxAsdFnbTxwLFkB/IerXU6pt87f5QYdlsoIKzAzibGJjCD1lYCuw0oWw3jJiw
8TFHAeVkGczriGlnbN8+r7Svkin5NpB+ZWSFeYfxohJniLW1e+A2N7190aMf2C1WwNRfj4LVrlvg
Rbi0ModSfmO+ZR4cVor5zdIXbrjLXb9TrzaXYnvrGGFnxMD/SdpidMEU0Cm87jdh2L8kTr4qPntJ
Co3+qzD5c/k/n5Kbi+AA/e//v0mYffsPwqrkQ3/87QtliF6vP5qvf/x9V//t4aOePn7K/o8q5tNv
+k3EbAT+L3ClUHadspkR4Qt0Zr+pmI3Q/MWy0V0J71c1MlK+/5QxW+4vJ9wtYlMPnXLgOajeBiLr
83/83XJ+sX5VMKMxtFybQOV//zde4exL/i67HP7y73+UYTq/4gb/Sx4pBLoKVKa4bUHUQqv9K7MN
fM+ywnIV+3JKH0fP9B4In5Qfdu/h/BZkkO9RQGimTlhvIpIeSyeepsC67K2mv9WZrEEgB7BktGtS
/ww2BQr5TmJ9k9awXniegs9En4rrJ/BTLCqDGM4shlcJWWPtE9SX4j31nPZ+8Bxm7VkurTvRZ+R3
h1Z1AZopP/pZRg6qALIdNUsONJzgoYSsOP9HrzkTmR1sY8L0yyNQlcNvNxa6lHFBZfySF4aDoktU
62tbDmpNqtwzr/IU5RjIhca4K/tV32EIET+ZiXRuEgICV9E4wIvYjzxKGahCm6XN6A4ZAO2tlken
tkWDmQpFAvt0nBXHcjmxNDq0MgpzdNm99dLfLhfbqkiSst33QrMpi7VRE8pVu0wZY5KBwhfiMtyP
CqrQKcnZhGfSzu/2iLCFyAZH8vVcnGFIFtYhUD/BeDHCE+jp+JaUK7h5rAaLGJuUm9p2CODtF+cK
uEFe7tqqMs9nNbHb1ed4QVDxesE3Fjz9SHUOMUwPcO040FcuhMUGy4DiubmyaqO8RsVxy8lV/uRu
WpgM9R4rS5YTk479Zsjono3afCLm3ksT8B3ygwELuCh7CvOjbhcmcKt+pb9VUemSRlw3hItospz5
M4keTUv7rXE1Azyd0WzSW1+ngslRxHAr+06RgR4g2HIXltZTZfXXGELNqx7lVqLxmb1Pff5egXSO
tTAKdAY6Gy58eERAY6HH+N3MFLXzi4NTqHN/Hto9k159VWjjavXG64xceTbKjUtAbbAMvCh+dQwD
k016Y9TrXdqZ3lWFQoB0vmJ43GiyP4Xm7hUruZQHLCUb0Kg8CF627eQosUpEdIoMmlxme7vO1VE7
Ot0Y8Aekxjo26rqBpd4u6zXRlmUuxB4N5AOLnOqwBIK4K/4zIYH1rnHabxabDNEWe9plxAR+CWtg
GDyMiMu4381Rv872eldLwIMmjU3UWhOZVSR9wCknuzUf372lQVHCT520lvOjw9fCLttDA2CHxp4h
3Amyxm45FQHJjIAazhiscBXlCtVCOECXSP3josO7Ia349cCJHqsu/BosPuyBtJsd6MNbaCRVIhV+
UjnwOcXfk2074hi3e1QIVsv94rv0rTVRcsq1luNcZcW7xKD22iPv2mf2PHNFr4BDKg95i1vbd9KE
GKSIJk0CbRU7ezHnG+0uzb5uvGcin7EpysX5YeP3oFu1BueVnb44FWEELiPwrFTctWVonuBRcMNs
67YfQVoQKeDyWV2dZBUkPURGIBLt1G1sdWKKe4/6ZAsM+zzrg3xXpSiJSzW6KENwmPvArSK/k9YO
/w9hYwYT4BOycs/mTGZw4Dzqqbwdwmd78a1LEpNXDiAmlDtizgME2XWXPtLzM6hglRtk1yYaC+YH
YjsYTuEMCaFb93StbRIwwdC3NKPdeUin8LKSQPCwrCxQbmU4kcBLjF2cG8WPyt2YWphrdQ7Parml
6vUeJD/TCXfvLrc0J/T1mbVaR0Ii5UOmwvRRT/52dCsdHkBWDEnl+tV5YCqwOZwaWPkIxmrWxSDj
lTkRds5mA9ntll60Yj2P4dGEB0wGy800LxZz1FqxiKuXMOZ/twcBjWJlv8zUYxNLes44Z7ldyxLq
dtnL6UuMpycMMQIGIPI44nBp0+8xJFz6NqUHfembhS3nqed6aDt/sC4RWBH49Ie7+H8wGfwKD/jz
5eZww5qYu22Gwuj//6wdt1viuFn5if2Uh9cqI4mt804usOq8KexzrHZjRKTIkakUpA/fJpigIoOj
6h9b2b1UJJQmHkGd/0REb//ZH3C6ch3Lt9CWIyznCv/Vlv4Hh4VTIsjO10LsRyN3WFOkL6Kenzec
HcjTOudssrZHa1t56ttPkIIIm2tJGHZuPFaFd41+XBO6Xo4ovdAihjJMXAETCo3Qo1OTlwhL5xu4
KNuUoTw/fXj+yYv6Z2H8b9++5eKiPLmyUORT6/zRIOL1/qCy1OXbH9f21O6fz+twlc3yIzj1MbVK
H71Q3tbdsESK2rusTRedwRI5C9srr0JXnjZHzwr+CVr7z+aE378vwkBp3WxP4Lb88/flQhgKNaZZ
qCl0y2jOn6nE2ecLss0z39sxDTv++lL8S1Xvo2z46/9Z8v7vCuPDlzzVlMNfv9Tpu/nP8pna7vfv
7lSK/ulfgPxRlt6NX/16/zWMtf6PMvD0K/+3//P34vZxVRS3n3Js9emrZYxM/1jeWiHvzh8+Nf+t
LL6Wvc7/dvXx+fVTtsXH//B7f6uObecXE+K2G6Jmh7+Db+A/imPb/MUVDph0Ex9NKILTu9mevuo/
/u6eLH74MXzkaGBDbIfn6/faGMsgXGYX0yBmH6bZ4l+pjf3wdDz81/FBaYa/D5MEAQr0od5/s8XB
NOrsXEO3M3w5BUdzza1LRJxfhbrOs/W1zMoIe/3KZiB4twb1Cg7gzPNm72MzjPXQ5v1P8pKIKwnG
W5epdxMNHsRKB83qKnokCqRBZoa9byoLFKx1Z61DQj93K1yfzblyb+Ss82/RdlXU98ASMMQVuAfM
ZbiW9bfjIEhWNUndhEoXD1r78mbLz83qbFir5qFCucuuuhRoD9EcnhidTLDvZdfvAMQlVdAcpFfe
ZIvGgk35ai0SLh+zvyuOpvAKRBRrS6gRQPmYnOj2qZb9c9dsV1wWVxaDmMO2elHR4mnwuPgLf2X7
1To77BwMrKT0boTI7Ssfqi5ZX2coM+NGp2djXz/pzEFy6doxgUCfhPQR5tP3SPSbrLwZZMeMP4Oe
PcA9S3sGL1pdMji4bHz5Exjrz476RQlKOcBMLz5AwiYA0UpWhLMfswDiVus+OBZYP9wM0dr0xr5e
5pe+c+I12x67Sn0xcJsujZoCR/pvW+Ofi2bJ9qRs/WzpkUuLucCyGndtkV7IlngheGVr1KqacUdT
h9cZIiDKj7bcj6pIZvWV9gjd1Te46T3Sq+ELnoKZ4Ddfom3orjZ+s1U3+aMDDZ/EFXYv/ihomPou
ERA0fqKoriJvLv373K4f8/6+RgbBtDll3IDy56FY0FTU4fAIuuYDHQPahZKcE4JfIICSnmZpLm7U
z7ED0TISwcrMrKB27m2NN3lzk2nVOFcaAjxTplh8q4yubVgteV97u7ysdo7UmE06xq3Kbyh4zNo6
LDN18UIDyuzO73a2aaCdalkJmh17mmXO37nBWOSDV8SF4t8KI9st2RRcGIERsKJq0WV7LoPhzf6/
7J3XcuXIlUV/RT8ABUwiAbxeh2t46YvuBUFWseC9x9fPQrU0Ii8pMjTzNBETklpSV1cl4dKcs/fa
C90A7EKKmODYRt06L9IXQAm7XpvqbVwggwhRn4zTRYsQfQED1R1L6st+S9hMxP5bDhZRJXNUZRog
qipQrej5S25l9gqRQ4H7JUOqmCJMARnsyUfdrh+tQIFxazk+u2d84K3rDfT1rauoru/7xCDpURMU
ntrD6BkurznkS8KNhBXdSmGMfB8J2nXgOQs2t3LFYUU8Ksh8+L9zdpVyo0UA2xY4IAZ9gcUFlanO
E6CTdWnmF5DAHnOqnp5TAHDD9HPfxvoKNeIa2MYODy0EPlou52YwXWE9H7dU/72LqNoKEqvIpZ92
YxauVadKF6C3Xik6I+bheaxZeZeG4Tz5lrokUR49l5IuwvDR7EImKR9VDw+loiANzdAxUdc2IIwj
MYxbaY3Flq54f2mkpgWptyCOpUZjRt/yJskkB3zOG0GwzQbii9TK+i0m4+jouX8eR9OzOXrWeVCY
ztIDBRaTWUdcXrmUfrUSvb8ZqM15YPZ83diqkZqtI/ie1+30x+1C4z/LRXxWxz29WpNPzBnIZfeN
XU6LEa5e+7NMgEIIxChFZdIfJAUA/RrQ9lQDE6EX8EcCtORt3SwS9RWT2L4NgksUYqRsjQTc6sOz
g0JzHaYJHalOvbANHSaJciAslpYr6XEU1M284pPxs4Z3VnPhaz5hP00Wtj7hCjXsZlsWYBl0XbaL
iIjCpaj7ezuazqIeCk87qRn7Yms/eOWDMQSuOil4qqLxusMas3ZiBTwo50H+bnjIct21JTncIOKp
UMckRycoNYA4rRTHmp7UGKCPYT2NaXoYVBAxVZpB2DbTHp3S+KgR6kuH9MwnMQYC8PAT4tQiJlQc
Bs2CvOcjLWpgyURhLKsc0nJTX4YtkjqjZqLHGHxLWizYoGlZyCe/4CgaFIgrLelak/IwUPBeBsO0
LZVhEaj1s13SmCq724HmGEaee6T23Voth8ex7Y5RWK5wrNBzgTY2kUd/9K2+PQfXr+wVu0HuxLZu
6DLkF4Tbrc0sy37ms4PJ62lO4rJ7hooSLG1nurJqeKSWhvq2JI++M5qDVwJbzi39Zz0MRO75d70/
RkcErsNTWMZEDkbyPmMTvcgH71J2t4rpi32rJyVhoGO49wrAvaSNNpd2H9yIFP6pGjr+anT8bK73
8xTpLCI5cNaZYCmUsrwQWKfz4SUxGxilfvpIe6/EgvKYZVRLRNjKjY3dvKFhhegC8LIanodacUm9
9hDm8rdflONShSu7yByxDyPeZ6d0gP5EnQBh2/0EMWwuQpQgS0UNfvhWQ4qglD/Jb6s2Dm7gG1Ud
yit04TXaUOyNC6ye/i5uqDwZ9NF+JA0JvW0GjwcgmQlYldZkNb9pjgiKO4223ZHjeXtpQrVdTIRk
nksvrq6HIFLO/TQ0dzlk/St6vcFvzHPJWSNHBAoJTrQDdefaZYNsPSCwQKUl20mcaXU9bdKAxKUC
Yv3OITVtWU6T8eJgMjtLWEbYUsSosMaBt5VyhQbLiBuWtfc+ks5npPZiT2d7TveQ7b4OBnU94F64
tjsA235G1sRSzZJ0W+tRck0IrX5hK0q4Tzob/WQG/DqpzC0Fu2LjhLDOFkYAuQxWr0MzOkKMb6O7
weyHUEGvzb1I0/piJksfJmN8VkiK/RU7FDGGKC1vsWG22IV45h6sqEiO/YrCQH+l+hOcKzX1fqJ0
ozxTE8qzK8cGBWdTAuU29To7qn1QHIy4qtfCLMlbRkq89/mqmderqrk0UToe1VoO9P+Tjdk+m/ZA
diBCBTAiFHBI7rygv91eDJFtxmt41RwdzaqqrvrBUfZwW0h4bXXT1aYAP1wkRX/uwKRZKATfLx3i
TPaKD41ygWERGnyECmtBbGi+bpNQPjQD5dMgLp/pHXYrOhv9Sw9dFCWtjsrZH00y3TMY5RDZM3kt
o2La448pr8OWLV2DK/IxLnUQZsyKNT0JZXIpswJJCVS5zPJzz4oPHgUKw1tJ1jCnfu6oI7ptk/5M
RpXca0nYozxYYwV/UU92wMabHwiDzoEtrUy7f4rS5EClhYU66Xd61UcXbZuaK6vxBVsyHC+F+efG
cmxNVdfTE51ynnqWytZZBaaBzJndQl/FZ9i1VuB98ysLZs6hSCaywuprtChLoyM13a55bxNWCVp4
vdtHyS9Ud/qyHazkx+h1pFxOLV1Ewye8NaBgRe3YAHW2yXPnQEpftikLPb+g63XMU3trS/GDQNIW
kb1T3gx9v447eQX9utf5CCePjiQn+QWJlOq5QKiCuQiKvD1clmWzVCv69jH7UJLTAPvOqKskh1Wr
5D9MRV3SilkS7LEjgnFBr2iDLS10PSW8BoMsFvg9hg2mRYoQ3t00IfG2ioZq6CjTvTWQZIB00rka
/DZdS91zRayu6bzdGbIqz6yeubII6MMv2mx84FDxwCJNpCz0Wlx1W93+XcKVuIBh6u+GHBVUzz/7
rGQ2zvWMVSLs61U1jKtKNj+BA0371rkdYv8MCRHxwrJeO0ON3UWhTxua66AlK4ArT3EEE0lR3w8O
tPyQvWBSU3dwnEt9oI6lcqRJ83L2Ru1R4PULs/TCV1wS2Hmc6Fg28+LS3GlBqZwZdnyk9T+t27lV
GPlHs/5h1ITbOmF3pDRzBmFgb2BXXk5EVdJ/j2+c2ZbpNPux5JQBVJoKpzNnRLA+qs2oda9JC3Kn
H4anuCpDV6jTgWL27DHGO2bzGrUNWDromnRq0zmM0cz2omPvzdql+BLjeNqs6WGi2atA+fr8EQru
8aGSZIZn8ryGTgaZ+6Ke7BQ3Nj+m02wg2oX3dBKNs2oso2Lxn5cW/q+1ynSVUtG/p/3cUOpr/nYZ
vlbV69+es19/OxKl95q8Ly38+TP+0Toz5d9Ve26DGZR0QFzQ6vpn64xfYi9sQ4Yg5EHOTa1/Fges
v/9J/FFJjESnwSb3X8UB+XeQgRA+wVVJyW/X/5PqwNxoe1sdMJEMOyb1LwZRKRGAhDmtN7UQurMu
cANSSbZWH94z5qas0zMLuesChTISAnos+JuaAM77NdFRhynz7I3dRS4dan/dVmOwNSNUQY1mPJnz
eaNVy7XIbCKHw/SAnXLvVYg8c/UGXN5TXyW/BU310bQOrVT2/kCCVwcrgE5z9KslLbh3xJ0d5HMm
7tCs9TZ/cIIJeC1Cvfl/RL5JwlBEF00M/ksKwmYbQkBbSmFjMTGsF9RNr4gGlLUnlQHNlK2sgTcm
K8qYV1B2zg2RPYWqvsUmAWrE87C5mpg6sAAtA1Ezl5Jmv1L1eKJNP000GuJjNQj6HEbPTxBGv//U
CAUmUAys5QN8+icnJ6VU8/Yo+RCMR94e2sNGCxgeieOLalaOm3qgmDFhF3/9WGFNb70qTQj4WbHk
SPnDUS6GwricJjted3b+1I+SEs2g0oEJfwWefetjlDlO6pDTjHTQtTbqHUa94lKU0A4UgQB4oEi/
QCW+aq3olzf4EVEFL1VKyyst0cL1RXsucu0+rRUiIfqnTo53dc2TC2NJLC8p27DtdpMdYdHUKzDb
SVgsCVU4Z1e+RmDdrDFKXCrOdD/13Cf8Wd3CJp0MHdJV2xSXsVrWy2jkemJncpi2WBj1ScwQiLNq
aJt9Yi/Hsi83iI8eaLYukTF1sLalwpsCK0HBMDeIR0vtsOcp7NRIl0GgGr549TAebEIO1z7qoLUz
ingf5CUqBmhJi2kUV1IN2ZJ07TLUFGOPYzTZhV7QgMU0mk02GPrSMqH/J954bOqY1aquxNxJHdYj
+M1FNvAjgHPgfFTrmNpJqFectgF63ta3UEYHsluMel01FR5vk0DxhLAOesTePqpUBINYiAevjhah
MFwl6TgKpM35aIFh4HzcLRFdEcU88bKj2VpYhbbuDQ3cubPTeFhCy56moutXGWL9oNT2moivk6i6
xJ+MCpTTQaqdj3600cv46c3s9Ul34aQObkBCpAJOjRAVJ3qxP0Fxb8r4MlNz4bcWMU4JOzkrN10o
m6Qcg8FRRPIN7eeEk8xsM48Gv4x+PaNSgX0/23R4mhUFXLtr2ch+pO+4CHZdJc8e9IjdSnzeEz7T
NBAYw7h++PpK/4RS/qsQ+o/BHUvFIIdOgOt9P3iWakaem7rvokt+MUzSFRA5L3W8RBGZJYu/HkTK
TtZLyGtHmjtZm69/hJPi/p/LB+rGlM5MC1T4BIQmiBNLS1PzXdj7R6GnZ8Rm70pSFEaRkA4cf3O7
rfel3z9XbOEJYTw6i3Oh+eSKDbWugET5LpZ0Qa1OLoPxroovGvQMiwroCekRzi3ODGcZmP1dJOSx
KV70stomIDJjBM42Kctmkx1MIe4wx6zS9lBG3Z2d25tWj7cIE89Tp3SnX0pDW7JMmhUlGiQGzEdZ
a1xlI/G4U2/tijx8jvp6x/mNI3OwZjYC6RK8ynKwV/QBnoaE7VhhQHcoc/JrVHaYAb3DCLiWN0PU
gqB/5ox2myJwX8SqUR10zpSo98Uvq6weotrOFhR7ardotatAgIRNnIqsc5+uPTCZO71k+rT1u3i0
b4NJvRsJ5VyElX2uU2tc5nawz8J2kxeUZaVqLv889/9vsXzTYplfuH+/lVq84jx9fdtWmf/5f2yb
UBzRFmGqcCSTBtscdkf/UBzZDkhF0/qLjAg27F/7Js3mN9E4QapkgMNmHv7vfZNm/t3G50Vun6M5
Fq2a/2TbxAhvWiocmCB3gnTU9bmBA9KLts7b5mGLrUmTvKPkuwc7O7BXYVbtfRIA39yOT+bmk+ni
r2FoUNI5EiaT1vx5v5mbx6l0HAyWtdsqyiFv1E0yvnjGLyp3l4mIv0n00052gn+NBrKPHiToLvGn
j/RmtJhL0jx9qmm0W+c+wLtlWPYPWD0QpeDQW2LXWg8s8AuBWB7BwWXUKU+al2JCD48F+cyokAUR
8vCz6xd4mLdNrdx9fUP+4ODeTOF//YxkcmrMbfAvrZMJTesNTx842zGhDegmyHcyChIpC5XoqChR
bgKtvC01fWv6ynUR6yWlzLk+EQ2XInLOVH3YwQmiQW5yep8DhfBGpN88tD+T+OnPyDumMe0iNIPb
9/6pgd/JJ4y9tWtYgC2o8i00IN9dBJ+Ive1eEfmDoFVlF6hpUSYcydemmlta7mCk2ypo0cYo7WNQ
lU99lt1MfralDT4sELjr669v52dP3JmDRcnRNVgXT7IqFNMyQAxwN31dpG6REkkTwl5aEGe8iCEs
bAH21Yu4okM/YQX9evD5UX24TZg5VMmhyNLnpunbl1vFfCBjr6jdhGkaniHfkfL49RCnnynBHzNy
lPdZ0oQ1TkNu0S0QEGzMSC/VPrRjvQ3N2NVy+c0ye7qr4fzEOAYeE7SHhs1p7/2lyEYD3JMFtVs5
1asPsuUItSlc5yh1VsjsCbrE6LAKR3A6FMlihGHV9ddXKpnY3t3N+UfQbIsmNDdU8K/3P4KZZhYm
EwX5LnbNMw70/bpKi+7Fht69aVK6Bnu/6cf7sMB03Sme9ujHc10IEsmZSo8V/XGahK8diOxi7Vi5
vTRTY9jRHe23mskftZGmUj8NlXf0SlQomLeOJHY6rhaTshFNxSoAmK2GFfUVkmVROsuLtlBaBL0+
uce+ddHFOR2WyfuR5w1o7cg/m7vieKnNM0WFUDPCvwCZPvi3olEFtK4oWPY41RfCyy9suGBrEUYq
VBmUfn1lkWqiBmd9TJgWXsRdM2Kn7LHTSGn5y6CJlXscY/EGQxzJWWJ4ESmaQ9A/hFyqylpiz9R7
fU37yzkzSbT7+nEY85fz9uWeH4cpmLhn6i273ZOXmzAsO+nSmtABOqhrPQriZRvhL2VqgO1CEF4f
XjeBE7psf4ZsVRRBC82sErugNNTXNjTv2tboL/oW0xTgZ7EUdHjdOqU3pvrYBsbOP9adufARmZYL
Llm5Hyp+sSCUalGVmv/kwy9ahFG7ZRExV74BxMBX7d9fX+dnH5jJsUmD84o22DjZz46+OpiI2yom
kJq6PxzXoz/Vt2WbvH490LygfrifLN2GqvMfNBHvX++esOYKYXHlFmoSbzMyYCH/sGWkXa8ya1E5
a9ZdnTxGvAd/1bDeiY3fios/u0ZCTQS4dXtWbJxco2rklVY0ReViyYtfy9o+cmbUHr0JM9/XF3m6
3HMLUULP5GLmVePDSN5Um02iemDIMzrRBBQsikTcAFJ06X9fEkfx6+vxPrmpUqf2BN8VETb2zPc3
FTeEl/WxWrkAxcW6Nqy9NkyIM2Sz8grtKGINP236zUV+cjsZFHKBpXH+4Wm+H1TJ6ygZwr5yU5Sb
K4I+z0QfjAtdgFD8+vI+m5ZxN/Pg8EVoOl/J+6FM0KdOGZeVq1vFK5iIZ8PqJxdX0LJzqjn/d9j1
BNCUap0ta2SyXw//6YUaggmZEgSihpNXVpZ2Z1UO701FQQj2w1EGzabGSPb1MJ+8NHKGoKrskkkt
EScX6bSJbDwvq9x80jt8fdldWAF9HAsyuRLtls6p89dh5t9+ENr8R558jJJDJWs2J2lLmqfvjYan
a8Ay5OoQp+4B8oONqHcBXo6FHJPrcYTpoBiy2Mne19e2XkWPdl2s+0bmG1P20y4YC3n+9W34/GEj
vuJ0r1sfd6+yVQo78wMeNqL3hoBEuETjc+H8rIaMZt80h+up9Bwd9JE9aQTf7Po+fQwO3giEmhzu
qcq+281YnhGZVc9J2Oyj68bpXS8dz3SZnY+6/xJRJV19fb2fPQNQ5zY7DuYkrBfvxxul4rMCmaWb
TA4m4/yeU/k3z/mzS0KEyOLFUYva0Mka5ssIEOZEjKtfEWyDRiVb6iAwN702Pviqf2iVbwb8cAJh
ApRvRrROplrfCbIBAggj5oW3jjyluyiqIlqlWfdcmwVJupWVRa7IkUGjjN+abOWQYj52tX4O9mnr
RDDtPIvWX6of/VJJ+eeNARJf+Pr13f/s20bxysoutfkQeLJxHmstU7OuLdH5R3fQSo49ME8zCq7+
d8OcvFQkTgWYl7vSlTVhdUoTL/1kABFLn/ebWeST7aN8e0Enr1OewNWbBi4onKafodGt0065SFp5
16TDd095foqn08efdY6KFKlrf77kN+fM3lL1gI5o6UaYWKmgntG9lIsq1s6xZR9VO9kpcbJVQ5G7
BLVcf31LP/tuJOsr5TCUmfz7/XfTD2HY408u3XROUyQ5unupEXF/U2r8bpT5199cYj5jCzF5lu6I
GpxawRq76jeHjk8WbwCHZCnMWTYc3k7ejcHxSuDJRuFW7XDs8v4Rj/e1VkeXVuDdqGUKR3Fu7H99
9z6dZWc/F/McnSntTzfpzYWBX6JTWliF600D8qNs8NfTeJ2xrSWvlsnPC7HhyFrbRlli7FCn3X7z
A3yysabiw9SmktHJxvPknBMN5Bvr5EK7RHU/kc18D4LPxztJZLmf/hjK+FEU4e+GDNl1ExORA+hu
9fWP4Hzy8XNWdoQhJT+GlCezVB7yesVFVrg58leXYK/XcNKuu2yw0IXhu+mCEUmIlVyVfWXsUzLp
3abT10EorPXAOXVFMSW+qkcvcLUy2/u1pElTdxBtIREahUQmMsTxDkXdssrocVX5dO6Ynb9pOuWm
roL6oPn9HZFQHU0L8zAMTuw2TZ2vSi2KXcvwwqUGLGHV9MouKbPpoQ1BR/IyeIBDyfNMeWLEMo5U
v5FVhTpx0FYR0/0x4pt+JkbLXFwW2PujAAhY4JjoIywBF6RPj5lfNGdCxUmvTyENaf926JJuSd76
fqgQe9mh4cZBCczBt6NlOskOVxI9NkFtQSyyqaaJFCabTilvZDgi1aVxvfMm4yIYDHOB5TwjbLjP
HmEp6gs190hTrXqIBggEa9sm4ddMNiTmyKUsoMOQbeIvRN1o+7iylblQ8RtZIGTP+NzIxl2oALsk
pouuOuHih7n3sMtRc3z9PnyyTM5Ic8gGuqayIJ9863DkDCdVxwJSH3HdUz/5i8APrtQ6vJyDWfld
33yEnw3IgYtOCpuN+azwfnKxbGtQsIQXLrF143Km1cPSVVHFYoyZOgB6TfbNJX4oabEw2zrkcIqq
7K3AVL8fUlT0eYmzy9lkAr8tzTFeU/iKbvLMQhKLdr4t+UXZxc66cMyrNE1fi7w540fLjvDLxMIr
gmSnOZG+MsNhvKCjkL0Ihfj4VkOwQNx82H9zl067PXNRhpY70wSzlManejJBjnDMAbH6hVsX6Zlt
Fft2UJr9lEKoNwpUuLaFwA9i88op4Y8q9o2o+vabueKTqYL0WXYIFkeQub9+ct/60oA4b+WsNngO
E/rpPQCZYAJ8/PVLOL9kJ2sqMoJ5PiR+gYrDyZwEi7Fo+3zIXT1On2RkbjhwfLPDnrd7H4aYZQoC
aZnUT3e4VCvKNqrgi8S9focNsgaIhjklD7bUZbAXsvuRvoFCEjPV1xf32VIn5yVHNQl1MT4sOnEE
mw8FjxvV4T62QZBhzjHr9HIMMoTKkFKzqPvGhjO/0R+u1uQlno8T1IxOnlxsV7ATGo2rjZEij950
A71sjekRiJPXfzPYZ7eWRgL14Lnb8aG60Y6o5AfbKVxYbZdK1CLbhfAUG1BrrPygCOvGKOVNFKjf
9H4/u7F0LyRBOZrFhujkrTF7GeSKAGLYaQsqvetCB+mc5GG7KqANmuOsT4jj+6+f5p8T6cmtpUg5
m2GAfFB5nj+aN3uIuKvT2mRhw5fnwCxV6jNN47gmavPFiAEKhP4o4QujrpfNlvLSCifwQRuJcVRm
bXBsOeWaomqK+Gycln5lwENtLMME2cV0X0U/hYD30iv12leIhs8kblOtrm6s2HxB5P5oAXEBa6j9
MOLWRMHqnE9WrLi1gsHSzoPnwtBxBAACp9ZoH6jTAMERcbCKnDhYVzUMT8uqZr+LQ254WN58fXv0
eV76cHsopc05VsbMM31/e8xEyMIZvByeZzp7mjET6PMBrMBKW005+tGxRYvnqftx3h0Eil4+JSN+
P4zBN8Qqr5o2qNdkUuzMKcftjdafm1EKzAfiUdpROkvDQGnJ4LtK2ScLEyZ/4pAMyhDY/k8eLGbo
EC56wSohYcnBt55Q903aCk6tf4a9FFkQ8RLffDufHBo1+iz0hBwpMXGoJ2exJBlMOsFm7la9aDbt
gM0C/newKliXKYEU6iacUgShpuKhYAyRNAKUdaMIvJbjGT9M23wZ+uau7TzkMep0FRVS7AnLKddq
juf466f7yao0bxJmHBPNFYyoJ59cUTd+abUic1WHQm0T3RoZKJMQwvgSGe8w/21+TBzRGikfNGLK
dNvrvfbNuvRxwkFlzV4FM5ikVXU6o+LuLzRUjpmrjPEBeew5Vs5lXI848TUgBM5ZD6/WRKn6zUz+
8fxgsCqjXqPISQgn78rJy10NRKB2Ye4muI5wXjtuEcCOGRsgT/4LISU3vKUoG9sjSoKvb/2Htfhk
6JNyRlmHEDqJaKNqNW5jb9iNOf2DovvmCX8zzGlJ3O7w0JNHxEfgdEdA7xRXa1cncP3rq/mw4M9X
g2/JYh5lnpDzr7+ZRH0V3bERcSP7QVQ7T5LrkmgiXX89yufPC5jt3DIndfQ0Rk2f7FbaQLDoU8Qb
vRE3gRTnMgxeOkSzrY+KhKbWoazKrd7a/6PBZ92kNXNEndNga4K/Gw4DPoMXcLZQk7Re9GuMG7BS
xXPZlDsfVvHSxuc85rtvLvzDOXO+v2/GnvcHb+5vhL4/CHzG9lGFmE4CB2ru1HLoQ0iedd1tKaKH
wVZuMYefgSb55kP5MJXOwwsSGYnR4i+np3sfnPfUk0LtdvZLMOoYqPxDX16AtABr6Hwz2Hwt71ac
k8FOaiI4MxQO0Fbmplm1hGq2QEW3QptP1Tr5Xw518tp6Ks1DjoaZW+NEynvQe8x+WnetU5T/+gl+
flEmWfTs/QXpcu8foCHaopQaH0jbWORNSSz9tIpIh7Cm8Rzn9X+WIUuPeb6J/BeFJZu8ztOSYEpH
EqkgVzY6VbsJEa4DJ0+KjVel8DwGI/nmDf30+t6Mp7+/PquPu1ZPeWihX1xaWn+sMdeWNqJ+vdn+
D24l8wzyNHbEH/oo0Uh1OIm8zNUQCi8KW5w7dQ6hK+3ZHn7XTP+wJ53v4x+FHlIUQVzW++uqlRnj
CefMDUc0XFKm67CS563TrOGw7yL8iLFi/Pj6Aj+uynTuqQeSuEptCY30yRcgKlVRG29+eHMowKgr
q9oLXpoS7Klf7BSRnpVBCdcnGbGoWzdJV31zuPpk1Xj3A5x8F8TiiF7FlUD2NrKbRG4FHYrE7q+/
vtBPVg1eGU5wlKxpHpzqD5OS/Ipw4ObWmobJ2qF37Mftd68mgquPMwpFQgTq+OKF9keG9Xb2rJuJ
aTtmDyt15SkEiIgKN5UbdgSQ5LN1TZDO1VgM/Xo0xp9jQWRIR8lvFZNMQPFLvYmV8redFyWpK/ho
LSJtdg0GGWCNxU2MyX1jTdV21OsDiUTHaNCvUBzn2I7kAHYi6DZ9CJcn6Epiq7pBXbLHV9AzFz9m
JM7ZmCM7bSh3b/wqEwcPus4seQFcI5uYuLwWKiq+X4yr6BHj0K271P6dd6q/JU7QPMu7cNtlymXX
GukhZqRVLpE6OzhhtNYgS6QzDoS4NZuudtrLKVPWYJvjbVdpuptZXH2cTr+KJhbnhEE8+NS3VgM9
3xJe1MJKm861hfLDiJLkjIf0ZCZyuAHObZB44k8L3Sim7eBXJpJnSDeywMpMomy56zulBUHbYCMt
o0M7Ddu8wI4KvoXjStKWV0EkbLfNLO9CwMF1Uckho5RoLGYKky81jG4B/OrQUx+Lur3tFY+Qtky/
sDxtF2sFdmw56rB/6gLsOA3Px4BxlwCtajzts7fJV8bjGKs92UiTdxV4AGqyMKr2NMvtZckXtg8q
VS7MuXjYB3H8qkwGsTz6WJyrFVtPAsYWY+tXayCL5lqSSHBmmz6Y/FQQgBaYayEbdddn/hn6bno/
KTatUGDFzAzthgiWZy8lryPqb2Af9vtQs9JFR1DFkkTPnxkk1/Nuql44Zk9ctrPC7Yd2XEyNaxhJ
hLMu3/ZoC9ZYZlLWQNCOs9Bn62hGDLVR23aFvXQweCylMxpr/NjmiraxsVVkdkHlnWfXe5gowoHU
kqnNzYexEHQ1EOC3B8Q5Q4VvjXCzqJmyZaTn/TqtII5UYf1DQ+SC6LzskLKTO6ilvlxZk8hh/tXD
NqWW6C8jeAeRnz/kdp1siEePUdb3/ZXddB6nQwPyYe0dCzmq973im3tf9+PLCtwrDsw2sha1MywU
UNNnEmv6yhOif4JNGLkZN75eq6gAjE2XSbXcdoOmHKUoYxKt+srMMGCMC0cnzsvyg01nTPVVm7U6
Jlzy5jmPxcukMwcyfPC+mVMBdZ9WxU5Rh7UJt8WNICjw2/M7S222WgpcxWxlvvMi85pzdHxHb1Ml
gQYF5K7sZPMcGFAnI6gYRH+Mdf9qBgEA7UT0HWghvextgMEK4LGovQ2hBFkULBZ6Ck3QG9YFhOfU
wNIEeVPuB93EPT9oh1IFcU0GCOhky5ouEAVWy95X4KLxTCaj5YRc1i05cS0nNpTCXrLMJjIyE61U
mFIInzvTff+5Id9oTdJZwxhmBCqs8idk1MjLXB/D8aXg2HMOWwxEpVG18aIAgwHYmNTRjTrllD1t
v8LLrNdIlHy/1IEVt+QiFtVgQVKI8uKC8KvuCLig29czh3+DwT5bp1Kpb8jM1nYCOiyJHqkIfw65
d2EFoMvJmJLrvIOu1KmeeqV0tFcXfc5MNqYyIziy33V9fW4Efk84TvbLbJXBXBZBCDC1dCawFKFJ
TRJIg9xptenXKOOr/pxQ3uvYSJd1wwnaoQpziOGVgenwxArDNegucRG30SVSxateE5vAK+6LKvpV
jQWBHo5yMJPk3PZViET9XkwFbrcQ3q5lwX1sK+1emSbKMioSjNaG2yCTZD8is3GnOj/YMrmaQJQs
7LDK1lNNMgLnjwf0CPUKX2iziVXt3jJZMYiyL4BhGJf27F8ZsBa4Q9BcUrP7BV3WAzuGsbPr/Z0W
iH7JknOHZROrc2P9ZqB2mSBla8ruQHbAj6wVq96472CjLXh897VM74kPn3fDCodktbiG33kT28ZR
STMoU01+ZofWulcEoqfyGsTli7DQA/WyX3vTSFM63PrcGW10rhSI9ap357RVvVCgEmAl29h2ewQn
uLfszFxoTk/qHbWoFQ487KdVcOZlJtmt6WvUcQOduwAncVk4PwBBbah1QxzAGR35bpRCLCIuKDDb
9WC3r+SK/kAQvwp6rd9PsT4XS9nFS0RjkXFjgRJg9Yd+3LoAFgiuVc8N/xFsSsJnHtx3hTwasYUV
tY9K+GBEGhjT1pHMBYOfZNeKxpceT+md0Y2LfrTnlJgLesVL2TXm7J/5GXR49mPpnwuNXKJQe1RE
fSXiId8xzyxa237im3qKOyJjrHjdDFr2QuoAuMT0oFaV7frOtQQFrGiD/Zzm8bFJ5bFqtGQZdbyO
faVsx0TsAddqW4O/QZBPfhn58GtLYRKqrlYke3XkO7GVyJwmWolRNrivJ1eU9XWcDa8gnrp9Se8e
I1Ld+3JwA9mF9cMYDF14ZaYiq/IrL7eGYI1GUm78MJ72VDB/f70N++xYPQvbDVTkFocGcVKz8gbP
apWRShkJG2cWqTsZhNbcftT7i1FXL1Dj3vmi37Z2+N2Z+pODJT13yr0q6d7wj05GLok3U3iNoITX
GKEDe5s0yjJWbvIEL7cnL41C2XlEIaA44D2Xr1pozlnIV41mHab6GSjeCjf817fj4+YXla7kdaMo
NB8vTrb8vQBv4Ntt5voeeDgd6HSaASExN18P83FTqnHRYOrR8qmICE/22HGsE1TTJRkvfkNMno6z
llliuu6AAahdsMrL7wqiHy9MRT1DdBa8DY6Ucv71N0UEoQYl2mCqJ70pdzY4Ojbbx5n8//WFfXIU
nLtdWHjoQJKddvJMA+jYGa3T3O3qFr+/6aaBghqy2gCD+eb8/tmby1hUd1VtbgNZJ1U0kYP4aSzG
srDiS+lt5PisZ3eihrlgZDVNIbBCI6Xlwv6u7zn/0SdlirdDnwoxc9A42QxFdcdkPPgh/QNis1n6
i10PPv2/mDuv5rixa23/Ikwhh5uv6utMEi0GkZSoGxSVkHPGrz8PKHvUDcKNo/HNKdtj19Caxb2x
dlrrDZAmS/qgxnWjmn/+1D4LPJnfUugEREC8dK841qNUlDstyXZ1nnyQu2rBJn4uYyghYNYu8XwC
lH+eMd2ghUi+UXYSEp6ainTPEwVyUr1g0j6zC2iahKggqEi+47QF48qphL8CI6rbeqVbnzD4peWk
HLwy3IaCsQBVmUsaSKAj5Q0GLtXvyQIX9RpV8KhiHfTltS4213Ha4LNkhl+HIqOEyPSunF55clHh
040lHOjMnBKUzrWpwv4xzEmlJPQiXBGQEtwrQ0xHoOrDXWBA4CxqSV1Yie+3GBHu0Vivk4EEwHE5
/3x9VuJmhrDv3msG7SbTEKOM8UGg+dD6hxBNjs1QDrgdDpX+8fIeMPOyP4kMx/A8ciYgNSQiOLE3
SvNq7B46prq/HGJmmxlrQHzGUU8OatZ5CHfQ8wipnHSv9dVNoh9MeNQ8J9B+Xgg0k50j7Z26HYhW
JBonG3WsW4XntOwxGEt+lvOHog+/IxO6zUv3xij1hdU9lx6QUqmiwxKhJzlZ3fhHdUXI7XpPy2xd
VPoOR483Ou/l2Zv5QOP7UAZDro7k/clZUPjRgKwLSw5IwpdihCZq6v0/CEFLgGI97CwqWucfqIO1
Lmawkved3x/1GJ8DGTXN/y7GmCQnR5ord4nuWWxQ2Nmhip+sqnCp6TDzQSwZBDzFRv5bfWuQnoQA
9dJmlDOSfWWJEE3977ggHDyx/wenM//8kQ/IQxXM8GS6ms6MO2yOEqoyw3MTB18bBbI5qPHt5Smb
H8/vOJMpM1S3ybWM2h5QHWE1hM2mNc3HnIr+5TizGXYynnFZnczb6DsKBo/xQPG7Fw3lHp+WpVbB
bAwNetHIp0KPdjJnda8XuuWM55PhbDGnPOTF0hVjPgSdSQqIBpvNpBabmb3ZAUugAFwJ10GV2E2j
Hi7P1MxORqkRUAc0Qo2xTDZLsbFAJ1qUe9MBJQqnPo7CBzmSFwMaOpdDzY7GoD/HtVZB1Hb8+clH
kQrMcfj8yb7jfvImABBA/b4cY244oGMUHSkPHhRTlrdkpaHV4F28B4f0wRLSHJXCZqfiBiIG5kKh
em484+UPSp0BjWO0CDgdj95WkWalIrEq8X4oH1xUKS6PZm65IB3Mtg9/lw715OOkUpHqrtbwcfrY
Hl+VIy8+NvwF7MtcGCAoFvgXRPiQbz0fSASAxHQdDhnFwOQVx6284NWDAMjl0cgzt1aOS4PbOd0T
CSz9eZyBWrjpRCQARejbFEtJGfclycBtJEcwSdsJAQg0y0BLSrvSKOdIrrxvy5dQR5RLxyEwT9bh
txgFCQsrNRURv0G29mGabbgPXyct/jDpsBXQgC+wOZGUD42mLRyQM8fx2Qgm5z4WTCABLCXZR5VC
dflrpcr7QEyPslpsVbnYX56w2WgaUDYIlXyf6ZvJtWrRNzKS2S/8jTjcClhUChjgdOlPH7/iy8Hm
koCbxt/BJltz3EHfM32CiShjcR6svBobZP3T5SjzQ1JoRHIxBEU5uWEkXojhWMcEdlq/YsHgJ+jt
XXDvGXd75P8uR5sf0+9okxXaNNScs5RoQ2rs8Lbca8KzJy9sa/NBwHGgLsHpOUomnW4DTmPkUZwB
YzHR8xSSe7wVNqhWLQxlbmPjxv53lHFiTzbPCPv00tBl2nK4nIrWDW6ZCFJ0W0n9L4czSfEMcHTT
KwRqFBT8UYyTX3DWXEi22TQAqaSYcIQo/k8eB5x1ZhPjL8A9oNwL7U9Fz/epgD6j1OGWZS08umbn
7ne0KZcG7IJfly3RXLXcdq61wegbowGZFP9j8CmQTGs8TYGJ0FecJoOei5kiotG4h6SG02mLvpyx
MHez+XYSYpIJJZrIYiN0ZIIhb6gqmymuyZjCX146s3MGYZfLJ4cbGP/zfKOf4zt0NxLeqUfNE2Fu
pNtM5FW8RIKcD6SCFJD4yzvAp6v2RqIbnKIVLbcOVfdewmsUJTc1XjhN30eitibx+h1xeZj3jBN7
soSQnbXEwOeqMyoLKUp+VZZ0SPL6NuDhfXn23p90hIIuBlQctx+2uvNQjYygXw3lDYlAY2fm/TPw
h70neRieevtYsWnXJkG1EPR9YhCUGhtqQgB1wcqcBw0HK9LjZOC2EA5b0fhkpdGHuGwX0u/90iWK
xnmkU6gc6ZbnUSypBrMd873aYNhCKaEBGKMo9slvZKoK+sI3mx0Tz2YqojCC3yHXMckMNDdnPVVC
uEEubB8J9Avbbnv5e82EkajksWCpHQJKnAyKLmQUekGPgnovr7lx24x8ldfJwkY0/mPOy3bU2+md
qRq0IVBk469xkoHiAMLXH4Xa3VIMdcxCxOrRDPRgCSU+Nxz4ZIZlALbXQdufx3GTJvIrCx2LOFU/
qlq2kVrtDnLLH1+AR3i9AheCdzz4lMkeIQ1hpESGEoMgDYu1qYGR9AVt4TyayTdNMhGwAdYKHnwK
k6xMnP+6aoj3stVvNTm1Y9Gymx4BczRYEjX5ejkTlsJNxsTTunXo28b7vO13tCRuTVlejV0AXDk3
uKW9/INwKI5YZB/CGVOyQuKlotzoDeEylJ5Ma+/gKeMlyiryTaS4yoXFO7MvAXlhB9RhRvA+niRG
b5VeW4hxvG+HGC1491Ub8i3wPvTgPvh9j5e7cRDcpYv/zMZ7FnWyG9Z6Fg59msR70AjrDLtcqUFp
rvT3Yaz/Wsh/pC71n3w3Tm03/t//zsJj3gvk/6CBh8ZW85/VpeDMYXP34H97PVWYGv/MvxWm5L+o
ZEBsppQBwxnyzG+FKeMveJWo4YHTBhLGVvMvYU5J+os/ACoBLg87De3TvwWmNKSnuNtB9h/5RgZd
rH9bl9z92g4vOdq9sZNOd01e19QmRls9tBJ4CE8uPEI81GLUW+GuTTkgVtx+qm0LTfdagJGLXW7c
w/fzIvlDAWx3Kwg6vq6pCmQnDtKvISidhTX7DiJHrQS5JY0mE8pL6JJOtvHBpbMWNqax7TtTevRK
U7kqdNRzPSlr75K68feN7lt2OqKC8l50PiWyIeI+UQyPJ1/xX1N1qscBenNyouCAAy+HqaHWwZRP
0es6tM8STUR5W6HlsELNVsB4skmvkt6VbmTJ+o4lRLfuigIWgqn34AKQEL4xvQb3sMYR7UFLpDuc
5RNMoBTls+wI2j4vEIIafAkIUhLtag9r7Y0PUfNYGcgcl0BrIF+ID7lWfXPk0t2mEc5lahiYRwCe
3oe07MVrnjL429KZNldp4Rd3JYyzB8NLaRTFhnZj1Rna0UCp4NhAA/qpdKq+j8PauYm0MDkCTzTW
aR3d4JdS7mEi4P4nxPW+VdRveI5E3KzDL/wiYI40r/8OViGBY4HLcVaqyto13Ac1im46y1Wfo0rP
d74Sd6+hpHq7zvsQRSBXclH5Zgjhix6IH1AKf2qbytjldGSxTvePITbKnxH+LNZRJnn3AHO9lQES
H4lASbML0VVWopT327YsyuOQawOmXU63w6GlfEraJEQfPymvUNaExxlJypXVI1rld2qvYG2M24UU
KrdWm6rfQC0hsp91OrCn4Fucm13Gw0QQb51aaAGUBEDWUsXBLFsW+x/J4IKtikUP/f4mlDFC0Moa
HVq9UF+jNveja/RNbEHyfOeA2+I6bAcuMumhxBx4LTTPmSZ+xjaChqSbW6sYP2lQGPFXoS+uldL7
Sd8WGrFXbTnW0XcNKhErgkgEOpYWN4FY6oceUC/exdE3y3Qo1UgauLG0vcr6rl+ZjVYdE1Wp9rXm
Y5HTq7jYau2NGFjek+yb2NSrlbAJBtgMzQCFNlW+Bpazw29ZvAJAF28ockIKVLBMwclMX8Gdtb3R
hE/I+u8BULAtpXAIEVg277GwF/F8835IQXZI++RzWA7SaClcHbIsbFdlGFQHJ9Q+uh3CZmqUHwxB
BCiIKyLyo8atAg4pwkLOzK8wJBS3dBof8IiT2xXdcmxXCvEuixDv2NWmY4Ey09U713H7Qz/U1hOC
mnzSXDDtIRstMvPSwbzAF6XbVA+7O1+pEhz2eiO7oUGq32Ew39gJELIxkyHmbDPg0dq6ljMAPTV2
sCEK7a13k7KbbHzZRPk0yVxYxXX/6otieC/k+l7QxhwcQlUwjqWbKmimGjj/3uhWk3m3aUMreu2D
kKJUVmaJPODX0IN062CfmKNdRCfd4++LSwRm5X26MzRMefdqiwUOWJTwtnV2neaGn9H6xdgrfhR9
zAqqxvXpKdfOuq8iZxUOMMgGbRD5v3rZtaK22kMfDNXaHYDxyDmKsSshx3tXTeXXyLCkVzY8sHea
F6F9H4OFw3FX9Wj899qXWHWEH6Jn1PeWWYuPQgM7VnFi+AyOY+TfhdQZ1qkc5jsBzbZVhEPgqhAz
71hJbbHKu05GnhmjpMAUgdA5OHkbUTXslTaK6zVuuv7BtILhE9CvetV2YvnU+zqueVZzkCXE0OXW
N36GFcfHRpSoMOK7ln/E/6+iE9rE+k1bZH6wGjJpFPUHythw1Q7xv8yaja9RO0AolgpWDt5H60m0
Qi5acWXqXfiQkGHsaaTrXdxp1bMXAttaDQ260rtaE4IrUTOc8HmwWt18DBQpNvdgQotqWJmeVmQ/
BjPvRsBfIDkffBVbIMvC/AljzAC7M3ITfZkk045ZImKNCFpXfzZSUXrEk9vGsB0sGq/2O1NrC0yl
3cBcqaEqfe7lYevnKdCvIinqb20k1TC/DOUqUJJ20wYiwmISaNs0szKFEytoN0GntdugLqW1ifrE
lZJhwhkmdRCT7V26w6q7u64dZUDmP62lR0ibmMnmTdkD7DJcanti0XV3ruZ+UTrHStZFbw7sE4lj
5yHi/pR/oOYjpi8rGBYEwbfe0D76BZUV1PVQ5E+0orsjZbo7HJktO0kzL0PU3ROKbVlm0uPYu3zE
zKK7s8xIu2odEDx5w4YhujyrVbAlHz2zaA8U1eOPbh9HH2VduGO9t1ce83+sVZzuVoOD6r+rGVgF
loKEmjKwSUwIooMf49YdBQn347T2913RkOBYdT/oetNslBzNbMxIDNO2AgWTcAW5ZQWpt8diyJWX
HqBBvY47S6o++iPZsJJ6d+emTRBC+qvAiXqpWaDGX6jZ0fBU/VPGPtTh35EGx4YpxvcnwogsMTTk
w6rYbTZ57TsP/K983xZevPaxgLXbNAvvlQSbASMR5RrQdaHf05DEGw8cU4GTaZ6YWxcDkNtEzw0g
4KgxS7qgRFs9VKIHIXG3Mu6NT1oaa+5BwzD+tm266jHuDbtTG2VHEopXvY+Qfzg08daKUCDfiE2b
wj5t6/qxL4Lwzg2K4T5pUmVlDYq4j/VosGMpE56hmuNgJIt7wUHTEYShdi21Q4sAXZi/RENubnon
VV7kKm1HaxDrkDpCzubgJY9lEeQvbi7qR1hq2V2PftyHAM/One6q4PV6LCuBElUH1zT1Xc+xgamA
oTS4PfG7o4QJoHB0Ne4rP/hMjy58QDsGTJPYFlt3KJybITSrj6Ic4v+l1yL+81kkKFdeWitAr4O6
BQxmlPmKF2n2YpWdaTtt/igmAdaXak0edoaFy2Rtvoa9zFEnBKl314RcUsETl/muE/3o0GOo9qRL
SQPGOpH1e6XIsTQYoj7+FKAXAsA+irVrzRMgzjqKA37VSDn79cosNjrcXocD1SuutRIJ/o1SKtix
dzjVh5W+zY0i3KlC4NwVg2ru2kwr15KkJPeWGGVHjPTk7x6EXHHztgblISJZvERHJVAFxdxXHiru
HFc3gVMHG9PtxQMWPNFayaUOuFITXXe+lb28bRCu79d2YFnOyxCBOI4qy/mAWWyscIMTWWlOmPhX
vSR46prMSrcOGt36KmhU0b0eWqVWj2IayY9FFaNs3PjyY1SXqu9jepThGGUFplJ9dFBK/u43DVsB
VntsM2bV3SHAU/pPHkTZkpuIZ6iHRtBZawo8u01sFiR8B9IZGUCHW52eyN3d27GcY4gC2L3MrZ+J
51q2BUz8e1KKFlbviqtKjyEmc85KalMRkDkmdelGMaRmtP3BAA6nzSjodrHr9ndFWZkbkFstdhwa
lMzGde68WAc2A6IVoUSlyl7wZyuPjiXhpazmuLa+/U1uGiRkoCn8VQd4rrBa2uwF8ZCi2aS1Zvpr
iloMIFUBS8Pg5rbgdZn+zdPi8KeuhOoV8AX+mKoD9zdjF2EZDFu7O7Q+shfg+NnnEkb3KPcewCiW
Kp0f6U320g+NeNdw899nXU5wPzLzdVXnmEyVAefQx7iJ25sibZAeUUU2Jrev+bumWrt3VoCIwdv0
u1Zj3apa/uup8kcP8/nX9P/uWf5/8M09PlT/85v7/2NeVrxGE69M/sivJ7ekWX+BigLc9q8HNz/5
pekMFu0vWGRUcnlBAxIbK6z/enIL/Ble6bw8wQOhqUt97+83t6Aqf9EeoqsKPU1ivVMp+4NX99jm
+f3ohvqFFgIAtVFgcqRITQUDXezYK8trZdu4TZIVYBDQ0u1neq1J+Ktk8x819M5rUu8jvXtNO2po
aI1sh8AkfXHr+tc6V6Z1Kn0ochQflvik59Wo9/EmZfJOGlwx4rSwK+MWYbyrhm0bY/STbz33Mp+Z
PlyBgdKgw2eALz6vwGZc3TQh7yVbBFgXRF/k+Fsh4RHCOXk50Dg70+8E0mFU9uWjA6w9DxQbBSIy
jSvbCWC3HIcK04S+nm3+OMoI3ACApvMvQ5yUYKJGVLgmpKrtdk37WPVOhucDrnZhVCoLgJTzisbb
5yEUzwOFwjWpPAlldAX3rqhQbczfTcDx0bDBbsT5I5zIrygqoE9e9BT+MY85n7YmlTNK9YpqJ7yb
N0qjPdZu622HDMHivkGf6fL8vVX2J58JbVjAaMhSjkCuyaga0xVyZIVUGxubWl4LsRE/pW0KH6fz
O55ZEe80nLw4Ijgc20a8DkO3eK0x1cbdJbVKbeu2GqoMgorI1roxMuMVEd3M3UkauuurwQuCx5Qy
+dpXxOCnlxetjxC73Ly4viHXd03fWocgQ8CFpy4/XBjepCL2azopKSNiZxrUladSZHRXRdUdatVW
fNHbVlL+QQ19d+MJpnoQB2PdOcJtrNZfMqcaoBsI5SovTGWhuzLB1r79FpYOqHC006CSOW2v6JkD
xrxhkmUMITcYz69UqzoGZs+juA92AkY8GnWnxKLgUAxLS35uEsaeL114WsB4CY0b3Ul3R02RJa+U
QaMWlqWQALP+PpEeKBHhekYNzfYDdQM1Kh+VXtFeL5Rbzej0BdT0zG8BWBrvIk4CFGUxMzn/LSpT
DuLKrzVblsL8s14nzgGQ9UvD8+PgyzI800jkAUQlYy/kFf4Uji8dcIgRri6n/Lt1TBGZI8wAuC2h
WjB1GMkUq1RaM4VnE/Y6THCj+ziM5mqXo7z/5oShLjziSEUWs6icDxd+A3djuRZuoFAZznDdGdl3
bP6GlaKLaw9fpFUrmQHp5h/dhc7U3AjR/eOQZBtBsmgy010qhS3UN+HGlK4LKKStvoDLendSjWP7
HWCKy+oHtxBDuRVuZPk+7q+xbq4tCggLW+G49ZxtTRTXUe7RxuY7zX5r0hNKIwPJodKybqoGGx5I
Lh9VAd/jQg42QeCEvLKiJU3wmYGdhZTPP1ppFkVcIl50Y9xG+YskP5nhU6k8XU6NdyfjZFyTzGhD
z22aVLduXBH3gFdNumqj+8shZsYx6sHSmwbOxqE1OeVF3PVCQfU9W6D2HLgjLZZ3iXvfKEtSKjO5
dhZp8pHaMkgwXvY8u5acXapBX/a7T5cHM5MHY+sHOCv3Ppnm/vlHQaN5FJMMRiGYmpLXkF+ZoVtu
E1e/wZugP5aevwQ7nhsVhz3KBvRTgLdPRtVEfV3lKPzYrVvs8759KXTj7vKolkJMUq3B6TtPc0IU
fYF9lgE7OdOWrpTjSp8sITCaBholyNyPohfnU4fFT11kTu3ZLFTHba5NYU/RYlWRBol1Y+YfK1PZ
XB7XXOqNSAIYKwB03vXe0e/I5UghpCsfRVces46OgY9S1+U4s/P3O840xaXMCoxGaz0b7iMFY6lZ
eX3cLQR599gADTHeK9FfUpBimiJzxMgpfK0hiHSrJ1tEupCBu22Cfg8MkQraQrTZr3USbZLocRga
g5/2no0V3F6u42upEL/jmbtKLWXj4PlMy3Cttcb28kxO4K9cTyajnNwBR9k23GGJW3gPYl7t0UTY
uPk1pkyeLH9u8h4LbSiwUrHyawqI4Y0X/XC9A0Rqul9f2uIY+9/GDsjgYi2ASVebbgM93KGgui8V
bd9h0JuYGDsIB7fo/8FOd/qFJqjASjRyM8bmzc5abydxp2AKN52grLT49fI0zW1Dp5Emp2qrVXqt
UT2zvfqekv+HfPC+u8Un1/dgKdZLgIg3BsW7pWsg/wW+FkTqVNywsSj6GoPi2Q3ws8E8lOlPq/wi
DRDi+/pFaXDK4kHa5Z8FtLc1+OGIomHAXfSbdDA2dXIdNPd60K8Vg4qdgYfokkzQzDEGiuf3LziZ
eSdA0LQwLXb+NLJ2IhfMDzWgWVwwsCm/PPVzax0VdXrJPL14U04Whi92uoRlmGdHdNc3NXQB1P7U
+OpylLmd6zTKZBn0je45FT0au/Bfy7o4tsKXqlevkQVdWOezwxlBuVw+eRBM7+Po42ghj2PPDsVH
L0s3DW2xy0OZ+zbm3xGomZzv+76IWV7RMJSKJk+ISIpZ3P+TewxEvdGdYuTPQm04D1KnVT8U/gAT
HgokLe9UzNeCki08u2eHMtpfALYAIjnlgaQ+GoFZ5bAFk/pjr3j40mYLb5PZGCPTm9eJDvhg/PnJ
A0nWU1H3A92zg+SI0DEqe/tAyxcOxvcPILbZkb727yiT+VKUgRHmnm9jByyuYiD6m1J3vavBcbOt
H8hHXck+Zz46CK72opUVCEYFk+DLmTG3i53+EpMkp5mqOPg+evYALmGVR6q16TtfWfl9p61MwUVQ
sV0q0szGNERe4FQuLGA559Pr+L2YA6Hw7KuYdmmTAhAfcMuRb/uHy4ObXcEngeTzQBpwhaIxxi2p
wTVMedWoC3FIDYhM/HeBJlf4YHy1wE3z7NT6WDUZtAS6u8q1mWXby4FmM9MAgvf2VuVpeD4izjbs
bCmk2Inw5AbGtuifBEQtLgeZnTYTtBQ8Gz7QVAG5lnMF3YbAtwP5p4GAURh8oHu5UfESvhxoggr6
ddMAxApvcKwCUEs+H05XJzjVlb5vNwpe2H0Fjh884zH5GnqUP5IDuiW0t62NmOxKC+3Jhc82M5sm
VTVAUgBDDWoh5+HDNgp8oxsHaj1VyhNavYtbydy7/yzGJDXkQqxQfCeGrgp7bsHGtd7722xX9fTe
MJwTou+CuWQSp/KLTy4Lo10qexclFqoOk60F6jYyRZrr26bT3ge5tgHRuQQdn508rsGEGeXFp2cK
ahgVyvSxbzu1tuNpLCjhtnDyhRSZHclJlMleUetCUEHD8W3PiVa1QTOJKt3lLJwLMVK/YcTwH86u
8yxI6cd32Kr79mAe66TYuY2+EGFmQfFQpbqORh70NX2SA1bjRW6VlD6IrGdfPrZd+uDJR0ASC4XF
uU/C1gBlGd4iOiGTyfIVp/SiXCOf9R9q/CC0TxV6Ypdna+ZRQrPld4zJmklLuh9BpPq26g0oV4RK
vq5TFS00P7uOM+NTYJXhvWjm922AP8Hl2Evjm8xjNYi5UCOdZJfmndU8B9pLZf28HOLNn3O6dE7H
N8mGwfSlrit13xZu0HTaaweUeIZm5QB0UH7EPXbL0l6lQ87Ty4iXJncuUU6DjxNwcvGoZKWtvVbx
sVeJVn2yzbVPfozm8ZLP1WyckaoLw5FdeOqFqmZgqZBn4xL1We9e22arghsQHy5P5WyQUUFFwuyI
MJOZTIFKBup4KCqYUoZ7HC6Mm2gpJZaCTGZMT+jpK4PBgdhbLQJm/oNeyP2qLEJlDZDR/AcrWcHE
1qQaBEdnRBmffiADXFucy2ysBtjG0s02OqpEeQIcbikVZi5JdAhw+oTCMhadJid9p6p5XRicG4Xk
gUC9l4N2raPyriKBhqHz5U81dxCfRZvsHFLvODgFEG0oNsanWACVFd1LA0iMFd4ldaCssu6phaVs
GVsXmdS+VxdmdnZfoYsGTYN/w7c7n9mky0JHMtgjO5d6gUzzZF33rQmarlE3hWQ5CEkqwwZdiXaf
YkG6kKyzW8tJ+MnWgp+EVEnjdAsW/oS+ga3902IZ9u0+M91c8Poc29VQvqEUng8SIwsws3UxbtAV
Uka3OdYffncM4s8+x5tVfDKepPSKW9GGftrCo2amdoX6D/ZDUDhG1vkkdWtRpyjm1b793Kew2nHS
jhCxSsMbo1N2ivEP3mln4caFe7KVgZVz46ggnNhFK824j4ofQ/B8OW3nPtrpkCaPFxfhR0PuiJE1
12n66tf3vbYwa3PL8DTEpKphCh7OOM0YYqPKx0Te5sLB7H+AN7w8lNl7IlClUdidRY+Wxvl8OY7U
KCZcE7v06jVX4lXqPriZuAlq4XvtZbaYDHgBNVdVGC6wo+ZDy+SlbI23oGnorI0UKR2P9DhzlSt9
iP2V1dbdxpcyc2+IUQMBOsf8sXQkWynKdo9Oibswz7PnLu8aOoEmTUF4tefjD4TIR/ZRZPzyfaoD
/Q3rfNRl/R77xVHhAyjCcDWWDZUMPT5h36AkmogLLabZhDr5JSY1PbEqCtdXO9/OpSOgq5VY3i82
y2bXoYp9MjJyvHymhWpTK8MGXSUuUIUUrhFO1q80HcPbOhq0qzCr1VXR9zeilqnfLqfYbCoj1iap
VP65sU/OY71VkXDCKcSusgjd20bdB5I0rM1EbzZAYcF0512/UEOb/6xwYXiEsKvDNT3/rHXWNwFS
tmzrmnCs86cQZLOyTatqJwng6vp1bT47oYoAYLSlqrRtXi4PehzUux0XQTekL8br/ZSVh2ukU0Nb
45USOEejUje0pxaW7mzSnISYJI2JhLFetDxRxPR5yPL1IB6hia8uj2M2a34HmZa9Cs8DL+kRRIiz
z9xOg/BjZ9SruPTvG/9bFC3kyty1iuQ0kQzR0J2e3j4Gx1GL3soYU3w9oOaA3CfVZi9eOHVnUxK1
fKjm4Ivo6Z1nRyMBI3d0UrIz+xUwLuh9X9Dd2Ej+8rqbHRK6IRigUtV4R3VGDb3oo45YQWeufR9W
Svozk6Fqtktb2WxCGDyJRx9OtvTJQrPaKKuykq08Rfm8c757/U6ud6Z2M0TO+soyszXNNr+COa6v
HW5YeoL6df/9csIs/RLjz0/OXyTPOUwkFl4QvHoF/Aj/evC/Xo4xm5RUicYiAAA8aRIjNjMPG2L2
ZoC3K808dAF0mfwO1WEDEf1hIdr8iH5HmySL64SDlhe80zUPmESxiUtplS3Zd87uFydDml4pUJ0O
/YhvV8n5Wne+uNk/WsknESYHnaEAb0pLJi2p15X+4MbO1vOGXdR0a+u5GNyF3entI7zbAU/iTbYn
JNiDosO/xW4CZy13t2GYr4LyNvWvxlZQ7V9nXRoi8f0QaPFeU9BoSKuVS0aGS5CfhbmdbiqhLrUB
jAVqOQDaA+PeccKFXXI2RWBfA7MBYEVd6jzphwE/KCPq2SX9+mdZG8PVoGufk05JF+5Ms5vJSaBJ
5udtrnWIRLFxha9SjKJ2wpU6RhGxWaLIL0WaZL3kFHjc+URKBu2Qy+k1rRtgDpskfb28mGe/zsmQ
JplvJkmdKVXLhjG47crXf4T+ojjM0veZ5H6vIide1MQYjKfYU7ZJ+VX6Qy26t6LyGwX/30kwSXgw
wobiiaSZyUcJnZ8gDhYvcfNfBRk6EZko3nOT7y8GahmrHYkWS9G+TYaVEP/sxc6ulqQL5mfsd6DJ
51fcxLNUlxkzch2h9h8orW2FwlxYN7PnMLJtKtBZdRQYPV83WdUaCEpw+e5gGYHiUgwU4CWk1CVt
W+C/dWO6UrCwMc2P7HfMyVpNoxz4qEbMunkVpX5LxmVdthBk9oQC5QjEeZQSmG4Imeh6vOwHXhXp
T9iiuOTgfPijGTmZuy4Rry4vobkhoWjyBn3H12yaFUkVwA/qLGr9XiLuc3z6NhmC7nsItkt+HW9N
mOm2TgNR1QDAU1yeouHKOixqFUwkkKThUEKdMDm0wmhboiWZZns09cdHZBuWW7S7MSe414z6Y1Wr
16VYIR4tor5b9fvL459bFdovsjkup4Ciz9NINnEHxELEt30faW/ti5T8HHlfXb29HGduq9LAeGug
1kc842RRtEGfVZ0ZBXbkPvTuT5pgl//5c1lz+s+fbIWB51B5EuLAhj1pxvpKkdDVdj9lfb1GsQ1m
weZyvNkXONhu4JkSojXo6J1PnBdqaj5U44CsNt8VeajuhhBfgKBLjYObyVCiIstd53powYnu4s+9
BUb38i8xl7wjvg1oGGVH3ZxumwYK+ZrOoCX3WXbFNa0wQX++HGPuwyGjKiGkpSlsM+PPTy6lYTLU
1SCngZ1E8VPJa38FPCz7B5sZWzLi5NQRRLDF50FyP+97qNaBnZeJuq5Fr1mLoIE2TZZ9K7OGw9rS
l+TQ5zKGlqxucvUY9SQmGUlduOjFtA/sXjy65VODoEKYvkhODPn12FvpwhDHbzFd/AiUgxzgNaOi
BHQ+RD+y6FF4NW4rgfGcKVCwXwL50CUHv3PupOyO9+dCdsxGRHkDZRsgpDzVziOmUEcjIdIDu0GZ
LHxNzYR3S1/BDXMpmRorN+8+55q5u5wv0vt5hfgN8wHGAb1MmlrnYUstizOvc2lUfDN2KqYB8Q3W
AvVX5wcVmk5aW52d93sIwzARmvB60BEzB97iLpbj32cuvwhvOtSkgDiBpT7/RVrAhBFqBJ5t4RQh
ovC0cFDNlIZHijtqXwiu8exWJ1mL/HquwIAABNTy5Kj8zXAQCudO72H+a09t9wO7pHVb4NItOB/6
Wl/IqNmJpjMpSaPiMTbt5+PLM0PvvaH0bM4a/KUK9A30VSMV62pbqS/0FRfivb9xQAHjHsH+jXQb
uinn8SIjS4qkjj07N8q133wpMxxp2m+RvvPiYOFYmoulQTlC7A6dM7AGk1gZorr4R9GIarKtHH8c
HgVjAAq9itU/rh+OpuIgQ4GlAYCaQqAstOy9MOUCIKg/Q0x8rOhaCv2FVHm/FFXgp8CSZGRixr36
fDixBI8YtwWeqEgvFfFT3gVr67XXX4Xkh/zJau8vr8GZzCAcHtIj1nrsK5+Hwwqv08qenkWK54ID
DVhxPqnOTg6vzBRp9ub75XBzC+EsnnweTwCR4o8KB7akR1jmSusm067w59xjxvCsgBt2u59D9UW4
QjpstVTRmKlXjpP7e7STyS08s2vNnrKJ4AkHw+xW6eDsHCO7xsY6CJ2jVWvbMjMPTlvtZDHdZI22
5g2wsDpmLgT8GmODCK4Swj3vyGWiY6baWFnRre5KrmCMi1/64LmPsDaLyrUCe792V42ydHa+vwSw
KEepeOrT471ychFxYlFykeNjm4OGjQwFfHiEW+KlFJ4pSgCjB+w4EhKoL05zmHKtr/URaPeh/y7u
PXGTeT26K97aU5HziVdP2pW+H5pDIqyQAbqcYTPbAdssxXcDDPf/kHadPXLrSvYXCVAOX5U6jHqS
J9j+IszYY+VEZf36PZyLe61ma5uwH3ax72ENTDWpYrFYdeocODQTymmAaGYMjAeW8UOaWvAnPBHy
YaX3oHe4bmnrM56ZYnIq0+hVUxhhqhnf0vmjAnkZleCIHg3o2+jH0PSr6pVjk56P89wAfvN7eWyV
RV0MsBrksFllrd3exto+qTBCv5veO/IYa6qN/4UcKRo6HMM0jLKG0UJC1QVFTzyymX2NQoLtnnB0
4jxQhw+xecs+WhE0R1nvmN2TakZ+AQ7961ZpYnVhFKO/+JSYkMRj4DxahKCe7ucJ7+MJamso7Iam
hYHcBewjnDC40SIHDnJlicldTTD3yBC7wZN/6R1MMQrta0lkcBB5ioWZWacScmcWb+I6vpflYhdb
j+E8/THAB7+B4pQwiYJz+ulvq/x5asMlFelqB0GQHCKMtR0aAIjoSlo51zd284jiTQI1HGA44FHM
zs5hu8SFNCcYpa0c0CXt8/ouKtDK3TcqVM1U80VSMV1rhK4BDWPaJZTzLIhBtknk8Pn6j9m48rDu
37+F2XtdHlKlr9CXK1EyrEvLDq23zCA2+OKh3FfYaZw43Or2VixcG6X/vtpsC2NZ9DmPGCxlz1Zt
umMJjtTx4y+WZqFVrkJJCe0WZpvbWtcwRGLhuC4S5FV2Sm+5XQfOTZV8pFCmBE9Y2ov760Y3slk8
jdDeweQXUk224wsaoV4XYwm1lxxjEtBqECCRBy7y61a2zubaCnOZyJCIMpsRxRdZyHddLO/75kEZ
UXjg4QA2DUkI3JhMRvecJTMGgdHQg4gM7oFCmgc4HySfNQMqASDGktqIJ1+/uXuoOoDAFjNAqPec
O0a3aOYIliJMUc1AyCwPM4iN/2Ln6OQh0mPwo7KFpKxvgaQUEMOLxnIU7SSJlSdER251cfOCot2w
fw3RnV35eD8L5TJRQxJUUo0i9ppYdtJpOKBL4ErtoNtUc1W00h8oO3z73xbJuMekaBHp6D2sg+dl
8Zv8vq5SW4pmjhtufi68q1CSQh9YZWkZzRqzgqGGyRnkUw6GdSDw6F1fyUaKjOkNTCLSx5OOR835
Lio5GXOMimDyQS5dNElDZMq69DXvEr9Gu9mYOFftVmTCtIiE74b/c6GCouRNhv83JgcgqThDrHPZ
d3/eScHs/8oE4xizoAwpxjiTYO4e02FyW0r0BhbE6xu3eXBXVhgXUDQwQoFCDXOVvyoswTAeMM6x
1G/XrdC/wuYI67UwiQnEr3UwDmAtk0zsLG+8ZrrJptsp7Z065bgCb0WMKxRWiYYwYOVBX7cnM52P
VfwxNa9ySh6vL2rTEHhUUGUFZkj8fEatT24mDFIn4vQ04uyqzYs0K6dWdKEzzEkENp1tZYi5oADj
IlpEn5utVCM3l+gL0NK+h2WjcW6lze+E+VTAoCw6KUoP8mpJpKglq8zwncAL4MzKMUOX8KlL0VZT
q/jX9e3bPLIrW3TVK1sSgKPTkgIXYqjtcjeWISjBZvOuM6QP0oJDrizmdx18npyTu/nVwHoDLlQk
rBg5YMy2cqHGPUAIhthVnhFhVqQqwy+lqmH0P04nzvnaDH2QY9EMHbP/Kov5a6HKqjYazOUGaq1a
leGyxwgfx+e3PASVa6owo+AWZh9UYCqrjbrO/4H64Qx3ygM/ivOMMAeLspEPJkXZZNKx0whmYE96
xeMH2dovOjiBSh9KOEiMzj9PWDfA5luodbSG0nyRhqaxwYVYcR6gG70bFaDe32YY50ujXu3mcsKt
a1nVvkwbBVi7/HtO0sLPcysFqliaXYgPQyLW6qFhLGci2NeE2C0h7OENS1bYY64rezCoWkh+l+gI
6hjeFNxnZYeNm+ufyTjrFMn6PyAgIkPzZARqoIMqBYgqFG1vqqBVvFEskATmQcetcW1/bYC2FAjV
Y0SM2SGpCXPLStDRaj0MWpuzXz5fP/9bsQaVuv8MMGtTNBDZJAuqTEh4bgAxND2ilh7onQqUd+I7
dUk4J38z1aL5qSkhaNNK77lvQUaxz6IZ2bBW15ZX90LlFpAwt4VyhICjTDLw+EelU5p41NVdVX8j
GoTtr696c1sRCZDxQQ0QUeH8N+TpqPdxKON2kr5jdhJkanacvV+3sRVZUa3HeCZAxmDbZs5QGYEJ
RA4zNAENV5SPjdK6Al7+5XcgFqKWg8PY9tGVNWZXoaOli6WC2JPIom+EjjhD2yaaH9AE8oau9gXy
vVBmJGW9Z8rt4fpSN8OFBi4XVGPBbcCqMVhSUsdg9se7Y9gRSAT9TfjGt/rv7zOLC4cZZ0PA35/C
wpXkyl4SXnJMw+bFGV+ZYDxCmBZhNkbcEGoz+pmc+LJ00879PhWfKuVFm2xu8rp58lYW6b+vbt5O
G1MBfKxIXtUf+QTeaCvOXDA+ue0cf6SSf/0TbXr8yhqT+xWiAKLiBd6YAry8NOSOXhp9RP6iMIM7
XdXBDAEiHFacNZTMQUw/pxeytyZ9T9Pj30yE4NZAURhqyJiQAJ/G+cbhYsh6Aq7QYIldtOCeStNt
2qeJxzqxeaTwUgIgnJaBkTic2+kBo8hjEYWuPO1vuqpywLO8QMUdBI52bqi2qYygU4hRokhAclqA
JvLPPxkKeejegrIf3U3mk0l6oybViNe8Jv/KgXRCE6WH6etGNqIUFQRAI0/EUwkSOOeLBOE7BJgr
GCEDWmpKa9f9Lk8VF0ULt4oreyw5sWLjoMEg3mpAo+AGYJMkwEZmI5TQlQYEzknD9E4VcaPKoBGc
rRdNS469eOwMXtuWHl/meAPpiql8AOplUNUxwZgIOuhc9SYNiIXana4LT9B1OYG/PHRL0cj//Msh
WAHSDkAoeEtY1Y4KsvG5OmWfuIwcLcpaOo0mpw67ET7ObMjnH05LSwwBhGkadGhQzmp4zIzZjqfT
2L+QxHT/wktonwJsaWiGsF3KcEQOp0RDGqjLZx+/6OxGA4+rHIq5D57eN6GJKrzv9Y/rdjeiFvC0
v+0yn61TzXwxhToNBBC2RifRfINK95+bwLKoLA4KFxcvkQpvLNHKxzSwRvME4YAbVMyHiQOF3rgg
8SIA5xkmAFBqFJl1tPrQi1YEI4YMlM5HZfAmyLf8G8MFGHi1KH6cjbuT1GoYkDTSgGaJoGhIfB0I
zDJ8vL5ZW063NsPckq1Shni4Af2Q5KCvyX3ZPMj7hBSumn69bmkrLq0tMbcjym6NQmYsyJh9YSCl
nYvi10lr0OyTbPBk58qfjzRCT2q1hUy4LVV0ESBplQaK9aYZJz3xhia2MWjzvy2MxsfVtW8Zc9ci
W0yDSDqoI5iThCqgxZ7sJWuIndeEE2+3jtBqWWyrJB0UrTNCBf69oEtrhK3TUo7Hvvh1fV1b1yX2
D41EDC6hHMcC8ZZMs7JSCIGMKYHQMopvsiIfQOF9m1bdj2bwB/GDfGgxSoJLJfKIXTbdBcgGYFBB
hwbQwfmuknAgYasIQKqZAPlBUcEFlTfG8NPcrg0Mqy3gcPpxfcE8k8q5SRBthctYwOQoSXd5j1yk
BDljCiaPtj2oee3FUfUXMZ/iN/5dJRNGwNdZ1oOcZUGmp04d65FPCqWyq1ESbBLn+2IcMo7JTfdB
Nkcf6uCyYfuK9QLCWEJBxHLu9WizpyhPtvqfw0VwW6Ltg+EozPiyumST0IJ1W0QbRu3fgNmM+2du
23Lza+HZSeefQJikM6c7r+MUpLh48SWj7GQzhsvE97DGqxOwRnkvh5xbZfs0rOwxxzwTqrgsG9iD
MMVD1IBJvj6ay0lK/EFuPTGU7UI5ZPm3mve+3vxgvw2zY3WW0IggclBQsJYOpYoZRd300Py/v+78
21YALaRXJs4bs51mV4RtMunA3qAeblRHkhNQT+2uG9m6NamMIJ1UwtXJDs6Dvs9IugJGUk0KMpLf
DGrIKYlvrYMC6lBsBe0JGLTPD7EuxyOqLjCRASM/l2+q9QxWvuvL2LQBAiXMFOAXXzSrS60AiXyS
IOPtjgIm/YqZQIyi8a5b2coAQGz5nxXpfCVmNICrRo8Q58lDqSze1IFZrjhqAk9S+XNUkM2l15aY
WKtPeQi28Q4XZRyRg5BrUKYDkGzf9fHkkaQmbqR0xoMogFGxUQv9PpXzh3YcvxmjEdtCtEy7SooS
u1bNyo3npLHFpV/sKRZBq0zMV1OPMGZfYbK+VSLr0KQJ5vuSPN4ZU9cHHaD7oO7EQ2iIWh7Lyvan
MjQKk0e/n8WMgPwfVDSoPwdLmjpQqPGQuScG77L6RA9d7CDGa/F+xYgzsH/n30oJF7zHIsCctdwH
3PloKbNjqgWdA4Gcqpw+y9A/USnqGSgv8hDr6YuUNs6g3yvle5/G7jJWhxZaN+KhMB8AqvdF+TkS
ZEcrvS6/FcBzZsOp/esetlWuVWgSC5JitMqRKp3/7CIFw4QYIxvX65t0LB6SAeheKkAUp644L8Gc
Qu+nAEa8bGLLHmLQKFf9rmlbuzISF4ofxzmRvRAKa5xou/nZVj+MOcWZoqd1qwGyrffQTktrOzm2
ari/vnyeEfrv68RtSi0lV4DZbnMIQrw000dpcqonmwEPk8lAa1O6InZgsmnmBv5CkBtOj6mVOqLI
CXebQWJlgFlD3DbtDBUe5Cy5C+pTuJcsf8mil+s7tfVKkFdW6K9Y7VSVDlXZpnhsT+ahHI7jdASn
Q36bdhyH3LrT13aYNwKRTAvOhEAka7eG4E5AX4MQlAgW+gY/4YHXV7VVuAYeGMQAgB3hALBfp19M
yB408DKkQoq8OKOB+dmpAODpsW3dlEg3eOQPAu/BQIPBRbBYmWW+GVR2pGoZUTAhsWeCxlJFQmvX
y+RIsWG3iuXok2T3UsPD1m9+xZVd5ismY2LmGS1iKOGdCOQTFiZhIE6zPIKM+vrebtrChDUd4kGH
mi2YzC0mTWYNX3IwjnmXQbtMwlR+Puyh1IaCL4/+l27ZxZauzDE3WGpoyaASOKgVvaGvBKKB56rg
3PqbGSAGIUBtCGwntB6YIG+RQtWqCbMJcjjpjlTHx8V0pOUtxMQ1FG3AhLWrC+EFpLklSZ//Zj//
s83eY+XSFMM0wvaY34dzu+/U1gESyK7NDyv5m2rXaqEyk3nEg0Cq2sDMh4BXEJ4lebXrAZt9KLOl
+AtcLjQ6wKVEJ57QaWWuIFWKK1KNKETd1FrjyDUYh8WJ00vZdMaVDeY2WXqwCxaQcgxasbe7znTm
4k0nqTuClh7tvutfatMVV8bov69iJY7DXIFIOw0Ko36VhMQLNeOnaOnudTPbwQvTz+BUAcuAaDKn
We+bqIsJRtJqhdizlt/VoXZTF8ehqg5CttzW5bGGQt07xyz99hcnzaSEb5RCFHCG8+VNvVgaxQKz
Tdi6VWo4Rf0Mjq1ueJrq3FYGiDyhBbhbGh7mbvMqRZcABWa8KzFOdm5YQAKTLlDZgKpCYThGMk0Q
nRPb3fX18awwywslzDkTmVoBX60jGPXshhnC13Urmz4CJAilSYV2AdtJBOqzzyeCi8cAZ23vWZRs
euH04un3v/hQKxuMH6oNphuKCY8UJY1lWpvXnCUXccnNsTNhJul/XBLjjh3qbLreYklKeDTHN8nN
Mt7I6/aKQKSFTjOquzo95quTlfWTFiszTIiQM1F+aSAq655SiFpf/zhbLkAL8cDToadtmIyjzbpq
JOOIuwR6loAqHOZY9a5b2Pr8awuMk8lRqmSy3OK1YPyoWiAewrsGcrDXjWzBulFjATEjauFgdmPf
JEIyCbkw4ron7RGTyFPkmmkGydjEVfEam50pP0nFXhCJX0aPRXlbhoTzE7biLkbc0BwCDSmIcuhO
rz7YDNFCqLzgg6lwcDDYg3+sV71e19wy0d1Fy56vL3lzX1f26L+v7Km51VldAXtCYR4wu+4ofX0S
qpnzbtgapcHongIVdxD9Im1k+pVNlCc5dK9TDHjXLjFO1jjbdXNEUc2RjAFEirFpF3i/KaUrTKAn
f+p52gPbK/39CxgfTVKxhswcfoFZvvRE85fCcsyUx8m7eRJW62T8tMqSbDI6WNE1PzEg+825l3mr
YO5+pV4IYAZ0H8ktpv9xR45CyfHB7TUAkwbaDA1FDsYHB3kQtKzDE9cMlfc40k0nrqXF/RvH+22E
cbwUrAxlSAdzURBKGvloaj+gZchxu+3d+m2EibCZ1pbKuNAcN6n3YQRpxEnacxHnm1Y+UWKgZwQf
An2irc6QOTRpZYrI/Sq9AetHDwq9dgC55SIIhX991zbDA4bqqXAH4Osmc4xqqarnKIWpWNI946sA
ld2p2mtj5Kl/tXcAXMGZqTwfS+mbx5WGstZCe9SiU0bfKey8LThF7637iaK6/jXCHEpF7TRcXsj8
LDnRbWkZoTY3zoavqEUJbjCFh8jd3D+NyhSifEMnBM4/VWKYBHJgIlxbFyQUILvUwQRN7AtSRtzS
UtEyScaCU5nZGlyG2P1vq8wrSI2LeukI2k9LS45yuzi6JO5mCdRWVektg3Uw5sGV39TB8qFi+hPT
IbeGFgV6er9k6VERHihaiTLKXHemTb/FDCz6DcCfSmz9GlCARl4sE2k3qm+ZsSNq5JjomP5vVpjF
a3nbzlpj4UYT8dZDp9R61mdelXzTj4Az+NSmxBgsY2SMSrFAppsFlWy6YH8MRVCvWTMEajkOu71n
/xqCaNm5A4UVhoRmQUg/a+XZoB5Fo7MhMvg30fG/9QCWcm4Gj0gxbQesp7YmV46sva5mbs6lGKbu
zia8FJ7xz7Zh2PzcjNqmAgW+gB0hlH00ZCEIfLRSaFx3JzowiJmPv7i+QCsJvgewFWCUlbm+ihBK
tkKG8x6Lt9OjVGBNf+FuawvM5VWPY9wsIsJWPH6Jl495OPUJr3a95QSYHqGCeRjHQbv3fNtkiFib
ILtGMlqm+7hS95izTrWY4wNbHwfYTMwfI3Gn5A7nVgTBaKM+S7MgaWcbPNReBgQAuhmSUDpCs9hp
yvk4W8FRoyqWdBbX0FS67NU9pmDaV1nCLsP8T5/YZT+HP6MlMRyzGUyntiAtIIfS30Rk4LqgR0LH
ccBVfm40nHLLHMYiC1T1a136uEx3wosWOwmpd9cD0eZ+riwxnqGNJZnKiGRBOIw+nUGNQ5+YA+gr
EPOsZoz2osLzxm2beH5hEg0D+iwJztCMcqUsYxb0DTDTaMxWu7pT8sNiZdCkyibRw+PdS7JU51TR
N2sdoK35zzITEecqnOoS9KLBTGaM+EoREMXzqe8lSAs6QIfFtgwlJ5K+A9nNue+2jgeSE1rDBDEU
BpDPP2mZYzRWrrQMKgfZ61TO80Gds6/JrEecYLy5SMzdWSBagSQxsJDnluYmNqs8QaaqjLVXhUi5
Y2fIKl97bxX9ZqhfitFyW/PndUfaOicrqyyFhDyH5lCoSF0r6RR3N2UtAGn8ZYqOAGpytnLrXlub
Yu6BYpRBhkm7CAUgIy0gbQ05tUmEpuDz9TV9ip2yV8HaEnMVCFiTmFF0FqnsMsm9JgHAaCo+AHDL
QlSojMHPxNxWZ/Qhw/FrX+zS6ViNb0s13I68o0qP4sWPAY4GtAfgV8GT/Py79kZUGFC2xyuK1C70
raai9q+vd8tHoTTynwVmYxO0xkAmAwvgHHX7zPCwsdyHwbZ/Yg4QbULkmhdDTGJoIKdMJuTQsbbL
MZFeiRgmQs4Zhu64DHalTLLd9f2NkPNGtjeddGWaOYQmkZIqXPBSILkvIX5Hk20VBOTxnTPqXGoe
+kEuP9jvhTJ3lWkUGlJ55NWx9Qz8qqNHid+1GbQLZXHXqrtxAqGlJd51qcC57zddBcOW6Jwq0Kq7
AAiHqSFHGoV2RW9m+CuKOAdj8wSu/j4TYuoEqjQZASIO+jc1IXdGudPiygM7NGch24aolCXQnui8
MxdhOmfWlM+ouKty5U35AsE6abeUvgA8/nXf33QNZGBgjKJscSzeQ1NTZJYUfdcVokMbuVDf9pLW
9BpFcwlvBGTzpK2sMY4YK22GBiU2ULBOoQnkB7j09e/XV3Rx0DTsG5YDPDXU8DDaxtztZJpGa1a6
KZDJrWQ3umNYznArFqe4hS6YJ3AKxRcoANYes6gxlPRx1PopqLzBb530rno2bhs3tDtb8kY7tn8W
bnyy9teXSX1tfcr+sYrbDoLcGpWdOA+LRNIA9+jIFMzNTYLSYzlEttl8AzOnEv40c1/t/5SZCRYh
ECdD+wnNeNBdUVdapYSYkcjyvhzBZek2p9p+O/L6ZuzxZQ3QBGplANc02CvQmAhG5VSBy5fwEAsb
e3a2Aub8KpWZi5BomSAFOnko7To9aDIiL9MUO5cNOwWFHk/SjPV4Zk2fzrpa0zQ2SwaBximQGsWx
tFOcOiUQdtd94aKiylphbrA5ykOrVocpIK7kK18Vv3sPtOP8tfNCO3R4TDKfSRvje9hHHeQqaPyj
ys/sY0fUrlAhBBCMTnw/7oYDdJ5s8MfsWl/bqW7iRTftjnhVcIuufA3BHO1QuJX/k7Nq9qL5Z9X/
/gzMOp/7S4pkwax7+EuWHoY5shdFdxrSeuCwgDSZK0a9baCILfLICtlEnrXL7nYukgwUIFOQH+qn
0Qu/9UH9yGPiuOg/sFaYJAzJdIqydDsFZhvkrSv1tjwmaAsN35v+q5Lg2oEQX2W9q5lmz4NpmzJI
PXkl7G33/b3FTJQJAZZstB5Lfbp3eB1JjhtBfeT8+4UVaHJMHX88ArZLwLSBmsmuDsgUlpoKTgs2
WyiUhsVjE3vK9IT7r8UEZGPnliOC8a/fDY1fDeEBavXOsuzMxe+s21biDduxV+Q/H8KiSEUNFR1W
VFTTjGHuLBzhHunL5FbRsbXsrvRCybvu0DxDTIAlemqSegQ3EPFHwT4c+z0Pqvj/ONXvtTAhVpjk
AbLiODKdCzoPnFrJN2zJjd+G3I4fXM3mkflu3cagesEcJPi8oKjHFhZNCTPNIbiJgkQq7SmvbYJs
KR8+ejRUjckeQgqD6jGtfH0v2Qzq86OtzDIhatGjWSti7OUkfrEiSNq8RmoIrCXnFr4gQzq3cyF2
F6NtIhIVdjAkYea7/F4YdvMz6mXUg+NvQ/S9BRWcAk5dGf+ZOLzB9M0rDZjgT7EuShF7fobkWovS
XMf2mokYKIngjfUvlJH8RWgdORl8YXoWwsP1vd2+blZGmQCY92OHsQUYLeXiwRQqR4snJ62OCgR9
tJtocEz5RTXyg4jzGpdevPAG5T+XdXEDIbwDMwr05cVjispDjPIiIfRrRblTOrQIM68LoXvc+Ko4
eL0xH8DFbkeKG2edU5L6JpO+DLHgyHF1yKIbsnw3rFOfh8eCh/a7ADp9+sTqx7EJIUkjAZxkiGto
/GmY0O2s+7DfKZMbQiwYW/IozYc6HDguv3ktGZAyQVBGpsYC3cuiKjCAQc2GkbNEu05x8iI6Af73
tkyaZ5oCp0a4vdCVRcYPlDmWQUUAi9oXYf8EgtnjdJTvG9c6JK8cl9vMDVem2NuQ4p2bCabawpP8
p9DVXW136+n2sstvg5ATibej1socc++VqHikkghzguTOC1Bqrh4Iv4TCrR9KJ95xFrcZrFbWmIsw
Nq0sQWNmClClOyxLv48weqrJtoa2zy6OT60q4Z9eFKAOS6CJIwy3ZIdhwXVE/rQz/um76PDBi/Bf
Id1xHk/0xRCqOpLxU/qdPJw0+alWOG5z6adUPwb0pMD/i3ikM6G5AqOrElXSHHzN/c5DROQlFpcx
8R8ePNQB8V8wg3++hmVulWSuYcCIyieBOO3kR8ViJ6rXABRaqt/kmkdOurkmwDRB8ipaFCN6bjKc
xaFbImUOlK/jZIN3dbaF+/4u5bEvydTxzgMflrQyxHwfWexUMBnAEE43cJPvKOUo+/lFcSVgvA1v
8pJD638Qz4BsbmkT17of37/of/MF0QKiM9ifzczz1WKiQ580gg2WdSdyiKPeCC5vYOjyTGChIImQ
0fHA32NpjwFkbks91+egAHfj0Ltmg1kyt514O7r55VZ2mLOXAROwEFWbg/RJ1O2S7ITCJq9EfOhl
XhlOoR/n4uOtbDEXgyChPt2JxhxMPkhUvc7vXHWX2eMRkMpbe3E0z6L/4xCvtA0n29WIb8fSPhIn
tZEIczNwau/a76HfYPU4bTKQ8kuFid+Dp1Ke+qHeYnbJuR7dto2gnYGEQQWNIWtkGnIlAnUuOgB+
V0PMecFX7NzrRjYCNnWX31aY3BmznE2tC7Cipq+l8TiitOqryIFy5TsAEZZROMqkcVZG/ya7fZjZ
Bz6LVpnQ1D/fPjU250GOYNPI/NT6AbyC0d0CNGoVyh9f7RBLBbk4mgbYRgw0n1uapUJV6raZArBc
kqcwtfOb8I4crfvru7jxqSiJqErPtYzBdiaKdZI5W1mbLUGditiz/q62giXhDWZtpA0oWkFklt4x
MMJeAH3dddO4pEtgVHfVIwlqrKqo90pvJ+LdZNqdMOC78W6FjTodJeIHPTacUAIOnXERAwmjkQGD
HZgnwb4rD50vepWH2qoteB+9r8TOHEger6h1GV/OrdJ/X50xvcCsQq3BaqtqjlzdlKmtTtCAf4ow
UdUl++tfcCM1PzfHeAqKyejBdTC3ZH4Yn1SS2yN5GsZj+Jjlu94QPFXxBHXez/GEmuH7/2ae9aAo
04Wx7Iol6H6YKO3iUbAXDH/fOWQX+d1kJ0jAeR34y2N4tmQWcNo1C7DGZbkEZVKDDvtro7/OX9FG
d8bx1/XlbVtCVV7FCAOQSkwoU1uwokJKCm7Sf0mFZzH8HpNfSvhRiZzzvv0ZwZQE/Cmo02Dw3GtA
sN0nNXj3g7Q3XAz8eVmT2LhwBRQS28FvKqcOc3cQMNQqPNTfh67l9AUkupbz4IZdRdMW7gIdd8Ab
zn/Bki8YJujyJYgPldfF4D7Z12AW9sIv8aN1DJ0v/ZfyIf7IXq9v8WXuRs1aQHYDZQaKI8asXIgd
iCHgv6Cv1HW7l3fS4qsqxg5yzNAf5cfr5jbujXN7TFCQi74riIlYBH0OYfnSvlUO6qcioF8mZooO
qJdwLo3tjcWGQmEb5NRghzrf2NpQisqoqyUAA4CveydylzkQ+3WSg2qH9k8MudkR53bcjEErk0xQ
MHtlaqOxXgLRkW5U1zhqB8PmVSJkectjflthG7XEiDKMOMJK75V3svO02LGz7O8e3wf7W+RKDt7p
Tr6r3MRVnJ/XP+Oms65MMzexMYsYkoIQbtAtjZOoDch3iS0rdzFXtvTyioS/rCzRTViFc7CcdxLo
1xaKYFPlyNWLxdUWtMOfqvxrGT7VMYSxhp0sRk5dSwe8FJy5PXT9+/UF0/N/cTpXP4M+E1Y/g7Sl
2U4WnMgKvyXWezZxzsVmpFv9fTb+LEraQeCYfsuifjTDl1y5kxsXRPy76wvZqOSAqVbEUaD8QCBy
YDa0JFrY5gReM/mxo74s+8mu9+AUdw3/rrSVo+QgEPjlETyY7SvXOt0ndh/X1pl9HKO+HYQU1vWj
5qN74BRO7Ccnsje8xJkc/AAndIirntKTcFBvUGK3ee3DrYiHzjfNIzHNorOKDkUZSlXUYqshzOUJ
d5NvepGvua1XH6BXL7n66HSYa7TAou6Pdlk53GLHVnjAEJkK+Ccg8RdjzGh/zcAXDktQvXS9kz2S
p/JefjMGt7wdX+WbzlGcAS+S8ma86zjR8JPF/OIDrGwzjmZouVmqYr8EIN+15528IwdyPx3CX0PQ
QmfehVCarewi5+1b7bxoeAX1zs/ZTr3n3e3zs2knjuU85vZb5HzbPbX2IbHR47Vbx3sLImfyglty
K/ua0+2+PI83+iMvp9yKO+udo9FidQz7JTfkqsDOgf4+6G6KIOeSrlH/v9gggCMRWcC4hnLyuYm6
LfM5bxfE7ig/aVVcOJ3Smpg7EXOvlhfhVIx9aytlO4CKs/Zyo2oOBelTtIcixb9+WLeiDujN8QLR
JQnNdeZy7sRBggKKvARJ88OI70qedt1l1MEigWQH0MfCw4DNOXLRlEI11sygU5174OSC8pjzYGIb
NoBtpdz2gDvg6DNrSORWzY0xDQPzuXkRvdivHLwS/ckRffkwu7rtxXbuja/Xd24jzFG2XWDgAB/B
iA1LBqSBN69sZRIGfh17y2vR2IfhXX1CSgXVll1tAxf3One2GLpLitLRxHnZbVzOsA9CD8z+UbIX
lVm2UETK2BddGNxYuaMf5RfhNvte/pxs+WB9t06jWz01990u3bd7zVHuxVsew+hlkAGe8xPoS5Ux
L6bPzFgKw1rWwyAqMtcUUAe414R7FMhQ0Bx549OfZcrzU3NujTk1UgfGaMz3huhQg9LmLnmD2KBv
3cm70QMw8BHaLn62013MZdiJ/fSou5F9f/uq26+3klPcj4fJE13ZH3YiQAGLJyPuXPeHy5MEsDBK
Z5Bq+9TVY17aVrxkRpVFYRCXja12h37mXOAbjalzC0xKlIg1mOcnwQrUneBrX9td9Vx7EKB7tZ7J
bfWl3En3Ma+WtpFNnxtlLvOwKMIqmbCs9rG7WXbwdK90QH/h8GAVG6cY5RAQxKuoIoiYSTmPiqDC
jYvJxPtnkhO7b24LT8keVClDpL/+obYOLh0SxqEBfpaqhJ9bCqtu7IxYEoJitsNTfD8clJv8S3Wq
RVs9iIdwH9/Ogfas3kR34a0QNJz0gF0oOorg8RchtGKp4F9hJSWkQh+mplaEQECJLkp+gu/KzqvZ
JgoG2BvOYreMIQlAlQ5rRSmb8ZlQnGW9WtLo1LWH8h63y76IFtssGzdeOGPebDig61qbYjylmwmR
6zyLTkoYHpLJ7G2hEfymRaEuAiFliiqBCHKF6x+TTbVYo0y2N81RTQC5RE/s6c5M3eSkHzJEW7jo
+3VDn1wG6/jzjyVwpYIHAERdLF4fpUilrGMB/pDbQyA7tZ+7qUtuUNLNkbToNoiB7Mov7qz7ds+x
TWPHNdv0K6+SEr3t1bTvYdtSJjDaPunLbhz30Sk5TPWvaIE2evLzusnNfUX6bqk6+jkYmT23OFdy
aLQC9lXqdrLmNpNoi19TkKkY4eN8MBLOmdjeXcyC0VkxnEyFec9W2SjnSwbnWZL8Sz5VbjNgGqKN
UFY7KM9x8UVOnqPQnsybprpL8weICjrtsBvK2MYQ7VB/yEvCca2L6uLnF//9m9ih1lyaiKhb2AML
HIkn4S489qfseR4RJTCJFKS3+W1/qE+JaHMBiFtnCchotOuQINGa6vn2x91Y9nFWRyfNlsgJiiyv
4bf6rt8ZThRMxwUTiGCZCpRnEEceeBKKn2QWrLetjTPfXhoxSmDWMN54eCt60013B3YIp3KyE4h6
YwfJ+XwzeOKXW+F+EOyRN1VB4y9jH+N7CpgvgPqkvArni69UhMd+BBdqVO6K/q6NH6B0Kksz5/vy
zDDXgFKOs9T0MNP+Go6Lw4mGbDoA50GjSzUocFmVUO87XwT4UpISCRICrzl8CxNywLAPp6D3WX5h
N0oBZxzK36jtKzoT3GNwFuCdPcSn9GDuat88Lm5xbE/a/xH2rb1x48Cyv0iA3o+vlDQP22PHj9hO
vgiJnZASRVKiSErUr781Fxe4Z7MHG2CRXawRj0Ykm93V1VWnS9Dmn8tF9QSjf81+mR4H0j10QGlO
J7Qb0KQaLxV6+v8dM/63A4Oeyf9/nvif33mUJQSII4vutn515Xf0AQnskoz/0N/K+atfGmwevcLT
/HO545ZgLrwXX2GH/JeF/V8Ozz8e449XX2KUKehjvJax6wgULEmVPKZBw+1Nwo9D9pdP+1f/FisN
NXDQoDBlmWco+//5rbVgBZSBt/5ylZKueR29GUm8JztDf5rsAqThqU0fthaAw29/GzZsJuoWIqWn
v7z+63L/sR3wIIB3U6QXEDD7IwNdi9EnLF/7S7U9Q09IJvcrHGKgC0LYiT8A/LxkfysB/jX7ev3y
SKEyFGAo8YD5/PPLRxvspbfK9xex3BWHeVOkOOjiZkgP/SM8ipPqkM5N3r2M/SeMAQgr71APqfIv
a/AvcP3Px7iexv9xQQaj4CvN9/6S0B9rtNQT+KLd8iC+dALd+1s7vcRTM8k2T20dZG///eL/l7sS
pnlXDjUMUdBj+yNebppRhOpiuPD8rYRgVZfVWQR9p++qGEgfda2EZsp/f+T/vQD+sdbgJSC0QHg7
BngJ77t/fmEYjswT7I22iyAKAMlS5/VC8jpu3Ze83t/xv7///PLNNxwbcidv8EJqGDHATybwGDCh
TH4FtSNve73XIBSfLKkaSJSTugmR3N/SZgJQNgAa+1s98SfYilIZozJXkgGAKUxB/PHc+wRhewsK
7MVNLz3ktiYNptlfDsK/Qu/1M5DhQ18D8/pw/vjnuxkZc7RTbrvYAgYmiwRz+G8oEYa78Uv+XABg
e5DhhaArvscfH2JNsI4VY/7i6++XW9ec6nfd7B+2pSegnnH9cyNvPfku8Abf05Y8HGRzzM/g9dYP
Lw8ViQg5f385f2BMsHlzRLfPj48JaW7uXP3ttyA36wGe2+QLoCEUsGN9upJq7qMj/lM3v13947dt
OcnIWK/17/whJfEBOv3k0x0y/N1aH55LstUl4eeR3ANkyx4A0R/vkuPb2nyT5OvdSFpb//ee/Ncx
wGv/n2/kjxSu1CGYqJ7ijRz35SULmvBjg+LoEsJJ4FzJ9r8/7f/KLvzHAvzZlwycWm1a4ONuL98v
Yd1w8qrI+fL5/Xx8ujSXh7Nu8c9de3Pz43j3Sx/fT385g+l1if/rCf64fgUmv6ChhSfIv5tG3+X1
+fvD4dfh8KVtWsR88tw6cszJkbSn9v6ufj3dtYR8ITfk+KMp679tyevJ+a+n+ePyxdB9SosdTwNz
mfa9qJe/fN1/p+j/XN8/R3kdy/uhWvEBRp8Z+Aq45H7bX8FHblsliMSmP+/tcps+jP1jMJGwke8p
/Vug/9u3vB7L/xHol7LsIzHjIdT0JQQ5F1znmEOxGc4i8Kh/YZ9Bdws3ZbIEtxTcH7SOuST2b3ZJ
6d8e448UVbquozLFYxxeJQ715f1BkbC+5eRS4YS/EBy+Gnvg/XB4Mrj/747tl5vj3fNbUte3Xx9x
Aj//tvz/vokh8RCm13YDgGXIh/yx/p1zlZ8gV3oRMfgx52X5uijZzN97+RbhkliGRoR3tG+kv6zw
zlnAtl+IAWy2NBUkxP9yOq/3/h+7sYriGF11MA9hxv7H2SiCYlizYB8v7wFxTWPO9BbSP/fjw9bI
kmSnATcTXCeP+lSe8YLMESL0HYJlo9EqnQ+/h4v5Kv9G+/9f3lGMqgJ5Gma1rxKvf7wj4BFyiSRb
Lr2ENAdTM73gMuJNN3XhsYo708YZnY+R30xr9G4+UhlXZ1kpcc+LcWxGL9lBlnHfysqL47qo4BIW
OW33PvzbtMi/b0o8awrvOLg3pUCr/tjpWwx3ZxUPy2VS3yyMlZx4Hra/OUP8O4RdPwQrBRE+QETJ
H+nbXFRsdhU+BBbgEX+pdgjX1+iT539TvPh/E47/3BLoL2BPwDQT/Afs1n8e3U3FCn4HwfaCrIal
cBtPs53Yro8fU0ujHzR1w8fOtjGsYS7hLrCfN7+8L3P4yYq0Y2T1Qt7ptQyLBnYM0Xct5+jeQ+v1
txp5nkFOea1QGiebPYwT0vG1Ut3DDqjvVct1ooSvGY+JgwmMxJ+Bo6cETZXjGsR0O0Z2ly/MJkNW
DznbEgJXMhBtspDD92bHXiLdpoLoPGZufJvdWspmTPTGyLCm5nPehvJVq5kl50kGia0j4/oBcsDj
/hpCHHjhdTEL5ScYgi0bDB5kH4XDb5YUHcWMX9lVhQPFdFn3g0ozqc69rYQ/wAhvjQfCrB1+egvV
pponiTbNkLkdmUTvYRmSU7NDbNvzpNfAQXgKXY+c5XMzLv2Q3aeqVOK8VBIDcdHUT5x0ibVrk2fj
3tV+H8C+5G5JwtYlyHbqZIb53jHec9uf8Cig3wRUmU9DsXvAUk7VWKO7G4FmH4ISVxb4xcQNuXlT
ZbfhUGemz2/TNdgvUiwRO7NIbk/zyLUgVmUT/MJz4xo3RcvjJkL6Bl9G81OnIg5rtersEg+8MmAx
7eXzXMTVfBzCUAVk9KlZm8i7rIGzoeM1nZZhOW5TySk8k1f9a4ugWdBkhdJjAyOgGRdU4ofh4PuE
d6j9wuw8GRH/mrOqC45w8grQf5YBb3tVbvtBFtfl3hJbZKQchWH1YgNDjzD5ES9dEWIeyZrMwOuV
h/mxkDqCdXNfLDtgW76mtakgUdNeRY8v41IhmK2aTw9SsvEZf0uNhKZ90h+EnjpDdj/qR9X10XC7
s1Tji03MHPt16q7W4mHsT8Vcmdt1C31Ub5i3+cVz1QfnRHUC0Ko28XJQGD8ZiFdh9jkoXShiVjVW
bRxAwJnoLUwedbJ2Q81c1m0nq21hiZ6XMGqqlLMPJUr7USUOU0lDsJiZ2GzDTI2SpXkNlsgNZMt3
LBqlxoY1zWPdA3zbYZkHmwEL7jzUjABXp1x/5Rz+02RG/883gVh6yBNXOXVkdYAJ4XIV+dp71xuY
F4bsd4ZZSVqH2mfHaWBRVCdBofCRIdhQZY8lOagIYw+N7SFeRpI9sv5m7bUNLgUGZMvLEmB4rY1k
rwBjZHsa12jHQMtv1dXL1oX544rX+GhDUx1HrJKvJSxtPx31y0DiHjh5HYU7GnK9MsnrnvbDVxEw
YItZzjoSbxUALetgA0RUh30GSzSbv4ViLbCiUTH/woCERKGkk/2GDj3Ov8EVyEliMLgECr9Zxnrv
lDIEGFYF24BlVBgc2lb+GllueA3AWv/cJKQ6o0D4nlCRsVtZsGpup9LRqr4OrJ3WQQ74QMzk0Lrq
u7DWA0PssuUEUbA5kfoUDRYu7EU3dHuzdzBzDmd9veah6nXxQwQEgnMxf52mTNg7V8Yj3hbvA8S1
Khafo1lnyABZiwft93wsa5OJCJLfUx/TOlVh5UHZLLsX0DtmdEU6TBBAqTBDwQYD+Owz0926NHJl
Fb50nkO4aO109LXADKNvgEPkP3VhkPzti+J7DdF7/iJ7sf2Y1pkzjOgOxXQS7LqocENHY7KAtjkR
q2bJdZMhKlSx0TdBh1EUwmWOqGXiEcLve7GHCfzqNP9pt6kqMP3VhVmbRDOFI2meLjch9x0aOCgK
V7KGCY/qNPVYCLdWa95G8C7JGvBJVxTL6W6mOuxE8p5HRqW1hu28I5X2YdVKyKZo0mNq/tEOEonm
wKk9y5wNr0zMRXAsrBRvlUwCfS6rRR33cLPTUWSzgu5Ytwf8MCpRlRfGKphjwO2exk2wiNgSdGPW
283S4QoSYZ6L6DEfL8s+q/wIf27zXE08uAcuzMfnNQ6giRmEVkWgC6bJEeNTFLN2CP3v6EpDZDGJ
dvNzsUVlWuAE/Y8N3NRnyCAuCYldmT1aW5i5LmWhX6DCj9ZIMm1ZVmO0OMEQUyFCdyyROe7tWFnA
yj3drDinabdkWAk6yWPQj7kjA53Vi+bovp+i3Ab5ccl897BFuG7qnDt86SAVxc9tkTN/2LPZmVqM
GDR4DjONlkWadPN02ZapvEz5NICOPxeKNYkaY16v5WxsE68Z9beBWRlrWBjBjXzxiZStpKZCR73D
09cR9udU56Ax4TUOw9h9sVtXvCDdWCMyImDst4LNHp+n09JjANzQqY5iQMk1S/TyDWzo4kn1K/uG
wm0dcEtHCaxyq37Td8vazfbERbA9cjA1h8Pch0iExgyuk2TbfdCGoTX8MF0/rNGsjHHGIbNwjqmZ
1jqJh7B6xbzIHsBPKXa0yaS2jpSB2b9TGGZtBBIsriBhsKY/EjcFSS0hAXBhDqppByYB5kK9I+y2
czbrytXoEfY90nTr6TOw+Io3wi5sreF7EoI0s6l8vKGe0+LR9RV20QRrLFO7KYTaEb1StGEPrTIw
ncKCSYzsYXPXXbVMryXNw6nmyxaAJw2F7uGYmgl+qCHV9PeW8W1qxZAVD2AVXeGTpFghTbYGoyFL
vs44oD0oY00HRFQ3wapie7UfCkJT0wSfcrQUcvUkDpDXbFozc4O1CB+CfPDd7RJZwU6ZxU+PW1e5
/OgiZV6KvpRD7bppCQ9zLvh8C6f44Dbo6PQph2x88pnzW2PYCG5BTifbtxU1awloUaXLudrTVNyp
wF8lEqiENAS0AIB/qiR20YFukXscU+Pos0pgP/VQTgujL5kx8VdhVFmRBQ205TY3sXe4zT309DBq
N4f9qzQbPFvXtEOvCekHwo3ZoGPdpAFS1dqb3YDdYSb7BnOi8PfuxknWHuMv6wlU2J4SZO9VdOjM
PCLhQyIKOo9IHEOprHJ3sDzq4W4cyqpVxVxOmD82a3aicTzTp11WMWtgZy9RsHEbjc/d1kUUFhTd
8BXzJmptaNiN6V3hin1o9sVO9LgzrUADTfErz6hqUAlHG3fyR0Crgj53OEOCBAG4Yc1qyzVEmsWR
RCFbKIvVPyuuXHwv8VSqccWWvBnsju9xl0fTodvxx8oMFY+qR51JKnB635Mo2BgUZWP1tMDy5CMz
IZRGoq4UjwLtwxvlShQsrh/5M+2yYT5rK8KnZCvRCb5eusgtx7j8BKrAvqPb5f0TBORKepCCzkgf
oOLKDiGT+1QzC/fjOpsUHepeXj3LFDKGS0XD7SMdXVmStV/mquGm78C4yzXWUOMSS8gaIBSAjULF
J+siTJfDqEb/FqPqvs6Fi5Z2Rmgc66TPSkOSEkN7aDlpCo1yUSSMuF2g1+ulEwcEsnCp+6Gg9wMo
R0hcwjn+gjskHwkvvfymPNIcsPocKgvfrzhHG993TwTFWyYldCgrFCGj878iUwyPEe92TPwZ8VEh
qnXtvDgExn6YoWmCVKN6i2WWIwkIcmkxX5D4C0ySGQqYMNlFGw+4DSbDqke7FeIVwqfdkcsYbZ2g
yo4c5itvNODizgXSPYY67Lp6TLsobROno+8VCwHfMDsPWA5Tpk04ZCk/lQmDa1+ibA4jGhrOpmWz
3eRNbCGu2/YZ1MXJFu6QIUGzP02bJTV6vccrQhLelxrY+ljpAC2neQpuaIbquM02Pr92sQUSzkrk
+mQfoyojAdswVLeYuNxas/GqgPqdYqjxIOqPGbisS/smsyqEnRtPd4n8fUe3CKg6RrnGgk2sDoai
mn/5FdqaJFkos8iRejEc3VAtBmEL188FNZjSRz1k4pxR3fNTErg0buJQT8tjAYKmwMHEnTUeUxq4
ocHQN+ReijEZaxlaqL64FHhKSK+ZRpyMyNHCDUKxdaFRTRMVlVtPcHfm71bK7C0xUPIiU7rGMwnK
YQZJxrj1PrC6gqB1znmGRgD4diD9u03XXlGYByk67W2GSA3VNo2uO8lZJoHBr/NCSR4n9pZmGLsW
mcC3qtJV3cW2FxUyq6i8mXu7gS6Zg21Lrh6SO+FhtaHj2BfvNO5hm7ZIb8G+3byI6iyV1cOWqHQi
40xzdKdsxnOSLoLzuhz7eENOZP1HR4sxhG59NQ4NM7mDKaya5KPiPPgMSwt/o7xywjfO6FHWNi8l
jHCwnxRS1Z49Y4wwfVzG1ZRtuuhiIXNAN0q0iItLwCqoR/kU3RJ45wRoksymRya6gsv+W6N/AzGI
1KW3M36216GDhj8GzVC7i4SLXy5e+X3EGYX/46RxJIdcwpF2RNZE67HnSdFQzD9gkALGoRXJUue/
hCEbNKyDEGgQUebiBTuPPbsVynIEP6NBAwdcBX6gjPXDBjMi3Y47xpKbTeEF4Heo9YugaTi0dOYw
adKuhGTrHvOxDvNJrnW+Wnlvc3QYaDRkK34pEljUspvLCHNryAgycPMGVcDhqYCyJcCmHulwqHio
jgIdxZiwKZw9iXEaetKlEV6WiCf+axA6Cg9pRhEGmSsrDznonX14u+xPpl9T3yQdcA78lWG4xZvV
FNlgru5FhsoVb70Inn08pj8ilaiwDfWQY9gygpFQE4N4AKcTR/dXROtNNJwO3Jy6gnk4/aKy+1aO
XRq265CLB9HvW95Wwci+eVSrwIZsZjIyT0iHyMjG8gHTuRKyBKNH1I110FdPa2YTdUx7zsYG8zCh
bVfYg7UpBCbdSaCdCnq9VmNEYH1Dv0Vp6uQNigkVISW0AC/7MkC5CnblHqMOG2fVFj6iUUuTnJ+m
dfBFu64j+5hHJ74ogNLsFM88mU+zWObpearoiMvahouqVyfBJBlnIeiLiqTuDyXbTdqUigt3NpHQ
7xtXJW7GJateqYCWb329QguS7uGEMjicULJQkU6Qlh63mR8hRGiSQ8SQ75b9Fo21gnLMjssD1pH1
EsApERZliNybDJcHHcPZph15EOPcC9yxpFNBzO6UjrS9zbRFwYg5QTRJwJKFim4AFP+E2WO2Qywl
stdICWuEZmIpHCeZEclEcmxB4O0bXK4beFlNrlnYlpa17lEHNACIX/HrtiMmbgA7MZrZt71UaqvN
rBWKsQD9ygcRhAtgGANMilQbRjxukizaemRURpdNBIMNDHZhJ8R1BNngiCwcwwmkKIZFEYryeUaE
WmJ5mw+wx23gjjveJ5WoJoLiCNFuD2Wa1GtC06FOCgrSO1+oKtpO7RxCK0JC37TvvI0Q+vqkhREJ
35/lqpBLyutkC/FJF8wQL8vRSADMju59ifLkV7ir4Ns+ZyY65MiuDS5Nniakw17HFHhuTfUwMVp1
QPx58TBpCn3IXm+RRHbJ8TVUwiBLojSNy9OYZOJ7Fc37axzEHmMfLth+x2KH0xAQvIg3aQpFv7Lz
3VM1B9jxa8xx/xXwa6PEglbwFgylQ32RcWBgFXCrGSdZ+sNUIkSTCio4iHo7hi3hHowrvs7HFK6S
Fipf3dH6sRhJEPeIsZZjRdtxCAY06n1hl3odtrCEcTREQGq25eZbsshNtWygOiUor4H2sNXuP8rV
Jp/SJzngG5nFz272C9TJFuRGdSFTHGa48KqE+Fxx3KFVIj4czytZ59cMHwihFgjgC02unAxlZW1M
hJGAEV7BJFx7FE+dgBoy6i5XYMwn5uqhW325tzCkmWgzDiJJHqKt20zNEQ5+jROvQuLSUF2Ulgnw
wV4tb3GUjclRhru5lOWs+gbipZjL7tkSykvFec5OeeGW6BD7NYkPQ+DQFGZcSByyqEvcAQ2fFYIk
2VUAjsc6pE3gomQ4OcT2L1U2jEEDeXEATICSir6e90z1D5kPhv52TQZJyRJFkFHRq5piwn3Zp7Wf
rflImImmJptCAaX9GKzQeopEX8ITN41/Quy1wNrsfHZ1j2wnbveELrp2Ol7fSle4e+EVzOHCeFK2
jumsvwc2qJC9LjazjZNjhgQAjpy43aIpf1+zKw65gQ55VlWg1vOkQjbXk48S1QbSZqcKaI5vBGYD
4P5LRXQqLAqQtqpG0R+lF6Ik6P/AHGWlQXk/m6CyZGbIqhRxG0JDU2AsB0OiHhd24IHPWKrHp1nw
EbjxqvLiOJiEVfWAxKokzpebBuYPjcoDw/wTNECHtOzqSNAQCLNAe/VQzRrw8Iy6jDUjrTDWNmcB
b8DoFMD0NEtvl3Qu9InSa2kx8w1HrMMVAcY7AE2Q5gqhTR3NG7zOrYy37wN2mardOHIkvVMJ36up
YlOzuni4CWwuAjBmggQgDF4iv1k4bkCkWel0qxwHlLMBLL2Hlf2q6wpV20nDvHNpuNpgr+65UHeG
wdEe/AsLVgGUJKDRs6v+o2QlYiD14StAHe4hy+4TJEwSk59IZWY1kAozl6aOO2RtQIpM+Tvqq1yT
QLklPMZTgat18OD7N1DyCOUJiYhQ8CbjOE9YLmQFPmXFsfAwlnm3ie5+ICODqQwbtp4JMs1TvJzU
FvU9gN1QBDdDJOf1sDv8C0bPMRpxZWLnGBI/wKauojclYCFvfdGA4l/qQwbTxGc+R/xmpWOOWeMp
nbMRiDSiF3Ubnx6D0dEoJOse9jEphwoGPRsHi3reNu/Rt7Ld7bADVamBryQZCUfldohBQkW4KQAR
v/t+Q4ak1LA+0Vx07xnbs4+5G3b5ziXSzC8LrpDsJcal7c97xyP2BU+5waYxXDJcbRCri2/DrIu7
76vSOxZMztNdNK3C1bIa4ZyO8+WgcJYUM28o5EK+aUxPYTOksnyZ1xIzA13oBJKTcOvks5/4irAm
xAKMNV48Ldd6NEpAQaFccuDwXVim6mFNt0WdaWxUBLUrGDTI59EHEdZicnn/wIdhCJoMaS5WWqv+
aRxVDyoWqiX3OcrBlADI0TFAmQ+mh8jvdCKzDVPWeygOXccCeIgsEPxTwIQzam+gb1rECNiSBU2A
bHW9gUZI9BXouLnMBQq4I0cWwVqq3ZBd/L7qn3SEoR2mwmVq7pMRFpJNwrwAgo1qEaV3pUq06vGb
xFlw5+aTybdtbOxSbO7GoWWFMH0VmUDmFtmLWLSfXhefjz2QB5VjhhcIPMY/lyk9jXCiEifjFEjK
JCs30x3B7uVROw9dCTE/KCawm4nvWC7rgvAbct18IEPJQ8h9lCJDUyhK9uszpViudQqhsyLUisez
Ii9uAdgtS4vMNHNNKW2+kDSC4vYpiAF51Ny4fHrSqJHGti8RR5uEQhj0kA0R7Y4YEkm+pgWyFLy2
sg+a3oz+O4PgJ3JIO3Wda3cQycwxWt04nE21pPJ2i0qbN2wohqHJuRH927ojJJ6HDulNB4zPRywi
uCZM9isJ8xDUuj3Kz4amJieVSspvGPWN3gWcl/1nb2jRfQCp24pHXK8JihAvr/RELZAksWi+2VOl
CjSw+hFZrARSg9SeBaclTRWALs3UXTR0gLbQFQBj0W8Ax3Ra7SdEKh3CjUAq/1s7tYvbIGNiPbCp
kA9LH83gxgV7gixNLztkBZmOx7qfJ7k/ceQhr8GABK/2eT6+oJOOVk4NY2Uf3FR95cq3aYwhhzTv
yCV2qGONZ79jeeqpDMXU0CVUxTEXq8oeqjXqISgy8eVn1Cc5aLl+HTmZ4NWTn0o7modiXYac+MVE
bT6k+6WLexm3U4eUr00U3LY2Feqc0K4CRzKFYd9nzHhYXJyabQgsCkAYktQcRn8IOAu7SRKn9VOm
4u1qjyxCTFkOHMku5SIFJL2VAginKRlKkRijFU6K/RzP5fDC0DcDaT7IwQG1bjRPs1X+ySG77s/g
NQBekLgbczJNChUR68L4FS+z/IIKY7twA3lZV2GxiEqZOxb93pWkyMXybc8qkxCRjUi52JwnFLug
mMHUn3oDgHTV+WMEHFMAL8gLjH7Mc7kRgABekWjNgxcOyD0goHJ2CPeyw12wAvWHsPLkC+i9hn2q
8TQKIykF7micojn2bYFo/bL6Sf7QgO++DM4gD4OFFNwk9z079yOwp3byqPTqiBs8U5+Oem5E6sLf
UkSJIek0R+8jC9QPGvPAkslt4ilFgpU2FkX31i6x1o8rJEg6Aj3V/c2OEqnaVMqs3Zmft1pdE0z0
L3L+yvIdRbnIGVo9cH7uXvm4ZKA7XIF6g8K73cB86JHLzsPasM31a+P4mFc4D6l+rtCIBkZlIOZe
LwBSZL2wqXr3DPTK84jk/37HJOEz7R16eF00B1CcXp1/GAMNCDryzP2gXYF0n/Uj2BsRkLObRQ48
P6yRHM7dssLRBlNSO4QqAGViHVHIY48GaXVCCyhDQjPATNkDA3jF5ZB8gOyDzlCJljh6bN2evgQD
bndUTHZ6TfAiRxIK3Okk0CLwgNz7+Edul/J+GecJHYxonnkdlMYhiCWxfjVV2D1GKUQYSrNXL77s
eIjWjvMBiXoNoH+0IxC7rY/0I2bbsqFFdERWIijN3my8sv44Fxs7Mti890SjD3W3wVULn899f5Ns
lUF3RkGAWdc5MsDzVqVCQfGyMp+0QA+EAPwUX3MaSQBhAA2foAch1xb8/6WqufIhtO0itiR1NiKJ
Rg3hOqw088lNAd23gcxb7z7grIRhSlzKAGqjbJ3XE3JIlwKkRz+7xsi8QNNsSrfhMC1d+GXu5rAg
UOjGapZqw/raNFzNUU8KEIXpMRi0rbFALxmmRl+564bf61TNsqbSFOgiDSZ/kYFUCXTaEvWKlv8u
SbWiBq7lMpbqiG8d31OWwodjWfvqCCs37DCEW0w/i75/0vMOf5uZG2yqtPcogcUM6Tcccq9O0zyM
aG34jj+zedlFE7Fqk21moRRVh4kvP/YhwfSZhSr9E1gC/IvAYz5Ymq3YEcu1q4Gi2LyrwKg7AAP0
0ztYANcLsrYfZk72i+AxIJzS5zciug6wOFNlzwljGcY25Jj/ltseV60bbC6ftwStNuxBP52twbbS
YRq/oba4QuauANHMUaluZ8vGBYBbvCAfCuMzG31XtEuSedDRcs5+VONmHvkEXIEYVMv+AHxy62BF
lGw/glRKefBWT++gSiDrKWnW5w3SyiADPcAuN2sM7yA0f6mbAUP283zmwq/TYUDK+1zAn3r+Bt6p
DTAxlsEr75gEINLWogjmQ7BRPd/apUKnOU/8dZcNs9tP+Rqz9IR+RczQLg+FONvJeXnY8i1JjswE
e3waxkq8DThqKZBanSU/gcWa6CsmaxP9Dbkl/T8cndlypLgShp+ICHbQbVGr991t3xDd7h52AQIk
wdOfr87dzPREu1yIVOa/JRILQ5QP/HdQHn2n7r2Mwu19AcDL+DTbqXIPbW9mvkBlY4cxih8NmJ+g
MGMxBfEN6KDn6MlFF0A7WOUsiIs2Otm9DyP8FUuo8X1OjXIPsm1CJBPQ++jJmT6qM3NZbrLUmlwc
t20mnilkz0x8ErXXjpjM1hGQIjH9v1RAQIG81fNHwlCWctpjvkiNerHJeCHmnzZNuw6F+IanSSzG
8W5Gent1DLoFEHzX1aN8lwUkzU/KHye3Q+U6VaaGQHBxoiBYoCOKLthv7IF3qt0K9ZHs1cZfeEdN
C8XtkE/1Oyt+RvCxJU+eIhYo/rewEjw/zKk3eLtirZLvVHokAPTu4sIGw8Qf46h2zLkuMYugiWYg
RdHkkoO8TqFuoEznHsggLRtnOkTGUmStAzx5xKMcTweOHagAXHWImG5bJa567fCiytXpngL21lWP
U9SDjcagJyghQiQ2N/StISlhbBIgtbUKkRHlXLld1kZhJbNA+Sud65hGr64nNg1pvDJKRtPYwNt3
yWgY9kQJlBa4TXtEBoNVfg3RHcF6JhKqbkm998b3rjxHS9DOxa4mT3YsZIk96raI5qwtBcPPQkef
7pwEiNQION4MOD79w3tsEY0Mywwjaeep2JPika7vfqO48dPOzM4B/dRQ3yiWwXMwtxJaTCOjiA86
ZmrNKKjJglWqWIM94ekVX9Bas8yp6fzAPhZm8mB4FfzcdnBYPrkdlqFbyyeriphoowkG6ikKUP+V
1FOdLE8GNM3sZdRv5U0/6K55VLFbuicdtr65CGWA67uJFUhP6Kpsea7iViSMm1bep1NfzDThjtD1
OwBew0Ywd1D9S6DWyl1hfMKhevPyqBGXtE8gXZbWiSK+YWDmz4INfeNJeh0Yvdhc8xYwnsW70lPr
NYG3nNq9Xdm5eBJ5n4Df1Q4W9N4Z7F8EY8BhblCz4AOtX+WcQCuD/tg0Wzod8xWytQ9X80cHzrIc
PSeX/V726WozZ1N5mZmwR6W38rkgWJjunrpSL8VZk+LK/SRNbm9R381dhlAPvKiMNHCECwQFctkZ
KbIlSOI0o/8wmJE6H7NcN28gsumshuGl6EqQei5asx28JsI8MVbiKixyTbyemjGdv5hyiufEFvAh
flJNfjahYxhBPsjgOsyN1PcKnn87ds5YFCQp0Fj8qnUyY9OrhjQ/8pBRw8kW9nfX4dOY94MZeoGq
gu1oQB8yH+9EXVbNLkwDUx8q1liyrHIOLMoyNfb2V4tekRWWyp/0x8Zv2T9POfK8wxJ1QfmiF9jz
X0XqNCFKtJwU78jrW3pu23b6UeEduB+drpo/PX9jOWaPNo+3TXP5ZvlYkSBbeBN5tkNBQKnY5etQ
V69dB0OT5SEeA2BgyF1ArXLL71fZh9BFScLqDXiMWF4QTNrwRk5obQ8A1pU9DovAEKrZLOYd6VDT
+ACII6/riJotv6xVoR4dSKz+vOJpqV8X9jMlH246lP6N5Oop/y4ySedbb8W7vKsTN7Ln1TTxndcn
c3kqctttmSxXVtxNMUKUe1Y8YdRGWklg1bJtoHOlk27M25AK1bvjJsHE2oakFw+zcNLlKxyCmtMV
Fsa/2ehzSH3NQ6UyxS/b7bfZ1NCRCEYWwqFaj1uryZP0joilRJwWC794bttZNGClMd1cNk+8PyeY
4GnZBZ0fekeyLOv1uuwiF5yyOUGQEU1heSNTw6k0iKzsaezdWP7zRner0GsFCN3mQYgOTmzqrfOe
hk0XHerFyesTKg3b7J1Ie8MjVbl9GjqPa7D3ksE8tfx64szmqTb/kItj9YtLyDsfnesqv29MTntr
O138eA7m7DuvSajMMRi1cwt7yK6CFryXpIah9Oq/xsY+mx+mPlCHwvYh7Ck4fH6pK4ABFBubhZGi
cNv2sFnTekeX2jy/OVA685W2ge+j30zRJAJS5+VlKfziByTCSGeH6CZY91KtebzTcHjtZYEJgE1m
a4x/dKRwzDFyI3LYV79Oi5vY6Wf/FG3e9pbIvNrOzlr75Ulr+O/dpML8p4kL5DkL1vMWloRru9+B
xQDsInlh2GA+XvBaJc6w7GHGkeQ7eo65PgSXNeI05V+lJFMyn51+cdQtrzlChnTrwuaPbJnHdqs/
etHBCO3H+1AvETCR5w8x2WlW1rdxn+hbMdaMgOvskM00h1toL9rWHuB1FzrVkfWZCEaCqA/DzJ8i
ZL/cklyr7rAyFrAoXP+MDSzsqUeAbHcdTY/auTqdnX0nJcnXS+4jwKsAfaAxEGhhsxFQn4dajnH9
1fSz+y3DUY9gDgodHroLoXbKJMkXDHGYnKK0916Zjwg6Wsc6pPTV01g9QJp05mQlVM+llsH1XZ5d
y7tfdzaGtoot17QK4zEbG6WiW2dz3ZnBDRv4jVM4PodgiwC3/aipt90QXucrtfgB+xAL6aUXiQtg
PTtbX0PJdgUNmcPi3msHMTGL4sGOxF7myCYYA9uUTKJlK8JdNUzTf13vb/8VcV3Hhw5u5XnrY9Aa
sUgXL3CebB9UDuxGI3PocyAgQ08sPbfvxilx+YteTi8A+sOjSMcqZwSa1teKVA9zqkaptmPLcL+h
JhyDf5LTFO2AeehsKi9YQyjTLYZcjI2Hukik83+RM63huYgXj1+e4I8GdGitCO9IIuc3JMpcobob
4pdphWnLFlGrLsvljKJMFa6+JyhDE8FCh+KdvVUIAgvndR13jZ3LT7cS/hfT2fCgO4Teu8UIt8k0
kmPvrKDd/jp+WA+ox+NOZe4aNcUe3nXCWJjU4z1JxwXuqrJG5LNCHLwnCAH7c7KiEfqjgLsXpIEJ
xxYReVfdAFOEI/GXnXZ3i+1TVGUFZ/6AZsywXdL1OXCNGl3QhSm2/xLdbiPGuGlwjnOhUVXYcvK2
E0oy907z9jR7KSJDC8uzgHlia5I6qqnyT6SACqQBMu38gwzA1vYLkl3umTBYq3Pu9qoHfmhmeZJ9
RQAgryv26iS+rklt0tK9bEHqcG8mQavJbEijW9cV6BTVwDYS7gIuLRQGtiyO8VKnfqZ9mg5esEkO
h9n1kSPaGAKXEeuqH4z9xeJP69EtwSoYb2V9R84Bz/XKwENv5Noz69H1Q4lcXALF0UGQiFUTh6GA
ls2B1rg+O0J4wz0UungT8P/tIQkXB7H81MVRtjjtFlxq5Kj2BuaAt8HZkFUfusrQC5hglOhYa2Ch
LK6KsaOJT+x7GjMfZaCcXnEycQuH30xCVQcVd6GXuZt2Yfm6ZXxRtUujESWp/DJxNCCpXXUen/0l
5TMrOz0Ec5P+i/raeUWSkzzpXKE1GCbUfjd8GPAvW/ttmw2x0UjOx5RAJ8aA9WdOxkj+smpwh10i
V3/aNXFdRE+QFUFJml7ndD40SxF6/qWFo+PYQS57SPHRGh+UO0Xbe5kC3+5AoCpyqeeAqNMmHJb2
OMVb9ODxdETWR6oa765amt9A4l2bddtYTVkg++IlrxUdfcfJuoEo4ewHETPlUVbT9FqyqYfVLytk
4mmeCwe0c3LzX9T7LT3Sgm75vssHoDk18YZnySYb914mwXoOtqlAa7vOkla7moGX+c0b51eSbIrJ
s6lwzmgThPn3DBN0vm6SiBBqcITXU+R2E0J/1dhXxwnnNdMpkMe3nAPFvDKMpPARZut4RPBTiYEy
mvW5Y8U0Gq9YsYQiGTCXHAPPV/amo8S9wcOkPypC3Xhp02n5Zs2lKPdjFPJ2+eiLzblSSYdPOplW
/dyzq4j9UuU6lZ9JaEpz5LuVlME5cD70NCbxoS6ow9nYzpG9MX2RqwRtRxjcGSwdGjGWCvA5VlEi
dqAImz4mTS7io66a/grLNOI7Gbz0j1x8O6AClsGb06npVziypJXFf81aH2ScL2vGRtP0eRqamvuW
SqOObVx7Di72gqApBBwD9KxMmyB/QJBZTftZp+SV0XZE4ytsSkzQXk8jmiUmJlfeHQYQ7Xnt3O8l
1OVTPZUBO7SCFaixbRnXHnyxDWo/FJVFDWOckYhxOaf+/mr3GEEwrPrwjfTHDH1I/mbYjsWO97Kq
Cq4ECtmBybi77ZI55VILC1Bo+ipcGMDJ7ad0h/kv/XNjWTmrwGwSo5f04Ci/Ly8VT+HfHA1N8x26
eELApKg8e70Y0IpAKa5QMTib3U9RUc6HuJyK5jcPsESazYS67C0+eCJwuY27fRyEze+B6/HRNa79
RoPbRFm6ReiXRk9HU7ZNbvyb7d1jdJypnBWDYTw6715ztcpBPXNLyz4X658AD8NjM6A1+6NUbZ3L
hCra3aPXq8bbmnDB7XUroDKzKq5BFWB5wYMPOGk6Nn8CZU1/aYNC9zinsfVvGmvl8Oh4SlHX7GaC
nQ4M/EikVOChdPDyJrid12jK9wgEl5iQnFmHL9FgQ7I9aorAeeNeYANHYSq0eIOvy5PaJtMcy3Aa
23M0sU7xRnNFOxcwYghQrx/h4WMvnL09t2PpHgs/gh8vGMbAPNJifqkmwbTuRuH4YcohXndDnML4
emimXmMxV96ey5CthYGPtx1pRQkdOnfpSHHf4uFhWB205DHckz4iwfb41PmKLJ5VHBaB3RZQNCDD
tTyNyunDO45jUhzszByfFR5A+G7EaRGeqIPbknWYaJ2zcFlMm82owvh6m2HJCtc43yQ5jK+tmtXy
LKY2CA+9cfM/8YTipGqjlkWLMi//FjbMg10xB1V1b5PVAZDBl1Xe+eQi/wHZEH90n1x3XFo3Sl9a
pn2WXUoUbc2pgS5DYgxTuLzmmKCQYpTdRPsZRZZ3cUty9zhV81peTIT8lzrllmbvqmBcj62Z0vzO
dXOfm8uk/vDEjpSy2i9quur36jiZ0u/QYVbgkLbrp+nnxjt5nkLwnuaD8O50vMH+WLmtwX0eIoA5
eom/0Wh4nq+T4SAxWYwLCp8WgRsomLRDeYqqNRoQNPTeAB4QRgkRj/W28pMcRMayE6Fz73nAsgVv
rxfhRYaIHt46KEd57AAEtmyccp/aILrmb8V5K7MUtnn4UFFSkSKAEYKxw61N8DtpggkbkGAF610U
gaoQXzGVG8gzXZgxWv0ZYMD+iTWUeAh9cg1fHLvKotwNTtoCYAyremvq2RW0347v9Lez2zQUp7YY
PhWeN2gj7fZf22D1m3LXJXgRtmATVD8s8pevuiXMdDcbdxdJ6cW/WCwwoBmt0PHu/NJ2HL3NjICI
NW2UnxkbrekxSMnBwKWTbP3RrpO99UPF4INAbSsfDRiVx7Bcgc0shBD3P+GwARnPaT+3rKKC+usO
k0m3j7UU6VOHTUnRKft1cu8CVHY3eZjPxZ32yzo9oN+qmvvQVbJ4toHcAkXjJKoODQON1Yp0srfp
84q4Wb9DiXtfkws3dCDCw2kP5YzKhQJdJlyxIAtmV8iF2BDpReUbYXONPmsPfTUEj7XdY5D7V6cN
ljvD6MeqjEPeOtwXeVvWP1DqLsAecoFFPMWKrLjXNiUvMuMMcrMgrE6/5qnu3poEdgcPTce6UMnk
6h2nRsSco7yc/QwJ7HwH6cvcOvVh94Dy+eqstpNvdr63Rl8qcbfuCeaTvsmSs1zsE2/qvkGsAu4v
WEhUP0vU45nwgNx1XIt6F21VjFtCXqXNbuWZ9A4lAiRbuyQTuijGrzYrmqoR3MgDrH8e8af/AfwW
xSUGP+qPVYxIiX4DiT31a/bGPb5Pr7vPvbZkwTK9LvKXtNXIIVs36MxjQa9YXUxSb8vJdaX6ruGt
SV7dglUz8Xu62iV1Of6zkY2/S3ccKBDSq7Nap81Tn5v0l4cJ5DtxaoUEsfDwFnpJOkV7ufS4Q5XX
N9/KLI53W0UeDglE7JU+sMp9ujRmjtJdjkouugtmUy2/ahUt+Y6XN2GlBzSq2idxhbZ5CR10v4MI
COSvZRvAgo82/aSh7tUuxo5AyFNe4EhD648SUuSr5QklS26vbo213PHV02npZo7GDPf37NKeR2rd
D1Pnma9lCgAG2663xTkNhxDLqLh67qCRaOUzB/KIxaD92vk441L1HCkd3INTzAvoajv/SJsmOG0i
MFCAJgw02z86JfthodmWYzEMNKLHIkE5K1ka3Jq9H5ctIW9MdozdYWOXLK1ytk9MYy/9fV4qDBYy
LLvXXsTlgGiki1U263oktd/TTo9SI5fP2DY5bMLX7g0tep7uXWcsX1lwEDq3m995al/bJV8fprjs
6HrVIMK9AN4vaL5iahUvBbIOpbz5k01aU5wtCVxfTlING3nD1H7m1VKaz81uwNDKj6sFUdf1mJqi
Cf8B1PAcapyX+dldlpGum9eap2S3wM+gDSOeZKhZKhKiydonY+gQtWGu0Ea+XZuksQgw6k4CPhMp
feXerpXA2e53Vfg2FuPI+sbUR4ITF8UEklY4zsI+omV5g/KVqHFa3Acg/xU7hBNfmVu2w9QAonyT
j8zlzWM855iJwKD6Lov6xSyHdKtdvVvYeYzY2HEhcyuMnuEOQtO/BRVZvnXjabOzul7vO8Y9tr83
eW5PUl/FmvDP7rN1+VIe9AxXcYFQ0wMZgZP8QTY/MKBHkXzgC6wt+ByqVgiQKlBHTzQ9DIMOPaxF
CBpxR/SbepqcZWj3Rdsz6zuCD3GIQpX+DoIFowEgKPrzLvQXmvCC7FkWd25YvnkduhFdwlXUaZyO
wdFNpYt7F3lgBqApPuNExH+kW/f8O3j259y67h0DbLVlPXzTR5HTLGeh2XpMA0vePE/Y17xdil4R
fBdYboeQHGSFSwm17wDA/EP1HYsjGnrMgjwSGxxtlVtvFwVs6t17hSAJnD5pSe6rzZ2fispZn0rf
k+4ecrobT3En7H/diBdlV0czzCHLa5d3GIzhHfMR11QatE109ib097cKzvKna3L8ClsT6OhQxmXz
QqqqZtgfg+UhGiDor0KABbpjGrvX0KrWPxCShmay2Gx9k7OmDS+edIl1iYcoYez3glxKSnA1iHtq
sIPsK4/8FBWB51TDd4gSiQAc/D1T/btCC4lUkRPR3XihM5q9iiKBZaRg3cKz6zKBP4WjTNUNtUv/
R+hAON4xYi3laewi+WlZghah7Kr76a0ewt45VrJNHyqQSe7WyuXB8osgp9MuoAhJAgEihKEOofIY
UOfw1sMNOWJ0am1oDp0Ew/zYuqh4MhZK7w6Q031p3LRVt7WIwbPnYAiqB5NMkbrNZXCVZC9stj+0
lr4dC1Kz/WAghjliwqGlYQCEcoYiLr7Sia6J/yOP/gsSEF2ebtmzFZEfA6k7Izc8q82kImOZff5I
xFW1HLQV07NxrBdcInhi71eu8uAtnOvp9xZ6ZkShtAzlLmwHhlWkCmJOkE50jVPulkawhjBJ8ni9
KLd1t1t8MH36jLN6fQ1kgxTC1iOu+2tLNt9MQ1JaHmOLwQ+fBzyabevU2deDYlv5VpkgP/hux2WB
hCo/QxLo99mXwSegS83aoGWuyVWf4pS132Whvrc0DZB3a3d1d9g9qt9qE/OXkI3DC2hDjCgW2elf
nw4JAnECwckQRlv9aZxmgcRbqIpHOJ8gvJs8y0SMm2i+a7G9Yo4TBeWI8b3Zi7W34a5IO8TSGgii
507YIAeXIHTxSxCOGR9Dlw7/WRgjxFOCXwh9X2KKFwe8UD/a2AiyGQKGGgne7iC1xcqZk0rlSOQ0
HfbUOXPHXgXnMCjRoDVME8l+hdIT2RgW05tsIo1zbsEgBOeb5AcdBm54Gad+gKwpE/U1KGeaTrpr
cbGWy9LuPVXFMdU7lyO6fNYJ0m65X4PeXJhoOfRArXXQnT2Q3quBTXUHMIlo4v2xW5fp2meCW0K/
PJuWYnGDEz5H2V41jvlFt9ORugTNVT00SGfmfwxwkgyNNicbaAc62ibc6+X6MOAf+DD+jGxWzvQS
u8D3zfi6EuaGkm9DTcrHTaP2g550qS5Ee+m/TYk1aYdUaaQ+DEnwFUlnfWjclUPYV/3QHPW4DO+2
tt1rUrUbYIQZ1++Fy/qvRqASXy1Sy5MsK2fYE9G9+uj6XfS8SWqj1yhfUQ9GKg0+23K4loI1ybsM
u51seR60eigAUVXuqnEmSGcOEYTtBZ8z2a3Uoo+IqAm0VqoqPua8bKrXACUXzD91tX0dfVu+N11q
V1SK8/IELqwGjuKGjWYp3FSfoYKA4KNi7qKj62HU3Q1Aj/+SlT5zPwVb/TCvOd5cvGYTWhdMcW8t
EXQ56lyf5BY2ja7Ya9aq/Z63IcVqaRyEqlyNv11eb7VHPiq/E5B3wqdwIeo9Ng4SDKRxkwxy2nwS
ELeGuBDr+pG4fsHuvdR13NNMi3mPKqL8RIeElj4atpp0VZI7PjF3aXUkobgYTzl6pwKJ+NSMvzfu
cXowtwlemTDTMusCiarfrSb1jOrEVjcolgr+c2ysvMRky/R3W9st53FTilMCmVRxdsMYCTSUwCfB
/TyCZJr1Q7P14bfykZvuElYfk6GrDCC3I7DyICWK0UsBCk9vIeP5Dx6Pbj51ufL+I7Zj9A+W1U8s
BYKdZ2mmLq5PY/ErtPVkmm0L3J67RdhEhgFqdxz8PsiSZlhJT+cXcB4StfUfQGOQPkVu5CdFVz5Y
egI3A6FN6ZamalG7JCyrHyrA4u2wg1lxt5JXAVXs1+IGpDiIzohgu+YlJA9A82v24IBqmVPaRNGY
+yREl0XJGwgRrUZaql3VtBQc3UZT/K6JZSt/Y1gpypOMdX2HcCoQIIsEG3FoUWUMQJX2DKwyjuep
XAhUiGrkk1ns16zUWkM38bNtSAyugEiKv1dt1b2GP3BP25SaiIZ9XNXtFUX+XRFV0SBOSIL3JvIF
qLk1ZfrYe2YaX+CpcJd16TXUwKkaTz20gZybw5LI6NdcFyuZw3RnjzmcE708kqdfg7diZ9G+3KDL
nWqVbDheGZGFbjTYf1+0EszoqtoAf+cg8CqMmBtdrej3k3H1HuS0FY8E99R3ixfjwN5R4FTz2mHY
Ew9xYqRHlzbXeL4zN3Qdz30gg4Ux4tjXY5SniHqXaPqzdazjU3twW4Syuy4NE2OPrHvVzvKMEN8b
vad0XXBWnbzSrzrcPDgBu+JFrGQrjLdpgCaYSZF5KygOMV76KMGagi+8urDML3VY2xx5rUOfqsrx
dzzEm8sEiN5p31R6wJIu4yQ/Vjnbc+S+V75PKmmd0n0TAKVd+d8wFSOaTPhqY+6dXoTiFXX6lh78
3hg6L7ciQCHo5yTfLYG3/guIbulvtpyGA3IhHOSbqfJuuCmphNF+YfnEtyC7yX2aYPKvPm2KfPrX
0Z0pnvxkFXA2qd8IAipt1S6XxumS7SQDw/rna5IIkIspuuL3tsaqu6yDKYPzDNpZ3AtD9ucNoX/U
TH/aym5v3DqxrzPvNHuIZRLHuDLIQvgYF7/ebqe0ifJ7vEU4rXwGVPxbsKHIIDze/tnfIcXDkLWT
vF0RfSvmkQPIh3JeAE8w7dgG6vbGIWHT7lzSX3h7NtIJiDFqkeUUs1j5ayHR9Y7J21whvpF1mKaT
iOGE5z2R4dugqV+st2EiFhAEKC7q90ir+LePfYb7YjDixRs2yT5jH7BzhVrEJtR2NZ0N945kEBd5
tGuSfH0K8yjUj1BT3GG8keH7FKRs4Cx4xx+0ozVRBzxuceNESvzYciz+NHwB26FEEu4CNIDsHBYV
Tz9daWgfTVgBgSYd/FEeGP7OKt8MnrnQ376GrXDys98MjjpD39kPLRNzlHHsT6d5yq1+kFYRupKi
J3jVAogP2QQe4LPNB/ymhP8YzkrSEH6qOYEPW88Ne1smSH+QTVIdyAuq8wNEtzpv3TaPh34e+5d1
/f99F3j2fQwg4fbKL2Exsc7IOCv5uUlWGuFZMPKowWUyLqE9531TfhI3UjE1LJ24w8hK1okJ2/7Q
hl6U7FBaoFKtImToO6DbpT9T3gdqVqjJ/dnK8hmwy1M7xnaAusllArsCV15wmPBgvkLhQ00HY+s8
rmUJZKuKDtN6rsXynzHxzHjKCzQcavQUjOogxT3wII60hwJzaE7kQ+8tFwuGcptuM6Jpy4p29qeS
3uPfLsGQIrMuJrQTLtTsyAvV2fpQBsPEr1bk83bnJ8Cg2NJVrjMzgUqTK+JtDCQT6cNPrQpsdUqn
tLwatMbRvfM1vgKoAwfcblBW273bMXFlzL8u2om1RouV9BNWkkITsQAjV++KyQ/6vd8U5h/SeWa/
HMEpGZllsoSnfkoKLCTc16eeZNHtQDhY9FKOpCXsyezQz65JobiXPGdwQp/HOWvRu73P+RhCFotp
2ichWDPSOVc9E/1SgWdhWVB3CTljH2tvbP7Qs3T2M3VXtW98f9FfawDlDY6+ipq+F76e9xueFqMs
eaDoG5UWO2gdV2ZkYhLt4tVAkQc0J2hcA8IFEFwwmnl4NVX0OVzHnn0eERPMJ46H7iLCLX9XboLf
GeI2ek0Gd91jKtePo1btcUPoWqCjj+e/2PfR7uAMAX8npo9hYwP2dQ9M8e4jQTPi6lSGJ92BQDZ4
1TFvewcHfxOhHeiQ0RCimcBWOmwQ7X6n2s+mM21+m7atY9F4t+6+q2OCAoSX8s9iiAg5M5HZ7keG
9p8emwEmdcfUL+WmIh8THbaYHQrkJYCnRFt8rD0Yfs6ZmG5718t9Fp8IJV+GsABHka6c/pOeHv70
QMN8AiVThnQQg/WPjjqVHFIx2scOaMvsKpkH4l/sOlBIAdz8qfAawfam1ZtfiY+IBzzjacdUNA+y
QykwBjc2VHAok4zK4tLHU7rtBRTUcEgXn7U6Kar7W+8aMXRY+1I/Ulh1c4BoQoXmUQ6c03VxW/Aw
dMtqbnECYJgwZI94l7HCGyYYqtEButP0J04SYe9wjIj4CfxahPhisXQkVhAlpZ2WVw6XYenU57hb
MIFVYVL+xjFQowiehJkfy8LGE4/HIvWqpyU+zgN23Edy3n1z7+rcQphgZamaIzqGlINrGiyBHu7f
nwoM+LfAc/GEbgi1Nw2FTggIEngd+We/v0+wNjgXphbt4wue+/YwwkL1ZEFgoQGUqNCo7XJ6KScT
rBhrjqplcOLNqmAFs0oFjr+P2zzNb6hyBHlGgXMVEZGtRw6N3szyhCCfHHMO/pASZlJsKP7mLKrC
JXgsJkciYcFJXBkutRJvhso8inX3Aga04c1k81h0NLMo+rOIGoyJkG1LcNyI5gxvVwPpdkWCfb4d
rt89o+lWZlXrzX/NMgZPXUisdZuJBZTnfmXPICFUMnZzSmaxzuMtIpsu/OURJQEJHDmOeQaiKtUH
askSK3WCiiDc18hdUMP40INggySqyI8q0fFPS6FB/RHAUSSbDuF7TEz2I5K2pN0bhQwdNTjE67Eb
mjm/tCbWyYmUHjWdhKFh4UJEwyEyt1bNgNY5FgRqWlUvN73scCOXWgX31hZuIUCpSy/4s8lQ3fkS
dP9XgqDLe5qRHhLwta1z+lIP85jfCUySoBeD4xCTvvFjTiOGW+eXF066Z50vf9trm4D3n8WoIPNx
v/jI77CHN2G39/NifJ6dWfqXBWwhJXzJ919rvypIgnd9muuxMSh7nKsVcvSK2b1x0Ng0F4tbuzhS
kBEGzMpjzBRqJmWgS9LymwnTTidiM5cn7SfjdKhMvGh0yrNTXDAVF2426H7FzoULwXNuU9B78rpy
UebPeTP4P/XgFONlSMchRZouGEPw9v6PtPNachTZ1vATEYE3t4BslUxVq+0N0RbhBAgnePrzUXNi
jyqlI87M7omevujoWmTmypXL/r/5DZtSAy1UU60DyCm024Rsg6XZVM8qemLKL/nAC1gwQJcdk/Xx
GMv1N1vG4SY5wAj8LI/6UtsaANMdl3lMKwKYaABHuQaZPAiC0zhMPoPR0oVjk64hv+ZlVeQ7hYJH
7p81var2lVPS7zZwZvKKQaEQp12VDK086E1hUqNuKrIebRdHFz+rjnq2J29+uaw1k74fqdVMRgEs
PQ+YY2taHVfxYnQbQKeHX7rdGhF9uXX84zG4qjJCf4pImrR1w48gq7y/qgCumrSZYtP6VG9oHG6i
D2qazTKa8BBId5PsDlJ4CId03uTKyl7WnsdJTaAvK/fQSW2V/iIZchBYQoRPKM2TVVwcPgFWux64
63AGhohPY8gmW0FY4YXzSXaBEZz1ZtWaaoyQ3hrTigIgqsSy2tQKm02Xlv2sPcOAcqYHi4JwB70g
gwR0VTiYteRSNnPJtL6emFlbye1R3YXMKAQTELc39BGK6tBOCt+9JQOhKiKZGw1AOsc8bzbUP2Zt
v4yz3074BYSuicO+hRoe5QD2zmYD+2MLOz10SqMynNRs7JdLfci9/rKyNoY0qz1LOUSnzdnXwkUG
EoOXw+a4y6aYWe6c9Dv5AmYuGZCjCrwCw6ffCamLGkZTY8Y8X//L2HRzesuXlE6OyvzoTGywcnfl
ZDEd2LFV1i6u3Iqg4pPrBv6Vwhua7QBgBtFOKC8AH3B4KY2CkYI/xJ3knWfF2HNcr3rtj9pJ8yJP
JlT+dh/IwMnyeNwj0/QbE/wV8vS5ZsKzBbRsQ3lnF5ZzamibuHx9fNp3hSiQN6DflqmISkWRVruk
TDBsFD17oZnvSWteY/3DvxBCrEodANdMFanHk1Oo1aYetBvAbD85pvKbsfUX+6hNMKCIa+Fa4IMw
D2g5JBYNW7ivpuRUsm0UwChFn8/Kq2p9tMsJEaKGIEKR6S4xFcXAaVQExgulaB2YxdV4RyNqUc/O
zJOay3O6pL3i8ZaJl10UJKgiPrRR27hlu7h4qZPXJPijOj/Oze6xlDs79m45wlWL4CwY0rMS76rz
DzX6ZTu7YYqka2rHBMBn45ikFCvZsVT3qman8Xj1MzrAzfOE3Zhai3D6hXQJjpdIi3dW9DEwtoH+
S8+Xj7dr6lDGT7i6kaCwXXSnZbu6YG+EWw5Fjl/76h/eFvHoBXqXY6sxZSUjBRBBL1XAybC/6ObL
46VM7dZ4bFdLiRgUwPky4p3G7Eki/QY/kMnLCfUat/z6Af1rJXiWmiKr3BxhJTQIFFIhm/FuhCFz
qZyt5ZpJ3McruXsoNtV4g0fRpM3t/UqI5GhohhBldyx2NmCyMWijSvTr3BUTgm6eh3E5qoGB0Swy
KZom3BarPSnysU/SXVQ/k96Iqme7Ac6ZBsKh+NobpO0odAGQOR/UXWB9SQD41jLbu1CaOdJ86YAD
9njpIpi6+EHC3brUg95LAR90HNRZCv5ZZKjUekP/LBXM1EGm8vmxwHt7fb0Dwh2DAiMwK7JCu9ZZ
qN9PQEtmNoXNyZ0W6efEhQkXbbBKsqZlmO4SAEwzmpYZtaM9CLw3ZwGensPsZXKZWww/PF7fm0aK
GmtrFq+eptDnLWpsYyeKzGBIunNO0o7JSVrq9qDrMQoAcp/0IXm1fhAqts/Z2nzOwGsiDz7FM3Jv
j23dpig3Onu6KexxrB2Npqd5b1f4x2Z2lOBSYbTfOE0tdXxBbpZqKKbKiIEBs4+wx71iB3Qd1umu
rF/J+brApaVEacrXwLVe9DmIWvTypd7EBoucLZYKcxPujCnjYJmqKZiEhB6vMxmmfq+C5CETyFbA
QkDQHLevZndQ8icygzEZm8Za2OqPS5nux7OgA6YHH6xYkvaYG2028VU3b5TwUYIxrKOov4D51u8b
Ji/7yyECCcEBW6whfaHk88dbcGMUR2H41hrIOo4Kd8Z7e1UA/2lkATtgha+kftzz+fc/F2Dy80dq
KBCYxEiJnCU9RkbR7zvKeJoGRrf09bGENzfnne6whmsRwhqk9mLYhOb9Hn/INe3no/6LNW/1ZNaB
201dfAUGSFs6E+f0f8glErMsAwfMEe4GSV/AD09tv09O27b4Ch6iL41ze85OssFB+nFpwJucYne7
uZAslm20YAiE6AQX9v2BVcyylBT1h70EmnSdMRvBnaR1ZaMfJ+7kPUlQYytEm1BkQBzyXpJdBsG5
C0t5r4dgr4MpFcQrgMPplJpgsJ4SJO6jc7okepjK+wZ4gS1AvxL5SqBzubjpqu4d23+sMHflWSoJ
+rdgxhbe6B5+BCLii7xXq8RN6w8O/hPw+GW2eizn5kFUzTFHoKsq+VFLVYWjMkKak2h8kZmAt3a1
kSzq8hCWZzCVdOoz6r7N5Q+PJaq3tgORFr4NWQmCDtGgZQy3V3rXy3srB1g11aUfVWDaH7OBWk8G
4NeToWv5uqJut9arQflFuq9c6qRBfcBiq20WU9MaFAaE3SCMs6dLTZs78G3GGigRt6mLbzUjL8xm
G/WyBZnCral9eFInbTPbiFeAeh6/MmN+nLhp9zZSYwwGRCw0XjUETaSbJmcCRZX3Svfh9DVOsIPe
0Pr1eVtMqOKdO01sC0gkeRbMoSISsZL+k/KqcLhewIYnhTIvTHMWDWvNvngF8DoXhnS6AWCnoZ89
PrvboxvNCJzmNkbSwrF7f93yKlGh7bgMe8uU5sAfAP8hzdtsfaSBrdK+PRb2Rob43ma+lyZsKXP+
Ci9fO+zPP+lMr78Ov5QP8tqZx/PA11fqqg2BQHSd79lzeGgOxfo8f/wBb3Q3Nx+gEn4TtxqG+UYw
d+Xy6xLYPXSjDvtuHb5ST3iCLFLaGq+mPyyKT9ton8Ht6qyqZbyhJWtC+I23obJ6XbMNxzH4nzpa
iCvhCbhItAhbwz6sQG9iuOrpaBpLPc6+KBnFX4CeAYerf+SMSjM05tfa8OXffIFDohW9VjWSBO+/
4KIatMMDPLKvKonLdf5E3nYVXPwuNlZMqn9jTppmfNNO3Aa/9rHwe5qGxwP1tqGMsKyCXWqicIgr
yv577VQd7HVlec7p9CEb/tjF4r+S9KaFV/t8pOzO5Ir5ptO5qzM0T0F+nQ3pSuoYcbJPnx7Lu7Xs
Y9qImIBEp8HzKJzrSaPvyUlCec8K140ZzEGBBhSieLXbCUl3DQXpXwZ+eYx5/AVRJJ2Pgy5n2KRd
aeZMfvyMqwO8cDHTblJQuGUqz8rcmrJPd1d4JVbQG8AFtSw5I1ayqvm5XUT12ZPMYpPGwSEIVJrK
Z8ew2oTFGZBoH5ivRurWkZPMCrLz5yn68dErFy8xrw0ZSssAnc0UNOmi5m0OQKu8P3VptHDayx/o
hrrlJQEh4PHJ3tNZIiBDdhSIjAxRkzL1ZNDOyrp1CnDJAELzks7JovtoML78WNRbKlNc1bUsIds1
nC9FqaeJvO+MhoEvSGU86s9LXTp9pKti26ma5MX65Xkozy9UtZ6yQf+QpcNzDJyVB8R0PKsyuqEN
8PVdywGu66RoTHPJuxCc6ONQv4SRAoChdB78nAwi4BYUZgLl19E2Fir9jV6pBjOz7ejKVqsJw39T
PIGR2eIRNW1HVsl+OsLirDKO6D8945SoBpDGWr1tkuazbAyxl6UnaJ600w+wkFd5qX+jOLiJ7OM6
PecqI8TaksbsYeJtvw1A+B6NF4BkKSTCjuCM4XqSAQ8aeV/jS7idocYezbX6hJQ719XGQTAgvtEI
98hVvre3RePAt5VIyj53gXRdd4u8m8U7GoLjcg7q3WMNur2k74UJweyZIX5J00J1b58ZoCjU58za
DlCs0botLx+Lur8wOANM6kKarDqCQdBAgdQKJnr2DIZ05jz2rW/HLUhczMp/vPyrhRmao6oyzrMj
CwujI3qIGjLS3AziUeAUj0Cn0mnALM7jZd0aFnYQFxZL7lDxEj0+UIXSwewRNDQVgC1qOSxqiK0W
Ya6FE176XVGmjBI6IKaY6uh8Xr1RktJnRUMAtD9TAP/DzFjkhVF3+mlG5s/Hi7q1YSxqDAfo9VMd
2RaPCkRqwwmRdKIjg54NL23X9FNkgGjl6URpQBkduPdGDGEOMM2OaSsEIoJpTlI9qWAsUemaKEAD
pu3O+giv1FK3DrX1LaOLIIo+MQAJ1uoyYcRTO07Qs99ebHpFTaIQzLVNiVDQldOREcKygyPE7ull
x8XJfDjizH+hKERxlo4ro9C8KUgB3UyhNN2pe5x6mdYYnYZC9eSpr4+P7t6NvhYjvPb6mVl8qJvV
fZ5iBNdS9AKgK81gj6Uot34peza6MKwIvRdrvEU1FFIAGt0+1n73NEdKyaEGS/WULZP0Nx1Lrp7B
rk6T98tjwffuwLVcYRf7gvy7ZvXqPqSAq2f6k9UtlaKeP5aiqHd08lqMsIuaWWjdkCnq/pQDamAH
mp9DQzarzmT/x7ZQyDzqdkUUdN6C4x2twZ7MNomVRM896AQTXzMKEy4IlPWOrvP28CyIFOJ6fWLi
vwutfU/rDrkGIl8AdtzwbGkz0Ieb2ePFj/dNEOdYxOYOzw8nK4oLKKOYiQ7+Xxt/0wAUJ1fmhZcX
tUBja0Z7wubpWFYTd/BWqCMza2/otkl6jzCDj7qybczStMyxJdY+KpWldHKHD6m273rlOYlfbXPt
mBPy7pwwYBW6gyuoEcjyrr8XqAXxhabKztmrSjMrAf+oopcyWYHhDhrd2S1b2k6aj7qmeBZDvxiP
iV2+E9fSpWwzkzlaPvzSUQWvVuwwQ2PHen98yZrvhrNjZtXV44VCT1xy8Zp2ebwAwMiWQ3AgZS80
MA79xmJsCiyoEtywxszgpPzlGOVEzunezlg2UYmjQSRKzCvofs7oNK08SrBPmLmhl0qu8B/XdKa3
dMYfYVYlMcS08RdzHk3RNd90q4wPAXjgyhhp40+JZO3toNW03obhS9eon4rzqki8upmTYAQAf2M1
l5kDNutZAn/KGRZ5tjGivSItw6iauHJ3HiUaOHDiCc5wWfBE358O4zdMSSlJ+MLQpK8Zn+SBrMr5
Q/5TpXdjQwevnIceMDt+V3y1wonn9zaL9F648NAXJ6Nugc0IX5KTPS97EM7BW3D0b+C9ewVtf0ow
xfo7avv7O89mg7Ov8T7JgI0LtyGCx4R5Mi18Ab2JycOItjaQJJ0leClTdZo7N310Lrh2tBbqllin
gbpr6K3eCl/MDbiSerQ6XbZW57ipmczy8qtkT1y0KXnC0vQYGhVY2sKXohmLUQDLnJ4bOPoY5/dB
EX1sO2/TmhqNJ/Qakawh3sbLfa83NPOpJhAo8cvQb8Nlqq/6cKPHf1oOMIkPjU6VHUj8Yt6b4Tbt
SCF7yuVn7APLJHmqtHCkpwo85AAI1bKQvLJbMCp4BMw8jaOpQOPmzN9/qibEM7ApAs2fNPFL/un4
lQO39+Xv8uNl1qzSNd1oHwN61Se258bTEkQKVr6DNxbiwi5+qbqvGpTeze/H23/zUgo/X7Cp4MpZ
lRnw8/UWvBG79JgULqPvbfP1n8uxVZMsr8n7qIkuq92e61M/9PFL3X3Wz9XWLjBJmdm/RGEnTZzT
jS/Ommyd+4LjyLssC8d0Ko2ulpKANVnZaSFf8hT00ZIYeCjyZdU37YrBzwkv6zZW02gHwtvAHGCN
SdG/V2O5JzAFO27YNB40JrNugXauGH6IJtvWbq4nkkiuamNATYJGdIszg0nFqA3lDRlr/7KStpFn
z+VlNPGq3WrGezHCo9Y71jGLJdium/XFT5Y0r6pT8e2tco8iHIoadFWM/tP7PXMiK5MlPZI39Yrs
tM/0klv5P8O9twZt6vnXP9XAd8LEyhD5SijzBrYtWR59x1OfldVjAbdq916AcFXT0T/q5bdz6Wag
zjzTPjBxJuqtBXovQ7iupeyAjtQd5Y31gcGQjKkWBnBeL89s3+dgF3kBK+v8aE/Se9v9dF4Ct1sx
hDK3npuJS3bz4r5p4X/Oztben10N62+ZdbG8qWYOdQXHc9aRb02s9zZoEqSMGnTl8nWM11RgjKIh
fjcDsG5u+/pPV3XJZU2s5/6t+ns9wqMH5lnWtDHrYQDtKfYlz3pRl5I/JeaunbjSeVu4VqAXM258
4gSrGd08PglB7MTpe7uYUkdl6oQEiwQwBjDCLZKCF2fZzMZLzIDJS/KxeHK26krzyrn6Gdovx9cm
Hq2pmyB4YxDYA6GmIln1jl7xpM3C6X2cWp1gO4ayTUoGuuTNMHfm2WWp/cD99k5Puqt4IJV65tbZ
g9XqNH44ub77aklGE4eMZla8lvdqWZ5iPTKO6aiWzSxYp766Kn36SObQPk1YldvgYrwCV7IEs6Kq
ARyEcDVsxkPsZ8nSWgb+aXlcarPcT2ePbdhd+3IlTLAvJ8PWhnFyarN6XU69kOO/fecxCwsRLMaZ
pFWp0QqwadHEaJah951/mXnE5X70+fE67l8z07ToHiEJQCXs/QkBiJNJ0qmU6SFPlkC2zIqnZF9s
Ai+esBuTkgQTpUuA0R81JI0XrHIDHwCw9WkdeFO3alKSYKIUcI7lclxTN2tXlRvN8Ad9/fm8yCca
XO/awqvNE2xUAS1NGvbFaKMuvu6Nz6W1Zrjrv9060UKdmj63DRYEMOLqsor92lX+eCB6vf6X2iAY
JABBHCXWWNB5DpCDW7nONvEUD2KpiSVN7ZxglRr47k9BwooaXsWUoRF8QK9+kScWdNf4/X1AYmEl
KKRGMx3Wc/HHx1ddUcT3pizPHStOVyAOu4KRo5YtnA6t+pRHmXBGyNGLEdI/Z//imr6TIRzMEOtw
j9lvKg3QkO/WrpuvpNXUq3tnv96JEY6lcOC+YtBkPBZIez2Zxw86iomzvy2/0Wh3tWGm8CqEgCBE
QwR5d+kyv+/Vz1CM+jG2OgJ5nGGS1LOnRGq3NvWdSOFxgJ9LB2+KhWk782W0q5J3AkTebXzZX/+Z
sgv33j3KwQ7RDTkPusaEfVQAB4zz1hrfvcuq+Fo8XbhF1vfIh7BvYmm32b5xN/+WJXZbd9COWkX9
JivbtoA2v3ZYo4p0BDRiz+qHYKd4+S/VTdfyU/A6aWxHsy28Vu/ECzsLO9+Z4cg38aNZT33aR99u
czmHlsE7EudNGKnxJ95IpNmRTk32l9Zg/v7K11UVU0nB6GNzI5cB86diprsXD7Z3D3jjCQt/V1eJ
VukLJYFo6Ibw0NcV6fe6SpRNljFlfaSsb74YhGBfhu7FCNdV9qLSoaQdYMd1O2a+LcmcWu+dAHMM
mP/zCaNuX61XOZZRAsyswnOmeqnvbE8/mLDuvgZL6qqevZWeAy//IcsTct9GCMV9vpYrPNjDxZDA
xEBuNZN2gIqf/ci3veG52/KuPqufIi8DPRveOj/Y1d8BpfKrqQLenWeCwpljEvdSCr3JhgD+wt7T
60lsbUDr6x8P0Wv0OlpZyJbm2TO0bZCOHV9P27Ob+FOG6u7VuhIvPh9SlZJwg3V0c3w2drW/OT/r
6/o5Ws7nynYBL+93CN3+DKjeaTGh4/duleGYOiOeDDfwp3DmRpercl9x5i/NzFhWmyNvfrAczYjq
qk/TccJbTu7mtK8kCiZLNts+1KJa2QCuB0XxrPOsD91idGlOy8rrZwSWJGyArXq6rLrFGMgGy8Fz
wHL/Cali6pbz6fhIveMK0+ryn20whJciliKGiwe2wVkaO/uF6v5Lsx7mEMDgbMFQf/pR/YSFflF4
UFoQ0JcEFhMnccfTf/cJgn3rgigGHI1PuPipDy2Bn2+CvboavHh52sBJ7UmHKYfiXijzTqZgdAjX
KlOCGptjKAo3WWpvgTZD8z7tKt0HZzmxxnEbH5y92GlgnTWj0+yzsvmmPR3xyy8oWeE5/qSgqfMU
TEoNTXyWyixM4zrl28qTPEBhPdBROh8a7dXEuiZukSEEAmfQWIJhXFc3G+P6ACcjW7csL9sH2Ivw
XwWh705OiAiIs6xzFo8nx2UZw9DLc+VZr6dl79ObPuVFTyqK4HqO1DC6FKCcx+fWz7ZwGb2dXucD
RrQuph6Eqe0UjNKlHgHjLUxEw0PUrhhTg4jNr33AqmbqKlgGGAHpxcDFLjwL5YEenFzX5KnefRSu
jIJgqewQHIOzyalCxvuWFwJmymt3o7HSfVCvvWo/2gHHlyaTedr41j64KaLrakJaCO0T52u/BOty
iymcQbK5DT/XPm3S7PqONN+OlrelA6Ws267TT+bZHzxo6lvXWjd+uk23cLf+yxzgte6ZgqWCId12
jBZlyGefqllFjnO/MF5kd+pZvOvd0jXsKCbzHrjVgpIzZZ/ETdIpG3Mz/LTeLAZExTPoQZaTidx7
zt61LEHDz1LTmRXwJ29pQOXDZd4t2hVEutj/0zLc1661SLfjsxhzocGMcR+bkFGlb8/776UKKg94
eAPJAeKbNUCYHoljHr14qqF1apGCRsemFkSgvGOnPDx377SLXkazCIPB7l9FQlcbKj6p2HoFqHlk
UXUnr9oeAr8dX0+OT3X1fxfs0WbJyAItsjSXCVqZaikJpl7567bGz/YG3HjsBYe3arkP9vw4e3xk
d702XEYTPAYdUEtTOLOss8LsBKfjBt7EPxdf/aTVq0PpK4vyWepn4C0ti00+P25yAk1pYUz5rPcO
E+sENISlgswnbnDTg4OUQaW2cbgZNhpK36sHWJaPlz4Vndx7uK9lCZtbNrac1oBPbfoFEfvG8S6v
tXta/z/ioPGeiRfhWpLgkoAKeKn0mFVZO9Div7cHaxnzoNrP9Z/z99O2nOsUAQKvf318mLdtG+NQ
3tVuCsEPdgbU3JYVwgv6km9bfFLjKfDPf6x16Gm/ZbcGaWRC5t0TpI9u7IqC0VM08kEQKMnZaFTe
Ocltd/k6nHGKC+ak5ad/Y2CcK1nCCSpAyETlUKMty7EYGv2uVjS0Tzix917MayHC4bWGcVYSEAnf
7vxoOnHrFwYO3uONmxIjnJVxrrqRDGbct4Tce7sGDt6li3vigt99f66XM/opVwHxuS9UCtatSmG3
3VUv2lM4y8lUtQv9czQxLz+1JMGDrNVOtQb4u99qyLBqVz5UyWj71AlNrkl4UyPeOJtyvMqbOvr7
4Ww0yxcvcJVN+fnxMd3LjzNj9bd+C29qAk1mroQs6uwzbLONZkfKC8clztt/qRCCJc5PA0hLo3KD
1/885qRGu8+ipszgeAo3xulqQcL7medKZY5kkrzS45uWLPXv/XYMUkFT9IHW94d84fz673bREmJT
rQ2UujoidCy5yiRmMm9YA+HnBRP26G0MTFgeUC2yRqrahhdA7Jm2MiCQU71XKRN222RJM8Oz5v+s
6QLofGbDv3/kos3KDx9C/+VlamvvOEDvZAtHWIGsmTEYoW6evhR7dZY8DS6g3F7rIdjwgK+dZfN0
MbW3o6V4tGLhQGur1Ar1woqHZ8q+AOaSvIcB5znbX7YmTqZ2mDjMOzm262WKmZ4KZDvVSFmm5W4U
P3wq5rvVflZsq/3H5a+JPb1jU97JEkx+PND/rMcsrplBF0vAljzHbrM0Ji7fPT/onRzB6juXSwQg
L2v6Anr4V9mTaAsYVqvfNPq6X7+qc+A24fVDXada1fQ7p6e8NfmYFp3+YptnFSW16lxKNlNvtll5
/pikyWLiwO680apC95LOtALTbvr4DVdvQETfj6L11Xjl/yq7JJviqd6OVfrJ5or76/lblvAIAPGt
gbM8yvLeUrBHF+zr0bMbU0/UZH1Hmgyy7ikkvapjo7RDv58srK+J+nPTKGd1E5sVI5AzSf5qZX9M
axJ04p4gVaY1lq5JbYRVe7+RTdYkmRLr6kZftETyVDFJrq1e6Y6dqXNyjb7MEz5xePeMyrVMYXFG
okMBkyJT2QUv2Wvz6bSSZ5p/gDHJO89On9Jtdqi32qxbPhZ87yCv5QoHSSiSS1ANqRtgRmFsmFfG
78cC7rmrzAX9vZvCMw5lTGjpCRIkwBhHQGTLD4onOYCbJZ+d2m3VLs7Fj+YkrQrjs136Z9h/p/rP
79mX628QnncQNJVTzYTBRvaCdfL0I5mFM3kzvk+gd2JGO58yBoybdJtM3fx7vTTv1i88F63awCfX
auoGrthZsm1X2rPCSHPrtm7qAiLc++Zcm509zN1hYuunlEp4M3SlUBkiGF+qH5sfINO6h9fFYk9h
4LL40LlTVah71ZHrlb5Z3ysDlOUoEuQyhF6euRj8H6W7+5b6KzBReBxNXubzGE8/de6v/3aT3z7t
SvSxBppa6dlk2Jyo00rusNodFvsxC/IdAiWSty9TaYMJnXpL1F+J1M+qdaF8OprbDpHxHGRRsu1T
EcQtoBNApKBtjBgAjBppItKhdZYiiKKMUX+gkoif2/luvovc37/Ps/MMrqbvofdnQm/GZ1D0Na5F
Cs+kVgOEHoXsJrVa2ivydUmap16fX81l4U1WtO6aoKsFCuYWRrS6OZYs8HgkIz3fHMK3q6F+kX8a
a8kv/MermxI3/v3Vuam6ZEVZhDgjyd1B3up5PCHh7TV/tH+CUXXaGNqJ4H+1Uff0WTTLPc5rvAHp
8uz9gYhoQubdq84UqwPfms5wgWDhJFIs4AaY6ub0JYSYsPWLz7TdltoM9uB/tH/gThrESSN0CQBB
FhXI9/sXOxJE47CuH1IYOA6acdJXdgi76mMpwnpupAimC+zkNNJS5XIwvsTkN4OnTnFl7TXRv0Mx
81iU+EKJssR2ATNmeF6qkJVIz1L21c5+D8E385t6eo5IVNVUU5NlvM0vH9R+O+AyTixVHH/5Sz6g
teBBAhgAzuX7HT1GdH8PJ+NyAFsfNiY/a2eADLvGKt70wNfOPz1er1hCvJGnv5d3AqU24pAvB30B
zI1BxnPZ9/Ni8QcGbOq23bL/we9lNIcnZSmt0oU/la94w4+6uiE3nyDckJaJTbMy1MvBlr+m9q6W
Szc/tbM8XoK908VPkES6nRLtmqT2z/lXs/7e5zMmS4Bsgr42f0qOv3OI0bK5fnmqC+jCh9fhtEgq
Y2tDkgCJCfhH+6qGg95U1p3eef1ExHJfaQzaz8EbpRAvzjwHtWk2zdG6HNSjh1exGP87r7T5+OfR
u8CJoy6O6wlVGW/xzbaZYwHcscDE1IQ4qehBCjdU6XKApN0EkCwv45kd9nrkdkVN8tHq6bkfwOv/
NxpzJVd4EC5lCDRqYl4OlQoEUOtHp25uFJqnB3srhWI7mXfSZwVo+nbTOCuYQmChcCPVNTvDP5pf
MixtaHSwWWyk09PUOJWYKPpLmQirKIoDrchZvNfn1DYqfWg5ijPzomb0Ky22BgyPNliRK3DxrE5y
z7DEld7ErggB119yHR1cKIsxLuC+BLmS3hmQv2Gjju38LSgx7SczgDXYPvlQJrthmPpaOpOCp3Ph
ysqmKA5x5SsRE5dN5GaD9mSFMHgwarouukl8wjufZzPjqQDrAK8VzVzvP681O4izC7s5nC/bDCah
InpFVy860TXDhVp/CGmZ6Z+N1eNtuaOjjGRowOgyygIxsLgrVgn9XSW1h0H+VCn5YjAXVQ4w8Cmb
aVMw0IIPNp4AsswxG84sCMWN90ukqmB3IQDfsETuCqrJbfcpkeam+tzaT+Av66+PlyamCf+SN1as
HcdWSTsJlroF68MYYMI89EmTfwDBXqUbQT8C8qh7MpOSMy21yhd4m4oPkNBY6/R0yie07s7DCDQR
04MACDuKLEb5hZ6m6jly2sOrfRzx16Crzhe59CsdaPaKF48XrI0bKBgcm8krQBCo3JD5FzY4hd1P
Ar+/OyRmf9oOuiG9plYtgYqWhKbXaXW+HllHXa2AXzWE8wxKpPG308yiflCfpcEuf0um1nt90GTr
pMiLeWPFttfUZfPURPbHRD1CfaLCEDJYCXh8QXECKg9jBj5IPdOgyITLolhIDWDaEnAyM71nmr8h
KwitXm/Qkdto2Bug6YcJE39PkbF5QPmYsEUzPfleuSAIL8MoS7pDm54+A8j/Amya1b205bbSPj7e
Z7Fr4U2xgOow+GVqTGsKipXaddenAAce9GDm6Ks4D1aAOnon+GCL7g8ccn6VZZCgdV5mSbAipxNO
neiy/u8HUAUFMxbkwrcPvPKKC+aABwvyy0Opz4OLDTH3EdJIsmS5z3D+03lYnaJ1BtGKqf+Umw95
c5rbJXTG/ZdTHO4f78Y9FTdVwDAYj1AodgnOAeTnRqtDw3SQgm9l87N3dpCtn03Xyrcwqz6Wdc+C
jEkeJv5s0BrFWmxvQVR4PDXdQYWQYLBSaJ1MfLBoZ/5sR3za0GvUiQLK/cO+kikY5vB8UYtcbbuD
Fkg/NXsRB4uRuLAL13laLaSh9+GrnEfKxQ1Og6/S0/l4zfd8FxbMFqPXDAKK2cihgH4QJpHuAKSD
Hq/K5tlIN0mzkzdKPYsuXg7Q37l4UqDV1Af/tBn+YYnvL227+gDhatGFVAIKjLZpR2lmpJl7MU7z
AJrVYNFEydY66RM+/qgyN3bsSuCoclfqzRMOD53JMccwyF2UalXCSmU05nZiZ++9udc7K4QtUgcL
mxOzs71ULSkw+jLsdYW5igDpOFmap/SDa7fHeQznnDFhrP8PvfrPsYr5l+Ciwmirs8g6nW9Ges+Z
wyzhl9nw8UO1nHAJ795RXgXwKdBkdvb9hkrB2ZbaCllW9rWUl3XyASJaqX/Vgk+TGZC7mwrJgK6N
0og738uKYAlSI/ncHbrT7y7amEfLg20UWNUseYZnJA/mf/L6H+ZA/lJRQCsAABqxJW+8pxy+nLrl
kkIl39v0NM0NwiXIlhpPctzWWNpNvWrq5fH3YxVS7z47V4KFp6AoHTvNjY7LOayU4yvUyx8HaN1q
2h5h03GPJrQvsAnL0adcCp/S06rrNkVtLx2cu66OPWgjV7F+OJb7Uv6gBo1LIKJAdhtcILqECkVf
TqLejSncm9t19cmClwCfTn1pcvbKbP10ZQ+NG3bLWqomXJ97WwO4FHhdYCVRzbDG77i6xcdLB3u2
Vl0OsbMx6JI5NZ5WwZv9KTAW5DlSGmBDblv2kv6oPjrng3Q6zbQhgACF/lRpQwRv5htZ0dbnrdns
L8Oi05YX4vvHJ3jnaoxIWKCvywqgg7LwlWA/HJVCGncDlMj1JXgxNJizUr/XdyXcpP9GGLAmDFXw
WsqCYQui4QJXo8E9hHOcDiKtcxXZNZOfcta5J4geH4u7c9Ks7W9xgn0zFfij8kbvDvS+PweLOUiC
jwXc37z/CHjzwK+OGLJKqFVKuTsUaeWVsjnrT9/hF14YcBilXTt/LO2Oe3u9nLfI8kpaCfGkXvUs
58mgWfrxzxYTt6MFeffDBROpF1qdQAOPaxF/CORqploV+RZ9dQopcui1X9U7iWa9emVzU4KLrLil
nrnWeXcOzms1qjdJP5knH02lcFP5Jgt/B4RTAE4FU2rQIhIymoVuyvnesYJie+zTE0xOtQoFcNcn
X1vF+I1zb62NuDqfXLi+jhPu3R0DR6zG9QCEwGSOQbgfrQ7qHhS4HHH5clRfmXcK6K8PQ09XVxNH
MG7xzXKvRAl+RlxecuesmdyO0tqVp2X9pWxpfoAUQZbW0c+z4ccbyOfwsyaex7uKReTwlh0webre
WyoNhvLzWZEQ3OS2Kzmd7joXeLwn1nfHrRnD3v+IETzlCnrxuLeD7iD3Szvq5y1sg96lgLvta9gs
YGJp4LeEes1N+8Y/n75PNR6/oeDdbvDfHyCcZV0o8TmFbPiQri7z9tAkbuTC/7uovHq/M+ba/Bul
GH8TQ4zkb1soaLzLAko218wnZ4TvqpWuA95hj6kHsV8hDHr4Cq2EhBzdr3CSVIYLEZh09tPzlzhe
4P+5lf5afqkrOtcGLxi2TvNae03w9fGhiL0pf937qw8Z3ZlrowKS05BFOWmhHUyTX9h/5bXKlrW1
GZRFVrinlBN5tf6Hs+tabhwJkl+ECHjz2jD0EikSMvOCkEYaAN3wHvj6S2jvdkkIQdxuxITmjYV2
1dVVWZnUbPBuFdv9wJ6EwqnAEcpqq8qdQYFgVSBA3jNx73/a7HZB9h4PvDHRPCUeKhECG3oYdhep
SV9DI//sq10Qv983MrsOCrCtUJEeaVQmW0KXql4RKNYh6QQOWV1QjHh8aKlFYkMPbm/QbuEUzJ61
UXINfOq4cKdnDSzxTQt5ye6StwndSuXA3vuAJgsg1tm5u7IyOWqdIXmRJuSYOwjf7z0oPu8yKYAu
uFIZ5/szKEtzbgulFQQ7BhixpIktveaTIqwwhYinGqdy+q24EldgSXY5J1hlr9gtTvfboht+C525
/jFd+fsXtukd41ft+JvMrh1hBX7AP8E7ZKnLeoO/jX0OnWi5EXsmOEcj4D/fOlluSe4kWc3gAagY
kLQnnYCsgAem4RM0Y4meQzD3qTr8l0zcjdmJZwcnjxSqFbYyl0EM+1fqnRtpoyePCsTF42MmwMvc
X5TZ9b8a5yTQSpkusECPuovWhP027brCTiF2t1FBs7QQA80lYzA4pLAgXwEVr2kxr0DVPvbDoruk
drsFC90qOQoW91s9j6ub/En3qpOsyvX9Ac6e2yujkwE2XAfokpTAf3Ktt6OeBB35IgVHQBkoBNLb
4FcehW7uG517s94MdRJQxmlS6kmAoYptandrpQK7ZfdYrNvUKZKDEtmih6yuzcVLXmN+Pf+e4+mj
UqgRaXoSvDSvVI/gLADZqq1z7YIznKtNXI9vqtYHhWolgkACCl0G0vxHZuhmw29DdBZon/5bkwRE
E84QlL0/rd94hx/3MlLUECyAFCP6BW/voNgTmVD7MBvyaz8GBwNyplW4ghi6BWe8UTr033hOzSNI
SHwLtFuWLBzL5M0o33Ntw7373B+x28kgLVflpSfLXPpp1Gv4++MmZ1couCZhEo5S7Nk+XZX1qaIX
XYYA7ia2tdrUGYB4CtvRWocEKoST/31i98b+ZKdzoZGA5QtLnyVoQ7DjdM80u4L2qpYtpRfHef65
DhCMkMcyEbIXt+vASRBTkAvcGp78KvZrtX5TuYgEq/+03P+YmYSbnuonAy+PD2POkeUXA6UQWT9X
8WOpgG6eWgpCHpGEnW5F2GsKNoQu+yRF/BFraz597LiMROFOYA3oCIWFM740B5PbLOTkXBebqrs0
yFDILDATz1G49FQj8L4/D/OOEwHY/033ZNt3XgoYEF/jVmCpQ8M9Mx7ynL5lxtFAb6qf7Qb+TRqe
Yn5Lq7VX1xblyi2n73PAFe9/ytygZSSrvmXlUDESbxce9OhVp6SQaeK1vHuXw2a0IwOnnKnCvolj
ZWmWx0073WnXBic7rawM9KLkABH4D6V6lPiKgFuyDp0w3cbiUrlg7q5AaZEHzBT5eVRibken95Uk
dqmHE/zupx9lsOGhqFzn2qr9uD+Nc4ZQY0eyB6oN4MebLKjHKa0uZm1/6fIcAnZwYlztZkW7HtLw
UZeXvPXc81gD1hhJG0hFQF/2dlyQzaugAIrS6JBqK1a7bRc7MYSf9XorGTsjE7ZS+MdISvv+KOfu
omuzk+n0hUpiSqD1l1A8aeU2zF8Zc+6bmNseVyamNfJB6fo04dT+0pSvbfNYFJ0lBE4YyURnlwIk
uPfNza0bsqYCUAhAZIBf9nYiudDLJS7l+ksVII0DdfcOnGj1Wm/rdYBK4b81BtkSyBrh3KPYrU3F
yny96GgQ8MCzALBSOI34Lv1KRaKxhXvj55m+tTM9YjqjUejDDmdsQZY+aK8ZhIef7g/m52vm1sjE
lVdNpEQ9BTIGSAcA/WUPQuRpzy9sh5mHO8woeC2h+oNs6jS9bTCh5xsq4ZHaCWanfyD6Addx29mQ
pvcBoBwA+3uF2irXP8fKTus/e2QQsoCzFKAGcpmug+p3EH7JgDb0W0hKr0XIA6WWj5umrcGnujQt
P/fv7fdO5j5tw1DRWqDO4vTYD6dqXVqNSlLRArXr/QVYsjRZgBhAlbLNYanQNoG+YUpuM/+FN0Y5
ex5ojQVs8gwaCyPDBYF02CgJrE9uCgyKC1hnYGQsOkhNsC4zu2jOndSRvK3PCb8CL3Fb8qRlAwGo
hMq86ftItHirit9AbV5I3mnyHiDzGysbMVioVv70TegbBRoMnBugRYfe4+1Jbhsw2XWl2KMOAhEZ
KFf00L/ikLxg9Ov+xH/LK91eYaO3AMn9yN4DcuSJG5RSQS/H7omLXOCKBna3c/zU1vqzoTwNqp3l
j40aQAf2XPjoswkhOXnKuFMFmFH4hyo7GtDfsf6piSc5eVPrV1Uyudp30mphg8y4gevPnLKB+kIG
F+bJ4qWRmegI6mCjOSfcIuHKjmAPXuqDmzbYI5zB/QeACxTAUAJDbut2BQrcSjFDZ+ZllxKk04Cq
Vs2Pjw/Z/DjuX15e3t7eHh7ety5SbORPC0KFz3+9LLCPPA66PrFJoVx3ax/U3GprCINyCfbAWRB1
1TmKU5rxwV+Fq2onrTxHeopXw1rdCHb6qNr8SqPgVqJuvb7/KTP4G2ieyuDLRziAd82Unjc0fF2N
jEi9KAAmEKfKbQ/9czb3Vq6XIIqztkCPjzc4OrVBWjVecVdpPCGgGvTlNfXCb4M3sDqsK5I9JDaU
tBfuyqnm2fcCjy07kiaAAfhHWq7nJSr1taFeUvIIUVHSmq+PPvmS0Zpw3L9tA9KS5/sT+Y1duT1q
qNmCgBwqHGP8NlU30WqtzTIxVS/W7lAcL4/OL+cAJq4e4rXkw9kAX45mAYfArTyVx/V6ba63tr0C
m0FhWqfdwr068yC8/ZrJwQ8GlM35NFMvGpgJQfNeugDyhRe6Ns18320jZJO2S9CmJaNTRm7saAH9
YJgCPDifzV/9Rx7Z0ou0Hx4SANCfK0bSs39emPfxmroz71MAJx9SPMGDHPNuHaxfByD5HxPLeQzQ
ifYrJx/jpDuxqUugsiseLMz7mRLzXSTp4/qkHGuyXtgI0464v/Ye+KDhWxDyClMYa5FEqt93pXrx
DvXTwSn2UejsX0THsFdDa5nC1wn4zj/9VluCJ45r+nMm/jE88SpB1SM9LMLwIFiimR6MM2TLcob3
v1NJr/enfSbLhA2mjujqUbCYnz4jOqPO05CvcMJiMuwbw20H4qnHzj94L1po0qdgx/qFqf0ZAgMa
DDFRdG4o+PddzL7yH1pHuTbsfP2SYUUV281WS0rvc1v4xsQYylyZSEKjS1rP0y78SgYZR2hTJ7Q5
syEvL6imreVF7pFFi5OTCiBCLUU+p13QFwL2K3/NPRQ75gpPopU62KAggFrq9f2uSkx2imwooyAj
jyQKIEu3o1SFvBf9qMQoTQAvdoFp2Ln5MXbscyZUGknspE5CnvJVvs1X5QFoCGecg3gFrUrnKbJC
0DJ05KisCkJtegoIeFHI+PUQcSYZmAUiwpkvgC+a7U7ZRAduU5m+45nBJrdbcuacpc6h2Z1xNaDJ
1lfjIg45rdAuVub4Jzd9XCJB+i4QTKYMiHQIrSCFjMM97WDUUKav4kbTLhU4WKWdd+SeMmh4Ysbs
Yc1+BdawBlHfSniBWCDRd6D+2AWkWlUrCFcfvScR88Cv6rX30C7fqzMuELUavF6ArQTQ8LtsfrVp
qd6EiR6F+kVCq1Zt/yo20KLfizbxLxHIZF7uH/2ZTCiwEVfmJmcE5qDBl1D9UoOhrwQ039FA6ItI
2kZjWOjQVWAjpgZT3327U5bE0bHe2J2cFN8rA7mQMEx1pW+rTfoQko40pLBfctBZNA9LHaQz/vQb
bY0GIEVEAmNS2R+KUAf7cqdfvBW1pHW1w8KC2j9fCMGWzEyCUUnPBWRNYQZh4Lrb+CdjRdEUpr0t
TN/MGbkZzuTZEYFaVsvbVr+8Jhs04DjsBETsk39Q98OqthJoBJEUSc03Ycnw+MPToyNBNw8oPvA5
YRkn3gahfBopvX6p9vlWfVfB0F3YMhi6+zP7rSxAIcbNNzUmIwpDoRSYX2g73RrjqZcLbRMYFym3
IXQLD4Uimo/2gCVFzrloFtnnfyxN5tOvpAAKBtS4GAF4DJUAuNZ9KVmsPqt2CwbFhZBudGE/BwaG
Tiwi7t2pZkeJ1pVqiBPjkuzpWT2L1vCfZu5vA9Nqf5X2Qu+NBtQDtwYy/Mnf8yDcWdiFP/OBaC/A
QwON82A2V6fpe4BSDK1Rc+MiH/j3fCt+Fn/oU2KLT+LCm3J2fRAljOAcyEEhiXW7E+rYk8Ej1xqX
AizTT/S3Bm5LB8XMNiDDu7YwebPO6draJMdRMbUJFa82kJ4b4WJokklP/gkEWDvtgWdm8UuiRIzJ
0gt/7lBfm53c5LTmdA8KYNiEj9UjPcufwlfNk/trNuegrm1MLlcjzTQhZI2BgDZoSPuOjrDH4k/q
VEsMZXNbXBl7f/AaRePRFHYghB6EN+PEu1gMHL/H1t2Ix94yFbPcC/Y2fIzc+wObSRRBwAygMqiX
QSQSb/HbLRLxTcLpFQzyW43kqwBPUmVX4/4MUBUO7ICITgwMgGTGj9C42LUfnHP/C+YeqjdfMJnb
pKr8rs/wBYWFhq4T0ezAkT7Klbp5eRCt2DLeIpeu8n/tS4CDGItnI1+aBrmn23H3ehELg6Z4F40f
HA9yCYWwHf5wVbswvJ8LCjwahAYghAaEHGo2t3YKNS/LOiu5C29kW8Shv/PB19ZxgnZMMK/wCwHC
+Gs3HlJGckFAFgMvBAG7aDwrV2FQLzE15DMmXiIOTpi1RWKlnlLYolRL5v11k3+cCaThVTgyCQ99
RNHTYpQYAB7TD5Jy4YYHId/y2U6nm8wgGjrRPO7F8z7DcG3QAw+YiX8euqMCmWLRRZRmatKq++T9
93qteecsMgdXQAUb/38V72m6NvRzW5g8ep78Xd+FpPYcD0y8pVWheUGlpChtoPvrFxaRqrHVHIE5
SKMzt2M7yV9A6Py4TDFKXKGIKyHZiiM5zsLVjMp1UcXJ+KJMAt2z87JvrFxDGpFmNWdHIc3XgZj5
dg46uoWdM2cZqlEA4OpIqP9A/MpKJykeV6gXteOEldgxj6B7PtuUHSY5VIx4pZUsOSlGv1Ton1va
sUMJiVkkj5E+ndwbLVfkPkVWDPAb4CRALOF5hGdbJXElgWSHOHBqkLUxU6WHwd9S/RFC6CbYo/nW
5IV1wJlDQJQPo98Ng1MWxFePQg00ZvZL9NdMt6UmJKXDpc/RnzA/xJWHHs5VHb35YM5QwBdi6jvx
Ndkq8onXByekxGudQt9DL2nBrf+M4793sDBmysdurGmHlCqHCkIKpOMoLx7xfiqAPY4kq84zf52V
FVimmki0WCE1m1wpT1Wk8hZ4ss++GteWKHi6qRiQKYuTP/E4Qtkf9RYlyGERUYolkoPpnDSJ1m3u
n72fAJARa2cAmaYDIA/mmkmIJwViqw6+HrlSqUcbQxTiB5FTN0EU5SQEgL3pwJ8seZ1jZDhryMFn
jhLTcmH6fsYX6KhWNG18DI6Z5Klza1IA5WkxeJeMximphPQEhoedXLQkRWNBjpVkanUMtOdQWPA+
P5MvMK3j5S4DBqvCvU7PpadKOV/wvhunK0jtSetWcBp+1VZW6LbVFnBMxfuSF7usxp1/62BhFmMW
RolTHaztt+5AZanEszLxXVobus1zKBe1Hu/ZfdoEqzIUYsiOluV6CDx5KwZc46CvBOLVQ2bpUoAu
vDavlsLJMciefBLevQaoPCDGiGz65LDKTZWAtb703YLJyLTR0lR5pphoN1WcQkp7pwak0GJVrq8M
nwerKi0Tpwop3ei9uIRQ+JkkgB6kgT2Ju0dDbDtN/fmUD7Ma8B9XOOuBGbND/4cvCRtMNJRSvLNk
q23tJLQlyCXIdgklsNpM5Zzw8WMEac69iP7vbB1TG6IRFNWxz75ZKXSbKrYm7BTJMoxnzfVlU+OW
5nEMT6fzONLsauhKhbrIdEfFitL4adxiRz17EBuHStNa2senWnvIZXDSVq9p+9Xv6LCK1WHhIH1n
aH/YxusTFSr8NaZRWC+1YuMPme+K+gOch2f5Tz0HaBwJsm2tm2KzZvKxUhwekg9W8R5BwKV9lu2+
sxS6g+KFLYtEOiqXWLdaEBpytqEus3z/vPCxtFcfOQnU5DpXtCBPfbeDX3nkylUn2RLoQcF5QsLq
UbDlXfwyvEr+Wjtx8PqFJZi8srBM34WhyVSNau1jHgoTBfzG7QmU0Bna1oruu2ULtdFTnz8nud35
Ky81Ve+r4vZNtsrrt2SgRJL3Qf+74C1VWGnABXUKEZIVcgyN3dJ9jucIn9lRY8ncaujRmvAQRTb1
jikz5cLm2Lo2IBRtKyfpExVS72w8VXRTgEqiQnKX+5LVUwAKgpGDfDtUb5pBOh9q7pvwzHpIkybb
SlnCcH4rq94b/MTvy1zcyHEo+656KFUHzY6k7J5C/2A0JtuG9CXPSbKO2QtamnBpozn/LTnSdM0U
awj2fuWoyovYWf2n6m987kkGMjzdar1Vw2Mb5aPqRUQCHw82U9K5aEPvx+4RM2yPGtikZKL98uSN
1rgR2+TJI1CGAdxdv1c1Rx4OSbaLgCsNScNtfN3MUDhOn5PCyjQ773bFKtRO2SuaVO7fhDM3OApN
KgD6CNGQW1GmEa9WVj7Pqb5bMUfNoedLcn9DiQHtmdSJiBiu9MrsD2mFdjUb7W9gfUY/11bVTbU/
yOXC58xdSzefM7kfosRI/bb0fLc/xDLafp2SWS2K6AFP0uC56k1ZtmWeWbq4RKcxczpvLE8uxDoS
uyGWOd+F9HYcQ/+mgLJAqRFFdUrQDyYxQcf50nBnfOYY/cPZC8AqaNOECdq7Jbko/MCt+AcONw8d
ukPgQzUzA54iIZ0EKeyyJ5CT2woImhsdxzHoN4a+xB/0E6SHKB08RWOuY8yvTVuuY5qJuVxLgQsB
r5aIqGI8KLXYrfIG2uctFOv2pRbpl1Roj37FVzvICXdWGvcdUQNBfE3V2jB7PmKWmAvpZ8Z5S1Dv
2S9UkPHh8RqEUPpUTgf9SKCIghChW3vSugipZWiFCSh7qa2y0gnqxi65TUIbK0ifKPccFXujcJgG
uPLH/TPzs96CYrckQecG3RSAb6kTR65mstSrccpcdcUAaRJeNKc/wFkx2RS9jaiskTF8Y4+gClrK
Nozbf+K/wCYF47hhJdQFJ7FKAyyGWBpB5Kr5Q2I4hQ9OnnXKjprnSupvqh1iCNah3YJ/qFS71Esr
8fjXTLx0YAwIEggpSimApq8tD2R15Jl6Fm5hKiFcZUrKZ6CDKyZYeAD+SC+Nk3X1yeMRuHoACnIk
c4i7mCuqseR2cEMObcsSKJ5ItOOCJqYMvaLN/SX6kTWAURnnCdcc4PEIcm+NcgkwviFfRG4BSMS+
XCK3mVuG65+fXCOh2BbAqePnhf5B65/bT03aZg+Nbi4l9r9rQrcLjiwE+nUARkLuGzmm24FApMNL
pYBFbh8NW58e5H4rFNrBq/e5mw+y3aZvWb9uTMQWFid7l/vTOPNAwdt57NtSobsIErNJ9iUWObn2
Ai9wC2GkwaItYT06Pp0mOiQFJXGx4peaWX/ul1uTk8MV9eCKEhojcIcgM5lYk0gS0ID1NgzKF4ck
0/0R/kz4APIO8nt5JAuCeNPkQHVx2qE6rYWuFLSQzamHkvApKGhbjZn3Lf0s6iNVBt8KZB8I/5Eq
nMxlmpd+J2iUummy69WT3wyg/UGvmfiFjI7y3jR2lNi5I1DS7lX90aic4QB+HlKXJBF3bKmC+zNv
iO+RwH47untBE4zJ92hVRqnIRdStuEM70kuIZsw9KSfP4QaSJZv4UUdJsiflUXIN9Vh0az9Dmq8j
WrIwNT+bcsdPkZE+AFwUizF9jmd8FxcpuLLcQv7MsktTnEruKMWK2Qe2HxLVQ1M/dZXOklArlree
geiMrcVaJGJq31+mue03OgzgL1H7wWVze+BYmnetwLeASUkSwiGjTlaFRKGagkrNmmo56EllzM+/
NwpyplFNHWBDyZgYVVgZCHEQMjcKdH0tNyW/aes3oWp2QCENeOJRY8HiTAbkmz8BKw8W2JEr4nac
fe6FpddjVgf5t9xvek0gQ4z3hlyS+NwhGC9DW6htfQkWPHfgFPD2oAUfUufItd7aFds6o3iEU1dT
m+EggOGExeh1qYphwXf9DK2QMAYBlYAEC0j8ps02Ut3yvaYHDAmOACSFIZzXwiUz55xvTExiZw++
GV3+lLlBKRBBZ6QeELd/SoAuPPPJWy8RH+2tYM3uSLdQmprbptejm8TJqi8ZCIdy5uqZooGapeNM
GgmAJGUanrtaqoN2Ko5X/36banjho3dJBeJxGoENQSAMvFEyt+opGmYvnpRbgeSbtMtwHuOlLfrz
lsUKokUHhV/ghHCT324VL21YMKQYI9pVBSdtdZFUSZdvB2F44sKCA8+WBnEsxKproc6ADKNo1ZWD
OrQqrgAVgj4kNgPG3qlL9VOjvQRqKy7cxYO42NI+XviTaxolQiRtBNDC4hk1CXIqEGNk8SBgOeJd
DS0jHa16RJceyhRdzVu0pvLlii3x9czuP0yRxIsGkodIp91OEJ8qvST3CnONuLT8vlwb+ZkbzDi5
INctFU6NF3qn70reQs8v7y9FQeNRnQ4arXpjbRRyObjXbs1XvCdmg5hFLp824YFLdbRQ61F0pHLg
Mi/kH5MhHVaK7sVmn7Vv/3ovIn+BuhsQmpC7/I7Rr8JKRfJZ1mVV5IKaCN22O0mx2tyWE1Cy/Lpv
6WfrOLbgtamJqwSzquExqYzckcg42LxqkVN59kv9GpogELAjB02Y24yZGmQG4kfKSL/2H9XFavTP
mBaIXx3OTMIBlFGeup3uxoulgYVR7CI9XVqpKIBxjIGW+99fgDdmJg4619Mopi2L3Xig6FLegmsq
EHdgj+mWcp0z76ibEU2DWzH3A77WYUo6i6shJdqL/qb4RLc4DazuSIGFTtcS1L7OCys67szJzgVW
GSBARGIgJvhOilxtnkDiaFOEWeyOUpFIuL/3bnmgzheFIppDLR3gktYqj+rOR+5jh/tjKfiauZxu
PmBydJReDYEhTGK34BOD9KoR2T7rE+f+OGeyKZjgq3FO4gpfToHcz9LYzSzVO9bQnSSZaOsJuDAd
TlyXF7HYqsl6werM3XRjdeIMVb0sFNnA4LTHz+J3TFCbYpb82pnIBG8KU9qadv9xum905q6ATSgY
g5oOD75vbMXVivK+6IPDoIpdjuFFCWrUD1waycqrG2aGTcit6lbsTDlJlwClPxsB4B1wYICF5IGD
xEv39liiguOjUFRHbgR2vkdadRk03iJfrk0/4wSAsZR80M9j7u3Z51kPvbQoLZR9lqZVaoY9i58D
nzafjDPK5rPDLqgfwzDjPnAEFX8tNTUHcg5DLwI0kuTglC0EOSssnqracPCVAYwiYVFmKsoSrfGb
kxA1Ox1L5RTJRUOxhagLPqQu9EOr7mjBDk0ZdYmZJiruBlmpkta6vxCzh3qkA8N9jasQ5aXb+RBT
qDjlWR65yClUXGPpJRF8ECV4J80w272C0rVuggU7CloTnb7ocb3/AeLMtSRdf8DkcQ7kUEIjEKC4
PV3XCg8waR2qJGbb0ieSZDJwz/4GT2XnQBwjQ5HECUqi7LgaXMvQCONeg2fMclQ9VT5mPCRGfM6h
HygvzNPsZwL0DKJUBSH/D46oFi2wfUaHCDxiX+E7v6Z7LpBBz1s4YW01raMWpIFwpaaZuV+bhfLK
eQ8xMNmNaRSR2SFMZxvPs1GwZKJZsE3TbQooHSck1whPLwuTOnemIR2PQEMGbhNvtNtVrZEq54ZO
iNy0X+fqrs4ZYYGDTKGErmYqfdVtaFfI8jdUIA177RPCvG0odvg4oqKUmW906dmABAGUA/WXnj71
ADrEVpFzpF0qv8/5Arym8KTHy358xN1+KxcUYdtTI3JR328sv1YzK497jxiYchuFVZVEENhYFwW3
xJM187gZMYNArIytOcZ3JHHlhaIi9XKmypgllffXZSdBSUrqhwclzrOFa3ouGkAJUkPlWNPBXjYJ
jjMt95ViCOHaJUEGs3Xd29RIn1Hw2fIsXyqczN4kCG9FYPuQDAJNzWROEWmGNRhdXD5Gw5NgOLQm
FQiyqovaO6gMhC9ssPpg6QIbncX0or42O7knPT0IPZrXsZurRM2PmnKo+Z3u4IBybJd1q75YLWz0
udAANL7IMSOeBxx8cnl1Sl4KQTDEbt8gGwGMEfHKDxGw9ZLU4gvKIvoxQFxEbQ6iOpDMdUY6VsD7
DbBaD3+EfuvJC58058+AnAHhrQYQjfZd07raVHwucGHNcYiSAgNSdT1AC0KlnEWuVA4SbwQ7Ic19
k+fi0KxB/Lzw0JxLFEhwUQaeYCiSgzXrduWZ5gVgN2eJy5U5Uemr1qPOBxFFbStJq6SrVpF/KvTS
DqslRz5O9Y/FRx5Ghr4h/OM04JWFGHiiBpZbhXT5qeQTyxgAF6A2a2Kz4FOzVF+aao+ufuLHjqKW
cI14FWY2Gu4HASW9wIkMMIw9dOGzHlm8Zy7KEs0cQxnbZczb4B2GVMPt7HB9pVAhFhK38iDSKW38
sgE7xsFYQtr8BIfKwDLh7W2MiUoVcJFbQ3leq3oGfSc32hdnbhND5NUHdv3pSXj6XRBxidVxLjt4
Y29yDtohaaoigL2UHAJH/jO2bzx9DQ9HtlfJSwaxULek/4/be+bE39idXDRJIpT6QMXEbX7jRcDk
XRK8J9pKSTOQZ4QrudCJpxzA1sV355LbeficzIqY3aGJqN6lmZ1GC5jSmfN380XjFrg6f9wgqx4e
oImLcvnYL5BZDR9j13dECL7KbpE2ZNYeQGs8mCrR3jnlGer7KNTKDPb6Do2Ua6RdySZdBecOaw6M
vckTMzuM/TJ2k5vmuiXWZ7zzSvK84AlnLrMxNvn7OyaBbdyg+TgwsAN2ICQhBpFQGiYgdsW++6rf
VqW1TwBuzcjWPbcfp9NSInYuKXxjf3KNl0kj5UI+zjsBsBVshMUe75eUrrptCglnEuB5GFon/+P+
uOdqHtd2pxxEYV+DbyLEuGuzVwja7fHcNiMPQhcrS9rcNza6h4mLu7E1vVblNoz0AGPUtV0DPlha
Hb3+ufO/FiEyc8miG1OTqzTWmZz2EoYlPcZotEFOBj3Cza5s8cglhfxAf7UAKx68pdz2vOf6Zx9N
SyyK7yOoCHCie2Gd5tAXM/kD/8wPW/YFjM7ALA4ELKmdn0V1IXMz65yvLE98GLZP20YDZpeXTqoA
UB11us4UF4PjWZ81JrVB9woIxZRXo2hVTlZ9oDsVbjeiHxUnFtD2AC78DZcWRBurPMwp3sUXXqlN
XncM+oBMZYxyoVEsMAPM3ddY538+ZuKuklqIgk7AOtPs0EC7Ce8azoT+AhrioWym7GKLW8qQze/i
f0xOLsHx+QuaGcyzpOwF6lRgSJVfgTAWFklFJiuKV6WMYEQC9QE6pFFNm/iEQQTNS9NpdC/Tc8Vb
kvSLhmhpv38oJw54YgTtObcOHwVZNcg4ne4N/50rDlIPAIZq0+4LWrRrDu/mCPnu+yanh+Qvm+gK
REUODPuoWdzapB7o1lrJo/u6u7TKkZMKyyiwdXTdkYDEQjWlI0GhIbRJJc0MKjz0chuKJuU2i5cy
gLOTDB0pAxBZECZPC5UeRwVWlfgWKHKRaggPaUzNDoAOpi+xjk1CvL+GfWVqslmzvq1ZzQy6pzzg
n3xBSkFY3Z/ayeb8ywReSUiSA3TKGxO/1xtZ0KpdwPZSeRAD3VJjgK7UwQT2nHDq838wZgiYtJES
AYwZt8to6HXDVRmMgZ/vuVO3lVw4HFI0HNvoWb3UPza5of8aGsrWALnjaYaazK01ZEGaihmwxsUn
DwXrAorqw2KfAn7k6or6XyNgb0WeH8Oa1maLNiuZooVsH1fcL4Vq/ZHX4iU+k7ktB0tgNAEcCqCN
yT4IgjBXmJSxPQ/UE40PgPNXpPGDlCT1goOcmzSUaXjA3fCWQvfF7aSVxuCh8F2wvbwVPDP5lb78
+y1w/fuTsKlVYhCxtDnba4LFD3gigQBdj/ptxoM3MqLOfWvzo0HiUQd4GaOaBBBGHjVKUsNXdTxy
XOlAJIB+G6AG7puZBkXfuwBo+b/tTLZawvc+xwSZ7qNoz9ISeLzK1MoXaLEQwYsdQYd8ZfZVggr/
vuHZjSEakLlBkQdErxOH3yBTk1UBfFHSbMsWkvD5SxBDVmdJHXDOEWn/2Pke/1WQXzRcWilIIe+T
+LEIH8vAvj+O2XVCIVMA0hLu/RvcdvX7Ori7vTKkbI8uj4wVthFtA2NJxnzO1QHE97eRydZugpSF
YLJgewalK/YZGNFZYCoSF9y2rfiFZ9E3pnrqGK6tTTY6+jzbtu5HX9c7CUCTgQKcum8Kbxl6z1Jx
3w/6Y8Sf1Wgw/fYUVLJZljkanOwhEK3Q/xUXp7jeoFxtCGYZPfGAAvMa0uO58nR/7ufuc1D+gSYH
ihjI0k+mJUwETy1lzH0SmQb3S1ShblJ9AuJDOG5TSq7PTvcNzi72lcHJzOhtKYdqzeDNCki7G5lF
wVuS9AvQpdnVvrIyORpaoGtdyMNKVX8lPvh22Jo3Lgq1omwpqT97OtB9Dfo9ENSI3zWQq90rBT2k
Unq450bzfhts3ZTd7/8yZf9YmFyc9H9I+64duXWm2ycioBxuFTqpJ/Qkj30jOIyVM0WFpz9L8+Hf
u5stNDH7AIYBX7hLJIvFimuFo0ytBr0SQ135dVtgWj6s3ZTqieAirhoUjCcgm4UuH8zkX5r/uOis
pFNoBsjrH2EK1rXhMIS9mwpuBx+9/s9gnsnhXjSpSoZIJ3hmivwwMpQ6WDAmgTU027pl/pS7Yf4r
Vl77vnSnMbCH+s5MoxOtu12Jntqx6gQbvKotZ9/DXYIWVK4yNbDBo2fG6W7QzeeKdEjM99uIJqJ2
4tUbYJiYbMeoARo4uOciY21oEFbhytkAA2kOLUPirhZcgOUaXRkgtCrrgIGCC8QPnJRqbQ/zOGdH
3Rzem1g7qUm3qdKjUXl9gy5TMxH2IC/fzYu0pGXEBXk4FG+4mz1nGKhC31J2jCzVHciOFYeweSeY
wdGbwKgqT0PdDxUvjJAZ5vfbV2RNc+GGLX2tIIq4in2qwZ4KkpeQTR4XJEC7ov6Y924p9V+b7f3U
3X8lXQVAhkY60ko4PXluDnEJrJX2NNj6IyKX//C8n0vi3BdrSinaqyHJzoFZZk8PeUTvSIEgORGi
X67p5LksTidtNJolMcmzYwKitoH8aK3Hsfz5H84I1NDoJEXZAo05l9YFSeK4KgrcMjpsNS0Oou4O
HYVuPosGJT6Biq408UwSlw/WW0IiSWG4z5PlasloO5XpY5aStIUno98pGqa7fGy3dlE8ArkSDHXl
ycwrFC9mH11cu+5nh5p1lrJNFMmTIwNZdfgeD/NukjrbybVxHxPAfqMkiBBQErl1fD3pfyr2v+Y8
kLXKn1NKZy/KUEZ50Sf4/HKYX1Nddfpk206/Zcy8WRjWR3Wn1zXUzawgRnoK7EAC+7x6mQApC2w3
OGToOr08qL7q6wHkgrhMRZht5dQy9qwq1Dd1lpv7ltSict2q8mH8C+OmYEpCkuhSHtK8YwpUcChf
3nWeJvXGhpYFYDnrRtnd1sFVX92ygDKERAmiNpNTQmYgzZcSyKrCR9DlbWfTqtwqr5+BKH6QrOnV
isBRHrKNWnSPt2WvOQrnojmtpMBXrqdGBgOYbFeuqTPTHZlSb29LWd1MtBeg9Qsxtso7dMocp/D1
dBj+ulluck/vJFUU8qxpCDIGKAUunDhXIMdzKMEfqUK4tyXdz2a5j7N2l/XoxkZnpABudG3bAE2E
aWQAvgHkhvN+KnSXNWZJEMgr2bOJ/gil6kQVpLVNO5fBaaBCSWnEw7KeqHOT8Y7OpSf0SVc3bXGt
FmxG9MJwQqymUAo9t2GV6LjJox81co9x0m/SVPRyrG7ZmaTlS84MyGTjKPTQgiT1r1WWjsT+fl3J
7DMBnIWoGy3M4gj7lUhbpOOcLAEnksiFEe0X50+AqjoN0cOA94LcqRgLtNq7iW0USdQJtnr4gPcB
aizAUTAcc7lb+lBRKtVYjN2eqiJ32ul1Tt9ub9jqiZzJ4OKRMLIysKVCiUvyyrrEhTH4D96CbWJc
f+HfQMMrJ4F1NG8tAPIem6zy2w7QaOoJMNZ+ZIiiBL6LaXmfEOugEx9ZUAndrZx6YWQ+akq7h4np
EozDgYzUJSQbPFlntoxOgCgLWBRKbpy3xNNC+q5OwGpE21GgsyzxKpTjfRPtMSBkNL6umBefximm
ScYxnTpE+RJr3WE8AFTBGSxBCLu+AeCuQ3eJDEBSkzNJJGJFP/YkPUpy5EWVtkujV1B2NyoYCsK3
dnKM8UBM5mhR7SYG8gtBOkhOrIjKRyuau8ymop8GQDMGXIVLzU1MmUlmhSyD2ZINxWA2up3U6vW2
6oqEcC/mVEaWljIImZDaStTJT9DMT01J8DKv3HaUZtC0ACQ4PMs8dzHqMgmmCcGPSVLT60vixKMH
TgRfRUHu9oLWJIFNA4UStAwgDuNOLyz0rjUIJOE7/IYAlrGvN7IZ6IPIk1u0jfNDNUySIx4CCgaW
xVmWCCNVlFDE08iIJ55CtYNZYoh4Jt135KkqlyVAd7m9uLXTOhfJmQEbXJJUl5GNmMC4WYfTU66l
XpTK3m0xq3toAHQIfcIqGm84pchaGfwd8oTTGpTBYSzudw3bxf2Drueae1vW6pJAHS6hTAEmR94d
DqfBAmIM7LM2vdJdrr+IalorxhntBHBADRM0HBgmvLxGcsnyXqdRfsxjjHuWAD53R7sVxccry7iQ
wpkmKa8bSS4TtKiUm7FH8x/MJh0rQXi6KgWnAkC2hV6MLxboTdvI8pzmx1BGWnF+ato7izYCT3bR
W06v9QUF6v+EcEtR8jgprKjAW1OZgz8P2bOEoU8vTqnlJFqV++C8sLx0TgUR5PrikOu24Lsv0OKX
B5XGfT8zG1l2SR4TT2o6v6LD4Jn91wMgrO9fOZyFyIkdJQbDJoKscGeXb7EJCIMKPdpMYPRWDAQE
WQvMDGDKMBxzuaChbbQ5adv8iDaqXVgAiV3R7pVc2TEiY4QhE43+rm4geh6XET5kSjROnmr3bWwC
QflICxTgE1jY/m+XC8H6VpcFU470hIScKE9KktfxrOQdljWMEYy4HDkU6BdmJt3F6OOYeqC0Wr+G
1HyPAM9E50NssA2YKpzsxZZ90tWvINja3zYiKwZLx2TIP5/ErVy3Yz1E/iQ/ggWNISTKyt3yjrE+
EYQrgrXztCVyBRyCCY3kRxa+jqG2k7sB6a7KLcdN0QvxlBc7e3UTdUwMoBFw8cc50xUrHcXW1vmx
mgh964sc3OiDHLsMkHwuKYryZNVW/1SqEfPnNMP4hqz81AYtPTWstN9v7/GqdhkKRrFVwEhfdfga
hZxX6QztUnTlhUgNHiBT8sosEjw+nw4mv2rACyxgB6B5QKvD5bWxZoXONsEeh3OOqevR7WF49LJ1
tPrUKuFGSrst0Cm3TFPdEEjT2d8CReDsOctPo4gbdm3RZ9/Cg7KrM8vyUYFipR2iOrQlxOjXqQqB
y7mmVedSOE8P6GJKNZU4Zyn7RipHA/KXtlX176Kq+VqvBeLsf7aWZ6apxiJGbr5BIdPpW5e224+6
cycAAOXO9GzWgMvz/oYCs752N89lcmZdU7uiUy2YC6lW/QJVAKCJuU3xigKnwPVbS60tnNNLUwDM
rsZ7zBR0ohGRcFqsAW+Rh5opDNKsH2R0KHdeTJ6J6WeYUWHPt6/GWt7pQjDnMNUAYZLlZMC+jpgh
R6ty788ABB43Bv0sCALOwmEYoL4tdlU5z5bL7SzAsvIotnqYh9RwCAP+RZiJ46FVKUAuAzEPcBAw
r3F5HaOumDo2Q2fyGXw6HQYzhlcy/Jcb8AkJaaDJ94pqhXUt4Aoz3Ple/hGr7TZDpNM5c00wMyQc
vlu+mDcwC3ApXAx0eaKqd7kijO4UhGEE7WhpvU8VeY8umV00b6jxbEv7cGB+1Ph68wOz718/sIVg
2tIwyYiu8sUOnGVuEvjvkZl0xRE81wNGW1KwlOUiIWvGZJGArnkMIl3NDuutXBidaRfH1jT+YBT8
pavZZiyUl3qZiU1ELumVtwhrgu4tQBigHoWme+6NmkZkmkkajYGZuyhZEkkGIM2IbqYgUjXMDoyC
PVyTh6XhkZEwqIAxoss9tAqap+MwDoHS29XvEpwoLkxe5MWo7W1Yqf9E+craVWk3u7cPj28vRK8W
QiHM2YF46JPimlup1Bjh2ErDENDeSB8LPc6exsz4lmizvSuz7EFSmz89lZQjgMbYMQaX6h49xIrA
yF0dL74Ctk3VcbzwCnTu0g9lN/WUxGNQ9CrysT/KUndyu9nadSCh0H97zVe2G/EzGp90hNIYgALQ
5eVmt0zP6igzcbjjvcowfaChAR3c3klpCCKb61cfiSdAxUODFASdV3m6vIzibDIhir5rh+GOYKY4
eY1eszvtMb0nh/YVvH6/RCxeK+uDUGRskWNZaI24fkcVg11Fa1pjMKHfbxoq17YyXyGZU4BZ7Mtb
iSBA0zCpuVx+Ps6d5s7qq4JOAeihMY91yAF1Xct3ZfZ2W85yJBfGDfsINA0VU5WAmkTb3+WRmUVl
yFPaT4GSfoua91TUe7F2DXTcBaQ8kFNdAIovBdgorRVqZmE4uE02xHxL5dJF/5qbVuXRAk4YwJZ8
UpvurLwPhrX9+uoAg784oMjwIKi/FK5K/ZxXoBkJEOwrLo0KtIPmzSi4YytqAfxsJACR7EROgh9m
o6OctBkIYYAfoPsGlU5tIt1VHWB/WqSubq9oxZ6BeAJ5MajGgtWxfMvZm6AoczkDHwfbadTMo0B3
91g9tF5ZKcWvxEykY4Xj2MGJkvzbkq8edlNakuIILNA+B+DI5cvOJMezmUxToY9BnYPRQAadlHyH
ec//IARjerBayL7gXl8KkcC6KOdKPAUSgBm6RnchRFG+6mIuK8FkHqJtPEaA978UMslUAgt6MgV9
/pFl1JERnNiDawk2bMX0IimGqhvg1WEM+UxSpURa2zfSFOTGb5NsdFTF8vyg2WCUZ6I2kkWRuWuM
q7WEWUBFXXBALpekq4SGCU3mAIWFbVFHL2wuDpP6F2jDrqK4cvvaG6PACVtTCFVHGypKi+iJ4afO
RrBeNfgUmGAgZYfaCbQoHnIlAoVf20WYWxMwxIDD1fgrbKPnKK4ScwpqNMhkxK879SOf6vu+NoMB
OFC39W/FHC5lRcnSwQu4POGX+1hJABnM2nkOyqRvP6wi75mDvjzr6baYNYthoql2aXzAND4Pq9CN
uVGlmj4FSdxpXm3YsBmqrj4wcJQ7lUwVwXzHmtUAAAnoqpZhAJQILpelUm2wQ1OdA7ksdsBPV2Py
m7VOa2abrgFytp4IvJ8VfYQvsGTlpAVwReLMVAfQYjPTYimYdeoDDMcvwTLQqG9Gty0Uf9Q8VKcE
Ilf2FCIBlAS2Jcz/fdIzntkn2qcdKVKIjJt4Q+3CJ6NTNh9qI9jLFYUE0R0GzgDLBEfgk+/pTM40
m0hiGZiuDTu5dsIp1X5UlRlvagOogCTX8gdpDpvtbYVZOcClDIK25WVqGpp5eYCToSddaSpzkIwn
q+s3YR5ksu7YoY6wEYAHImiKtc08l8cpTI0YXNNLKAzm+gt/Dn26TUVP2dpGnstQuDVNudWGlTYH
TN+b+Wmgg28rWyO/A1iNYPtWTBW6IJb6DjqzTaTGLkWVwNkGoEUxBeij2pIOXcVgRWiHUDACvLJr
CKFgDZe2N0jjdo2ODS0nrZ7AJQBwuiRsT6Pkpz0LaC2qba6JAniHJC1oGnC4OYNfZFmblEWJNwzY
fzR7JVohOXqneJYeCbz6tc07F7V8ypnCV+YEUgcZonL9Sc4W9LNDOAsM4oouoF8PZTjMRi0NipwM
TGlJEk3HKTB6DM1rD9pvMMPGienUonzhioWHaUfBAIZimZjmtK7ACmI9g+kNa9Uh6DBV5o/bd/U6
vYOQEc6ZgQTzJ/Yld1kJjRV51GQsJqpPVfKI2VSLvtTSvgX2A2swjmkeMunlttS1U8JQFGwf9A4G
l3N1oZNzUcQKnhQdaA0kmXeqCvCQKOq//uyDPQRligUUH1hW3F1KwfYZDSZWB3WIwsYDgAi4CVL/
9nLWNxGkKZ/BK+RwYixjaCeD4JzqKvUm8jcLfw6b5KF0+z0j95OoS2bFwKLkAv92garFq8yJoxES
cibJ5wAdDl4koVm1AHKCuU2VQztNBwAhCRa4coEhcEGnwsC+jD6gy1sVStUc5109B9qooxm3ql6T
GA0TIXosNgAL+y3YziXO5xxEcIujHxYcNFBMiRNnK1Fs9mM3B02jDQfVHABSjqqha2bDsKsxMuVM
WgpKhza2giwZgUgvJeWDYeYGwKUmmwZZMYvQLFeuIkrvcILQ9qwhXchdRUWeyaRQCmerjyX4qDZo
mZu6dW4vfeViQAo0CCOnS+GYu41IH5dR1PRzMByk0/QnFPz8iqcDzDokIdH8hk4uPklHJSvSpGqA
axWa2xZDweqTlf/OzWw/hLmEOQ+a7dWxEtz2FXtpLyx5iDlxSgZfuyM9TIlhTtg6A0w1Xemx6ako
8RR0s9fPv27v4FoMfy6NL2MNba9oRcmgqwfzvXkDUU65sbzp3QKjwl4RSVvdUeR08AdGBpaUuxlj
Ax3usKOtSYNakXaYINw1ofEy9b/z/EEPXzHVdKd2njl7TR00kq8sIPsFnL7ILXRwb8fSLlEzwUGv
XVikLk30UuLdgPW7/Kx4NmZM1EKPVPVJU+7SAbBQ831aiJa/LO/ypgJTHAMXeJ8kdMHybEeRBRRV
RYclMoZXzX42UbNv8ruq/avL9C1NNNeyH0LjQMKvx5AQjHId+NsAmo1BycsFRsXcZyYwuAKt+9XY
zIng3lrMNfSP9kcMPL9O1Dh6fdBo4oADg1cStLZXEyaTZIx51rRwMqXyHjYSBdgeJ1gfAVfbNMM+
reXBA5mhIFC4NgiL2KWDZHEEUJW+XOdgg6/ZpDCFRv6NqIAMe54Tgbm9fk2W9hTYWtApLf1x3Fa2
fY75shgiqhKQi4k3Daqj2YB1mtF+WW3CL/f5AhV/KbViuBFJLtCSXi6pN/OO6BrMgZQryq7SUPlF
BBP/kOtEkKC5Htf5FAVOGiSTF0BczlOj06yNeErmoP5dNuW2IL3Xa92xBWMWbWJvYAgpoxIDVnEw
dvcDbU7FfATSk1v1EUO5f3C1XMTRs6ZIUFgL92WBefq0X2cearYwIMYF3lK5+I6ZEwdMNKiJArYv
OlIkGr/sDyOuxRVFF/rS9sKnTOeosQwg885BWN0P5C8GFHtRU+H1y3gpgjtPlF/aMNNkbPLwjc2/
1K/HQxgGwlQOap+Y9FNUzhughWGUzRIrowN9o6sqrl7cvxEz+ergEZQFlU4YTaQsMSKvXOol7TGS
nUUJYnJ0NxvbfgF6qNv7cRsZp9tv1PWDeClp8X/OVGC2QEKkNpCkxEBfl/uNbSceZo+CKYq90BaY
kLX7fb4u7i3QkD2UJwZpKTl8KOBbVl198muyvb2oNUuFBjNMKyOvAbRG7q61k17o1FrUoEy9MK+9
GuW/cRJhbF4XwpdjwigO8iZLRYUnARhrvYUPg+wCgckwEmdQwS0dA5pujBtviP+Udvssj/XDkEVb
lQDwWgiyvRwP/+idfwGn8Li7ZQh3Bk8BTTck7o6L1bQj+zBlmwUCUaJveVJvErAS5X5G3VEStZyu
7jXQa7HPaL0CxdWlAoV9pw2MYg+k+h7YvE6lHwn96kT9ss8aGj2XXO1CbX0pQycsrylDxsMYfpbz
E2aehAn0NcuBc0Q3A/QFVRfuHgwSWC7xTsBL8diufb2tj9cuEL7/7Mc5tS80pYtmCz9OySGrnur4
bjYwr+nflrJ6ldGShhQbfCAkBC53SYlQrqyTEL5tuwPXEqBihspJW7cXMWauPRuIX3Hmy7wuWnIv
BQH1PJRpDUGo69yReH7Iw+wDs/1vqrILQ/aiILp3zEqQP1xTNKQ5cK1hQZZ60aXUlOQsG6RMCuoM
NDbtHVEewD0iMFCrSzsTwu2hLqXoo9FTKRiZ/VZHvV+NbANoAre2FNfKFL81zQ2IWQQGa80uIo5b
KpdoB8XqLteWTB2S9UMDe9++GOaj0fSAvXzAzqYp4oX2221FWdtJjG2hvILSHsrOnNFQ8nqCskKa
Tcf3jkQBGbtjQdL9bTFrWn8uhltUace0aeJaCpLS15lbpEFaIp/9dlvK2omhUeBzigJvJW+DIztT
UXFupSDa5fI9KI0BF8n8kHjlNoqd27JWN24JV1EZRd87X5OdGs1oBgXPlw6+7iKOfDn9ZuN5uS1l
dd9AFYgC8wJExA+fgRCi6TAaARjKZDdhSoupDyYqbSwTZF3XVgO4GoDwIF0EmFfOn29DNUrbjsGZ
gZHQ4hIouqCFTn99fTXnUjhla0u1aPp4kILh1HcfsvlOpq3y5bkdPBDwrBHXIxMKuG3u2iZo32R5
JUnBpBymaUslNwRqcS/YsDUDCwVDXQYzeyiCLht65isBgqupp0mVMDl6X2INWt+5YJSz2eSLK5PL
J3MvOxB30F6Ev0GhwRdby1FBgmskDAytcJnpmKVOWrbj8+3TucbYQE0G5F7LswFNACT45Zrw7VKb
ToBpa4qgMd+HchNWQVkfLeU7kd/axgPZ0/ShPQ7ptiiDBFAf+XS0nhNyiHcVBpMyIJdrv9Te6/LN
7U9byWRefhq33dLUdfaIKdKg+sn2ufc0b6fNd+mofxfIWR6O653+dwuW+3h2rGlml4CBhRwKpIL5
bgClhlp5pu2X6h7Izfb3ITtp6i5+FdqTT8fllmjuJc1w9OrAILqt9om0V8OtXiL17CjyQe/AsflN
S1z5nYChFOTFYDlIXiryWG8AVdOS3LGfZgPZ1uiY7UDUpNgfVNm2xrEFbDf+cwXsxPg1faojp6Qg
MSOHErj37eyEIpI5nlIU9d7Lk+LCIsscGAh4bWD9Ye49ObTpqxXKjjK8UtlwMlRaTNNJkW/qQV4+
uPH0Ud11RbUBwWGSbjN0kKfV3hrf9Trea4EevcvNY1l6+ifXgoaJOC+fM1fvndJ6TcnfboicBKgS
Il6ozwrkrdNYnpozRTBisNI0YzQEWvmI4iBwOGcVqMDRbgGfmR3mVq8x0ObbvRmCrbF0emBQP+hg
tcQpNEGOHpl4l5j3AMOLvk2Wx+w9ZeB1Td/A9wRIa/qQnIDWflB8DQhvdu9j0xwcS3uQi+dqUz0S
QAdOD9rJsk9F+pqR+1Ha1s7wPL41spNkD+zeAAeJAow9DAwepfDBLjyg3dixwAlayVviPNHZpC4w
U8u09eVG1GDI6kakHAIgZqHlbyo632ibeV+AW9S1RpBFpeBwAPK08ZBPxcLZ2AO/bZxEg+afsC+X
JwLudx1TpagKLuMd3P2Qc9YAEzoZghnqgh5MV9bZC0O+G5lVd25pYH00pua0aKSoGtnPbcNXpb09
/ch0G3Q8qj/qzoQcC3UIKLBy8JECY2y3JHvzOHMaCQzIxKXb3mh31pLZx5ws+FVoZ+wkEVSkcC3c
pip9pTS1HaOvkRym2DXfdUAcQ/Mf1CACumxkoQfXH8ed3XtJAaitGNlilCarfSY/pA+q6Whkl/gJ
24L9NFQ8Vv2pNvEBCUZTPYFMFM+Fo3/Zg8P2o/sMzg6KLXiMLvUgris2qEYxBD+0/aP6+GW7e/nr
3IYkwH61lRy/HtIZZ9FuCmVLLfStV+5SzSDyvc2AKTkV33v1CBIEBE2xKHf7Ofh+pWEL+DWmC6Fq
/PtnpW0qFX06oKNkeiASeQQemFMNMThm9UOZgKdMadG8DDNWoWAwKZ7UuGGYbyvFfuqt+Tlm02/k
7+7iFqQXOevuWBPuULV5CqMCh+omsupFmF0kG3uUd+U8+FTdqFZg9k9DiXZo03AjIri/1w4kNhad
YBibBBr7VRNJLamsyK1yCNoUsLpNChZNhmKHH6LmcfsMPwOTq+07E8VpSA2uiKaN2gG+g/HURiWG
dtGzUhknoIIArDPx8pKg79v0JHW6Y0P+zrLaK59o/JF31AHazI5ZktOrP4f2oBZgt9THrVLsBF95
7UthQ5YOAzg5KIzqnJMTRsyqungGEC2Qj0HKyzYLCrRXRIbhlYSmxwrUB+gZh83PNL8neuNRjaUe
6UAi0OSgtZw7ouHi9f2mQUPJRgMMxTGOSoBPjGXpJ43lwEoWyLPMBkJGCkZXRaNPt5fx2Rh2tdnw
pdFND/N8xX+NwQcgctjA060A+mgqAH3sF16sSt9rM9t2+t6ytuP0UwNWfHzX2OnGsp1SHjaWPO1r
eDJD9lNpZu/2V13HXwq6a1DEQxEEM4U8Pjn69+Rla4dgsMKn0t7S6iRHGhixih3aUhsWxDMVeIYr
xwmRC3g1SpNwWZVLszQ2mDe2Mwkis9ad0wPgI//LotTFPKGhDbHF4jKeeQI1NQdCc3S/l3AA4nhL
lXtTyd2ObXPUnPtDNQn6spd7wh0teir/FchpKEYkS72qIHAYfTDJgThk1LeT7jPRjV1523FeyCkv
MA2oyvG92K1NxiEfsXmyuUurdAc+qzv9PpLuu9/tG8vDTSQLjMRix6/X9q9ELgIMc/BzzREkJumu
c6vf6Dff96J2x1UhcFnQYAv8ekxyXZ5YH2mZZYA7OLDq0CmmH3ZINknxpMZs3xc/mKgQsKr1Z+I4
BSm1Yq6rGGvK98OdZLjWQ7cnoKw7dALFWLHlgKb8d12cYkyKNjXZBEEsfVWAQG9Ef0xyBEiX4E6t
RFvQizNBXLTVd7lRmBZspPpebPuP8Hvhqn81zHc6naC4sa6CZ6KWNZ/drlyZKWbIISp9bB9VySF+
vyk8Y9Me8ICYgqss2kDuhZqRd63NEcImt3jCGP/wABSJ2yaQRz5H/HO5d5wnk6qoLZjtsncP8SOj
Dv3FvvVefJA2/R4Nbf03gbzlxlzdqLMN5AKVLNbbroIvEdANhgOa12KrbqVj7JC9jo5iEdTDdZ7o
YnV83a5sRrvSzGlAjWHH+vtuhC6KmgTW3rZz9eObFxLWUzuRcH/73GnAMrQDeX05e3OglC70Akz2
AdlaG8nxTObHPwS3bHWJ0DnUctAIjiHgS40kY1KWJIT5xTTCIe9g6UcZ/JMCVVzXkzMxnC7aIMxM
CMFljoJZ9aoPWgGXHgvagI3JjiN3amD5Yx/4Vq7ABRItkNNQkyhymi5Pppb5VrqN9a0F4l2BWq5e
NWSUUQ0D0BSGoC93sS76KKVMQbhQ7rVtelSDKnfAG/bQUsfonWqf+xJzyElrBQ7vukVZZsakZYgb
gCSXkinQVTLgh0BFkQ1hyrzr32298s0ysLIBqK+YOqq/AzPNHbRQcKifPef8ZVwAbDDhuEyX8DFq
PtOupqGO562JT1q+BWWMmbOtVh5n6UEHp0Uf/Wo1R0uBhqXcyUniaVHQd9uhfZmWj7O/S/Ym0nZf
B4mFVQJGAQovmB9CPxBnJcKkYoCIzTF4kjzVw18y/5iGN8GRr+nVvzKumsRSJYkp+m7GID3qxg7Y
eps8iO8NZ9wBbupkPDvDXt3elrkqcnE2gf6FNhEeN0gipRnVYJ1Ds/DPTrkfq61mnm6LWHMm0IT/
j4jlE84eKFNlStNjAisIXzV33lHHvh8PscgVW/MhzqVwSqsDVArBRzbC5D2bdgbqI7KdczS8GNtW
2nd0JwQD4zl3Ph8q1C0QOiDnDxJkzhVT6qEogSoxBgDL8Ktd5KO8AM7EO/1gu+2OHcaD+Zj8mjfG
NnoQMZGsWYdz2Zx1MIvS0ue5xEzZlqF6gum8g/F6+9yuB+8XlUfVf+kgAm0sX0crkACStQ4yWg/9
1jtrn2zpLtuabr3Vnsim2FiCksDifvGX/1wg5wcWUqaNtIZAsM45IuSj1R07W80i/EwNO7UYzJQW
2LECbH20eZDHXzFh9zhBwZ367D66tQ5O48c2nMKRYR3kedM81S+dH/0ExtKeOdZ+3iWHxssOxr7Z
j9t8p7yn9+b38H4KukeBa7h6t9FWA1gVwJtiWu9yxUoaalTJsGId6N73OdEduS5Fz9RyJldrVcGx
YYMTHraRe4Ut9CPW6nJm9iZ5pc/awfIBOL1Lju19t+/ZRqCTy8/dEsc9vWpqZFVV1phy/Av+5GeK
m6duQH0e1LvhcXiP7/Ofz8j/Ch78Vd05WyRn/LNyzhPDXhQTcP2Dj3ZJt2hesl6QxBOI+YwqzlS0
kMayrwyIYdaOtM9sfpi1+0mUmV9LM6Et458j+3z/z8QA6B3zPWYFMc2uKDxrW++NxnFKEOkannzo
njVnBoDio+43rnpiB/lg/f/tJ+/bTFEFaLW+wX4a79K4BVG5k7UjYGwF7sTqDfiEcMUsDBpOlg0/
WymmRSW76ugYNPMWTaSoY0+igdRVm3UmgtP/wgQAb4gEfzCCRC7u7mVspUDnF1t+rfMLEO3/VsHp
fJXULJ0srKI4DY1TftcVJy/vSvaErrkPQ8LUKDrmBUI/yZxvCeVU3jAjQ84p1oXsOYhYf83H6ae1
bXdAwduYd9JvOLzG73R3UL8jnAArrAiiYaUdDK/PPxuLLvPLs9NoP2Z21+IDpofOMQ6da/zRaqcb
kMxxMPn+sxehe97WFmTELiVOXcukpMY+AxLCItsk8TsqeOHWzRdUUTZNXDKefbiIiKG1OsyXhYkO
462InptHYA07whr+qhOPW/yPJO78pLAZurDDFcvehgPQcDfKvt6Fu9oFTsl/MspwvkzMxy4gxtxD
E3ZzLBl9D4OieA8qc8AEqL4P9/M3O3KMo3kY/hi9G/6uPES64BAWXI/VF+hMOnfJozAuNWJCU9PC
BYlL9ddGym8ffWSKgyyj9dz86UphMWc1UAFYzz9r5u590tZKw9Dygz51VDbt6Cipntrt04dRlVwr
bx1rOpX2Psq/xcYvO44dO9uEwz6hv7Oo/BaB72tk93RSd5NoiGjVEz77Ms5cNADfqrR6OY32m6YQ
4CT5s+kov8vkFOVu9t8i1fOt4FStSoDJDf5OqFroq40n41Vu3D3K8HguUelxyt2xLrzkxd4LTn7V
MP67Uj6XIodaOs8hVpo2+/yxnSKM0n0z2k3EXlr5T5P/YDJcLutEhb0G677xmWjOVvTExqAU2MMD
6RTeGScwy/q2W4OG3nIabzy0jiKwHKvvzJnAZS/OnjJq61ISDtIYRFYlew0ZMZUYElWQuln1QM6k
cB54osj5pKQDlpXuWsWREVvY2UETRrrL9ly9LmdyOGdcn6osi/rF1AI5Yq+w74X00Muak4aOCsJn
lOUr8qBOTPCqLap/SyxnqODzaNKUY3nATcpc+z7cWDtQvDffbivm2kOCmWzQo6CoYmCw5PKsirCN
05zOY1BNiWuMW1bDaxTBwKwKwbgKhveAcAVJl0JGIldl2qmI3JWDDRL7hp4UXTQcIxLCWbm4ApyK
HioIcdW3qLccydjT8un2bq1ptn62EM5epbXGok6BDCt8DtNfBERvtwWsGcRzAdxxDCB8lGYZAtBf
ZU1uD+6d2jeaPQZFxgrDaoIHaXU9yF1hwBFFcAwtXh5MWndyL1cQV++JK4KGWD2Qsx/nDmSM9TSr
evx4tkNJ8J0IIpDPiW3+hizDQv/38dxhLNnIcWzw+8pd4ZzGhxH0RE5zSn/Kp+iFun/xj83t01k1
peci+eOxLGugpowIMgERu4zGvPBAzcbtC92zOiBEdR+AOyun57pp0SIoAV217Z0p+i74jmXruKVj
DGVZOJJ8Nma9L8+tDSONpqaGC5UnhekyXa1/WlYSH1JlyiNfy3VjcpJBQlOZnEvFcxjXGtArUlke
91lr2juGOeXcI1ojZYBlK6yDrpfjkep2H6FNrBb18a997zJTitOCrbmagbJSKyd0WNS6w5hw2Rfk
d9U0+VaJ7MktQz0OzFkVDYOsCl2sDVilMOTEFzxHZZQSIL4jomKvyvDT7vZNrSHu+VP/P86ubEdO
ZNt+ERIzwSuQZGZNNuUqD/2C3B6YAogIZr7+rqhzzu3KSJTIrX5wSyXlJuY9rL2W/en2emzsdNlH
jggAlGmAXci/v3vwRmiz0InCUjVbdmTz3D2VpmhDBAb+zq7fGBS4u8CaDsJbxL7qymcW0wZbB6oW
2i86r9DPuT5AlCvVHhe3frk9rI0nCGBXgEmQKpFtDMpuX3xhp52dAng/6l+QeQXUyn+SLXlW+6SX
awQijeS2xY03HS1WkAKUrBOWrxJjQxca1JN4i9HJ4GdxvVZ+RCBudx5AAddB3+T4L8zJiURCGW2z
amyfN6RppwboYR+UmRaKJFpvHyud/Mo8sfc8bSwc+pJkL4vUdL9iXS1IDU21iRr3dpuCPFiE+byG
FTrZXXt9Ef1eyWlr7QwQ6QEwApAm+vQvtyRnuef2ALSDS2mNi+XUd8KPilI7kMy767zmK3eNX38+
m5LgBTMJXDkIQi9Njl6m62lN9Pvqt1Vbv+ueQ27ih2E6v/+FHSwZQCcGeuHVXG9fCA+KtoNxX0Oe
oFq+o1G9N4Ku4zuP48apxtWByBfEwIZEQ16OxzC501T9CKLFNv/q+SyeVicC/enOJtwqwKN7GO21
4GywEJUqS9V2VecCkGTcmxpbE8ep+6hGFBYbszEfiD96h2Xuu1/ELzXQ5I7ZeXTIHuvjxu6UEsGS
DAv6UlfkCoNZzVmBWuE9ATy1r8aYEhaTLHvsffOQVz9vr+BWxH9hTrlZDDtvbchXGPdeqYcMRUnm
8cie/8YV6tPq6OIBcu0snBs3ziFE+udOFqyD5x8QR2AbbSUgmhcj5Q34WO9bow28FE/emh4nnwAu
/cjYker2T6qxnSbYjQOJ9xpcN7LvBoI8ilFiW12H2ceubfIXKOo2X6BCf9b0l9ahseX+oXC2LPgA
LSbbe2Wjj6Oef2I0eeqPAOyC2ClqSoDLU/ZQ8CquuwyCqk66k8DfGh4cV3T5SpEhXWWxNavV1Fu3
Nu+zPFx1VEIBB8z445iBOVo8lACw3N5CWxsWfbY4/WjLQflR2UH9sgxui5rzfbsOgSQ+9h8cWpxq
oLJrc4+ca+NZQkfO/xtTk93uOs2Ee515P4zo/RkNjoYmBLV1UeQf+3FPT1FxymVtAlqiNvxxdITh
KVTuUQN6eEU30ixZ2r47rZ34Xa2Z/WcxujSCZx1XG3qMIRqmNsATXmqT5pM8+XA43V6Zjc+/+GXz
8trUNd9AVQm/rAVGuBPzqyymV5+t3MleD45PuEZ5shRf0M13duwP2ldQmDfgiffpGlv22aleWP7U
ZEtoisfMREefGwrix7dHqWyJtw+BRwTORXRdovtM7s93Lp9u1F1X5l2Z9HZ5ygtaHYToWcgsD70B
xZ5S9oY124OCtYO2ECgVv0HM31nTUgPyjLYpeefXAH1QgZGPkZ4fVnr442HBvXRcNMKiyRNc35fD
WjikWAeRlgkhGhqQppNfr3+XpAq9zNx5XlViBDmFjg9qTolGBO+dSozg1NQm0GIsk6LMP87sW70e
9fHTQI/j/LcDkC5kp0vjgwk4/ApZxXXtj7pWBKI9NeUvV6M7jrWK0fnP5xCspWwpRDSsDL2pB2Pp
9LFKFvhUx6IrGyvwoZ4asCm/80u/eZ5nD42GfuaEpdEStBhAYWIaAQDBVOZh5nT1nmsgt/O7OE9+
E+rWaH5GrhqXnKcEFnA68gXMWFWSThQPhf+hIsNhAZbGfGmFBQ7vY+MGYkIESPQ8SPM1oO7eMslx
q98A1C3ONHpCEEjJm//d3ltmh+ZQx6JJ697D73sqKyhjHXP73HrnzsQ2BJbb1fdwYYrzJUcOVi44
JD7APbKj/9JqRUVG2IjVcCc7KKAB7rHfQ76nnbhxV8GBBM8jek0k4a4yNtzmunB4QZPCIHPIoXca
QIFij5p4a6dDEBL3uQVyawxMuSwYQvXUIRNNUrMOzTwWDnKHeX9uHLADNAFrl5COecjQaWBAxUSQ
+5H+RAU7EoOG7o9HJK13zrlasnqbXwgPIeUnAfKQ9ricXzd3mJP2Jk1oTj/5KYFGpfjhTLHT+D84
G8MlTQNtOS3WL9FEfbXsXJ9bEy87aYHKB5/VFT2jpk2NO7Z5nTQQGT0Y87LETmbsefAb16aHupwM
E0wZNCtHuiztZjLqvk7qkYYguzgv68tal5+0+l+NB/6Wb6OlEqGJ8i6NWlGPue1iOps27rRzn+15
6FsHwkbuyUJpVRK3KAeiMNbJMouiTkSb6WE3uT/SeSjR74zmvttvgBqQvO0N8OJ4AESCngs8kJd7
o6IrbwfOmmQ56kUeTm5cLafZTdLieTA/assL+qdum9wYHAHqCpB+ZE8gxqZMH1p0wMXHsVDVaDpB
MYxa4GvWWTdfb9uRXqFyl+G5Qf8AXH9Iv6kbgvlttrQA5KGt86U/W10IUFnov/bDQymeBXrIb5tT
nFQ5kRfmFJ8/FaW30qVpEt1pq9hbrDEaWP+rWOYKLUM+Ol/In/YA/dempIMGoyLWULHpjp2RGits
lsavdaCxY7PQWRNI1e88DPKGUOfSxMkCFg/JGrgMl7uEpWmt2bRrkgyCjKUfG8thfgUtXdPXgQ7B
k9tTaW9tEQRP2ByITxHWKA5/2pDSzqe6TUq6Zg9WYReHFIHqRxOor0hfCXCVmT5HfWYaBxQ87ZgL
8Dh7mrtETVbNsT3q6ON0TBYJzepiZ9WtwOW2H84lA8BpBvEoqATzyJxcB1wuZXuv151x8tMJOOSM
IWvp9kMscF/F4EcHdw1bqrMoWfnQ8cIBHVBhvlJj9cIUkxJAxwCXeJY3zxU36FHUcwayLvfzpPE+
yjQzv6sEZXfQAtM/dCtyxNwbhh3vYWuBQHiOxQE5GvJb8g5+93BDyses8cc2WewaQPHUaGL4/HPo
eCWaNmtqxKPwxKtPh719r8b3b5sQQSA8cfSiyYvk0nS++mDTAENOMvgssI1wNEzgjs8T+mCdYyXK
iOvyuWMxpCDPtzfKxp2PF0Wy78Eu4l/FNNPISnhftslEyKfW/wyVwMSTd/LO9t+6St7bUR5Q0xnM
1knzNkl5bFWvzQfd1pBM+EpqsACNf/d7Qr7yu9Xj9t6esv/BqGFnBoU9UfxFxucJvOH+XUXbgGH3
3J7CraMGjhBQrUChEKSlysZpPTBQ9cRvEm4W9nkkhQliKPK0TLT/ddvS5iQiv4wuXwhYA715uU/S
sW5pU2NQ9vjQzg707dHoUuaP/fADnA9fWvqh83dCSJX44G1vQrEEeR/4fJBwUBZOQ0LNsEYNF2Qe
GeycFXlAxPfCfpnMIXBoecjqE3GqWCpbp+Bng8NdBs4JwTTY1O+gKgMv2yyi3n9YdHrnolFrQNJB
Jy+3p0Ytb/33OwG9QdoI6So1o9LnxM9LHxcegypQoIdoRW1FCEc7OwAk/LUDjmkIchGgi/LTbdNb
q4JOw/+3bF6uCrjqSJE6VZs0PQnZip5GVkVrVx01MsUs5Qed55+Rnd05UVs7HORFYJyGzwYVH2WH
E14buVWyNiFNFXVjHebN78L/4dKX0n++PcKtq/GdKZUBZWBtI4SJuXWEJfA0FKFt0OmRuDMLrRWN
v55DxzsfPco7R2tnjGraZfY7q9G6Fnfy3Hxa0RuxGA+Ms2guvtK9LOvmMoKZHxEUdMNRVblcxspq
htUdRZvkaREw/qFdkxUqOqQEY0TxNNFHXeycLRVm/rZnXUn1CV8OZHmq2jgiLZO5Q8WS1fBAXw/2
icap68CwuB1Co3a590cnC0i1akeUP+ZTn+dtzP1mAYPaCmFPt/i5TuiD77jdn4gx0lOTsvFk4olP
QVi44+huPRXopgUaHvB0vJPW5QSNvp6aZMYrlc4+aIpoXZ8JXcFm3GoZmNzEXvl4616V4RYysiCh
BRpCsUdWRletZskcn+dwJwG7FdHhOvvn15VTu1I6W0WKX7dIFxvTp6r+Rp1zmn5wyg+leRxApkKy
iJEj2euaeGPZUd8mpK7RDCNLBwjYLwc2sMZfcIhY0q/skFb3yFt86i0/tAty4Obwaah+MiuCrPMs
njkdAv/jSu8XB4g38IMUoJvIIYRenXo63UG1LkzZHahYas3buWCuTj2I6iwwRzu4W6Dc4ynrra+l
2+alxhIQAd8bqBfN6SMZHzpQ4/G2fAEwfRdyLif9amY8WQyTahxIdl3OTG7PHRiWZ8zMmI3HXMwI
+qkBiTyzWcFlZtK7HO8emKVnfuodZ3kyy6U+FtbgQ8U5Nff2iNxhV5+DywCstR6CExWIYw/cGCqN
scSGdDI3Th0P0uzceHeNFq7PlrdE6Ievfty+bFV87tutADpGlJLxjMk0+uUkIEO29CtpWKIXBtT7
grYz7rKfNAdbbgauXDbXIZ/JX1UTV80caCR7nKYpnNiK11/7mq35webZiYEABhzFBDp8t79v654E
2SXaYhDtopVd+TzmaCBFmweWTGwCDM/0Q61Ll8CGFNoZjTN+ADUmekpHzT5oQ9vtZELUBsi32cFK
AOMOJnWoXctb452b3hPIdZOGs8QA3hF8MnONnGNJsuEbOEPqhwmyaFloibUBXKMgp3HkIPzwRwA4
+7I0WbCgK+pet7vsC2sG6KhjQ40PIJFiU+iAt/+gQU3q2+0Z2/TvUTzGWYIfBXFFebO++2a31DNg
KXTsI3O5a50ZoPwUYBi4vVN2qD9Z7n2egqbFDqd1j4x4KzuBnBEEvuABSkJi5UgZNOvaajYxX1+r
exoQ/GeFJdygfzXGf+wozyf6syqv9GHHrX976WNOXIDynyn7tgoSLl1+8N3AIN2Tv+fpXz8TOCXQ
Y3EQP0mNaOU25bTjDZqmWFIQMNekgZf/rHcZTPeMKG8RmQFXcSq8FmaSAQM9vnTpYwa5xFGwqCxP
NX21vnnOQwV/k6KBsYUTqu14CzKMuLyMEB2i4I3iusR1qAvJHY6mn2XCc2ijAlqD30en551FvE5e
IxIE7TJygEBe4HBfblQpYzpCT40nBph3KpsHtLUDFOLPRQ0aDxZq3hJy/XOb7ozt2s+7tCv//u6A
6Hk1MQMEeInr3q/ibjaOtn8svRASkbdHuLWOyApCFcCwQMahK5dX3VpEa7KGJ53jI3bKhzTUHIuH
dZ/tKclvnDwMCs88rkOkfADlvByUmLUhNcEHlTSZeCh6G7ozXeABF6RleK44O7FSuzfT9oxiycfb
w9yozsA2Xi54OIhJr6hteLoufC4WnviZC0pfBkfD03M3mGpIkc12OPOljTq3BLFS19FDMwNhQ5ap
O0NWjp1Z3+7lOK6cCbxlUvMK8kIIXZEHu5yMFLeds0w6TyBB+Ulzy2d3BAlO7v1oneXc2M3Jm3fc
lw0PD8RcyOhJZCPiZdW7dswxpf3U8mTsyoOX16HvsvMyJUijm3yJJrjWKMSEldlHzQL0458SAuCp
wgcQSRaIf9CfqCQGrKGvC1SfsNncAZ4l4Dc5deE5LAjWdtb72je/NKW8iuh+bNfKmDDWdv1rnku4
Cr+zif5GB/Dd6olQWNMD+txC3V7A3VPfd6MdQrED/osO+pTTzPa47rYOGgpFQBNKfVBMxeV6DxX3
eeVRnog1C3QIVaASO+72KG4NG6I+MnsLRWDEJJdWKptW84BcTwL6w2PHzKDT/V/MZieDd4edKd64
GyVQA48pFhT0x8oDZ3PdKubBFwlJtQPXWaiPJKE90CEQhAjXUXtpW60LG149unl82/jG3Q9pWVDD
oMIAGn41AEfVofVWvxGJn7607o/F2/FQNuYROR6wgAOsDYJTFf7CTL2Z9XUQiQ6UqwnGxPXRpI/Z
Xmvzxqa4MKNcArk9DMwxYEZ8tSL74/Bye5Y2f94AJOstFYdy+eVuEN1iDeuwioRaU6jTw1K9NQb+
CyNwPSF1hwozIMWXRjrdKyjjs0hW0DPwvAhLlOCnPUa/jQVHEfcfK8pm40MGMqoBVkRkBztv4OZi
//PbalVHL8bexUqIpKzH2KNaqFu/ufmd5P9mU72zo/pMmV5wOsHO2p8J1EQ0IKn88siqPeKVrdfu
DSwKSgsJCFRT91oDYrqyNXE0KdAPOTLMEMAc66DQYhvhM7oMZV/lEd5n/jqOeyKw2/MpicT/Y13Z
drRoqolTWF/WObQspBiBJiejFmWQiri9+eSyKz6g8/aug5kKKSM1+Glmu0jbjnbYfK4eW1yjR80c
55MNuAmdDBaIwtSjCrnBR9fI5sNt61vnC0TLQMdCzhcwAzkR77w05nlAAJpNlyziOV1ETMcyWJd2
x8rWu40QCZAuiSYFqEHx0TSj6QbTZV3CC5ACMT7GrQVhB91Dtzt0FzINPWenJedn3x2icrVix9FO
t0e6AZwCxAGy5R4gwfBXPOWUmx4YJwwiuqRxsm+MPDqph+KnflggEuqSexC4BKzRImcyA9NDEyI3
+IO2gvxWZPHovBj5XjJmc+4R4MBldSFSSpTDlKcuaeds6JIC2B6IJo4UVD/rTsJDjupqe70zosx8
BglDSzPGLtE0kAij3ZksT5b4TrJnQz8be+CpvSEpLgLJS1OjwOwlWs8Caxqgq+ImtdnuHZqt8ylj
w/9NneqGUV0r4Yt3SZ8GdvPikzXoza/N7jUkX6/r2SOAkCJXBMkh5XUbdWbnA3rGE0RJQT+Yhyw/
85QGnWEfQFF3e4duD+ofY8oGLeoW2h0ZjDXub9//lpFXVK0tJI9vm9m6cGSx2rbgZUkE+eWRnzkU
a7156ROO+EhvfozO1xFQwWk+6tWLmd1X7dfbBq9PvwRYykQJiKYh866G84U1rqaTaS28dh4WUxN1
Dg+4n0viAl8/VQ/lwI8ONDscIG2GnTj0aktK4xBTBkYR6DFT7RMnS5YVaMJiCfVf4dCVIGTqRvNP
5xR5VRNT6RtwJ60roeusXxx9dV0kLIZn8ByfBzf20qOh3Vt0jPI95OrGkC6sKZ4ErbQBvHgOA04v
MdIhnOwi4Oa6F4BsmkGw48v+KuBtlI3iNX5apj5hCdeQh/Eml4fU43dzpmsBYjAQo1ulfcgRaJ5q
tJEcTc1EcwUdrFgsoCceNR4gxTNFuay2395Sm58GNJmM+mWnjHJUfE66Kh9TluShXf0U64u7R6t/
dfLlir6zoMzxQtEpZpWw0BWIJ1kTW7gvqRNMnf5o7XbFy6m8uGcuran+28CdTAwdrFGWo3ygn+0S
KlTED6uWPOrtGAhkF/syD3A7cM843Z7NK89Usa4sNPrSVjTAeixxtLQNcndNw8Jje3ABuSbqGAHd
knpjyF0ajlzTd64GaGgpGVOMkdTHlZ1K5zRqE0iyapT+9rrqr9OzGBKeeYgsunA7kEy8NGaxBXLS
c8UTZ3HvRM5/euITn4wDq8Iyi4RnHLpl6mXN7cBLM7k9n9dpImld6sVDqRshnorAaBZ0P9QCE5rb
eWC2v+3Bjlq7f8mdNplL7XH07Lt8yp4Bq985GFdvyJtlVBmkcvc1m9/atrXhVBlPeq4f+6aLte+i
84+jWZxvj3HrBAJUY0AUAvoTaI27nOAyFwtdBRIhOhVDlHFihTkRgEmgmrgzpuvtibPl4/FF+QSt
Dmp1YhyW0UYbPU/oStdw9jiER93e3hnQnhXrckBtozljX7g8mU30EgacR7cnbGNLIj2JmhsBuxNA
R29oh3f7X6PUxfvm8SR/AWc8NLhJMNFj4X9Ycit003jmMalB/PT5tt03GdrLcwe72IiSyRLM9p5y
k8297ZVGVyCWESawMjncXmeGw1ToEB+rqGGiGu2WIa2qKZrAcoxmfrKc0BgB72CkrwDuauABEezZ
svP5IBr9ZW1KcVrY0IaTPtVxrfGYpzq8Ilt/bu0sf6wWzzp4iBQPU2qPcSGIEWietsd9KL/8emQ4
4Ci4utfYmXXlI7FojhSKJQ6lyA+mYcVtHwES10dDD1Z7c9hTmrq+xeRs/s/mFS2/lU4+Nn4mEu1L
/Vr95X8eghoxw44/sbUZUZAH3bWPwSFkudyMDpocKlIzpD1WH9B2HRoQ/arzndjgLWOnTqDU2kFX
MmjgiXpLao1oKbAYAlwE6FqiX+alC4HGNoC2QfLo2LMycjWoCXhTpGdtmGXrU76WQT9pISl+gB4f
e8UI6jZkyPZW9AObzugqOGqMf729ia+vNVSt4YHAfQQs5gq1Wlk1Q2m/FkldfQJTQ/aaWh+psSO1
dv3kwwg8EpRJCCTFVZFPwBXm1SfIyJnpR96vD2UxhkNu3yHjHPn5jijm9f0JY2AIBwJdkk+oSIgm
9Zt1rgTSc1BUNit+0ssUrtWe1PCmGZQJ0ZQqiz9qcSTvcUDNThdJX5AuWltSoOBj6Sc0ye8JeW1O
H+JY1NaBtUTC7nLPCisVKEMYIunMu8LXo7k55RMNaPYl63cmb+vgo+KDNmiCNj+0LVyaKgrOs3Lx
RDIU2s8a0DBJkjsFugC0w0CmXGdfdKik3N6Dm0ZR/EETEpDT6Bi7NNqubYYWB+SEvOGYpqCxGYug
eDHa0IIPU3vHavh52+A1lgi5Erys/7UIMYpLi/oKgUWtcbEhj8aZatEXK7TjJa4iSBpEbTiHIugP
4mh9ImF6uG17azHfm1ZcwnRye1avGhZTS7VPjs+/50YfMQHuAq+emkOdWWSnwLVp0kcSTN53yIkr
oxUez5pS5md4dbYPFFd4b6An45jVeyLiG/4ZfEPJDYsTiJBQ3T924RsoGyIpssx/QXvIDks7NivQ
6TnnnDgx15994ex4MSpzBq4UGJXdTOiwQvHk7aPevf8s61BEK/IucUB79Rd/bV+X1/JDCtoR7zCH
y1dTi7zxfHsZt94RgCcR/cLx9pCov9xBJDd7y2h5lwB1AbBNHxnDt9sWtk6FiysT/AFInQMPcWmh
Flnb2MbcwdV9Lpu/5u5E0Rvh5wejsQ6QiYC62l6SaesJRp84UEywCs9GbqR3E0m0qrQXYSFvljkQ
Fy/b4Wg8U19EXmZ9Rsi4s3B75pS3uMvo4KWp3SV6twQpVJlHbsZ61XwX1qNh3kPXZufx3zSI0qrU
IJL92YpBmrWeNjCjQ1XKWeOMVAReG6mOVdPUJ3+a+0Pboy6WVlDsur2YW68FPESZqEFtFcG1MrOg
M+5AlISZ7QbpkOZdnHllHbXZLjvD1s6UTVdQRIYD4qpItDHn8yLSok/o0vIDmFFAf5/h1bg9oC2/
4b0V+RXvtoplrEalg/krcWkaFKVzsPPnLHuFcMvOmm0awiMrsV2SdVr+/Z0htx8dv0+HPhE6D00t
j6zxtTC+9P6eoY15A0kR+DHRMIrtr3rzBfNF1Xv5mJh1uR70amievDSr/jhpBvkcoBghwwhEFnlr
RXk3HGhhTHk20j7BPf8KDFCy5kWsO/nOk7qx35CUk01wJqhckM+9nLWaQiXYYl6fjEUToKweYNYs
sMDd3gQbDwswwOi0hX4MNoPaQjrqdrr4RT0kuZuboTY0Zcim7vcIeGVcowkR7DHuHq3U5siQOIP3
JtNTvnJHVWVtGpBqgc3i7z7/YNVPWvH59rA2thweEdR2CTq5JJD/cvIW5nYzAeAt6XQUwujkmJHG
gB8dKs+JOkDSdqZxY+dZAHkg3Ec11oHy86U9wIf8xcydIWk6n8dL765nnbXm4faothYLZ8gB7kv2
IavyM066eqlbTQOyRGtopOKhXZ3QejY4yDjoHpnZVkwu6ZFchLVAZ6Jb7HJMHWh98qxwJmg2GfNT
3oPEyteEmaAbExJliGfDnPsT6Mc0M6Z6Yd6NpjvGomrNnYtqa9ioSaHDGc4PjoRyErhdos7tlVNi
9G5ztDXg4oUxR27fvJhu9WHB9t551jay8oDYIReHVm/0lJlq95rfsa7zbW1M3LXA2wmEaiRA0R/7
rOpR62Tt09A3egTfQnvCe8Pu6wwEIZOOphHd06qdz9nwIy6+Rnl6NCST5nFyx2TudRZZbdofRteH
BHztN9FcWcXdAOZqKCF2w50xZnvIoo03F6giOBPAW6NZS31zfd4XbV3XU9LgofUE+cvrHiF5H679
75WvpzwFYejtjb454HcW5d/fXbFoxPQzAqQr2o+7Yzt+469VKk6yk8oKZu9hyb/ctrdxXSDtiu5r
ZAVR6VUf3BYdB03qtnOy+t+NJpn8N003lAN3xrVx84GQDtlHtOxs9NxZ3ug4ovTnpFx5PIC5BlW5
u8b4ens0G1ZQygWbIiDlyA2qcS0B7k5Qc1oS4XgPloZe48ymB63v/J37aOPWw2trI0UCBhkPkd/l
MulTn63NOKxJOboQL2y9DoRjJt9xvK6tSKiBj92HVxf/KvcQd6eF+4MzJlrRAqApAnsPTnY9YbAA
PC2CV7SmIJdxOQ6eZ1qWpdhu3cIPPkdnhOeVocb3VMQ3rlRpCD4QYAXw7XTFUAW3dDTmfkr05VGz
8gfetk/uWj7LQp8ZsPVbk/9Kpx/DtCeDdb3BUaWScQiksJE4U+NHu6CmndJuTuYfhX8YgXoaIsPa
eQS3plF2E0kBCSyYo5xaKxtzA221cyIWHtWkRxNzG/bk9+3dvbEdAMRHkQQyAGA5VHU+ulEzvSzr
1kTPPjAGFaX179sGrq87bAV0quDXwcaGMONyNxjjWAq3yfREeO10YKVuI4fizh+B7ouaWh8jBm7Z
wzw59fOfGybIaiJ6A+oOD8+lYa9zDFqthQ6oPwnEEoNN21018ESGxQhsAu13ju/GeqH+i5VCPywy
nWoHWEHSarLHfE34PAT6dHKrMZiX4+1BXT/eSEYBDopGX8TauGEvB1UhRYU7oV6TdjnV3d+5ZYeV
/kGm9J12x9TGJpcUWnD7LA+bXNWvX6DdMFm+WNGpQeKZjs/r5EZT7xw9bT3fHtXGJrQhvob0MybQ
tW3FJUE+WJBCH/UEipp+6A16HgnB2c67v7FAqM+hTRpnFkH9Vf+rRw2AomY9yeopbGiyZjz0yp1Z
k9v5Ms8tEfAmfBxUQDzUspUFKoTWg35ZT3h9WNYPWkXCAuzauX20rDHs6/Rg6t9vz97GQoHkzMXh
lbgnZHYuTQILnlaVo+nJMDt5XHZ1FWrltAYVqGz7ytd3FmtjC6KkqiMgBAIB169yrlKD2zZ3uZHU
T8JpQu55cQoqO+CZ5maP6WPLFsh4oNAuwwFTBcWA0NZnXeoaCTLxRTFH3VyERZV/YOb99On2LF7z
xoDwA2QHBuDlPoq5byri77wkazGGUtDOTBhESNP5MdeyA51E4Ap6ZPrfSwfJ8AwEMUZsN+0jHdOD
njeHdWLnITeeWDbGeup/uf1RG5fn+2+yld00OGiebWdmJhUrDmsRzWmsuXfgzazJ62D3OwdkI1kp
02vIriFpiNVVezTnnKwo61Z6orknmtVBar0UgkYLj736qdJeUeRFp2Z8e4wbhx/PA9hVcalJFLY8
tu/mvWiFDZrfxkj6esmDyRtntMyme3pWGzvpwoo8RO+seLU9emtXGokcV+ugc8vog0asYWYugVXu
EL5tWUNCHfNoIvIBMcmltRopr7zio5F0BpTMWWimj2gLnsE12e3skI3DL+MqiJoi8QovSJk906mY
DoJiIwFR58EpxyrIeTkGgw0Ia0P30tkb+xGpExO3DehiJcX45bi4MzWTs6RG4k9dlLrZE/g6SufF
GP8ytOxRm5LbW2MjcIT/iJ4iaAqjcwke16W9SXgVbShQEyYSanx8WdvfVtOHDaR2Hecwt1pM0r+H
tnrwK/9hTOfjjv2N2xz+KxK5eGzhMatPRun11CUZx/mrfy5l9mUxScxr/az17h3zrGABDKkS1hGe
U1wa+nfouYeZO555m3ie9lrE+QN7Rsf57c+67vHEtYs5kWxaUE/D+l9Oy0DHmnMPyYO2F5FFYdP+
KEgCEWJKvpXQNkTqn6BQVf0a/CBD64QATJu+jmwNOv1XMdngiGRR6u992NYFgg8DyBfQQqhAq+sF
GWonA2QM84XgZRFZUGZLVBYs8LzhIHniFxsEL3Q5doO9s1Yb1whk6gC/gc8Ht1zFGhp8onZPJjMZ
BqjSj9oIymZL26tybB03NGSBFApkL7KJ9HLmp8kxGsCXzMTmn+epjByI3AtAAUDjfbi9yBtXiPx9
AMOBDbu+i7sSyu3Eqs2kgYhlVWcR0C6g+smCAuQ7jPwra/CSCZhMfQS7l+Oqs9kC3wkWri6JF3MH
YU2GVth4njUSzEhZ/NamvPlzT8JzEXqA+xAAIqSaL40WrlvlnreYAFV8dhovAjwasuCPUz8c3WYv
63NN8YFDgyWT7rOMd1QqElvkQ5+lrpkY2npoQaw9gEPGzazDqi8RiBTC1GUnt3jKiu8+K++G6Scz
TpMFCpJl2jnAW7sIiRFQEyD+RvOpMtuzOxl8NVczIcvZ775M40vpfVqa0+0dtGnFRsrCQxM+Xhxl
eo1x8b2518xEL+lHY5wfLVG3R4f0f6e+uwdWuca8Y3plZxMo91CXuGrZWtyybivcWEndIfMtjpC1
ASI8drrqbta7T1nx3Iw/mH/oB6iI+frBpH1Eaw//70Ue3+vU3Bg7TqgtowkdqQFLeTjWZprBw0vt
pK2P/gxpKPRzOPMLeKxuz/F18whwYu8NKZOcpY7VUOjZJ619r01AqGRVtAwaxCznB6upPi3kGbwm
AjoFpn8A+PFz3Wk7ZMfyiVdCDrRow9HAu4zoRg08S29cGegU7GRt0uxQ9O14Skuhh9Cvz+Lbw924
ZN+bUsGjhqgKnZezndSt/qDN9KUCi+JtE1srJ3tTgPcDfBNxp3Ip2GBFrQvbTvSmd547EyXeemq1
8zwvU2zvVwG27GEJkUlCVIj+UsVeU0P/cMLpScalOQinj1zvlTl2lPU7ha6tuXtvSH7IOw/UGPSq
xH2AueNgiGmKYCI77tLWRsBRB1YSNxyaCOQXvLNABkHH2eycBMUgnn/0PcCmd4BLW8ccBYB/bCjT
tSwd8/RaODAwHxYW5t3Z16p7I+3iRT8zE1jilT35NBrmj74z3g3iAxteJz0WaHr5853y/lOUCdUX
MhY10BN4IemhNbtQTmrhs4O/9+pvTiweKTjyNjJYasp+cboFMSMmllJwgTUggno1y5287Javi0S2
pEhHjQTcFMqV5bucgwDAc5K07v+PtPPajVxJuvUTEaA3tywniaVuSW133xBt6b3n0/9f9pzzj4rF
U4T2mYvBAD1QVGYGIyMjVqyVpm6iNOSZpUFp06r7feFrwVlV+pdez6wUtHt0r/mMpBSdVZ5tPdwa
M1j7LOj28RHSfxNCr5e+ZDi5VuS9bzyP3SnvvL45G582HXbLyOIehLnOnyroDp8LVXet2fPDp9SP
d//u/F4tZlGyiDowdnLvGM91UrpZ/E2HMbGXNrKZVSd5ZWRRxKKSlkVJzY6Z2Ukd76LwpU82npVr
IeT1oSw+8KIL8iCsWQd71eg/B3uLQmftQDhx6NfhimZaeXGb+Q4QG9mpzefQ+VkrM3DQf2at49X6
582fLo2Uv+Ed4kxKw5fe5UOW1Ud6jp0Q6qomz1ERd/z6UCRRhbZKtbWuteKOqJbSi2LUEyTfwgOs
smnrGIWa50H+R20SV7feWYOXN/m7FEV4EzLcZDKfIvMUm25mWHd2e99/QhYq6g75FsnzyiY7UHD/
zU5QelmWCDu9mOMczrdnn9dbVrxItY9yEVovW7MeK+5yYWjxeXV1Z5dk3biLiepChCZR8fbUA0eh
aAOGiEr7soWe0MCXZ1+co4owc0xZHcyZ//IvnOWVkYXXGwJPGgaV+VwjV2ydrcyDOmV483Q5ZMJg
aqjY0hUHkbKwAkNya/tlZ4rPlza9y/cLd/nGlbXWsgIEwCtEpuMCpFu8+l5d0X3ZhsZEreO5SuPp
PBj+Jwn+sn1fAfay0lyGQ9+BZpDXUnmv9LZ9SuYEsnEwWVvinCvhinclIhKgYQBlW4tPUAOtOxV9
aj0rzifLQGbIPFabjbJVIxTDgUDKgsBI/Pur5U7RMA6V1VqU3O/he9JUz2+e3u4dDBz8r4nlOrqg
TJQCE45GhS1Uvnfl1y5l9kXZgLCvfbavDS2OLlTCkWGaynrW6n+S0N7P/aege+67rTbwlp1lHiD5
THV0HXaa+3kwPmTB9K6Mot+9vJGQbh3OItgbuZ32tV9YeDyjraPbhLYbhn9uH8+GkWUeEQ1D6itF
aT3HMq1mxo/76CHz97eNiC25fAFR+6QBzAOIFg7ufOlmVtf6Zjo5lCUtQz4Q99SdmUzaoS5mZxcx
tRFGQXgX2u1WPXQRYf8j/CJYNWRa9nBsLK6V0EzVBJ9Qvby0ElBrfnEMwnbeWN66FUvmfUJoolBy
uTw5afzOSmrVa4Z2PKmR+cfMo035g8VJ/WctsOYJC4zDqwv/HpN47lq9Q+SlBpLj1m08P+VyPT3p
wHcOKD6iU5sZh6BEH6D0m+QsFengxiPYwHBE0osQrT2UzKa6CFNtgWaW747/8+ugxLEp4DgA3S73
wI7Gua7UQfVCGGFrS3XV0DklpnM/KPk+Sz3fyL53Uec1jDnYp7yyqHt+rrOTjWJoYW3k6ova3N8f
A+QAR0OIjk7s4suRJDnO4LFD0yjYdc13B1qkujj5E9LXyYaptbOHkgIgNzcsXZnFusNgNhqg+YrX
SEZ3B6kWVA3JWG486/6O37z6gv6uiLqYmHmjCAjr1OX2pnldZn0X4GJZqt4Vs6rfDX7Y3xkj2xvZ
ufwyI4K4L+zgS+FzzkY4yCeKY/e6n3yEcqC77+xhZBqXcUelrarjqM7Brh565gj4y25c+40LBY20
t9tUPU6DD4GUT+Pftgtp72izedcbpeHmeaXsGfr5bGhJdh/2is+2yl+bbtSPSZeFhzcFjr/LBjwE
6wuZIe3FxfdbWUXSD7OuepUfh3edLfueXpbJTz1s/hmy3r4zldrej2mtbYTFRcT6j2GLCRZ60eKF
tfCgMHG0og0c1Zsl81j75bs8zI9lU7+35OlOC+D5S5WNBueaJ5FLUA9E+IwMZPE+kaKuHkM91byQ
irMbRA9jA03b7f1c5jd/1wUSlSIRFQiFsaNLP6ogwCdUc893+WlqjtUp/Nz84zAB6LuIff/Y1FRd
1t+uDC5W1bay0qk+BmNtdIPsoPyQINH7bn5gxl/7HjwF2r7jlXzcWKf4s8vvxaEnDT2bSBiXFVy9
TCyl7i3a0P5TH+7T99A2nXv9iKaJ8s44Mav3xAjEhtG1E4TcgESVbFghFl5ubpPrEOfTMPCartuB
yI+jPZAaQ/4Cy/D4wJwn7JnF55iZ+TT+w8TchnlxzVytmduHlwvwLhK6S/Nj4SM8NviqJ0H7fspi
vf7ip5U173Sb9C4ryuHYy+Z8mG2l+VkHYlQzsIqHItDtPWM9H3JJgTNNaZPDEOX1uanHD7d/4doN
xnww+lAaAA/i2OUPjByJsVQp1jyltOeXImu6g6oBWCk0pl9vm1r7fv9r6mqAL5mm3NHSQPNm7WAi
22Hq947qu11a3JMUnNVi6+zFh3O1+f+7NqbCLtc28Dyt1YS1dXr5MFX945TJRwQO3jFleIyRPwUS
oWgp8IBpFw7Vrs6//4sVixY65OjUZ5dPPRqRoC21SENV1i7ctmq+lrK8V635W2mC4o3n4JRHW+Qr
a9e+xRsZ6SqSXpjrF/eSKfujFMTIXEbaQzLaJ98IdvqkvnPmX+2X4Llqtb02PgZW6dGT2M/8kMoa
ThMETtuf34p78b1zCQt+FniUFgmSHzh+Hs6IilpZdoyMj34jeVVk7qJD2r+bOtlVS/lBLt8H5l2d
vZi5/xTY32jOb1wdK8kHcoOQRXEGjN4vZwxCK2hSTR8Uzy/ecdKEHx+kEQJCwe/Eibb8buWjxxqD
sAB+iDuO+PdXLzgwYNVQ+kKrEv4tQxmPWT6d7DL5MqDcoQ4UIct91KYM0XUIHXqWFYDqC57HunmK
8vYgbUq1r10xSCn9B1ylil7T5S/qJzPMCglBSeZfPs/qp1D3XT/NPjh9djCm1K1HO3CdYLxvtS9q
rmxEwbXdh+VOCBALZNxSrqFLTBO2B/KxXpKO2fSgNMkhZ/Z0Gj4rW8T5IglYfPPUq/6vLbBxlyvV
6oInS40tpXmYPre5O+iu88U8m+0DTeDbn/dyZlBcpIgAk1lbgv+AwdpLYzFHb6dlonq61rv0DneO
Grjhr+e4/lhImTuYwaPZTrupDXd1f6j850lPd7d/w8r9xuAg+YECSa0gHr38CRByxYneOXxggd3u
GUf1d46VbvWwlqPof1dqCM4OSpAiTVncY6o+RrIdRDzaeohzgh801T5qKIibNVVILXwoxtrr/X3f
JvcylUjmb6tuPpZl+Qd9uJNDBEoHYGjBLwrku3HO7pUyPPWVfB8H+sbnd33NiCQKYRCG88DSL/E2
qV7SkkgahEXrbuDVdaiCT1F7aFBr8vdRYP2+fQAr5shFqf8CAxMSUQsf0MxYUuqRRxZoNmc3TE7l
1sZdjeJG1DMV0tYTF/iwpbe4ksMRTekxOERXTn2ZmSpOmBPqGHBMA4dy64/ML3eZs3eM+LHrHkzr
czz/TKtfenBQMi1zk3ZL7uv/8QsEtJZ5o2t+NBv5VtR6JtVDNTreNTOsuqV/7mT/z2T/yJQ/oRR/
CAbj3pKa336kcs/nu37sN77B6+9d7IOYZgANC92t+D5exdoxTPOAQQTVMz9Rgz7AiqFO2bGL1V3n
GHdV8jxtvX9WgumlyUWIgZUhyPqMB5Ahdd0+SjSgfvOsvahtPBzsycr2Orpuvxq9y451qqUgWCPb
ZWZUvrvteteX6+UPWdwzRWybEUFd9RwploAbh9XT5MzpUa97+fm2qZUAgC2LV47IFOn8LhZtSgg7
FwBFvDrUj7GuQ+WsR59jZw/LMHT07yPn2dBgTRkPpV/szAKmFHf+3JpQp7zPxqM9/rSElsiOcWAe
/G5hbwoGXt+6l79wsRtBECZt3aoI/Bb+Lx1RzqA9ak6PNrULH8BDmX4AOXSM5C9oCWbZmfQvUN5F
vLM65XB7s5aQLqLl5U9ZXLdzDV5oZjO9ztpZH/rpqMg7tJSHnunrXYbAV7xRllxyEfzHoiOAQX8H
Q7XF8YRl6rRAAVVP1hpYm4b35uDOw7kubTc2lHvV/lXFcPQWJzDvqEgfa+XjFFWnNrRIS49T4HXJ
zg42ftWS2+bvryLjAtApqjB0TS4/zkotq4KhR43HV59+VKeoOeRBjxraND/Wvia9n404clvIMV7i
vnEIYLl8CFoF2jT6tZCA/EOZEnYPqBh3VRGm+8ix+7vQab7zf/Icns1PQGS/Kq2VPLS0Ap6LRM2Y
i0u7/QgUbafP2XTfd43yL4IOKCR0bJn0hXJ5cRuKK9/smQIRJZChd6kPTs+F4kDorRfSrrDNJ80J
0NktZMVxmbjaEkBcu3NgI8U2D1tKqAv/EsIPqjZj3+z1fVXvQs107TJywxxJTPRWnSzYSOGWIhDi
KBmqERPhHCfFiEWeYVqS5VdhrnmZ2XVu3sv1h7G3i30XpeFPgGjTWdN7dKiiJsnvjAKW73LWzkGi
1HdqGk3MJgTO96FslV0AR+1vB0InN0+r8CxVvrbx/a1EAq5+qjaoVuA7S05BlOLTuFJ6zZOD+VTp
ag++t1NBVyTdTo384c3lRmYI8G7oiWEXJMu+9PJ87JW4a3uwTO1XFa6/onq7uxEwENyGxEFgbhbH
3UdBrQfpoHt+3rhxUe0rG0kJum6Rv4P+4C5N3C2ItPiTl2m0kBoRI3VClw+Uz+WaiqzorbKNdW+G
ouMu0+T4Me1qDVFYW9nJXRwfaPuVx7fHTa5ylQFPi+ItPYJLqyZBrNXTyPDqufhqBvp9pYUf/ci5
m7vufdV7QTCemjl60P0toNHKF8U7VaZmDEsGn/TCvUcndyqjt3XPqVXnvtWRdImZ0QYWM5rHKJFg
ZkVC9XcN09bG4YoYuNhpca0yHCIw7zyVL9fsW2Zn+7xYPfQ23QQZ+rD6XE8b1/f1KwEiI14pcIyJ
auZffaRXWZJdKhSi6GN4SS2hHzfB6OdI1db03domamiXwv6P00AVc7mUMZOKOJ4Mw5Pb3ht0bWeF
30f/PgzCQzn5lGrnDxsOIzZnuXm8Kamr8bYEBbTI/npJMbu2tA1vDPbBi2iyEHdkFwL8dnKrbFd/
+5NtcQesfBpkQIzYi+k/8ca4XCW3QsOESWZ6TvQpz6AaOUVzf5qCbJcn40aPYc0WpUvwU0KKnEb7
pS1El4KOJpLpWR2K36Z0UCpl59jSScszWFy+bmynuLcW2/k3v2OcjGI0k6iX5jqlqaQWzm2vlR71
+cFoD3l0KgoNlsSErq19pu0OYnV32+y129CGZEdRWQeoQ4X40mpd2RENft/yMn84BLnS73qD94Jj
wus9DntTy4A31eMWDPX6m8CsIGYgbYJ4b8lb2DjhXPBetT21Rj26VOK7OomD+9trWyKouTcvrSwC
yyTpqlzoOQTWVfhVCxJ3VqIXPsK9bxdHrfH3lVQ9DV805qac0Gsg8+vDX30cHcqtwYxrX+KXENOp
SEF6QU38cpstqYolGZZ7r6zkQxY9UvIup84FO0EbcuNIRaC+dKRLW4tWje80VW9yV3h5GD/NNjgX
3zxoMNCl81bQWUm2hS0BfxX3BnW3y3Wl46BXRo0kuSK2VOqj71HSjOhQognZBXWyy4tafQgyE4k+
KC0ezSoZvtw+5TVX0kjDqG4hSQqm5/InjEkx+f3Q2J4U9rYrt+3gaqW+Na2xulKBPYGJgRuZ0tOl
mWYIdHnOO9sL4g9jWbphZrip9j6rciZ0s1PsV0Q+m9mRn7eXt3aaFH0oplFvuFaSURkv68qAHS6q
rAJfMY7PEGE/WuEI2a45bA1LrpljrpC5CubUKRkuolAiNU7eJ7P990aUpPdD/S0KebwoW0WUtWN7
bWhx9TqjVkxVNaGDnJXA9p5je0uDZ8vC4sSMKJo6MEM28mee6nyethh61kInbSWohuiJAkIQ9l/d
62M31LrUyrY3SrPr/+qfu/faDDHkETD2bR+4rrMIIiiB28cRuPYWh5JniZGNnWR7TvGPn7tk0l2w
T6fDDkG8wdiADa1tGy5OJkb0pNG8CB+RXbNpTJF5WeK3O73w612pVFsUK9eZl2Ao1MlzIbQTjE2X
m4cmB3IfdWN5ufSpYMR9QlA3nTaWsmVksW9l4vgw07SWF6shzOayWyqP/99Glo6sdbnA4bGSNNip
5TtAdPtoC8CxshJSLV6AeBsv+iXcwVF4uqtTKHtTFNyBUPKiKtlVer3haCsu/ZejnQkfnjxXqWqt
Mi8WSZnsmVG0B1v7vgzOib6vU/3LnKKI3owbeMyVcAPzH9N30FwJmP4ia53yOZuJ2LJXWifT+Gjt
Ck2opmzUQtZ2T8xEmhTPYJ1ePm1yORi7KZtlj9y5v7OjdJ9IuXUEH+fe/lDXDAF7gXiF+Usqdovr
0AokWW5V9i82im81pPB56Dz19XD6F2YE0Sa6buLhsog8NDxNtfAxoyVwkluPYfyhMz7dtrHmCtw7
EJ3BtseDfmEjLBMEHpxG9rKqdVE/yfv+0Je/+/yLYPbYWNBKekRgQ3xEcECSIi3cIOdRZNMHlb3g
Xes/tlWxr0yTYt3DluLBSnCDvI/uoAg71FOEP76K2bEazDJDsrInmT90/89QvLkcAVvwq78vFvrq
7zeKmujhwN+fp3d28f3f/X3yLFEQIm1fFr+0UYlTswJZ2dlVQ9CMEzdx6rvbR7/mxdS3BHc5w37I
6V0uojKysC6ZDkbu4neKWuAIekPJN/Ka1SN/ZWQRm31DkYDzqKykjw6O37/HjwMj/K7J34phq4K2
FmZer2gRo9UmCJK+lWWv7ZuTpn7PYTxJzGRvSBuOvPbVEKIZazeEmIe98C9tMnXIkDAEFL9w/ebz
OL/omDSP2VbtYtWViTLcChR35SX9g98GPFwbh1jd0BGcXRP529t+sLZrBix9EDfyUqO+dukHujEo
iJDjzHmWfVdb/UWeqgc0KtNgC9u9aokITW0TcBIx4NJSKBmzFdL49EztmOmuUfEcdYtNLd+10xHR
mXY8NFw0pi7N2GDnwozMxzMYM+/etcpBokas9IgdgVkftmjz174juuFgP3lbQ325iGolxB+FRgnB
s3zpfUynmv8PEyP/3D6l5RyWeOUKQC+3Dakh+IJFpM5iYESGFYkOf/WYBxCPJMaE3q59bI0H0+nc
Ngpcpe5e2iI4j0jebSo/ru0rMn0OPDIgiyj6Xu6rrwZOVCuJ4k1t6+rd58J+chJMTafa3Bfp8+0F
b1lbOMtsliYEMhkI0yx0a708NIHM+IOFCORxlqZD1WpbMgtrwYqSDDThojIDlO1ygXKepLXSGqQp
/kmPkJsc+pPq/IZ+Zdfr44+3rw/mSh7Uf+lSl2TazKsmvZ4AIRpKjnF0vI4ajC14CSoXDKZrAEq/
bXF1eYICVMDRAUwtUn4zDjRlLHBUiFNdNUtg4qhcLbuj6kySuYWaWPssgOwSIbkoyWYX52eb8Uyr
sFG8MnopzQeoRowtOpOVNjHpxCsbiy89m6PCMRL6VCOZP3gvPj8dLrKPg6LsJ11FGOuOflgf/Wy7
f7GXIvcjnzGQOVne0NyondoMtSLKeGjzwQ/8c0AFFWIt0s3j7XNb20mI/xkgoDogHoaXbqmEvdZN
AbYQ2EYax/iMUPiubd7Ij/c3wAB1oDioQmx0lTSJ+bspUTqafsWz1rnwNaHOsUV2tXYF4Ax0KkE1
UxAUPvoqc6IOWUkkooo3wHI1JKdAmtzafprHjTfhyrWJWKDg7qIYD6XBwtdzlPYkXbwFRsjW3JF2
3Z1aNFtUrSurEWFCFIuoGDHicbmaWVemsUAnwrO7bDwEmt4ctFlxIefcB3YpbUTEFT/gbUNxEWVU
wbK88PZiKAwtHMil9PhDbD3OzUs5n97sapgQZI8EQdoMi4/W58HU+R03dAqcTBDiPeZT00MB22yc
z/pa/mtosZYR9aqyYrGeWf7pIq8MnydjI0lfNUEnRhQNddLbxYXZ0vNWI7GWac4h+Xzg/nLzrQ1b
9TMY7yBeoX0ARufSAzIpkqJwCBVPU/z2MWOG7p6u6Zfbp7LqZjzT6RgQBpgnujQyMN9iJEqpeCmU
VPvSN2BS0w3/rp3D5lfkAK29bW8trops02as5+8jamFwbpzBKLpc8eS56u4HhBP3ulHFO0o9MrUi
KTxYUWaclKTC0fuYsQpFLfeIWW0hoNZWLurNMpUx6G2WLt86ETmPFJNyFLEbqI+N43/ucyRZupeN
JYvkZVFO5+mAjA7oSXClxiK5UQf0TfOpUrz5WJ/n5qFF9jJ1T8lHUsYt8Q4RFq5siZepaGqDJ1l4
5kjroLcGbIH8co3yzp9IMBLFtcryqOufbq9sJY8SiALQiwxOqzRgL52nDIYJohPOssi8LPckG0iu
+W3uyr2tfe62uB7WrdHcIrqrYAPFv7+K7wot6yqsWVrNDZwdRjqSO/1XVe8V0729rjXX4JL6X0uL
L69tY4J/hqVeKCv9KLNvgzHszPxfRJFXZpZJbzo4USwNJE2N/aU3650cfs+cjcAufurSH17bWETd
YByGpOmFP7j2qShPnXV418677teQbqxmzfNIOdG6Zbydj2pxPIj7VD3cKKQSWqnu7WbOD7oV1fek
qN0uz8rg/dyGW7fk1fLASJJtgp0FS0M/cOHuTRTLVgwGwlPn2VX94H4I+q9tdxwd577XSzeafw1J
+Pm2e1xFf8pMIiyTYwCZA6R/6YhyHel93auSJ2XFe6m6j+XsxTGaDeaD636RMAMWViBHxINz+WRI
y0xy0Afz0qzaK85H85eOsCdzUozeBccuqu7HfKOYurIyrgIauQwsMVazfK9DJs1Qgy6HZ9i33Lg5
tf3sOsOGS24ZWdwAE8G/rxI1PCMOE0YH2IM0++ubT+hiHYut8/1e1TIDE6HZuCZVOr7gciPNuLqe
xUP51V4tXE+qHB51wxSezYf8WL/5zuCvAyoRytHkYzRRLn2sj1L+vMVJDPk7avqu8cWx/knHYzA+
tMWfIJt2dv92t+YRAECJXhSlhuXgSWVCNdRmc3ieBtDPTu0y4bsb+40wcRVbxcKoK4m5En64vIit
QxDSCmrN8EyOvZPkBMxH4yrZw9T/ue0DV/Ho0tDyGSXntik1KhzZfezz+P2SRWffPDF4uJO3EF7X
Hk0lSNCXU3hiTVeXLuy3hVkb2Tnis6no4KVw1r35tuAPvzYifsSr669vdAokM0ak0H+QHSxIzTHL
3vxxYoVpWJHWQka1bAz4E4Safaxn59n+ro8NpMEP+daA/DWqQizllZHFUto+TCgXatnZgpk0zIZD
n1n7uky+wm/06MSZ4g5+7aod+rcTKEStZsSwrM7gFHdjXTKMtFW+WDtAU7x/dU2UXJeV0DBsi7HP
o+jswF5pWLSpTtXWSPuGjSWxrT5PegyjQnQenW+17OzEN1x1W3XqLSuL+15PQqdoalZSm5+MBuof
5UOnbsnkbBlZRPAhb6YyEkac4CWSy52CuoURBRsBdsn5CXaRIjhQCTA+fFzUBi89vlEjmHIzOTs3
PeRQdng3+YGb6C6ACbtLHuWuPBRd4cIMcFaKL5H5W0vrY99k4LVRFU5/4zx3cqPfq7BxzvUbGQ3F
r4OBA9AIACQetsvzdORwKMFxFedSb4AOI9px7BQz20Vt1hwmrYtOt+PZ9X1zaW9xslZSBkpihcW5
An6kz5DRbmnwbVlYHGuSduGMrmdxHhMIgszf0dZ74Tpbu1zC4lruZX8KDYMl0M/sO8h5YuxIvxV4
bgpzT1n0YI4bF+nWmha3dJMkPCnLtDhrhYECHeLA8sa5rHwMF34g/v1VXHaGoi46Py7OnXJC4tKb
jQfU1jeQhKtGLJ6PgmsWoaXF0UxGFAbpWBbniZ7Kjsbt174khvh5/fvtXibuf57ofHB01S9XA9lh
wYBrVZyzcDZyZuYj/R3TYVtgqOssgJcCqQ0tQuh8MXRpBsVcf5AYHT5nLxqSufbXoWHWctiIIGtW
SDKgORD0zTBTX1pp2tTpIrKacyIdslJ+rgr5j97cg1nfAqOsuBknw9icRc5mg9W9tJQPDCL3Zl6c
nTkvPB8prKMTNZ9vn82KE4h2J1TDdBAA1yzORmZCpNQzvTjHctDcj0od/JBg5HVbyndbIX5t617b
WmzdYCcqpWFsRfMnuarvDeOfkTtZz5WtgtBVdYRHIxVbUYYhK6R9d7l1bT9ROelNvlBLOqZkBLs5
6U5lXe80Ld33crYrquB9Gpr3Tft0e0NX4tGF6cWGUlTKBDMEXxVdcRffV/cpqWhYHNr0lxNDSiWl
5y6COPe23dXNRYGLQXWSRUi+L5esJH6jJHVRnBt3tJ9TGQ6iu011ylVv+a+R5SsVggi4RHq+ZHmw
9375qYshO8otFFVuL2bN9SmVUNZnNJj6/mITwYnC/NZNeGWLnK8Gef9+SqstjtTrbF6U0CAPEaMh
Qn39cstUuzYS3Q9Ksif6glLmjVb3TresnxFjra6jqxuv79XdYxgEf0S5CoagS3ta0ek5IiHF2Y6K
/JBMc3GQkOw4FvIm7+TaBqJJJpowJjQ0y1jYJJ1h1lpSnp3KPzVqw9irb3RgZG6f09qKgBURPICg
MiOxdLpOyfgFRXlu7Cf4BvchL6Em2yJFXlkMxQMB/QInRXxfnFMbpfasVW151uUTnJ9Y+Bd5F4UR
UkI0MqB0WV6FYRtLqJL31TmJyie7SL0inH/ravjbyLcUFK63DGYNhmh4GUB6Qvf20gm6NEtyBXHD
cxx/l4ovvAp06/mtp3JpYnERtlk3dH0RZ2eafSOaxwxZKPmn2zauwxw2mHegUAvQFBe4XAbqkn5f
Q1Z9Tvvq3je9KvxUDY928KKlJxl+GnnD066/1Ut7i20zffTcZBV7DvUK+XHaJTlEqveys7+9rrXj
IRtCsoeaOqUY8e+vMi814T9U8LNz2ThuHpheGj3qkDO81QrpEJIk1MNggsHQpRU7LgJTysfsPI76
YZxgo833m8Wk6yPCCAI9DlQbjIEuS8FVRfCsTB73QzXvitFy9YFZg/5PFI47hi2LU1OkG+u6voQu
TS7idjuprdVBrXuODWmnDJ8tUHo4xCbj7fUpYQfKTEqllHsYgrvcP4BFkTnKKnYG/ZAxIeXANLCJ
oV1ZDcgDYecvTcUVX3HJJZSYVnZWy3Rn+Qqvsoyigfxh86jEeV9U1EWUfmVpEUenOZPL1sCS032J
xkdn2GIdujYAIgvdMJID+nFAMS83TLUlhYLS5HtVdpcnkExHW/C8680S40gC/EnuBfhzcbkleagp
ZVM4ntTVh0T6HGQzw935Q66WG6Hgms1GYLEAL8HdwkASz7/LxUyzUtaaVvnAKH7l7d6RP9PwOCJD
6iJCI83qXS89MOws2dOPkkpC2Z6D+l5ro4OxNUBz7YeCXJ3iJiheoOnLSb0ydrpZ62foziZ7OJdW
n6JkRJugduTs7nbIuAZU8XLCEcHv0awyEQm4XHVYx2Bfk9anF9KeSvt3G8YHrS3uRkl9GLP0ycxl
KvmN26c/onL+VKjxm9+LAjEmehTQqwMjXoTgAaq1hleO5JVav1e1cxR8ypFyur3M6zjPMhkQJz3i
zqcLeLnKsXA0bWiFCqHuHx3E5oiOweQcp/Bbp32/bWvl9HBUGiECP3CtP2gbdaWVfRCd4Wz8kVrf
EE9KcuPzbSMrXx4BhKuSO5JRziXJoaYGxHknCc5OGTn7FPQPA7okMbetrGwbalvcx3QxcY1lrFfT
rponitOg7R5hZXmnNe9i/VnJ+gd9+nHblMgeLmMVr1463BCsK0w9LjUh1CyEvMaXKNTZ/T6DuJ7i
tK81R5hFd2n5pzI3ivvXp4Q9hurFKQle90U204WkzHPoRGdEoe/0cD4bpeQ5EGncXtZyB0V1mvIE
U9uCnIv/eel4kT7OVpR0FDmjrPeqRqpoIWX5US4kcmd4Q3cxu/HGT4rROwovTBiA++G/tUXxKouD
VOcVGp+b/EFSPomWUvvn9rqW/ocJZmGZ0YIoGYzM8qps/MjK1SRKzqHFeE4xBh8CI9sa077ePITU
BdcQjg6J8LLNEw127CRTm5x9IGw22ArfUg9TP/wsYCyMhy1U1tIlxJoAFEEfBlgK7ZtFkIh6LZcN
eNzOVkOJNnYpXkbWP7f3bZk9/bVhUz+gpoSrL3tKVmdHce2MyTnPyx0qji7AefQ24TJwx+5jVrt9
/e3tFpns5S4h7eTxtnCGOVOjrLST9FzWys+6i+anuNCH9zaBfV81dXwf+uZ0GquhOSVVs8XItfys
xXq5VWB0onwBY8jC/+URktoaiZuz7sBfEbf2XdkZX5GC2nfDeNLmh82kZ22HwQiaYo8BcS01U8e6
1SMVqrGzPavNnolfbecP7VGXK8tNpSTeGalWHLJa9hEb6JuN7/0qi2DBvMPBJhPGqOUt0bNSJ3X2
aKT5ee5sktWoqk9InfY7PaSqazVDeZLbsjokatndKaUTw4s5xs59Po6d5uZmPh3QRO9fitZPvSir
i5c0k6ONYtLKx8t8PgTppLgCE7aIfX1g+HGGpNR5TK3kkEp6/S01pHqjLnHF2/R3KwC3cQrQ+KjL
SSRoxHJbqez07H8qyj/xe/COxcn8CBGj/5iou3Lclb816e62u6/EDAGrF8JKPOoZ6bgMuI7m2+qs
cPyl8qfuf4fvVOkh+xB/um1lxa0vrCzSUr2ziox+T3pOci8gOUpKV7E+wodVGakrb9H8mIu78T8b
+d81LT5hQ2utoIy19Iwu/bgb1DqAuwYubT/V5kPQtMH+9upWAiFYEeg/hCw8z9XFR9sHSSL4f9Lz
VMDWyH3/kOkb1+/aMbEsmJ4Ebwp/7fKYjDTpGr6g9Fx0Zbgz5Nh55FEUIhCeWk+Fms5uWW9lmmuH
BkiFYEhaTfV7YZMKUtQmGf7Y+U/TwXFnV5l/htWf+Pft7VuJQCoxQCRMlBkZv7pc22SHlWzVPMPR
b2aoNAj0F9M0m8fSz6vDNEjGPeXW8N1USD9AzW61xlatw8XJcAKfgbnkz5ESptOhxcnO1Zgcw3SY
3LL6x6rAZ9eHXqo/zE34LU82PGbNQ0muqT86lMpI6C+XPOhDBY7VpPLgJ67ofY7hs19/2BLCW3NM
bmh6MSTz0GyKf39VRskjo7WGGjNp+9BARqMFj+VWy3/NMxmd/NvIZeJwCSsYNKMbJlnYiFzrDvDC
qOys2h2KjUD1d1TldcYrvmqUwYCCiXcJ6OnLxUR9oA9OVubnqXyKooiykLyDgjtunjXZlXP49opj
1oEp+Fb7rSuV7wtn70vOoTYDd4hjN/Q1QNatxWB09L4Zvirhnd+HD+W89TJe2/XXP1Ts2Ktd70p+
fh83+VmDRJeGtTtrxznJDre/mmsX4jED75MlJqPANiy+GrmrpmFKwImp/afkRePNPSvpHdTkW9fS
9XIozgsSSzCusJ0sw0BbdaAZSzk/j1mBVFPvSsqPqotdeS7QLu13BrLCeRt+UpIPtizxzk9ApyLT
2RnHUPp1e9Er6YLtgC5ilEijQnwlVo9g62xNpg8epz52+cF/lzqndv4VZQ8kCMewHe6yWYUzW/Ps
8VdpRM+VVu8m888QHW//kisIA5/txS9Z7P9sVqWkSvwS839I+7IduXGm2ScSoH25lVRrryq77Xbf
ELbHFrVRG7U+/Qn2zPlcxRJKaP83ngEMOItUMpnMjIxwQnPaAPH01G36bb/ND/TZPfYH41T2ftb7
bb6tysc581c1wK9whPJvkK7VygAeBNzUKDGHr8OGBtnG717549rRewfJXB69y7VKF2rScEUpuIcY
uek22ra/5wdzo332tuURd90xi5LjfNff8b2zeQZ77FbZgTV4h7O1i59+74tPjY+xqH2/K0O2Advw
1lkJp9c3FX4f3js4C+L9Zktxrh6btAYRKruvs6zZZsaM8+86TaDlXbdTrdTYtNQmG8b42hto4RTC
sqiR6HgzQMnm8qwbc57aepqy+2xWfF7t6g6KsH7LD7e9bckM2JswmSzmvlDwvDRTKEgL1LFm96oF
NbWxg2qEWT40OQ2StXLM0l7aQswKUF+MwbwTGp5FLw+x3IVOOY57A7I+C2DRrr83yB2Y1IDHqb9Z
azpgC3kvZqKQPQmuXMwqyNMQs5tPgFBRdp/XB0utt8rwy8HC0jeCIXaiYaA8B0tsfG9BwXRl+P9q
ZkGcoDPbcsUGw5CEAxXL7pv5p0d3rYYCdvwtr3kIiWsIH3fjz7Lfxt3Ki2LVrhQ9yFylWVrCLnQj
t87gQZXsuaQH7ejBj0ojmDvwP05vJbRBbnvSUjR3MRMhytwmli5lHqlezqyfGhwVpUkDmrEUjXjU
jLS2XOuxLXkS2rOCBgWp1ZWUJzWnAQOTJrtPLND8epQquw4sOb5DhnlbejzdpLbTgY6Q1SvH5T1l
lAPWmWlZqGco6jkHjp3dx7YVGJn54tlvfNhqXrrtTX7QuO0DgjiDZ/OTB73cejOMx0T/Ojb5A7Gb
3cSfUajf6892jVfm7Q9wVUEWLnf+26RP75iJ4YB3BJ/eO+pO2Gr7mGJMRXB5bePp2duMeLPg+vKC
24bfm2bXmyIm20BDAUEXyfBg89qrGTalOKGQcngCBzr5YpfBr8bXAlRWfB7kG92v/K/foHYSZCHG
TIIqSLbxVvx/FiKf2pDN7V91nX5jN1A7QjVdgKItKbLxhtuQ3BwQQNmuS8qgnJ7mYlvmbEf9OvX8
Zl6jibs+AZgUFB8BSFWU/ORuObRcRr0De9t9ms+W7zTxHfHU2Fdovb+9tOugfW4IJfvLoJ02Rqub
GQesr3fvSOZ8jUHn1Zhu0Kgrm2jiX7r8ssKSgCkLglsMwF1agkTRgCoKgBpeR3+gutQFfV7QlUt2
wXEvrUj+03Z2R7ndA9kFKTlF44Fe/fLqOsCLLpjK2adWs9E6iBsoG8gqtH5lmSu1ucVPJ0TtwO2O
ya73X3h2N1nmMCuj2FHHe0GhttEeVP3l9ke7DlpYJGaPEa8MVBDkmzap3ZYRdSjvh8jhxzqoLH+m
AXnN6EocuH43XRoS3/RsLa5es9QBHv+eexiLD5Vq19tb67ParBz7RTvv511UuLGiSztTZph12qnY
M27hNH3V0k9e2wVJc3RBhHt78xY9/syW+H5na6KE124VwxYHO5CxmTQaxPVmtRhyHTOwdWdmxM84
M5N2jWISdwS4ywliG3LYW+Cf4s0AmePNqG9vr2lt/6TXnBu7TVFMWnlvJ79dmqIwecpR/1PsVaKb
tWVJV/PUZQWrch2wrq7ENBd7SJ2x8XWIUepAO/dsSybtaYJy7v9tgeJnne1mO0AvK7exwGY2H3Ji
7p20D61hjxqF7xgruM3lNSLoOhD3xpCV9OlabYyBn7ZgbPxNkn8snftW4cMZtSIJnOdRG1Zccvnz
/TEofT42A/Yx1dhUzfqREr9166A9EPPJPt3exeXoCHrV/78y6evZPVIrCuK6+zS5775Yivt54psh
fZuafjcPew95u5d1B7zTMSK14qPvYyhXF8CZcekbgp831/AGr+4BXWd+UkEUVrEyVPIbwC792J5e
HW1CswIYTGeTZh7ILI06+UpsOw3tImVHlyug+FTA5L2yLeLqufplNpgX8UpCFcGUPngRe71CBqDt
isfkrg4Ux1desufuk17481pSvWhLzGwLSSkAEqRQZxlF6yUTrgfq7hLz1Sh9g4yB/akdAg6lXAgM
u9Xub9aHr44ZWZDG4M10eXq8HLdIayEWcUiGWxvivfb1J93d2cZJGV7i+ddYr9xQYhXyjoLlDeBq
lA4xPiZdw5WmtaQvEGTnij1Tz3vg2rS5vaqlU4r+F7AdouZ8xR0xqDkIDJkLX3b2HGFgKO5oNwSD
+lyQ3Kf8rTY/1oIFtbSNtBT1PTzj0U+UFzUboIYH9bgRNSYPaPrkZLo/jF9uL0u629+NoIeIgWZR
SUQefPmtjHQ0HGI2RuQO3x0vmocWKPj7jBw45pRKdcX1pcjznzVMkYhhY9TnpMijtk0NTbXRiLI5
UVCBTDZ6l7cbM3HCyhruZt6vVOrEUTpzjH8NilcdWhCogsggcm8cQV8LuHo0jJu0i1D3BZH7EfQ7
KxmF5ID/2RF86qgOoOYhRTojjrW8BNlQ1KRGF+BZD87zWFuryy+v5o8VKaRVyQAJAgx7RhSKi1a7
oxr3x7j2V/FlIim53jYMYABRjYqivG15W9RpCrxLZCpqUEAFIyktn9grF9/ycv5Y0S99Lx5rUKdx
LAeDUdshe2yMHvJxjf9RoMZ/X+ePIcnJFYrSdGnCELzP79gJrOWus5KHL3mAaJDjpALKBluXi5mn
GZ0FAwepHTPzLi2S/ikz8w/ST7+vRNSh4EqoeqH7emml9Loh12duRp33yY2fLLXsTx5Rd5Xef4oV
o/YTfRwPt0PE0qEF/Bi4U4EMhkjtpU2jrrq0Vz0jYk2zcZtfRDnNRQJg4xSiqLK9bWzJJ86NSRHC
JWObp5UCn9AfquSbWR1oE5A1RpOlJQnSftBoAugMnMvlkpSe89kuEzPSh/QLmPNnLw30e82me64r
KxfHki0hA4rpIsfC0KX0yYy8TjrEIDOin5P+zQYkNDb+KXi/SdewLgsuCNcDdgDPQchfXCGEzXgy
3TG1o5jMzWHIAaxN86z5+HpElAMdLfr/CHXSqQV5NbjR4gyS36zTfbe3ol5rghKwA18h6Q9MRr5+
2CVQ4HVwXYBhFfQw0seyZhPUg2nhRBVOX6johRU4NSQISJYF1rSmU7TggCCrBkecYFsX1eVL1+DZ
0JZlC2sTt2gR9HGbaqj54vYPUCZxf9idCjjI7RWKFUjhFsJUKD/iUhTleimud11ioNyLWwqEdEaM
SmfhK+wARrrHkqRPTdysHLKF8K4jiiCREeWeq/mtGvzIXtFaRkQ0UNaX3wuBu8b48+1VLe7kmRXp
uzGDz3UN1GSkz3sD3CIM478D+j/zB2mLRVC8WI60fak6Zuhn2EakmXO3LTTAocC3hZpqvSp/u3CY
EXbRaUVGLYidJO+ojYGWHWTgIgahbnOOlCl5ruP+jhm5n/NHz4CiV+nXkJWBxvbdZD0ZQ6jEASae
5iIPrLpeK52KtV25jiDMUAVeyHjXfT57qTJdoJAqYkQzkl4Pcma5HiSP1N7NJKowjuJnQ7z/+HfF
awK0BqitgXdH+q5jXeqZXVRWlBu676hs22efiukXbddKJwtuCqYdzD8hCTHQrBfx7mxtLZsclSuN
HU3Ko6tEZrLp7ZWH/oKPXpgQP+HMRDpPVdoa3I7oPCc7l9mHTM36kKS55SPalCsv74UIjW49+Iqw
fUKkSNq6GHyaqe4S3DtlEt95U1X4BiPlSoRe2jfx9sJDCN0M3ZXOgztpY8L7zIpijiI66Bf7Bo0b
eOhtP1g4C8BRCGyomOvDk+hy71obSfzUMyui5iYFU2fOqD8rJboIL+q4xt664OcwhvwaeFEBtZV2
rmB9B0BqY0XEQ8805sHQh7z5waaXNqdbVfeN7Mvt5S1aFM9mQRfqYCzqcnmVB3Ids4TFKdZfDEqz
Y1cYL20DtEQ7QizRyRN66CdFCefSmcLbxsVypGMN4hCMMIESTwWAX/JLNmUxSSDqE9nm1iLfjVAJ
1G4/dMeUr9wFSycAfVoAJ/ApMScnLbNGmkRUheM0K4Zf6G9jR/2ctEG2xs206C7oaLqImgKvIn7I
2VGzvWG0zZlYkQI1Wa7+4sZ3pznxbtgOw8qnWzIlcBkiIELhwpYCh9eClhQhyo40P3uAvg4KHmvT
WDLOQFw6CEp/bEhfiLtOmmsZsyMXknnpUL/EIN/xml8lK4D3oEGrQP4pJs9pshbyl74YUEXoOQM/
CMIkqbzSQbI3Lr3ZjgqboRJvOKE+kMDi3pOrJb9v+6FcRXtf5rkxyT14nDQzSyfod+mkTHZqArLm
TWHl1b3Ta95PbR7sfWIkNghs+2NfzNWD0nbZ29Qr7pZq7tz5BD4eB22me19v/7bFfcCYGkRM8OfV
8H5KB20Y3dyOSF3+nPibHkPrLS7eCrKmviO3pv/dBZRm0bNFuQ6sX5e+C7GS+t9ropwU35lDRQsJ
Qx2IKwFYKinYX7uy/cXHYqtr32+vcunKALEdmoGYNhawtUvTZsImu0qIHQ3ZZpcPK1fF0h6e/+tS
Mm9haEazc/zrGJeZpl0W5PMuf7m9AnES5FiGywiIZkz8CY6nyxVwd24nN6ZO5JaPaPf5o442y8df
39gaHHY8TxEtLRERzoJLbuU8Z2rpRKS4K7GWbo1pcGmjBNOqQFmhkCorFSTTGDtaXTtRQzdWH0zx
HtoYSbdSrlraKtw0QijRwvCqLP0NFFeZtdMIhhB7R5Nt/Wl1PnExbp2bkFwZg2+FO/YwoSrxznHr
Q+4lGwKceZZu9BrN2FE9JM0QpJX28XIPsPTiGQzsAw6RlC9AhQOFCxG3SrJpIMaqtcBzmEe96//i
8jwz9L4FZ87g5b2S9Z2OmEVbqD8GmnWvaCjIKdDoAtuSZ/zNVxOMkBg5Em9UaWGd0UwucPh2VKEz
qnrlNgY1ZNawlffUonP8MSN3tDU+G0M6wwxtHPepaLVhPw7jzzbJdrcP7FLIQUccpW48qzC4JYUc
hYJSGMVnJwJm3C94GgxNvr1tYuk4CWQxXqBoKkMN6PK8TrMxTs0cIyYoVaAPbTDrUaGD3ANKmx+2
BHfDkcXcCj6OJyWOUzVSBa8IO3IwjIl8e27ugJ+a2V9kwxd2JCcgfJzBO44V5c3BcU9uSv0O6sqO
Hk0A9Nxe04In/LEFSJqUAXhDRwYmHE7lhq+Pe8UF4bm5v21k4RMBDgRQCJ65oLuQXxFAn/WemuJq
QKAww9JglZ/SGQDCBqOcje58UH5K3LHgx4MmKXCDSG3kErrHNRdzFyi81PxnqdnA0X66vaDFXTsz
IH2hNJ5nlZgwkGjfsvyxBbqIrUnoLW4a6Ad0lKuQt8v6PFnB47aamBNZQFRZv6v5PqmiNlvLPsVP
la5U7NUfM+JnnEU4szc0pemwlByyqhurKbOdV6AnwEotCdp2+t6VnXWo7dL7RPNqJdwtZUPAJAq9
WmCsQU0ruZ8BRA2ZGbhcrLQN9H7as9435xe8OH3XaPaUopP5vbPAHbBGFi93lN+d5Ny0FJp0CBDO
iQPTBmxqBj82zbzTaBY6iFI/Gbj3Y/LOH75nXv7UkjXa1+W16xpwmagSgo5f+gFDlqo6mF/diBfl
thvj45TTI4ogGz7dDya50216l1ZV6qdueSqz19suvBCZTVwyyEJRir+e6q5zM+tL3DaR3reJn+d6
FiSqupbuLjw+0QoEsxOyKVGpkJKpeS7zsqgbN0JmCMb3b2mZbwfzlKZlAMz40P2+vailNwYaC8A+
IEfU0YWUDqaV2pkyEtWNtDgcx0+ZG5blBljDSiUYnlBCbjfh7H5W+vGlqiEYTcPeW2usiDXJJwrP
OVBfAAcq9vbyRFVtB2/lICR+gBI7Ufc9SO6UMF/r/S+ZAfgTmk3vs3MytC8DUM2JJ5TolcHeDF6/
j/Gc6uJNZduHWF/Jg5aCEYZQ8KiHRbC2SfvqdLWdtYNpR+BSG7YuQz8ybw3rUOiVvdXdj/JKvh9O
1BAAt0MNGwUhyW+mSYmVLDHwMIW8CYTGK8NHTb8PylRfSfcXVyaoFlC/FjgKKQK5fV5aXo+VTT3f
89ZhQQOiBb+O72lir9yD8lTDf8v6Y0w68haHQk6LjDYatcRK/QFif/vKKl3gSRpShrM698CvmG1o
xEm50cZiY+kpcBZc/1ySUgVVfjltB4PqwUAc7dltga0d89o44lXE9sqUpvdGsiYLsBQpxNaIoZt3
Ac5Lf6Zo2KpNYdtggZteoHoPfmh75R5YNoHESsyAIvGVcriM1myCDJIdJbn9q9Lqt0md1ojZls6L
QEFgSBx8KqjnXC5Dj7N2hP4A9h5EgDnRdm7X3Y0upMS1Zsd1uoJ9X/IrwTWHRwoaaHjuXZqb8qxI
SqhtRHMxaA+WkaNZN3nDDoRL0498HPvoduhbtKdhOAMoX1ylMum1102t3XtITqlh+9Y0b5O29NsS
7Pxse9vS0seCC2PcHgtDSic5caFAAXsoRRrcO8kW6go9OC/rD1K9vR8VkdQbYnbWRlvicv+q1ppK
uxIpFht2mV4eeK8Hc4VXWO4d/mJBZ6bEJXaWArmQK9VGG21IhaMUnJCE+25hf1Cg8N8FuTo4wsX4
uSU/JXUBt4hp4kQeqXTQ/fMW+oFzv3WhlLnyhZbSU+S9/zMlfaFhyDE0C/3nSC3t3VDYro9B+9LP
x1UhchEd5bsOYF6Ay1FUAl5F/JKzrSMVHzPoruHxxZ7T/rfi8NDGQMm4TRzMqZXZxkueY/IXlxEI
nwSxmFBRkF+vk+YBup7CqFVhQqoznxu3fDapeWfZ7ekvXAPZBHIJDNGiLXa5PlqTYepz1GpUM380
KFqC6tr419LBxesYyS/IK2xcQpcmQHltQwlndKK+5ofBa7Ypib9UVL03LfXH7dUshcAzU3K2nYOc
soYqtRNlZnu0wFNrfNW7euuBpzEtVmwtLQt4aEwdiLFqzKhcLgt5Qo8ijetEQ7mJITVYBF6P4f7d
7RWtWZE8fdbUIUVJ14k0TFbMp2oMUb+uypXztGQF/InwObyVUeMUf3/m5VijVmkFIp7eYTQyOeqx
4U8j4JbAZn14PWhKIeLhkSxefZKl2J1BYiXeQxXmdgI8ul61Ktm4vCh818P0221rC/4gxodATYHs
xwFl1uW6iBcbk9FQLxrbZMdmDxkIvmYwKWUwZt2vwiD5Sga0cHdYILSCt4PkULA9XFpkQPPVHfiP
IsvOf9UJUMnFqKyN4oifLQUlC3cgfA75KiYNJKdoCzDKDwP3oqYL9NxvDvAM0mIeya/eympzew8X
Yi2w8kgq0L0W3OxixWe+UWjIKtyk8yItxaizCplTv7WTz5Vprbj60sdCIQ3adNBphQKtdKCIR+uZ
Go0XpdovMOl4jbK1YSwv9cAxvv7FogQ9t3jE4E/JDZGSV5PXTF4UdyeA3Jj2kK3VpxfOlHin/c+E
WO7ZvmUpTTC51GPfPDNAo2QbUwZxKxYmwwdnQcTNKx5D4v2CuuqV0rE+JkU91FhN7/zoU+NYvjR5
48/VdySJK+d3yfWAU0F/GVMumKOR7oscdNxej25WBEbKxIFG1+YxBfrbHz6ho3T7Gy3VD0Cr+MeW
dHqnzG3iCYT4kZYHxXH+AQSnd0oOSe9vlGzjjiv2lj7YH3Ng2Lv8YEM8laUC4drIAX1Ue6fX9+NX
W/3n9qKW9w+8DYipQIbJxVwwOCutO5leNAxvbfJFM18KLxzazvfiJ0x7hePaeOzSqQLw5H8GpYDU
W4PlxvrsAREW+66db1TtNZufS/W+r9uV4LcUKmwQYYrwh4tEJuMpe1Wb0Cbz0ImP2uFzXz4PNV8J
6UtfCam5OLTQpUUH4fIrzfY4gVkkJ1GvD1AOjiywChPzt65/v/2hltbiCH4EQMxQFpDbSyzJW661
cHRCeRYCTFqdvEYtHpjOdrctLa7IAsen6MCLKe3LFcUc7Y/ZJPA744tqan6ZnFBboX/ReREBAj0E
vL/RYJQujcoEGbinNiRqSJhZAZT2Cufz7ZW8D3fLF5ODviUqumi/Xt8VBTe1XFVJBFKldIvdbQ+u
xltMLbI04DXmlbU8/QrFpmaDWtocDM6gHFnpYHaz0KBjO2k9BAzovCuooW6MPgM2y1CnB502o89B
fbVyt4loJf9eAeRAMcsFql+GS9amM43c8UjEZ/WBNPEzU+4Z+ZT3/c5Ca2ryvt3eoKXDeG5Pimgk
pXHZlwqJALH3WshqboB7+B6vEdMuNS7fASr/rUvOTVUF+6VZhETU0v/xiOb4TlqEDSongLb4CVTf
rJJsU4z5NOZaXWDp4ACAJpp7qL5eHRx3zjMMDbpelAzfMfLiK/yHW63VOpbODNjNYAZvClRVpKTE
GXLXSHhKomJycjCFQtRTy4xvvDa5jwbWGiXLwncDwRloEgFIc8CQLX7O2V2uDbpHOEXQsayTnvyu
u16cUhsSrCxdccmFCwKvMYHRgDuC3ke6hbxqBiq4ypUoU7rQLNMdhRqM1t9PvVDFCMyMBHO5dqsv
fDPUPKEbAJVUYPvlHI8wcCjklSPOwQR0mE+V2F9zyiUb4OXGPItAdmN5l3tYN8qYKpOpROmgY1a1
8AmDFEK2sn3XVgRUEEVjoflmIOe/tBJrtTWOFRxDx/mKqekbXu/ra4PEwr0u48allatYSkD+bSQk
shk0N8wypGts6dcOLiyg7WuBzA/z/pLHEVXAEgdGopzvB+OVDDRUIPXZP98OSMvb9ceMcPwzx+4G
tSBGUuIcMaW5SzxzPmqE7UvmrXGsXB+hywVJiWMytmYC+gYSYWrYakMaWjtvN65Jdy5ZQYEVeEDw
PQKsLW1bkbRIQHrdEyNaBXEDVd06QFSlLUQcjJVsZyE/RQIMXQpQquGqu6I6aYyRF1pVwQs4mKOe
1AlkRiY00opAybd29pzrn+MByhVeuYIOWbhnhWWhfwQyYSA8pc+Gl0vVVhY2s2x/aOlLAypDBxRu
xbayd7pxmum2rYGwS9wn8syarapsMDjpjU8qzV4x+vwZXHrhbUe6Dlv4RdgMcMsBpIC20KUjUdJb
RoIaP4a63lg/+okd9OURl8/4oncY414xt3AAhcguRg+E8gNO+qU5FBcbMPLh4o5zBMWmV2iYlpW5
kmsunA6RpkPlAVgmFUq7l1YGRY3nYWixzRPCFagbW+7Xa1OFCzuHMRTcLcjtLORl0s6V4KuF1i0C
/lyPW68N8v4LBUoXN2c1hdP0s3D+uf2pFrID0AChvg2wrqaieSktSzMGkzPeKJFTtmOzqRVNy30F
ozKZ7858/GH3TQoZc10rPitoTHVBDfgu99uWex8HMggHBge4aL0JPpnLHbbavlZcZikgPbTQnK/r
76PZrw0cygxBeB/DirgQ8DRG3/TqZTf1ozeVBhbs5hiILw6mw0IMrvrG5AYe3+Zs0/IH18ieMLKw
7RTMa30cPIifIJC8gHWBCU1+GkGgzo7R2FWiQT+mzVcodLlt8FEm838XemZF2s6qmTKLeI4SKdUr
xDyMiaFouLvtPtc5M1YiKkFIUNCxkg9Fp/AG+kJZfELpJMl3O2d4Sctw+lR+fOQRxRmMVYLdBSg/
dEgufWMeOm2YtSI+pfEO4OEwqx68OQ267NvtBS2d8nM70p3htHbXcjuPTzQF8G2qj7WY3atWbouF
m+liNVLITua6jS0b25amM5ojx7LfE8v2GXWCfu0TLTo8dGFxuEFSo9qyMkU91lWnuW18mstvubHJ
zTDV3L2haM+WeYDoWZg2z1Ze+2PU6vWhAzPYSuSUifbePfH8F0gfzy5oXAmq1NOXxAYjpm/49hAW
EehdHJ9mQZWgdBQ0JLgPinrldlzaadzKoj4AxhLkgpd+U+u5i+uoj09m5pNpI8Rq1QAHbpxWTsKS
44BvF08dlEVRg5Me7rMCKm3FNmIQejxV1cbtdnRY8c2FNBCsdH9MSPccyEv1ksxmfBJFRMVofNt4
dHK6Wx37XbqFXE3ojDgCM3RF21Yw16FJQ0/8eUqObfJrbO54VQdJ/L1rnoiarBDSLl5CZwbldw6I
NRqzUTk9Mdv2+/kXtAs3TCyQ0GBW70sNfFbJqcrTdqXMtxS/xHwuqOhRpMID8tI9RN/V6SA4fcqa
apu5FtKkrwPayJOJnt6DC2bK2+Fl6ROe25O8BMK5uDedlp68TvPbKZoz4hMlnNYGOd6nLaVHCXrj
SH7FrY7/kRZWg+1zbNlAT3q2t6avVXtH7Z+DW/qNcw/IGVLhMn7QWzHUrc1vI/vUKtu66HfJB0Vv
38/++Q+RVuwkVMUAi05PTQ9W1bdW/0LHFfdZOnrgKcCIE/CqQJpL4SUHkfdMIeF7quAnnOiBmpU+
79e6VUu+gp4Y9CWEIgPGhS99Zex0I/XsODlxGmrl21jVX7Rin564w79n7uePO8q5Memsu9RssoG7
FOm7izTTvMu0Z9r4ess3/zdDUpZQFxqQR61DT0mShdX0S8tZYILdhStrIuzy/mECTZD0YMoABR+Q
1slXK8dpNkg6RDXbeKm6bbWwqrdgZg3pvPHIyhX7fnTPT4BsTrpjO81MMWaXDZGJGw99Pp2FGv0x
Oz9j+6TbWuhO/0zJ1kpWkDDyhQPMEEjd8Ux4n1X0ZKl5HTyxlkUMNZqbegt699Q33eHUQIsuKNvs
wBP19+0PuGQQry3UiES3FqNVl25ZaE3T21mhATnrQfPW3ufqFwe8ucRKgj75oJgLgJtCwxaqakL/
WxDnXlrTh9KpB6PSojFLWGC1zg/C1C1p3Neun6Ikhvb87eXJdxGY5PEawAAj3gOA2siAAbeoyrbC
CEQ0Q63X6a17ZsxfVKU8oq4N2ZXuGapBG1CFrdRChNufe49kVgYPTIkDoqMMZpFY/PaQpHhq++X2
ytZMSCE6BecFnpkU9d9MPxY536LhuXK45cgo4A8AoqPAjmMELgDpazVVTKvOSeKTFxdQU/J2uC72
SfP19kKuP9GlFemkmbaX9CRHbq6OuY9hooAZXgBF6TzPDhQ1Ce49oBH56bbRtaWJaHNWrMqTgug9
h1Gjw0xrDCRoufFqbeU0iw26dAMsTajCAgYKaJtcQZwyc65GC1ZM1vpGUwcO+J8wTZpDNuL2etYs
Sd5AvIkp2cTiE1eOqC6M6mYsd9laW31x16DpAvE4VMqBOLvctcFi3dhWsGLNRsg88LpA4XHtPr5K
5+B2QnUE6B4cW1T+JSu1UkHhYEQuPIwOYPWx4rcOho/z53bLMvo+85xhei4EZ0R0exevzxQsw4mR
tqIaBiG5y/WxnJkt66A3blKQgnUspeGYms72tpWFXUSVAlkjcg2wT8jVa5uZcUtwm508nR3AoeBz
LT5k9gqN1YJHXFgRf3/m4SBQ0zMKIMRJc90NZS+VfaS82ir1yij/1QNRfC683/FAROkJZSex3DND
owF9C7NAYmOQ7xlUmFzqhhaLqvF33TwW7Vunav5kHYYRYxn9DoCTze3tlG+wd/soCAPFgk3FmNul
fYDpAYSNWYJbUguplYRsfJk+AaG/ln0vfTcxASCw+eC0sqQzpseF23oUL4mUzDvWOw9qr+wdc+Xq
WPpuGESE0JDA/uDtebmcEdhBN6djctKsBMwuTqCTp1YF/rlaedsuGnIh9IxkHpAcWUqG26xxOndK
Tpa7a3P7gJhBIY7njGTlAb90qqDhhio66M7QA5dXFNdxxno1ORGDvpG4yKBEEK/JWFwlbCjRQ6tL
uCJ2D14ofR2QFDAFykzZqeheiinqnCqcNX7Iza2blVvAP4K5BvV76a8NBV3NUQjLeH6ie6gCNIMT
ffnF9G6CwJphpCfFmXwrZv7s7lQbQ+lPozLvayfZOVXQJXem025VXodN/tqkZnj7FFxvMgCEmE4B
ZQfiJsCRlz+iSQiplIRkpzJipzXimqsSDJaIwXdUJ9CLf3fLy3+dmUOlpE6cn+ICswwHrzxk5DR2
3X3SZ3tP3WTA3yWPTlbtXLrz2Pjk0X1Z6REizoozXR9CjGKiG4xXNz6yqUkXd2MmINfpp+I05T+N
6h/gJOthJaItmYAnAeYHlCnkjyR/TSBC1HvAoJ+a17p70h4+jE7DboL/548B8QPOIialuVXqTVmc
iGX5Sn0HBaIJCfdDikL9ba9YXAokM4SSHcC/jvQOnFIitH/r4jR042Ege7tkj7mpfDj5gGiXUJOz
gTsBuFm6NpuZN21nasWJTjbkBQtfz3+opH4upn9uL2chNYAlnDFRmcAjWi64OBD/iCei49PkbZDU
udCYYCBayY5l1wbalAa2iSSSrKHilg7AhWHp9T7HtjspKQzb1YkOtd+XL4l5rEZzlxdVkPVKWOE/
WdDOoYGLp5t+I3WFlDP3Tre3QH4GC98BdRqa36AmgAyK9EVBSgUQ92wXp7rv/DgFo+rwuRwONkKP
6TxM6IX/hb33/B/gZEB6pYU7NHcdFEVw3rTpxay42fh5xRqUWkf7MBhaGsway7cQputXnuDX97oY
50RAR3sJKYYMJ8/LXhnBpAPaQLM72jleAk7oqmHiml9HZVwxthTEwQXm4SIUJS8QW12eyTq3mrqJ
Z4aTUiBZAezkyUyrJOwqEqYKBAsLnvCtVZg8xCScsitdKGCRemgOWlnQfcynLHRHlq8M+yx9bjRn
ca4QMUDFJIWKAYOPbKorhHSPQe/Seins/GDk5DBV5LFmT00K+OLtL77o61CJB5RJNLjQkb7cCktr
6dglNjs52uP4Socd1BUDe6x3aPzW8a6vqV/2z7Zz1LXWFyCZ7Et+rNYYCRcuNLTxMHwkGPyAqZIc
vayBy4kJK09NjIG22ajdjdan08p1cp0EAUMFxCtq1agsXQkRcM0sdLydypO7QzvoS+6E6soXXArB
5xakA2RYU6PPKixQpCCJ/g+dI3PFxLtzXr4zRWUFcz8Y9ABaXNalbgeuDyjvsNOsej66M6bySjb6
8NPcuRP3WRWaZK9T1R8YJKiOef4dHGnDHQG9bfF7Kl/ZI+gZ5nEz8N2AF5elbzsVXZbbbrWwD9hi
CI0BkI0JXlPaB650KRs1TOfa6QRVi/afygTnKG3W6qxXs8qIkOhGY54V7Gyu4EG+dN+5sDqNmT3D
0x7q3E7lhkmqBkCEbzrrqP6oki8VuuOVFWQkVFbBCwsOdWFdysM8Ns8Do6iLq+Crch/n4VHRjlny
/S82U7x2BHE5iuSipnKWQSQ2xFUBcERYIAoeOpnP6yxMod1x28x7UVVyLJSqxSMchBEYTJaSapV5
RFEoQkE879uK+kr81KP230KBD3CrIX1oql06D3jBloHnnliyBQYRNGiBnoFK3T2mL0nyFI9bPgZa
1fm5N+6Ye6+R5qgMK8+ZhXghVFnBh4bojQkNEUnPt4QP4J7SHXbKS9BAWS5mIrsqWwMFLX1eYMGE
iAxOHEQCL61U3jiPvW2yUz18j/8faVfaI7etbP/QE6B9+aqlV83W9ozH/iKM7Rkt1E5R269/R5N7
4262XhPJS+IgQIAukSwWyapT54zyNgVj86I3YX/cnvnrpBhq4gvNJ7qcwIXG90XLSk5s0uXVqbG+
OAC8pvTDjog3AYjm/BzypyEyBWu9ctxeWOSifjZ2eZag9HGywSfXlH6TlX5NPtSm8HspFRhb3aSg
dQK6G8BrACE5B1YSrdBmfahO0+Rl1YCleqmsR4dSv207L07NFxDUt72OnIX+1KSC3MjaYxE3ioUU
CecLwPN8jMiBuEMaBne5qnbLYXTlNLmL7H7TWNLjUE8/yiqGFEb/tRipG810Fhw7a86KXYUsOOjM
cMXhnDWZUuj9ASZ5KuVI2tCuKb9NVJIFqYQVKwsj7SJSgncMRGYundUxkzzLG1KfxoZawWDP477I
WkVwdVpxVWRFcHnCy35pYuPmkkpm41i9Xp+Y/prH92kpbSNZ2SmpsnFqy7MGICH6H7e3x9rI8Nhd
+jbxSkPv1+XI2qYyW6ZUzakgne1BMULz+l4X0Y6ubAkYgHeAKQfJOl6zMp+TMpYk2pxAkPJVzoM0
7ndWPHip+S5EGqwcjxe2uHOj1jO7qZAdOBkTyo+zfkzodDCcQeD514sFp5eRMgOCCIkCHtRolJAk
pk3ZnmR9w9io7XS10TftmB2yrL5X0/ZH18nqxrITUevm9U0WlkF6u1y1gOvnITg5NsIE4aD2NBWH
ChqYzLlHJkjKiK85JzkSdfxcz+diDgiEpeEWuXfeQ3oVyDPLbE+F6dP+KFX3AM0IotjKZOKLAV5D
QgLVLL7tul0UKp287E7K0BwBgHuw6Q+SHkEguUGJ70eVBprwenPt+VCYxeMPF3M8BNEVeOn5Qzuo
jUWzDlNWG5tpyFRPYgBo3t5fK7OHLnyoLSyUkUuq4tJKb7ZlruQmO7XWL8l4Ko0Kituvt22szR5a
b1QLROAAFvFau85AmtSqDXbKNMWXUwkXVZIcepp7B1O1P0gdA2xEt7eNrmSrgUuHlhL6CZBAwJ/L
kVVDaVJCuu5kFNpD1TlAK2p7p49dFH+axAhnyLkSkr0ykvhmlPp9dp/lVBCYV/IYy1cAbgAsGoqu
fPwv5jzNIlZ1Jygj+OYY4KB0WR7Q6buu3SuS7FZV7zXoCRCMfmVdL+wua3J2SZKI3QzD2HQn9jHY
vq27RDrV+q6cfeM+ebGCKQlGVKc01yk9S/RMWTl1L0Ztc3miIp4NHLqwLqfyW9v/HoYtFJbdUaEB
ovhEdyDTAgeOr+PQvT3w60i+1JEUsCECZAh1Mu4kHJHehJRQC8vlb8PYq8Oe1KhoMnemNLht6jMD
eXlnvrSlXs4xyEAJwQsAHrZwMm3r6KHTX8oBNAYQwQAz9NRIbv3zuzY8lDRGRiMsnF8oQrZDMArc
TDRq7gmtT6jr07jvTmrS7w0HbBDjNjfeCtUOJz0VGFt5KyzjRiocYQnzyT9CIcJggeSw6E61mau/
bW2QD8gXORADruT2g81saL0UGpdzQEDuwFw7ymRlT9q2rDZ6P7BghrR9/dh0KFHFhaH/pGVW524K
pfsvVVGqNYgZyGAEs6mmT3rWqtQHRT2Rtoqc18U2qQwm70dqZhDclcrkIdWGUsQYz6s52sAhqkjF
IBcIJRUkZTgXpswho2pMWFxXDqrtuMsetJ21iw5yUO8lyEC4A9uaxy/VTzN2jb1vCXLTq/Hr/AM4
T05bbWyNcu5O3WudbXQ3flKDghzH8dcs77IGkpb7tvGJIriwXr97MG6o/CwoUCA3bN6p6yEjLMG4
WcpyrzajyGVqWexGK+q/WUUUnwS7aJnIq110ZpD3XVJWrQOaoVM2Nm6RNjsVOBxL3ROr8jtkHYvx
pdBnTxK1Z62cryhxoOkA/0aGlSdvwj7N7VpRu1NaqJpHYjK4Rj/Hm9vDW4vDQMzjAACX+8J1fRkj
JKNrO9nK2akpjl36PVLfVU1w01tJ4+GBcWaDuylYUWzJMbSMTqbxKvenJj/0bTAEVRMOoCygRwBh
6DPER48qvWubtxgA7NuDXI3351/AnTalOswxGwjDLf2QxOyupZpP2veEoCc66I621h3bgX3tiIir
YW0Rkf+Buy498+BJupzeOqGqI7UNO0mzLX+pMlxf0BkQPd8e36oVpBSQiUeRCPnSSyvgqImbWm3Z
yTAqeZ+rLTSD0UksgCeuPJWR1cMFFgQQQGSivHJpJmr7LKqJxk7o3dvob9Dz8ipP3dcvmtfdl7rg
pFSXjcVvvHNz3NwlWt+xOlXZaUjRcmukIwFr7Mh+6IOZ+NAKZmHdSvMDWgnRsq8p5VEzI+SBFJt5
IOxJg3mOOx85Dfke7dsZKtiFvc/Hst/IyTxsqIQ+XF2NmpeGOPl9Jc+gV49TUQvR9QULQP8Fr47q
AZABV1z8E54+Ok3t/lRIdfJbayBPXQ6t8lgNsRLOtI7Qh63lYDaAVgMIeOq5Oyhgk/1120Outjm+
As+sz1ZpMO3xry2mWT2dsnwAfFzbp+AlaZN433UitqQrR1zMwA2Ro9PQjM2XvqVkAlBLZQN2upG/
xnZnjuB1GdDrcHs4V4fApx2kl8H3vCSnuJisSSWJh6kdTg2q0H6uFR9lD0ZAPZ+gUpVW/m1rq5MH
Urv/WltGfXZXVTPbKGNcmE6mU0aeY+ZSMOdgeW+RKPmn4fhzYCgzLV3GaJnlDtWSNO0YNXQ4oeTg
Nmp0yIvet9JZcHivr9MfM9wh2gD0k2ngzToltvEVre3RQe2dRBD3V6cNBAAgElaX2woXlVKZDXWa
9Ji2rN2WyhiYTXsYbCW4vTqrvvDHDA/SYo5O7B5tpadOfe/6w+BMXp99adRRYEcwHI1bGovMtSEZ
WBobncoWqhkZZa7ZibTIl6h2EfWQR8IeQjoS6B40H3JBtnaImpJoHE5y1iTfKysCo2nSRr07yGYf
6MCIQ4VdnXxIi4myCCsjBF0WqnugogB8iX/R5zVUDKwiH09Mop6d4yFoQrwYXdO3F2xthCBQRaSA
ugXozpbPONtOiZJi1pRqRDIrqPWTSic3zUfFaxMMjdmAiReizp0VH1mo89HJCbgGLs3cpKo1BYcg
NK6BGtEKt2lZ5Vpy9p4mFXozxm7a3R6hyBx3ctmtpvWZOYynYRg2jjVTtwN/gFtHxegbkS04l1c2
Mxrc4TDIjqBn9wo+1altqSXyeCrzYqfL/RbFrX8KH4VTnpvgtrLO1AF8cep4MvNvOh18Kt0R/S2K
RPI4qx74Zyifh+mZa5QtAypb1cYTyb9BlCRQSAMdkkkQmPiLDJJwi5gQEu74r0XKk3MHbW50NSsi
6JOyV3mpCLXI+llKfVSd5FAVsqem1F/Ef4DlsynAJFErOFK4PXD1BZyHOHGTdqkuVSHTN5DUJsRI
XGJSl1jFsQfb9iyiXONm9j8GAVYBWgWKjvwVUZfRWYy3UhXq+Y71EeqtO+SSvX/k959GwJwLTkHc
dnFccsfyOJclpAWyKhyN39p4jCpA3Uw3FoF/+ev8X3aWgSAjDhQkr0cu93Eyk0XT1olz31ZfHS9H
2U8xXMVz1K36s6++dImwUsTt6k+rsAePWW5SuN9cxi150pf7pl6F8YskHbKQFm72VTY3RVn62haa
S27zO4JmQ7NtJm/Ufco2t6eXb4b6zxdAdgqhE8Ab/u0rzzqEviQLOuyHh8ZFlwT+aBvHfa3czcKd
f6jf0tfm222ra64K7nzwaCA7CKzpMi1ne1JDbn5QLMgo5+BL7/KHlOkA3lRekaIr/66Op392PHwO
cqFAAtoGON6ru10xUKOXYq0O7bF7rtpnvUrvyvy1RNHXkpzdSLun2wNc2xpLs4sCNDmQXDweQKlB
SOlUSROqkGy7H9SJ7fPBOuTtJCpQ8Zmpv8aGfsSFZwwYYY27dykEGY3WSptwWbd41+3jXbyDUmOg
bGKU97blvt7bh/jY7clO96Jdm9zFeSj7QESEoP24PW7+aXL1Ndx2VdqZgCMla0Kt+l5JmRfZr1l0
l0XWlprSpm6MQ1Z2bi/SaubzAVd2ufs01e05mgzYHcdxo6OqW9ie5LgR2L0TVyGe3Ui+E7/G+UY5
9RP4FKGA2HlMtJ2WKH9201o+A13zAMwil4S7Ns8Y0JtZVCKb1ITEGfzMustAx6SMzNWM2NNF7Baf
rEtX1gCZA5YJIstXYBAntjodHD5NeARphdu8dCEE5d12U+3QrOn++Anci5v4cZBs/vqbeO+9N3uT
rwSRG3uGJ/uKNwaTr7qAxAhSpmsn4oKbR+Phgh0Gm9blJidTX0x0xFzobHYdJBfdOf0+G+Mjtea9
nCFPPN9JNtsPZAomI991jSVATayshoZEJl7DeNABoc1FV0jlQpdmKGiI1+Oy1WO3nfaJ8pCV/xBI
uKw79jnii71Igth8h3OqJ/I8FD0NB/u+k0Zfy++o3HnlfGjHXZfsb++ylVMD1oARxjkFxo3PLMdZ
+MysQa37fqYhBUvDdvYh7VmIUoXXOxk+jHw3QCdAgqCcw8Vog1YJoUWdhOhMVfPeJzsbHBA583PV
ctPG7+v6PlKeb49sWZELj16MLvfCBbi/8LBf+kwqkdIxuiEJZUgmBnOvlqE0JVVg9S25Kwu18qiq
EY9p9IFCKVBwJb3yF6RVlu5LMDwh2wAdtkvr4K0y5wr9suGUF1k4WApgVHoRoXfKag/xEJsumVgh
uLZxV20LLVR4tCD/BcDE0uWxHCXniznWaInAZTusVNlrIuX7SHsRC9jVebvYWJhM4DBwUv68jXTK
RlDsJ2GSBKURyMS1nE200fMf8T+kb/hrOGemljk+G45GbDDX1mYSwlW+pFrjmtOj0Z+kRn9UytNt
b1lZr4thcetVgYSXQUcyCaHbEddf1Nf4d9QvJJu3zaxthQWUjeLagtdFO9DlmHomT0jXKPCL7FvL
TE9P7q1mmx/R55Efi27ejfW7wOTyk9xGuDDJnWex2ktaYSxeUY8nCMeiP7zz0tHwzanz7Jh5KQC7
LBqf5DF2Tcub9feCiDSbVuf3bNyca/a0ay1oueEjLL+iG7Ir7oAgkgRRevmVq6EuPepQ6XHwguKG
2lPQ5U6QOAlpMrl5MXtgRp+JiEX++jha9sCZGW4wE+nKEtrTcEy6Vat2u/CgOxoKbOlT6t8pzF/Q
uLNbiND1V8Gas8vF0UotBsmJYDdR3xN7DuZRh+KJW7SdIHr9HyNEWsywAW24YmFyZlRESpT4Q2Lr
cZDWeuriBZF6zlx9UTKI+BSk/K7U06+qSwtPq5zam5Lyq8YqU3D2r41ZQUoYIAScTmiKvtwwBGkX
ALsxZqLWBwO01XYfOAPoXAR21mInOg2R1ALDDq5d3Nwyp0lNWtlJaJCablmlfrMGXYQrWAue50a4
iJYVlZJpk4HBtOTdHLzqV60TaEVknpzWvgkhe+/25l+dPZTOkF3XF65T7kbPKNFSFPXhqfIjmb47
aLCyTK9Tv9w2c/3khWeqwJICcLLcknjtPNtA30fmDGlY9X5ibZXO9LLs0MvMnb6AInsC+OZRBX3x
bbNr07kA29DzADJndLNd+kYM8cnSaEd4qbxLUJ2oPOsn+G3kCjreogb5Nf84t8X5xwBNKZIWsKVU
tTegl0XYZyiywDkHhKHUaZxgwVFQDsrQP8L+WSru80BFuRZgIkizoiDH5YhtXPbUnM5pmLqAdAtu
kmux9/zHOVfL+ymzoUWShnLTeqP5wzBqr6QCPOPq+XluhTs/AadISrNfhgCy7W9Q3N79sjd5YLq7
264lGg13kshqa0iyhMVI4medIWciNxAPExUH1pf8z4JwDpxHQMVN+pSGM7qbU/ZU6P/PFee8NtLN
ys4qTFekxl6ZPFGwzt2eKNEQOK/V2g7KphOGgNyoOzlI86SCro21GIaCE66coMNAAoS7yIMpLyGq
jaVoFMtr1CkoMxtMvj8aEev+ajhZsmcQaYVaK19A7o2e6kjuY4vb+t7I0hdHe6DaCWcTXvfKXU9E
ifjVYxZden9bXL7o7IY7q3pj1GjJDpNHCVkVtOTVX/Lj5BuWq3hmie45wXmw6tZnBrm5HOTJykyk
rELFeo5JETTt3WCKjPDgn884gxwCiA9UNM3j/XU5LHBr07ahchqqTyCaUo5y7urPcWBuWUCOxQ/j
Sd/k7vA1e7MOaMzbN9lGpP30CTnmb4J4BqFWtOQzgFO5/ATaSMWoQjMhzKFt9TT/AnqwOTrRYa6f
jByEodoLRRbrQfqFirBraf7tTbF22z23zk0ATXLUfzULsZC+ab3tpWBDk5s7e3gvpn9zMCFtjrfm
0h6AgvPlSJ2kSsBKqi9b3HTcigyFD+4GUzCitW2O2xdyrDI6WK80FUG1gxtAraWhqac7x8kO0yTK
rK7t8wXiuSwYEgU8nWnZUbYQCiC0y7Krgwr81ZxexlGQTl08nHeMhQwZMnqg6L9S7BrAYa12EK8P
U9ufSwAN0HSjM68z3HzQ3Rl8slqSC3bd6ql1bpTzRqJhm+tAyYbF9AN1myGS3XZrfDOVdzOeNiZL
9lH/ctsF18YJ6gz0G4BUBfTP3HHcRaD+iDInDXHrkpDMjYM5tB+bYvOvBrfkJ9GtBvZDXDUvHRDs
l3ZV0SQLrXHEU2gLZitrSsGahzao5CkZNTcDP9Igyo/y+NHPKIOmH3Q9IkeKTA938lSUQkC0wybT
cOoAg0NcVkC2BBgmZEib+H76JikPTdQc1Ohp0j31Z7Hvm037nplfgaYQHIOfgEber8zP+hWYG6Ay
wX2NZDs5hepMGk7B+AU41if757xhp/gJAIM9qmg7TIxPwv6pTb34JwoUt5dbXdbzln3uKElta3Yg
ooaAV7nRneEbv8bH0U/d4akr3fSHsp2PTiAFwNX20X3sTcdyn+/M59tfsep0Z5PAHS8qpTSVG/i5
Ojw3Jgqkmu22s9cWO9XaJKgh5DERTPzaoY3TGr2E6EoG5wfnfXWckVTNoFGYzxrw8B6z2F2PrqzE
2cSPIv2ptbh+boy7Tjnp4CQxgbHpkO6yLwxY5Y0oDK6+pUDfhp5FdK0vNAGX+ylVGJMqlmdhrwEa
W5ieYXYfMSAWk64datI8LtdSzSF3cfQ9FfZqrG8rFBCho4MqNP51ab6q4zaiLcEYPcRH8lRlfvkl
e52hN7MdHtt4kz6gS/R79UX6Ln0fhCQhyxvkyo/ReYP+KAtlWn49LZUpc2wgZwpNxT248qIXQtzm
NXqM0Gz3+vu2v65ewFA6/KRkRpMijwhLaA1p15hmYduNO3l4Gu7sXylz1cp2peG5az3Df2aC5Mrq
JoGjoqEPdcsrtQELaee6dPosZG/Wjj0Tr3rIQd90FLG/r+6MMzvcaw+aAGXdZ0MWGsaLM6NaZ4OK
KtT1N2nft6Mg/qweccsb/L+j4s4bU4XTQlUxCzv/A2mpr5HPwvkeBUthCnXZ0VcegtYoCzULFLv5
akIxd05EJMxfVeTemGwa3TXQA7JL7cDc9y+jts2JW71Q605FmTQSJcDXrimLOO5/zXPbs5TmATBT
DHQz/tS26MH8edsn193jz+9zgZxAGgVyFPh99U6fXAdEFU55Z1lf8eKpTcNtBOb+j4X7Y4+L2dlo
DwoBLCIsqfYOAcRtWRf7zn6MKtOLjH003scQcc9Fjy3BKvIlvV4ZIbNewKy2IeFBJDKzfhz+WSVe
rq0q0TdEG8xiv5mC6K3bgI9D2dMX6dXx7W18SHI3l93pV/Td+qErrnw3bXLDVf8hLetfd5Szz+B2
hdr34PKi+IyYpK4s/ej7h7YR5UTW7uZojwLLC3oOlhv6ZcSWsgQhc9l6sx8fvlu7yTOO3bfUi47t
U/qlCbLtbQ9dDSxn9rjAIusVeJzSKQtJtS30hTESNdmTNtwZ00OlCu+XqyfCmTluDg2pBcuQDXP+
rLpZ7xZP+nau/Sa0iGfUj60QSK6tBZgzg8v/P3uV1wy0qXqM+Ry8IpiecJE40PD37MXuGNC9iPVr
db+fWePeBpUGvTpV/rRWh6qne6Pbfxjex+01W41aZ1a4a5LGIOtto301LHb2I+CZR1Hb6jVsAg/A
cy/k7kZojyzLRIMF9jYecRe/G49FUAcZwEdk022ZP26nEynd2+P6xLVenQZnA+PC8VyUeBYn8A59
q/Qe+aG7pU99QNWASyAHJ6C123ydoH3yTdrKO+174jXbagft0ACMzX7iRt606f5F1u18KrgQPg+N
WeY2ljTSC9gxLFAsFEwEFFjb9rizABXxeU/iC9ygmQDyKZGyMAVoP4lqZBgEG311coGqQl8FpDiQ
ReEGghQP6hOpg6fdppdw/9MPw6HZ9r+hxhuOX+JjGTrI5EBrbEfDett9VK90W3zVgi5ge+bX9/Gv
eitM7Sz7nV/x84/iDiwtUtM4H/FR0kO7UYPap17npkHyZni1p29u+xffR/YZwc+s8fjtSU1rkP5F
y0Gie6mXAtX2q3QLr3Tz7eRK/m1zn7RUNwbHw7hnFeVLs8DgWFD6w258/a1sEjh08jC8aQ9y0P2c
v7VBcTC2yi56qHFsZXe47qCdbhdvu2fbHXfStgBsR/Bd6872tyfwhaQ0T5kWyfguX76THqS97ml7
qJQUUEJFF/7XdEcO04u2K9/w6DuYR+BjrKcksLz6HcJgFM/Qr/EvzZMf5TBzo/tE4Kg8K9XVKnEh
m4LMRqoIVgkdue5Ls/xjed9nZFEP70IGRYEDalzEtiEV1ugZjMkHx01dbbt5VVzdzYI30Vtw7ZJ0
7nxc1DaMGDCMZf/l+jvLH7X6oxClKlfj9rkNLm4zSc7QorA4OKJm8iC5vZu5yWbaxP7ogXTAzbYv
H7e9afWNeW6TC9qV1kqGQ2EztqdNzWovhWJSFeXbLp52dTQfJEZ36dCB/po92E5y3w/Rps5HX5qn
raY0QazYzzN7kETVDOFscBFvnFjm0Alf5nwhAMBNgbZjAbgc3cqTvD6AhsBreRDJtK3ewc/ngwtp
bBiaZJixziDKOc07QDKedL/YNH4nuCuuXTbODPHVdLAXRabMMLwhQAv/UXedbRYMbvJ0e4FX/dZB
RxnI2BYyTG48lFB5koqYhCRt/VbZFlblZaNg03+ePlex8o+Vz1k9u6fpfUSNSkKXpNLu0+xDGZOd
Ze8cvJrGqX8c09pNTMdT+9rLSub12rBLFK+IJq8DxC2fi68DiNpK1m21qNrMdYcin74jjRTEWRt0
lvbgyO1d1ORfHMhH9LQJbk/SsrG4zwfybiE2AIEy6Iu4a3utDED1Fl0S6vXs1V3r6lriqfFzOQhW
Y829bED8kE4Cudl1iaDoRn0ciQUoXNfsKjt/oO0mJYEjb1XyzDTwfsTQtBblH1acAFcHENKBcc0B
4J53gilv8cKjaRgD/Nb2yUYzcXuuZgFwQ2CGz1dNsU4oA+lgmHeHpM/8SUm8Ts4FB/OaFUAYl05n
tLAAMnn5JsBCMiXTkXij8J+Aye/CUu2KOwAh+cfC8gVn3txITtXpFIXUfC6PQ2UcCnvctO30MjNR
G98SxDjPg/SqAtYVlDqBTuRCftTOzTypqAqrOTgGUmg0KBAsGmefZcFo0nzbJ6IWnSWiX5sEI9jC
PXZNfZoOPUhbHcwfVFhLdXQhuxFkzATTWbkD3kGQjVpdLWjL/tca90JVLDpaSgUsgj74nflGop+R
6EYkGhD3KgWW06ZMUtOws+Zxix5yByR5DtQIi/GdGYnlZrouSvKv2oTMzNLrAHUPnnBXSdDSKeUo
9SmdJyd3G2Ztm3lTiiqKK4cE6mJ/zHCeSGu9VuMKtdOmVU8Qt9koceRJnbQbZyVowJ68YHukURY8
5VY3gI4EBnoxIcPJo1NytWgjgxoAQ2TDr9GYt46a+APJK4+gjeV27F3dAchwA62E6AtN8MvNZlZU
hUw2hpgq+8bTgJbVvHp2m01UC04pkSXOFSXdnDRaoi6DFiolfm5jV9XCLJi6o0jTetU7zsbEeSTa
EroKCmSflgjU9dKDXXoReR6ifxMLzwxxl20ZmCvdJouhTN5m1aGbSSDk+VpLzdtgY/57ibiIOzS9
I5EZSwRa222qGpvqLem3JlgRtR95sS0tlNPMxI3p5NFWsGjLb19Fq4XYFUov6IjgH31oJpRMo0ER
Qpvf5/hpFPWYiH6fcwpLiyhagvH7cfphyD+EZ8na74PNQUZxFIT/qrm4ytlZ0tvUcqauwGlVN2/Q
9Z4Po+r0gj20tl/PjXBX5c4o8sqos889BLwXQQdQpj/a7OP2Vl2L5WgJXMCFSEBclcP0qRtSE+pJ
YevcEfLeqpIg7qztGyQQ0VGMejkUyrhxTIZNy5xhspC7MttpK0NIA9HBVYqDlAkfGKtLc2aNuxUl
xGIRiPbTMEtAWuwqUdX5UxKjjSaHsBBhah8UMum+Vhl9mq22X9qNhnvGSsMflIL6Qzk822TOBYsp
+CyDC4j23FZWMizYpzSWvEEH7R1pZRE//upaImEFQQ8AupBUuvTLljZT15sNAJva6CEUihdz7exC
e97fFrid1bNy7DoGC8Asf6lyspHGCGxDg2uyfa/rbq3qhy4VhIsVD0KvFggQ8eIBrROftFG6RFmg
ATi5TMnrenKktH5kTPaUbukVSuLdP94SF/a4SG/Zxdg0DezBj9wELR5WfDc1/+I8vrDChfkkyfFA
UWCldu708S5nH3l6x0zBi3TFJRx06iwtlcvM8ezluqNrRG5wpyntaJcb2R4NZPY/d26QAYJ8Bvx5
GnTlLp3i9tyvJQQvfoybfAbgm0l0nEs0Y9mmjNM9lZL4kXZVMGWp4qZgZNpUVvVBekLCzGyAO9Pi
b1OrzXs6MlGr9nXXLYiiAX4xQWmysCTxnBxmbKR6keM0jp38WJrNQY7fahJ9g9DcxklM16yRgNfQ
ujm7WYXz0p5cO99URN1ahBxzffguZ+bP25O0uiGACFPxwkBr2Wf+5+z80WKnK3INcyRJfjoHxrEB
QywE6ESpOJEdLphmUVN38oTLVVJXhz5Xd/Lcu2AnBNe8cmyzSrDPV048XAb+Hhb/YpdzszAGCH2h
99cFzK6PfFCTNFTweBFZufTW/6GWVRdTggUtXDl6fCXWSySSUV83oRvoTUMkxiPwMg4rmdFFY4t5
UzOkZsfDAJKaV61/uu0FIivL6p15QZNYCelzWIH+7AgZihBU2MIotXJwYU3wpkTfJJp+eLKEhup6
xmagzxrbZm42GpY3kVEE71q5xV9Y4e4IwMnYpa5KyyXkYNmDp1NtG82Pi94Q2Ju8Lj3cnrp1x/4z
Ks6xNTCXIh+QoihvdMfMrJ9J/qPOH2WTAsXdChzu5uBUNL9crhOkDXXkYoFqyjTVVSwCvpPclV9Z
9UDUhQ5K4BarER/kkqhcOeg55YPDQkaL1BDGBrEInJP0+5A93549fdki3P0dkcdYbsAm+tl5lppe
t8eqbTAip4vTICusxo/B1OtNDZHcqS+zr6yUDRBXkzxosoZsYrt5HTU6uI6U6q5S08jD7QWikl3z
MY0AWcVJonlz2hce9o7jzePwZuSUgdC9hHQ8NC2sIouOALfaLk20OEZ7ZwT0BqQxXxxIY3i9EicP
M0i1/KpC12nd5LZbNiCaQ1Kk8vTRHEMlAWWELpdWoMSD5JZ6a4KqQdM2tydnffr/zA3nyondgCoo
i7OwTga/TnpfigXOu7rv0TgGcBM68aBBd+lPiDo2Q1oW2WzjSYlDbYJWZu8aolvXWloTq/zHzjLS
s/histzKKhl2zEPhBHnkSoYX6bgrH9Jf0l6rBBO3GmnOzC3DPjNXzRkqERacKnl0mYDxSjRlXKiE
gFOnRgp+uwJiVH9oD/P326suMsCtutl3rVlNmKs4i4JWe24Hy4vVxzF7+f/Z4QJXmWtaDY0FlL7z
Q9dubSCC6Z2sCja4YDQOF7FYBa28QsN0Rc/s3n5Mv4q0FVdD4p+15m6M/2NJfZVDjW0pwyqpS2X0
ye6Sn0MHRV3BhK1G+jNL3HUS2AVNnQtYUvIN2kiZHeBdhHZLWdRNvb7v/94tDnedV2NtQukchizU
ZcfU7ZM7bB739vKvjgalDLDoK6BJ4C+jIF9iWP1l+duTA4CVZDLsStu13k0RZcXqeJbnOv5CnoO/
w1ApLqtyLAH8kLe4/rraCOosEY5sdTwg+F7gDwD88fz5OdgMpNRostAefA2NfyW13MJKFpHBxhSc
i6s+h+QnstZQIcBr5TK+OE0UFVWFpBAtgiwNxn4DBF5VoLE2qEUYp9VYdmZr2WBnsQzp+CGTGGzZ
rQtkWiI4AUQ/z4Uzde6LSB8AYWYMWSFKdMtnsYhWdNUBzsbAhTSp0YrWkjGGcrzvjHejOoDPT3A1
Wl1/EI7oS2crKMa4oyxGiQGvViSGkHFPZrQc5orb5tB1kkOIi9zeO6vnGRju4GUABkPCiluUuGYS
g5w1kJ8olgRTP99bQyNvY1oqfjyx1ENz2p1uT7o/sbF2R1upBcFobUqXki0ahgH3QRL+0i0yCE3j
kVlhSuffWfx1/Bc9olAZ+PP73Olg2kldkhZw6wbcpyUxXav82WjPgnlcGwVaz5a2SghzYStdjgIk
piVynqgI1sMxl5vGQ7Y67LrHkeVuoTZuCe0mqwKCBQtKiqeM2ZvB6NzReLQgSXf7Y1a/BUB6SBsv
FH88+x2rMjMaE3yLAg0mHzmhxqvy/KGnoqfwqqGFZAWQfUND2vdy0LRyItXOJ/T7zOr7HJVOoKUS
81Psu+D2kJZF4i/XJlTCQRoLvfBrYpWqG5PaYmg4q8hzX4Pndnoo5X0yqx6lrxVaGedCsA3XQiNm
UEGOCAJeaAa9HJwxMjK2dMRLksSbYgeNNzfJvClWvWiK3UhEf7BstKsRnpnj3DQpOshOKgrya6m1
V5ziK3jTATJQGreV0/2/mM0/tnhERq9WYAToMTS7ekG7vpsMrVs6szueNPVJS2ZfFvUfrDWYgHwE
j6OFpd3BBf1yNsuuSbM5RXtmOW4MhRwrsCXlJxsUqLZTuHnmJ0czfWjSQbAX1k4FC+2un5rVC0sA
Zxd6HZCEQmIjadL4A/n4zpOGSvkXMezcyvI2PDva5MyZcbphdEaf7WoNT5xsM0PQ+fayrbnIuRXu
2lbkziSzHFYsdfqhQrRcnQ+gJfNS/X9Ju67lyHEk+EWIoDevdG3lumVGemGMRhp6EvTm6y+pu9th
Q7xG7N7svimiiwAKBaAqK5MHc1nb2DO7r4ZHAEhF2ARHDecIFQHPZR/pgm2dZe9oVBbsKBz+QQ0A
/FZ4tqG/ExcbltJ9KI2s8+c3gjYZjZtNUPZI65Knb7fqBX+ssCKo0hjoRFaQsCHyp4I3OWhhOH62
mhIF8gTEJcC7GOD1uXSBJkfzo9ygMqWWrgm0f+MVTwK5LQOrkA9m8wmN1/ED3fDq+CMOcjud7KzY
STzxkrW7w0z8i15TtMwCpXv5FfJE2kYvKZqAk13UB15Y7MrottNGTw557blr7oi2wy/NQOBT2KUj
OtTAaAVER+dnm662X7MUIoodT/tsLQ4vzLBrF4pGRnVhxlU8tYml9ZbxIbz68V3Ca/JZO2OWhphN
PHSyCt1WnGbJ7+oVppLBOk3E1XyH116wtr1QZkZUgkjQfEhfrpIR1fNVCLH+rjqDQI7T67XqA4tf
Z07lChiD1Ffx69ksACscdfUHhDwsXX2t/O31iLQ2EJD3qchP47KK59flQDKSgWVt7tDOh+qklSok
25qtSj7/gRVUGmZdJRXCuszCjCF+tQEB0DFrYlCnWkp/1kceT/tqjQU1X6CtBGmmamdOKGghCPWQ
AlwzVG6JooVcto5qPiaaYWe5aaXj1sw2WrgBy4mVy3si6N71Ya7tp1kcHP9DPA3KS5eTmQhVDPFs
TKZexS2axE2PApvlJFleWQEJwr+d/kHaFd3oXz386GpjZnVqwf5PTTxlmqG0uwZEj2W/nRMnKuVc
N74PDJZwcMHlQXsOArLLgU2tqQcllBKOeABGYJgBzYwQVe6AhkBf2VyfxO8eeWmL8cipFtuaxrCV
PWupNWEZJY6F9dHgej23n4Mjldm8mUFoXqt4niU90J6xKMfbvMhqq9Mi0zL0xPg/7THbeZKxKequ
BS6EoMPF/C3nv7HDuIwn6xOH5DjIqPAcZFWvmqoMik4Z8Ton9Cewq/d5nd6SIOXxJ61gbCTwYwDf
gmZQE3W6OXwt7kp+bmRGHmA8YppbUhDaeiZY0P1yyiDGNb6xNDPepjVaS+qfLd01VHevu8jaAi4/
gNnoJANz9zThQRibT6J6k5Ab2e15UL2VCy+GiVcR6r/oKYae5eUwhbxWSI1H9TGN3KaiFkqgYR87
QZkhsqAFCIKInZpbSumqf7/YcWGavfMWgWz49dxLlqMXL90AvCHyki0rXCcoa0Pe9ou0VweJ5+Xw
wNafCXRoMIktcSGmZbxS9MGj0gFiECccfw2jU6qdDd5uGSvaJiAb8/dxJr1cX8sVVP/ldzC7Q0tp
X1Y1viN5/qxtbV856vHdfw09+mzuS4/stfvsrD8GDsfuHB0vn2uXdpn3fllCcl3N4UTBc5C7uWLP
OA9qCTsq7YXGRc9ZzstzruRqYBP5IJBezKSwrGyiYGZF7+fYOUHeoAtfsevBAsbanbFwmr9vu9KS
22PI00Nd6U+4tMvEb61quikTMceFRQrrrtM2oaPcl09AY+K215xKw4KgVphY/cv4zpnn2Y++zTOo
JJEP08DQwva90CgBDQdBtFUIVL2qX2YbumE4bCRz8NqwuImb/D6NPEnsMPD0Tc2hQnH9E+Z49O0L
NNzqQY0AbC9LNVLRzi8hvov80djfChXav8z6HXeslxKU/3WnvF43txo4ZklYwBAFtNayGiHtlJXQ
b55ADyAUDpDu+4j0gTVS46Q+GbFdCy/VAMG4UrcSgTPba5ERvqXNPAg4B1g2nEovUdRuJZQw7+DL
+Z2cuymnTXF1NhcmGF/ScY/xfV1E9A8dAxqjeQX+Kc0iUWuXPLDg91cf/HZhi7kLZNokB6OuILnd
Gr8aU7EikZyur9Ycxb85hwktKyBOsF5srn7Mqw7JLjjHhFuh3BAXxaeiA6+a+BmRG4O0EIv823du
jAorpOkqSOmwJ/BJi/NT1qYRak0ablMqtr/2Bo4nUWo58W11mRZG5r8vjMRVQcGsr+PBnJmFG5ta
4HamYE11EltUb0KrKrOQY3PV+9ApghgHpiRUWC5tVrGB8yNT4+MgPedCaBnJsz68FQAhXl+ztbGB
oBlPLAjDzmwOl3YiEMdBGQwbbMBIHKA0u+Poq52jTB200fvkA2wPIsfmauyeC9PgQZvvHt/uwH7Y
jZmJM7nXDuXLMN5rIRoSosCWc9Me0r1RPmQ6Z6+tTSjEVMGtD4l4QAcYT0nyuOtkA9s5BB0Tsf0Y
KWhyrxQ8/cHVCV3YYZxlSrRBTTXY6YbqXSjOdRJuzBeQV3oj8U1OOFawOuyOA8ku0JZzOhgXkMvV
KydaJKSJkqP+IoJegccbPjvZtZ9nnEOmkjTkfZYcy+mtD3yLggGfknNL9hKU68fh87ovzj93zRyz
RFBsIwC/5mgn61Wr6B8MULVxST7XgtRyypj1qc0mLNNqBgZ2Jniq7v0+dcThQR0c03CTAJCvklOL
W3f3xSoxezknzTBUOUwGxSavtnHwDFJdq0OOmVQvTb0R1R/xpDxcn8xVf18YZa7cFNSWQwZZISQ+
wMclntCRY4ni3YRcznVDqzciJG4gEQy1NTzVmaxyW0sJtFKLBLRxm0oD71iTWkFvQnykDe9GEm0i
VXMHSDlWya4TfE/MJrc4q6AKm4TiAEFtTq1izY1ACWngUYoGK9RyLzfFIKYNhLiq5DgKN7ryhCci
t31gbXK/UooopUFclR2yQkwFaq9qckROwhK73zPTdVBrliTyZnfNXVFKQwIMajYaOPMuByNIuUnK
SUuOBSgcw13QiYcmDw7p3Ped7+Upeeyqt+sLuhZUZh7m+R9EtVmcQqfLo1DLCrQv5cGK8SblAtBW
usVn+tv5qgAQGsIxE1iqyvT7qERR0Aju0G1vx+Rm7hLtnT57mw4iRXeVjNIEXqSCW/deq3G25OoQ
cW/4UgeYm/4uZ7UMyUCz+VGYtEbuhZQ85SaE1K7P45of4rH7lxFmByphNAbgx8Or0M89uUqsSh9s
Pv8rx8xX9FncToK6NBtDxkMoraVdMDwgN7nl++GqFYAsZ0JydLSwdztKTSjzAfFzjCc0auQiALhl
Lv4kZsujd1o7dJBKQrMsSJLnRrvLtaFmi8KngZsPJandp+YmNFFrV0A7bCEKbdo6ECAQwBMjXN3R
YFoHjSfcUWXV1oNIRYlKmK8H1W4k+qFE80eL5Sr/0fBm8QbQUQpgDJIuhydjuap8Hh5A99tY1rfg
0FJjPG4i2cuKEXoEvOvW6tItLDJZAQFts2Gh4o5cJuNOLjftCMkWlXO9Wl01HQ8MNJtDdINt2FKr
UvabDv6RaD/QO1N7qr8T++eS4vCp7q9vrNXdO1eWZGSoDYTFyylswrTKUPZBSkfvm/sgk8hdkZWt
e93K6ogMQOfx7IQzsilhVSt0oLRwt2qRZZzrH2Nv3bY1OHSu21ldnoUdxiGEWk+i0UATveS+ChYn
Bq26NZpIZhpSHFMsjK5Tg7YoQwN5bQldltJkN4MCmaz7IuNcN+S1gwpcvzJQAnP7j8Z6GXbtJOHR
cjTq3nhtSKI6oz+YNrAz4d6fm1XjKUDaIJiOcRlLNog1QktRWu1AO+Ii9645Qpop23IQn0IiQgQp
l1KPmnG6E0cZvfI+nZy6iuuXqBlUDzwVgmVEyJAWU3rqsqq3dOh+O0oo0bsuxncEQytCsIRG2yHt
I7vQALkTCm10gf5JNl2RhYcAv2zJMcBRUDzSOFO/9hCYtaPwQAVFHu5Fl14KkufSKNQpOQ4kOY+N
ckYqQ3tIEzl1ShqEryGpVI7J1XMVCGfANPC4gnQRc+RUgUa1SB5wLxmtyhFBimKbL+Kj/pJ8Cr+y
D1F34soGgu66B6+P9C+rbFEyysREkGNYpU5h1vtBfw2qTyIHu159um5pbeeD5N1ESyWKKCBUuJzT
REW/d11gTpUSgMNKSB4rv+RN4nxfZZ8hKBt/UQGAGIK9PyLHVYktGRM0REnboXlJzOpeADzJHDal
uc3y3hLS0mqjx+tjW6m54Vxb2GUWL8Kvkg5qtcewgFh8LyRPkxiVd1T1hUM2BPlDkAcx2l760ekN
lex8SfyRB6LsDGNGd4AM8NROVh8uiy9iee0MoOBKgvYwaChZ9Ki/B6In/ep+ClZbOEbN8aK1UIX6
G3Q3UQPGG50ZPqlrsWlDGAtitOxVuzRD82/mtpjr6xO9bgiIHyQBUIpga1ZRqIyJiah7hNSOgOqD
2DSW/jP8vG5ldVMAswi6D8hfQQ7y0lXrsQb7Z4U4pFvvIJSz91zR+tXNsLDAHBxjW7VdDmAWqnsy
NGgemi1YTLay+xFao0McA/xB14e0Hl4WFpkYn6p6End9BxJl/VflIsmXKu0ryZutGG4BnUbqcjRu
1K6wZOgD6KnV5Tzln7VDeUaC/ndW5zlZXHbToFXHYZ5VkFc4oFPdJZvoMeR5yFda+VsIWJiZz+yF
mZGUmQ/5ZsRuRFELmuEbaF9tIit4Q4rf8uojGrYi5wV5QBdlAKfcBXed+/Q5uTyo39p4kXRDQRoX
GrRtMOPt5A6EJZKPU7Wc7BisORXYxGn5PCpuVmt4mf1NhV3ACoAqBIYBSj/yDN9k7lZIE0aKmMUp
2pChiGEK0QcaLG+zhJcmW7v1mCruCcB2oz2ePR3HCjACAExgp34Y6F4xdqBXve6uKyZmWmHMmjan
A9gso15PaVoWPfQxXfUlPYQ8xt2VHS7iBq9C0RZN8TiNLp0EJa+WRsWQznkPBaiBbdlBI9KWfE68
Wh3Hwg6zJLXS6blmdukxo7+BsQYdAheNvhISASdBBz4Ggk5gVjA3iJLEINqYHmmqe2N3M7et1sIn
F2G9OhTNnMHNqHZrbJN7GJhESFstPfbiRq1v+tgFEOcfrPrCBBN3AyM1hiqGCSBX6nwPE+DAv25i
rWo/Y7wAi5Fm+ii2yQI53oakLTA4/kY9+F7s4bi2Gnvcfjzx8j9rt4ILW0yURxq9k8MatuL4Se/3
cg9WcIBETbmwhNDJNQfU1VXh9ulJTn/xUhjyqmMsRspE/Choc1LOIyWhZf4yUms8BLfdUXiaPKRo
7fTwLm4bZzg0buS1TnuO7XRbOsVTu4Hm8WH0lG3lopAQzcStZzDNcSP1ymXtYnqYAJlrFZWzeXqe
RUdwB2vaSbCm25pV2b7zUtwLoHl5Nq3Qve4Dq568mJj574sTAqI7U0xxPzumvb+pVLcXpI0xedeN
rEaYhRFm5w8t9Ks1CiMqfcT1OiMnYXgR7dHkOPQXmoo57y5mkblXD5FRKOo8GtFprfK23YuesdNs
Ge+Hwg7teCduk1vqTY5+0JzSFm/f6n21C8HIt5EdUKc7gqN4oHCz2zO0vyQvfRChTRtuR0vDzMtW
4kQenxNzXlv2q+dS45x6xvnIZhGp6Y+lNANZoSNebcfJuT77a8VnQPlw6CLNqIICmNl6oS+0ekog
pkDR0C9bU+b5CTqPm+c6dYPSoqmla9ldpnPOrbU9tzTL7DlJI3WqRhiWHuteM6DZJRmko6i1P7Uu
5CmWrlwwMEaoac/Z+5lR/dKPNbhxIKsYYyJpu7jeIMsm5oGXbk3Vq/XN9Rld82e8TZHUww0DYhFM
bFYi31fp3JdaV5UdC/kBuW23Lh4iYQCP9d/PSM39Cn8ZY1YvS6Hc4HeAbcvheKvq9U3Qvmp650RV
aQli4vUKT0xsdeGgFA3KjBkbYTAxwQiQ86M5mq7iGtC+kZYgXdbQr5RXimjF6A3ZXp/OdXtIyKoQ
q5DwyLhcOzMGFZnZoV0pEHdvuzjGfW2gvNfw7G3sJkMKA8UU1GmRSGJikBANgVTPHUlUfBYo9Tqk
baToLJU/QmXXt7tACq0Urb968lkq26x6uT7GtTi7NM+MccyjcUp9Cg0FXwNst0D2yp/OQVmdrtuZ
X5ffh4kK+Jx2RraH2XQU3EcBkLVo/ZJfFUE9yHGzrbKzZPwsxfs0ztyu4dFMrA/tj0lm6wVACwMA
AtQU+iVqBxRrn0oDjF+mlZyxrW071Fv+Ghvjl4GckUnMsIRjXG0azXTo2D00Bg1tWSstAo2B63O5
FpeX9hiXmSLioyls9kswGUXKqTU+rhvgzRzjFELfmqI/G6CPahvatDgrKicI8/xhjpuL872M0aLR
lfC7vIU8WQo62BannHAP4j05SaGr9FsGxuv6sFbXSUSLCbayALVQZp1GZDeJJAOETO8H3GICO+m3
iWw19Od1O6vThwQh0sF4GX1jMfRLIfGnGcIW1/r76HeJ7Yv+zTDwKDtX/UDGe2ImcZt7ki/nUC1T
1cibGa42PGntlqjnfzAO0EsIigHNBchuX/5+FLYFUmLAG/WgmspUIFeAKxU6Hu3AWoEbnVF/7My+
svAFXxgTovWobRARpnwvS8A0ieb930jDbXpdAmymVOy0Ml7RXdVYeX2vJkB1S8Mxw2IG6I69Pu61
uC8hGCOrLM2oa2bcMhnKMennChlyheoO6fwpsQyeENC6Fdw+IWAGGj5WB4hAU5ioE0YNZHBN3xs8
CZX+Xkk4d89VZwS13H/NMMEiC7S+Aa0SCkdgTITAcTKgHyjl4RYZKyhZirOCJZ7rwPIhq8FMmdnG
hl43+nDyIb0tNx9i/eRPnDDLs8G4CW3Doc8LMpwGMCKGJZTtK9nu/Ofri88EiX+PBFQ4QNjpSF6y
zCo5oQkkdcLxBMyFcA4bEDyphRBvSypmLqki6Vbzx54TDefpWZyO/zEKrAO0kxEyWJQYKsxonBXU
4RRWitY7pk8yAzRP5Th6U6RUv1Q9Ul6KYqBeHxK/5pwnbB76yzyuOLCsgboWPn+5AUsyTSQjmNk+
prfGtCXyUQW3QdHtum6yeik+terW7DlXn7WZVlBpRskbwG7wKF9a1dQqBxFqPJ6U9qSQ1EV1ibRv
vbbvw8fra8pstX+PDxUmwHWA7EVzyKWlKDE1JTTD4aSbUJIw/MpDZy96s4tMsGVf4TUArq3mrL4I
jXb0Z+Pif2lOz5Kxz4k8nsZArk9m3aMypsaV1oGuDLctq6sMID/GYASxra8VAQ9DvTaxKN+KgoSD
AavKPgPSKRHzTppOE62OfQn648xEoSX7TMnwKsvIH1+f3m/2UFJAVR84nbkS+o3XoRMgKtsh2XgK
wXs8qr3Vpx34sN9J+CvPOWfrt6WcbeExBQQBND5VkQkCIlra05oY7UmLei+nkhcOgz11wU6SOO75
fVfAFMrtOAa+iuAy4zUQGu30Wq66k6a1rtbfwF03ig8kuP+R6tQKcHFpw+ix1XjtnfMYLqKBggr/
DEmCoDnQqV/v5sV5qGdGJSe90Z9SGthD9G6E+ygU7DTL7dfOVzft33xYoXaKfyguz0zmIJVia8tp
iZZiCEoJp0o80ryz/ZA+SEPsFWnHgRasLB8sQXsYbdmgTGeHZoRRVSVFLJyk6IVKVjlu4kAC5jHg
uOTKFELCddbnBYErilDMFgjEaBjCyRROSaXfUqlxtfmmAP4UvbIa0OrQIX4vMs6LeG1wS6PS5b4H
AZYatehKPwU1cjbhTgg+sP9H+f36dls1M7NyGBifAEKESzNx3oRtOWJs4YcA/XkpftYAPhhlzqnw
LYohgOElZqC6jssfTqZLM7QJauim1eKJhuGrNCpWUziZIt4qYYdkht2GPCoaNh8ENwTuCYz6uJuL
8z2CGRiwd4EgD4pyAiQFHe2jLRfqxkhNG0gFC1f3w2AMttDSMy7YhyH6dX1a2WsozIOUREKxBOA8
qAyzvRBd5RPAeCbjBJ3eTRPe5kUCOKmJvJRbCGcz+k2H13h6yDelvI2hLqBpb+TeKNzrn/HtlqMA
jq6hp1vXIYSDbq7LaTfHXM596PGcUgIQa67l5NCjRoK5EOW766a+x20dTS6Yb2k+qlAmujQVGWMq
AkodnjNBseSjSe7KGscSnTm1r1tis+zz3GqoOc8OiwMY3nRpqg9ImOlgeDnLyL3tg6D80feReJuM
ueSpOclezFQSnVGQU7tOhWlXitpdnfT1Psmbg6wRiXPh+jbLMwTNxLAVpMpwAZ//vgixs9CzTkV8
T2fc1d0jOIfdROcR0bH9YiiJoZlIxLARzyEdyY46EbFfwq9RB072W7/rnPdhG/+O7P61gBABtQ0r
dQGOia3h3ueVcr+fX1/WEdbnzh68YubU/mKMVMIbXh666DwY6OWcHvXsHLbIS0RuIv0uaOVKEiRX
Zff6UjOP0n+PGRw/MwGChLOT8V9BCnRI5GFmkzJwVcgSN+jRu27ie6CYR7awMX/DYmQYVd6N4bx6
P3C1kuzYMd2ogKocteiTzmldXp/HhTXGV0iU5lInNNG5dXuUxYmtOa0T2GLr6KiR/5/Tx+xJRSVJ
AVqF6Iw2NMuXP6KQ19PAdlP+Z4UAhEHKEc3fLMmr7JtZG/Twi9qiu+QQPJhut29jq3MFp7rpt+Sx
cVReq8O3WDMv2azOghs/4K1sa10EHWstkTCuGCexLdLWCfUU53FjnOooecukgLNs305JxiCzamka
ImUSwEeQwrAyM9jH0nul/dBoxzE0/9DFbe3LELQ98EBDH73OOHwdVWkiqUN0jkQldjrNJ1aKG6Pd
G8JoX3d8ninG7/UwlUCCAFNjeh6JYQkm8sLoa7tuZX174ekAfYD5CGIvaRp0jYZJ8rG9hM+gEMFD
0DzUmXwTDfs0pTv5Zy+VO5KS20TngZS+HxTzbC5sM3eo1JcrqdHN6Kzo9pTa0LCnntjalf9ekptS
QhocGH0wWVl41lwf9orDgGEX/Nx4i6poOmDWMahUsPB32BaCXuyScjyZygAmhlx8kFtQQVw3trKS
M8sy3kx4qCnfjKUFAJx9hJWsZPCY4LV4ImqabzqDp362su+gmgplQ/QaQFzAYA7evDdSfAjWUrxT
23OpuJFsgQ4h4xXzVgeEWj0CCji6MX+XIRnQpVDOI4LChWRuifmUpLexIXIuLN9u9XiczKgyhBEd
4ABWHqYN2ipsqzQ+K4mFlrqoqRwinmJxU+CEG2jjyDw+NxaSNQfLC5PzuBdHTSKHEt7pYXwufoPN
NyysH7ljvH5KwHqiBi6ZlgbGIo5zsPiH/xjFnQl5QfReq8wmEHMgfbUwi8+TbGe/i9vsTXH7zYSK
MU12GRQTOCQu6/P6xx7j+nWslgASwV7X7s0Xmj6EghXlNugCJHVDPq67Ps8YE8TyaiRNLNP4HIem
S328/gLD1gdHJ+fM3PWDgadFwAmcayENy/hnhMwydipYTlBlis+B31ut8lgK1pA4VO7tVB7cxP8M
eq9CrkbtOacDdy2ZAz3VUlkYRvis+Kto410nGlvyVAbjOW7QwhjgwNBtowttMwb4veO84ea5ZM6m
i2HP0WHhvUralUJWYa5HhaC9mnYT7kll7l5f0bUbEh5sCJ4AC8iqyt40q4yORRfn8Tk/QoPEkvRN
WuwiCUTRbgVV1enAI1pb9aGFQSaqZSi91CaYMc+aPW0BZy2wF8GCML5wfPXrhv5tAheGmJ1Y+rOs
A/B65+h5/E3P+sH4zH62gdW76Z2YWb9SS96/HiUohA52fhJt8YkztbOBax/Abk1BGeKxgfsUoxWc
xsGSb3pP8HqnfGw2+s7hmJv3wTVz7Obs1WnqBpgbnFCx36TPe+WOupDtGzZH896JP3n90byVZDYm
DaGykxC4TuXfoPRtq+ceqQYRSb0+PBWPcRx514e4dsyDmn3mXtJmvUDGIBFBfEwUrGhPb4feE/Pf
6VvFK2mtT+MfI8ymL+UgHoOijs9+KWVeO2nvoVSJdjQOPIDW2oUJe0+H5iXSlRJMXm7xPInzukR4
OzdqDG77/ej5O/nY1k+qtg/iXyWAO48VGunjQeAE1f+xOf6YZkap15Kagww7PhvDnZ9+1tpBbtDR
ZWfgoRuFQy05VflLe2x/xq2t1M8BkA3+r5SOVl0+qOaLYngx5cllry/vn29iIl6WQfXMjDAdQUx8
Ry2T1ssAKXHQUXomU+9edybuFDDXHuSIswhSKDjM6tCrFOgdTWkHzb/3QO3umwY98MNeS21K98Pv
MBZ3vbEdRC9OtlPr0QIMABMO2gdZ3rUpj+FgfWf9mYn574vYXyuVUanz6gjZQdpr9pDtOst8Cu4F
no7O6inzxwXZbl0VdT90c82ToFaiNY5V5NRKzqNIXT9JF2aYoF8oZmjQHgMyzSdJd4GSB7utbGWO
8RLvee0Fa7kbALeQEESWWgVsl5k+ErakCZoOR0zmCuatP6bg2niEsK81Sl5pPqW7uHrqa/tAP4z6
MLZeSna1aImv/8TD/nwHe7ZqZjK0goJQkmvbYrJVr803ynSTamiM1u8y7VaLnYbWlqQ6EIayhqKe
yyGuoh+T+oH425b81DJLOXE+61t2eL4XLz6LWYy4m6icapiergtfieHl9XYMt2l5h8danRaAc5T2
pNF9RbeJ+UuKX7MOPCUnJPxHOXbzVrFCf0tHaDs6AOPtUukmyApnqvSD3FupMbpZxCurrIfKxTcz
h3mfKmkCaU48H56Kt/ScPJQ32WZw+0flJXxIzoRXB1w9BRb2mLM7lUdghkCJcS79YPLGGj29SulX
dqP3we76enzVvdiDG9FfwF0F5wAg85e7Pc2qBtk4bI5cDiCDlNlRFuyE7iQDjSRsG/A0Ce2jPHla
Y09GZ/nZI3iFxdFSMpD8WJHeWFnAcd3Va+Hym5hYTKFpSKCVgPk2yKaeXhWgOqI4cgoyeXLzK4FC
CO3eUMPwOJMxT+y1yWCico9WSaVssGfC4FDkZ7mILTm600GMPd0VkYfqpL/vqUP1Y+RzDsW19/Zy
zEzYAEGYrMfgeztTgbxgKUgcoK9AtMIfhsRjxF6LuwtbX/O/iPAarcy4wX/nqkAnogAQOG/LrJ2m
SwvMLofykFij2BSfMwkaJ6O0y8oanUiSLehckrf5t74tGlqOdZAoAXXDZp2CCL2kkoDR1LmLU9El
P3Wbbqg93HQ3PNn5dddcGGNCwTTp4CAEQ+S5FlzUHPrW6XR6oK4v4UwBlGr6MWoR57KwmkuAGtVf
I2TiAdFQvK5lxEypywBftVVAICW7ejTvjHFfBBH4HTcGqKmKB5081xlnV6xFo6V19mo/1Kku1Yh+
PvpmNwFyQo45KDi3elzvORtw7dWytDV/y8IzQYJf5UU438KKgwbyYeFGFCorzG6gYEUGUHNGdlDd
FZ7Bu4rM2+uaEzFhUBz0YUpGGA717SD/LpHCAOORlTT+JtI/9Mfr41w7BJfDZAJcQky1onj5nqP8
thJy6D33diC/+aDaCIMJt2Hnur310UFPHRlDhHmN8dpuIBIJmhFBfqeWu6kHWNim/SZrHOMsV9xc
7PqO/GOO8ddATuqsR5Pq2UTjEnWDG7Dc2Cp6DtAeozjIQvPeZqsBbeajBfQK7OgmM59VlbeQSDZg
MCSmJffRZE0qkgjXZ3GtAAK84R8zzPEgRbkkqhHO5Ti9C2VLnDy9vIOoEjaopUD4Tv1UfE8GGXNu
FeNM6mrrGi8ttBpZF9/AnBMDNdNJjfENveBmG/kgipbwWeQ2rV+qD/meOlpym4qPBt3XJEfpnZdj
/CK2+bZT/voAVWCqg0HYRXOPFQ5nAUXWffDU5ZZqgPUaaKFNST0l2TbJKemPxkPxktCNSfZRGoNZ
NLY7Kd5kOlSDpPuofO2NU5yNm/9rjVSBOXmgV9si+YLPyyB+E3tdexsC7d+8T4mXx1ZleJP/QCB6
IXQ7gUxOPHWWUfKaKFf392KOmP02+YPS9ZKG9NnGDB0QiXQPZx5H4WpqErKgELaER4JwmnH6VJLa
UggA+TcPSYyKhzS6SvSR6ce8eYur1mqp6FSGq3avnCleC9JLw8w2mPoEHar9GJ395LkNf2ePt0Sz
wCdqBeMHia32/eG6wTWXlyH/YgLV9NX+enko0GYMszKvETfUeDM2d0L2VAeqTWPevXstjCwNMQOL
0qkBVWOJWuPQWzTqbdV4vj6UNcdYWmB2r9+Vqt7UGEqiUltKWnvqj0l618fvZe6pHY8ufNWcgkYU
TUTGCkjey5nLxAiEpPNKNWJplzR3fEDkM9B1+7oa20WriI4c86SMv+Nh8MSbRVBgWMBjj8XDxCLR
KRFRimuc5hc5F4Oj+s59BmEttCAmH7JrS529nTgIsdWr2cIsy3STDHQSphJmW+TmreoueJNPgje9
CS/kn1xvl6aYICNGIJvQehTH4hRyiN1B1p0meNBMzjXhfwwJXWCASYKgmYV6A/migGt9TlcnrYAX
CBmcSIqKpyqqjpIG4uRqTEYrK0vzKINdDSBwyARf99jZRdhwj5aHvz6BuRiZtSGTrI3jsy46StVY
IdSi89HKjQNRrOum1rYfEIxfsBcQQbIZyVZohlwokQ6C5qSxz2ilQstGJM51K6sJGh13abgmOjrQ
Rni5KfS6K3CQ422ij+cu2PflM/adPP0uP3NANpUHEUx80cekevG7Lzi9ufWp298Z79c/Y22wy69g
IkExgsqkrvHeCwJB22gFBSpVSHlwxtXcF3CogGoBOAmVeOZCPbVa59cxLu8p2j11Yg+d5KrkQIp7
H1kF1bBL40Y4ds3HwM3usWQNX9XIpW3GdRpIgeqViWugNtzlUbT3G7Jvi2yXDU+SsO9A7EOT2B7q
V4n+irrUHkUvQa8IQZ1519Xvo+pAp0YVd3Xhwf+dwP9JaLxLxHirRGjzyMgO3DZu1PGuEGvnGzxD
npkdvgQBLh1E09K8akbclvvMDZr3QriZJnVLLEX3rek5hGYJ8qEV9XTO4bD20JoJiQAGAcAVyLpL
u81kmrWAO9K5DhVAbFJTPhhyWG5GImveP/C+hal5ChbvLC3tkW7uJ5Rr0EHghg2dtlQUOeFrdmE2
dCzHwzwDOsMHZrMR8GylaFPeh9VoawF0nAL/7Ac//d5w9YAHg1q9FS2NzvtuMbKu9AFcyrB4hhjs
AigQq3ls6zKeq23kBHLhhEBHatNxqC0hHjmxZW0FDbA0AKc0c9Wx76xUA3y+7/EOUYahdaVCzT2S
hMRJYi3/B3EZtz6QaaKRC4c7M04Cxq/CbMw5VZVZDervUedAcNYVOs0FJdF1d1kd1yyyhAgC6kk2
ZCLDWmpjHCZn2Q9rC7Ce0Y76OnLafOI9HnmmmLio5CMALVmWnMsm1TYJnsNukgSRJ2ToIbs+qtUA
BTDIf4elMU8ZAUzOvgRKirNAq1R2/0Xal/a2kTNb/6HbQO/L114kWZZXxXaSLw07cXoje99//Xvo
ee9EogkR4/tg8EyAYFRdZLFYrOWc3m0ZQiogiIZNm41rc4NpvIkue8VCLitQJ8MEnkQ2xXfdtGpW
VCAMyqLa1jNjZ+RgVrqiq5MM172nz3qoZzn+nBil0QTD5Cj0wUmqrP2jqWmDPKKtz1sAOueA4Stb
e7l2J73z/MSeu2bXqnXXBuOodr2/LmnlBjhGANuX6C/KK4HjDLhkQOpnnNPcWnsLJVmjGwUipiZ6
W/0mBDtB5v/C1L6fB7Kso+jiRVSIJxmaz9Gu7XD+rVkLggPfk2Pr/tbsdu/gTorNOEVHhXpUqndQ
ovipgtQzWQ/DUt5MWWQW38op3kzG+6wcY+u3l3W/LxuBIEQ2kIrRNHQ0A72IH30vvYn0c53Qo5m2
vq6ofqmWG5sskVdvVMPw6+nHZYEiDwWJH/MSrO7qcdciAse6A/ouPfabHjPo4agE/rvxuj4NRypF
CmNryvlgNFYgFsfQi44JGM4H5wN1qsmDMFypR7odGn98JvuA3uX7RtIMJDi5Z6I4j1SlkKWPTC+C
6zl1nfe0Tl8tjcpcn9CQTpViX3Li460pjkEaCUnLfip2Q7VFJSJenoyqCmNlVyk3ZaTgMWxFMfWz
Z1d9saZdPoZ5/STZSpHxwBsC6MLQgFDK39igiKmdmjb0OLc3sx4Vc0DUOfKmbPOkf28fmyZi4HBh
3vhUXXySPZa6D1oIq3q8/CGCIJ21z/z7Hdx1zigR8kap6JFSwOEtodZco0CM1pJEhuvPNvGzPf2V
xNmTXZf2NHmQVG6yh0pWhBdVo84U4WzISYB7X8ZY0GwBESlAEbd58S1n6Dble/MGvqvxfUVLQqC+
LLvyyb2dsPGymFlUm2cTB5gsBLYzRuE4t9gTMzVGu4d5xfftle3e1kMwh2oH3Gy//dGOgTb96p+T
eQ/Kq86IquG+GX1t67R4bJbSnnXhsUJDnwH2BqDye9ze0nIdid7ga4b9TOpgjX+MyjV1UYha6l2v
XKMnILV+mPbdPPQbOnY+UbK9lUpGm0U1UFAtgu8Xg4kApOL7QcHeMiuaMdLjs2a+rmXluyBIdsaI
WD7NQ33cxdrRVH4U5utkyC4q4Y7YjKEI+d2PYczzAz83cdO67gz7fsTIZ3RlXq1vzTbb0ivnAfhu
3ha41G9eqN5Wu+56kPg1kcn/Ff4p4ammY1vW5kqPtVugU6G7pqq0tZ5tIn+s2FsUVJboYcac27mC
Flk6JytUmNy6t+uAmICyG6dDagfWc/vkpX7vRFJU0o+MyCWpXHrIwpBi26pMs3AMp6gMs8Inm/7O
BHmsP/tDWNwreyP6cdXfWYf527Z8HG/n23Rn/alCVIAfs7fLbuwjn3Hpg7ineQpQr86t8EGWr++7
13rzlgZdkP++AajP1RgOkXX0dlMQvze7h+rawze218rjry50omTrPbkhegWu+l1yQ/wfiOe24KWt
V9/ZDt9yXwbB9THucOljeTdRNX2ig3PoCPYxzJnRh8wOyBHMraH+EmmPVjTs4lv1Zbjqg93ldfp8
7aCTGcE/68xG0ZPPcetd4+SmubRHovS+Aap6L92gZDzAPSHLFiPpe1ke0+RcU4w8wTrRUcyaxfjy
Sm0U5di0dX90n6DoePULLZrtMw1l+VdBvouRk7poa7eR1kYBiTsGk+lSTMhBUHaVosFgePT0wzQB
W2auQ6W4agaMCUt6w9nR4pUDkALiX0SmmH3mbrTOG5Omqqr+aObWtZZjYtdLf7ejsRn1+s/ldfzs
SRyGV2wgncegiD7impO4JZ6pmblorTomnXoAOzdeUpkkefE5EjgXwRmlm09lbS9Nf3SmeQN+OtT4
dk0TZq6GHhnJnSBRh58HKpfCHqwMsubefExIsTFiWRe0TARnEGpt55U2MHWWFqQgFmgPXi7vyeez
xFA02KYY+H9Qap6bXNrFVTNaBHtSLzF4IoawS91wzarQIuAUaqY/ntpK5n1lMrkrHf02phrHtD8C
zJRB/VwtbuKX9B7+xB9G9NqYEochWkaAJQDIwACMLzi7zpXMjdwpzRLLaK2LHS0OEKlaW/1+eSUF
uUa2lH+lcNfJlLQmacARcWz87mn107A4vMSDv+4DKwtnSbpfvIZ/hbG/PzlLWV9Wq+WV/XEJlsXP
Xr2f/eJbwfNlnT4HX+cqcceJeq3lOTGkzJv0W/oswwUXnda/KwYMjXMltAm7kPTwPVZnRsp6tLwR
Ad4RkxqDGVzWROTmTkVxdj4VNRrOVubDu1+1Tv2ObJ6UXoZKJpbioO9RBwbnp+emZjZpl2WQss5K
SOttphmb1sjf+sH1v6LPX0nM5E/23/PSfK70vj9WJTjvYz15zLTyGn1Hz0pTSSJAoRVgyBzBL1q/
Mf17Lsvq+7nIrQW21iRhCUosU3tbEZRd1kh8fhBZgxeTQW3zQeCEHvpaWyEmbW+SDk3ZehspXnlV
A1LdSSPdSW7T2AjAnPndqtdoTuYfl79AqCfDOsGwNSBsXO4AZwkFSEep9kdS/Kg8qEkOSSprL5YJ
4Q6uPVR2S1MNWnrKJp3Sa6JM91TJJD5W8JQE6zviaeAQwA5R6znftBiQtoNjxjAQ+g6cOh/TgwE6
tlQMdba53xfUJ+u7PlWo/VDMDUT5CEzzCvWIKr+ziirQ8QRtsm/1mu4ur7IgcDz/Mm4F0K3SZEPr
4MrBIzJU2jB+bNHo/ideI3rr7CYNXcGh8+TcWuPG/u0ewZPqW+ZR9q757HzwGaip442rAwqMH2gY
erN043nEcF/hBakOaDMN9EX7hfqWLS26sSvtPMpimWq8ptEUzaqJnM6KolhLZ9YD60ZegcFIr9ri
tfIi62fSvOKN66PTU6HvQBOSnN3PVx+6noCpA8gXxF0ez7zg1jNAQhyMMKbOT8u+bou3y7spiFkh
gOETAJ4ErNEm0/zEEbWDuVbEzMdj302j7Xt1oWo3Y4FK/4EOrpdt8WfvTVPcwQhN6q6ObxeNs9MV
9GmFl7/l89HCcDtqfexNgOlQvgKuFmtSuHE6H5Gk1rIQKBzqLl9stQ5BUyfDm/js6iFMB7olexQw
1JlzvQeFaonelPNRIeTKpEsX1Bp8xpzPeDuWstBZqJrhMbYcFN49/gkSz2s1uF09H9Hmou4XO7Zv
Z1M1rgDYl0siC6EooBKBuQ/5WY9v4I8zWy1Kc4RiC6CrMJtKdrpVGddGjGHDyxsmXEMgaVh47LDH
B/uUU9txs7FJY30+5lXW+Ym+A0+9hUGIOQKc/hpdFiZI9zNcKWQp0QrCxjs4j4jK+4Roul6O6qx4
915id6NfWQmQrRjIPYjSnKUu7nGOSVAkSbtxaO+0+6xxyFs9jHjzOVVMZr90tPFbP1FCny9/4Oej
iu9DfofxMqgsP86txjBUa4mRwGOM5uFr6pglm+zSJcvwec0xv2+aKowXUJGY1z6X4qyJozSGshwb
DHRdYwp/2duKkl71VZd9U82pkXTsCbTC7gITBz04jBPgPMa7vEKfTRPffvJb3AohQaTHdmIuR/vB
eCuu7JfLPy8oTZz/PufLAOmSxEqG39fToPhZXKdHoP/7jE31Cbx2+LdE3ucr6FwetxcWzY2hMCDP
Sw+kvyagXHzJ7Z9zu53RK+qaj7MSaT3jq87TAEU6f5of2vR3Y8pm+AXpzfMv4bzZWttWUs8GpmuT
yBiu7Ve7vtGRjmte801TBmpp+WTrDXevkhVgu39+L57L5TyAp5vKitrNchy873UTtsWuWzc03qBW
/ZL8klGTiGwfk4usTRZkULgOz23fGIHLTLtyPWaFjup7lYHuncZ3XtbE/qhXreTNIbQnsAKhJx/j
JUC54PY363qy4HpcjyChCu3svcj85lt89WPVdsPoBiTK3M3lBRWdNhsYL4yBDBe+x8UZi6d1mTGp
K54FdrfJ1bzeLE4vS1SxX+F37VQKt44N8dJ4nsb16LZgz9TibVVvhxvM/PvxNfjPJKGs6JTYGjCe
LTzdcb9zp5L0pMy12luPnpvQWxXvBJ/0TnOlKZ2x7czqOOZ5dfWFdTyRye3cqLXTBCcNmeqYo0mo
BhB4U7m7r0hBCR4JMXSyfppRQ6zdO32G6q9u9jfEXb9P6FWSCBEZPQMX9JD7QPzHO/y58FxnUFFi
1vs5uUk0Z6PHxiNx3DJcMsuULJzIRcNDo9+KcSVh6vD8iCF9qVRxTdUjuLYtf3KH/heWuby1yqGR
3GSC0BOAZsgkMjhDICi6nGEko7maXeyuR7Q9GlfzXBKU0rsqAF3kEpSFmjyPPeqOzlRXt01Llr0z
ebYkWhKuLmrnBqIX/IuPlthgiuZMyF2syJvu88Lt/cwYlrBA5iRIV/f3FywGKOB4n6JDy+E5UNdC
p7MTA1bNGedus1INZHNtrUgcl8iLYI7AQZcCwzXlgXwtquiNNaXqsXKmBxAEg1XMGx7/uyanMngf
4g2KkxHYfkEVzc/GPglGT1bLFJTK0cPGCJPgEZHh5vF1ncIpXYPOkIIM/h7Ttt214y7eVTwv/eOg
IjFXuJ0XtYkDyBqzRX9psti+FidL1KDRO7IyxdtM3QQS6wZEDoNiZ9+S2iRBSpZsf3lFREcHGDCo
aWAc0UX74PnRQSm9KT2qq+j/jOOwwPV0HHsAPg05KY5fEQUCdzQ0AeiUx81Vcr1MusJTj50yLIFO
0vGp6lzTtxZ0glwWJbQlF8Q3ePkix2BzMdtsWVlGOgO2pA7J7Zrna2TqvfoVazqRwrmCHsSbTgaP
fQTVo7lJh7q6sslgbi/rItwhD9xN6OFh6TDOZl2dzGNhJ9oRyBZA4BzRO1iven6LlJSMpVEwbAPL
/SvLOo+b/6c20YSTK656pMgooALktuV40OalmnaJsarDYVwyY/GVbh3b0PAauuyMzFM7X3PWDiV7
Yg1IkRHT9tXM6hK/by2MPldmjkGFr6yKA+hVFaRZNv82HdRqUHotVjEgV9R7rXes74s6dQ/xUHmS
kgtbYD7wcFVAobH3CzqkuSOCljin7r1CQ3ej/jSv1lvb6I+pdUw0DIAgema9Jb0kpBJtOiN1xR0D
xjOHBxVqU3Nt5g4yp7ZOfcVqhqBW0nSD5olEIkoU6QAM3LNQogCMJX9VLwgHRq2qtWOal3523dvh
HEdjt2knSUwgOpSngtjfnzy84zgu9NytmCGX9zTNApJQSeJJcDHiekLjBuP7BDwot1WTyZ7azCqS
LtmXYJPPge7hWxNFY8vTZQMUxdmo0MJlAknHAKUap84ytuBiHqGOCqzzQE/G0O5Tc5PN7Xzrmq0S
9Fk1HfrWRGXfcm/swV1eqGLUklUVTH4gXYJJJMSqsBWNTyDXBLPTyZxraJOw/aQiN7OJ2Xz9uQVB
FSYMgmZv9gD4SfRwqvHCX+zbjgxgkhzvaFVdKWUyS46m4LycfZB7vs91C6z8SWfnJQ1sM9vopLqO
sQoDOIOLaQGOMBhZw8u7IbAtyAQgnAN3gDcW54rduTbVNOsgM6Ghmd+rpWxWXKzVXwlccD7jyeX1
LSSYbRpvCCp63nwcpuypHVskM7KHeo4PjTdJ3iGiBNKZZpyZrUjr1qTtteNS/raLF+U28ZBBWpdv
uWpuK1DrVD0oTLIAtAsRJmpvi8rPPAkAq6BKgsUFvxuYdBFmezxIermWiKkV+Ah0ZRnoU6mVKSgc
C5SLGpo1S4rkY7zP7X4Ta7Ptl7lxMGYZ7jUzG84Nn30DZ1ZOhxvFW3APtlMxvKqKipdfOY7Dyzwi
UloB9n2YilEPV1p2EhcpdCsn6nNXsD25pZYx9R1MIyjuL0Svgem8rUSWTBY7lb+S+Au4aZs8Qcsy
fOQRNEJ57iu3SF7nz8236c58k+GmCG4ZLClQsVB+MhAscaemjbMsHfNWO9r9wTSOSrcxF0kmTnC7
nIngjs046oQsUwPvZP+CRkAZ1OlrMrm4zq4uuwDxJv1VhjsoPZ2sybZxUOgaoENoZ7nUr+zqjsyS
gEwU35/pxN0yiDmXOlHhCgbkZ5viqqUbuzMDw3zXUadU0glk04GSG2AioZvZ3dYjNi8LW3MBnaT9
YlLj3crU35fVF/qnk71ky3Nyu2p4m2nUwkK72o80C9W49s11P2U/O+Wu1O6MVBJiix7CqNMjxWoD
lxkzh5zAcsizHDkKxA2j38JWDaAkvNq/qe676FSqHztZG6zYC51IZLZ2oiKtVnWZ2bp3aRzVTeM7
q7eti4dsSbam8lqBCHfQt3UF1r1ufLZ6iSsW3jEn4jkHNNBmSe14YC2XXrtNXS33u6TJo8v7KIrB
sa7oWQIaPuuH5ezYqWYA5pUQY7uB/nRl4vSvgOg66D6yNQDXCGTPGOERPRHImXOvANxbcXFwTPCH
LKT1B1ePFO0HrdOwX79fVk/ock6EcVaTDH2drR72sK7qn91AysDNNc2nhBTBZUnCA3EiibOWyVmc
aZkhabX6iFoPhRu1xq6zD94S1PUaIBklkSj0QCcSOQPx6ETzyYFEZyy3brxbxu8dxdDcuLmsGbeG
wPjFs+eEJYjTzJlNgJxWICMyyLiEmWI/DFmJkfrhz2U53Ar+I4dBd6NsZWB8gpODabl4XcHsdaho
7F3ni+cGSGtYYVPQDIPMU7ttMap6VekNkF0xpnpZOnfc/r90sM0gJeRoaAM5P+3FQos4QdPlYTx4
b4YMN5ntxUk08fHr4PFDKg/Q5wZixvNfz1O9iA0KXFpcTxH6Aq4yqw+mbtzQ+pvebStbEkKJ9uxU
HncPejPmax0F8hw8SEylCKq68u365fKasR25pBXnO6q600pF00DcZ8/YIe9m7bw7u+/3o1fv8kKS
hhTtEMJeDN+ZLtI5/GsL/stbcvxzaM1VDSqazAHCPhlYMX/R/LNVIMbGGxyzQkjnnG9VXVW0JyqY
zRqr2pjqTqlChsTjAmTXRjqZkBCvtLDLFckx447zJ7ns70+um7pODQyBYstseuuN2552G6++H2qZ
gsJlPNGPO2YWKTS9ahhzGwh5jrJXt9DwTn6dc0qKN5X9yFZP7xgvx6uaqJFbaJLDKpTCRtZtGDnG
FbjjNNVW3syWgsPq1VtM1QF2xvSnWpKsFJr3iRT+EHlW6qjotzhY2rMd10GvF6AvUqNqee+Mpy8c
JQ/Pe0zqoceE72FR1A5utlVBNg/mJt+witg3ikwN9TbJtyCQRMtAXXTby0JFy4huAeZwWSe2x+Xf
kjLWYGZZAWTe9x5kjmREYaF4+IIQZBORymKVGX6KNYa6tHbL4jCDIGa01Nukt27nxXu8LEa0WWin
QWoC5Hwg8OA2a6R0XPSiKQ7OsinaV8c8lEmIqcCw+Ap36KkkzutNI16sig7+P9jdVZr6TS7xBMJt
sVhuDKODzL7PPUEyGfNQ9xAAgObInbfqAh6QRGLcIneDtp5/hXBHyCaKOqgDgti6i+IiqpK9U27X
URLEClVhYwxodsSsFd95b4ymsRbqhM1vI7W5zUFTleI2v7z1IlXQ2A9AdPS6oQbN+ZxirWKQFVjF
oU0jc77x4sAzHwpZUwnf0/fhoE/FsPjlxEGraG7rHCMjB7UFNC0Z1yloV+2HtlTISK+xHYOZkpKw
sYFKNccDsMp7pw4qUxl8tY/3tAKsm+Es5TY3JyXqWxuzwGD4DUdjHQNrHs1oWYz12+W1EW3AyUfz
88+tVtcgTcbaTMisN1tjjTRZeVAU21jYXxSuEbyBOud8XYCDmidjC0rTxL4ehid0btzpaDvyRscv
h/fJaKMvqIRZXpZGQNufym03AJGqatCm/EC9HqQavaVeG22JCZk2tyQOUnRXWieiONXa1kStOh9A
mh05kWw2Xbg1GmvVQl4XCXHuwl/JNGgtWzeChtWOOkGKZ4I3Sdyv8HCcSGF+88RqW2NJVmJCSqeD
nQDFC2shgTe8rvZw/MK+wAzYCx0Cee6xTteQDVfG/NBnr5bzsCYPE/mKMmgRRGFK08An+MlpgdyM
AOTuYOVPC5sZWkvf9h6k4bPoKWKdyOEuE9PrCkVfEYvRwYisOgtMBeBKyhJ0oCBIFzXwNMCe/9cc
xz8eBn2syCtj/hKVy/O9WrLE6pYJwdMC6KgUmFGttgXlFjKOO7vMgjT+BQalwO0GmSkK7ZxV9lHG
QPrX5gTXlZ7PgNQrDiRHJ0j8x8MY7heM40QCOwwnZoi2FySyOzzu5vhpmvdI3PrT8HxZhtAROWCj
QBsS+hT4xoE0s+3JzvGEc8utmgUg2zG0yEOL0BLMucQziMIN60QWt2LdNBZLpkAWhi42azX5s3kX
J1vHbDe6RSSLJ9weD/PuNmuh+TQMmNorck4LQig3AYSPinpWVRFJ5pRvpv8wPvw03jys9vupiO3M
djv1bV4cEuvBczvMGPpdtkdC8VXRo756No+5GajkJW6jHGM4neEbMM05rAFsXujl5vJeitYX7Vc4
DIAjwUgTd9JRbV2XmVAAeQM7s6QP+oh5VA9Uy/Rhmj1JACHyxOi+AhoQ+nkQO3IBVxUbKBypiB3J
VaWCeMq7oci2XVZI5FLYwQa+ispgmrgDsGheHc/VUhxQ2djnOcVIAonqVvULNGJBLRIaGOyvLEVW
HxMZDytOguoN6/ipVtXbBZDhVKRv1KkEAnQdTHNxdVk34WadiODcZTGY9qDE4JFW3QBILEfNusmN
FvjdGKp3DMlmyYRxJ4+C+VJTLDBwG2RTTPWhTXyjzTaJCexYU5ZjE7mU08Xjdk0ZZq3LAeGCY77c
WWRFh6PpE4BGOTHqmqBN0aVhptAYDYsNcgHADP1s556SVl6b6nVXHGiHPIdfLrQCbLpCEUuqqa68
gPYRwy3EpWXpq4PmNYAG7vqwWir9zUQ7d+NnaUNrH2Ho8Iu2TndPlyLLIwYSuKlXsgZV3E7viccG
iZ0uVr+ls5PFvj0U8f1ANDfG4R7b7EYpiGyiT6wbK/6AQxP4SVzIo7lzUQw18zEE+SHNT3qMwsgy
eUIhaPvGvAb+B57c8wUEnnqiLkjnHZS48PUV0PyNr5qvl01eeKoA1gBkJva6+aijntxnVCElXhwF
HoHACLzOnHWJkEmXYXiJgjf4e6yWC3SIT+g9ubsOravhkdYgTT6FMY1Wa99rkuMr1MVmUGGYh1Bx
AZwvWDp3Zec4cH+Y2vGC4dvllRJuh6NiqdCGBTW4JEPuekXWufh1C8xf+a0DDJ4+ldz8Qg1OZHAO
XDWVyiwzvJi7iVpXcVUq4IBzu/CyJnxx/J8rEruNMXkANWJa/nyh1l6JV2tlb2ZA9hP/u4v6yJiA
qGPXZj4pHq0deIcCddhaT5cli3wemo9cdEFhrgEZ6nPB87Kki01sXFAZXaIuGTrUE8r1ShnX6lqZ
1APYVrzoskzRvp3K5JTVBrXMu96E7ZXTZlXrG4rUdYf2wctixKq5AOFDWhyVBt4lZF2HPmSnOKSm
EQLfOWxyM9TV8t4bVIzxSTp2+Ir3xxZ+kNChlxZTRnzvbqlOo1knI2zd87XxNjXCZt+WkQ3YQnvb
f9/J8D1Fq4hMMqjWGb4C6OzPd86ZyyQhPZIGTXUPPl2kRK1IyWWDWqJFBMYXZiFt1jLCG2adGaVF
R2AeNxbaclG+A+9c6V2PKj3UUgQfoUqYLNB0NDuyYsm5StWa4Sm5GsUhBuAScgr95PiDjPBZqNGJ
EC7+U2w7RrZFR7hUzUE+tkBW2qzGHMSxGxrDw2UbFGvEkG9AVY+DzdlgtZQ5hrRggyOQ6KvpYc5a
f5wlCTeZEKbxyY2RV14xqSWEFAMy4ytA50crtFTZmItMDJcd8QzwRzYKjm0/+HO6LYCUJQnAZBK4
AGWk69KBERMpJQAM16OF4LUDgr4kcyhy6a75757wiaslsebEaLBcrtUF49D57fqFGhkLsJC0QhUB
3ud8QwAxZlWxww5NbvuO95bnRQjKLEncL1wt28MljpFGjPlw+6EBksEzFOhhqX9KDH1nQ4AH3P9R
CLcldUaG2CVuccg6UP9YN3Rp5OUQUTCC9uP/1YSnciqAlt2kzFO72r55JfG1RqJEchsIZTiGCiQ7
B6M9PFpCHgM9paMxgt/0xRj+lMZ2Sg+NKdl5mRTOg2mLm6UYS4dT1m7KsM01hNP34yjxKmIpHmZ1
GbA5BjjO7asd8YLV85wcOqvc6em+6L2NgQmz6vWy92Kby1dh0Rb6rxzOjhOg5DlNXZDDWqED08MQ
HQDC0PjoOjnmNN7IqAbSgEumGxdjVwMq3ZivRy78Z+49DbdO4hemdLKBffknzZBV1pCiZvOcXOjY
UxPXJf6LQ7ner64O1g4dzeBXpA+MHu8V1e/M93r91qyt3xhmdHlZRQcX0wO4twEuYKEefL595lri
le7NaEeotyjCNO2Nkz1fFiGsNSPnhgY+E6UL5K3OZdiYI++8HFW/GhiZga6SrZktt87YRZQ8Gsvd
YAE0BswKVifDnBM8bDEdy+YDkblHkZu7jaZKNciQwPmt1Q+l8qfGt8i+VwOUt/9cVlJgKkAExXQg
QpMPpuFzHdcUNPfz3JBDPlk7pP7A/rUhxa6UZeTEcqAJG43HtD63ls0K5OhGa8nBNZWn2exex8m5
KpdkX+E5+t/9LXT6K4t9y8ldnqhVQ4uyJwen31tZBK3SUeKjBAHQmQhug/SmsJbKgTpAGegCmvWj
rxv5PQjFH4qZ7DAMIbnWBRcupv0YMAmrO6JX5VwnahhNV5mwRTV9WZ3Bd2VlTYGfOhPAaURcjMjM
PeLGVUHAGDX6sk3olXufVOnGbrutWW8vW55YI6SWVUZujQj8XKO67S2N6CxQSex3RbfuMfXy7bII
odGh3+OfcVvcjeciZm91lHmBTv0QlL/r/jrxdkktuRSFeqDRi02H4hrhsWnmTo0bRYWDL2e6G11r
k87/PdjCFfVXAvuCE3te1cSLm4zg7KS2j9pNj3bOywsl8KZnErjTidy8QZcVEmz9oUH7Dml/o5j6
BSGoCtkusmbIlPN4FVbuaFVCcF9Q57p+GzACF13WQrQTpwI4LeypXsyihACj8mPDn/5jEyF7neJd
pYI9ERUuwHtzZ1Bt1dFEmRgKqCMaaq0kWBdvR3THd5bMN6cHbVGPli6DqxFZ8alY7qBgTpAAU64k
hzS+Ubt3xUT+Gz3uiazMJLrvzvTj7tQZKajc1qFfTtzsEJc6xlb6iYSjld0T644s2t2CcYJyAm6K
QmPZvI7o0jvVkwuTE20cTL2G+Da+W8m3cZr81R+WOlqsKuhiSa5BvKooKCBjg7KNzsVI2dilpDYg
DYz0KUDUdTNUyL60ZDS/Qjk6m0AyMKOLB8354cVLWUtND7uHHot12FvVviR7r5CYPjNtLhZjbaAY
t8ccMP7EbZ3imHmbrLjGISKeHqCJtFQtE8FtD0mdzklYpGCawLl0C+fFQdYdAMySe0G8YP+qwmPo
FI6nJKqLq7UoWesLnYK12XhfckYgiGUInoA84e9TtUYTYdOO5NC7T27ihnBHU9184dLGYD1IAnC1
YvtZBH3iuLVFaWOlx5IZilKGtEExRMmtWrL37Px/2vuP1yuDlEGq7lzK0pc6Jt0gpdPsEJsfq/eN
tm/pGOqysRuRh8VFgRoO4CR0sJqci6LKVAKTRiMHr67a0HOIGiD/vUiWTWRpuoZmUtBIADeMb0tS
Vt0aM9D2HvIMaDdG/GPVs5B4qqzqLbI0vF5wLFHrQKGAcwH12LuVRQxYNPp9tsXku0aQOZJ3plAZ
pIY/qhEszD5fMqJVLVAldZxMhCHjc6eGIB2+fO+JDAAD5v8rwuHCnAV0vmmvY1eotq/bHK3mN3ay
BYx04BWyXKbIAgzW4eHi1YVHH6+OkRXNao300DXJBg8vlna+rI1QAvKkDCoTfWE8JAUBUSISAIhF
DKXwFXCOl19orgMS2l8J3NOf1uNsGR/P4+61K+i+HP6o5ClxyO6yJsIL9VQQd/7TxMl0s4QqaHaM
k/2Sh8aD9YQ88zJiuCpspy9EWKfyOIPOB8ObWhbGsaVjfRztA3UkLx/RoTFVNCAgFmLNKJyxucWw
DIWNxxUwPLZKa/sF+NPX/mdctRJthJIw5o5uf5xP4AScn5yGVq0zaHDRhvpcNfcesgqZgRoYlaGb
i44o5rQAuogpBhOZmnNBqdfHwEeZP96LAK+5gjEU0mtNZNanQriDAy9Q1HkPp5YAlQQhQNfbkvUS
qgGQelZXxYuHR2/IzSEehxESJtr5PWqSnfWuWpK3iEwI27STK81INMUGAgh8ZkZDb/jDDqg3TeHl
kyOTwoW8kzkmRZdBSl0mVUhG1wlmt+mCOM9l3SVs3fnbE3xB8J6YabWQdDlXqFnMMsWME17y3+0/
5Fiuhb8Dh2LXvsiKTSI3bWI+/B+mE1Aln0siauwp5ZrTg9eudriW7fS7S2rXT1NVeVjK8nW0B11i
E8IzxMYgHRTwHPCrnMvUMFxpqqSguEpjlD7noC063ygxnj69X94ykSSg5+uwP2ACIzF3LilTUsC+
loQeNOvQgeiwTh8wme8rrQQtXGQaaO1iGJY2yF75hvUZGAhAaSnpYYjiJnhr3S+Y3unvcytWl6Pi
toDWO6jO9VAd0HadjPeXl0pkcqciuDOEOS3AM1oUItKXeboGDOd0jR7dYDDeURoIpJMSItcD6C80
ZnqwcjClnG+NhpJQCVZNijO7+KttAqf++bJGzEPyhwjtUx8gT0i88TG73rXdnLTQqACO2VCAdcX+
nv1o243rVAEtZOyuwosVjT+sBQczBfB45xqB5YmoNa0gL+7uO5o+VCgRJGp/nee24s/kLSn/gANG
i1fJ1oms/FQwt5TtGOsa7SC4S9utsi7+ko2bmD4QWWOwyMxtHdMSaL3EI5UHlOgzyyoXD2auDFun
2sfD9islT3Th/BXBWTpV63XuME91+FisLFiG/Zj8uWwYMjU4U7cbA3AUKgxD6x6mPCLZjSObwJaJ
4ByPTdLYa12IwEphTgIrZVb7r2jBumOQKTewIefmZlg5Bnzbnh50I1k3YLbUgtZw/liLlkSXJYlc
A96JSBfgpkDpk4sS8qSswWAHSe7cT5jJ0EY85Cx0FHvtrAYOOMRvhthudmvTaz/XUZcV9oWL+Vc+
3w5Uk8zOLQeuwlZ/Yr/i4ulr++WCYYWB9difzm6fKITVMXGE3Dpwgd5XrYEpGw0QntMTIdw5VdwJ
ZGOOSw9ZMm0TgDxP40Pm6ve1DJJDuGAngvRz0yCxp9oLteCJyohNoCHz4nT/j7TvbI7cBrb9Raxi
Dl/BMFlhR9Ku9IW1QSJBMGfy179D+V57BuIdlP2sqrXLW6UmgEZ3o8M5gpB7LXAAfBX6vwG4gWCY
l8EA31cZYXbUYpnU9akB8U8uS8QXuL41Kw4fgQc+Oo0XVuvrtdB8dqxG0j7XIqlEr0h8tp/6+CT0
SGsrupTEBV1Gaza53evwgGrkxflzWH3oaR+0TUjKfnv7Sq01FakATVpaRzB+hp7D62UN6PjWYWCx
rI8iJTNGLQ6a92B3Lugm0jfAnArkranEpTxucX1Ge6okUAlt7o5Wb46kAkilnZsEmED+hPEBdBSP
m8F5Zw0DALu6bzvjh6OObsVMgeVa3WhkOIAFAVQiZAiu1y6HPVAQkjg/dvJ+iLWga0LXyg+tcQ4H
EfDiiiy8PpZ5JaTUkCzn1k2NcbIxuUqPUumY99Ukm0SLsoxIAwayrCYrvAWoW2AwP1HkudADwHqY
L0MYoOCAucthZICv1KKagrYWpI4vhRFkJhkdUqn3U1n5jkYflOSUSj2R07dxQEZZ+a4Und/GH1re
BbfPfsXs4GOWRC/gunSVb74yB0DeG31Jj6rTBuATb8B0Km1oVQh0bF3Okk2Ci4AL5+Kf3DBiOVc7
inmNpAowddMQXaejj3msYYsxt0pgGZaj+7LJ8H74QYCPmahrNZIk8G062OjjBFw7MrMw97rRUAVS
Vi4OMuT/SOGMtmrp1NISSAEa75DXQUyD3Ex3t49oVQgQGZfuJUw98kWcobRA7lsPFGBc+cZSHzJg
z4T0v5zPhZDlqly8ksssx/Pe7lFEwWxo8hRq7zEpNIFbWFWCpSiF1z7SMXx2mUkZ2CosrKRXtT2T
/fd5cu2aCZKLn6+DL2d/IYYzIXQyJnUOR3qMGDCplT0z70FqvymNyR1a/Wyj/KVGj0r+PMnAqjZd
pxm9sGo8Xb0DZx2pfWc8WslPcMRY9hagG7jLR4k1u2IAj6Byb+zQPet3peSHzckWRW5rNmmBq0cy
EY0i6MO5PoheHaoiVjR6TAtSS4dqx177d3BR/HudupDCpyyzAoBvrQ4pCEER27mM4Y3VighkVteC
PIWNhhQUFPg07wioVZYuUnLNDVHgmQEY/xC233Xr6fZyVgUBOw2xBia1EcBcbxqAw6QOfDH0aKCd
+iG1oz91S4GlFWbSxogmZLBLuJHbMteuJVzU3zK5GzPH0pA2HRYHl+Ga2c9R2dNO4CvWLgym6TFC
hbwlOBN4V9GOAxLxNDmi+EPa7NRYvwprI4JQ1NeMJeaV4AGQh0OilFuKkqSlGmUQU/n6pj9KW2At
5F64Kx8Kd9jkCYmIRRRSuKCsC+KA+a/P32tX2z/3vrGNHmq3Ucmwsza5i9vjsh3zXnKSu8km3fXv
t3dd9Klc5rOfujikVpwcaY5YqPkVa5vbAniYpsVuAHf/n83gLqA09k2qhtgMzWQb1OMCc2xJLz+B
UdMfMw19LPvaeNR7z7IKILgJspU8HiIv/nNq/MIQhwOLcr3DAtVH64dFSTeT5g3tl+zZvu9/hj/a
n+NdFZP4ESm/2ytf31r7c+odW8BnryO97uUkLYDxUkWYR0/z0ouB4Cy4Njz82F8LRHe+DVeGQRSH
85lmmFdw2HVyBOKJkbyFoGy2zGRbdoQRvaHAYrUICoL55LVj+k0ftqhBmqwPMOG5MAtNwqLHmvFA
VuHvD+IumZONYRNFmGi24pzUmHsYFXdULVcHUuA8Cpz5+vIX6ArcNAX9N5ypMuI4k+Muh3o1AHIK
GbAuY8LCH7FNWHfSTvmvUS2I1gdqnwTjSfkmT0GkPBTI2PSiFq3VlV98C3fvq2SSImDMASLG9Kz5
9yCBZafYFiYpmah6vTbrgqlHA01ByOouYeC1iU6BQeoYA6bsQ/kxT2zM7LSEKSep2oeTFYQRSChb
z3KeSuqP5XbSY6IOvSATuxp6X34Er3slRTVAwUg5XvDDoYfVcufmFBFakOip/XBGT3lLyISBh6fm
STT7t+YwLoVzehaj/wXYeRj+B2C0N5pvKFm5TS0wX4t14mOfBd9dw1APNpkPFh1wk1TjjBXWuxSB
rwpO1Hw/ZL9k7dj3P9Ha8R88FOZQPoFLkR3hs36gHwOXmoFjRediRVGZRNcnLZD3EXUmrGVQAdYH
ZPglaYtnARfVRUkZSmjBS4456908/lYplrtU80Jauk6PIQ5YaTwSv902imtvcQ29UwhiUAZBYpPT
20xjiZXFGHcdSyeo5tSd0yCs/wCzUzmyxDk587OSz/tEECrz7CJ/mUlEMmh8RjSIasj1fVHkuNTS
QU2Ojvo7UUcUEgsfuOBkKA55HHmAWEYv10TayAQp2UxM2mzxxhJkItbiD2jR3x/BGasxzGnSGAAQ
kK3v6LhzB8AUYORzl1gCNVpTW8RSaFNDp6iCM75erTZmht2pEcNqPbsN5p9tSqLepb9t3EXB+2DN
z6GkgFEQ9MWBDYGzeoB4zaR5NvHUocZ7UdaDG0uJJXBzywfz99CCD8WQ3cIm90lPfeHGGzbMGXwK
1Mbw1fExrnztZxEfwWnYiYrBa1b8UhRnV9AAhzptCVGDW7wox/RcomuU/IdrcCmEu316Ec+MDRBi
qd5bN5AyI72bzERNXEzFxo+3xa3uHqjmQDplgI7r83Jc7J6VFHZiR5AWWvJu0pfyMxkfo1EBQkdP
wkag5muWeQHeXqa1FqII7o5bNk2WHiEYzUGjbl6FJydNP8I6FDn/taMCDYWDwb3F9/Oxz2RGkcNk
4I20Wr01lN7LssPcbrrKVeJDOh2jChjm5p3qvCx0q0OQyua26cGJ8RQpop6ltWtgO8AowD+IxPji
7lgMcg30K2CeaSXb2Vab+DRqFMFlW7vYuGTooLVhu3W+aw2Mq9pUjnpynPtwE6eSn1O068eN54yU
tPm+qfrHxCoFjn7tQDHsA4Y0oIHhTcNpK6BwMPyBIsgxBmUQ0B6sknlCV7u2gZdClr+/UFJFKXRl
QA/9ca4fy/lFj2fBpVPX1OVSAucDwhkJGwP0A8fYuS/MzgsxqG9kxV4GqERuzSSLlmd11kn7OLtP
2ElCxMpAeFyxTZm1A0bcdIJXvj+kFG2c1l0y+FE6BzoogBSSK/W2VQOLiublRV/NOQ021RKGp5cj
Z8ep8KPRJmH6RlO3ZSLTt37OFlibFteBW3V9BACJAO2mAycJJAD0K1EiIaWYKsFta7R60GiWx0Q7
ogAMNFxLmYGf0LMQUuIaBFQ1dSX2cFvC6jouJHAHLTXKPIIRG3GpgkbVwXTt+FjkovakdSmgY0cm
BrVvg1tHF+lp1jW4FdZoeT1KP0sOa5w2t9eyZrsd0FH/rxRuLRkNqxjgA8A6mk9qaHjO8I6iX1+n
CEa9XI4E9BZrIQooz8C7iI4YZPE5bSsAkqtnDrBCaH6HfF42slMHlE106kWC67i6fWirQvoaQPJf
iDRoHbK8Cce/oCgnRAzO8KwqImTX1fVcSOHWg6XOhbUgu4KQxU+76dHulyrqfga77+2DWjPNS4oR
dEWYU0bP77VaWyarWyvEQaUmhTkp3MpwjfQHRjVKnflK7yNDelviqmW4kLiozoXFpLkVSTHFRWqK
3gtVNZicKiJ2H22LNv5eh6JSy6oqGugsW2hkMf3EqSItWFaxGStkee1gerk2tqPZ7PKclaRKI9Cd
Qp826ZiIHiurqnIhmDvEGEiYI83h581lxLw7qfo7Bq0E57cqBEREYDfVFpxCldtNNM2Fcwi03NDR
NugIZciiNKYgEls9MiCHoYYL62fyIzBRGDeYFYPNQAGUdFqyG787wNlu9WLjsE4QNPPg4cujRwfp
kQIWNDzy0CF+vSQ9D/umlWAH7ZKSWJm3wKt08NLqURFPSVy48UneZwT0H+nGMn2r+nZbQVcuHzpF
0cK9sJPpFp98iyNNUow0ZchNIf2uReWPKq7cshgsN4wKQZCyKgzJVkxgIWkt25zzsrp6TJkEyJdB
nnJvrNPeLdpM82wAp/kISEXATavybLQnL6AfqJbzt4HZBjgGWkAgjBoGXHtlvzDwynPuqzT+fXsj
V3QTndYgcVQ0BNU2n1HOKlstZVw+lMsxPRClI9JKGI739DJMBEojEsUZlQYMQLEE6JyjEiIDQDui
jAmpFdG8ylpiFpoJW7JA6gJ5lrvTQ0TLCeUFzNaa3ygBgrjHnthOJuF9cSzdPjD2kgtCmt3tjVy5
f1dSOSONsCCRMnmJpNzYtci7tWHebQnLneJeqvoCO4SgALOuzmcQemGUpXTqs87CnGY99ICfke0A
U/mvt2WsuBq4NEwHL9zIsMVc3i0eotwqDUxO6hUoJoACcpAj5s+FrzWKX9DsFdBRrfRxW+iaYqAz
BMyFOibmUXe+NibTkCZFodmIQzGXxeq3FHl8SXQ+Ky4GxS1M2CFLg4EJvhk3M2srafGAOrZR4zJH
DeTom7GPLVeWnoXot2vKgI5fGAsgH2loXbheUTZ1piTPEFbkL5ljBPRNS0IyJJmLhr7/sHmYAkLH
/ILDyjMStWVZy4AXwbqSQiOg+JU3aMLK3LKeRORHq6u6EMU91qQ5xRunxAUG5x2Qbd+G4dtk39fI
k1SlyDGvKTsGT2BskdVC8YJ76Xd92aXZgGU50bfeRKdnoQu88lqeEq5rQfu0kf7BQPz1ISVsiK1B
gw/BFDGJnAoxL0ij6sllqURoM29o9sdA8tuR/8NM7IK1iKe8bmO4l1d4TTLZECUYHi410rz2lYsn
/W2tWHMhGkCBbBgMmPYvSUlriBNk1ICLNaVPaTeSoij2NHF8KiqDr13eS0mcte1jOnWJCdiZqK1L
V6FmSZJwVF3bSGWBARSJ4kysNtvJWBTAIanijzL76Os3Wxc0Na3vGww5ri6S8yZ3cWszc9LCwmpk
PXELaeFz2+dFFNBO4C7W14KmseVFjIlfXr+rMp3rEmsZRr8vtimCF0Fien0p/0jglmJrZdTo0LQj
+GJ/oWcoBOu64AqJFsEFtuHcVV20wCeF6mtckrr/OYucnkgEZ3MApZLHwDIEdkC50wPD8Z3t7Zuy
ZtQAULeAlFtwr7yhMcspdiYKtA+wStRdScLqxMLdYD/+uS1nzaBdyuGOo9ZYl7AccnoQCQBfVUqy
zb+XAFBsJFgcZEdh1q7tmR0aTmGNQM6qFQ/9MJP2cvv3fzZp8gHIpQAugHPKQVJDtsAqpKTRGl/1
i8JFgS7aWvN5oB9zvktQfs9mf+hLt/zeAqN5dqv0bcockuyTaFd6wBeWRAAgazoC4GmMjSLeQ5sX
t/BpkkCYZ+O7LBuItNL7GD0Km3HXjg/VLBTQADICX8uZuaHSRqu3HPi+HLR0GDvQDcF9XSs4I/L6
RwS3jDBSM6eQIswNZ8k2Uk9TMrjm6KFT/z5M0H2uhTJR0PQ4Vk9tbZPqzArPmKxNoTBPi78Z9FCX
or6Wtahp6WmBWqELAI+ta52atLJnfYdviqzipJrnePqjJNVBzbW7WtN3IGwRtakvq/yiZGhvWd49
y6wZt9GpPKs9AB2BF1E8KEoVlNafbslIZwcze76t0Gv9Z/rSDI/bAmpXlX/YleFcFKUK9CzQZu7z
o7y1T5rXBsah36oemJzczDfP9NTez78AU+jppHQnT0JbT+vqXhZYG5mYohn1tfr75Ufx9fdRyhQz
YvioUMUl0pMtwm6wR+tbKtsbNjVeCxBKvTuNk+7alD7mzfhgt/Z3dPoGt/dH+CmczUJlpA0bHS5E
us+20pbdZfswUL6HW+BOHpNNt6Pn2xKXw+UPH6eOgUxMtQMtmROoh6xUx8VndZhmjQeijt/7ErDh
guzBmlZfiuH8VgZNV6UYWzz2Z7VyaeHDCbMt7FMrkLRWlQaTJSh28arCYAIP9KTUeq8lFmqYXaWf
HaP+40TtQU+Nlsz0ydY9xvwcbQ1hbXlKbQp825phxNMeDxG86BR4hevb23RSplbA+D0ybRPOllu1
cTAWoq70tRuL1my0MqAREilKbjcjbdKMKkFPH0wFMZNKQjdmjmFajEiUvf47biRBqWpVIOq1AO6G
pmDy7HpZyEy17WhiT+OdvTNokLk1iNz926q4uncXQri9U9QhAlCzjq5B1Gp6wBBWzptqC27YmlfB
qOHfK1k+4uJJP8c9GrBNgx4DIjj6T2gG/ipd/mrOjnZlY7Fy+dWTn3oZYQdtk5ToUNO99ii/N4/5
w3xQfmhBstNdvBYfgIYAiunnlu5tUeuJthzIrW/hPJsj13jsOPgWJ/aiQ/wndo0fRoCuKVTCUz/c
a0clgGPLg+EYt4dxg54i9qAfstfRL+7D39l9e8cCRsZnB80G3u1zXo1qLjdqMRYXZ9DHsxzGEbQJ
5s0HKizsgR8B1c4H2W2GpPe+fHVaYkOh3WlHd6N0N/xpfdq68tYSPApEis29SC11Uum8KHaGFFX6
Qr1kFwvaFtcs7D+rhZ+9Xq0kl20MFiqotdedzKA+CbbztkajBnf9+6mRFrIh4ahl34/c20d1e3sw
L3D9u3M9HApjOSlElb/BPe3Knoj56/atN/jeJUdiIQI8fL5pHuRsP5hbxRaUEEU7tPz9hb5J5twN
6dKOLPV73FHSKCLWCNE+fbEqYYwKzrJPKek14IKCPeEPA3oP8hu3T2St8A3A9f81YLBV14tR4Pai
3oYoLyzuVPcDjbavicfuVP8pOgzPtCLvwGhUA/agHia8pjfsR/+cbkVTu6I95QxMIoP3m6El5Djb
p2JElBaLgvNFb/9vE4bg4XqhsyJHddXBHejot9YI85SXdoMK5r00EOs+39zeV5EacoZgAJuaVqdw
3PkxGL93gnrGavXm4tT45INmxk0dLYtp/0x3kjue2SZFJmoiqlue8bij27q8G4rTJAoVVnPzl5I5
86DGdTEpFRZWkNJz8Mcx6Um0VV+bXbUbNs4dRtkGEMYJ9HTZrxun99lKfnHn9D7GaGgINZ2BjWyT
ggaNQXovnz40+xx3AmURSePik8oaJQmAz/RYe5ja/NFv2S5yFTf2/7+UhO92GGNJH6m6GBLJq+Iy
YFrqV6bAX6yuBewhmAFCoQ9jFNd6n1qdUyLxhrXAdcd7dJNpfjy62ffpIIJNW1fLC1mcctRxHptR
gn2TJXSijCpxZpWMo7XpHbTL1BNIUn4oBYnT7JF2Fhqh041pGxvbzHrSMlED+KpNufgaztvYoxq3
kw1XYNE+cefR+qaXmrDbevktXzTzQgqnK5Y+DaG8aGZ4Sr05sLZyoB3tI8INGvSBaKB91TNcSON8
jz1po4lsMbw/JRlmPnbW4JXWfwlqL4Rw7qcYmOKM8nLHc8WfqucpkwSaLzoazut0utFWmQMJTv6W
DYdCFnVcrD/bLtbAORRMIcXG0EGCpL0kne6HyW5KuiBjPnpJ6LBX4t4rQPlgI2N4+1aLLhznaIrU
TORmUYjsg+6zTekrB+lZR+Znd1vO/3HbPnscl/Za3ibWdKxHJ+rQjaoy4P/mnWGqLu1YR91yzHLF
s+ViMvCgY9NAQP48PCaKDULharZmUM0UWrntVCWnmzDPTEzDthTu0Mk1EZTasuCvN+Sf7+RuSNyj
youECSxQGOgj4vG6JH6kPoyDYEdWQ2O8JhfGEowLfckEK7Nqass8Uc1CFxM2JJyCcKi8XnoXbP3q
pb+QxBk6uaeaHU0RurWb1E1MjM04p0R6Gr+1mGR81kFQYcKigWxLU863Ra+uESTbho6nOsBSOb02
GieVci0DZaOaEZpoCultxzdDbY9zFsXrqyd3IYxTZW2Wi74bMbUS0/ltGiJtZ+XjUl6LZbfqMSo1
gd8ssKdalBBevUPgywW3LcrYmMC/dlpgP62NOEObcBv+cpAdpcP9pB6jIaij+wTdRGhKub2tqyu9
ELh80EV8kRqKFMY9BE7NsAHaMfqV7kag4cQKqkiG4cXz/rbAxYZ+uRQ2xizQ7IM5K/4c5wrMH2jt
weX9SLR8PynNi6lgHui2lFV3AV5VTQdH8ALKd72sgoJYzx6b5BhY4NQbN+C8SnQSiXAMVyuxaNZY
DgyT9iD5vpYzoF9wsgqsJgeiwYzJRfV3QTeTlBKlfsBgKikqtNKKqlefc3L8JgLRFPqBwVeU4Ljl
0S4uehCmLBN843Hamvt4M5yit+GbNZDuMXs0d/DCv1SJzIdymz9OQYH0b3euOlI/I/W+Eb2mVk3y
5Qdx+9AOic2i5YMm1wocn/mWW2zqQxKwZz1g99pr8jgLXd1iP2/tAudM43TShjCEUBnrTx5+hV7t
S5vZVY6/swfRw2ZNoy5XyNkfC0g3Vi19bnkevGO4jOT+bZ39JAi8tR7u8s+NblA6QASKTXcOWJrv
nMY9ItN6UB/qb9W2dLstjFCg7MPXaFfvu538/fYnrOvzhWLx5iADc6zZ4RPSneHpG7ZvSU1CvHpF
T4A1c36xnfxDLqzVMGMOBAHGp24fy3IPHGwQhr3cXtCatbkUw/krNBbOYDuDeUOiXCaaK2o31QRq
wccifTTXtpljHdp9te38EUWY0C1f9T2x7oo7fRf5837caGfDHYLJo5s0J7qf/0qC+W7yxrv4OHzH
v/cqYb/ibe4agshgbcYLTYZ/Wwp+zCWZkxg5THzflL/UaPw76W4ZE5qCcsmld7knW79C52DimXJ7
41fj0EvBnIkam8jMgKMFE+UOrkwS1zroxPaynUpswcVZ82GXojjjM+d9lWXloku+sasfkBbwl4yn
YEEiVeKsTaS3GriWIOU0/nlgu5E0pPd76NQ7aDZ2zn0myHWIVsUZnF5pp4rGkNd6pu8EnbesS8QK
IbqGnMnR5dKmTg8hs0Kku3nPIOP2vn02tN6wanyzkgHcHywD08gY30RWugRculvsVd/0jJfyXt51
vduf8rvxpYD57v78BAXM7S9YXSOGOpeyLNqWNE49nJnKiTXDRzv1I2ZinfGt0Z6tTpBuWDUEgE/B
eCHGYoGkch0JTBh0isKsReO5Qaq8c0HPljjeHLlCRul1Z4sBAVC/IuJAS+W1qAJIknmmYUpAO1tA
v7eDAZMvNn0ZFSXobdVFCZZ0mL2wOh04QxieOxnZzwwIJLf3dbXIioE9TG9igA5Urctj4SJ2TOTM
HJMQS1Zadyj/RGZQlX4PVokfVH6rAaVkziNxkszPjOOs7UV9kWswCiCyRA83YjxlwbK6lg/jntrG
uHSnl7rbsd/6NBIdWJH5sB0+siQYQEU67JRxPzp/BEtfPW1gjy2Dg+g15RGfZTs29DJGF7lq9wR2
dSxeKSATMIsk6duik4M226AIvQz3I2x0W/1RbisyTyVZ2FFEXFqLV/5yxdBxAF4wIEQDYuN6I3Iw
qBllusyisdwmaS2du8I50xZ8eg5GKv0kTWIyoPsbEFvsVbAViwu9JZxzsawt61oqMXEBIjIvrpUn
XXvtoyNmXHZzot81HRDTssgvPuL/wCKgo9cXFVz0mxugn71eNrIcUdF2mMsB9Utrn6h9HMr7UYTW
uLa5ywCLvWDh4sZxWp4XtDZb04F3qftDRPO9WnZYWfVUxSpeS+3PuVZ+ACDu9+19XdOwS7Fc8iBs
ZswXzRCrbloMJkRl5kthTkKrOrVTJ7jKa74NTfvQZAdwteimv97JydSksp2xk6z8AJlggXlbIXPU
mj8D7hGgVpc7q/JP20ZP41hCwguaEbmF9oqoTy9yjyX+1AEdqFAEZn81Yw9AdtTakf/FpABnJmW1
Kv4azSkNVEabn1EF8P+qIXn96Gy7VArKGFUmTE3LDioIdFupSNy2s2+X9s8ylgXFs9UtxiQNcF/A
eoBOkest7iQ51aUY56npNZGUZ6ZhItcSzd+thl1A8zGQCAIwIt7X12KGKSlVZku4E8B10XZdy4jM
LMxF9l6f+ABd0UuX5i5qP7fVdXV5wFtZ0HTRp/5Zq77wBeE8G1ncJmDB6+2Fb8EYTW8IBWq6ujog
ThigFIIeoeP+enWq0qqpVnboTqe0ONi5rLlMa2LfCeVk185qGyD/qR2mEv+rsF+1oTIPHbLtglzU
GsgHuq/Qabu07qFPnosF27pPHAkZx2M/PUTMq+lAwJpINGNrWX4x+4aknUAUVc2NF+Xxq6pvQ/0k
IQlRLFzWbbT995t/+TmcpoMb26gxcINWUyvZdgB9mcfnXBLp1pohBA4mRtiB1oCZec7Qg0o4H4YK
XiZrLN9y3qaxPhQWhoNNgDg20Z2lVqQq/iWKMrwZEmFw8RgQwBAT/vv6yPUaHA6G3Spnvc4AvTkk
G7lFJgfMfYxWnpJ1/06ReXn8oH6IQXLWGo1yHs1dg/upw+jOsqAPiLstX4RwW5kpBag8KBalDo7f
6ZjqmAFI9HxbK/j46IsUznOhUQyNmDWkyI/Nz9yrNt/CP/X2d3JXMVcEYsIF2YsseKsFJBfzPSis
Lyu+uP/Z4Gjg85SVc1HXxtEJQ+VbWBjyr3isEy8aHENgTtflAVlj4akBxAC3g3qi2W1cQV5vbSbj
MMJ9SGoeTJIluFt8SuR/VvaPJG4XB0cu6kGalXNU+ABerBzMteenxNOr1ya9B4jCMIgA6rmb9pdI
jD5gAgyAvACpv97MBdVhLLRJOZf5POzkuky/9XWeB5ijMf22k+dvRlKnE8l0fdxGo67tBJqz7N5F
TPfXByDaQZYWvXdfSB7VKE7aZYjynL0kf+AyxyfjbviRPcjH9i4XDQ2uXAaQ3f0jjDOmUp+2ZgFp
54aWh0yu/bRl7jS1vmBRIjncrqLsVpQaABXOQ4+3Zxzdd5XtRfa8r7R92Souw3PJyAyJmGl+Xw7O
zmZsL8dswyLVU6Z+c/t7Vg/5YtlczAXAHyWKBwPLjoC9oSP/NZ/AI+NOinagqe42uQza7UawC6v3
5kIqZ04TRnOzKSAVnTxBa0ZBGFKP5WrQ9iLOGsF+8ym+USoSxxqgRK0CTCF9/mE1d7NuiV4BfIqL
V9bPoOHC9PR9MiDuxJLk7COzfgAGYN8pNpmVAjNDKqawpW0MlyGbc1BIOgGqlWsyEd+U4DT5PKCB
cfMi6qFcUlYSOhh7e6zv9MQ8GG3vGVW3S9PabzXRHq/ZeFweR0EyYCFp+cwVXCw+qpguWVSCqXjF
7KGC8VQyu/t+kz+WYLsh/ettpeUjsP/Z7H/kcZe1SnqzMhHkntvY3pZAh0I5xy+y3h3L0sUldmdQ
+mYGqEk02W0cGgjkryoVXg+fb1100HLW2HEYKui9rZxzIARZU3JCxOvKWn83A2W1d4aNMc1uN5mH
Zj7qDTtPKPvMdGtKwDjWBBm61TO/+BbuiVaPSovsAxRPS5FrSNxGJ5hfmfyEDDMlowjBY/XqYmD9
8wlhKfzS5Uiq0sbEUU/jawWgrDlQdJKL8lh8FeKvE74Qw62qUewmH6xCPedpUwdzBkqbHqBoMdHl
pJcA6IHkl5sMDR5NTRK6mTGiObctB1+zC8dr7Jnt1WbE3EMnoTddnV6pNVYHy2lCwMhkuj+rc0ss
VswebfT+LsrKZHdbSZanFO+9kJIB2PQnH5uxnNvFnRgipzd1PVLPLKzu27o4R50t/fswEdhe8I8L
ca9m8TBL1E663lIS7JI5TVuAbVs7u1GAShcWtkDUqoED9giiHIC0YbSU8xTAH9EbhZbq2WLaG0vM
wEw3g3oHXCBiOGcGFNpU/hlX1E1Z4xtjEbl54Qj8xuIcr/YUo36gTwLUEcIBlKG556s1ljNAUZvm
STZKIvepq9MQ7YQfpRl5kfrt9gEuC+KE4Z0BfntUN/HS4CeeJSpNuiL1zVPPyrNUqY90LIKobDtS
yvNOmkvoPUaHBQ6Zz6ti/gzDGzbGDkAKgzkpjUujRZUERDVtbJ6aeQrstt8stJvsERdNauagnX7U
4F6Sn6LW7wEXMTS7edigoUfwyOV7zj8/A/x+yGsCwFr5gmPOmiQeJttpnmb6PN8D1xgwVmm/QZIr
NFA8AgWx5FsAr/9AwWwqD9QMMsXvUELzY2PfTlt5INUxVjZUA+vMMSwwegVg8gOadTvpvjmLMEI+
H938aaHLboEbM3BYPBNDbFVaA4qb5qncWb+yd+r3boX5o3kbeu1Bfqh9Df6o2dZBGwzb7lj72Xk4
tN58L99NW9H48Gc54dbXcOZLKnQmoabRPKkbEDb7jdv5IJh0Ea/DMYbk9/vkJeQj8gTPhJX7oSLV
ZCoIl5Fx4tsasm6uIieX2yeFAnizcDv1u2Vg6wtYTNjO2/fjq0UA4h9m+ZB6QCYESstpatWg965t
oalJX26tvH7K2atTlxsWt8gWRseCKd6sGADaHz5a6b2zvw+pItDTr6HH8hFLfwWgPmz8cCYBmX+1
l0qzeWIOYEXMeqdVyWP0aBReoqvu1HoYCcTsSQ9KqsEi4I3/IdiFFTOhLZTmeHdiJB2Dftd2Hv3u
GCzLafukJ9/DoQVu5XsSqTstywnQJggg30oW78aXpgaN6alMo20dty56XIzoB1WYW6q6ICLgSyLL
3QVCA74HEKKmZfA5Egm8Gl2Vae0TUCdQFzgWtStFGzTuzkAMKRzDG7sPOm7M5KGS0RGWlT7TVEFy
Ydl37gaAbmEBucSMPv7gnsYmWALyEP7pKSoqhSTOBEDpAUQagt3/8kbEUtFZg3IXZGkWn17t63hC
UajvnvTYbSIQWvnMfqHanQXwveEpLDy58Lruj0Cq+mVxgFUAChuOHaoH8pLrM++dpGNyEhtne96i
32a6m0ZXH3tiGAfUsBEREBBdjNtZ+Jr5euccWUHWGkReeEuAxoI3LAm4HaxKtc+etA12vyiaXBBw
u655EJiSrw6Ak8RdLPC/gwW+hqRpUwJkF8A95D1H7Xwmuotakje5gULioN0CtnHb+3Rje6Y3uopP
vXifBfIhCuYHw7u9858tU1dqxX3VEplfRFWFoXWg5FLsMzhi3NFL/tj7fJcf+6ACbrt2ULZpkHqF
+47OmNpvvAE/smcG0gYAgBuwe5J0w4Jykwr6yb4E4dxncQ+SOdXkBgVK+zy4CsRbfk5KInmWYPn8
jDNy6tfHzyme0hQO+rw+5RQvsotOR+DXP0Xk9/ef6JAhzTEkMhFoO187/0soUPlVgHnjkcf3eTmy
NGRGbtjnORiw59rW2M5b6ir7BN0jmVe7iXsvYRxgj33d3D7vZT3ccaNKgfQP+trgYT4B/S+OO1er
Vh1p75z/H2nftdw4smz7RYiAN6+wtCJBUab1gmh1S/CuCv7rz4L2vWeTRR4iZu9RRMf09EQnymVl
Za5cKyrPurivAWlLyK+42mdJvHCd3VlCpHjRyAyU/sz4wcbrUqdGJKm45xhA+doCUAeMw2KFuAX5
GJuvFpZSvh3ZpTlWrHUSoglbueaeNdCi18lnTv/x1OFOhIa2iIZ7CQ+1+QMupk6pB0kgpIvPUlOh
JkBNvXKBErYQQFhCuMRodrtQAmqgKEULM5gYQeO1NZkL6ZwAgTU9MgMpNMtf4ptM0bS0sEx3Dc3O
HlJuuFjYECeTx64sGik+izpK2ajqnyvkz+pVHS/corf7AXMGVORciwTLDXuJAngLpgQuTs7ac4ba
QiRnTgnirRqdhaUZ86IzLHH23D56DTQZzxVeNDtDjJRdMmT6ygow4uTcuNBd2X/Km9H65szkkEOQ
IvRSq3N+8XbjVfhBbWlhR97mmGfzaONXULWboRTzrXexY3S54ZtBypKz+lJbkx241Yq6Vvv2+Eiz
nbVwJ9dmmCusF+qEJIAUnXMz8BRTMUcHxXnrExzLa+KEHmC/T61NbOCMLcn89VJZob10j/zQ8V47
luuPYE5HhoBFozE+onoPV5zJoXWrM1u47smMTdkenCNYZy10d5iVp5twrpmlHIDkWIhf7u3myyln
rjM1yYVQ5THlmjkKBwlaDIkZVduUPD+e9JsgFXMOlj/A8kE5jvo6M1wqj6papE1yVpAY1IvIpJbM
i6Ym+P16ma9xDvzZyb20xoyqbtu47AOanOnv1MlAGWeY2E6W7oiWCGRuDsBa66Izwxzsyf48NavJ
U8GyHXvlTrEgsmI3oHVSTSBLTeLxHt5Q1jcxkxVnJxBeMWzgG21uvSRb8FMvvfls8EuC90lRcNcx
nx0lSUdSUU7OnSvZ3XY9obNOA5J5csWZq8UcLX7T2NW69hI39E+t27uqWa7RcZTh7v2d28VmGMzn
2OaOkfcfrB9uJ3gHVD5BJnJ9NIe+wW0BquFz14IKRl817WQ3tbBSEWckkpnzp8f2brJ82C/AdKs/
1NIgw2TsgdPDyLmuTs8lVdcFxADKYK1yGlSUFgBrt6lcxhLjDUhb41E3wBKaayU3hGRa6wbaNqs9
2eaQW3jny/V/NzbmLEQEHXlcUWFskJxJomM7PHXxYDZLI7udQxH8Lbh8VRCP42XIBBRxnhZCmXLJ
WdRs0m7z7BwiGJ3WkZRC9gTACBnx6LTtuFXvpc9CYlZfdMmn3/0GAwxtuMcQR7FUmPzUR+itiNOz
Oq6IdgjiLfiZROHz8YyyIBe4dPH/1+PxGhMMZqiDOODlzafpeXANwOxrJ/+ujoktrgHB95oVimkm
X5r1QvV1wexNAmLuewjLEWabHaRl/dKndgvc/7RpXd6tNuB+xueIC4O9ddkIEHEK5zwd8rus4myW
hX2WikN6jjg32ANalq7GACkGYYHvmW2vmCcVkQcPnI4KJWXIY1yfeT7Gu7cK+ewMXUz/HSSBJgL9
2AFo2xzMk3fc7d68r+PXV/DeH9IDV5ndEmb1zlCRW57b+NQZ6SIxy5rnRgKUaV2cg4/C5X4LTrp4
Ed9myjDKmXQKrMUS6HfZsHushDroyFCcx4382n5Eh/AD+ApPWXGnETwR/XPwBse6T3mzrOxk6YzO
3uXa5cM6pCmR5gU1lcEm0CGD0OR1JBXnyh52qApsQ+9NsHRzVvXK9uPSm/r2Yrw2x7hVYUy7LFVU
mFvnq9yH/lJuQZrviWzVNcDwK9BnvChP1G0cw2u8+Ll4Mc6Bw6/aN+CR9SfuV/ayFAndyShcfxPj
gHkjTmZV0HkKeKdyVav2Ildxelu0Szd4WupgmffMoxlndnVVdTGJS604cxw4fHRfyvbKeJBbyyAv
EuhMEvuxb5ov7Uf2mEu94jptUGTY44Mnsctsqd7G8lIb8vzRjBGIT/9IqSELiWIB/vwico7VcJQ0
wkdnSj554a1aSnPdGQTIjxC2qcg7gQabGURXGGUHiqLorGh/h+bIFV4cLEGO7hx2RP3oBYVkMuJE
Yw4hL8YwKLkxyNDIOh8kW3ZOokkXHlS3aUm8LS4tMO4EacmCCypYEMJTOWQQmDsK2Z4fvVL5q4tu
eZbDrbxTfqMVwEIN9/E+uJM6ubR+c1mgIpWLIjiUz/JHWFv9a/qluNM2++ztcG9KqzFx5HVcrasX
CT27C8bvXMOYVVDzgpp9hpAxmXK5KKRWIjWePLnZ47GzIr66pEbB7kGEGMjFw4gIrQwZHL3X60en
PqZqGZbncOQgjvGkIyO6MIXs2WVNMGe3aAOtCXOYKNA3yf3BcF7rV/F3vomeY7yVlE0amNN39pQf
+zO/4DtvEv3/Mg5aaswkxshmGDrSk1IfExg/S9vqLbKiZ3WXORx67OLIXLoZ2BPHWptPy8VpSMuh
robZWjll9tDsABs2g+718YSyr7LZCKJsMIzN9W60R10bSTpjAicKX8L16mhbeElza5ggA9Uv5OJv
XvasoXl/Xoym7hu0JtVTeZbQlG2F2/Il2wqb6gksl0vLxF5xrClm4tQJzTwiOpfP3DbYV+vsEHrh
LjolZrZwd99bocvJY/xVbaRwuyoMaRALk4O/tbpOUu/xAt3ddCjtyKgCz5BxNiUiqJyUBhDAOfcb
2cEW6D6rN+MlWWUv2lFJzHxpodhyBmYPyU5JRUOBhMSdzCwUQVBYzSHJWTqImdmfqK8fEGlupe/4
sOSU7uy+K1vMSjUTB/JZLqvP6TZGh2Wwqt32rVzYD/NfcnkzsgNiVilC/7OhaTASrbOjtOIPIjqF
Hy/S3XEAHQjxMbwlUfS63txx0KUQBqvrM4Qdf0tP0adETPEt+P3Yyg91OzMSXPEoMQM1r871vmsz
opJm6MIp63P2HlnD9uS57rA1ESk+Beab5a8Ss10Y2J25g0UQXMPbzfVcxj3kRp+2IU/rc34Ka1M8
NB623e7xsO6cIuT1FbxksNk0MPhejyosuLQuOY6ceWGfZIbJ51YYLhEZ3DOCjC3Q00BvgFSbufhB
rJMLXRXRcyysE6DD0sjTASR4PJLb+w/PpTl7j2LgrOPH7DQlM0hd1QWwIVqFgmOmQqUA8hnOf2eF
GQrfAn5e8rAiR88c9EvLYbFn9Xa25oGgU8SYGzQUlp5RKaHSRgOYaIXNJP/mOcMFs4iqIh11rEZz
BHtqV1pGuOEk9PhB5GVhS9ydSOgMYcOhtw+qK9dbQkjVVIHUMz0PXWOYuVbnVkvGxcaY+2ZmmVQF
9XMcq2szStQG4xgCXgO6ZV4xwbINKuSis0RqAiIpvvPpRzd9tNQGVcyiOC8bkGErqkDZzI4dHXsA
El4bn7gc0L4A+IxqhD4d/xaoaAASX2mytCvvLealIXYyAWED/F2j56ZAdVoGX0h1VJauqZuqKDuc
+Ssu7ndOAXdFVAIEoUC/+tOl++Ez/CqohdzdCigl1ARju/JW4GUYXGL7ormJzNZU7Dn7HiLR/tzi
t//8oMxkzLMwAJhv2EJ1NJVKngtVc6ZaHJ1m9ml7mqIlQcObksnPyIHoxyWizcK6zC7SpnGKdJ1r
UEzQN8I2P9kuuHhcYYvmEJAwbLKVukXNV7QtY71wWf8AwK5vBGyiC9uM72zrbqaIge3S5N72KEZb
lU3W6qY7UBcZYbdc/y7d3H6FKrubOc9/H0/wTR2FHTrz6My6ShLaMGzPgGC6ulcd0PJr8l61DjIT
OXZX8YaVhoZ/FDFO4m54KjZLVe8bjAD7Cewx6vOh5yXMQKijoehTexvoJtDeQZOrvSUytB7xyKNu
WoOk0Su4ycsbAxShfPF3lGoAZXZtaqpauYtTzi5pYpESDct2buC/Tqc29MrhSxk7sxettlwZvPt4
Au9Exch8AIU+C2QA5KYw6wcxXzWKW2BHQnSjVTsaOiq3hSb8W7E3dkuX+T13h5sPZUuku2bfc31E
q1bgSc3x7Zlvf3dyagp9bD8ezz2fhrAEhYuZSRio0GsLcRLL2pCk7TmiSbYZmrJYk0InFt8ahgkI
fL1g7yZ1P68+UtsS0F8ziSULuaNjqmUclPbwfFHMffKs7FfPgLR9Px7WT62BPWaXZthNpmVaAbb/
9jx66EPdKM/KH2HrunvBVo9kFew85cP0TPPUmae14SS/HW7t+7wZffgt8B7PYLM0vxeGLs1n69E3
zat94XB5QifFaPFNKpj19G2iAVp24iPXQBUD1URkEv38BVWt6jwpbvtepCa4GoHI1ux6NYIJnTrN
i5Rshe9GWFPx07BFyKDugtGOlvJfN5VOdpWYu4HktCkamrVnMd3Sbi9V1goTErqFZdhWb/Zb/G40
8YJ2Eod4lniy/UVhyR80w6P5YvamOHQ8tA/K9tzn3ph6AKaX/CfwWiGxjBVn+FTZGLmf94e6mkyp
32bVOuY/KzWzMs1EvSTPLYl7n9Chu9eIbaj2aJw64N1TR8aDWd70opv36Cf9rtZk7oI0Bc4j6aFM
nUG3DIj8tU9R9TQEx4SafUWtYFQhO2tCh6f7SnOvhQ6bM6mutI7/gOBqq4fANJvhECxcij/ZbGYe
wBGCwgF6qpBoYyGT1KDgS1Zben7/OHwCNMOZzbo2iyNnfsag8ojNufyM7D7kKs3QSez5p7Tw7/iP
kJQ1n542zoY3N7+z1YsEHo4EV/tz5EQAXY1IWf/rpweFC87A42N477RruMyRW0JYKoksM3FLSJ4P
2oiwUFtnPP8nVtu9/Jb81riVargFac56+5okxH1sd94ZNzMGWYcZ720gHGW2r1TGWYCsXXPuFcjx
0an+kBPjnU/CvRFPSwo5964ETQJ4EqUVuFJgP67PtZSQuGjVGbcrZdt8PFOF2hUv2xoy0+p7Ih1A
lUnrpdzkvUjiyixzPGqp5ok4w4WNw6thVke5NrPndBO+oH0ZuDXJESzR5Na8LSDNxq3ptvDq1RK1
9U0lAJ4C5Zw5wTzja24kEHstrmSuA2RT5Dcz/7wrJqHdvIzP4JQYJAAUHDwQD/KSYsPsK9kVRkcB
BKmBH1JQArqe83xMcpnwiGM4ZV9CzJSCWu/xHro/sgsTzPxyUY2c1BA051rwKixlVJidGHld6Kbc
prLKCuFv/wnxxf71seU7WQPM6YVlJjmhVolo5BEGh0eMS9aQrsFJ/urMP3+Ab8ByChbBJRXaBn6W
MPE39dGfBb0wzsQcohwWUxtFAMfu5U2HPk74lHATwacADy++ozdr8Gp3XCSGu80BXg+aeST3WkBC
ncN0U4cAqhFZqiUAMpjuFKDgJRDVAy5RuoWf2gaAL+JC4fSmzsAMm30TGHkQdqUE89y22nFP2pNx
Gt60J20/eO2ncYz2S2m7/2OVkcIF3BqNIiwKmYRip4YDTk4wmPlreqqeI3daGVb5J8LgIxOqf9wv
6fxMHT40czt4WiKfupOonKf831/ALDUvAVGQy1jqSnK0zAo8ijT8KuW3OXg4RWg38rXD938f7+6b
4u2/ZhpkC3hEo2NFZ0IzneODQqIIg4Q/w1pFP2toyh+8I0tuHK7R3s0fhXGn43H5LGdnaEBwtggS
iIX1nv3Drf/490cwsVhPoZQWqZh8PWt7JxLgq/tYKq1Ord4ej/eupzIgv4y3ApThboCw4WCIZaWg
vWL6Ess9TxrrsYF5lW6GcmGAcYUGWCW0ROOb87Dj3pWVgofQdnpRFybs7i0Hkav/HQfjDoWJFJrU
C805/Zb+cO/pl/Gi7+Tn+lCUCwO6vy8vTDH+D/Jj1RRLMAXmcPFjwlHYZ5EFjZNuy++GvdGbza/H
c8jSYgBrM/fZ4hdVRlZTYbONGj8JeZ3j+ENal/wCbulXvlGUTW8Pr2li0q12zt9AQQKZ3wXD825n
V+/CMKs8JFOeQ1hhoBMEj3CyUz3j3djWewFPgu/cjY9L2m733M6cwsKlibgIm5JZx6RAF2oh4sXX
1Hs8qiOVeEryQuQXUk+rBuIfqCzVJkQ/am40B34lyxYppFleuC03JA+sIi1WZeGWdGnZ70zF1Zcx
y972RBKCEY8O6C+J9VZB90l3jMRfRWrL01PAufWvZj9tsuTz8RrMN8vVEgjomwMIeabpQKzKNiIT
PeqbFuGUj340A0B/1cIleGrHYx0QR+gDdPQv4cZvGvbQgQmn/7MCIF5DQgjfdPEWjCETiMJ5Rf2I
O4SjHxicPciHogFih2zGt0i1JHVXtq7Um0iCJaPHt1+PR32bBcMnABaAzrdZSAhgr+tPKCs9imKj
oX6roe3Y5Bpr5D8ysXGikncFhbNUDW+tp3hcZ/Vai+w6P4rc9zSOaN2qD4ZXkL8hZ0q61XILC3Lj
0eYvQweSATIgXEJsVXpSmpagb5T6IMixO3lXc98NPffje6MaKwnX5eOZuLkLZnOqzEM3A/rPeK5c
T0RT5hzYQXrqQwLMkqOtMcSWSo+PjdyGk4wV8dpKqeh5NqoD9fv8W2tANd1ottHVNuWRQeJPaeom
4qoIcqtuV8X0MsTxwvm6v+AX45zP38We49tIUUK0P/ttbSVR4Wlc4yR1YWncuKZTaQuxJaeVCbbb
PP31a6h3cvrRNC+glHGCCFojG1mjIMU7ovdMCIvV4/m5uwhIxs4arQoKc8yBKMWCj9Vkov4ECEIb
roaAWlm3/udGkOya2cZlGVqjjJFW12PSaAH1O537pDQmq3QWNEBNfYna4TbLieVWJdToQZIHVOzP
y/hisqnURk1bCY3fQbRXjQMnHPZTDJSy7IkQQwabxNx5JK2K3KbSqWtP0rBR2lV8rLdJgO6pvNmB
/CkS3QhtBB+xlTg9+mHz4NDV67LzSs3swftRW3W9hNi4u0/m0GwGgAq38mnlkKr6ZGiNn3LCNu0V
h+s7c4zGU4zmFrmEdJV+5Oh3gIWKKEJT7RPvcJPGxz4GsjjPzDRzxfcW75OmsjOZtzns6scLeRsi
YHpBp6VraPJBJeYngXUxvfI4JnUOvXa/7u1IAAquLHboIg+cDuLtz9pfQDhH+7HNO9fElUnGXzZC
EioqgcnI6vJ9C7wRN5yk0e/wUCl+94v9gvNmZK6lGSKLQpOBUqvM1rpiOEhknMLWb7+bBs3xqmmc
8uA0HvuBmIhTV7Gy0JB25wyCPQGchGgnmdswmffAIAGlWij94CObM9l51aNfJBRTi/JatGBqjjKY
wc3eHTl0tB6jy4CJv/nSIJEwToMPzJVdidBLmqn1wEMcfjxetbtjujA0//nFRhE6MSRVww9+13ha
VoHhf9OOS6xHNzE+AojL0TAxlU4p7liK0fTpW5h8VsHr40Hc5tEYA8zeGwNBjZMQBhTBFLQVmEqj
0UVbBMqeql1PT91rtxDv3y4QeAxmD8aLqIxjcNfzJottlmpBNPhlGZdepFTptun50danEWy3rbgk
CXd756O8gQYaJOzQ+wsJgWt7U6AkgGSQwQ9jbdUcMjk0g4A6UHW3pxQbPkyWusBvFw0ABmAzRJhF
+o7twe5k0FShGDf4mW4gbRqj5TsttCUrty8LMCH8PCw0PDCw4ZmJHDOljfRYwUR2tbYmWa67wDGA
WpqvUrslebWCclG6ygjeFnQsvju9HZ0YwrdmmA+hAxan0ESLSecCohc6ejpknhSSpSTzPL3X53EW
q8SDYM7kgYmV2cFxp8RGLUWjD8Fh0zBiiwfqUOh1W+/dBITuj/fzvam/tMYsNjUMqogj4t6uLu2Q
KiuZFgvA0XsDAsuijsAeQrMay7I2Ii3Z9nI6+hLAXsFLrGAb7VXplRdOj8ci3jxbsMCgTgaFBKhW
0dTPeM00C2JFztvRj6rSjbIPnrg6gPVJYw0HctRCtDfob5He2zWg29H4ESenPPQSYwumgwq9x90f
5VcRa6Y+c3IMn4+/7tb9gYfjp5oOllkRZYTrY9VrWm6MdT/6dRruYgVQEKMezToqsoUb+d6SzkLN
eFgiJYsjfG1ILVtN7Llm9Ce9eQplshLz6OXxWO6aQP8kphn1BBi6NqFxckvlHmOJhAhPlkJQMBh+
WhjIndACUwYsLC6luRGWhYaNpSrURFVGcMkW4DaEX/BCTWhsopSNFbX6+KbEtFsVXESsfBypowIG
vWkIoRZItEX78aDvLSDeZxoU6zG9qDxfDzrL+rIiiTD6CtUOCjZO1uYH0Bt5j83ccfd4+eqCCjYu
VLZZSFeWadgbKj/6cR+dCrBipFPhEPJ7XGIbu3cuVQnQDVDpoojOxvmTQlWxltLJp13yRVLDLvCL
iTqRDcrgc93QpfLMbdiGN/2FQeYENI0YSnofwmDbeD20YYTqj1ycMx7AbVPU/0id83gq724gFdUn
cKoAdQ+nf71kEwge8xxAJT9PNkIr2SJUL9QMjGaNGeJZHcp/x1Z2xyk8aOB+pcUSp+q9c4JmRFAq
zpkjxMnX9vtEqCVwWU4+MJSTRaSw8jhRWpLBuOnw1+H3wNKL2h4COLyomOM4kojL61hD8kJLV0Jl
dyPYZE2xsYNcNZNnSfPQtAwWLq/iDK9qa1uaxC2YfShKs3H6AZnPJK83pJGeF+b/NnDGh6EvB1Se
Arg2bgg9RdqQQsGHDdxBBYxFlKyIc8T6ILxIlRsrH/1SjvfeIcVEAFAEaDY6n5h3pSijVJ7K0oTT
E4LrWnKBqVgX2dIL5N4hnTtyQaIpQT2MLXqJYmEM0Gqf/GHoMjSXJ2Cv0GtiqhEIlPro7+N5vBOR
IfgGlxN6nLCRWRn6JqpSY2hC3hfKhvfKOH3RM06x+FBqdhBFyL2cCJrTycNS48qdEwvDYBCVQQsg
gNbqev8CHazLI41g+FnckHPvib01FZvmW2h/PR7inXW7ssTEITmfS0KVYIhGXqxrBZQfoJaMRu34
2My9AaHYMROhzf2UrEOQ82wymqIcfX2fWTgj9eupVCwpssolUYx7a3ZpibktxgLEN0EJSyR1DfUL
MEKL8H6K/m1eP9PO/efjAmoImx7A81tmtTCq+D4xyOhrfOZoUQgglmBLuj3qucnzp6JCgTQ4P7Z5
b4R4lMxQTFDi3HRNiWQCJW8uYoToSJD9ES3dYI4rQFDpdskCWG/J1hz5Xbwds1DXg8zA3ctb/FMJ
HD9oKsRtuWDlniNFqwCw1DPV+8wRdG1Gbkot12t59EcDAMS2PJR9YStD4gaJuk6zXcI5BAiU/qjE
vVdMzSuHjEPw11CfeMWKkZ73R/1vO/15PNF3nM3VVzGncOCEnuNihEFDiI5nvVuLCYhxwA+Wgjj4
sam783wxAcwxDHQcQr5FKiUU5cykBao+YvgXNTnTwM5NeizxEiP4nTAEJVdonaA9Hk6GjXfGIkyT
bIrhsRveD0KvCnjHiNZd9qmozuPR3XMyM9GiCKcN380i3gJhSjsilZMPcF276gN9dDkZT8FEmur1
Y1N3ygqAz2JMArCzs/tkdmw5qvCbUzX5afZMxNc8/cq0P81BT+x4emrIa8a9FdW2yW1gKsFkt6QB
eG+oCDyAVER/LHAZzD3I6xztoW2GWZWH1MsL+kePJ+hI0XRJbvueS0VyFbfD/FxF4eb6zIig7jNG
ATduD13ck/RcjgdpO4kxCA7cMFraoHfHdWGN2aBkmKqQK9XJV2rUHjuAhPXYqdtw4c16C7ubsxG4
2NFSgRclOjiuR9WMCNBDmZt8ubNzSK0j3V75hvGrgPxmTgH0qpxEWXUcsfrkL6F2gOxIeoQ0dpJu
aqg5i4kJlcmsssTpSRnOcaWbaa/t1WLhUXLvwCL7CkQaeHHRAcKsczDU8qArweQDsQ1tMiIdW1DP
W11KBMuI4s6mIMO2Sr35D7JE6DFAxgZ5UQXNkcyy1yOtqAbuPF97T0FwL1JbDwERX+f1YOdvjw/T
nUVHlIWSN2JJYNHZ3sEUnU4jHn+8H4FI0BGiXDCrpowd0mbV6rGpn2wEk35BmQvyE3gUIenGqpgk
idH3qtYLvq6FZzXjc7sMEDlngyBa00h4yDKgDXkgHBr5JxUMlcokuC3h81UIR3aCrmyxS9WYmFOr
plCXUDRX67releI4NElmtPtEhIi6nglkV6Wl7hSkrTIkDwPhXeqG1kG2WXKAhciP2chHpyEKdZPP
utLO0O+14KXu3Cw/9XYdTyN0J8vMLq/apk6itpD8st3lDdnn41GnKBno+sI2vecOLy2x/iiP4rKe
ukzyc80FfgEA0gmREHGiolwJ8ZOWgRmsi600Mks5dJOPMdi2BeRgB+7X4wWWcXCZ9cWHqHgT8ga6
bW8kVFD7I4aBD+GFwqYyEuxLgLhb3BaOxaWJeTtfBCsNl0+DUaSSnypbtXzSCBoMEEv0rehpw26g
TxqQgEiqZuOuUUdLBDtR4khA/SSn/2SseA7hRselx/ZUCSlNaaPWkq/w3E7iOktL46Un3vyEvp3P
f9tgtlBCWl5omkryR6uQ7Ez1cqvMLM0jm5Q4dWBn7//VmNiNJHZor8pyjClG6l0BMgsQ7McWbvE1
wAahJQVHAnQ9aEVjhiQNpJr0gpN9OqwH9ZvKbw0kwb7awM3/1KLDuY/t3Xo3mEPLGMovs9fhGU9K
G3EiEQj6fOxMNy4OQ77iM7pg5HbbSygjaZKswkWi8Mo8RyDJQtUULJ5+H6F1fSwasHKjqrRwzOeZ
ud4MoB6A85xrSfhFZfItHM2hpsWpit+4ag0a+WnHWVzsE+X9RUiW8JF35g1tlegBQQc2sp0aEwpk
aRfSNA4VX63zXQ3oGGcXUrfQpnwHLICWVCSPUJYAbPomS0YGje8ljWJIQUVcKjQEuhkQ3yH8mO6K
IYodVZ50t057YdVXGqjeWi160qSm9GoxLFe9kiYLa3kbMeOTfhJKuPRxJc4xwYV/IVMCZqKuUnzq
6No7x5u1/KcH3IzzHm/MeeNdryb667AzVPARg0rvhkUKYl6gJKeCP0W2wktm+UcdXGVcanG4XUdZ
lPFURlSOhkVkk6+HE830R2OuCnhB1pkHOrXSFIlkOMinkYXb/c4Db7Y1n2voP+F8M+GSgSuUV6gi
+ML0FlPjDQKIjojSesrbPXU6LbZajZpoWWz0CbArL1bFVQoB5nIdcwBonQmEdIG/6f4+nukbdgsU
vtDGi408zzTCaMYH1Cpo32PUrvweJFoNmEDb/ljV77SePrtGsGrkLLMOZLUhb0nJISljFP4OpH4r
+f5cAymiFuJfadIXHp63xxl4KBkTBW+ITD/rNISu7wmIDkVf4DZaXpr9WJpoS9RJ5JbT68CZ1bjg
3e/ECbNJWJs33XyNXm+GoQ8LIcGf+Plp7HKA9QM7KbPEDPnU4hrEDXyim91TbZhqKh2i3uGVxAo6
bR2SduGY/SSDrvc/aI3ADzw3fYGbmN3/el2mXT9Gst+TwHBELc3dOhCGFbTbqV/KFW9WJRcALSZ3
ZqCX6ooDYht9qH33vbA9Zu988yUGigIKag8ArjKPyZTQXA25WPY1YTCVyNG4Xw06sKmemAIYhLOn
xuK3deJWmvPY8u0OwBRcGJ6vlQtXwzepJlEZU5AaFTglxxIdLzleslZubLj0SKOFd9edjD14mVH1
EBVQceNAzM7iwmCgcwJAUET1o10ZnduxBwG4x/kJUpCQmyuawlR6kxqSy1cLOIg7vgGm4e4g+DB3
NLNo6FTKAy7sWtWXIHsX55JpyB99ABALnAMfxVacgWbSJZUjUTP8AzdREqfKVkZQrUZ5HyfrMMwc
Qx8WvuvW28+fheoBmFN0dOQySyDqkOBM5F71OUVcSXRdhaDEngS7KBU3+OcgWEGRIJEmoxUfYpWA
HF3PfxcJci8po+a3aIGtdwQ8qXM2MRndJHkegf89kH5fyusoGbeasBRM3t44igSYDY/MCdb/Jj3b
9gVKJEan+Y3k9KC5VIPnLtkl7XPW/c3qk/Y6gC67GBJvmvvA3oDcGoeF9vn5tmGO2tUnMIESjz5s
MsS95quVJXCumL4Ce4rk6V5vtgk4wh+fr9u773rAzMGWdGEqOG7SfDx/VejfQrJJq0ZgSfRy6cF+
J5KBLfAR4J+ZL43tAOuLZoqaXNb8IUJTZfUaofSmboUJWG65bNbITiQAXmh2FuzT9vh4nHcX9sI2
M6vQ9knATitpvqF5cXUsg1OY7foF5/FzQpm1A7JDwjEBhzE6uxnnAQiDUtBMSk4yx2OH1Fkgx3ao
BR14EAqa1LaRCCgkN7UETEfcgK93X1NheIursKrNBJ3QwWrgafy7hmDNG2cYUJVBkaV4SvIBbA5d
OUKryMD/HNoFn6Evo4ujIlg1acLrVjVlkw6xDGB57S7stS+0JseVBbbeMrfiQSAvutLn73I0cr/L
ac4G4BRMmpdIOW53pZ80dQPCEK51ZblCmlCIgQm0uEKe/9KGy6w+bbLfzUShTQTGD5CVSgFkkjIC
IJIapcNbz7dBbxex2qFNUxJyq0gkdOuUTa0VVgoh9fdEG1q8yJSSO+ag8wJHGAqkijVCR1A/DgSx
+xcoyiVsgn5ABgMI8PGT5D0tzCEPlOJpgq97a2mbgUQebRu7VMiy2qpIkNtgHutBL9jq2QCKrIbb
TbwUQjwKGTZqq5ib1O6Vqf9U1YjmFs07FF9aUSwNj5sUOfydGxU8Dt8qZe3GpQx+zTEvO+llhOTr
bgyAUFvI9TPnHOgfbJILIUpmR2aZmo1AVCa7SvvOxc7Ss86aXrUBbKzI96ECbv2jE/D/7M0iF7Nz
hXu7dqwjHZCDEzUIiKcvYO6AO93oAIy2uv/YDuNR/mUHHgzJS6AIQI13bSeMaRDqIyRiOfk74nQb
HSlmI3LOf2AFjYbgu0YdC4rojBU57ZuuKaChSkEA2H6FieaG09djI8zN96+hXBhhjvNY53XdTlW6
wx6yxvqbL6GOdZzAJ9kT+7Gp+XsvPMeNqdl/XYQdHOrnw/+Qdl3LcevK9otYxRxeGSZylGzJsl5Y
DhIzmOPX3wX5nL1nINxBycd+VNU0ATQaQPfqtboZ40FlyLfDAbIT1w0wF6kPBphlIXipDnJW5aE5
ad+URHZLcwjmVt8DCeklsr63ozlIM6GWLxN4P9il2+BsYNFcOXNMMLC4i373Vu4a6fx7BVEC9qeI
AJ1NfP0xRkU1ACkByTHr460Mps7YhrGxD/TkXp492bwj5cYeb0n8wwZHrr2eLCtxa/MUy88xunEr
aMvPxSerHx8+hMlDGLWjTvqED6lToEzUR9XM3XrdXl9Srs9QZlXTMoBReocbnk2tk9fVFI9wTyWO
fatM3KQwBV7DXb0zE8zqLVAgMaURXhN3yQ2QUL7VdpvE0n+XEKq7Phpu3DgzRR34bDRRU+nTSEeT
dm9yDd705FX4muDbQHoI8DcU4VkctVHryiRPfR62MvFs6bW1QcUv4mQXGWHWvnD6sh6w30J7vZeg
QS6Pp3GxBLPFDU3A2/x3JMzpMQFtpqPhOw/VEm2iIPSXvioV2OfB7FTF3/9mZd6ZPVFshzbW5cqo
8rjEEKDDrCl4jLSPtaW7ragZjTtreF5AiRDYU+SVLo2g+3QaEyqKbXUR3lnGNO7suYo2PaAnAqcW
maJ/P/O0qSoUJaowdxF5IkPpT839kovqhNzNCfZuYBOheQcZv0sjCyUCiLQpD7vWepxW+1XqIoEP
sLmKP1HGeacFVdAv8954cjaQ0kpMvQSNSois5wBWtPFG0csjKQs/7odNWvZ3PbapOmYnqc69ZgxM
EqdBlyZ+rsXhZEaCXCV3Ys++h1lDVcnHKDFnOmZooExg5Xit86frzsiJSFQqC3kRILWRGGLOsZaM
GOcAPyHDgLuynW1Nta78pLAWd5JFndnsm4VO8YU5JgDWKphz4xnLiBYIkFQgXEw/lVV+tOXpG2kh
tlDsc2svdRr60suA1MRPRewOnIsi3kpAOqHHBUrGLBOWNEe6SZYRV52sdeUOcjLSACjPGiRqfpfN
98n8+XPlwiCzjLmZyIvTrnnYAxXizg3EQKEfbguscCLYhRVmg3R4dehEx7CW6g2vjRp9htvJjN06
D657DJvS+bOGZxPIxC/cM4asr7CGy/CQmPd1OvmDdgKfgHGXY6/olRu1px4CVYPodf3/mEZlBYVc
imPTLqOALhe2nAPlGKbmlxync1xvkNuRocaspIFtLJ5R4WG/PMymeoMb4Oce9/8ZODo2VDy5HY3N
ZSJPIS8E5JbhOpZ+3uN1BxaY4uH69HIulsi9WwbqOhZ45lmSd7suwIdiD1mYvgHs2d5H+rGAZl+x
hkhY4pb5et0cy3XyZ1D/2tOZd0zTVXErQy45TMrNRPZJmO8SJIv8YbqV29wtEtRsXzr160IKCBcG
sf7adr8V4zYqPGJAxN2t50C5lbaKInjQCb+MOfgh96b0uYGZMFFOV13te7TFUZbuktD5Un+N8d7c
2vdKEkigyWw8NCAhkSrLd7TRcwdqje/O/vpUcY4gUM/C8SEGJIOLhvme2cp6pLIWvDD1t9l8qWzB
UnB3sI5/kPoBCJ/FoErZICuIFVmoz8oxmZ7S0VUTPzbebEcVZFbY+sSfVUetyYKkATJRLKllrcZK
r6Z4LSuKm0vfptJX9Ce1B3kT8HBa+VXVFPQXWiHSViBu2JD5NjE2TTv4Eq7/pvkyC/JJ/A/C6xa0
MygVgO/ncmen+NBkdvBBg3xwRjB1+fkN4PmbWH0ZyENRHBvLcUfbJ/U21R9Vvx5eVn2XoJLgoC3y
LxaaqtZhJaCdxcoJWmgMWpd0zUKq2WkY351UcOhy9/iZAeYUXNGND7wxPCnqntD1sJ2aea/ZB6P5
1er291l7AnmqYEw0/DMPYlSJ/x0T/aSzu42SwQ/qESZJ8ainhzhDwqzQ/OsTx1ba/7gVVaGGqBQY
ENiEHWJmpWSlDSt1VgUFCo5BDjmUjSonOGudvt9AnxPEqfKc+6kuRdtRSUfBQcidXJRT0W+BJPuH
mnVpTs2UJBICaP1D+wYvCvBuJXIOdPzq2db99SFzbxPYR8hPmlBfZSGIo6xFcQlhzXDRjVtEK39G
SrGbdsZIDvndLEOe+LpBbhQ6M8hslEiuklabkQ8a+1O84gEBCd/rFrgTCB5GWiM3bTBtX7pKntaK
kdtpDoRJDuLeH+XgKZ1Hfpp5EJHakwzR3Z5v0EBzDJJpJnb6pcGsBscK4BRZaBkJ4rgeZvMa6FkR
xCU0eg1fl4NEF5Egs9XAP76K5xEwGhiozsINmh5IqSxO8jDppwIUDOjRh6C16Q9qEW3LYXZciDyt
vlQA+2I44M2wlvZhceJU4K+8nakAwApwJxraP8g5asTp03zAd5QuZYTy1G/Xl5OFPr4P9NwA/YCz
rR9r0qTMaDIAA4rmlz/iYNoqz+XO2iS/etndfq28bA2W0NgmD4DOg8Q4yG+yPYrQ3a2IoZQbIM6/
hbk7As3eFVmCb6EyxFulkgNFexuNaVO29+3wokRhUgiCLffSeG6Tnrtn45/XUSKRggk+LYVbP5/W
1l/WgKT+hPccwgLU1z7ZhfmfKTfp0xu5JOATLk1OkdPrs1wgZ5FbbtK8qeb364vKkmp9sMBs0qqV
NDOnE4l+5c28H/w+95RQSzfpId2B1XXXRW4qJlfhRR+AGv4zMOCcLgfWL/LQ2l2ORNzoZjr5oU7B
fJSH8Tupxv3cU5b8eH6KyWMMLsdVBr+aKQi4/OWk/R4aBZDioX75CToqPFmJNEZo9vVrPpLatRZl
U2QV8ATzbWEV2xgEqKjvSvGui9WDStSdYPLpTY89TCnNBZozMBXo6rv8hCUr5jrukPuXlOQJ/TpQ
KEFsXCWvBLxEbdHToKKsT1pvyKTNrP9NvDw3z3hXMcqYABtHgAH9UD2qvcYAH/1vJdE9WfPk1tes
T2J6/rjb2YgZd1OyzGjmmh6qww901AJDm+MUF3Gt8w4CCpp7r42D2IOJVCnpK3lRIgCt18Lt5RHQ
4KCdnrX4Ra7C0mg2mt4KcizciAR4ABTEQMiBay31+LPokOdObiSdjIgEBECnPfczmP+y57SM/JVA
HL49RRPYY8dJkG3i7SQ0E+ggfLDRGs7atZJRbRbLQio4N117xq1W9FylsZT1Up3yvUBFiNaomI0y
TsrS5RKCUO2cNAnUM+nTMDfuHL9d3w7U26/ZYd5FZaL2iRQjOU/02S/6KPW0AnxvhjrgWMEJi/dE
PgnuKLxr1/nY1MtV69e6le0aOdQ139jN0/zbrl4GX6UcsqOIPYu3UrgeoMiOFmykjZh5jNtSQzNW
i1BbvUlR45rG54g03jcX3j34T9nLZVZN0pmBPrdWpNHXL1l3kmZQwPciIAiLhvljxEHriI2giV45
JmhkMoljp0Dyok97dZeiV8Zf0qr30ZEseZ2kKbtlisFzS1LH08Zi8K0JQLXWaAy08rb1SzHmAA3Z
fhVHkZdYE70tLW0wV63tRZ1Uek4Ra4I9wrsa4VKEOyG+mnK1XK5yPmhJlsoSrkb97OXd3rZdczQF
rsQ1gn5WFH6wR9BpemlEcgxUp/OmCMGCXJd46r7o/d31HcLzIErkSvOstHWY2SHpEOk2mjeKEE0C
rjK+kUqEneXtB7ziEUnQlAwXZU6kuetqPZExCOSKPAlvjxJszp15QrgeVNTKJkHY5E7amT3Gm6Cg
5cw2UkJhrN63pb4Zq8kT5qZ5g8LNH66LsgxAlMzGS4zRIKrVoU1PNd0lR0hR1sCQ58ABEcRQZeC2
EOnj8Fbq3CSzUsYodRVkZ4uwjn8gT+3L9mcpGN834rkJxqkduTD6NpqKcGjQ7gTaI9VL5WQ6Ok0T
bwleduDd79dtLVvVQUprJF80uEuZFMp90zuySHZINGLmPVmshTRYBkac4LWX24B4iBAMvFMdNFVg
WgDuFKA35lQ37Ak9eVVfhH11j+Mn8pXsBAa+EB3PkYBah+eWuBKC1x896iDaYp4XvYmu0nKsi9AY
jypgrgO6SqXH65uZd6yCwMJC7QAcfx+0m/PEaNtIoetXOd5IJuCM9oPi+MI9xp03HDpUERPFCjb6
Da1WLyMBXAZbxFvndavLL5nxkhDjECVgClqsIBF2/3Gv1zgmANnDvQHqPdRfzu5DoA+SpFqxilDt
gN+ZjPuKTIBK6odK+zqNa6At30or96wMddJk8iMHbNTXJ5h3nwCiG3gXPJ+AVWUCMo6hEZ2dER13
AjAbtiH0J0jm9bN9WCwSSN0nm+7olqR0TCATAhc8AOtMNFv1qarUuURFVlqBzT5aoFzQb5c198zi
BawGnx4f5ZCgDOpYW/S/Xc5wRIYmmQqsa6KGav6NzL/aH3V1s4pKe5x5hLwT6B7R8Uhx6MyocpJb
KAObwOWRox6hic24Xbru0RhWF2SdP64PipdOoewmoHN8x9uy0sa5k9rWSK11Vqm66wjairoDx0ne
ZiAhyZ2vhVOOh6mweq9C65onJzp0lov2k00O72uJ7QleEkqz9mEtm1ppZWUoy1BqG2+sf62Db+M2
OohIzDm70wT3EWo1lD9GMRkv7aElTea5LsNWR5JzgkS6vW/2muMBgKnrryQXXee5y/mvQfbdO1Ud
aRKFGmz8tApQYV+/yf1BEUlq8VLxJrwGIU6xaImUOQOx16EAHGEGu2wHgL4K7ehI9/vEs1W3eIiR
avi2buc3M3UNbweBWFEtgBNgL+wzB2SdpeWcQq0ohB6Mq8lfpDr1FQe0ntkqiDScCwYSnLh0owSC
nqD3mTiLdVqsTBYZAXysokCSs02eqcCjm8lmqpwdAQ0ictaqaKPQA5V5Lpk4BNEhgqsa+hCYAAvR
VXSARn0ZWsqU3cyd/F2JTIAnnChx3Kmoas+u0ZkQFbZxM8RrvVXtmTzOOUkAd53WADJDeHxf372c
cxNiOICl02YV1BeZJdeniKh2lJchiccSxDLF4KUJApI1qiI4D8+NcUl9D36AcrAoqzYH51KSOUVo
ra9muxxGGVTQeMxtR0kETOHh13CGoFkffRa4FLBUBLWipcqYkjJU2na6GRMrCiJ0CgJ7mMSBoSop
uC3RsZsCEeAtygTMB06JYJ6GOiimtguUiYyAQsjTcV7JvJG7phJMPHc2aHOdA4Qz1VG9PAt6jZTy
srQlqq9Vtc2rWtsaJHE2eWUWaEXW0zs9isj++mrzNhiAnhTYh0bvDymPrk+1tQcaM1yt4Sa2tLtl
eW4h3enK4EG9bopzu6QqEpDA1d4btZi7n1IAFw2gehnW7cEw74tKtIU5Y7HAo0h7mt6Zy+jfz7Yw
+gvsfo2xxLXxMKYPUuROCvqr9N31cXDW6b01EbxltCjPIiH7NEYiRVmwTgnOU/umQDuZgYapRYVg
zPzrujHOpIEdFrc6qp6IXl9mNyqkdGIzUbAbyW3Wn0oi4rLhGdAQ7yhlBmqtLAJt7gjEMzOMpgNV
dZBrCrqAut7aXh8Gb2nQn0ppovDmRZXlcmlyE4ToYwQrL0DSOSV4Jt1C96/b4K3LuQ1m+U1Sp3Ez
05EALUTZlYOSeB1wAJ+Ut6XXCtps+89gmI26wI3Bnw5DA0oG2rx6yvyIBKZgu4iGw1zZ5G5cyqiC
FWnYzvWhhX6DvV8rL60+14T0YTjM7SVSzUaadBialu2KHsS3+mVafFO0O7mOBigLSs+KibQE/fvZ
7kRjHTjIiV2Gjo5KfYtHYoAqmogjludolGpdA8UPUHtsf3eHZo4K5foqlLvohxPdRYkFKSp7B7oO
gUtzzknAcpBNxTMBbSms8HuvtanWrDrWp26sY6t3nWslerlL9VgLrns2Z1Co1sMERf0jL8W8y5vW
nhMiOWVoS4W/NI91+aZ1GfhKBa8R3oMPxV4VgrbQc6JieJdrZJSktvJaLUOad3yQ9KfB/NmuITFk
d5KOtrdq3gSN+16wc3mJd7QHawjeaEnFGJkol8wRvV1oZShXPUTYIB02PjhkOk6gUjDn+FQZLTJY
RwsShJ+fWeC7AV5H+EMXtHo54HhwIpSw4JT0hdvrmhtX3+fZldXHv7AD3VID3K9gn2HfX7XUmnOj
YAXjBlJzs1t1h6E9EREej+eT7129aEJBjGKPprgDNLseUhIW6lsznZz5RRFRSvNNAOMAPQUkI1ja
v2HFfVW2ShLO0guxXhLgwqbi/vpscUKFDZkIHHi0NR1H0+WqJOVsJ5kJrnEMw0AZsSv/ZjnODDAR
vKrluTVByh+2zgkI73XN3aY9CashvH1LK1jYUwChgHTichx1rNTo06pJ2CgnYHY1y8cLLRIFIp4V
5BDAr6UBN/BBGI3Iy9iaSkZCZTzWNgTX859j/JxWz9cXhWsGaV7k4JFVBlbscjDSokIlcxhICPTw
tgw6dIA1au8JOf1ZKmd6HoEZ/R9D78Hi7KBYrDxvpWqEhw0OmBf7AAY3RZ7e49LYjUf67kknqLAZ
X7PCTzdrbIZ25xzWGaQUr7Lz9dPDBpzn/XoMHBMuYpfDBgNQvfQJKmeEvOjj98h8kMy71Pj8YXJh
hTns43qYKoWgkF0408EJjHwBC5WIo5UXZqmmsw4pduqVLNckOsvU1NJRvQLiooK22LTFXDay7EUF
ZHgg/Wi6qibSrOYEDMoObdPIB1SUyvhNVtZKk6kAI6fyNqGtmNKd0gsOLo5voosa/Ya4ZpkomtGA
cuYyKNdaFhkWtHjpiz9OsbdU1SZHw1UERofr/kA/l3myX5iiwz0z5bSApzc2TC3yyczGY1r0uMzs
kfNCP+dr0pFdrATXTVIXu2aSjv7MZKQRuZt7YP/t+bFBb/gRjPJuZ6y+stSCS6dodIy3J+0qq5IF
U7URRE9LU91l5pEML6151+TfI6cWzCYvVQguRvRZUGEgaDAwBzA2RdQu4O4L1w5EAKrbSom71E2w
6pq/JImrpxAj9lQLD4aysT9fIrgwztyrQCZSKmqNtVTJ26SC81+7N4UCE3QE7Oqdj5DxTatPjMS2
6QiRP8t884ekeBa09mQXPJeO7C6SS4ptY4ik/ujvXrPLOCoeyfEyEQxOAb/YWA9+bDaC+aNR6ZoJ
xjGXfo1iOQJeoku8aQsAoul1frcXFfhFI2GcEuoWwInFSh5Oh42IgYH/2+b7Cxj89WyBAR2UXRU5
mCXkaNVQdHjwzjJ42D8/z0rhVJ05KhGttBf75VHflq/lwfGKL0Cw3LbBoZK8JXD2PcRhr0cMwagc
5uIBReaunnRkEqW+7W66GBIPkSJZ++tWuOfJ+eiYzVs6XQGlBYwOOHG392e3cCtPd4tARHvPC0sU
v0sl3JCLYxufJSL3SpwbyIyeUPCRjokECICP8j+yL4KpE5liTmKUaTSw9sHUpFau5kxenNi+0iLt
rD53/T4fHgiYcq5PpMgm/ftZgJfkBbT2DWxWqGW30wagNrfNNt0CjSrnOMivjrS/bpHrIP9O6IeH
gppICMo6Rqls836LRt3rv89LtwIGjYsGHiJQYWMfPBBp6CISoTvH0jwnfKiP+UEKrJ/VtnN/aY3b
P0DybpP6163yrhrnRpl5tMkkDaMFo60fBw8iBUjeMQwOGXBMgcaECnxdrpKa4uUs6Q7Ahup3BRKT
srwzy0c8fopMgBHhXWfOLTE+GFmJoiQZsC5W41fp7P5sEFv1cnN9trhedzYeZrbwwBpxNET0YJq9
aaq92Tiu3THOH1WioG+L4ixESa2Pfkfp93C/x/sOb1GDGRlR49SWDKBfOgAeNooygX9JFrkB51JB
rSA3K0Nc4qMetrkUzawVRYHyGPScCmmTjV6jGVt1VNwu/rUM6IKd0+P4FBmCffVx5WAZafT3ZCog
7Myc4n5tDjYB9mZUHHcDKnlQevkiNWiBkXd411m4MLs6xX0ayAZdPU0g18TTtdMeI12A6+H0wF4M
hi3+FXMqF6sKYE/RyLsqfs6GGo/LPMgBK237b2rzqCBr4swhtArL7Ugs4B8UECZJtaD9i+s1yOih
Ji+j1+pDH5zUaiYkfIrQLG80FB+N9fH6VhAYYBvftNJp66aogOOwGjciL5mo75NzVGIuKTkIhXjS
svhl8MhtbShbC3OpJvou74xN3d0R+TSSu2wZXDC+FLPsxksmOFk+3tBgluLOkXan/FLMflsMh95A
ZpgtAjzB2t8q6GHSMuhl2xdiF7mzCA0DChmh24+5dcwg4MnHmRpLLNeS7vCYFgznY4DHcGjxBY1q
eFK+iwSdeX4WGWqyJrCQJyZu0Is7oA+yqkSygiIzdKBnZpBAA8yTmikBsaKECR05LcbwV4OhyFUb
ShpIQV5ayVr0Rw/RihpSCb6x6R7tlFIsyO1zmqwhwwiXA9Ub8nXolWWMFCh76jLo7csbvXTR9OB0
eDbeZMNWV1+MTvPiCHI7Sw5+khhQdcG+4oaQc/PMTIJjT0mjEhvLXjy80W9K84sKyU1bPkmF4paj
L4Fprxxe7MwIerXZWRVoyCRKeiik9Ph4fFNBSmTskcEC/xkrfWZ3lR2VOnagvm3aX3Haop38NUNn
uXjSKRjx8l10aYrZdXNcGFLWYNRZS7ZRs0nimyXNN9W0eGXqV9BtUCaP/Pp8DDsfHxNh6sjsx2Up
C5qYtfTHahSd3fQHPo7KRpcDbj84w5lRNa1cyfIKdKAsYwWtoEkf4vgx1nfmdn6UJMHu4EUuDdpF
0NdB2xnany8dt1jlmugLrKXxmGyUGuwb0SItMNzle3OwCncc0KAP8R3/+jwKDLPYGqvViGHHMFzS
escunvwCEurG1si/JECBXjdG/f/DnP47SjZk2q1aZ2YOY1P62y5P0SL4fd5V4WwWWTh5VgBI2pX0
PlLZrqE/xkYMgmDiKkRwmeQHGqphQ1N9lFX/cr0ssNdYMgRzwgVZxKl/K+P+pk5O3a9KOqiQMte2
qhYFMljTRu1girC63EWDOgp4HJAJR9bo0jpF7ZXDgIitoZc13iOZojxABdZrptfrC8aNImeGmGGO
maTXuQHEZzu/jrpnhhkJusEt0IL+vxlidltWLvOw9hhR9j2BWI67+CmaUATPNN5BBzAG0qYoZIKL
l7rn2UGnNlZWazVGM5cvaGNPuxNJ3q6Pg+uBKFpSSD0OIJamwa6SuYaSDG78geSWnuKJrjjcFTkz
wIxhBFgmn1UYqPeKDzlHD6qKgvvne3vMh216ZoM5qiXZKuZKg43qYLqPupsfANQ+3DlBvXsFw7sX
uSBsDVrvN8Hr1vNs71nbNMGbvpMEX8JdsLMPYfxcXrMi0xZ8iGbss/5GnjZy8+X6gr2/Ua4NlnFx
UF+1WVfBRhtCMbY7Nsf8R/JLe+tmdw5Ai7oZPaN16wfpi71r/EFAR8BKOsMXcXieDZFxfEqyWCor
zA+BtYHfe6tbHkBKUIKk9qi7kmt51QaIudjNnuqgdVNsjNZXbtONsiU/1if1Z/lTCZS9ir9cnxlu
kAEEh9IAAMLAcgEMZa5lg6QhWP/QfAOQx1DZmXsr3f1vZpgJMDM5VuMGZvLiUCYnbXprQRVDdlrz
G6jav4kAZ2Nijtl1bu01osByY45dkFOD9dKbNEF5huu1kMqBTB+YpsFlchlm9MgpJHuAESt5RNue
a0pPXSuSyeKAF+A4Z1YYv1VKtG1nKtDqFtYmHfwh2ml6OBnfR+sFpdemtz3Q4uWArYLF8/qScYMc
VMfQsAiANagGLgeoQcMyhSAdLivKMG/jVdPdxW4VXynbhriNrYkAwJyeXwwWJXi8ht/PWybq6Xbc
QwfcxttcX/2hQSeRW/j54BvaaaoHF7dPr8Vl37jPYxRvcqAodIHncHfD2RcwMVEBSRoITfEFsjcZ
31ro52ZkWxwA3rAy0WWQP7//jpZxIMdMJrwkIoSkFRwlyeucf5EicIBkT9fXkXfFBdGHQkl9KB6E
3Q2WAWxfn5Wh8ZxAAN7yO+sbSZc7I75VoQ6uNiJ9CE5DPii/cSrSNBVo/1lVhVk1wJNUJACgOK1+
6CaQuvZanwUpdGVAJ5aX4Icy1w2e+Ol+WKokQPOetHP6brid8lrzqFjAYeoj6WvlRD+IVQ4olyNj
bUDExyPoK3UJiB2CsRzQX0QG+5AnrQ6M0uycbCV1joCxxvvrk8hbLBD+g64IoGYIZTGtWgVUIjpA
SItQsrsNsrHQ80m9Xs6D1v48kwlmDxJF7z0+eOWql/sOcspTboLtNTRwOKltEJPGleTN9fFwczcU
GUm7fMAVz5Jg0KbAqEsQWOZfwwt666stCpQzbpjglO0EoZI7ef/aYnmlqj7T01zFrkJinjQHozoY
yl42RKk93gsVvEK4k+E9h6Z1xtFlfTWtmOLq11iNvHVaYr+2x+86WVPPqaYfWT4UG6UtPF0vQUg5
LoFgTmlEZC8ZZx/wYZz12KMvBCjz2kcaB/0vX1XP+Tb+jEdXmvzxbzI6oDaCbChErYATYIKVCuG/
KobYdlgWOyBQl43hiEbEnVJgqMHHgrZalMUufTHVzbprJgkxqvXB6LZC/21T6KdEu7e/5cQdv1+f
Qd61l0K2/2uOOe2yuUiB50ZIRJH+d1s8KtG4jdU6MMvM73vBpYy6w4fVguej8mZCX4klOZghAtQ6
0EgADQw0QjfSr6KbbzJ7b9jZLVCq32bw1f/F8KgwBfyTQoaZILJEVjN2yViGedn7cXM0B7SXoQUE
1b8kF5xkdPE/jA6AI7QagZ7jA7V4O+TqouTAwFdNu2mkOpAr51DVojObu2JnZhgHsVZkpcpsoGbQ
IVQl2xE8J0AW+Wq0HlIIegtekNwyCEUs0aZBi5asLj1STiJwfVroElKrp7nfZSCwbEm706E0ache
S6otildJ89x3usA0725wbpndbkWCEqpZleEY+yAT96G0ZsTztu+kAxbGc6b7697CW0HwsamoDuNC
BLGZy5EqhZSpjY7WCaW7J2bqkfQETTKBm/DW79wIM53mDF0FK4KbFNYuqRQ3yyp/Gjwn3w6lCNPH
HRCOT+i2oXMV0D5mQGZb6UNiAPFrlro3KgvxVgn0l5DVEA2LawpCS7THEyNg6d+stVOsYZzgltpo
HjNlXfxKtvcqAPuCPU0dnN1naGOgHYh4CaBQezmoSlvMdakjoHztGqppsz8kTzIoyHKR+jlvSHB6
jAW+gKjFuENNCgjIgyU/XPJDBUJdiJD/zVDOLDC+0A+ktxcNQOmkO1V5MEKjPtoTUfaet43Ox0HH
eZaeyXJ5BDUkxpEaG2kFy/74IOtu82hHJLCH8ev1TcRdnrMx0b+fWUvACD9YFNCOp+AcrKmGRsnB
8ubaSja6hQfVdXOcwcEPoNWqoLkXsg6MOTObDGif4Ezpktld1sNk/gTJpdofSHNT5oIAwRkbkv7A
b/4RW2FJmJxqqOppoAGp2S1diH7wxIy80Q6uj4njeKjk4PQHvvI9Gl1OYY72h5gAVRbK6IY2bK8Z
DoYk2rCcOHRhhJk4FBdmQ6PdADkJhtZbxhOotkkDyhVBFOcZQp0N+r2Uvg/R4XI02mKsi5Njv6Jy
mMR6IM0vplS4g/kCtLHAG3gLBJAtAN8o7gEwzbi6qi6llEUSmlCUbZQHWXUAweMqUnwTWWGmzqqN
XOlWWCmVg0FAK+SqzX0mumxywC/oHwVzJZD+yBPhgX45cYPUgCulzUlYqijqal9tGxmrQcepb1Wh
0+mh1r1JAJzJqGXHuv2Wy/o22UYoaSTKUSOiIgAvMwIuGeAtQC5ESReYZ1JPlp7oaGBEPSpI5sS1
bcBIpfakVLGbxHd64WmOP4zPsUOgXKm8Xt8U73QyTNyHeeBygQOGVqXBBEtd6pc57gDoJnkKCejD
NO0b6dgmEkp+4z1OnU3cLcjPdF47D7JnkMdJbqAecJpNkCocDek1sjZDvp2GGwJM7wS1Fu2VIKkh
qcdU3ZY9lKsFZz2HIgd0DhRsgM5IGZhiZsraUpaGZO0A3YdoToraiRnvCkf30OCTeNbv0nDreAkk
ZfUsaXTxVaPsVulNPp2UOXM7aL/guXo7daIXL52rD3Opaqjnoy0bVFGMa8mzOeLNC5C2pFZxMOOS
vK31pheUjTk735aRr0cru0YbPejfz46CeNbbxKlTANKKgwxiY+0H3kuOdScqgXP6y4HzR+KMvmMo
/zZjaFCiTjdasC04X5LpMCa/LPKdgBin0jKvkP12Wo9zF986P7L2FeJkED3+MkBTFWefJec7tKYL
1p0TIGghBC3JAA+hrYv5ngmuYAFKTvn4c68vhrdhVbdrZj1MtSiM80yB4ZGqkKJ7DJNwOcdjlK5R
Q7UMyjT37WSvGplbzZnnEBFqgm8JDxs07GBJP5BW6Wtq6zVg/8+9s52am9p8XkTAJ17VAIyd/xph
Lnco4UpkGhrA/FUbMlOOJxU/JZt4RmzcWPPvbpsZyCYs48bW+i9J1PkJxJW0cRMjH4zlBBJMCvvP
A+kgO0m7WlHaom0rzHJmkm1C7xWAwLV9VqJNOh3M+vssal/j7MkLK8yeJHJt9OgRREvAtt4JHJJ+
IbPfIZkILA3a8ZBoYlvkDWXs1j4CxLbvDmgELQ+Gc2zt49v1EM25tyDMofsbj0R057L56wX0Sqjt
g4AOdUB7rV1gudzo4S9s4Dh0UNyxgbRmLuVmC6Q/9GqQI1e/GmtYxugCFrUT8Dyddpf+1wZz0ixy
UUZNCxtI7gIwqXtZvsFeB/ul418fDW/N4Va4vQLRBVwV41kIFGNtJgCDptWNnoJ/PBZR73Lux/a5
BcarIgf4/bKEhWXdyTMAVc4GLFBoG0BjhGEIhsOdOLRlQ+kCTa3oo7kMRpBFxsSNgAmlD0YaLDqS
qYckuD5lPFcGywB+n2a7QfB7aQOonlZdIthQni37JxT/hscmRsen4NbKnbczM0xq0yJ4eloDRdq9
SEB7QmcQbPDyV9l66ES3BE5aDHcECB9R3A0wn4y7VSqJ7ZUAt02K7tbSuy9OLN8UJuovdmZ+VSR5
i959NLCUs2C/cpbrwjBzW5bADFKkNSKOGs9+p6vI73cuqFpdXW4FAYg3RlxjVapBACg3mymOIWMX
SyP4TVfcGVdl70y/61sqYfeoyZ1XmOrmupfwrgSoGvxjkH11IJcy5EWPK0FUNcqdYfWQjNdIfhPP
fRmU7ZBt2kLtoZunoHsiggaUBtSJ58zt4qUgAnOnMR03CxL2X8upSE00KBqk2qggidxAdGwWFOR5
SbaLz2V3DshXNTsGAatdamHiPCZNepdBUlaLjqnjdqjdZGXsD/Pi2sbnH7UODT1waICyPshD5OhM
zNUEM2XgJdgrizsqP20Z5VVTEsRulQZn5hii6kG4Etk2woPDbKqIkMaqVVxWtA4Uw01gZ707G7YP
slTolh618hhDiw41Qa+zyTZLXMXakOYXSXd95PhyvXVMr5qRPgZJ+dK7mVM/a4No5/PeOWdf+YGd
s1+6uIiqAf0oZTB235Exc5fldtSGjQSSXADBvyXT+kzafTfeaEN+d91zOYEHmPZ3eUrwD+CJfhnf
1LWWmiTHNaugzGH3ZkQ8CTqj4+LGkeYD1vo/2mM8r6inXFonrEmfhugxcrVJ38fOvu5Ld0TxT/or
c0DjgSEdNfz3R+/ZmyCVEnvOLUwuKEpdyX6UtM41rcmVIPohqV+HuBOcSe/48g9O9058Qtvzca5f
TmiNYEaM/yPtupYcx5HtFzGC3ryCRqJMlVyZ7hdGtSl67/n197B277QEcYWYmdiN6IeaUBJAIpFI
nDxnhLiM0uPVt4vRkhiFJJCaTcWpVgG6PSlbj9lLFVXrpOed0NNMvZxe0tFzPeGUTrtCkkCKHD03
uZMbji/pr4+XfCkOSygrIRHAIwW0tW6/UFdLX6tCtNGIXQd8BofGflFrnEIcbXWSRka73VIoxtTP
049UGxiUW2tBobViDrmEXZzntpxIkPLCZkdPmeQfylohdS3+njJ1/XiMC7nhvOYAKM+EjViHW6tN
k4GNCQhhECddOC0j07DWpvfHNhbnEW27c38XsPF0wSTnS/Tjl8g/teijadS5o2GmKg1ZCg1LdnAR
ACXcjBMBWPB2LF7qV/8hkRWjTWGMBDqmZtY6qs8qZ80/RLvutSEqXnJiLWW+ikS0DlonLf3LoB+h
YNLJzWqoPFuq/dXjGVxIrsBpBfAUetVnAD7lGwC35F3zhf71XgZf3mfynu/MQtc2qciiu1u0BRZW
vIiDaAnkZbezCF36zm8EtGPooQyO9761c9CVFsZTE4drKHex+IoXz1gUIf4ySLlg5TXJmKrAU4fp
r4lzkkB+EfgfUGyw8tYc/OMUyZaHbQ424n8wqyqeIGc6CoiYUHeWLDG6GrK66CvPrITIkjkGVsq6
SixBZw3cvlDMQc8d+EqptQMVs1JHMqCelWb4646bYfF1OVna1Mp4XtK5VaZ6yTaLS3+rquVgR3p3
DATfOIelqOwFcCMwQu/Snld49GeBfwNc13TBsNa6wCiTHlj5Gj0WxqdeHQeflVkuLiue6+ZiFv5B
w9utH5WNpnatJABBJPdPPQQJ80GzlC7dCL6Kf5uVGBpWzckbpT3GzeQ8XtvlaQebztx/gWhKN5Vm
k5RpQ6/houAnUH7zxM4qxzCx+SLA5bEvOxOhrzHlOPOsqB109DwNmdmouLh2bcHt+AnSwo+/aXHe
gWFDjUlFDZy+VfLpkCehMuPIIJgcRxqZxu9xy2K5Xtq/WFldAOHgLPZH7V/dyOo272fS0bq0JoA/
bD4qDOKFbbQq2/SpTo+Ph7VkEEUu+NFM44qT/HahDRVkxV2Hfrw6Uvdp/03g0fq8l6dqo4ax+9jW
/PF05L22RTnVZKjeMM2NVnUwC8OKHmf7o6wxDsVF34UuJLCMuP/j1jyfNFfZUC7rSe8b2LORURYO
CGsiOwh0zwEnHJRcx35YK3w72tIgZLaaTIZAssyrdqOeqqvHA146auaWKOgH4NUJ63n7JVJejWqH
PuydPBXg4e0AOPRBjO10fjyYiRQ0kDAwLn3YdIwgsXSYIg0EARZ6YTXcQm4NZ34ZyJGHme6kzwoF
e0Pe121k6f8A84z6lwEzqE2od0oQhRjXg+xhgIAMIcnR5XiNd4LSakafdaFfHBIqbSqghjxYIql4
P3Y4BOoCJ5siAd5bNftYgvRv/InrPyP6LO10FEsBRZrlqRD1bydPLmSvr+eGhbQ6oUmfhFD5EtPx
H8QTCDdJYP6FZ6DWfGsFLeUgiu3wxpojS9/juvDSSIG2ngzfY1RdlmYOOSJq2eIXJI/a4mIeGL6i
44E1msN5SbT8aUh+KgHjur04bVdmqN09TlkXJjooHvGCK4affq8Qg/XqvjiU+RUAjz8QGqA7jwD0
j5sv/KJRHQOvsEC7p0FXLkg/Hm/cxbH8sUPfF/FYl1V6huMvrKtZyDqA+EcRM6LDUjjElR3PuDMN
ukKz1CEwFTEOEoRDQQJVUmp5cLbH41ierz8m5r9fhcJ+5DKuyQDCLLxV5umWLB7QSMj/AxA5LgZ/
zFC+rCP/q8QKI0mAtBBeWsOtvN+PR8KaLCqUDlXV5j46ynZCoBOuLE2f1xhBc3nR/4yC2vcekCmc
XM7U2IIGLscqsHQ0m4E3/p8EGAPJDY5cFS2PtMYH0OeGr3kw1MqxI4kfUoz+GP3z8YQtLT2eB8Fv
BkZHdF3NE3q19LkaZH7cAxKF7Who32uFI2j3sYaoYbjxPC30qT6zjuHyawApTYfLUC1GbzJAEKgi
M0yOYfeB/vocSiMB91YNvi0MfztlAQ4ciCgA5/D/OzxCGQPlofXYnPGAFo/xMOk14X1g+cXY7atv
f3ca0biGppcvykoAByi/i4cShCMZ8AJ1BqHLzzHfFf13H1xZj83cZwqgdEapYuYXFrBaVPDkEnGa
xAoFKnEV2nBuu7AFM2HsofuVghGk82iDgIaNTKO/+VxLDaMCYqQHv4fKWzqfOlVX4IAbQXukmjhB
oLI8rh8PbSEfm+mqweQIWlYN1WNqXylSP/ZpgFI8qGujcKVIn1LvRQTgNpMDBU4sx2QIczOexh3v
/e09DdsoPGJXY2rRtX27C8KERxUowUsNDle3kEAT3Q9oHWXtgfvNdmuGirNyHjayXsyX0bImUeo0
qPmrwknVncdzOQfS2712a4cKtKpSCtmEJuyd3qd2XAJ+2+97qTGH8dLzLJnQ+3g4G5vVDuEwyB2o
jEsopyji+gAZV/acJM9C3YAFYfd4QJQNHW05aEnF8wX8Ek+pdA+8IIt1IKZReMK98hDpoe3HHyA5
+/XYyhzrrqZttoJ4i98H/5wKhgcqA0qVtDRiPAScIIr5xnnNk96jE/axDcoF/mNDx4X1C6YHO7ee
5klC58sDF52qNDK7YJv2G90YrOpvQgH/YwewDJBKzu9MdJ2Mk7wGZIRJfGpAsTj4gaOHkI0o0evG
yOcWJ+3KELVth8HPBK+I4hPf/PCyl6l6eTxhjN+niT06aOYAc5rHJ6DXfxg8Rwy1ZXRs0K1Y9GTR
WN1CGXN0E6XxKSb6vurMAP+DaLOj9ibvgn9GmSnIWZ27dFPKnVUqmHulknASh5FBgNkZf3sH2YUq
2c57mxiH08LugQ/85QsytUN9levUWoYvDGjngej6RJqwdQYDuKDHa0WdHP8dES6xUH2e2T2oDQTC
OrmB2kR8ihJTNPWIiD2pUiLvMiBwGLZoYoo7Y9T0dQHApxOE3E6F/px+9E+cT1AMSQwLog8bxLp9
thqJ1TKOqeW5/DNEei5DeRR7roxPrVzgXb9cFyk6tOLWcx9PJXXSf40O2C1DBGs0lo7u1/BKYBMK
T9OPiSceJlTSvUIhraRuxubYpN9CgSUasbTPRKRLMqo7EkItNbAwCjMvaX3jKPVnAdI84Gd9PKJF
AxgIAhLabwEau418It/Vquh3xrE2drL+PIEP8rGBpSlDlXdW/EG5V6Fb/1oFvfaV5nnHvBFNDyr2
00jCOnVaVAKGF7nkWS1Y1DH7tUYA3QAPjyasOXW4HRGogSdJLAPuiFJfOhIVfPht+Fr1r5DmdtOW
DOitbs9G7ujjKx+SHPQtnuEoZWFGOSNK3rvlfAADxoD1Q8/NV6y5TuPzLs7LYuCO6MUxpWqwU6jF
GhHj+YouuGLEKBZB12LWdlZR9J2X4MpMwpVa6WWRf9r+GE/Ru6JuppUy2Lkb/pQ9sy6w4x6v6X1E
+WrokYEIgqQnT/cBaPKYyYGShCe1ka0YsaScVtkh+QxCwfEzJ2RpKSwEZRRaUARBQXlucqBzAI3j
hyGLkWnkkgLpgXQlG28GqiCWIpitkGwmLdhDZI0xzCWz0AZDFRKUezOVKpUWRJqU52oLyYsab+KW
qk+pkxqdZntS1Z+itMxczQDpuFH0gRuHpfBixBkra7z3IQ3fgP5IFPMBVaMfJ7kuRVtOPYWnIhzR
aM1p2D5NzrmF4pXW42W93zkAv85pFrj48NJF4xm1buw7gY+yk3b2awJK0OhUM1LGe8+5NUGdRVKr
eEnWzSYEogOn3BIND6yZfpymZJv4a3SX2I8HtWQRofOLrQtaVfQdsPPDVAffWnaqREv3yWSgcXfn
G/MLVyfLeGlnOA3L3vz3q80IKQZBihXYk3Ur5ScSFLao2FO8wdmgJxfx9Hh4CwcuCmp/xkeT1nlJ
MYVxCHugv9WbD7UiSrsNJgBXinWamx26MUK3Qdu6VMlmcETLcMpqC6JB3QhAcw1MxBmFBB1cNbMP
X405rRO+izUvO+FBAuwN1fjUcR+evxfaS5pv2+JnXfyAOIn+OQjHBmJAWS6YdZhA4yPc4s0dLC/p
ZgKOiDE1C/6Mz8LSIz6iPZWnPqut8ICH8wGflVqcv1P1XfpN+JCgrEr4H/65BhnoStn3bu2Iu4kV
PBb8YEYPzRsX0wOE1+2cRE0ilJoa5ScBbOsNuAQQ/KE3gpQh3pXJXmNsrPsbDJbgi9EJZRzA5qiN
lbVtpFYSl50CObvEJ1FHGpS++My6J828+7XW6MOBTjWufrPC1u246rpqxkhM8lPffMhyTwxv21vY
V6n97bO0jc/Q2yf6pVZ2WphDTgwsJ49XlUavgJ0OgRAgDcgXzPh2mpN8bCU+VGtePpV2scufElc+
qkdxE7n+BjouR+N7cOovyspzZKsyDVdlxBO6InJnn/IqRR+GMkWTyilTa9LVeCsOid9Z0HPEPwct
FKFU/myMGWR0PYbtr3vozV2YGjt1IFWFnw2I4PJJNDO3cOJNumq22Ro9qM6wHdbhyndVJ1r7z4or
HqUDqNEciKWvkhULEHx/NM5fMsMU5jd8QEsof+tLfoIgNWZBFfZy8SGLG1yaQB3oKtxKyk+N4vQD
i7qJxqF9TT1on/F4jiYKFKSoZLVUi2Iow1I5QS/5s0BzlpXu/R3EPw4eyZ+T1WNPu19pJBrII5Hg
IMuZ6yi3rs6Pulq3Iqee3pNn/7ucQWqeqM/FHle1KbJ4Rhp3F61m3AzqeiDIAMwNwIVbazHKb7Gf
xMZJNOy2cxNuW8rmiB4RFt/c/RaeLUG2EZ04c/pG76C6K2sU5BPj1K27bfeWncu9+M1z+p2+jp+j
VW0Hu+y3zEKbLI7vyiq1b+IxQUndg9Ux+PSOXP8J5ANpVlpQseL+/Es3u4QaH7VL0rby66HGTBaV
5eVvUNxW1qVK2lPF70DXYoyvYvA9UGS46xqalTFYeR97zt2dB1ft+UUVXfYKtB/oG7dX8JE2SoN3
ahUSrqVtbPr+6kl9eWxlYZg3VsRbhxESr0j7qfdOKXHezMe/fb+/qSFQF0+9zTmeH/Hj7dOoEO35
0h+8lhRExJIxTM0/RS0XEFYI5VC9gRQT3RJWJpE4cL3knfgjQLbcT8PJzt433oXjR6HpvRmHiQG5
pBsJIfmEewT4WUChCcAfSGlup84beV9uFcE/c2t/G3bWsDUMe9ikzrld8z+qvf6UvykWqxlgaVLR
c44qJtDFuNXTwBylL5UpkIPgDDVv3FZqs4+IBAUmiVR26dSMk3LBC4E0wqsEAiZ6Q74yx6usDOpW
RtlnYXDOdu1KS0kvkfrZg94mo1B3l3pg5ZBmzY3nGsDSCpXxqhBpDScujnFpwGPAr7w7j1xDIO7C
2FX391zwi+DhCOia+dhHYL5dtSr3gAutg+SMnhB9pf6ueBK8BW8cToNd6AS/lV8Dg5/jbgopi9QW
G0TPh3ayn5yFnxm6d94msK2i25J0LCmGu+BIGaIcUu6H0ud9DC30yUCUk1ZDMWb9eKPdxQvKBpW5
jWKnJQKOmHM3E+yxKlXM1ZnNX7nbgEeUMpLw88Elf6rNyNKeYnXdvlvgqID2IVDsLOL4+woxNSIq
0Hee5Pn1BJO9/aN/SUQTj5hHW282nvnr6EmMQHWX0VPW5jW8GqDBdxNITGGthPslxDtErYNsb9ob
B5n1yrxkCw/AyHPxRIo3RWoyBbE1SqEWsVY5QTMxhxIL6NVNfc31BFjhx45xVwNENEIu8IUjQ2GH
ZnsKBimeerw3n3UuiJ7bqK8tMFiyVJLuXRyhAU8rsjHbQsP07fQFfMOVfZDJ5zi1OsVWcCncNvlh
ko+PR3Pv5rCD6x5OE2RtIBa5tSMrY5JEXCufAXsWGnSQcWaof3ts4z41lG+NUOuTppNclv0gn9/j
D7hDeAqc5C17VX92H/HbY1v3F54vW2BZmtkCkBtStjJehMaxMMnnxhni7/L3rCO4WBvSz9Q7xLGr
gFAnibd9aqqoeQtHUfRJBR5A11CICvrMXcJSr15cScg5//8HUduuh3ZXNCaCfC5f09HOi4hE4ANM
RIeXXMbYZ6e4yQ3msQMiPHcpzBjeOUBf7TmpmFq0wijyedub7wbx199le4IYSmCF5mB+qy8fH58j
ObdEYuyJ+8h/a3jeoFeG/VLN4iaQ5LP+AviQbkUfvhswAvL9feZmdCB3vzXCgxZM0yYRRvbFuXB/
eG68Mjaca6xAVOc8nsr7QhFljDo98QKA8iyy3nNXrXkUhp61k+STFWk24U4l/qF7Uj2LY83j8k75
awXvtj3UiI2JjzCR8asELjLZDG3hqO25PQqq9uMh3iUi1AipQ9SA1IAQISqcrfLodq8co8RynzVS
v09FFk0Y2rjx4PfiMS3NSLSCw5ha7WT6RLNr7MrUAgXzz2m0oa71eGhL04jDAFKHKIIDCkHrHBQS
1+NNN1DO1Q5MrVtv19jeM/xkVW/H1b+z9ZXGXvl+ZORpqSqefOZXwy6yyM+DYlZ2vmOJ0NMtiYCx
oET2Z1Bfg74yVAfhJHOhhlB9ri6O1JBmy3+TD9m2tlpLJ5JZvQS2AU6jA/pNGYO8u3VQtufIc2W7
g5LJKKeGfK4C2996hwOZVtx3iPV9grs/mBtcHxtcCCg3Y6WcswSOE/qLmFSFTA5vd2tjVZHYemxk
ISO6nVHKRdMCwsblwMnn3ozc7FDufehuWBUmVDK7l2DTvtWMILZwGNyMizqd0NhUZV4Jx9RXOdkN
NmNPzx98cwAoc/UWORAPlDKUOOdpvVomOW4GaYhk9RxAkUIo3vyEtavnhb6zAKD3LJMHGge6JyM0
knS+IWrn4p3/1JwowmbmajI6CVJxO7YCVqZ85wmKhEcWYEBmbBpAxNSQqjBX0lAS/EsNRq9LlaNU
WGFzm1mgRY5eAekAFWH51BkBKxjfBcjZMnI99P6BNwJa27eTGUjg/J/Swb9ouavjplside2Zwnzz
qXU7obMVlIbBUYprLp1Oep4fFFGE8Sll4Egh6ElDSJ8DeLCS68lVtdhKVkLDatRamlXAJfEiiVqC
DKrZ27FJANY0KnKfCwBD5qTu8WpmQiWWgA9QiH5KycTYz3d+j8dy1Hfm+ifCMTSdb+01khRUYAwP
LuOGt/2N7wp2z7jA39cLZhvwfhQgZ9kq+u0v5YbQCDs5uASuvBl2w1Z1653sRDYT5rfgGTeWqNnz
pBLysLISXCqHW3NrdF1vyn21js3C9tbCMXSFTbSpWNiA+wSIGiA1iTEfhW0/wWy/CQ7hWjazg3D8
Fj2Vru6wpNmYs0l5fxa0E8cBWnuJny4Q2ZXPk4m53JdrlmgCc1hUTCxF3vdiD8Pi1vpKc/yN9wsX
no1g8+tgz6I6XnTEKyeZl/YqQvapLgVJhmGFT8/CW/aBltz141Pl7jL6tUqgbcLOAg6PpirIJDTS
xbwUXMBIbasbfz2spZX3jDrIYzv3+QAM4aUM8JovCWza31H0z9VYrcJLbk+OaE5WYinbbqtasTuZ
EhQOcugS96RdvzIM34csGRyNeEBTZyZbBK/bOWxzyG94hRh9ub9/UvCSknxqK3kbmf/SErVa8iCA
RqWDpcbq3Il4TmG/SXa9zRnn5n0mgA7S6yHNbnPlFkGfh940D0nCtenpe3f46YC9ej86wcn/hocx
1jHKmkLqVCvGaOKKBvZGRCrO1OzWaS1UVAXGlXBhG2NgINUElRR6xNBBfTuwMEnlEq300QVlTTyv
W8KT/izYASnP8unxYn0BjG9PsltT1CUwDyctAeQmupR2tUuc0kys752TknQd2sO6L8h4EJ/159JV
TH6tueNp+PkLbWKsblnWd6jUPTFKcd6WDb6j3ySugJ3R7ND2nBMeMqeZ49v+KnR7p32P3eQ1ejJW
ktmYIOhxmU51f0zcTIhK3SEDvdSRYeJDCquxaqDATe7UvP38FpFqX61Cx7M9O/rbgC54soTe/BkF
DL13ldoycSpCc6mHZ3UO0A0gA4FexeSZusU/l7vmY2NGx2Jfvgkszeb7wHprl9pBaZLNxSzY9T/k
jbAVBbwn8wwXuw+ttzYoZx6KINTRWzDvGo5M5IdqeefUYR0Rc/ii/RiCodDvUQDKRjZ7u2U4MQSF
RyNjyyhoFT2Myi9vZAVvmsoEagkYypUR6ngtPKGo2hFG+JW88Vb8pv96k6+dEACLduWt6lW1FjaT
DcJ8J7dyp1+zykX3lwUZXR4San6gmYMqH+Upo9H4UpjUyUXNRjJIHYlZlNbzetAzeW2B8omkjSKI
rlfJpdNj6Gk/pWBiA4k7FxOpO0kNk3llyR5wfWCiETWeV+kXI8huRG2tyPGllo5DazYcoHa23584
Ca3zgq0AguClvJu34qpSnAhd5ZncWjnayoudGuSkyJ3HMXHJlXCDmLkk0GGp8pQrVWLaYiuKmGIP
0teor05WmiTQruyqj8eW7ksecCg8g88XMxBGwrluvbafQO+p9kV6aT/rJ2GbmjvfLX8KL9Gexfiy
eFgC/QoSDjwNgm2aSn+LOGogplCmlymZRhEq937xW+7bkDPbgMt/a00DzYpAa6YdWszr91EcRtVM
fK/fq0KTi4CyGREuOjWX/KwVtS1XjKmYh0q73fX3UVMRqtHo+2WTXuJ8O2TjzvDQEDaBlgYar2Ly
K8eZIIN3dfRLS3oJBgAxekZVfWlrGSoYMAARBoUljRNW+JDr0ylJL4WubIyhO3O1zHrgW7BhIPsC
qkfCY8SdwEWRpq2POnB60aENuQLKyIdmQmcwPHhpsQ107s4QIgQt9M3f+tXcoCorU5pdKquzJktA
Oqu7qiUDom5s8OC9VhnIjvunMYRekADKsoRHZxENM7cWMyGVOVHIsktNStQ/fdswD/ZHsVprB1aC
uTSH4EgCnxgAUjgw579fpX2K1pVF4+XAgJkHVn11eeaufpwah+ENWjZWRXbx6rZ/NrhKfFfGqDpy
RduawbyyRJiptYk4aAV8sqiFgIgAxkrmoKImsGr0VEjMukhmLHhggPPq8Ua5fysBVxBAESjXACYG
jD71hY2njT7IWboLX5hz/2dQhb1ZTsfS/91ETg84lHHqOzcSwzMXGKRsA2usL34bgO555XuWxNmG
BJxDCR06xib+AvDcbmJ8G6pYeC0HFhEdbbdLw098mahc1V+4cl36glN4P1qw9BURhJN605tAuVTb
sVKSVHNCLnS9Drgt8Buk0F7JzfR9MN4bbgfYSp44qmIH6ToJPlvQ4OnPEIGy8V+31T4CKWMHkDnI
JoPBVMEJlhc2h4oWj0e94p2TnVrZl0Vt8d7PjM/t4Cn8nXarKv6hRu9GT2rA4R+vyf0RBho1GauB
PkK0AdCxFUG0idD/319SoBFIpnaqzbcJ78hR+FnLYF3pRP1X13Kx/dju12lPzTeKoRIaD1AOQl2P
OqshkKqG0OMFGHB485TBHXgHmjx5dhrzEx8eJI2E3qsxvIYc8uWAFIZgF8/SD9UVuQ2Yxs+RZkW6
bkZPw2gWvqkIz0ENJKcrb2XdUVRL2I+hZqFDVhvR8RkeRBBJgr6tqMiwz9VVF5ql9GL8Flm8Nvdw
25lpEcMC7zP4/nUa0pwpda95Fddf+DgAwBcyx/KzIa9r1dTAdz3t2xI6r6GlHRVT3Sr+WdX2ZTUQ
LVrpT+nMu8DCukpzyKSn+vqLKNceKnmIx8DrL10IDUynL524PMSGWfuNCZXC1ajuoISDV5F8p7pq
8AGF8IBU3AFyGWnzznUWerY9fQ1n3I+BPWmWmIJpCceqJQC47K3jBHpLqjk2W99qgsNjR7lPNACv
F0SUDEHJDOIN+r0jhuDTMIlDfFGI5Y32OODmap9HohwCxl1mDj8380RZou5PsaiFMvjV4gso2RV3
UATBrCYw4PQg2Wdsu7ubxWwKuKovFSccdNRBUHp6l5TTFF9iAt4UaAsCJlONhHVHvjtvZjMQQUZl
GW9TYP+6DWq13kYJENgwAy0AExlSa4p6wzrVvmrG9MQhdGCZNLzLavQNRjDEItXEOr/U1cCtM1/O
RbPgQy9eCaWaK2Y+aujlSRq5Wk1JC/b+RAa7uNnHYwwK8ZIH9okDW3NhZqKujGbmjWAT9wKtB/ar
COtoFbVt5z+FHBcEZEDLjkAkyRPPZSEZcE0FAHczVUfIshftBNEQPoh7RNnKM1CQCtT+IzFAs++0
UxZIUPLhuu9hHpWcyVejxjEC2/0xjDmXZs12tDkBW05zT/BylfWpISSXwWnc8kmy6lXghHiii54+
5HUyQDSTsUPu8k/KIrXKoJPqps5H1g8Ovt0+lDZpb4YuAtzkNCZneScmvnjBIgYJ1QLU86H+R6NF
2rGCChsAUbhnPDVOXztAF/co/Tl1ZzfZq7ytfwVoZUAezBjqXR0LZzRamdHNAHUY8MhQGYRQ6N4o
hGl6qW2NyJt9YKpuY48X67Gd+fChHPrGDDWjiRaMadMin27N9OXb+ZMFKLsvk1HjoE6/2iiCxC9g
wFtp24bsniQ7IubfhzRSZqgCBq91U1HU8zjskkQIMzp5CgDIMB9P130KTdmhThgFpO61kWJZAIJx
MCTH8Yns6pCl1TYRYTW4LR0J4KcAmTZugzPSnYqeXcXrVSjN5qzeblzxd22R7hWskG+/Hg/sLjua
x3VliHK3YJiisS/C9PJekmkLrUc7dRiudv8cMduYdQcAAkXJin5mR46Ex50xhw3nGdPm7uLd+cis
yy7t2Gsr4u1JEOlliZ4yWEHZQSCOsEZ/J6AlLy+F+cm4jC5N2swJgTY1cCPhTeLW1CDocSKEfnbh
AvKeDyaoKXyyXj9emYUDFNU9tLjweDAF1zA1nrwypFKWWtykiPddes7cjvDNyqwZkhCLG/Xazjyv
Vze2Fqkvx2Ww8z55xNgT/9IkZHPWWW3gS5N2bYdy6TyRBskIYcc7imZtqs94ULEZrnaXB8LTrm1Q
3iyXQdsWapNdtp5C0Nf1a8gYt6jFnXltgoprHKReOqOtMV2JK654k7O575J5Zj29zrNBx+drM/Ns
Xq0KPzWSEgoYSeSqG6fazU2Krlad5IycgxdW8XTpNLi2Rjm0IHSCMdYYFLoRPuKQmJ+MhZkn/sFw
aFGMBMVCtVJxc29c2Yo2jF9fjM5X3093AxWZrKOwhp9XNzMrvK2Sp8pc/xpNiZRvj7clywHokqhW
qX5XBWV2GU0knNCw5szSgkIdemWYdcGlZOB6XNTeNAa+6/KumtcFiYAjRiR2QoezGN7G2Jp00Sbq
1YGrJjhbYw3nDuGsMkPLZy0SyweozZknw9iPMSau/Iwc2f1tbF00ZSp2fB7X4lbE1er18VKxhkXl
OH3EKX4xwqAVnn6nu82aNSTGtjGoWJB7Ce9JPAy8y6awln9Cb8l9PASWBSoM9EXJtROPjanvt5Mz
EFy2WXufcc7Qh1kA2cgkVrD4Pdg5ylVlb3BFJ4wTczEH+OPJ6KC7jWdjm3CiBq0oePJodruSjL96
Z7PWTc799XjKGMHgjrCn8qF1V0nYNFZgRsZxZ7/wPOmJ/FYHJDNZXS6M8/P+pgDOZ4Hn5tDmWIoO
bHDxkVrJpjBZU7iU4FxPIRUMIB4veH7xFQwU0lm6WTmTpayrrYwGX9NMTMY8zsWA/x2z0cVzu2R+
rct5Jc3bJybfpW1kqdbuJX5mbaLHZzbaem/NNF4Z9c2I+UPZUHZrlydrxkAeR1GZVvDle34Qwwq+
h4tqc9YPwda0TV37Jze36/WhokFW1E3Pgf7jwn8SUjuTaQa4GLCi6OOIAAq72+nqMknIRhVpVG/i
mVM3gQB+DszQlEn3keF+qn22OxBL26wL3bLdGQ2JShWaAKhgGvug40N1AtHbrqx9TdKQMML1ciD6
Y4GavxSi3zyfJ9lFOOcnzmw2Eh5qo9VjZ2ANg5o+oVT6igcHBLLq7yjFO2vp8O8MUKkUrw4hqiYw
kE4kIRnRf0Yvjy38j4jz10TRcAyjRbvMOMLEvtct1ZyebCmzN+b4tyHDX9n0HztzgLjKQb2gQ14F
+kLUCPhXEAA/vyQ2Y28y1pymLoSv6XLZwKt60yAcOtwGe1PsGUb+R8r2ZyBU5IyKThkrLUKIcfRV
CvwzR+JVbUVPyZq1Pedb2X3Q/GOKCppJX6VS2uBqGO22ra1AFY105rdpn5lrVlVsOXD+MUUFTqFs
uj5SQrzqbd5Dop4ZQ7lH/VDLT+34zKhDoWqxNkK90YggWoJChCfuCW83BNyPxAZ3rnU6xb9DUxuI
iOyKERCWHR2Sm1+cSkDyUhFBVDqlCNr5MZGI5uAKRFsDbAT2MJN11s0ecLdsV5aosIBuzzYpFLzJ
ir9L36xQ0gmIYW2HfWGuGcn2Uvl0fo79a1RUhNDSLEnDDqMa0fbim/3uw7ST9ebzVUKWIjJ8f3aC
BwOjKQtQG+tRDoaxwA3OZuk8DkWL0fTPUGQqQuilkXsIENnl9fsUkFP68/z49xfDA0qhM+XCXHyn
lqUEKhgMEEh/rcGy0vX4EqUEmdVjI/OP3E3RlRFqPYqirAphQJ6jr3CQrl7Q8/HvLNCi9xWHFqTA
R4odvE9Ehms1K37NSA8XF/rPKCRqKaSi/W/We1odGR67uMpXP01VosQxBI6zxgSJr/1K2YhEXjPW
mWVBwhJdnTRFUxgxmlsRyoCta+yzd/qXQ6DCsgeUGzAyMJAcOrO3bOYVejlWXU0SFY3BkNaPgQZX
BdHO6UduHnqL31UmYxwMX6WfuxKjAhWTDCvj8f2H8YEM89e/2gx0yA0MrhFaEQaCy7SOV7vcqVaP
LSweW1cTRe3pcWzSXMET0iVx/ReehMxy8+zpD/azRO1nPYdeVzLfk+TVa2VJWz2YY0ZosR4FGQOh
Q6sm91MUl9gW5ZNP4ktmsm7mC4sNuJGiSABtgHGGfmdLSw8XikbKkbbgZp6bo0Myn+VRS8nRjZV5
mNd7Dy3lRlHBSm1Lzg+BuLELJRrcXF4fr/vCHr+xM//9yo6Ql9nAz6PB/d+dJ2xk+e7CgkDADCAX
4ANxRaFR9LEsZQEgdjlu4o6YAM46sLR975tY0XNzbYKarGkswLbCwYT3vbX71+fCqV8Km7eEVzP+
FRDGbl84/m6sUVNmFLkwNYWaX969vcOXpgwGjQ7ZT/X78dKw7FBbshL1vknq2Q4w5gORnkzviXXx
YtmgdiXOEE5RO8zcaKor74hKowXsPGQDL4/HsnAOXs8ZXWmOG63X4tkO2JNJ3jGLCQvR5f9I+87m
2G1l2z90WcUcvoJhOFFpFL+wpC2JOWf++ruo+55FQTyDOtvlsl0u29ME0OhudFgLNG14AKMxFO10
NC2L0fSCwE3Yq/Cht2uib8MtkRAvsq//WiLrhyhqyzyuB36bCFEKpmA1PFqcwExNaEBgg+LskZXw
WT2h75V9ebjFBa0jUCdG88rAveFwZmeeYueT4V7Wrc1CCBWmiLI/tO0AITGJtvvRnk7Ik9zfXNYB
phQqYhmVxtACHlJKW94c4z1A8e+Fz/vxkSGItWVU3DIUU4w2ia8ta18FV72zs5fPy2v53W01c3yo
/0fRCXxDuhSc90Jf9Zo8P5G9Y3wqtuMuPXmbs2eFx/CIVojD8/AwHnILfRD2Zdlfv0250h+yqaAG
zC86mOkhOw3M5L2yQqsu7M6qgk1q+7LbVvu8xCR/BYp3C63g9WB1ksnbownMkOE5T2eskHCPMQ35
M91pdrmTnCQnekXSo34Ud7FM/I8yJlVE0rdKIvJIoqf+kPmW77mtn5rSMUkNIrj8q6dvODC1Peqx
GQyv6DoMq3MzbbrMjpItmAU7FlvMivMFqoWC2UqMLaDnh0pYd1kGAPBKwOtXsIo9CIruQ8u6vL0s
EdRd6DQ8bSWjn3Pioumoh9c71uDFWlT6YxXURZA4UR3Fhs/OeUWeSls0JR/sktjHG9Zs75q1+iGK
ugttI+dgZcdqajvaFon5BDTEyiwTc667aNuU4RtX7PwPcfLPcMIIRGDmpxC35z/QCiU8Xz6bNRPy
4/cp1QdrVdJM6Bg9T1eo8mvo6ArMjLgPuSveXha1Ehj9kETFFCU6FyRfgKRxI5rHeqP/cf+dACqM
kGOliiR1motIvPmmXleMBaxYwR8LoMKHQajzLItwVZAa3sp2lZBX95Nx3Ky7Mn/DwjmVfSj2bQxF
DjFz54ytPUouK990+SDQNfhTRhV7lZprkNF+HvONbBUPHqMT//JOAZz7p4RYmhrd43ES3n1OunNv
EDO3TIaPZS2DuvNeqXaCXmIZ+w6J+vv+v8Ukm1Ez/jGMvyZwEqEepJJHNSUnx5BE1q1hx6xJDNYS
qMsNFP3MH+oReR8eRcnEKq2O0Qm78lb4sQrqentcpoIFaDYf4Q59wo7IajtnGBCVrjoNcViLngcJ
3J7fHeeqCaC0Bufet1izr5fvhspT95tHjn4CtSfuX0l0YvroRChdpn1fqaL92DHqlhc5YKDjBmfy
hLeVCC+vmeVBe9gxQqrLdl2lgWYwgpZLmYzFnLfgE99ctoSMnaJDXGi1bEQJfpzvLGci6Ud4bEpm
MpmxU1+asbBVeZrKdR/AHvam5LzMc5UqAXk867nLMCZfJfeFGE/WAsXLoWAKcRz+znzPbYbRXZUg
AlwbZAagaPj11lF14CN0Ei6Jhm6qfCLKDenfGVHQWm815jK+pVCmvc6kKfQNERfF1YhVJ26J7IPT
AF0XgNk58VDc7jY8mopzBBbxSd24DUbx28dP+5W/2rHyqKum5/traBVBLB5KHI81xyR/Ka1n9Fcz
dnVVCRcSKCeQi3nulx4kNA0xQOe+73FdL+v5qnVbiKBcAIYhi0zMIOIBx6ZCSs7ihWQtgor2IhSH
OLmBjieV5YREPwQgOTQZqsHQv69KykLDkzYoxb6HEIUEHanx8jCuHIzF5OfL28WSQzkDudXrsGyw
XaP5Uk2OgaEI01buLwth7RgV5lWDHtYqTuW8rw4OehOt6oHFvMzSXcoRhF0/xHkPEdqV0+0jl2XZ
WGo1L3FxHrWq5UZZ4zwwaDxYDcCF7y7vEUsAZQqMbEJdG/b/PN09Kbetw+yrXjXN3xfj67G9WIEc
DUGczhD1wN7fGuQpPg0EZc1k5zuXV8I4iq9BwYWgdpAw0MtBUPYnJ1e46eE7444LDK0VqUtec22r
tgJOu7QbS3B4U0FdKTM5FJpDzJR2land2BW5e2c1wzM0mWZPV+SgnWcg500UrDoij7ueKO+X94+1
OPmnqoFDqRiLEjKibW/rD3+EjbaZPv6dffmqgC8OadBbo8g0COlNJQfsliWYz9XpXwqh7r3klWMC
2BXc+/IBBuyUbjF0ZbLac9aqyksvSk8bwsE2YzcrnDUYG4zDdua2OZdPsSO/7WWXJe432sL8Clhc
JMoURLXX9V0N5XvqDoJqh4fjGVOI1/GA6eJhJz2Y5jBYWKcQ25+YHv3LzMbiAyhTEbV+ogAIYFbC
o+/6O/lOJ3eapf/Ni+1bDF26lbuhz4LZWT/xm/341aSCScL87bK2r+dpFmKomGAKtKwoPZzeANeA
Prj3V8/MNow7tVa9WB7aVyS20HcexmLUAuwZekl7G/RFYPVFGhGFpUA8RqSA9WBhxzBXRgUKoRdq
GI7DBlpNRvKIvCKPFjouyE/+5RZSFiPoo3KUQ2whXqXpfbh5fM1M7ZqVUWPYProml/Ccp6WC8tXy
OxB/29n87b9cCGUwNDDwpcoAEcfUdZzoPasdM3m6LGR1GRhknDtrdBBiU9dXD41yqHIdkQJAnZ9z
gMepbvg3hm8hg7qhRRyqnABS7zOYj2Kg5Qo7+Wncs5Koq47iW8ovj14qCgrW6hy7Rc/SDfrw52Zf
jbGW9df8Qgx1QVVwpk4a4rezNZrBtUFksyHCrjm5l8/lq6OFyrhjaPyfg6GdOpgbdL/JIScuNpqt
vXhkRh0jpg0Mze3uVJ/30ZZz9F1NNLyICgD1YqKa8QRfT+UuPoK6szPnu1qE82LFfO/fgEBIvYMP
eQwIt0ktli9ZNxELcdTNnUDGPnAjFGV/FDEtawnd3CQjbljLWg3+FnKoMD9M8z7Na21+2qEyQZ46
y99Nn5+XT5Bxs2gq1yrtkhD04migyEn5sBd7gpcRhlEuS5ltwCU1oSP9wQg8gDejJQdAQ6QHFc1f
xfqLzaIsxJilwVh2syKqRLYw3Pz+71ZAWYdQbDDe1OP3B8yCnDJmW8Mc/V7YIdpxYwh8HGMFO/RV
pnXefDvcmq+RzUJDWJtsWN5YuvEq6EVkxTgsZO5rEM2riaDrF3RvzP5/hmbR3rsbVC/3fKwoJQB+
NlsS3Dy0GBLmroLrYlvxmw5VYYztaOfLJ8WwsPTsO6f32VyGnl/hxh131Z2BF+CogcVQ6dXlAaRj
7vVDkzm9j5g/q2BfDRid9qHZx9v72GJa8VULsJAxK80iABr7MOb6HjL26iY78DvBGsgoma9/987U
Mb8LvEpAR9HoB4DNikM/DHOc1UNyBuDyg09CYKbANV0+nNV35kIQZdPULm3rko9mQRr4XDAdyGoz
XlfwhQgqHgGT8yQkUzy3IQmITke7Nj8GE77cCggry7yqawtZlF0bmmEExxb2rYvNE1D98IIILYMV
M6x7nIUYyrgZkz4VWgQxT5M1Ha7Vq/ZwkzPSfOv7BtZOTPFDm0FX8FPZ6m4aQQSRza0OnZO/9q+I
S83aGnMiO6LFVLk5Avll8L7FabPuL3S7jkAXxvFFjsfs5IwPQCkk15PpPQk2w8Ot795CEhULlUZm
dJECSTwYsa8CSwYvU4oFsZRhVbcXcqjbCsrVlpNAHXm2QL3Awc9xfzH7bGjo0AAhyDyiThf5217u
4j6toG5Ak1TNOe6Y083sTvY1f70URG1Z5nmDmnrNfE3jUwjGrK6ymsPbQEpL/AONqA/luTH/5qCW
UqkN5LnGk6cRGyiR6SnFu7IByHyHnBBL0PxDtO4tBVEB4yB03DCmbX7WkBdMnmWzJrcZmezqVOwY
KcLVa7WURUWLScT7WVPizBoHEdxoC/OtcmqrgLVgkVasmaOlLMq6KmMLJVRxbN2MlutikiO3ANdv
XbbhAks75n+/uLpaLRkg9oaYAvXOGXUYuKZXYKqAyndmY4OFzIcZZMLCscRSxhY9soLWGPVsoCan
2gLk0JJfZRu9y42dnIYX4UFl89uvXerlllKmN07QvhwDzxA3YcpJ+zDamqM5xlP/Gpg+CmWabvKK
nV4zR42YikPZ47CTBl2psNwKu4wBNrPYA0IG2LHFhglGMSvhf74Qv5hVpDRRxUSeFccRZ+T0gyMc
VDNVbDLesbRnLaj53lGgZP/UHjyzI67BmAyUNHkXbZ/86a126+1vGFo6/86lNVHWpO+LvlETyAEK
0VtqB85HY2cnESQSzJiatSTKnhhTXPh9DlGTI6P8D4IhFLYzdD0yg5v5ly4tirImCieLfFDioDQ9
IkrfOZL0Mco3BoqPGW9ViKsrS+3cvtkY7WtZdP81bDXyqCBMlb9w1ABuTCllooVhFdTj3HSpoSYk
wZnaBV78mXn59Nav3T9yvnz6wsQg4lY4v/2SU7/0jmBnm7/oHwVsJhCyAKCuY8CJWgqny1yTaMOs
h5h9nM+MOyqvbBbDNT0E56uGWj0vGiJdlfZ7g6t9YN0CrYA3nQzaca1s7mPn/fKOrdqLpRxqPYpQ
j0GnQQ5w9P+AapeE29ExNgKKz77F6vX/OgBaERfS6AMaQllOPRHSQCpM3ob9n+lhx0JLEtfM0lII
ZSomr6/KYDZLPSjqUiL9wXPOUkcCLCPr6nayHLxer/2tLNvDZ+TujC2LrWW1TLH8AsqIJCEvph2P
L5i6nZLv7/c3/qklPDn1W4RdOkPr1zzcUhplR7ypjTVugjQFqANIZLRPzetlLVm7V0sJlP0Y5HGA
ksKp+K/oresCU9teFvCbcxkWYimBikE0ceQbpcYaKkucQW0mK0MfuEaUbUqejv5NaCakd65l3xru
bet1l5mfLCu59jRffgIVn7ScZky+ModcwBuIkcgVyScL250lgwpGtDAFl8scarUP28Ju7FffYi1j
Na+5XAcVe5R11oy68qUOGthPz+gitj2rQ7fJPb83ri8fHGtBlPkIEl7I09l8SFfOLGYwRxQ+LsuY
f+OC0aCT342fe/XYwE8iESS+yiQFdRu4FazLUhg6TteyxXESwyGElB5qB3DnKTBPn5dFsBZCmYVM
Hmqd47BZVohgl8TmZMbomGL1Fa7aA+BF6iqgC2WFfpIbUSHkecfn5xfJmbbxtexeXsZvauv5sn4L
oB/hBQcy57CcsI4ssB11p5oDQCAiIuakglc/ZZXJpEtbNeoLmZRRj6TEj7QSfheI8GZOVAxrz9Gt
anUm75jl1b9dI3VWYpkXVZxiExG/yyYHUkTxPnFiUz135mtgc1t+HnDtNgwtXPeQANcXRdxhSaKV
vesLCWCbAtIOm86Knmsz4El+3kUDs/6xFn4C2vYfSdSOcjKM0ShBkiJC4xtHIccht6ZNKzLHiVii
qM3sNTUfhECcPZQTWfHxsAOEPrsKO//ML0OxWBHlCAHnG+qphDOrYxfpYnA/y0T+I9hmPzks/WDJ
olwiAtqsiBIsaXI6II5HASDlJLO+ugkxosLKEa3WtJdnRbnHuleyFEiaGPUBApNkpwejQiKg2cyv
ErQM7nMX5TIz2Fy+6Kv2arGflEcEKuuQ8x2kSvqmrh+K9lpvNso9n9zzrZPy5LK01eoj0pXg+wLm
MpLj1JbGhcZzfCzhlXK1ddBu1x8PA7rH/qZiuxRD7SUo8ApAG8rz29wgrUyEffGivrHu8Xx7fuvi
92KovYsbQMcLPhaDnr6SBE/zMOjBI9oD0A0v79v6KX1LomKKFpS/U23g0cPbqf2RkMP8hGTFmMzD
mQOBxdOqMorWL+fDsZLDMbOAsA9PL9msa7Xuu74XMy92ISbwNJlTA4jJri1nsFq7vi+3/N3w2pPI
rKyWkb6ev/rCKdH1My4B5UTu4RY/TRkpTgW6OzMmxtSXzf4lRQaHOUBIZ5rp2TwuFiVwAB8NSmjc
DKUnOE+hZT60oRm7khs44hmd+dvuNrE9lhKuasZCLmXh0f4gq0UCuRUqGi/l/XV5fXNZ91b3byGB
MuwFuhgjpYaEvXfE8KEJu844IdYaKJs+gvQe5TJIAOtK6vqnwQM83FVfu37/N9O7SJF/nxNlgJSs
8seShywM8FnCLU+yzQ1r2nC2Lj91ASDeGK8GALoCegw6GS/LfpPkhtyerS3Lzc6fd+mnfx735YP9
HQ3//EzqYJWpHQN/klogqtROeuwdk1VwZW0EdbA9IKB7X8ZGvN1es/pSWb9NHaQ6NKnaavjt1GTy
hK28r35uDe0/fINrAabdniXrtrYA12MffDjfu/e7h8tnsDIz8FMS5UMKWEKum7coJlugFvdkD4Nx
p1rEMe9us83+xcJ9sy0bo4c2oyPwqxB9SZkor+JhojKuOijA0Xnp78N73U7ND4BPH63u6jawQPe+
Nd3wzjZb6849pZZn+o6xfb+8A6xzpJwOWGMjvqvwEc4tcqMMv/nb1fzcXcrVtJ0+8qOOHx/IB+uW
r6TVlj/+a8pObxWl9n2lPT/ENndKN8VbQoDhHt1bHItB7fK1p8ft/s2Gg+/yp6cSBW+qFHHe8GvG
UbK+krruJVd7XlhCl//1L8+SF961m1rJ8GZTBexoVmPnZQVUadjGkePTsB/x1QohhJEVX8lT/tQR
6npncdqExqwjQL+/rQ1bzO9vktvGQUrZOrwfWuCGjvuD9NAopnYM3oKBRIeIBcX/1Wv3ny/6r7m6
XvBGTZ/vGMisTYnEYF10DnNeuyaZWzpP9yPZuPbnv1QH6maPmpZ1HI+NHYjJ+GmJpWrUxR4KNH7G
Kn4bj7K4JPFNvtnZV4eR3JrWTUsO7qv5ftfuzY01Y7vtpMgqWXEs4xOoPPflO/mbbkn/oSdfoflC
wcNAwDjHhPXsX1qCCndkOUdvWxGR2B9gAbgsDTx7F8MI9cu0LcT1ojFpfQK1LMnWMsh2sLi3mLzH
KJnWLke2lYOxwpTkJZFlKz4d0SCjbDl7Gzj77Yj0tugT6e1KOT01mdmK+/MAUH+w5ab2USG8T0rb
L2x3ctvNU7250nlb+qPeCGB328ig8N0YBwl8eiTQSQjyyWFXAtmC6EfhFqggxA/Qlpps24Q01+qn
gC7KLeAX8B9MVrgfwNQJ6q9Ncnj8lCKU6PVTZQl3dWZF150HCo/b7FA0dv6gObnZ4HO5P/qrEn11
REQZ6TeSA27R2swPHpJL6UYA38fxOp/x0j6O/LZxNoXzYRAFE65bVMxMflfaxx5Cw9gdrKhFTRsp
DeWNt6f9cFWS7u5KtwMTiWwwkalmYBVOpJOnbUlAMA1vlpvDFXp4Ha4hW0fZQFON1MRz1ARssERe
DxsXWBC32ia0bc1GRvpo3Pj7IkMZ40bfpTagPXunQOk8eVPAoDeR0RoE0/jQ9uJWboiSouJ7ug6s
fCBbNZz7ptQ9EnQ3Deg1e896VzCdoZOyNw+v/Fu62T2W+1NpKQ9XYmd35A70aZmVAu9J2nLWjbcr
7rWzUhAgrgLSGKRBNofQeAPAYQF1DfXU9dbo8va23d3nb2ltKpvAMvUWuDGho53g++zG1AogeWGu
DS0a0BGQCcQTsnfe1i7cu55IwMTNPt97S7xy3+/7R0UiJNhZ6m7c6rcYuNihW9Yl1Yfak81OhfJP
HGmOJskQeZgyTNcfUDSdNYk4Fagrog/NNLbRCa0uV8S+q0hil1ZsAemrA8fxY2d24HHaxdZnKwAG
yq3IdicdzenmFDo8EW6r+wAW8IzAF+fRnU5b/M9OT4oBm4bMVYdvsXwTu++q7ycFnUGmjh/FTnDm
U2Blb9PGATp7hn8U7H1KHHAtPXIo9r97dv7WA+I6QXOuTHorLGwjsU/uo5l8yJurfH9qTawUgBIa
SsKbEPwo52JjXAvCPiGtFd9/wMuN0PyDdwB4bHF8x6AokQvyzrsiqd1Jc3abZJeTW+Pdz0jwGVrj
k+fca9egrC7uW9RcdzlGji1cNJ4MNvL1LpE2uy2XWZ4PrQzs1syOKHhvTOX9NTaBHivdzrA/u9aq
a5O4CcHW/kEmlNuekoaMV/U+sauYEHdrlwCJNyzMTPu2eM0h3omvCuKOpoe9+YStAh4pafb370/p
1UPqDDfBMXq1ssGZXB6XoU2OOxXrv2zQ1tysAiAjWZMlGUO+tPlUg0jjuNDr0IMrObj6A3kJT3ND
RmI1KdGvVGeGgTe2OKpdiL5vhjtiyqdiKmGqpSqRjQ7wkUJqCvvwfHZC4Om3DnqHrvNtgchZujZg
RrMj4wXxtTbKuf9YOxV1qWkQ8ZkO2eVIXs4GUAxC0yPIUrqXN3mluQcTCItNnh3iwmnwvK9hHJzr
zk9WaB+BeiOdyidcFgV0vhq7xvU7u/ZTHPUG8/UmmdQKZ1oU5PFZeIjIXnBwAVjLWon/sCwJlCqS
KKmAqPu5LLHoArHz/P5sEFT7M96BhcQofX6NXvcIeFjlNRNBbqUCMK/tWya1lXEZtamvQyaQ3bMA
bhDcLqHz2TPWxgpRfi7t8vGzfov65EHKxagrEKFYt4yv/J3++Rn7UAcd+LVQgc5tDsANEtvKSQFw
f09yhhiRJYeKxQFBlnN1AjlPDgDVCDlecebL8ezbcHXEBdnSw97myd2Dy8JXXNGwRT5I/aq1LS6O
H9elkM6vFxSzWK8XViRMD0Bp+lD03Px8edh3jhNY5wh9JBl5PCMAcW6Ja2+Vze4hICag4t9Hc+db
rHaZrx5wygL9WB8VjHuymJTNgPU9Wdbx9v3qyi3JM0JLZ5+T1EYTpeNAz3Nz3+09C1RTwH/ziTWh
OGp+bm4G076zd/L+Dq6BXIfW7Sec9Xb34X6ceHioR4kcjwFCMFe3L2v01yTphe+m63Cc0dUAbEAU
LDhXnnXcHq0en/riKG6NZwOG1VJHIgcwGOZXrAo+4zZ9vQcWKhFNAsio57RPatosdZN/l+J+XCh6
9Ertg2wo58eEdfbJcTvv9Ma0385oiQkIwrTMai3rPcRbcEROZ47WFMtEaKUSPJ0Yud0vGP9Lm/zT
Bv2PVKgJF4v4GPAuWNun20f/Rt4+bY7WtjT164bY7sYkd/g7JmfQVqDaNj7Q3Lh3INkETIbL0lbG
ZaQrUFyg6Wo3HzoQFVmueF4LvVYD6X8JZKkYmfjlSoLRT5sUpLl4sFQCwqD+SXcxJspZ9Z51ymvW
bCmLssdKgL4yQNp1sJqh3bl/PHI3n+XlK7IWXICq+ntFlG0evTCNB1UBwpN5jG/fUjN5xTQDEwF+
BQIA3nAhh7LNRqLXuaFAjoYHX2+/SG8VKEGAdpsBuJxDSz5YTol9/1k5lxfI2kUqBdrWESq8ydcu
8rb/osH33Gk9YTXFscToP2OMIDLGKSywPCvxiJQS708KpUhwAy8vZzXTg0EdcIiKxhf54k9BSqDF
uTfoiNGOAoa34A8ql8OLM0BzUIVXRGr5Tu9q2+RjRlgoGZd9raKwlE7ddaGQijEsZ+nt7W29zez3
y8tbTbkuBVBKPyZ1JdQSBAipk45WrtmiZz77W762jYfRs3B0LOKi/yAT+JCaqAngOqfOjp+8mBsN
XOqjAXgidRchMd7Yk21m93+1um9JlB/lwNbaShFWZ3kP0WTVFh6vsdW6PA6MY2QmV1NA83Tu/1sW
7fwAIZ5VXYhlFZZCenBOCsTb8phUAoS/BlQiwljcmlNayvtZufqfWB4mPxWwuOR5cpXTxhRRiA12
/t1lOWtPMViS73XRTzEvqD05xHMIiZTclS2pczi72KOVQtynIOhKjh7iCrzrdxFq6Oqp1AjLqKyF
9z++gboHAdhf6mA+yBEJo9huXP0g2Hfl27/eVOo+eBHHYTodhziCQwfzI6DSce71019M8s/m+XtT
KTcQiWJpdOPXgmYUuxRAC70Ddq0Nc0XzbfrtQr8lUY4gVHV5TAasaOYLNQCd1WE8HdNzp3l6zkOs
FCFPEWKgkimZpaCUK8h4rjIMYb7nDqArr1WL2/iQKFxfVtB1V/C9QMqcRHKQcYGPp1+KmZF4kwBz
+TVkdhOJs4pd2kfKlrSSboByCScm3/TIqILz1wSAMAqMBQJbw/ScEFCjmw7Wc5ccua1/Vbusfj7G
UdKNFwlXp6Inw7eOZn3ftsCMUf3CUgO78z7/6z0Fvq0qiyICL4DcUkeX9mNR5RwW2zlPNUDCKkwe
3LF863r+YyGFOjm1NabJBxv4+cEggRkPZABiq09qS0STTGKHjn83vjGlrhzkj7VRBymniSSnMtSy
c75iSrxVBRu5SGfHZN5YObCFqF+zPrUnhn45372U8JiNVWzRumO14EosIZQfEFS19H2APGK4wthn
zxnyZI0r2+WNcTvdJPo8wox+N7NAoJK7n9WN6B5gvTOyu0eO1LIwgmoBvcbiXYPZZL8Whf7YANp3
5OmYZfMJY6953SxNA708b97h+qPYPxboACSqOxJuO3qool1W4TWfoQhoBjVkDM+A/p2SnSm8H0cR
7MJoYhbQOxxeC2Z4+DXhTlmFH0Iox5T2UY9+UAgp7fRknOSr9t7fqdtyo9jhTYyZ3tknnjLb3Q9I
hX+2aMj6zG44pNDJiEELVvJi7Xnx43so/2XEylDWGr6nco6izctkM9jdqUGDFmu8nLm/lAtLOa1o
1RqiLG+uw8TAQL6/M55ZL6YV8/5jRZT/4tFvmygBxBzf/N21DpXpiWpf1pXVK7RQFcrciW3Jl/II
GcW1d6hs2bnBG54RyrPWQRm7WBUin2+QfT1G16H9h9tUeIL9jc/9sVuUccMYjxhVPFZS2rWd262N
Jmy495RNqLwWxi9F0Q3tiS8MChxvf8aMMtH20t5Hye2UO819cWStay3p8UMYZeSMCb3QMofdE66E
Jx6G5LjVUP0ULAfDhi/ybjz6u8RSYU+s53ZrZq+Km5ucebAlmcC0ecQst7vgKKEOhSKY7Tmnnds9
X9aitfTXj4+kLU7QiUUy74g+YFjhMZRQ/MKss9Y7eecG6qaVSC5ZYbUBZnwkXIUjmRQzmMyKN5PU
9iIUj9A4PxZ2FFjRtKuKm7rc8MUd4zPnz7hgszTKZkXYSbVpUHbgTW+nPPr74avyubH5PQCC3YiY
2KC39xKAKKHzwBC+ftVUTcKQhQz2GuogB1UdlTzAQY5m//qEWmVPGhTMMyvc9cdER31vMouJ2OFZ
voLnavFvY9LvDauwGF8yS/q1DeCAVRHm6OIvukxe5CSfA7MkAuOoQ6JcQBkc1duPcns9uCFGmZ5R
e7uLiLzHFJzFGmpat9TfxR+estSZVHlG0OFZJbVm/AHi0XSLS3rHWOWq1VlIoYy0HxeqkPnYbt6s
3jkzfkZWnoWLu+4JFkIoE50AEkrUIwhBJPGgYkgnxGuwP/Pk5vKRrWRDlvUyGs265Uu+kgvIAebw
rXgn4QXoXpawbtQWS6Gs9FSletrM6gmn1l19PCdubjFia+Z2UTZaUjDaW2WQMYI5Q3CLfber381o
w+JBWL1q32v5+o5FStwPOtTMvjQM2j1suVvV6ZCjurxj60ZP0SRZRYJMRo4W12whJZT5MGuLuEfa
FNgi3oMRm9IevSIIq3Uncc3n+T0mojtLRpZAeag27wwVXw8yF19A6bgcJH4zSUF/fhoyAihBf9ft
DXQuzGN1EeH32VE/AYcSzMvZhvmaWDWmC+GU7o+GJHNDDOFDiyHtbUa8g00622YY7bW2VvQ/a6oi
g/jUMGRqkWEUtFKgVD3umIxOhS7EmQJMwxwycLEdQ1felUSZrOaxjUh9BovgvihhtvgIYJHqY3yH
v7oFq2ts1bosPopaPEo92qQmHeImcDYlsSmf7wH4Xz9eVrH1C6MLEgZcBFkSvrhoFioGrpksTEAg
ch53EypJz+Y9s9Awb98vZ6DDDfC8imkDmurcAynCEHjDvJLsSX3ZyzfJlbodboeUZODqfblhNdKu
5RMUjMRLOE7kgWSNOtAc8+sK5yX9OfyMH2be2TmzHJoH5/HPCVUcn2hH4WZC381dsCkiwtjS2cfT
6wWoKOoQuqgqkkRFvGPO50PEpz1M6Yj5iuoc28CsPPAgbx02d6xJZWE2ApfEUWY1zIUi1OOyB9wM
uCHKkzMAwt9D95XJbRQWHNpXre+XNBG8Coqm4brQ4wJ+VvVlpkNfKmtwonOTmr5mqpCWuLZ5eH6e
EAzmzzwmot8Z27qmRuJCMhXdNN7k5WFX9/8Hi4+OqsOc2QAF7rvoiKREho/hEtdu4FIgFXL6o+Tl
XIulBh45SoeEKAnhnYZl5NesHFTVkDRt1hqVUpcunqakAoA4utl0IoEOsMzMWr5JC3AY86+D7qic
YWLUzjSA9ZSfvOQ55dxRe40CkXTFLhfQ3ph1HVFzVwgwzM8zPnBl1k9Bi/X3B1IKVot5KBXzbcJV
0px45xP/+OEBMuPZN3k3Kdmwn2vByFIi5cXVKOsk3cfOS0C+K3dJDatcS3MXIuc9qer2NB0NFIQC
s0OMDzwKJqrtWvwqwibyhqoaiqpRHxCEnKSNET5AAV7l4dbAUMFgnjhmHnfdUn0L0uc878L86n01
Ts2sYw9AdsdQ1FNMZNtwsjsB2OU7GZpgnV7FfWG2GYl2xnVzZOW41qpwON5/1kq/GqRO7GK+xCfs
Zzzzbtt/lMfiMdtPm3T7iilS0Nu7dmS70cY7sRJJa2GUKKsqpisFTfwFiDslnpgkxYgndTlnzdDr
x+xnWRkOh/ouZFBnKesJevByyDg211lszrmUHQKXzT3ykgQtNJzFSnms35hvkXS5yhPKoh/7qUch
WtmneIXNzbL2NQDbgyNnCdvyjVn4W3U6C5GUdfS8uBi9CE7WmmnN6hswdgNzDKPG0Bo2GMyqNEUC
SaqiyoasU3vKT0kHlhIZLn3rhLyZWYA/Uq/6Q/MS7UZGcmf1NYdc+f8XRrscr02Bn1JD2IOGXAtq
wwLom0QAEyWsSHA1a74URe2iGiYxsGrF/uxtmncASAUnUdvWuYM/SjtAOW64VzYT0o59y6i0rJU4
Qc/7vUrK2xhtMqp9CtGNo5GrSLSbhqBPIrlp0JOBrnBWkLQa+S0Fzme8MD1pVqYx+ErmHFMkIMUI
AweYNcKhdfFvPLeizoR+kq6JKhXKxniTjamhzAEgoEzQTjW/IQbzj2i5gc3uK1h9aCJQkEW8wfCn
QmmnFKscBwQaWJVBQiOw3nLdRPgqnq7UFBzIpGtzo7GKVAMIaeeVYUmapBIqECHqrWp7rdh8Spwm
/Lm8DV8MyL9CJ4zc6jMNsyF+tfwtNpyfYi4X+ng4J3iyyabQPo3iLpHI0PbECHJHB6ZM8sIDgFXA
ZI1+G01/2piU0k2CElHypLwaCXralfItEW7EjIjjI1J3dl0dc+kzFUszQVum+BYXJObRGE7izFSr
zVhvAdWgqYyK/KrhBkAOomxgQhn0WnIl4rVeioYzKAcj9aO7y3LAkv4vadfWXCfObH8RVQKEJF6B
fTVO4jjOJH6hkowDiPv98uvPwlPfZG+Fs6l4HmZePLObllqtVvfq1d+SR/Pp9qqtb+YvSWphruJ6
WBsGJMmTDfpvdGKE36fxnGAWFnbvOY4OElmt4bQhdqXAaqE69z8FX9sRLzZridZCkJONaHXUgbFD
nc50z+1mpn8t0lnGJgOqYWM+K1diKzmaM9FQQ/4UY5Dp/K75sJULe31tqFZ3KUE5DMLUigTtM+Mn
XgCvqgUOm3bTrs7RDhKfZ3+0nf6Uvy+pa30xolMaHYISfS0YzhI73XgEPVvjGqZHTIwWHe4J8mkS
1jq7U3kS4UE7Ywhkz96lwuvKo735lFqLjeETTWJSHYgqS3WK5kCSrMRFWnvZz/tec9mpxLyVnVu+
9PfbYd+aVV+KU1zinNOh1uiw+ODl5Xb/KQclGN/9tdRFxO7nI5Kmm0mONQu4lKnkeKbAGhsg1QfM
TUce8T3YwArMd2GnDOQdfuIVHmK/o7VFybMaeF6KVZ7Iedll8TxDbAEua/BBvAeFAlyRQwdE99Rb
IiNyHABorO6Ku9qT98UOVc6N9NJie6ptLkkXYMAYx/hwxTYLqwsy0ZAFXvA99fhudr+lh61+i9Uc
1oUUNVeXSzziwsoccJQr5/t7zUEJxcWovtZpHxNf3vFqq8ViNQC8FKnEEUVrpKCIgmLTjr7Mn7z9
s9f71As/9Ad6TH5Euw1vtRaPXcpTzsmo5QRITsi7LzFfKS7dl/ldgkHfKMgs77O/t9Kfa29xC0xO
uo6DSTCY+zp2aLWkzKYeIRntg9SLOF6oY9ymrjaDvvG2bus28kuU8jwepoAYeieQ8j6YXxrLqbjH
0aSlgczX2M90Q9rqdWOB4pBykEcLQGiuNQtbFgcRhWYeQtvmY3EOPFwvH9md3MQHri/iL1GK7+/6
SdMHibBowrTN8TRVTuABXYASWr7zmkftBNDAlqGsPWwv1VNOHKnmMQbAeXnYErd7F+5+dN4M6ES+
Wb6niw38frj/VU99BNXV0JiaCVFpBrtoXZ1GXspcHTis+Zx0Xpmnu/TvMbsvitjtOq/dDfMXKWZn
AAdZfjbpvT14Q4AM4TluTlYYwpTdutsHnWs/d/antLgL2K5Pf7TRl6a8t6O/ZxCY5Mcp2UfgGAt3
BV5edWD5A31PmndyPAbpxjjT1bclkJZc57ZFTbAEXVsLEsdCpGBh/vTl7pkwtwCic+c+2N7PEu1z
3iZI6TXqUNf0Up6yfQExi6Y3gxHc3BNQkDa4Rz6jtOedPp4+cvfD7q+vfHJcy02P5/YAfhKMTg7f
oxfh79tn8jXo+u07gP0AzM4wLU6V7ygSjLvNxTB9+vIFOYsZBKrg9ZuPgCqMaBtxfGf3TQJN0B8e
S7c8/MRkcdQi7x5uf4XiGcDwjqkFS7qeUIT6tqUsfhakI5FhlPq0eGfMrp052jepYdvd6RPlzm1h
ymH9TZii8UTquRR6mPqlJB/NynZEW90bQ7PhfzZ0Yko+KKtFIWgBnQKQTs7OTJxpcILUDYF1Ldwh
/G9aMeWeqnotyNAql/oMLcxpc1/qD4xvGIviB15XDqRuQjCMp6NEDXE7xskQzVnqE4mJ8s2z3YVO
Mb3c3p4tIcr2tA045VPwP/uZiUzo8FHPwIxHE3faSpetbRBDt4KN+4FbOPTXJ76COmWfFqk/ZOCu
T06jcKz+ZdCtM9esfZkBcZplG0axphxeCBZZ8nT41/L3i7eIXjM+zn2Z+lwSJw1OpQj3cS+9hm34
szUjvxSkXH4mG4zByJrUF03qJuRcxH8TZm5osyqEwVsCnY6oTyixim3NoCFahBhRhMV6aY2DHW6M
GFiRoQOXZlgLOs0klmLXQN13kjQk8zmV+7w6TzaGDwEZ8sdGpxs6BRCOLKUttTxbD3E6WTbN/HzQ
Hhi4CkUjXG59lePhtiB6fZUuRwiCuMUWHCyltmJ0QS+6HGywmd9246JOxcsNCcvOXjj0fyQYOoFD
pcKw1RqdCNpaDqWe+XrzkAyli+y7m8b3lR3uG+v5tjZrm4N39T+ylqW7NudxYkkvCTYnT+3dIHct
xdD34c9NeUlNULpkWhCmLh9xcWbCNNL7oDQzv2G89XOzSPda3ROfNv0fkjv9s3a4hVAnYBhlrZaP
ZU5yzejT3I/JoW0zr7NPcV1v2NraouEdbCw3nQmWLmXRYmEJs81l7ofxA+YwODrSg1w33T/fGguN
6Vg5BkZxdegQDTMW4WLLfU9rjt/15PSGn8c7BbBRnVCmZnJ7e6i7sihyv452unXP8wMt3nDy4Zb/
FaGc/JZLOiUSGgzzjs5f8vQsup9v0AJPH8ZMC5VzFSqTSI2QElU6Py5nFwSRTkYZpidsGPCK09eR
XAflkQlSdyaU6EbmOgKcHlIanXlDjNKX8WBZXzE/5y17DkJ3jDBAtRMV+uuTwtK65E2o5/5U7Gy6
bEqff7u9YmvexfolQn0K8L6paJoYuW+HHy361JhIosfMIQT4ZK3c3Ra2tnDLqqGiBTMDRuRanxTk
QTqv7dwf4/wkQcSB86gXuRfN/f62pDW3fClJ8TGdrpVz2LHc152vWxDgLS2Wv1/4r5iBYCcqee5b
8U6j9020a7L7sd5Yq5WNAUYCJszZUuk2FSlSBxdDVGqpP6fP09id9Pw4k/iYpQuIcqMMsKLRlazl
Wy40IhMTWqRB1nCmU+y1IMfxU33Lmtek4G6xAObRUbO2FI1qo9EKrc8zn7Q5uH20EON3qh8z8tge
J9kWrdqr5Sr35nKV/StOUWqeZJSATBjinpuocZrmY5PVexpinlF9oNUna/zbqh0TTzG5F6FPDwzt
tYNvm6ELN+KR6ahtrcDKTXH1SYrjyMJCZtLGCkT9XZf78/A+Ysc/NnyIAH8JoP+4x20lhANewcQw
rzLzjQmTlcKPev10W8C6Dr8EKAFPkfbWEC0COEcjg3nK6w+Dvf9vMhQ/UfHanBqtzvxOPPbh0yDA
Q5JtOHEVnLPEBlcrtSh6YfR6R3sJ2kqslMU619Dj9lE0tvCYNYbuWFTte7MMiz0Q7NFuTpPCMTSi
72PaJqd2tFPQOBsWav998vG28iuu6+q7lGMSgtCDJ8sCC/GYT39r/ff/9vvKuYhJO9EgxOKydN7Z
VnPXRclGCWrVRoAqwygSZiL8UfZv1pqEdQQR0Qja80dNPz+8QQXUZBB1461CLGXr+jHhoZbg93Uw
nhvReWy2TurqJlxIUDahN+OcB1Oc+0VXuxnq6Hzr4bC6RojmyT/PIDUKNnE9hUybM1+T3+LxTPLn
Jt/wBctH/uYBL0QoSkzmyPKphogOSLoMxQpjTx4n0WzEv2trhTKQiUIBYTbwitcHiZKml1WHB0rc
fSPtc2OOGwLWlupCwCtPxcVJnYJu0EmMx5xNy4M2dPcZI/cyTH7etqotMUp82rAklAODGNqD4x44
xEjbJELYWCtqXK/VNFBTG2cDqoSdo4tPhvj7thJre27qJqN4JWDYphoB531nkX5Zq3wwjpjD+MK0
dyUPZ6edt1oJVnUx8IJHXoLhpCvvHj2nPIowvcZvys9jz5zC2qI7WO5D1YAx1uBfCcqOaKVljzyC
MsFc/cx5gpaI4VRUzSdOv4zJ/cyjLYlbOin7g2HFc8eNRac0cUBen3Zb187yzb/rZNpAGmAyhrCV
Q9llUkfBi2d+H6a9V+vRi23U3pwARGcyN0Gamgi0wVhfCjKdSCD2t+1jLaw0DW4KQB1MzDlfFuDi
LOVTOU8jFRnCyhLpyyg6Vz098/zzPNBDTcYtoPz6gv6Sp7jqcC7xfmK4ZXvrSaI03G9cBav2fqGP
spyN0c0F0/D7e+Mn/fJ149dXXQIWHNkK0EUArny9WlbXUhMZq8wftb0lYmcid2mxZXOrW7JkJ1BK
J0iWKzZnhnhwFTzM/WyS36sUqeVw3LHmmBrU28r4vrJM/GZ+GMALUg9I/A3poiddOLQxMiJD2gNQ
gPY/p5/C+TiLqXd1QLNdkljsUbTANYFbX+5lUz2UUn7thda6dTlTtw/D0NNtaR+ToEWnbVViRI3d
jVtvuNXFB/ACWS+2BPLK4mesrLuqTfDO6i2neZGkw8r8edoDZG1AN1IUS3BVKhH5mBaU11mOSCIM
XH223QKyRvn59qFbNdILKcoNabedmRkUUsrQa4dDTN/N9ZP4cVvI+nL9owpIpNU0lASAeUrxmvZ5
e27tfTw8tnJDxC09FhGKPyZMDkm4rFaS78bynNP7snQ3UxJbiqjnAXlQLYwgpeq+T+VTX7/r6sN/
WyvlEWNJgIiHYVHEeEAtx9bP87x7gwgM/jPBBG1wMD5cuw6aF4UUUZ37gQA4d7JAq6phDhDyX95t
QaubYuOxJ7AjFDH3taAwMCvMPcBzcqD1Xh9jJ490hzGwh44bYf1ipqrvWJ7u6NxgSHupsQWRrUH0
Fr6Dg65XA5H94Ingb236MQh5jLJvEw82dFu7PS4lKsczFYDqlk2W+4JoTmJ/DqrCub16WzopR1P0
5VBnGiRow3is+w9VSZyWnSsBhtTap+0ukV9vS1xz96/exuKY64LM9PV+YTYVyRMb53QkeL84U+EC
opU/0+DTbTlrdoEkOzLsIKPUfzNAcyhmXlYwwFkcS/k+vevmfZJsCFnbIGSlDZtgzhd6d5Tlm7JM
Zt1M4dn4iymB35RvOEZIgKFHCZc8wxzN69VqOp1JXuJyHKM8+8rTqnYZzyJf9qAxvr1gKuz2NSPA
LGIu3VAUPDWKMtxsA8zHgVewZjtyiocGJJ6hjHfE8EuCriRQ2NbWSwYw6G3Baw5vYWpgNnLvaPRa
/n4Rk1Wy4GUTDThX1bQrZeTa8Qsaof9YiImCPCpvBkGwrkbrPJLDaERj4nMrZY91GYLidjTHc9n2
wVaMuxK3I8AFzHfJW1OUeK4VKuO6G0IxJX4RB/sqit+b0bjvjdabq8PIz0ExItQgAN+bT8YIcmW7
f2B9B05bYQPwm+jAydsxStGY3nJ7EVbOxNWHLeZ8sdJs6FuS2H3iY0T918jGBFO0C7JYHiXf8JUq
aHwxpitRyqa2U84jq+sSP+mmfU6cKjrH81MnbMc03+vmMSh9NqJ3P96NicT1E3tvURWYZoZOGQOn
51rVwupJGiBTgru6cabwpwHocWGdjPTLbTkrxgs9f8lRDijqhZPdMCvxwZ4TvG+HLDtZ8fSp6fN2
43yuSkK7rW4QnFCujrkV1qxZQzknvhnmnmU9RxEmCI5sf1sftdHgn427EKN4gb5iQVoaRuIztCFy
O3aRbXDmPNjPev896Sl8QLVL2vq+D9HbWwx7brcHaoylk5F5J8LOJcNWJ+Gq6ji6cOP2UnpSvqlm
bK74gAMVg8bKOKGlxJEbpd+VawkujzFg8tEZibjl2l7mVCsmVLpxZomIj3Vee6k1PrG6eshI93kU
4xZ6cFUgBtUhOFoqdbZyFsdgqCK83BI/1P6KCssjs1N87ZLBS8aft7d01R1dSFKOomkhNmYVJE3T
J0P/pEkAx9FLwQSS/dMezQi3xa1llk0k9vAPkiIcXvd6KWViy6iSWuIPkswuqTK5s8oBEDuThG47
grpxrBJ0dKHz1km6FCDvPqyOtMx1TBJNvgdlO3pRjZbD29+1akTofEVp1KQWplddf5YYjLG3CD6r
yc+oMzvVXDtG9/jfhKhrPXVdpIPq0Ac5ChoR/UHfuCxXXDhFoMtRGENMYFlKuJsD1FdKnQMdPNW2
R6eHbsmkheUD2PKm3W1llhVRAl7IovDkAHggwFZ8aB5A/FjCt1m5+VzX7THqmg+3Rag4xcXdQAZH
MIgoCpem8k6QRd8TnmPB2rk65QKcnj0e3cyxG7TDGcD6VJ8LdEpnhVOx9KsxSDccR4+jADGg8TSf
ULZqt75pxVKuvsm4tpTKsFCoEyLx7cT8MsfzMQVogmaxCxz6MD5mGLuc673Xt+/quoExk2/SKJ4p
fGVC441gYsVNXH2L4pfaQGLecwgcHOCE9MT6lDskmcoz70q0YM0aZgNk83C4vSurG4/uGWRj4HB/
o2vJ46gc2gGbUlmyccuowetDJ/PptpTVZb6QoiwzCTF+pgtthGTRwZbvGZhOg8+3RazFtBTQlH81
UZZviBtw4pZYvgyTuRBTGYi9SP1ThD8DMJPVE4bGcvOoVVuUXKvH1BBLawhIb0AwcG1CSWfUeQcU
lk/JgWXnqP/WPpFmwxeseVpo90uKcnjKIqrmmc6pr8UWOreMsd2lKWas1GWrp17c6/MdZ3b9lxxk
fSq7UXuH7BZabbQqdHUN1ENCNpiJKoNgI/xbN6BfH6ZsbdoUUT4UMvWbXf9B27jP1u3m148re8q6
ZgrgBAHbJLnTWJU3jS8xf7htOVsbqNwWA03MphYwnC5Ew2rInW762USg1hdbDS9bkhZ1L4Jykrf2
wmUJpMO4D437+djPx9r88+fPlaUsH3EhpG2SoZMh7HHsztVCHxmcBKg7bq/Zqq/CA87ETD+UJtXe
26SrkOteMLutxHSfbg93KZvvNhhYim+3Ja3a1y9JKlzLyNoZm4+7XOfDee4+ypi9xTldSFCOFguR
t58MOCcvJ+/0/kPBnm6rsMSsv12uFwKUIxJmvZStxGLpgwXves6qyMn4B0k+LYFJiGbQaesFsb4/
FmHcMoAKVTPtrNADGU3At8591hzmJggfmiw4hADrZ3BWiOI7uaHl6lm18ApGCeS1Z/Ha7gq4QRgE
XhMV/ZrYdw2TjqVtIRDVlrF/gogLKcpazkxMYzYy3CRD5NPRLaQ3gMBlpGg3NUAPNNPGweTfxw4B
6CBqjMVIGnSh4s3SI49rZ6C2sMDebGE6Uj16JiBZreXlXYBcS/fI9Xwr67YSkaPUsZTvMSmFWWpy
tB/7BQ2E743LyGHN5A3RD9M8p+RLe8/41lN4dQ/Y0m5sIhcBCrbrPYhbCVW6JR4X9T3BtXRoO8Ot
6GBv4Ki2BC1/v3AyPR9JmxWImwAdcC3+wFu8NMLJuX1wVs/+hTqKK8NsdK1PGdRJyBFQ+m4j9lGb
+v8xJmwKHtoCpVdD0UJrgDyTNbSo8rMOxhM9PyV557YZSjCf8ph5Ybt75JvdZOtq2RSwEYBoUW+7
XrwizcoGcWfiG8YD5eE97+2NS3nV6pBk+58EJVWRcj6iFwF3QGcXzmhyx4jJcxzeaWWFkaGRP9Kt
QHpxkr/5uAuJyrt9yoO4nJbWlDTSjiWL0BnX73iXI7IH4W9kH9lwkjrx5ij9q6m2MsC3V9T6rSKE
eSok4dC3ZvnJaLNjUW3cqqtX97/6WWpBqJYNQr8R+lWD6XRz+EHE9H1LmUPlVm/CljKKi+uibrST
ZSlj1Gvut56tW7+uhFSd1oI4Y8RSVefxcLx9XtcPFNopGKZ5oKlCXaU+1ophTvDpRdW5tewPfcG8
aJpP+ax/iQtzcFFIfazt7jGqIz/qtlD9q8rZgOagHctmXM1ri0Hjmr40xjQYfOAYaFf5mFf1+P22
mmuAS+SvgY4AIx5ydK+dtxfezzaizExlnvrIfLozquVjpnuzhVdjaLhFeQcIXTuBWPKMxsO4nXdJ
T/ZBGh3bBKNEebif9OpUS30/VrE/ROwNEdPl1yles2zzTMYjvo40qRM2wimTz7cXYC2gwWue2NTW
BQI9xYGZHTeTskIvUJaewrrZybja98OEZm1EB3jP98ecSu+2zLWI5lKm4tISJvJC48uah99kT90w
6dys/BRgOZPm521Zq3asLx3hBHVNXBPKIelpWkuuI3zi5ucMAMKssk9FOH5NwPU05+yegtWmDndj
ZD3HCSYHbohfX99f4hczv7AvUcgoE+GU+ugjA5VHckDpHu1q1aGvyH3bfgy1yBsZgLv1XYUKUT5E
mFWC5IHXRV7U1XuAOPc2Yq85mF2abw3CWLv79aUxQ4gFWKoWcfSoHaLMwuLo076I32WfkmYjulh9
y+smhEA7AaSI+qZOmFkXNl67BWY+pgE4tpqPulW4WUg+NkJ36yDYiQYN2P3W0i87q95jl5KVx4Ce
gtO9Nwic7zA7cYMxOsO7vH0Zy5dqfDFNULjkQJhVdxrCSj2gu2bLufw/ui+ziDj6IFDrvt58YoSi
6HmNu5uULq8eCgGaFY24/TS7swHMup2dw/aujvsN7716wpABoiDvBc5NzYu3mTX0fThg0QPDzyz0
xTSm2xW1w0VzqOKtJsZVM7oQpxg5ABxpHUcjIobwYzJUBy16sDf7SrZ0UiK8Oa6ZXtAOaROzdqrK
xkCAb3p2zuzypCfZ7va5XRWGHiy0FCLvTJniNUQxVOiSg+0Yte3Gw662MHyDPJdI5M3xxh20JUtZ
vaKvRF4v+aA438kG77nm+6Q5HV4/jFZbw9TXgh/9QjFlFctkxJ2yCIsyzIbhZ6Ebe8B93RRn4fYS
rnveC1HK5WXGPQmJZiCxwL5ndXGXGHeBpe1CWbgT/47QtZfAyld+WfYbEd6qPVIB1mqgPI3fGlxn
jdXMzuF0dRG57fCzjit3KDeErHp2vM4MlKVB8KBiIkEDV+hth5XUI3EQ4bmRmZf0cObBvu0/IZXo
tPoWd+Lq7l3IXEzp4jbhQJexZIBMuz5lxnNO0WVtZgdh8Y+3N29VEJYOmAKOWvirZ7sQhKY3kfdt
hSs6HadDMYEPsgUK02tIaDttV2y8OVY3TCAn+k/5WSjHLWrDumoH3ENpmDm68dTHtcO2koOvsdxv
FwLAq4hpKWLa3zrTiOyLtoRXHMB81YqmOwUc5Vir1N2sE07D0qdaksKZf8gmPZSAU/T6PsqS4wxO
8UlslbZW19jG1Wig9RtrrGxm3ZK062xYad29qxqMXxVF51A670yJIOD2fq4tsKGjvwbMiKCHUlu+
QysousCgiIKAOIWovn/qN0/84qjU9b0UoihEDdI28Wih+z8qvTo/Z8B03VZjzVVeSlAiR9CbDEYb
MexgkbpG97feH1hkOi3qvAaa/24LW9sfA/NIQEqBuiOgtNeHbbLx0g4RvgF8UrhVLs/lOJ2a6J3Z
4TTcFrW6PctQ3IXPzsRr5FpUCQgJggCR+gmTbg36lAboqq0WwC0hyiHLeDtlEcPiWfZT3jdOHO/S
LP2PmiiXGQ30gccmB69Ffxaa7rL8Xqu3Ts6qoV0sl7IzeYJmoLLGcpHBFcdqi651saLf7BhAdzAM
UsRtlqLD3Elp2TM6C3tWfUJ61a3nBDOc6Hk0yKEpyh9hZG8s26phA6tNLDy1CRB21wYAzlQtMfEW
9eO48i0GaI15iktUDoF0RpLztrWtLh8DfBg0M+h0shRDKE0aVE2boDmftLiLwbx3ENIs3dtSVs2N
ASmBZlD0O6k23WdmHmljhr7BBOS60qioS1mn4z4e8sNtUasnlQn0p+OyQre2krEaNWlbNUGLoj3Q
fUk/11G4H8F1yOW724LWdfpXkFrHb4FY5UGBNreys526H3f28JR0bGN/NtRR2SaqtsGbaa4y3+KB
M2Tiey0+RCmmFrFwd1ufNUsATRogdsgvglFTeaAkU5E2lIWZD1Z+IK4Y7ZIf6EzYMrg168YAEVBB
gK8FrTGKmLQ3adcx3D7D1N9NGq7YMixfok7/SGtUxrPg8bZaawsIj23aS6s7UMaKgYshC8OKoIu2
qms3Fy/SQPZEa/b58HBb0Got91KS4ipA+RnOA2kyX4JoxzWmCIhpu7EeGirYPiQiccupbk80THr0
YdgvHQtCtzOJBu4d25daxdwmM8M3nIfLr1K8iRbLuB9HnIfS/MzF3zoB1ec5yraY8NZOg7AQTCDC
RmsGVZQ3hjyLAE6EH0nKHWvPy20ytFucQmveGBQVwOkC57VguK9dI0uFMEcDDYFG0YQgX/XCrnjm
bXVuDG0nO+SkY33jWKzZD84EugUsASiUStZZW2Gbo46YoZFyNp2o/4CBx+BXTQm4Vbfc5JYs41o9
AMpagXnGS5TBv+TxrkulFyIhEASzd9tY104h0nzoygdgxwBD9rUkRE4FuEGtzDeN0ZeW7mOC5k5v
2gNmAO/LNNnAwKy9j4AlE8DuYuIIUIDX4qhe0zJrAYIGV2/msI69a8YvZmffRdadCQgQ/q+zPbIN
D60S7r0WgoBjMxj6nzhoR5SzjwkjbNQitNlaEbJKUfsQxM37HEmCTJgH00LGds7drJD3pBru2Bw4
8dC8wf3YYHQFYzBagGzV3RmTjCeDow/XnqrzUPG/Mmm6ZdIfebVVHVq1HmSuAVrG1gLydb3IsMmk
0C10N+TzBO7V4R0HOLCfrHuxGXuviEI1BnxBmOzB8KxX9jNvc2bbGBHoi/yzqDEJqxu9KufACzzd
ttNVQXgJIhACxRe62K51MvTSyiuOHaz0e0tYH/LsZz6dNcb//NFpEXQagEhE15HnUG4lqxEJ0mLo
oqAaOYWANWakObylZfpKinLqKjpGjejROVEibSX5Q2yFjizeELJeSVG8iDm3URktXQB9r73vgclk
2qOhYbAPUspt7AV8a8zE2jmDxIXWx369A5RdAsn+YMXl0sHDGcbpsNS1kwdmfZ4YbvRyV9SFU4S9
U5G/QtDMoUHndNtKVi4fsHEjbFlYZnDeFcsv7Fzrh4LgnNPRKbOfeGi8hfznSoby3GwYKiNGBxkZ
LR2Uxk1BHSv79gZFUOPHtByOO0fFd8RpilpkCTIbafzkOVIR9YO0t8AWa2fKICAwESiNo0SurFY3
V6SvirTw55gWh25ipRNk5ktJqvdg1Ko3bppVaeBxBcsBKogQd32CO0lHy04EekPC+VQbmJBTVY+Y
ieTl+da0wZVLDaN5FlcLdAw6RBXDJxZIG2MaFn5kP9WBM2cnye74cDS3uKPX7M3APYZsDVJIttqK
UhGjLFmg5T6ril0etGfkh++T3vz459ZwKUZxF6NkNgqySeE3M15KB5459rDRT7KcTOV5izbqX5oo
S2aIZswtUxb+0KeO3v/sMCzjLUqAvUwAKYMX4GIfF9nDrolIwTsowarPEMDsJ9L/vC1iJbpYesH/
FaEYNB9bMcfohPV1NCA78dTXjt3OgCfskhgc2yP1tKq80zL2+bbctYgfOV/0COkorVhIDV3rVuYI
DltugWSjqM2DXWbloYzNzokDjDPLiIDrRaB1GEfD+jyYHC3IJXeTXJo7ITk9ofQpXVJOIK28/WFr
Zw6t2Byob3Q6AmyufFc9RIONrK1vVNPBsjkeI/N+Mu+LeSsvtob+BsE2OPCWsA5X9HJULrZ31PsG
DwIcBV1ap0lU+zk5mZXY8cF2ResSlFKH2D6C6ccNP9ittQ/44E1F/GEQo2vUj4xugaXWTBrEBBgc
APWRSVVOTT2BPSKMi8LPK6tyRE1DN6JB795e4jUXcClFOTj1MBhFb8LmxrGp4T9ryzUiMEGKYCr3
t0WtXq+4X9FEaIIWF5ma6zU2i8KI9TkvkAz6ySvdHQAzK+OlSDkQMBjdlfpxNO6mHEBvm59YNb7B
hQObJxbKMzSavLbkX+xxGWaSZXldoHR5xliJ7LkpS2fjDK+tJ951HE8R00ZIqezaNGBkSNtV2LVG
8+L0MNeBF40bz5AtIcqmWWMG6ggORQrA2xB/CfBiG1vkeqtCkGzAVQTaTrxBrnfLJkFjpnyEkOgB
OQG3qu/zfnjDlgAPAxAoqk1YL8Xz2EM2Fwh5SjTkN4XD0/uyly+GhY7E9C3hAhBSy7RVYANQMLjW
p5GgoWvbqvRl3Rxkrn2fjB96Ft/h8N6285XrGzcENXGsUEXj6nzbSZIYvEttAZacNnDsUttrbXgW
HE8LOXhW9tdtcSv7dCVu8SMXVs3bIEMerCl80U1OUHzTE9SZiurP/QQ6cl8LTQKB3evMuwspwZhV
JAoI7BqY4LxtDuExtpKNW3ytV5MJ9DAu+0PRMbnoeimFRLDosSz9RhOHwaYfovCp7OJ7EM7v56b0
iuIboLRuLmunCbIDwCNukrYbp2vF8aKcBhbZVxZRADyuPwKNFHkad03pi6I8FXV9zreod1csBA1+
yIkD2rl4I+VooWrRpZ1MS79eyPqDdxE9hJghZmaRE4xbV9uKOkhWI6xAnczkQm0A4SzMBU+nEqkR
3Zw9WH/1bEURnmy37XBNKVTVMb4I/VkAnSlOaaBdMM+TAX9ht+k+q4z8xIZc7vuc6k5Qos9PzBHd
MMsV5RCLo8IE7UCcrQ5ZyFD3G3qQtPlWWu6SucNIUmm8ofUdS0exVUt7JEh7rg2i1YWl2aNdogPD
Foe21JJzHNnamRZjs3ECVhZx2SVmLM00HOMjrkXlNemQ1EW9JMZ/sB+t3jzTqosdNjNzn+ex7fCi
NTeSBmuLCIHIonEUh8Cnei10bO1Oy4K88tOg/qZFC0TdDg63rWPFS6FLEA3vyNSh81GlQ4wDi9Rj
RCs/au4FqDdquwRzxRYT1poU5MjEK8AS+Czl6CZWIPOCy9o3wZ7L5yeUhGtt9+eaXMpQDq8MR6Mx
ZVL7aWG6hwr9f3qyAcNY2xAgB/CqRbRkMzUD1vaT0YghrnEryqOY65dMvqWJG9RT6AkDTA57oj4y
zVa36s4sa3Qys0PIMXKvCnddFxxvr9ZiO9cPMyhBliw3xdMChMbXtpUXdTODyROPdBb6NX1meu3U
WYsBwluEm1uS1FMqyxS3e1Sg9eKRy69ZgB479j7Rvt5W6Pe9gULwA9gaPNZ+25tGctZOZo/b/bs+
Oe3Wk3zr55U0Qwlep7BDRORjOptncS9PmPffFFBCLlqxOIw6KDDsGrc73f7x3w8gnirgu0d4hUsH
bLnX2w3AwtSWDJ9fBwduYxx2+1lEGz5yVQZytcgamDAsFcVNqhyJ4ZBjB+oHEX8GdTExnm6rsbYL
8CH/ilDuMsuom7AaGaxWTE7efwYB3W0BvxsrWKjgcJdjgQtTPRY0J9GUYmCtn/wfaVe227aybL+I
AOfhtZukZnmQ7Nh+IZLtmPM88+vvos+5O1KLV429L5KHAAFUrOqq6uoaVtVDRQJdbPeVVKAqXxQR
HYR+4tyT3yHFtR1eE2Ssoxh6jCUBimZfddQcV0Vh1y9d6VS+K2zD7CB1HEXgMcjosZ9l6iCiXrnX
c0+hplp6myEV3jMRjalKlVYcjzkr7S17QIHADLeBEH8+0IvAMfWEIGuVCewJSm9nDUatVMQBUl85
cvdZKo09SLlAvLHn+LfbC3uW67yYC+GVhvHxa8KdN4UGls0gZ9Ot0sJNM9/GTgCvDmgYP93XmSUe
5/rBjKmOASoW7RyjY1GbyQiwLKPap0C/M7B5CbsbzNSVvYjkpkF0XlB3awiYLgSkEG4JXNq6wcg1
j3MFQY5Y7xXldzNDbHNaqRfEd/X7jPgyOTL6WMHv90OIxMPRI5H/kIckNjnCW9BHXHQQGyIQ9Iqx
UBAzRKelTHKNoP6zT47QBQ0zeSk3kbTI0EwG4NqIc9jdJ2laYyf94NX7QNfWhQFclHMr5HQqu22i
ceqCs3AYpccVDkIIFPBWYjsdsK83nWQxbHC3hiQHrI0a4DXxfl/rFolgD8mc95yxXpiQqsqFyTdV
EPEhrzx67Vo3qV/v01jQbNO8oMGEVIIETKnWTxoAyojUTKIt9o3SAWsixlB0guK30sdkaOSQ82JZ
VG7TQMiLWAuWxShf1amePo5pA/SR5yx76nteznhR6fCaxZJ7VCmAW3ntHBIzxzBdXjd7sXxMBg85
msGGRxpk2bkvwAVOUB/Ggi1AtCKHe8NJVorK2A/tPgSEg6P0Zbepm9DiXSLz7c0oHPpq8GZF5Rsd
UOyt1QhN4Fmt2u7HbKKJlbzmgXnoJMnt44boaf88tumzOmVbLVzp8VYyX/Xu4z6nt6qCtiu098xo
tHj3sY4e9yMqm7rSATvFy5wAnQVuJMjICsu9Ryo5TpzAR2keq0022jCmm/vUbw8U1JE41LDUArkk
1rqbAmFhU5rdHgN3tLMmkmDjnonZXp3zJLt1I9eEGL8rdWbm+Z7R7eNonSVuX7g9Rnv8g6DzznS2
3+szRaUdFxeqjcAqRpB+raN16FVmrXfYS91HZQwQ76TcikpmOhmAc2k4AcHSslKPovu8IsXgS64g
1vnqvlxvnQw+AtM0ePDiNYK64fVHhFKqRw00eJ9Onj34QJDAQl6hUjkGv3B8yMuiuweGgqIhm4Ae
PC8btR5wjGbvRI+1P49K7oMi45C51dH57Q4AUGyNwONHmz/jIhipUTtJjLgCqqBWirtCaadDIGDW
SemSn40BVG59FOu1mownNKIrnIDkOxN3faCAacV0DiDm0BSOtXvX1Iupm8whN6S9BuCiUcUyrAkb
iA/JZx/Z8c6ankc5IiLWQ7auFm+bZ/zQavTO3VemnmJvI+oh5WGw3crdnMeYgbKIuURk/meBXQgk
lTMNE8WBvA+HunDGSqyMJyuLupJqgZZjMK9ARYfjEhcGlQCuByCfeWACR82Wh7tWTrommbDOyOiI
gtGz1Gox3mgSgJoStbTsPDGccYqcSv/n7hhFW+wMweghEmGY0rvm15eiJK8TSdorqYAteLGu7euw
Kc/3jWZBqmgGQicXng/ANmVzRWVSdeh/9yHVLJQ2YqdXAskxjkdaBQ/tHlAEHKd0a6W4wxAPools
xh5l82BlNA2mUYzyHtOVMiD7dGBp/UoqrUoP0ZCHJkeTF94sqH5Z33hhqPDflP/yCnWNKK+lvajb
aUlVA9vcSKHYgM/HgjfrmGIMZ/jHHv6aJhOKiJGnVb2ZS99gGEX/2Nq5hrXhPKjpBRcBlFhoJXrx
gFJiMg/MuMSjApk+aW+kalfRSWuklCZ5leHdksRlTtGvi70hZtFMth9MGEFLBUA33leg20sGsbf0
ndMHBsQNrjMWl5nCIHT4CEGSV8gxmfYAzDNXiipjo02h27dqyDHLJZpzDA5QNuRPUI27Ng0A5U8D
4PWk/TCa+1EPDiMqgCRXrAqrPsS9b0UcJpckjW4NFPwMtM8B4u6aYCIotdoAy3CfZf1fQYBhRaBN
yilaLAE7uc6imAp5Tcq44mjvgrHgFoD543ZFGwzbrytVgVyFA3weugQFxxz65mcupxZtorobOZf4
gicAgAcuccz/oEeWRUe30hSBJrYZAOPJf246jLHHpdPqwCJCbHJfZ24jTdxqqJ8i7YI5ghvQ3LgX
iqoDIBw2AajBz1KvOlcWKpEjvGUqSBSjqRN2z/bl+VqYTxI80B591SFJx6Jdx0XP6xRfOiK83vFD
UAsUBmexXlxLfd/kfWJEyt5M0mkvKu2XGvgNLdFJyfEqy5TmUWG03qI0wt7JsLQ4ihNl7yXar6HX
TqPWHIXO+33/cBbJ4NZH8IEQHZhp1wyhHI3yaZIqaLSRAeAz+NZqzpasi1KcOEm4+QpjogzwouN6
RRiOi31+KlzIbgpETah9XQYmfLJFYxRVyh9lJdK0e1QEYYW//5g1VOTgNSRMLWGZLsNaaRhy0KIR
f98O79mUEAvDbTIPNuZW7VCFhsahAxO5S8NkiIhqEmoACNcBoqxiRL0Y3yN9iDkOaZEIOq5QaJlX
GZiMQ8rDCvo8+CCi1q1ol2WOsl9vFmb4bwgBHBxGrqGaxI7EWG1c5JlW6jO4ZknlLEXc409Z8/lP
TwbHj3opVp3ArWPu71oTxKlSIyz51LEQtU5Fp7aMrlx3I0Ig0malFD3/c3LQOxG1OFRG8LC+Jtc2
XgVMt8DYJ0bVks7oTmpgrvV/DtWBvpv/BB/ztKjCkJnasgcIdWjsA6Hcz1QAwvaP0zcWej2RWcO2
HjQlsPA+VpLqeSL4xr5rwhc8WjxU+YzPMjF5k3i318NMCKi130lKOO1rkakRyr+eGRsoKn7UsXDO
seIoVd1Q4iUIlghpqGfjZlCxbYrdkFr1regVASCc9dyifg+EXh9j7SKQnXnHc5/SzarPHi2aYivi
eACb5cjNh2IWdt8CDdPk3a23AQsClb95wgLIa+EFTWnhQQpKineQ8uoILKZCqI+SX+KRysmGLnMF
p4BVe4DrZt/ifQkznkrIT47CgGa+HLhVET7maZ7tMrPmGO6CI0JzGfos0GWKNh+WsxbA7W0q9oga
AlTmiSD5rwY6nf+6b6+LVOZKGeJMRGDs1HUYy5qXyaUMZKKoKEmmyNVKQvD3+z6Z2TVf30eAif9u
24b4EFsyOl4WUuMXKQDiGyNJ7MjC2E4iiAotdWlw7pNa5AgjIIBewRwIeu2vNSIPZSnr6waRnRp2
FBjBHfA/DJNT0VimMi9/hnuAA5///+KCBezuZJpBB6iLKLWeMWEZuXoWmPZ9Xm60G8i9cNoYYDNE
JBDZDkuhBxCfD9CjfZv6pPLUZyyMs2sF17mhnpS85oiObfBBFQEBA5iB+OaML3tZaHVr5lbk9eed
CDQi0h4DF9G4i9ZGp3oaVl/3ufveY3qhFTfkGC8OLCkx00uQ62lO9IEc9ISkFa0chUqv4t6R348V
FR4rQvcGdV5C96snqRvbWx4KK7vu5+ZLmHgpx0ZfrR8BcX0wDfvD/B0/WS4yws9GsaMvX83PcU8D
wmsk51JllMhK2qZLC1C1/Wc3JfVaIyOVHbyCui+iRBSv+GwVHHj5HhYG8Ybb2VovlLdLtKoUTch9
fFEC0ggbfSvMRR06YPO8+JY/DiUN35vX5qscfYrqReha50n9ER0xc5EBmuvXfUVgHoE338N4B1xJ
QVzXkENKlIysRBebOGhBOe77e4rnnroxYX5tiXrdVSDT2fFEs40IcGTiH18j8rNzyKkl2gNgqPxn
mQ6biRjU+AhX6UF+O4ru6t36ic6IlUco7b5Et7eP76Kr0CeNY/FsXuy/sgDUI5wkNmqyw2ReksYx
oDCHc0w6O6AB9Z2Olhuf8rDyuZQY7Qu9Ps2LEZQm1x7OkZ2Q+LGhscsRO5snuuGI0TZDHczQA6bY
ua3IR7cpdiqpQ7KN7TUvbcNliVEkbENtCy0BS/ohPrbH9jAdrVVRk2TFs10Wxe2GK0aZKl1Pgf4I
rgpb0BzPEEmH2aNB3kgGyb5OQ7DOSlJs05Sig6A0gUq+AT5RtfUj18jd+/bDJpX/+zEYWZ1vclS6
mY+xMuz6lg1odrE/mNjoTQB4FZD48GiMJHe/zDWdnHoT7apDv+Yp7Owab63qD+35KXrhTPQJ7z61
hCCGyjZ/Du2ueqxUtCPTxtHP+ZPmNoGryt2/IjuPgqHZVUSExLA8AOSrq2OzP8fxuvYBIXqKPlMf
85apk3UpETGM+ZeSULy5N7wRbOZx/R9pX5BmODaLLKzUcb62rKPQAhubDKNtabuxsCUecN0yLSwm
MdDfKGIh+LV0NR+R6NDhZBu33U42VuuUm9T+vK8/PCJMEK1aXjOMFRiSt97K2iXkXXpNeQfGVLL+
K7U/nDCXfdzmuT7N3lfuz7jbhpg2D+q4atLtOO6N/MXkNUfMxn6jmCge/6/omDt9sios5mvBVekU
n8pWogovXOKxpF4fTjNZcpU0oKARu3zGmmf40MEZVrycBAsjdCM7xoV6BbKkiQJC5kqTSeiMGTYq
03eZbKPWbn/0xHRMel8n2Kmj/9K0cANJWLqA5YLXzKV4dMWZB5o9NVrqfWEzW/AeO4/Jz6zYpXbi
nO4TnA329rj+0GOOawzE2OsC0Gu0T93oX4oPVLG7F6spOYSWo1zM0/0vZ8yxBWgJiLMuGM5vv/yB
5PRRtd+Tdb+u1wOnJMPjiTk3KwujwIwsBHjajzAn3rNHa85DZPnOu+CGvfNENVebOWAQv+KXoCEZ
AZLjzrcFjpNYvscvCDEeN40wVjmNEFv49QYn626wZG60ZbL7V54CpSVU62fFY2f5RlHMvQzLr3C1
xkd//WDQH+k5Iuv7+rZ8aV6QYfjpFF9tgKGBuETD0DLVEhcFupV+/hF/Nk76hl0W+n7fh6RbCdsv
IHOVO4+TYlqMey++gLlIuqmS/UrDF0R4/tCB1K60MslPnyfQ2X/fmNYFHeZJHEV+0ZhlMQs0oJHr
PZq2unlPnvq1xFF4DkfsdSUhj654NSjljn8M6LO3jjeYW+P4Jh4V5r6a8iSK2gpUlFNw1mlkl7bo
Tl9f9xVk2QP+ERvrATFQE2GNFsh4v5UHpEtX6W/LMW3PFZ4Spzhse8IhOLu4O+fEYtLlQPb29RQE
O9cgD/mhWfsrZXscibXZSZv7xHgyZJygGIu91PqghfW0PwMon+bs1TdePYpHhXGAWohqNeCLhrN8
EFpiEZ+IJ+Ngkpyj4vPvsJLDWKiJTDfaIbFUAv9/EYT2UlMr6hiP50bsFCcWvcruwjBfdUXPw81a
fLWjVoO0IzKBSDHNPF/QyrSpS8QgHc4G8XfdY/FgFXZkq8RYSU7uEeSJ3YDsTI8GH//qgXNBW5kj
kgvaqImgSSgBbTd5CB684LFz2h+iZZuOlzv3FWRR/S9pMVam6SOW4hSg1eY7dfrAOq4ktMd2kzim
Z8fio16j8L6pbRnWp67+n8SZ6KPxjCyx6gSO5Ms77Gyd9isfT/I5vmpWAMF64tBbChYvmWWjDzFK
OjUFvQoNTs5b6AhU3GhP2S5Bb5Xz7tOv3KM55wpajOvm9hfgGQHzAG+o6+MsTS/EoNl8BT0fXAC2
q/RZJ8hayvbp9CVwbGQxUrikxkQKoZLGwN4BtcQej0VMMSWIhMZ2GnkhyZIfuyTE3KxV7kexrmfD
2cZEG1q8iUzW6y/P0Y+8Zzg7tPwdpV6SYgy/EKNKCmvw9AboBxIf1Z9Kapukc3gKwuOJsfpYDwN4
GRDauQCU/mHswk3zsbY92hJe6L3kNC94Uhkjz3xfGosRpPxXlDHqvWDbXLnxaDDGPdZBEibotTu/
9vRtFx8/FNsNbBS6nLQg9IRk2Ot9C/vOHd+46D+6rjIWjTZlPWk7uJPdQ01j59evkmwO7ocSOGfV
jkan3VNxd/LtNR0OdJ0htbb5jOj9j+AZHNsh6gFaVfGk+RQPhRv71N9goJOu1777ue4yHrVZiPdY
Zu7YqqyUqp3A8kjfDJI86LZOJBoRw+bBYfOOk3Ekmpc0YlmCUkzs8Kja/sYknwonPvkGUbnhB7ji
QG/HFauKjAMx+yLBYmEJdq3+bB4S2Wnfu186kfd4gD4rRHfW9ql+ONF+h+STO5KeQK68dOLiVX/x
EYxzaYZKyo0AH/FqH6p98Ci5bvuzJN3m+QeSbT4P52HxtYjS2N9MMx4mzruqNiLQK+zXt84uafnX
kdInHl/zz9zIFhV6IDAABw4oyNdXQTqOtVKkGmSLwMLpNwGhBu8CWBTdBQ1GdEUMlLAc60rPdvoz
NZxubTm6vZdeti3ZHQASwnv+LmbcAcf2N1OM7KzGqoCVA4LixwfWyGxj3/XJ8/PzRErqb9PVw+Yc
2KVvF9vy9LV+yn89rQOHvlBn+Oocn76s6ekJvo+nyDOf92TN+PIkNrEjEjBZ5zd9NezGDcfJzJ7s
zs9/38MXQVqCLa1GWuDnAcjtr9TTdrt+enriHOaixf8R7fdr/YJI2hlSWZkg8t17aVcJKhOUc+nN
/ollBEVHNCZgVxtqnYycxEpSWiTtoPrBsxJLdhHLHBc5a/UNBYBQoQ8bJUed1Xo/jws1Al7GOesj
t2h7qpU99fV1VvFuvO/Q+IYUoOSArSxjQwELkdfJZVvrKPKdD78UfQXQzIakv59TGriWoz6uVtQ5
iT++qo/4L1qtIuer3/Vk6pxPzrl9N5Pd+w7m5m2boGvLbhjPb/YBy0rJA8bVCZos8SnY00BWtCIn
rLvHn6/k0JOhc3acY5Vupa4rgHw20O8GtDvscMepXOhOH+kBhmua/iwEBPsGtt0+ddSIFLtw3zgW
wutmJa/HfxHXXJOd1e2CrIduxKnXQFYjHg7A3OxNkji8q/C79H4tYJCBZcBpI0mPFq5rMlJfV4rX
jv1ZX2ki8bZ+5lgkO002ygEWsX5Fj2Vsq7TYZ5aNibzmp/9Xhup6ja7zQ/caDbxo+NYdXH8PY0VC
MwF2fYrwlIktrbNzA+tgpFbrvwqxAMhbLQHFhVRSWZ6tsTOPYq8YIRH7FgNVnpobGenVNOO5wO+S
0K2UMJ+LghH609kB89SIZA8dB8jFkxyAAiTeViJRjvJDbR+/MvrSHU7RIf9x3zXeXnKzKP4QZRRP
VJRO9wwJNYBV+VK73sMJodD6Po1bxwhcWDRUYWBQnZ8HTPRsydjjpJfGrGWjEzuBra18ihQKx44X
0qHXdBg7TtImrMsCdLDyzQ1fJ7f6IR3TTUEayksMfc8KsId1yRMTO0vxaERWDlr9NtufMUD1UKJj
wrCD2FE2b3Af251PNJLQdmfSxta3MobznPx5s/IDO/o5Oao7USfcW07k2cZTvx+JZht2RLqDzc1R
3N4a14JhDrkdYszOQL+hWcmmdA5n0zYceaOTbbHyKOcYljTqUjKMT6nESUuAHDaf9hss/PAzo1yG
lgz4kgYTXHtRO1mCCunP5zyP5ftOszaocBC2Bf3nuc1r6TFxYGmMZQCcy//Y5UOz81zHt3krkpYu
gEuOmEDQK/UcrZsgUh6kFToLeF0MyzaIBiLg1qF7ie2dTHxshR5T1Pqgqf5v5+dXvXv9N1b+hwIj
prYehDHGJD6ScKMT2cXaJKnt21w3OSvrreX9ocNIamx1oxLmVhnNfXhL6FtOXPO9e01dbnA++4t7
lJhry/cCrRqSb44ewlVkpzQjeAb3a+4jeNlA//DEXEi1KEaKVYISdq+dS4JgvCfqSSdouYlWvl3u
eLgvC5mnWan/psimLccyLbTIghRf66eS/p7oMX3wbXpfJRZyQddUGI8cBWrcWToqYRqZ3F+BLb57
e4mibcywY85FxuWI8cghmv1Ebz6tlLSOi4rs51Gw2/W/kxxe27igZ8RRFrFDFwW/1uTvNpMP/wn3
c0FMIiD9SnhdYQu5EYjvghTjSvtsMMpY+iaFbIWb0+CHZ0eucPQ3NFulNS05N/XyFXpBkXGste7L
fpGhohhtBvtXfBi2E9rsfPeJF/wv+qMLQoy3MLw6q9UY2d3SeRsMQmI7ocrmvvrNnuDGfi9osJ5C
6KowsuIB9fK3BNaUbDni4jHBOAgNO5INr0BWdZdssPybxBtUhkznPhfK/Cv32GCcAzDItFZoIars
rXJH+hGcDpilRpRg2Oiq2YpU2qSksrFPAT1y8qf6blCsMXVN13nXsUvIre3xMd5stQ0gmO9/GufL
2Gd1K+lBXpbQloO6nfCwHu0Qx3ifxveT9g777LPaGpq2SVUQee0ycvjwaIKYRbMr+2A+eqo9UJEE
znH7TCwnXIlnO/uNtU2cmOa7RfneRzDOpTJCL4mtb0dmEfFwQN0sJsX6Pd0cX2i+CV39mReZLygX
sk7SjIMwNzVbjHJZyVBHot/257fJRYK7Wdd2fvrnqTuUWBBYzF3NEmYbGb7mDbihN7exYOOWi3SC
2+1wF1BhBVgA8uXRz/uHuSRHoATOLdQq9hwBGQG6fvHgLONMFUasEztjnzhN8eQ8uDm6KhGQ+iEZ
XQBf29nKfAbelfh8n7S6cJtfkWZYFeQs1DIVzrT86mwB6S5MtUf2/AVvwaGwP9BgS4RjSfCPwDZo
78qP6mmgP+PTcFR3lOb7rbWZNc93k5XxyImeFmqYOIkLyTAxuqx1lZbO5S70eVMJT4cYX6M5fURa
92QenaN31Da8kvNCx8VMVUPnDYIBjPozNwzGzKsyC+HBFFBsnble4ya2j+1j1KAooG5PPcm2gq2R
Ai82njbMv85Y1RV15rbRUjy0Kw85cnElrw6yI60RxTvDtiDGR7bKf+Q8dZ/PmCWoY5cXAMnQpXeD
3x17BSbAVbCrkWoj2e0K7waibYXtfMfx3g3fIxQ31IDOAHx8TF6B02tlr5J26GIDpQ08uYyd6yqu
vDVI9FDtAEJ7FFaF46yf0E5OHPqOxaQv3FB5lt+dD2DhyhFU5kEz11YavD0lRA7pCsuMD3lPjlv0
wio9Qf2P46+XYj4VmO8WEB0wZoRx3muuh0lPg0IxkQaVt6OjuC4Se8dHVDX9v+5b9ELxA4sJLygx
Fg3gIDEKgSV1jtcDekESXIGTW5KUKlgHQ/1zhvbpiT6GjiN8RNS3McKckoiujbP0yK3Nz0kMVtaX
H8PYrzaKY6Z21Xi2vGHYZoUSf6hxqZKi7IIdtg+H1DNTDG+IabVSAcqy9nq0vHMkwvsIxpwxfBp2
fgnZK6fI2iQZbTqC3cqd22p2Agjud8ASm6RNaIFuUgAxxq5m2iKcGg/NbNHRX4qDMe0WGN1YbGig
clLawl4daK6sjHytxhR7joftIQroOB4NfxM2O2zxW4l0/GUo9n15LKXUrjSEiTKrRsZiLslCgAJN
tHUbQwV7z4ZMqL5DBPHEK68s3dmXXDMRZ5ZitNPMwHVj54iIfrx3q5HwmFqIuq6YYgKDDPlavArA
lCJj8SeRpYL0nRNuaoOOmNZJY6JOj5L1o7U+o87Vw+ewOYuYm22eUq3lTDUv5M6vbZDxcfE8FJxk
s7VPOTmkZGrpR3iMNodsE22qT98xnMKww42xau2MvGsr2XbMlNq8/MZC9z8+BLtvJAXjWTNkzbXb
EbxG9LTQH8+vw9uHefhA7dz6mayONkE0PEfEoc1LAi6r1wVNxuYLLzI6MQJN8UmDY5FOh3CtOkpK
HgO7Wfc4HkxLeZSXLlgKia94Zcxc6Mf/qrWhoXRdrwVrbZyM7KOxVupgY2E4Oic7NEm6aUzLZGdm
rmIC6+lFkbZAFVbSHxggCmrX6ok47YyiJmVzaOJNUVH/dN8CF55gACma58Nx3ZqAeb8+lVrUUVkp
w/GsuCoVqLU98rI0PAqMNUxF3QlDH4zndB3ZFk2O1Pq8z8PsJG48+wUPjIpLYjtaYjXzQJRfdFjx
1GjRafz9++g6upaRh22zcjOCA3uCkIqHhrxT79d9Hr4DOYYJwF3MpUPgFwBdg/HHSYnaDB4C47ne
yivV0UDpOd5b9LeO9rjuiRt6LBzLFT3G805qAxQ+AfSs05yNR3a8RleovvFXvWutDEyUiWiHON/n
csEzAmsWM7ro1UGh4dteL14XsaSMWjWikNfKT5mAISPrqFYSaZt15iO/XnzcJ7dwcFfkGNUraz+3
mgjkFJihYBpEzZ5a06SRlBMr/QHkN1qEvHfCQgh7RZTRRl8qdSCOIc4AuPtru2oPKZ6GfwFv8iVE
z+F9Bmc/wirNhTy/fe6FPEehSa0kRoE28KtznAd2NQbr/x8JJlpU21Ee5QQk0jakWfUrSjb/ggDg
NmZAJOQ7WRxty8DCwHbWCTNGIGrkpP7nna4zJsofCswtYAqhEYbeOJ59NKsHds8x3YUg/urnGWef
KGarDAoYCOUPQY5tCxctIFTJfTEt2eslE4x/qIW28I35HDSsHjRboP54GAfKLGolf2k80PaFMeNr
kTHeIZESI5xSaTzvdofvkjty3ufkr3NOyYb8te+cfbwn7xjppJmzPWGPBs0On8gZc5jmiZa5nTxB
HvIoxGeIU0dq5a++00hT8t6Bi1Z0oR+Mm6gTDSPViTie0S2NiqDfu4Muc5TkG17jxlQviDBuIbLC
dszxBkEb3cHtn0OCVzyxjgOJTs/PCvY8031GtuQUYj/Rw+nLfP7aWefP3bi6r0ZLWfgLbQVk1/Vl
ZghN3A0ptFV8Ch6HTfrcPUjr9NNHkjznnN6iXLHbde590xD3ydek1DBtgQaP0/OqjJjKZ9ByA63F
C+WCBGPaWmSGejqCBEIqFOUPD9PmnLnnYYfc32rl7Hu7QCdtgyf8ydp8fXJ8/aJ6XlBnLD+I+1KL
DJypVb1p5Y8sc9Kac16LDEJ6SACi4weYE9cyHMZIG8IunM6yPP4FEA27tQbqD/VnW4qNI8UR1ob0
PISQRb6wtETHyh/soDAYs1NLNHpNYTydq/LgxceqeZQE3vIaHg2GsTZvpBCQgtM5Mn/lbUcseSv4
POx5HhHG6FQr8RLRiuC6ABKuKJuukJwS4T/HphYVHftVAOc07xpjFX0yiqmVpnz6rqLtzJVAJCJQ
z82IsMrtkfBqM0uJqxkgGQBfMxgnoqlrrUBiYjTMoZgQ8R46pHEsAgDXs/z66yF/cklp742KvFfP
6WNFxs0po+un+xwvZXauPoC5H1RtaMo0qafz7m0IiY9I7nF0Dr8K103pc0hL22ntoqTZT2cr2xUq
VOEDirK8nM53UfzGqV7IgVHUWp18XanL6fz6eij2HzX5NebUJyuBrjDU5z8eZYyixTbQqEiEZwHH
/Bdt84I6o8LmJAhDK1bTuSueVP+ERVl7sXjxNOD3dAhqPd7CY+6xM+o8iJY3Aq0XUkfrxuh8PFju
r/owkM3vkK6cCDnoiuan05NgP/FuYmXRlP4wyy4i0dq4TWVrpr17M1cf0eeH+jIhntqQldM5vf2+
/Xna9uuvrUjoe+c4LxHhFUMWzQzgmRJgoRUgLTLutlF7P0gB1Hzu5N+58Fyp5/tazft9xqr8sFeF
ooMZR+lHbL7oAie7vfT7gKXBBvf5nQfw2GurrSK5loZGn86Gnr8pQfVm5QO9z8LSKQFI2pq3xKMo
ddOmGHfTVAbidPbKkFjjptVe89G+T2MpqzIvV/ybyMznxatjUq06irQJVqe5OhUTDGJWp/OPVLb9
x8bpXXRjtikxzhyyc7jAGjuAGnEXAi0PaLSMsYtGlMp5i7u+jwYhotijOKKvyLeanKg91jFgrSiw
n2mqwBnv9NGyDmEkGQkBnJHqkTYsErdMgMLI8f7ywndhKxoQ64EFjD3I7HeFel9laKGQ4P0FmQZo
4XLLQ3o4T6gkCC8ouUZka20BhbJdr9v16/qfiwVNwArAKoB9IgKU6vo0FDNMUz+apLP9dlBpuC1t
hORfTxxft9R4cEmGheYvzbgytQlclk5K0NOTflSO/87vtJk/lznlKzqMkXhaEoxpDzrCGvHc4eHX
AEghOq0cODdyelrz7pClxAtaRdDGMV9oQIBkQkjF98uxA3rtGW2jOQkeNis4073oOluObd5eFwa0
AzOQ6Au3gL/BmI2Z6HIZthi4tN2ajO97OvHCnYXg/poE48E8c8yGvkoQ3G+nHXH22+OJt3xtQRGu
aTBXv1+Gk1Aa89woKsMl3ZD9aDscUS3UqK6JMLYuhwgvggaM7ASivh/RQkBttLjwbjWuwJgrXBDR
pIgoFEnpg4I5leyZN5nPO3TGOr2xyYu2mg+9fhrfTvozxxlzfv+bwQtfbA06PH6O36/xlMwIbVYn
jn+Z9f/aIK+Ogm3vCJUOHQEdKGhknoQPabBerz95J8HjY3ayF3z4xZSWnYaDiH9aP4Faxpv9WGjV
umZjZvOCQBAJaTOhKxjvb22dryCqLbRqJE88dJ+FZvprSoyda1GOfLQKStPD4a2lb28fAV0/5PTX
w8EtMMwzYNryAVEaJybn2QybQRYLH8sXZ+OX3j4eO0L2jhORF45l3rrnmTlMQVhI4cJbMgaTRXqD
/Qo5RkLQjAHHjAcGmd7vq9wC2No1EcZoJquUhVrKvj3ly/MDgLaG9fOzf2gb+3n/FE+2VRAfravI
6nIoc9hTmexI0M1z8DIoB/v2GT0v+7okgRuumrUJkUrPe/LDyTcYz31Bn6nx/uVPmLUyqcK1h4Vy
2ZUMvrtlLvS1EIDjVIkQ9Kv58nrAjeFuyKNB95XzwzlSntL+H47w73NlR01rs7b8IAO5skR1A6W4
3ZP9r1zVHxKMBQ6qjsm2OTFulyTO6Q/A4kW8fRgLZe1rsTHGZzVYJdE3OMCD7brub/lx9bh35jGv
iL6mnHiee0bMdTsYgWGMBYSGnN7kPrgSDmlVrbP1HjWbAh2gfIyh2wD/mj/m9u3EpOoL1FDO0651
qXW+r///h5f8c0bMvat1mZKNaQ2O3uLjAVPHZ5RmSbAujja3D2X+1NuL5Q8txpXE6K2L5BzSsw8D
0CCw9gtdXcQ5hegws2zeBbBQCL+WHONU8kitPVGFZux2KbEPOK7N5rGjq/8h7cuaU0eWbn8REZqH
19IIAmyMt439otieNCIJNCH9+ruK75y2XFubutGnO/qpI5xkKWtVjis/G/8B3uUKA8YmBjx4D9tf
/KV/1GSHa7AYBbNIC6h5jCz1dQVTNNAoVvscY5x/QL/FMH5zCdpsFWPayISWRFhqd7bf8xobJPo3
bnwxdiHucBySs4mFxo+BfXBrC92syLVoNnEca195mNjkBR08pRjIUIe4z4bTaXjUfqmIMt3l0fpU
bA9DcC8YeeUdIfdTMeAha2KjlypMpChBTBZt6sMK0/W7HedTzbQS/jBFlcENMZarKKJyYIbADNQB
0BnrOZbjm0sTDwrnGHnvqcqARqqfRlPIK7wlRzToXt+Sx0/yjvw4YirLj2z7g4Mjf/Y5/dSQwREz
VpREiyAxIxu739Qu3pQ7myOE81izy8jSEKnYtoJ1HGz0sD2SJXL+GOnF7HBgOLx7PJN8+6kSgx91
Vku9aEClAOJeIS92H8hn6HpOgf5A3Ouv3ceHwKG7moV7STJUEZlesPUwFokhqhr+PSxFb0l5AJXq
7SOcv9GTv89YYtUPRah2uNEyecIEw+vr3RIJPYWgGcjAUfo+xxRnqAFwihOBjClewBogIvGPK4by
F1jKaGBvuYbTvdzWjB7MH1A1kcMYYA6GcLVrcXCqr9j98+0/PpMB+6kF83RV2vmoL/LrsYHAE6PQ
a3ElWyvfvO8J1xWcBcGJKozhtfpQa90CA99RjrQBioS8xMQ8Hn1LYNsIIuztwY5pqFMhh3QHWP+k
cITkAShFeNg3iwwTWcw71ckDmiCxtezRdNO7yke1Mya7D55zwbk315zdxHtu8v9+fnmfeKp3+/PP
VD9+fP4r3k7+elQLXZtTZ/kp+L+O1tfMdx9P3tJDIn49Wr3tbLdH++j6iPJ4qs3kG39KZzBBN4YG
639wggGalsdlLmIK/Yzhd7exrPoNdIn+h7//JQTckSB6Z27cKXZE8Zifm7ylwVHaWnn40pDzcNdJ
bixzQI9j8FcknhyvWSyKLALP8qN+ZyxVZE05Njjvt09skAGHszgusqakJ2ijlgEv9w6xVYNCRm9b
q8Hn1S14cHG1p4lC5w7s1KCopikzHeMM7v+BrO2o1sr+V1mAiW4MWqhmoeiFQekhMCWgW6L3Yq12
u4YDr/Px4rcYdjzxrCp6ldEjTC5EgCn0YCzEDLykcyJy3oPB8uv35uk/RhfYgqP64erudPjVvWKM
ifvCz7q3E52YHNQlEUvxeKJmcSRPJ9KsXXUNr0JHOhgET052WHHDbvonb1wpNvk8gAoX9KH4WshK
Ebsml+C8NzcCml14o2DzkfFEOwY26pPUHtUUtwrRDw1+PsFmBufFsfyvYMdjFJhPgk2kMY6FYKQj
1mRAMRu1go17dNA6tHyobe9l5awGsvcRngQfHFym4cCfp0l3V6sKXZXIvC1Sd9GaSkT0KoM38a7a
Py4Rn0hL4uDz+RgL/vrqrxk/jtj5x+ZbLGM3VSwvKkO6ij0c7jSrxBYCB069pW6pU299oY+3Qp+5
4KMswysqztQv6HPwLZ2JkRI08efSuUFZzGrW6ePrZkkuFuQ/brc8dq6/uIvfshgbSuWsidQRsoKn
oLFpZ1hC3AevQakB2OnA8b59tH8x2m+BjBmdIuUknGnwTCNOwCZoWDXbQ/5rp205suajpMlBMq6p
fDRrTdPpqy54B8z0bagzHLrPnrP97cAbdmyfox39i7fslXmHOqNL0wv1vvGSkyNMBq0b3u+zx2X5
/4vP8H2OjMN6Ogp1VS0AbU/Nu05k3I6lV/gjPP1n7AkZLcUFbRRHvb88s99CmadIj+v/JFNrp7GD
GB0qxpp4mHVtLetDXe4i++OJ1xHGuQ6os+PMJ29t08RKZ1Jf9mzbB8Ha6P4d+qhr++K1HP3+8qz/
Vz9sRvwpSor14/FIY5lX8y60l0RBzt26RtS8RjOZHtXfLQWrjX+KapIeVAcxDT5t176jLvrD0XOT
4BVJTmRgoN967fiiZe19GzxrfmLv8l+8FNp8dvCfG6Kzk/WAdP141ukDibvvPiYE+RgyrpA/4J7t
/Fv8fbYM0nQLfSHrZ2qwYCbAoGXhI8A2tpwXQ+OJYfDFkCO5P/cQY2TEjDF9dhgs+f1IGjvHlkbU
gzsbA2s1WRYGfsby3fPWL6sV4qK945Bl7Ib2+/szBlgO6Ic1d+Xa+ggRNK9WDsLntuSF6/MJqskH
YCBqoYV1GtLstg1avWqJKecF3IYdB5bmQ7Tvs2dgKcEU5iWkSYcSI7fW4lVwrZ3PI/WiiHPLohlE
0sWiNCIaQo/Lkx0SynV6W435hM3ksBj46SKpkeoL1MgIkoe7A3pVKHfeA6bMSIOrunWs5B7Ukvtd
wGWpve2JYJz1531NKzU0BRohbiC1tkxHeLdWUUM4Ks67j/98qau9TMAuM+osvdCcFIgdqY8Fb9Xr
yBoJ2bO1BykEr4TDgXT9WoOcCCyHCyLfFCm34PVER7HhYD3ca2BwksjXCrsV9ql3W0WeyV/jg4nE
trqgnelaC9RWYU/EHXBA7RFv2P+jIAZxmliohoaG1aUXvuC5x3YDf881jNu+os4WaVPhkhnyBYbx
FFTgQDG3wkuyz63d1Te8rdE1Hr9xxa6cdpOj6xZSlKgLah1Pm42IJx+LdYiXWYWP2vDe8uUXnWcg
nHfq+mRORGaq0YtmgUMMYrT0WrUdPe548HTba8KSl593KwKTfZMdodbGTnykPu6Oh6/TM5ZrIKTg
0t9el+LcOkQGReJG7guxgMVfXPs1wNzk5u5x+ZBsPh/zuwf0Jg0y+fwkxKrRYg4mMXMd7LP94Pu8
k+W4wthv91PttEZ0WtCrd7aDw+ud+3iPnT149Pc7fZlbHGeYd+2ukcDkQw5yMuYnqvbCd6uYhL7s
WJSblvMxOa8Am6dTkzTCmnRcB1DhdrayMSoy5rbAu9s8MUyMlLbhfwourqv6KKSb1gOxfq9Qw8fd
47mgnDtwDY0nRzdG/wWSYINKd3gPwrjbF5vneLKJuK5BlqfWcMsGz0ZC6W6Zuk3wDtSngw68Xm8O
YrHZuEteqaNxgSUkq0+Min9wdOF9GsbZUKujHJ1oDd1G+zZ9TtA+7jn0y6Dy9sQRRv/YjcvMJuLi
S461xAN0ARPB6yPypuF6fS1zBMc3XjrpL5mrfx5nlgp2qMxErqhtt0dbwCJXzU9VP7+sc3Mvn2Dr
J8UrmocBA2+1dVtPzpmyybmiy0ShE6Fm0H9JL+ftF+fWzsw3T3MOfyy9bNskTwvqNh9/b9B9nlne
0t0ongtTfIg8lJ/J1sEgU0++0GDFsX6ucCYWqhbofT7X0K50DihXPL66dqBsxJPdW2PlhO3OuLOG
Z3vnf+3zTVoCtoL/ER3ZtF3TptpooFMCsGWDlBleMto9cvzL0fUvadZ/bOg6pzfBknMhi5daoV8y
+Y02Mt2SDuha40jhmQsTBCGqS8sLjWNPpVX5GikfB17POAcTZSZwGWLdSIQMbSuIypOV7vk8lOLF
/exyO7EwUzWqIeGwOW4F65VUyEmBENxbLG9fLl4UzLbAtbLStBolEuktbL5YRyTzHrz77fkBlXuO
KPE2Xl3TApPPH2Vt1vd4Th5tu9fIiB5y8huZzJjjZHMMQGFci3xxaptkhEYIJkvQ2iJYUTg1HU52
DSTKP90XeSFURj4gSdpbILax77CxNSKfiKcJpki36bUNocZaNh5J/HzIImMjm6liiM64Gs7kDKVI
DPWIwrDpP7mZ86jZn0jUOKja02wJv6d41j2dyGNuU3hZxHVa4JupJLj45q/s7bZRzOfyJgKYu9Rg
NCLHhDksHVNA7usbgj5UHXNCXraole2Cf2eFE4HME13Iema0IT1Bslx6oYuuKRI6w8NtvWb9jIkU
aqST72RUx+JSJtStH23wxPEgezapMfnzrB8f5XlsnuhV0naJl5NrSYADpDxbY310bJT4T7BwCMDS
RZvjPxGOr62z5e+RGeLpNJtl+NaJddL7UTbinmbH4/UbPo2OPdCBBi4X0xZfal4lbhbCJ8KYZ1cV
zEKS/k+Yvcld4d23efrMwt1EBOOm51pmmsk1y6lY4sMzsvwIUHnu+TXs/cMJnEhRfhpam3f1MZFx
arn9inU+nxfQXxHQ86CFJ6qc20bNFcagwSnqh0E2IMw+HM7rIwl6S0FnqKu8CMbdaenXrcuRSH/+
LfVYeDgVEmj0IDEDU37pEWSHCQomvrrkWTvvczG4gH1fcKVpQy+K6BjUQUuUp6LkvEaxBGGpuewx
+Pp0WzueETIgsUDzSFE29BYrZ7LIMHvCLTnxzo8BCjkxq86kRlgsk80lMK0L+oe/qHOX4j+Oyc/n
aL6NkXXV2/GinUwT0p42yOvjCMEhaz+AAAv/ovJEGRawVqAlAkrSt49yvkQ7Ec28yJmULdLBhKGc
QVNKiUp15El7y9xXdxEZ7t97t1uNK3kTZXChff+29PlphYl0Fk6yU9kdab9q8Hr8rF0VFroznCce
bcZ8ImMih8EUZRwiqRxxwDIJQWm/PfZYvrPy9wkvGTufoJlIYnAlkRqzTxVqmxvaHggm+Qx3YYW6
ms/jfZnv2JrIYmBFOcpHVYjhA5ztQ+ugzIWHuSFYRYExOZSAON+Kc+v+8N7LCAtgKfTbaH18i+C4
LR9QCEHrADbOc/GZ81KznryqqeGiGSCttTYnEjmihwU3nHs378RPDpABEh0KtSeaOW9X+RprD77k
QD2SCAv7ttih88X1oXhKMahyaUNBSHTIu05P57b5uri//ZV4fiHrxY+ZTJWCCPfu6CDJ1ZF3tPga
ZItU786XH2+L49gE688bhlYYckgV2uS2uC2I9sDNoHBcQnYopU36QWrooaHLjjx80lEEB93Kzu7M
eTR5ghiQKDWz1vUKgjbYYLtMOBx8vL/OAEOVypJs0IR1oIHPtF7e/hA8JL1uwpg4zrlkVkUt4c+3
Vr+yL3Th+fu4Oi2tgOei00vxp2uhIZJSTLrgmsHsREWH1ClFDGd8trZV2tjlwNu4OJuhk79FMF8i
XGhSaRQQ4YqBdJ8TiQsvPCWYr1GPmPc9hvBa0PK82bSvqS2DsOF5IIWHTWzohkK+iPOF5h2lb6UY
tDaMrD/LA0RKrznWCK/vnZeVxXlQ52MPBUuhQGcL4lx2zkQcjVjsqpb6fUcyWBv4Y+iXaQjmnzAH
iGeI4z/MAsBEHuM+iL18bOio4+P4nmNwR14BNznnxhPB2Jt87pJTZ3b0U4FPAG1kd5iVWCLbiHwb
HtaMV42Y98aw30c2ZRNkyywXmVoPSjlSetDWOpKkJqNP6USoV/Ya20YShO+rPWY0ErfYyGmw4zWw
zZrmRDxj/IMWFl0bQ/xdtIOL8hVxHvL5JMxEAGP7i1gzOjGkzKQkXm9i685N7fbXkjwIH+gEvHh7
DF/lv3gpmPks5kQsY/84bD0aRu3yeLFHcvyVeOizrRt4tRz9Zu1lIkf7GdkV5mUhHA3sznt60vHV
DHu4Oz1zbHL2IZ/IYIIe2mLY6CfoEtghGIvQ/oKyt/rywRFDv8QfUDsRQ01lAurYz3qOFbp38PSQ
YFnLw7WHESWr/cBTiF6iW5LooU4koVzV5/oRCqUdOMma2iJu9hl5kbrkhVbXUtHfRUlsb5akGvFJ
G2F+AZpCtc9MAt+1knjnCNnzMibY3EJZvmNX2H7YOz3FbHagckxk3vH752AltmmrSJq6HkQcrG3n
FSFo8CtI8bDfc9ftcKxeYnu2KnCxZGaIdYNB1QWonB2BHb6+3HEsZda7mCjEgEaf5v0iAyvYY5q7
URGRustJChrfbqkIRBRXiS1rQdgcfi3G+0Z2e2PJ+QG3TfVPXgu5iccipV91I1jVS51sc/CPDDpy
hKGjV7y4db76OVGYQZMRBcOzaOJclWRpCAURM6v1pPfzUytbgkKSE7l4K+njEoyOGh80Xpw366FM
xDMgY/Z6qPUKCJWPX0lGkvtVxHvK5yPJiQgGYyKsBNbrFDaKuWLQPGUBnnKCJTb66rfs7G3uUBZP
JQZsMrWIBD2nX9Duf2PHME2P9/bFORPf4gCbxJPFwE0XYWmOkUDWk033PJQOdr/Y5Xbz2o6WsSfl
cr2unNbV7tQzyAsym5d44MhnO7OSswaS7RrWU9jN29bBM3T7OvAUZHuy2uOp6s2MPkKHQ7haJg7w
25WWKNzRFIdd+oG/0lzfsrmpDmp5N+CVbc66gOw6KenFsDfVx/JCHtvPiLiVHyoWqLV99fG2pvOB
x7eZsq1ZRpaiw+hylVeS3omxFyNba26BNBlH0u2HXWJrOFWiYm8rxTjqlw0WVtCuK/89J7Tjdvu7
xAJsm+PdzueNJsoxKFOWWlkpCa556TwpX82qysmKO8t12+GTrtnjydubm0ndKiMcPkzAL94V67I6
dtgLffv0OA/EFU8nQi6dMVYpvd3uw9ftvzzf4jA5JAY4qrbPTxVdZ3C2W90eEit70BXvHDrdiVRP
5gZNUa1f8njwuIbHYIhxWpRF1+DY4hhOHvEAV+j9QmKPNzTDuVFsPaeVz5dLRr9P9jvdj7/928fH
gSK2fCMXWiILAz7MJvRc3T1yoJZjXGxvlaFnp0Shp4S+vwyF/ReQst1WgGNZ7BykOizEqCqhQLjE
9EfN2QLLicZAgPrTMxW7thv0nt6Ow6Zf0W7sZl0kbp1bIJREq+lub1nOy/bBq1Qe4MxG7N+GzXZY
YQ2RZKoNBZzVwdghUqp6+4M3Czsfsk+kUPOb3Eyl6jD+dYSCYFkW3VdKcOCBVBnlE+y7sbgdhPS8
brwP15drIg7UIUmfZPQ8c/vcEEsiOEdki1GY5LrZvANkkEFcRJjDWgAZ2jM5HMrjvvLTpzHcx7yY
jwfUbJtVttCac0vh7ezWmxDJjrPHJ6K4HfVhu/fPLyWJZRjJdFvKgEVLz6fNqSPWji+Gc2XZYcfi
UktGKyEW61cbzTLuM6tD/Q7zXIONkwvke25/Ky8eYrlrhUwW8qMCkbqPjLFDMM3gW5H7wWvb4r0V
bM+UqQqpWNMr1at2iTW62/2H+oGCGq0T/o8xEds2pfayMJ4aWF+Gglby1GErX2d3WCU2gOPtTIxm
5QjubSy8+iA3bteVQHVyu7IkK6Mwh0y5BXnIQ07eG1A1gXqI82pwQJctxpStLCmLFEuVzIYkIal5
oP6X+ApdJNjUYpgKO+VzSrqukEwsTQFbiF24i4ds82Jh79tqn7g2l39xvmwBUs//imNQvtVLo8WG
d1pIoBOFuyx4NJbKe4JVhabtr1Li7/0d52n8y8f6Fsp4d20liOaRLiUZ7wJ36S6s8QHL7L+4CE+D
7z+N4lsOg/D1cOzkbkHPMgA5590ytNEyThmpztjWBh49rsD5bM63QOpzTKywAZVlFYcQeEY7JJ1/
w4AmJdCknjLeFTwrGKe3OaY/78h8C2XAXsBMUisbMMmnACLdTd9j1+Z9uJdsAXT61u4U8DaH/gX1
v0UyLuBJODVxL+ADgmCmJsb9mlLdgeSLo9n8k/mPGDZajMGoN55p4PGUrzeDNbrIF5WbIaFrhrnj
oBxjueo8+XZmvZBVKV3Q5WCu+1o8Kr+zjITu77J1OHrxLh0bKkaZ0BQKXVGFuaEoUF0Xo+f+kqzQ
a7D/tW2XMjwDXnvPvDP9fZZU/Yl6i0oMFaOElRx1O8T66TjhaMVDLjZM1EOsntY7CiXYtSqRg+Kh
svvUG57mIp1uc14Znm0wGFKaWdSj+AYgDjDqlzzfNr3rW38DOtjYsAvlqMjUK0TZB2mFLdpYMvpG
KbcumDhJrAbj5evjEr09Oei37NzD3Oftn8A9TwZMqkapkuwCDav1cftW2MCQer1+XuM58HlttbMh
vq4b2HJpYNEp6+yfsGZVqqoU/aE1+MuwScEFpQkywLdVmnWwJlKYb5ZfeuXYS+DIXDRWrjqn0lGx
BCxdplVwbDjmONuormqyTrcdYcsay9IPJoJTrA10Wt4GRnVvpQX6MuC/uf3U7Hu0J0duG0Sutv2I
QHhqOJzPN3ffpuKZt6dQTwbqXBCPHaolOrPiz9tnOVtNmgpgzEMMkwFk46gABhv3zf3Ulo1PG3pR
2ixgjB9PC/e2wNmM+lQg886I+rHQ+iPqgeApChSn8pN7P3i6LWTOQqYymIflcmkUU0gg43Bw7Qv4
qdITJ2qeTV9MRLBU+llz7lOZfphgU+3T59M7+jOi2vrgLkWee5engmiQNkHcrhU7I6F0DRhTCFeh
fY8GoZysqU/qaw7n4Kg5sXg1FUY9k4kw49Je5OQCYbWDcW2H93rMBiq6rKog/hdR32azJWLUiqCd
Fmibg46JbLEhBojXztBlt6gIRi84+swZwlQeo08noY27TyBPTkj6nJN4V4AX9baxzV6hqRDmTYzE
c3/pJAg5u4cA3lrrvBYviSO91CZJlo2KpH8P3b78ULBS78Qlhri+IuxXm/4A+shNvlofNYmmLkaA
RIb8yubt5BGEgaJHRsf3RU6LEvcbMvBb9wsVhQ2oC2HOxga3u/ZIk3cDtOSg36yLrysSasuipsuS
wYTssiQuxlNPvx8UO4j/AcF0S4ZnHmZcw/8/TnEii7loAwYMjmENWU+BTtzX6l7307sLanH2GXRt
9j500AS4tzQXPIF41Lh55PmDnfwAxlizDBN0vYgfYB9eQ/AgIsLw4Q3rPJ9n7pJPD5WxVy06lvKx
gpwA3C/Vc7S/fR9m79xEDcYay2xxCS9n/PkccZKwbG3HP3M5nudyOVMdGCNs47IEmYaIs0K31+uS
JF5nKfb6ucA0rdUScdlzHMXZ1MdUIj3VySUbo7I8hSUk0nTEwXUXTu2S/Z47A8XTjHmQL4nSS9gQ
QymeMO9tQoq1Uh5uf6LZ12uqDPMIK/pwEXPkralXg5FNLKRXiPTMAcZZ13MqhXmG+0ocIzQQQEqF
7uQR5nC0isBzfq38yOVBBb0df1xf+GhomjIMjAkxwrSywJyVKkNYQ5doOCIKnz4AkXNy1LBuiGGT
iGZopoogKhBD+5kOF1vfKgTd5ajN/avj+9aITSTWl1wNjVGnGrmbwkYt/GzdWySGS/1x+f/oy59H
24lABoCiWMokNZLoeBdGyA5vsq3YOTpPv3iqzbat6xNJDAQdcyE1swyniKuEbEN8X4PVYEQLSXAv
oHINfE32QgC5H5rDu8gcQ2HziqVR1UZ40kCxb4f3o7fer/wvdWlYvM9H34tblsJAFBjozWzsICfo
V6aLkYDncSdaOxUti7dtct4BmZwmA01JImX1ycRpPmXI06PBzr1gntG0PM/b4q597XzDui2SayoM
SlVaU15OGUzFPtvqtbHv4sq2tCyeJHvFO8lZSJzox6CVHEuRETe4CHZHeQzkbXlYqEB5boM373Iz
GKKM2qlIDWC8gKRDt1xs86B+3371yF2euFtyeJ9NYZybbiFW6fGCMzy9ys+Y+1Jk0jjkl+NVcPAb
UGH4huLtkGgH1Jy4GeLZZ/r7UNne7+qSKol4hvSn2sFK8WjrblpPPhLsnBp3L8Lz7onXeTz/6kxE
MvgSghK0ELA+mLaOATQfXoCaX1gD8cT9kJw7rjD4kh8xK3qqVRytQ+ldq4YsHOXZ/7h9C+ZCswmK
KcpPlwAtkYsy7HHvTrKXNN4C85RL4dlsNrfFzPpr6NfGwjFsclQF5nrDMTaMUTLQeeyNW58/Gjp/
WN9/n7nLWSNIWqfh758cG/zRdFlG6w425lBv6zHv4E4UYe5xAhKKLjQhCE3ulp09RKtoMwqW1pLz
ZofK/1Z9vHDa9v8CVN/KMVda7855KsqQqYJ8mwgOFjmjCP1ukFV8Ih8fXFaBWZvQZJixIOLcDOYw
FSxy7kJqeWd4pm/F3fGXirmKBqnY5ldlRaCx5o9cUh3+eGk00zDQ0Y/c25UgbeKaShhLaMwQ+0VB
pgD+7wVR/Vi0pOXljAU5A8lcf5dbkvCv3oCJWOY6x+exMxMpHeGp4o6JqfX8y/LbwJe5wKzS+3pL
Q+Y+yw128UgpRNnaa0lkt7CxfMR9wJDE8ycKrPfO88vgilZIfq1WK3ScHmhoAxcG1a+PD3C5WdsX
xFI7AA3n7Z23r8khMBgQIeGfGSV+2Ub2VSDaFgsUQZchLjl3h/6dWyfAeBOtAJo1gX5jqLYpN5JM
oqVVWV/yfRloDkfY7Ds4UYpBnF7ptJOUQyl4ngdsPUIyYSviAHOLl56eJUXEyrZ/bJe5L+EYd4Y2
UFFgwTG8g4ydFFHmhGufMvv4vgVy24ZoPQb9MepP/UIslsJ4RxsgHufmp2ahdvJrWITS40jNBSzN
PdivYyC3rmldn//4lxIR7sTS1dW89VEZcGoWeiNKMsTRKu1ox+7yYRnfGYWFrFiS2j5AMbQMya/A
SgEz3q/oxqndE88jnnUFvrVmc5lCL8dilsC28Al657XGhrBwLXuYrkd9k+7x+vh3YdREJHWeJ5A1
1qkx5AM0DzPinlZCShbwQTwnwbYOX31pud0EnC+rM2AVhTHGbRYQGCgenA/xiJrLSggSbKACX8UH
L5s0ny6YKMgglpJiU+jYUXlok0/3w53vg8yTgz4c4NcZ8Mmq5FKqOoSggHoEhSjKtNz8Mwd6dQZ4
kKqX0raJ6JriwDVdVbAcPGTgfeVxYvCgVGdQp13g7VzU0OYJ/ih2qlxIBB5+OvTOObZrmvnGvWN3
Yx97vUN3b0g7B3orXeuYSwLqIGMrbgVQd9fLrx1KOaGlOVzPlIPjOoMwatjWwuKM48ywrMNOdvID
nbvE+IlVLMj/BuM6Ay+pokW42FTWmQSHjVRYwkeFEjtWmBLV/ncx4bfJs8naqigavcjoI/1ae9mv
aAMCxj3om3qyWPOyPfNu1j/PhsHgR1LEx6ovAVkbYJb7ViDiLQJwnCZ7P/iXHvJEMwY8MJM7ZAuw
69AmxvhuREiNE+QNjvHs32Ag43IxJaOMKAzb2e6ioy6CBkkb+QLe9gmuJAY32l4ypPYM+8eI1TXN
CP6jNYoFARfn6cncuGkGgx56FmVyqsQjCkronQE1FSXhht/C65nh4a3BgIdUVPkilWHrwaHedKTw
KwI+Iok7zzzbdTFxWFgHP1TKojh2OLvBi0sCZyxxFo5uWuG6aEg12NWZaKRew1v6COJka3bW7Vt9
bea7daQMgix0swzTAWaCZA9GRDVLDrBJObcTBzRqy/BkhSA7dns0hkqJE1mGjxc1gi9B4x0+UxLX
lhiQaUXpmGkn3Pph5bonyxywKh7cyoslKiTYqnhb+fmU8vdNZDcYZ6M4lrIAe0KCcoOFUUswPG8e
ng2C3WXm8oMjjRoNe9SGgjUYmmxgD/c1oJ14KadWUrtRz+EOyna5kTEo6PnJXWF9pJsPhDkcaXN3
ZSqNMeERSbyyMyENUzWksBPreYB3wo1Q5/KSUzGMxz3mZYeulOPVaViQDHyQ/vDGqzHNmsVUCmOl
RVwkRa9e/R80+CfgcAM5PapZ3AL5bAP2VBJjgMMpFbMuhD5nlAebESvfMNdu0UZHxA9fiFlMrBvl
fau5CGki9PqjJpaRq0U4xCr9Vge7E6DfOqY8iQiQPnhGyBPFPHWqMRagWIEomtw92CbSFz2pD8oR
0p4+8sP/ZoXsxIEuIntxph8u9OK9PBLtiLourTakPP6O2e6o6SEyD94ZLOiRUUOzwTthhCxwMVls
YPMFeh0jopr2CV30lhBQ8fpSR4txeE36cvllZv3B6Q9h3sMslrq4oTfP3thNQyAda8rxzxdyBkjA
fjxxHNDZJhhDMUxEd6qGbjrmdsTHhZosqhpONSaoYa3/ZVrifEv6u//Er28xzNWIzKZdGF0B/MJs
FwbuQZf3i5ZzeN4YRw57GxRxFBuDXkHEIdEuwrqiBGSHBAd3W6HZx3dybtcPObl2eoyGgEiGQnh3
Xcq0dPEv4IFHNo++OUgLBLwc7+wc51QkRe2JyErFHisjh0g0NoPK5nUju8eVummXAipxCd5V+7aO
s12xU4HMrZC7bmH0PdUxvzuBRtnfDR5HBO970f8/0akflDFv2wo6HcZ1diLmLoW3RPtG7Q/eFiFx
/hH9xwjZMZxc0TJB6GDrTwdAlq2hIwD0Rj6YFzhaUWu+Ye3XyfWJVqohRJqUnGj8aAvWXWyVJ3L2
lUd99bXXX+he2P+PzbA87ZjXdKFKGnicIHS8e8I+B5piTu0qyNbZI3hVeK2Ps5xRU+NggCNqyqTI
RWqNB7fbp6ENNw8ru1ATfv74+uIS98+7JN/fjgEQoY5QgVYgjvKRHGz4mr5u9Y9cAJn1SQxZAiO6
CX9LYAxyqI8X7awYSCWDvazfqY66slLJzT1u/D2r0UQSE5C0UqZEBpTCAarPKQaoMDy1WIKngANV
c8UuFR2wooJFL6KBVZU/75gUH4smbBRcY8V7rN7Mh/7lfELbUBC93bb7uTriD0mMg3A5a4tFYaiQ
FBzu3LfH5vnBdD7fCSJ9kNjnVk9Urmc8c9cw8yYKomFqtLjCfLBQiMtTGZnjo4ZczdOClNaptwyQ
6Ton+9e+2lTef2Y5P3jgNefvoQYGcgBJlxUBjYQ/DzYZhqOYKaUAQHbD1SNdb01eBnv7G1tAuNx+
14kmBlR+SGPgP6qKcz5cWuGaoi2xkgw3/Lfp1uQtIqn7AB6b/Lpz8OX3eWu4GPmrLPCv+AFCrduf
eS700SQoLoGFQtS1qxlM4C3p1Kot+lhA9SzYSM5JQSEcXrUAif6XuaSLmDgSKZgwuv+QyHzkRhiS
ywWrOx7zexSGdR18q0gHo+dpeN7Br37iJ1pmfN0fEpnbOXSLNBrDVKClyI1sh4+U+QzpFu5y4zlP
4ockiuuT0yzy4wiS3wxW1CE/ezeOtvTx7Futbz5+4B2UKMGghW5R3iulzDwYmiRKJqrDoHiCCf8U
fC4lGWFeDoNSycXtYMTjGnQ6Dlbd6wQvZGrR6iiyMpgUOHnGi4GugLf82fSs9GL1gY9lN6DEtuKn
6sE63u3tjpc2nGt5//ELmY/Qxcf+jJVY+IXtCoUJrKrYwN7Gs9c44ArE0VjEMtZHhah016bxBkbG
jtf3PgefP34E831OmZIdYwHHBDprlWB4FzUJ1yAp192i5/2HkU++B/OAp2lklmezgLaIuru99HJ8
dH59nd544f1cpeuHRszT3Y8jXLsYGrUr2/bNBsTjqNaGu02gEpnEGGys3GxjYqoAHq2HFc4b7CmB
QSye9My3uFXjuaDnx+9h3nYpw0usdfQz2/ab8jK+aTZ4WMB22ZAOI480ZxSEJieBMxfzTaWyTS+L
OpTqXKRSg82wTXbSCbSAsX2vLL1ofUGaAJu5YmcgWByB9r06+IjsIWjfeNA2CzTfX53tfkn1KL6Y
Bn7GgCIisiDe2Q/dC7asmli9xoFR6rDfsDCWca+PytzU8pOA9xnXPUzt7sFHYoI76DaPaROlmMhB
amPlvGivglykxXOZiBHS4hdrgXEODHRYUC4quLvGrod1S0EG0jKQMQllV0HBkgxOtiqt0Y/I250b
V0RF6802z0lpw0mtvP3q4llbcDZZbQI6LIqwNKhHyd6wsud/U7z6YW0MlFV1OZqxhjsHPD2geoUZ
L+zW479bHBC5gv7kNdHTLALLBE4+3A1iRY5hRIzw62hHqRuXv/uQRKO9SAnWaZirQXnlGNiMT/tD
SwbCyspUOiHE+SMZJViLxFU+lARdomPp8u4N5/VSGBDDwGFeiDr91DZdHOpEmNZf03Cu9WOPB5n0
d/9hV7KsCaYhSqrONj4t2kVb9zpONR9ck+T9Vgt/C4GuO//m/CZymPPTL2KI04OcJ9cOU4IsiYDe
YWqXHEGzSDARxJxeL196M67P9PToA5+tWvclxmtwW8xcdy3cw+9zY5AdGcNGDUOIaa3GdoetHIQg
d1yT9yVeloL4zeaaucg33GTJrCV+S2ZHbVPFiLquheQL1qI9f4Zu9JGS8WLlACDuGrbZSzcRxgQC
rQYuDNGkcCc5tZXg3QoBM1ietOdW82fi0+mJXr2Vyf3Oqy7GehXoJZNNIKKRXXVezh4vgcE7PQa/
VT1UVaWClMUdvKsXTEOj3wXtF9Zt+5hLaf3QhsVr8wwGWGrvmm7Z0mdog09bqTCl3C4Xtv9BW12S
u92OI3X2yZ18LgaLDak45f3/Y+07muNWkm5/ESLgzbbg2qBpupsUyQ1ClER47/HrvwPOmxFYxHTF
zLzVXSgus6uQddKfjJY77M30Xvc6R3xp76zy6YOzfocuc331VgniyzEpFzLTM6EuNQgEKYFgNaeu
I5eP7h1YxVw7Lmzi4upwFIQ0Tc7rmbLIwlKqt4o4+4Ck4Hq7MPODWwSMX45FgQg/xxhCyCCqtFpn
2XIaVSYGiw2imonNnbPoOJv148f8tLvk7oe2tA4xrMAi4QYuf+rX6jVgy1BoGIv+LHFoYaq/nlkd
aFtB/vqQn/++EqGDhSOrWojozM8NwIi2uRmj7R878Geav1lUN9uuE/JOOiJrXhB06klkicI1A2ZV
ruqhLslwKv4kp+zpV7g7tIl16e4R8x6XgibjJrdaYlVxJZd6FKPWxULZQm7oHV/qKxJS0gGJDPOC
JkLGA9xI2XwRRT0HPhjrqOEgKiHpVbhDuf/ym/HENxF5dRrqFSR+UJe6DhGldbrvf2g2RuUuu9Rl
5Qu3Q9SVIOoN6BWfKp08wTOod0hMZiT5QFUIc3tLD6Fo1zoRzrXdWcnVtkvMoDvc44Awnzyxepq3
noIkqDzWp6GAhNQMnspKTyMt5H1FnZdkVJmYUkUslhO0mfeRRBHRmID/yDSVfpMkQcO3+vLanLPf
2z6aemvX/Hgc0ISCEWDGN9xyutbiqKuVlCKepgLiEmK9vc3k3gX7dErunnbMjqHNEHQti3JUuImD
EW+WoyEGPr3cXx3QXbv+TgbDCZLnTP9r82v9vUo6+EyR+NWV9B9XqZpjBmcIkfY1cEcbFKu/H0NW
LuUztqOhcnVCOs5MJX9GbKDhfUdEek/mAyfYEXa1H/TjwXYx3veHeD65O5CFZUhVD48WUnm/1TNo
0X4GYCexGF93CwTWv2dxQVb6Kuo1VwnLjfOZXTdH1z2H4O/99WpOaIX8MFvR+a+GeNW1TMqt4SYp
VtIGd3B8eQmRJCY/7g7izr9juE+so1EQrktcVlcpxOD1dwJWW0XjYyv+DDiTr11D827fJEt3acZ+
TVKDAB12ePnXgCyL0GwjNveuS9ACjlAvN+M/wPCKydOz5WlIIhpSBGFJBqvUbfaoRWJviI9ghQOz
MnkB6RymHYuRjJWJ0gxLYbZ80rU46lazHtapaSAOTlTvjbEZ78xHH2Ns+9v3uf00/x6LMoS+VhR9
syimdr6gQRETo7f//qalXR+EMn+in0Yg3OJwEGsUzfAiuOrLQX7H3vtdcM8c7tr0sdfiKFMYtKIa
6wvUYClualmlvJucwLQn57XaH9q3HXN8fItpEc/s7w1SwJ3Fg44RCRwQhercwvof7CBaKCPdh2V3
gLlUxwei2x1RbdbdboVHa9EUjk9iEoh6GgrX58mFOcbyxmQgKkv1GSpCt6nXhd5IRYkrbS+DBXIK
NBgwIGQzcl4dRFsOuoLHqhnKacaaFzgwC1UlCM7NZZjyrHsgj8Buvp8XrGr+zfx2WzX/9beju9Ol
PprGQg9wgVZnc/hyyNq5LLd9q3j8RQoFHfksKnWfQ0Oerbc0JtjTHDzw5Ikn6J0IrGU7Fsu9Xf7i
d/P3L52ky4SjPpZSbeA+u5oIxN/P2dKrgQoCaq4fjI+3WTKQsDcDdRUZnTU0VU8812o1Kplw7SbT
4p+EpV51VzyYusOi79vqNlXXoigw6dtW7FUjFRaTZvHBPsLQpN3dHybBZraabSLw6lgUkuhi2mJ/
Rg7deLESu95JpgXeMkZwsOn1rYRQ4KEO4yA2HYRYekX4X+rukv1gAPBiKb7pwkoEBRK9XM5pUuPz
DNCFXWBfG1KZ+l57E8xDqzKpX7a1/a88Gi6qkhfrQcc3Qj1NOgq78qHMzLIqbc6wwuw4znY/kNox
EgvE+mKJyU0ptovu4faxP93zG8emISXPsTNDQtL0emxsjLqXPVBlmZjuAvLsu5hxIPn7+YxishU7
Cuil1Gv0ghmy/cGu9mpBuj28fGZPziZgr+6GcgPVLC87ZYqFa6mTZNjNs4lU00Q+1Ixh1lkvRaMw
x6gUPBUOXyEXrdDAWOkufNwdng5VSZjce4sG3bpqyldR0k7LoglXveRFTqd9DLKznrie93o4MFka
t3r41hhAD8ZE3JwhlQtppzEi2HUZm/KL/4NFIbeZmZAUTUJuAtwWKr3uXO2CVuriAs/GDO4kq3L9
vXTOd+NZXpbu1ghqUS9D/UT6nRD16bbybtvDlXDqzUZxr/pyXgnwYkBvfLpXzXt4u+cWua3aHs2l
Or+z5PN/ZTb+iqVJNspUqFpswxKuSrnLd3fmGJjyEW0Vy3KR/6oAvLrgz4rlyuaPvtBKvoALRiPL
qXcKgvVbRm8h/39kkp9taqgqI8kEfjw07VD3qUggn/CnerEbjmirJgLe8y+CdWKHyweIUm9/vW2D
+FcafY2R6JddNjUCkktLUS44jO/LiGpSWugjYMjaNCArWZTnZGRGOSsSTnY6xYGlDrYsoom2cp7a
t0uCtTAuy2Jt50VWEikMi2s/V+Yap5NI7+Si6R1Ab2uPtmigeGP9ni+3T8j4dBIFZHFd+sUsDcLV
Gdx8JzsXnrFdm/m5KPiKsmTm0gESas6aHlrwyybYoLM/sqYGtzF5dXNUrJWHsSx1OW7OQpouslEk
xhgkuuXZ5OibLvtKEuUntQ24C5RmFJBMerGWSPUqkGv1VJh73XN/mmZyv7uk9gXeJ6vPZhs3V6Jp
t6lThkQcWhzy+HZ6c65TRbBJkZjpLiT80qv/uGPBFusNUE7UnGSlL7c4Le5VEUy+ItFTflym/y9T
Sy7xoXsv3m9r5WbhAawQ/0QUert8KGihVBqQybuI0NGeNtjRyahNzjWb8pCa7CTapj/6VyKdROuk
IddCBWr6DPKe0ES//OxW++ZdZ4WVn0/qmz1fSaIwJa7/eZ9KAVYKVDicBZ2f+1d0JZ1yxzgr5z/n
K7ZKdk/jjgvRIFTs1QHVK1Z8u6jprR9CQY1YtHI9CosugdWhvk+dHJR+L58fdaE4RS8H46sy3g3N
X6IFdV2kMV5oi859563dG6RB2v44wNNwDuo7qnQMiZuR2uquKfBJ6y4ypLFbXqpwjwXX02cLmnyd
a2aULbGuk8IfsQkNXp8hq7JrZ1kK8ZJ7k6mDm7kgGKITXJC4vY62/cOVQSmE2RosxEXpx7CsI+ui
WcpMAZQiyqoaBng+ubfo2Htjqvc1HiwzYlzOdEuFKDgS0AKf+QbODCJ72QVtIljX4h8lbGRum/+r
vlJA1PqCkEsahMWpeTo675VilqWr31noSo3N6L9h2FZXICRTbk2xcDeqPNT1CO8QcV1EDBMWcucj
23RbTz/d3Rv3SG/ILJtJVoposSjPVnEI75sYU1/7/X1uVSankNY14SQeUzM8gXEzPf1mdsV+bti4
9QsoVAoyP1bVboKZdk5HbH053Tfme0SSw34hhbfT3aEkovP6dGFOnTFcEIWCoSAb9bwPAEMnC/24
zQ+WAduiWVl/x89/X7nCfi9gdavQ4zv2zgm9apJTOsXTYNiGjc4pRG2X4T03zd49oAXU/dWbD+eH
zO3QkfoUgsMHDB3u7PL3d72NjeepuXseB3dkBNSbmVWsYVWXaAiN/HRXUNS0GldN/IJU3A4DzOl+
tJrEUiKHS8mwN54PNdatHx9Z+aXNmvRaMPWExz40WiH4FMw/KiSPCAY+Xk78BPKFQ/fKVyeM1rNS
kpte4Voq9ZarIDWECmRDV2QGX+5P2TkJTCFDN53MeFqbbuFaEvWKs6hVwZS0SDLQ5y6beWv2uMuD
ZAsn7fX2O97sA10JozuFwKvdyUUCYUeMIAWVk7yF9+o1C61ubxYabE5l77ASLLPu7DvJPOT2Dg9b
1QjL7i0FWvo1r38H9Zr5EIF3US+HrkOLO6cTMcvDwmJ0+7ybkfRaDvV2hSCvxsyYcV6Mkd3fV+YZ
W69czbTJAbZtmc+OTVbpeAsv1jKpkKVriz6sZpxt7Mx3J0YxAA3bByZHOktFPxtxVrBRycn/U9Fj
e5HcV1AOPuomy1IvDsitD0U5DVk8Byo+Fi7QuD+dEsxio2M3NJa21t/smuXyOW5Jo/yCuC8qNfQh
za8JpusPh979WR4eGdq35eatPxCFKEbUt3kbCMJVTPbcGfXoOTR9jjXxvTUgpK7FUBCidIbY5/qi
e89oTbpHa9L+TB5+2KBWAqPQkU1IzfpWFJLMoxA3cbp8q2NrWQqIH57QX31fOaGC/ltmVmXLd12d
j27CGIc0xQQ4xIFFyXDyI0YksG8GzRG33/BmCVFVMfWkKrIoKLTvIcxKKEhgMLwW805b0rixOb8P
ofV0QAk/hu/BzOBsecpriRQ6tULBhYUgwWs81mgi5tCwgGASmbDHR45R0N7UxdXhaIAqw7nrhkVJ
cItybiq4xOfbF7iJRysRFB7Vas9h24AoXLmOVCflBxh3OjPCwtv/ypKtBC36uQKkfObTOOpxlsG0
0ofCrGuyzNEemaxsW179+vtQoNQGodb7Eb7PsfcJvOzDHbY7J/ePl4U9iFkJ2tTz1bEoUOIkro1H
Toat0n6VrwIWQmSClfAWkidM3kSW5lHQFIZ9K2uf6nB03u5nUkEdUEEGvQEzemAdi4Knii8MEBzg
EksLLEWzVbjaE3cATLAKhMtr+Qbqq/ujYIkHQXSht8qSMTz1V+F8EK2nxfLe1vLNzNNKKVSqJ6wo
o1qPcohBQll2X05vb/d7jGFg1alnoyL5ZB5D97ZIFjLRDJB9wuU9n0AzwAB5qhHKinZYO/HdsYwJ
gqH/8SJVCisGve4kg4e45xeOyHt0F6Bj4/aRGHBEt7mEWjW2QgwRYUyGPzy6JsxeZGnEtmVExVhb
Zqo1xaAQKZiwSCYB4y8iKt+Fbdw7+z8PkenCMIJ8ycRCUnb+bNPjXMmkwAkbHOU2DFS8Yox/vfXe
dMeB4p/l+306Xd+V/e/RKGga21EMq2YRg9FN0PrNpHSwXBu5Kt9kNdcsYHBLFgVMWT30eobo4Qoy
fuHskwMz6NtWh7+noeAoEmtFCCttgT7EJi+nyj6NIUh9pZP8kt2X7seO7cVsg/tfmRQuYcdRDf56
nArpxpdaJG1INDv9GZTkgnw1wzZu4+1fYRQ2zWKrhm2KAy7CTtH+9mvaTBOr/1I6lacwaeyGOE4k
nEVz3tFKfT7v892SDUffX4H9biZD3Kb7vBJH+S2lLg/+rEAcB2/iZbDLS3qsn8HlYjEEbUG6huLo
Qo4so3mT0gt+CPN0QjcGxngt//Uhs5DYx9wiQ8qWhVpLoTRhxBRBknWQglKCgaS+TGzJxj48xmk2
ewrXcigliNNqkKYKcj73yIBs5LpHPyzmfX/+xCJ1VjPoZnPqShxtqBJxBg1/BnHg3rGcAP7E1bnX
SIceltP0iGYFjdwvowzk3LxOD6VCHuzJq7E0FSPBu/z0WP0A39Htq95Msqx/E6U5GVZCV2GzfNDR
Ol0xYU+wDhZNQ0BkkJH+NjzGu5O3sGstkLJlyqglEmrsIrwP0U0mIr/BO8g+UGEY7NM9iU7nwkyd
6/58Bp3+aMbPyPEpJhjaMwONrLZg2zm5M1E7Y7H0bSHC+odRtqlURk6sC/yw5xptIAabb3AL39YC
KEM05V3RjeVy1c6pMVOeSO4/mA2FV5Y12kx/rGVR1qg3xrzhl3eKplUMDiIDklv7Kwhv+ddf8Q+V
FPsS4/bPlc9qQWPd4vLvq1BAbodR6Rcdl7Bz3rhL7dv6upmNXB+MAiAxS8Nm+vxKx5e3EMufz5rt
QVtjbJpnpiW2rKCmGYZoYBsd2AOoW9RagZ9GuCzXujuAz0l02uWj6YmnawwndtOjXIui7q3nu3bK
MRJzPYJj8O0tt8BqYxtuZmFymQGvrFNRVwjq4XBUcoji3efTu3xNHAaubrbqrA9D4festBg7TyGh
vPQ2JgsWQgmGHmybiL+fhoJuYyHo1wKIsBbcwMLWPRp02D2wm8HF6ih0V9s4l7IUG/2iz44zna7h
/R/ya+lwwszqx7TbxS7r8/wbSP7X0egOthkcQCM/d7BKLycHnIvAQvcBLvIyuMfKeGzWd9bno+DY
F/VeHQWcD8QY1+IxIMEhDdFcT1ALdLFu0byUFfkA8Tn3sHQz/2bo4mYucy2fQt1lyieeRcifXHQs
ABTRrIoogGV7F3WgPea1GAp7NaXV/LmFumDupSHBqV3qJQyd/Deg+/fDUXCR6mCbiCucBWkQbM0m
SQdSyZhkjlW6rXn4wBjd40eE7QCMt7Dl/a0PR2FHCV+97grIhboA4/XXfse/N+8sMaw7pHBjGv8J
vUdLf3wxyKn72e7kFl1pMb4amIfdpXuGcbat6G19NgpKMmEMUzHC2bD04IRlfwUJf7IOxro/CktU
1U/KcjGWBUkfZFRAPgfXWNqx7fj8SztoumalrpNOl6CC0HPF2b8nB0wNzB7cPcPE8w7PdwezO8pH
8YgZCcYtMk5I0zerucIB8QEpR0c4BgfDrJzIOYJqkSFn2/r/PSOFJigVi50w4yaPqGSOLRm4pYnC
Qi4LFJrvWYtqOHsf4+YkxkpHaCLn2Rh53uhwuoU1Db1Hn0SF2H2GcYxfD673aof25zBGwwxUGE+C
HmPlS2VCaXq513G2nD1aC8G6ceEelv5+MFYzq/Gs70ghTDLMk1ZIuF+0ZmB/rLTDHvbGRJf/67Kr
IXDQ2YUd1Lc/Ksse0VTPqaiVyG7gkJgNBg0kbO31jwvKHM/GSD7rSjel6QKvK5IsIKJVZcqBNOKM
85PliKfZQYoI3Qaksn4o7gEnRNstYZxu60rX8r5daavL6RIAgQnvgORhQ65oDbcmiSjmHe8cTAwq
GmiEYeVwtrwwTD9roiItzqUifD2nmJZhP2GnM5TW6d40NKiXrGe/pZ1rEdRrVOIqEqRGgHZa1v37
4FwY4LzpHK0F0MZ7NgJRSSEAOa8lyEBbBuJnzD/ZmDnBPiOGvC0EXYujVIMr+qrlIlyZXpM+QK/5
H4aAzR7XtQRKGTolHDH+AQmoGqNy906yxQMCieBtpWPKoSw26Mh6v+shB5H9C5gzQ/Pqao9wfcBf
wBC1/GTa81kfibLaYTSlSHN9HskCMKaO4II1D0+JlVHbDM3WkihT3dVViL2y8wJO6BYUGlC0y+2C
/CE5gNnXYrPdbzkHa4mU4da1vqiRVMHnqoh8hUPHtmiMZ0rnbIq2DBNlgIhuadCD7whvHBnrH+iR
ePx4vv2tGPpNVxXyspJiLRpxgZMdRo4usBdCb6Pdv1CHriQUXNYUmY9vpLQ2Xz8nsauNJOTMOjIr
AWySWmqJVjlebx+MAUR0caGoJyMflksEW0cMWqrDzmRtc9jM5a10gbYbaY5pZLyrJePx8qKaMmgq
AUWeHV3vsJWZqe2bpYy1PAoq5C5J9H4BI+tFeOE/ClLv79GpmrnyYM4YL9odCoE8VSF5vPxmPjXW
Z6TwQ2lmeR6mRbg1YHfTwtjIwo0tV259Pho3xmpKRR6agtGJ5tyYy1q17OFuh1Wy6HJmaD4LEFUK
O/rJn8Q0XDTk5TSCmtG56tbZJaP79JvhzmwmJ9YHo0CjKXNsrZXwysDuLu2aX8rr79vavumPriTQ
OYO5x8oE7JbGYU6wu9IuIhgOvpyXyRO0LaBzz70MWLZ6ZFV2GVBPJw5yZZxnIcYlRu4jsxmSBe/0
zKwg9UnFd/jrz5by6xjuka9GNbK/yoqZpqC7Q5qHWVX7N97gv/CKHmcLU19XuODTpiAvhpUmIIJ9
D+xXcLb8tM1mz7LMDAimB2glUI+PWrx4NPVD9HBh8UmzUIoeYksErU7RqLPoeQH/IrGzXUNOJAqI
FBC5B198l8AJYL1m5j1SgFEmySiBEmJRSWy5nnehtSzu/ollw7tHdO78j8+ZXvjE92OmziVeAPyb
kyNY1wr7hhVsCt8Dqn6zoIpho+kdT74yKFUsfr43xTm9hb+Dx+QhuRZ7YNX/h4dAAUipikFWjYs4
C07iy+mZd18MJxbMoCD+GQWxCFsnb0MK6/HRyQOt9mdQxH6iMTIvzv3Zla+ufTh8Dugxmd4Y5oVO
F1R6JE25hhMOaKp5OZ18lJkLe2fE9iNr/wXDNdCpGKXK2naWpc9v5z8UHtIDrLrOZmV+Bcd0eqDX
C7QcLGEQ2OIRLINR/RW1rQvKBSzbsplNXYuiIpQkq8pJzvHM0NMFYjLE5kjfBliC+qB7hHiv2JOC
bT3Y1bMsBmJRCbHAhV7+hG7iMBAFHBSEEE5q1TvXNW10SCGCWTorGEHMJ3PyjciCzgv0StwryQRx
nYlENVLj2BA9EoxYPrjkh5f/hN91mX5c0sdyYeZnTpxtkjisL5vyUNJMU0dNg/yE5OjAkS0/Ih8I
AhjnZDkMOuWbgHUm4jhpwU7U1jM7RK89Kz3N1FEKUyaV07BladFRhBjzTnKf0DliMY04yzWh9zkJ
SHVGQgU5tfOC5hHEndcUlWjfOu9bIlsExVXTNncJZ7KSESx1MaiERw/O0TmRIPpl6cNx3vdYggar
MO6WzbLu+Og7rkpG7EzxzDsMPpDmyHm/04GwMj4U4kAhRGyY0gxFkTRZ4j/3fa0rlGEDStCibr00
dZRq9zYlYMBqJHOQ7YjVmEE50Z+yDOyx4iVD5DVFoYIEpZjbcfLbzkt4ZEIFwzRyw8wcOZjM2wZi
AZbVW1wEoclE4w2kzRRBoadl/bEB/40gdl7b9c+BPmWOYXASQ4ixcXUqry+U+Lg5GZQfX3NWnTiV
RdA1s1crBdebqjSlgZnmvfye+mnZWkrM5dLdiB046TGO4+5sSKFuuEmvptqp8AtZIXot6TPBYuWw
sxp5VH9LbamUtq9o0ZuuxOioQ2MxNqSMRjuTEUMLd9IwoJBScUJ1zuoc21PasjCeizGUPoqpqH6B
8GC+T2M9ueaJWD+m7cTZaeBn4AfQJBQgxbHHSj+pSAurnLvhHE9ddj+gvx3ZaM3gOruXhuqXmBfJ
ezb50TX2wzQnSl4Wj34yy6mJQWv1JIGwFjzZfR1KZlVH4UuYiHxF/H7g0ZocDpMjzk1vuOh7SxUn
64skumJ1HVbWSakxnWowRctOGIncYURG8F0F6X5LwqKV+JNQReljn3FzfpdHnJCZMz8FrR1WvoxW
oWzgrgEfJS8zsh1vg9Zoe3CJTi8ApCQlfNzlhSnltf4zj9O0spus6AWL84s0stO+6y5BJfa8M+pS
LFiZIlQxJkjzAomgsG2wfb4T1admxiSi3eRx4RNBMIyfYVQoya4bpxh79rqZe+xR10KGMqrawjKa
UGjtpAItJpl7ZXiN8qCY9x3uTiVKP0jtfhqDTGAoH904sqi4hiEkdIOrOjZ8fFYSV+8Wm6/DRgRv
iqdi2m40hakvGiIX6hA6/GwMKaiENf7c1QUyDFlqRJe2aLUIFyLlMum7Ap9CqIy+MaVJyH76ZToa
REti0ROx0SwzFSGvY9yKIquWWKp6b6dIUmOGQ40yjQiJ1p70ROMzEiHuxuprSesrU+ZF/qRjJY1d
l3P1q/PnurIMVED+cGWQJ1be63Dt9UEzMNSTiOFxKA3/okVZxu2ELs06R2v6enRbo+4mS0rTMSdY
RaGdx2bgeYublCC1+3GeCizoaoK5JF0laVgsVdf6xJiH38AqTVdFBcsSBAAJnaSJp74Mc3UavEEt
zXZwVSl0+uoPl+asCHxJC1NghcS2DN5PQweQ6JTh1tE8iw0fwejpcSCcZ04diWE0qjPFJW/n8KFI
1I1tTKpcR08UB6TofI1zCg01VV4xAnuQq7gl/zGCLhwRIInQFOybVCkLPEpjorZyNnroCJtMSePA
z6SqH7eFUOEldFiSMcoA4yNqsAoKBaBj1zVFF8mzp2qKo/eFGWrtoWtUpM+nP4YfMt7MljiF53UY
B9XQRNraz7Pay8Uc8F6h6sp958uxo5VQ3qye+ocimzVTikbevn3G73oEE8TLoqKrMng+aCOR6o02
NCM3e1EZG7bSdQhx66I7KI1cWIWiCIwPR2U9Pu9U4fHJZFXQMJi/aNsKF/oGO5l5MeS9MI40Mwjk
8mT0XG8p2G5yuH00KtD8hyhB53lAtA6LTrn32iBJRi3GvMdjmfFeUfOfYqtj5DICFaHsz/Ndrgqt
mQpc5dwWTM8KfkrG9l10XhoK1kR8xverQ/JcHgXYZDJ7YL03jUq0eb3fDZ3xCKoac5JjSxyvfZuY
s7SPimYkEXj4SenHjFD78+N9fbqSIvBwZGRelQ2wDn+9bIOXGgNDVIInKxJvYpuFJBJtUHsSj3ll
h4Kg2V1ZqyagcjSnOSpNI+4bJ4u6BP/LGJBs6P9UkSabndDmx6zjuRPPz/NTOzSDgyVOtQU+0XSf
16Oxy6uwvORo0CRTPvlOnsXVnR4U7eX25X73nXAmGBd8PDg1Bp175MtILBux4z1pnO5KsfrRlhJr
2HNDSUFepBi4NrAa6zSJQzlFdQePZvTmoG1Pojj6FvQ5etfEjkU29V2UzEOULKB+ipDvM5WwUpUM
5HYFOCpEr0gqmRhKO+2abM5MGUVcxnvYEqVCDxQDA+ewGFRkxOdqEY/wHjxDsdXBbHx3yBiv+7vL
iSuDvcf2HphVrPH5qnCabIS4VkPyaj6qjmLbTDbfK+o5z6TmCI9AJWqntqYyqoFpzFMfMuTTDUp4
ecsPUBR47xhY0FXKWNVGWiuSL0meMDoKNqYT34itIXnnZNkyJrvRS1eeG1Lyg9MHhZlP+9vauf0D
DEXXJdnAcTXKZuiZLhmZutyAnFndGNhJB4J/vjpo8vws8E+VUO1zTfJiTr/nh4b0UWPf/gkbnxmu
l4z3ockaNmhSsFd1kD/1AmCvyPqnWpCLQ6ylumyGvi/UjAvf+OAivAMBYvBcQPP89YMPkha3sdzy
XsZLaMSNtRlLSntZdrSkGZ4HLvLtRuwTJ9fizJRmo2Ac9rv5kkVdQoe7IYpQOrrgp4cj50ObeK9v
BOOoTFFvQ8sb+LRq+pbnXMFAn+82BfIUTQC9rAxLzVPmyxc4fq4MhfeiPFZ3mpDnBzQApo4eiP1D
mvjZHecP8r1eaBUDzOnExqLa0nLPomyI4NSmvRERyfUB7X+8l4qYgy2MxymengsOHGfdgHlE4zEs
wmsTK+YsV4yvvHFqiNZ1hJOLQaMtaRTI4ahzOHXF54tTYPr9axF72F1JSq00o8a9rcL/5qx/BS46
vkJFKfJFUe4g0KgGwlWviZ44jZTd6yUmquLmEIXRIa+qnAyawJC98XwkTVDxfeGLISAQv4qek1QK
Va4SPRUrEixwtwpmkvVg5kT6jCHquymTZU1WsSQQDSUCsg5fRU1RFHZSlYueg/Ej8/YV0jWERV3W
f5y2YVHZgVkRRUFvLAoE4SQfu4Oeq6fZT3/zUXOHBmaLS6p9WUXnYQ5t8X0Y+h+x0dgBz9l+ggWu
/Ezm+EOsJjsY1Ifbv2/j4cpw3eGVLU4nTODXs+uTqpXx2IqeIoVmrxZmVL3FOTLYmEa9LWmB/K9O
EC5iJYnSpW4GJ0k+QJIW2iVnxRrhHsL0+HRbCus8FO7zRaTylTKIXpL0Ft+fWrV1fGVfGpr1Xwgy
BAUIL8C9pB0GtayMZvRr0csb426o3+K2dPRBIYrAyKRunQgGFJPcmoSuJ5paUYnHUdCx+d1L49TK
1Z9Fqe4kabC5RGPo6tY7QGiJWA6UJbxEp8MMX9N6RQ4kT4nbfBdo2RP8iH53+942LLMiYp00Qg48
NVX8bI9aYYqQcKoQpIngSY0fmIPeDXvsWgtmUqtiR4pImW1VHZtdrWvlfiq7zp7ghp4G3WifDFnr
Gdf7/dAKvDAguaTosJu0H9uGnNyHdcJ7TSPOBBuAG1es+oShLd/RTIEfIMqI7nhRx1De12eWJBqs
Jz6kl/Xxflb9U9t2+0BleJbf7QMcWEClhB21yErQc2btlHHJkhD3ErGx26xwqlJBFm8+Tvz406/E
R2lkQOd35VSwTwL3xusaXG961iOTjcHoZQGRDShkH4Wy6a0k99WDrnazxw3q+B+rKKIouG6KjjUT
OCUF1RwSPnox13DrWjE/hoXaeL0aFiys+q4UKi/LiMXhYMCJpgO2uNYKOeJH2SsyWbFaOWncoQj+
8/emIculY2kYlMKAXnxVipSrkz5sICWUM8VKRmR0ii7TGVf2XfUgBdtvkeE2kFmg+ZhmLcv9sZVk
Tx/9ykPoKLzj7RuPVdNI9u23/R3iocaQhhSfqsAJlL4eqMmEOYrTWPG4so1dpcxgsfic32WpKLlT
3E/PIdexrPfW+SRE+bCzyLLrn0WiFZ6MvuZnedEqXlTLfWaFXRxPhEeGWSZyUwQKw4x9Vw1NR9rE
AOYDJBHcfD1jkU9YST5UijdnoFLQ+7lzuqZlsYVsHQrpTQOhKPIFEh0jGmXSzxW6YD0NvBPFfG8k
wU6IRQYqbX0vRO+6BMJ1DWthqOJSJpetIraZ6kV61Jh9L6d7NZWGne4XIXZ/ohhQ6X3AUJKNoxm4
N/juqCgpokFpfSGrY290suIlatlbehiOR0SIJZkEo2WI2vBfNcgysN5aRHgC9pWvH0ualKSWfUPx
Kl1L3SKbuGOaJ+pOFerO67Q62Odp2O0mTpVMeRDjYzZOAqv/fMPiaUh7oYtTRiJTgKZ+/RXR2Afo
XM1Vz+BzRAXjoZUDW85f1dRTc4EUQksCFZULImUXjRk0bN037Lm+pKkl5B2Wf1+9j7I2+MCfecUL
Ey0icROOlhxOIYHvXTLue1MUYm3UCrFyGzHKV1HByGlc1+mqp6uhzh8VqRmHh3iKUpEYXD9KDDKY
709Rh8PKC7Khiqqsfab/VifL0jSs5EZSPa7w/Wudas2fcvR5hon7fqhFCrwDBbXChVbn66GaWeWA
rrzqibVe/xR7Q3JSCeUuEiVNx3iQmyeCn4c9SgYglG5vLzROSVMu1TyjDQfQwUjNUDhDgX5/hlHY
FPR/pF1ZU+NKsv5FitC+vJYkrzJgcAPNiwKaRvu+69ffr5i503ZZ44o+A9Hn4RDhdFZl5fplpm7o
KOZKiLJY8I9UmVre9LgpGOv8OfWNbCMKYnm4bQ9YbAWCH2rdUBcwkZXAE2QUTBOj4FPoke9p2F/8
apXoRjbjRrivh7rfdYMm7oNxlnb5KExujPmMqyQWs3WTZd1jJaVbNcZoSDHxU9eIK39tCr36JrZJ
+xKXU3lvhIPu9HWbfBooLXLU/MKtK6aqmiquQhQli6rOM9kyhhqhf9T4npEFvl0ESKfqmfakpRPn
yhd0FB4npAu2C/69xk5R7YwRFVhN9r0W5ksikhiGrzpsdeoibxL9qgq9OqlhV/WOovdhvjIxH+a5
TzBpgsMy201LbwsOKtxhSARK4mwxp0jRcCHGoen5ZoxG2lgcMeQZ4wQdM0hWVWz4G4xe9J0kg1tX
D0LttpN/F2VWfT+EQ3JIE/NZrWNln0Lxc8LUheuA+wJ/jI6sgfvMeBai1PVW2wWmZ3b6dNIDlCWL
LCiPM5ItnKdxbRQRzZmw8JBcpONZxGbb0SxXXiaHwcpsPfultAGpu4RggS3xy79WLhZ6NSW8QITg
Mv57KWaTEjSdVhjZoTDvdAsrJ2aiG5zNu9dnR0sOyA4iiw49xSaDwQqqa4mcHOYcldlslD5VqZ9t
PUDO6vZ7v4oGFKRqkEGxwBQiKraIpSRWDjBVkR58GNP7NIlo6jU07NTX4h2eTr+6TY+a74uUAgWi
aCYNv1EdhC67PL1QNLKiQ3X9kGei+jQhzeL0amdgQN3we/ZbDeiUdnakULEeZXHMOdSvoi1Qh+OO
RDf0A6oTjGHoKr9V6rYvDn0SqIc4n2e3lMdx3YTt70QIo/siFGs7tBLp6TbbVxJKCcPRVeBNwFaw
tTuly5RgzqziMFa9NRNFCUoV4AU/kMgko160yua2/h2X4/S3rxCEoaCQaUash7oP8wojIW6w4iUs
D92cA2cCj9KFOEXETIeW8zCu1SKlpYmSJpvQwIAdXd5trOWxnCpZedCqwXfyurS8doSbhh0I0sMc
iuGX2cfqzm/HGCtMg0h+kDC+YXP7pNn1LPAp8C0M1ElRRITa+R6ze2YGBjMIAWUoy8Ms1fqTKgC2
ImojRS8YCg6gmw/xMOUrUSy6p0zDNHcSpcl0xKyFlMxWou9aQTNWrW99yMGcr2ZrWo16Ldjo1Svf
b3/Xq2f+/VVRcUDhBYk2VnuXUa9ZGOpVHhI/Vt1UNu9yeNnrMjeVj9uUrpwHUIIeRjVTVETU3Jly
Jso+iaQLWnGYLSlyKr1PCRIMGUcPXysT+rowylU10emH2tylAERm41eRXimogPpYb1r1uYzsb61n
x7YR48HW81Ybt7c5uz5DDIhWZLgqtLYJWN0lTcTiU4pXrXuVOgfzU14lmN+UA19U3ZcjVk66f0tO
RVlYhGThPZuWyLCoYUr93Hap6SVDB6CVgaqtecCecVEjkRgGzV+jNSj8DC8Kn2DBirG5rlKtm0qY
TMML5ESJiC+aMZZS6FYYcDzz63NUwRJoSLCfcP+YxwuRmeskj0xvBMTP1kwDiyUBFUueBj/UIo6g
XIvjJTHGCiCDF2qYOI1dzcD3EERUWIg2xuZfa3uEbnSVIUwN1puyrrnZFOGc9YLhRZhVsFbmuoey
1aSeRCod/jYYcBa0VkVHk6InHJDRtcKHG4qMFwoxcBbgUjNi6cdTPWih5c3m6JS9v4/GCOiA5jT3
0roSTrelcuE8MU5Y1w1ZUk3xKlcZtFMxxPAQva5KJ4NMmpgKdmvqicVxF66kRFVpjGOBimjQlNEl
W6qJJZ+9WRaeqCebyIC9Rh+84Foyr27GI8RYar0yFaxhKQov1XtHzr+K4WiUEcdWXB0buEGEKGoS
FhRgahgT6/j+1ISRPxaADbXxKi6KUy52GSfDu0jkG26FxLmFCOXyyOpQSAXfNAqv6yMAGbWgi+7E
IM/zv31TlJnvHXVIVyChx1yNZqVIGVlm4Y1B5G+HzIps1JUbDhVWrmHVIdNwYwDqElHIZdRt2GaY
0YjQaK9Pdikldoch7X7s1sa0HoO/VO2gBZge9mbLSMTgYTInN+iToZWar+1T8cFsR7tyjLZ1br+c
K3fhm4hOC34WEiCAkVxez5RONFNh6Xsx1gVgWMP4eVaN/LlHSLSrJit4bRGr7mZg9NaBMke2qTTq
i9jpwVEf63TdCWZOajVodnmZ1tj9q/4qCktpiB6rgc5xGFj/lX5ZDSgQ3QQ2FOaH3s6Zb4P4zo/N
Odf3wbNRuittLbn9of95+0hY7DwAIKhNIdOgGqgO0I1SDBVlnmozS809HNnM7jMLnZBVJa0AycZk
WD8fnXyqK7cdK9OJzSi505tmXAutngdICXb+rpDNysXm1fDOwIrXgyFExakVi/bR6sd+A8ridp5D
P3bqJhCdtpUsLA+dOq1xVQP4bhJKQPRyNBfrm4Api2a6TQOYT+RNGYUCcHU2j7Nu7lWMYi/KtSQ3
W6F7S5DfuH18PELsHYkTcB2NYe77eQ9og60MCsmi+6R//gd0YEaRIURWG0XNy1ua5bxtIxV0DG3C
DnvdtfLorVQrd5yN1W1SC48e4eEfUoxqweiPQsxC09y3VvfgZ/qzUa3a6dBqmGIkDxx9ySPGXJRg
JJhwUoAvzMwTAucg1I+bltcbsXRJFgyiBJAfpJyNx+S0i5QeqO992s/Y66Fk+bYpanNjTt2dakwS
567oXZxHvVT4AP/A+AFcFbwrxrkSeyXEJjiQG2prJImed04tR7zx1OxcJkQQkkKB45IhU0Fn8UsJ
cl6xhTGH3iBHZWVHWuCXbh+2/UsT9AY2RxuD/N4MDdWlUxqO9thMXWeLo9xOdlJY3akzxTx06mAI
AoK8uhJgul2RqAq6Nqf5o9ez9KhjULni5okq+3CfAkX6JZa1AoT+1NWD6aDog3A2koOKVxW7Un66
hJIYncWJ3CTQhczDyhR1nLVYE/aA8Fc/eoPoG1GyhXjtN5wnfBXJ4iDh4coolH47jmwXYtnocW6a
XeBhAEe7qu4qkn9MtbPDRFie/bkSDYB5UbiUkSpD8H0Fx5amLvINaQw8KwYmpzePQPRv1FrDMrFc
IK301leBUygxKmPZy4z/FeO5q13vTgIPu3n18i6/isEEiRnSNVIRDYHXCrtMjOHaVetUXhuDSQwh
X/+lTvkmZsCcASSOwYMMsaEtJi1sp8CL0pdIEdx++urDU1qk+358vU2K9SVxm9jpgsKVgdukTT2X
mlJoMYizATzck+LKkf3diD6HKby/TeRKo+hwH1DOxMxG+MZwKS+JWBrmkomFEXl1Zh46/9mXkvUQ
ZrgqTmRxBU8CO6AEXizYX/gBjILsLcv3w2wEiEwS9pqBxWwK4oy2UoqnoVKmdTIWo5tKWrDSAyl5
GEOzWU2hmZAhNPs1+nHkozgAtl5IcK0reC4PPtz6+y5XHoveMh4BUMaus9unw84JpqrJQvUf5Wzq
aMMRvjwe1UfvSDREsRei9UbdSoE3alvUe7MHaydhyc578+n7zso/5r/xnW8Tp599oX2/aSOChv7F
5bDZVD33w0ZCYcLrMuTc7Kbw5iNmVljxehxIxQGnXJUO/8Xp/1PD/q1LTqcIEHbMN4m9Kv4Mg2ob
lZMjz+ra0MyVYaETadr3ienkL9ClqTFzeF0kj+IwOgFQDUSlmCFfof2nnkQt9qSsJ2pVAJTmo3yp
9QStSqQSR5gF7UHTfgb1S9eoThgDoXf7vBf0iHX+FZinUEhJoiWajvOe3oP42cCOQl9w+la0FR7S
asEmIKSiwGnU+WiYf3nY4WioJeLs2POnzVB9jf5Mgv4tQ5ejHPzQEl6L9fUjl5Evp7paRRQsfrdu
nfnfQ660aS13oSdFXm/qNubxOzkw4Vr2cfsIFywQKMkIfwDtAlSfDUtMPwrkGB601680ItvVIcVS
61AnpdNwBPZaOyJrBtgCcvEAgaB+cnmEg1CKZqEqWOU6yLTjgmTCj4xHhO1hxvsHFbpZC5eEJB1b
ko2lZkYFMYi8wR09f6fbj7rqBo6AxYcxx7IsXdI5KSqeZ5cUp3nb9SlIVcVvQbCDY27t25oTiV01
qlCGACg2odTgcylszUmPpyYq8iby5HX1qLyKLrrxSG2sjtVHOgInmf+4LRFL13ROj7mmpJo0Oe5A
r8DAqbR00hClp4mX3rxWlZdcMe8p0aYmFhpQiWY3clfAOElufbR+q5xsI9sH/i0PNMyERjaQwGUd
cMEIFMPXtQi9KC+Gkj2IQbEujPDRrJNVOVt2lDd2rb5aQTkSs63v50n4qtCHKnSb2+e6oDARQSEw
RGgNWALYvxSXCm50aWRZ7Bn30r3+bH7qzq/CETe1HeD3NrEl0TynRS/5TDTncSotCrfymnxXymho
Mj7qqiPDyFvpsiQteM/wEBBwINilevOMUBpVYZWaQ+zpWDKVDxHpNGyEjzk+z1X5mT4CtEog4W/g
B5HHJRkKBwjyZo49FJyP8YO+AyY0e8we+5PkVbbvFElOJiw9+/tTBFjSQDsB0v5IeV5SDVUsL5pV
NfYCsSMCfBW0OxPkaHqV42otai2K91PQyoglHqyTaiCOlyCmkfeqrfSJzPvhAd2SWKuNAIijtRbl
8JwWYzXLOR6lVACtwaZr8t4a8gIvgdCloQPHQNMDunSIUKQ5Y0u+PMCmFuUW2eHIa1zN/UcfDuAU
KspA4MB6XX64KPVyGPjocWji9qGQMkxThmPm/L0IAJP7HyIMB4gOJX0ea7iTWkD0sr0vlYIk1jGo
TY4MLJ4VsviGhTDtekynrFajZSVd7MVGFpNaiO9FYeBVeRbNPcBXcCrojEygji8PbayKsq5TvNdJ
7sd1HUowk9asOTUAwihPmL8mDOZAzVRL3TYfLdcfrJgjFNdeG9qAAPHDqAg8ZcQwl18B4fyI9WQi
9GCkYWOhZe5rtKG7oah8TU2pOSOm13BkfklLYUUOKsaoycPzYNShP2P7sZ/QhxxbayRr5g2C38SO
sWOLw9yC4oV3A5gD8HzoxWbL4HopdtWQB4knaV8Fzg8ugZLUNm2kvS2YCyxdEGIuMgi7rlRjIfY0
OXWBUd/5g+ZhIIZ7m8yCnaaxJtpfJJrnYVVggC79PouSxIsGq3JLPw8GMs3Whx5njY1iZEhi05dI
m5tDgC7/gQuBWubzzxdgrm4WohrBTZF4jSS+yoK47kTtPp2EjS/qAxlN9S7WlZcqqDZT1wQEJU7g
J+MqtbO4C50xzUQSAZnMUQtL34qO1KXhAAAIbAE6L4DFw3SHxAtrjRhj7Kbzo1FqnAzlkjCh3Iaq
M9J6SBIxsWwVK2EHDBvlvTlU1Xuo3EtytLGQqLl9y0vsKEiR4KKBzUSvz+WTjJCHikQrBTtK7UqY
MQp/oan+uqSjoz3ujAqrsDvFGPwmS7zO1YGBCPMfUvO7QI/1j9vcUNFnrA4qVBqF1aJ5A314l9wM
Sm/FQz2nniBbuV33ZYGQdHBvE1k6snMiDDOT1pZqUIipF6a24sqY8vP3n28gXYdUGHrA4f5cMpEF
tdI0Wglz0LzK6XMsb+r46zaJJfFCJQoxJvZBYowCE79IVYY121YFEsFd5j+OybbzHT3b3qaydBsA
wcLYAFQga+yUoqrztXrUoBGVYi5/o3kNky819DlzFO9SnARg7B86jKWum7IQBilMvPI1hTcohMSX
coyT8YkYtHZdiWs/S3dpWZF58lIjvMsllfNel6zrxXdgLq1o0q7E2CmsM8EErU9UrfTf5s9yX5tO
WLjh8fbBLthRNC8j/w7kBrAHrOuNqDBqtCFOvELwpii7H9PW1pvNkIRuWPJasxbEHQlUpApQDoQR
ZZH5XR2pAcY4Jl42zqTVv4ImJ6mhcR7VgkSihQfoWdT8kUH7Hmp6Fk30QhUOfj3hDs0PMW1Rlllh
Dg0ukYdnXWQHyWB0hwGxpouMZo0Ds6uaUYaZ7moiF4E9z7sp52EeF0SfFlFp9xPtblSYBzZUedTE
hgG1auqQxsAWm/ofnBiuHjVrYHdUoOsv1UQ6NHHQNnriVfWvaD72fQTzjEUZ9dNtYVu6GTTmoW0a
ogbHjTkwPfZV4IItsAI/WBlCzAkKbCVdY1QX5yEvXQ0UBcVuIuDDfJdLjlDoqUfAeVNPy7A1Sn2x
MKnHiP8+sqOqguJ46aATFuOe9FXvZ30DIjpmyZquFdxL4aFKeegSeiyMKUIpiSK5aDEJCFuGGXSV
jE0GOk3ikyhK3LqOtoleOS2a04pgF3bmDo0QHHd3KcQDPXS2QCxg0a+6x7KunuZBgnHy5CM6Bjoi
rvN7E9NVnO6zTwDJ41zadXqU4if+EGTEoxRjNFgllOBJdlNH+DG7uatsb8vgEhGKTgMaDkES2gov
DzPRZjHL+in1ZukhGYlhyyXwfqtPtXy5TWhJj2uwisgfAuePfC/zquLYxPbsXknRrEIy18wfk1Wa
EON5/h0k9sSrWSy9rXNqjMTnYlkJyJtCGPsAqPIPNehILzY2PzlKP4kVx3NKVGGd6de5CKRQE1Sc
YLefjXQzvsE05oPb6naR2H2yj+JVUzpdtUtWt490wVhdnCh99WeUS11RstGS0dV0KENvdJvPpiPm
x/9GhHltfTDPUWDg2sZm/Ra/Jz/nwvYfb9NYUk9ohEboDOcfkBWWhliHnTWlmde08WeB5ptmRjeT
3jj/GxnGdAiNOIaTkGVe2WibPA+3czq9GWrMc5uW2IEL+A1WR5TBKkJA3Xwln5PMG9AFTTq016yS
IaCFBo2XTVuyhrAfADnRuYpwzS9FAKgRAKCkPPMsJdZtyUejro4tHbfPbeEtAXKPiAw4UiSGWA9i
DGrLwk4XKNwmskMNgwQa2UZpFJg4DqWlzDI6gaH0JBTvUaRhnq1hVmbamWPqxd2ua0KitXdy+lIV
664E8uKX2O+m6CML3lF6riTNnlqee7HIKx3ig2QOnaPDhCCxXxfKOEDcC3FjIGgro9XgR3Rhze0z
XaipIiRETQXuH4Br6Jm8vLmwwWxH/MuwlllZqfbsfGS7kfwmCvLWOXZJJiivcEguCMsFSUZY5iSY
EnWIMlQ9+pW4G1zRjUjYkgdpV23HNba7cyguPAQQRPe4hWAImA/6hc4UlCQVmtWLUI1+mq0LzAND
dUoIH26ztaAFMZ9FpcPj6H2xk4c6vUTfR+unXqKoaN1dzylWRCjH1n8WGk7KfMFYwq3F5A4V/SeY
88Qo3LYCPkdL8NpyDL8hfRbEGAkYZ+tsUsdt2SGezNCDeYjQgfkPThK9WJishrQsEgqMmUayRpYz
/HiG6vX9786L+78HkKDdDHh11PghlxicdnlZSu8XZRiEode1HyVg+KKGVshul6F11UIh+valLUgG
MrIAjgD/RtvLmHeOGWaNLsxT5M1haefVrglUUk+cYG7hLcM7hAsNAC/CcTYviyGfmZxoKuph6jGb
O0fUvnQLNY2/R4/QPq8/dBixiIwQjqGKcpihPeq+4XTCe1w8AtTN0RkLkg4dj+Q/VY2QQcYhNCVt
rDG2NvIw8tQ1ETA4kSahNC/B+cySt7kvJc41LZ7gfygCM3wpE2ojKSX6DiKvNFJbRfgvx485Zqzq
YsrhbVEgziix6jAt41zKfZQUGx9QqkEEg/r72BmcIIVHh9GBVleNdGRg5GUVKnhK7GgZwkjeYBD6
VhifEI4M0jMqoINI0DFvCf1rfqKZOUAUtTauLSnZ9MrAC1OXiQCZiGYdoBLZy0mGRhOHGNksVGFn
Pfgykunz9itd0Hdg4w8F5lL6IEi6VAKFRGzcVH3HBF+7Fo2NIB0wt8BBaGffJrjEEiJhVOW/Q3x2
QEJnxWgB1kEQpd77HJMRxKl+vk3iWgAUam0BZKIQDRzepUhj5o8/Shl0uFCadhEmpG0/Rl5t5Prg
KBGMhqPTgIFNZ4j0jZHMHfLkXlH6q9TS7mLlR6Sr+3Ac78OsxbgWY3ObreuXCmg/DARquVBG0KmX
bNW+oFrAcGcemrRJD0M0PgTmqY//WiFckmGej9pZaSt0ReahgwDzlY3ubi7vdB5KjscMYx2i0m/D
Oi9hZ3U3TbWIRA0yjFmVktr6ffvcrnUqGKKFJVTvDJSJGYZkS0jNWBwyIILu/ah8bjHbphwbsAUM
bag7t6ktyQVGDSCBDkcaBVBGLnyxE+AVwpMOY1T2IyTHhPG5wnbSqm6/0O/ET8pciTt9vSiZwZul
TYrs9DwhMFqs6S07T03j2mkA0XQwqavYKN3ImxW0QAq+AyY3ALcAB54NEwxgq4oplHoviXz1kI3p
6xgH8mo2tG59+xiv1ARMOmARdMQHbWViM421r8tCVfW9h5KqIxilE6actAg1pRcK/JICi43I/FRv
6hK84LUKpOvEzgXFejXnSbsBeC+2BbGWV6rWWM6YjNKP2wxeJ5sofZh41E0BfNXYyR6hWUg5nNDe
63+p8lG1t5JBMDwFGE9MzrRr7BS6TfBKML/pIY2BmAvFHbbPycwKPalM8Ds2dvE7BBoKc+g7ZxY4
Zv7quTF0qAydRQR95Ydo+ZRBZ1wFWkUM+RQ4tXInc4vyi9Jo/OGIeWpKp8ayb4EjSHz1jMGy2+i3
5bakdiPsqBadZMW5Mx5r9O9nrAVBFFY9ABTeYf71EDrS7q/xR/TsMP0bmU9UjWHCLgnAYw+aocLZ
zb+KyJ7tQnbc21JwpXcZCowyLEpkHDMqBY2+TzHW1G80jDbFhORft+lch/kMIUbBo3u7kytNwfOK
HuPGieoHVSXtxvN7UqYEuyFeRmWdaJ+8MU9cwlSznF1SqVXBnAYgrN3LVklEe1iFlf0yrBRxo+1+
1u8l4Zzpohye3Rr9+xnFua0SKZRwa634nCgHNXhOFc7YFx4JRtQLPxKnKFZxmspDP34M5qFQ3jg3
Rj39K4V4xgYj3cAtzllGhS8JMwdjv6zQVl/LhiQOGsPytS9zFMWSisdERDSkw39GTMrwhCnpsYLZ
q70nRiMRfRhjpeSQWDq2cxIMS02Iduo4iAZPHsmw1fcRx9jzWKA69+zmsYwhBw2w0MZvcnsf94+c
O+ERYOLBUJGEplLDwfORfSi3aByowjvlfTj1B/NO3P+I7mM7Pd4myjk0dsR72gaAzhrB4KV55RRS
ZRfAJ+Y6B7e1SAXzNjDokGZbTPr3s6MrI8weSHNcjT/aMgEQoOYEGkv2DkOm/kOAES8M0RnSpk0G
L/8EdsOOtVOTrfveraO1yitFLCodhGjYC2Ki2IfhMJfchHnqy5gkNHiT9CbSMeQrZKiwYRFroExb
fcMlcbhb8l7+Q5D2SDME+2Rsa4MStEvFFiPb+GgxpWXAahlkyDhivnyU/+YOxK7MUpcMZlwMSGRO
XxYh49f730sDBiEhxkU/Btxj1kc3O2NAMxtkrqyPeXxKw8MUn26L9QITFyQYg1QUZWkkGHbqydLP
Iv3Ec62K+wb9/w9SwXm2C0b2ghR91WeyLXcluo6x4sXL0gaJjnfF/Dlig4jEi0GX6aDYi1Ls946L
SzpUuQ29gjcEEbAG085NJPKwGUa1eBKw4PmAoz+UGEVHJ2BIk4HH1BaxnWBfj5oLbqLYgj8SnXN6
CzoPQ6NNpFTQQG0By3PJVSBO8mSW6QCMe0dydSYDsl+3ZWHx4LC75zuMxjxDRvlokjK3SQmBHsRd
VgUrjEwkqr5Rx2xzm9DSuSFhjYoyumBQl2ckwaxGbVDTbkTTf0eicZuWL2b+k+bXpO7v/Xukx1Ge
p/sjKA7k8tjSIh6iSClG4OT7UyOQXHLLygbeJPlraBIG6Z1TYpiS4yIYRLUZPWw8wCQqJQ7trs55
gfR1NZmSAdQA/1A5hGN8yRDGPQWGFvWj1yp26YmuX6xFYTPqZE7X1bbgdecu6YdzcozYDWZmFMKI
qwqVZK9/CnLgRNOLHLiStAbKmNNgsWD+LphjbmtCXtIaEzCn9bGTFSLJ/GPPm33I2w3NqlVMvErq
tMequ4Q4h0O/rcjH9rQllUNK8vNOs+my3KNzW+TZe8PcAzqTADJPhyFcN1MLilRacgGi4bZ1nGhX
f+02vC3bzAO+osGI4IipLjEggFhT+PbCebJsYH712YxykLCsC/MR8dmrw7i9D7Yx2dkb3+WQYQc5
XpGhLJ4ZiV6Q/QZT2LDG+KAR7OAdsSb814NH7LsN9u5+3r6Ub0DTmXN/RY3xhFssBMMEZlDbY034
6u0wPN5vH3+tXWF919rjemPzxICdUnFFkb63M/4mM0G+gR6jc5BW9XZ23kJ7u92ScuOSnPSuYv+I
ydOXteWwyjaFXBFmfLFZFadErCnh3ulfZgj5sOFyR5XPfz9PFNMuufP1/+dun3rYsbo6YX/kNnYe
H369TCvbFn5+cp7V8g1iOh02iQI+gfmslxTNZuzmWhfk02vrHFYNuX8MsZkcq7xLgi1wZHd0nnmx
9LKMntFktFQ3Dbnvx758yrfivL6bvJ8muXMLp7mnC3+fnkTytHm+LanfOcSrkz2jyTztKB0w4aoD
TSfcHsrexpLGT2lXfEJYNoFzxMZaDkEm7v2XvJwRZN67P3Q49NmiS4ZRopQdZ+Pbn/9oJfoZEea1
x4EyALwHIqotPviP/+uhMc8bE2HzGAM45VPpQBqT2e1P48cUe5t0vflh1z+Oqc0jydjLq2Nj3rcy
ZELUIrQ/TXaRYiL+6y/bzg/G9rjZ2XW5OnKlkfGlrggy7zqxujqUo0A5Ofrn5utZ4vhPbLMc+/ns
eAUDU3VUEetZsJpcwH7mAr/rn7KzC8nG4YnD8oLmP/JwVcxJAlHrZ7xmtP3bh4wc7u/vT9tHffv7
4QGbb9/fQXY3EOeT5/ry3jTbGIvRbo0iSKC8fx2dQ2ivttsH4pnkZ2Db9idHSthhCFeHymgQqema
EU2Iyin09s7bW2MjzUMe9NO6nQhWvn8GH9yjXVTNZ0fLKJC6VoqiB1bgtN+vYFf7p9Rp1qEjx0TC
TvRhv0meJhKgrZlrFBin7opZRpPUZoEdq9Dcp3b1fDiED4dks8JS4+2j6qw9Y+3Zki07tb35PN5W
YZyXweJjgiTRCwxKkk8fJ8BySctJPnIvkdEuatTWaU5Nz8EZnRVW+jyuH4jrurunL66nsux+nV0f
o1cMM4uCfIDE7N+ao2UXD07gbDg+wn95BPASUXzBVJBvXXDmnGCnghQrUqKAozdsKMfkVbJ9gC3d
xVhXdNwcj7yBRmyG6N+y8YciYwAkDPWRJkpxn27f+q2a23C8+sNENkfeFIT/4ir8ocXcVx11wShh
qsopI8/Om+ScVo/QLL/WBL2xP56Ox0/OcX4j8q9t9h+CzJ35qpQHlR5DNTsf3eM9mow7J8BAhGok
M9kSeUs8Mrrv0etu8wSc3VdI0iMNPTbzQ0JgozgIkGXT9OfrMJbCGkpVShrw7ySbaSDZNnty0tfb
b+6/yOl/iLBp0rbKAYVvwXORbMoXrV6RzY/d5rkj/xsz36J8Jqqm3BntXIAZ7SM52b7dEc3hsEKV
8I3rY7shSrUOsiALldOzc6/H7uDsds5ANv1AOIKy7JtjIvq/3x3bpYCMbziXOQ5NIdjrRF4HFzGW
NDgOx+5wb0e99Jb7PG/jsAShvfAUPvmd65NN8HSMRLLnkPovpvwPT4zWL8dUTqKYCv/hFWuCyWSD
rYK8ie5b9iPdB6djCWfZttO7n/ZTzNPNlJFbd8folaEzM19sIvr0Xldvq+3pW5etCXERtv6AvcMv
T16W7dwfjhn90htBMxuUZmc/6zsMqbnbwV0RHvafG667suyd/6HFqJZi6qo4KSGb+/1kH1YCWa22
656sXQSQOwTKt58CR3OwY5CGaqgwdQ7UHDoH6dg+b754HPFEU2FCR6Q+OzkQKUcaGXaHwW3sU4li
LHKdPN3BpcXk0LRCnLEii77swwrjcGIb+nclnHgxFM+eKkxwOrWAdOnft/Q62fr68PZBTuTh5efP
wXlHAM65JS5bjFdpTXkW6gkVegkunonY0I6c1HY4ftX3LPIbj4sF+XVWmObityF5PZTbtw+BIMaH
Q0cMd01M8h6TH9hubE8ELgNH7S/6dBpmDgBADrAXm87VFOhjzPNUECA07nx09pzPpzbwirWzz6d6
5cys6MqoZM2UwjG3EIFoJG+J+DlteTe1+HzPyDDKUYUO9jXKxjOcYeNw59Lg+vabXQ7czmgwKhCr
7f0mscBKhmGAUBKHVUT6PUY/Jaf4EK5LZ3z4HykyCnBMAj/Is5xejrxunVcMBEnIaCOi2fDMy7Lj
eMYdowCjrjXixMqUU72qHXpTo1enzo+nzfGLl1X9LrnfEgrGcTKxUHJQVZxkBzrOKnR0z8XzPfKY
4ggfi73CAgh1VnXwFGNe1unpayDBB+eKOILHQmm0MjeGMgOJ54NqYxwlSSes3lpxtTl9JzeO7FtV
nb0jOalQGg1AZ1rvX/X1W7YTRpLfbTYV79CWnac/kvDdyn1GyjLrrPA13M7hEIukdOFVYD4eTC43
78c7PEY5pL5QZZ0JSpX76tyvViN5zPe/UuLCw7X3z8Xm9mUtm48zzhgtMTf+LPUlDhGjeMkr0pvb
x0fDfkDfivdzQ0vo3GujBunWtTE6I6nmEQ0loBg968J6tN3N5midspeE/DPbeMYcoyyKNAjiRsFh
JtTjNQi4264fVVqFce0dNAbHarEjs/8Vap4RZDRGBbQQ1q+BoLjW3/aH+9W2JfNd88vefB2P/+Ak
0ZWAJmqsXsfcSJWNg3rfwqQCtYU7kyWbeWUQ9RhWTi/v2swxX24LyvcK2MtruyTG+DPYcaX2UlLh
Ve9fkb5CYme7XltH1Ezww7GQC5noS2KMU4P9alVWF5QYUpxk9uqQhM6WuHdNR0tCPHJU5G7xxjg1
VaPWPdYgKqemxryuyZZ3FSnoUPWDF9nySRsRw9gc+8yjyTz0QM2nJI5q5WRhj2ruFqpEBvGpsjhk
uEfJPPAwj7J0lMCb84rIaMD8OLeZVrvcfdpsgEDlHeW1/rq8OeZ1S7FgSUMHtvavB1En+bvo4aHd
lsVrG3ZJg3nWed1HwZB30JGDs3oFVu5B7OzWtm9TWTD/l2SYxzzVYwEoNlgZ7L1oJ7ijgGT2dK92
difB4eAd3XUu4JIe4wIY5v+Rdl27rSPL9osIMIfXbgZlWbJky34h7L23mXPm19/FjYs7VptHPOfc
wcxgAqBid1dVV1dYK6xVroI8Uzruy0vEkXGPfNiil1rQPPYVNIyY6CrFv0eU/CmvSwo3bcsDY2Lx
OXOEGKNa4HSAUn6DEsCAETn9urWmbCX+eYm6ejrsR+IYV8GhsWDMp13bvwQfvt09pUtOfeFc2HG6
1osqAczNiDNOt214kTtT5ez4JUdiYbug2TMB9Z0OsM8eTgm0ZNQh62VvcmRP3HVL8cR67shSynym
WeBeFOMYNF+sVd3FxnEGCWvSPPmQs5QNmslP3kth/IGfZHKd6ZDysr81L++DZZAx3wDkXZ0ejs8W
VclbTMiBe9vut9xxvzVpcUTdGJWf/+99+fdbv0VxapB1WtBPih+opHH+RGuAs1ur5T6MJY1hPEfE
x3ozDriYO4qaYBeuNWpoNFWJSc0Fc1vwhRLjNBo02Va11yJHSbZm3hJ9N/yKnpdc04KRsdDJI0Ci
QRMxqaVC9qbuAITx/XghjhOCkoK8LDjeSfMemLTMhBpp6foRz+Ocbr1nKaTcmQbxcspZyqn198t1
j+mqfSSPcSGVmJWin2EP9+bRLzY7VFM1agpPhtksJfBmCgR39sASZPKFWPHxtJO4VNx3hNwZsY9r
lHW8dbDeoTdo8bZcusfkafnf1F5r3Nor0K2ICOC2P+5Jsu/WdDH0XVIRxp14VaG79QgpDe0w10yQ
9KoTQrgrWNtQ/XAWBS5EGuysYTUMRtxK0JLx+KKfgDC3ahZTQTMPv/vjYkKN0s9qt+uqKaC/mSMy
Xr3pOnsAVj1W+aXNYxzGmIpe3RmTl0wApZou/PqSq5cZJ5Hkfsm3LVaRvGQq0TdBTit9LQcks403
Y+kOWzgYllEvrarBUMq/e9aa/Ithi78bkYirarVUcF5SbbZRMdRjMGlKEGXuEdwKps3vK7t4w022
lBRkGUTwtLvTBJZ5vhnKAOROEKWiZ+CmlgCiNcgRVa6KrL0N/1ymVu8UMN+vxefQktNggciLVK2k
Icd9AjRtZOJFC/1cAJcwk71mGU7TEvTxX2lDczPdLzjjhfuFJU4R06iJkukqi2tLHumFo7FuKuPS
a2jxJBn3IbgISZsScobJ0HwTz6/YRs4SIdbCimZSbfcnyYQkGLYZEqnPJXTsvOxBO9CclcP4jmSb
h9LbYsKNhfn7oTiMCwFqLV6z0wMMTRH7/FMnUzC3XaxyT1/94BJTGBeCPt4k4RWI6ejLTTvapmh1
jYVi1GhZK7DRPXZYM5mO+01kXEopZkOkTk/mF0VAfL8dMe/ldNTsBSsqV5SEZLXSzCWimyV/zCJl
erEMPC1x2kwf02wupTyGpL48eyk6nnfIALbGuC3qAGyTYZT1YdlFA4LjhsY84U5yRZeCqimM+Xli
/8hgwpzWEJrBr7vJeW37VwspDvK1VEf5F2mbf4QwsU2hJ2U/uhBym7pAK7pOKJqODug42qTO6r98
v/wjboqMv8caUSfx1YAoYLu/7ZM9rUz6jDTiwtZNzuDRzjERjaqmkjoWWNRLzhOMry15iGlTHv0+
44zaWtQjocTvR+RlL5nC4YA32GqxQ2veZP/ZLMYRFVnbuz3wkKAA1Ydhj9u9jT/QZFr/Nmh6KALS
7eiwwm2m2/QrvC6Y8Pw9/Y94xjENWuLKZQPx9tFGB7TVmIvZ5aWDYpxSkBaqLyvTCm+4oNGIfLxc
0PTmORaa4NFWuvkyzK8F5Zh3uCpQMgH/JAG5aFr3Nx3kAMNU19qIJxGwnnfRIX7j/8jHZp1aEaZu
n8PVYv/izE6CAw5IIRNXCPBHmGX2CogA3XbkL4NbjRZy296bB05kiM951PjGQNxlujGsAgOjDRlI
gA6Ikcr/bJBrumeAdj3xEgKRVAH/wP2y0ScmKBwn8pe8OoUxMC9TS89eH+vMzEtpaiHRwENoYGaM
5abQAnfgs6oQL310Ab09CRp54WL5i2zO2B5ETABQmLkGWyezDF3BhIFYlCLC+ojc4jWy9u9eSY8x
aoze4bgWtmeOOulq96oSzNwRrFS0m121O1jX1nleUKbZBWsgQf2L7gr67vtNjTIxUNImR/Owj5SB
VJhKtQQNNRePKIBQAkcEMCSAa8LIiBNARnm1h+iuprfRDDFJppEOkGwALrc3G/TQ96GpHtyFnZ6x
TSDOycD1ApwKkFmYG9zTRU9uShFiZYlk7aoFOkGzGKFPDp85TqAegKUZc8YTrhdzIdQ9+GYKsH5e
zGPx3r66O26z+QJnm/JkPlbNObO/k8RcCpHSeWPuQ1JpbzUSXgwrEszIXG0B20hL+7G0uecAJkQA
Do1jA+IICy+bxYWMAAGeLSIR2Rep1Ypk9JAYkdAlc26pjEmLajxwe0xNtc4VJS5zQTXnMvvoWOEB
bwwaDiCDMAc4eH1fyi6HkHkjHj77VQ0olxUCdI13kjUN7JSa47FbPV74TAMIsHsxIggcDky8/ZgN
CxW+Hgc+kS9SuQ6NVdOplN9FFQ3PuWOoILaijUZAbr4gdiZYwl5P6PUapgaB8n1viHwXJZzmCsYF
iXGr3YrrYg3ArNfTki//22fEKCzQH7BGECUBBJclkk24UE37QoIgcxioWXzwU39B+RKTo7r20FTJ
keSjxT9Je8Gnr2GAOpG04QnaSXWNCE9Ld+hcpH33QYx7CAUjrWMAw1/AV3bYx3awqei7t+KIdogB
53AIrcwnp6XOxOlXH20Ds99u57uKx2Mb4oAY52gHQ3peUKWZGPvbwjDcfH+kQiP3fAyYp8vQmqDW
DOJtvwWQiLIUzc2EWXdymDhbb4DgLniQsw3XjTUYtO1s4yCT6kKtODWpVJBNmC1412l//vX+AfPy
fnFhLSdeA5CiC2SOFvCMW97M3A/wi7pUuSwYx+PDUtmOJbB3KHKRq5POihsMPZtdRUI7oYpKDhuJ
WuotMxfTtEtCGX/rdzEXjgm21SzXnNXTQ0qXWB5mjNEAdPtEPzVxoADb6X4XwbfFxVnnGhfJlEjq
pABzNwFCSb0rd6zX7aviVNcQL09QWih7IB2rqR1F1EOBbj2e83dAWtUkii+e4rh/Hu/5z9UDXpHn
EarATag8m6Pm695LMt93L2NhqtWu1pJ1JhtEaNEmHMe2tjST+1OfIA9z2YBvBUQNwMjud6JPebHO
isi9gE/tcvGBZE5uS5e1Oh3ZvdLeC2FeBCpaPo28hJCX2/GPbW91ukWuyxZMoSXJKnP2trndYwzh
uMZMq7fyj09vm43lHz4Oh4O0SZ7wGj+F6M7bbAKbbjbP9GMpefO3nfHRJ07n8i2494LRU10Fn2ii
w/7z00D2vDUztDPvC3JxDhs0TY2bjUBHa4VWAY8uQstOKvfjAxQwjE/UEIi1GccIvGZFLEvXRTVw
tNuWKKtx1b3lA4lX2ZF7W+phmT2Sf8Sxj5kE8GrRWBruRdZzGqo3pVh4NsyEnzj0bxIY9+gVUp11
LSSUdroOKvJeEN4qNgU1qH/w3nLSv5RUXD02H/GnUzaAMKaB4g4Qajw28/4cgyLX+zRL5WkqNiMF
kekxIPaZOOg72kGdruiYWVKemWkaxBCIRdEEj95OJLDuhXpV7IZV0MkXPCoEEw2laM8pTPd4+OhI
ZjWWhlju+ePxSv+WbBmFuRPKWK6aguBariG0NGE1FcFYUvDHNdf2/rb9bZi/f2crs2tXRQaz2aSU
ntSEAD3p9PL4O+bO+e47GOPWOaHl6gLfISMRZGeb2AxO3sl9WpPhllrqq/zJLdxLMz7yTiJjqyLo
iIawaORLGpD3XCLquvTspSh4xh7vhDD26IUicPcUCDGN47v65zzGpHdQRDs93r6fwcqd6rC9Vn6V
an0ptvJFd/zj+UnacL8fC1hSTnbaZAhyzeUNSBiP/HuNRJBkYqJg7RDZ3PWb7hYTel1ipJuZoMCy
VLAliyBdALvZ5H6+udNoSDIOQO3YPYyKY4bBsy7V/kLADUr67dnRqEMV+sxvBwJO9q/TEkHCTJv3
vXzGIjm5F/1E6SfjSNCAOFVx7IJeELzs1xF9ep1mrA/XZ3/jg43vtHCmM8nRe+mMaSJCS4Mwwurb
W/ChbmCZ/QoNl3Dq1tPrLlsfANQAENOFg55xfXd7zhgi3vr439OeTwOopn1UVpe1ymEO7qxZFppK
Nl/D57TjnmkuVrFmreXbeTMmKQEZGukMyEY7hodS4Ev8vCbjybKSpw95FyIFTY3/ph/ifp8ZGwXH
VquNGk65suzUvMD5OTJaMN+0JX2eeRNDElJwMiIlZO3ZEVsVHKKppws4UZjPp7BdOzHZAYjAQj0i
MAey1H00g/NxL5DJb2RASqmFEQK35h7ElGvo0Fk3z6rpoMVUnGJWigTEYrVn1rV+Wydjt6CybtHc
D7HoL9nnNnjD44O4+61dtqf4fRp6WiqIzAVedzvLWKo2Jplm9JDY0K1pR6vCaVf9a0aN8x90Dzk1
Kk0f12u5j7DLxvqkHLW1bsWWfFhw+HORw92HMEYr1r4i+Ak+JELHy95u171LMBjiBLvdTtrkZJOZ
6Czi/4067PwV+m3XGcstQjURlAiiC+sF/WyYq8icckDAy69Oi/NXMxH/3ToZU5Vdqe3bip/WGT61
6aXJqKKRkrci9ahGC8/VmezZvR4zJipyEgeYrknaSNsUfpB/fttUaHM8TVVR87ELXNpInXn6K+B0
8VyQXE5lIlsA2j8qbJjomeZ5gBiy4OZnetzv1qYL95ecXurlKJVwevq+2ADlhRAH00QYZsPYMegg
AlNbL6zvZ0HgXiIT3QL5OgqiGhIVFJDebSdarxYkzMYj/6iizvidaqwTPe4gITdtZeUR4WBZhw2e
O4h8lpKd8/fkN2GMtwkkpZSUFMfVmmB/Aum6efkbHzzppsM58SqxORBq5AtaMh+cfBPLuBzfSEJR
iCA2Idv9HsMkiIfstW4S8ovsOhNPvc3Ks3+vloZxllyMzriYGKwz8ZBB8Mtti5DEtgV4mOzKWcT5
tbPwqtw8c2YKZMGQLunqdG4/Xgvf1sy4mLCOq07uIDoj/hNIZwgmFnCZ7NAmaX1Y9BmpvtMSke+i
OTKuJhn0ELlsCOWnkSqc7SWh57Xj2s5BRFfVguouLZFxNaEfxYbcwNVst2oHuOXn1VSJ/m/GI+6M
kKWorpVSj3xdlC/+m/8s/lZRQ+XeOrI9LSnq3/bHB4fG0s30hsCpPBhSLi8+sG+jA2ar981LuRPM
z3VB+5qcz7gfdwcRo/gHlSCc31ma8+aCmntC/og+/387zKbNQq8TxmayV9ESCI6TRNTZYWrXt+Tz
Y1EzrUn3m8z4oToFumzfYJNhoRzhP+x1TwgJKNT12juY0Tx9LZnIgnM1GG/Uot8r5lMFb5bcjo8g
MeLX6GdYUc40zG77DNwdzzTeuB2wEh8v9m+n5KNzZhxSGHpKGddYbFQSUwPAcc2ZZxvJycYpXAC1
EvQtT/UgdMnCjrbm9nn1TN/eXhGajPTtgBajxx800y5+v/uMo/LlovRzHreAui+sTw4vl7XgtBZF
9qQhvx8LW4oA2cqIzueVP1TY9+gLPIcWEm42sLDWgSMkRPz1No0rajskM8wV/UA+GI7y8QdMu/to
9xkvpfpRkw6hjEv18xf4Uh//+Exn0f1WMl6pkjKp8zqcbQizJcBnsw4f1mMZC48FAK7eByL9WAfg
C4DnU7ytDc7LkcRPPsVYCYeyIUe6xsEjrD6HxCqMFU/S64LpTDv0YwfBRaiCFFUE5zcTCPFu4wWh
YcBY053yKf8CatSChNmw5JsE8X6F5SDV6AmAhMg/ieB9aMyBowpHXh7v5PyN9U0O43a41tV8aYQu
8hT1R8t5en0V6NR8iVh16cE+rxrfhDEOJ6mzTJyeW5faIGV+1L/a5CqMCJJTq7oMWzBiAtzi8QIn
w310UoynMfShTSsB+xh83ar4JeM2jb5wVPNv5W/LYpxH6YeVKyQ6KrnkNsFgTfgV5+t1AklaOK4l
vWOCGr6vPbUasIHbIDXHrWyOumkuRqlLusf4h1SMwtgXtClcvGHWqOdJ/NlbgMcIzK9uZQDM6GWx
H3FepoaMChhvZJ1FreBDA1eR7CuY2TLjIxwhLqKvbotHzOr3YsF/Mp6fSvF/wtjBrVJpuayLAKeN
CfG9GevIDOqEArtiUdLsFQtk4/9dFjvDVeiDIIJzQcHrAoNIBsluiziO8y/ObzIYVzGUICFWRPdv
CuMdfMlonnBEsgE4Uews6N9M0wKc+zdZjLvIxlrQBxeyjNXelNCXZYvr3kreDs3SqLg0b7n/bB3j
LNASkha8yMED4pCm0tT7cd9Y+dqsqH05n8+OQXNr5+zemt0BKBabry8gBC7Omcy0/N+vmHEgveH6
nltCMQ07nabI3bXdrMXtUhPhDNbovRzGiUSB3DSh68EAtq1Z4CJDDhkoHekW+SDUjjb0OaWnk7kE
tDUf+Xw7UcalCF0bu9KA9b3c9jfNbvbj6XCd1Icuvo7mvNfU5qOC51sWRXYmr23aQnK7GCj2G5RD
M6IOSI9wL8FaviHQQrD5e2s+9v6TjrCGLoIxeKJnkDTQBt7foh5f5GWZSMpFVjMigqKpX2rjmaIZ
VgIYetEliPobSDIZ9VDAsZhp/LQmkgukJPRD+LN0h82GO9+FMLrRNn7M6W2mYD6dmO/VR3Tg6W2b
fO1vAfqkkOoxh92/AX875ya/i2VUQ5Yz1c3HSey+Nv1gGvyvMPXsXmpSmQ7AoKyabqCUvx8f2myW
5Ltc5v6Rs2bkuiGZnKaG9f4FSwKm5M66AtduKSiZU8rvwphwlc/0ui6TXLmMDdWLQ+Juxg8/dgxz
CZFi1tL+kfQjaK0rpXVFcdrOG3qhpddot2mvQB9cWtFsmu67ICY6bZNI8ZtJUIRKEBCEbeTTge7r
PGGKQbSVZSyj6Qf/tRGgj+/ezEJZr+VmOrCIAIkQXd706/cyCsXiBjKXT2nkbVzhwQoxpXnTHQ3l
bg1tXPnWP4Pk1DSXdvLv0OejhTF30Bh6DXjEIBG5+tteQar6xq14sLwZpvqLmquXCat22OAv54RJ
2+t1Y430NY3RlE0Bb7P0PbNX/feTZbyNJBV9O0j4HlSd7MTKnP7cWiupW3wWzJ2ojAFzZaoAocGA
OdESeHBNn3QQxKVkb9xEwMnaHuoDz0vGPhf4fZfEHKrccroRNpA0PiN85mKqEcNu4WnQBgp3OiWy
CZRpwcXMWf13qczBGuKQaD2YDS6hQYbITBy+RupsfEK9Z0LDEpH9/b1Ub5l+k1UmWUXLJ7rKgevO
djq1DeZHy0FRLrebALglsGMVRCC+rRhmvipK0yUgVKabE21WiQu80CWqDWHpA5hDbWUXYaIoKxf0
Y7ofSW6Ll3bF+9RLPmSeor82wyTBUDhS4Dze7tkL7PvSmUMOQQjL9TGWnlagOUOFln8z6G7XIPWM
UINozivl0Rfpn8YlNtrZB+530cxJIyHrqbEP0fkv0erLiyyuVbS6Ny764DpTfNPfDIPy7jZCt3i8
yZ7/q0oqGFanHie0wgpsqz9vpFj46GtIRAPU67h/yc7eyY/J9dq9+qhr/l7Y6zmD+i6PWXCSYJ6j
0SBvG+aIz32BqmZLXAwC5q9oZ0b+e7B3wGU2dgqQSzPLdwaMfq2k/2KyzUDLoQj2ExWMlYjC7m8F
EGxEE3ifdokxt8TLxNdOna1s6qm2Mqy6z9NJHgkad5bsbMa27+Qy4UNSar6L6TYNz3HgUgM041Zg
pPXyOcLWzvJavvxKgfy7Gd839X7Frb+0xVmxpS9gYoqiFgHvJ+ILvJXyijHkT8y0nl5u8ua2rTa/
PXtYLRz6nJZPkwGagm4spKXY8YohB65GgjaxSxc9BRfRREFn2Cb2lMY5VVvfUd4ea9lfrA7Gmd0J
ZJY4gPfKi1sOWobebiGhPj32ZrDiW4u7JuuPzbN7eN5YxH/5W19C0wBaBmoAVkeYIVj4lOnSYz5F
FpGOMEDSjeEIFrmhyjS9N7qKu+ieHfXg9dEu+mfJOWXwpGBOScg3nfSWjRpRuq8ks6PmFHZmYPQk
4HOSix9FvlfCkoRwgTGQQFdRuANbWJIeW522/ZqLGyrql5I7+COoy0j8J1nqF517Vn9fwt+6yLfu
oSHPhjpXS+4iPFdfUr0WDR+Qv42xd8GAc+LWhUvb5vJ43+bCxDuhTJg4jKoAxpiCu3C8WSJ2ssPf
nGApWxC8gv+B6Ecq7PnLlUcvy2mpG3PuWX0nnLmLYj/R/NjAitMGzcbPUcyb3pMqnYfczAqQ23Jn
MV1Ie88MAMBE/lEUFjKikPRC7vWcuygiLSrb1akgEqP5024/ARks/SnKdfPLJb80hYwyfGIRCktx
x4KuyoxzHmMOk28i9lwCnZtI/5yPU2kyt3rOwhgp+ChWC4c87eOdccAqMJcETkQR7Lo/oM30RufB
Adu7F0+n9j475M+yFdqaRmLUCw8WbS109NDkuGCUfzX2kVxGucpcDxVfhNxKWNev5dabWkvOFZVW
SKSYlz2PglpsE6eynUtq2o7nhAifQ3/9HFuGiubN1Imp9PR4N34moP/uBqZtsBEAZ2LdpMJnvaq6
onspXoyA6FVE2k8Unz6LxCyNZ45viJovxD4/NZ2RyXhKva3d1JclNFprv6StcVLo5roEefWzpHQv
5EdGMwN2KCbv3AuSZMkKl55GbtvcbH1LfYocDNvoT5prKQPhAQtk4wZGke8LMBLi+B9r+PQlaK0X
VUGRBPzL/a1vFEMbi6mK5UouCv7Hz+MEKA361NTFhM3GX+Jz/pl9ZwQy+8sXSuknreJe+nJV12i2
bn83e20/WuXhkFzgsu0A2UFxtaDhPzsu7+WyXBtpm6cudty9bKOv7S06ZCSxfFCVvbv2axRMzXLo
MpheL8bT6Tk+PZ8WdHnWsv/ZaI2xMB0k2YJU6e4lUwhfkZontcWdkidENXDYj4X9nB+ZFot5VVkA
+YOgsY0cjdcYNS/73GUrO+4pfEp3rjWQ0EJPE5U3gAlHnylIMTxnxDzQW9JO9XnMcj1/Pf6On3EO
8x1MTClgoi7LBM4FnIATFSTTLHFHIzMwA/srtOqCfG1V67HMn4O0jExGo3WfEwRR97iLGWdAlO13
dvzrYgcRuaz3pHuXJfKh2itxuxleT6tVbGkfH4P5cUWUuxTZTqrMOlWQKqO9WBKm9wRzexhe4VXu
gEgHsyMvHpKA46U9+rfkINNoozvdvhPIJrYqPCXllbGp38NNSTeFQMylqbZZr/b9U5hMxCD1Jec2
+JQqXin1a89TRdp2z55AQvDU7rj140P4+XYFyTigOfF2mdaOQYd7t5LrXQ36IVg54pTmAD9q9SC6
QE3KR4FoIZr+8YKaZOG21MCFCqFsQJnwWpIZKpRMqekAfLp0y+mYhToYCxHYz0TnX0GYkATLnIRT
ZRZVB2FTFlqIgISYybl5byOkV9Wj8vUhmrHVXldI+WuLYAI/s0j3YtmmwTbSMqQ8Iw75VTPCXsoh
2RW2aiNoX6JYmnMc4D8ELZSEv4kIQO7PLeo7IwszyGqn3o5Tu7KlVXeN3i+TvyBo5gH1l/Usv2ZH
1KvQVvMJs+m2DV3qL567+u8+hElBZHqhNVmKDylUIh9CY6O6lkh7/dRov2qaNCTvFngNfmYPp33+
tnbGXKN84PsxgsiX7b4389+2/f6+3263qxxodtUxhRWr9Dj8uVQFaa5WchGmrEDxhus5XU7STtIY
54FXOLAVFJBrCphUuj8JQcgiFGAU7hJ7VpMDv2rLe8e8Jr5hN4ajx1TtD8Gb0dOudSrDXrDfH0/i
aS9whSBdiqYJzB8z0nND9pumgxPViLtPMaMUUC80O1sEpu/vbOIEWYI4n10wxKqYQgZ56V+X8u1R
lYZcFGWNxl0y4dhia/ksXYoBfpR38fMg98SadOQ3FJXd09z1+qFp/KuoH9BkQJNwLUWnnLupMsBv
U5ujiaUCDsD1XlLpTd9KI8UGD/lGEbdKaI2GuxBtztob5sk1aSKfNcDkfL/PoiGUWYCejuvInfx6
3Rcnubv2/WuF7F5O9YyKxYs41ESqbq1ohqNmtSMZX8LuQ9NoixllzctMaQTB/R+uo4ER0DGzO3Wv
SWaLHsOgXooXp9oVq5bYREVCk70m/iBm9rTcleOg9a6SrbngQohvsoaAsU7J2BA5o7pkpaVTeHTA
Ey15ir2FkOJvQMp+AAAVFFVWRABEsD2HWt0lVVwo/jVJUcN70oHAbyKOS9fdRy2b3ccI5Gmzehnz
vVC81TmAMlQgy2ufWUbRuhIWoanYCVAKbL2mjTTlNmUr4z7Gc3FNDCp4hFfPskECqx0sXrESzeYl
KjjuztCpYffRWn3NRzoegnXjEkygC4aZbXzVdjGh/ttFIuJS710KyqEwIRJHmsD0Pzpwf7m/H5vo
rLsyJEPW0dI0aTUTW/lV4yq8q/pXLqT+sSDhTaT6xqexaQMRnsKATAv9iCl5OspmvIpMKz9vIvtD
+1hpa8WsbWPVeYvpnZlLUkOtDCgm05sNWCaM405EX9a8QYaNjXshJ8FI86dG44lSequi2Lf7IKFc
TLJnPTNTbqW4z2VP2nOt0kZesq6fLgXfAjdmIAxGFp8NgwdUudJxCINrjcnkfD0IZvyBEy7+KKE9
RD3Jo0vpUVEwOWUzxUEdqcKWDCgpeIElxja3NhSaRpbQvnbcUnT40xkhwYw/YEuIW1CNvjf9JA+L
KOuS4OqvuZtvZ+5TFa74rwpP74NbkBxD1RmJuF/jnyR6D/m9EWJYgF+J//EcrIHvAPE1QER00JJJ
TLyc9b1a1l0ZXOPhyXiG+Si75IoyQzOcuCYAio9d/lGRgR9NXneKZ61duHdnXmYAmkGFRZiuOTCj
MRsRcMlYCj4XXgs0GLS0Gmmm0exP5b5mFjdsuwKIIruWlM0B4SpXnvvMLjyr00n26R0jZe9yCPvs
KjyG57qkykISYvLA9/7m/usmHft2LZW9X43S9HU1xnV9Gga4mOCCx72RnV2etLX52K5nHsgabgRU
ICSQGk/ILvcCi3Jshnr0k2so7nLwYXzwrtWEZsFvs73r2nAxwYUvV4JE/Cuo0ceCeEsdDD8TnKBB
5yWM4Sg8KmACGwa6aRnyrRSl18ZJwXbz5L6hxQve1exem3V85b2Fa2XGUO/kMSqQqHnduyHkpfyX
gesOnZOPd/VnPDMtSEbsjkhKVdixkT5JBc0z0vQK9EoPhMBf3ee/MZ02RUWMrtxJYXRFcDFVqXpl
em31dXPqt5Jdb40NktVeucpMecs1C7Yz6QIrUDJ0DSQI6GgR2aQC+j1qTpL87OqWX7Vv9/VLmy3Q
hs88HYEl+k3GtOhvBpAFEzduARn5+laLhA+36oVz+G05oCr1n5+SjMcV3DXo1zW2w901Ek+s2zq7
IpZoBgvZrhS445UlvHCLk4RzZ/VdFmNmeVuEsTJW2VX71ZXwO4Tf+v4uCl+4+qjeqoZWrR1n1uMF
zuRZEXgivgWbPWI7DOTfb2bYFFJqBFp+9VvajgggtFuUrlvOBu2wL+3aykwii3+Svop4JMhn19HF
a1bcyTN2nPIeCCERBVJ4Kx3tWB1RQlNMaJyuNO1Wcy9NtR4rS6/WbYBsy2ZAZIIRvQFxYkiz5tld
ypX+1D7kKHF5TWaFcJp9D+ep1PpB1xVXPzAV5T1L93Kz8BD56X0hAjkEZBBUES/uKRz9pnxxWrmc
a4zFFWjfpO+fS7QZBGe+U1bDOj2p58fH87PkYOgAeJNUoEshbkDm4l4cuuGkgeer4opkaNsQTaDt
2i8dvzmo68osz8JZwWC2EUWIN3+rhcMtGdvk6O4NGh8AazaQvUO8wsJehGHSJULQY709mu0AieYh
/Y/O4Y60e7eixlOzyuWFG+cnpte06m9CmdSk1nc8ujchdN9fxOun/Rk+x6MZbwUgzmxqDHbYFtUc
gJw8K2satqvHmz53xMb0moDdg3eMNfq8al1J6Oriqoxm7pKu152oR1exYZjpR1BTpeLpY4l/kZh/
7LIqYtEAABGAG3h/zLEh1W7RDOBoMqXezlBXTFOBCKKlfxUvDaCKCmJYKUdd3oxTSwjsJiOdTMcz
+mxIsB1UmqLy9lGEyOGKg4nILMaoUQnSIJ+WMR09Wj31f9Kc9mgZadY50G8D2oz73l+VyUr9FCva
cqsit3K8TRaRs35yD+AhOYHOYWEaQNpYJRJ6MdDHVimvvkT4OqZx+Rom1CvsMhqo1L0HmcO7L4Zv
R2+Dcu5lU+6epT8oMikKQPtpagDBzZZ0y0hWIco7FRquy3WLNirR5PEURSlMWxm96WvbRjAzw8Z/
VJDPfnxI+s8r+34VjFYKRZyrvKKWV4y0B4apoeFI20tA5Rp31df4iW4JlIBcJ/0DLnDvbdTXYWgL
muMOVNNXVUijcSPyzmAOqhnWqy51jPEp5ncyZ2W5XbrUPyvSMXvS3oOzlFuB9Op1YJREYXmwvKP8
q3YtLduBI9F97blt6UjqRjVOGh51f4rQKROTC14iw6miYyTYI7dyI1tUaHnI8ObOD0OYW1FbUNkn
o4NBCR+/4m84hYQqlSB+VxUWX9pCS4fuyf9sfLMwRKRy8OdTh95XX1nYzp+znYxSTPfhN08a1JWk
lrpcXsVNuN5zt2PjJAWJkUtzeBPgnT5REdqS8U8Oyl68Xq3UKZ3AXir/K9OxMbYnqBgaQHQJIBTh
72vg23cULecDmEwvr9Kx+9J+ZYfiUK99WwAIhHdJdnYKrpnjQEc7OnhE2ytOeACDKtLz15i80v8h
7buWXDd2aL+IVczhlUEUpZE0QZr0wpqwh6GZM/n1d3F8ry21eNVlH9vHPlW7SiC60Wg0sLAAtkuM
JOIxgwy9hrz1jFm+p7XiiqvoEDNejwspSP3iS6mH0VjlEqk5rTrxWm1l9c/crq0+ZY+Ki10lq5Al
b8ngz1eGygWVxSBJVYCVEQ7Vqka9Zp5YO4EWRLfDle/5K2EvHxLMLm4ZHnihTHOhKV2OlDJeTeEz
YBsP5DnYdsrj9Cbvet2qa1Nt36bRQ9yR2zHZ5ApMQ3y6fdTFhVvvfKUl6qj3RPVh/lhpYy1aUWAN
SDoDDfQa4CSY0Qo1OVvy8m1mKW++VW9yJ99K3gxOuf0d/x/bVEEmi2YwEPNRO6CgEtqn6fwd2/JD
faitYZvZ1bQSVbw+tzgu/DzvMfGKzGx/+JfifijtEomWffPNx5bxpa3TNDWVTenmnRMT0ze52jRK
iwOzUbuarYYc+iMnuP1051uNndrdPhDN9jN+6OBENsT2NYZOC+E79laTgCkAmkLUfkvRZ+dN6MfE
SLWoPo29HQ4IHn/U3LD0LFm34h3Pl1ZccvtK+9evZkhFDIWcgm4g+ULtqM53qRIpPmxZdvzEbJ+H
ITS193AbdE8qi9F1odo0S9OQptbxaNZ+fd+ZjqUsApLDxfUpRHan/hM24kptdlX+AmCQXKyn+Evp
IrOR3AgTC1orS0RGRLF4dM8+gMrFxWEb9nxO6pNMvAQgUYTdXkM8vd4ODC+xkPa71JXySuqUVaGk
Q1d+s+MO8XFa8R8HUAepVrpu5lY2ZPyauW3femlB5ZN6eKuZiZVZjfNRmOXqJ/HWmJyAq8oKVqxX
1cKL4GIjqAOEjkFpTOX544gnFOs0lk11eLx9Sq8Jo3CTaUgv4kGA3pSrU6pmKtKeTfBr0XH9VirH
RFkrh5SAf1U7qeO2bF2uWGlgEuKAmNiVDfK0TjO8DeBFHF0+Otz+oIWMzfxBGt50+BxUbOZM37n5
6UEydip2X8MV3ob7YdUj7kPU1GAGKHc3YYSPwlu6ARCPyfn3iaV8J5uMBeBcskE8LcHKCNZNRNLU
0xJoZbUolQY2CM7+tlz54fOUf/k1AAb+wHinLMlCH62mafO4YJnOXZYFIX2vhs0JeOzmC4EMhww3
koWoPyDzzVhecSFi0GdkKkAqGoJa6g0YanU35FPZnKR+qwuv+g8HzmFNA/mPSQJXUmpLD5yyJhuR
MNIrS+9B4Vw0da4FtUiLKCuaU/UlfBJJsqTRlhUrb3SQR0VWbbaynT+pijvsazmyMqAM8mqrsx7a
CyVgIMLOloA69HnW5xhqXDcnTBb2jvGTAjf3prlPOpLFB80WGUds0aGey6POcScXQcELkOfzGwwb
JOKuxIzZIkbF5aHpPb21BGLygqV1a+1odAxvuhh5GYI04+5/LxBqxw1p8nOuaZtTm6KgUmwL2ZFL
yx92RaM4lRFbtYA2gNL01SPD1uZfpqPTc8nUho9Zqwo1WoxOcd2bbYagWEutdHICHpXAP6S2p+Yj
K7/S8alut6LhBeNL2ljD2+3PuGaAmUuBiJAl+BSel34DpjOPQoRwUBINCzAiCL4HC7psi5lV7sbY
NE7F+4++f1BQw4lWgnVSvHSrO7HTmvVa8UTWEZg1vloRlNlkZIJn1sr5dJ59SkiiVipzuPSOvI+7
rnSQZtTnzMjYY5jm9MHlWyJ7WmhFr8JB7+28WN9ejN/o7+oLwDqKBIGO212j9kScx66LdVqfhNfc
Ue57JAQbMTFl3uGjLd4pgDjVLvDC9bAat+AWcf0EJfn4T4PX1qaqUAeLXjFwdxcGljJYWuQCPtj1
D7e/cskjIqf390dSJ7TwS9GIFSxTlZtjaUW4XdNtWaBMG1iIGm8Lu26tmu0DBXo0p/AwVzrvqwgp
5pvWFa5ACwRZqulN6BfAQ9MeX8lx9EIHqT9GvWrxZJyJpOyg1TIC9qq6PjUE2UQ8XEN/n8V2rDEe
AwsFxEvd5sfCmcFVbZxj9vivbgaoRoq7Fm1xko2svYO+CA/MpXcSiM4SJwOl9O11XdzEGdH729IO
YshL0UmWdFrRdvVJ3wiHPkisaoKUuD0kGuMCnS/jK5s+k0TFx8LUF0YSQlKTgUi+zzhlFdTly211
Fso481L+ow+1Z4EUC50MMrUTUmon7lP9ict1BgyHdKdmJp974a72GcnEhQgQXPWyIKiCoYiYy3G5
hG0fBbLWKaCnbkInhm8kxZsiMWzk90FKLd+FFMoltP6gRyDJqk/9ZrRkp/1TzlzYhd2uS6exk/tg
K30OSMoJFr/qrAj/lqze6xzeG9AHO+zJEwshv2A6sBoQ+s7VMh09eJd6G5WCzG3M1aekf4k0jNru
Hjq0pUYrCW/ovhv+yzKfiaPsp4/CpJw4vz6V2Z82x3AV/bMgEeM4LO6ljIageTtVzFm51AkReDw1
GM17ag2L+D+phG4KwgIELwkRdB03Cy8gwa9QW1kIQ8uNcdyeAt8JZEzMbUB2zmorWzQYwH7QzoXy
i6jTdwhXqTKHSLE9VXbiDbZgy39CcJBOaEut0Cbp6F5kpZ5+IB6ejOEjWMZBb2hJB0ArHHkt2pX5
c/tsLiB/APFHnp9HqgFVXjoPZvS+bpR53p6EzCzd8iR88q0dOIZVrxrkuDQLSWk0HMs8aDxs5W6L
xittJVvbDo1hg1luE9ZFv2TB5x9E7bZGJqPN5Kw9acJjpFp5suX6TUQiW4/NQA5MwNGQzliluilK
/WZ6FV0Vwzae1ZHhGpcuAAwwMowZtwwEGv2QGYSh0ruuak/bFIV2cId53WFaa4/jYUQ3NJLriZOa
3Z1dbIRdxbjGF/zyhezZWs8uH18q9Y7w2JUBRfVJ2DVDzri7Z3umXRdGJs1AN0wv0TTKJ4+TXBfp
1LYnKQXQbNg1xdZv10l9L/srhonNTuBclDHjcNDDiBoHUHz4P5fKRJ2ga60c9Kegt5tXwJkAyXIB
rMhA/rhDI+d4F4CNRrd6e43C4m3hV3kn1B9k9G0AmTSPM9Jo1Oo05PJUJGV3zGPvdcIRaz79A8i+
+7uccRvQhvsrSUWVEENZkAOip3x2SevnSSy2xzYxxT7dFD2/C2NMEgubh3j0gJxlLCxtJH8JBFnh
DJtB8x7lstSIF+Om0tsjJyIfjL7BTq4Z/n1RxIwbR+kdmBwalINR4klGjKg7JikqvWKI5pd/6dx/
lUDzIeBHioFCOPXEU42Qy9Ko6o7CpK44476UiBkEJUOPq7LDLAYQEmzN3OfIG9KlDbZqK3TTLKay
Vbe60119o2/6Z30TrAU7szlHcyLMtCk9wTLc3Cv2rReuRbOHv2MYJH3RzF8CtJzMyyiLgfWbUliY
9HpCsNQdUWiJ1nhR6aAjMFMO45K2Ib/m78Tcaz/zbY3qx78XrRvIy2CIBRIz+A5qEfgk1iuDDEcV
lYTIGXc5psPH+/aRyE9KfZRbrxN3qnivZE68B9MeQz7tcqC5DmwV0qMSLnHMLqLEG0VYxnk5HKMo
tEoOuEf9hGpULXu1xni5SvN+XvqcWZaExg7gOIAPpfZb72WuD4IWsjTexNVqxA9yt5NRrOPQ0wx/
juqX1qV2jBecqrmpHFpd8+3XjipV5li9hPWGFM99vU3Q6y5tieDmmePHZtFYqrABDPdJaDZq7ggE
aMdSZt091y7z8vOpnVIqv+cqDUvVaJ6IHljBRMUveCTGT0JMQzITw0re/4t1CADVygBTwEApw4xC
2Sdh2A1HottNva4dqd0W224jyk7xkgtPI3iSDK8je+WtBTrwv0jHlBk8rhGJGHTgil7/RuOnZji2
1aM8tFaF/uPRN3GcTR+wR0kwxWKd6RXyMB4XO0Ju5f2zoA+M75gX9tJuDPRC40qEl0C0KVM2qgIx
g4flwB/5gnBWIcopYs0xYziB+fVxIQUIDgCtwfjPo08EVcjLk1DmIjcOaMk+JjoxpWQ3jquevxdi
5/aiXvXq4rRBDmrwv3LgxS/lwIx8EuGPj8PBeMors94MXm2hHHz073TOrAKz26R3d2+9N27DTSQw
fPvVjfgrXsPFCyDVnDK9FN9pHSbr5RCv3AXDLuqdInrrBJQThRmQOzG0vSof/morI4qFf1VkIDgv
xY2tOuA1AnFCcSyFtVau68xJJcxhis2o1qxmKtYhhijXabGL2/YjKusPzL+y4tEtWW5+cYeBm1RV
GBIe8tTKSxPJcmH+lqECefGQuFO8q7h7IjG1nheRtiXAIyVVRJ8d3Du1yJNSyiicRsJRqR15fMiO
cmbp3GP6KM71/RBvmGq0g/YwcIIJEJNNSMoI2Ze2GY1IwM6IyFWATuBy3VXdL7S+SIRj0v9Mhtsk
D2ILkTzY55OjUvKMsOcqKznvM9ZVR1MI5gyoV9dYPmZk8DUeRIPgQzGft5hg8344eEevAzX13Utr
A+xtPoVoolw/PN8+Ukv7ei6bWu1UqkUjCOeTO+zb+rnalgD9N5N7W8oVPu9XRV0BrA3B3VxjulzS
Nk6jvtEy4biDbmCHlF28czDezlzllguyf9clYIj2joJJnMkEm91JcvDPx9x1P5o/TAqhq4frXx+E
GAqsPthqGh3VaX6clKrPH+0OlMq5dXzfvb++7og1We2qd0s72Vfudv30tN8/gG3r5fZ6XBUeZvHw
YZhKaugYfXjVNdsDjDyQWjhqtVOfUtA1JGplSci/x1mJcYeSKSKCfOimt1TLNsY9Q/zSGdOAyMOl
CLK2Kw6udOwChJaVcJSQ0kwA767WVZgAr/RgdO9Dn6JR+TSIitMoGFZIbKk/luk8Ce32Z8w+gz7p
M3esCO8myQAGXBqFhrYkEsqDcBTVVZ44ZY+q9kfxLJJV158iBDO3xf2W5Gl5gOLDiaGFEtU8yodV
raLXBRGEo5rviYApqO40GLiN95gP3/ToAJiUtZTYg78yfLsuTvGzjIl3KnEH9SilphrcqYo1YPhQ
PDl8Z2E+XFp9AtuVePmwm+rMHFOnYA3+u6oZzaaC4BKbBY+E97t4uUrj0IDZo8LRQawQvk7bCEUx
eS2AYevpB0yIt9dowTA0VAKBS56n/14RqAD3RhIOM2mP0iuQ6eCg/nP79xe2/OL3qS2Y1KDMpKgB
h/o30h8KenW9bqsr7vq2mKvIfK6h/qMGHY8YKK3E3Qg13vEGsUe7ZZxfxjLRwJpUG4Oy5PD7gu3b
xk54u/35V4U67PnF91N73ihjx6sdfn/mh9Twv34vbzrPDCMrZ8hauAAuRFEPC0PqC60wIMrffUaO
sosfbuvCWqo5QD3L/BSRr0jj/PviT7hCrZ7ZZ8MSMP/5mYBoJG2rzCZFTPSjmdOdjnYju71D3/3P
zDvAZoVjGPEvZeuZxMkPsx7YNRnjh2pMeTPMg2DiBQZwyBewdM64GvbrHxaIaiEoudin2eTPhKJF
UarSFGpieIVqcR9r/fH79k4tXUrwMUgvIT2IFxP9xiScWpNhHp6143fZk2Dlm85s72MMkdv2jKrX
wgG9EEVZRRxFgyZnI0a5vZGt5siRKW5ZRKssGZRhGB2yFaEEGXxp1ZYZ7lvWgs0XFHWh6Hhd4UGA
zhe8yamzEyYa33CJMJseEHUWQAMuKGpHkyXn6vU8t5CdyaFWC5MgRJnDNXoMULaWP7zAk1xyDwjt
nsXyMP/SLY2oNeNI4VdZBI3Axu8znqKL+3GmBRUD4oGk5CTGb6e1CWxsf8fMB7HWiTojcq5URT3P
UzpirusjoOPySkJfQfbIOowLHuBiQ+bDenYYVcDaqymEoG3wuPokluT0NiM4WjjvFyLmTzgTESjo
Vog5cPurm12w9e3O6T2ecU0u+P5zGTTAKgY7qhqDCvEYPbZu8mzYrLGciwIQYoNqCDG2Roe5WhyI
PoBVCCdMwQ4AfL7tsVg/Tz2QMbOoyOUUP1//xPe5O40YjX5bwlL0BezZPxpQN7HuC2LjwwHMDfu5
Cat6HMw/G8N9WieMDWcpQzkTbcyzbkCm82gryJ60Vn5kqLJ4OjBgFpVH9INcJWkSkoZdK4DPHhyu
uRmZf2pbZM51W7iN5+T330KoLWmyseySHkJCu3CMf51GnB3h2a9Tu8FrpVKOLX49x0tZtFag21Ew
pIoVBV8V+BF/Xcih9iKIo47UGfjdbUwFfnjOPGUlrIWeSYa86EfO9KEcez9JPZwW9JljlxQT4Y+F
azO2fdHtnsmgXDr2g8+jGLo8PyMtD+QH4hXM8m4CU7x7eHhgQVWvsH302s12fua4DDVq/AG3+zFa
ezvt0To9YUbS9nVv351+bqu26CLPNKPcfT4VVR8RA6HlQ7KSvbsJHG4sdVirR3l6OSR5rDfQJvZq
M7rb/Dzc1mEp1L8wNcrPj2hLxhhdbM9uG+wz73h8bMD3YDLELBuaAfIzUEOKwOFfbspE9KxqFGWe
TJqhO/IPGmNOOYtlb0mIoKCshkserHI0uq4Dy0is5yGIdS3dHR0BLyOwAIAN/vaSLTnKczH0oSnQ
YTa2mIigu9Eab3U3YACPl+zqXAB1Yvw60LhmggCgYH7Kk/j6FW9G1rFc8sbnQqhj4ud9Mw48hPAJ
5jHWpvSQe+pB2AR2vc7/wz1/Los6KHEJriN1gCzRFe78de6xwvnlLUENUEMtDMgLyuuD9wiszgPm
e0wG+khN2YsnxES3t/0KvzA7FhBfKMggIoNj/LbnnTmWRu1iUvmShBfQq2RXL9kW2RirsJAThRfb
Yizq83+RiJyLDuw50u90vn/ig7HJMVbhGJn5zgw2+eAOm25vrYE8fFDsb27VWsOBtVtXMzB+FT0T
S5nGmPuxz8W6hFkUtsKb8VOG1jew29k/D+B3+/lB5yH+rtc6sKkKOM1Y0e1vNpZ+BYAq6G+9KXvh
MRO103J8AFZ6WuEKfH5ubLLTHPP+/vFR2D/9hE7o/Ky/b6+3OF/fV3JniAq6ZueuE+pkZ53fp3wR
z9chJKO3Mj2p4MwtQM282VuOgO32jzHqdcAQm0ytl15zvyCV/yudOvZKJ0ZxI0L68zOkb1cCsXxP
9QL3bYM2uSdw3kZ25rIAbouxxrlYarcx1UJo1BpifdCC6d/ZBgNL5wkut9d2yTefS6G2dIgKmQ8q
SOFV+zCzkA4mnpFCyAhiF3MI53Ko+1Krm5ZLOsipN+BEzM1d/9julMQGturhm+FD5aXL+VwYdauR
hjSckkCYvJsTZX1iSmv/3nj8BMPYe+/EL76NcH3u+B6gcbdN1ftcmDmYCysqMMSpMbn77A8oQAP7
6Wdz+jih1MC4eJU5VLyyadRfUQZGgUdRKdfY+L2qEL3/K8R7fU08DUkqzdTdmQ90WM9bcfQ8+X4U
AEHnLZI65tcXAVk5xgBX68JpALes7djRYf6b9ffPnNAKVpn1U7g/P99Mn7fsfJD8B6RBAaKDBuFI
YpDkY4okUO2ID8XdgGE4x9wNV+FL5a1qtzYDz//KXMnaRAfwK9q5jZZt77axXuGwfz3g2UdQVhQP
aU6mBB8hHZI7Cc2syVO6IydjV0JasAq35T2LWnH2LVf7BJACao7odsMT6TJCKnutkopyQkq36Apr
JoayEEgVjGO4GO5JgsQjBsM4KtABXoopej1HE1+JyVGvaH71Jq+XAc+wAa5yGJa3GIifi6Ici9hz
kppquXwERG3ylJfMCy2hdI33Hy0GCFM0QbPzo68CW2VQHy3FT+eCKV/T6SBklaZCPlZ3kYPTZ6lo
GGA5tGsgHCZw4ZISAU4zeGChqDdaVccRsEfadCzq0lTGl7h5GmO3lBX3ZUgATRYqU85YJasF1dAu
hPo3AHj4Lw3dzQZ5jLum449bQ3Fq1/8CbVB+YDF0L9xEF1Iov5bITdGJeLcdY+Un+OBaq8OUl2mV
DN/jdwO6Ci1kVpmur16c9rkXBazFiiJq1IkjaZdoEp6jxwLjRvxEWhnTcx2i1o52uyCziq56Ati6
li1fOYXiinHerxW+lE4pXDRlO5Sd0B/5zp7Q/VA20srPI7OQvaKRLVVbV0TcgpKJIff6AoFcXQGV
mQQ2Rl6mAo4+GVt91HPAksZV0m04rTanfAJqs3Bksg/Hn8pYxQHow4atomBmh6E9AsrrNrnld99N
y7jPFkIBfA5IAOeOYuBYf++SswhXDgJRI0Y1HLWvWn6YqodyWufce/ejdqBdeMId2q5Z9JALbuJS
KLUGkYy4V5ABzeL4xtGF2qlasxvuSg3DKeP1OL5yDWiCPD3vP3N7jA+9AFpCLjKn7GOUd012YuzJ
fCFeOuLL76E8JF92fQTrH45TaY/ZViO4GHNHzdDs+RAI96MpxrnNxEn9xpbXYkFSA/oEpJjo1ssp
6fNS6PrhyG/EwNLkR60e3EBU3Lp4j/U3SVuVarqPE3DyPxnoRxzyXVF7ZPKkbiclVlreD0JvNuFR
Gl1VPuhRyQitZr1vfSC1T12IlraaBwIw7qXXwuBCN2rDLZeJE+M0XjUCAxkLM/xnKagd0MgYcqDz
HI5B9Uz8Jw18z8iCog+fFCtOPWpoHhxtCbAnLEG6qUpL9Hdc/RgLD1XyJIgrPnhj2MSSd9IA40PD
BIrhaFi7vDWVaCp0KRCGo5FE+uBkaUGsQCbyhzHq0ypTyj8NsOGHSil9hxeGLRcDJYky9kef6Ckj
CTn7orN9AHgYDL6AYc44ehkcdrSnbPPekEpV3AHCl06WqqAEHIHB5av9jlhThOcr+pYsyi/yalVV
YqaLuwgs43ePfWH6/y7XQWtDZ+jrOphkNYI2BZ6yIro/TfkbVVrMEStYDyzGwtGweQWTUhQM5AEi
F1yVZr2beLMAGQcoTdciE35J3Sh/6TVTVBpoZkcfDHVapCQZ6lyJpV0a+6suvJMq2+iylT/lthF+
G9Fe5xtbKlLG2aHfP1dyKUtV6z4zUh1y69Ka7tTSTAOrBAHMSsffwq4+9C/Fv7w2/pIpoSsB0LyZ
25CKhBS+TwqBhNKuH5103asmYkr0u3yVqSWLprAz3lgiF7cS2CGQbMqgW1Mou6zjspLbmEg7o7R1
EHXIdqaY0fd4jE/A5zEOP3Uh/KUeQhJkFkFHDujl5eHPo1pP2qyQdu1P8JiuuzW3l/bDMzmSlcyi
9VhU7G9ZqOleyuq7dlJ6I8NSKjNNKKBCkhkcg2/cOJ+31aJCD0oriQZ3coEM5o0eknTdUrpV/TX8
FOANYoZW1LVxJWd2rWcxBZErVSSzHM7kd9E7UDdIqRRo9LHI/biuTvWn5vWaqZ5uq8daSMom64r3
9UlKpV2Xgtszc0rpTzrZje6V4R0Xb8v85X+TR533UJT5wk+gJlDBPnqTgYavTHIfP1Yb7v5/E0Ud
cT4yknKIYY/cE3kkm8DxMzM/jjyGiP1vgubb4WzrfK7jhQDUH7NO+rPw4nNmFIGsVggsgI5vy6Ie
NjATFaOjcLOijwI9Tb/Ubmeywn4iiWLoxm5odCsmoDZJCkcsDkmEIbzldwSWs9sCFzwlmvDnLkhl
5v0HI8GldqSMC13ocn+HKZ3gB2uc0tc90Ima/djaGc4dgI+kQm8cCH+E6r4NOMx+B1Dk9mdcH4/L
r6COR8HFbZBPqb/TxD8jQVPEodTc/00EdRQ4xPQdNyb+rpXFVZx4Rr/pZdYA40U9VHDSYf9mXkfK
VtCuPIK9pPN3dVCbXXHflHetwQDtXJ9p9HjiL6CzAUpHmHy5Y7IyckIyTeFeJxsFrASFhNa379o4
JJlq1hUjzppP7GXscymNso8xryaw8QnhPpACw2rBNIs2SbliRNX08weGD1LKuYEITSJQie7TCPsw
jQstivfNlHlp/hTJZuKjSxNsA6MdF89pFZhqSBxjMitka6QSA/yA9ifJIe4KJ1Y7xx9ZZG7zZl2q
fvlNlOqlWHAN6YN4H8vGpsyepB6MGMlDB+jpbdNcOIQzRSX0ltEUKqEv9HJLk1YBHgwz4Pd61Nil
9lJkOTge/EMQ2sYDwNd7EcOi/xgKw4XS8Ot51YE0mPMoaMKTrnispCmqG7SDJvvWGd0R4wFMvKzt
eBW4AeqGHGa36PZgVSCdSE3RRubdVVcE3Oon4ZsFE6MnrF99C+UCJiNuYjTGJvtENLvwfgI2okET
ldSZWbvthE+BoLHzWwJjnq5Zet25IFLmknVdWyL32kQYdRSltt5uOc4BP5ESvyTZUxraQoz+3kNV
2nF5GBUzeZcqDxBqnX8xwEF7ex+vzwoICRABzl0LwJTTSOp4IqNYVmqyL5P8WxdyBEbD020R1w7m
UgRlk2HBG3KTaMk+4HHddd6g2mPFSnzNrpAy/As9qK0AwwGmlNYQwrvKV+uCNB29tUO2ljDHCpTx
bWOKhTOygj6WapSDlrpIGcURUhXOJvy2Bke9yHhm0Xnf2chkwKo1cBigc0imfSeP5j3Fr+t8z1Xl
qtbuhepJJq0F/IKZjXaieAborPuagBOXIfo60LyUTG2c3w+tNOVNvk/1p3cprxzMOJnNtxcZRkhn
ZK90pHavNkQ1K4IW0/XISgPeS3fA5BpxZq+7zQ5Q3JARQixqpsnowgQZ6+xKLp1XIaVpbDQ5NJPf
uKYyO42DfbyVIFqNRFaAtOCTZYRIfwujPCU/yGkkAG+2B5GJFccHqf3Qcrfq+3//msN+AeoLdgg8
6VAnuNRKi8upIi32K+yBWxU8NdwgaNeA1+HineA/Dep9RUx06eQdI2+/vIHoKUdHCuYngAbnUrQx
Za2Qc2W+9yevCjk7PSVoNs1dkJ9p/H3l3w0x4yKgOd5mm8F8PHWekieiWZomotZqgpJIqBb76AOJ
nPtPzurvZaSWHNAh2OIWQ6CTE2Y/Obed2dKtfyF2Nq2zcJevI70dYw2Esu2H/CftRNDuJIgvnBq8
cvla7R3/S4xdWd/1h5EYIJ63huFN6xxVDRjfQmcer5aAWvVmCBq5UKVij5nqlrSKV+QkeujywHAv
klhNDJ6VyfLN0AGHLop/I0apgPXOyV/kmnWCryO8y92Y//xsWaaxCEa+wG7EHghS9+grRo7Lytad
xb+i+HYXr38wjIu7RzHSu70j1+8PSEbSG7UVxJYo/l9KjsUSKKksK/Y5OmhGBa/TMbDIsIpFJIcK
M5BGhq6LAlUk8GamPUlTKIH92AQhXuXFvlZewRdg8f0u9sG2p+7rvDdTFu3ygvtAeQVvnZkEVYHD
utSv1MAqM7ZisU/HcE/8zOVAhp3jbQwOmNsruXSKlbl3B4UNFTkand5EiQfVeRWV+/ca866Ji+SM
eQoOLAazpRjuXA4dOQeqFApTDDkg9D+CIvN1nuMeHzintLutjCAOwdwOPR+2vxqsD7BGPoWOvk5X
wFB8Bk+GV61uK74QBOF7QACC0V7IEav0mVazGM4rLfdVASYtjPDoWdwOSxLw8EHhFi4Sc6XmPz87
HmLRxoMiZeW+jlJhO2g6qJi0lnWt0TCYX4eAWQ2ShEgBrzm6FG3kRSdUZVPuCw8Tek1pRda8I2Mk
8WDeBZa6Bqv0Y2GdeltzT4nFyu0tK/mPdOr+yQ0uLzKxhXS9rpw0K4R7MYxGhtejS/xXSlK7JSt9
WrUVlBQ32ZF7jdZ43gHrZLuCJd/p87DS/I3xfl3UDFy983HHsZCo7auyLk1qMpZ7MhV2lW7BHMFw
KjRc/C+tzkRQIYkSKKXekKHcg3F5E3+N6KJ4U+3Kqe8Ex9+qn4Gdft62+sUbFNP1/taK2q+pFuQo
r6FV6Clf0isW9Dm2q89sG3kjmEM38aO+monrmGMb5+c+Fawj/QuU2MxFM2efL09DBJR0HRo4/wpm
2Ui1hWSRDyJ713CzYCfglaDHrBrYom9TkBkF2QbuCIEO+ZSsDnWC9PO+sWVLdFb3aNM12diC+dOv
VEMHFA4f0GhX3e7J0PqcNPblXjJVl6wxscpBJBSCJBscebHZbqXvHp3JPzFrns7Sg1yB2/5/kn8X
4MzFVGk2pmCxw6JikHzlDabymGzlw2R9GHa71Y63jWc2xws9gWtEKUvBkAhEYMj/XW6hUuRtUWdw
mSA5yq1KC9u1qoyJU+ElZt8WRZORa4idL2RRF27oC0acBaTcp8Mxjb//jO+Y1dLYXLMdMTpIlw81
SiXFg5/Z6Tz34BC/47/jZwXE5SnwahToAxa99LUTor6Juir7qg2EUsc3qdLrENiC5oXCExe+lVNo
8aAVBzuIG2t2gNFqozv1liYw7qzrd+HFFyB5d7kDkiENmijhC5r+x1/7YIMD9WR5ABLDxrAIRXvO
p2ehNBje98q+56yLgtOLPBNqmfS+SwXfRJ3atnu9R8uy+tCBAkbLrASsXE3wfXvjr2wMMw01XMvg
ZANmBu3ulxpGmtSWpapW+zJNXgsC7FohWnXbPt8WM7u5C1OGGBT7QLkErlARGexLMdmg9EoyQUw9
Bk4uPUVK4fY5SmIsqMySPueCKH9Laixt2kJQr4jHeJ4mmRq7Sc4Zy7agD8id5uQYEM/IUVMBowY6
MyWtIuhT7AuQvOvhSStWucEqMS+YAgwBcQaCXKSPaS8uRDKJ5X6s9uOzDPJXq7ovQfzIGny6sGgX
UqjDX6h9p4O4rNprfGbV8X3kTMgZ37aA67MEfCWCXhnpRHQfgK370gSaOClAoBTXe0HlwAXVYSYU
uOYqQIrGws5jRbVI7RNgmUhpGWJQmkPNEadrCKsKvLSmKg4YpnvN/6K7Lfi0q/pCkco9r4GpXJHB
jf5FQGPia5EtG6wk7rVnnXGl8CMzbfvMDkWZSpzFvZjoQbWfircp+MpLETVuWxJRaEMNWurzNVfc
J3l4GoqV8d43gduk9ijswc6liJ2FWoSqtZiLaibdwRg0FsqKxpMglzF/H9KTYB1EkYk2ZVKRLuN7
vdy3lbFussxSv0IwQUrSu7CJa4scC80MpTXHbxKCySiSVwy7OtRcHcPV5V1lmGHCcBbytbPAtDqk
SudpaDO9wqWltO1EmkHXEOOO5UsJdvWGyIxgc8HiMT4OlCez5jNd36UIEKGEQ9aXzb4QJluMNkOg
mkRlOIkFQ0Nr5cyNikle8xm+FBK1tVZOpG72/4e0L1uOG1mW/CKYYc/Ea2KpjQSLxV0vMJGisO87
vv46eMf6VGVhCnN6rLslU8uMgdwiIyM83PN4L01/S2g7RWDok4OJESVZyc4ueKQLY9wZTnJfgkZA
1bgaFJnk9iEovrriO9RXeLvmH8M5cqwJriWgfYCE4wkOUWEZuirIIQ3WfAogz6NGxSRfZpp8L4sv
Gkoxt93G9XMLjwF0pyKzp6AicSW3pvR+oah637oB3SgNqLhw31ta/d5AlU8x3HqXJSwk9viVP4uH
eJeDmP3FiPfYqa5+qNXt7c+53jcAOUkIPMFSLs1Uj5dLmqTJKCRq2Lppdmz0b8CXIrLGlblkYyaf
xZYBLxgEfy9tBGqeCKmStW4VodjhP2Q58kzdf5t3xhDmfAcWEWU6pE4vjRQQv6mjtmjdyYHEJ1yx
r9qhBwkm5/aEXe+XSzvzYM8iZshsAujVwA6FCJcj2jTaROmmmxitVo70tdeYLeFM420OGMrPRjqz
FKBZs0CxqHVbRQ/MRhoe5Awg1f96OEhlg/8DLMR4VPGtVHXp+xNkKDo3s5zYRKoZMu23Lcye5/KA
gajtzAK3+q1eGlGgwQIgLlBBys1wR53HtXw530QErw/mLIqaIrDSINznHWBIjLxqlahzEzW975/1
HhF8szMAFwzClzR4nNriXRzS3Vh7+2SyRw9yGqpT66rZKpCsCgq7hypZcg+5cqV8ysP8Tp8Sx8gh
9XG6PSEL64ovJQhQZVC7QerjcgfRsZXwOCk716O1sGuSDiLV9fh92wjP5vZ/5uM/VrhbuqiqoSrG
unPT6b71zUw1kwD3s/o7OKrpYGoPfg/qJyM/DmL2WvzVAwc0Q76crPiXhcGCERrnfi54AzXPfUaX
Q9yUZvXoRrLOjA4dZCsD5Un65oHCAnwqIkpAqnm8VpcpvVik3YiERAYP+h6fomcIFd01xxqiaLoF
WbljeKSBFUx2vZPZnzUSiwX3pokImmcsrwxEC7fBhSDuY6GWR7fOULtP0fWQH5K6sW4v6PV1iGEC
ow0KsVkdhu921ZM8zafBG10pG7Z6hJpFT8wse5PXEnLXxQpMKNoqITKlg7kKvSmX+7NvoMzT1NXk
Qr4NOiXKoXjybRmU672V2eNhZOHRN/+Czerp9giX5vHc7vz3Z/4uTMM2E4Vyct+t41qSet5mnBO6
GNM8u2c/WwXTrxxV+NkGuOA+u8Pc5qSZj7GzhjpdiI4vZ4+LkcaKCGj7gaXR/Ew3kZXf0526y7bT
pn6vrd/1dtwIju7OnX29WVmevdrPeT1WhOWGjBgYeh+orc032NlYJzqRrOxz2R3GPjYzEoK38C0S
0Sf7rYl22pooXprE61lyyuXXqnbyChqSWf8QejUjs566Pm0hQDxBupf+19cNMFigrsGhBQmh8fOm
Ovu2KkgB/vUl1Z2EBALhk6Rak6wH22QoIA0Ocg0gvsUWZXhF39zeXdf39mwZMTLBw12BfO/lrBCa
I0OL5KVbAWPSA3uRUbATAHO/y+v3kK5xd177PQBcFCgEA+uD2J/3ShAZi4QpilQ3rPR7DTpW6GFY
iXgWIkl0z0BXV0VAPnevcUOSRpKipmioLjQaimMEtvlmN1H0+qXfiZveFa4ssBgkzHeQuVRUp4He
rXSUnNCCHu5qJvHaP11+DLfrIs/I0tijqjs+iqVZ6gdJNQmisNAMQZrabqmTls/TK8S7xmYrO0a7
u72+14lp8M4CVoUqFOhaRQTXlwuc07IfQeGquqUqAPBpKtJjePBI9lJEMtPbfRLcy+0+pnsNbMAT
NWniRNpn1J76z9tfcl2p+vkSXL1g80S6ms8aC1pJSn2KNJd80QSobyiInWL/QTDDoxY+pJrdChDt
vC8P8j7Yq270qD9U++Q0fUueLTP5TSJbQK+MrULRbp5PKxfJdTxGcUlBfU6HhgIEPLmFiqtazosI
Xzc2Xy0kEBvjMVX+/lU7qyoFPMvfbs/GdY0Cs3Fuj3uZCiqckZ7C3tBtyL6/c429x15+u09r/bk8
4SIiAViC0gDmHBD8K5SXnya9nMWx5kKTNAHVOmuOw+T4p9CONUevWLLpKeuHE/B9Vc78Q/lqSI58
331Mv0h3LziTasuNM5FHTd9mAnr9/ckuHWETqmucEtdX3eWXciFDE1dNR/RUA0gGYqRlz6Zpr6lr
YIeFiwAZkDlkAAIIgCAuFSoH0uCTutdciOnG1cQMFa+IUyhDnSNAt2LAVLWZVbCdtYiI7yz735VA
jIveVrDaokB6eRYNrUZTr9Bpblh+aQew5mZgia+tDgpA47YJH0aAwlvxNIUrQ16c1zO7nA/QRk9q
oa+mwfO9VuFzhhUv/tXa0bknh9A56OTC96rphTHOJ81tw8adSLztaLNRtGHl9Tc778uIBVvkzAwX
OKNYGOjGMGiulmgbrU90k4zFV4WkbGJ0qR0mbbESJC3ckPNFhZw5do2MxPbloklp6SXACGluUnzE
1SFsnDrWThXulV4It8Eg2Lc9w9IIZzpW5BGRD5F4QcBcj9EC6uua2w8Zuj7fNLnfRN5TlqPbrUpX
Brd0H8+AW6TgEDyDcvBycJBIGEJRkzUXnVY6EyaD2HmWkRXfuhD9AdSKpCOe0vCwV1zOQStobQbq
PFdPQkQYvanFpzR5VTX05Ki2jo0y2IbIBrvv7IxMKDjFmVMau6Y1aegYykcEsFUDEaQ2tVcTCosB
gw4Jwhm9NnfTcJOgteHUyrGuQvEr2TclZV4KAWysLxo0Ah1qjAEehh4E0z0POmS/Ewi3tPUmlUyw
oPjGttDeDJV5TxBK79q7JFxLjV3Xx+DAIVAEmduZvA0KD5eLVI1To/QQwHWlsWKaYsrQXKrqrWe1
BfvtWYBGt9opPPYCtUbxZZVEf3FDnpnnpmcAa7CC7Y7gdIBIcBOMvR1GZWnVPhrIMJvARhjjGs/M
0sYE8hx03ATgGeCiL8csFg3pyYhLy5PreoMEV2Spo5E4K2dt/nbenYAlCfc+XpGA1XPuhBRoyIh7
BbHiMyJ821bZyTDvTj5zfhnM+dqEDDrcO/yRuIJl2vbd/s3+Zr/vfr88tQcTHJMB22+fbFBlb7eP
2+3789/Hp9ecWQfLd98Pe888PK5BppaW4/yTuUuyoH3X1CN2azNBmzF6IeOhJ6XTSQ8S4Bq352cx
Sjk3xt1YXupPNR1V1VUAsS+qPQCPMnlRM0f6FEpHVe30RdnTuwgyP3SNW2Dp1jq3zd1aqOwodZRh
bZTkQ0Xysq+sdi3q41nff67kcyPc2fI9sSga8KS5M907JBbNmZsNeoNM3swkIWABt2OwJ1CLmEdw
tTX7+g7PY/L/wPezFIBCugubfs6EK/wpj9VWUZIY94w//sqHbTff0z5I4B/C+iBqTpWt6SwuHTHU
RMBEBu+PgIjb+2VDS6EKAbUrQUGhoYUqWKkh/Lwt+NOFJC18l4QXBt4gl4cYiIIMMK5Ed53dTjB3
0G/+1i2VfRGbmN+e9X0MzdLSGQjjwOyzJbvkHZw/GhtPf9Ya4ZbO+fmXcD6MjoMqT908Vu0wup4C
9pbwF4AQKxfdzyLdGvF8eM8e8rXuB2NGMOKUjXvwF70b7PPhEzLprLp7/3Sed9T6TkFRC75q8/jV
v2fgdy0YEsyDKTu/AwZFQefxkNvt4bU1tZWvWzpQkGQDkwCYXdDCyU3CVAY0C4tWdztPYe2475Rt
nnYrLmNxps+McDMgaE1lBHKtuwN8BQXCElLR0E4m+e/brmlx957Z4S6ImiBb3DQYTOsPmdmSGo0i
ZTyuxEfLU0bmxhxt7hiYv+JsPcWKZsbUDboL6Vg8FO66cSspa0mCpQgTbG2oNCBG0tGLd2mkT/PO
D7JMd0cKyOQrehKKFzKgUxTJifzz9rQtLs+ZLc6hy6KnqVWU6q5vHKYvMbKKsjKlei1oXnJms/Tf
XHLG7a1xJ1/q2r7Sg1J3i4L1kbKra9Ecg9IahkcEUwOKiYZxuj2yhXsR64TnLa5xkDzx2py0yCK/
SBTdNbRxhJR2ALHMUNpMhX5fI0tkllO4YnFhCxLEzoC6gnFvxhNfrpsxqiT1BTgVpZLepAgZnq5+
vj2oheW6MMFlCUiYy5nYwp9IscoUwHqhNaWCDC7NrduGFjY6Qb8BHgHi/B8Pqk2m0G9iCYbK8g+Q
IQG65cc1XfU1G9ymmBro9pAKNpr4F8bSkq00rIjGLM4XkpngkwGDC4I3bkn0sUuaEdt7SCAC203j
s67jia8KdcIg9LG7PWlLWw7NXgDuaTqEPPgqjuxnaV5Pve4Kch7YXZCDYHmC9pJXB2idSsNg0+bB
ygHmRVzmiAVpYkgronMPhQgeq9YWXtBKqYghghPwfmYxe402r5XV2znClZCVJpjlvom9OR2PH0dq
ndjoZOxOMmXL7JnMtn/7Vda+xYk4+yYulEgFgArB9YDdYzTPTThQM6ZtZpUoxKgG+KC1QmW3p35p
L53Pgny50FFFdQndcLpL0ZhZnSJ5l4QrFdpFE3AnOiAQc2smt137bEh1ATV1V50gl/w0oY2qpyvn
e8mFAGD2j415P5/dL4ZfVwJUE+Anp/5rkJovIa/t2zOlz1PBxSSzeOQ/Nrgz0Shi1SKTj5aK/bh/
hVaCSc0Gewev6R8Cx+r9QM12/66wykEQ/Pydm8K8sWJsLTQv5Obpe3fC8dnpaAgKTZWFJjG9AIxi
KqvseBe96ohh3jpouzKRbTXrca16tLS9dAUJEdBPAIzCn2pIcIzDmBMstuarDrjx9I2f5u/FqO/k
Vk4fdPRMrfjDJUeCnClYxwH8U6Qf0sOzhUGcHks9SYirkZcx2eEFlEeRKedrVGZLmwx5pVl3Cn39
hC+IpGM79pUUEoQxaGEQMyW3kg7V976GgMbtjbA4i/+YQrH0cq8lmVaVmiZgP9fVU6R2r+ogv5FQ
aqCpM2pm0A6dc9vij0YXv/VQ3p65YtFziZznpUk/obAZpsR9b6wZSA1fhXSOlZgR3lno9jKTh5oJ
rHMai9q9+S7b0KLSqy2KAbe/ZHGaQSqooasPPc98Y1OmaeWQqBVxDWEv6I+i+G0g9rltY3F+AUuB
bAeEUwG2vRysQGIIxvg5cctgikzUwI51jhOmacgpK8cp2tw2tzgkOgM7QKqkIeN6aQ7ggkkOvYa4
agoNH/Sj5fR3M73cNiIvngNUbMBCqwBGqXOenYyBKoQge3crb2RBfwBbZ4d7e/w7NEdwJnfUMSia
I8VjqSNDp27K1ky8QzbVLNuGwmnoYoY6BxsEn41ef+8HIE9KrLo9imvQ4+uuBFyMgOgiuJVnjTOe
y6UfmqqumpG4XpACKq44QXPo8dDzd3JjaZKpoz3DhNDav1iHWQhRnXu9UG/kXHjVKxSsHQpxpb7D
O4c0jwK0Zzceko0rlc2fygR/nM5NzTvwzClVPfoEhAimwEXoDPhHQ7F8BL/rrHtS4tfwlEH/exaw
K9kDwoAB6hv+XQeVqslM2NHffPs2uwsxCywwzGD/+Niaa/IAS/sShFzgcEAvA7Qo578/+0gk0DMt
AYOIG076M4KgZ70iJbSgZXHlvP2EV1fTgWAfmppAj1IeaRxMSZGMqQEfjZsq2cWssyRntGv2gDIW
BHgfoK7QzWpAd5DeBZErSCJQ9QVRKsgVMPDbJ+XnfXHra/jzWGZFUPj4mkQfmdpaxvuY/xH6jdZs
vOwws9YFtanoyNkZ6M/5FCTA73NW1bsxt9VeNrtpcECyxKQSsGzhYCg74JatQj+M9VaJDjTCczo2
mwbSnqD9CPbpELI2fqhbp4akaI/Xr6lTJrqhjgpWWlu97oHWa6cVowniwpXBYg1vjXUOa87WWIiG
ZpgGAq/QodkwBK/QGlBgye+gVIx69fymQ3720kIdxwXOuE9dMhybSWZJ+EyVzMzblStqKWODpi0F
5RacYQAwuDOFooUfBhmWrcK5+VFF7CyC2Ag1OYZbCbQYBnr/dBOb6eTd+fb3FwU1sMp0VuJgNbYp
fs3hz8io/RhbyEQwKzLXCigLGQIC1AquLog7QxWKe2l2pdwQJYioq/i/xfF3NtRgNPtdZr8NrbRV
mtq3l/eajAOu9Nwed5VF5VAqTQF7hH6K/r2nOGWyBauaSwLc2kXJxNJMe6YmlnEIo940BscDsS2C
Qn18bOQYPDSDmUi2MirYgAe8zU0PWdP0qYako/QxSubk+WYqsKI8Jd0r7Z5ij2lTvI2Ftc6KxWth
nre5iQOYEB7KObR97pdaSt1kR4cPD5x6AYpNO3XbxYdJdVeZPOe9z5+Nc3tczBOQGOrjJex1TWNO
efqmGW9iG5j6g5abvvFYQJk7BznCFNp6/Aj6Qk9bIyLhSfp/3ojn38D7ogBEBXM3gjt4D2JgetkT
gd5zWEHy2TKMDbo/ZPUREYwJQs0pNYN+sIn4WwyrUxVsiwACyatdu/OWuZqWuR8EhXdQDRDummzE
QKzCGFuqx/q7SokMUP5VFKau7xN/W0YrHmqhDWWus6OEiugdYva8IHpZF5mQ+wV1Uw1tkbZ21IA9
c/3hozQbSF9N4P/IV9IBS4XEc5t8DRxZ9sLT/RzTDgQ0KHycwBy2gg3yHnak7C2DnwAdmjVCMgyN
2Fa6Uhu/blvEsT0bM5+PGPWyDurZvjY4Ta0fOnDV6mlnoo1NrzfBWJtN/aBEaCc+qLJV52uNobOv
vF7jf+b8B4lydi20gx81Wg/7pVHsFeGdKiYRd6KC/slgTWZscT8h8lVBVgABVR7FEamBNlKvwrEG
ZzvYo0yjtpJZxYMcBP0oKyW4elcCjmVXcmaTu/YSpVAqBcBdV1FsddOT1CSYXBSCgXxgevNWvEje
39uueCmaQu0dz0MwCqEvgjvJVItKRaA9dUNNtJrsXQQaJ4+fbxtZXDfkamXEzniKyty4xqqV1Lyi
xI2g9hDKW69PLOLZjVqbgr/Sv8LLBfyvb8IeAfwZGTq8erGJzjaJLkAREIU96qL724p20U400Yn4
I9yookoEIv5ZfjkACxSqcJMlsE9Uwbb63TG/662PGSPlsXR399KzP4mZIZQDOQqqKLLz8uf2rCzu
MLzlkHjAxFy9lwNo/dVZD0euBZlLPezgMT7ErYVXiBOPw6+4Kpmfvd82unTTUywBADQzcJoPR0Qp
b1EPh1FaKyyLwRB5l25a0OC3OWIS6eW2tcXddWaNW4uyqeKo1LChdbjEQv5U5T8jXmu3jSy+IRFP
oL0Rmh7Yx9weHo00zmQhgOsXXtO2hsjyZ1fv2v7Z99+TZps0rAWwTwxxG91HmZtCFFiDSJaYAwvy
GRn340wU0IKGaixsyAO8NX6zqcJNQTdFv739rQsnARECWH+gnAQOFF6LL1aVKehHTL9fj0wfPlTv
hM5BFvfHKlojvFroRZiVDtCUgQQQXBj/UooNqM0ZyezCEOgjLim3QbCZyHasVBYNATDKbGpiK4bK
SseGCf9TBiXws9avHP9FvzZjA8FZJiHJxou9+9LUlIXQUVfy7UCz83yTntrK1JBYCACNlk712vW8
tM3PLXLRAElVP4qC2a2FeKv7k/DhZ7Gdew16vL6quH/vEZLcXto1k1yg33p5GyUjTI4x1M1VxPXN
85A85OhS9pPeVgVtxdOtGZz//szRpRjeVHfDbHDv7dM6vIu9P6V/IqFuZWG3vT28JW+FihueS8AO
zJSel9a0VlbqChkcN9WR/KgOEt32AmSzHR0EuvS9FVYCrMXcHjqwZxa1uWnvBzpyNry+6jOgJ4BT
kwGRofsBryZ/WxwVB8yB7Jdql0zfzzUJiT3HIE/q2HNtTgRPXztLVpZ23i1c3AFNKnBEAMyJLifC
La3kdyNEKpAfxka2if8pF/W2IZTl/Ro305J/OLfErWkiFAm4NmAp8X41IqTA8RaSaGslMbJjwsqS
Lg5LhbAGuvdw+fMz7HeBDwHtgLgoPiGCihxV9lmt56YkruWGf4BOV1P406IB/AlKmvNNcbaacdFN
ENMOyYw+CaMdGgEmstPzr8nqhI94sOOgsOKXVmDN5yjdhfVoggcCcJh2pwzPo76R47WK5JJXgvgU
oG/IJcEp89isEhoMmZAieZz2KYqeL5V0Uqkd6L8KId2R/Kj4+auivN0+RosLfGaUe73FqC3oQwaj
HXyuMHwDuWg1UOpDnwjqlys343wmryYdFyIKrrjxkTm+nHQR0jBZ2MKYGKaymSRAEApJucb5sbiN
zqxwp6OdwkTspgIJOWk/pqjEoRrUoQu+j1k4rgEmlt5d4IWZFXwwKiA9ucu+V0AGiKsbabD3RrQ+
J58pHkh3ojt68l+TFYTR4tAwdTgjeOFDE+ByAiepjJIsqpHWjz5oAyeuftb1myysgVqWFgriJCKA
M3Mv9FWATMJE6dKRuAN9DieXNn/++103I2x/4mEK7aPLcVSk8xp0RxAXXMxMKz8GkEAY2Wup+qzX
VoAzs4viNx36bObpQivOVUt8qfRRFKHNDR2h9iRXLJefkgk1mMca6es1z7yUXgN09B9rPCcq6iGJ
DPw0cbOa7pT8XszBLBV9VMJOyn4HINXyzEqDZwuSQ5RArbaSwPEz7Yeksg0Z8U/8NtS9KdY7GryS
IWWe8eD1j0Fudx6kSFg4IMkdHuJyL4m7uQ14qvfgndiB65x2OLgntAiDHYRlkEoxsjuQWLcjE9IT
8aF1vqYmuXAFX4yVy1mC+tkLQX5B3FoOTn2zobpgAhKPTqoDWn76XSOtlZyW9iXFSZsZSgDf4Et6
PaJHJUbV1E1JZEaZeE+FYnd7ay4dMQg3oGEOpxqJlHnQZxeD4bXtCJpK4sa5qrIukQ2TKCACEFNk
lArfJyuX3o9c+9X+hIoK6q7ohqN8zZCIQZy2UHt27981Zs3Ch/Lmdc7wv/+6/4yszxzJ2Xf86jOU
pM05r6/in42emN3L7aEvtHwiQEfPFB5jKDyD1/ty7AFoqZVexqeog620LCVWqh/iYKu3O3HadUNs
9m5Tg+l7LwLsNgV4tziI3cGS2KzRdyyBwC8eC9y3GDSE9AotqSuUW70Jt0Jp63icjKcc7K7GBvmO
LPrrKWaF99U3yETGtUr1Unbp4gu4e6SUhiFRRjxXguRXTpy6bnddCL44zSEa6/rHufdj+i4SyEbm
u2ENjbH0ipzbB9AfifQhNiQXodA26YS8ayjIsNHPXMlOm05PKnA3TfIUKQ9Qv5F924++mvSvpkCe
Zzd+TWBhh+phHX2I4WgOBYMkGqtkDSXJmknyn+YjfRrISjC69KxD7Qslb5SmRB1gy8td06qC3/ll
TV3PeMc71k8hG49WQ2j/3mtjalI1ZkZ0SBszOCoGRL287ThZ6J+xpLU5W3APBjgGCGrECJ9QOLj8
ks6X0rDoJTy8J1CRZPtkTe9h6baHBfxkkCEYYADmdmXgK3mh1xp1G7ppiWVsheZR0u5nPpnysdBV
VtaHcI0BYl5pzkNcGOU2Yt+GdellKnWN7FkzPudCF5TKVs7+PDdXRpAMA5EV9AGByrycO+ySrqC5
gEyAGAGknIJ5Xk3VEuiE/CWDezK7YIicAaBj1HyHaAuaxupejFr6qBNBZ1Jh/IvsKpwR4LtYUAIO
DO7tUctllkoNVrMR7qEg6B0F7ZAghZ+ebg99IUBAHhCQRoJsAOiMuOmtmzJSyxjTGyMpJCLul+ND
W29RsvARzQVr2Yel1Tw3xw1rlPLRqysFGa/wvpF/F+G9Bjru/78hcUfSEOKinUYMKWqR/c8ZLRyp
Uphc2uQu+hfxNhrMsUySMvMsidzOoXKTxK2aG26KduJYelZaFAiF91Ze2xBL/YQXljiXqILeKo+z
DOw4cvGWoAdoTFhWqZvac0hfH3KDkfJ33eIpZzVroOVFNwflIQJ3jEwOMHKXB0TKldpow9Jw5Y06
beL4mEA8wGtNRX6IJQOVvZ3WnhpjXyjPAhh9oxcFjdbtSrQw+xf+lM4ODnlrWQSZKLew6qgqYa3V
htuhp78BocekoUxe+WZNV7I5867nLengYUAcAMqOKz6NLJfDJpoEAw1JmaX5d2PasibaSeEj7V9v
79alE/EfU1dshBmUEAaj8z03Ffe1B4ICtIwDGHDbyEJwA78mI+uIfk30hvOgutwLo1GIsHnC5KnU
rCwxtfZdqvEgCO/9fpcAiRDu+vQXEQDZKW0DvIjtBvi3RtiSFZGR61VEikNClIXfcJHwiY4EQLum
03FikkL8yKXyHSAXqNGQ3kmUeu3RvZBXQIc3+n+R7ATVNXrMLjeuWEpAXPYSVlLSTLBLFdWcdNUQ
otOwMMfEEZla2Ldn+3pJYROtNnhBGrNZ7oHXx8j1D03kuQ0iQ79xWjkw+xV40PLAzoxw133dyKMY
0sBz6+RvFJ0MJ8sYCDP1XTV9CYpoZdPau/j6qoCWAlRtwByBogXlpxKN9KPooYTiBgoguN5HHupu
5aubLviTZHfApfz3szivGuifACe8omDp1CIA6UNkuCL6NMdpX+7EMloros4wyMuDjjGdGeGcaq2A
BaFSAsNVtdaWlLscKg1Q4ZQbeZNFj4Pxpnt/RqFYOfMLkRTM4r7QDcA7wJzJLV6G+7iOJ5yBPnNz
Odp7EHWDJgardu0MEyJOH3Sbyg+tVQzywtPi0jR3YRlp3hhUqAy3QhlziF8eB+jVbQcLilBetMks
+sdoQBzQOSS3Be359pr+XwaONDKAARg374eIChGAJJjnW8palvXfERBN94q8zSbcZhOSnabi+y/1
pK7spgViBGSpJEBCVTAD4qbmDqWuFU0VZrg8IB9zegZBEbDOXwSi39QSzAEVSYjc2T77NTH8ESns
TXWyxoNhAWsFtURA3J3bU7F0ms6/h9sCUZkqnT9/j/6i9aD/9E1ZtzskPyX5Q13lw5lHx+9zKNwC
qoemdjhfbp/7IeBnOm1wmCh0FkI8iEJtU4rvvWc4VRWYtHI8Fc5KombloR41skG5J8OE551Wm2No
ie0fsXJIgtwR6C7rDVmjLZj33fUXghIZfbkQpRDna+Ms9UAlJfb1YDLcTNePgRD4rKr80+05v77W
sQcUeF9w9QMazCtU5lLS1P2Iy8AAtXQNpo9oONV5x0q8bVeJjhcXGJXFuUaDbkjChUxo+M8pFGhw
0GrFjKUdXoQ+ALWU5qyWMxahn1sRHsR4EwoDE+TBpPomLya0TMV2TQlT6bM/rvUTL1y+6DpTDNAi
oRkUMNbLWVaTKlBJ6OE6BMxNO3hIrElQvqibleO2Zoe7dlu5qqdSRAAltOp9HWZbtAnuVTzdopW+
jTVD8yqcbZuwCkA/W8HQONiawZp0EwTmGtZmcW+ezRoXeIZSnhZGjbtW7+LfNIiB8YE+y+29uXih
ny2NxiH2VTxZQJKPkUye6QFlp2587JuXLxJZfnsciXPb3gJNAw4DRRMCfkNIyOOHNBKJiTSmnhsz
4UkE8DF4HqwZnPEMCvQGWTay0cEQdkf2bgeimtvWl04iGOvmriYVnQI/4KqzZUvUQZ1xep5LtIBl
iP3QNapkb2INrHK30ia2FI6d2+I8LfrnJaFLM4Rj/Yaov8r0sdRWTCyd9Zn/jiDeA56AB86HtZd4
qIR4bjAAfGcZkcTa4eApO0nZ62srN+823lOiWQWWUHkR0UZyueX1MkMz1FQDVpaKdwhOTHSuWEIg
fOtIhFdUvpP7r6pfeRGtGOUJG5uwCQt9LDy3HTOglpEWNQ6ViJcf2LGbKUEHNAHGXA7Wgs5FuxA+
RH4YdOboB7ocrIcjkcdV5QFApO6bAgecTaPpSVa919bel4sb5cwWd0m2alakkYiJ9bO/RfxM1T+l
8G8CTtR3/xkP54BTr/YFNcJ4NB2w3r28q2xoLw3jryi+B/lk7mvs9klbyBvg2XdmkXPFitKAFlSG
Rd0bHrrmXgW2RaQ+qin3fn4qkFMGxa4u3Q196lRysF0xP5+uq90KvnsZPOAz3ITbrXmqF9OYwjxF
JYpJuj2mn4X0W/EfjeJJSrdGozBRYUm8j0fFyv7Fja/9x/qP0z3zM9M0o0CKxgMaSWIlQEbaQLak
t1JoAOsrd97SLQG2ffwLsgrEWdxWjSo1iyUfzz6UtqBgEGxuz+TiSUAPPLr7DB2Eetz9MMIRaK0G
NxYimjNJU1tDqBEz77xN19nDe5ObkHlaMbqQ+MHumX80WjwwJXzAUPelQYtUwu4JGzMHlyjwUcJ2
mKwEolFq+d5QpwjM0P8VorPMiXKzLN9aaVUydHFuzz6D28Qiasyx3uMz4laBhhNr9aepsH17dLTN
YIHpzgP2BFR/JWZFWNlDS86dQK0DyQqVzpHcpQuqaegPeQjnPkbbJv6AthUwxqxIKlZLZq6tMXUs
lF7A/AMEIlg6EAsj53dpLwoI2OVFLDSgG+agpy+duisNU/V0M8/umiY0RbD0VmJsF6jFiCDWbP/F
dTY3uctovwTpMg9tzooxEoUJzh5Nk6YUOUaxQWuKV1qyfEeLlZtlyeueG+PiZCp3ba9Js7HpZe7g
qu4hE/ZvnOC5EflyTmkyjX4qwLUj3PCqyorlX4kCMm7pLfRSU+r9bYoGY9b2k1NkVjYka+doyQ1i
82A+RciygHvz8gO8VqmTICWeGyF3magmADgWeiCAWkLCLT00ndMmn7S4z0LIGIUOEV7/e+9xZp+/
v8Elik7JRPcghmknNR6bQ3IqzVF0Cq17EvH4D1d7MZbOLOANODrAagGzzS3sKEaR0MkGzk2vb9LY
1eSvqXqrvIOYJxtP7eG6iAW5Pan5LP3IBjXnvW6sZq5nK/z9gxgXoQOoKZAB4C5cuRGbApzXAtwm
OkHGp6Dd0RKkYyAd9BtQSw4dI+ALKJXIzXPp6fasL/RmzDUBEOJAbBFEPzp3J8i0L2v4dMGN7ma1
xcEBlzbSLVgA6GG48YbuQltIbbl3MrPcrr1blt4UFKEGEthoR8C7l1uCoO3rKpZVYd72ehJbQeik
6qmz4wcDDXS2Jx9XxruQT4NBkMuiG9CA8B7nKwePpEmcyIJbE9FsSsEGxKUdoUhfM+ptSPFXNHpT
WT1dC4t8YZZ7BUqppBZYPcHNk6dBOsotSI0JBTKSgeXCAY0l4tbaqoI15vjlCQZwDfhhCTwkfDJb
CsJAmYoWdz4YdaWQoU8qneyGAj3OmkOrgnV1jcVv3rDchoaEEERXAE+apUc4VxbiqA20gslRAHc5
tLEC6Hr42gHsE7vbq7lw8VHEbCBDAJm8Drb2S5/V5G2vRwIu3S6nO4osxf9w9l27kSPbsl+UAL15
pSknFUteLb0Q3S110iW9//oTqXvvuVVZRBF7P8xgMA30KqZZuUysCCu+Y8zaWUbsyuq7CSbR2wYX
rwunxgE3CQYGVLHrWSZjU02aAjdN0AZBYwn0cxhQGo19bDGMkT1Cb92FWIMvF+DBM0HhDFybhgoO
omovUX7l9Fmhr+paBLAUQ2OgnRPqAtnOCeQuVyKieqyoeUKCPoNSFfH1HP/cJyocF3I+OXeaqdvS
Zquwwa+KNTgIvzTijp9bF/ZBlyntmi4igRnOzGkawIv0wCidqtdBlLYGxVzcdTBIaOiXAK0udvnj
rFYgHFPCGqRAowTHmnW7SY0RZmBCISuhiySv1uEX3gqMsIE4AJ0FXjATUq+87UiH/STAe0BBT1E6
Lz/Z7aYIT3lYOhiTAJUt6mYRGFSLO6U65eyuGFeeyMUPNzg5poEBEChaXW6ymg5ZR+KcBKOxtap2
Y1axZ6JljNtcq18Q61o57QuBD4g4IGsJKk6I9GhCSNAY4P8eUfGBdrMheXaJBk5M5NzrzWKNQGXR
T8lYXIiV4x6jzHT5be0ohTSlDWyhVuHiLO9IJI37HvArz8qKI7Uxs59mhX4YimhyI9lYe4gXVxe9
DqQuaOCiQXb5C8gUZVMXSSQIcXLtDFWDCC2ruw6MMUn7EWXvK65k6SWCNRlKQ5huRdvz0t5sD9MY
Muxmw+7CJPWaf5rh6q1+guKDqacO0m9prdu4dFHPbQo7moI+qlNl2GS1Y8ylU/odZjmyP6F7++OW
1hJS0ZzAGg1jTfy2oe77lug2CWoj/MirYlNmoMwE9VH2ieENraUrLdsle2iGo/OO3BOPnZB6Fqms
dCzF3nWmm7TxlpyardwprlS9jGx3+9uWPMG5LeGcpHEshQU/J8M4O3EHxP2aO116QM8tCPe8ylsz
b8uJBG9Rq/iG28TEJwCL3v4Ovtei0wZYAq8FCpyo1Ak3zqiNVmY2Qi+jMo6jtaPjixXuywr883KF
B8SPHm8bXPwsoNA4/zsabD9Qy7NSh64VScNBC0E+Q5KK2G4bQghGlbbSmvzPkuNCQx2jFyhzqFBA
u7xaVSeXSs4Q5JX622Dc5+avaG0ScvHFPbchXKUqw2msUbgNQvBXh37zNls7M3WxhLljerH6bX9b
ay25le8yhWM+Wm0Wzj1s2sq/rPtn2aey/7i9SYuO+Oy7RDdoqASFFAPHW4UPkrI7GQTIaiCFO9SL
62/6PtdrzKpLFwojswAOA0+GmVIhJLeroY07S6InMxskb1b1yZnzfI0RY6mvjPgXmHYdBQNoxQov
OItDhdZlCXCOVzmRiw4j6MlMv/Q/XkvwXEq7NYtL5/3cIP/zs/NeNWEZyiogLVVug5/Z7+0/fS2D
3d1euViLnwa+F+CCUXUHJkhYQauMWsuKDbRq7c5LMWUVz7+rA6Ye8gEg+vKQ1sfI3sx4ZCYZFfjw
3kg+2Py0cnKWHpfzXyHcOr2I7JlEJiBY7LsDTcOh/VXbr0g/gHkfHdChS9AN8cYiGGM3VO7xS0h3
P6driNelZeckiFD5MRQAFIWLmUngFR+UMQzAIuSUKWCgybGabadP2xUPulQIQxHqf02Jz45BZ4tl
1gyIC/RFLVCRAZdwyI1khzHW02D3KEc9pTmYxC35qGtPdbeCsVm6ORCI4Fw/XLdJTGabpGz0PEf+
00jHiUSgkljxBgtbiovJUWYcY4YH9vII94ZZmNac01Njg24spnAIePPSz6hCStesBoELW2cjjcOw
KzjgEdgL5rJSbminZtGJ/dMOGLY+gSTjwPz0OD5hmCJ8piCsTTAZvLl9cvmJuHgJIXHKdTYAHJJA
lSV2AOiUJWrVm9EJdPCj6nHUgdZAD8TR4/vS3FTDSrSyYu/HBZ87hmnOh7aAPTnOIWX5GSmZQ6aT
3bxBAdGr80OdPNz+wqt95CKuKO7h+2wdcHXhanZyS4sh1OipbzK/yrVdPWyz9LGytdeQeLdtXW0i
twXcEFBRnA1MnE5iVfl/bQGFBajMtgLtWGuS7SpmZM2Q4NCtkXU0SS166sKHalDBcwmlYqY41Roh
waIhpFs4kByHLBJHW6hQ1cgY6GnsVS/BjJClPSSzvS+UP7eX7tqh8LXDFdDwPkHmT+cX/uxkZIkE
6t0hik4gaKoHyE4mk4cih6ex4jCq8V2WAdsGLgKM8uCMSMXn6rcunc3zXyAsKmcBKLoxjU7AX4xh
uif9oTEgBqgxL22gPZgxT6bftz97aX256qSMFBPdC7FxZKplk6k2i04SkkuwSmgDyKPC/Wpvc9mO
CXJ9APZwF/ifn61u32DoWh/L6KRlO4l+c+IVkFdE/zH1LzYR6fn/mhG8WFJhVNZoYaank1/GUNNL
wYyWNm5TgYdl7XBeB2zcHIcbA6qAUrZ438oKmtDIwmCunVwZPuwjiQcnjAJq9b7+OpFfaSKv3PFr
mBw3ChU95A5IYa8QpPk0VW02wVODLWxLdsNjch/toyZQt8Zaa437JtE7W4aFEj0XBkGF/HLXqrLt
x0geIrANY0jlnuIiHMP4lSjbaO0g2jznubLFzwY4TjgkV9g6SnSrn9o+Ot39+jSdxj+dZOdkO1+b
zWm/wezXaXNynvwnSDA4T0+Jt/l+AdGhi3DSe/n2H14+H4L3b1ASOvdg1DkE7kfgP8xuEPlf/x7f
7P3j3eTuTKdzDuC//dg9P36BZf7RfX50/cPKBi05fF5H+X8fIjj8rMDgn8k/hAbaQ+vUO82Z1wom
fOFvLRZ3JWfXKVXnWO2LETZogtjH6AwEenQtKPgJoq7N4GlG3A6AuDjCC4pEo05BR3qS9cQxit+9
FjtRCvTd9Bfq0LMWuwobt33poy5XDbt2rl0wiLpS+lIbTzkEeAZSYCBM9YD52t52XNwZ3vppwtHE
CAzwVqSG4zpAOun3ChRjcX3B3Yl0WYNnFMt9BhmzOJHn6JSCsC/NMN2/ErEvGcDYKkRleYCHF/ty
A7sh1fqhsHGzMh2uvYKriqa68m4v0oLX5ZKfiAQguoMYVUhajSIFvD20ENQ9OQ+6q6wE4Uvn4+Lv
F+sxYYx6Xsv/fkydzhEDzb/sm+0JDQPH3H2X5osle0b8RlgGqm9n1LxyctJyL8n/oixD1PBfQEXR
MTv/ZOVyYfu20ytrwsL2PdNOVqnLezUcVqbNlxw/ehDoROD7wBFgC1aiPu9jNLnwVKcRhodAEbiD
eGyiPkIgO3WQda1N019DlPl3nVkUSkaDqZqZHMLi/BdwZOfF8l7+nB5SN3Ub9xfBDCzSPKc9vN9/
+KPrf1nuwfm9U8eVW3c9eyn8DOHagcikTSM1jE5qei9Z0KrACOaMQibvN1WZAWz4UZsSLzM7x+ys
O1mNtiOkLOQ7Yn21cuHq059S+YjoyzBiUHPbJ16ng6oril14CXigleB74QG7WDXhmiVsGHpqEBzQ
CtyDkpcAStiBrcPO3ouswgx54d++cQvO/8KgEOekjDYS07A+aPE9RHboNdKdHUYeKVaO4EKwCEPQ
I0fHCcwYIqudOjRKHHUppOKkj6oHJDP3VBl8co3HVEih6R/6/Ov2p/30KwWXyyMOTOYg5cXok+BN
NKPOk7rI4pNa/5IteHa5hR52pGwVAqLw0N6Dnsy3ybg34leNELdrH2YFwKBhjZtpwXlizEvGoBdv
CgF4dHnHm7iWmoLi20dTjkAjOYEykpX/McMLP+pnVoSz0+bSlLeQtjr1yae2TfRtF721uQ/K7Nvr
urSToJKANcyxgLZGiBfiDjlJ203JqZ0x5RUU9BD2OYgz+z85ixwb86Yu8p7bNpfuxblNIX4IjTAm
jMCmjfgRQ6++5tPuWES6C1GG/9wUELaYzYMgIEah+Y05C1WMaoqRIRbJSW7dnmuO+0BqVtpD2B7J
allo0U3qCuoYYNFCV9YQPqzvexlEBS2sMcknkHDsE94bHF5IuQ2pfIx7aK9CSdd4JNGmAsaixmSU
Hb+MCZZ8GIKq/x6I+pf90e6bxq3H31D4reL3Do3GEcFP0uwjY2eC96bdJ8pnoq3R7yz5D4AEsV6I
upE6CP4jNuZuJkmVnOK53aIRBiCbwe6ZDK7KtQ7+0i0CpY6MI4c5eiCPLjcmbOM0I3aWnJT4CwXm
ZK1Mv3SuDbRsgRD8KZMJf39TxZNup9gKG4Ep6ed9Mh+r7B7aQw4wiUMLCYr2P9aexC1COQnD9uhP
I+AR3uXEbMDuBXmnU25gZEjtnSQ5oDC6cnsWV+7MivAWa8iI0BMasHJGYjustb5QqV8T+1tcvjMj
gpPDouWGbHfJSSr+jeyo256cv0nWLjJSxyo+krXp66VYEdTHP3AOwP5/8rOzeyoP6oRwDksnUy9K
7zMpcUwNzEf5Gift0hE/NyR8WDvqDYQmYUgxnyW98WUT7/8pNptNrnm3fc+iKbShEDfxEqqIVcSU
8BiTucFtamtP6Z/sDo1e4tr1W0K+b5taSsvBBwbwnso1xVH+vrxOEkj8oNiJXEmh+gOb8p1VSw7X
AgrTyU/D2VN1EBu7FnmN4zUc98LewbaJHA0xAacIvbStZdqQEQW2e/WpLHc5hAbg0tcUwhdW88KK
4JsMOhIblfzo1Fly4ZRAnhrJvQrB6nE2nlJtv7Kg/EcL4QaIbIDqRy8bw2miSNmkxFqGynp86hJF
ugvTrPKkzATJfZl3PpWyzNeHYd6OcgUy3dIM78wmTo6RYYYbjFblaHMWxds0IPNszS5eOVkLtxMi
SSj+w0fz/EpwNJB3k0OEwgi/bLptQHSBsvpXqzFnZBgFV0NPbtpPyKn/vr0oS2vyQ9WEx5vDyMUt
INAz10Y8psNYvqQpe85BCKeqa1HsUn4DInTOOMehXapYJteVhraJmWYnkPNMW1DrV043J9AcpQEB
iEBpKQK+woHqUYfIs1xTvl34TMge4g79H6ot8RXsVUVlFeuzUw2u+3R0jY8ZgtW3l/K6i2xwbcX/
b0R4n9LZNElrd9lpmJxqAs27RhxwjlZO8rvwwB22ifzbFhfuDwxiwhazlqBnFKspiZTHYYh5mFNd
W6mPwyIdG0u2AZnLo1+m3FQPVGNr3KKiUZQngT7kVNsAn+BxFNxSZEghi0F7cRqUHjjerUkDHSC0
yjC3ibpSNbmqoXNjGF8BYROG6Tm09NIPqSQy5laFMSp9lB24r2XiKCUU7cFuY51s0+vljw4CVUxy
QlN2U2OlKSeeG25fh/KHAVIgTUHx5tL+aIT2mNdhdlLDzEE1ewRMJNX/GyOcfQXbCDJ5EbzB0Pyw
UyDGT7XeOIb+PtatQ1YFVxc/5cyK8ErSGXIWUhqz04T+zYD1Kzh3B4i7b5/Jq6SOLxn+AfScJx/Y
PmHJtKFJhlbOTmkqbxoLYoNR/ooBJy3cyQdT3kp6vpeZtdFIC6WQBox3kKJeu4piOvLzI8B6CFwh
ZxAV0eCyXJO+s7CkQDBaXht6YNlyWxfod4ccnr++/rHTAGTH7U9fuhlcSQHhKaecEDvIaKtSZmU4
LEUbPYFpDoVOnM9wI2d+Ia0hfhavBlfPQd6M4j2es8t1NlMlktSaf+IMpY7S6xFeoejHm+QZihJN
Ou5je3Qq5CQzJBbK6B8Dz/F/8cUK0mbOXAKolvAbIMYSVjU0cU4S3hDXGvCsUoRH/mRi9jgsm9DJ
ijHe3TZ6NSWEzYWaBhI/VPUxWSw2ScAEMYeDBas62FhI+FnMO2UsPjLFtQdwe4D1f/DA6KnafySd
ec7UQjUDLW5VX6mYXO03b6MD/MQlIS3kWPzPzwJcqSvCLAJW9dFSieRLoeQaUAx152mmKFDpIMIs
WLO9/fH8lp7HMCBzRkgG9Cpea5RqfuZsz2wSPSJjqtrxY9FOkddEigxcvTKvPCzXh4ubAfce3ksV
tB8ijEerOSGXBjMgbmmH77asXHWSN3kbb4wSNAXDe9XeRXEPdswgroI2a1d84lUl+OdDz36B6HmB
aNOH1oofjQxMNZlHprs+vde18gPdsK6XHbQXs5FBb+jviKEGzPUeuhJkZ4bTKkcS7jBeo679Jp6G
XSz+T9kBLy3iMxPobOG4lzMI5lmHDR+YXOzjIhm2aSbLBzXEgHZFa9WZk0YGqFVuweutG8e0LFqv
bWJlI0EZ9UGLLD6r27bDYW7l2bHTMHNJCVFMCY+3V7L2LdK1P6SDOnxlx4kfRSiG3T5AYmTPCWrw
+9FfhNPQFXFnIQZbZZORtcdODjs/1yTD6/ECbZMxgWwENGT3t+1d3dYfgwCEwQ1jFAnn5vKW6HMU
EdJW7TFC+ypnT1b7pCA66uunvh4ds/+sB3lP8mEbvjf7Ibrr9D9wX3NkrjxMP3Wh893jPwQ8ICDj
kNFLg++4/CHU7nNrKJr2CGmPPZUP7fAO2R8of1eRS2nsaxUo/cI7u4c2N4G+Sv9AIz98yLo/VO83
JT3mmrEr6g/MHkb4HxRzPH1zmt4MIm+HNcLPq4H5n18L7U/8GGQq4BK6/LVjjJpdm43tESWdw1g4
dqeBOtl0pgwii+0LTTto634bGDpBefig5rPftLoH7Q1m7IfywGpOsh5Eje7mYJXV7Wd9Gjmn6Qr8
5SfjFVcVswo/AC0E9qIGjlTXLRhfs+6YmaycnXrQy8dc5qK8yhx1wFBRKda8rDYy2+moGd0pUxaH
TjVC1F2K0em2MDIL2kKtVuKXqgSM2jE6zTokVTjmfsdqOUjSDjOeVZjkQEURi/2dEwr4ekm75G9V
6QMFT3ZdHkckFJ9RWkso3ip1Mnpa3lrzJldTFQiBma2RsYkxBt8hDfUuvPaYycEM5eUOaVoM2ikd
VccG7KVlGHt6/y+XP9toApnIvbU2KSG+Nj/mwKWiYUYTc7k/LvvM88vz1BnUhDnAtcIKJ9XbONjr
27f16pvAcY6HEON5QPXCUQhBoiGPoKKOCnKkcXhkWYjTVx9Mfb5LyVFLW+ROofx+2+SVQ4JJdBRl
RJ+ghYBQ1uUyRjNVa3R0ydFIDuj17of2OCJFjLXX23bElxNvtYoN4V9mAukgiunJHe37FCcnSF3H
WvEt19+AehBmwhCPwakig7/8hm60K9OYkAmRuXYyq97V1QG6UH5fTivBjxjF82f53JLQIGXlkNdN
ZtBgtmZXIbPkkKH9Iq210ue6Om2CHcH9ZE3VU3SKYEfr7hFoemVO73TKMAqc/M3qtfYBfzkvvAgc
HIJITvaH6A5sVZcLOJVaatISC1jeI5g5jqEHbhX9FblBL29un4PrI35piv/52T3q1ULtog6moiw8
DE9q5YfdMWWfiPAQPawc7jVjQsRA5MLU0LbEMubxwYLYCLjwnZLpGKoGFqyZHZCY3v68hY07X0mx
QmnQbgYZGyxq7DlO0SGxQm8G/QGGbyP677athWN/YUs4jL3RES0tbRpIAGbEg6v19zkyjclYSawW
Dv2FHeEwjnFj9loGO3PxAXQAmK+VjVyunIur8g2u1oUVwREhlh7BqQArA3mPDeu9D9lbHip3ykv2
WGkeofGTkmMGTp87KCCuzKVfe6dL44LjnYvSVms5xKk0X+3he2L/Ya7y83Ec+IvRPkSuP5SNZ6fe
KMJwYDOhQWaDumGU9fi5M5TBpXJdbvqqLIKqG9eqyEv7BlIBoBoAtwRvqeAWe0bmaYjbKBgyaXAS
INsPzJxyPMnSmqklB4LyCQ/uUEFBt+vyVhtGHSMpaKKg1aqE+OCmQDRbNAy4XyRTD1nDaA1+yaoY
t9VcdX4o0X6NQ3DhOvBsCQLOGHzTMHp/+RtYBtdCpzgN6DDEv9TYBl6/CwdfHlviTmXdrDRCr4qq
2FTI89qA72HqB70H4aMLM7Pn0W7TYOwhu6eE4H5EaRP6iLQe/HROt0kYup0RBwpI125f/WXbANVh
ygORAlBHlx9bNZOmz7qcBuA3zt4Su5C2k1pB/c1WU3cE+htcETLxK5v8auVh8KqqoCtv4YJzRRiP
aiSq5lAyEXtzrVkmChnVNCjsvmKbcZ7156avgQOy7KioNpGhSZmr5lUee2GcRmsTPEv28UxCQwQ/
A5OVwn63ZpgTI5+TQJpUaLYlVbbVu6Z/lRSKIRTk53dSRNqtaTBlbcxm4ahh+AU9XR5xg1BLuFnV
LE1y2nUMHPEyPRVgcNvabR16eWFt+rrStrd3e8kcsl5cLnAbgIBcOGhT0imNWVd5QOccbGRIZwvW
uRVcMeaL1vRZryqIONaYoYQWKfaHj1PydT/zVXkvWfUQzUWgtJZn0s4ZMmMfxvEuVY6Mzi5ohQZi
OZ1suEwmJw295oapd5259iQsbDCkMzBdxCVOkCMJq5w2URtpRlUGFSpMpQlSgajY2ql1KOuxc5Ok
e1JI7N9e6qu2H77+h8UC7C+c4l2sIia8MtAoXRXUhbXr6W9SPVbs3QxPNmR9gRjQk3YXT89UWWPh
X/DWwMObqHcr2GmwoF4uuzUVGDuX8yqQtfxfa1I/0QdMlibZykO7ZAdICt6xAFcSADeXdoY0TPvQ
sssgTeEhtYwZjvEWZrqxYof/PUJMiWoD5wTBFVExmntpJ0HDGVqzRRVMTeyzGpPkqMvpQ7zRshdV
X4mXF95vCxUOzDpDUxiAAX6Dzs4sjbuQYJ4apTDKikeZ5PmWggFzJRBa+iSU/2x+8zERKeYwBVDu
oWnHdVCqLhiYd9Ykb6uEHvvmdZDWEIIL9xAnkMts4znlz7jwTTioxB5syOZBh71rHIKx+MPUIQds
T/qW+Ub5Gc73OaRfmfmZ2GvH8fpbkQ2CBAEtJn4VxPEJSRqKyVCTMsh6zFDTT0mlqEHu8Rh4dqw6
t2/d9fZdGhNesy4tyJSWaRnkLZRfakD814iHrub6MJDEuVDxYoKEFzsomCB13DKzt9IA8nCb4iDf
gWfpW981bgHIJZDnvQPl7WqtW8f36PIScKvoR2iYoEPuK3ju1DIGCFrAqixl/ggKqRRDX0kT3jOz
fLy9htf3+tKUED93ELXkSoQpyPOaJPYs8ynN1tBMazaEMJnUCalBKZphGDLHTH1fxhk4/ZnlGUXb
vt3+noUDeLF0woahlTOwUrLTgNHKmYt9leEAWneSWriztcKBtWZLuGoot+t5bGKbpMfC2OjjW/sH
YrtuxtYGKheynMtd4r/kzFHpgFaUCYMlTDYWszuCz8XOUF+c1Og5imqvJM8suR/QxKaAqA3yWtC0
+KV4VQExBdhSVYUdtNuwi9B8wIEccjen9XvSDBtpipyMIukvXm/v4XVagHIWXjOcO5QXMCR6+bWt
Oc3GKKVZkFXQ/zx25VZLvVbfkfQYNo+a9HXb3OLqntsT8n0zU4qJ6bAHmlNH8nPv9PS3dGafgXFp
xRRPrsWbfWZKE4ITZW4yu04xRNZSXyruWPRvbCHnOrkgucZsNEY6W8dGebgc+xXTS1uIIiFwcXwD
Md12uahpPVnqrAKBX4/Eix2qBZaFmmf+N12b/V90muemhHsRpZWp1QVMjfP7jIkAGWq8Sr8JC2jD
74p02qqmR+cBjMYlmHkqNw43RjM6DdSaby/3lYohd9/nv0S4N1GozZ1uFPA8+yoY/N4DxWPrDX73
lJ8A0fqgx+Gh9cErDjm/tHTcfHSB4r/9IxZP89nCC6cZ8j4VhYJvFmj0F96P+RcY3kA31b2wv1K+
UpBYsyWc5DBDdDZYZRaYdJtHJYZJAGfZVJXDvsAxq/drbCbXfSK+wHwsCEgPzIaJ7GGcWiWUzS4L
ZrKZNw3mD8gfBqwgm3fy/ES6L/XQz8fYgM4v8+ban7qNsVaGXMhq4ZGQSwIMpfOitFDRaiAkPyUG
VphV4K3ZjnfsF4ZQGfoVX/Po0LWa/rI9uCcoT8FL4TZdXqWakJSZbcYgT1GrsoNkf6ROnkBGwqVJ
L/NCk1m16JJ1xT+GrgcUuCQJKN6qNqv/4rnD5AnCRp5SXw1UNsk4tlKFA65rzUZiOwV3esruWHEa
s3HlIC894+e2hMtUSQlaGfB2AZpFtHnNyAOxVxpT/C6I7hG1BqADeNSBLb1c2VQ1yq5r4IntdPCg
PY7ygxdZoEoDM9v4YSVrBagleyBLxfqBgg80lkKgZbSSNud9lQXhfKRcdvPbMPa0v5uMz8He3fYD
i88M5D5MUKurgKaLiWkcxVYxSQTGmrcpcRi0vEFflvQjaK1lRwLsjBouqXRfmf9Oa6XKpS8FyaKK
nh/4vFEWv1zZQq3zOOpTFhAJ5OcsOhK6YSbkJLvUJZYPJe3bX7tkjyeLgDwgbNBFLE9NVTUe5RFD
1LF00MkdsD1uGD5RzTNz8M50YO25bXDJ9YF9iN8DLC30Ry4/UMt6qeqYxvCIl0bitOHj9xThv99o
80LVNQzN0udZXJgDZwf5ozgSO5rdDL4Um8HvhQ4FYY9BQfORu3qMSkf+XEThSqp6Ba3A3qH+Ce15
cFRiFFMc4jMzCnxUQ/JgngGvQIGyK9Rgql7V7q5VX3p7eMys8DioTqmrPmZWXOWeohkOdGE59xh8
1r05/kviQ/d+e91/IEvCncU8B+aPgIDlHA7CnbVpOYc0zIrAypN93Ot3dVv9Ue3ySwf4GaSSAw6c
jll2rZG2FVHcGolo5NAI4ausFZuwNlypnh9IskWNe+W3LQQ9mgmsFQpB4MDCRb88FKpRD6oxkiIw
je8xnE6zkjgW9CmK2aPkKQcdS/1ozKnX9ZEzhjvN6lyC6jPp93MIwQ/Uv2//IG5PXCsoK6FrqgOJ
ifW6/D0Jq7WQDJQFoRW6uobRWM3Mj/GQKF5Jn2/bWvz2M1uCu677XDLCWeOxgEe6LRqhboWFbzKP
mWu81mvfJVw+RuPMQjkTT4Ma+SoGgZVnIrWbfFjJVpeeXhx/DLwBHogiqjjYk6BmZBU23Fg9QH4n
1UoAKQroXYJXJ5XcLpW8KFM3M0btTLY257/w/sE2FEABkES7QOwUgD1hSlgfs4B2tVvE5j6d6ld7
lRXsCsbFb7oloSuN+o0NDi3BVctpT8wmbFigAsheN6MvxcN9R587809Gba81nNnQvCGMd7QZfmva
a7YqLcjvrHhOwRwncew3xpJNIVmoulqd5zCHezO0zFWsAoqHtvF9+4AuPYhoHHMGaWB7DMBRLm8D
gDJppNf40Dj/Z2V0zyLm66PxNeXjQQfW1YxNV6f5vT7oR0vymm70bv+CpWOLBxGPIuCA2hUVrVL2
ulZlFcO0Hay1wOpAYIliZqih04r/Xjo8OLOga+DDwmg1XX6rkqvYrKHl4B5JdqzOJuBYthVfDqe1
UvyiqZ9XAvrRKB+J4TCmUwwMhXJTuT9SqM9OTXMfo2iw4l6XDfEdhKQwWGaFb0ImW7WxOWD/VA1M
ya/xAGxyutIvWzKCoR0ANjGADypMIWNWMb3HChuBBAHnqN+bytdQF5JjtMYaemvp0KObrKDMDQw0
0OuXWxSyopTKEBFETQYUix6LeFxZsIUYRee3GoP4ErTQRCljve8te6yKPKjnvggPbGzRhwnRvNmW
ZGrDfURU5MoknOzEI+ggbvFQScy/fegXFhSVaLQrIHTFm4DCrQOL9VRHbZ8DofWkWahqdo4NqeLb
RpaiAhBBom0tA7tno3R0uZisyCLLQPswiJn3bvu98w0SbfcheH33MfvvvHUOqCRWXtel2ve5UbG6
YpcW0xIGo2lTe+DDhwbJCH2kqWj8Otm3tjv24CLzQ21Xpm91fCAgLL793QtxIShZFGShgBcrkri4
fZFhkklN8wCINmNjxlHo1xjVAekzJrEstdzUBqTbZrVcK7wvvRoASGGIkw8EAWYtXEYWj4US4V8B
Xq7ydyW1w94oRs2FLsKwj1uLnyg52ZZTPGJMujLcwQaSIJYT9ogJQ+Jmat5s/vPFQJ/VxCmD58MP
uzwDI1QbsxLKIkFFUuuuLmzZbxAXHZSykg60sqlfD+Xk6VokPd22vHTGMTSkcuUi9JkV/udn9VIp
mnqwUOdlQPR5E5b9Lk/cqZK2t60sRFjoGnHMFRYc2aPgmiQ7msd2LoqgC/2q+q30u/dB/7daDl0y
g0kBoAjhaFFkEXYWXduxKaQay1im2MUsQeg4SvthVk9FP+seihBrQ+8Ljgo9JEQ5PL2BqxBu78yi
keVpUUIPST3IOcaoQeyVmcdClT092/VbCZo+txdz6fKe2xSRmXmptiAaQt+2HZ4teoylz9566jJp
z1CVy9STBhHpRnmYAUxl+UtNi225VmdfeAF464zPDYE/HU/A5bGx5ZDUmBsukVfNLhk/m2ItflXw
NwiBFURCQCiABjXiDfGNkQCpSfNqQHM63cmJLwGVXyJp9Pv+bcje5KlzaPaSpf6aFuhCpAPoOGIB
VK3g+8Upyn4yxjBUkT12mdL4TGt/q5BJcVMzlhxWWqV3ezOXzg9YbfjIGSrNiHouF1IiadGxaSoQ
WHVz5RixVDoUnL2Pco/+T2/vq9SArlGfVBBEJtJKrLXghBG0Iq4DDh5M4eL8WYHCtpnEBE1IG+Dw
JnKhm5Rmm1rdDSTnrnhlxGDh2GCSGXEQJkqgNyriOtRwSnu1rNGH7N7lrnWSNWWthQ9CdVXmU/oY
7gAQ7HI5kwxglB5osyBRtXpHJxCsF/o4PTRqlgZ2oQA1RRQKRnJqrrS4Fhwpr1RBCNFCJ/JqDmBQ
x6Gx6rkMQJWHepXd3vfdtEvm/6KVC1+DKUzgVYA5EwccgKbv5GFK0fafRzeihkNV//aRXMo2AJMA
XBUtJd6dFl4jkGmwQrEB0aA5OVhwMv3cupXpWWHt0L54iswGrD1m7w2V5YRttmnZmlD90kFRkN1B
CVwG8kic250MjUIiG2CNMI3RRntpuu/bH7lmQMj5+8aaMYOVVUGT343S+1iEa16aHzXBgQHwzSE+
WEcEOUJyqpckUlmIjcqzTQ4B2j3IbTSvaHbKBmNbcuVYa/2ThefPRCiFcAoFMCCnBIt5VLEknmgV
ME5WHUlHE2ztml+oILJdCViWlg9jU3xICwcFWcflPWNzKVll0VRBYdayXzSz5NIsXunRLH0PYhMZ
oAIN6b14CAwpVYqm1KpAK2u3mxVPglCF0SQOCKoekRGv5BwLnh8pPODnmmIC7iai3MFhOVpTX9QQ
gUbzi44Hs9O2Kjy0E6182JKvwNohceJl5qs2DIrKErKatA7SxKp8za5OQ9oVuzxeOeRLC8jVxjhq
h48G8Tf2LLibIRIwNp1WI7jLNgOJArncYnYRbf7yaZXIfOFIQPUIKQwQVgAWyMKNMso6ShMjayCN
V7zN9ujmSbXS9FgygSgLkB1wKqFWLgRbKRumAT1CYMeaHnQlZpj4fZettToWzoGFsAZfgcISIg/B
/dkh/F8mA1il1NZdbyYOmUHRZDCvj7e3ndCCJQSr/8PZee3IjS3N+okI0JtbkmXasFpeI90QckPv
PZ/+fOwNnL+LRRShAQZ7ZkOAVi0ulxkZGQFbhna712LH9foI1FtThR66C5Iorhr9bosvIvKEu2Ki
t98NLtriBAJVDJhqTRWThazM1R4StD6L5suomcP3oALevD+b21CGUShvwscBlONeuJ6NGMnxIAWE
MnnYP6tDnqMggrekErTWgx+jgDCOZolLcCMczHayDvdHv/2WXLXEpBCUuTAgZV+PTlN5WfBiFpdm
KLGQSWPtveobqesXIxjZaIQ7s90gMi53O/AqTA8QzXWgOMqIo4dqWV6UIYAOPAut9NyIsWmnkmA8
j00ev8wNoYBZZ9CU9cbX/9H7EgunnB6y4/3J3x50Fpcbn1/ERmIZricf6dkQ6j5ZXCRNX9BPfFbE
b3g1dU3lGMbetbyRQDMaSkUIDFPFIEy+Hq1tknDA12ZhOMpF5jZNWX3jhtEGW+1T+f1YFGDbQl4h
wZMLkfoPMleq/DzQPx06Q1KjcKn0QoVb2GyUO6/u1i5YOpahtXKFAz9f/7TG6jMjqsTygujPFLxv
4/d15NTDTqy39bkxP4N2Bj+bbHb1ueM60OI+84n1mkY/T0HhnzQ/kg5pEmuu4EcfUaSSd8bcnBl4
KEcY6r25Tvr6ScxjNSacaOvwKApCtrglPhpVXDqV3vy4v59uw+gFfKViT/xFoK6sVljKWq3IZQZr
isle6iEWAo1YxU5+YneJdQDx3nl8ty4PwnXUU8i8uHhXC1cQPhMDcOk2yUdZ/F5Kh9B4VAIUGhv1
d6zv3fG3LzATfDPcagWHrrFElK+gusTtO6ySzqP+DVbRnqXZ1kZBdGqRtjXpmlhj2WoclJWRk+/w
x6chDY7NOHljT34gp9Dq453dvzkc7/0idUx34xpT60Yh6sqJ3W8m0ikK4ZLPVvdnVsyf4vQrRFfk
/i7ZvAJJt7gFYLaAla8CzkVwsFZVqbzUz0nyb+fKx9p0k19Nh6uVI33+fH+4rTWjqLuUWSjqQrC+
PttJ0glN36glXE8aqxvY8QhrWNOeiO/WQUOADUktXjGWbrX3w8CvLKObSD1wlswbsXQnLfg2zupH
QdW/3J/SBiuI5mIa1mlxoK2G1p7rOUmN4YdCIjMYOCyuWOdwKI6j7ND4GCnOrJHilUd5+mJYH8VE
xaqM4G14EQ1vio73f8rW3uFWoSV7MZi8AbvzdiyUtDKrSzUdZP3SRE9N/ckIzpq4M9Dm8/F2pNWu
SbTUL/zQqEB+bd1wukNhp7+0yKb9+aFADRz7zMad91TUNgqifGrkLMA6yctwUbj+1FE7JyXhQ3WZ
cYKVAH1RdHxI6+FB9DU7tSRqoePnuEw/z+UeKrHB81u0xwkmlwIe6MfquqkztOnSeK4uPQQ/kgs6
durKa+tvmaHaReyl0gdN/iHSYN76T0mByGsmvMPhayfv2FjjpVuN+Azgm2Bh9TPkKK2oEfHlM3oY
pWPmyAMnVXF3QqONg8olDpNgURRcOBjXXxofjjkNfaG6dLJxaSEMRvITfq2f7m/YZb2u82suuTej
rK6DqahmOaLt7RKn6aOuOyiG2mAvhzbf2bCb0wGG4INR0ibguZ7OEBSRpkVVfTH77iCaKUIc8kOr
jL/vz2dzGEMXddru0Whdpx1CF1SjPzOfVFAsWnVlyOxV2p5CsIWdi3vjsV3ygP8/1LJP3uSFgohP
LXKw9SXs2QCJp8WBE8bCx6hFpLayYjup0E/y94p62zOkOmkgBQVGtvqQUW/4taLF9cUiSE3P0S9/
j1C7uSfgG1JBQQwU4sP1xDS/IOyuwiXhjW06LA4F0a8aW4ek2DlKWyNRx8UzjgyeS3OZ65tP2FVN
M01xXV8CmBVRqrtK8kgT9LFq/9zfFlv3FqYF5Bc0xmBTsg5prQYr7jEY6otUSN37pJjqo1RO889c
k9tTXRaYzEjqUx8Z83EW5cc2KvYcFLaujYW++UpwgB60fIs3c43RWK3pcawvCNy5eobP8vgpEI6R
oB6r7j8ctrdjrbamLmR+l7U9h+3U63/MF6P/ef97bi0c9S6s98hS6S9cPe9CgfKhn8z1JU8+BylO
L9/hZvrS5/ujLJfP+nJ6fWRo2ySAXjeBBalWDo0i1RdUaYvypCjf7v/9GwE6vbEwtmQkZ1CWXt3k
utUIepsQpCAhl72EzPNbJhSPYsz/q8zIPKRtKtq4p/59rzolSsoj8Avoo2Nu13sh6Bth1AcawdLu
UFrftPC92ewUJbZup7dDrI5W3addHmoi8UFK1SNH20qkGptPH1SrPYjiu1Q8yNXp/vfc2uILFEcu
ZwDir8GrrgFx58+qCyeo13q3V79Xlj33naPWwY6EweaJRoebIJZ0BzrI6jyJfRBJvanXl7qUfwiR
KB17wwycWtUql44m6SgpKBsUWZC7TQDhrUsH68ffzxfPYwgc5MkUnlc/wcr6AEEkkMG2eSwj65kE
5mMQRScpkF5afQe2WxZsfRjovATvxCeIrbM6cjHFkrqPohZz3xSDLA01q9SXdt60rXP9dpDV1R80
OcRZOWwvLebrQ3yarXfCYJfzf7j3MZ6n9El1CYbKahiBzs7Q70oCdmsUPVnKnGwyHpvYUt2wUGL3
/jJtTcqCOasvHj0Y3a9uQ7/N6frAxvnCNqiQJkG3vpXqwU216uzrbbsz3MZCUfVc6nKvfJc1qi/G
BrXs1G8udduy93SzcigFJTDowj3nra0sgCK9RQ80mwLn7XXmo/iJFdZdezHCsqTx4t88htgdBari
TuNsXVo6m47mLKjntBOVYyNn+csQGvkxzEITHmzZ76zsxuQpNCBws+jnwIpeXTtVZE6NMcYNrxy0
s8C0lb5zdWXnotk6/BRo6P5ekBUykRXQYclj1YV12F30k1U9+uYhqp5ao6Gw9lAUxVE2Ik7+w19v
I8ZEo5o8ncxrrcDZGEZMo3DaXRAeM6kxX9Lix99vHXBFkTQWU0fSrNWFkvvZyDXT9K8hZad9KCXF
jjvR+fuJvB1ldR6aNKiUeq77yzDb5fSla91CejdQKb8/zMZW0IgfF2opWTmrdP3IyWPsp20eDRe9
+D2Ej6HkKO2v+0NsnOxXOV2k92Hsmes7ES2UQqS2MFyy2YujzyW0aj+RDxZSzfcHej1Iq9sXOBz2
DdD8kpCtou5mEkfk15vh0sXQ76ewfK6rrwDj6CsqQ0Z3JE03wNSKdS4y6UNtIHHxrQ+cTsaQ6Oeg
f5/1lyKP7YoFrVVwindp/qL3n/VId6IBllibnPW4en//V299Hmh/lJEwAcQ8Y/WjowxFjNmXhosR
xW5uuVjU2I32OdKjnX27PRCbFuXmBcldBVLTlJapbnTDpSmzE2o4faV8CKLi3RSkyc5Qy665WQjS
YWQnQXBR6r7eVeMsjmOSKMNlOgXxw6BrJ1DUWB/serff+zY8xJOPc6ihTkJBcx3ORH06jmKMBoHe
w5PhvWifYjcKf1XSv6Xw7/2lUm+mhYAE5gvLUlF5Xoe6Cg7rM7Uf8nBttEfu8HFPfOD2OOKDC7/K
BNoERl1vhnqu9KDJFjQ6rWUXEM0eVOxLJfVvzS7Za3ToYS+FkiP0ivVzGzezTvAXg4+kemuLYQP9
2DyJEbqISebMqXgZXvok3YkHNz4gqJC2FC3oDSQuvN4X/mikzTyRtEpq5aEk+F2y8p1LYAOphc6x
2KMqy1e80XIZxcbUk4iQs0NGxk1nyXAKI3vR2zB1rQoFWZzKajepqVTJodm445w5PpIZO0dga6qv
hFraYHgCrdWx7sq0NAsRKAUX9EMi5AfV/3l/Ny5/w/Uho25LTxwgOHsfFuD1x6Rw4vdhA8RVlqWd
RUpGvaIH6Kp9r1Sl1g1M9V9fhtMpVjtv0+3xJpSnMLZMDHBjbbIj9JoGzmfUlyhIzxrAih56wUJe
S4JnRf14f5q31xbcOzRb0Byl3Amgcj1NWYURTatsf5kgNz6UCk4QshnGbti204OhFOLOwm1Mjs8J
xRGOI6GLtorWsEoopKwvGK9oz3DGvpY+oj8CzkK2OvWPaqIe70/w9gZjgm8GXO2UOpmyoJSr/pJb
xlmmZyusXAN21cwOTXz5RDfZ6f6Iq0/KYw8HjoSWhBoJi5ssRVIDZRjNpvCqWEKHVB/zB21ITUeV
4vkpbbW9gvXqVnsdDySY/hiJ55++juslxCbS1HyxKD2DDj+V4mkEwF8Z3+/Pak3meh0G9U56NxfI
F67f9TCG2pgphUOGielNwYZRe0QZF7X3uCyd2RiUX+2UJh/6AW1KaZqMJ19SR1fOh+FxivxsJxVc
7aPl10AWglWJ2RBRzxoatkrqlZEsN56gTs1RmqPPuRF/0jXEV6wgUx8EH2mv+19g4zvz3MIKoCLG
d14jFnnWBJg/Ko2nsINpPhZCpHHDgTBnDne20JrL/zo9XkBQYgwEeEdWH1stMgWVZhmnplBKjCN+
Pj7c244GViuJBIL8SE/QNm3q+mtYJL15ECTMOexCEYJfPtar/3RNL7xPuqk27ayba8RisbRWUD5P
i/pQo/1Fl3aei6FNh3G5g7usi1Gvvx7vLGVxg+W9vYlJB94NozIbr5bScrCTIK7OgTFnblEYuBE2
/SBQnwjyY9PpxSkRRvEHlMdWtsOuEo5CFSN9JwrdYxxhD636yFX3pV/vLOc6gXr9lUsdZVFFA7FZ
r2eSzOEU5kbjGeh6IHwR1+8bIYAcNqazE5hpdRSaLnU0PbQo8+hY/WGyuLPQr6fmzTPDj1iSZPCM
1y5aUqvrU1VMPmqegGHe7CdYNmayrwWuPM5Lg7BvjORZRdR84Xz73TGEbNgda7ihrZ1PY/Bz6H0F
gtnQVkRmUl+9mNmkObWmxY+IsuQB9RJzKslBR2SAzTDU85/RNPatkyNIT57QB8ondHQJtUTFn+dD
OnZ+g17YKH7626MjwRtCg08BwVzoydezrKN50pNhar1ClopDXjcSbcmkDr1m7cLcS6C9/qK8K8TH
3MBUP1ZftKuWJFUUGQsVctcPUhlHgybGCdDyTbcIfP/zaBRQKIVwOtdKx0GQ5294Mcc7G2wZaP1D
uC0QcFkExJGhup50UNRRKWjsr8IYLSxzok++nibnfIiAemK8Y+Pm7x7X180EIE2v62KNjC/y9YhG
o2p1os6tp88lStgGYVc7q6j6o4h8YJ8NJ6hw7cP9tV0FSv8bFJ4jyYGOEsQah4j6ANfPWGo9nDnr
95QNI2SN8sI1qm46EA02p04K1VM4TaHjz3r+X4Yn3OYcL/2pa2aEiIRS1nUst17iwqxq2fANswUJ
ywz1d5I12YOuCo2T9LXsgM3usU3WBdll9pRTiNV4ERc2+irt00TK3aYv9J4uNtHHVG+wRFJF9GrN
UT9FKCoelDGaDmNXdE5A9H5s2kpwCHM+KBB/nLaSK7fIh+Cr0bd71blV6PP628jUYaFC2ZPBZ6+3
g9iNtGZJQ+kFAciD2dLF0auGQ3Yi2RXA3XuTQtq7MrWUnQj29qXkjQQQpq2Wvrcb5TpqSWVPabD2
esz9RrsOGpo9LUHvxJOvcvB3tsBtwEU/EMKSAGGA2izF9TxnowuHmD4Sr4AA8T5V6flS9WZyTK2k
uyMptejr/S2//IWrk02bBTfjq70GgqLXA0ZBHMZzZNWeIMfzUVg2Htj3XrVsc1oLeATWAm67bn6m
aDNAQwsarxt9PXNaqVfqxAG2KoV3kZ/ORHqCrwzzTha5MSzFcOTaF+Ep1GRWX1OPZjiAy+Tk6buk
QUOD/J0J6PgE7U6KtbE/CaO0ZXdCN7wxSTZKyarJJhuvwiSuTTXH0NuDjoltB1+rNIpTk++pAWxE
sQQlIAwUYWhSAzy5XrpyqPOk77re42ayvgZa+nXU0+JQppnmhhqGcdaopE5P2Gon+Jg54GEURiNV
w4ay9/ekFzc2En4oNCmTSnNfr7snx7go/QYZao92XvVDOAbzMe2bPTR+44YGGkSbE8dkGJLrpu+S
AkMVRXLvJWr20ln+MTFEdxJQJ5ofihpJMUP5NKjhToS+sY9AjehUhuHJ115fzKM057kx1L1XB11v
hxBypDb7LjbhuVLP98/jRrhMa8SiW4YvFG/tWgMxK8jCG1/rPVFqo4+KL3T6ORPi3nLi1o9f9LjL
PyS+WVp2qHBPu2LZwBtt6yr7rQRqchzEwrATnrGXoIzGd4Df36qkkc7EuM1DnQjSu17BovX+r976
QHh0AqlizrO0J1xvxQB+WDeWweC1dMUMmtXDOul/KGNVOmWdnu4PtnHWQDoXfwxi8gXOux6s1Acl
q/PlnRrr3pnq2bDTNP3dBvL3sG/dpoSUqbZ7cd/WqEhE0Y5KH4lGxn89atzpndGV0eDVuvaxyZ7n
6lefnhKfOKQ9aJha3J/kxkbnzlogt9eOv3VSaA5xKYxtMXhNr5/HwEBa9EuOLmuZHCwlP+W/fRzn
7g+5Lj8tjyyFitf3jiIssN/1FM2Jjp9ETAfPmE20b7LJfOhTHdsTxHJPrSr2J8Roi3MQTYmbaeY/
xJntQQLrtDMrPGmTudcHvrGtlkeQa27554Y9L+F9EcRZM3hYP8VP6KO2pwlk+iRzMTwI6bzXwbM1
HoKukDo4f7yJyx54Q+qYu1ESOp55T1Jnt4Alb3PyfgRK8Q+xaPv3ZwZ2I9EMkNxCPFttqKy1Wh07
xNHrgvhbBYRjzf+W2vQ50KsdmvSrENXqkQd7g5NKEYqMfy3AGPMIxaIVdd6ky9Mn9DQ/d038Taz6
0hXjeX4K5NRyw1oxPtGnUjjp0NQvmHolB0OMIuyjIy3O7KnM/+idPlX0LFjlx4aJHX0QXDuMfdmO
i2Q8oZ4iHwdQh50Tv67XsDN54yjSLZ0FZCHr+KEpBMOsm2TwYtWIURwQuvSB1MH8GATKMen7+Bxk
bf0+jczgHBoINEsyrPNBz8l0o8w4lqEyInepK25L1eRUV7F17CytPRd9PuGfJrV40+m+LabmhzCL
BTe0OvIcOtmcjFvITcr0Mep72Kd9u6eDsbE6eJBTazGJvuBbrDm8I/1cVp21g1cleLpBLIo+xn0T
fIqouR2Goa8zO2yUz7QWT047K8MxN6bxIE917PbdMB+6CXro2PTtIxLa/qPJBeXUFLhOlhbop3zS
fDsXIwzplEo8xF2h7mzk25ef378Idy8iG9xZSwj95tTUopx0vqYNnj+XPu2rQolKE5ai92+n27PJ
KASQPPpci6jgX49i0lMuJjl3gdoKrZsn0vwcyMVwTA2xd42xk3dmdXvfA8dDcFkwQsKZdX+QpDdK
M8/h6OlZLzuJaQzPCFjNthoq/cFIitBtW7PA5kDbk2HcGhm1KVAUaOTwy1ZxXdKjkeyX3ELNWPqn
SA4+xzOSrUOvoQAtytNz2yqnshn38OzbJ4eCi7I0CIPdyDR8X39hPet0wRzq2evbExGYi0LQ+F7T
m0dJOE2l0+ypoC2gwfWttIyHPskrEKmZy5+/2TcGRaUpj6PZG8rhJEeRrUhY9gXvK0l15nxP3mNz
dlRAsFEiROGVux5t6pYPrnWzh7pD59ZWBY/DEhROumbZ0mRcBAiU7lQtqJOuzzu7aWP3AqTTiLRk
18CIq7mOYDOQEfm2g3ycxoc49Pr6u/mfBiHLotUbgak1ja8tlbTIJxQza6n93kiZG6XfB/1PiLvZ
/bO4sXLMxkKCDIF8eA2rQIHGNUMaxGb2aPcJ6xcxvmjdZzGZHBTC7o+0keQsPE8mw9df+Lny9bKF
oy/oYmpNXlCTuyjwjQ9R6MaJ0wBCqE77tW1Tu5YhRmruztDLOVvtz8X2G0o4u2bpE7we2veLvpWD
efaotPYOMF07OLxB5pHdoj1ZY1jZghYBzmlh5k4GAklh1Uc7qce6Srk8fegjAYXpfANi69W9l6pd
PTYGvyKXXeWr/wnkw9Vt2TVtB4by/SlvrevbsVaRddB0oVmpjNVFs6um9gyqIz1qaejwxuys7MYt
R5oMTAS2yXlYSzzO0iiPY6GKHrjLMwUAcyCu0/i3guhf+49c1jsR9S2SA67C3bZQvPmka3IV2PtY
JNUkeZGWPghkDZ8wno7sMhf2yJq3n5GRsJjBpBW6Bkt3vXH0MiybZvAlr0HKVn5vVr97/VFsqWZN
wc5X3JoUlzWYIVEdpZxVxCrXSm1YaSR7+By2T3lthpjfCMqxK1vh2/3NcfvM4zbzv6eQMsONL3Nb
SbURaJPixX1eHqj2dM44m3sTur0o4ZmBrRPwLYd+3RUyGnmeiYMoe12vfpTx3hBry47wvK/TPYeT
ZRmuzzdDcaXQp0WWBR34epnILHR9igzZQ0XtnSK6kviMycoxmMQTQgunGtSGbvcdSOp2wRbKIqkd
oCKsWnP1DKH7NCRW2ytI2PtImlLMELCn6NHB3NkZG9kcIy1quDwEhMJrak1ez0EaZ0yv1FvJ0/r2
e9/SzNflennMiuCdpOLqWgmIN/UGzkmJVM02109oz3P1UkXtXwqkcZFRxIB+Q42TyAYk8PpzA/X1
g+KLilcmuV1nfxT/y/0NugFgv5ZJlhiaT3xjo2JqQW3OjaTgzijGsS11SoOqiY9quDpxf4mNXH+J
qmjIXfIM8hpFq1OYxDDoWqeJhG48DF07Ck4oa0XopGKI7pPVtdnOQdqo1iFtSz6z+FbRrrPuk7Cq
MSzjUVc8o2xUO01S49Qldf9UBFblTjRyONrMrlcUH8PPyvzZCd20sw03jhkiY2xByktLSWd1RQ1a
YnRD3alebP5QukVO65xb2THz5Z1bd+OQoYeEpymHGvGANZw1+dhjxV2josM/QW3pcVBNDUG36zIt
TppYxoeyGtOjkLbhqR+VXXXv21uLbAFYFh2aJe5aq2wFQhnXUj+qHg1LT2oR2bEYv5va5jyK0VOQ
IGCgPKjRj0iKqCOgwK1JePK+6/F7u785N849tDPCMsIZWn3W5BTD18YO5EH1uK7pEJEyG1OXJxrJ
P90fZ2thFx+yJXlY+JqreMkSk7aO5VLzLASwrWY+TZiADH2ARv3OSJszejPS6vqUo9osArPQvKSu
IdN9jbLosRF/3J/O7VNKPknDNRUYajBEtteXRl2WFJHbUfNQKMdtdRgHB6fQzwjtoCnQ0eE2SV39
H5YKCRdozxrk4Bumq5r7De+IqXnjALw7TAbUDzNVj2Vb7fkibawWtRcqjSS2NGGuS25pqOgN/6N6
QVm+0y34dKH4rNW/K7S173/I23BLXWIEBEKA55eG4esPOZVRaBU453qYLj0KxmOpRG4ooiov/VTq
P7l8vD/cBqjBeIBOaEBSJ2Xo6/Gg3PVl106al2mz2Lk9kYPMlpemk9TNY+2MVWg9BYjx/mNmOULm
LUXJkyHktO5PaoUi0CBN2qWSrEi0ex0XVyfVlMXQiXZAVLi0NvytylkID99Ih8IWgll8ngyj1G0l
NqKf92ezkYUwGyJwpkQMDvi8mo0v6XiAy5qH45JcRbbhT3YqJKeSJmhTdGIJExXxpYMkPw2jzcx3
Vm8jC1juavBCRuc/1mChqhB9LcCOZwSxoxb+hyGlx635qoTxpf1qiI9ZN9hte0xDeY/Dt/VcgYiy
jsTM3ODr4v9YJRDuUIby5PFHNGsOvMHvSfMOYV5KhXSdK7Gjy2NJ+/np/mffeDvIqgCAIZwTT6/Z
YFmy9B5ole75PVQbfwz6Q5i1wjnvLQwiZLE4mLUpYbtSjuinU+063B9/44bTgUwJDRfCNdSW61Wv
UDEmvuqJRVE0doOxSF0NArFTRUqzk3m9zmUVjPI2IAeJxATNZGuAwA9nTZlCorV4jg/I1rqx9a2K
/JcEyqavOFPY0K+JLV7QH/X6U6AuMuPnKT+X2qUM/qTTyQojW0J2vAFEQT0VMOVotGhUKA/3P8rW
dlhQDHBKaNQoNi1X9hvYxjdAjxQ9VTxV+uZXkVs11m8qka4pPy+YQ1f2x3pUzk2yJwi6wcVaKoyv
DcdYAvCpViPPhWDGBE5EtMFZVoKT759ZtX/McnT8FFrYs1ilZzXRTobSun53DqP27OfjsdbCcxrq
H+5/idu3afk5RJq86vyo13D0zYeI6E7NwnTS6VU4DKYrXC7y9LXYs0LYHIWzBP5BsesWXTWSWQuR
g/VwZi6cckaEP4lr9UDySq4C6xckxPzrp31RTIaEuVjOcYevkpRJic3S9yMUO5t5OPmNX7qxLGd2
1k/x+f5HvD3ji24VsbqIbBop7CqKqMVS1+tW1YkiLKdMFbRpGmfIiss8Kkcz6Mj7dKKL9t39YW8f
XoZVaAhYol9O+Opol6EWwmTTdU/IP031u3D8lQbgrXuv7ubs3gyzejdkIU8nMTB1T4mLIzj/Hwm+
ipJ3L/FA2wiRKGKF7iDsdG3tTW51Qjm4edYRAni8q8l5NDzj0dwriW9sSz4gavbErLQ5rEtKfdjV
laEj6lrVC3AT6sFTOJbVQ5rmmWsKZXswS7Qz76/a7YW8rNr/DbpatTacdSNMkKns6UZ0KRMBx/fF
P0Hlt4f7I23ccgxF6wZ5MxjgDVyct/6kDQn7Mrd+RFiPGNaZm8mRU/Gcy09J/diH57Dc2y+bE3wz
qnx9w1Vlr0FiZ1Quc0jDxLq9HeyxYpZr8vqpWaa29Cuzctzhq69YSroQBpmmU9lwpfm8a1m1PYn/
+/tXm14vVRhLPX8/KZ6dtp8C6Yvu78n67A2y2uNyWje50C0na5Tc2tBtP9aeS/WvUwE+FXw8arQS
FPg1khdYsY4gncXlawXBoQE9dLos/w361x/vb7jNRSHaIMBk25GyXq980JdjJQuh4cUaxEpdiiun
hKzxH0ZBW3GpNgI+0IR/PYpZiXWyKAl5Qy4VD+YgUQA2id/uz+U210DKloI9kf9CY1RWGyzRZ4jG
fmt6uZihnZ5VopNaqYm7l9U8IrUz20NR/UyRu9kJk7cGhjJKFXV5kK01qoEzyTQJ4mh6/jDjXaZn
+pGewgxD4Wg+jLGRnqVWbk5akheH+1Nee8WBbi3dZUiRERIQGq1FixRlgIEuDKanlZ9m8Qsuwscs
Gs5zhiZj9H2EkZtIZ1UTDr322C+4DgVS2t3tWJ1sqynONBg9mghiRWL0aDQLqXG3zry82qtzj4fN
a8gGtooy3vXiB1kal0YkcO7bNP6DhEv5qRNEn8DNr15UQS0cs1ISFxhFPZX6DBiKUQhinKGDZKHg
mqHSHStp0F6og4pOHavm59gadLigeuV2kvBzzObkQyQKw86u3XhF6QlBP5PkhzRobfpddqVqphO3
ojFLTjxprpi7Rf81FB/m4ldbvZO0b/dXc+MwEpEQAlGsozljzQOeoskqJz9HUUoTuoOUGt/9FlLd
/UE2SA3k4hz1xWuac7KWFDaqvkAt1te9dKq8wjpkxhNAfouPiZ3MdmCFx3n6qft/8ji0s/AloNHI
b58C/aJQdpPy4RiZw1NDOlTbyXCozU+dea7k56KhOfSQhBRUe73eiZtejbBWm4iPAosE6iFdgWuR
c0GltOFzK3riLBXs7bT2P0p6bX2KWr3NnDFRxJPcGX2GAZvKAVfl0ArgBufTv50a0XlZUeebj8iV
RdAawqr45tdWFNiG7ItIfRtpDst5QA4qNBK5deUMyaRQy9pf46zNmJwNSaS4UjKrv2IIHKErK1Eu
Og1xeIMWqd/TsFe0XXoQNJRR3TKMuwyeabxY++ST9V2rGsO0NSGrvMWPOoHQ66MiIKca2h1tKc8p
BeGpeSRm9D9ghSj9o4aJDwTRyOAXhZZIHXeZLxh2l0pJ7CCLap1Sc1C/BrNSD7Y1avXnNszE2K77
Jv+a4gvT2kFTBCQtmtUhhBmUiQt3E0KHLwuBI1gRj2OTTU3nTgN6eI96b5Bf1jUg7UHrCj06oeik
lw9N23TfxV6Q5IOAoo160rWp+l6AhX/Tgz7Lj3wiP3CMLp+HM1ayhmKns6yVB/RU849iR6lo5759
7Zl9uxto2AWVowwMS59yxpqlRhVNEQQuFmxB47m19SSoU9tvYCs7shxLo510IKkKEkqjLQiUaNXQ
St8ZAu7Edjhb01NR0e8rzqZ8VHoob7bUS8Nvq06DL1lWNDu11HXMSuMGJjAoLPCiLz2Cq8Akagyr
nRsBYC8Sy1MhocEqlWPsWkXvP0WD3B78UPzbQPl/g0KMBTzCAdpYJThiLUVi0Ue6NyXn7otZqO5c
HKTm2EZ/C1csIyFpzOPOU0Qf0Gp6tRjSUaeU5DSWYvuh/sWqugdwob/MLqiGczWSN9E7u/RTr2KI
LCrVUsxE4CCBA6u5so/O2HBSlL0WkBvQaxmJK4bnhFyUTuBVNJzmpT/3fat5U/x7bJoXJa5OQ/8c
5Znd9trLaConMX/fJtaPZNhTqVy/OYwN5QyS6bJXmOlqbK2yZmH2ifz8aZEbi49UWu081x6NuLYl
WjwlhPq6ncBpWaHr43Q96GqvKPC1kpRGQU8Jf4TpZwHru+hvc6hlYux+PivaofzHaozU0psEMqDu
dVVsh23s1vSUBJjM7Lxu62iDcZB5gk4KDAKGsCZudF3oS3ItmZ5U5OYpbUwaxWGPO7SlSUe5a2U3
SPXAQfqjgQ5jzv80elMezd76JzHk7mnKBsmbfCKltEYaeNJaxRN0rBmFNokf1B51fV/L9aMvhXsq
xmuzRLow0cGiIoy6HToL7L3rQCmaMUdUm9j3ojSwlWTO7VDIPveBeBT9Z988VeqTVRuOuCiU+MLz
MNWHvJwg2XVOmbma8NEYgkMdSHYNJyQ2937fDRoN/AtMiC4jPw3Okrz6fW2dBCJ4uu9J0p+QRYyr
o9S8Tw5qFbi5OOOLAxim8LZJzXNR763sOjhaRofshxHQAtxoawq+3GL4ozSp72W0vNlFJIh26Os7
EdjmHBHdpHawnMEbpwBBCo0SSWHijKH6VzEgHMTy2f8j+I4ieJHffNKC4agF0hHRYXxz99je6/SS
SWI/omBNBjKFGPkqhQkLmeIPoaxnqrkdiNlRpJG8oWfl/inZG2Z1ZSu6HwZmPwmeHE12q52E8reE
bd39QW6wjGUyS+8CLghkswSd1/u5SXGOSHxL8GozOclDbyO2qw/QD7RvdY8weNr4jln+P9LOa0du
LEnDT0SA3tySTFdVyiyrlnRDSC0Vvfd8+v1Yi8VUMhNJaLZnsC1gsIo8h8fEifhN4yRjsnLjXrAZ
5tCzkxIPQWgBcK7PQ6dRI0BAifyjJ6HLZ7iCauyJrumPntQgnVzZk6L9SpTuRWibRxxY/+3RN25U
UrThTs50CtiPYeKY4/PtOblIvj9+GLAuCvhMDj3i8x8WUCKP9TL1j129QX4E9w5HQQSozLeJdjDg
ukMT8rPnFJNxfAIa9B/l/Hk2EcKFzZXSvQQqt43eonxjWc9ttZWjbFMM+yjqqENXTljcmbW6YmZ3
eSfxXOCRya3IXF4omABHixRPLvjNwnYEz00kWl9tiKRjZDimyNQVJkQqiNK3Z+vyXpoDz3I5pBW0
r5eTFUSqBoPbP1qhfOyN3h4Rk8CUcROnweFvQ330eRFhkynxA7w9/y6JZPhSgtXwsfRM022MaFur
0rTxsx8QPbZ/HYsRAfGFcDlXghc9yoTKhZSqU4I1FrAE+nt7P/Pu6PXN3MuVBXf57VBR+RRrUVI3
5KQoITVhdT4mM4Pd6918HF0LKYJtFpjfIkGdtoEYhwdfjOr9fzFQi2QNPDHtmWXiW3osJyoXyVGI
HkR/q+cPSRW6VrvWxbqSsYHonYtlEqQNUH2L84xqdpVaaZQeeZs5rY+Ob/VWqO8UHjYTnd6ks/tg
V2aCq+XGSlp6eS1peEZ80GXmN/VS51sxh8SzGsxx+WXNC6K+0n2qxcrT7ZlcVph48KCiz5sHpgyi
wUsWUInUhmkMOMhqnRfeDXToHOC1BYCiQQ4ZnKi8pdQRcbKvKm9luV6LPesls//w/6EjudgaqGNl
g4DhqYdYYI/9l1rGTiCgU4NkVSwrT4VSfPv74QImpqzF2pkNpM5DllIrC1arYFqLu3I4sWaVnRF9
Y563cd1ARf56O97lCw3MCh1XCDzsf0T2z+OZ8phnyqClx6yD+E7Zow98wS3yoc8eqyGP5J0Vm1O1
B20Um79vx762gGa5K6xkWb1UEM9jN2OelHU94VqbwiOcxobuqaJm7t9HmUGoUIw4EKBMnEeR8TYD
kyRiNN5kKWebKJ2sQhpXypFX0iewKwBr4SoCOueuOA/jp72Yxo2XHuks2oYWOE0Pdarbi3AIgmDY
Cpq/aXQ7SM0XwWu/JOZaZnMliYb7A7iXJHXWHV6uVtGgxWBpI/au0DRsUY+abWmkR9FIf8pa620R
XQrsODc4jobGczJ1+mmUzT6qxHHrYSGxy5rkFXGw1Il5jNkzRtHxG7ndGEqqbkNar39/84COoQTP
Qx2095LDWE543MdI7BwbS9giDHUauOHr6rFaVWS+dhcgcM82htIGNHOxBkrRiq1Snaem2urSXb3z
N2F/F8Hq2+BNe3u9zSfu+ZNSg2Fhzvxg9GXAMZwvBLhUciuKXXqUWy/+inOw5+IyOjz2iaWy8jR5
ZeVd28G8ltnDSAfJqCuexzNaxcr0lF0kJn8sK7bB/qRc5v1d5q85FX84gF6MDfguzzXeshd6CTrK
l6DVBeYRu76nuEPARvYlca/5VvoQwNd3uwY6m5gK1cZKBU5pVHRd8GbRLtKrfKsoqfVAph85AI4V
x+jDzk38SnhKfR+yvVSb+9FqDLeuA+3e18p4R/v25JeFsFGjrNj1keLfiUoPHL8puz+qGYw8T/PE
wW+zRGZVqQ6jXPPQzQ1zS1XPgzoZNyt3+7VbgRIc7HbOE1LZxQfuEvCslBTxZhSmPyT/r4Ho2ZIU
b9lDjlr7ziiC6f0vFhWt35lHg2Lnsj6eCqYnV0OVHVEKuK+kEaOfBzXIvhjN99uBLlcTJxjnMW9N
yKms3/PVFDdNKGANhMU2SROW8KmUuA2HRzwZp7SbXm9Hu9yXXOpIvcIRouSD6s95NG/iTWnpRXZU
9H87Yz8zhNLKrvp31U/uwao/45Z+O+IHxvx8CRMS/TDAD2BksbE5D+kPTdiLEmYoWoD7GZDlscnt
WAit3w1iSJOdQ6/loaZYVe5Qc4BD0OPEdlKCIf9HjHPtTUacaLSNrpha28h1pbULMVYOU5PJ3/PW
K16sQCt/+qBIOldMUx8apFZoP2ocPbcqAM6VAV37YFADQN184FWW11vnZyW4uD47Cg0crkK0qYeD
UxtfY7N3tDZaUyW99sl4xdHrYwr5Z3HcDIFfxzy9csAU+mGEm/3Fz8Ztgr9s4Il7S4mhea55zV7u
OA5NcKFIseEZwZ47/2Zjp+MlPvrZUUcyrLC2mf6jNPM7YAl1EGwsHtO3F8mVrJqAM+sc7soM3lxk
1WYqhwYIbSzZRaGhF4E+wLcUgP6d3xfeG3wXs3NSJTZfAtDmOjlaQjl06HLk4QJtAPN8+/dcHT9i
HmwQqF/QC87HP02JRZ2/zLhS4thRI7qEQdZhqNjFGS1EK3/yVdS9sMO1ViLPZ9lyt1CT5bWCpeOc
B59HbumSiGLMBjUH1e10wYnjnRKIf/3MZppJ9GlEMXXcK+dRPGnAIdAbs2Mv7VFTsJPouaPV0+eT
Y4g9vJB4Q1ljBZB/mX3OQVHOQO4IKNSy4CRbcZeI48TZ06NTop54Ha9kntcmD6nCmf8Is53a5vmw
ysy3PN+a7eMRicjJ/eIvyWrr/9r+V2a0NgADoIHLJ3VgeJJCzpYdfTyQYzgWpfA8eC8eSCR/er69
Di9Tm1khAc2imUTBE36R4zb+UCrjoDBlSrKZOpUEt3WUbNrIXb2mGDh/8+XKAw+GChfPx3kfLiYv
HKsmmA3pYyG/9/wXsXgTVVv18XEhtfk5mj9qa03V7dqSAJ3GIoQDiK3GIia04xo0JAbhdDK9bW1o
kxshDrK9PYtXqoMUBhFDZEshe0DOfj60sYNeqMh1fpSCAncVusaPQVY63via7TGDdwtTs+O1DOLa
YoTXyRaGfMJ1uzjSOqWJjUmGP60a90X6mmh3lbhWjbh2Tn2OsbgbqONkXdBhIF9HI8K1h6mADI+m
OPJxCoTGldV4beV/jjb/mk9oUGRyK0OpfGzNtGTTxrKTGYWtFF+jutlryprVyrW1AbwGsBAq8dwN
i80s9m0UCR3vO00DLBI15HnIs6914K7sMPhxiAdbJCnA6RZjSgapbKYsLo6+nmWbejKUEuh7K+/G
IQ33GfJUK5N4ZViMidcxBEO4K0tK3mRFSZElbXHEkiTY+vS9bdR+/tIumv4O/Sjgw/O7wQTFsNhY
g2mG0Wjip6IOsnfqWqSazEIw3JWNdWVFzFx6SPwo4xBpEUYA1B7jVDC7qlCV7V+LIXiIxVe16nng
Fo8JnedGGQ/zv9Hg2iiomwTY1+BAYedpt6WU73qBulIm+wCSnZ1kVBmp5lDv40dBhV98U96dnVYz
5mNntMP3ZIzDyCkimM5uP6r5vimVUHRa2gKRq4Sx4HaRpu9UBQqdK7VpqdlYwRs/Y7ARP5vRwxnE
LxvZZhVWtTNGo/qEnFgFR6Gygo2H3ZCxUZugH5yygsVM8lk2ECQQDf4ttLLqbwXI5LpD47P/E7Xm
MGwT3evb5zzTm35fFVWs2CX6RbVt9JYcbnyjmyuXmRfzR3/UwVMUiO6ufLn5yLuYI0pslLtZ9Bdm
XXJsFb1VBDpZbKkc9LQ4eGJK1bvuxUMGqtExpsYY7TAIatmuKzRIOkucjQX78MHEVGBFv+UyAeTW
ntlIQG4A1lE2OT9bcG/iLQrq5shnauw8UQ552riKtZMSBfla/w7x6u0E2cuPo6ep91YSoovD+iM8
xS6elyBil0LHYZZIZmsk+rGv/W1W6hLvlNAJvDxcyXQvTuw5EFWD2c+TzttSV6AsozbqpkI/5mYG
GAbNmaTiBZHaVQPpvnnovZU9uhLQWGxRq7QUYF65foTpYbfoeVpoAteFK2mqbcR/BOvrysqac5LF
yuJCB4EN5JzLdtl2Ck0jaHqR3QcwvNtwUuX3Sqi+Ty28DsgEmDeG+aS+1iWMhS5T8m3R9/pOmJ1/
bv+Sa98U1DYflbOQOIslhd222uGbBZisktzW2qnShmLdyve8HgToCx+VpHaZWpCgpTqikvqxAdhY
0+GkJ865v7Jd16IsXgWpRcnG9zKi1HcNRU0j26naSgJ4uVBY+hTCaRRS7+CP5zsQgVe0HXJVOXpQ
RuECytLeiw9omzlK8lUKzZV1+dGROV8n7DToJXRR5t2wLHwEIo49lRapR1Ko1AEHPKFMPWriJg2f
5PhxVL+L8leRErWoZk5D3arqxi1O1l98FfpQsnZjXhv+p5+zfBI1uj8ofs3PUZQH1UPmU39orK+N
vB2i+z5b6bFcZqTAlEg6gBHMdhfM9vlks/bjyNAEAwtwUX8Y4syw/QI4pEc2twVtWh3l1Ocu4Ep5
6rRidEpcz7e398dFJsJvwIMJjRO6gAjaLQozshLEIEMN45hwP9LpcuP0299HoAPAHQwWDQmwec4/
JYzmLGVlTbV5LERBdWI2uysmxZo7zJUvR4kCeCn1GDSalkdqnddtjtktR2rbbwXlDwDgByH8oh4w
vnR5pv/1sUJFhA4KwA2gbspS06cLMW7thJhpM8U7TaaEnuHXqub6miPt5aany8fDhf8LchYM7fns
YcRcSDKmBjgGd/dZ3YT058MnybNWduJFCgz2/3Oc5caXaxoVInHifrJNlFDi8Ctg5E2x5p995ZKf
IwE5ofnAnz5aOp/WQ8gSN7tZiCjjUNiaba3You8ndgsW2fUSTzh0zeTtESVG2cwbhG3bZhrHT2Zu
bi/MCx0FntMqNnq8LzRlTsIXt6KI0KRg+B6Gt6Ng99iupenXQN5kqfrqQTctd8bklsVwirTspRiG
V/qDM+A1icuVX3JR3ZuZYVyWc+rBIbgkReh+CSK2lq0jbxT6yVJWH8rE6PejksUbEu8O8qknbcvG
Nw7eKEuH2xNxLTxEcJR/+SIKZYbzNRboZRFZGeGF3kJS1a/dwiANzCIDL3nrMCE2rmd412orw754
OHzgqjgCKWzOCLTF+VdXuahFqJYc259lbINA8e4H1U5XKk5XR8ec/l+UxbUZsvlDf44iPolO99i+
dZFDn+RPudanmbfi4i4DJvafQPNR+2lhI/TTqOlEICW3KRV+Tf7c/kyX00VzgGcwBQwgtkj7nP/9
ERczdA+tParjyQu/aRQlw+mPmR08beXxdDllKvU5pG2AviHGtATeeaMQoyBWDcfJQk5XaPFRGRzB
+4cSa9mr1D4FB+3slfTm8gQi6Izcwu8OE/glqWXslaDXfHk4StozeDGyD1T+HzN9XEnWrkwjb+E5
Fp5FaDTO//unz1S3IrZYgTEcS9iXqP3YrZlB0weaL71IYbmSUH0cIuerQqW2RaGTgif96WW7Hfks
L6ZVMR47l9P0u1nag8kZ7pSq3ap2rDvo0ti7728v7T/VTrhLfoDCb3bhNhjs4s/wp3gq7jJn7eV3
uVT5USwkZFGo812UVQpfbGuvj8YjBKWHHkRHIWBMla1JrV+bamqX8HlUOiUX77nBjCqB1uR4rGvY
6/1jEIDdz+wG7e2/lw6Y3/ufgy1usNaEgIFxy3g0poDl6Yh55Vqi/0VJ0vdM/VnVD51QPOTFPhRW
VtS12STpmDU0ZvjfkkYsCqLaeXEzHgP9EBrCIYttHQTSX+9+sBT/CbLY/VOWwyEWy/FI9XZnqKGd
9ON9++AHm0lY+25XtiLoa/5LPWzmfS9StgFeo2XE1XRUIkCv4Xellh1R/GUoK0nHlQwY3QyyADxH
QGsBEznfi5XBvsv0djoKFfQIY2d+Exv4bG5Ojo+8+CZLVvK2S8AIgtqfIy7uuriXYzRCiGi009ZU
8+f2cUKMzaEehXfykD8MZrHPBlvuViJ/PAIXB8Gsrg/WH+ndy0ciXJw2FOV+On779iW0t1+e7nP7
xym0T5ad2qUd2l8GlxTfDpzS8TeHeBPPf7CD7a9fpV3bkg1XavP4/M/Da/7NMe1u892z3wJ7tGW7
2vGA3gUb6tp26Mr2057t5hruy8Z+3j083L0/3Qf2++/32yvyg994a0SLm7WyzMGoe0ak2bl92t7f
d1t5M24AEDvWFnuUe2AuJ2vjPeiu9aN+QG1Tc8JT8+Tse/sO6Lu9V+yVy/769/00y4tLOIqrQdf9
+TedvCzdVMUupZS1pbavxz+rJ2B59fS8lmLMf+liInA2UmdSKzoCF/kbqvP9WEpYxEURNfFQ2MRF
vHIlf+y5ZQzUKOAxA8uDJrIYGDRTMfa0XDxKdu78wlSI/+Dr5yT2P28/A1u0j+rzyve9cgzADPxP
yPnc+3RTpqHaTb1FSFX5rjvxPnEFp7FT5/XbvGB/oMNh19v0m8IUH51386gcwOvZ+qZFtlHcos+h
5zZ3i7z93q9pql7JUM5+2uKwl8YoDg2JnyYmykYTCp59uL6HVVOTp4SbegyPSo1uiiquHMNX5wRY
Mk5PCrSPJXpKousvjUolHo2ufezyfZYeavNXrLbfb0/+5QA/TBzhgs7HIz4A53MP7LIaq8iXjqj+
1s2DVXR2WuD47Y5y52SSsjHq37cjXjmM4TIrCpYwnJHQqxbbOZ3UpJFiXTqizqZOqR3VkiNH732C
hld2r7d3cdcfkJl+XIk7D+V8Zc8cajg6VKFniczFyla01uTdrEnH7EEw95MqUZDHfmX8F3V9GLBN
9lLq2UYyNrfjXiYnc1jyHwBjNOeWrbkoaTmrW1M6RjUvj/g+Fn40eCyHp1BYqYBc1ibOIy0yzq6Q
GykaDL5lE9ntT9F/lcWvWRm7wZ2HMuftYV3/jGDhyIZALcFgO185Ymc06JgzrnrcTCeLTAHNGE/D
ajSSUAH1kML67XPN3g57bYzMFw1qWscqz+rzqKGF9pqmZvLRNOB0WtugeTSwzvWcNvwpiCsTem2M
LFF677MjCBo5i5OpEsN4isxcPqYwMPveDWtbhVRZmpuUm7T8InSxnWCjdXuMl3t/5vvPqkUURhWu
8PMxFk2gj1OUyMdS/ALOtI3rTTa++m2/kk9emUvizMMjI6JrvDjcSi9RwlKv5ONQ1I6Z/wzwJIzC
AvQdB76l3WG7cntgF5ZmVEDOIi6+XpIN3aQZNV8vj+04wfojt7PuG8AaQXHKodx1gqvWFv6ghk2l
zxYCC66Im/PHZvi31sp7z9o1qd2X+DaxzOrQ2GW+vktkw9EUSC7B9vYvvroCQHlyXMzCkqy682+R
R6nc6m0pHwthG3lUD6LKzbYA0qUSZdPS9gxo/mtavldqV6jAkKpSI+GoBBp1HjUYpQJUS8e6C7Tf
+JQ5gxVuRMUteCOLv3m84iFQ2a2BRH1q7W8Pef67F8ckVwKrnfYYBIclH1XSqn5qq1YmKTc1JITq
fDt5SbwysVfuHSzfSFDRQEPvxlrcO31VTmYaeKyEKHvxhulYToqTh60r6BnSCCKfU6EaXq8cxtdm
dlagpiQHBJLPufieelD1lUCl/Jh3/yJN2hNhFPC6txWyYtMOM1v5Uwuye3tOr4ad9aY+thmIIXnx
QbtSLupKoP8AR3ustrUwuoOe2uZw0KVvRVy86cJWDh+Qm1zJVK99zs+RF7dtDoUiNmJfO+ZDWcH/
78lcGlzIbg/w2ufkGkApBJc3vHEX06okoZJFXqAdI48OfAxxv3kfy4OAOYLfdZv+qYyM3e2Q17Ym
cJdZPdAiRwPVcz6n4qTRJWbLHv3aFjfN+CKjO1tGuz5/ExNj20+xLa3kEJeTyeORZG4ux896s4vJ
HFFBEPBymY6JHCmbtg31Qy0Y1eH2yK5FAYtCajSLPV7swDFQJyUPiukoT+T3Y4g1HKLxf2swRT7C
NUrJhOYC/I5l5ld52D/EZTkddWFKt2aIWJc5KOHKaXJ5l51HWSz8PLV0wC68kzr8wh8M/NE2WL6S
3cumcLA8tV+ZuyvxuDcpOYESgSu5BMwO1iQnXhxLRy9S9B+5Zo1bqTNJDzQvqGxQRdHK1p5TgPPj
kjz2Q9n0fzPaxUE2W4BWPMtIuoDJQLLwmgDCJTqOQl423co2m7fReTAU+00sp6FUs82W7aAgG0CK
4l15rFLRNkZe7QPv8uhZ8/9M5r0SrWyxy8k8D7fY1UMp9KkFNhyIY+Royeiw4Zxae6v+HpBxHmg+
Xj69AGU6T2rjiwbwtfzfpEgegjCa7Fa2ZSOwBeNeELRZOro9qd73HhO22/ttzjouZnXuhyBlwVNr
KeRjmIVuxeS5xxT+/O/RP+jfi+RPjGjk7TiX+5rK2kz+gn4NF2u5NpM6DEoBL9fjVPm/UvgxXHRe
unLDXa5HgkD1BAvB650K9PlUSjiKDmaemkcrSUMHYC9jotcMNajp/5vxfAq1yOb0NDP1AiEq2sdm
ZhtqkW3CAS3q/2LWPkVZLMLen6IuHxmQ6aXbppmwvV2Tibu2AD7P2WL5IfNfZ53Ph0kNNxOKzElB
ArTGq6kn6DJFb7cHdG1XfYq2bAfOckC57jFtkpbUW6v1WtefmpfR8h/iapxW1sOVxgALgp41OhWU
BS/kZtWprsJOKc3jOGaujD6i19RfakvaiJHpTt2d1bQ7PFAPqtw64l08JnbYSjspb39YkfeteI47
448Ve7Yy7RSJxw+twiCWTqmi26PnGkiesQp2I2ScXLW7uCMlfb49YZefZ17HMuUoEgtuxMUdMlUh
evOg6dCwHCaws9ztstsMruodMtVcO2OvlPZMgzuRHiV5KQ/2xbJWh6SwNEgfJN//RNYeBnqaY88l
2EGFOG7Yjo43NO+K8Bikst2mwl8LQsAqnsWBSWpINWjonO/gWpgh50KhHDvUZl165IqtRuIaNuxK
+gTjwiQWucOsnr/IZfxSEODohfqxVAo7qzE93vDmM77iQ1u99qcsqFaO2ct1Tx8MNTkTFRPk1D/o
Z58OeSuH8eV7FRCpDmsIwSz/KVKKTmL8XSitbiXtvZRSApbP0wLVCTrvzOLi2FDbGEGtUAdzGMub
Mpvo7MvZDuAX71tL/gV4MsLy3ERkqUsOqce+aJp4p9EL88KDIhcKQilJdadK3Xg3Vtqv20v6CiAJ
1gBmOGReoGfJJ88/stlKkOq8wDj6pnTfC/pD1XgvKCjYufVV5hmEJ7ur1+3eq5MtOsWp+qApd7Vk
bqTuJK+hxz/y1vMbcP41M1EYBPyMEjr/Nb0w9JbnATORvw4kFiZSCN8txNMdqKZa+yv8V+od69Fo
97dn4WJjI50ILIv55nZFImZx7rZ6LNdoiVnHqcs2Y/ANa3tHyB+N6RX569uhLpf7eazlqVsC46Qd
QywFcb2v3nt1GnK3dgN5V5r2GsVoXlxn8zkHg7ZFux/kCaiP8/mERKGmWdQQTNE3df6CC4YtYLqe
0FvJv60V0C821iLa4spXpM4vOL2tY6a/N2Ntw/BEEeH77AJ8exIvcgsCYXAKpXfm7bNuz4clVfoo
JFbgHRN9tEuuYTn4YbVrKmjXhjNXvYjAzBHmPIre+xHeE6F3NGQ3tlyg+GlwbxYrycvVBQE6FlTV
hwb2EvJfMbw+MQgzgTZ4mvZNZfupE9HS6hLHf/n7maOiB8AKhDioisVKF6NWjQoh8niWVMjruFL2
S0lXzpR59heLDpI64wFjPVO6Fu9hGf6HLha+cNT0tHZ7LRdspZfTw+2RfGgUXISZwSEyYkngeBaf
p4kSNW6DRDh6b9Wj9KpKNL2c9s/k2+O4vdOftW4DIRhd+5W4889fxAXhS9XvA82MwMhiWRhaJWSK
KBzF6iGiwz9qml3HP7C/7prMVj1XLgDgSStL/vKI4g1pclDzwIZIsVRnx9dOCLVC8U+w3O1u+m01
td21vwzpG1ZlK7EuTw36L9R8OTCYXNbK+QjLqItiIZuCU5/9GULp1Wy/iHHrgsZDzlF1+zVv5A/g
5/mUEotqGP/fAOFhAJ4HbKugriZMu04q51Na/2ydWDzhuQYJC2GV6aHR/u0RpWzbZ9hSmNLCHhGa
e7TGduHcJvqG7ZJRIGNusWEquihrAj1XJh/YIwWeORvjvbtYatM46Z4V9uHJ9B7iwqdApm2F+k/h
fcOwdOU8uFCcJeOiwsu6gtnP9lnS3zqNFrOHjccp616i7LvXv03jw4hgtKfXm15iRf8uBTvk/QEh
Pfs3q04ycpzqP12hIDU1ibaCCU0z8yv8NUT25c4mG2Tdz1K83BjqYmGIDYyrMVWikxQCl64zKufJ
4FkrO+zCM4EZYIljc0OnA4j5stY9jR6FXkRQTprMZm4aNxHjw/yKLBDn84XHJi8PbSG6xj/ekNtU
UuQABAo429SndZf8Ax/aEXhfjMVmjLbNB5h7QE9Jc9NwbV/OB+Zi6YIcn607UEZAc2qRP4Ha9Ixg
FONTGzh19qLm1bac/Rz0X63c770Uu6eVg+/KYgR/y0OUxhP92CW3IchkKZkMMz5V1l1QvUrtY+jf
NfUDoPyVc+DyBULfZ/4HsCImtiQS5/sSNfESkWcvOwV5twU2bYfxaFeMtJc1u/CrE0UElqHnxuNX
ycu+lEP314NlbhE/oAUFahsWyfkvaMPYKHqv1I6CYDnhCNiiRs6Mroec7MwVxMrlxCLbO/e74FHN
74LFp/T1Ma5kM+TeyrRmG6YCYJNBkx+8XILJpdbqSW1XDUKuB0V1kwwAJMWFNXUSTGloxsIxLCTs
QNSgN53M8qXNlID8F8e6dhroTF9vX2KXJzwgOGqtQCvYzhc7TMr1TirkQaACZFaTkxWhpjs8382K
Ez6vPbsePYvuaSjW4ga8V7rmwntlaSFmCueJIiIoYAyFzj8s9alUlfqJX+D5QW4PCQowAH+Dh4zW
gNNlbNQuSTNXQM7XztIY3Vi92pPKyjutQQ3t9nxcJpQmAEysE8Ar0oZcPtL6IMwywxSTUyAO0iYT
5MEhJpCAol3LH66EomgKPRbQATXvJecr66lwV4EVn+pBUdx4xpYOFVS3chjXBAIvtXoYE6pWAK3x
A+BQnRffp5duLgAyDdsoPRX4RzZwysyyRkG2crp7nVyFc0Me3tjHDxwi3ehmlbFvknRX1FtDy+2q
GrZjWv6qYQ3LK3vt8qU3e+KQW6B6R+p7MeOS0iVB0KTpSfQszLC56qVdN6auV8CD+SFVrWNoWwXn
wmbXGPdJKvz1F0f1zpzpqDhAcb4sNjunq9rIuZGePPFOzVT2XOKma62hi80NwQSxVDRszNnl/CP1
/zT/vtqyBzC/Iq9R7wJVdtr6yUKWptVOdKC3t9fw5UNiEW0xJE0V2tYf/fw0md3BLHtb9A7F4L5F
6J0iYKMdZWUtU7xMwueYCELNDyQ+orGISTpWd9ZQ5acatRo7kLp8E8nZEzzTn5U61lsuq/A+6kIU
5tt0dJWxju4QgECRWbRyt/Ai4WeQCWt962vzThUdFS7075AtWdxbfqeMzdiN+YnOGasoNCCJN50B
5yH6EfRJuZnUdUlMmc10lgkwFTxHEFGlYEaSvghamZFe97Wen7IegyatVuWDr8IVL/vUp5RV+3vT
97m9BEFw9Tj17nGx/55LRnnoy8Z8X1kMc0p68Wsoo8ygLSRdl49X0ex7CI9yftJejL1yHxWUlezO
Ht4VtNzt8JA3NtzLNSDtZX95ngQGr1POozX5UQ37tOILEaF4o1Tz0zDl+1LSbf+pGgu37mrbwoox
1u9aCzMzF8O62wO++snn9xF6MSKOW4v7xApHhE0mvziJbfNWt2O08UpUMGRtUndRJhoIo07Zr9sx
L45yBov6IjucQqh5wZ/VBDBzwjTlp5DKMCSsCIvRohWcCgbY5naoi8x7DkWDGRgeuR+PkPOTXJ/G
mlxLKk6G90OR33Tr7fbff5EQLP7+xT6WhEDTs0gtTrLhel+jBh8LuyqdLNmxUG6HmvfBYmXCjpsJ
QLwyabctvlSCW3rkJUZxit+LQ/EYx7bplq3Tvgbq/zPS/P0+LcZewh8ssZTipFknwzzkndvEzlA/
jy+C5krNyvl7ZQWejWvekZ+ihfKk98k8LjV50cKNpD0FP/30dbUAceVTzcQ/MiRu9Pnf53FKjORi
zRz5VNjao7nbv5dkTKL/ghSpEw+le/tzXVl5Z+HmYX8almkJI0kg4SYcZaPXdg3KcG05gNoDRoNs
AUmYcv73W4JpZiGl/1MiV7ZQv+rjXey9e+VBKh0df+gOLZbbI7rMPShr8JznhUl5D8n0RUiUGrvG
j1nsUJen4kuIJQ+6Sg8Um397r0iJ5OYhQoFgjfBzbSZxT0Jxk1IfepiLsDJFSwiHLBAzuw8Ef6Ni
Znd7ZGsR5v/907eqAxHBOJMIMAqFTRr7aI6NFPFvR7m2AP9XCAjUBtnb4qwgWwLWohAFrUnpNVEP
Sg1HcB+Nu7Zd2VPzWl6eFbTCdQTbyZ8oSZ0PSI+S0YrDvDz5+jZAcj55ktPMHowVkPO1efscZvFl
OlTv8rqew7AQmuwukPe3p+xaAKhXMEvQUMLHep7STx9maPSx4MFTnkyzdqT0S7ae689TsZgqdhBo
DJNXJGijxbGQYLaqUaeqTkZ7hxUKXCv90LsxKb5ibMXwUZL33egMm2Fv1W9hoG5kO4rt3qlaV5O2
tFXSNdLVlY939ouWJ0cWlWk9GDQ4hGYvxuK8Fu0seO/Ev+4HUCdDdoHhoy0Br3Ox7n0hJ9GTjPo0
bCPzLekfirWe4ZXD/SzC4iqJ0rbBxoQISj86Yveum/ch+awU+VjXPN1eLPPftfiSkFN5ltOiRBtx
aTk1iHpSFmnRnFoMVhxqjQHvhijZJxEYir8PxaKExYnYEO3QRVrR6x2ZY1A3p6mXHFX+IkUUHsbd
7SBX1gFSFHMmTtefTbxY/MQdzclomlOKOHacooYTxz+NfLwr+2IlC7wsK8wVU2u2MaJaRR11cTZF
fc0RiwvFCaOue6nejQaLX31RjBcD6mGqRtsYGXBPUPe1oO+CZE3L+XKs6AtQnYcECKgTjcvzja4i
TY2ZSFmf+CHgcf8k8qsnuAOG9bfn9HKN8G4GmfshycqSX6xHXDjCCMfn+iQJWFFkOYLc8k7I1yqA
l0c9yDwGRPVvdlpfiv02ODXIWTc1p0yN7F56zaODPjmjgj/EmEHpPNwe1ZVwVMCgjYKn559lH3Zo
FKXpY6Uhoda/Cu0WkF5XO2L7WjlTKa61Yi/3NLp8/4l20YkdgPsGkdScynf/CVF/I9i+dUmylm3M
n/x8O5+HWSxJCQFqPEPG5qRn/44RrFjjviq/S5hdem4Ykmp4qt1Ev2/P5JV1qGCzQS2Lf7En5rF/
unD6vB4sIVWbk7pDSei5fVgDD12mbYzqU4DFpkax02rjiACIhjm6I9m6q+xyN9zeHseVdX4WZv4Z
n8bhxUmVVrgin0JMctXufq5FecXKZrqyEGYMNi9lBFlggS/GIiVpUYy515ySAvkMxGZ6CqBeBrr/
yTOKldP9ypeZTVbwnASDQvlnEazpqPOaYd+exij7PaG3FAGKqybJ1fq1N/GVRBcxtA9YLQiiuTpx
PnvNKOq96svtKTj4x+LQ/Sve4TG9a+7ih+bd+9atzOOVCtR5vMWpJKaeMESi1J6abXMg83hVD8UG
vtoBfdu/XhdnI5tn+dO6kHoxKhpFJJL6Zvnlr8mKfwz+3+NRqB6B86JGToGLWu0iTKvpSU4a0576
6Iv3P5R9127jStPtExFgDrfNoGRZdJDHMzeE7Rkzh25mPv2/6AOcT2oRIvaeiw3YgIudqqurVq2V
nDQlfGGaKwh7nX3rPah7QpQcLWmbTDlI5cvnItzeH+dPZw/nPZC6nSmgcX9Cj437gkkMwIHdlu3J
MjMQAZNeVEgUHuTSCzR/mpwpK2xmkDECCbbfIAdXWQ9ruNR5S977Bs6ZyHIZjNPQtbgFkKptHlol
ezCbelsziu6Y6fckrunLLBx7MDHoSKYBlYOLgPOZZSvXPdDa7Uket9H4r6giUpXeytQuOOYrI9zj
oivAn2+mQ3vK+kNnAGEp2YMGMhjxWRk2Wbhj+q/45b7NebVuZhKgW+wpAMJugvRSTnI9Bw8ttm1s
K1DnhLhf8SvQ1sori3ZALgweSWQjAfW9Ph6TbkV5pivtKU6sjx4SimYkfObJr1FdY5Ba9DEQzfj/
pjgf005G1gM13Z4qD2FB4zQmqZhXll7bkyhz0B7EGmf4vSZ9shDp4WjqytyyA6AqFF24IXaJNIkV
hmgl5UOcHpu2cCkIO1DKcYCncfsJ5XB8g9QFIFsbzmJRn+4v5jyym8W8+AJu/wj1wPQY4qmnrGN+
IjdnLVpbx8VzcGGCW8c2Ma2+AKTqBK0Ft5YiYnUPqr4yjp8A/N5AuCXMWzqCERJWlG38pwbD/d/P
SCKxK4NonpIcQKRDt82QPkYW9R0l+Xpb/Ss/i8HW0T8BjUvUgAc7+beKQ1mbYO46UYIoLsMWW2uU
C6eTXKNfm9/l3QvaTLS4AdAL3YbrXSSBH9CAKByE22WipmgxHyKH7b7kwWs7knykO/n5/qZZPJkX
BuffX1xcsQK2o1ifx7TPdoMn2r2y8qa7rfrNl9aFCc5dt30sQhPZmq8M9TWjxzgE5YsNwcGq2SN1
v9MyfV/Etoq+KPRKPaam9hDqIdGGeidWqOurHVGFkWgQfjT7lUzLQth49W1c9JNRxHO9ieFTt2oo
0hNP+pOUntE/SQbdH5m88qJYdBNA+yLlYgCwIonc3o7qtK0VIexObfMsjgDGWPExiGeElnychucC
ifsJOcBcrDdME7dDVK2RfiytOOIHwFrR14GghXsS6uB+G3V56k9Cz4gSbmq5Jwr7UteUWZZ8xSzV
CnkYNBxpPI6wqEEBlFpSjygFaRak1j8nOq6EXUuRAMQcwfwCpqSZx+969yrQUWGykQwnOlE3ER8M
2R0afxgCpxrcNSHlpb2CtmC0neKRhpIa519zqxUCWc+Hk5B2dh8lGw39ufDotCkOXWIQCpZ4cXTu
n8+lt8ClUc7jMgFl+CxPB7zW/kWpZxjAVL3r5Q4Pt/uGfuocnNdFUAmRshlNCOgntzP7Doz6pQ5L
RhnaLK7twmTbVmxe0T7vBOmnWvwuGkLj+hSj9RWq3Btd+l3FH6XQ/dFjczOBxE1nhTtImV0pgUch
sNu+NBTCOmK+FtkvbGJgxJEMABLHMG5eEpIWRdD0wVrk4rYtHf0dEpHh4FpjZufZZ+PmXzF64P+B
s24IviJKupXEzjwZ/GRd2uf8NDiwhxqgM+yFRN5RQ3gxh3It1J43740N8I2IcJ8oUPEZVIPFUqZR
OpwmXAJQKP1jKo+61hzz8hRNJqnR71W234DLu8akrU3wvJl54yCFnwvWgGsjG3d9srJWa1Ul6MdT
1lq9LZvjVoSCKjrJleBViLtPUQF5VdgIm5jK1I1E6GG3RuIMk9SvzMPCGddA6gS4OLLuyPNzN1Qn
4NXT5Am+RBV/0/KfaLU+lIntXkDn2x/RWmuQWPBbQDuiSo/aCNI+/OsbBMia2jfdiNJjZUvhsFUr
tzN6e4gyMkUgRg33gPaN1Ueu/mLUOrGPNgz2WbLGXHbbCoEhA+4NeYO5KnmjOWIWtZmF9TSemuKU
gAuujYisHIxuYxru2HidYW0qcFCBgXw39/SKsSeCm1b6V2jhym5furXQPArcCGroUK4SOdfXmbIR
tuI4nury0FaIrSrH6sgE4OWj3LnGcTLfjXCNcWdpC6Jug+oB4nlABrgzFgjTCFLIfDpVkGUdoBwc
tdDKgdLThFIBwJUmEowyScOJVBCDDwxrLSG3sAJowJh52iDSihXg8/h6XA7M0JTpRJNf4DV9qD8w
RQeaWNSmPZiigsoWRLsaCdplmLANW9BEhX+7ovgbpZ/33fOtwwHrIPLHYD3FOqBl9vo8msoIhXNZ
nE7tADitTqcdmEXWKoK3XvXaCBepSWmhRZB/mE5Zsy/B3FShwuWukmEvWQFWHcQR4JrBpc1daVHX
awprmHjSktAuDZmA4OY7617/+4Sh1RnrBoww7uvZrVwEtmYC/VBNoOJJH8dDLxsxUXLz6b6NhQQT
2t5xa+K9ib4tiz8XAgOEEj2R4ilq98GwhchaLByb5DELalRyFUexQjtS19qCl/YC9PRQoQaQbs6H
Xw9NrhII9QSwChnMkYCTMnUNAMVX4valZQJJLMgu0C028zVeW4lSQ8vgmcRTib/P0mAD+N4LBL0/
qih278/j4oAuTHEDmqwiE5tME0+SOrndeIScwcpg1izMv7/cDdA/VihVYUEcAS2kJbGUbCW2v704
kEP5AcqjcoU9xwXWURLLBtNyccbEpBDzE+mxlKaVgSwgmmYr/6+NGd2QfFQQl13eVgZOT9GBqs7C
m6glyl52in1zLP5UK+Zu5w0pKRUpDXBSAfHD43yMqO4kDEo+hdBlaNgmgyrx/bW/nTX8acQZyGgC
bQEY6vXKWLUg1EmdKSdxAlYvY26PDr8c+Kz7Zm53MyIpPLjmgjduML4AMTCkaMtmUk9jBYYdcdeg
u2nS9nG6hqddMARfgH6jmT8CzxLOhxpCLnd9KqmnoqFeosd+FZjfSo1ekib/dX9MC4uDRxwE4UAR
i0YVvlqK91uRQzbFOOGmJJH4p4IjvW9hYbcBwAZMNMqHqP1CTOB6dZpR1YqpKc2TAZxe/tDQ8akO
JHjt3iJ10hZoAhE+tLgH4mI4WtAPWvmA29kEOgUeCO0usy/iK3Ax2iCHSY2tU1Qf21aEusdRZ0jh
xSv43xU7fO1tGLuwjrrIOglRYgdxQjpgfWVr12Wf92f0NpqdBwTtT8wmyul8dDmMoszGLrVOlXUc
5T0SBSQA4W5bfEihtEND+vN9e7f9vvP2mB/gaNJAj5jBrWCpa0UKgh3hpEUN+G7lbS3txbL3mSmi
SbuzQYQDvjD0jB+t6WnKIlILf6teQSAD9hhAaOP/HtZdf9C8FBeu2DIb2chEUzjJTzQjwrvWkF3Q
2OFrse+O7Ch49ydgYcKB5gIDD6rwkMTgJ1wBv/hcHI98oxScSfhIW2XLBOrGAYRVekDwVqHcN3sJ
htDRiJAAoSP0V+c8wsUATa0PAzmks9jHizVCQEUIkXLuDOG7h3L6/dEt25p9Gp5G2FDyta2GtSyP
zF5/bE1t3Md1fTZrqAUyygwv0ZRsZTJn53X1KpwpXdAkAKw84mK8Bq7NsQqauA3TwIbfOVULSQF9
07HuRdWDN71L16zdJFzmXuG5JwSlScBZRc6VhlWlNjVYah5b4103fnU0PGiMNAYFNTpSV6ppq+3a
hN6OEDYRW+GEor6GdbweYcaCEukYUF6wbgIPLm18xJYb1gVIPGejZmsWmszur+HtEZ3HiUMxN5ih
tsT78T4tpKpNG/ORMlBAw+a2NPR6U4aitAW246C0QfIQpUKzScvid4mUgw0auopo0aS/lBaFLGTt
A40UnAJ9yhzardKD3VzSKkp9uMvmdQevIQ+ZMXrBisG+Yz4mQoNuYFCShW0OmoL8ZWUqlJsNBkNg
IUdkC3cFOonr6c8FqYMIaggm/iPG+zY1G/BVd1DUbc5oiSHxi/I97pBTVJu1jMfNZYohzrxreOCi
UxiMDNeWa2apUddWIOFPst6TGBoX0fVnrsSItw0KMIOnNMJDvBswnVy4o1lhFbBMtR4Nkel/xrDF
XSNFqvVuyFP9SZscTnrsQ+t9AkMFJW0QpyER4Gsqbxh7MJO0cWRk22gqu03OzH5Nx2NpGiCgAzlv
aIUgHTj//tJ5hbWYt7O0E5vC6QHaVyWJ5LHfrKzzghkdNyD6EgAaRqGDmwa9BA9FLQdoMjea6jAh
+LeIxFLgaqAlS/RJLzepMZqumvbao6QAKl3oVWg3fd66gpkYbtXKGcSW0zXuxxufA2DnTIQ9Zxdn
vjbOw9V0qFIxSfNTLsvZkxpH0iYMsuYpCKXajmL0OqIzCByeJh3RlwVmjPsTc3PQfsxD7XTWmQT8
mJ/+CBzVbRWhDcnILafoxNhNpyBGUpP+ZzikDm9jInLUUPyVIQ1zvdIjjTNQgZmRD3GY/m+WI8Dv
YoltxzoT0T4TtR/3h3b7WIbBeXLntoH52cq9yFO90NosDmNfr7/U4bWHxjIINr34XMkQbIuoFwi2
oK7xkN3ckJA8hsvCJkM3Bjwst9PCCEJuNDVjv1BUtpWpHHpsalQ31euKxGOxpkJxE29w9rgbuYei
XIVnO0ZpHGj/DF3SFE0gGnK0dg5Rtftz+vPUv7qQYQ1RDUDP6O0AuwHvtZomympkov3ehjjc1nIz
p3NA4OuYTuaAJxQk5oLt9SiK/pa/cr+VbK2w+zVY9GyF+4qZGlNEOIuuXIjAX28lQYL4ZIsGaT/X
kJQrIM+bdKBJUbVPcKl+plForsQhC4uKkM6YO3vmRkL+mMitqgq0zTJfiR+kCZLdk38e6zXCoaUd
e2WGcwYSrVUoDeUZhBPCDbrCjCI8SGG8KVO3DAM7Q/W7VcxtJZkrz+4bL4Rw7nJ8XBQCZbBsMFIh
9UWIy2vDIclOdACTno8aFAEpv55U7v2dtLSElxa5jdQLaaPicGY+Gx8FizkQEw2PQuUxaM3ft7Sw
dshoQ0keKX0Dj1duUg0BKpByLOe+ypBQ7+JNHr8pef84ybVz39LC+uGSAbXoTCSEGIsnqTBZYjWT
nJb+WBrgLtNszGM82JD4SvIECkd2gW4iLUFT3IrhecNfHwigmIHTQs0CzW5wP9cHomdlLPfGBMqe
uvlDB3ucSI20veXJkdvkOymjhIkbKc62+iqb3u38XtvmVtLKGrCBiRJsDy8RaAKzYpu3oT3+Whnj
DVwJHT94wM4bVUPFkOe5LpKyMZOUlr4g+bUGkto63AzBQ2IdkDFGThRMCb4mfN23+vMQv53Z/1md
T85FfDKO8WAUZVn6HRxcemYv2mf6lJy6g+qApdYuN0BVP5SeeEDr7ml8qB4TN9tMvvgsP4+bxtN2
a0f11t9fTcPPHrz4oHxOHTRtXfpSIzgCeHm0QbVztpNECK1MzIbK6O/7c3DrHK4tcjcai4YkFCdM
fFc/hSLc/HQsao/GTtw/Qp8QrRab+wZvghJEacCi4BDNCXvQgFzPeZNXRYeIpfTBDWR3kuCEprzN
ixWlniUruDzwD3caMoHz0+BiIq2amhYtp8pXAoIoS/izit+5zWbN4Sb2K0Qikc4ChPHaRBAOBZ7r
EfWFAOxJKEJ0Tg9BVaIoteI2FD+rh1R0ygHSq5ky5L/Q75PbdWhUu/szunBGUdEEiQV6vX8eVdcf
UoxBjKhFq/xY7fFem9VO9+glAUX8GmHFwqwiO4D6MYizUSc3ubUrKxRqkZar/LIdSSEOPgMOLUHj
yP0BzTPHHUu8nYAUxn2MlAffI2KpeapNXU59s8g6j0YiiKrbaU1DfGHno+EURVnw1iEnyFupo4mm
LB6pj7K1pwX9HlQVT8lBiMffkmB+jNm0oeHKabutfSLIuDQ6f9TFvoz6cGxLs6b+KJS7NHmjDFkx
ts+FjhRsIIbWAgi+Gyq7EIRzyGL//swuLSCabLFlUVMAxp07Fp1sDFHeSdQPGs1rh8buutZthHLl
rlw0M+dYkBpH0Yq/sYIJOS2rUqkfCSjoUuDshMb0xkr/e384C+4SyOX/2eFuJzOKtR54B+prxk6m
DM3wr1IByvaHMjuhL38F3jX/NX5bmjPV3Nycin43bu3Cts3TSGPMH+qieVLLRH9ry9SyUTWEHFUp
V24iJWskd0tuBqAJPDjmTsFb+igjQ6qVqjnztSTaig0ONyWa9IXcaqo8g50L76t2KjZCtsZduTC5
4PtGWRUAJVQ+NW5yJUAUzAqsSP6kldBRNF87apbOUKRPGhpa48Y0bEtAJfT+kt6e/bk4IMMo3iHI
ocxb6+KApAAh5JlQ1/5oMCAmpCx6q3U9ebpvZSGYm2VSEdBpyE4glct5soLmohDnKgaXj+m2jkZ9
r1ErdhRBC0HFI9bPJe2Ht0Ro0b+tt4KX4v27XfmI+W693lD4COSHIFwHDQBUxq7Hqqdmk2aSVfsK
ozKB9jlybsz6kEAnvJtGIBuNbuYPCbTcLrO2dLOQWcjGJv+5gXNOISE7idc0ajOAbF1/R1mDqh5J
k9pvkYlwAR5ptlOS05WLf2llL61wkUZnMhStYiQXQUHbu3izgHRtrBv3/qTeHtJ5LLh4Z80zEDVw
VgJ0c9dxjjmVWnpQmiABlZP+lcjRJgxDzY70dgXic+vrYBCEGDAJxDbOy/XkyTTOFcGCQU0coW0e
SV+yFJRoWWfGile9vefxINbxBpABXJrRCNeWkOE00MLIGr9mf7vhTYHQZn5mwYpPXZjAKyvza+Ti
ABbI/A4KLRsfqTsolIChkESQKgbLIYh4CzVFW0hhrBHW8HsD4QiKwigt4T4GozyfwRsZOv6sVmM+
cDO9XVWUIUEeqSsP4RtfypvhxiY3VTEN1ASg3azBBQUyJOhi9/8CiIjK9ZMR/RvHeodOl/I/7hHe
LnftTn01ZEgVM9/S3/pk04znIXm7v+9nX3HpS35MzHOISBSlBt6hhSoqw1kd1r6R/pFriM8DTgot
dhftLODyRneNqhHoNq946x9Fad4sPAfAKjPHAVLe17uFTjmrqmCEu1a95BSf5d/6a3zs9sFD8W3Y
4b5Exgiq9Ha9y8J9Mqy4FH6vymjMgNtChRzJormsc219hNpgEAQoq8QZ0b6KPtolpu5QSXN01VoJ
nW6Q57wxzltXWSRHeSg1vpUhieSJYAqAlF8xou2sg9gWmYR03A8DvNNWLQZDdwW5qCO7aRk4QjVD
C+JNIFnd3L1eydk2oLVh2lkaoztOjyHY7VRdLU5bWc+A81Eqvc5sOnXT9/19wjsRjAIAUKwUUI2o
ivCsWXhXhnqTTZ2vjF2yEVD+2aRjdEATUrINRlas3XELSzQfbFy1SOYBwcAdubgqeyXPst5HZ6B8
jPNGONdjbuz0uI/cQOhquJdqQmJRrDtbSSvBqSoFPL560tl43sl2OcnbpKqQaxQEeZfAGEKvfLXj
hk9AYF5mQkYdXfaIsuDKr7dSKIzqAOri3k/awCK6XB40i9W/s0liD5mSKGRAmtClehnv0LQj7RkE
SlaAkbdHeEZ/zeV1wL9wy3L+vegLpSpLuffjXu33SPs8CqBSeFdZ1bixMJSnNg7ORqg8SlW3xsf+
U4q8PshzCQmeH9l0vGp58Hsmjxnq6MrgJ6FMTywLBk+TlRHlo2iyEaOIXqqgJbCVhO7BmiC2q+dd
tAXMu3LzsOo/kiwpHtNGke2kF0DPmWk9EhhQfFOG2iBpD/nGLKLwsxUz9hDJo2Bt6tJH0B/2dmOp
AcGDCCSzZaDZujg+6/FkeZ3YhVuh019YSTsbDZ+ugPiQ9HkDFaqiKFeenQvXA6qxoO8FdfMc4/MA
vCJMWRaJ8eBH1mdbyk44Qow1eoOM1tZMZX8IgMaSPQSCL/jC+8dy4ZhcmeZuCBSJoUczQlW3kLVH
LQ1emC69D1b6WHf7VEDK/b65m/h33u4ovc9976iIg5v+ervXFbjvBjEbfClJoEqmOglIfYGQtTNZ
IaXQ2EpT7oQKsJVQ9VZs317217a5fa4WXWswoxj8zhihLkbRmDPJTpdtWuEjDwxbtgJnLMDfodbp
po89QzRtQKaVbA36uDTpP68bsNGis4QP3axEnDo6MKx30hJ0oYqIAzr09I31NxAXK8HH0qhxReFj
kQFAUZqbcWO0aqXuJhywREDtMdCkrcYs9t/3EWge5xyNgvcTemWu19VUotwyE3Pw9Vx76iIo76po
EPyrWqB+Oa+s48L0oQinAtQJfwXfOf/+IlIsjbBBEUkf/bih2zjSCDPf6LhT0Zgz9gKRrGmv1dap
gIZghLozxjpaESmNbW18FQB+Fyzb3P8kPhaH78ZDFUkHFLGQmOPneBxYoFU0nvwwUPE6bYcarLmA
H8cjLuL7pm6Xc8ZLop8Cg8flzb+OLch5KsWUTz50XHsSI/h3g1IpnPtWFoIOXEVwR+C+AVAeSQBu
jjutEMKYSX4ado2bZXGzq0S1JJWp9pt+FOSnEYV7kEKHoRdSxXDQE284YNc1Ha2buo2UBcZDapWF
F0Y5PTZlJm0MsTfsiLVQj4ykVnmyQOS7EvAuxIVIlMC1aEj1osuC59boqmw0OzNR/DHMHWQsVDdy
WutbbYleeRro10Y7IdAYBA1G7IBgsXif5nPHSLWWTFxwddefMq/kxTZFXdwQtByfou91u/Aix2cf
UJf16FqoM4cy11cotD4QRwOUMWve8/QoitWnvaQUio/rj+Qu3UtO4n0p++BQ2OnL/Y2xsNNhCy8+
uFJQ3fLtDFNbiqEuwVaD+L6o3iCoyqw1+NJtrPgjXjJDarH9AA66njlQpHZRneSKz9Iz+Pu8ZKzd
rIegZLQ2dbNbupk6hHMatMPnogBnKVYUajZ6qfjZb13YGi7djMmmYB5yasJ+Ku1+q0kkXyObXjjD
yIPKaEgCJmxOh16PL+ljbNJ40nym6fuRjqqtaanl/ueVgh+e1T9nlI7JM54rch+rQ8pMv5E65hhp
k5GRsYepiddE5Rf2BPbdj6INKI8QyV4PR5W7TB5C2fQTTYgdzYgbR23V3LFK0NrcH9TCzKHjVARg
H1RvaCfjLjNRqZs8SgzTF6iqQ8pENqHWOawpoy0OaPbloKAEgo63Ygi10lSDYPp5rbBdhyg0xi3S
Jr8aSJo83R/RjS3EvbM2C/AGSKOgvHE9eYYQVlkVZ5Zfy2L5lAZhqXiCDE10wtCct0olemsOYBnU
dBXQF8+bgouBYrS/mZVhCIj1M2JBLscK/hhKD2nfTd/mREknf6Seij5tnVESsmCDH7mdgLJkuIJW
nq+Qy7OHlB+KZABn/YSCNxo+sjyhsl3IxdkrUAOVRDs42VOwcsJvLrIfK3PlDxlPkBPyKgO9mFVS
WqnF+c0rSXKKnPoI+T7cAPY+IeAi347bfvtig9Jgba5vNAd409zSIkkdhuD0K84Hx2v/Rc6E7v/C
AxdGtyu20Cyyv7Nj+dlXbuiltb1yg9/chLz1efovrh+97QHJbDBw9lW7YOCLNNx6r7byJjp7q3WZ
99STp9QJne2aZf6Q/ljGuQFCEM3ZSE1eW44VIcqh65CfM+WrTMiARkOdRiRBs0L8bJpvdbSpmszW
ol0vE8gwkTZZeVHdkC/Mn4AACbscdCcA6HF+wlCzfixElp8HEA6YG1BSQhYtdGUXzeqyPf7LU29M
HDHdTOrO2qRHdpp5WTeqp5u74kH6N+UuMObNIYm3hebfP/H87fbzbUB0wCvPzEg8RrNPwk7u0U18
tqQmcoTSlD06FjCdVHaXNtLuvjn+xP+YmzvicOJBxsS32oxMUin4/fIzivzbKc+gpsLYE9o+Nvft
/GRw+PM8191Q1QQQ74bWRxnTUu3AgH7WK9v47Co85/wc4bdki2/Sb0CPxX91Ndh1T6pqn+5Y5AnM
m2K7+RqGjVg5aLzNAndCZlTdh/FWkvfpL/lBfaay3yCFNdjyd5i7EwTP17gBbwgr5jm6/HTupAa9
kjZt1BZnZPH6IbeRG9BLkvVHkdntQUh2BSXltj+t5Wd/Xno3c4awQ0Tzv4Q6yHyULg4plB+MIDTg
AwMoBTxAHOA1BX9Z5/jg5bI18MFtGhLVhP6NN/UZNYWxcwG/0+wv8KjWD7G6a9cQxDeyMT9zcfFJ
8366+CREY1HUDfikxnNGV3XHf95O9zcAMJOv6lvdbis790QSbVpbXnlE/mRt700HlwyLpMaIqDQV
ZzDiPaUf7+r3KX42Dvouf4htdgiRwna/7dqx9/lLDBjMo2SHJ1ux8XNPduIVL3KTl5mnAv7LsqAK
jFCU79sRhRKM5zQvz2o0pnSXGK2AdFCg5O8dRO7emrgeO0dBKR8AGTkuXtopF9/GxszfS8XK1mgl
l/zGD+Aaz2yExTxt6xjBodTmVJ7bJpo8sS4R3av5F4po2kvHxDXc4LznubWY4ZBAUIOlEOwXXJBq
DUbSarVRnpHLVXdmDJ3iSqSSYwiWZiNszgkk9NZAOtJCUADo/CzGBLwb1Em4+EQepRRtBE15ljNH
x8s+cXEkWblVnllDgo00PqsOPTL9oEhbIN5S5qnbNTDUTSsD1h0PAjBe4jGFyJav5SljNMoa+MHO
ApphjzIjvUroA009DTTGhd064q5WUZl25dabKlJ9GSs+e2nnwYkCVYOUKNokb0LqKIQ2rkbL8+dn
6lI7/1O+Qv3aiz/v++yf7DK/yGjbgBgNukVmVaDrw14VsjKJEUYKOD/BQOvplYJoosFuoqn8Q1Sk
k0bS7DQUSMtCe5pc7S21Wptqa3X/G1a2edpRzoFaCNRtEXlzcQPeZ10WqgXWnnlNuT/vXwRnrz5E
BEHK37e1TAH/9PuxBlwlJBGRscLteD101kUQxdbG8pwSBCYIAQ4MLemFrT3SgLRAyXqVQNZCoznu
uJlvuBPQh81IJh42anapILWiWJ57sUKemo4GkVtJ3VYaGrmEEjTZRqeEyFibr70VBpupE5OVJ5S8
cLBxuLDYCD1QceArMUDhJAFOPr4hCMRfQxwKf4sBKXqnkAMFfRysjCyCAKp/tSAhghcCcEPGY5Bq
VrShQZemThpNRUuEIQsnm45tmzxYSlynjjim8q+iUtRfBuAagy1GNXoqVSOWcGcYpfQQ9hn0jiy5
j96CStbeWAENAy83BPWsdEVluve399JdNgPK5/IPauTopbpe4ywbVBZYVXUuIzvRXQjcGt3klClB
QdYW6Kf8G58jgMyZlH6Pdmogy/XP/p16emCbkt0nGtHFNbj7TfcMdh4YhfA9IOFDGMjDL+QBxcs2
ksKzpVYbw5XQz+hJj7qxGVC124cgmO5R984Gd1JWnlw/mZPr/YfEIfgOEZyjtxdKAdcTQttQBTlf
EZ+d9z9o/dgdJ6fZCeRPSf5gIsiptkEKYZd25Jg73PeE2C/O99OTvQ9I7zw8wA06nZ2R37a9fcJ/
25G8vBT2S2VHpLAre7/f2y9r74nbew8HBl1G4HqauT35e69tqpwqEDB9lejvAr2HdbNLIz/6rzVd
aKRemZn9xUXcEwWlZrajELy26HMIs0c07RJD0ex8Oig5Iys78zYqv7bGeZ+wpLh4UlgLe2e0q51B
IJb7XT0cj0fvtbR3/75G0KbtB5s8TN+pr630ry6cjGv7XJQndQ3rxdm+o2+amBy9z9oOSUh2qu//
Ej10LyGgAu7Cbkm74oDWhs7dOaacmkY6mzYCT62+pfSUQifr/vzO08fv88s9w+3zMKzCHG4leI2y
M20piZuVk7Rwc2ICUXKDDjtYQCCRcr1dhH4IQIZYCq/5NvD/bYZ9t3/sifX3qJCD5qy1G9yGRbM1
ROUwh6wrD2wUqQ75HdYKr8j3kaHZUTBHj8KjQT8b/VevrQS+iysE3zRfU2igs7iLGMT96iSMHaxp
aImvN7nxpozlyhFYiHHAlzDTwYAcZxaD5d7o4wQ+ExNw09fSTd18Yz6YZP8dOqadrlhaciCYFxWa
dyCgwkPreql02ptGPQTC6xDm3lDtk1ohdX2kzX8PmTGiC0PcvCm1WmpxBUNW0ePtppBOhXAkUnmx
+JVBHfj+Hl8IU6/NcR6rrlu1Bm5PeD1oJH3uXflJwAnG+/pLst3Ctff6YSVZuXSsZkUq1OuBqbgB
uTGFKtmkYoBoGnJ1SPlpeLffH9XC3kMAiOINuipnFRFusaoMTVhynIfnTGe/WMweqIDiTRTn7n07
CycKcBRwEGM4iPZ/ANMX7t40kj7ppjo8F3W5l0PpFGjpu1XEnwrKiDTvPNTpV47VQlYKjJgXNrkF
G9QhihSzDM9H7xSSxAkJ/jeQf/92ZLMjuGzt/Rbyy3jTvqxEuz8VSM4hXpnm3JWESkPd9DD9/i7a
b7r71tvjptxqxPG8neXiEz5fZ/+PfAOD+gIaUXTSOnazQZaw3h4qx/ne3l+A2zD0ejLmjXCxAIag
WInW0PAcx9ZWnwK308QHOkhOzhq7ruWVyV80N7OzzD3BqBtz+yqRKjOQ8zA8p7MaoxtDglA3t2lz
qFb5/Zcu17kbeFbTBkwMsJbrocldWjeDaobndk9NdF5gQhVSmGTYJafGLxwtsKEG2WS4YNGZjOeG
GryWRP3oAT8sf4N16f5M34D/EdpcfQ934zYgQqdUkMOz07rS+zFR7cRTjsN3UpPQDlZuxjkvwO+0
y8FzV+8QMi3tais81+hjeO4eROnwoSGRpB3HaiWKWXgxYmAQvgbFHGq+yDpeT7QwNGJO0yw6H3Jy
nIgkuePfv4c3IDrsv/0WcK77E/mzcDdju7DHvSeSINLQzAx7fbLrmoNknNND1HkAoyciiYMt8gOQ
EG4hX5xF4M1SD10Mrqb33NrJzaF3RZFUwt4oXEODfEXxkAJ0cv8Lfx6Q976Qy9qMUTYFgJNEZ0e1
KbE8FD1KohGEl3/Dvf0o/ZETByJ17r/X08l7fhA22aP98uS8Hw/bF/UzPsVOYW8D96/hAO9EtvTX
/e9bPhr/m0GeGqGAwtGkRml0lrUD2IGbX3XiWDWJdTsx9om2K/djlCATsZOd7GnUj/S1lsjw0TwD
ETUaT1W0koxfSDhdbSEe/IbcSAziHyypZh6bAB04kqtZWyWonL6xzlrplTXpFeSeQA7J0n1doS3Z
sP4x82h2IcmCtdr3wusQH4QyPqC0yEoAIX+9p0FrO9BCzKMzpE72/0faey23jgTLol+ECHjz2g1D
T5EU5F4QMkvw3uPrT0LXDAniErH3jTUuZs2o0K66uiorUzRKa3jln3zKvrU6ugHRr0vZhRM7dxVe
W5xcS33Ca3HlpZ6tFCs5pxCYjICQ/0Bq3lvKYc5PNwoR4EIa01tTXEmNDG8j9ZjuXDSFmPKxLl6K
gwduADQcHAAp0BXvWEKFGiLzBvpao4Fqz4/34Lw7lABXQkIAsfsUflX3chFraY0lBzGHXBgMK2wC
97N1ac4jv5sE61gNLd5R0ONSUmmpJDkX+I49tYA9Ir7BVTTxWlIjN0mUwH5vSST/HcW2SZoSjtLQ
XLj3Zz3kn3omrgCoiU7DqWbwXGyn3rNjJjbd8gXF3Njx9IY98ZAQlUXc9tQHqpF/Ry3YZXRWoYu6
yIsfMdnSQ6axXhcPnl0rF5Bma+qKC3ZqR9DW059C7wT0u86lvi6iKrfm8cSXC37JdY/3+9QxotAO
YmBcF4AFT74hzAYIfFf4BpRCzRj9phV5F2hySA62bcdmqKemR37h8hZC5vnBj5lkYMahTDLFhnWl
pFYu9KBsnoLj1gx0hjorqzGMT4n+pF/SQup49o5CkPP/2psEOn6piHknwV690btd8Zw8hUa1U1bp
Xta9z2IlHIYNYx3KhGQ02nik/nL1iL78L84YuvAAbMB7FUD9yU1ZuEXNx1Hp20xziVjdPymFwaVA
dW4U7RCHO/eH2QhLHeuzUe611cntByxg0BUNrHoCNd8+9t53bZW0JOZ4D77hZZ6sewpdD0P2jSeZ
yATaaRI92Ad1BTo2Yl/61+0SQ8mcdx1bg8C5/YftnXyTloWVFiuOZ/uZ5VXPRb1N+HdF2HpdSpZm
ffTU000+OhXk9tAmeydgFSZuNkQCi/Rea/jE3fR7H6yulB54dHhS7n9zdyK2VEc0CYTHp3SuWhHn
hRAyvp3WriGJ365CBN7IOsjSamYtP7Ep9UuDSX+r/F++i6H3zgRUHhvLrUhbenzPvPKBnAa+dWQr
w0t/Ms8og+W57/KBrVWWHK049tQ6VrBEjDj65skMAyWPTAwMgONqCt3qgMgXol4I7KbaMAKtIDZu
9N6TOvw8PkDj107sAK6iiNg0iAQQ3+L3r15HvFiraiUxkR3Wmd51PkHCR6zX/r6AnATvgjfsf0ox
g4UEII0HwSS0hoHjnfoNrpG9sNMi+KljtenNJaT5TJH91sDEAxdl0DtJDQPpYdgmOv8v2wL7gXiP
aLr23H4tcebNbAgMCJluRFKAgkyrt3mCEKASYU/sSVO+gu8tGTZB8vl4oWbKKRgWGvBG0XFsP236
so7jgi/zILZfSiMFsZuukOC52jW7nHA7vKkHcm5IZjwlJF0niVG9cEiTX1aPv2I0Mt0u1x8xeXF6
ADi5DTTpbbEWDHHoSOp+PbYwM5uoEY7kg4hN0cUzCVpavla4tswB1OpwcQ9rH61PkPJy9cdmZgaC
SwPNNDCEvTh1KUXiRFANw0CKJn5RWHRvc0WxRBMzF4HdWJkMpgFBnCdWI0JJOzbNRtg5PgT/4reI
2/fpmzBYZQcKyaVY7L74h8rP1dgmd2JdiIU3gBYLkX2oXKThtxxOQX5I3GeuxHtoHbTrx5M540TG
Xgs4ERYoqDtYOvhbtCYJw9huJVJXIaRJz333XlRmx9ck805L7/G7PQKHCENoNkDSGC+XidNqFD7K
UzlNbL8PKNeNysmuJUKYDe1m/MJGuXPEE1uTJRTVIu64IExsrlR0EDWBOtaMy8bynU6v2e/HE3m3
K2EM7fdjWlID35s2uVvSROlLxQc+qIGzcpuvpih/Hlu4f/aNJkbgA7rQkeufliozLgoajmuAUwSw
wkNNqHl74xwaSKb7xG+3zNJmHD3CjccAwgHHCxALdLxDo3SyVkKWB34YiRnK33BY60ZnCLJB5B9Q
tdZAWx3B8OMR3j/9JxYnK4Y6vNyFjJDZ26zbfrnEtxrq03+BCQ7+3qCnmvysaPitp8Zjw3NTOyb9
cKmh8xC4jsnFk/qgHwxcP7fxutE/tK3DEMckLq9/VpYW6D9L9Ya7Y4eBAkwB0DUu0pGX7vbudv1U
Vp2uzW3RAkM3b3gmxGahbZD96xaSmnex5cTS5OUexBrSjAos1f5PJOuXmiWXfkm8ZWk44+G4CkWk
AP2kkI7I7ZiIPU3ElawRW3X0hYfSkpnpFSYzIV84XG7nhhsTN0AiWjNCj3Dv0rO/pIB5H4yMM6eC
TAM0EyPj7GQzIk6UQhyPHNtf/lA/zPhDKw/1+rOxLi2JmqUteBeYwxz4zgC6wKMfvUuTwckV5IAz
4C5t4F4VsvU/89QsRf1VTsjF1eWYLKE87hMto0X0RqMlGIEkHMvtqrGOmJW+2xY2qmsQZMdrL4Ky
BvGOCrJWJDDFZwnEYbri0Ca6VMw5+jcsRZT3iZbJN0x2TuPHA56AVWHvcf+4oL7WM2hFeZRmAAp0
S8pG4xxOPdr1iCdzDFQ7+G21rrAL011F22hpDWcugZsZnXhMtvRUIZXLws79Nc410femmhO2fO9C
fSU8Kc+FueC4xpD70Ygmm1Qqw5CHVlthJ9peAknxG8Nj9wTxKXc2WgnYLFlKBS5um0mMAhY5Cc20
2DZCugdH1hADfvoqGllsBt8Z1NyaYwpJ85gHWhrAQMIxIRXeAZWRFo/MXbSEzQMwsYY2BagjgVb4
dgNDshgIRCYubc49x50eqQlRuM3g0KpdBe1pMJZq7PeIedyC6PkAzhMs22jkm2wgxPB97YdOaXfF
G/iReTt6lZCSjEeYenBQibJPtm1Lho1qCkgUPV7scS0na42GFvgjqOYB6SZPzgrLNkIQgc7Dzuq3
oKaNLjeXOCOquGBn5sqANNYIJVBGQiFlssAA+8Uql8aVHQTnQVgpIHvaYyNBVrJbqM7ctXaDUQ+N
imM/JDSN0fo3uQeRE8lrBrlzmzVq5GC+gDNSTHfj28/7oCAq+dzwyL6gH48lieUeE0qN86X4t33L
iR6SJQWmufgDn4NcFPunNzLFUEC3TQPbllzZUU292GTMODeSnb9Vul+s7CoitTVo27BaSyBD8EiL
fDujiwf1N3orwgVnct8b8jc3/33M5Gi7gx80baFWuFSbn3D71RoNYK5kMKFIQFDxICQELs0zFNJu
XX27lLqZ8WXoQMMeQKCJLrFpxzlXZnLDZH1tFzLTEUcTwOuaiYujnLn2wK+IzkT0CwLr8bdDrkKH
oo0Fp2ZGM+iy5FYM/xIVa9+C6lIZg7SKKiuvIVCDcwcDbaU5wNQQ50LLSPOptq+eug3EbV2D3P/9
8Vn7y3rfHjYOgGZozoxPTPx9ctLxmA9qJeY7u4DE9tlhjN5qCkP4DnVlFTFkcC0PBNYZbfMdOsTb
1OCEYxQQyLQp0EENtwCD11bP6Vn54+gcY4gatJwMZ/gJ+aWOtztyXLSy3nzr5NqJozANOZft7JLs
sSuRYPhA1WBEDgwE+TXjOdlmB4leIopI4ufxRP3lSB5N1GSbIsvoq2k+QOiVfkR03xvIWYak07/G
5OnzXiMfrz55/5Qsjtr08Pq5YP8e4jIyQiCSRsUe5xaUareXAKOJXaLmUocwDf1qoTGsYsAPw0JP
CPqOdYm01MGvBbPjlE5HfW114rhiQatUqL10dtUdegnxWVTqqbaKuaWXgnB/Dm/HN4nSeGkQIYCF
8ZkxMY/6R0+hkWpAgJpUgF8YdIcs9RePDHZsabQgvF4Qym4pvDVZylPf96JM5nr81qvDqiVxJ+ec
09nxS7ITXkXi6MPqjK5b/AIcnIJphrg/WkD0E8oGurHYx3x/499OxuRUDpC/4LkaH+DmP1y1TTxS
ibuwFgmfvIdBNgI/I3fp1p89XyPLHThdUJFDGu922IzvpuCEZjBswn2b3uXpY818V+vAlEn2+QlB
qhSNic5BIJEFJREG+LSFM3Z/I2PYoygdbmP0PEz3uOT6Gj+obm/DfB+R/dFHF9DGJed/4o91XkcX
C72CEuW/xMPP6pcWdKkof9+5Na480DgsXq1w1lNFe4aJAtGJ495+2b4d9/72SzDzwxGlKp+cs61l
WQfj0pPN5rNcH+xNZHgEoN/T6uXxRIzLe3fqrr5isvxcVEESnY8wDzxtilelDEla/09p/kZviuUE
0xfeRCCsmBxtQA8ypQALie0PhlMqBmjwjMfDmFvOawuTI12UTip7Rd7bZQy5RSkCLysObmi5nKJL
IZ6bfUseW/zjfJjO3LXJycnl+qDTeCXt7Ux/2e9RLEjJtj+9ve0/PHp8zvfPuOJ1cMSfO7IeoFOz
dsmzsF3H1CLEMOyUI7a3wW1HtKfVJSAbIzmgOdb+TeiP/vhT5zzrKPWEEJcdBSQml5nIjAXaGIet
jQGrkE7B8JGJhh+rC1MyaweAbrwdAJe9Y5QPnAFEguOZypALH1OfKoIrVgaAovp9PKK5XTsW1tFC
A6AXZF5u3UfmCFnTa2Fv4z9qiSShYVDmW9IgA/r/y5A28VNli7mLxkOqxe8Ov61YW+DeHpuYnbX/
xqJNblvkeMqsFoPeVkLIsrm7GA8DLnx1s6Va3cKkTQHGTS1B8JXDpNVihwdWgnOYpANajrz14xHN
3a9XqzPlnZWqtGd6BYZAYE0bDXX+tPpfrAvImxDiwnUCzTxZlxqqsykbFb3dhLXORQCPugcpWEjX
3jGGj37r2spkaVqla/k8gRWkinbx+Dh52x9Z42g+ZauGnLvt+dzQ98Z4/xR58skSHf0Zj6dyNha8
/oSJ6wR2onHEAhsw09+2KVE0uJm9aR7PuKqs4fAknBKy+zRS/bICjiKiC65jbin/GmdGQRPgGyah
aD9KNvzt/7oDSDxNiBr+D7m7/685Rp/J/21h8jQus0B2gw4DLENgFjxddl8ybgmh9/+xkv9ZmToM
KeaVMoIVP1jF5GWfjuiE4/osISNun9unb5G0iD0ao9UPiPbGuUQPxoJ/nDuAV5P5x11zFespbTBy
4eMjqtE/av8kO3LNx/tlzgSKeHj7oYESRImTc8E1XV4rbo9zge7tMpFMJ1fXoG1b2BYzL2kUC4Hp
AWcw0hpo+rh1wFEYiELNNwPwLpU+oh27NZrP9XW4J8YOXGq02CifGV0tNZfNZDdvDE+BPZ4mJLJU
wbAA0ktL/vTDbfnBPuUNcdAoJ660p/Tr8ZTOhRYIEtmxWxOX2lR7huWKoBLScrBjgJj6xBABCgjq
M97JH2GwkL0Zp20aU8AOevnRgsrikXw7rUmfJ3nZ8oOt9iDjjy41l+mZQNg3JjhpQraJF4nKZh97
1yYnKxlUkEQA48qAx962pzXemjx1Vx+C/my6NolrmgD3sIQZ+tuHdwNFbUhGhgI9DdNcQMsnYQDK
qMEeQlOLTLDTkS6EMLPw6jOkZXd1baBbdf14JWfqDxxChv+sjlfx1QF0a61LtNwZ7KamvUwS0JX7
RBFpU/9yVIuf/CcOFADxm7PEuTy7rleGJ260iJqc5TMY5rUnf8NBtzh8Z9N3T7DABp8suJnxhz2a
28kmShUHipjJaMw9tYxLpH9ZakXdaQlb8qe2fG8IFIrwAqCmmlY7QjTWurEgDfZ+X9KtiSzSqnnO
bcaw0MVIoSmu2xz97k3j8xTDRdSrzPoNjHp7WvBGswMGLRHI6UQc1GlvLZc7gt9q2mAjUy+oZrUS
PJrQxcrK7CJemZnOa5nWotbDTJLtm2OfExA1BgnRqKq9VPzSEZl9IsvgWwIyCAH1nchWWXM+kGUe
a3NkvWaMs2s8H78+JDSNHr/W6/Ma5Cqmyyziku9vfGVkiEQPEBLWgPlPXlJ5XSd1XTGNzQ68zUgZ
lYQlL/dH6367cUYbI/cz6oEQ8J3YSAvXy8Hs1NqIaHATy1T74ra4iUlyXP9LVt+vCQFRz2FTVuSy
skFct/rcrECco+ju62OXMJN/uf2UcTquXAIQBpkSuWFrvwhEOIL8g3AmHnCAEMUWkNJrdm29vqNH
7lAeL6d8Cad6j2PCUbyeifE+vzKvMkqc9CHMq/Zb/4vef3rkiDkaR3wn775fxaNM3g+HikKm9+MX
1frH459f7f9WYuIRh1As5bDCSmT9a1wdc2WhVj6zi28HOPF8VdtGigspPsSvhd6Yb6ZIh7H7qnLJ
k5GgzLPb0NXqRzW01eORzTj7W8uT46rWID4s0qhFYFmCegqStZWuuXqsgfYURC5KudIiy+OOhfQU
Jds4W+w2Hnfxo10+uVmHSmWHNsTcCuQtPHygGOPpz8JqvSaibhmsuck2F3jEpShzJja7Gfg0BlS8
oQu50e62QWgGnq/IfP53Dl4Nh2yoZ6yYpxWaZR/P9kxy/9bo5KkUM0oQ8ymMtlSqid7pH/uv5vIc
np7TzXptScZrhOR1QljzHcEhqbmxBN8SfSkynbmUbj9k8mDqpTZJ/T/fkhvjcW6Nj4/qWSPNmKDZ
y/Q50M9WsiXxbveeSsYBPpwAfYC3k/WzsAWXTvffFr063bxW52maYPMzq5c38F3kiK1kaq4hcrX1
9PM/xdgZCrr8ecLZm5OmnxZO9+IHjMf/6gPqruljUPe1Nr+vdDCRIbrD/YFJ8Mm6I1a2emIU+moY
G8xAtD951sIL+v5mvl2MiXvre1WKGwb2PbQXOu1WzWwO1CYOVP7yhXfkPefcrSv96x2/GmugggFW
G11pbsQo6e1F47g2+PWTwW0OlMdFoi9t+sXpnTg3ocyyus5gEqgEyeT0tXdxSTPGBXhXngF32u1i
HY57g47+15+T8COfl/r6Z9LIt1M8cXNK6DC+z4+nHaQG2xGoALQCWOp3WOhwC1+7DalCn15fa6ic
vVMDLN9glsVJdI4ZAUQdS79aLSz7H4PWA9f3V/S/WoswiXO3aMaP2rfGEblG3O1If56tbwLH5z/B
57vY7UsUn3/Phgd2//bIld1B85g4HO2CTnofE73a7U0FvbaOfj535x1hTtgKQNnhXbpw1BZ2+p9T
vrIMgmfFgfornH2er5Gvgv5RuvUrlwbhYKYNbzz2tzOwiZtln8LdiqJMvTiDvUJ/yz/3wg7xILFa
EyW6Jwzx4pr6wqLOvNluTU6jNs3jmTCCyUx39o4lmf7GWYlHZ9sv+c37LMatpYnbiuL/5wYbe7X2
+2Y3pOR4TPSYusTZWU9IuSUyOQjGBdtoK/yP30+31idOq9K6MtXGEyXHVlVaDjru44JGwxp89Prj
ZbxvTr91WtPUfKg6WVZosNVbeuCTN1xROTFRfsJA1+cnhX6rl/cUfky3f0+gN9gubNs/3bO7EwNe
+FF1SoZW2WRR1T4qgyBBlCTut281Ups5Nc/h/qw++y21PGR0TmvPrLbCGVWLFEfHN2lyGi+rlTqM
mL1FIOcMZATzf/VJk9XPXV8tKihp2/1JDEGEsocrJ2tlAH7UMb/JASm6C8VbYGEqZk/wldnJsqM1
MM5jAUsBeipdppn6HvsZdXIrXtL5/UNRPZr0SdSdKpIWNRruDYn0p+Z7fByzCP55+pWgCxRLjz+5
7XOBXbDGqT4ceB3F3xQVQHTpmsXL7lUAjJcFWVBD/hUVOfPr19p8Dw7SxgBJkH5CmwC/Z3ZyvzRJ
49w/+vLJjcdDFqUTxbi1a4c/1CFrM5ywVJ+ff5NhK46AdsgDTSsiuZPkvqaOYRMyUsoYsSAb5eD0
K8ZwACINXR0GelhWkCMmW/drlS+2j93vBfCvsxo49ZFDHRtWb+OmIefLBuriKJVAJDOoqnXtMAVl
nfjAqwq0EJVIf+wIuDE+vp3YG4vTQlOeNFwbeElv6wxPwn/QaQgMcXtidGzGBVP33vXW1CRU78FT
FQ4eBtdS1pKO261Kt3twYSFm8fR84VSNW/luXKj8wsOM+a8pwo5r0qpoOozL8aifE/S76nRhPGOE
c28Cyp8A3kKaaEo765fo9usHFGJBrzE23X98uCvQEgzktT+qNTnQ05CYj23O+Cgg50EiBp5+9Bei
3fJ2g2io2XVB5Q6Yw9poARj7Op6HlayXJnC+6ZpQOzBa8hvQpXhv5hYGmh4CoBxogtC2MO1jdkK8
KJha6u2g3vStkSkyqIkOZQVIF3hfleobhA3giF9KKs5N8rXZSZjZ8LzH+znMInNq4KczCDJ3gUuZ
9eOZvedSgIz9taHJ0QvyQmk8dKvbL0iyJfoR+ZBw+wyePPT8aduSfpXW0TdKyiHbGIFX+rjeGfx2
4+s26IYtOzXlVWNtNo11yM1LRfHHJjUvLIGoMHpvl4Asc9sbFEdIl41dxiAfud0HchUMUSZ5g831
l2Sb57bmm2G7JD8x89DApFyZGd3yVXTJiWWuFS22G7+pT7mILo7viFiGcRgLVb+XyKCrylxdVp+h
vqSyMecKkQ+EKx6VsLHfb03zeRZnMcQvbNeBkIl2dATg0SCcKoC3XFStx6s/83BQQU6lQftCQ0kc
eo231jQnQBUyRV0g2THbDCR52AIMHg9nhX6hRveqYhUdwuyRPSmsJSzUuLWmjuTa+GQxeacsijpC
gteFuPZLJiPYUZDl5X9LuK0iRwBSLRJPzPn9a5uTlW00T2vcGAPmdh1aeLOVolCfAf9xIZAe1dDX
XDk9nuM5D4IGJMg/jqRmeIpMAh2uhc6uEHGNrbzC5YPSODVzURe1fWM78Rp3+mN7M7N6Y24S7NRF
zORuxza2uAl09MSBc5OLKVM+uZ7lVAusGjO79cbY+PtXB0WMBqmKSoxNpApj9omeF2/5sXIX6nSz
c4jIYETyomSLxuRbO1pTyYGaVq0NWaXoSZbCvdqmOfGcXjLqvGDW7SixJILBOq49zZLEnlm6xsed
MdmtOCjg8Qe/2oionVzjQKhCu17QGtvvdDawpGxksmQ28St/Tr/yL6El8dfjlZRnIocbk5NRx74M
MTIHJkXWyor3+ovhvkSfZv6WTQiX635IfG7tde8slrnTpWyfJ6cMPLaJ1Wn7yHmJ+2MFOKUEztt/
oVaB73WjdrTr96lzFvF/a5EhIyrB4kmn/gPUBXJneoMep7TMqa9aUWLVGWkvw0ZAVbL6CcCau0lY
mlevXvQtj6qAZ7mmQruWypLGzk7OjE5Z+5s8aMBxUlEQu8r9glLwPSsh1CqwChJuYw29fXfyN12N
GkmBkomYbYdLyVHGrMVj2I8tVam3qTsQORuCCm72pwQt2K/dEhZt5nK++YCJE0HioY+ExEfao9XF
nsS/vfeLEnXcWLW8sPNn+gswWBGd+GgOwYvxb49cnTCBzSq+wmVk87kpkWzX6NlO0CEH2ZiFmVjR
eqt61DOHbWw75hAhrShQx4zxhL0oHx0tIM9uHZiFe2Omg+b2qyZOJoJwSMP1+CrQW75JDtkDNjvC
ZxnjjQFRX+lva8+imb3gS2fcDTh1RrUcdMxA72ISrMRyJoNOOOrsZJCxRVma1AiOkFLO0bYXvD0+
fjMHHrpb6IZFUW4kC5iEYCjAqlHa5p2tVIz/0uB1SkS5cxZ280z5QBU4FRx9o+ALB3DHrWuTtNTj
HRUwfSVKCXQMzMjRtc7TQdWUNaRQ7AHlVVTpHUS4se4LAEW0NGoVKvYXudiUJbjrCmaVeQYnLITd
cycNfXUaoEI4a+hwmTigQHW5PhyUzoZEI9eZRbwTpYyccu8fDy4MFCvBKIy3dKk7DM1zy2XJ4yWY
eZqOAuf/fcAkRGjiwIdDBnQ8fgHDl/nRGm+6+xWS0+8KlZUVeF1zl/LvDUvifot/s5SDmznpYAEY
AdPAYo0Cc7eLw+cNVGYKPKcKYNeRLXJafR+uzONA2KN8bHf+U7kONquFUc9c4TdWJ1uiagfwOfEA
Lm0rMwJigoSHnAjm0Xw+x9a/iuxac/etUMBa2/Wm29t04QPmXsc3HzA5Z5gLhKfi+DrGPcCZoPRp
9O6TdwHRuizcq3MzjMK3CNIAtNODFPN2hvuUZWS3ZxGBov9MQqGie0mG5yFe9dpaUZcO28yNCgFf
KLbg9aBgT088t4xQISk7brC9mApv9WcIGAWSb09E1r9fXw+NgfZYUCf+uxQhRro0rUvWx9+/8uWK
x+Rqq8B6le/BwQm/KaDxB+pEA+kFmiOUAbFLuFI8yj97+cEzHu+rmRItmJmAoYZkjQKKWGUy+igM
5TCrekCrFDPfexxR3V8AAbZQ3gXJ286VjkOzcisCLdDHlmcW+cbwdOBFq4CvqcN7Kljx3MaVCa/u
FLEhKU+9dCFBMfNGRCcNtEYASpUkvNtvZxl6TzWjFnhWVMKu+RK136J71pSFEc3A0fEyGtMCqiKB
MmT6TsvxQuQqDbeDQF562hrSW/Aj/3Y7zgTbPZXMnHwMZqOzdNipVvvJmftnC9CGgWafuKXzXWPs
3tHmsDGs3c747NecIUK2af060N37ZvN7WvBkcysASTsOQRPeIWiLvJ0UJWnYNkj53o6yE+gqtVzX
QnTaVBCcQdD8eLVnykKQErkyNtlnBZpaWcWHse3+KH9GOujWbaKcq9W3ZRnoigaBJAPOdf61XXTY
M67zxvRkpzWaUAOCyfU2b+UIi3zyZW5/XvYlusiiF83afDJracGDzXnLG5uTDdeWWeJUEmzGJH9R
yFuw3nOH7CVYcB9zj3URCGxFBvUIUgTTjR2JVckMDaY1RQIs0VMq480BSml2jQdsifjLMStDfYMk
5JFZK08/0jNoL56X5HxmSmFY3avPmNyJjRM4vdfiM0AYz4HH91BhcvnN8GaIR8ZuvtBr2aF5D5yv
6wuHfkJpYXuNu2fyEAMEHb8gfIk+F2WyxKJTppgFnLw+/VcGh1I9P96+f2DaewN4XPDozr5HoA7B
gGJqV3Y24BwfzVrQh534om6A3ZcBJ4h0lAuswgjXORQHLfuC0oim/44iASBXY54aNDBWUA+CTitZ
OsXzQ//vyyb3Mp7AORt3VWf7CltuQ1dSD5IaXR6Pf5y/B8P/w3Zf3VJVq1UClxUw4vDvPO/WLzkE
zA10LSULmtyzw0G7G6DuoGG/y626PRoX6hwT7QXeJVfRay8sXfhLJka/eDUYQSqlJnDqzn6pexpD
AAJLeszMP0zQLl6j/VAW6Pvmghr141mcPa3S1eCma8V3zMD9WX7jN3tTQJ9Zap19C4G7nuvGO4/9
sfrV1hGqKkuZtdkl/M/2NF0uJ4La5HXT2Y0srVr2hdW+WHkwHo9w7p69GqAyidzYiunAT4TN6Kb/
KkdXulfONwMv1v8XZtByMlKLoINwSn/clSDwaYSus7PMpWr15Qpmk11KPL0f25l77CBe+M/QZKvE
QwgeFb7vbJUrjThBt7bkFAQ7KCUJGrc9AIdDH8m0gP8VAoVmYN5rGpSnHEk0c6Vbu7z4onXxwg4e
rd6dxquvmmwjQQIYXmOxlAOKmM98qYamFxUASlbAn3heHp76RvwqGFVYgBLOvLUxHah6oIcQfZvS
eLKuTk4MaRBHYtAVXWbVqeV9I89P/fAiJfyW1ZYy7jOweFR30GrA4wWM9tBpIrpLGLz6c+RlnRJg
GV+XC5JoQIyTEiJ6w49YobVvE71WYHIBXUf3K8d0EMB8uJDPnL3LR2KMsX6GO3Z6ciSp0SBcAxRw
/hu7bw4n6pFgpM0+ED4V0Qw6iOhAVWfQ3hY235jWny7zSGI2FtVUEfW729n2PL5hncZlAfZgaYo0
8Z45ZCR+cl69hRzKXC4VNJbIm8mQOAAGYRKuJH3XuAkfD7bOvXIgNfmyahS7E1K+1gs+cCYYww0K
IR4UCSXEyRNLQigPhZOglhGsq5p2egkEXNeT6Lz0sgFx9P38AT2NjlcJLAwiEu2381eHpViFGYJ+
DYole60bHNmAjG7tmaA35lQS5RXv0XxwxM6MoFn9lXei89anXcNYrJp0MnHHhyEJPRwJmgqeBBrZ
RmbSf53gVeFznUDYED0SqugS1gX4naYiHyZnRXZLgI6KHHkIP0qzaKdWii8bciZqqZHGyN7+hFHo
sCbU5CAwK3dq6lNVlNheL8SGTY6dF0uj5Bg6lo2xpTQxkxpIVsILFUgXNIhCCMQN+97Xu9YN5HU7
tNpJiJtIOKZK2kVbsU95d194fsHossc4Aok5PmOtIUUdZQtiBT44xkklFW9KqjTpUxP4hbbuKqAl
raKMhAxXu+wDIzq0kWhqXSRw2zTr+2LDx7Iz1hB4R97zHJujOaV1BM5MotJ9hg/0ukvc+1G59yTJ
U2gBzm+o2Uk5CGfTwg/wytNEkJ5rsuhXT2HcZoE5ADFWW3GqqYUuDlmP1ow+hvqd7zAhmHj4iK0N
yeEFb8UVaueD1ilnQzsVoyb5lqQYSHbiDciSfcV8xkPLLHRSxjugPiBmJzluNXGldCDmPyl57aGn
rC8EhvAVn6dGVCpRj6kvOn+gahun8UcCxirZ8JEwKL8rlXeLb7GsoWlPlaFkklWdilq7cRlGCl7A
aOMFhocu2Og5DQM+zElRopMOigZxIB+aRpF8G/ILLtrYUANCE70WdhnqPUWjISnvurXi06aUE+7s
pm096BH+Oa9ILtX4a6YliR1q0PA12sxt3G1ZIDHyG7mcH7Wbsokk78DUtSy948dkgEfEStt8VEJV
VZCvS7TnaIj6nnQQM+SNvI6jVHdyEDIbPGYaX6QFSneoCsbzjLoPeNly0wgK2TWvedAJ40UnlHZI
0DD+1ikcNtkzERJiFhyIih+KDvOtMIg1Q+KmSTuj99PENdjUKfOYlkUqhVTN0Q8M+qsy6YtnF+qG
QgDlFK1NLlmWKcMuUXIIjkBAO2KoyKA9aiUkIS8YsoJJ4kiGZEWr41sqd11BXzUBW3eScEbNFEK8
zVM2weR5bSVBLRVRDYfWtypUO4JmSY0hTdnG+TqOWy5/AgNBpADeC73xfuX4TMleJLUDZGbQ5OL/
kHZdvXErXfIXEWAOr90MEyWNRlR6ISTZYmrmzF+/RS/28wzFHWK91y/GNTCHnU+oU6W/+52mRZ9j
VuaK4w+cWqHwoYat1XrMGKgohm1gC6ofS1gqqZfvRhUsSTgbDeTmg0EFaUUuNrzDqpKlYGwpBOOL
SxMIIvB+4yvmCL233wZSPIENFUs/uA/KPODuhDIVYoslflFbnB72mS2EIp+XpOU5Npo+mlH07y5N
OQt0LeNLD2ofH6pHXf975ZFZeNJBl4yKL7jS0Asy536SxzbGK5yNbliHKCob+zZyeX6rhS5qlMRQ
jn363upPRfwJPA4pgvC773PT8H6HCXheje+Vz1l48/6b+UoCgxsK3rPnoUzGlBeFqdTt21xNIFon
OEgn60RQTL1wblubfmz2wKKqjuQfakYY/bxJOjUEjwPvKu+mqp7YEqc/K3pop3wTmRE/JPZtawth
B548yFjBawGjx1xwQSonB7xFE+MQKYWZ1qFvATfzdtuIsGgF3aAQUQBcAQy914+eVDd6xAdoX2Qc
GswRjjf5ndBg+mok55UnZUQjRk0QeNUW80GpYZRmpuumutqfutDvC53nicAGDeIiXqpZeokVYZL1
NXrgkEJsiOdZ+g4YUnZmh3YzvnKFUz3rW9UU9olO1WMFdRan700NZUvf0atdDe6C3HoObCQLotOa
G7LgQgMKBRooyBFquqDMpsnPegDIwpZ3vUItadcWqFsIMZhPcDiJ2HtQWB1BKhn2XLESIi3VySBx
CiZhBSykIKwXr1fIGIs47YSOR4RLxNOoP/YVOteHT21Xxo4h2KFM++/e6XKKIk99Fz4F4YpHu+QY
TRKMSIeCu/wHO5UsFmUcI13gMoV15tgmAxELNHznXrvGQ7C0HyE+hFoZfEtFRLPZ9Wh5BY8uwLz8
n8QJEqAAuL5XrznZ5SuHeQHHi7LvhaVp1BfBSdWAX1biEx4ptxYESSBRIdPfGqs3/Y3qQNqTokpN
UCgNW7IDhFFxwLLSPA3m2iW2tLkuv2R2iYVMS9VawZegOjR9xBHtg84D+ukq87CL0Be5kshdSr9d
DX265C+Gntd4RlLpvw1OPNxm2xJkWKfxtZZPKYWy5krG7c/DMLs8r2zOTlBU+aLkN1hYABc/P407
Z+ebFDSsq+nb6Z64ZWgW7Yad1jQ9Hnz0UtnmuM9teUsTsz2aa0HQwtWpoIJsiDiXYFCZ99IqUZLr
LVDRbkb8kL4HpVW+jI8xEBAemXr/GvNXtPL8Lu0UVQAESEbxDgW02cKxyMvEsup511Y4KjxyI92d
xDW9vDUjs5VSEUYqBYMRtoW05sHAqaAAixjmytMzfex8oS4HM1sopnFVLwq4UyFxk72wN4hnP0fG
KbgH5hREJ3tIvcBnY5FV61agEXntFCxtFFXDa4NCDygY9dkF0GUGXMOhE1y0WdUeiSHaCjI7Zuuv
dy6N1xpdlnaLjrQ7aGYRWipz+nu1KHS98+TB5TJhm1V7IeFXHIalmgkIHv6amA2o0NREGTlpcMez
F4N/7uPdRmfqttyDOPoREkHEOEIiMCV3KHufEF78ur2gSwjbK/uzeyyLOR1ygRii7iolOrrM9yf4
iI5uhk7c7aZWQlwuGw53i2cpv9aaKNcmeHY2eKHvEqYDhZqz/k5Xs03DIQ90e4jTCOZb9nKGZ0ej
ynEsu1JDaci3wVRswfPV88KuvOLpHwyh+AhWSNTapLn0sVIGijxKETCGwQScMOrvbLRleXvbijT5
DvPxIGWEGgiwQRPRAv794iEIWdgnme4BuSsRvAPC60Bfy1fzFQhecGElVEBPXPcWUsvKCaSLh/3Z
rR7o2pU97ctbXzFbuSLWkqiMONAp5adAOXLqvlsjhVpauMuBzhaOhQI6RcBODxhcRmJtAN5sIGUD
1kqJ3p7TpfQfIiSwpwvI/oGla3at1aEkZlCOnjJWymuyEfbo9og+ky1IahlgwJ+3zS26zRfmfmQb
i04PoBIM+hgE6egKAOynN9FBvM0o6gQHsONY7pt3//IFhw1aSudTQ1aFwhajsL9DnqfxuyT0E3kM
UJsfjoUGSqz8xOumj2pXh65hpfoIG4uLw7WZXlhUlDDx/OI6hfjuvIsAQFk/jgUkfJM79dmfUCbN
Tiv3mR2NWzAQoE+Y66hxiEsyrIGAl0ozE5UO1hgVfBUlvuuTozHG1KhoeLf1P3rxnLGXsJZxTok8
fiQh9NK6h6CKd0Esn+uw3Uac5xQTM/NrA2hbUlM93BToj6k/iiAzFf9bGYEHWuuvXTjecBOACZME
pE7R0HH9keOoMjGWgZmQj8dXQDPf93gX+q/eRrzC4Ktk4Ae9A/gJ6uXo7Xy+vTOXksSX1uf51MGH
fB+yOaPbV7vmsdNIor3wnN1Lp7BCi225pjq5QDQEaRcsiYLcNKLIH1npTG/bVlBRAOjJoEW09w3L
Cz1riO945Hjk4AhU4I5/SkRLBBZ+ZbgLtxgYOIAVgUc4kTnN7tJI5cMmqLmJX6myXnvbzAaHcRZo
m4FTaNEIaN02uPTcXhmcXZvjkI69rvi82xdAdQJdW3c0a5H8iM3+s4lHojNaAtmYt1++7+T5HSfc
c5KpIr5RnU52ytBCYk/uDeqv1WIWXDsVnT1IQYOpe1L9vt54kDbhai4B9R7S4e86aAQ+qnilqLVo
AhgCeBxAIkE27NpEWXuRUbY4gAnhDDJuDLd/Zu7KFC+4wsgb/jUyW1Mopja1inQduv5KUwTDabhL
HFysKjXt0c4P6VY52J1KoZGBDVU7uAKKc7Dj9+kxtNdyEMv7G1LW6LCDVgHYwq6HjIp6K/pazru+
Jn9FTWiJ1bbsYotj3xDGVTs74n43oQ39IZKuIlQWvGUV950IFmiU1n5AJrQs7SNpLHi36znSN68h
4Rue8iqJGeDSI0FqgASpYGfBSLj8mUUPt9diqbynyqAjRfcWiqhIjF2PvmFjoqcB1sKLzo36miNZ
7zTPuk+DACIN8llCWUiueMhyOlUAIQezbu4lcCnd/ozpypz5KkByImSATgr0zeaE4EiN5mrIVN4V
VSLxD8VzaZjhtgpMGbKnwwpye9rDP40h3yTJE9XenMdM06tR7pDBdwUdMH2cI0lGgnwlDlp6RXFO
/2Nk9kgMRSH2UQsjRuX06jMY5wVkAtvX2/O2+BpcmJk/mHFbVKLMcdg/g0Y1461un5NoHwQnXTmy
3mqRtRW2t20uTt+UFZagHorS/2xkWa8JSI4HgguxPeOu9Vd+/o8YyY/l+fv78yHVcdH2DZ+JruT7
6kAqXg5PPK/lou3zKktJ6I/pQNIoHT+ErkzOHKQUZILaTFqYEeI4VB8M5O+J7EPa2+6GnFmR4oHo
szMQf1tpExuHHjx2eMEiAdl0r24Q0YxQalUIrxfQys49sE1aScfFv/qENe8BavEd6csRLwJSSiOU
yoeuFykaeqbytz/EEQmrTkgdQWm7muaIMkCmzyESpmmeKPd8C+fESiQmP2dCqsvmANZYsGorYZ05
+TAGdqSO4Or1lIJ7Lbuy7+3ba7a8Ty4mdXbJVW2WGKi5IiqvK+QftA1InZCWGukQQP3gtrGliBlZ
xv/skD/x0UX8w3fSUHBtJLjlQTDtCmoSbDva4Ub/bYu0vh8fobx8Nxx08KIF++YpQmvEyhcsuM5X
XzBduxdf0PAymnuLaY/yDzoHiV3Uou4V6VAwKx8fUH7r842e6iYrbb54lVXDbNXUlL3TENhxDVIF
/cFga+3cS8/e5bRMofbFRwWZgmqniiuBVRZuHn6kzHsRVyFGS0/4pZnZEz5UNaq3OcyArDySDlpg
tYYjIdWUVCtHddFdB25VnnpuwAc3L90Y4yQlLGChFaJATQtp3T36MSBOkOBGjYCl5Q/yJiDihu2i
U/cJxddiSjmvZkGn3fvzyvj7HbOZjfMgzdCTLrhJa9YPNSQr9/ohHYmFovLL7a21lHGd4I3IpU/M
lD8EF/mA9c2QpYLLQ8fVQYOk0KJoYRon/3XnfVX3ObQszpsVo0shx6XR2Zp6Y5EMg5oJbrCFW1aR
VJ2muAQaxdTvW7fMbbamnrH4gEmQ59AmJPUPsLboBx6kg3MBaS9xl6VmU1lisPLsL56ICxsz58P3
8yrJBdiAlil/UlOLT90MlTAyrLWmLT5a0PPBc4WADZ1K12cPa5YqFdpAXZ05HvtU1D2frbgV07v3
YxPq0qQAC+/5Bwi4zsZO6hEvullmFdAtQPOTf8hVwj8o/TZco/BcszabuiHwGyZlsFZ6Tg9g+703
5UFi9HnnKwmBxfvkYlzTIl5cW/xYx77YwpLOzBo+cPBQRFbbfqLl8PYuX9oNwPFp8IcnpNC8oV8s
Bz+o4Te54XfsgwyxDgHpe8t4sICr//IeXtqaDSpDaqxLm1J0x3se3oQREk74ktC7ZWQ0uy93+Vpa
ZWkDXhqc1vNiFtUmVLTBgMEYzRVRupGUV/b79vwtbYkLE/OclT6CY0LyYKIBdas1Ht7bffqsC2aw
kgBZjJguDc2cibwDm5riw5BSgAvI12kwPntgnS8/RqwZCMh7+dyci6Ahfahubw9y0ZO5ND5dlRcT
qfeZ37IsFd3AgByXicWDlriANPgJ4JQ1SdHVoc4cCQ8USFUrYqhVabOaZmzr5w9ctcsPYfY48j1l
tR02m2pVI3Z5v0zUFmDVgFDE9O8Xw5QruUhEVoluAvHGKb1j6iD9lDdlft8/MVtJgRPzLT03AUNS
7XEVc7uQ9wfpC/hRIJ7+RwHo2r5YZZyHM4pMXE3L+pyCMcLsqWJJ2U6IHF49VPK2l03jwQhXIqel
9PmV6dlR4cShrGtErK7yZccbxR63OJ7lAcJIIHC0oV+f0oLGYCTaaid5AzIgthP3Ik9E/OEczpEP
IwVwsnZu77ylB/HvjACIej0jkQJFDWSnIXwA9T3kX9FdcNvA0vlFCwmA1ACbTriAawM+V+S915WC
2yG16uSB2eUEnez+E7KuKw7yUsMZes3QLTilYdAnNbv/hgzsAL7cwxc1hU/PBK3qDiWk06Rm9H8f
FB4PlOdAm6GCiv16UP1QstjvBMEF9KSL241nZGYvVlbXxmZZFgT4Q/CGrBhdwjuo6IVRJJTGeOGH
0EfuaXw75Dqib5Dcj4AhDlb1oDx7wO1a8Xmf7dd8+6X6hApEEXTvUfZEyWfaPRfntZWkdhwAFJzY
w8vDsXOYRgqb+qb8eHtCFx1QVMvAFoxglgdc6NpS0Zcx0OWeAJnj9477zWnbzv+lVtvUyp0yomJg
8rxVljR8i7p9Iaw80kub9NL6bJycXA2Gl03W1X2TOfJH4b/E+rb07xWkhVfbjBeuIbTGIS+ENm+k
f+cs931Y4Z+GUAQtXDxSEaJoBinGVym10MEBCDoSRVZ5TONN8lUV1llmFohugQTfKFvoR/b+d+pP
DNhvt9dg4asm1WJ0xqAaAujv7AGsRvA8ZVMvm4EofixCMLev1V2XTuiVjdk71wxJq4opbHCVbHdc
YsucfFArt2s2fXmM/GPPmUGp0zzr7Ky4F8r/9xfMji7kPsRmjFH4zgZg5FqnHBGpV7LVwzsTuH3t
+fu2AOzeq0nV9bZsJNuiWgFJLc40OBZAK6DJiEVm2w1EPFXf9PzgDlL73nsa5aJoZTEXmJmhQX1h
Y+ZK61qWa8WImR6cwYkOwTbYVtY7FO7wx6lJ/4js0vYP/fTu3JC1FPBSwQHmgXwEeuHPybo+z0AG
Q6u8R4UdgkmfPjr2OAq6xU1MHVT23YmpCTwCm8A5rUl/LTxol4bnhb6hBlBDNQAsaKA4r95pzUeX
vjJ1paKwZmV2VvRszLq2xC6qkzChRtE8VIm+GSPk3PiGs28fzP9lMoFbh+6niIt4dmry4H8ms6G1
eTzep3blhNZIHglmE/TlzRZkWKdfa/SVS9sUgR9gSWi/nySdZ2vY88oAqi4AC9Rd7D+KEFa+PbA/
F90sukRM9B8Lc+dekPqoRFYLVVnSDVQ/Qo8XTZD3T9ic0FN+No7Gsac1+Upoj30LAnlTtPot+NtR
V/n9Qrhd7ShUoEivU04i3VoCf0GeBxp2F983W2aO1Yqfhvg+oO2QX0TWj9mRnTnZ0XvwJq0v6w5M
cLFdOonNLORv0VzH2SmF03F7ppZe4qsvmW2BRO8M4B5GdNH4G5mCleMdHbnH8W6I/mWzXY55dkGq
Wimg2RyF4ARDrqZJx5D1bWC2BKgc0HuDUBteYrcHG8yKh/PHGby1H6YdeeFvxLhNEkP9Y/v9aYRt
ECyRYJsQuB0Ei96Th6/Gzq2W1JvfhxfQdhG0UqaUHX2z2q/ChBafK1RwBGGq3IN9cPY9slxJkheM
U6t1iT6MTXbSza68k6VzIggm8NyNTmKQWG5XVnsh0wuRtb92Z94QNHAavWawKzpQUHytfnsGQY/v
xvx/2pmuuYv5bsNO6vwYdmJS2/zOVEZQG3bk14qZpdtSA2kBGA01FPLnlGQtBDzEQu14mFG+7qGe
50Atj4/M8Rl9YFB99u5Woq3F43JpcTawES1TktDBYpE/pAr6XmTaMaQT0Y3fHoKjodx5a7ChpRhe
h0cHPLqIhnXUHa8nk+NltZB7YCGPrYnU33sIfcKtoZIGDSvWyowubZBLW7NIJ0ReWBfjAWFbQ46v
nY7ufG08mtaqZPgC8z+iDYxI1HEKBHgr16PSg8Ezik4AyJrXaeMU2sHAKRR2ydYhj5Nerl3Z9Ds9
6uD0cE576elZvns2zKzCVbi2qtNxm18PUKIBjwpI2dBHMA9Wq3FMBRmjPkav/kmjwo7WzqTf+43D
v7JppYUMIQb+19js7u805nV+OS3nfrQ/3+33xukcfWdj6z4+GrQlbP/w9Nt6sT4K+lI6vcvohlmG
6Z/X480lFLaOb+EnrW1dUeYgia7XY2ZwqAXUrZzuhzgxS4PpWPMRfYeA1u8UsQlMY+yze57zJ46X
QdvHqZo9h2rKbxWU5pyIH7W7NgunfrO8c9Bjpd1X+I+EjW+s3GCLLouug7kHTbYK/JbZDcaNYZCP
nDflFUzP0XgiQ1WYN6ONibfR2J6yz2/OhFDFtiE6XYO7LC2dbgD3gAoO4B5ztDX4A/Sgy5CBr0Zr
FD4l4Wng7IDkyrDyYK0Zmjbsxf2pR4kUeEj2u63mvstNTsP2lGNC8zVO6UV3/nJIs/mMVCnDkJBG
0VICqUD4Iw1qv1b5FuhEQRcfVDJJ/KDvc8px5NfmeeW+WTp5E/nuVDMBEep8ORO0Ffosgfm89CnT
jor0W47A3h2GaLD7/sOejFa7tkDFkVT5TvCtWB6fbn/E4p5CfmDquwU0Gn3i17Ndp7nH9LgW3NR3
Ju0D4+Olsp0aUjPgSvXf7na7k/aGW0dYE2sSFh4wEKiDNwptbLgO556wnnCSNpZADza7mECxu+qs
ccB8g1Bnc5IeGrLi7i0tN4ShNKRdpklHf+71UPtYZ3I4zfdeQrN0T17K70k0CZIOBKWQlBpmsU+p
tH3ebG5P8uTTz65YA0k6BBoT6x26aq4NFz3uH6kU0bfW2Ub6XvhfdXdgUNcBwF6KTBChrMQA00hu
GZwdIUVM0TGJRJsbfQnZURNKU9XX0H4LxxSBtsCDMRMdzbiQrgeViCD9ygrYSNrj0FojDUc0ya0Q
GCyBjq6szLanrGZVHoSwMlbU392Hp3jDWyCy+xINH5pA6gZv4ibpnvncWtkuS5nBKZOAFB1aLUU8
E9cDDNVADo0Wt62eQolDPxvCIUusBF2gKSn6xiy5gvS/wSU9cJRV7pqG4sLQcTmA7GlqcIHXOidv
CHNZSNqxFgEeFU/a1wTFiC1H0O74Vy8kG6AQKsuzxofbe3VBE+ba7GxdRzngUtC0im5antTBN8UU
qLqjYevdpmyJDpr8XLMNE5+QBB/KI488h2LKh/bZiMEcu+Kd/Lwj8DEi+tIxfhTS58pqrd9VMWJZ
Ee7fNiTBfqUQuxCLXP/+7KAghS51rIFqG/CSRNW2chhQpBapMu7T8iyr0IqrjkZkFsM2G491u7bH
fh7Ua/uzyUYSom+TaXziQLKX/qFSnrzY9JLH2PsYP2L1Xuuo9isDzQwArLcXesG1vrY9O1q5NrRS
oWDsjKEF3G6rnHDZQ/9SVJsSQGlLrtZKCZMDfX0twaIMiB4qFwAxzrunGrEeYgXMXq4U1wxwTb5N
NKI1DB2UWqfK59gT+XNTha1ZtOOo0C4NFMjZlyB1IXLBA1vYJoo02H2hh/sxifMcfM9d/xmP3fCR
8cn4K9P8IrFuT9TPi+76q2dhwQh2BNFQgRAq5QA8mepGAnA7DvZKX9FIZyvWFnYEuhYm4O4E9vxB
IiIIda5n6JZyQ+VFLrZ69JQ09u0B/XyOoJ8HeUSApSfqkHknVMP0TkqHdsLAQN+qYnQoqi0XxKaW
P0vM7FhCs2wtBfLT2UG6C+jViaUcfRlzmVbNaIymkWWAROIyAhEP++jbgFtxHRd8ClgRUVMBNQr4
/P7EHxe+Y9rJie+FgeiqFfD9bFeVJJSPTQB9CObZbVtEpCpHU2/sMHktmdMkpwTceUr0tUbftFB8
wadIkgKORmSk0UZ0/Xz4VdyocZuIrnfMn8CeZyoWSJXzfWVaOhmtVCbSii+3UIKGyQnyjbYlPBrz
lAAX6EPDKyjVDaeMgMsZaoyyKdz19C42lX/w35CFRkf2RLIvgPhndi4QNGla2DGACKApYAHGmP/i
P0SaUBB0CJAWJs2riv/52L1Ezu0NvBC5oRqJmQXiCPxu6BO+nttwUDmPg/PhBhlBHQtchBtvW+81
0NhBp662dr+LLXD3LkLH7W3TC1fYpeW5Whb6MhPmi7nkCm1MudzhQd/XAbppjeCUW6PEWRunOHNB
OHHsMo7DOPnv3CzuJHPr7xKKdlDvvrRk9Id5SCDWThyQYq2etniULub4T+BwcZRqfZQTL4bt/KGv
SeOkpr+X0HRH+cCiHHhZ9phfmrz8Q8rnanHn3nIND76JNRjWcjP+kCm7V/qDQvknOBhsTa9+6RVE
Xgm6OUgNoltMm22ltEZyTTd6IFT6fd/S1iC/fMXODRPg6C74GKs1SMzSBX9hcE46Ko6CAYH6Fs8u
EPygZhHB3WKqB/S4K7vu8OG97BhikLXofc3qbCch0d3XRQ+rIDfjU1o1oDn/p5GBN0JFOAeF8/kV
z3ViU8eRBLyN+Fxz8lYSRrMGe6QiuoVEdG6b8Pq7kH5XHuibbDHacN6mq1aegGm9Zj6GAlYUQE3x
igqg5L6+GlgQZzkfppLb0X7LPputb2M+13ynqTJww8p8EXNwNqEBEVYmyTz5vTcbR3gvXrMtyvhr
CfyFuBXvPQLXqc8dBMvzEH2o8cww8AFiSGayAY5cTGkPtbGv7kv/ckViCETdi8fxHh2/gS2B4vwx
XYv2Fu69q2+YnKSL26CvRiXOFHxDjP4bg4bhg7TzoBT6uUr9uxB3XQ939q6EjI+0ZhouGLrVX47v
kBci7b4zyN1Wa8WohWMx0YLLf6Z2SsdeD4srBy/qJ1tHxfq1ukuWfx0xnKpOQMU/oOiLSWtE1c8M
KZPAPJ4+idRONuCOrEzetrI3bBPz9tO0FMxgMH/NTZ9zYa6MNR1A3GmNSGlX350DYDWeQ/6+OZyb
TRv90yGQJzw38DM8ALPX9hRdKPI4bSRIoESk27WSJerH6DM8gcOFyA9t+ciPhypdFeNa3IuQkUJf
JXiQwDt6bbeB3o3QxZ3ommDlHBGqRPQuIL3bnZE4Oq3hdRZAZlOOCq8AtNLBbS7PYsRaj5shqHMA
SxIr583YoF4TmoxnaGKMLZ/pJjiJMAeHPA9Jl2ckkE6CBgcs6Kx2cAW2D8YdA0t2lW1qgEDyQyxC
WOPcCVQuqfouQUFsMPn2F0MdZU2KaIG9Bl+PKoMxlbmR5Z5NVpADNd0pjeg+g5mNtJttTNsNj8sR
ER7Ib9NHcW9WGvLFYNS5vR8XCF6uTc8OctQVSpz4eHOGkwg1+9KsTe/UmgZRQiK98KVlvSH3RuWQ
vL05d+0R4nRrne1LLvEUCIiokKFxDqHB9V7pfXR1GSKed4lAK9LPqCeA2RcNoafuH2L5K1OzmVa9
EDjhEaaeTfNV3hU+iTkiHHk4aJuNvIJ2WRChxOQiq2hMUmqIp2bWkH3T/DLG06q8Vh/8s7bvzfZJ
uoutJ406BwEcMmDZO5Xu+Sy5bgkhypd0c4As+u58gs7p7ZVeyNJcfctsobV+kFKwcQGOjU5TcDLZ
iozlltcyFkvnHjym6HMHdg7yYbNKVasUWjzoo+TWymNkkCR1fKuHa5haYezeHtGS5w3Gy7+2Zg/D
wPWiB/o+XN0mmmOMMyTYP0OXswb7kH5A2363yek3XbG6lHu7sjq7UVtUO6qoEyV3KgGApvbg7dRd
+wRlgwfrcCghZPkxjjTYKLT6dXvAS08VCG2QFVDBxQI07/U5Cb06HZtYRaSh07b1SXeOurfbJpZ2
CTjikNAUAX1R/gTMl8/TGIIyr8Lg2ABQrgFa3uYQJbtgJWW40FM2hS1g00BeesoyzXajWPu6lnAY
Sod2suHZf0Hv8EMFRoZ2QyBh/oUNipD4CzKgnPUpVSQYHGFlNtWl6bz8hpkXWilyAN5HXXIzBdyW
RIwrpjipNBovRhEUbh1nAzgWFe236hlqY2aNh3ZxmQu0Y++P6AU0irZOrLobwKBYsGKQiBLDxSBq
HvOfYiIDmJO1KCqRouAqhUo+aCHRR+KlaLwVIoY8la+kX0yVE2arXqJZJdd8jmg5uRuCJofcdjk2
b8DjN9tR6JvCTAxOcTWxUp9AjcsexKxskbKoxbyg4JotMiqlquRbFRBNPv4eDG9RppXIlQp5vuHk
BI5ZrRkAnAeRfowViW1ypo2bIFf9X6KCmi9tZAX0/WmdCmRM2nqnpyK3ZTlYIQkTcq2luciaFP3y
jO+stEQfJgGXAKDTaVB+8KwreaJ2XeNRdOrGnwmmqiKTWFv7L17N36WDmsn1SejCFp2dkN5wo6dC
B8hZORug5RQzwm2DvWcZvu0HKwm5RZf30ub8ttHVakhRcnWDg0qD831k+ifBEUAMwSzmKCsHcaHm
hxOCCjI6qHHaf3QM6B1LjSj1sDut4GC29hF6OAWASRl5Ve5BgfaR5aAkNVVGKZc55sprsTxaFblN
1FQm/o7Z4VDk0BvUPpFduTVb7jRmp/hZRqNQSfgt9pQmgbGoOjb93bCGjZt+eR62SX8tz18QPxOT
fFRC2TVexZzGRCodMTtkrVO1DyvuwOINAN8CVNC4U5U5xAM9oSC67VMZAferMRybFqCBlerF8k13
YUO+3qpJPoihwsNGaR/3YBcBaVBgPv72bP/QQllotzl/b7Tts74a/y4ODpBJWQCmGrHT9O8XVzkn
jdwg+KPs7kOYuf1MTI7LjzW6+O2Zx9YgdaxJ028PrrVzAwAAb//+oks44T3/5+NnnpOm9BHYM2FA
jzaeEwBY+Jq1KOnJKOdpORmlU9aoxMgOXb3itP3xNm+NbfY0FeCGTfICpjPreHy/t4HWIl0BvA/o
Bg+HYnt3txOJedYiAo3228Ne9MYvhz07db0f5ZEf8PLUdnAcvt8RjxDZQoPQ9pHtnfz75S15utu5
QJCcNsgh/NOh/zvrc1QqJ+S81EUYevsqHO6nAMAzoVA63J9roB+daGUXLV4yCNjg9yM8Bch+NtU9
mLMFIcSVGgPteIRuhGLW1vC0A9HOL2+N0HHJM700Nptbo+8ifxwUpBFkK95plD1uhLfb67eAvoM3
CoyGIYElFrn92blI29ivvYbJSFXY+Z636eb0a7MmlbyYa0JIj3wF9LwUkZ97oDgXuqLhhgxL6n3b
nwVJPbwLn8b+fvvWWsEjOL/vKMiY3daNzfPtMS55iAD6TZy7kLLFF1xfK0xrEglqbbIbqZ/F8DFk
Twn3MYjWbSsLgFjM5IWZ2Rg5SUqZWkm4vV6nWzOg7UMExFRBPp8g543zIBNy4E466Q60pmoM9soQ
UjAcJGJA3tWg4nD7gxZ3D7AhQKcKQFTM38M8EAteHDTZ5d+5e9Y5arPNRBMdFOpKbX/ZkArlNANh
I5b3en41EWTXmR4obm3qqi198t4mTa023uRrvNCStHCLg9YB1NuT8B5E4a5Ncb7P5UkCU5lVQemI
O4/2KFG2fT9Czyk/o2n3tz8lpxgRTuzbgizHE7g0kwd0JYcmuP3c21O8VM1AvRlESJqE1DCIZa+/
x0s4Q/ADbC3z2NFjecgIyvq0fGH75KDsAhWi42sndkGBGrv4wubsedYVL+BqBptwNJD9AP8Weccb
c7axzYjzRQ5WXVBrM3GwnsznlQEvLQCajgBfAdoJ8NnZdVHV8sR0gPuWO+fMsCX2qgePEniC+tQC
8VnU52B8d+B+cdjda0n4xTf20vrsjZXDdsxkfZiGfjTLB+NF49H6S/SIfoP+brMy1mkzzZ9VeAXq
hBNGfnyeoRt1rxe4UJXdBO0w9RYiliVNA82MoxZ94brZR2YdfN02uviWXxqd+UBNOKRVDvcWPvvz
q3cElIsc7yuy/d09PDy8ZIeDRO/oZkOf166LBQcJnAHAB8B/B9GaOjvFcRF5kVoliit+g6SkQ5rX
BFlNv6YPO33/bFKvzMxOTCb7LK4hf4Bsy5g7Y6RjTrkwooOHCsTtuVzKtgDaDU8WPIJg152H7D4k
DZWxLRQXuUgyUaY+Og8OLUkwCTjuV47GdOyuBobHDdZwLqCggkdm9srEI190TPE7N9WZbwYNBtZ0
QbPyyvxMvE5moJEHVYnpOZ33o3XIxCulr7dufx/fCaa0SY5Ii/8GX5cTUuX4UluyWZlGe1oZnvHj
NMwMz86eEipRCkabzvXVO6/cc+d6KyXbMLCBam3rD038lQw0oOoBTTeZHQf2p/HBZAuC0cx4Eyvw
zZvJI4Spj4U7NNs4fAE/BRMpOwRO6ZGqRXdGZVZwmy3/KbvPGG0PhitEL3pCAxMqlCW773NHKWgV
gg9sk5/V4qEUalKiQY0j0Sb9gHDhqTJsX0ScK29ytPnuQoBAo0MimJ1oJjRGjRLaQT5RdKuTAEcR
a+in9lP3/rFQEoLGIBTba+4FbCbIC8hWcJQ/o/9i78uW5La1LX/F4XfqgiPIjntOxOWQzKy5SqXx
hVGWZBIEQXACp6/vxbJ8TyUzb7J1+qUfOhxhh6KsAgFsAHtYe612s7V9OUonpvJmD5cH9U2c4yUM
xWiX9h9sNPR/hI6q2YEP+UYHmx8+hj7aWtRm0ZZ43ckz/bqBqEnpKIRDEWD9bvBs6umygfouu6fI
VSUQbd24M7fGWN1evURxH8IWw4drK0b3W3VtbJ3p82b4r1msHiCoTkxuneKYga0+LO+hLtZ/5DAR
v75OXjbuj5O7arViK5Mfprq0e30Zy0ezoC33ZhHZj3eJX/l6UO+Gaz147/2yqtcyKCAwiIHhvIFb
/dg4xOTUbUc4Bu1atVNJUfiTzsdIDodGAHE0dpDBzcgWY9UpLvR1XPiv6HEFNNVaLayQuYAUKLYu
z7+SGf1qBrph7kqmL3jilvgmKCfH2PnOjJvqB7lv3BC6Ar6lHi4v+kkuZfUZqzUHbnIqSZkPS7W/
3GkogzeYchIx1HPqe0G3hKxfq6UnhxFFnL/nvTqMuS1na+yw3la96zLf9iAZwPJDY4XdN2n7dIaC
gATnW+A8QDteHDjdy2/6jx4SawixI/JdB4pQfrq8Cpu7sQr92owpSaHwA9OTxZ6rJ1sPsj/S6tkL
BISFDurzwG44lgTiXE7ItWs2PV3+hNPIHjtBwc4AVw/KHSiuHhsidMCgeFTZw4fWuWYOcsQP5YNn
Bh2kyKsvdlL6494u/eJQ2xBXQMtI7ntPOvs0mrsJolpo/kTzi41c7uCbeWwOt451sDdxNueu0uUd
XBgs4YSvs/8TqmOWUTr4yMZ3rvIRG+g8ltbB6eJ0jAt2xe2vrfdgm+8vr85pIgCDggJhYcowKTTh
VhtkIqpsNQcShxkubvbUzmMwj+CfrtlDbn4dHQJKn6vG2OkQZ9cgoeV4Xxu1gXxdhwJocoRAgYte
PYidEoS3K9vlWkJbW6HJ6rMVf4aFuLnvfkFgGctYxEwFQKpNe75DG8ht8gRkVejcloCS2K//XF6Q
5Xp4c4xOPmW1HhogZUDzz+QDAazd5IPPyR3A3InYmPM6BlgPpK/uRxMUDD3XMFADhkOmfx+TB7eu
fHDbRXZj7zoRiGtTQR29+zqpcnd5lqvb6WTwlZOXsrm3ZEvIh04+y5dEvJ/JFev3TA/1budoG8m1
1Wt6MtrKJdeJ5nbahO3lKOY4z2wYoJujQtHcC4iMXZ7Z5rqujjtkrsgobbRhlgcSpe2uJvsSynwg
3MmDDrf/3o7GTXqN191amw3wFiBW0B1wpbwG/G9cIZ01E50N7CbKob0bQ59ll4NPG3IRQF/qf2wx
3Jyd5UJphKsCyjuAeR5faionYEUFFP9DbkV2EdjdPj945r6eHuBEZsWfrRc3eHH15NvG8p7bS+SY
CdKGYKMBfvd44JnXFOLIaD8zVZZ8dNQ0xKOBihoE0wzfFNn0dWK9+AixzvygEzrthTahDa+QX8Tc
/Ml1McQtteRjASzc/SwN4JaI/VJNudxf/tJzBxmFcHQymYZjeWus8yhIJosEH8rancJrmOmxDE23
DC4Ps06XvRr34mkAQeIsWKmVO9r3STugnAFC0CZEnSjIH8DS+SAenSj/PsQdeO61yI5u6I4d7HgI
xYHsapTKQG76yEPvANUC+Otsp205mMsRXlvk2+9aW4jUjcQ08V3U+OGIYt/vupZFI9I6afqVDghj
zDKw/xr1P76N/yv9IR/++v3tP/8Tf/4GgcSGgUhu9cd//pdqu+alYC/lb75qfryo3+Sfv73vXjrW
duxb+5/LL/vvv/zP4z/id/0cK3zpXo7+EEFCrJse1Y9mevrRqqJ7/Qp81fJ//p/+8Lcfr7/leap+
/OP3b1KV3fLbUsj5/f7zR4fv//gdS/kfb3/7zx/dvQj8rf9q1B9wwP/6RT//7x8vbfeP3zXHewc2
S0jKglceWH2wev3+2/Dj9UeUvFsgGZA1B/E4lKCXH5Wy6TKMZrxDzQ1pawcFP3BILSi7VqqfP7IW
LIfnog5JqQ0d77+/62gv/rU3v5VKPEhWdu0/fl9lr/FZSz88uoTQyIjfBmHU47OruXk3UY3TEIJd
4tEmAxTC5jndDyiHgvFAH8TBGZh4Vq6WXkFgEHQmNpzpoNJm/szaqr8iTBRh2pCotooCXL1jrd9X
LK9UCKipfdXIhN05Wk6fjMEt3/du68qd4SAufl3xXzKzW/atka38szu2oGPb/Od9/6PpYIW/3b5U
7W87VX6HHcpy/XeObPL/ESPE7lywwjJVrCiODRF/429LNN6B5R/axkuOGVplSxPLT0t0zHfoY13k
liFiBo3E5Wn52xLdd2jVQVoLYTuU7iBS8C9LdN9Bd9ZzUKKCMQIsZv2KJa6qNfgiPJL4HbAJNO4B
fweTf5s5AMShVNAWtUJpkiK0CfuUeghKp0p+k173h8vcR1VP+j4zeAVxUJX6k6WxLVfhOAZfvgJK
zCDQd5ATxWO2LrpBcRWncQCLtEIy7Fq5PWAX4keb58+j1l6zXCvhidICb5u8aWe8XG927Of5fHse
V8HRX+NDPQevKfjOKHpFj1fBm5pKb1VthcKCMGkIbT0zqCxe34PqOhv9BIyhwjc1HaHbhFxaFTK3
1mx/hjL4DiAFze/EwGw/rVPIHbo8z0KnRou20chmXxQVMkf//9it7/4FDfI/H7vn7Mdv/kv2Il7a
t0/A8pd+njxqvKMATS66rGhqOnoDXPLO9MBCCYVCxDmIdnBef548g75DZIoXANCv5e8sP/r5Bhjk
HX7NIvqMbttXmrRfOXk492+8AiiPGHhPkNBAfR8UiwiKj03OboZ2QvRZxV7Wy8A2B9svG6favVmU
M5a9JDf+5Xv8PQrYAvFuQW9+jb5MbfSymaNZxWkCNfMOTDIJ8ZC31AB6HOUE7YPS2tL0ODszVIAh
foBbCkRkxzObIewwT5ZTgc8ZTuXUtE2gkar96wgc+Tdvz+wKHPTX1EzLgmw6eHUBXV+FqiqVSGcl
bRVLSDaBlJCVlhOSDGSMbVuA9nbKZgfJHsih3kwFoh5/TrXiClq/zN41em0falKjqUUV4g9mgEjf
H0qpzPe505kqNiqK9FA2tdrNlJWa8aB0OzV2E2vT+mlKWfZ8eZ9WYcQyG0h3gtcEypl4DqATdLxo
g5zRduj1Mm5nzXrQDAPhi1VmaFNzM3SuOSrxJ2C2g7bzkh14s/q9ZUHietJLVfpaTTdTyusrefkg
PAh4t1wI1YBQ8/iDHE9mSCrXMp4117lCNXj8wsZ+8Gcip4+T5hUP2myC5EbrHX8EmD/UyLilvHdq
Saixv9IvoREUaiara9mWVtL3JS1jmhTDJ4Zi0m1P2RbQZpnJ0RkxUWZZtPbwH/AenDhjjJQkHdIi
ZlUPHrJBFlfEgXx6wbRmw2hPjiNuG1R00KiF1x2xEG6rt6+tZXeG3pIyiy10c14LZF4/dSZkiX1X
lh/IOGrf9bTptwpxJ8uIUSmyStYrLgN0CsejTpVZg0LfS+PUzqDmR/IRSiy8FRtx3sk6Lqw8wLFg
ObFt6Kw6HiY1aF/rnV7HzKPuVcY6MBC4U37dFcAnXj4uJzN6HcqikHeBfZ6ElEnlQa2qHepY69r8
OUus61ajzQanw2JdR3aBQbBPi5AM7k7863g+eWkUg5lXVcwSr/CbbuR7oxv7e9F4zW2hbPqrdzX6
b3EJYCiwLSH8WF0BDK+V5wDEGkt3eDBMdjNbeRsqrY/EqH2zx3KrM/bMKgL0gCHx/sCVXPenJLj2
ZihU46J2nTQQUw7uaTPbYq49PwqgQFA/gxLO4sq+tXmqkPdFX2MV66UB/SVDtZGuJ+LXLcJD6I/Y
30JMZ687UCnrsKKFBSWGpl5kUIY/Rp1uwgUWb3hlEnANlhQD3jaAf1ZblHR1X8MqMRfLnINBH8rA
0GeUDGf9o9An58ZNcqQejDkLgBJmu9qAer0ciBP+sv17FL0iKAovfdTrhi2j7AvbSLBzQ9VWQVt4
5m4u7WTDIF9z3evpgh8aJxrZFANwruOtYzV33FbHdL1k8Ws7VDfzrI8MMbwHl+tzVqORiJmmbxIZ
p6w+IMnzdUxHoAIbpMIkVNB9L202vuqcPQF9hLOPfDkUblfXjGWnPEEeroonUz1riaHtrHra8pvO
DYI2HFzSsFo8hcvd8CaLaNotc0iDQaqqK2NN68sAiYZ0w2jP3JiIvSBhvqQdDJArHY/Sti6XeY0i
dNKUZK94xZ45brWrsaX5xuW8/Kr1VuIhB6EQlgwdB6uXZ8Jm9KpRVdzLTvOT0hURetbKsDLyKlAj
OoBsUU9RQ8BHfNlWT0JMNL8BpQf+HYoUHV6/1dCJkya5Vckqdoa2/wJy2PKqbFMtrlRbIfXF7GtF
B/mjhQXfDgIqYYVlJoGT2GzDcpZNO1oDpHXAu/yqwbxkhVYfoiEvJDvpydhI6z8J0fKomvoiSrrE
9LkCe/fliZ889kuMADF4TH+Bsa0f+zZx01YUWhnnlsg5OgZqJGZ7mO9dnnTDnguZTJHowVZ7edwT
28W4HnwZAr5wHN1Xx/mN7Xa2MzT5oMp4QHh0C+EBKPp6qb3xOr4yQq9WE/EEFO4RwICmw1llDlCQ
sukITue4UFr3AaLF08GbCrVPoCF1PVV1H7jdNBwykWVxp9HijrauGQkBZ8BRYv6ChZsOlitsaOjY
g1OF1pCPUTpJ75kq67OwiumRa3gGEaz0sWO02CRe1wcvH7pwbNLqytRU55cEFEeaZqtHk1p9xNFs
5pdFD2U9NaMPgjTAECJjEZkdVO8zUCQBeYU7iacqiUUx8rtKzE4Iwao++uVtMKEm4CGhAATUawry
7RWieYhCDDqVcTZNdigIXPQ6779cHmSFF1x8BbCSOWC3QEYIEe0aPjwYmlZMfCwBeSm+pRW7Hx0H
qhGMaeh56VnI+/IhM7X3JZmjHDQr/pA4cabSHXpCAVMpqxs5NiiIV96Wd3Fy4yxfhjh54RRZLtHl
eLwxQ5WwXrr1DPM3xqV9p2nCuTI93zByPVhAEHtu4BawmO5uHLyTa3U18upatWsvd9VAylgM4LxQ
vQ2JFz7RUKAE/u9ssgtiBpDF4Iif+Lz9bAxEDWXsNihslU6dBbWT2f7lXT5zoiE2gMZeXKPI1q2j
eG5WZpJry4lulR6bAvtqzsnHXx8EPdKA8QAGC6d3dTsSza4ZGTURN7pbh7MyqC+HQd/Ym3NWgUQE
Ep/IaiJYWO2NYzYpTaocewPnYpe4Fv+cJYMdTu0gb/N8cK6GtOt93mjWVlPNuVVEem8pC+BcnhCv
95wxVZSjQCuFxT5aBSlDrRns/eVlPPPILCUC5BKRQYLu48pnmttkQoWdidgQtXNdFuVwh1sxC2UK
9qgmtTJkkv877fXw14X7Ng9yZkGxYci2YECgxdcsxcY4jLXh5CLW+laLbVNBWKRPzTiXrvI7VarQ
6CnemXJqNqxycdxXDwAAykiFLVBIxGHLer854KAgLSDGiE7weRJNaIMtOZjV3IQmiJPeO9jUKKUl
2lJbqKhJtHdvsLCf2c6j4Zdb4M3wCkZUaWCFirXaGoFhqXkwOs244b2c2c4FGoaCDXbNgGLw8Sh8
TIwqaW2MglbR/QjPc5+nUEjWM0PtbLPpNi6U00XFZYkLxQLvI4Ayr6DJN7OatRFetcyKWOJnYZnL
zwNuhS+umzuBpwDM5DKz7tFVKAMx9u7hV40JEBScTdTAcNkYaxq7wUxJLx1SxXnN73FHe6GlqHZf
K4hvoAdSBDAyckcBR708rnm6zIv8HFwlFDUQYdHV5aOb9ZCyNJFxXbOuvUVPWgLVqtyi2vVY1OYP
A9uLCARUhu3jqLL2FmGADZbhKSEyEunofRqLGRTFdMS14UyN86Vp9Z6GyHFpL0NeoFNJn6ax8Tvg
gyGKqQA7BxPu1D0RrlEWVEohbDHSRE+Dceg7fWe4efsR7NHqYPJUflUpOKSCyq2qygfZn3uPOCc0
as1xv5ip62agpBuyr9wVzY/LS3Nq5jpYahB/4XkHyMBaDOaNQQydGPOkz6uYehr50uLF9jvWyC+X
Rzn1VdFqAAA+Oqpx9+M6OR6l7GdTaDWkOzUkOJJ0vNEHz/UTs3x2URvxjdb1Nm6PFVBj8VyWiAdE
rsBpLAXV1UtQE9ZmbsPKmNiWOjhiSK4mIscQ5yO98owk9xM+lNEoQPzqN42R37d02HLSTue9fASe
bzgpS4yyuq3F2EputImIe2/xzguvr69UPbsHHf3NwAPQVL8miTt/v7zc5yaPBxCGTnFlw3VYOc+O
k2TpDPaBuGOU7/JKkjssmBZatMnDcei6O4YO5a9Jt3QPyxYs/HU+x5c/4vSqMYDxWjSiQYe+lDWO
99zTsgbQjBkvR2lWz4VJ2SFlXRfRoc4DlWaQgEXyPr/Os27YWZzTjfHPL8KbD1hZgGzhydSJIWJl
jvKx7ub8cbRsHrF+0MLctqvr1CF0p3ET2G1Laj4D59CGGZ4er+NFWB2vpJsITSZTxDVTL2lXuk9Q
um033uhzg6C8iuomsnv47yoB27VIb/cGWazMzB7a3iK+bghzw/M4PwpKmK87CsM63s8s5YOqGvg3
FDJnILQSxkOTTJvs88uLd/zsgxjBQooNKMWFrmVlNmbvtY3l1nCjclH5whqy92M7dSGqCNptZzNI
mamxfygThPNlWcxw7Ub+w7UKM5pHzbkrK5vv00nx0OJd/stOwfHHrdZAOZnMPb3FdkKlJTaKcnoE
pFGFl0/O2SVYuv/QpoW8xlrCKcsGs1Y6lqC0quKDadblzVxzFuVWthFln76LmI8D5kIblC1QoVhZ
TgLGba6sQsQTkImQfoWUc0a9LKpY87Wj5VYMsDXc6lrSDLxqeFwwHCmSAIxQTug0aXIAiACotkTb
wkadHQ8VHujDof0EGjfHJtt26VADpCZi0ifpB2FKPdbazAEQmnbISsst6bbz47km3FY8I6iJHI83
JMJx0wnjJaXSboohpRGfLChwue0UG8nQ/7L3iGoLGlTBg7+QtKyLvGXZkmyYUFrKWDkHjqPQhGHL
l1mf22s6C7m7bJevWe7V2QS0CZSa4L9HX+q69xbk/wZPpMZjvHW97+T8T7C0BmnX7WRa3muEpRDI
hvPK+E2u1VcscUMqZNjofKfJ9Eai1hdyle+gGxAWskI3HnC/TRJmBck2ztByTaw/FUALoE90shQf
VlvRJ6g99BUqiFZBie8i/WCa9yjNo91v6sBq2OjexmYsZ/9kRLCA490FcJiuLy6apnrWeQ6HcnQD
BQSqLRkqxsGcnN+mTulcpXQmSJ04bXR5W85czCj5ofiGNjhAfdYhWp/KudTkyONpUHaoVXkdtjLr
Nl6yFa3aq0MFDA08qeUwoYN05ctolAAynWQ87njpBgUKWjuQkrT3Y+fRPYhU2JWR0Pml6JgZeroi
d6QfvYMN2uKwsnr3jhWNvTHzZRNXSw4wDy6vJSGJbONyHt84r63XlImYcx5TaZODWXbwcAiwzWaB
DsvLi3x2KNwkAHyAKwSxxPFQddGDDFxi9ryzWFySHIFv2olDx71Pl0c6s524r1BOhfO6pH5WD6BA
F7QFPF2OWCURwE3Vza7jbr6xdGeuKkCyUIFAUL8IaK7m05LJmkQl81j0sBy31733Ku9JqJJkjsu6
30IgnFk/D60HaH1wkShF3vJ4/VBX7xEPorHCS3XrCgWQcUeBpb5y1SYx3tmhMDPUPZZ+w7XnrzQp
RmZ0C7tyP+OVyRp/nkzj4Kjc2ng/Xy1sZYEgMYXsEAQ7wTl8slmtLpXqPYYkvD48g9TICryey9iu
+iZsuACHOGnIfi6nbOfUjnU7a055MFFAvDbdLHnMmGVFEzJi302a2rWvjTZwsWkflmPDQIYnOBrv
UT8wCy2/dnjhBFOZ9Pd8NpLQTkYvaCEXuoHiP2OAIFQDPBWxmolswbK+b06VIg6v2xlzGlHsCJ2+
ArW/DaGhy2Z+ekEj5wiUKkAgwLvRdXigi6RlRV+xWNZzv5N25US97ap4tHIZOyA23tW4k3aXBz01
DdQa8Tovs0JhjK4cEBMEhr0oMhYj28J3DLDFqJYA6FDaP18e6Uz0gajHgOL9a33/RE9o1PKMZNTM
YtVILR6Ua+10szOuFPiaoyEzWFDLuru3B1QQhsEzAidtyvDyR5zuJOozQIChCGPibVtDT3qEdsAJ
ChY3wBjtbFl0kT2Cf+ryKKvWouVlwDALASZuFFCrrOGVSmnAS3heFhcAw8EFSDU9anKShNqcQFuv
Scx9AYTITSVkecgSKJ9OkP9Ik8q+mYfe9CcY8bU5zXW88WFLWuf4dJq4sgHgMG2knfGVx5aso/YC
GiRj2QMtOWhsGIN6TNu9LdAsOJXleFcafReJvBdhYcx0P1fooJsbNkdJC4TU5c85Z3xIuoE3ZLnb
Edscf43tjINVSyeL09axvyTok9n1rmGE2cjtDYadU18Eu475Ih8Nf+3kCNstnmezs3lMYN7ImLaV
nytUrqZU1r5TWqbfgZTJRwJkK9V2zu4BzwEBASWABSG3eTxLcB+zfjJrHhu5p4GX0Mh9XKDgXzf7
Yd+B9dOatNvEToQ/gbcpdjOzef/L64yYxgX7Ml5RuMar+4sOSoHpPuXwwmsZmajR7U05qaBx9Z9t
EP8jSvDMJQaWfYgKg70La70uN5gsz5zp9VUzjPZKyxz3Cojnzse38ai1+9pXnfxlLMrS6AJ4BoAD
ACeeAIeoU6KLhuMpnQxTCxoNsjYoUm76e2fMFYp6yJkiTwzhFbqKdc2ydsu5tvIYD9/dPObu/SRc
cvAyUN9VOkdbZV51Q0gSHY480dgBXDJTqJjVgisnrVH4dLUblA4gmaRXH399i9Hyi8oAsIxA/qy8
l8xMC8cd5zyei+mOu1Z9k7t95QOdaW0QKJ25QtHU/FqCBnIcbBPH5mxxCFE4hUBDaO3kIGIWwvWp
pdps43JYvnh1VYHU2ka5A1QxQLWujBbOmDbrVQlXzJz0ILEcyPqw9kdukHvcW8XGaOfsdqn0gdvI
wsuwrq10jUEyG1iiGBFksptbCz4zQ2vuZIl6l9G0CHtVWBvvxDmDWmhacReDDA794sdLmRcexP7Q
lxSLUrJdBU7EnePBuzV7c6tuumKdeH2SlpgAEuqoM2C4VWKDeEzPBpLAQDT9fdY5Pmu6OzigNwna
LvuM7nO7PrQcuVEQ4Zo9fSI1KGlke+eyNixTZN0XKc5k/ECrfn/Zdk+xuDi/6NiDOsWiaQQZmON1
oJRrE5y9PC6Q+gw4s2jgjJXuU50NoSO4vRvyprqbbUMeMMU0Usncx1RTDuA06VYO4Uxct3zOK9pp
EUFZP0t1C5+IQ6k6ziEAHzG0MFyPAn1fquIPaTs8DblNQsC/URgAbDXg6CG+QkNFE5l11+4yjsLY
5QU6TRzjgyBDgIgW4DPkLo/XpwTugxgDLp68ohY4BDTPLytSB0lJjEMFaqxwzjznkzSyfj/N1b/h
NGF4JA7Qom0tqKLj4XtKZUZ6bI83VAjmdch7SgC5NnyTs5NcWkGAgF60BM3jURJZwvvVJoyCskmQ
IeP5kbiTHiIbbfsFjn0wuT3xcyi53LXSMjfW+HUW6/sGkTz4yhFhokKyMsIxF6nmyR5RZqEjeMke
VT/7qnYOg86DirhRbaJtABvsKO/eLHEDeXV+j5zgczOABkdPdhWhYdfqPtrJ9pzxK8MtrjqLX4PC
M7bK/FvHqxua9iAzmYKa8EdSDX/aU3VTGih0GSyy7fQ5lePDRNI7vTQDYGQCoGY83ynyePR4MHvG
wzjyT6KW3xavlTb1DsHxFSC7O4Ryt6aL8zF1B3SVQ39khMp9dj2US4TkHnhd7QbT3ucOGFVZcj2m
3pUDuNLQgaJCGAeh6Q+Vgx7NKf2m8eE6G6xIU9k9dE/BWGFLXIJFiLc7GBz5udPMfe/acTKWh0RX
3HeH+qC19fvLdn/2fgSJxlJ2BvTSW9k9NVVaDwMOYlaiHsrMkexElzF8huc9Xx7q3KuG4AtoNaTx
TJQMjq1vZN6sPL68n5ruxpk3gRNcFVsg//OjgBkE7xku47WqQM29HCg0ksdl6tVXAyzJdzRD/hsv
tAc5UOu1kwBQuOO51KNZGIUz5LGlILSRJtD+1cRYHC6v2JnNWQjE8KIgqYDk12rFqtHmRYkibgyc
lAWkUTX5Li+THa+2KrLLb1qdTIyECj1KOq/KZMfzsXvoa+UWbobJceebXuNWQLh0D6bkeZjzSm7E
Cmd2Cf4dekURESMwXsu/gqEEVWg0mccFsvDXalD53eQkW9jm86PgnkS2eqnMru47JBGUIPAiY6Ea
4RfCdqK0x5t7eZfOjuIQlI9eHf+1LVB4qUOxrF3pTPW1A93CEPGe2Mj6nLUF5B3R3AUEzomkFV7s
2TAzlUNYQk93ViemcEihfWTTKo0uT+g1WXViDYisFx2vpdl4vW49YYPWoaUjn3A9gCWViTpwKWsh
Q6hX2b3ShJwjZlDe7AAN6+xgRpJ4uGosAXKNJkvmawr16BpSjaZkIV5W/qkB0+Izn73vdjLPkTZ2
9seROSBR41QDWK+cvOJWnwBw8GswUltXyq4M28f/0b1PyaDAO6APPegAJieHr0/1KQ0sRHbfKNCo
O8489JqR1PLKK5z4Wn9MjMazor4X/WenYbkKikYMXVzbvaLgTBA1hKP03omhDYGnMGmk8YUgbs/B
42MJdCv3BsqZpv0NgBR7BPUAKgolleK+qaedUYI6IWhHxWYfNPX2w+ACjgHgoVF8rTrPWL5vGvdO
OuNTO8+GWlXrCudzURHy1DkSXVhu1zWfslpv/0CLdFcGmcoge4Q3m3/GkTngb5bQdixsK0ILqw3a
vsrOu8AzeueLCZmfpwZhkA0U1MB5UPbOAGYnTvnoT9SRjw3Qn3sl9CoP21npN1gzNV81oKD9UHO3
PkxI9z4IJ2siiGuAO0/Oxi0UsdWO2JPYe4wyEqTMGD1w2OjIZlKnnj+Z7eiiuJBomQgvm9uZuGAp
XiFXgqI9Ujor30dr9KSWxGaxsJEarjz3hzLb1Heb/IE0lbqSrWttOELnjiwcb4qrBwhHlOmOr7sm
gwafcJFTp53QwrHV5iiD5uhGTvPcpYpThL58JP3wIC1H+m1OM+2wnqgexwNiPfgyht3Hc2WPO0NP
ptt50Ovd5ZU8d0cghQomP/wL7uQ6ACEDGUB/z2KzQzYMPbtgGZZIyAzC/XB5pHN7tnCmArC19Cuu
iX3KXsxIVo0sZk7e7bTUdJ80kNXvqABlR41I74/CmZONe+nceqIZBrAa5IAXKezj9SyU0SesAtq5
HEbjCvbZg1xvlLHMx2+or5ENIzmzmkgSg4cXQCX0s7orb7VJFNVLp0UUXmUi8LgtQ6jMfJ/RfrQx
sXPRGYZCkQeZaYAd1jVj15iblksE/I7biOekwGNC3EYPa0BpAmbV1NcBA4jMFl3YQ5I6141RtVE6
w/lMe7LVjXJmc4++ZlmYN3brirymJEEtYxwh4yBlF9jCEmGfciCBuSYOnoXr7rJBnV3shZ9pKfLC
cVuN2XW4J2mD8w9yDi+y7KwKVTXZu5lKc+O+OWNGFirXIG9BCxAKtcbx9HDtpy5eN7i8My/2gKGT
XZrnZdDVVhuRFjn6y1M70yyCQs2bAVfP6eDmCoomVR7TGTi9NB8BPUotZAmbBMqUZdsHqHFqB5mX
5c6oBrCHFdSL0Da34XSdCf+QMAfgAikl5Nfc1a032OhG5ToCnaW5I+ybrkJSuvxqFCOJco9C86K1
6pg0XNsbldo6TiuBldf0iIVMPaQUUDdFc9DKZwbsaSxzauDOICVH0UlG0nODgdc3naN+zNSJrInt
HN58TIb8ADzKDRy4AOYQal31ZdTlZ2okh8IR95T0wVioZ0N508ahP/MygJsZ4AbgY4HcXBP79GiN
SuulQjQ4EGdt8tKLuJJbajpnRgE5BdYBKU6Iaa2hchyQd1JqKWokkws1R2XImLtc35jLGcMDJR0S
iLB1dBrjXB1bOilMNKkzhM1QIIE8Vu2JyOEd34t5TA6oB9MbT8urJ1kWSUSazI4MpyGxaNmfl0/A
6YlbCpUI+ijuRlRGVod7SFQ70aRG0i+D5AO3IcZVa6YRIySUL3Vt0v3/3XjL97y5wIgywCIDjMeO
TvkUWjmQXOPM06jOJhtpgKbeoFt7bRw/dpihX4dsFlIrKP5CluF4wLI0x8qcdWvnKtRGwoRw9D8n
bmdSfwbGVt2B3qZ6BkQDDIlVa8vnYZ5b4QMAaU6BldHEDCkIO3r4YqV53WWtO4Uz4JRtWKXO4EZZ
nwNEMk8tFUFr2oL4PU/0p6TCSfGLlo154BUyN27cZqpr5FZVDjZ11RCQxarRfFGeLTu/FWUDdRrA
kL97JR9e0NssPjMKvXFfB5QClIVW3vRhN7cztEAso97l7Yxse0kGtwgsjojX1zVt3k1jQZ5ADkOI
DyRz54LZJOFin9iyhjwhVummZ12hwtTRBAIUzZ59vbBsMOuN3twHdp3KIgSrZ4VuNTE6PByRmHoc
OVUsmib2idtaW0UkScYioIlGPk9Jbz2OLgOFXVWOY3GNatkI7TcZDrRv9V0BXUwROt4M0Vu9F+Mt
vj6/6RvRWAGfSp4EXBGzj1CNL58u29ppQ6kLl3XBnILbHQyZa3I2Qyty4PIoKNka48BNZWq+ZjVe
7ncSpHDWNDURFIemHSoGia+3nPr4uAqHnrF7t076K+ZpcxqW4GoJJdlCo70muFemCbAF6mIUza5L
9uXYNPOxMTpWu96upe3k1ykJgG6UoKqzQ5lRPYAf/IT+RgsFs0EDGo/7dqUwAwv4hSfnf3N2Hktu
I1safqGLCHizBUGQVSwjL7U2CF11Cy7hPZ5+PihmUQQxxKg3il5IncxEmmN+M4FYDppLaeUf2Z7H
+0u3cS1AaqabhJ4GL5Kx3JJvjqlVIsIT8Bb5Vhs9DbNmTW4tye/zuNC/KhLH9/5wN88fsSpFLiSu
jUXwfx2zhm2VRFE1xyc9zBGNk3DbmqOkf7Z1CoFjEoKdCBrszJS/xnLek9m+iamWwZkifRb61jeo
uXnMtK6PmvgEpz9yMy18Zw75FyVNM7fsyl+G3r+7P9vNAWn7Eiojx3SjehlLs10NZc9D1pfBSaR5
+9GcoK44E3VWvTJMt7PbPy64AOqnOcgrzyIToa/vQQluXNQzS7kziWAG4RzyYNrb0zf7ZhmFGIa3
RAOAti4kOukIbyBkalWolA+hIVO2lUR0jJqpOw5BuudCuTyTV0doGY9CFUVrivR4OV7v03ykZSmi
asnjrJeqgPVLUcl+Dsx8cmn8WodeLY2lbbHXtbkJE1YDrwLHqg/rsbNIeJIslt1sDns/6Js95O/G
cvIyE3aD3Qf8tcbYjabe9Go8AVgo8u6EGpvlt/MYH015GvET22X+3YYliBkQCS4V5wWXsIaBLf4U
ahJU0SkoVfVsdkL7UIaj9liG7NTGjsuHdurEaeqN4KKEVuEFsRa5iZNIn+6fkY31NWh/EvfC2KCv
vYpIyzGppCgPIwLi6WduaOFLjBvpw/1BVhLBxL1M9+0oq+2DSpFRSzaM4SCqUX3VEUlUpeYfqjSw
c3g+XPowD041+klIQ4ISnzcVU3LA/F1znSA5RK2N4ThwAG9I5WNgLhSqCW+mmI5DzLM+yvL7oUne
tRlNEwCPblxZGPwp+oWiinls2rZx709pa8cAPVh6iSA9OIPXB6Lqyj6w1DQ6NY2kuwMpzDE15c/A
0noP65M9Ut5terysoGVjVwb5FsbQ6qEYsRRM5tYKT1Ff/Y3gMwYtk669S6Gce1lgfDC0KT2CGYue
uIBbKkeB8CcTnlWP9KB3f+4b9yrvKNB1kBBcccaqxpJrdlvA9A9PTqklR0kbQlSCmvkQqAPlD1z/
fFvMewWCjRto6QCgObCA12DXXC84GWOYKS0bFRXM93mYqJ+csMs+KmAEPimRjlFgR3HYFaUV7O3e
jfkyNCUXzikdorVvDcWfWZniODoNVnEJlTly0yCoQPEI+tgWJcQWge1cjN9Gq+OeCt4Ly3rQzOon
9Yy/K4PIa6h6au/9LzNKaecKYj6p/0HX4xyiXec1CD5DoUgQfKp+WEbRHLssb49hKR3uf7iNww4B
mOx3wRku/c/rNey6wjQmhzUcc7X1Hau1fEdBqOFfjELyuEhhgsz87bbxJqahyBnHsAvC00Aa6bGj
VfiFSH3fH2Xzo4B5oyUEgYJjsZpLmqY0EFE/AgyDJ2kWyV6UCuUhM5laOyNCv1TQdrbC5gLC21hU
JsC/rDtrKfKcTo893KnRnZ9VqyhHI4yznZjwtkpAIM0pX0T9KfVRp7ieWlEHemIDOUDpISlf9cpU
3EaZEVvOo87PQ014VFPSI/A/6bNUVu2hqoV8BLsZfwScNhyGftSpeOvGaz+3ukc3UCGGra35kuCu
6Y5px5+S2FWl21wd8CUIFlDFpvx6/buTJMbHVZL5JB1i7qaKxJHZR7/uf/ftQVD/IyBfbt7VU1Km
RVDbFYPIZtOetCQzjmadl96fj0KUDOMC+CKluNUomoXQPz0tPvSMQEU+WZi0LFHB/VFuEye+9AKV
WcR+oEyuddmzLnX0wGq5SUM5+VINs/4gZLpL5hwjwUONxgMfBnViANU8l+N7dFywzdaAUqYg4c/D
OPVukdagWfK82qkgbMUoFO1lRlEtG5Gq1RqoIY36EPa5z1vS/QBNprkhxK+DnM3Vo2w0Cdk0bwsk
Ax35TAHVsDP9JCmbvVVaBloFn/QPIAEi0bRI7C5Pw5sLZZ7R4+3SVvKnrHBew3h8qkLJPs9ypvtG
omWveTng7OEEv2hKZb8CPSQAmPvxfWkUyvv7n2xj+yHnR2RPx2RRmFzigje/JXSaoUZ0V/JLbIQ9
BLYUNwqg1vzpKAt+kmgbCNWi8rh67JpCgWExo/xkCnV05TapHyKR7glq3F6hjMJ6Ljco52nNLNTl
yUxzZQ58AH+qV5fTdI5R5juoajyeVfAlBzlXx52TRYnv5nMyLK0L3lT6CsC0r5ewiSetNrDq8EWH
mFSsPJVaVv6kF2TLR1lPh1MJLtlxS6fAibjLGvHBCKyxd+vMGBV3wHPkEpaW/AGg3fQenJjEIyy/
monjfAx7Pf2OOr2tHx1AtnSBZjX7FEWa+rPSzGk+lFY3mYe5j+XvnVCy0auwCZMoJbWZ/jDWIxq4
Dg1bcQiCVMXYSpuTT0k9iQBWY+wgNZ9FuOFYFLpKr1ESZ/RiowgDL+gNyTnYklonYF9E+NxPbfxU
Z13w1zhI6MaOTvkjDrtJuGkCkdFVwcq+77tS/6wMY/Yrb9X8v0kZVjF6lrIx0JY0erazE5MXSPF/
U711XmIEjkysj2SGCihzj+xycyQCs4YSyIoJ4X3u0+hnYlecgCJt4h/S4CiZi/wAAsBq0X0xZzyV
NMgfX5RiLme31tgDpyRS81Ovth0IIXCtP0dd6V7NOHcAXhpmfZ4U3XqfKfR5QR2p0pNS46F71ADv
nKNOo0etSrL4Hkn28DUv9ea90JXZrQK5eW/TPTpERvaUdpmEoJrd4axUzSUFl3wIPpl9ZVy4XaxP
gtro+ypJgmNGuajx6tyZLgVtb+fcSkmsY/okHMmr7aaU/1taaYulzODgU05OZNTIaaakCui1SY2b
SYEz+PC8w+9Kjq2X1ylK95L0UTqdaqOU9MN/RJsgrlOp4EhiK4KLXerOeyk185dezo3PApWSzEV9
M3g3Vk77IQR/Fbq5nYKeVjLJpkAkp+FnW5jSe/S8sy/3T/9yuq/vO2pUkMdphyEOc0MfCGvHGoM0
wUe3QRo0iBBo6FCbP1mN+fnPRwK5szBQ0cAgs78+ikQWlVqHGdVxxEYuZRP9aru0epGdJt4JPbfm
BEBMlTGZpMe1DgqLJAyjfowYidTAr8KsvsxlgJF8J327P6dbJDzwWpTJULzh7qQ7uwpDUru0bYkN
6pdhg0yTNmefJItOP3eDhlVFOnmRjmOSDMDYi8IenmSa7V2tK0u5JeNdfgQ/QCYGptWzuuSGUgNK
NwSOn4Xm7IsRzVpjdEa/0PPP6tRdIErj9RLYw8EImh95YlPc6JziUkvtP6HzPZGGS9sGf8W2eTEj
zfzVlejIN4lW7rzyG9+FQtJiT4N0D1fyarHGypp1uWCvtVLTn+rI/ls0WXeEH/2/mvL/f8z+siLm
AtOCGULrbZUx22EAcEsTgR8YZuH1mUG7r7Msj2q2jBKE0EZXBwny5/uO5s+iVrXoaYFXu97hIb4/
CcNQmrZC+VvfKpOL79tw5u+a/2IpF38hiuFU5cgTr4eylFZ3opyhnDSS3S5OIxfAUIWeZDvvzGpz
jxOVsr9tODaQT6/Hcoy0G9DycPy+HoDJFEFmHR3JaI7NrDpHAcziYeDxPUqG0nuVXeYPFZHEzlO+
rN3qnqL2yAuAvBSq22upZjOMw2lxhvLnRBE+RUMa5NFo+/FMwxpN3PpTNZKdCCPf+6qbI9NbQe6J
C4W9ez19Q86iRBKUzVvI3cc8rytXjyr7UeqRVk3jIfw8FUl9VFND3fnIt/EfQDoL6olBH49+3mpk
O0ROpQ7h4Hag3NHTLxX6G86e2tTWqVQIvvm4FrtpjRIeKno1cT46fi4FsdckZvADttcT6DprpyG+
OR+yEBAzFFVuBKp1gqBKpKrj67FZvdA1LNi58R7YaFmVm50C9t7gkVEoNS6/4k3UbICYcAg4GCVH
yqmvtcbXlFE8y2VSP+dUXt37b8Bya63HwyqGwBbkHsn66ij2dRJhHcr6SXlUvToTojdh2ZbHoujR
Dp971etbDen/Rote83rY6/NvBNZLnY48gb2iGmuUQWzMIpIzhg80a3iwotF5pyaW5HYqsiz0uyCD
yfH49f6ct87Em0HXElNDqQQg3Ri0oTX5szGD5KJZWezDw8veT45ew2nGrE6yzE/3B96cLZVQcJlQ
g8jKrz9ua45zDS6Jj0v/DNGQuvBsTYiz3Fb1YWqj4iMSXD/vj7lRUaYEg33qbylMMonVOexMIwmQ
cuKEKNGPQpC/kJ5Hf/e6KR06bcKMR8EPye1zXfWtJMyxWCOEC6Um84PW4I6esgZMozTRPLG+GlJd
vWuM1nxRZwQKMraIj0qmea50B/wPTWKf9r36ICiuActEWxU5uJx/qnU/6zwLP9yf3eb2XbQFwFcC
z1kj0vVkLKJiYEWNXEobVwZvdekah0Aea4SfsUBHNcVO+iJboeYqTlDvya1s3D9Ud3lcdAqulKGW
vfbmvEb1bJFt8by0WOw8y3IsnuPR7p5rS88Os5YXz7LRZ092azlug3S9W0XV8E4ij/NyJZU9M7XE
Q9aN9nlAWsyduj44igwWdTpVxqGXQVS2sz1cVPzZ3AHJrQDxzjMqW+hIzpn5HAslPKJvIX827H50
m7KxPAeRv6McNpEnq6BRRn7LwZxV5YLEIKppikZreYxn2tzHTqOJoqPwRQNVj9rqZGdz/qzjmfxN
UcL04f7X2rhCUT5E7hfYA4WvdRAtd6KS5Jo9ZbRZ/1zavXOU40jbudI2jvci9U6HCsVr+pmrDR9l
RhyodkVAaUjWMcxGxE5LBQfbGp/beEqFp2Zt5hc8Jv79+W3FsgtuBd1Pbm8Sk9XtXcRKP/REvORU
SfZQRlrVXyCqq93BNkc5QIWznL4LI1EeypADoUYpumxitI4wwbA6BPyh/5XHdfexLXFBOCD5JD/Z
uIflqEw3OPlasRI/RLM1/DGjaWFZLEwm7iWi8HWjIp1SWxLSsma5op2lULQHSx1L4NlV4c2qjlme
oSE3R+TqS063ByLcOkUaiF7eu6XKt8aihgA+xqkuCNIyILaTGuhuWzbibCjBzhW8tQUBbFEq4gIC
zKtdn9e4sS1k8JioEvehH9to6IVyKO9swVvKGutJ8L4EQAbQ4bXa9BhncdbMNRFePQyxrzSxXbvg
bRHgGwnVxCHuk/5jU9ch/srG/DgEIhbnWBIx7Q+wneRAxdSmbjs68cf7m3Rlcfk74VoKZmCrqChR
WFpeqTdXVuFYUhJYWM0PrelVkvN9TEAayl12zEMDk+f00hfiBUvlwxzqH7JB/m/az8/llD2GdYkZ
0nAcSoyxZVy1KIyXrXZIrfEsKcVRRcpYcqDVh2yYTus9ODy1qyIts7O+Gw8pRb8FNgBZk3rcKmqJ
hdmlUBxsnwQJpGsHPiUrO/3Q6MaT4rStZy3A0J11W7bGKlRi0AWVSK68mJZdr5uY5LSbZ9P2J6tr
PgVxYrw6wCbwv57GlOlWreOSvdf/hbiufgNxPdRu0zk/pJqSlFv18fQ6QTb/GYBtrD19HJ8TqvOZ
Gxlx8pcqKQhcTiilfhWpgWtuXaChiod7oH5Lg0TZY/NuPJxMZnFyx+kUPspqMmOHhn2UT7bf4iku
svmC9G32kJfAyuwepeZaxpEtqur0qIUwH+4v5UaPdtFmMoDrgKiFULx6NUWgBFYJn8RP6Ae7VlJd
lKA5SUn9SQ5tWt8KPsWd+Jg7yofIlH7pUGXUuNmT4t3cRRatI/Kj38/39QdVkEMOUxBp/hw6L8oQ
LfX7mfcyj8OjE1StawX/3J/41u0D2p50aIkCgTNdjzh0Aq0n8mK/VAY0iDLbOhQRV9D9UW6dgbh9
uOHwYIBeDJN5fcJjGSWXjuetDafvkHZtP89qiCkAxD01zWK3TGmGlzRUHsY0r88gjruDo0TGZzsY
Ia/Gln4ylbA6zfPSuI3z4UwrO3qaUGy8IEao+aKkfDuakXhB1f3PG5bLz18wQQvIRF8LqzezJuVN
qdl+1avphRaf6svq0LhRqNYnZ06k51CSxp0rZfPTECPDeIZhBsLl+tNQD59RZpltn8pMQgWzMl2t
qIydCGHr2FGohC1Fu5IsT70exZzrstaCwfaFgh8hrCWTsujg+NVcJJ8NI26e4jl2Llne2x9rUYmd
4beqIRRBfvvVUzWFPHw9flD3lSMkxk+nBKkVwjFiyTR+KEBGHNogcj5aIh6IAobZla2U6rnZqTs/
YnOlF9gXSD5ex3XzUypjoFc91Q870hV3Ciz93CK54d0/BPdHceTVUTPAK45Uzm1f0urmqWtyFAMc
qf03cwEvh38stBwEna7Xk6rNRIGlYasqHVYDnWJ5oY2Iy7+YC1gW9I4IaYGyXY8ijFTL9K5nb8ZR
yIVsfsxRQ9y5lLe2JiA8+ILwnBYN9OtBVBuH0kbhNhyjXH0V9hy/zA6BmDTZyRlzbjRDxgbhh6pQ
jw5os505buWp9Lr4BSgGwi1ds/wDS0sLHbVljkZkoTOV1DM877TD3KCy7e+t6STfdC0dCxdTJXl2
Y9mQUtq5YaU/knGmjot1TxnispMHv7qempvrSEVvewCNLHoduYHyqDIxj7AqFNT2agemr5ngvXhI
K6t8nTGGCw9ax5+ulFZLJ8VyMgzY7fCD5ojm+/2PupWmEGvTNyYGA9m/egNBZURlXwlimAJ6OBB3
g+iBVwGK5nBOyKmPrdYZh1G2po/3R9569xaSMB1F7iAYFtdfOlXVyqShzis0h9G7GjsIrzLTb0pd
f7Q7+0Nk4fJ4f0ST/+M6dHo74moD68IG4CLzDqGl7NFG+SksdT7D/DrMwyztnMmt4BvvDTBgyPrC
a1sT9qq6i7u045UVg5R/y+pirNwSXe9j1aBVERF5PAGop8MxSV8is3UeB9QpvVGz00Nnd39XivXH
joCQy3nWF3YfSAnwxNcrXjuS3Uk0QfwQ1bdznuv94/8j69j4rlejrE7w3Ed1GC4X64QowQk1cd1H
FdCkq9g079Jwil8l+V/kU2iw2SCYKGqRdmvXM2PvDpKzXLNaMQ8kAvN0MJfixv39cyvgxQKio4PN
yvJwsojXw5gYESoFUEWKS2r/3uiciHglq7wxUqJjEyr2lxpHYX9qgtpr9El7LLRc/0H/sX9VjEA8
RqkkHeYO2MX9H7ZxaS7uxaBCyZ7x3F5FWqjF6m1foFCD12Ltckk2i8kkmVInG4cszWie4Zrq94b2
1Zbr/vP90W9FZBwknZY1QSIBRv7asiIjEZlpZgQ+KWNfH5wkHJ6jwOjLQwyJA4k+/A291G7CD0q1
aKcspP7IjSXJusxtZWDtCGbYtXMSFE+ia3zEjElEflLEYjkLnC43tYW+87M3bj7ItOTGCykUYOTq
/rFG1ZCSYak4OerwPHVd9lhJVffFERHyIj16KRaFL19uAnOHe7MRFNCOoFcMVR3IyLq3msoKhbMO
UQRqR93fSjJ2h6Sf7R32/cYovyGQnHR8um7kvZxEJL0525avTJizuo5dao1r6GW2c6vennfopgAt
F54et9y6nCwLq9aKprf8oHGEJ0tp9CFK6uRg6KN1Gkl73MwJ0g/399zGoEuzBXQRUJgFFHN9EtmO
ZZkqWJfogdpU7mw707vCUb4Gplo/FeWc/6yt0dwJDjaudMqGkDCXggW6Yus2D55GMfWnyPIRzw4f
Kbg2HyaD2oIdKhraqtRLK6UMXmoHzMk4ms4L8iGlX5g0MRub7rVulX+eMFAm4+hTy1ygrmtMUNTZ
QWg3mukLJxBnLa26E5a21U7V4fblZBR4rujxgeuCZne93KXQoxjvMtPH8U6ca+IJDyURD0W9kSSl
2BOR3RvOuB6u0ZymZVeZPiwg89DIZX10ehC8stUFnhr3fx6lc/xJ9uioaQhR/v7ub2pRsZBqaZYm
0x+1sj6NLT1YUUrDzva5vXAYZQnQuaMxe1x3merG1LB0aEzfDNTU04JmfN9roQYET2I8PJCfLBAH
hzke98iFy3pdBz4UGsFi8+pTFKbhfb2eIiydTEyliUl2Kh0m0SCHp4vqIU6tfq8VcTsU0wPOwYJC
HFpXNkuBPA4BpOHHxaA+QMsLHuQxrZKdS2djRosAEDYZC5XtBohJzSALIV0Zvoik8JLGiXrugRH5
RWUVO7f1xlCwamnULEhGWFirx1XvIsQm8ghedywVSOfN1QHnEccri3mvFLQ51CJst3iVAc9afaeo
ieKmHhzdz4248KUBCdxwUIeTAplwZzNuXKB4gpkyrhcLIGANx6aRVrfRrOs+ttfwbNMA8ccoNF7k
OU6/KrUinyjZzTtfbaMzwTJyCnQY1ZCg1pR5WSFpwo5aQ8eWJLgakLYbS8inwtIfe5HW6GD2+och
VH8mjhZ/TDVghHjBxP44O84pSg3lcUZLxDOF3vqhnQq/bGrZbREzerKC4csfPzK/i2TEy7jHIXR2
fWzISAKSwJleA370XHbcDf5BB4l2rrMgOt8fbOPOI++k/czaLDjpZW+8uYPo0Tk28k+6jw26diH0
ME7SJPXoHGKAMknZ8Meof8Is4D1ku0hzgrC8Hm8Q5cARBpEbzMA2awWWc2Zn8c6sNnb0bx4Rhs6L
LMX68FhJn1SliBnFnPQPpiOmYyjmFrl/rvP7C7j84NUlRyILQZ3mERDwNUwVC3KRa4lFVXCqldfA
aUJECeK9UHsD7I+/HLc4Itw0s2lpX69blVmjgWSr6mNWLD1Kjh18aNKwpCuFjknqxrpUHO2qHB9w
Hxv/yYp68vNRHx9q9CFeadEYF8ekHWrEVTEjuiME+hRKivdKHLmdFc3NAVCk+c4Q0eT/6QLRHKac
udR8OXzW6iJrtapozdJW/dSgyC7K4Kdt1+G/GWSRckEMVFsiwuvlUao56xBRVn0pxvog64rmuxlW
+af7U7k9LNgkk+ahLUWRiL779Sh6FqYJYgSUllHYc+nDRIe5bUkTgFGgEh3vOf9tpDjXA6rXA0oD
TO9kNC3ELqT2cRJ1Qe0yyv4ZijR+jJ4iuH5K1x9IzyykXjoysXiMfGShhr8ynK6ghFvOh6YpqqMV
U+Mkh8xPTYnA3v11uT1u/Ezaakv5mIbKuuGnxXMFaM+y/ClOq0PVEQiWg9y5YAG0nQ+9QTdgLLQD
HNTXKJ+u3XTwLXLAcGG/HYdIIUI9qz2lKJSDVCWjH+QllXLkux/ksmg8lJomr0916WDmVb5zx9we
fH4I5gZLJZeEbk3t0x0yNBgflo8jWX8eArTltcnZKx5tFK0ZBiYB7QAIMzcYpTCfRRPQvqbrEML5
h6x0DoOocyu7IrsyStRfJiQbBS5klxI0NAqRirLzfbemurhqLv1GcHRrXFaRRKQ99Pz9KLR0PFej
4qDJnf7HNymB/gIyBr5AarFuMcqlrRSLIZMft4PlBdMwnZPcyo/39+ptOMwokHiREFoEP9b7R+7q
ERaNulDaLECAtjKeldn6Z4gskm5VgfE0pNmjSgywE/psHZJF5nwp8S7aPcsPe/PSIinbBqLSWcS5
tC5tYwTHJhBYhSv53lBb9xS3E6E3EFPESbTrofBU0KRy4nsN3Zh7fUJHS1HiBFfllkfd0P88kfmd
otEiAkG7EHCux1NQum6kcbB8U52KB7WLhSv6yN4JHTZnxf2+nPrlAl7NqlemBbg/UlnILftA16Qk
DY/zc5wNn7WxEu/ub5TfFLHrl51ZLY04SjWEj+sDHlP3i8AHcvIANR2LvBoPgdOpYJCnwFdDLXyY
tZ4WEpUIwKvx+KjiDQnpoxTnbESPl0Cx9RS51R/kREM1IuuF10rx3zAR1Wc6eQqQX6M4K61SPrZp
/9csoFc4CtiEPsi61zy3tCOkh9BFECT0FKTYvVYBhxImQQ7Sf45O9ye8tb5U0QjOFqqPvO5La1Wn
ldNMRUWqheoLkQY+ZQfGgxNA+1FT9jClywdbLzDX2uKtSR8Aqf/rbZPSAJSDyDb9qS1ydPY752Cx
jl6Ep8YhDLXSbaDHnNHcNc8D8ZcP8wRjgKGOXmN9sM9V12uuFM6Tb8wY6ohOHw6TDJOkbzLFRUu/
f+4w/XkKeR/pm9jNoxPY49k2+8Hr5gXsOYTTgzU79QEImFy4DmrC57IO8EfG2UNrUK01C9tlFNss
Rmy3EuOkTlpyKUa0Bf5TKnUbxnVt+WkGgbKU5uZRJLx7M03Gr/c/zta19XatVpu/VKqIPUaDqHHU
yq3bTPtitIbyWgWJdqhQpD8hL2ccHEBTh/sjb1z+4LkQknNIeSkiLNvmzb01hoWjN1bMtdwb1VM3
oq2uiKY53x9l43YEHceTjp7pckeuQitQsmNqwm72e9Fi+yiM8hxrxdNojM3ONXKbgmLH9Wak1a7L
Mg2pcxFyjYShcdDUfMASA5C2NAM5siQsc2tZqv/NIsKdIAZegtS1s4kEn6OtmoRXx8jHU+6UEj2D
ZA/PvLWIVONpjy0NIGNdKIyqKCz1kkJhWnco1MhSjl7aoD62krGHmdscittiAdCA5V0bHUdSHYeG
IiyCzbTyKkf9CNs3OTcFKIX7O2Oj/UHK82aoZYO+2YBFJjowu6bpS6ZhPTtWVPpNUKRPOhwsf3SC
8rtUiF+JPbau2VfRY2wT63V5bbmVkOtLl5s/BYD/nZjo//hZ9D/Qidug7rR97sRtlnEutFyWT5aC
aaY32YWqHuNCNl0b7heyFPEwvZbZrNduYFTNxR70svEqHDDO5lQAPUPnqPqWtvK4VzzdSBmpvi9N
TuDBeEmtRYNQueLj93wiPTKRnoj8shgvs2N9V5z5NZJAVckKCYwO8y1K3mndeO7V6HlYEM9dGr+b
SunBVPIvhdEeJk1+aSzpMMwI0N7/vLfXC9EehTseHtgwiINdf92G9mOrFsbsI6gfPKDy1h1kdAB3
NtHt27aMQoa++AyTJC6trDd7yA5ko0OMbPaNJqrIBsRzkAYvSt+YB0uG6vmnc+I1omQNCAley00F
p+yC2ICopPqdqlU+ZEIBibWRPt8f5XfYvXo/l/QDhjsREZWH1aQoEllzIyiP25IUgAzohuniGGF/
bOMW+S/8qPxMbcpziPOJW87FcMbervKIi8VxGrXhKGEZcEyzKTlLQugvTpfMT+Zggn3neT0m5qx8
/Q90DAUUvIFde4nptZxbwxFci+7CmNpDNm5A49iyVPvRB1sQxGsZvmmuptBKddNfNPZ+TmVTuOjr
9F4i62i7B2N7kLRePUlqNr+LnBzQpRNT/Mgy40xjf5d3f7s3+TkUqRZmO0yvtQ8H/rvjlCSO6UcL
tqWpM1SM1FA/GYGOJJ2YEfy1pfiQLfqEsjD/qfu8h3guUpfIvneHWu78GhrrzvZavuvNd6eYApSc
vJMH83ozOxKoHkGw4DdR8ERIlH8007D62PaIGZey/I8ZW+U5g/LrazMKlfd33daakKXR3kOnC6bO
6qFWhz5NzCQwfVLFyVPiccasKN7zh749r/DVUAKlXkQ0iirj9RQ7JRgait802grceY2gG57ySXzW
4Wkck9b5cyQTw+ESBx7TIj9bQxQWqkYX15bpd1FgHYNRi71KRUn7/tJtNPIYBs8KnVo0meda9Ctr
Ik2RBhpMeZp2LjJK4kDJ/eusVo438d/fhwnJjbo2HrWwQHfafrYlw4u68cv9H3K7uljMIzOJFBIM
NYRdr1e3VhvFDMWg+uMk/iJZVQ+GBAE6dIQNJC1vd/brbazAcHDG+J6U/VFYux6uMnqckc1c9fVZ
kjqXAlLn9iKLLqpZ6H/cCLoea709eVORfkwpBAby+GSa/d+Wipzmv1g/myoCUTHB5FpcRBRBatQm
yMxpgqNqd4581KayOFp1S05qTXuVka0FNCBfL4sIcF9fQto3rxeWvNMCGFb80Spbt0Cv7pUwMj82
hjIe709taygKeDIFEmradB+uh8rlDEUJtL2AJ+TysYuBkMmtjfWaFaQ7Q23tQnOZFpcIVMl1+xNd
XwjkuEKQaur6q1aU5SMyv+UxBAZ4Ccq82tmGy66+vjZ5iymKwFBZyJlrjB/X9ZRGccHUZpmS4EBZ
7xhj/UrG12bHQK4yT4KV6I3C2TsBt5cmQ6v0CGDiEn+sfSgBnMdqEwrFx+i+PhU4mLg5Bjc7C7o9
CucZViHqe+uyz9xKU6XYsYKbr6If2o4KE9oHe/5mWzuEHiipILJDkNtWO6Ts6hINUz7b4goAy2ua
se4sMZHRq3pnQls7BFAOLy+JE4iV1WFGSluBWVYpvpw0wk3C0fTqqFO9kMzfbSER76SGG/EH8GAF
WzVkvAwkp5a5vzloC0pvHiRkroXSxu8kG8EgXQ4NN8WT4ZixgSJXQ0/cM51APcuVPD/oalUd6txq
DsFQ5js79nb+/BxyH2RkFlG3deskaEhTaWrLPpUk8zgVdgeKL8XUDdroEbrVjz89+9fDrZ6FXC6U
nisI38PGhgIlV7E/8F76sIw/3R/pdqcS73PwF8UY4rL1hdagpJBlOSMteh8npwqGo1Dyasd65nan
0krk5aHeSgYJM+36a9pNjs5u4cyIzTX5AyF56OfAPx8ove21mH8j5K8vF5BoyA+hHwssiBbU9VhO
XmUh2absd10TaIdBHoPvc64amlcNKP+4vdQEqTeIYCYqw1X9kgA0Lf2wLqLukb8yhMeiUSPpJAVp
2SNMKNXvp9HW/ur1RKsOc2HNXoRn30sVDV2OgcoMFrg12xqV2jy2mw+q1P00kr78jFdYorhB2c1f
kzmoB7etOyiRUS+pdCiSQYjXyB7IAzIlqRREgCWWJa2Bvo5W8VkWgwLfTRv070bTcQePS7/F+9PP
b5LPA0WhbrAw11dXCK5O9EzNXvbHJmtP9RjL5KhR9Nf9UTZks7hzl3omHQuKImv1g4jgFCoaGvLB
KNH3jYfoJc/nGgE9VBGSJ6OcpASeQ24kHlZmFRRTu2/fOUmnUXMNtOkplozhknZB+9rOaQAzEJzV
XmK63GHXG4d9Q8lraaxg97QGX8yQnkRdKi0V5RFtebOMDvQ/bDSHB3sevbHQpdk1JNWWT1UvsOsM
AgdIbyNMY6AOMuit54ALvVASCX4YTR1nizlWKx5KM9Cys+W0xAhJW2lgG+LmaDQWMqFaVcY/aBT3
zimMDQaIEJGd3UbDORJKlg0xswB7lbskM7niAkEoq4PeFMFZa6kCwnxW1RdoPvNTbDXWB1kf/4e9
M1uOG8nO8Kt09D1k7EuEZy4AVHGnqL2lGwQlsQEkgMSWWJ/eH9hSD6soqyxfOWzHdMRIQRVR2DLP
+c+/kECmt0r2ceKRGBbiVpbJCLfJYWeYmJVERuIEcyhqfUTdNZr99SKaMhLoVVEKV4W87x1JuGuv
a8bHnALlJq9JXDlfqgX0Bod5c+fj/V5DGYGpHiUCP+Kwzzp7jkvfGcZrK6h6Oi4rwy8lYxwJEgws
//MH6nkBAROHAgzWAowm+9i5Y9KL3Jxlseyt2ZVXm6Y1tqasuu2UBqGlCjLE4L186RbzKePZ5+sl
R4afAYJI4/BMaUFaKmPggNF85+jjuQktNbZ8OZ54Fn9wFLpGi3QVdj4P14rDNYwi09YmAUiiBjFh
JbsSfWDP7i8TRAmt2N79TX1J4Xe0KhtO62HMp9Z9Wqv8yoUjFuVu5f83zuXpUY5Kh6JFKm513Yq4
qB3iql3qfWCh5/r5E/F8h+FcIH1QK3DBcJA4vGKTX0wazldcsUK2Yd3lVmgXco1SVrgTzeNj5ODR
QgGRDq4ga6ZF33aEW7dlZ43tYsLrsAfAhWyuyg8dXVV3WWrmyoqgle11P+upvNKKDtV0Zk3kzKT6
UmuhsDTf3anVVvdNk43XgW9nyZmdLO27ANw7i7pGQ/vWIArEy6sNtDDo1oHQvlqatypBMxuPrSFO
ocg/eKN42jYkYQtegO92eP2KgoCoBXR0v/iFf7lMKmWM02/CWt2UkfR7badVC4h8lnm/vAdtrDoO
DMeKIuZYiFXKSZCII7h1qa3HpUAeD4Ss/3eOsjEGN7KbT6t4eIIpvF4vX/xlTyMEzupUU6xZyan2
4nmduAkD6Ne+M1MOj9LpXYWI0UYCsFjZ+9UZ1Rk8xfKsxgAoqgKM537+2P9AYwnCx6BmQzHgCx4X
ptPqlt3ALHZfwXy+KpU51pGRrx9SK8F4m5c7nBuq4WAxnPeopYI7UuSbMw+uZGj5o3zdybW/0Ot0
JAqMAAdt1LF/y2s4TZPZnttdSwXeiK+20rN3yIfkiSXo+fXaVh9WUxAQaAvHk2S3b7xBb+1539nG
tJ86WVxnS+6+SZzZJNh3cE8U1j8grWyTLTSHGFPi/GAfrRMUN2OCs8uM51MAg1vk6WWe9cnlbOrv
3NkSe0xKEJDgeXhOz1FFRm0PN3ljvfv5ffvR92BgsxXd26QeVPPwQWmXRLj6rCYIq7L5A9pWiTiI
6d9d3aTdn5oGKANJYKrkzmqn5ZU0vM4jD867l/ZUnbKqeL540tttXm+UgZsW8qhknsvc4dF4dPNm
pmh13nDtYDQXV0tp/vJuAF0ISINde2OUO0d7jicyQqNKDjWOU/ppXLQh7qHvnOg3fnR5Qa/Bg6gN
Nm350eUlBytwR7ec9gDcbzHVSaJyZFq7rBjGzOX1qpzL2ZvsSDPHC0eJz8ANp4hwP2hhaRVpqmir
qK0hRR/eYnNxvLFcMh7rAg8lhyeJjEUzfVnaVhuC7dUMAQJrP8uhitS09JeJIMuhzlMVVflon1gp
tgf7cNPi24BYMd1h+kJbffhtigboY9SccV/lrvW66Zs1noY6PaEm/MGThMc7bmrbzBO0/mgbMVof
eUTPUbTWbDHiT/s3aiXBJNQ1qz9xRo8YwNNT2iSLG9i2WZLSuh5jOdOEJJx6ut0bk26SxCcUpma6
meVYGecZJXParXXYmKOlEGfJ6nx06+GqNNpPZlUN9g4BtKCha+vChr2XrlU4pNb0vpOjoV0SKSg6
7BJKibyDMvm2V9n43sPm52s51mQ8SVJxxajz3BD/5Z7qmI734+3cAOJYo7aZBwzdw9ulN1KzMQ8j
zgbG2Y7W0/8448/8ZSC2Z2+qzH9VJk75ydeK9MKuJ+/GbrQmxMuZCVKO13Vjj91VV3nmEopCDzgp
wzuHgwtNOkNY/vPV7PjZ2r4sWCgwDZyjjTVw+GW7ptHcZB7a/WRLL8rW1aN0mdYTJd7xXsFReKBw
MgG5xr7ueHKfeN3mEiDaPcwxpKIDjU6ZNXWY5MsnCZvk5+f0jPG5HQ6QF3UZRPyNCnd4UmXqVwRc
Q22a+iLYVcOyxIM9urG25Tv7q9NDqmytV/ac2ee6TqppUAntvHfaz6Kb2E7NtN+5/dCHZmGqsFi7
9mIaGJpAUz3VDj2bgPNdTf7bqL3YeUMDOPqu8OyykaJ0X2dudustbX5tlVnwylRud2FoNTMiZSUd
eRRd/RpV5vJaePWG/S8wVYQtGjNa+9p6tQb2KXP0HzwbzHEYOOBuQSbPsTe6XEhFd5qq3c+EtSPm
s7J9Uaen0h1+8LpQBXEU5AXATMc4htfqBMMkDXHUS1feYtLe3xA5NUZDLp2bJpHuDW60xS7DXvdE
K/qMFsq1J1CAMCVo53DCjwVYSWXiwUfiyb50qveVWwdhaunYsXSFPryZCQq7TXpksHaffGwKF4/m
Yp5ObHfHqy52kkD3ug+ejrIIoOXw9hPl7JiTZ437cSWMPO/c/rLtQLAw1DhlMv7DQ23zqs24aONf
Hx4KJ1QtVz5ua2vhP/TFYl0sdf7BrZpTcohn13U7KZeegB6LxgAr0sMj4RheV41Xjfs2IY5Uzwjn
8YrCeuMuXbprCwxbZszz4mQqu7eFLtedbf2ypIDvQG+8FWgBFb11vMO4KVfbGINhv/pwL6y8UmwX
6tTy+YNrunXgvg0IqxOXfHRNhbMGyCeTAcGrLKBT9klEozRcVWAAJ/bMHx0KaZbDdQVWZ9B6eFGz
HlKeV7sDDJRSjw07LS/remkv5+mUJd7xG7ldOpihvBdg5milj57J1bHmKUsZu2eeLqNUY9oy+E5x
3hGeHVqr1b8mw1ft4Qqdysp8Fh+2HRpbKQBnNgumZ0cnSXab1U1NN+zTfBmIDrOM0GkGpPVB2oVG
tkrw2ky2b/ps68H19cwd4J8NRtdcLVnQnCcmPS6vm7O3rKog5dBe37aJFCd6nx/dC7pd8Fd88pnx
bT9/OuJgkpFk0Er3+gQxwcWo/qxLm3EHZdg5cduPF2GIExvVmmqCJYJp/lHzS0W/DETMt/tANXq0
2JRFw5Sc2jIfvVSfFmQcxgEeAz7dWG/Icw/PCNwTmkRaN3vLHvD+hrK6fLJ0noIwXTz/ciZmB20M
qam35dz3BGhnGelJcjE7IwTdFjkum9aU7BrpmnGZ2VYHF9BTcYeEaO8tZTlsBupJc9aMiNpD+nf7
ozH0TGKbNSexOi36eqGRnQhjwA+xuVxMRd6fnucsGzrh0eESTD0ULNHlfVS60v/KL9IfHHtQ7xrb
StNYjP0ombYijQtXlddnohwlHu9J2dwnwsn8UNrSge7ijmO2DxIHTw9fGsMrZzRI3E2tYrPtwZhf
z6r1bVUkkL3odMIut+2YiVU97myhawgGtNwHYnGb/m5a+yU/UZIdF0vcCrxUt3pgE30+3xICYU+2
cJp9WY9zrFtFczYFIRFNjZF7J461rU9Ht52iDGSfPh6OlXt027EPWWBtV80e9msXV4GZxDj8FrBu
mF43npbE2IGe2vEfJ1OHR0W95hLLuoFHVINHDc3QoP6E9Z1zhr0GczS3yyKu3G7LJB/X4KXTlsHA
vHAS0IATfoz5Yad/cbyMmOl1QbKSu0vyCX+eddotbr7ctkNRO2d2rfpsb5uY3yZd4hbMrMq12c3Y
6S8XbtDlrxc0vGOoZQi8d3mrEjOUxD7skiDDRs2idZ8jTVgzEUP0hWbMBBf5vVepFMF06qph701p
XuAhYegY01stybLkhs3rrp2Gpoorq4Fwned5+ZUQ0uC1NZXrub2FXy46WVkczB7earzuRM2vY1Cz
YzjIUH5e/j4DOZ2Akg21Mg59bL7UlofvsmyVXmlNXwCIcFOFJhisVsOw3uVrU1SoTuoiNPXOkrxN
RabOlWosBaSmtE9riW/Vhb6O9YM1rDkEOLDUcKgqjJzsXKfnEi2Z72E/riUjk7VXO9E0brVLhb62
5/jSkeowyaWu7n5+Us9acpYlHpQtIcaCF8jFPzypLBssVQxdvlfEZKNZGu1hjW1La++SJdA8IiTz
oIkKLWPfKBHTdfE4N0EZNTOasl3t2wYAdlL/VUL+24HTev/Pf+fvX+pmgY+bqaO//vPl+NCpoXv4
7ea+6X/bD/LrPauL/Pftl/z9ocNf8c+b/EtX9/Wf6vhfHXyII337JvG9uj/4y07CP1xeDQ/d8vqB
LlU9HiB9qLd/+V/94W8Pj7/l7dI8/OP3L/WAPxO/LeXL//7tRxdf//H79vr+29Nf/+1nt/cVH4vu
l+pe/nbRl/fya3/8uYf7Xv3jd80LXtAI4ylHoQ3AT8//+2/Tw+OPfOMFgyAweZYD7jGr0e+/SZxu
s3/8bvApIF8qSVYJdqXNtQoF7bcfoYPkYUB0S6dNeMPv37/h3V8rzV93iQvy7e+/gcXcEV6j+n/8
/owEunFnoFThv7V9C7rUw4dLzuMkZZNhs5IX6kzQFbw0qyycV+Q/Rj+ne2UZ+UfcZb76k5neefpM
vMXax3prkHNSjAmrQx3gwrzUYdotwgqb3Dd3W2z9XW+Pc2SM4mJwx48lUb1fmEEZF+4M/fHJhf/R
aRyPQR8pQAyeQHNxmXyW25bhLp53FvPz1eLBTIt3XrM0odlO2OO7czbcLstylrWLMiMza6ilRDNb
UZ3W4zkjv/xlbQIwl8bsXrfabF3qOnhW48sZgnU5Dm86v2hez2vzQS9PuUY86tIOtgTEXBuTgefA
2oYYRziE6Rd5m8Jp3feY32c7w+7eYjozf6ztFi+aAFF75M5NfV8vtnzdtNM7AjL1G5mSNpJXsrIi
25LibtSr5r1o13IJzT5I4LK7AxVMUE0PGa7ZFzJTHyG3WReVno33MEBNSoClkq+UP9SRpi/MXrHL
uugCvH3DIKPGC2sFLdguZbNfsvyD7pZJGkOzSdhGFifDMywHhHy8kb+0qvynK8TBqvJfXHv+B64q
W6nxn68qcV3lMv/CwvL6oRk+l/mXpyvL9tlvK4vrvyD0hl2OoSvY9LYQfF9ZPPMFhtq0TCC5eHTy
D56uLGTGbjYNKPyw89gex+8ri/eCecbGBocZzOYJPv0rK8sjX+zpg82YnboaVTtINmjgsdtNo0E3
WKwSvrcCvb8SpGQve8Tc87ovilK8NZlKTzvf7glAW5NejPveU10bov8tr3pDr83YAimsL3unXPiH
gT6eDcasAAuGLL9fiRGw4rWsra9NlVCCFOyLhPw29vBOCpT9Eck6UFlMlcLTqNu8kxc4JddujOLO
f5dLgwAmnvtuiUZloWzMpW9DvcZRtYqkt5DxU7i9X9zIsuqphceJyiwYPIJCc2EvhLbVzGSiaims
W8Ay572BhKqJjAE/AvJ7Zo2p6Np7zS6pvfEhGByPWYkm57ednnvVeUErMuMj6tojpJxqSEl36qFJ
aEGmf86CIPkqZEbvgLO4acejOak3UABL90YafRNEhV4PN1NAm38p1ApgCtud0hyr0qpio15hs/dg
zSQgp/3CRCglKGOvoPdVt+yCW9Z4NVpDuOgDtDuD4CteZzl0d6OzplM8qVXcG5AVMJh1+WTU2XIG
GbSJOossN9FMKEpYm8b1rIbsU6ak/lIjMJUKcPVrai7br8bbaUFSd9bnU/ehr5yxn8NA4lKzo4lo
g/MWUfBbM5gLOxrzoLrGSgAT9iSfq5sEI4n7yfPFS69wvM/4FNo9+pel0KO5HpDVGanY7C+HRTCY
CNT7pg0KP7IaX6d+nQH24izRrM+rN6eYGM1ifZcGzjSFk5fMemi4uNzt2zarjVBgoZNHC+SpkSG2
2cArsJCHvxIeWrit2Buds1WrW+vSZgxnkgw74WpSs3cT3eQY/WtNlADejKmTm4bJKZVz03kPftms
5e1WzL1WI+P4a2GPBHE25FgV8WpDwY0C0peq2K9meGVl4nnVVU0TPF1IrevaaDSRZcca74WKezU3
aVRiSMuQ2WhVzqba4reit0umxUPl0EM0WMsmZ7g92je2WwkVpQoP7Yg8XMc6mxkwVIRQLTUZlnU/
vO4RfwyoDLzpi1FN2JW4GqyRMNWZNF5LFbQfhalInoM7nsxRoBBwh57Z+U6k4Wd9Mdh9b0aDO+le
3LnWaMTKkHheIxeGik60ef0mmdYkC1vsDgg6SDfPyAXfQv/j4GiJvzPA9GXozIX2QfVdVoa9M2vv
u3ycpjivPOe9P036h2CcqoSEMVN63PHKsXmtEp7W3POYA8/tl4A5JANXoSOalCJfWp7/8bMni/FO
m2d6mWVkoo1Gqqr+7Kp6DKKlMGnYSVYx3kyqeliSrhvOZnddNgejIjHCMUA8RFwcfa/vdFVUljND
8CJL+y9qBK+N6Gv86yYl7QPLyZbXxsM04W02FM4tWN4yhYsMWiMGbaj23qYWxAmckciupyy5qErO
NjaU2nLp1TxUcd0UMCcA4Zs6Np2O0ZpmqKJh7O7bWGnaHVKZwC67lKWHjntXz6V30+mjgVu456A/
CmaGhpEc83kOV/jB1pVJUHfcVrr+pTKT4V52trvunCkLytC34UoTo7gOxtnMrOidLYTsI1M6xhuH
h7C5dTc/RwIQnIENH8ArTBXcuKgzl1mPSogKTZyPPLrhZGfC5BdOwFM5t8CInTRNP2MuYN/oqnAm
XNFNS2PdLKDowL3V29CvtTrd2yPmoXt/sIpTMq1jxAjmJAw4rL620CKLXvKwmHWtVK2ro6ZdsjbG
LjGTIDRIfz6BSz0DebfDMKLdKnSK8GeDC7PTswE3+mk307UpMk87zY10xctAqyluMqF3kUvw9ieq
T+fKWKU/xLZam/2TuuAHRe92Nof7K0JUBIRbO4BQ/5gJlfUM2VvXanduXRmX/iDGj04j+ndtLm2K
ir9LkB8caoMlDg+Fexw1KPN2EhhA7Q8vLK6wgdGXebMr6wFGOLQuQqAKY+IuA875xnUHbhHEWWW2
+MHo/C/qMULUd/9fHR73nAFl3N+3ZmtpD3rOs+5B3n+FP/JX/7o1qdsHvpeExgtEJXCCaOqo7uAM
/V0SusYLWklC0ajEtjSrjbvxvdk0XxAyBY0WCBoW8iMd53tJaLxAbewCSmOowW6FTvcXSsLjBxYa
Ph0OuPrmnE9g0dHrudDtysZrRWyBzJA30Lo7DQ3lOTGdp+hZzxyRt2PxdaFrIC/mT0fHMuoqI/qp
F3HrBNpNOYwazFfb3ciunwhUZ80rymyXIbJcprS5K3PyjmW6NLG/sB3imCCigkiXaVjRGRXS3rnV
2u+XVBvOpqreV2MN67cgSWYxNeJofAJ0VozJIguHqtCFah2VQb1SOyrr1ZMb/oN38XhGwZmBITqb
2TpOcpTrh+8iGZFuUCQcftXIQ1NU/5Ex91uABLWzpbG+l/BIwpW64MSCc7y8/nVkJF/bI+bSaB8e
mcJ9JIVHitgwZLpzxkrGSGFOqdAfQbqniw2H2YQETOUxWWdiwfP9dMRQE5SSD0GQxxOE9C6Gs9rs
iiEbYj2QXsIWb3WxKfykjIjZSb6oRKQfl2b90E5i8SKj0Nw3nrZeeuz1Z01VqS50aBL+zCY/fzVD
V5ShYU/dwD5Wp0EohkFczb4hPoluxuLf8+surGrXurLaQl0Mk/MtQuv/e9ynixJt5U9WseH+6wNb
RfNwsJDxmX8tZLgxMr9EIcRwEeLE4UIGfo5J1/Z8QOH410LmvuBxYb4LMssAj4/9q7d1XiB0Ro9m
w4CmM8Zr+RcWMr7YwXYIAw5/oW0ytSmlUIUfPqEuXVuwWOMQg69/SDpzhe6ueF5nWpzMPKX7fHyv
Dl4IDufgNsxbgZsMLf/h4ei9khpNIiMlVrCQ2aWvdqwL06cUcuvlOvXtFOa+MObQSUknq4el2VRp
lnGhF6vSQ9fIdZyLvcH82Jk4oeYy0V6LYix0aLrWfsVGJuwGNX0lGVdGddDZkUDj7p5phV1eOAQp
n2E/BKcyaX0TbUl+SeqtvCxL03ybOVXTRLMKcE0eoYzMlX6h9X1xaQYFFNxWO5vwary1vUS7XfIZ
f2JFUs+Xal0a1s5kLF5NWUbUrRWM4sRC+ThsP75ujJJ4ekBHuFs8RE8XEg3FN9G8XDdj1ubPyShW
P0ZI43zpGQFEZstuBDg4ejU1u/aJP9k4t9gl4JlGD0T7LzJmHSvOjdKbSRT2GJNJdpA6fSfQ0kRB
kTORw66vW8JVrggdnLZAKCLGoQrpHI2dgYvu134chUDYE7iXUyuWi7IVThsq6Z7PunIqOmzhX+k5
SvtpsbRrwgMZ3SPv4TdZff2gr93b0ZUAkqPWMRTKAfifvHw/2FGeGVzyPIMgIRFDVYPZg3U0NlnX
rmwMZrmxPq/41Ywls2c/VQwrU98fw8UQzTXuE9qZMbmhMgaH3SXdqazSIzM3zCtpzPMbNemb+eOS
hmM/YA5R6O+1okrPKpICdye+8LYFHN3ZLUyWN28TBUNJPbyz6NomHMVKxcguEYDVfnI+zsEfeZfM
oWfDciKQNA+tWc9imTOwr9bAOcOpczzhsrq9ec++ByUVqlpvI4MfPWGqdOganVTFm4/fjtbWioBn
ThUzzyZA3B9+v8st4N3Gu+poRxSibf2yECouUoQBvdPNsT93RlyCi0S9suZznDndHQwKH5ZCmlwW
vUCUXbtpZJRJferqP1/+LFJQUDluVguYoB19HadKpIeYpo9LwoWuzbpsLlKrxkUu2zCWJJuqV7qV
OOZOVqq5RxFyCZHbvCKLWL70THVmjf4q94LfnoXTKJObaejaX7WKpThi1cQcmckLit/jUeCsWgAL
wsHjddrm8kF+sxryUoFZXA4+gixl/nVZfmlbf9k8yDeqe3hQTMSOB1z/S+BroOMnb+uzDuX8Plf5
02398d9/29c94wVeNzToiKO3dNu/d3XPBnsGxmZ/24I1cDn6e1c39Rc6ODJtPVIB3oTt6f/envgv
0IEy7mWGSfNAl/Iru/q2aDx9mdnIId8gKvJxWeD/+HZPt4vV7yyMtzJvJ6F5s6PWECnywg8u6iW3
EwKdg/rGG0ftYe4L9dKdO0bjT67UDxbi7QjPvwHoBegCouVjSrsp2gK9ckfwoqyLfddaDHcyaZAw
nJyg8RwvXNu5bo6ziFiY+j3TNjptpyWVPrm7yjDaWG9WfCLAuU+cz/MrynEgdWBPTrzFs+ydzC8B
8QebgGhqjZddvaDTaOuNSCmAS2xs0kp13gIS3rrz4HwY59rM9z+/pM9oHtRnW28LzRdCJ7YVhzc1
8GTrCWHau6Vr+13j9u4N/nsBKv2+AvhzJKSA5JTJCXmcz+4kyhY2Uw9rOu5ncLSjElKdbO5Rzg6O
rUjDOssz6iK7tODiZWYT7ILZ6NIL1RkTkGzQgnDChwTfDZqifpmiCHzXrPq0hGNROteycUtSBke3
vS9yFSAvrVMiegRw4RVz2I5QMrEWCxshkuEwsNYZV5ssWbdQPEmPwzc1EMqSGfVW9+tqPstRqnhh
54nc/oq4QWsjv9EkSldjSt5lVi7+4GaJ115p2Z/9oi3G/cKOoM4rYdhl5LaB+zpdgvwTALvjvlJO
Vlbv7GIuMaxyllack9jifkydJbFvrTLIhneFvZSQVAQcTF8WhhkZj+CiTpbpB+8RcjRmO2huk6E0
36SuByi5bPjk+ghVAoDS1gJNAmHWj3Cm3JBNtxXGF2tDO/VH4LN+BEGTR0CUvHlFsMEjUGobo3fj
P8KnjsdlJzQvI5xpwPEuRbVVlsCtPBTWXj7CsMwlgGTHR3jWfIRqq3pqs1htCK7swO4BAzZgF4Sw
IgbTYye2h4X0uzIZnFt/w4NTgogAH9H8B+G8IcbeVOXA8QQifakeIWU2LuBlyic7xiJJnOmP8DPQ
LFC0y4sCzlA2DxqkyDfrI2g9zgIesLlh2W2Q2xn0tA3i5nKOdxLYu34EwEuB9icEqc8AxjeMPCFS
JVq13jjvtGnEnYZO5VWpvOw66N3gjy4ds4cJ2S85xZoekNvnr9YfJbTsM0JE1Zlna/5VVSzeeCW0
wP7YMta7M1urZtTTm/alHAKUvx4zl5t5xlYaFMQIXo2w4bvYzWcIMwb6kX1a1Dlgt+n1O0xEWzea
pG6v0Qh+fDsb2YA8uJqlEQfgi3nomFr2HnJB9qopi1Lb5XYTDPjW+m4elbga7Hy0duJ9BZGKCVWa
U5hfDkMG/tGsrS3h7IlkvQ6KWVRxY1bB69wL2iHKNNjuUd0X6xnwrTZG5uI7yOoSCfizDtq6xn1W
u/W5PZXpZ3tcXNxqg1JAJEgaIh3UqOywDWrxpfHqjU6kVowUtqlPHZmVq1kvhTWpJFokfJNdAShz
KzDum6O8StbXTKvqjz6zui+pqvF6nlsteUWAvP8yK4TnhgYBXO/aweMZF5PRP3i1L++CXLf1KAXI
erXkhkp3ItFL4I+8Ev3edzTnva3p1acOYfGfDNc0PwyILfrUUxF/NlJc4VhcjIxyfpIuGk+7qPRz
ulcneTmW3aKHaCtzKyLheSDNpaxnI2QtL/1I1yHXkqNZ8J4Yngju3NHJVGyOkoa3SqwiMiSGdSFT
mbqK+hyZp66EVYSuT38QF8MWwOq2mo4dp0l1F8IkNcx9rteNHZsTcOQ29Fs/tpqrZbj5KHnvpPUs
QzNTtSBycZhdFjJtM90fQdh4Wf3OjHOY+FmcDN1i0HH16EyJwCjTl1bTiz6yigq/GddvpupsGK0m
w4xXx4OAuVOpn63N3JWh4t1Z6WjarA8DQ2YsA3pusriM/nw/D53mxUXtNfpOh3OBxMmzkLdTN6TQ
t0VnTTGEGT27xDm2cKJmEpZkJOjLez+1q7uVpzcLkzYzrdDq6vWlu2jSwFx5TL4EQyPsPa/b8LFM
Nf1tqzFw4Y3AESKcIWSKsNPNCVhUNEYaA2p2PnOZxSKSuuuKIMbQynlb1UJ557K2RBdL1x/ry2lQ
PJlz0bnvBhAEETa69CuiB/vCOP/5Vnpc9rublGVzkTeIzSFk7gj18OFkikGWzo68IedV2b+qUeVf
irVsXtse1+rXjwZ7HedQEixgYx+NHLCbW2u3F84uL2vtbsKyDYt0zd+PVmkzYlEPPz/cM7vDLb6A
NRczRihylCpHx+vQlHYsIfZuXNPhVebnMsPKYPDmSO8IxAkdIZHATJmAsyA0ctnfmcqHJcpUUIkd
I9O+jFvbbZYYp05GYIPsCaXD5jeJtFEu040FUYrM4FLrlwj6QK4e8MLLTtFanw+nECBs0jKciqiK
kbMdFjyG6w+5om/f4eenpbgu4Brx2c7Gno1oLQL3ilppNi9aUdEbMRiG0byspubsW1brb8YDv9QT
/W+n8wDOPXnUnvVDl/fVPXSeg45o+8T3jsh9QRYAUjk4yKgBH+HMb/xAD4IPIxzSJMk/wLL+SU9k
+IxskKTSf0MSRGsC8PC9J/JeAERs3RWTQdACLLh+AenEP/24ksWf3kA3AyMI1TPWC4fPk6kKNQRE
wAMT6i1EgcncrD9sJsMTqwSVZy2bDZMIjNc11OCBabtsSa8utHEJS31pVWTrI2S7qurJkcKgw57D
IVsTZiOZd610x4I9HLhi3c0W8/XBLbVzLy8HOLrDuLyTQbAm+NG0gxkt/Vh8aJSXyh2EwMssyarX
SymsJmqV5y6hm/rw8yannO0Qz1RK1ZJoeDaV1iOWeMWPLQnxnbXek2Smg+qhFbouE7P+oy1BI/sm
cfmCppW89MtajiTOjzaQljsE4qx1euOun/QqOM+san7vkvles7kqrBNaRFNVVLWTrVEUUSqFFE23
NQEDM8QdY35IjYA8+Lyt5neG8PXz2SjKKtJXo7jgr8B9LPTGB/KUzc/exs4Jmd/l94PpYr/TmkVq
RE7qmPlODeYsdsY66O+RNNkfUHyTfTLxWn/28ra9sqfJ8Xa5J7Um0hvc4kOFW7HArdrX3pLlh6tv
XpNWSRNuQzQRCzEU65Bxc3oELn80Xs9mh5rEBuAz9d4MWyNJMK1URp1GcCa0T8EsRtyBSIOw9+k6
+rvOQt5d4y8jwwqR1R9mZWVftkmbH9Zuk7w0p9rIwwS1hBVna6A+GXS1FkwF0+fZAeNbr8epEH/g
LxFEMNT9Mc6NQlCs1cqZmdFo+afO1poi1Cqnt6OcjvNhbIc5j3CIwsRozDux73sn/2M0E5xJ3RRy
kkaMoRvOiTnJva2KCtd1LZiSaEyyLtsnw2i/cntrrs4ylU2X9mJjHcEB1vmU1+azjp6J+aZSB1Fg
forY4PDtEXXv6vzefO+Ymdzl3ESKW9vcIyc5RSR93mwj+9o0ZwRYsW4c2xWV2OanHbXavnHaO81b
BTy3CRtnp9N2fRZs+1I+Xjf88c4Q+vQXEvpLK/3/BfQLwvbPVvs7aOmq/u11/qV+uuI/fur7bMt5
sdleU0WhOt6QEeqsbyu+670AoYAIbhFt9W3s9X1Iz4r/mJTn4Znh8PrwJP1rxWdq71DdQeTeRuze
r6z42150AEJRbkH/BNiFHMqc9zi3QOZjOuJnUu3qBHvfZh2m2O4rLw9N4q3DAVJi3Pq6h0zJe+Pr
w5vcKuSusUTGQGjVQ+x3c9ZvSv5M+QwThOZfu2X2GfLxcJllLW+5JLJ+KGayNMfgZcrA7rItF7V7
ct1/gKUdAz+bUhDLRJ19FT7QM4Xr1NhGnhh5BWUl6SJtGfq4SvI7h7KHsJcR2bwwpvDnxzx+23nN
AZ0BxuHlMps0tgr6iTgudTRNSRCXXdLoZOUF5Z+mJz8FOrYtPz/Q8T06PtARvDQE85ozAE937HGf
OpFWkV8Fb3/9GJwNtfD2dLGXH56MItsJ0jj7ptbQVhLPCB1Rdc2J2/RYPzzFPDkVlmzUROBloALO
0alAldDrtam0uMMINYbhevUf5J3ZctzGtqZfpR+gsQPzcFuoASRFShQpidINQpRNDIk5MT99f6Dt
c1Rg7arDfdPR0WFfOCyRiZxXrvUPZe59QwH74HXNU990XxqpQaJttX06a/e5O17g16yfNa8fsOj8
kasjAb02O7fLXvOqNFG2nig/ZOUgbqkN1BvRt9qWPPC7qdev7UEz1EDCEPitibOJBapuLsIQcGU9
+eCSn2MAkhsZufMGS7mPhUf9qrFMnHrTF1J+D+enFUvy1QbnAxD8XtKyhsaNsdZoNYpRMWcesDto
Q9dcFneZMus7005foq6a74Vt3SdiKA55XxnkCLNn00hf4HB9qDBg3sQ5ApZiQrK5VOd4b8A5/NSZ
CAsm1n3u5B9cxb6bU/GiSvMOZUGxLSfSgtOgjJuyw1FRE1Z4nXsy/iQ0UKHk+//oMyC4jbrgcEPo
/IYwNni0P6Dm8kOE9qN0zXuk7u9dlZZNh+Ir5DLfttJnh4hlU88NhUtaI/VSbJbPgO0HbrFwHoey
hI8yavdmFz2HvJgAUarf3Sn1Nv3yR5bQrQcVXfCdrWdYEMduE9hy1P04pSlUHyteagB2ee7N92ZT
uttE8qshcn7Au/E+lUQ9rz3TU/N2glF4Y2K3TkiiiF2B+9a16tTiNhHySZDQN8g7jkCC5twfxsHd
KiU1KCSP72pjIEVn2d8VRxbfWgKV7dRKzy81Rk7JYzKNojfokfQOOsifDWqRz3bm3I29e4eASBlA
IZ1vM9F5+8lyH+0ljuUMn29dFDV8B8IqWnr4ERZJ0W+5ee40qzA2+uRBR1cccKOOcQ8/7hlm/Fek
ZvWt58inMI+zXU4KeKMlxfRlmdfQKT6QgHA3GU7HHzsv3GWpo/ld5Uqqjbm67ZGA25lxg44Z5sqA
tRnk12EcTRIcqVu72xgY8xcnMvSdikThdjJKDynYwjtMMcp8buLceXHmHawGwk49EUZWcfKMRmVK
egd5ZBXOAbSWQd9JJZ6RuTDmoCyte2xsLQDULIVxHq2bgWGIgWztG0FL6exNt2FEcbhWDLG1CLR9
sligzQuuuLrOXtyheoJAffX67ZSXiwNK9VdFPoP1HuefQ6+/gHp/rEecceOU7UpV3thgF/FiTxF8
hmjQ/UhOns87rv8T3eOWHOVUB6LP7nObQpJbjhg7GHy3IAEFB1c+zWmhbq3UFkS8iBtm2SC3mmSc
vDiJ9kZaTIdCsgWdon1ClIulYCUvSmQWh3JqntrREbvRtXkmKSSwnZzJLDCn8qWXVIDPtHtPQyED
SDXhcFrz02HxYdk0KtkIcG38JR5VmM+x3btF9nDqgUr3iimhHCDWPHYUk6dcvFg9myyb82ckGu7i
QbvVw+FjrXqPECvTDVlOcVvD09jNnNuHBGNjWNrmPeRVz6/l6G5d10Y3Uxt2RQaJty28O20y7rOU
jaTb0bPhMTC49NJG2DxZGDoS7T8pCiM1Ock3niQAvwYmTCPR5OterDymcGBvYyeeUMsDdW71yxZ1
5l89Emf+6LqP6jyLbZgrj1BwRxRP3EcE0V9amT0XEVsWQdlHGWvKbjl829YR21o2T2mu3zdJxabV
2Rx4HBob7IXIXzfhjszq6Lf6YG3rUik2hsmRMTvNeF0l7Xg95riBLvnfzRypLflSM74z2m4OfTNi
Oh3J1FiSj1QVJb1VKZpshgwP4r7Knq2WnLaVx/1CnYhQICJP3fRlDkImvhKmm/hexY6XafPUOPEz
nI2nJm+eAFcx9mYJycVGkTR2WCduzHeXbvySJfW8f92nSuU85hliAaRPgb1PWCQ1ZVMGFeJAuzSy
GLeeReL2yuM4CRaX4l17Iqv2bjmJzwj4ZF/ReJiEr4bpdMCs+U9o/2KrjwbKeiY/Far6fSbQ9uLK
DH+SrgODtIR9obccjfWofTCcEmKsyC3tgCNSDUzRGT5qLXNJnm385BocguS7xY5ilnFlLuWqoWFp
h3UrkQHKdSXAJMndZo3ycxqj+JPh5jrO42UZdDoHvrDKJxvEM9sGBMUHE0dNrHlm/bM2JzAQeixj
b3pn4qQ1hJKjoaDg1AQum5/UOiXITT5Zs7vpEKkTHzH1nPS5cY/OAefiiDsiaHxh8+RN5bcmi+OP
QimyndVYPz1PE/Ckc4wCPelu9dhQn0bTtG7kWFf7sFar75rijge3CKdbJSP5uFXT+FlGivicqMpP
rRZdApdomb9UzXKSHLOy0wcN+uRQm39Qh0JtSzN6X0RsFqxY2OEAQHbjpCOUqg3u3ql79WlIs+cR
fTDEslA+LFnBBhc2ABGSwX3z9HotErfe43wFJIP8si/V5V7EPfcmX4KN3LXujJl1WDhsg4oDw+Bp
v9Vzq7kxtVbxpRw+UuVIfuBitkCoOCNEYt+psioelCJ9jrDlvK4i6gztUsHliF/ulOwRzSmKGbYT
AeV0H0cYWz51oJeu0j9VRnfblM4vM86+F464ERN1gHkmSpCIKmzKIvf2aa/qfpOw4XSOuH2XQOYp
McrAhlSA7sF55GasVfFhGh0eKqHbbEuVDA+b7koX/UMq+3yvZ2q3bUdr/KQP3CFykON1UXGsE1E+
oYFKN8l00Cj7MRP1/KNLPFjD8XMSMX5QQ18q8hy+Vi+bdgkwXsOFQmueJls8A5iruLMk2B+S8Rcy
4Etu4DgyBgkLtIhsLq9CrAKOA3Aj56lXjHO8y1zOKttRHgda4tBMX4akQfwocUiCwK6/0O4rMe+o
YcTW8P2x4BCqhObrAJGMGQpQWqRsHaf/GCfOtm3ja8Ps70ORQWLTMJnAxhqJiibbEo/c2q3yVXPq
p9SMD44oyASZ3OezaRCyiZT8eb0r0NlKm/khIteDs52u+bGUV2GLtIHbKhsjVL7x2n2wqoaCtoso
w2hd45H9RZPdH6meBVrkUM9kWfdZ+FI18JviPLnGo5UwLevHO4yZxXU+sZeLkIObrOnVsMTuA8mw
zbLmrJRSdMGpkxqTssszTkjZio8TBvdYZiTcm2BGiRoBCvnJIGd/gB27ySuBLEI1G7tO0S/oH715
oL6i7SBu8MaGSbKm9ZeVAxohcZUttl/KDkMLgjTNvpqd6CWFerzhYn05H/q/6jOuJhZdBFgrJCBY
Umucn94Z2IiFmbItlpFicswrtPfmeyP2op2U8/fOdagMcKvkmXnoQ/duCSf1mQM9B93pty0PAA0I
or/ETOpACLTMckMwMBnieYy5SnPOkL5wryZ8d3Asa65KPXupq+bJwFGITCTvmtS4H3GN3ngSolOS
VERBXPtI4GW7vjXvdZPQcQk3FYQPi5wgXKrszkTnkqD4O21iSi5EbTxaXmO6HvUMf9ZdaNNsEYX7
SYhGCbSB2aZodlfN/E0eUk9jqsnH0tONZCOHBckZLWS8kGv8r5uRN1c0cDEMk6rg6R1Pgk9sqLkP
FQdrzl0M4hUSozcpS2AHtIxOw4ITwMu0eyPBiMvGJZrgObyOEEj6S6bwXSm2xzLn37PIsv9ZveXw
Z7moGMj1r1q+Bob8f+k9/P11S1nj/5YKA4yV39b5mwILd8HPpPnzKN22/MQ/6Tb3X2TGcFohkcF/
HEHJ3UWAAfwomHF9VWDR/8Xf1MgGQKzC9GtRGvkn3Qa5Wuc4XpIWgIr54fek216x4r/vSRRdjaX4
A6IcUSVClONTvpz0VJ3cXNtWeat9i22qCmNrjtBJOC8hoaDXxyNxRgggq7/iqqE+NKYZXsnEdm8s
r642bOAndNwJG2uxuJ9pMvxVSrzZlirLkO+GTMs3g4WEneyVgbL73O3mQm1/mbqgaNxFlG8GHg7f
BQoot1Fu2n8qSZRm1LERRBlHPS03o3BtrN0w0ZtcyjpTl8f7paxVb/CIC787UpsffpvDE+m79eW3
DAspPI/qJOJ47prl0mQRsPRQ17ayr0NKGka5zYq+QoAeIeQRfNyVZOfucsXKD68tv2ub/c/20P+7
EgSoAvw2HW+21ANiIf9r18kWOZdOHu8sfvCfnaWTrcZYGvwlWSxqZczhP4lsAwECQMIg77CYcxDa
/C84p+ZQulz0bVnqJowGj1/4z85CgADCD8yPvyuX7xMgeJPYs1k4qBxAX6MUTrb9eGfliTLht66x
s+rQQc+f59j4MxqjNig84nqJb0NyPRlN8i0bcsvP4A3pOOXqJomMNB1zn4LeE1E28sqzQ4wb5Ycm
k5+0Qd20XalsXad8oOSkHnDFuAeu4LdpOvnvX4z/P5RVTCbv3/OFEO/Ojg745a//swrtfwFzYCFy
XrOU/l6ArLh/wQ9AnZDw+e8iy9+VFIUVyJ/AQkQaAxmI18X59wpEbZ8yCwtmkQFczLbfR3g8XoHg
ZaidU/ljHaIAC7Filds2yCGkijbON1psyUWSt7Sz+7Zxs/CLXuSl9iWO0vL5t5E5cXCuEuoElQBO
CfIWY1F2GVzB42WfjFaUh1HmXjubj9Hm87cPdw/3l2zlj2uNb9tYdcyberOyLTT3xebpx2O0+RBu
LkTHK7O7t00sF8RvtZTJRn51RtXhWu7un24fP6XbT7P/nfrShZqNtgB7/vsCftvQ0tffGqpNDLmR
lnCvbwBsbh/jLZ3Jt5e8mFbKvG+aWVOokWfU1LRkWkQ4bKvy4ORoFpBAt/VXaQUft5Wt5wae86CV
5FtyRHZGy8fDiQQECDTzWuTepqv+RugQxZ0WgLowk2s/RlzQ/x7mef/xo+cf7pqNd6FYdakJYrOj
AZ5Uqw8zep5vfsT+Y7u5Q3vur3Py33aDnf77JLLiIfwv7ovEC9T81labVRTOY+457aF0TIxJUTAE
fQrOAEFW50K96PjdZr82RWkPLgJMAWAxy6f8tl4qJUSM3avbg2KF5WNkudfFPKYBYCtxPXhDu2kF
XkDnN/XqIKFMpCFKStEIQDkaXbAXj9oUkwm+27byoJaa3AMMJwfSd8gW6npxnetO8lcM9G+H81X0
8rdN8dogVLDlMIGLwC1+3CCOHbXe6DoN5nC5dDDXO7NobL+0BCoH1VDzxqrDQ5vG3i5ua+fGspoq
kNyWPhYFNXjfdviJTGlT+a2mdaSaC1J4CY5Kmw7Pz60yhulnxc5dkEO5d+uEkY3WXlIGUVO5h2ok
f54gL3sFISS/UVJR74hEjK3RIZxu6dLlOlfjnS0Mjf/Ksx0lmfexnTmykd4xoaqj9Excjpzu8RCU
LdWsvEMpHSCpuveyLNuX5dDvz8/scSWXVhZoFy8Aav7QW1BYOG5lQvY1FOpc7yebtOZgYYDRKF1z
oZX19tAXeTGeLGhVACfjYjpuZW4UKl1Tbu7b1mu+kl1QrrPaGh46cgXB+Q6daAq5J7hb3Mpcs+t6
LlSV3ImBDcOVd4otD3HxZcrbDvVKs/v8/qYIIxd7b6JMKCbHvcLW0i0T2MBA0yJrVzcEdOZcxPtY
jy9Vbd9ME6897m+01ZkuwtPVAKZ6MVdhEtv7RcdvNwMx3rYZGcvzHVofLdAIwZ2x2RdTFKB7610n
u0S2yEwFTqjpL0WlzWhIZWbykoUex9qMmtSDJ3svu3BCL4vs993OKxgaH2rc2E2ryMeveof7gFq3
Zh8eUHApFyx0RoXBEoPYF8jQfmstp/meEGvVm0yT+qX7YX24cdgQioF9XJ7hGtCR42nMcxT5elOS
5BNqHVEWKDUrADzvDL6DHvlnvfci7Z0jveiuL1uOCBCGEsqMx22iutTkbaHYh74uk4BTN3qqbKqw
snGMm9mdy92Cw7uwNdaLCBQFKQPom2ivO2zJ1fTCm5xz6FJlkBewZGPVKm9rmEEXOKnrDfjaCkkN
+M6YLdLJ466BTokmNmAZUEDJb1BMKjewh9q9kKPyzluXpnRtgaHqyLhjBrwaxbSsR2eOiypox5LU
X9j2TryPMPzTt3XNCXGBtPa2Z9y2IFEg/MKpQpDquGedW4YjNPgxGFQTIhApjRvXyClb4Kpwd34n
vp0qIFAWDwQ2BaiU9X6HDNKWsWWjiByGzZ0VZs1BrbzxQpB7qhX0VXidYgcHek8/7pCCpF3k5HIK
tHxS9i1Z/UCpi+d3dwW4KAc58rGLAv6y/X6LV2TLMvCUdAiqUpsptZUAYtMk7l7ON/NmFzNaKhEK
vFuwT8abPJY7jrWpZUOgsPU+Ol0dfkBpt76tJnf25TROv863t4oqWQVghRYDgeUGBWG5XuZWVkUw
asbALszo3hatstMMythpntfb2iMp21aUFl28xq9aIykvTN2JtUhaYyGskrUzsHQ5HlVQBZqDsOaA
d0aigPdKFvXfWKWIVNv9l/NdPbFMnAXBtgjCQk5Y58LqSc3JfWlDQNVFZAipebrvRRB3LhyKp/q0
iK2Tt4Gei8LMcZ/CShppanhTMCI1+pMRdSR+UjLRDiWNlVfne7V+qAJ0xLGSiUMfEp4HHiDHzcmk
a8nrgfbuo8Fw93Fm1+4nVYnKr0WkKHfzXOTye4oQ2uMQuu7noikNd1fHKsSkssu89MK5+YrOO7oF
lzQvmSnKbQhGIPF1/D3RaGMqMqhqEDEO/UZ/9bdUHJAAe32OzWZbtxOyV4lOOLrl4FW1vYhtNFrN
VK+cgwBHtPhp4NMFFHpOsy0sFQpj6Pl/gp5lXCILv9kAfC5ynbwH0LdYDLCPP3e0nbTLjXkKgOA4
fyDpoULA1zsqY40OAEaP0r2Xu/K2cwZnp6vTcOE0XgcrrBDuRVBk4NhIN6yfXE7bVZaJM2IwGXW4
0QvP9LWhTw5GDj4h7M3kQ0HfLyyaN0uURsmpkHpfqpMcNsednru5HfVCmXChSvsfwuuz7lVAP9z0
WkHV7vwSPdnaoq9KYGbjVr38+W9HZzWIseltawqQ1+uvHNTEAVHI2kFDWFcvLL9Tw4kaK0cn8kcL
dee4LbZ9CJeLzZe1CkYHPIY4pqekC7wyGXalo4+70XGiS97wr0HHetVzslAVRGmaw3sVfcUaCD5H
jlMwlygl1TOaowcd351PRuLiNZaqRZBN/b6qHPFNjYbqI5ae8NNhABoLzisb++QWXS8l85UMkdEL
IdObW4X5XijklGCgNRE/HY+KkjhKNqipGkwmpj9xIafHrMOXY6O0bXNjqNmlN8WpaUAkCNArwc2S
UThuMIQS7aoDLEkrszNf5IUHukmWXyqzjnZdY5iHcrCVC8bhJxvlICTtiFgZ8cZxoyp0W8WK9Tmo
swF4Q5GazQ5UU/2gJ038GVxJHCNYXRqXyGIn1jdpBQOVNKJv0qcrzttYQ/ux20QNksGrTFQuPRwz
s7B3/7CZ3G/nN9OJTho6y3hRQidefCUa/baZlNELM+E4E4LbqsIqarMMIIfd3Q2xLHZ8R7e4Tsv3
BnLLPUbEuGhCgrhd+3TavVFmRmPPgUrGsto0monhujqkTrQ73703l/RrQ5zGy0BCmVrNoRvHhoGA
+AxHHsQJTx0RZCO6pO9vBfEr6pi8EomAV8GcSiVjxNReC9q5KfutFQ5gCDFEyC8pqq/zrwsNARYC
iS7UtGB9rXce5hAeXuKKFtSNqo67uZm6eltBhJ19I1qGTyND+yixP3W3w2I6sqkaXUa+EoNT89sh
U52NWlkiCRI3sZr/YByI0HHoYfWidLgahxAZuirJKy1IMxfvjDIVltzbJgyj918B5Pj+u6HVtPKK
zMLJoCGrGNGanVG0UjfVWGefNfQ5LvnAv3mIc8SZi3oj1zlB2HpD1jWFpUEUnD6K4vgRpjrfEJXW
r+Q45g/wn5yPAH+arZcbYBjOr6wT4QRyOaj66fhMAPtZdXQKB4FCL2fBBJL00XIRDqOi7I2fuRdM
FCdaT/0QKeF0jZp95U89BqsXvuDEDuJ5R99txP+QiVnNKZJCHcISUg3QL87KTaFKOVxTn6y8D+e7
eqIhVjbvT17JoO7WGdxiymZRCIjUyNya4IeqcSunNn//1cULhQiJuxUG5dpgRhrd0CKUi4Ghpdhk
1dFZxhB7SPJfHESx8Klfm0/nO3biPMexcxHAYx4pba3iFV2UcVXHmROUyoAyc4TagjFN6jVPwPDC
++fExUzVd6nTLjEzucXjK4vIyNWyVjNJELftj1xExSfDC5V+69V5hY9c6TTdhdhvXalZjiRoGixQ
m0zmgg04btMqm2pC8tEMcn2u0TeHtwwYqM7Fp0aL65t5KKrPUR11L2YLon5jz4l2X/aZXW7PDzN8
d1paBU28pkkEEidAuFs/dkmPwyOaUzvoW8ihgDSIRlBXb+t7zCxN+05T8Zg5uFbVpge0LJsGnLRu
/cJT3FP3umjtlB1U9NbOhiHxNY3iutxKbpDyCl7B1GzarIndXZ8a7deiSJoOlFSoJ9toQeT62MaF
D6WuZd80BTl3NR5l/WTMojECT2jjx9xGHc13JZJg256Uk32Ioyqs9gpMWcOfdMUcbmJRt64/m405
+F4/OVAMwKD80TR9+0IAWpcfYt1SsJsadPG1VuIcR++8dSCXZrL8bEGgdDapVNR5U0np9LtSb81f
aGcPk5+oIcpxdaExJMOkeE+dl8Oit0xECrbC6uHwj+yMAVp8OjZ+LuDbUrnpy88piJBw6xi9N2MK
apVYmaXQ6hH4zj1tkyM+GIJcMccfGije9mOadM1tD7IFpYnYan6kFQG6nzma8lOGpQoELU+Gadt4
1vS17avusWqLAhs3OWuPSNwof06Nbv6KefQ1Bw0OzL3tZYChUQ0BTD2HOpTJUPCyIwwfLRDryMZH
237SQ2DiqjIhyx3Zn8PKSlGULxAijZH6cCC8hdVdq4a9E9Cn/kvZdahtYNbG7WHZqVpDSGvyu67Q
KnTyyWeNfmMMSrMDeZb/GFSKBQCl3ezLOFgA3sJ66P6AQD1FAVAdTJdyDei6b6EW9MuNtIH+1FVR
3MR5i2OdM48IMEeloFhhmx1sU7iuabiXeeTW+6TgVXqvzkPZbfKi1nQyvaPsfBfXoPBKydMJtLOu
Djre772QfpTHeiCaqlQPI+JXoV/quTS2UT0gizj2AqsVeMkeQGptcHzhNH1+7SpV9nNEvuMXIeR8
NTkC57xC05sS4muN2mTjjuFz5Krls2m0ubaHFpipvhOqSrErJ1d5UiLVhmEks+a+IowgiuhUPoN1
hu6L2oK+sBRjkKwQ5Dq2QzbmJh5Mrf7yv3tMKkcJ14HrUy6/erIR6EU1v8ouRAUn7mkEtCxI5gtz
7Q25EMa5h3qLNAN8+poY5Y6sFgi+jDF6OuPQbSKrKdDbMSJi2h6B2gsH0KnjB+1v4C1AG9D7XOW+
cgMux6BWetByTN411BK2eZbFF1pZjtP1IccZR/94HlJgWQbht4B9nLrWKI1cD3Sp9FjUER9w87tw
3WfoL6LI/M7InOfYmbB7On/CnrpduJ4XkB0lVm7R46ZNPJ6XUEEPYPfX+aZIrOkgDXX+bFWuc8DJ
7Pv59t52FVItNT7yPrw2EVs8bi/EbFXR4sEK5jBHuCbuFRXiRT1U3Y0iYGZtUA2dx308K4S/55t+
u5Sg2JIDQygMNvCbSivlIC3Bcyi9qqYo9XYlijPPGK2pKeJVg4ujQekU3a4DTzUgjhN7l96eJ9Jw
JG4poi2PFt5m64dLO8W2OdlpfmUndhxhN+3GtQ9TrKw3RkScvWt50mkQ6AGfB9QBKmXfm42Rc/6r
7RdTLfAkOz8kb8MYimyL8A0PYot052o2hJLUBvbu4qpuJBXiBYN7M0nNuu6bxP15vq23K4222Mse
BTCciNdY9yqy6gJOgbgqXKPDxTIRO7ytu9vYHLw9oP74Qt/erjTeLBTzGXIy1+Ya1N9j6ecmCIIF
bpKKA1gdF9XYOb81EGM4JIj2YMly0XT8xIAuCUIwsPRxcUY4Xt7oJICawCco4OTO7rjIQZeiNLaL
OlW90L+3RxMurxwYrAl4C28KJ00U205rSS8orUrfK2Ynrtt0ulTPPjFrDsUZXFXYrEsG9LhDWjjz
WKg64DJqqnCFhAq+qEO/SwZ1YJdq8YUswqsF/PFZSCQPGoKqHVuFbPxxg/A2jWHk1UZuGL1TUl8u
xx/5DKO+GYfauMeIZIBy0AoJuRPRjPCQxlr8UUJl+pQoJnQbdxgp+qVhA2lqcmQE1c/Is1ukCQtr
Exqgcg+ystr7VG378M4pJvN7i7/flxmxqEvQhhPrgRI9rz1KdwAk13XmZNIJLa02RIBYHzUQGkhW
7RbHOWczRbiyXLhITja3gA88mlxSeceDp0jXg9kkwgARF3dCsa7IlR1Z4+bRzHJcds7v6BMrECgQ
BxH47cVmc7U26klDxCvWwqDNJeFl1NvfOztvLqCATreCsCQgIOoy65qM19BChmhgUCJgRjAijLT7
oo625l5o6MT9gA4DuO5FimE5EI8HTzhmX9tmFQazkzjzlnAZZd8Qwm0jUfjfYPY57Cp3jD8k04zx
1PmxPDVzSzqA5yvLHk/p48ahNRhKL/UwUJU2eSQiavUngebZF11pzOrx/Y2RGuSRxxsWKNcqGxlJ
Nxq8sVcCpYES1Nept9h21epVr3mXZEFPHCAsfPK7QB6IMt4AYlDKFKYGjwPCT77N+rbdqpE+7Ntm
ep7YHhdOxROnPsUKEJlk0ij4rsvJltq2o5drSkBpPP6oqzXiiLOdfZBg7jdF1StXjZbbF1bO24wO
CBJS+lzvpHOQNzuevLaPW5gElhLoVW7jBYjzX+iLWpPWrrNh2W0RzbQXF79i+KnooXvQpZzMd6e2
EakC7QCcBVE/srDHHyGK0c4tG6IlictcC+IyBLLVR9Yw7I2sn1TEL6NI+m44NQ/nl9OpHeqAAP4r
mwSq5bhltmLcdzJXArhe9k2ezgo6ioN+oX+nWnHZm9S/CFdJmR63IiGHWQ2+RoEpJsTcBupwCEt1
nnQuNHRqxWJcQIBG6ZsCxao7du+ZKCfEdMchm5Riu+N7Sf8HZMfIb6L8Eiz21M5nW+CoCaISNNKq
udZL0qxCPhisijS3plFKyk+tvZnS/j/YHNTQl9orgDGWymqJuBYFbr3LwqATLcCtzk27e4yoTTCG
eYd0U2FWdC+tPW9/foWcGFLOUwSCiX0xsn9zCJQs/Xamj13YtgFp2Wwza7P9JevJz5BsLXbn2zsx
powl961DjWCRbzteK1ZGUn15TAaZBv1OD7V0O8WuQfJRXjSa5let4hWKLByjKqpBJDlXe59SfmFo
GS57VWold5lexNed3V/y2zrVIUIwEnOACln7qw5FQAOQ99KJikQ23rgybXdRrUV/epFVbM+P3UoD
HygmST8CFqD+HGko0qx6pGcVWslZ6gUpBgxXJvmVPTxoDA4bFZl7NTSzbQY/18+iDvyc7PtNBe3q
W4Me/gHKo3sh/3niWsb3jNISgDVu5nWqNSOxgdficv/LSlAodMvqUHZNfx2RR/MTBZo2eglEfFxo
9YWxODXs6O6zKZf98qZUjHu3dLqctqm1NOmHwR6BQ7mFCV7Wxveuf38QwOuIQ4CJJmpcz3JiJFWH
KTjRouJVV7GNTN+W6Ro+DdWEgPL5eT61J1EEWkpcCKexfI/3yBDO3uD2TPPsAHLGV0LZEPEYkNFa
nBwz1bvQ3omkMpEplUHgwzr/rGNhW+mHrLBaL5DZ3M6bvNWN3O/02Jx3U6g2yt4uwyi9Ic0vxQEz
zb7cobOQ1ORDRzStz/f+9bG93reUutGRYlVxqax2VDqY0kxdMwxkOuQm5n5U3a6bMi9j5NMb0q1x
hvMR/nZKP26VTIibPk/HP+3J7p7iykU6sO4yO9q4Y5Jq3Atanh/UtkOti7T6sOnCATbd+W8+NWNL
dPGaml8qk8czhu9jNKIEFAZe2jR/Vp6RfFeFKL+Dl8umbZH2ln5h/b/dezzFqJQTFWMP9AYP5bDP
rVjLXUAB81AfTNlr30MLwQW4W0bW7mSVNGILKMd8mKX09AtL5u2Vj9UHJTKuDnV5567uq86SAklK
4RJXGbCDx8hOnb0YAfhduJ9ON4TxGucdT5k1LDcGk9u1kesEdRS5ByXOiqsOauiF7rw9TegOtwSA
NZItrLnj+YNR3diilLQi4myvzb25zRtQ1OASxwvL+2SHeAJBSwKOCPDxuKl4KrsYBLET4CTk+B7I
/aDS+84/vyBPdogwYjGGWFgaqz0E/FXFKdN2gthpiq30tBpFFdW4cpTm/VESY8dTmmSktgCSVktB
R3weT6OBVD9Hhe8W6rSrvBgvUQRt/pNeId1FvQn7Nbhtx2NX5ATY2Do7wRyP3zTAQkCkB3nAmHy4
cLW93dALwgqdQWJmqrHrkD2xQBnO9ugA7Crbq0Qr3L2ai8EfvUKHhWRY7z5A6NPi1wUMEDjZOrcS
xoaOLSD7qSht9bpUQ7Gps1nuCkMivGGjo39+fZzoH6sd4raLLZQLfHQ1kqKICRxajg8nVT91lLrv
ebfV8kOY99YvFYEt/cJL7MSKhJ0AeBPA3sIfWs1dNLSN6JTKDWKlw2e6HMoNFXxnO2FSf+FsPNUU
E0dwQKiJotmqc05btuDHDDfAkMq9jq0WpZiOu6Iwkf46P44ndjNZQzbyEgItIeDxOAqvNmycgd3A
6MnSto0UW1T1hwvr/tRs/dbK6/39WxXC0FJwvJN0A7YG4EtPn6j5Tf3j5CZtMOa2/R+sRhY9GXH8
XZeg57hXA+HbRDWXuSrnYmMWpXc/2eO0icYSLVmMbt+fY3FJr8C88FgYpJNWh6Li9g45vtINnD6M
dohFdXsbQB5VrvESz2OZkePogiQwrNSljE4W2Fs11VmpJCAoGMsGZZ22ojCFaTqVnXwW/jwYeAO4
VJ9rOAQIkzX6H+cXzIkYnvaBJ5AFAVxHveV4bNtyFrFhM7aDk5oV2kaR+NOr587cisR1Mj/XbVl+
mmrRDAfk/p3FJNuQD7mty+uKFBnVZgTYL7nUnAgnOAtAeMJAAVO1jrkwgE+7ZjQc8k7WVG3AC2i3
aRM6P7uuloNP2dmTGxe7vxettigBnx+UU7to8eFBNhQ+yhvOT75Ao2uPgNduFMTrMmSYIPgqV+db
OXUssLgQnIVhAz5kdVHFkWOOiULZwRH1dNd0RbpL+wlxtrH6db6lEwH1QpvmpnrlEvFeWE0yW2om
weMGQB76j0MBWMPXqHMgzYan4HcTBapyk3jRcKWqPLY9Ddk7sOaXikgnxhXyIsZR1PR4ULyJ0ozE
gPoyeZD9Y3HXiarf9FPxbmg+IrMqlwnVKjQ1eREed7axTaEPjeYF2KIm4Wt2BBT25LbZhUtrGbXV
1l2A6VAsqDIs6abjhpAIXXAVURhAMihDtCkVdDCarBFfsyy0k2tEwOpbQ2vRnT0/nyfOXzRSAE7a
MCzfVj6mhsp7UWasz0xoH1pG+3p04ujWjJrWLybXPpxv7+T6WfCGQPsYVerOxz11Sp0YUWhkSUyj
/y7csLq1ZYyknEHtIB7CcWclxKgQUb2DFGm+HzBM989/xKlOUz5g/UDcN/V1+mTErXuWCVWsrrHE
9xEZb+9gO3nqbapFNH7H/5jFhYvnxBYlBF8UNVy2/BtUGmmPwUAXlcpg6yDmMsdInJVehWzWdMnB
71RTtEXqZjmGiZKPh9iwpv9D2nktyY0j4fqJGEFvblm+2siMpJZ0w5B2NAQ9QU8+/fmoc3G6WYxi
SCd2dmJjtTsogEAikfmbNm8twR0HkOFzGnnmr5rgbCHuaoVyY+euhFewqv9vsPmgvrrAVbUfcmvk
FWO3QjV3Cln4t3ZK68sAfCz3xRRq7wF7uI5fgBAezve/5FoY4LkxN/Zn69dlNNLpPZroNblnBSX6
58hM+keYAvpGyry2oLyh5kCjz0WZ+c9fzzEhnyjbkfA6WtXBNKJwN4y2eRCyDDaWc21CVEppIQMU
vWXNmCKcJjUl6wraWF6SYIr2bm4UfzEKEMz5dT03cm9AAU0Mxy5P7DPOXuI0JVmxnyK5Kf68ds7m
tiBpsTqD7hcbkQL2UE52Zp8LHBjg2mn1RyxQPZ8DTk3PTOxdGYziVOpDtMeeQUUCVcUzwutpWpqt
gqBmr/mOI6vnbBZlDabY2viya3GXOiF9X15eqIIsfmHQzamigJDqxTriSkWWIhKBq5tQD4NmuRvL
vhr8Xg+3OCxwKbNIDUP7XHad9iNoTONfjio6hm1R9fYuq8zkHJei+ARRwCyvgGc68+AFk9yChazt
aNhFBLO5SUxW9HZHF6aOAofd2Welj5uvntBQKdVl+C6xcnH48yPqkpTSpprZHstoxJcXdu6ODrRO
xdiBKpn2oQDzeH+Uta1GoR+lLT6lc5NmA6PuI5cwcxZidC6idvW9AViLMkeRv5dmJzb6NSsbx2AD
oLXHQ0K7KRBDeiub0gts0vqpfQg6hBKqKVOeWYFhN1hWDn4V1/b7k1z5arS+Uc5CfQlm5PKxpCde
EGJKZJ+NJg38JC/1PaZJ1llvrWgDRL2ynnAQAM7MvRMO73KniqlD6ELw1SLk99B6ivZdWYQn4dbJ
DhJfs/+Lqb0ab576qxCLjOcU46PsnEM7Qi0clepnp6gHXgj4Df7FUHQzMPWFHEMK+XaocnAw0wh0
+5yVcYa9XFq/66XSfy7sYGNSa4vIZT+zc0GJk52/HQnF21oC7AovfRF1aMyij1vVbvMwoTq1i4Ff
byRX8y9fZJEG8BVYl7Ol1k0W2UWZYkxGE15wbXHSSxN0+edZIqtAl9Xov7v24OGgQj0yxPza0B+a
pIsv9xd33hc3P4GIotGbIqFdVucaMajcv254aUt0/a2Sxx93kNw47StJB6ELNjLSHTMWZLFbLD2N
UimNkCSjKR9R8OiebHdynpzKth/DoCm8PSuE6YvTeOHH+zNcSv3Q+6CLR49W/W0EAff67VdteM9n
ypCLi3AKT5IJgLumG5S55mNb90CMNUxQtd1Q8ppEx6UWwdVKOzqdnZKVBZKqrXmqBtucjrMSw+RL
N3awg1Rc1PQtt6zQSNBmpLLTm3KLQrC2cBacGtZu/veyfoRHs2GUlgcwgjKu8B1dcfDLEeJ9io/2
1VMBK7lJrR6cMXP/InhxCdBpmoFdN93EwCmC1G0G5aziTLv32kk/BRkeQEkx9BubcO0cABKaNRLI
om7fGBw6NcNj4JIjfe6dJIiPaQfSOW2+24Ghf3c7Q/uGTQIIlEiY7mOi8QLa4M+uxWr0wTC94O+3
nS58UZvKjFpxcbUhOnguMuOjE/6vHsW0EWVWriJQAzxl9LnJjQDM2/0YJ3GommMEsMYrW9tHXR6a
VNQqFdazGeBIv7O9pj9EQM23TIlWAhz1Hh5QVDfo1iyfrYhZs9m6Wjkb1K/bJ/wZY+mjb86bv+DP
PtamaOXGzbSysCZBdYa0zuyMZa1jEBEGu3GinMFIf05lk39GXPtz1rjdxhdcW1dWkwQQLBFSAPOf
v76SHKtVNL0IzmlaDTjeIy8uJricV9k7XeV3QAtyUBNFtvUmX5shbEaeAXxOOg+La2NUtaZt0p7m
c9oId5/g3YuVp63FmAUM1bSRAq+EBLCCfD2Da4OwsKgdOa2ScpXQbq6GUg9PHt6xwnfHzm3ORWxV
BZpbrv1LOGn4T66EuBveD6erw1PRxsmH3sBN8RwfOUyDXDcAoKErnzUvg88TOvWI6RxpxvDYwuTF
stWNi+oip75TvtwffyVWzNo0VO/puXOGFtNHgKjQxioWlzjrnO5f+BSoYRfsP0zu9B7iQ+k6cQ79
IUEpqwX5j6mJV5d/Udif4f7AIPAmv4XiAYSTY4JPzlkZ6vAhddH/d9MWqpATZhsHaIUT7iK5Svwn
YWZnL5+zRe6myaQ4yrmSthI+eaURqkfkS0RODc0wL4VTlBAQW6VGG0HYala/eFkYY5Wph6lzxF2p
ik8OfMmrNShK+9Aryvg8tPR3Nrbm2kHgyxDauHBvXylW1peqV4UKaOq+tZDHS8LvStdV5i5IKpSM
7u+EtWDGJqT1TDDlYyyOXZYEqFslABRFbvMwsmRh4bEsJuMSGmX4I+L8jMf7Q65kS9yIgMV13p7U
hBYhhhwHvQOkPi7mqGXHunSK49Tb+uH+KL+lUBdJmaWRjSGGTDS76WMm7hQNBZ7RF1E1IvtXhokW
PdSWhiF5pU+zVZehh951bLx8OLWqMymXou0t2C2At+JLqBtp/CJNU8T+iCNg/xDkXYtZSGQ3u8bo
Sms3TrEzQuTAaeGqx05ZfYx4rSM1TBbW+H1WDmQ1UCC2dFpW6A0wPDk0oHTpBt8c397UhgSAa3RR
vNTwLviOo+SvzFAXX46jFz61sVpWOz1AUWWHRzgrnFlmrR8NQ0mfSy+B+nZ/tde+KbUizjKipTzT
5k396tqwNaVWe8OOLpoTlJdI2uVOpMD57o+ycjTIa8Ang1mnl7UsXEipu11lu9Elc6z4qpIOv0+a
qTw5Ua59uz/U6oSAN/CXTcBYXkdTFldRNbHEehgOpwHgxU6DfrixbCu37fzP5phDlyFDXMThVMVm
k6pldGlacN2KU8lZtxowQVHCFytNvXkKNVGe/mZuLOJsqIvayiJ3SqfOyGXDAdRDLcx8bzSVeF9I
N91Yw5VbDmznzC1AdQJKw/znrzZF0Lt1YYdpfElCwZOIOVKkjBzdKP0syYPh5AVuVD5T9e8+o7oS
/zkgmvcOE5ydCJCdWgaaUGKPbSbotZhjxbMMufKdzGT5nFdqcM4xgDjfX9eVWMpU0RqCJEJxZNk4
QfMhLKmkiktmNXjLAgs+m1Np7KNRjC8qRtMbu2dlPOqZiAEDMqCxu0RqgOpyICHI8JIldXlIRWz5
fRzlJ5SbhrMq87+4mVD8hc7rgi+9bes5Ro8Eb1CGl7GrwIPgd3McCeVH6KNb5JSVk85Q3IAmAANU
5RbXEqE77oVMwktt48oWSFt/wHtGu5ToiV3uf7XVoSjXslVnIMryJYHOqZYWOq9DTNDz3RTX6UMg
Q/eqZG2/QblZOe6oYVITnBUBacoubr6p0LK+axNxmVDnzR+6OjAqv+RBaKDnPcEwHrHiDr5aWTOJ
l/uzXEHh0WUDV0ZTlpzvZnNqs0GYRXf6UuBkJ0+ASCByDq5X/FuLRn9IBhLPYzvJwNjTNB+R6AX7
Zh8dOxIY08VtO+4UozRfunrmYMu2dR5bm//igP9W9Bzi7ym+3P/Jax8GiL0GwYvqAxXAt+EjgZsE
qqXzzr20wh2u496ZKlB65eWzJfq3VqOmwIFO1tzCv2UPKSZwCJq63gxj1p9x+jRJhIv+0OlhgQuy
EIc+q4eDDKJoLyuh7iQq8xtP2pVwifoJXXNSP26EZbiqa7evYozZ6buW3X9FMXRXNDLMfYDM6G40
o/6ja2W/glh2G3tj5a7jtUd9AswoT75lW3kSVoGKLQ3fpAuaM9Ig9ntn2DaJ1Plei4SMjAXzPxMh
8lvK1DCWrTHg8w0Gy0xySPaKiSlg1LTiiMNy9Q0YTPzSZEr3YjUd/wMzFjlvTVEUxVGZRGKfnGby
xEY2uhJEKdpBQdfQ02H9l5ehltaCzj1Y2arC19AJp/9sL5yQRBqFX45B+fX+rl75ysDQWGi+MCos
N3jBHp9A26bX1Vf0XTz7P0eL3onKfpKh/VJpxo8iB65yf8yVuDMTTx3uYTDBN6/duocUUCUDAOTQ
KL7VQTbuVBchwXBwKNNO5b9qYpsbsW7l9HJ0eVhwcGdK3mJdbSMTDakvZAsv/kalqdnVCE8hqDNV
G+dm/ict9hWp4AzmprlNq2CRRNmVZSPhbNLYjswu2imNjuxSbcc4s0vJacO0u7G6fSE0+TOspjrY
eVml/Dkcjjyc1eWT0j5bBquiSpUukhQUtFLRM99JVPu5dqwAYpDdyC0brbXFRdpqbjJSc75JhK16
ANJqUizpozYFiVKEXyoLT83I6OTfTOzVUHPweJXE4fvZhUPWBeeojvOTbJVvRhn3x1FL+r84iRR0
IMshfgTHcXE7ZmhD6HHQwpnJBuVS6kJ9nCqCgzsWzc4davN0/1SsLiI5N3tzhrku07XSMCimpTI4
Gyqm8z7Sy2p70Osm+2Vok76F0Fw7g7yNeLHRGLntnUW5KtW6seF62FYd+s0QZfGzB1YE68FxLCmw
xDr+NohPRFst6bWJkoYDTibIz+3It5/QMwa7F6iWnCc37g6zw8NzjrPpzihMefjzNaWCR1vZAeR1
g8lSBmwsXQHvSRZYiLb0WXe1GapnrXW3KsBrswIfTIUEXChopcWxb3DMKgGoO+ek6NP3maqFnL3R
2XVTKbcYHGshhsSJtuDcbr3JtHvHy5NJpTFYmq3zXqKYcGkDU/0ANB/RAK3p6yeeWfUFYmn/rac1
s/W+Xrs1wFJaKGiRo9z0k0MzUSYMXXgYiiBQLxhT5u1xomzyS03D4D+J2nS9D/vUeCFbSLfwfGtL
7f3WraCwzy9YbiB6eLQdPOfsZGP2rsns4Yg9Lnr9YMhf/nwDUX4ExgPHEQTu/FNehRunkCKyaPie
i7YLjlVsTHvZRclVrfW/wGjDpaR+z0B802XINvSRt5XCULXnTo+ljSllA8htJ2SMj2lSbW3YlU3E
4s1gGnBgt82R0IrzNsJ37jyjf2uwX9b0WYJirKhEFeG3EUNkmsA5mko8Igq86Ovo1/3FXUn0ACVw
JRNlZ+bT4siMYVNNRgFwSC8tZ1fVTbrvULY/3B9lZbfQK6RPCcICutOy3Wa4yCDqArh2O7jOsZem
gEWgD6e4wnP0/lC/U9PF3U/ajjYY9IEV6QmRuW1htZ537lo16c5WHyVG7jf0Nn4iGtZ7L1qZBrg0
tG1a/QqVxnqcBjN61srAKL9MJmI8B7Mrnf65R69oOPaNHNMvSt/h8Zc0Iz7QqMSE2VOmieyfoqTv
4kMImp7trm6VHeajyfTYlZr6Dw3gpjooSIe3p2kMxn+9uERnIwpq3Tjq/Sj3LZjQfNePjYguRYq4
/1x21pBygmIsrmMf+JWXel81px+HDwjzefUOUz9TO+dRnf6jTTVuEjWkccyua6/4rzbbFJBzWZfN
Ls5yHY07O2p+KIXUA1TSWraSK2vx0U7ccfCxKTTzS9p0sqPPYJYRmD8PHwu1jRsASCptsoOWldbk
u6VrPsfeGCcvaOQZ6sbeWMm24fbx2OYUsAGXx3usuilu5zNHVUvZ9X1cXhQjRggrt6ZLp+f2n1cM
GW8GOiFqdKsSEpGCBlYPPdXqVedDgfPGtSkBXnWqt3G21nY9MRAKFbxO1A3mP38VuJoOhReUZsOL
sMykODottrY7LQnd+qhHcb6FQFxJJ7j5ZmMFaFs0W5dHWQJ24O2snFuAQUeux/CTNeKwFyPfvI9N
09xTOe43jtvqHPmnzmKyYJuWJ1vaFV4tKuz7vOvrCx8veEZDy34H0bk53D/Za8ES/jkCuWhC0ahb
PP5rZzDHvsbyUgBY6egI6SFFC6uKbFR7qtjdG+lYmLsoVc0rdCvE2GLhGPJ8/1esTRjc0dxyhXJ8
c+9DTc8gSlAtLEUffgYtm+/MqXK/ZIpeb+zU35foMpSxS6mdg5gFm7yYcRZVjtGgrn2uSATHf1ov
L77TD3VKv0wjUxzTdOrH4+wPnT5MkRI/hg0NND9uE/trgh7/c5aWXnMxUkvJ94im2XRvLRBNUJAU
M/4QhbaX73DSciJfEW31WaZ54u76ulFRH2vwkd7l9EZ+gN2Iv5Cq5soRMrZ2xYEoFX6PwMlDFQbR
X7DNZrF5bzaRAJa53McDNTlFszHE9tTsc5IY3qkcbSSY1cHY+JYrl9+swcE4SG1zBc8n6s0BjXUP
wQZOTNKkqNtnxN6ijDY+41oliVIzrUYaM0SDZY+iKEvTqzKTzxiZw6MsDGQxrAItb09jiePcNH+W
cPEPg5187TsRIVik/bq/a1eCLD+BKhKg3RW1GK2lkJl7CscUNYCzYiZp7xdROR0ACmlHLcnDDdDA
yjEh7FHg57I3Z/T126WtJzvp0xrlkQR4O27FXbozPSU6tQp37/25rX5FcmDC3u862eKUyGkwYqs1
lLOFFc8Zda/x3HuVtQF0XBuFh/UM6JpVVZdFoSiX+Lf0gXKuQ3PEQAVgvN6A4b0/l9W9MoPkEFKl
pE4C83bdCleJ3GGkgK8GlXPxoMSe88Ew33U2lW/LG6b/6Fmrtm92nv1oZNYk9iDA7A/3f8bKVYKg
iosYHhGdGsbiKhm8PsP3J6KsnwziPMIy3XVtFR9ITVF+9ob2RNtwS+5vbdAZqwT8AGw5bIy3U5d0
pjIz7OlyixDtdVUJroZW508pKp6YJ+Tyo97KZqPCsHKpoBrDBiUQzKYeixBQ1TKyhwFhk1BE5RcN
cdJD2EhAipMR7Qelyh4GiOo7MXBzavnfMDBmvAl2VTxwbqs2KhpVszYb55Im51PelPle88pfgUul
cSbd/vFRoa4BuAMcOky8m/ZXrDVaqet1cBaTo39yjFHMdNdx4+zfvExnFsQs4DIDnflrPkqvwuqo
y0Y2dDXOXlm7HyqMq9+1nl7v27R1nmVmOJDwSkCJ4Jf++KHB0JBKZi1Hysnk9G+HxsgsiPFzaM9D
J1rVn2whv9fBNI2+k+Oz+8endZYO5/FNS4p2LW2Jt8OFo2tOkGz7czy0Ye9nVoqMIwtfNM/C7Uxl
r5UUQndTXiYjfMMy1f1U73NyasuK4w08y8qy80D26Flyemahnrc/Jo4bWw3jvGPuOdKyCcD97BCy
Gi+xbN2vripb8xjWhtPTVLJ4TNyPGSvDU1GeLxjSI27TRRhuJ2F0PR3+M2mLsSsaCkt+M9m1nydR
91jnoDrLNHWuepu9/PnIEJ3nlyV3+U2zwsMxiSJL1XMBBBUaJWX6oOamHHwzy/uTNoXuQ1XJFlf2
OLjcH/q3W8qbFA29J7CNJNy0iEhXFjsAhTI8QDyLHTA53TWpGjPZj3mg7/VOTKdBq5XHMm6Nb96I
F28mo/oYq0bgS7ue5h5m5aOGJ/7XBvmW6s9NNJ2FqLjw+RvIIduYM4JXh7AwIEaLWO/Oba/YX9wc
Cay8nJwTHITpU+UJ43Nrpv3n+8txk2ZQfLMoZsA45+HDhfx2UKlQyAWN3577uEUuWQm8+DKqY/xp
MPPeOFQI6+YbZ/DmXp7rfSYCZ3RsZj7/ctej567HYdmdvZx3r6VH40GlDH64P7HVUcAOIYbBZXED
FaudRosKt+Zs8SL/aXgif270Kdy4jNZG4Y3GLQReYO6RLJbPTN28iihaVL1rnepuKLDk8bY6BWuj
0LB3VFCyyEcsYW/1WOJIiQjyOS8LZVfmsb0b3crZCAe3iCQ+DLCcWTKC7h5l67eTKSWVChutgbPZ
O+6p1Yuw2ueBrb1PDYf/6MQ9dQYKINbzFBXFexw4C3dPTmrADE4bs9/f/4I3WxP2BjgSVMxJaOgo
zOHr9Xlw4PA7mpxmcYJE942cqgsC5GohfNsrdIXG9zD+e3/Mm5Wex6S8hnMcNM+bJltTFqKrAYCd
FdLT963Z1M9ZGfQbe3N1ZpBlYcJwr3MhvZ0Z5pCWhd7qRAqDbG9hYqwYt5H8SPtWP2mR8Lao/DeR
nn44R42+GkkaWdPilIcDGtx89fE8pWZ88ICzPTp5Ff8zGKL0By10TrpWyHPYROGfdhDnkekl8C/u
GGrJb6dqRzSDQIGoZ0WR5dHMjOiDOdJLsD2l2XKpnP9ZbyL7PBb3GV9vBsUuH4euAVezKZXpDLTZ
PFSBNz42lS3+6Ssz22I73qb9DIbqHTwjkl8ymPkbv9qdAx1CZOewxulTRb4YvS4eyEfd6Jj1Vef5
nYkGmd/UVvO/PvTMZ7fzhneYt3v1Rg5xu2PnBu3cNQV9q9Gyefs73LApO2xPprMu9fw9ZI3mCBIM
rej7B+N2bTVkjXjh6zp/15fDWC1X6uiM09l1xeC7zqDts7zN/NJ1s404tDaj10Mtzn2XNYUVO5wO
9nIQ+6FEZGPnaeGw9czfGmhxESWanikyNaazlinmQ1x18pAl6RbAa3UUvLNmvs9vRunbD9So9TgC
W53ONkL0VwT9rBNy91/+4vO8GmRxwMehT3G6weTHcmOCZF6Mu252P0tiMe7//4aa5/tq4xsyogxb
z/PRlPZDEgbqFQmH8ChQiv6bnfBqVosPlOejZk1mx6azBu2EdlJ2DWWvb5ygta1N+4gyDyVtjtFi
7RLMgUx74iTjnz2+F/ooD40T4/gMWWNjqNu9wJMDkRHIpAjh3Mi5K0osmtrsjHOuJGJvCjBIZltv
kfduJzSPMgclauawpOc/f/WF5porqEncBnDBljt9TPtdbwzlP1FL/+D+Zri9yYDc4JkFBwLw681j
PDb1NEgi1TiPkL99F8fowzjV7qHJsmjfgyfeeDjc5MgUV3UIANrM+oCTpb+dGhkctimtwGnFS7sT
dmjye1HEqA+HZRgd4hSLbx8wrrpRSlpb0bnTgaYhX48K2dthC0jODkoX5hkoqtiDNex2qUa7v1AM
deN4ra0o1aQZEMKyAiJ7O1QejrFUMVo7yzSRF9G0yedQ2tPjhP/KL2+k6LwR2edD9PbWBC1H2sd9
xt15IxhtIf8blQL+ao+p2w/U7R15ha4OpcIoswJNZ1wWrFNaZbgL0qu45KZe/O/+LlpZ3rkjTZ5H
QkSuvrhLA72v0zLKkRALNMVvPQfryiTQDq4b/7HSG10dTgeblvz2tjU9joI+WwixfyoMcYLWZ+8n
1uZwf0IrHxFyD4cCiC3dgCXyFRKrlXVcBuRb0qG5aCEGUlrtHuprecIZBE/W+wMuAgu9ZK5m1FfI
ksEuUcJ5u2sccAw5PbL0Qm3IfbQCBLcbU2y9UFdGgcRNAgAGBoj0sl6RVi0mrHWawjhK8mdMNKv9
VLhbNNXFGZ/nQn5B8k3LiD7czVxMmSQl4NWLqeWtn7aJdkCW46fTaVPpmyPqOX4IlmNjBRfH4Peo
QHp4llIFpxO9yMnbptHgiVTppbei/BPOOvW1C7CdRTk5Ljy/SORMhG4jcO+IBhnvE5eO4N/8Bnjd
7M2ZhbEEjyqGOQ6mOaQX9Kfdj5ZByohPl+PLMIh3djRVT4riSd8e4+xralbl5/ubaG3hARjSkKQc
wIt5/vNX90aZ0rzuiqq40ChHo3PsjW+BY0ufDLPZ6YqeP0FvI+r98agGogAIIIA0QEdosXWnvhpq
b5TFZYIu9yFsVP0k7aH+UquD+xSXya8IFMnX+2OubGT2F5gDhzbdbf1JK/K0maouv3iFNN7JQpG+
UNT0fH+UlS0FgIILWKfaBGdgUWlCawqIn1TyC9rB7ndXxnFy6GWflGcyG/S6Mj3MC3yZwtj2k8JD
oKWsgyr6cP9XzOv3Kr7PGxskHs0J3io04pbNub5xvVaz0uKSB0H9NTC7/435aPlK1Oqf7o+0tqq/
YZPkuQTy5S0ptHLCbzErLjIImqOXhtZxMobkdH+U1fkQ435fFRTH51V/tUtFHYnKrKb8Usc8nmmi
Vn5hBA5vLeUPAVu/lw5vEooiUJVmP++3Q9WWVcQ5Pm4Xxxn0L72RwmltFc7uE3LGVn2J9KKzL2Es
4nJPKdXK/vBomECouKMIBTy50GCbF/zVVDuz5K6wq+wqMjuM95be1vtOg+vmu1GS8V+YSYyK7uT8
c3+JF+UCYq7OcaTpAKkQDWJbfzsuDmdGWaZTegU+T8NRL0mtsLR9B2FaxTMrro+dbNV3eZpteTcv
Py4jI8NKzRECvE5OvsgEhixTuHqs9Jo3/bC3QiH2dTelhwEg8kZOt3zBz7PkC1P7xrgZ7NGyEFzb
oxRFKoorFSVT+g5tpUOpa8MxhkUZ+lRT5LG1C+rfCmjgfTHI1n6QntG+/PFqU46eoS3cewA6FnMu
FSsKU11Jrl7QVk9CweAMwI+7t5PgV6JH9Sd0fsb9MOAhf3/g5XmdF4AyMy9TIi/55mJ7FclkjKXt
Jmwv3XuiAGk+NWUcHe6PsvZJUY6mKznbWZA8v91MeZjKWA3U5KonQ/1JU9v+qIdj8GhaQ767P9Tq
hF4NtagcWErZOUNg4OwzlPbe06Z076htsDHKyukAtANUbSZ4zF6LbydUer0o6yZPr0nfZz8iUYaf
dbQjT/SKposZ56QFjWbl2LLbbf75/gwXieXvPft67MVe0Q1YWypCtFcTB+iDkXvOzpa4ZxA9ND9i
bTe2yLIm/H8H5CXJi2tO/ZZ+toWMUQNSiuTqjm0ofB0e9YXqkvtiFUVS7Pt2wumvbkS1V0fkyP0G
MuujFRbTExSSbEvZdW0vsQ/BJZOgzGW+t0sfmxNfX/HiK6a/pY6mgBs98aKB2W4affvpz9d6xvDw
DsPTkwrb28FSRR/IwKbkOmrld5TVKXHEQb/v3SraY6hcHO8Ptzo3ZH1QviPU01R4O5wnHIkVyJhc
tcgrr8I0a4R2aEjSWrc2irJrOxhsEo++WR2CXtPboXQhg57eX3I1KqPEiNALxIdeKfCiFq027GG3
TIUPSisY9qSKyZ/vYcgzvFRoNlOUXsY7MLzYVpYzHDia7GOSyl8q8ImDpZfth9iJtwQqV9YVbsXM
CaRogHDcYrJajzwjyXJ67fAQfe9ZrfmfDHv5DXMbVAr++BsSRrlTEPNClvJmahY6sq1dptfGsYZH
eifWhcKtdWmtsdqIQmvT4rVC24kmF2nzYlo5Pps2D12CN346z5PSI8oTZt2nWJFb4kwrYZWe5NwU
mbUMKL+83S4JDmJIe5rJNR2s+P1gRfhqjOVffCeMe1k5OqC0uJcT0oIisqWrxte6leLbWDdyR7PH
eOra2thIIfWVAwCQdDYisWFyQHR4OyNQnlmMoUN87dFewkE2Lp3qUPSEkuOQpcBujSqL253VhhF+
KLlj/wxyU0vBDRvq92Zq+2QPo21MDvTSkk91NvB/EU1vpweYb7XnV2nIf26sEYfGrAev6mSZGx9G
XMawq4Ei1+08HBOjPXgONnxYZMYvKao+PqpWULd+1LjBVhNxZcPwEADPhvsY3b3l+naVaL0hy+Nr
YlLoLod0PHh0nN+Jun9//xSsra4xY5Fme2kavItIprhJUOPQHV2tWo924A/UkwtS7tRkVrHDniTb
GW04+GptbjV9503/+q1DRkNtgo+K9zEEneUcW6epgkwv4qvZxdkhZj18ign9KW7CBniy2m3MdOVk
wCWBKIZmGJKGy5mGAhFIpVDEtbXN8FAUwfQVFQdvIx1f+3Lk40CeAFqRIS52a4a75hSQmF2DCUOu
uNP7j0pfgehSy63Mf20oeI1gH6kcA99afjpcuawQWY9rX6FmI6OwOsYRFMek78LD/V0y533LbzW/
M0j4kZ+nbLU4g2Pbj6oeRFdakkp/shtDftWVUEt3OPrSRhvi7ENnVWX454GT2AzkaO5wk0stopns
NWTQYpdxZ8VubL2Hb1kwPLeBIz/en+HqYs7NMnQuYPbf5E6pgvyEZUVXRwmRtdZDpAsClGZHrdhK
stc2/rwFQSCiDXwTPJu+daWbjNFVjGO2s12Z/UgD7IstLxwfHYkx7v2pLYVZ5rxwpjKRGFGvZbss
rx9wQmGeesnV6YX11Rhz/UU6SfJBpdb5YpWZ+DRgPYxKmVOJzg/1QP+vUOLpH3cSuQplwVHGHflO
Wu6dTuaXwSuQe3drkV77sMmaYxs73Y/Oqt1y33hyoEAyWDKDaFFYDyZe283GrljWan7PhxI4EDiQ
cOB+3+5G7orOdIMhvuat2105Btm/Je/en4VDXxC8uInLbVjpw36idvjZQBVj2riU1mLJXIxCwAcO
M/W3t7+gttwB6RAnvk6TVbwYdqjtiiQcNoSJ1k4dqCewk3w5l4Ln21H0IGk6C+vrq1KNua/HUX2C
xPjZQ63y7OnYnntepJ/vb5a1cwBhiTobrHGyo0X8mkiZ6gCX9WvnKD9jT2pPJX3Js5427dP9kdaO
wYxkmlMw2nnLxHYKKVCQcCVXZVKV765iaj+MOk2wN82n4hHoirMxtTkeLoMYjSjKFQR/2NmL5RRe
l3MFZvHVEWAmORIj5ndKsy8V1/TVsm++GLUyHlJQhvv7U739kAaICorFBpQpXiiLkWujxq2jIFIj
OpweMG0HHg5r6+BKEHVD27rIpFhiY/fcTpdBf7feqJyygZZfUpLBxNQrr0rQ5GddMX/2kJJ26RTq
O2yArHf421t73euKDYDqbyzi24VmZE4mSjdoitzcFu5oGRVSWtzsRZl8VTozRSclmiaMp2wjOoDP
CE8h5LTo2DSe0hN3LO9LUNfFs8xHjONrUlh9V3cpYP37H2JpHkEo5KfRc2Fh6PXclFFCiUYdj0Le
M8AWvjgSeTHfqtMo2Ftal//S7Bw5rgT09bt6bPKfWTiREJkIv3xLzKKbfCQDsy0f+Pnr3ywXFV/A
UwBLqai9PeZaAUA6bUmm1axtzkYXm0cbM8aNW+D2YFNWAH4yw6E5AMs6oZNDA+vov1K5yjDBVhJX
7OC5KLrfmpg5b4y2tvl4wlnO3AOe67Fv59RqWeS2GJJfExEpD1lqqb6npsOBx6R6wq4CXk1YmA8I
n/2hevHvLzyDhWF8z2pdzmLby9HN2rrVeS70pgpvqoKdJ7nGFI36/f3dtDZJ6oA8jMF6A3pbfDhp
1Kj5ZXOuF4oM1bPCinZ54Cnm3k2VfPDHMXC/yKAuH+LJ8La0uW7jJ40K0hXa3NRGb/LnMMYyzOQL
XqUx1ruRZvAHJ3SEPxV9fDL1RGzceb8hWct9ChKC6jasbEB3i+lGtjdGsujEte6M+CnSm77YdUWZ
o7yWV0AIZoZ9xcet8npHq5HmUxo44Q8nwY/g4LjtUFzipB6rj2qYt8bjZLhKihdD1D93xtS4L13U
K82BmlmcPQGgL4iKbZAZKGxnMODwFxuCUzNBOPXrYNS8vTBrLT4O0quNQ9apYroaZpDXPqWK1vAn
uJdPPXaVjV9NAVBgbr3gIUu6QuwKd7JfbH5W6KtC5rpvpoX5FJR4C+wyc+pK9Jqb4mPqRLG97wfF
KA40n7II8e108nwnraiZhdyLnY9rYmedGtOY9F0H7FRh0gAud2UJicXv2tEYdtZodz8thZLdvrcG
Zzz9H87Oa1lOJGvbV0QE3pxCmU1py0ttdEJIrWkgIfH+6r8H/SfaFH8Ru6cn+kQzygIyVy7zGqUZ
cg55il55ULSLUga61TWDz/1TjKcF2YLMT6cB9i7GsIOOUUdkuxe9TxPNzytVTpzfBOV2Rcipv/SM
x+on8jjjqywqFYHUTI2qUz0N6ge1GaGf9ZE9JKelGzXj0+MjsLMJKQuYL69tgBWI+fKcT1Vc2DgD
c86r2vOl2slgrkcIrfzun3bsDF8er7dzkzJqZkhPVAFZYmwGSlIrl06pU3HLy15XID09S9tJcj9S
Y+PnUKjtJ9Rhq4ObdC90AsiEAoW0GSpum43fM5Xjeq4hDYvYONG7is8KOfC1HnF8fvx8u0vZkAcJ
moAEt0UxPGoLykye3GJvkReidBPEOPa+aUv14E3ufDlU0yhCXOh53AzrrfTbvMpaZger7yG9qV5l
GX7f2OITlZZ97Sa3+2HV6pHk0/oXbsMHvXhmdAC970c4CFoPI/zJ9DZL2CK+EsU1rECFeHEQlvee
DEAOjXA0RuhRrWH7tydTbWSy5spMb4sqmmCM8ADutbrzaTsOVDDzdFCO7H0z5m9AZmlyk1tstscU
mXoyuXZ6M1SkEcepqU9lNrSf+uawDt9dCgIKpSPUA1pDLx8t5jYdsI0QN1vthzdxQxGpVUZ7hkNm
/oedSJpAkWNAwwUX83Ip4HzIEIuJt1gU5llpMxNoQ9KcEzM7Shb2nmrtdCGBhvsRU5qXS3W2vWKb
s3VnTLYbKOMknmpdjyKKTPlKBcg1P9Do2q/SqxBqwIm9XAzY/JxL1SZiGW4WGIvn9r6sld4XnVtd
u7nP39HHMA72yH3JysyQnpCxErawN93ErSovJe0E8iGJGsIPxlL1Gev42vUba1rkmekF6NnOHkzh
r734r7HSe4fJ7/oeNycQkA5cPCTZ14BtvHx0R224d7g/b0h8owWPJqXyTvHGGGmwpM6fEfty5afY
NLTGn7EsQWIeKfmvUkWaN5gxHDyC8ewcVB0UD6XJ2uBliP3y90ya1Ac7LdObO5V2SPdj8RtR6r6V
NNnZ7qLl8ji47gzIUK1ZZcTZZDvoUY+bCZ4yKVOiC93vZm96qvvF9TFDcU6ZVWdPtlOCfI+X+Jwt
i6DZ3Ee3xV3EwY2yEwvBXND8xDOYFG4LY9UGS02ly7Up8hyj6chKP3rSjP7L89JGZnjE2Bz4zOZg
NYw7W8vLs5twu+GiutK7mHViIja9WG/awS1C9Cz7oKMOChoLXmbcavrJpMF+kDvunHD8TWmrMQHh
p2yfN4/MsnRGJGSneYpPaP4QTKxsCWw9Pep27X7klR4Fwh6Q3V00kVBCUpkZ6c2MasjRatm61mlU
9eYnOWL1fihd8bVMe+vJSubnMcJerqUjFrZJ24aP99tusuL9Ug2mGOFu2OxvHVMiZ6l4agvxelKw
fHjDdKv/YPdpf6UYb/6g64Dg4KuXRQoGIjrXERIK2/ZY3HV06Oiohlox2ZFfwlTTAiPRi0sDE6MI
JKb0Ksw4tz0iKe48sE0cB9fItcHftam9KidubQxdvNC0OjQyqgLQ1uhMV8VMyzcC8c1LtRTJQWjd
OUuAD395fa9I7e3jGkuKlnzBoqlWxhcwMpiPDPQ4Hr/UnR3sok4ERR1x2/tONErgOKpZpRMKzalO
Si3iU2Mal3ZUo9fHBnBotKGJRTTHtukEzlyJLVE5DytQF/5kNPqHLhZHZmM7iBqE2XkaahI6fXcV
eityq+v02A5rJGUBnXe18kmguEzGNMap4i99ZZtv1QpZ5ouhVXXlO0lbxs81jR1xfvXL5dMRoVaZ
WzbtZt8osx05kdrFt4hi8YJRuf11zByc5JxlPOg67jy3Saamr4QuGpw487w8lGS9eVEkihLahbM8
F9hezdxzmvaj1eVSB0Lz6u5cVUv0GUtyIwsK0Q7vcdkwfj5+5v0fQrbIhbTyqbcP7dZDMvRE6FuJ
OfyphGgWNA3QBZ9GWXSC6aBd2qSaAz3V55NMJ93XI9P+3+Nfcb+teRtIOdHtJV2+OzxAOa2qGiol
7NUKxyx+jz8RVoLaso6oQrsPzEYjQnADs+U2PaGqlGYCzlIJs1UbNDDiGquJFDzg4OegJ57wGda7
a5moivCdaLBwD7fi5lY3rn7kg7BzScDl43lpjAKehUH5chewnJd1lhUzO2tBz2fIf38WCVrtkBOG
f4SCjAejJ/PTnDdz2JeOXM6Z0pqGX6A4NBzElvvk8OWP2b4YTaV4Xub4phdq8SmB+ZL5ozY7z7Wo
xiCfNfeMyB/apW78AR/N+SDg7H4YuqGrbAF6SkAiX76Muq2MfpiT5CYo0U70DzNMOZvR+DFFM6lf
nlXeu3koo0sMW+aTgy7HjXehFAdR4D6Qw+dB1QC7QIqbO26PMNmMsd3Ht8xy4Llb9qwES562/cE6
92knfzdl/IpbZLSy/fZl53gJln/xrTUnBXi6AJdplaj7WSj4IFShfHz9GUNZmxt5tY+Et/Hy9SbG
upO8iegmK+XUTtV0bZah92fEdw44S3vH2YInv4pQrEdtk3EULkIe7khMERa0hZih3il2l/JbW6jm
kUTj7lpgMkEKGgQQc7NrHGEVsiiy+AZzqfWtHFCkBQ4cbJl1NG7bXQpcL41Hsilqt5dvEAtJR5sS
WwmHXE0+YhJjfpX2OLwrpfT+evyx9jYh1yKD0jU9px3/cqk2UuqlsEV8q80BqboqUi5OlsuDzNzd
W4Z2GV0llMl5qs2NZ8gYiaJxjkIv7af04qSm2r1FtV6LP3SW1v+ZNlmuBdJZmD4PyOB9T2MGA9ch
joosSEqvtAIuCJw1Os8TXyQMCHGJB3rFft3N6s+p4epE6Hwq26B0IL0HttPlGIKRWSynYZnpXLaJ
Hf+bmgJAHndRBCjGQAQ+QFjXGU4rQLvzF8dKk5VJ5P5bNAOyC8hPTh+gQk2RT4con97XUcl2Vt2p
6ILR0wtqRtE4+Ouhh2EGQ4IpI1dqblx6kwr4bNGbaU5DN03emZo/G3x3Akv0VtUX96vQskk+zy2a
Wgz+u/o8m8KSpzbTzKfcKST4EAfy09OS2cY3Oze1yEeUM47O2TTI5erkcNjOWlf21ftKrXL3mXR/
fsJNosh8BW/Gd4ZSgomeR6X/o3FzGYWJ0TQ/KW8RSlHUKnu7SquMfjfKBkUTVXT9uVOV3jlHUdrj
OCXjuvRbtY0/UzDJArRfqiMxoXtj6hdoeVXAZBr6Zqlilt/p/adHRlg75wA00Do0hZ5NB3STu0Qp
42A9KcGVmCMqHPjzLX4eA/lY6DYfMbTXv+xlt4BaGLiMw1UNW9Bbf8xvbbSoaUojRjDh5tnQ9Zgn
TP6SptD3FrU7I3FwKmSenrTVx+nxEbyvIkDO0IFYe2mwBreBBS2DHlKWm9xMNcv+EEOj/Dlqo3AD
iqwunGTGXdxVqDM+XnbnFtbR0vtFOQNkvhW3cY0k6utslYZMyva9y0t5Kozu/Wi6yxvhmf8w1lRw
1BtoxJeHdmM7M1PaeatzBhcEwXsbdzxr0UzZ9ekNwRJUu4tyqK5zQhvI7zv4u21jDuXNaCO99Wt9
kd/AGfUfoHhRTNqDliEM0BjXNOnHp8dvZWfL0alYB00u99cdgNqRsVzSRgU1VdoJXFsk7UDbTaeJ
odhBGrT33TEkJuhSBXCtbDZcuuAXu4gmubkytW9CLH2Qe/J/qoEpr0By9MzM+Ggyv/d4hOBVyxz+
H6zGl5s8EbPMRzfibvYq/UIA0cKoMZRnoWj9QczfWwqRVopIqnMmsJs0IOuAn5Fgsa01xq0Ws5/T
0GjDZcqK+fr4o+1kONTDTJJZjzp8+yaj0XMBp5hcYmKODB8x+Ph57MuhY+wuumta4A98cHp2lmQc
uc4jkYRnprC5N+My9YreduNbklXJWTDy/8L8Kb54Sd3QWpuUg0xnZ7OsQ16GF3hI3Le2SmGMdDCU
+JZ6Old0P30umrz8Bi7bDhbCpG+N8EcPHnJ3UcSgKWBW3NE2Uc6Bgzv25FE7pjXu6oNuv1fmguJ5
avNgjt0OO86qOeC+7KQKlCn0quFpoYNlb/Isu/FI62xyugmGk+vHtCSdIOJAOAdPt/cJ12yEHJWa
FBjcy7OgxZgHdTauXEa7SJ+BRhIYAtUYZWrma5nmyvnxLt19MDwyiS+rD8yWPR1lkRQOVp1hkzXV
N8ct+sDNrKONsnPsSPPpvDNNoyu2PXZKigCuk7lKmGOGdB0xrQ/KpXCDtmys1x87JoTwc2w2JSX9
5oTP0+z1ucdSJiYmb0cFwoc0vL+EqN1z6QE1fvz+9r7Xb8ttKYsCDLPNfJjafRWhSRJLu84I75ys
JNfPoNOO2vV7bxIw2ko+p/nvbFFMnZG0sxNNXjiby+jrWl/ekngyg35Qug+PH21vKUDJq48VOA6q
45dbca6gcWiN6YXtnK3PUlZPZjXxFvtkONiFvwZZmzyHo7wC0Jjv3vdh2oazlTmJE7I/iid7Gtv+
YkdR/BWFYbw4szKHV5w1XnbOPUv8bMy+GZFnBWHjt/3MiTSN2V2eusKYpZ9TPNuf1dRbui9OO5nd
2RQx2E6d8U99kuWiWh8SLLSubpFZfwqzK8fAApvzJskL+7NTLtafnXDJ3W0bE9B3NOWc6MI1X/6s
EL4fggjDzLcRtVD8wyXxnH14H1UBWABgWTDhZ5CeHDDsSD+hBIr5hwlE3vfAVbg/2mXo1HMCZvhb
2jfd7OfWqJqh2xTqGESpOvyVobXXX6GSW3/Qj+OSokLJxclIEiohRYszf8AyE+zB7Ih/Ja1zJkeP
v/tOzkkbgn/W+pWLZN0Xv+Wci20LO61qJUz0zH6Tjxl+NdqkntcBEcUHRbMCSOR/uWqXB2d3Z8fR
dIU5hFMlfk3bMNFqJFBqjWRCE1nlZeR/ccoT7Oeg306fHj/kXr9lhRGQ4iKNy3rrNfPbUyJ71IEz
M5RQWRz7CdHzCYqYgobhkrIDlXxWfC6vMWgS23xvFsb3XsvrVzclkKQHn854As1nmD0vfwPaTrK3
CiCJEoP5wAbGGyCJunwxOhTWHz/vfZwHNb6mBkx3KXW3r1ZKs3Bim1H1yGAI20ucv5DL6P99/Sou
KsBIdTEZv+uyoD2Tg0UifZ8qV3su59EMTSXTjzBf2n3UxUYTI1nAJ6jVArx/+eK6qS6zHpwVaD23
/4gc1/A9G6bFDpCQR2oEiDUtdNVxu/dUs93XHNWw65xCi00Xzf4OeTX9R4yNB1hZTb7M7aQiSqXa
Xx+/jF/ojZdBjTYrIyfcFElu7/qbtGty3S3G5DYscXvDYbeYfbVP5L+D4sZPlBWF6etQA5/nIh6o
e+XyRS7ZeK6E4pyswVEvg9Pb74fEXsLHP+3+oK3TGiTbQf0y47A2l2TSYzXnCiO+MWsYrrkpmycr
6qygsLX89PqlYA0A+cWjCIbLJnNyFZcxGObGt07p1ZOKOsUVXfjonBvZoabHziYHjg4Tg2sELOd2
wI8ZPVjsjnw0hvT9faCFKv2SNmN2jYx+/G5bCeacPcVr7NdW1L8H/jIMPmif7rtNW6N77mJ1vk5m
O5hAwuj2nKbF039UQLys9wlaaQ32XPMyXZJY7Wjt4TuQ+fVgtF/iXKZ/uo0cE99gzPs065PITyKO
tLX1Uk7fPAsw7km1+v5DtWKxT4a9VPR/FK2WgZRTlgS4I1QW5CnV+N4xg6H9m5cW5tPcIf9OY5m4
flfbsc1AAsWbQB8mN6IbXaaf62TxjvA7OztkhVRSYdONZiS0/vlv4VFh4pW1SZncpJsOgT4txVkH
tv1xMsoj6M662TbHZB3CI1PExAE1xc1m7L3cMiKP8m8pxDetR2VmUSy8j3BHO+luq37wYEOcJMw+
Py26I3Wu+3ICPiANB8Z9KuPabZmmgThw+5zGcGNk6kk2XneChlwHsedF2NvUElhjfSRrtffIBhn+
qleEdsn2UMSjIzPFzCknVOGeG+YvYWe3K5auH6NP6E7MgFIiGV2TqqSvUPcNEOHH53L73DwxWEGC
krnKl/OhX35gsg5s09KuCpc+oyHO7CHM3ao/j6UpT73UUTCYOuOVZdSKdOPWNlYEAn5XW0udUZRx
UYihDMdYNS5G1Je+N41H6IPt3l1XWbNWbqFV42frkWRAVKUaiYow0XLTz9KqulaGTitWUY4S17sZ
1v9biy7ySg+BULTZvFkOxElVEEZpoSNOV6OJ6tZPa0N+yEc4d5cKl8Hn2G6G+TRU+pQ969gzK+dm
duoxEKpXHMXbbQxcfxD9qxVxwoQVYMvL74ruQ9wv2szDD1PxT62PHZwiKtqDPtHuMispbO1PYqyx
Waaf2qxGGqoMs7ptPsZMikPSYuXg8timouvD8NcTflbRa2LDy4ep01xvJg+6kzV4GXkgc0T7ZMhe
aJcuTsabOSdMj8SgiGupu1I7Pz4jOw/JbYKwKXcJ0eFXv/C3IEjKjiN5uzThVNvGF8Uqx5vm9Ueo
hr09BBqNWABbg/bNVmwUWemRbFw2YayY6ldPaaL3VaM6IJS1NqgyEwXbLlGCYVi6S95pXoAwRP0F
xlV2kCTuHBxQP6SJ8DNJWbbivOnUN3qXxE2I5UfxbrCt4k80QWvfNeLhINXfe7VAQ+mfQyHjv5sv
K6p0mTRh12GPgPl5KHBKZg+9Um//191FzwYgL2hN2MubIIe3faSQpmah6hRjSWHoWTzN6A2cUZSG
1Avdu/YD18t4RNa8e75f0h30kElEQKVuZaLzAvyKqHGBRpw2/mR0vfAts+0PpsZ7q5DH0e9DeZf+
zaaIibymK1wtExgGO71f4HFNrVQfnfX7DcrDEK/5F1ANxtObHE7mcYqYV5SG8VBzxmeJ46RvNdKr
3g0ZNehXPekWFbKH3hqXQR3S9fa2CuVcm/mSUZx7Qujh47Op3cUGftSK2YDJhdoP2+hlbIiqotVB
w4iwqMD3c2+pkB1mM5aMjSY23FmV0RxWsAQcP3GF94+BUFjkYwasijcRE2ZUy7ss89VGY0w72Ub7
tzbjRHtZIsiYbVNlRaDEWfrazGrNpyx+L5Jh9N24/V/+brMfimQQRhaatTm9EXaRhlOZRx+bXHoH
1+3deV6XAlVEt9TlkG3jF72vwpLekoVYz2ZPS5vo/lRmzhOV0NfHX2NvJeIzJ4xLjdnY5jqIZYlf
UdwJDhojws5oujCPJhDt8WHHUl/7Tr/ni+sLxNscnMSq2UnUfPkCh6bNYk8VWYgsl/6zNBFFx6fY
8L4q2PfSUely+a3mxXwTQs1AaWOx7vpa3Kt/42jc5EHd9GBIatKe/q1VDdbHLu8s5Qwk1Slp37jF
DzWKTM0f2sn4o3SHaPH1XCJYMMbGfNR/3X1xNPNWBy1So+3R0mtsG+n4iNAZyzzAME74tdrUwYCK
9kHGtxcsQAVCYuX9cZa332gakwKTOhGaKcPcpZ/TZ3x6Xinw/ivkcmWz7Zh8gqzdrIL7Goo2jiNC
W3juSSRNHJTpbJ8e77e9Z+HkczeDpCZp30Sk1hkWlJv7NLTkbJ3oBBsXuhLt698YERwS5epsRjK1
2Wkp5qRJSfctHDM9/gAloz0xPJevD+KsQqZDq20txzfPMiv2WKDvwCrq3FBtRNnFjMYj8PvORkP0
GrFQuMykU1ut7wayDGVjRiwo6tk5O3HWln40uW7h2xUk1cvjD7QTnVmOwp+MjBxqe79nMgG83i0i
xAtkfuqBOeMYmmPB7A3e8uekJe05VYXxXc3FkQjdusM28UGnq0duuoY92BMv40ObOPaqPSnC0muM
UwPETcHmVluMp8lVy7daMo1/FOCn/u2UzPlZq9bPx4++tz5qnCu+Hx1BY7u+HVlZUdCqDodClvOF
rM9tsIrPeze0vSyL3wq9bj62eC31ZyJWU5yMxc2Oeql39R2TKo//IGQFCukudc4BeBlR3WVhog7y
ajAcU87r0PBTp4nic5KJVAde0x6p8e5sMxr4XMzsMj7CdpsppTuWcJlkaI+WMQeRW9SWnyI+gtEa
npWvv+AoIgk0q/omEofb/M5wWiexQDiXNeByX1vM5lPt1vHPyZjto5Ru542+WGy9l36rBjKg7JZF
VR46fSbfKC7oY6sDy9KKr4pQ/yrXnvXjnbRtc3LTAUBmVO2RQ/KAm/jTp91Ye5WZhVbeZIOf5WL8
0hYSXxs5papL9yiW0xE2d+d6pUtHiEDAiOaAu1kUdI5iDFWShdKtl49evcR+kk7zk5UPxim2i/Ey
IFRxmoStPTGtHAIR182Z/LH5AYb/CBCy99K5GGE/MWXG/2aD0WL3pFOruyQWFlOeVh362+S51TPa
auIUUTddej0r59cH/jVQklYzq0RgYhNCaDVlhY2IWxh1cvnYlbj9wMVzf7z+8wLbAgINl9Kyt9l7
oy8T5EUSmSVxlUuhRO2l80T9ucFq4lPGfOjg0tw7m5wRjiXnhaO++bJ2R3reegrv0kCad1im8mzF
vXvFK+W1kI51567vTUMylktnez+rkz0plSuz0G50C5ja9KMytSWYPUt7bSPi10oQLFBkRJ52GwJE
myoKbF/iXC+KZ9VRxluEDOnT40+1c53RTlqzaLwrMJXZJO2e2rS9M1JomUIuw/siatFjmrx0qc9p
X4gGMEIMs9iLptq5FfRN/328/i+NxM2lhiAbkQAGC7nVtmpYzNZx2oVUPitciJsgaVQmCJNqML9q
svEvQ0ud/M+iLoEmul01IOigzDJesYlO+XWGQ22eBDwCWOGWMItzsQDovHiVpw2vPzv8Ug8YO3fA
Gr1ehklM5QoDGn4Wti1VTZan8g3NjYOjs5P/wYJnEyOSQkKzjYxDZCKUi5VemLrWdKWwAWuyzNVB
P2Qn/q61JZsYs0J6pZuvXuB8PECZxZVwbJxPWjSn71trSr/PlZt/rdcW/8G721uQUMC4BOVIFHs3
95mDfZWSyCEOlbKsT1266DCB4/mtqyx/G/gEnB/vql+p5XZX8Wyryh+yS3cFYhW5jT6iJhB2si4/
MpJImEiNWKedsAcoPmtjNJRv3Ui1MYaGufCEeuUAa9gc55s9L7p1MXqkcU4FtZr1XQhpSCwUVgcN
ZpmD4aszbhdBJ4oVoMBgHOE2zUjis+2lRnYyBtegD4Ohq+IXUmgKsFf4/NwnuRtdclWWF88RCuSD
yDUQEJhyYZxAqzQI/I9e6VwaNCXT18dIGuIkFNx/1JfbkrnUC9PFszwOy9mcz6ObjQHTA+MUde3R
5GHvYwNQIBfnWK8NqpcHJeePViokZpCTN4cRwIcvXVfm3zCqVoM0U/T/srvoZdI2sej50yJ/uWCE
iaYp4155GrXeOcWl8S7W4LqSBQ5oKClH/I69MwoufR1sU9zSVny53IICQj+gPvoUqWp7Sg0rPlWg
fg4i886lhn6XDqORd7mCVV+uotZ5FdeerTxpeqfi41trb1rZtJ9GI80+Pz4uew/0+1LrB/0tAcQN
GNC6y+S8NfIuYLAtr06ZFtf/sAogKZoCuEswpH65CpiTKRlWe9Q4bxo/oy9+RUBIHKyyc6GtMKJV
bxDcAeney1XyNJlyzSziMHIMJo2ZppyzZkkvcT/oN2k3yTV2c/UU58S8x8+3t+29XxZMJgQfJvgv
V+7VTsdklhPWT3MatBz5aznkmu9lPO44SOsgQVh39SbGrYKfENqg2nEdbXa9h98adaiThNKclY/I
lbiXjPbfZY61OmhtkT+BUjxyf9pdlPHeOhVap3yb19uhS58Ly03CUdPBxo/LEPRNYoVup4M4La3u
yaOnenB77BwFcJgowwBhBkS91dZyWruOFKWNQ3aq9q7K7I5i1+n/UAbPuDz+iLtLYZoLh5trniP+
8iMyyrUHN+f+LdLUvfR2lPtSkfE7SAw//8NK1HgOBavmWFv3WlEg+yGrKg5dqwbvqaW5WTFgK+Xf
so/G8fx4tTtYEKFq5WCRVtCJASGxuYFhRidVlyVJ2HZ9/2y6SnZxzBwBBNeN7c/t6KbV2ZLLIgMz
as1vZmnUz/Ui5ZFS1P/nh6zDLw4Lo8XNto2r2qnLvEhg1NbGKdHq7FoBOL2MelWek8FTqAFrRHIg
3LqBa0miEmroB69j56yu0YE7ClkNijD95WcGHFgglmPEYZv1vT8J56c0AL97dmbRWLGPwK97u4ra
kx4lPQtmf5tiLy9HU4/KQXlS1v4eAvJ9ihd1l/zoMMM70qDYiebsJuZcdJFX5YNNHJrKpa4gzihP
qRzHwNDa5jZnqho+3lC7j0QaQTsUAAwd3pdvcJaACSzE6p+mKm0HUD2V9TRnePj6Q5cafz9ebPdz
UQetEr0A6bfpYzICySt17KWTYahB83QlXy7SmIKIUjuNC3XBQcjZW/EXWUCn0YUG1iaHqUxn4m5p
uH3rxTWfXVP2OD6Ae3mXK/YMDDaXzhFFYe/DUfQxwue9ks+sr/y3a7hGKtBz8z4ORSo4htL0cIS0
j1bZi+CkZeQVdB7u+9gRRrKM9kjFm0Lp8axANK+GuqVZF3cwujcdUwgoP0ZyhF/e2TDrqBnaIIBs
VKQ3b9QbaS6h+Mm2tIR2SxK4Z5kxOn4EbODg493B6Na8bAUurKMoyJ5blrsSt8vsiSENhySW6lWX
UQc+tsijJehHvVH+iEarti+G1GX6VNiWUgdoe2Eioi8RLiKqUN3PqpswR40zo3zKejl8zWUr7Iuw
Iks9SBz23szvv3YTERtlFnnXyjSErdyfzHlI/GrsELWnhn19zgCGgtkSejEa19xmqbwVzKCYUdP/
WYYv6rSUQVkwOjaUtn4Pt808tV3XXx+f3vXLbhKVFbNGBokNHbZ6m6unGHow1g05g1N44iM6YQCL
FS0J+szQA9fOlRPYafNvPo96GnpPfny8/M5RBpWDvc/aa1yvwZfHCkk2uxtFnIS2XhjFKW5yBqeu
1Un9Gk96nvqz6vRHNdBOGkp5ABSJRJeqZFvHSzmreFb1SegpevoGNHt7scYx8xcl19hEtFi1rBpw
VUpe6bO6zqkgOWE3xBGjS7993CmuRKZjVxUqVWS/BwhaMfBDo0OHOnnwYffeLHx9jEOgdIAU2nxY
Z7axNZLrLERA6POz2tCu0s70q13RuYzVejk4KXtvFfNMqiLgB9ikbBYUvRQGJH8RQpOP/xzbrAJw
VYtzY0Fov0Hm9kqfkOldqN4VebD4r799s4+RFyPRpuZD23fbqrJ6LWKqXfNm+0T0J31QEP/KC4Rf
4M45UwOFrByYdw5xcjI6Sl6mIImq+43hFu+VpB2/xo2Cg1gW623xfuJitoIq1qKbY/Rd9hEeaPfR
a9zmrR7xfwuqyq2WS+NaZXFwInYuGmDMTNCJkKs5weZEwN+tTYFCRFhXYnpvzZUW+33SupfHB29v
GZRy1vqEgdFdlwmP2yxV0FkNC0D9z24/JEFhOsnBKjvR0+E6W2fztJfuBjN2ay29PdoyrCwMQk8G
Zp3S95QKhJxJW/jb42e6MwzgeLkrqBNUJ1zxuyHc4JRtla3DkshA4fGC/uYEz1hq+udUmmMf2EmF
6ivbtNOvsz5Xws/ILwZMqaY5/yZ1SywXniPNT7OY+59G5C5LYE56kz85qBj1wSSVrvN7z43aa7nE
08cRF8vxvakm8fi5w48oC4C8D03Q11Gs3Go+JjfW0OdvzLgvPlqJu9Svf8Uwt9A2BnpHk2W7X+oS
ZJrTG5JsuZBLENXDeDViM6nCXvDvgzvqDl6+vmKqf6LXSoa7i51IqHTDgjFDCCVZc4NedLDVe6T8
pF9YedwHid7Jb11qZtWzaiLmf61iRYw+ipA0mLDgal1fgf3Y0583tMQfF1nVp8f7YGfXkVuA9GTg
wCxrWwcXqiaXacCasBAu31+t+osyzatSAUT41y+FoAywT4yDUf/fnNbOLJMkz/EjtBB1u/R50/0D
grYIen0p/v0PS7lIX1Jsg+DdSiHE63S7ioY8VLvSvSAhYZ86JXVxoSq+PF5pJ5ITQUkIGd0zIdoW
KWOU9dnSyjykG/MNjLl79lAh8dU8Wz6a3jgEsAqy06hV4qCU2AlKq0YboY+EhAp/c4VABohVafE2
y7KrzsY8O29nwF+vn9+S7axDgl8GUds5W96aedE2LdsjTnM0BZTqnEyL81bpNfsAZbGmbJtbaRVs
XLFDiO/fQeXSTo2kpgoeyI0TDLzGImhsKrK0nzUuICUJEHUtvz7+fDvb3wMBwQ4BjnCPd446hygx
4DKazk0LGKqN3ght/OaWTnrweDsbBT4shJg1xwBHut39qe41ROMsRCl3WEJPR0LilhBMq6A2Joww
F1FO07sBqKn9OY5d/cjka6+YWKcxBOWVTnoHe+jmRqpxqeJ2pZrpP5FCz/4pmxLxRbNRc/dbx5Zf
rGShUwtJR9iflLnCl68h47X93jLT93qXwygbdNd6A8bLdcju49hEyheD8/Pj77KzGSh6GExyI66C
O+uf/1ZCpo459CJjmlaRkl2lPtl+qWbLU2kZS5BL8vsI6d9XmkgRr1mUYnIF/7EpNq0AtyrRKXOG
LOyd3Phb88r861wiNTwuZnIVyA0/S94v15tqhY8fd6+ZRIbBKeY6pmLeLk33aEZ8Rs9C3UFYwU9l
5aY+pp6LCPKoIOpz0+T5qV9gbwXDgDYUJGrX0PxuQJHs8Y/ZOxO/lHhMaGK49607+bd3D0WT2tmx
8jDrbLQ3qe/1v9LYrPULEOluOvjSO3EMZgfa3PRi1/Rncy6osmVSVlxAQP8caA6t5ks9Kl5/zRFb
EBQA6wTsZ9tjjslXaBz2rJJrzkdAtIafqHNxjrkXDx7Ivo9jq1MWDW2k/deW6MvXN1VWVkNdxOzX
irJrK6WD+dKUOH9OGRZlzAsOLfTuP5gGr4EhPv0dxsrbq2BRCZaNJ2So541GI9Qc8ubkGVVnIWu4
HLLm7h+QTJjpJ41lVGKJ1C8fsIBCCG+WOOIObl0GfSnamPmglf2RYZdehaZsXZyu8FKuPnrlmMR+
FHnAx+fGUuarzUU80x+Oh+iMDZdIznZtjsUZgfEu8qVl1OarPwisJaSU16zjl4rFy9+rty1EixEE
J+zH5px6k3Wzsqp64khl7zuvWw7W2/kc6Cqv9SSkCAAxmwYReLqKvksp0MgQRkDa0QTCXVadlOHI
rEO7b0msra+1QUozCprHZq0YwhnCJl0eElTm9pT0wxg92clAsTwRp76UlO1/R3lbl9cFhaM+mKFr
TD7KMQJV96Ku4C51MrHfgEqfcEOLvZ+AmJreb7xJhccQI3OIlrdrj6dBjNzGj0PNndME+AAGInAd
yZF5irvKe4mMyqkBUP0fZeexHDnSZOsnghm02ALITGqyBEVxA6sqFqEiEBABBAJPfz/Obn4bm7G7
6F50dZEpEB7ux49oE29+qoDb/qCYpq6F1kctisw4/MfgmKGCkhkVqE/C7ofse2nv4gHj5bxBT9P+
H03P//CAfzHyvuj0AG9ozv77A8PnuXrZ8nVVe2r86bVOnAcGZ5VNbt7zuO6v//uH8D/8ui/kHscT
eizggP8oGK3jGkNCmyBkmHmkmVT9sBKFULA0BdQJj+7/Us18/cD/3mlxdOmKIQSk/wNXBj39EDh9
BPen1e1308DJ3l3XniyZQJdK2vUK1ub/r5kv3zQQEvMzO0UO43+uS1ADKDRs/XY99u50OlK8QObB
T67/98+SI/ZVfv7j3bEyZaily0E/95/ocyzbyt16gStCPQfNOUbFUj8MNolOmWedhvQ6bO0K0+zJ
L49whuXURPuSlGaZNpvL1Nk+JAOJ/yVLi9/0HtWPYyUa+RBNy14Xs4fa8A5ViV4KM+xWsWaemxpK
j18vl8pWicEBXO/b02IGEeekLODYsfeV0LfH6sq5CFSS/Z5d4byFUySfJLdsDYznV29pXTd4Ggja
qhLaofOJ9fxsy+HY1IMna/3b2l3Iu+zY978EsWwd0ohoG4qgR9dR8Faw+O88rfsCwtjy8nWEm3wH
Fo3Ok8bHtziyxPZPQziJn+4g+7ek89Wbt2MndGl8sbw0Kbj2yfuvEBoxG4M6d636/p9wyBW+XsGG
nDzNRGPyMRqF/mGqQeOcQIx0H16MiVmdZM5qx991G4ARWjtF3x1XpX9ak03RqaUPNxe/neK+xMZM
z3e9w6r0TiKXqss12kV/u0rHureQxoPgzyZIHsJCwzPHXyoagttoEj50de8YqqLNrLiXfuxw483z
6D2JoZp+EIKBZhi1yJ65H8c+ZVgF+JMJ7rtAsZvNNyhZPqU5cQYxX6dLDzH1w0/JuCzgYRFHgp9X
9MFmYYhvGeDtpbfHtBQrIvLkagdx2q5EuomPpvLXNxbGdCoSOsMzzqCee7WLr2wwWJZmKDuNxjgf
NH6/RQ3nfiyAw8xUQCCqP9NhDHCYdvA6ylcswt6VJcEzj2VtWFpMafq9Gyuk3h25Y69IoccJidks
fum5DUWB6Jae3HLZZXDcIO6dVNTLCa/E2jtyeQioOmIeMjhXNpAfVT1nqJc9yB7Q8Wtbl/DUMlEC
9+4v5P15D7Qx+hckIj2cSALu59MmajPns59iJhE3VSWKNNNqKuboWD4541G5Qa/4hg3d0Oat1fGd
Q8wYVLuExaNEEusVTCJ90VVjvBZb1rTfnGUmZCNaZty6knBab/suFSrnn/kFD0Zx20XBcHEGOf6x
QSyzi9/jb1IuWK0QoGeq5BtpI3GXOwPK6oLHnyw2rgc3ILkkSv55W1C9HX6NUyx+/PsJVY0Yz4Mr
AlFql3vmrpkmH3FJP4Y3DXi1yt3RLLdr21mYu0ldffMOt33LuEKxKTJt/UP1VffTjabjHU+q5Siw
+fNs0flV/TdsTePkrb+JtuhRWda5g0GwLas+GdKr0dP7S+BPwVOGIQnhl6ruX/b+iJ6zOlxNcUw2
flglzNKyaVPzV4WOJWFoU+CXc5qqBgXXGiQ5nqNdXXgJRlSkc252zTN1bA7/fc1OXbrOVbEdqnvs
D5dstalvMXYq10VFU0naTWv/Its7jnzJ2qgpcbgOxZWjp/BOsjJ7PKomK/H0H8ZcqdXYHNpheBR6
Q/5bKpZ7MpcxFkBSLKQzBvG8lFYb/zGsA8G/vuKg5YgXfrEfJmoKma3DW9vP4rMfiYLJs2H0+HZt
nWDjZYfhaSKcPCHlpV1fm1osdTHtuKblg3E5INu866Foo2H600e+MnlFMcPVcAI+POsmjl9itzOf
S5yKl2BY+/2k8dCOimyJm6dodMjKgk+OEMgO01qXjZijFYoWQCDBxuyf6HLqaslN7fiXcOklFtiK
JVK+1ct8v/e+21PppHmufB/wawjpm3OC8oK/rdvWzcnOk13OfW9ToB22L78CpPBNmQKVkRvjB+Hz
4mCMV2DJFr2C78361Dn1rHJ0mcenw573S8a2p0d+eI59VTtZQEVWO/JqDhmqCzP1Hv450eT0Zcwz
k+WeMw5PaNy6NwgWcMC2RW97jvuVfq/rarKFOyj3dww8+yrgWkx5s/j9u4hsPJ3qUFAeMqODigx4
flfRte2XxgK1WZR3VTt+mhYKUTlHMaGi27YnSTGlrnj0kQN881Al7IXem0YX9OfBy5f/0Epg0JqO
z5V2Yw0jbRt+H18EE46j58ynox669uwnY1B+Gbe5ZT/5ei7SpNlfRlQ6tKa4m0UnbCbNUvbEQKxl
Ms+Hlx+zP+3cf96O2ftwHMkpdUwCBydxoC/AU60IHgpHe63cKqouC2FpKP6SEE/O3N9B/Iuo7xHm
D6PvEZBqHP8FeEBNOSQmCHqrUsHHIrPsHvURcsOEXAubT1KtQzmGwn4L9m28i/pmSfKwJkOp4Irs
H60/2+eQPPlnJSae1Xpv48+0oo87qYN2mtrR+zd7169uLuY6nc7hPmEiR1AAnkGudXEOwZQiFHfB
tIXXLZ7Rv2tFWchN1zR9YbttesYpuenP3YbIZQPmVzft2BwT659wud7Hxfs99TUmFdvIT1gdf2kp
86tbn4Y5MZ/jdgQE5CHsAU2WC2XQXVR2j8ihqku72uTi+cMyFUEV4S6KX6L+Fw0VGXPH6DbNubM6
kZyyOvtExI2T50A1wc9ccVsWEhpgkztRO4mcHbT8XNt4O+gtGgUWrURocw9agcYRY65F7pkhe2zq
ZrnZsLXdSdnKJEYcwdS9bWJt/qnRN1tZJTK1oNpO/K0OXMX5j5xwYOMkIhqMBX9rkobFRz/xPefh
OiyPR+qvZGrQMn+vHORwZ4Kf/Os13qus3GVFczxyE/lghYT4Qaduk5TtoOHWjeNqfvVD5R+QcOr+
52yPjEhBBQE231onfRzxGyDmZq94JpWv9+WqR632Lxic4al3hkDmkQylKeo0HfvCdNm2l7b/qlps
Mey3HSe/+KojbPIeZ0GNxKSdv/gc0bw99f4Q24tViPzPVAn3iYi3eacp8CzOXBKXaEb47ltm4eGe
5nBKZDlEFqqbdb7oEtw3WKSyMBHjyW1dofOxdrl26iBuklyswm3vHKceVa5nJcYCF8OR+3HbR44o
1f7fcOju6SCYL8q9sPHxUwE4868OPewfmbfWlyUeoozzovefKrbqtrGB/om/K9eguwzsH4ZpmUhE
8KmwxQR3yuQydLn8nb53xVWawDuIZxP/EmnHCXOPObipOomvn4X4EeXVTFEuPGGw3AqdZlOEpar4
nlmO6OmkSpexDLtgdU9Hr3y/2JuJujgHexSVkHSgEQncGXyOSJY+QgLqPP5SU+FOixPwwOPXOHcL
phQyH6dl4w/bLXtUgr0d90wiHfy4MmMum2YgYX8maLy6ua7+jX60tijzaWKhU8ouysXi86xUdu0/
Vl5blQu/8X5IOdbPTrRmb8nicsnXgpq+dnvkXkzTVPN5PrRcc9jB3gxCPZJLNi977PDADw4rFEyr
3rbM3UaQu369Cu3cDFdib4Ofcl5FwPzhtUE+zj6cxmydveHsTk4IoTuCo1GS/kOsmWuG6hFL1YQB
N2RTDBcpwnSeCUvM+Wj9xpwbVjU6V/CuvrrdxMX0K476P6s/HPMVDk/OdyndtssXiOrPZMjItojm
Y2NCiKGP57Aj/KtBOjv7O5yP25w7af2RYSvmFr1Ot/fF9eo7/JFXW/RzIIhOY43UFUgquEkchp2e
9lCGDzNpcuwGSc+4MdbxzEVCu1tykZr15x4tEa/ajfB2C2zsvvdjR+RgXBkSA5KRjDk9jfvrBGlP
5423xCbPkIrvRUMqlM7h31djUfWmb07eSiNeZAOTTcmjimsPq6T5b0P0t1fMWZt0ObeM4957DkSQ
W4aDRBAG69PsBpsvv09tq5ZcDcL/i+w8ogXJBnmqk2mUJ9MNPGRhq63JMfyYnmoojSrHeaD6E6ye
fjlGOWPmSvMx8Dl9TQKz3CUWzbbXAOfp3s95xdIS9g3RXT+W7sge2dxw/x+xnc15oU0K827K6r96
CqrfrD09WUTp5G5FXIUEnbp+ax8UeySc8yI67MaNv0sHcW4+OHP/UGPV3NHbRPtvYbKQj8lDB12Q
HLqYEj/F4Q9OvfMrZsGjczb0I2/O4a2f+BXLHg3pii2+Z6TVeU/38ps8eN6ev9gNdBkdwEPFPsac
fUe0fxnR9k8x4urGQkDwiIZynHumiQ3P564JKcLVHvGCjfEwbSEvOZcLEFMV6HsYDVFY9MMo/gap
mv+GdcatIUKziHxqloPww84J38KV2awI98S8MdBSyChY8CRTyvNdX8uwJU66JYmPNm/8+nwkliL6
EPY92uNpzOftYLaM/CN4RyhK54N5pd5xT83EjH5pU29E25iPaJVQOTrJ6EQmR+080rFHjK/rJKrL
NknP5Ouqd75mQZjcKSAECPECcAOGfmxlfsm2r4DXky+rai74Du/bQVFt5t7+ccj+uFU+duLfBg8q
kHJk/NIgFO/Po7EZYgQ1ZsEt7t7tWKaLrC9pNeu+pO8cIbB4FttiuWHPkGMaGtT02ZUiXmHyVyZn
Gfoca7mLwq3iL8BY1lzj7ZzM/7qeSOzc2KNlBgT7E6evS/v9cMJd59ixN31Jja4e9iloP+NYh11J
po74vvluO5RfD/WtkllC4z7F7lSgK/DvAgQbAG2Lhj1n6B5/pDZe52IxZncLKCEO15/Trx99daBJ
y5xDRTlD7n41fOUe57RW83Od2nQvkg4HityZZ+e34NL4U+2xeu+DmixII7KV2h8pslqGmK7LC3cv
pfyNTlZ0YlxercBFPZ9xUU3O3Pv2R+eq9jc0melbkuzyfY4PL7nsGxF1RYaVW50vsR25MeSwqqI5
ZEL5l9CBc8mEw3DcN+HvdZ31Q0BwLhuVodo+9rEnl3Z0DlPhI9AFXDXc1VHhTrt5EvzZd6JeM+cS
S8/+qrDN/15tusvKyoF4xUmYcIHHfnkd8v+SCOUNtIbrrauOpiCbNoAORmQU8ZVmaJ97et9LJtPs
3RxxSB3Phi6i3um0y8exyv7h+YM5Gc3gPJ+yuQrFGV+EtCuCtKGg2srIV7pG784M6bHm4Rh5Szkm
3rKclTulv/eqs++h8fVN5HWQcSbMAz8o1zwrqY74hZlcB6okjME694AAPrSN0sc1OaajCOKu/UN/
lIW5TZ3hBlGGTkApVhgH4AETpu/jAY60TO5hLl1mOiB7t+P2iI85yb7ySOSlYzLfr+ZxaxxE8ZHj
nZpFLPfwVqwtWp22iotpAoIanJpvv8MkS+SLPwius8Ca9NYZjfu8NvP6iOSbZugIZXNH08y4ZhuB
beYQLZskZc0HsGsPJ6AvhOlHHOqotuUkI7/+5kotrgbfV9/NsSxO6WUDxuCVhxdmaaomGfMj3chk
80WaYt7fWE4H1sABcNnm21MaNuLPsXnZu+vouSuaKfNYyE5HtuZbav06H1NA8mJdx+Bn4G7qvdMZ
/v/tnBoD+LyM7jVz42roWM3cFrWeXa9oAJZJTE738Ucdjswb8TY1D66Tiamgo2ucM8JEth3oIKPv
XRN7Qyn89YC+CMBl89CLMTzpkl19xGLTS15vycFdn6XLS9/t1XdDEF5VsmTw/y28m4c+89ETJp5I
v+2t3nmNsvtSI/vJO756oHh99+WmvVSA2nk4Z/VvLea1LqSaRm6Yukmn08jU/s8PTNqUelSKa0UT
OJtHY4AsVEEsfqgCyZ06AdAsZ2z8U3Gjj2l7dEQnydN1dPY0xvNKgXbcA2AjmQNdOqCtw4n4d4eH
gY23l7vy8G/UquKQF1zFb3i5oGZLxSa/EW7e3O8ZeVwgert6Tey6hIUbt/tP0/k1n1dtY2LelZPc
QD9OPRZLa70XXPJJfFMF8/45xs7elyP8uc8xtMAyNXGWRK5CR6Ff0WL9GCOzktyne/+OzsyuF/kl
9cuzFoyn2Idxf5xpY9+HLF7xqWEZ/5wd3dowkC+dIsN3Td/HIRM/NznRtOAriwoOIQmzWH+o7SnL
VNcwaSvfO4XykDGSqsT9wULQma8HzWydZ5UfP4ioCm4SDq6fE0eyvu91JP/QwfmfgbTsApo23JzC
jAFGPiNmgw0d2+HNl2po3Vs0pOMMsbpSe5maevzdBqtNWaFl9YKJQxYvJ33U8wuhAKtP817344le
AGgxwVhyyRvZTJ/CnVxigIdK/t3mmvIpwGzT0qTK4eQdu3wiU6L5hKHDjO1P6/bz8Jb90YaN+cXz
EXyPsa/804By4qu/wA7Nvaia3iV+Efd1rWr/cvRb/dvSMabF3GHTn2cJw1h+4Df6Wptt+HX0nvu2
kfT+gzRk/82RyxxfDPzBR/T6ye+2ravxNOJu3JUTCNxQHo63X+ClwSqkyfT/HbDAfy2YGL2JYZd7
gdURgyudqv8hLTh/iZNUzDO3ckjWNOgxznO9/mccVtjn9X4FqSTk/id2u9E4T2Nzn81F5O77fslm
EBbaFqVfWFz737okUz/WqFG33tQm/ZUm8bEpe7xBQpzNfVZRuiHalP2udyzEZ4T1T1JSbM0ezu9e
TdY4lM3duMFJ4an9b3ASC5zKyuftaFdJzRDtGAJt9+54YudjbsbY7Amsh0S/eLXfTBS1OkguwxJu
ac5zCeWZd4fVgF3dOwoR5a2tVMXmdfS2T6iEVBXXNolXsFxSzpnP62vbx2P+047JzrygmXKug3E3
UW4Ve8R8zPo9zWk9tvcJ1cCQI3tJweI6etlckLg15NPYhmu5aipMLiFgt6xMVh6soPbFvwWAATzb
cyFjzkswnEO4hV4R6jVgfG5m5LjIRCiNkyMYiY8RV5U8Aii0pQI9raGSCPG09lPF52FkrLhzVZYV
dTfNN8bH3o2X2G1dKZM6uBeTzOJCNL37Uu1z/LmwvviBUSs9hu55PleYvjM4YaRCytPiYOkpxPDq
k1yCnVSbtM/bGmzBs5lN+H2CSjYO53Rk6f3Kznr5t06+Q41f0jVQDM3cddElbrvxvvezlXlmkvOd
18LnuMKAb5Onr+yn95XacU1nuMtzN8KhKESs1UfYVt1xUpVI5zy2MdBz78iM0Vlt6/O0mAaUlZrd
XLZEr/eZ1mjB26TePpvJfE1sDIjfItuPT7b1kgGngzkwNP8kgJvR85/6bXfb04RAq81TtdjPTsbB
rWoS+zMavf4VK8s4Ko9kMk92D+bfqpvil4FFOwhaGzNuDkG3Pgvo1uouWYZ0ZiIShrFy8mmeN+nh
Ziq3LWKWoJC208MIujp7V0KlwdYDwkQ2IpEtcq3SLmymxJcxYMG8kAA9rENCl9NZOncXYnB/amav
YubyyJ4cJwH67A41LuxOuntuOVNfnzunD55SkFPaDag4/wzm+K9rvzhvM6/Fywc3qyx7ocVDnsi0
/pHoIGS9wogcFDAOuhsNpjWWzTJ+4YBUmQft+kKhwvKJlO0qXg5bjT2+QRoxhGe3YXn5ITzUytjH
zqvGda7a6GQyGkocuZjoKQ7Q0DQeblXcVg/RHrp7sVmZ/RjMtE9X/l6RWE7Mfcdk20t3vPINQ9wp
8uW+YaU71K+DA08W+GIG0hGHaeLCVVill41tDn3rxnVXnfbgSLJyGOJU5+0yJqZUX6mwtCV6+I5i
w3Ys5u0EFTsxfBB9NpsfABHkF3WZcNOPxhURW8G0md2bZfWOKE+4PZtiGQPaM51Woucw0aZfWAwd
V/6yMjhM8TjJcpJysuCnSDdOgTe4DIBt7eLGlVkIHmcl8P5+whF8g7rJHffqE90D+D9EX66OYxhI
9yvuZn/ZklVnpQkSjYI5ZpWVh5Avjke+vskvMFHtValJH7/l0pZv22yCq6wT09+eG6y52mDm9ufU
WNmd42nKHuW2yL7ksAAhdH4yNYwZcZ+dlIdaNCeglAaxBWAfz1/Xo3ddm1Yl9x2Dwt9KhMenmLbg
l9KNVWUnvGHId9xZVJEJtCq4zh3eZzSEdDY5cJiOL14y+vrJRu16vAF67Mv9AQQen0LamCavhKn/
oeKr7cVjdSdvJamhjARrk8gXhQepf/YmPw1KQMFwuoZa3NVYRM+NeggtOVN5bY5kuDbA6TOTaEiw
PeeCJhg0urU3MggX742yxUSTjagQ2rw18xrnouUOfthd0UZPTobxSZA7md31CfGo+ElXVcXXPjB+
/RhPG4Ndn0bWL6Wrjg/VAgX+Xr/EmxfNg6Y58i6Lu6Z1vVNAyetObY3er9h0Iyqq7iC985TWK7Mp
zw+rVM9g4tZW4ab5P1UV3uBGFevb7KvpfjZ+k+5/O+GsCyeY4pP3jI98Xku77A94r66UNvWVMM7M
GgT3yb4TAc60K3vsv/0OIN2YBufQihs//qviaMwuQPmyLkS6sB9pojrbTuwmspfGZg5cwOnw/wY2
XPbvooqJvVOm7zO2qoNe7k244VvQZOHkXkTj+949BrOOd3G6lqWeM1N6z9S56XMPnNk9m6nCtoEo
VnEWh2c+xroDB+kruxual8z73Pjh2x0Q3NSfA0BM/YzP2CDyflmd/a6Jui0oRsQJNLc48AQFb3ra
3rDnWe+IlQ3mDy6SlHDCpRu8J6ea0qBo0jFznkIathFzhmPdHrLKpKwkOe/mm6fITbgHm07CN+8r
0e207EvIZkVZ39x0NjX6nmfeI0fsiImQARfcZBkqVPH5ti2R+9djrz2XeEK79jowQozXwLi4CcC3
59LQ6A8W6hSXw9Uc6bHBL601y8VfoQ/lKFWs/5Mc4njJZW9cwBwX6LyYrNqH+yFZqP2CuXUpzTxA
SCfkpSPNYTyo1BAj3FvX2zpApjaYSeQcw0wzCmGIepMBtH0co2WnDBd90ScGVXJu66nC+a+mPmxk
jE48N6y0j73UtDrqR/clluBuarHB2dd9dUpFGnDPy1yrLjvBAYj3olJ6e/f7A0PwDCH0kfOA6fiq
Fkmnz0t/EO1bZa6oT/6wkb42h93al4vPKuhU4Sjnl40OJ/vap9J3WU6Ga/wzWkYvucnYpTIU4mNY
BM7AC6+7QT/P016haFGQ2YsNUeleLHrcj7IV20YuorZa7zdLNbcWZ/Kw7U6oaHzeVnygn2mc2aiH
zAzRd344F6Lizb0s2ixeeeg1w86CPf4Hk9PygOlRba9ItWHz2fbM9w0JTC5hbbtrziSj00lEhv6S
DZ1DW0fUhRxvulpzD/aNc8QljI+DbbdOAtJRgU2n4CZzdPgjZJyFbddpDO1ywMl+YEyo1uNFWXeS
uR9FacU6YWDTq7K1qs7u5objM4uHhS9m62R9C3DB1n9ptQZTZp8Vn8TeQDyEZ7awuq6Ft70Auzf1
+dgr3EVRRsRTOaYIhW+aKNX7w7Amzn0EnSK9Bj6Ix9wZ3da7jcA6nrmNKqL1wBWo72BIP3w+BZC4
sA/tnU4gGhL2GWTgrr4cAeQ8WTVnTXaCzDvilfYb0l6wAB761vsOEMtE4RNhDisjdpBE8k10703o
qaNU5mirQsbHuOTVpMK27AboOr9GKWl0A7ZRJKwGYhBXs2oX9zHrkUye5SZT997F3o6CvYEQsMJk
LUKTgxIgiE54q3a4VLLsEgRyDIjI1nlBydN0BBh89yD6Og9BBdv8W/RlwPHa66Zp2P1uLGcJFqgY
c0OI1tGPMW7drVw3/IQ/Ol2lE7sByqagHQeuAYt1ec4nl5nrEs4glA+H73UtOUR1E5x0ZDJ9NdQh
MS0ZdMDmxzrvM90DIrjhvDsYh49is+rKmEX/lNhP385zl+Ln3uqDJSK0jjJovGi4S0g3Gq+51CTE
wr0FEWn1wl5wboNtP2PiId+At6q4aKe0avK0itZP/GSg+4S9u023Yz3jwUSqt/gYR295NOy63pCy
7/8Fk7jg/lrb4Awy7PjXLQhQ8zOts9TmZgmTqfTJWiBG8aADJkxwYMcFmSA4DwNOgT+xqoGhnqhg
+Nety37cDNRAc3JMm0L6oOJdD9XIlsZw2vzv0C2UcgvZg3b/U8KI7oLAtJfFzNo6Kf0hibfzFLKV
R0W2OysxhsnR9W2cu+62jfc1LuIb7sQgMndQXNvtHHdqeudJpaPDK7AFSMzcAbeMejcVBbGu62Lx
D/T4YjvmV4YHuT3OUdbcISKe60sz2y04KzBhQIGtZ027ZIc3wKoZgqoc/b6P89noFDJPPIMBLpMb
JnmECE3muxOY+5YVfXZpDbWk8BY2hEUkd99e+dPM8LY6S7ueh34aLxpuVV0EIjiaO58dmSyrFYHw
VYofFqRbO/S2jNJkHQvlW+8oNcGba8FKgQuaW70NWGOHq1PYKKnv93EK8E0fTAqQl/XNg4axCXGo
WSPeWOsdp7j1dHCx2TD/6oa5ftgQKUN9aXndHv6/8nwwNr00zRQ/WF73UGRVujJs1616Nbvwf+N5
0H8PIzG+E9AgIVpsR3g8fRFt0nsv2MBYoSoteNaAcY8FWJQ6coNh7HvQ+0l/nkUPTcuFX3g5dmf4
57Wc6LPYKz2cyWqMogunUKcnv0k2ccYhAjKUVtaOF9+J+/0SwxxYCvIlkuiM8Gepfm4rQzFZ5uHX
RTBo95Uf5s13msbU+21GnUUXpRzPL1VjjuY8pvGSnW3nHeP3tdra57ALObOtmqtffZotIBV7GLyz
1oGv1WEP9oM8UqFPe22i97lGKpJPDHLshGlOOOtUpJcFbK0pqmaePg25wLJs2QE9gPz10GdinTyR
TDhDYkijrTuzRd85Qn5TubkbqBZekVrdAVPAOgYBl+7w3Kg9e+5sPH7CDg7FfWgJZGIliMLB35SQ
RaIasLTIbUe0axOv7IeOJtVcQdFS3P0bCPXPlTD7CRaOWr/FZrJ/PDg3ElPJlNk0JX3jg0Vc194R
uMVFX8XxEt4GVi/Lm4EXmZwrArzJW20oLDd2UFN7QZjX7uW0BBvcGN9IpKYEOTHe0Dler22if2DB
y7PpOPH4LtGs/TEwrL85GY7NxVBjJsNRbOrkqtuxBSjjxIzmmYTODR5VsLb2qrHOpi7ONu3ft92w
+QHUx/xFs4nPSv8rvpLYEKGB5ZqWTIBxZIyFtGHscgVhaTUlf9V9QkoEKqaQLOIfylxLCjdj3z+1
pTtLKJuwdJ5rHr2//bDPdR6Qz+GDVm77dA25jw+BBmLMl2Gw8hw02mvKeNfhL+YIqAGAZVa+rEob
bu514zJaU8X2OkcDovBBHv2lORE8P3f3veral8b0oi8nlXnuqU/WWb0lUzXEfGkB2xJiXDZ95Xo6
NDgISfePrgwEHUj30QF1ymx/Fu0cuCZM7aqvYAQRjfD/KDuz3TqRaA2/0EGCKqDgdu/Nnjw7TmLn
BjlOzDxTTE9/PvpIRx3HstVqqW+ihA0UVWv96x+U44Qe0OLAXqBE5tyYKm7HX3mjwVK0ZAy3Hc0O
pXBeGnEFk6t1k31sp3jI+njr4cIn6/rbKHC03rdj245HNqNMBvw/Zz5Cq1ZyHlus564p+hHdabI8
WnEalgecfPE4g55HKljIQgXehVH/Nc0jU101bhjBSYh6KwqmuAcrN33DPc+GrgGFYtXkzGratTLF
/NLZkhEOMSRCYA6IGpkhzCMGLeWpzH3c24bSi6YdHLc4hk5SA1cNddQvm7D2QAGtShnf5rKgY+Jx
PZmG1wFt1cjFmOAz5t1NQ8w4CE6lCdmBrdnYTBFvebfoXLXHhCH689IlwGQKjHigfosyKowkbh6G
IfGH0xRP1m+XfOEwaMG579Klg0zEGRmjoKiVu44hC7J1IT0iHZlie8fc0HlooM24AdKF8Deeg3Bw
VrOc28UVRXrww8JUZ/bNIdtRZkvB2VA3dL7OYsIVom+P9xHlondwePGvJs+roa7tVXLIISTnz12L
I/6GWoPZ8yZRpTgC/5PWAwClT2ja/Gzluyz11iUQp9oJoMbmvnJBzYnF8QDzutSzpgv2zZTENr/2
Am/ViG16JgfW0cGgtTjQEMWo+qIszs8wlLMJ8qXTIUBXIGp7VniZXVkQSQlXjEEzAoT54bls5/Yq
7nn9+8XV5heGZMM9USb+jxamBXg+jkCVCQ5tsnggJJqvSesb2aZngBnvGPhYcp/5E0MM0PYc5tcE
4K2bpL1Xo22Ou5CHjXRTl7W36SHIjRCUu1EEoOsE/xhWIuCJg8UnFxnZJS2yOKuPGNiDXz2qUlbG
ZSKpAHZ+w7h3u0byjlsRC2O5g5sBwtY3oe/uxtx0rnK4XvH9XPGL002/FJ3ewj5JrvJ+ssobuYwt
w7xujv2DNJJkdczvrHsTvSUmfEYiprvGryJEwmbd/56qPh0vJrDe6oZaZF69C7yQQrg0K/PAiJU6
xHb7RtyCQFV9YNAx1+yuXvq96sbM3shQOO3DAs5LHZVFYMAhJYTx3WoaY7icc4sp3IKIxLkG5sqH
PakBjv3VqPJF7qBvTUDEbiK9tTsZ0WhATop3HRVtssnGtDd4TLV/m9KYAVMzADWPEJf9JwnLO933
mrRCKI35BGVRyvlFD/7MGZiRcA/rho56I8I+ejXq1h/uI2kwk0NgVMhbO/Zm2KKAQuPtIvXwA+Js
1kJdhaG3aYbFLQ42CW0iiHrf6HBvnjsSvic13C46FQMVbFg99VRAETqTyniaa4MqMXcE6iWfAMHx
wUPv0b+4gL9Qxu2xRwRTLfX0ZSEgxLztAYagRght280xGQcOqAjm251Qs22Ddzj+99LKzefGb9U3
CSNfr/1d81REeep/EWEKSZx44tS/HM06ym+nRa7IlJd4zUFAr4XLK+EMb2vBUPduSUCQLtu2afxL
q1bMEex+yL446Enda6PXIj1Q+oQiEBkDk1MEWY1IxtoIWzpaUqmny9QBdwpG7Q4vPkftsO3iumar
7iqz3Bec22jhLasD48fn7SaFe1hsSBjU0CxKOuDbGaCo2uHpVYYbKo2i39v1kg8b6K8tLpgO430Y
kqtrAQ3XQNVSL4J333tQ9Hp7CfutaucKyKsSWm4jnjsWVboZK6oL16u3JhvuWruiD9xVJP11APhw
Jc8hn6C/nROwym3WFF5F/VI35Ra7Y36h59dm+7pMqRTxyoPWc9D6wiFcHfj7KcnGfNyg9ZQi0ARX
2lddW/Ee7Q6T5iv8K6BK176ou4ccLHbZz2SRrKvRB3xDgZHm28XtynxvQ0mZoVyubQ2OHXCfOK85
BAfXebRqAKUtJa5VHDKjI9R2HLLkwWrrotsOXTobOz3BxmXyKuEm2+DUNwtJG8bec2Qhg7KOovo8
Wk0aX9hePVCpygEuJo+G+rNMxvmaJLYIK68mr3BRndIqpdvsyo6a25/P6D7S/BFlszriDKrvGxlD
E5qaun4eHZW/MnP0HkihAfrWIoRmv4jlSphOdpOjcL4dy6pvg4mJBExOPYv7nEKY2TZj7Xt74BBi
donVEbXR2BJ8mAtozqbuhv1YdtK/BI601E57cfeDr6HhKKX1ZwRujaQ3VFShT4U3DIgi5hba2xw5
3ms0+SIK0qTLpi0EuK4+knwsXwsDGmvg5pAn6CA9kWCR26S1y9w5m35qqP7fp44zYp1du93eXprM
vLFm9vkt4wrRnmSiw+WQQU1/gg2F2EHMhfdgqd5tb2rIeD1QlbJG8BUvrG60N7NJd96AXd0wec5z
nGSpOgBxMBWroi45SzX7iBdwqs+PHOo9FFMVmYFyVFsEcFchyXVoLS+WemESkeIVGZ8L8pDvqr6r
jmFZQVwSTchNzckYUshUpn32VMEuK9uqexoKQ5h7Fafs7zTsbLL8SLqjLMnd5tniQPlKeikRiTE2
ODIwnVh6xyKhwA9QPdk1VU7p4AEVRpVC31LDIEvdsXiZck9/n2ej0WdDmeMp66PBvq8tp57tTVho
8StSiimaXQog/xHPsKdhEaB9DR7Nxn5h+9pBJ09LNLh14+8X7dB+gdROcbG3jMlKECyM+jY2jPIX
/h60w7Nptj/IPU6rPcQs2MnpMADkV2VdOVTppfk9YT4RP6C6Gb/Sp6Cgm7zZ380LpyccCWmipWk5
jWcK9p+53Y7Tzqg021nrrWQsU3qQnQs6zOsUhuVXZL4M1+wmbl4UzLR+42V+faFkVdmBF2qwnG7J
kguQD1YR/rZTt/Vi4fyYrCj9NideojYd45F4086QOlBaJ8uwsfM4gXW1jgovPZJmpsAKO6pL1Vvw
wpFYQ9wYpSEAULoZr68e34wHeykiphSwIl6URtt8UsO4oJo2F7fdKwEtfBuak2wOkmItXKf4frId
GFsEjRFTg+FXX70kfI5EL5aI1IAShch3xijZZrVR2aBV3FB6WRQMMODtNzBJ4A9Cly8FbUGQd57R
BbUfTdf4JI3uz4UniasKdaN5USu7QBOVajHs48TXMnBHOWfHXE12w/Ny2CnyJe/R9wzxlOxobnCr
30yUkywHk8kHkHxd/cBpC4kXr0ImOyahK72oNv2fZg3PagNPPE+uF7PLm8BwPZhc1CW2zcO1S3bo
shlCvW+RxnRHzwBiZ3C7wJFte4s118F07Xbkh1Q+/JoZQm9CEY5MLyI0LMC/W0BkifvrjB7uSqm+
i3Yq7iN16crZ+iknnIqZow6jfQBXmuZDl/hj/Zx1qhPbZIARf165YfWOEAwgEBA+b9i5RoSmiwLD
846dNabp1dJY1Qst8nzPrpYlB3QzyZXRubo+jFOUOBdQwv0HzKiSl7LXhKXXcJptSMBlS9hXVSYx
bT2G3ZtCDRzQcKjKhN4EkukWaQHiI4a1ERhTRbO4xx+N8L4mkRzQ0O6c5TCmQ2/fIqOykn0o+vQS
0+WlDzoK3uy6o8/Yl1risuUbTcuemRjtK5E9dnqGZjg8+naYXNv0G7TMUdb/jlxTPdYSkdW1549t
dVxas79T+SSzJxMcYvm6RMNYHL1+jnrWKJqRXamawadQyFR3SiPFCcMWaH2dLDxut7mds9dR8rP5
cg5qXETpnTq8Z63SPhijto0dyoTyHvg6ea2MwXipIe3R3WlmhxAFdfFsFCV1IkmAzXJkQuQmAdnb
GUVUOsWBSNJ1wOXJBDoSNe1lC65Q7hoTUi5KdpnZQWYpwwGzX9TPcooZ1VkDuiBqmCZbdlOJpjTI
VQJ7cMB0TR5dA77IIdWLeFIa/tTOgoadH0xXhT/dkZ/a6lDjb8T07QaNCMQqPUGCWb1vYO70RTn3
Jwfke5+589TAb2AtFcjfyvZ7nA6GOEJaxG+wlc44HRqgz4ZNofCeUQzLO8gU4id7++CuzKks2oM1
NvEXKzZ1DZOfk7q/i7OxYn4DpzQM0mIiwniYnCQ7WiISVNvuTIsJqb2sdgbg+GPVxLY+yJmGiwlW
VBVXsSAyBSVfWOlbM3bqbjc083CZDVkJuxQqJA2UZO53hcyiMiHBJguj/kLW5EjafaKno2GBbm8A
WK2jqHPXhNU1oeVBotGlO+x/yguHDFj7hoSJuN27xgrGdIOf3PKDyh+wink+m4WpGFXbbBF8nZUi
qr/IcGLkoZehh9SLgT0amLGau3OqKr8IfBM+Woa6DuY91uTegT3OHI5GDF0VKoTfsTuClT9AR5+p
op1GRFdRq8v+evSXRaN6VAtcBRPxA4OLHoVLpxHWH4o2DNU9P6oEvkWoE27H0JRfw4ox7ra2Eppe
Fcd+CPWuZDP2yVbm1NKIzAfIApehMBy1L5E4XGQZi/5OmfgkHenWoePTaUGZcxvLCB/zbNLAoWU1
vjrQDpYTzVc7HQyGuvIMOZ5y0y0zuYfYnrOQ0iS70pU1wkWFEf+AVgquF+u0yu8pQf0XCI4ZKmEV
6WaLgEvQt2IHGj+4TRw9wypS877GuNOhnyCJD32WrcS+IXOV5hNfPMl3B+T+IsaapHXYs+kVSFGb
nMl1IAKdDN3udRIxIDeQECz/BotAFlBT8rYTyvdlbzq6Xs4Vn3K0y+0kuU2iIkWPofiUv3E6lzD/
4QFEVzHcaO8MjTyRO50hPoUaydB2F859c1HkMg234Hje9waLqeyAUpB6RhdZWp9Ua2Xx2RIJAe4A
/DlyHAZMeGVGoIKbKGTKvW1zu6u/j1XGVyZEioUl5miEHpC73fcBYLeX30DLxVvfnWa0KLOooxuC
4ipO3SGfAmYAdhgU6QjCXRvS+1pGsJm403kMr/jIIFSsLd0XM7ItfcwXj8olVB5bhOsgS3KR9nq7
zuo4+n1ZV+6lnhQiAwUYwOZrjepqzNzlMWkd2HEdmLy/LWTIzM3PTDobkQ7zbcF1eCroEhI+4Jp+
BBy6TLYmZAEnkORsjEEhUQEGpWUbJjss6N5Gt/Cqtm4kbCKXM5F5e5F4hX2YDEalOHCV7cH0Esi0
TTfL5Gi7YWLvhySWK1vMSW/6fgwrGG2ZW98sRZuUd3y/lXsKLWOcTsgmAI1zW9/ECt3stqrjAXoo
D5GKHLMqYdaWvsIPaPLOft2W19GMfP3kz3iMQHbJFjqJZPbguoTp64KutT0x3KSJApjyE/O2MByv
3mColtmstnTJd0UfO9WuZYj6sysY3AeqM6p22yiQJEqsJbrrUAFMz00viblIqNiyIIQK4h7qgWHX
sR5aReVIGMKr5IhE0aFIY9qZrkjLw6DtYbztrSpzkfLl8zc14trPJdzCQ54g2wuvmiLzYPawXDd6
iZhOYPDAxl5GqBNBoxpOniKD+LKZMtfih4YpYw8guhxysmm4v/xYRe02ElOcbL12bqygwMD6NPls
n1u4lZiaOlTLLefX1HZfuyFaXMZUZClVFE02gqxIz1+7LPTuIiY8FqUDBP6dafdhurWgIcFurmJE
ziVmzWg4cqcbN06ommcmIQzt/dKXdLJ2DLGQh5OAXFAXZkeo41YWCKkWABtX2wlDMCTEAWY5kdpb
LSOA0wxxBuiqhGxKCZaZHZAgZLpdo8bE2KZZx9kW4vNon6YF+vjRmQrvF5MHpFeAQmkUyKmZZLBU
xfyVr5hpItLLeeNZc2UdZInzLPYJg/3QwDasLit/nPtz1DjDNz7wNY9v0FFQ+FX1S/ZyfoWcm6AX
a4wZBphH8exq+J0cGh5qpzotksD0q555NxI6/2BM3dJupygMl6CVki6K5X5bwYh6ZYTu72D8rcoj
8On2cZmHJeXHudTCI+0GQpIham6YUTWUhxMMlxOV++hRl7ett6nChV1P+hg6bBHalBUB87jEbCnp
jXw3xZjAbyhq5++D7/RfZGN1T1Oh5mOOKVFybkCrL5Tp2atkdURqkxObAmtX4fYPshWmlw2Mt0cR
t15JaVlZNaRrNm6WvGqmAAerEFyTcBV19EbDy3azjBEC+SM+G7EH1eFQQ+vDwMFoPPgIXlTeEgvW
PGFuG98nc2Y8WbpkvFMoTpNLnLByGQBXDs4Wmrt3qdIJ2Qj5Oja0J5MIP5kp6BFFKMbjOgNlsgfF
HnQdPt1VZ0/1T5Ow4zHQk43tAPYJKMSVV0XuYSKtwwcXhGB038+uT4PH2bOhWfK/dTDvElQyoXYx
FQqdBwfucnoAS5geVLE03107I2RKWlX83LPrTUEOCv2zMeB3baAUR9MBD3rzmSWBTyhtiklfpMbp
BjsJe/XHWxyb1JA2y4LO1113S6pLC4VaLtaL2ywl3QjTuHJXKbyzd9Gi6i8JXj8yaGod3SYYRv3i
MFfuztD5LGinLQmPtszznyXzugnCeaPoa5bRhlMnMwZb7VBBHlokxTwR7/nKhPUy56gEzdk2hmUP
hCRwXN64LW4UW2HFzDXsKfJxpEgwL+oZ0+hDFlVDyDE/uo+eaY2oWSQh9JGK6IWs1JePQ6gE0/9K
TXdpkkf5hQtt5dVVQ/LYGTXfcsG39Q9Quugd/naF2mKEFH9TVZUOxyZZUGeoSPlHw5divEYNRqrX
4E8a9qRI5Hz2XDimFI8DmEiVkVi6yfrJfZrHCZbApP0+PGRMpS8sJHrJviYrxaQ06lbwGPmjfViM
Zb7UTT/qk0Bw5+/cjKYVfeHoqwtmpV3BR9jwKwxdAUejykwzJqE4SOwcq0/r6zIKMbRg9ZpfM3aL
8gBBi2QnQ2Zzd5+5Or3Nunl5sdA2nCYLDeU6Jp8RHw5VE+3h4DkLUiQP2NoPXV9s7Zoq4FS6jW1C
RDFwmLOTOIsODk4MzOQdu4p2k019eQCXj60fUzeND5U9GN0eCaN7tfRR0R5cDCCeEk1nAchaF/fQ
N8txMzo8OJYBvgRbTky8NcbQXe6rXDvzBiBhhqvbGriuRZYLl0UbMy0P3f4cHSOQykCYEwP+NCks
m8JlaH71wqNJ6GEW9Jt+dCebbmcJ7wpdSGMvkQu8mHku3ZM9CvlbL7VTAK245m24ZAUE+8rTj2tg
dAc7rK0pFezSd84LtEqC3fEIuSlxqrKR9UcsrdUC5abxIewHcz04yx6VeQlFFhnNxsF69HlEOQ+K
7jnds+8WsXHS4G1fGoQJ6QYtdHLdQx9OGQrV9q0FNs6CmyXDATFXSXiF8DBB4Jm1/k1n5fl0QJBJ
+q5YRzRwaZovhtWDVJml8OPA6fOGL8loe33jj9EUBfOYkyHWYfleHdmpKL78wiLJl5WZkxk0eVnO
0lKYiCQlLJI4YlzGptR78lAL24HJ8w9YVKySUGAOTqztjLD7wqmmgcVXQGeihooZzWDeouEEWgyx
fmZt7N+knHTYwnCm/HDRdbXnJA4jERiTAooAmxhloDAXSXZobtW9CBcLrrus44Kcilbd9nHDht9p
6j2jaJDF4oVTs5VjkOgzJvDzSO6WLKwB3ESt9iaDKshOZSydrWYYAyBpmtU99Ro13ViZFhq3jh3r
sDhyvsktttPNMDNXG500WavpFgB6GdwUkKxK4m0yQQDeDCEpSheyNvNu1aFQVf6kvVEKKxBH3PCc
OVYcxyQqDCH9fGdjxPU9rJoO14VYQsBfEjaTPXZdfXs2aWbuo1Fl6O+dOoEshJJq2FQpPPQrEAgw
sajq7G+hl4W3fbSEVyajm/DCrtxFbTHbMMbA90er2Cyz5c6wd2yM06beLF6JHayfjFiH32ZYo8tp
teJ6ZRqSkGRWwonYeP0yYAfexMBkVugXl/hCs/9Ke4h/YmQUqwNucqQkznM+u3RC+CGcDFU3N2Hc
WEDyLj1Y4LTM/ngNcYmAyXFDeVQG7HmE+CjPdl7btAwlKs/a2WUB0ZWUQefInIzZBTyZNNzZi/Jg
sUFxJnQjy3V5j9hB386pHu5kUXXs2DDZO2j48fS9tddWBeHIcMaEAQKZlxVqvGC7C80vrEYUFO4s
ywHumuNYQRSCm6AAhci2oUddHffNfrwIvQnSpGM42GQyzSu2rhdZZrTJyFb63TByX8lrSIw3oPjD
k7Y8qN+0LO193Ndw9bHBuah6N3GCcGYmh2FThBAtlFHyK2q0Ne3giuP5sppliM0CByTcO0AwPU4B
0v/uhCL+hkd79SWbEj6cxC774+xWpslcJrYvUOZEYpOyaPD8p/RJAyeT2EnMiekfKj+Vl4xp+5IY
bnDvm1LnsHNArp2H3veGblNr2fIhQAQKQRYiDk+bSrK7XsKk8TcRLlXOtrPKVb4dUeIERmSlj26X
Nsu+YfKib/mp033LOYUjv9H4gKmuI/tgQWcAsZJjzOVxOYw8C3vpvuH1xDgoz736pfMH1W6syPU4
NXKNZANWByQSu+2NfhOtqQjbVIZFcmjNqWZsoFsyOwCGZHctFj95APt3nWsWYo5ZqHB1GFiNw/HG
NIBZeqShWYNfOk0UmNmIFQx/dWgCfI8xLEjVggceQkbc/Xm2iK1AksBg8XRQ6a4dxj7dd3jZxvRa
8XAtxGCu7gFefLUs0vC+RKE9PxTrxwhSkdLw1pXvPphQQvA1cOrsImq9XGKt43ePA1PQ6VAgrr8u
OBvIUSvJg42YQ1WcEnr80eMJ/RurBPvSNgobTyPlhd42smFPn5GwmVg319V0wpbIObctWYsbFC3Q
JBaKLNYrLb/zwwIb/W5B1aSCgoQEtgm/Un1xRS7rYGgHF4sbzuZth7rohAPF0Bz4szjbdOPEvCAX
bm3uJJKiYu/Zev6RqxGQexliP9oJmuHiB/isF6DtXdEd2VJC0+kZ8gi1UJ8HOQApGV7jUKIox39m
nCZy1PdWvJ4P2EIjlMhH+YAFm/ll6kT+YrBOnrpiqq5iO5pXvUjIDuqEc/mCQt9cpckWyJmPe93v
uDBIsWMg406bmfPrwmelzxe5XeS3RpZmznaBIJxuHAX34BFLjAiZGwHEyNLwZQbCX2gaOWeYPu/6
qR7vpzRd+vuK+R2CKb/tvxXAk5BEcaB/hHIxegf4ZLKBFlSyU5IGqZxN09CDHkezMrofTMrNcivG
pKkvgTiqc0WptRxaeDIiiM3IQMsApwt3nmKK7yhJxA8rCilEywUeCeTtHjbcYqZNj48OkQ+bhkFT
BcIs6/SwLP6MlKzMqaNr1/RZc3FpUzGzAU77gm6OXaDqrPrGL+3sGhVNm16Ode7ADTILWFhZJEto
w6kdBQ6wck01OayD0Qb7xTvsz9CsO1bilSdoM67cQtQKn7HeitLbWjttuicDQ5RBK/wReqYnmmuS
m5tmYyUmvxqFjRBn4cEDh67t5YfcKvL4DFZaUcKRSwRjvuxm87H3auMXjXnJ0x0rdTe7hQ0Jc05b
d4NfpE6+NNHS7WU0zTrIxUTzv4ihgworw2oPzS69tbA4wiOqqurlOmkaSd4sGhuS3+DhRsX1/8AR
dI0+6ceT6w3xGV/OWl0NIgn9zaLmydr9jwhla0OPLU5LOBCRZRVlXeK1Y5d5MGIHPO2ho5sV/9QC
S6FK6/lYt3OpglxzYs2aF4diIhuPH7sYvuMg6lLg4KuJrSvtyvrn/3LgZRo6M/Op9QmnaJN4w0pC
FIHJK2g5PzOpf88uUZF/5rl4UPLfG7PLdLUJRcqjTxp/hF2I21GQuMK7nnGF2QIWqR9GuNBa+NSB
DLkho1UU5igAU/mJ7ebfTsCYbkoy45kQKfKY3vjKGixpkDNTnzq19HuNESb+2Mlw+PjZvmN+6Spc
4Twh1zgH+cZt04hAdGc6kpMO2y+8wOi7jGkb+QvGCSiBfqrJUWJ/fFHr3aeM870Fs5nUoLdhJiXa
xzEEfzyNw2DdwmvwDrawjK3NbGZP1YVlEYSboOjcZVePWbMh1dTf1mP1WRrve0sLv67//yGrGem/
lhY2S61qXR7yUBTY7sG78jwruUAnOnySzfru64S/QRLU6uj+l7WrO7m5slt9chklH6QnnWsXv7hP
zKrfvYqyFU9LSphub17nAGFFW52kgyWWFaDKdo7V2DrBx+/v3UXzr6u8scSWfeRCy5r0qUYNfSKa
Igo8BkXfseAqz2kLs5Kab/jke3jnVZH1Y5JeapmKQOE3t0ZyvA/maOuTwggxYITfX+tsDHFtQ+/3
8f298xQhh0KzceEvYVP/xvlc47IEQSTVJxLqBMLZ3vX2cCeZo//X6whWgymJvbHwoH272cQl2zms
FlZf2snrahFwR5cp+mRN/G2oy1UoI6WtEEf+ZTWLSyMMcYeVF+KzuPeqRnwN/cmYzkuSihOQYCg+
yWT/29yfICrTJkLAVDjHv13rgowThRFRd6JE0N9ihzbDSPMsmEo3wkt5NfnP3Arbt1CITxxv/wkO
+NPvFu9n6/9SoQhaVeu7/fcXzQAGRViynPrBcK1TBvMXzyXb8GmA61JUp0FBRDy1mnrsyIDAbWhT
LOesNTqFfWb6DX1ViJiYcT2GLU6u5mKLOCJ0jiU6WvgEBQagDF09PzoXymEgX8P33uRo8YuAHCgo
swVmJ1AH88V+UO0i60+2z7+XJ7fIwWBDobEJrXkTO2j5eZUkiZhPsZe5DzhEQWlYYvPu48X59/e2
XmVdL+zQpCK9+d7azMhsxhszUyv8BWJj7LfGEIvTWC/d4eNLvXtDvut7vo13In5Mf74zE43q4kWK
SxGUHWQ2IO3KJfzkq37vhki3IDpOurYL5v7nVXCO8tvWt0kXhF20nTsHz4OFpg4Rw2cxg+98AICc
JjArXY9iQPfnpSA7lwgYvekU0SBVm7wYMYbS4+plhHOhiC/xV42fR1/DwxW5McefbCzrv//mI/C4
vGUrtKqMCN5sYACraaHtZjoBlxigiQWj22qEtwficNE0ZrpzZfVZ+vg7z9cDDHSIKGObIbL5z5uu
wzpJVd/Op9RIyPJwxzxQrR4Did/Nf3+VXGoNSLCJ7iBB8s9LRW6Ke3zG2kzt6dEWk0bnxdjXlXbx
yZXefZL/utKbRdM3Bt4xuphPPUXoPTQu97r0qxmtjBhODfYmjGc9d//x9/DuRX0Gi5IEHZOK48/b
QxlHA+2h8Ojgcfzki4leiprmxSuR8BaWFs8zQ9ifH1/0vddnc+bZPFTbM98ahSNgi5jvZOMpQvRy
bgrUVoaNBAK0uv3kob53Kc8VNuQ83xJYEf55f5hO06KO9XQabdzAR7tBjZQMv/U0+p+cRO88SXgU
psMEhLOA8Kk/r9TMdlUOljue0m7ob7EPlfuZ1JCvTHmbSy+M4DMm5svHD/Lda5IRhPqMMxCq5p/X
TGYQRWudlA7whAsGwF1+keMtv0smHJMwBzDx/Zmhl9vHjy/890EvLYvzgCBa012TPf68MLS4MsMQ
qeHQc2J01Mzdc8IvflWFrn5L3EmiT97j3/s2F7RNh3OWhA/3bYhPy4c3xqJrMLE3OnpGTOSKLOk+
eYfvX4WSluJZsHe/WS1WV2LrOPXNqagmmCQ+PP47P3XFJzfz96LkZgih9Thaxd+vzQI6tYewb0/t
iJEZRJ5uObjgieMuxrb49eNX9c7F3PX0Jo4LL1/He/OqGHTNqkni/oTTjnHRkzu4j6ewuJ7N+rOk
pXWJ/3kWSFcQK8FSXNMU3kZy+aPjMFAIu1Ndd03/C6Nmuiih5/waZ0Jo1ANzyOGM6ie8Jboop9O1
OOo/vt13XiHuR3x+nO2kwL1tS7B+XMIMSPXkhLG+NHsN8wUB0rePr/LeQ6Va8enmCA5y3p56XrJU
PexafYoLEe/DpXhGw1sEyoZ+/PGV3vnS1m+blG9F8yre3g/DhTG2JtWe3HQxD3ryohQMGxdoxs+D
PuC12v/3rGl6QhJ8TVogjr63Z0JdkaIg8Sg4ma0x3XIaYCfkLv6FQKK7//ju/ikg3ywZDnDOHT7p
lcq67nD/qqGR/sVQYnBDshGDFuc1qa5leI5eZ4PMwj53Tlv9RiQ7PpNCIAL2QfNB4O/9yX72zvtk
wRCGwk+gbnt7IkFynkQjVgoD9N4HTGuZWHpJZxznAr79x/f8zhv1JU7DbGfEIXEM/nnLShW5q5NE
nxKIXhfGWDtfw0YXKAA7gCL8HwmH2f3XS9owytk6bbgqJAi92QMg7ZRlnqTdiWwJLB0cN2AM2+1M
/M635Yh2/ePL/f0NcjnSF0lVMRkjqjeVzDICd8W9155iK9YnnC+QfXKvn1zl73fGVSh716QyE6zu
zXPMoRjb4Ri2p6T3l2t8drxDHvnwrFePl49v6O2leFOmcsHqOHlc4rLenAtGY2PZrw1m6e3QnLtK
dpBWVbWPnOS/Fiz/XIqPXXqYDfp/ZTUygIFQ1ubmiQiR8kjR8oiScFxlWtEnz+/tW3p7pXWd/uvT
s7ByyLK+Ipkirsf9qEN3Zxv4eHz86N6eCetV0NSYtOkWXdfb/mRIZ4uTQlsni2oEq1XH/Salr07U
7CoYeisNsIP0rwhL6YIJc8NPPrZ3bpKILsm3bVGn0Ir9eZMZGcmEFuEVKeBfnEvD08dk1R18fJNv
P2luknKIbBKib8A33wZP4eLl2gk7y6nMHMTqBcLUBP9OAmQSCN7kwHwSafjeXf1fjSJYk+hy/rwr
vRhUQ6FhnhgMmsO2WLL0sW0VRnQf39c7654nRx3kQZgx/zoJBog/s1G6AjkL4a3IqNMFc6UeIBfR
DU4Hn1zunduChMoDBA7z0Ye9OQycqoFCjhSBttlBldSk6SUvV50+vim5Pp1/nzm8LTZ62g5hKhLw
3m4condTmlkIeXzxnf8tqcoYgMOuuv8l7Tx25EbaKPtEBMig36arZBmpnOyGkEoteh+0Tz+HWsyo
mEQS+ge9UKMbUCTDfuaa16pUgIM52LpF1FSC8JQbzYjtRSUEz+2EPCZQ1k7slSDSkD5xWjs6Ba5a
n9nbWrOvHRewczWFI/YHXKvw1OnnPRV1LpUDyjrW4wRsh9JNqujGyeqTyP2GIvPYfA9L0QHFhlog
aIrhcHI7+GrS7pGSycM99jwqMHLAn+PG+7u2wA4WbZpKz8OmYPF+Iw2BQIAGuVIvVJ3YmyAg7mIl
LSgmwD67Pu0rZ4SyKdOOh/tKKSmOkbRASH7y1CHsvthY13jw0/pDa7Tlf8PYbdgsz2/MYpF1Wgc6
SNO5PrJMGJy6b/NJZTj8+RAYmoLsNw6TzqcAi4o9qrfiIyofWD5nGJVc/9A/wd/F0CapChkLZdDl
a5ulQdxUFcgraruBeVfmRvQVPIT73CmOOZusOojZhW3wcWqV6qvI2uoExN96rfxCfOlll33sKBke
r/+qlZX+U/8FrM6kXJTrs0HTgigx8D8NG/Mc1LK5RQGk+ASYLt6YgPWhaG3RfbXmut77TeUaE9oG
isVKSxWxyKIGrWNG+UOhADD5H75qrtILikDc74uHOetEhaE6ryWSJtCYUMeWh1QJw2co6PLx+lgr
G1if8yeLEreBY+nis6qRECRunMkDHzAlnwNiu08DYIKHNkUe6E2IUdl4vFZHhNo4V550/liMGCpZ
FGhJPnlaX9qQ7tGSBACHxUsbUIdNgy1L6mU5gYuRd1I36RIQtV3kb02nlHaVyNFLwkAcBgENsitB
UgHPyACNBm+qq1v/GHn/GZM9yUVMxEP7cbFZQiCdWWByAed28Qw4BIInaOCbok+j/8+h5ufnr4BH
FvSvg84ZvUk4cXTMcR14yhKwQTslVcW4sTVXJ9PEU9a2dMwMlzEBGsGWEwID8dym1+56lP1vWiNN
f884+nMwleVnBHHLjT26dvQEhC6DHjZtpeXTNoPyyr6lWmnCP/owoCx4I8s6QhgJUvf147B2wVK2
dxjMcCx7ecrjpob4nbsDvH1BkyIoqjOMRQ3mZIIGWE/0gx8W9qRgcTeqNFsjz8fm73VE9TRWxpyP
BJm4rzIb9JM7oiY65O7ZGLT2Vxc2YApqq8g3htbWxp57uBw2PG2d5bNSmWVHAz5hVbu6LnjJpd+B
aByj7oA+cOzs8RgJh0NOWtTvLdDG3gjFNUZ733dvUdRytJ0KFyDcO7kRoG0NXRphyHHwnV1tVg0u
RZPoIUr3CAEdry/Y2t6gCkTwQ1/CuIjEszDztRHhM69KnfTUu4p9QEsgJXpUnY29v3ZxEVCogjiO
e2uZL6kd2s5GP01eV1fjKSjC5oxPTnFQg3G6Ry9kvLn+aWtnDc1A2oAE+Sal3vc7AmSwHgSovnqd
67viZLR6+wC2xQ8eO70Qjpf5s8yEljTy+frA+tqkghiBicBTT6S8GNkKeOdUFC+8QhlEidhEZPyo
XexfPGlXTn1jgINwTlh0JdGxr5MQuYMKJgw4y8H82qOjkH+EgJIINOUjmE1+YfTOocSqDWNL9AaS
UwMNXD0XVRd/ytBEm8Vz/LI9oaKAsgbdXnwLAOVPn2L0R0EqjaYFkBQMm/FdBvCz95CU5NskpwkZ
CQeg0AE6TfU69rGNNrNTDcD0WxTw7hDT0bENuj49K/uAmi2aYS5vCrH24nIf4hztv/mO4NTMsmal
lip3cRL23wHdxumpaduoOv37mJpNoYxqP4X/ZfRVYikRdlKhDl+oqMlUZT6y+bgfjsBefQ32akfp
438Zkz60Ybo6hd1FGFIH1IiHmjFHw/ZZBA1Ys+SGOJnKMLx0qrux7eaXahFhArvgwVR1ivB0N97v
dwQL9c5Hg94LMqwbdr7ExWZvotu9BZ9ZOVgGFWqTRMmyiA4WC+giEAsTLRs8AxGIEOEJVVNAxmeY
lSLVmqDyH07TfdyM8Y/rM7pyrgwDhWWiaP6gNfz+C6c+bizVpMMnUBnHHcKKRveIY4/eHTthio0m
5to+ZY9qpqGhgkNV7v1oRjaUYwWzyqvk1CJ5JNEFNSJFDAdbTsiYWOiXb9zGKw8JjQyTLUoKS6ln
sWWcIgykHlYTuCRUNh9kMvOFrTCxAD5mP1DMfLBzWx/2uSP9jZd73h3L3UPTdE4CNBNL4MXQiKTl
akOS6nGzVGeegPSYSWB6tWPEHoayxtnCteqQ17Ey7cquqjdme21tLZcUG58CnQreYvdSCM4I0TVu
BZk/OTgJefgd/JwwYbm5vom0tZFsJMTnCpBLFDb//78ihQT5jT4PKtaVYEl8DGOT0ir0AyU/IN5D
X2TnTln5oNstZGEsX/LvVVPlZ6Bazmc1y3WwiFAdf3IKKus2Ar0iPZSVqSZd/50rx5lHC9MQQxBL
USR7/zNBqkjbzYbJM0LInKKVCIE30JI3RpkP62LdIdBAt6e6SK17GbsoQsNAEJlIT+PtT2/8LmvL
O8DXwW2LPRDM5a6vdYg2Wnxn48OJCFSQT9+o5haYkw4JBBdg9PmNakdA/20Yxr8aFXw3wspCx+Nk
ErbcIzSm5DfI+EA0IdHE6cvPRkgfsevG9k9LadC4RRFaFXdkiel4dpoKz2XLsJMeYdPMRjS4lCOL
FCUl+vuSy/q+G8f452CE5ZMRBcFvUVqZPPi9FkDn9fFf2+NVik8NQvn1rY5YXXDIFGvMMcjpxa2u
Nln+7fpMXoAKSVosavjanA/SkVymgikCsqgnBCbJdBuJN2KDsv+vRQPoC4TrsHlUjcYg8406q7+r
2gEF0ZyFCfeU08bfNlDxbOMBWtno1PU5SlTpCE2XPQVHQ/cyrTTD0wuw77vA1D6R6xuPWA8OL9c/
fuWuJDOk64Vlus6nzxfbX2dKdeu8L0oTa02FuwWFN1mhsBPbWAwHEiLpM82G8N/TGoopVCIB0zDk
8rIMpkhEKP/ryENklnUmbHCjUy+woPk6Gpq91XObz9vioDhgg0x09eZ8fxlChM1Ii3HSdC/TIXXr
cBduagsHAITXsy+AuPtTppZP16d15T1gP1FCtgw6GtoSMkQCaXcyDw162zYoVPSPZmdxJ+sf68ol
hq46ilXBlNzBiQ62YM8rFxB+9EAeAfBwJbuLNe2zCRI+dotgUxHshvCEqhay6v9+zfGQgw+kXwqd
ZImX6yOsU5Ixt7ykNXusKW1ctkNty+5+5Sg4My5oBm7SyF/WxmNpur5BQOYNqN8fXCS+cFqTylEv
6B9eX7OL7iX3AJmgiYKV62rM3jyvf50F0PhQeXFo9urOhm5uZea94cjoGCnmdLZHe6RenMmvRtvp
h1Bx4sOE7cnGrK6cxxl3wspRvuWXLH6DBRMBqanY9kzIR1/S2JRonGv+qXB68ws24cFWe3jtq4EW
G3N1TwCRdeZf9NdXO01qlVB+rDnazfGzNyHNTDmcTdcsD3SUsO0bccdJ+gFx1iDq8Wac7I0Lb/Wr
HaJ8QkR+zPK4JKM6DmGq2ih2usYpgaa7xywHASuABYdCt+OtxH/liLgqpWvBnT+juBdISJjwqRX7
re3BfIodFEPcBAFbIz9IB2cTuzRm12snegb+gJKUoza42lP1H8243nUUfg/I0Ts3EaI0n69vwrUf
RvXTwEZKIBujLoIHrUCRvlcVk7PrGM82Ie7ObLtg4/tXrkRm+v+NsrghTBST8EKPLE9NUIDl2fuO
Lb34MvTGjw5d4Numl/pGmPqn3bO4hnlo6FvT34VO4y52Nkr1hOwOr2xZZ62yK22lrU9FPpS4oWAI
vJO4uMDWSVER+JgjcAFjqURx6EHEba7fJ6rsvqHhOp4xufG7b1GqGNg/iBxFnhHpFFRDwGuhvAhp
N9jXfZ88+1aPmVEiOmtPlXSmzyvp8JlOjoIBYhA0JuZ8ZmMfInArN2EiEWXTcf6Fd4iqP44xdaz5
B4xJTP/Z8QfQSYU+VxcDAPnBoekRe0B71zS2GrmrB1Kn4AcrFZqDaoj3B9JGLQt56caiIFaM7imO
Cd5u6spWw7OWYPm6a2rDVXbaGNlnzWpHFBkEGFhoWaFv3VzfjivX79zgYTdCJAGSvTgnbtRqs+mL
5U30G46xFeCOFgu8vdxM3bgDVp5MhqI+PgPO577h+89OzASykSN4tYIo/JXAdELOuMSeMKjHB+hv
w7lFmOCWxr65FUrzNy935oxtoIjGpUALdjFyhiJoPE6W10yoweWm6PbGEG11zNamkk4oWSJRFq5f
i/2PKuOYRI5tev004JUYaBk3W6x/Qb/2078vGjcbxAYH0BQR5PvvwTwDixg942V2sXtOkqj4AfBW
f4gkoIrrQ61dJFSM8ZOeg1Xage+HUnIkB8uS/ZENtn4bmEr1amWZuI9Iuu/FgAq7bdUbsdXaRLpk
V9RnOBxcge/HDGJU2GLMSD1bD1r7qBCEZVTNuvKI4Eq8kRysD0ZeACaboFUsDqNRu1WGe4/pRZiZ
czMUs6y5Fp/RfDI2DsDlUKStKgEjtDzCY32xDccoMhOj41J2RTrdVfWIirVvTi/lFG5VdOcper/j
5wxZx6SCsi6hxmIoBCASLlVheiZsezjSPPIZKoin65vDujzS2nyNgdSd4WcXxTu3C/1QtLHu9YFZ
uTcDvQvxZLZFH97h+4z/D65c7d28r37l2FYgasyzinpYk7ziYKi+ugbown2dxRU6VlosaJ6j32aj
BouVGt4LjdTqQ+xL5/NgWzDQtVDkvycYDi9dCUr/5BeWQYVy8P03K4XRuFPMMPgEX6zI7h3k0Zxd
3FJ73EG1ULS90/nWW9ompn4ToRr4ZpsoLiCerZj/YdSrv9X49n3EVtX5KRHdLfaksFirJJ0o8T2s
7OYmdMvWfoVxRokrmaaqe26GNM7vEhwbnqbc7JOT35XTLwwU6+zsF2j6H8YeYBD6mpV47eHIg0Sq
wPruwXfl2omaHEYwRpr3+i5ALOAtTfywOxZjLJEOIWB+SErFwkMvq6R6iw0jIoGamqm71p5V1lNL
b62NZ3zldaL9zhNuzwkjFY7FgYikqmKmkOgeUTAGjeheucFPtQp5Dam0RQ782STGyjK03BR9dMqa
CKEjGYm+glO69Ua49CceXuxkIKrkkBo7WbOXuWQnux7tSJXeRBa+ODgxI/oRI0+GifBQPzijLY94
O6N+EdO9KhTDPYRGGCNApOu0mRSkhCgpv17f99o8B8sfRZUcchaJBD3YxQU8ZQUik2khPCMd2wTl
EEfJ76McSQ62mht8sSdgLOchj9BnaRBDj/eZq07KLfQcmd5mZTbEJyPK8Kfc+GHzdbz8YfSVifLB
eVOnXPwwOmBATccC8aqwKDo0yvwyPqZjX7kPo6u2PybFTcZd1yROsUfcUcUjgF4WxisGHmKfRSYH
9ayg/KQfdFxyS5QhpPxBh378WEZa9+v6r125pATQHmcGVhN6LFMhE2NP7FBrnX55pr4kuJUO+1FH
1nFjVtzLSaH6DrgY9C+jWYs3rGvhYjmhqntqn7vf0i7A1AEc50edOBWlG7xrMmSfe+SIhiZFAqnC
XkHbwAZcvqM8LQD/0R+hdghckN/4VxKmQP9GNKjiQuZfXlhSB+3YTKA4gop8gNDt6J5TkJEbecDa
FPMK0NIBH68BgX4/bFSi6dTIicrX1Ansd7P4lqxBbBzSlYdNGDqIAMy2dFrZiwn2U8j80FIMjxYA
RiEIp7hvrVsGTwYg6fj0z7uGLIM4kmo09LPl/URI3w05QtleUWamN2IS8jTJONgoeq9MHJmjTYGX
9it4h8UnVb2Tx+jp6h4xZXDrq6jcwOeqPlz/lvlvWRxXwBsA9oRLnZd04P3y5JO0fb2vei+PfN/9
7fbCSg5QCwy0MBsO4ENO23pjzJWdaEBngGtMZHDZEs8na3DsAgaYVunN916dASoojuxslHYOJUqC
92OBi9/1D9XnL1l8KeYFJpUPKChU6+Yz+tf+b3Qsq6NB77wuwebkIRMVcDnk+mmcgGiqH5kebK2w
GZWznGxAmxv9L/MYmE1YzsLx0HP6MsRNJMqyWDsE6CsGHwcIxp/6aKLJNWM1Huy0yvEySMJSew0D
4p0dePzZbznhwv2hY7iSfCtJrX4oMtSKc8KF0YDlEpF96tME2diM0Dp4Tp0us3Zhsc3PXJt79hTQ
TGo/Kiv/fhbs0NVto5LSi2N9fPExecE8BJlBEC1SnAaK19ilaFX/fH32V7bZ3JcDsE9zDurtfH7/
mvwwr5BzM4Cwa/CoHtMARXSkgew9rFfnictKbly4862yXGwKlDQiyW5nnuj78ah/tUTPYMmjITSf
+lxr3pDxCvcIJyBDWsvpDaxNtUcAKt/YZyvHlsSSO8gkb2CmF9vMLEVT+jUN0NZAj9xAcuzGDMzh
5vp8aisTygicovl2QDZsEV5XkxP3VWlBU4taVEuk6avN2Yo14VllbwVs2CKZdhgYKcohRYloujMb
9sRLiwFpssNN2Ze/6gDTgBMXXYfUmagF0J9C6T8JrKiNjd+7su24LWmqzfSlS04RliP4FtcxHTwU
H+gNW+XjmKYI8ndST9pdVPupVwwydQ/X52ltXK5owASgnoVY4krKWEc7BuF/Tyns8py2Mnoy6gI/
4C7RPvJMNsiz1tHn64OurM2fwjhlv5khuWzud92AvvpMIdSdqUQvUcXxyemc49AWn318p7zrw63s
OEz/6Mzyvqq0pBdHus4T1eiwsfSapkX9w+5crBmMMt3CZqw0sYDEU6ghlMFcg4vi/aGazIpeIIaW
ngkcejr0gR79yCkvzUK/+YglclgbnoaabwdOI4leVNTXxU1nVCam58IYf1z/7pW1tQlpdJaJ4A38
4fufM/i5grqs2ngRdptYeaeR/VSyj29kK4q7BKUxcdTSsPj3KsscKXIs9HltL5o9U5KoEf0ISIUd
suC+j5VimgTNuSMsOF7/xJW4ESFmih8ktlRZlqnH6I4kqlHZeMUUanszsLRdVavuXo0jeRr00r/R
fFWeIs7SKcRZ7/X68GuZGJuKVhJ3KQWKJZojnoC3R6KUHuoZk38QdosqUY5pwWOEdDXKTl1lojJk
82oc9Sg1KLHGWvBFDdEB3rjRVyI8mxiSCBbKIFCExb06kGIj/Ah5Z8B++mAB0LF2hjK09aHpinqr
wb5yhLnBITFwrkCjLZ9Jkl3QW7KB3tUXgPZk2J5Js9qdi6/OAcH8fCPnXfs6mwuSSgarTaT8fi+H
uLWVuhtLD9lmeNtVreMvNORj8A2HjkZ8vL6uK68jHVnSMx4qttZyNLr5JUKKtYRQ1sp9q2hI9Jta
4bWxppzsAb3gQbPNpwpBqI372BR8yPuHmVrLHDbzmXODdrGMYFtiv0jhEEHySziqHaH6QTPbbNpR
w1Dpf8Ee+TClTv/ixiHmioXhjF+QAlf6AzA+nxK74/jWMZgmx0EXulSxkXL8Hg29XjZYPkzVEO1G
HBW0A4JQZX1s+hT9uiYAKXPjJMUwa6pP6IMGuq/9zlz8aJB1DEZ7Z/ul/aKVjZLuJuTMPvitZv5O
bE0JT+ZAy8DTKZi8FoGPLnBX5y0oj6Z9cXs0KE4uXA2UAKWp6CzeiGFlZ/duh/CflYDnxaDsYEJM
RGAn9PvfRYjGnQdvT9p7vGDM/FAjN+nvNfyDh3BnZkgw74MqtMyNbXa58Bxl4JzUyjRysiW8xYpH
uH6osXkoaZfGy6zF4P7GcqsNb1BLB0oSZjV0k5j71t8Rsokt3Nv6DyAuomyhahf4vioIsXmzFd5j
y5Dx89QArEGzuKkeAqK5GxpG8QeQHc3HEVLp1+u7/vJMEy/N/Q7iDy61P5fdXzFo1NBomxJ9QoGZ
N0G1kRpVMZfb9eionMaesOj6eJdnmoCDIJCpJt1BcOb9mU4TO6xwAIJqYDT5MULP/GjW6n+ya/v9
9ZEuX8L3I82H7q8vG4TIIzwsVE9ign6Ug9tiytQhic+beBIhhkDmMFY31we9DDsYlFPsaMTzlKIW
EaiMRyjpIZ8nfCqofaQ7t92Q1BvBDf3hyxuDKPpPwZrm7cXFn2djL6mfzC3zOO8/6x2Kt9/dqkj0
H6UNr+JONULR30A4w1hdRjVq4z6q14jGp8gsHo1GuJVHqJJQkgK5Fu9Ka5TTAWdegf9vkU3mTtdk
We1SzMJmDb2yjO9iN6UiHlhJ2SLBA7z2wEXTVl5TGmn3SGwxCdwAnO5XafiQY8OokihRh/6kYAag
YZlZJYPdHaqw4W7VGk2iA576GA4HONx1EGlGvX1UQpsoFFx3OLyCB1I+WVGMPGaQBm1wZ3YORnMY
zge/fctO7INRIlh7qNqItqNhhc1u6hEf3E84Ycc3FP3LD7Szo/Q4V5cmlFsi66NBoyREeUTmbwVB
4skwfe3JAf/+WPPj70Tv4mYahIGKgyXGYc1hmihFoM4dx9U9nGaTqjMK8J81qTnJPsSXbODzpPjQ
S22KvzYTlnU7yuKSMruPkyrPY1aX3524deqfMi0oiqL65YZ3JuKB44dJVeLPchxD/1BVTV+cUD11
bzqR6/INi5zoBe3QLLmxLLSizw5mXsWjWnBk3nJqAjXfq5QBVo1WA4xLTuIFZX/kvJq+jdNjOZRt
8RhXsNP26mA60Q/RUB69bZyap0VhYvS9ltUCYUMz79wzNgB+5HF4ERCZMN+ASF5KpOiTWhtvsY11
nH0ewsL7mEowWYCicywlHBxA/G9WGVu3Ugq8vaiMU9vXKfd+Vcy66aiHa8nwmk6lcA8OBBj9ox/F
RnmE+JAlexsJZ+dzH4AevJ8qIISfLRS5ix9BkijaTti1POs1EmzU+lV72BkxQqH3ivSDfjcMLdHV
RL/auKunyIjPQVbU5FMNYPIdusCKhi32aEUYcE9Vc0IzkVcvdWoaAGps6uWXrons/ktjKo3YpZUQ
P4JKD5u7IspxAgmaEE2jgftXPY84iA54i8zhnCv14qNpWlyT8C9t9YRBhYqmo4VG75CB8D2wEHl9
kNTiIzRoLc2Ij7LGNB0o3pTeqgV+yPupNMV37PZ8hHUx1QMqm8rxCVMt/PacAIsqF+VmnX+1hoci
S8YKdc08bPcJ6Iqfvl9b1IaSLC7vcscdfrmNHfFG9SXLTqFqwB89tE3FsyVshV2Kb2uE8ygxzjHF
JcLakUFg0cfTLNJ90zlSw13b0X/WJiCII20f2vt4iiK7lIWyyQ6BqNXokA9KlJ21rNUysGo+4v1R
6cafCwyN7yw83uiIO376pJrSMo9ODFD9FmpPN96WrhY1J3uyfY87OOk/kklEDziPqMVN2luy3uPh
zcGyw5HO4hCOWXCvarLXz2mq9i8p4ktv8N9x2jVSNEj3k2m14aHvuwArnVKJEX606jbZ+w06oTe4
D0wPY+1Ud8wak077mj5WRf8p242OmmvHKXYxfgSJYrWfB1XW9i8YHy22tE2L+Rfvgo+BdS14e0cz
n430wIPA5OLJ+pXj9aG9DULtPg+RzB+1VGifTJgywU0UppHXD02mHcYCozNAi1Vd3/BX6F7nkHnt
itqkX4NW0FbwutKPoVY5ty/n/Nq9KL86SWlGcRo5ni+joCKaC52TkQnjh4GG3EtijPr30jTTh7rU
64coCpxTEwir39m1GX4Punzwj7iEoliP6YC2kZOuxBioBqExAO9fXPb5FSsSztAqsNV9v9qz7cvT
4LrDXa7W453a5ea/v/xoAHLwqH4DkBbz7/nr5ZcB9nayZC5i8sKnGleNYccrlp599nK4yyPLfR0L
v/38z28/4FGNhNSklnjRk8dxCJXcZLQ9F12KA0lqd+/TtDtdH+Uy+2UKKd4BeqfOpS1bBy3IZOn6
mu0pqe6mO5JCH4vpuNc/5JjOf66rML8zzLK7x2Gwf57qqXq7/gNWIjg0riwKHgJiiL4swVtCjYWs
mV2sZOSh0QEhlgH42AGvrPP1odY2jg4AkdB4zm+XiAMVVqo6tIJvpTi28zHxJiXjUUBp3v2gwYLa
SsQuo6q5AG9RPESD4CJ6E3HTYGKg254mwh9GYFW3U+paz6k/qRtfthInuhxV+rhAU6hOzSnBX1uU
/rhIuE4A3gUhyVHaax/Mrh+fr8/fZQiMYgT9C/w7YVYhDvN+FH+0RNVpg+OZjaLexXGg4D0a2kyi
LM90BIp9L9g91we93B8wxmeA/MyKmHkZ7we1JszQk46CnsBDCU1GfB1oIJsg0jvt+L8MRc+WHUIP
b3kWsPCofLWvKXONONgjB6nvQsMcb7LYDzeO3eWCUXICp0RPlLN9gbrF4isKCewcrwpB189o9Aei
3mqjBnG54RmFVgAKNSD1qLK8n7spBVkT94btcZP76hHEZpDu9MC0MYdSMGFHzxLB7n+fRBf4PdVS
qtG8Iu/HVOOG04ChG5qmYo6pOAXanodY2Vuy6jdy7T+ljEWp4w8whZeKHUKj6/1oGfatKGk5ltdX
TqDssVQyP9AhNY09XQH3FR5A/BsmnolLIoDtcjdzJep9U/e5hc0GCMEdhXy7PCHAqhQ3lt/12gHb
+zg5dU6LwwL2yrVzCFyrrB/7TIqWUH4M8pdAgTnxME4T2ijQ+mYTLGqZWA0gSdPvAQY4XjfVI82X
ONHfwJC0YuPevNxBVBiQuuKwuxBHlmi3quimEREq25NVHp9DXDXvJjVvD9dXc+V5QBFwZkOhUouQ
5WJ+XTfqSlfhCisQX35uxzr5hj1mUe50ITUdW0s7vM0zDAl2oq6KG/zaqi//+guApVuoyCIChTjo
suvcNE0osU0yvXY2ptgh+hOE575KY6DNPXD1wzDoDrbyBO+YKoPyPNDUHeqNefij6PV+o+ngU+ba
/FwLv4BcqE0U1z7Cfp7e27k4gDux8pc+Kev2zskpke7BVbvZPiVFeu0wN20wkVKxjIa8H8lvIbKy
/UEqGFSdYbPhHqYi4VrdVXFv68dR6bEs0nCX3GJGX24SdgaNZ+qQcx94OXnpZCslW9egaKFNxyjW
MnzF8NC4vkQrV/R8ptB9ou7FsZ9/xV+vT4//p1tHrunlswuzTGgS7MqIczZVqdiSLpp33GIhdGT6
uDUpG8+cgveDxViwyECFFaGQE+9bdxi/dlNvx/ithOOjQZBa7dvQVu8jXW4qW6zMp84X0phRqZYw
pe8H19Uu0BMLkH1lU7YLRivZy9Hcehz+MBSW34haM5NpoPkAtP39MMiiNHZdtY6HYK18gIzH542Y
qD81QkGWjrxkVCisqVJUZOkcTagvCVlBkit6D9dfDTQM763pBwwuUG1UXgPOahFrxQ6NBZlhpTPl
OIhQ00+PThLXt6UE173HQjV6qOilg0JO2vqb1RFx4DQVOm13sHn91SNMPPfN0SSCWzjl6h/cjCyf
9E8oxR4JH9y59SlH7BbfCPefb7xZDX8uaII+pyS2uIuyLvP5j7HjOW2THrGy1s86MJx/f7/Qf6QH
wq1D9VQsgpzCVX0rGMguIqj5+0HaCWYDOdZK1bj1eq3tJuhM6IqpfyQ+FsXLTqS8onhcEh826oEa
uHkICdY3qntrp/PvURYfREEvrgwjYdpENIHaKbNTMPjda4yn0MZQKwEiUSjKGjMGm8hjsUJ+H6Vl
EoSO16pajxHziN0kLwiel9SG7t2KZj1seXsjQlyJcqAvcRxnfLsjlgwmf5KYkWkUL40QHxoznfqT
2uMcSUNhONaYKT1ev+7Wlo22jo2TGPvrAhaYqfXQGX1vewlz+WHCa3sP+MzZCG3W5nJuwXGzErqx
j9/fAW4KYijq0GSjAul+K7D7djHwpK4yTOK2bHrFw0Oq25IWX9ks8OuMmWdHUHrxYDiU+NKaeMZL
B9w+olIJPCzfcI5zQ2cj2l5ZNm5vGnEkuXDPltkEtzs4vVx1EZwKc3LOxBRviq4MH+jypA/wKbMN
cN5KpxWQHCrAgPZ5OWj6vp/SAX+HAFdC36P6GzwgsWX/Aiipf6E+5b4O4B8PeSK5EKfEPSQis56q
uPCHjcj/MqIC/IMqN2IfFqCJ5ftFpFMgClcEt4VFaR0H+Li/m+JxQKoEgYLPIWGdi21VmIR7V+QB
QbqWl9HGJbcy97MADlZSxJAIXi5mwg4zeNQgsD2pqdO4c1UlG0GBKuPvfPK5UkMrLDZu75V3m5KN
QPoLQAHKX4v9bJhoiIaDq2CjM0XeAH7jscAub99FY32OwmrY5W447Toyipt/Pq+Q2mdUJtwX/WLZ
+yAzS3eieGna0n7sLazU3NxNN87rn8tt8Wij1YZmEtnqHCUuHu0YFmkwuZWC6cGgaviuI0rVaXh/
7pIejMEOLLf6n6rYyWMMKRpfK3eMPqpYj/4Q2mROr1mYxP7OIjgMyZrMafhQRFmR7cCXoy5bapWl
7V2lk5izBEqknaTUbB/LpljFQqgNXAqdWM1Pxw4m630DsRLJkjbVethNKRZhoTU6WKuPUZ/cdyl9
hl0HaN08l0GgvUJjcPuzBrqa3kbQ6c9N3/hfkOqJnmWdp+KQYNTdHGmlhPJmhAT7NCGBBUa8n/3A
Jbk7MPWxMjChTWa/4S4yhhcrgby/T1DhGzBRb7WPmE5YOJaZWfrc5WFmHfBQzV87ojX8Hp2SSEP6
CqZVZgSsdF8PWQ0cs5J2c8g6t8z2Eic6aycDDcM5k/7QM89MB7S/DOt2F7ZDRS+nGPInswgxbcKO
AStxJ08H8ZjHqA4BGdexT40TZ7zNSUZ/Z6YUv9sAgHc5MsfHPmiz7+hSJu5uoJzd7FUa1z8hGuuv
dRZlP2lp+t/aOqjfnBT7hdu4jadPEKvwxXP41Brdjda5h0cLiyu2lfSEYxiZp099CJNMdKVSeG2x
Y3zKFNsKN97elZt7jr4BYNF4njng7y+3sXUaXWtbBbJ59GUchEV3oNaco2Hk0cYDuDYUUtIoZBCH
EyUtIooKu2N+BoGKmufDE9orxWOO0dZthNvrxiOx8tbOkEZB8QdywMVbS4Mv9vGRczxJx+Sc4PP5
YYzxzLp+Q6xch85MhTBnlB/59GLuLLylsLG3HQ/TEuUrC1jdhZGrRtBUdIeUqXCK7nB9yLUPA4cC
8gdUlUrwsliuuAliGnyUCUY0NxS76x5SAXH1+ihrK0Xsx7xRHpyrWu9HccJeqyLw4l7faNMh6bLh
YLT9G3CyZGP7rX4PNyyE9ZmQq8/P3l85oGEpqWWFfI+NOfUZC0o8Tkt/qx++/j3/dxRj8T0KLNA8
zQGiUexM9wnSFzc0jqK9hAB7vj51ax/Ee0XZf1a6QePg/Qfhdu8k+PlRx9LwrG8od/1qFDv++c+j
8P7OjngzM+2iioMbspMqdeh6QdNlR70txpNWFPm/nyIIhCqPEpg6QsrFtMVoP2T43LkYA0SORobW
++4Zj+lebkzayvqQMVHqmlVLZy2K95Mm1cnPsqamZ1G27WvSxwAFhI6AGl30KtgIYtYGM9hp4KvA
dF3wEYTfUX6RJDaQMfwDFHtQuE037DAW27KFWwleXKDAWKTRorDJdN9/V2DlRC6CXkxK+UPZY/FJ
f9xPnFjfjYVSSgABnfMzDzHE08i7n65vkpXrCZFklo4Uh9BpeVeEOvJV2UTdHSvrbKeMCqagfVga
UGzL8RVRk2BjGdc+FzQiHFxaQvyz2PtTSiEuBpzhoQaRvIH7xfO2a/zpQLsv/aCkYDBhZKgfmq5G
Iu/6x66tKjQJGqSoTFHxX46NNFnUztkV8N7pVlqdSahj1vYD8A9DbNyPK4ccepeO3QkZAYJai8Ea
LhB/sgsbVF5gHWvdzT44mUg3Rrn8JCQp6JrQwJgrtcvp7PQWf8Wm8T0XuMMZZEOza5v/w9l57cht
bGv4iQgwh1uy2WlGI2lGssINIckSc858+vOVbo6HTTQx24BhwzZcTbJq1Qp/iMr3k7VrAbLBWUPU
GPExA5aOQ9d09UQATBWm1FFwKWoaPQeq9Dk6iLZRTBtDsz9TUjSjh3esOR7aLm8nr8zxQHf1Si9w
xtV18kPfmlpzD2Z7u6fED6NVDRcDztpaAURGXshsi1jkJ0sYHul7pj/RGNWPmBArFUp7bad76hw2
sZuVOKP697fV5vICSMVkgmC7PkOTXeK5ISvBJe57I/fwzJ4HtI1Af7pS2JYPwyhrX8BFZrHfjcia
vTnD0GXSPBojyHYTrlYBpGzwxcRuI0AbHNaPLjnOoZCrwS8CR3vOw3RvVLdR63KhUFfbSMdQ767L
raapayarZXCRNdzUB72DTorUgXmae+xOe6WTfUNJMAKp7PEDFsY4TOpj9Xz/pW9tfAouECQ0TK2b
+RNmC0PbOo10iaZR82ZngjmbdYWvFpaxc8ZuT7K4QGmZEjMEj331gq20NcNyLKWLOuFSoSfU05aa
a//DLmJGjUgaF49QK399D1hL11dFYYu3msxHWclwcuyKxJ9SdKR63FMOWTpqh9hCwfH+qxT/59fV
Jfc3RhFCTxPE1LrJFfUQ84JFDy5I/5pebWr6u7CvC8+WpeK9xARi73bdEMzWoX2Ls8qat9NezN90
vL4657IADxF1W56q35EHC+tnY1jM/FjkffHF6jrtczsUeuZZmNpbXhHYcYlFddn8GaDufdTKlu7O
/ZexFeXAQwKqFqIWILnFaf9Ptmmk9pLJTQUkIzPS/DiMafoim4mKXivSfF/GWVaqI9zx4rssOaHu
oo5ffNRiS20OY28li1dLlZLubMHbzg4QVNIRTp0h+kyrH9WmQgqlsaxLEsvPc58/liiRn2KnNa5z
qGQ+6cG/2GwvhzCrs6/338htt5D3wB/UMKhF3FgCmoUaaWZOtzBUzHd9kR7SqPEAImVPWRkBe0Nq
83x/xY2zDToI61uuTZtpiPb6E4ThkEpaXTsXJ4gAgDvy4EeZIv9bKfPb0Q10dkkquc4QNuYGeb1U
X83wvZjfXmIrVz1NavoDlK9u5/NtPhBMEzHvRHRrnXiksUaSSgvmAkwPP1MKPyoMqIYvy6hRbLz9
7RnQ3PnfMCkkLX/9SAhQqXowUUKHJqBCsKfFAT0cA6vnYK8GFNtuFTkAYxOwuPcYYK7HJnIJa92W
eueSG0Yfn7sBCpkbTLhjuPhOTaUnmzFIdHWwwxcZ18e9w7oRuVifNIuagL+sAT70PmxSLOKIbEvL
wYYY4C9aVx9Ka8g8SGt7Et8bNwFAcB7YYmALnWUVo+Gfqsosivm+NcZ3FEM6wvrx3sxz66lotkDS
IiHnglvdN/MgMQegMLmEs2PGVyNUypc81gjDcmUFvY/S0Nux7kRhm2EukgQbyIoRV8lWDanirFH7
rcpt81jlS/COTly2R+3cOguIyyIHQ+MFT5PVO5ylvHdG9uhlquQRbVckjxt6kp4cobr35pPAdBDh
bkAGQhR0tZS8gIDRZlO7RBYoen8ZmXzQMjOkP1XUpvnOBb51c9CahWYlAhfSGqvl0lpZxgXZogvI
zvrPmGsogYE7llM3yaiRT/NSltOz1owLgvthgzrM4MCePqSp2tCFbWGz+pNcydnO/b6xa22AMbSg
2Et0a1YxDvWTOs1DKPyZLjVfFjn8MhmF9Hz/XW8s4oiyjvINZaqbSZkcBZqCZbN5USo19BQ6hRdp
Bt1/f5XboyEaWkA1wLFzP69TzzaolV4XwMXeLquPktk7M7ZdsQkEZ0l+xHOo7wTT2wjHgkJAlUaK
gfbF6iymyFxarYLYHjy+4GNn6vlxip3qpQQ34i5zNHyFa1R4TmK0O03/zUcVFz49PKDZ6zDeKkGn
JfJgAXKf5hOosYphkmZ6KoRbJpHa21UREHA3GHJybzAIv4k6qWMy4a+B5QbDdCqnQDk3w2i9+WpH
60c0o1TUiMkBV3uxV1HZpEdkXSAvw/OStfCxaJafjjqUb39/SJbSKBK7non76hrUrX5I1RFEJpLZ
6pPaO8CiuxbR2UZSjoscGztdyts0iUkjRBpE85gYI7f7+tptrCGJTJhXQAhQPk/MuPEnlCa8QQqm
q5Tos4dqz1uNy3VwQ4KVbXIbcQ2vJ34AMxx1aStmqo1jHuIShxA2VOUL+ffP94/e7QEHtQh8QUzY
HOqUVRcWsE/P+lNwnsw4+ji0Y3OxK2Xcc9a6vR7EMlyxyK3xEtes4FnrELiE23cubV2qPElRygOU
RGx4ZTXdGwFsLkbfCwitOOFrgWT0kXVCYx6cZ9nMTm1fYclk1sE5Uuo9pPffueerXAnNSsb65CQ0
y40b+pqC35mdm010lWYbXGaEPIfly32KEFIz692vOa/G6VAiu266cpOhRdQbXfGjWJyk8EPLKJDv
n6b6S2GU+e+xoOl07Jd+Luk0ZOXPiHXhitVjHXi60VuZlyw1eOdJsyXrvRbyzVQ3DLGsdbMl0S2E
juI+88qiRF43V5FGOyx9GgYHLtP5i1YH9e9xThNQjQC7euSjAHQQ2WeEjQWj1dNQ4+JfLsVY+EVv
dYNXjUH93pAWWlz5EkbYVS5a/oX/AIWspSmGP0sSNmdwRYZyiApHwax97DMIH/KSPk+LDQ3mjRtW
vHDho8Nklk7jumaCgZgXASZI12BqwwOjnuJSqAAc7q9ys4UA2XICOYNUXCAJV2FGjiQkCrpJurRg
wj7rcqUdskXpn6KAO/3+Ujcn8O9Sf9UiWOkGrmxHyEAYBugMq2ljXxsa9WEp8j0QweYq3AP0k0Rb
YJ3TL1nfm+h70EwbM+eEhKTkF/DXdp7l5nZDrgX5EiHyCdHiputdLU6TDLYRXBguqn5gdZmnSGr8
NXD65Ko3U7xnbLDxnehyI5orgG9c6KuLh1FYay7YFF/x9kavtpWtUwAWz42iYa8qugV08nC4zTOl
YIophO9fXwWlMqs1sEzpskRB/ZnKUusOopn2qHTJMrg0N4bhEGd9NkJ1XEaOSmR2V1wDw+dETaZn
tZjkl8nQughTuknq3bJUE9vn4BY/GT03e6OvjU9OVEJnRcRbPsfq3SiLmUwdVLaLlRfJR7np4++Q
K+Ud2aBb6xReC0sw7WAMCjxndUMqYSpltelArLKlmCF8FI4Od7JGiTE3cOXO6TDZi9sGMfqsM8ZX
0jlkaI9NuNLZP/LY0aKPWhFKA3Lvg/EVMyAYUxFSUdo5LdJmdpk/dpY/ygTPhwHFntQzIqOJPirB
lBqIxeRmgoas2hknKY6l1oN1kP4oJn2YvXYwwCsii1kQ4ZAX1HzD6uv6GGno09HqlsFagDNa/tAF
ruG+BYG6ZxK99RVINVX+pC5CZvr1rpGMRDGwLqCPm+gRwbaer1pQQyi9H0W2DoIAd6MehNL5TRQZ
WnU0ir4ILrUuFb96Q4veVUo26a6Jev2bMV98cgBm4mpFiNNZl0TKgMgH7fngkiVDCu1wUV1DzfJH
kHSDf/+5bjJ1sRRUGDpV9Axvpt6oqPeBFjCdmONJ90YT3Yc8zWx/lpfhsaWxdZIK3HTqyTR/31/5
pjnHykKAjuBCA/emPzxEKFVK9uhcageIolvNqXGOc9oCCDfWnmSjx6iaGfC63Fh8uADlTua5tXFA
S1C4IwpFyFltnFFZZK7T1rkYRRBdx8hcPNQA8uP9p9x6vyAYZJq2SA/AkHu9PRHLXAYjkJyLbjVI
3KHaOJwyI8q+CS7fWZLGH81otR6gvDd3DHi/TJzEdcSUg9zw9cpSCXgLs+3gYoyLdqoaTT5NoJxA
F1fFWzsG5O+cZU4GszR6L+JV/6f52+oDCn9ivwZ2kz4Wqlw8FHVvHZtq2KssN74aWxVEiFAyvm3T
zaJFh+ZKeEVOvP2n1kLB+MyHHfm+ja8GrUrUJYyXqRVW784s4ZRMOgJ02mCnf0J1GE/FAMPWr5rR
+b4ouUZcM4rolKdVsLNjtp5QEHX+wnXFpOj1y7RSybY7pmDXquyNE/x7bTzIOoyrw/2dKZ7hdWYN
0JleAAU6Myl61a/XcbolLRgbhNcFdp8Pzvy85IPvxN10xtBkz1p7440Kqho0UVod7ObVG521OdbV
KIyvkVbVfpZZzrHqZxNHHTP5rNVqfVHtvPnaQSDZ2Zw3FaYgqcCT4fgR5hj6vX7OKS0dRCib+JqZ
YPwmZTBOXZaln2DMag/Z0vyBHx/sNFz+RujVywXMiQAXDhUMptYRfM5NYIZWll2hJlSBT29ZQkLI
LsPWtUa7n/yuLfPk2MVJqZ2DSWmHaw6iDdjaEIVfMix9J3dGJe4XTH7VcAc9Liqftj+2IarTG27W
lm3nagPb1G11KTwp0mRqbuM0hk0YM+T3U6Qp2bUZzK66tlETdG5pdfimx6hf/mvnM1wCyYkvQ9U3
qluVTvwEtjb8amK9+zUI5fFPHMp4dIU1WC836hz1F3iL7FuBU0Hom4gBRU+GgSVvlxr6MwPa5cli
w0LWX2Rz9hBarj/d36+b35FzT30LYvWmv1s7hdKPGZoF9MiZe+WL0ilurjqj4bZ5WJmncca5zZvg
BGs7R3LjqqKoZmGsU+lR/GWH/Ce+odcSo2OeR9fE6rPulA1pCI6xDXXjuUzb5h0bfvwpgZd+T1rc
q49ouzLXuv/4t31S9vHfPSXycYLT6r6KFS3rRy2Or3OSdunHzODaBs/IxB4iCWHJ7VFUXTwJA+Wf
MNSnDxNmRfIBjm8beUptDS/LoCXSTkVyO9bmZ6FuCO4e6T8oMqtwZU5jELYdobIs2nbwWaitvKGu
YLZMDCEV18mV2DgpylB1XjvXRuYarakXrp3pyk5VufWdgBQjKKUxyblBqug9gAnaAeFVhQt4EGNO
P6nm4CnLwFgFuYlFq1QUh3iCjZYyNP51/xOJR10fegCLzP3Qe7wtYIJ5KMfGycNroTe1a0uz8RiQ
VO+cg41MFHVxXExAqbEp13P12aYChGjFKiGVJrAnNFFY5TjWy17o3F5KDE8Z7YLWXiUvlKGtFTgp
V0SqOn7XT/pHLVHGAxoW9U4eur0UzXYeCw7uun6uwp4sJgnDa5KPHbZWsn7Ii2Vx+6HfmwpvblnK
Wey2cMEUYKPXN0IzZlFR4n14yYrUfEB3pvClQDM+aVLRPk1xiUKYXGSejELosZsUmF5akP1zf69s
HmcQ/4LIKRiB62q3xlYsjhQSmV6ZrW+MOWNy4Lqp3rdylqBkgmtsfppSPRK634S3d5hplMuhDLXx
W6krkuOqZqHteVJvBVl2sHClwGbpBp4qp/liEUXCK3fb8BMd9gkoexbKn62gax+Q1ITXq464wN1/
G3/7k6ujg2gUlQj5OHbkuvb6k2A4OTBBlOIrUxcE6GtcU36W4NJ/lNMsfyvUvn4eZisrntVkKFEu
qeVedmH7JejrZA1FqdN11jMKOMnnBRndzM2tRfqBMeBQeMXSK5+0ypkjNy7qenBlbZR0DxUbpT/Y
ZjTTVZCq5jiUugrn2+FirceqhY3XJ9YLhgiZcdXg/uEzFTVY10ZL1H5nfFFkDzmOh//i+jtQ+WdW
5WMH9xeqjsyNhwJQBGx9zpLnZK7rf6UkLkevhAcAQB69E7SR8ijR/LQog5bIOJc/WlspFRf1+hpd
tkTLP1AaSuXX1jbKBwCirfYSLlPq53q7tA91OyW/6igzfsdhNP6780FuQ9mr77E6IlU423OqsTtH
I/2hDrHlz41Ve4WeLuc3rwTpHsg6LE4GnOsY088UTiN50HXWAb0ZA6ZdxThYhyKejA/3lxI/erXJ
xFxDGGUyHrLWZUrR1ggwS118HUqnfOgWlBHMsikP91fZiGSof1ILMfdCwHp9IVqAYPEbmJIrLfH+
ix6k8VPhBPGxwDpnJ8281SYFKEmSCbIFMAF/twrQdGfR8zXC5DpKTv2jHeXl+wyz8B8Z7ZeXvurG
92NT5T+UeoircyxHIyZLo9ZX/qjbwff7z70ROrh3ebOU9UhrrCdHkQHCeKjJT8C+NU92t6BBhC/L
kYmv5Rtlon51jMzc+aQbRYxt044haoBQvRH0aJxMKupSia41Wls+ZATIHQggP4V903kYmISf/4eH
FIM42pQbXDGEufol5CmvSRzTYxJq5S+hUlj8bRYH35j+T4ur04XSdiLk1t61ka9kBgJo5AZxQyxE
2omZ7TWi3I1drbAXHKkj+/n+891izNhR1CsCl27gPLO+h2esyTtLnaNrEwVQlAEIDp9kPUO0uwt0
ZM+qMPsgwcH8VRfBdGmHKkNqrcWa1R/zsfa6Tk6UY70M9c6H3jpVgpsIkYHNfjMnDFWoEk0fkf2r
Svo0StZ4GgPbeUyXdG+WtvGqheAexSJ5iOhOvb6Lsmgwi7Kqo6saDfJ3q1G1Y7fAgrz/pjeOi4PA
LDwGggWGYauji4917SyOHl5rlQtn0pZD3AfeLCezF6RQrnp0NN4emYBzcM3S8qPFvg6141Sgutnh
Y1oYWXbQzVA+mQoDeRMhl52ovnEuwdYiPI/nAiuumwuIiSWSnI3xtZpb6WFI7P5piRNp9jKy/u5Y
SKXa75yQjQ4DRaEQKBboH4bKrz9bBaJXCRVOiKxlzbuazPultez5AVlR+RrFUf9gmK0tMeFLpN6/
/zE3dqc4NMyzxNG5mc8P6mJauWzSRqy0/KRb8behlsoPal3/vr/Q1t7EVQJuCuh1oACrvTmnoIwG
cTxLtIbfAxf6IQM32CmjthYh6QetjMQIXcTVm8RUZtQWGhFXpcVkZ0JBNPIjTW/2aKBbR4DLQABg
QKHdbBLJUIo46niYvhteatrQJ2bX1lHvsriByChXXtzArd7ZJ1vfiloVpBhzx1sctlmgB4NNH5FE
0oMPTTXmnq3gC2OW856D899ouco4BP+dVh40LALrqmaHsaG1oVllV0i8U3BU+7ZO3iOT3/9pdAPl
R+gjKLRNXagfNPqNlssMo/tQoTYBeHaJviXJgJqkFQfVjxao0C85DPuXIuvQXMwLo6rd0amsvWT8
9vMbzGVENoFcMbAM9fVB4gjp7ZzP2bXSbHyI+kDx0RqudhoHW6uIuZksOmS3cxvb6Ul2rZAO2VjE
hwRdFH+u0+rNB5NtrNG14VND5L4JCn00RV1XI8m4mNmRDZ+dmkapLmkD2+KtR5NhDXQSMQRmaHNT
0DV2orbjmFwtCSx9lbWV35T5noDU7ZmBO0UHiOOi0GxfTwPzuevzsEuSq9yh/+qqXb10HvoY1vug
YzLrqtWkNP4A5GQPivG3Bnu9mZlIkRaIOREkyfUs2KSYQlkyzq/ggzSRiLSq7Q1q30yHCluQyE2U
RXdGiqywbE/0Y03TleRJ/lFlav+5QB50OIxJD6WS29Rk2DS0+a867xRMpOoQTcMITED46JRxBPgV
mPhv2pDTewP9VNODFKG/150ofq4VE72UWnWa3LXLXJsOS6dkeP51nW36aJVqQMqjUJ1PfK9i9uJs
QbndCAY7g8Hc6g0MbSXvPLsR0ixZm+uxV1ay/s+ildClB8cg5CTlTAGoZ42NmJDBP76/V25jEK/S
IG+nd4aS4Xq+ACwePKWmcj0WXXLK8Pj21bJKvdJKnZ1gvrVhBNce/i9YnRuBnCqYo1HSpvg6IXDq
glg1f+ppA87XGpoXOCnYs03tm7G4XILMY4mxdOFQgl6FkKHvFK1OSZNBjijndobwIpcOfnCTKh2A
c9Y7Z++28QdchYLOpLgD03zT0WmbDqWjIrkqdmlkhziN9F9JYwaKIAOmKMVyAx2t2SlGH8SL9UsN
a2TK73/T2/xDmG2Q7mCYtiX/lUSp1AYD+UeVFIE3BHP4iV509tDOY/5odnJ90dWmR1aG37+z9tZ+
otxkzMFrv0WUNwCxZnVk7SLLHE/gH4WGso4qbrbX8N2K28LpzKQOoRO/ftWpVFPi5OynABFhf7KL
6lw6ebcTt2/zR+S1SaZQPaEjhLLT6zsom7WFc2umV1XKvTLL81NA/92Va6RdgF3s5OLKxvvDc0gU
rTzSrRRGmGSpZJRgaEK1V1EGmEPznIB++2RHRRv4IhpMByNs4R3bA90ct6lT6XHIQRU1cZx5hYRv
4dkckQ3zAojqD4kc7oml/IXVreIvnWUxwQICysW5eidTSMRD14y7LMQZ4LQAfwEJw0QAW6YOefBH
BXVB2a/7qn8fBpPeeeC8htKP+yr7JOO/+Acf4Hx5MOW4vBiq3AlZ60bHoThOLN+EYpcc5CG2ISBm
clVeMvpf0hWfnGzwbFv4QQUIsUx+HphtCjYzGdqdbbyxtwAaoQhiidITfcrXX92kkxHPPZ9BQQ3k
k57rjquhI72jwWgJFaf1i2S8ilMnTAcQk6sXuWhxxT0O0Mixm2m+xujFK25pMh9zUVwpmgcAnWhu
93FtKB+NqtQlT0sZX7itIahsKrC8HDWveQy8xJKLlyBcdEQ9YKRP7tTLHS3dVu9RvRvs0lWxPciP
Tg840UvCImu8cJrtd9QjQBhns5IXr5fT+Ffa6T2jyMX8mfeL9myU86i5ChC52JXbKE78VJ1s8xD2
ktEe2gxKl6/0takexoHxLl0Wa/qnbLRc94ZxDs9laYydm8eK/L2u4uB3XgXmk2LOuDhYgGI/xWOm
/YRCj1BjVziV8xAUiDe7FY3P4Diny/CtWaJccgniKC1koZSMft5DqH20QrqDbjmOUnNw8FH+TIYl
pccFo7HLnGbyv3ZQWKMr6U33M6+HmfMLdjNECwVVdJfORqy8S/R6+kdpsF0/2hDgDfKCWdsrdze6
Y1QxQLR4CprsN7fsbEY4EaEFfmnaCWlmeqWHRG9CL5Tz6b3oEz45bVIyMeuKd7nU9YeOGYpnWb26
E830jbuBfOlvQQWO6xaAH6pano6zfUG0RNN9Jxyi6lAnbd08mXHp9K5ETzl9SB1nTE55R3aAwr2U
xuc2mRrD7TpndE7AtIL5qGkjGvS5hbRKig6y4Rq05u1HxiZz/1tWmrjzEEqi7Z2zXT7LvdFm2L8u
EZLxYQO/Z5IGuXyuenuojmWXjj/zzMIeAN1zpXxn24vzzlxmUz80kdl8SAwp+WpXuLtCxtDTnP9s
avnlXT7PntRaY+JKqAl8Q+DOsM5LpOfjM0RyDsmMGHpxHea+vI5t3OMjTFCZDpkzK+9lbcEiznLY
WzsBZCPZoaAQcB6ONsmAuFb+M6gdagRzlql0LqqMLW6t5rXjdtRVh1Hhu0tpWx8istudVbc2Gssi
SgGfnKHSeiQXlAKk20j2JUKSwE1MEBtjmpeHuOqZYPVl5tl5G3hdSwoqq9X4gNJWc9LaeQ9Wu7HP
uJIpQfgtsHtvsCPoqieMO/gh0MkOY50uT5I6dT7zJ+Op6+UJJfvcOhrGXvN34wJVhZ4FApCy0D9d
RW4LrICjVWKDy05xDNpE9pLa0Y9CnvF0P8/aaFFyOTEnpPvBp75pT0wF41Ud7f+LnU7dR8R08PlN
bHDXbqstzH3NPF0+JvGAzL5Vy0wvIYH18ad+lJbvmopgQo0gIwwnN4wDuXgzqgysP5mLYEVSPd80
aCZsVkYhH2JLTeancb5ctWnMd1bZ2udiWkZMgxhyg+3iX+T5DLEeP8NEYqAFWPbTnDqNuDF65zr1
qYUFsxHFe9mfspFpCzYD83UDxOsNag40/mh1dSRdwiBrJ19rQiGUmDsGeBX+lQ4qv6vQgjaG+edk
xNNv4k/3zL5hoFqks4JRb6R1jm8qgVGfyTBT9RBY1fBlBlzGAM9KpKM9NczsE+rQ552ts/nrRQVL
ig2Mej2boYU8KmoIJ71aiFRgR5ljG0nWAgxQcv1x1rCugPAZHqtSkR+mIFQbl1rY8OCA6U8j/ihe
Kw3Se0ebpONi9/JLOLfjGfyJ9FXT2+kUZdKejs9GKoxIHrcY9TLQ03XF3zuL1ToRMGPiSHZJljw6
jZWe/06mKf0U55Ky85I2jjKkGKG+RMfktsUYpTU8ko71oExlvzJYJbVXDn3zIeSi32MbbC5GE9zC
+BoVhnVLukOwH7M6U7rMU58caDvhzIJC9Bn5NeN4/+NvJJfw0wmNApV1K99YovmGMAzPxfB48pQF
5ehyNrSdSnTrawlcMzuax+G7vb6BeEJSqKigLsiAm1T1kvk6baFTSPJziEp1D1e39QK57eh8Q0Pb
6KFCP2mwBAkuU272B4NsypcwTndR0Hh745TILoS/mMAo2G+vmpl6EFhTFopHi+fuETaqjNyyjdFX
NsQ78W3zqQDn0rIT3LAbOEA3MlrtU+miV0P8rpec6UKnsv2eK5Hl3t8We0utPhgGM0o0hQnHCyGW
oyXbtNPgD38Og/jNavZ007kWTP5kQgqe4fXesMD9jVB7g0uCDU/k9rPWeBi8jOfJIojcf6yNG4JW
COoHoohmZiYi4X8yIanp1AQcCRzztA/9Vl+SpygfkoNlLN/rPvqtt8q4czFvvMn/LmmvcoCxWIx0
MhbnopgxlDAc7aaXEr3UgYS03YMNbD0fLQJwKn8RzuuUqxawGhmPj0tlm8WThCvNQ1q3+kNhtijO
juHIJbhYO720rScUlhii00IvbQ1i5R8uXdsHNr6qcno1o55+a7mox9AYy51tuRFH8L8UYloMtNC2
XW3LGc9Wpe1IKctB6g4LUoyHUeswy9Pj2KM8N/37+2VrPSHEKnBrmAWs574wgoN+KFB0SPshOcbd
uPw7tsY3vevUa2wOzk4NvvEmqcjo7jD6JF1dc8xjJS6krBH4kihCh9jAqSLHbOeEnOSex8jmUnyr
v/fnLXd2KmO4ijAMrgTf8VErjPmJTo/5obfhF91/iRugLgPtM0S6UN9gjL6eARhmhtOZGQjFUUc5
TnMuedVU6IcJLMZJUqyZQmSBTAsp7anRqu6ffEwLT1Uq6SEM6XLf/zlbT86o1wSrwF66mT5pNeuX
jgqhCqVTf4b0diank/yQ7uwOEmXjOKI5w84R1x7Xn/o63AzNEIzWAJ8P/7P5sWrL8KzEknxsljDz
m9b4MEllsgM4EUdg1cYBCcA9xIienunfNs9/Qpzc5hli9rN0Sdoi9J25SD8yf2h2NIo3X+J/Vlk9
WSXnpYnzhHQZzCSmBsfK0k2cOnbRggawdP+LbVWSYPLhu/K1hIP36orog2zROyzfLlA7rB8YoRuX
EfmJwxDACiAVdbQPNS5tD10wOf8odapbXrxowMfq4M3MdqoLSBZiQkGZcVNLaw3Fe6KRmlWznF07
08quTujs2Vlsvl5k7YRkDXT9dcUqyYkVJnkVXlvNmK52BnDGNqLuyXHy/2FAxzuFBkCaJDjSq3c7
giJM6hrgrD1FwC5VpzhnQ/5y/wtuHgSh9Eb7gWb8+opAfMBp7AA4dID/hztbMz4kZoq7YIL07ZDF
rden0Y791tY7/Bu4gexwPa21QQAkKZOFKO5Vn8OWfqBaYgjL20wDiML3H29zKSEkQXzjL+tipCR8
ZmiWoRkN686b5xSDjVbOLwGSbTv5uvgc6+MNkANhbkgjt2BupmZNKdfUaoiyZqe+t2VkVvr0iHBq
csj7MflGAWZ87sLpf2hDA0g0ST5BrwgGx+tgNk6I5iAQTRSPKudUIrN1sOJ+3hk6bIUvCizaJaTT
Yl72ehVU+ZXRsDnqgI3R/2gk+ZKqarpzByhbG5LCUagP4LAF0+/1MlavMGJ1kCmTGmMJXWSpapCz
3TArroktVXMOrEX7zVCM4WmzKFN1aNp5aE55thiibzUNlUv3v3MOlmMBoRV7I3LLbMn/lYulaX1a
mure+GdrmwnhZOoaOimksK9/tKou0QQpVroUgzxfF7vJfjmFqvmmNSn/w4G1gOszuUOI8AZBiDZW
M8pVRkOjzO2DgE65sSn3p6orhmOazoWbl2Wywy/b+ih/3fzQa6Mzb692GGhGJ2pkIGZSMA7oPSrY
XmL+4KeG9NG0ZygK0LD+h6MrCPAm5SlNunVnylHhzqj4lF8tJdRf0rKJPdS3m1+ztXy7HyQ2Tq4D
QJJkUmToNzs7TxalahOgbVKBOhIjBL150OJQecLvzsFS0gjzF7PTq+UEnHSv8Nk4VtSmBHg6kXR6
1hHKSvC0wvU1vBoTgFtXaWRwmqjeyjuvc3MdemB0wgS2ZN250MvAjOrWgBnfpNXoDsZoHUes2n++
/V0K10fwejL51TpKRDnqEYs+0MREHenKgBkhqxkAKDPe4IrUfOc5IdRAbD72yv2tB6S1SD7rgG27
ac2oDLjMNqDN2vT58MwQq4Zi0uxdylsZD/UwmuWIzlicwVUYDPBCseYammoUCRnWJa5b+wBBQejq
VvNCG3MsKsvPEycPXOgo40T3NhoZkCxab3laU2jVTjK79eSCPAtuAYTmTTO7tKfQSEoY97kuz08t
3QdYANNedr755BR4FAsCAMrzvw5yRoYoYgVB5QIjQjlPdKav+GSVh9CE1qFlkgoGNA+fQNxMrhP1
w0XunPrQj3a9023Z/CVi3o5VArDCG2rdaPTSwKG1L5mEeskhj4AtwAU34vpQmLNlnpEd6hFulGtc
plUKFb9CmKU5asALbDeVzDHZ+UkbF4ADgh64iqhFb1RIDOCUzWykwSWd4+zYgMx51JJJOQrA4P/w
tcGhCYULQPs3WsD5UgYIisXsc0uOfKOrE1+a6j3S0UZ9jVwiGsqkE4gZrm+0aS4Cra3xojBTUFNR
XYXnQVZSYD9NcKiW5Nf9sLH1/kC78epUuvU3rDyHYrrMSuHGa0LrlxvkIKpiwDVmSLO332XCnlFA
iwSheN05oD9Ro0cVSgiXxcGp1dpEcnWzqR6HdjE0MtFI0dzUiJZ/7j/ixh1Kmk1UJDVBXWmNrSwR
UO8wxaVUwnvh1PRSc7WtOXwIEhu7C2QHrlOr7SUm2gZ2wIFEQmAg5FNurW7uqILSjnko+X0lFbof
VwgueXGE/grzj4JyDPJmf+3x8dbcRIuaX31jY89l1QDjoF8GXPRyqksHiCfWfO6gZ6RuD/O59Oqm
mXvfjrLx47w4EniTJgUdqsT9lLjYbyQ/aC9OTNPzJY+PHZJHX3HcTEMPjm/zTe5gm3xonWHAWQ7g
0zmpGtvyBkJYuJNSbl3vhCxUSRCwBHW0iluWFFVxXVW0nKWoREh+stLHeq6cY20ldJ7zqC0vkZM6
zH+q+HT/o2+FZmDzNpx8wvONqmpmQBwvlBrhblWN/b7WulMeB3vIga3D6mj0QsBTiaXE1vtPZ6HM
manLI1efVCfZ2ZAbGWwqRs9BZWBrUmrpTl/xL6J6Vetwyf7/gqtd1VT4NUI2QOnUKk36623uCVHu
9+EEKJC/c1x9xgwpA+TmqgHaXlbMpOT+q918aFqARCn6jRSvrx8aN3G0U+CiETKq+v0kOc0xXkLV
k2rNcEOn3JuU3oYoODsME8hH7f/j7Dya5ES6NfyLiMCbLVCmaSM/kmZDSJpv8B4S8+vvg+5GTRFF
9Gy0kUJZQObJY16DTODvSeMfL1lqulTE6MTgWSIwjRY6aj8wEU5mmB8VQbeh4tVS6ubRqhRQkZOu
Us22Vf5cimX0HBSUPGZ32kvHnJp3XBzJA60d9tfflIda5ZoZ2a22FZtv2pBhM93km06pyvsMHTCQ
AE9OdhLmws3NrvqQRXT/HKnDdCo33+x1vLKEQZEqHFEI49vCL+sMe5nUIQ40rYjfxdNSPtlDUy8P
KYDW8GAH731MzgmSB2jK3spfdaIbVQn3+iCLovxFC7seB5Vwep9XfXpwX+8tRVWISu9vwsW21Tjp
0aynbQ6g1XRqv09tjIWQJzh1GYrX94/E3lL0v7Ans2GZ3VDa5Las5aiHDZvMifQ4K1L+T6eJ3rdm
bfp8f6nb00cPjF4DKdgqdrftG+VDIc1cO8CqqT2ljtvC0MbonIVj5tMkWU73l9tJ+VhvtVxbjc/I
/dbf88fpa7t0TqIRnVzkEe3Poi1Dd1pCEMhSoZzEMMygzkztjAvD7GNulT3VWFd5U6ZoB22Q29uE
VgtsAzohgMpxRHn9Q8x8jEUt+CHh2KfvncpwPM2kNkWqwPL0aTbcpJHAe5fCODDx2OnWv156vWz+
eAcIG+WGGOYsaBZZ7kDqdHVvnGQjy54XG10+t26XRLi0niENF0qrBQNGAnUw5KF87riYe95eox0F
jp3bAPsZdC4QPOQI38gYTANDLEF9HqglVhFl2ZmXXlqScyomyr0irx810aV+L4TNR2vjS1qN8n/Y
+qviIq541Lg3NXynK1hUsEeCrDcsLyxb+bsyDL1n4mh28B32tj69ntURm7bsDaREyFFDCwnyVFYv
X5FPKGXPRoHGl7ra+lTSSTgIILvvlwSGZBWpae2GS6nFOvoUhhQHYTrkZzVW6HAlc6G5gxKafqWF
+sloiVuVqsTvjIaeLbZD7UH/YO+pyWRWHC/5KzX2682HNr1ddhEMOaVJ7b/ltjffiTkrz0hpdI86
GdyRqNjugrxfTDnBBzFYf72gpaRpmDvETcVmaxmFnH+cpbR4tEYp/pCjB32Qqu1duhQ6SCyg6kAE
3USYKh4yrcbcNigG1CmsccRZsJwwpyuHdKa0FaHfprr28X5g231K0B0r5vN3m//1U8YRmX8q0Blq
HTF9n+q4d0spTl9GI2RYGyVHXeq9W55RzW8+DHSm7S2rNm0h96UdB1Zj4rg3Ig+jFOL7bIYGOvzF
gllgnHkz1bJb5vM/9x92byej3ISMPGwS4vm2p2eIija9g3VlyJwKR8FIQdhSUVAYuki9uZwLrLIC
tVWtM+YA4zPtMu1jKZbYOijX10i5yXUU+rEw6hACQ/B5863NxpjifBqiIGee7eaIKnyqR0k+SDJ2
V6HKBLqtcWi26C2bN2znNrOiOWm0f+jMfWmQIfx68E53LiTqdNyyGPPTR9zuW42+RzOstjhyKS2G
S5uINmKyJP3zINd4N890CALZjq1vnNw8w0gRoVS3FKBL3XwA5+tKcbi07uywGV2sQofIW0x8xnGA
aIzeH0qx+klWWSYdXerrXbn9DGurjiC6Z/aVk2c7SaFQipt643jSGC9P6RR39iUZEl2+puQ4Famn
2n+LClkYvmVP8qMSZvWPqB/CJ7PK7cInF6jebDmwWp6TRSHyDrDspo05wr3IS0MCVCZF43lqeu0c
g5//R80r+cNULkfid3tbhcyFhiLaCCuX+3UYYKtYkkDYOVDhogeGGiI4NMCbfX9/s+xw4tDjJ4EC
pUS1eDMPQ+NHiumCRUGRp7ntQoyLf8ShqX/pFrVhJxQhCobQkaIf6mAp07M0a8UVnaJWeAuM1+5F
m6vMOqnFWpNA6Zy+x5YJQqC2Vcm+WkZutwgJifkbyH7rZyvSXr4oEyfeN+20QexgKYpPlR1iIuoy
07H764iKmHOqhgqPNwPqqe0uGE6M53FCluE69/a8uLNeVY+g+5zIHYWSfSrnWjWf5TgdatqwQ9Re
VLASf1v8J9m/fQwnHWhtG1mnriZFOsGRaaJPB29yZ+uS/6r4LwKbu4lklrpk1TL3sHLlWQtAb5sv
Y9eV1/ur7NxJzA0JmEQrmmPbOCWcpIL0z9ylTiv5sa3H5tEsky7Il6x4gXH4xalC5dv9NXeKCMoi
Qgm4EMaJ2wl3L+pOLSq2PtoKtTcVevHQMAP2YY0kBwFg5/IDOgDRmFk6MsHb0MWln+bNAmhobqpf
tWMLvmk2f8Lgw3kXRk45HCSJO+vB1aFnsF6ADL3XUPpHAj2HdgSopAAiEGozpMkVMnBucomGVSRp
7eRBsZTTL/ff596iDCXWlImC82Y2iDNv3syDCB/6RFJOy6j+tOKlc825Ro6xXo5sIHY+H6Ms3iVs
UQLrtkvfWEkHKYn5xNBWI/l2tEZv/rWhe1WipQdfcCduAeakc8s9+Ts3fP1GI12rI7lZ8R9VgyqE
jBEemEHt4CLdeYXIdIKDRVFkBXNvUkFNh3hdm4xXW5khyrlR6U58MkcnBgLttEt1qtsqMv37323n
Rf5GCFFr0q4FG/H60TCJNToUBKWHZtQbdA4X6ZzVKeNBit2Dt7izFHMVoBArF4IBy+b58m5OY4TK
AKw0ojpblK/Potbiwmvyw8Cl7nyyNc2leFkFxW7639A+TUldtDyw0FouTyJUoGCai2wI1zBEa7oJ
ZeSvdrCSv5OiGArkYcSUQc3K9f9lWdo8E3Hrxdda2MqnOlPRdZ6i2D7rs638BX/HNr3YqVUHstUA
L0ga++6nIlT5H82OTExSqnT8ZOOgdeRIvvdcJFkqnX1aOjetVn0a6BBMUhbUidMicD/Xfoh9yEFE
3lvld2+Frgd2q9vjpXMTGVNEDW7oS36tR2RtHG0+6oXtrQKqESYYCSrpx3ov/BmoIiVKbE3kAUjA
/imBi+V1VX9kqHi0yiYcDg3LjGqXB4kBlECbzPismo38Hzb3Go5W3gEpzvY+AZ4Pex1ySVAXsuSN
Gv0i5m/VWQecehAn1h/8Op8EK0CQQAD3/wWtXr82UCNT1y1pFihhlLQe1UR7Cs3C/igUs4h8bTSs
M2q/V83K4oMi/fYIk+XTNv3ducRiZXOEHfJCU570LFhKvcTMKZFdTRdzEEvDfFC87D0lqEUGWNYK
tN3iwmIE50qq7jzQYohtl7hLu+HcWpMdeXkJaf6Xagk0CvRCC4N+miHd3g+Mu+szZ4boTCYJee31
W07abGQSzVvua6N81JcxeqF/Krt2Z8TXIp7SF2hs8hlGWXew8u5LRsgKTD9Fww2Xu1etPgEnzsqL
rCwevvD2TwOWZ+Taan20b29PB0pAHD9MZVjyJg8qxzofOtT7gwQCNr7yc/wEM2+43H+ZtxkejAEg
SMQtOP03fiGpVo7MeUtI0sjolSj2TUbhoz3QVa4IG2JrE/fhs0nj5WhotNNSXckKaICgWEdyud1H
rRyVQ6dlRVAhO/ElrNrpOc9TUz4VKIT9intDfOi70vJR1R8eM02KMi8r8yp3TRsnsf/waWnbwaQG
Q3NLoI9AVKfoaOT0NuvPTVxYD7ERqz5M4/jz2984YIkVJbrmgVupJ1DGaj+YcRGATM/RE3bkDzM0
ddfJ6+5z6wzl2QIFeTB03ul8IKqD2tM6CEA6cBsfOtHQuy2iIihFVZ9nM0JXQjGm9yOdZn+w1H/m
ZnAuWdsjxJh35Ymex9EseG9D86XZafRN1rplc26lMUSjwMqClgb5ZWhszUvB9R6E+90nBZUAlBQk
yu3EWdLtSJFDIwsmp80/YG4qHFdWJyd1c6WOV5T5OD9VfRSfbDMpKreszfHLgmvhETj5NmtcAa2r
dT2Aa/smWoTqCEUda7sAH5VscWvNGn/WGbRP5DKn6FQq2X85zEzPCMoKUOgbGlA7oB88kBesFGLs
mWwu18exY+jvZWNoNu6QJSLzWlW0xsHx2fu2f668/v0fCQPtb7yMujQP7EpaXvSxMQMMi9uDzvfu
KlS7tCiY04F+fr3KRIM0KpqQT9s5RhlAAgzRNk2iwfHvn9HdTwfoBGEnwH83Qr6xPFJtOFxxoa42
Z0P7B/Wpn5h7qV7pINd8f7GdEEw0IA7Sg11LQ/X1Uw29PEVWpqVBNqpq+pk5SfZVxSVDfZeZVnjB
/KB6kOVhut5fducZofYx0iIuwAvetnx6fdaZUhvovHcDCGixUB14YUoLLFGz7lEtB3HQ/bnt/SJY
ihgkqrXoBd6IvAPrFHXS0ms2y5Huujs2o9o82VIvgYq1K/FxkVWhnZsyyeN/O1So+nMxRr3++e0P
Dlh2FSukvX/zcVFRUjOWTgIbQPQzlNbKr9VWAJOroqfYGo6EoHbmZjw3QHo0qOG733CFBAGR0Qhq
M7Y2YIwVh7Uvkll/au2lv7SWiV1InCGzNKudhz9O62F/+5hJkfKdtE4cfPa93bbeu6CrVvDW9tZF
mH3QdRo7QRVndDTzQZeKs9E5819Naye+GPTuwamV6O1yg+CdgbiCX1iBVtveR4RyW5gVTK2iKCx8
fSlzv7XPSgHcPxFPonfea6lVHlx7OwGDJBUTmrU3cDuQBigEgkE4jMrkEMmWurdenKU64oLtpIWs
gvLfKqGwKuW9PsCxoxYOhRIip4aUeJAz2vOizKE/F/jU3t+7e0tB1Ft30YpN3rb0SwAtlbUg3OQs
I/ynpm9xesp6J0TBWeAaeX+1vRABRQmCDQ3+FdH++sEaCZZxF0tpUMgT7mwJ6JYeAMHVWZKfC7iq
t0dd6jPaY4CR6A5sc5QoXSo9adU0ULuieWDMbfvlqHUPlIjZKQ2N7iD33XuZNOHWdjQV+w0irkQ4
ZFAl1hNjFwfxGC6nHiUdv0JS6HT/Te4utSIzmdjvUE5yZZqlBGn0QCpISuqlVE/Z1Clfe7yXDt7i
7Z6HUKauvXWUPYlym93YdZHjpPWUBSjRk19SeZ7UHjrk/QfaSbNYRsdShhtkp2cEBN9k46ssg6iw
h7VsdlnLmVPtRDa0fs1+j2RYc7GQMXUlZdJ9U2/bg5vz9kJZf4OFyxeVPUp7m4xySnvkg2YySsMY
2DBE8eskpPkp5Xt7Y+1Mhks8r1ycvtDTmdMjLvT6/7+u91kf1D6KtOzYm/a43EcmqoI2+Yjatalr
mu1jZnftKWK+5w0gf1xRL/OH3sqSg5O5+5E5mLTQ8GtnP74+mb3SDUirF7z9Iu5PC1Lpl67UtTfv
2t+NcaalK9AEtsfrVYCTlkmTIV41xVLoVfwrb2wVy4+6VjoIbHuvUkHWknkomesNuHvl0UtOX7NU
2FfX0bL6c29MtWvJiwNvapLPoCjHs9F3xhFHa0cghcekzlapymD8bCuyrtF7RaKNETSitD5MlZ7+
KoQB+nedRIgLrUkMOfJYSp6ZvNXN1emt5MRFMPjm1CWfuyUGa4Kg45tbOvwsxi4Ajkitb3AekSZE
KWkGeWFkNjPIrTT8uCAF2flS2wIavn+g93YUrALg4+gwQDDc7KgpqnMLi+g0CBHM1lw0sezPjd13
b5f946k4rABiV5LVdk8lFoP3JalSqv6hFecUGccvNoLAAr0Oe3qs+oLaHnJyHqFCqIUHFYSq7BxZ
lIfQmAWyeSufb+kir3unSINlWZrso1r0EzplWrREvrKqDX4tplog31QqCXpiYzqqs6+BZNNcVUHw
zU1svY7xQkjLypUSkIH+ZHR2d82XpfvWT2oNJWOoBRqOc2ie62KekqssCy10l1mPtYMAeHutoMa2
ci4oh9i7296mgdJtUZVZGrSyWgRFNk1+bxv5tV+0o/2xG/DBjnNMUNKhBbYJtmroKE0nRBrEgKne
VULXUCdDpeo0o8l2SppkeraNETknCG7/s/sYRJ6CVdLbdykaRsjQwdFjzrSJSGmfDJFhIBoLzrB/
mRYheVZRWAdxb+8skKPiP8cUnrxx00xFhjguexvYQpE14sGwWumKTph91CDY+3qsgfglHw89js0b
XYQtKiTmmK62iunHcmJ6XQ9j08kj64CVfZvJ0YAAGYfOFzD0G8UtgvYIMWUky1nq/llBFB6bdlqW
k1CEv2j27N//Tru7BawkUzP6XHRxNq9wyCb0Flf3pXzR5J+oAc3i1Ful0B9zxSoVv6UZ3rg5ioK5
65RZZb1PhtJ+J2c9FKb7v2XvNaPDu7Y5SYhuKg96tpFkz8i4x5CEfFtvwyBOHeuc4kp38Ni7S1HD
M+PlnNwoJeqgSCCDAuutwAoKX8nlTnke0fnyMGxh7nv/wfY+KnUlrVM+6C1IJMYORbakjJKqN0pv
AtL0GKVgD5wk1H8BwjyC9+5+VPAhMI2od5Ch3twRao2KOi033G7CUc1ddA3zR63X9fqKtvGSeWNF
9wB1qujzXMZpc6rDNrpmU60d9Wd23jOCymvzHz0znfzrdWLS8VZGDb0uWibL5BXKgosMcKv0Ksqx
ObgydtciuFIfMIqF4fB6LTUf+NT4zwTAm9Wr6aTtybHg02UKJJT7H3Qn7jDqpd/EKozQt+83Gls9
hkbM9qkW+VIUXX0O5fCIj7J3B5LrYCZKN4ar8Pdn/qNZp80TtF0IFIGJQqvuIkI5/cJLSvkbYJP9
oillhT3HGKrl41CJmssQv8HpB/rqqXNCob3+0juzPJx0JPuvVdtHsj/W6ZgprqbMWKEqOkrVXkrl
3boYmmQrgMe2Tvpc587bjzYQGIpham90UbaZGz7jTJhRLA4kU8OGt7EVNy+i7JqZuXFwtHcOG0sR
Orl2wKBua41CJJpQxyQPKjTFnxVp6G2vhY70PRmk6azp4awcHO+9jQfFBdIQKTGY73W3/PGZ4n5B
raMg+8aZYn4eOt2+NFLUI5o4OAflxE72jXMHoFPyXzCZ24er52oR0PqYAtlR8l4qnfRhaTOzuvDy
9Wcoc1bAXLPBghKe4cE33Nv0FDHkMaCMyP3XF//HY6IlBXSjYO0EHY/TDBjz1BtJf/CEey9zVcbi
Sidcct++XqXShBL26zTNaYrGdIE1GeiyS+m/5qKnB32Fva0CjhRsOzXTLekKTc0Uafs+x5vNTE+J
GtePkxR9rFVR+aVljwfaQHvLAaNYU3dIAeyY1482Ij5Uj8DpgrIqdL/jtvkrGqA3S7rILoVmHA2w
9l4lLWNyMDSjGKxv0hYjyaxW14s8WNCi9zN1DH22ZOmXmvT2kRHeALSDaB3C8b/BwFCvoKUCSiuQ
QxE+KrVoTmlUHA2Udx8IsQeGJoCkblQOgVcPg27T5urnyPImerMvVe3o7oIm75f7Ef62+8oDQcWB
wE3P/aZVmIkKdFSdZ4Hd9stZIi4yA4vtd0Bni0vXddlD3oTym7ugLIqcBfkycfIGoVuC4GuaKCOQ
NKTKRqQI7rL6n/tPtrcLIaXQlyTTYuy1Pvmfx7jAJl2FMhtooHihoLdu5TTzOZpF40tKefAej1bb
7EG9KTuuBZSvRZUYT3Ve/EibLHvfc/S8upuz0/2H29shgNnI1WnzoK++Wc5RZ3gVZZQFs4BnMAA5
8KQY9mlUcQLuL7X7ZICSgeqhEHuTQuK9uyBizGbUJck5J5qaX9Uu6r0kTeRTG0/ifH+9vfDLvofN
Dsr4lnanqYtjlTaNFydT8jOpfB2Eq5Ly/VX2XiC5E+IWXNO3M65ax77XGSpE4GzhnAxouKeZTuU1
GtT2P3wrJgxUqIxbSBI338qmZZyPJuEwStXkXIVJrPnStEwnBJ9FcbDY3teykNRlsEOX7KbZWkWL
1UYasVCKZUiKSjx6iYWQs7wwr7Oq7giBshc/QN2ATIU0CIBu/T1/nDJQJzBPSq6x2SnKL23Rdy4C
usk5qTv5C/oyy0lNpCPY6s6iJIncMFTCfL1tlsU+LNps7ZPzArqgylFNdvPe7L3Z7CPPlAoMjIe2
+3Z/y+yuSoxclaG4uLcqTZKlwjG1ljToSuwNEyroS86I6Jy3sfWITE95XpZKefs+XQU7mU0aytqr
31Q4tXAWUacti85d9jKUS/wxVZLML9RJPwCL7RwJ6n6aYfCLqC22n1K1Yt0RIV6EkxUr9jk08+Zd
lIGcfKhMSpuD0mJnoxJPVuwHrMhVReP1xplw8Mi1OKQez3Lr7yZuwosYmu5iJKPUucxax4NLZ+/z
MYSgRFvltW9gx7zEpRQCW0docZKXJPiHqHocXbVYFecSeLyny9hf398z69neNOTXcmAd6/5OiDaf
T23sQZhYswdNqdTvLWV6oYw1z4mFF6cVN8lljsrpMmHQ9fn+wnsfkzUpD5C+u+1LKWU7ZABPaMQh
7JV6ePQg/VuMsJiEaYb/4VuuoHXa/sTtm/bUrJIyoA6fBJpZxb2HLn7debVWxzTDKihV7+2Si/7g
Xtq5J7gAuddRbAetsM368Jkt1owXOtw6azGdMn+28d06+IB7q6AjRoFFxkcM33zA1GygRfX0vJvC
qP1sXtuNtSgPovYO9IzzxsjPgvhDYbV9mDTKxxrpbIB8CkmEJ6j7vjlNLb1vOYapl6FaUbpd2ZS1
q8AE8qNIN2J/SQCayJbWH3QY9n/OCk5dSdOr/dnrwwk5oSpAMJJeaGA9IlEVXolnxpOylOZXnMHr
byU65fhFScU1Z+7mD1nTP0cTqpH3t/H+L6Gzuqq57VDGYmfKObkKBXWeGa03T3ryZKRSwpY2cyfo
wqh/aZVWP8+VMb9DuVl+jlt85HHO6d/OcwWkITtsB+bPaB5t3gp2wOZSVvR62yz+laM5Q9WWdi6i
q+plTKXmP2w9si4iP2H/Ficc5R0QFMMkpVTS5aNhNdm7GKjCwdndCRQamb+Cq8MqlrdtYCO+Yc4R
uukB4LPx1Gn2r7mL+zOpcn1wv+zEQhj/BAmO0crbXo/an6mCCO3JKmXI+G1V/9DjKp0eCrvLX2TY
C7XbxUUJ5qXB6GKwJ1O63N9Je6vT+EXeFa0mAOubRCVa7LrLaVcEEr1XBsDAbdKmq85KO8XXrNHN
S4vvwEklkB18x703TBuSmT6BmLt1/WV/PPcQRco85wWtbjmbT6kl2X5shdmFTlV1EEd25s+AB4BH
QMUnJG53KEouROFujIJs6fpAlvsW65Ci8Ioumj5baPi7JRZpFyvGH9JlyPp2liAF+HoJcOMQmLej
fmwjRgy7+cSzyE4wVJbz0i/wbPou8fmyBy9250YnYvIzoR7Q5t2iQfA5r9BgbMOHMnVQY5IM8WRb
8ey1cjv7GXPbUzzK0ef7+2iHMbgyINF0Bj1AWbltVnZk3lWUcyPIuIZMpyWymAqbi1kUp6WpcHUR
oMVQr9aySoE3PJofU6OPoeAbZii8yaqVr4oSYVtg2+O/8hjnja9mWDF4bVNIT1kdRjk8axWB2hbH
K+silin6kChTr+Mg1NePYZUtsossR5Se+7arvultpcwXaqksdxnC9z8YFzXxmWFX+xe2tInOR0cx
1Z9zJ7GvpWHOiV8oUfW+hB44+APSkPkv2uMUd2g5LKelH/ToOjVVpHxV1X7+jOdsd4SU2DmOKMZC
TWG8y8vcTl0zJBMhOCZxYORhcylwajiLAR28XKrT/6U1A5k5LGPIOIl8vf8Bd3YNdAQaOCjWkXlu
x4ZxqDRtOTLkUuu4CvCShL05xcMHuh7oY4ioRRA1O8LO7xxM8nd49NiKgHbe5tZNjmXO4MCOLIao
PjlLLvsZctlfG1XLUenJ68sUlcLrLPBnYqqG7/efeSeLoVuwGhUCY1rBE69DUGWJNIMWSoKGEPlD
l1jJWc6X9kAJZG8VOi2A+MhjcGrYBPi6wBfLmbN1xCaqyMW7V/hVXk4H7cX9ZRhHrO0IGKfblKxb
uB5i0IvGuJSFW8xR8aOMqyNni50CBW0jAjYB7XeG+fqdRatODTsfi8fYMZ5rGz+ipNNUt0Mwwa/G
5WievftYJLPox0DaYZO8Xk8bcYdySpLospfqILX7/NOUi6NZy/4qDnNQh7uYP16vgrC/MURc9fT7
UPn3o1k2vCjLE/XtaQUex8A6ue/IwrfoDSuFxg4SCfGiUe8jVygV9VZlddCWRwmQ+9v3NyvRLYJW
JQNOef1UcaWoadGAmctLLM/aGkR23B4KDe7FLFg2sIBJy0ClbFYx+2GoGxBIgR5p0gvHyfJTxN2e
FjvrULacLJ+IUnqKMr1dZPu3NRW8GxUljpsW0iI5cMUyYKPKwgBzrmSs6BZp+ABr8Nv9N7mTrDAh
X1HBcDIYZW524Rjb2tQWRRJEZi2+V0bZ8GRJ93kCKH3w0fYO2Kq0DxWYodKNm3nqCM1Oenyc8fxk
DtE6Qa/muWeWy1993H+9/1y7i/HN6Aev236bK0C4tyUt0zH4HqL+2TGS2C0G2T7XOHKfJt7Fwaxs
55ytj4W4AC18mtybvZIsupqPWoVETZHOZxKJ+WGBS+rff6qdr8Uq5LPkbtDttqll0ufjNCsTBtxq
srybOtxwTKaBT0M3HqE4dza/CcZmdRTnANwkW6aMdxAGKHHAoMXRg1TO8tQ3l6G9VrbkGPgJmuml
ZZP+5TSLeRDy954T6CikDWZK1KWb+6vUKnxj8BkKpjFvMz8cC+VTmI5p7cuxOp/vv9S9mhM8AcgU
ppw0NbdnQMqjsDQbswxyNAxPyqyFfiZPuZtavXQWlhpeE8X5TKGI77FROpCSldi3h+zgKO5s2dWN
Df8Hrh9Ghevf/1E3oDXfhG0qiiBXq+ihRAnHm8Cqn43CIUkT6VGOsvOFVxLhGuBWjNH2sVW5kvQm
scpg1Ca5RVokib/Jk6R2vqWEM5lLYr7rsjjxZwiJ/9x/5zvHBZAf0BGwKozXttdFY49c5qFeBF0B
xI8PHBrvI9nqjzSUdpI/wGnkfQD/MS7ZctjVYukNCZZmkI8iQplYQI3lPj6VHSC/Bklvr2u74vof
Ho6OI5gfhE5vCt8ordFDa5Uy0EO5eyz0tnhox7Q5KK/3Ho2aBBYsbTjwPuvn/WO7gEPV60yay4DJ
kPGrE4t6DRUr++7UlQabJkLKCe3h7Aizvvfl1pEyjRED8PFWFxeYCvDFMC7pimfDKWutBNFNdTyA
i+0EACY90AyYCCHhsO2PhTS+oR7lVSBrdSW7wHi0723aVQJbyujQ1GznJNCQ5uTRm1YwXtkE76Yn
QxNSyEkITWe42tbYPTNtEd86R4lL39KATnp46w4K+Mt5qozL/Q2zBwDmB0CEYnRJwbCtUfRQydg1
NlOcZYKcsgx6JrvgxNofXeykGPE1Rr1cBWEjdq0sKv7RcKr/CwvS6WfTq3ZKb7mPFFeCax0e3No7
X4IbmyOkAPLagVzhGY+GoMlPi9BSlSN7Pltarl+pfOSD17ATAElBmID/jko3hDAJCL9JDywnl2tq
31gq8YQ54oA12mq3DuX6IAjtvnYiLUEI6MetC7lk5BHsYpAfgxP2L11qGu/J/Rv7jMPqbJ+TSZYW
/AOnTPY7JJ/NQMvN9hNqq6i4W4OUyg9LkWlXMPjIWd7fEnuvnWpnbQdCS8NU+/Xplup4rJSJHVGl
RvFLSma47RISH+Fo6G+HefPG1wtgtRG8af5Kqp1P5BvoE2jJv0aoO092O4izRvPhy9sfitkWNBRa
kETkzQ03wRgKE9XIg2zOKn+Wk4TqCoG5Qp2tg3rkd4m7mcQwKV/BphThtyk0LpvGHCdNEfR5mP49
lu3yoR/zJXTHzMkelNHRLyYdGNPV0wLtHbsyTmNP++bNx8chsDBisymQb7EqqVJKTlppRdBoyqh7
MAuHzAfrtoLaZrU9kgm93TYOzXoyiLXcW8l+r7dNlQ3ClmPQ5dYaNqtszv+aTfMHQq/amy85VmJC
ST4KEfamOS641csQ8flAxUHLNeRweWiq/Ah/c3vJsQo6TKha4pB7Exhpk4+asBMGE+jvfmGfyFeS
uOyXBt7OcuXYHE5CRmP+4KvdRiLgYLg6EfjA9d30jDLu7LRJJ0QJFzP/hBKwCqO56l7MWW+ii9AS
RT3fPxq31yorUszSk4cXcANXtqqWAs3Qk2BMIty1x77wpdpSDiLs3utkV8CyWHEQN2mXVhHsOsb1
Qdfk0bWtKuU0F4P9kuCtdqYU6D+tcp5vP4qM7RHK/V348ccmU4kTChVloZpN0lJ1s5CjtzhD7NEo
nD+1KNv+OzItfVCGNj8jQhi5NZzx8uCT7r1gohxApHWaQ1L4+mTUtj7yThjm0EkvLmHshI8kL0dt
kNu+H0NDeJF0qkwQytuwDb5jVrB+SINakubhMie6c5W4vD9HKlp+Z7UXsgz/Pc4/AsBNBo9Javv+
7TsJhCGdVpWdRNx5/aDI9kV9ocZwB0IRPWiapPgjYrkHvb+9E8LRBLNJ/8ogP3q9ysBLHnoMagLV
jhZvLqbhfdaq6KFH0c80B+xy/6H24hrB3KSHBXD4BiFXouKCMw/0AVkhuEmtpuFKE9sPPbJjBxtl
74zg4qisCLm1HNtsFFGoGtvPAtod57U/OAYQc7RIYZhYZryqLPfRdSnn4a/7T7hD0qYrAnl35Shz
7W9r3mGW6lGuKLgjo5lCzwZo401TKD9FQF7/NYqu7T0488rFiLLZcakV9fDULIv9Ds8tifFOGdm/
7v+mvTOzftyVgUtWvK1ICxQQ7XYWcdCNifYzi+zyvS7+g6Hrek3ThQJiCYR6WwtKtgRTo2U0YBt9
GFgjMiyOKuZns5WPJPN/D8ReZwV8WCTwCICMq27wnNTCSE45BPY0S3LMXFFzeGqKsZjdRWs6MBpZ
hE1aZCHrdU65Qj/jJlhEP9uoimGPqN1XYdbDO7nvi9bvzUZoF9tiy9Oi6xfTXeJKV1wkHDVmMBOo
2LPdO8YJx5y6u0iDXJ/qztZz2glN8q3XnHH2tE4wB1CmBfSWoySV5S3gdTV3UqROHET/nc+5SnbR
L0WJ6lYoFdFpcj0JBMVUOZ+VITefc4TZD8rSnZPKIuxhfD6IhdsIGGm52me9lgSQi3ofv3BmAurS
PBpilA/uzJ0YBDgXTMj6KW+rJjXO6rlZMS/6KCtoyi/ju7FX42drWdQfpTyJg8iwu94662Sf7gh5
CatEMt/ijpZyRBKTxPyGDmd+FXQv36Hgax/cm3ufC10O6kJqqVuWhFQ7AnWMGJ26Vh6YzynTCYZ6
f7DK3vfiedAiptN22+RuokXpKpiXwTTn6aMymLVfSariQQ2rD4r6NXJuDt8qGU4CsEqHc0O9vjMq
9BhxIQHgELfG/CtDa9IbmN9fpyEfvFqy0ycLp6j3fXpoWrXzkKgmUk+tU3na+errlZVeYbioIU7m
0AYyzuh6Zi9Jkbbf81Tq/74fNHd2CSAl+ggwvnilW5Uhs9VmpJVXOoE8J2dsHKreG3RmxmXWSa3b
lrp6UMDtbBSMeamqmLtAsNsG0EzTlnJK6iJYYqnyTFFql9Vz5nT/ufbeIXQC2hNr5/nGociUDDiJ
S1IEbafT4Y7iJMCo1/QApR1JdewtRQ4FjJv8gl75ZqOgezU4GI0WATpcyw8cBaPQYyBnfkvg6P1z
/7F2rnsEYQDdGExLufA3awmCs54aGKZW6pg/K9M4t15YdOqnJFST0p1UpUIttcoPYvH+sjTRsIpT
mPGs3/SP7t2wspPrGRxta0/l4A6EldoVcW6c4kmXDK9FtSyY5dE5stvbe7dMYUB9giMnS90878wp
+X8a0Tj9H2fntdyo0rbtI6KKHHYBSZY8ticH71BrEqHJseHov4v5q/4aC5WpeddsL7eA7qefcIfB
DlP8BT+WBs6nhVT196+/2ltLrU1X+uorG/E6k1KEpUtROFwFfWmhOIPAvO/UZn4oJgO4w+uL3Qou
3DegcMHebFUnJiyS58LGj0OdLPtLl0sNfVujc8523lrnbKmNOw320ENWZuYeKfjWg9Jihp7FSzUd
3Xj5MU2Qs7PZk1VYLrSXqjGXg9qkzTFN3XjnrN+KLn8vdbVv8mHK41pqTI3dIjuWmdsdJ26P34uR
4jnUJNG/j1pBQOMq+Kf5t5IrXj6boXRNnZa4EAza9Ds1x+hN3qV7YC3uGf7M1d2wXnRsF1pD9OKu
IjRCKCljBkBTUZ1Y5seC8mapfNjyCrzcQVeP+ZJ2jh9FuugDxHSsIUhQ8KdchliC9UpZFoGjDcp8
shvXroM5ttR3uNwYX5yuiB0fZk3W4idQSCtUzbyz386LaH8LKEqZ77qt9zEWVlneeTZyEyfDbbT4
0CVl1fkKAt2XXNNwdfcKEalBUsrpt62WLg4slat+1ezS08MYlOS7cZyi92K0l+4wFXpZh7YuEXD3
snh8o0iv64+Nlxlf3VKRY2iKIW6CMjeWIswZ03hhZzXj4GOiqygYjS7Lo9SN2j7X0wDWfVKA3Ace
NNcfVkdh+T6i00bMiGyhnfS67aA/zgt92hHJuWBOK5EHfaQ40p+tnpH8AmwRT8S5KLtHCEc4DTe5
m9dkF5X8XiA4iMI1vSWQKWUsP8tYik9EKWd56jyHuZQP1j+3fiI2KZGC6LTkW5c16XQuatM7FSOc
kbOiT118IJvXssAQqpsfIjUX9kEtYhMXCTPWDeJaaihBZWTp4wJeIA/xeup+ET2kfa/nMtUPsaK0
4KKmrBw/ZTNFTri4ZlG+Xaqm+1Bnjf2AvF5c+Is9yfbtbNdJ7eetvXx1LeH9mOxlPnoSDyt/SBH6
uVM0u3VOpdoUKBxO4/g4iFIXD1M3jZMP/zR2Q+rKifS+sEQcLsUId1R4k7ncqXjjxX6scusdkOl3
8lCbB7MN6snG2bCmN9XdCXXUCj/O68YM295L78t56gaMv4X3FQ2yyQ16WVqfGs/qSt8BrOM+6Mo0
Xaxam3KUheH8BioXjbwbk2pukH1wCzPF3qQrNL/3YE5B9KmnPszBRzVnTSQ23ltcFo3vjnH/szGR
+fOjXLEb7OqYOAcdLvLqfd0v1udBiRIAYFZWBvlQIqpoC2bU/gzKLX47Ukx2fuHajfK5lK1uBzH0
6otSd8sHI0Pk/m2Jze7ik7NlI5vSm8ezTJv20zh3Vu+bdW98qRt90Y4IrdrVbywp9SLQMdPYayDd
uCupC+n/Mckj77iujGshYxh/EDGsoTDeAsSNPnqN5/4oqM0/NJ32s5X1vHOdbEL6SsBAAooLkmRn
o5TeCXdyGhgE2OnMadCtWLs6VbLDrFjfX7+4Ni0jOvyoNVOSoo3JWlcXsqStr1qTU1zsTs+/udIr
3sVGb4M58rL+a40+52kQXcXJm+Vn8LpZfXj9B2welZETdRTtR9JVRolXEV5mslvyqUE3uvGqdzKR
Mw6N0UTZ1orj/7IU2hlAu7lSrlES2ViWsadCBIwm+JpFGS/QE2rrqCvRnk3V+quvLxSyOUaHKNhs
OQppsgB2dEvmvc3U/Fzdun5oA5Oyf3+gVRuXG3LVDLruKsYp2m6A+amejJFj2y4y8wLXzaz/VvnY
ZWdT3rokKXgxPgVyt4KLX97FZl8bs1dSQAmY+m+81JhOIwNiebINSdraeKk8m2OpHSpVk3un8NY2
wfmathjTZkAoVx2/sgF8R4uIU9hhHVn0Zqv6OuueS6Xv/10NFxANuAB0eYGubeA0pZ2qfbLQR9U1
OP9CJ0S5vTx1mJHsvNM/yNMXG2WFLnJV8kbxrd3UNbqt2BWSrAy0szybwrVhej+3Xvd9MUv3l52Y
3Fdq4QrdL9q2fBB2m7gPs1kbStgnipsfI5mn39SoVBnZThS2r++wzTdffx52azARmI1udhiWnbOJ
XWlxSaK2DPBU5x7plskI89r7b4wd4+C6Mg+iqNwjUG1STVamUgBdvkJIkel8udsqLU2muBkKypBI
HhSjLA55XY8nSzjLGz215r3+ymaHrQtS8a30XaqG60iI9HATNQkLlrgaX6pZlRyr+j2UlHynSfUn
0Fx/dFi0FCYMImkJrm/9r/IL15sZhK7DJFJfotHXpxjEttQnKw5No2+5F6PGrXwylpVV2ZQNkrZz
1j7rIqveqZg4fdSt1JzDZYYRfzcOiGX7ZWp1yZ3hNc6nouvsCSOIWjwDF8i/5XoEdmmWPN5h1Ctt
OUyNsfwopYLYZz1GgBsQXNVyrPPaVv/Mnh96P+sWOb5rEzp1B6eDVMqUDYa9T9pj01QDpfetiWNL
+pQDThrgMJp5Plfh2PtxhfvLI2FLfGiRgYp8bXanL69vzE2A5WvBG6RnjQIe/Ej95Sssy8SWSYms
fcqzHuwl6j9ZqSL+FVe3rkIXjHEmDJxNIFCdDPcrNS8uat7rxLlUeWiLZk/VcgsBYxnmU8QvipDt
dCjNstzOwZReFidKT3keTQfyHTWUaTbw/bUoSHLdfErSPsVlzlqek9Yxnibm1uHrb3WT66w/hDEg
mR8kQlhQL9+qPUUqnSzm/qkw5wNmRAR7pWM2rRoyFK7CniQ47hyHWzGG5TgKJv6jG2odJ81bVuAJ
PZC4/BVbxXjOlNh1fOpL5xiZlfkMPyx7iBDl3iPc3Tr06PmsyG7wB2TALx+YrVVzyOryYg/zdN+q
+QjeLMIabfT25H9vLoXIMS1VVtuo22RKTbm3QpcQo3ZpcCoxTBXEAqRY3J1E58ZndFUGrKiy0pSj
3//yqagiYmNGr+cyd151mk1RX2rh2AeNUUNQN0l1rzpRubPojeejoYQ6DLhJJkjXyUhrNDaZ+VJc
kNrunw0cKU9pO/SDn+qLs4es025cD/TLkAqiHX7D9JLGGRXEyKZpKRv9drS0s922hV91OeKE6az6
wPWzQysG9/fEqDCsUzB3wla7uwwSzUkpF+tMF6xf1SoXP2rUPTWjG5k14166QQg1qWANry6wVTlI
k5L7JLUc4FMIPBYES0Tqjlg7VB8xA+q+LuCHj1KgEYXaRj7fvX6ab76jdUzKkV0nTlcxsnGBu7SU
2pdFF/a9OlhvMahAmXMqYErhcLKTy9xajrkOzWDGlltpw9puyoWJU3GpXU355FYdwgNWgfJoPeaH
xZl7ubPgFmVDGxJ6C2aTYJS2Q8turEsvL3owq5FdP4Ijig9FXyfoLlki+4Y30XTMm752AqP05o9R
n41nuE7VTo50a+PTcoeiTxW19QfVpZK3hQnIprC79L6A/YRu79j4vVKkO/H55ivGOYs6jVwM8NjL
g13k6tK4Yioubm73BydOvRN6KfmdV8fOfb+0zrfXd9CtR6O3bwKMA5HCM75cT09kPU32AB82Trpn
VrKWAOVl85M1jq258zlvPRzbh0PHxAm91asDM2A2HWNhJdBawl1baGI5aY3enCqESYLBkcn/8HBU
2Thi0tJk164P/1cWlmulcKIFp4Sak3JaovL96El5SLFE/fzvr/HvldYn/2slUCVavJAOXXqGzCGw
MEHfi74b/rF7DdNbX4x6AmuklRBpXZ95vcMFxtMoCeeurvwKHN9D3vW4SsF++/Q/PNWKGaUbCr/t
OlmY4b1ixgs6KlPL/pI6HPawcolvEzZsyk6pu+60q5R5hWwbTA3+6J1dvUJBq0ylS5RdhiQegsk1
5vukdpedVOTW21uFNUnNrRuF39TZqdkDh0WnejE+ZUsiDrK3lmO9dHstnlsPRIFDuUFltc4GX+6J
MffoJzUM6ro4R5WIdvIF8M4egu1GbsVGIHnlGmDafT0EwYDbzmSD2xiETXRR1S7xTXfuztZoJ4fE
pT2bNmN3IiHcC1W3XiUZOhQOcIBbPnlh56AKuNSQ5cpS+BrqfEcXSgS5FNXx9Y1481Vyw4ESYWC7
oS50tsRkKrHzC+k1bOe5R1NzdPbAjTdvG7IpGF/UxMwHr65T9LUT2TlryRF5wyHrsoVGqZp8mI0l
O5Jc5pmPPlJ/MMRCp24aOgyLnWqHm7JFDXPnrawU6AtcfJuMNRrQ86T4yfES7/X4kOmRLemlZ+Zx
zJAiAFTiFrCCFYj2flV67XCqqgJFYyFwbKXaLgofKMFwJufea3rd2mzEHH4ZPZMtWLsd46yMdIYA
JXDp+8luGGLYjvK2SKvvUyTV/zzE2p5HRg47N8etDUBooHigTtvSe/XItRXDq/OLVEf7wemn9AtS
JXvSVLeyam55wDvw1TDyuPr+mFHopaiL4uKkTvyjGGT81VP62dckJHcgRNL3pNhzd791jHikVZNn
BYReB9nexELH7ZFzsgpLfSi0uaj9yHN60weSpX9//SDd+oCrAhzOIC797muEtN127qIWLMaPgVJr
pFN9Qi8iIj9uE/OEJlDyKBt1CulOdzul9hrArwL8ilWmvoTkTsdnVa7+645M6jxGlJN4yEDJfN9o
yk8hc+83VlwJNfAwtjujzBt75sV6V1+zTSJ99NYReJ9rY+6Xej9/9xY9C19/pTeXgQsNj4SUZpOD
E/6hNyaGgL9fKQ9KA1+ZIe5OJnMrNCHAsDIpgX6YG610vqbK3BIbszHRx/EOoSFaSdi126Gd5rYW
Kradar5VDrbuJ23flj4uO2keFviN/fM4GsEq5FsB+FJ+clCubmrVES3Bj5yxqYpnwxK4CLuDHYA6
rf79tsbaBAsEYjKuINejAzUyWyPrEZochqL63FcuXauygh2Yz/b/kBmsHxFBy3VQsQHwjgz3jSGn
EeeiM/GhdoT1lGR1FDpydHbKtlvtoLUpSKihKcHJv0oNsAEpFbtDVc3qzAHuyawPvwtRV99btanf
yEyLjlreNZD48VA7QKEcz7pRDpqPl52xs39vxB92FG69IM9QofC8l8dy7traVTSSZN1O4i9DO2uB
NVXtJc/j+fD6UXl9KYBSL5eqsDkeFw+YVDJHaVANQxMiWlU8KgaF8+tL3Qjl8AZQMqQP4634m5dL
dQZmwN2akCdCA7PkwE+QSZaePdmLU4My+t2c7GEntpEA5BJwQfYrBRw3+Ms1pZ42fVa2tNJlhANb
FFsfqRvVPU3gbRxlGTYjDaA1L78u2YwkdqzFo5c4ju58SOPUeOgmpQwjpbTfpF23JyRwaz0daUMo
wWxaOrIvH0sXTWUsGm2fNKk1v6u16EGfEvGoG6MNfgnjnNc/3a3XCOMToAZD2bUH/HK90pZe3zXw
VLtodD4MiiYee1VrdlbZ7kVMojCeYCRpkNFcl1GpSS1vI4pwmUj9f6CZGx3FkMgHQxU7QnHbO5eV
KEBX9jbVzXUdIEzmWXMCfA5KSf1j8XBNCpxetU5uJBkKoFt6tixmr6mLYeTOMbj1LllzpX5Q8eBL
8fJdguOAbWwAqquwVTp3UmpvUlnvIUlv7ZC/VtGvvpgZJUkx6yU70urVt7E+i2OdzPPR1oZvCsDn
0+sb5NZy+Cuu5gVkhBsEZDaQmMOSR+p4rvugnBQn8zGwiO9Te+hOHf/Pjn7ZrS/IXJSMVwNutplg
252hRROsxEurNdK3EweIDRoKSP3J6IMCdpum5Jh9w9jd24tjfyz/XmZN9JzARbF/1qJ/U9+B5x8o
qIrLlM092BCHDMrvcQPXgpH5yMe6ERpRVAWJYkTDRchBeQNqHyMrzCC/kM/Z/yGxKlrflUVWIFQV
jTv7e8ssgJTLMJUTS0q5WhC83GSuLqyJYQMEP7Ag72NRiePUjtFHNIzGN3hGL3dAvDCxzrEUaQpX
9dFsNoJ47NyHvHKSnYP9Z09fvzEAPfwiimKi8dXPsVTQUGk/wraF0F/6g11EbZAJw7xMxeS2/pBY
ZRpifljMR2Wq6ip0JQqgfqoZuRsAazIL341a2w0A8+I8HWt9kr7NsrZzgn7M8CNzigXsVZq4dPhl
3+rqziOsp/L6CbiTyUEICcBG1wPwd6bcuEmVenZx8aj9DiZNpOOAwhCcULd90CPUfbwcobi5nko0
WNs9Ldsb58vCYBN9/hUgu6lIMOH18EvXy4s7tsrTpI79UbNy69RWsxfQE9qTe7yR3HKYDdQXKUzo
pF9HSA6XUsYxBi9N5qnnGZ++oLGML6b0qiaw5mXBJqmuQCBA1h4fm8YqPsODkv/61kHocspWkR4U
MDb3alXa+MQzzTzjJPu1ac3iLfR3ex27Wndt3RZPxtKCAlOXfMVjWefXg9omYWE+tVKEoeSuGvHX
wxUezMYqRNpnT4ELUoEbe2J2ND4wepDHQsfilObpHvn6T/R4sdMQzF4BtFxQDlRE66omk663uJma
eWfPRHbwjaHbkFS6SZji3rSk9xm5aReRp3xIfbt1m7fjUKu2j2t9loQCWa8nenmqchd5M5PDJRLx
h5LN+6ja6KIuZrfckz3oe/XHZn/yoxElQGyZzi6iW2u4/ut40KiWMq8U9zw2yZcMg7mT6cTi2EH1
D/rObHay1hvLkRfbEE4Bv285PZgCdtFqmHpGrVG+j5yuC5gQ4/89x8p3t2k//utGgIwKOIGm2irc
eb0RXCdWRxP/13NllAYDLRENb4xR/6rkkfm2QLTyDiRov3OlbrIhHDnwncXzlc6tSc/y5SuVRd2M
1EbeGbDRfHbNxg3MGXXBaULc8PXn26QkLEWbDpYdw0SARlfBbRwqGUedZMvZ6PiFLupy8Z0JBuTn
6+tsPxtUBWhCKxmEF3qtCDdanCZ6Vc65mXI3zMxcOTsD8J5oSdNjXzfazjbZBG30qfhsCCoxU6ad
erUre31ym0Lv3LM1xO07T1T9XQOg4i626uqiSW/0FaeqHl2J1vlsFHvt8238QKaDYgctOvraG3BL
Y+aeuvSacy4MNXpC2iH/xthyYFWrtJ4RNuRS9pwmDl9/y9uNw7LIcXFZkCBtkvWh7VGNh2NxThxl
OQnwxQHyot4RLfFsZ+Pc+KAQNEnCaB4x+rjeOHERozpojArHXv0EQFs/T6nqHLHjLsOxlvnn15/s
xnKr+QdyPcDFOflXaQRqhUW16qKfM7udCh+6V/dtckX6KKsCIf5p/mc8FOgImHN8RMb660T35Rmc
Owh0dAK8szuV7gelqVU/Q/PxK7Bzpjta+/v157uxYVbBybX0J6yxb14uN+D3R62qeedoregmuLaP
sxi0J0NxGr/1tOG8qMZwfH3RTSa9PiNCBUx6Vrb2daoIDQV4ytJ6574wvfgU43RW+16xwj4WUEbi
jIij8mzlpfZfVbT9nlPxNvawPPCMVdVtDUNX3xQt1mGybUJ5y0MfZ9cQdxEPudO1urUKfx15Vu5x
DuO6s/66n9zMMIaod71z0zbmlwYN0UuVxv/cd7TYLAx8LEAtcPuv26lF3MnYUyDPOmlJG17p9MNQ
i71s+sb5frHK1RtzW9OM6fMjqjZ73aHxanDDkaH6dB32rvUbrw2cMHuSO4Gvcx2w44ptb8Yo6jr9
0oTaMOtnY3CjnYB1cxU+DVBvnf73NfdLJrU3KWT0zGeL5axJAVY+Xv7Zt5CPw7TKYY4DsYIL4eUW
0GJNK5oWsUcjKz8vfZSfilZLg8axp52sleYvf+tlDkeevmIy0L4jLl5DBvSimXSZYpncTa7z5FRN
/HVEv+JJW9Qk8wdDIDGUlqkp/akqEFkDF6Lnn8vRglIfjYMNEjJJwPWaU3qHoAeOCyZNyadEybPf
Qo/hgHCkgfuuTDLxkNqoh4VJNqg/1CqxBx+qhv7e6R1AoiVtPZwls9F8SNwin/3CpP/sC1JaTJwV
/D0cULdp4PXpqB9zrW/0jyTlhepbaPCMB+THHRLNvFCzsGpwCQwwfmXWNTuV/dZeRKlS8yhOflAm
k5vNGzT3p+kKtYa9EHPfiFaab915oDbq4sVb/GRqlvmRJNe6t7oWxchRuup/lfSy30liOO+g+MZR
OCnozfs2zie/zDYv3+c5knOnkuj/hEZSVIWT7YC/VAdFGMGI68uXTCmr524cCi+YLKtww3ysowkH
TCf5KFyYNWEP/e5gRO403EWDtB9whC/Hd/biGh9qy5MU4l1kfM16iBj0640VuJMI5TANhox9GzFG
5Si0tHlTyKlLg0ko4jlFtSq9K9H+kr7Taa13xBw7KQPXUxpApCmKD5BgJJpjg241T5icaU0YyV6v
AzMvGvO8dCg7IeqUfakQh2+wYUzguSjpMjS+1fWu7dsiGZUQWpkzBFnFf76rWPUTysWKCJsIxnBo
k7upfClboQ3Rcws/zi1AKAZGs3HvFI5sHxS9mLt3XWyov8pq0YxANEgv+GPTLM1bPRLilNkVFhsx
jSvFB/DS/qj52GMwLSLKgqYrIY6YrqzeLY6cHN/KvKa9U3S9+Y0cQZ6cW5bke+gwanwrdTPvrZ3V
uvo0jjb9GaqT7g0BFx0F4HA1kCwnd/7DISURMKXGInsfQS6tdgQrtqdwHfWvTETC8lYWI3IBRpko
KZ+53a1vYxz1n7laxvD1+3OzCuRDkFcYLJE/b+E6dbIoTMKxTMMeSDxmqEg9O6nl7aSyN1chgJHO
MecB4f8yehWjUCJHscVlJP4Cl2mHC5Ce/O4fn4UYSX+BgTtoIEafV/mOnTaaCicvvcx9PN1rRhcd
LLtsd+rqWxeYy21MqUh+uiH3zFxeEnMXxGGGKQ0hRS2M74csbKNpz2no1lK0DejXrEpvTMlfvjac
DZEfTXMk4RcFEyUKNrAlqThRPHY7VPcbS5GZwgGnwXVjvKHqXTVZWaOco6w3gqxpi2Pd2PEbox+9
PcDR+rWv7hfISlgGcCVjeHp9v/SWjZkcSHCMMczhYM+qOFiVlf+nFHH+ZsIMsd1J9Dfbj5SJljXf
ihUZTF1lpjl8Yb0ay+i8OJ0MC2wqwobAtNe2vLnMOhpaZfy3Cl49EOscz1jSNBLQMG8GL/BaLNxd
FEJ8e9LNH9bYijt7LoywsOPqfmzm7xzOPIwXu7yban0I+rYad47Fjbyc5jUydZQcIBGus0cGS/jY
LLF77uwa/4LYS4D3N+qhd9zq2Zxt60QauwewubGfWBRg+Oqdu6XHRoTwJQeNfR5oNYcRAiLHcYnB
BgyKsxMot9uJTvY6DaGXviqYr5/lr+x4Xly0Ba1aP2txnA9+Esso/dyq8KenMunS/6op2hOG2D4d
24nRPAMDZq40+F4uGZcQcmU3audUTm7YIp55iHRA71nZ7AVoUO3Xx4VFqKj4tz7kBkRSo+k8uw2D
pcwc3eaAbbR91NU4soM+QbnBn2Xt/BYljuxHkfeZ66tm4bhHo4rqLEDS3/mkM9OLQzqAaRTKKYZY
CmBIcs9WTuULQ++aMBnwMseOttKfUjj2EnPlijQPjWBTHJVust56La7Dp7yc++cc3PYvLRPFZ8ub
Y/3k0aL3zmqMpcAbg5BlBgUTaS5UT+o/7b61uiM2GtNXB4XA+a5GGsg5RLQDv5U4AKWQl/NuOfZG
nh8XbRoZCbaV5ZxX6nh91LxsdkN7RBHkXhk6UpUYxR0ztMw89QJVmQbUKrCCiQ5JJcELa6SIzwXM
4QqrjKLJfB0GgRWmrtLrfmt67Yeug/VMquGCaUDhz9GCKhroMKANbzhIgI9t4iuyryJf8exZ9808
Fto3WVR2BRK+y2GrCCP7bqVtGgVkAeJHzEjMPJap531VahciixeX+X2neVF7asl0qiA37S45DpDu
v4tCi/LjYMn+vSbqIcP8IK2kX8JMy/3KGIw307JMy71Re0n84AnFHYMIUNdXa0ptktnEQYO68MRy
n6jzlIcumi59MKotBubmEFU/e0xp8fSr0AkMtTQSCmRto37jerkYA1RmZtPPZGz8WvKieBZ9b9xj
sFJNBz2PZec7ThY3d5no1DucN9XeH7wCIMhUKj91G/1DV2ut53nylDsx6vn3oe2ar22JRQMEiPcI
6FRDlJp3eWR4H2ZhzNmhi6shPazREPqyXWSlnyzZ+IuP3jxkxrBob1H6t+2Dq49D/g4LLJxMRyiQ
bdjoyvxxTCWUoyIfx5OSzalxMKOiR5yhTr0ntJ6UBhL6lDJIsZf+ULh6lpzLwYiqgJSnfs5zmNG+
mbZWf+y8RRV3jh2ZvypZe01I6agAbUvIfMJ8WKCxSmFFx0aN6zLQe3NIw7IbYraAqsh29idNdu8j
uPyrAXhlNG/UmOrB78vOcsJJjQzh4zkI81wuSn9nj/ni3TGfQL1R4gL71CiJyWmwp/dLFXkPXWWq
H+aEAeddHfd56hejnX9iEJfPfE0zbg9N77rxqXOM7hluC+yuGk7j+F+sL5MWFl6jUX6I2WpOSQo7
oEi7VvhL31RJkGhuPYVuPRZ3MtXqNiQI6+97LbGWR0+R3be2sr3vDqYEyj2W8Gp/nyQxNYYSp9X9
lNiJe4j7bALzI41c82FE9E+tMHIIjXDJldOsIKsFyTjyPuG8JqcPaErxKvWMHc75JMg/VaQQ/QcU
QdPu3aKXXRwMOQXuha+ig6tf+i8RcmXWySyX+mNdtc0Svp4Nbq49MtsVUsS8DgzOJht0C+S6oZkx
9W/SQMJ5RJF1MA952kLQXzr7MFb/TKJZlySaADdetbquGWZOxYAQIANY+2Kajn2KV0bdtUlIk6I9
O4uThqOZzTv1+ibrWBcFYriqdjLdu04Sy7r6o0wNM1B20edBF+Y7irs9IbLNjfdnldWjF7wGPb6r
G2/UjBR/4xjehGyKgImoFsDDb94PZrWn+rVmtS/Swz9L0WVdhb+Qebq6zyl3aIajpXzhWhlTfxpq
HE9aAX4RpYXI7zEHAuBU5UdhpPHX/2HT/JlbMRynBXK1dpXSy+sGcFQ4aDlBV/cOTXZTHnKnR1lB
pkIJuAjU59dXvfFyATAypmRmQtPlGr1VFAmiG9MqhVGn7pscp2y/cZTsGRXUva7+raUYlPAB8STi
Y1613+D/9qVcX+6ymCIYZ+S2NaMowwFfin/tWtILRgoVEQRyzu3cyXCjzpQ5Thd6qT2lZL73LeoL
O0n3JvkjOQLTsx46D73Pbc0HMLlc1dsQXYOtFavZeHAtBjJpU5q+Rym/U0tsXyBdZnXVP2CcTkv2
qpaY1AS7+R6afpyxI3pFNe5RX12CGLrzzgu88WxrrczLI7XdSio7Y6RAi8Xkroib4q4RpTi0ed+f
mkqtAxRKdoe3xubk8WwELipoik0wyy/TWiAWlt2nk7iYfZrPYYPAo4JdtZG/K5RsaX/pmiA3Sgx9
YjYrkvltKbF+GpNZ0/x5ztC/sdhcd4OzWjW/fkS2UY4QDmOLs7mqI18HhchMijEx8RNWcrfDzUqL
3nXRMLz/X1YBJs8HZvp2LerjGS3tEOHS+Rz0OlQQ234kYxl/vr7KdgtxMFbw1qoXxvzpKshYPWw3
bg+UHrokwjoxin2EvZOP/SDbHez/raUwSSSQ0tdHu+tqqUhgWiDgT1yiXs8eZplb76JimaTfCzml
O0dj+41Wr1R6PIyZQaFeo0ygwhpePCF3qttCDSYjSY+G1u7xU248EvfPKn3GTYT48FVTZLbFUtHK
z7DVVZ5FVxahVAr9jBDptLMbtithT7rCIpnBIrdw3dkfh8Ya6hLZONOqljdRM//MnRnX9tT4Z7fs
dcdB813vb2ZY1yN6M5uWDp1SgV47TOKxpEMLoU3x9aTew8ZspsrrUjwMzThgyRtQSg+wS0UTmtu1
QqQxHlrnmwft9Jgjtfmlqmz7E488nus0hoGrgEXbqda3bJT1B4BapFfHVBsf35dBZhwdq6pqbqC5
dxp5KsrU9nyjUb364NRRGfkGwzrnXYvl4i+3rzUR9h4jB/w9I3QKcuEibNMntuPHmmL9M7mbH8eA
BdAOAWDrhIHilWd0Fo1KM860S73Y5omuvHKqcPnciWi38lPaIzqTWZTY2NAv3wPyTjNpHR8C+10I
voWWP9qlLfxpAgfiJxGjgKpb9nAZtz4/qFHgJ+vQdEMx7rEMQHMd7XzM0q0DWgtE8qmxTwb1+Kln
NPcJ4eslEFNy0pI976bthUZKh80ILTKwxpsg7hgTxn81eU6jWNUnjNMUP0bP0o8KQwgfCx11p6t5
6x0DaYbgBQaF/t/6Nv5qDWFeqEZKD8lBWlb0eUxiJcA2J/JFPxUPQ50ta9+j3knIt2GDp/z/i5LQ
vVwUhj4hMktJsdArP1mIhN9PzUonb3bl0W9EXHAPYCTXwAuR+GoPAQRuBhd672WUOs0QertPaiT2
LpH1r1wn5KuhxqrYuYpprp/1r7doJANk6YgHYkqmv8fttjh2o1UGCGiZml/Jwj5lyfRV0bq9ucGN
3YpYEWAbbklwspuCqgFO2cxzfGmEPn6Pkb9aWK/VGO7rgHZ9hMO85l1dOs4PYy7V9h4d02wPHXzj
JevQU+iNrw60G4ULbTQa+NNljBG4PQPeTOKjqVR75Mcbq8BHWdFFBCBtk1f2SyXJdOn1Z8gU3HuT
TKzAyWp3b3feXIc2IuJB3moYcLVlgGXI3kbgDsp0quGpm8dPObTAnTNwY8uAesSZiB6/vc5kXm4Z
zRW2PhWKctaHogwY1Hp4e2sLPaNGf3TrTA8ShOXfxsDH/j3joTq0/9BuwGNcX9q6lahjisLxJY0j
9OosJTogz+6GQ7wkO9HlxqukJcthR4EEe9dr7ElsjJNO8MY3F/WCt+3kaP/BkMt2VrkRw+hi8BNZ
6g9D++WrXNImHZQhii+Vi6nkQWti/ZclbA/JH5m37hHWSi3PVUyts1Nb3Qhk/4+SxZwLnNQ1AC0v
x7ZydaAa/US3zEtEG6bzUoeyVJLzP6fE5MEuwQVxWUBEVyFm0ro0B8yGlnyd4nlK/VACVIzTIyZH
+v/wWFwI61AN7Nemny5Ggd555MRIGsYD9ip5Yt/NEFEZK6fltOfSeeslMnShnAKIDPN93UR/Bc+p
tbxWSbv0IhoudweRpnBqIit0U2Vv0HNrP65FKYA9h4z1ukfj6lrv5vpCLVxG8QPtxfmkGNPv17/U
FluNDTxoZjIWkDUMj64eqPo/zs5rOU6lXcNXRFWT4RSYkVCwZTn7hJLtZXLuJl39fvDRr5kpTXnX
OvUSQ9PdX3qDP9izQ9Z2R3XUHQqzHD4gG4X/+jCbh6WQfcSsFyvSQnMOST7byHOu/4yG4Tfs6giI
uqHBw+38elGz3FWFSMjMZ1H3cWX2+o05I6nep+N6ZbdcWlRO9y7IpxMAznamlvuiaFBULatM3npL
sd4spZdfoZZeXFXIyEDImGUh4XLyRjQUmYBCI7gTnW5EWWu4x3art8CFCx8qoapoRlUsbFGiCYZV
1R/6xPpnBtO+qlBCQNyj3XaGh8zXdapS0eXwadv2mNMAAXXZzgHIl+rKql46FdTx3J2Q4kFfn5z3
DCvsTo0Dpu5LimeYWt1gWJbhxzpeRThcfBRUb3Bz1FZn2UvvmpllQzS/g3lfHAyk0SJzySFD5+Y/
Y1eRWAFpyeGgeQBB5aR/siuMmX6l1xDt1fAR4Iz7BXUSFBN8J3OuFKf7Cp0kZTucgscxQ0dM4yTC
apxu12rQddEqOR2FECrYdh62MRTajWg67+fb5/7CMvI8HvcXiHZ27IWmitQQCOeobqszFIgN+WBS
jj2B2Uqu7I5zqSbahjuMlOYhqQrYlNfnm/t/Xv0Ed5ZGydIOGJHXsZlMif9nBY6g//KBXKtgWnUM
VQjM+S2wxVULNnvUtMMuWP80l4X3xdga+481tzM9Ahf5Ckodbbh5e13OU1SHBJUjY4Kfwf325Kf6
vcXecvF4r8FioXTrzYnF5CUf5qDbJUwDmeeGG9r+tgy3nZNm4rOej9Y1JaXza4qfQUjDLQjEPfvi
9Yo1uShtDYeCeDD9NSQvqZ6sRnZXPsz5ptufArhh1wkjbdo3yf8EM1mW7sgQUovXLofTb2t+9ryk
tLnCdm0H48jQqPv09vpeeCQ4KNcGlQqYmfbI60emKNvRpJZJbJbwWaJB65ybsZ5W/+AyAP6IQa/7
+e0nnu90wCIIGnDnE2CozV8/cdQTlUKXSeJBqaferKeDhJMO26y85rv5t9fx+hCDtTVIk+nNwVcS
e0P2f9bTLvukzFepxfPiaI9W5lcuJq6AvsK8W5afbLiNabhRwHixuqZe47LQ859z7xZNpDXd8MLg
2UQ2yuz9/xKHoUhgaY7+aJfM6wG9LDNgyr7Qw00X6IVptSbG4zBpjX23Gl2KXPmIlcB/+sglFRop
Vr2BSLrUZ0S/DM/Am2DpGIhAdjeyNDrUEsfUQUKVuToIodVsDtPUT8DhUBj56cwT8R9lK+vTpG8a
0rKd3zxphWbGvl7LLXCkZvnPzAzEPbBcXY8AiDrto7Fsi/wAQB+nLU8V9RYlegUUcLL67YMFfV0L
vcYvEYqsG224zcuG4azX9DjaasZgARyGL3DjI4ZdfchnzUQbs0VVPBo8f7FDBt+uDHNlCAWvEyec
XsihZuTuug99VonPanTER5wynSHQMm16zKu+Q3ocpWYn3BYU8tva9z6aZuakQQWW4p1ZdNkXDwsS
L2g3JikRFji9dczAOUkE5Iplixq0CXvEVyexRNA20iGUrMsUbCkww6BvksyLEJ/xuI/qpFIRGKtC
RUpbBKIStF/soESDk6awkWoC+8yu+a4tBWBD+oTFl7c3+3l1AZuFThB6aLsM2+nAawIS7zWghmIB
ff0gNSP/VjFyOIp6ok2y2MuRmXsVvf3QC9nOzqFh15OoknE4J/s+kxpza3tw4pWUmdBv9RbJm9Wu
dpD2Ezq9DnKg/1WDCYo3aCuPT2Jkw1rdewXIhCtLcH7eX/+Y/Wr9n0NIbOXjaK6NVnmdRg1A+0Pr
9Jhui6tY8QurvTsXk7TS/4eVtV92//Mo16k5WADBYp2bM8zRdL1TdpvV8DI2/7hxUB6lScr89nJf
eEEafju1zSeunqWwlUQASNWTGU9cmzeJI/qI6U0bTvO18emFJ1FPmbs51s5OP+1p5tJh9FaAi8Io
oIp6aRfPUmTivld29u3tlzqLC39LRbGr4RL3iA+vl7KatbybjNSPO0N73ljWO30eP/ljTmG8mem1
oHDpcZg8sBnYsniPngQFvbFamqnwGguAV4ctkxaqdpoe+kVihla9XSOWnK0kr0c58FcCjrr/tHMJ
/CWzE7H5sZ649edkkgmUVQ3yTtds2nClW3OWw+wPo9HmQGVhtnIa1oG+p3ZFrRzbZZ4nt41BMzis
GqM+9PA3VbitPSDyCchJyi2ZVe9HtTVXKqBLC0y+h4cOXJ4dhvr6eyKjY6UQdtzYG/X1MV0tt7qZ
Rt3oD/ivNtgDGMuVzOKcCc9rk85gnUeyDtn8JLWwuL3rsu38OCs9Z7zt9bHaIhPY8BJtwnWnCBke
79DouW2AglKNGelySn6PzWzE0lWtfZ95Zfq5Q3Z6DOxuLMegnCv5z5IL/My/CnPU3UyDT8GGmrcR
fjQoTr0LPd9gFPGfi2XG4e3zdGnDMRRgKAQMeFd0er3+vtGbDD1LmEwIfv7oaojKbrLSnE/n7Jqt
7n6jvkp7eCMXXiiIVHQ/zw5Ti5FcskE+ieWULQdyYnWfd7lxJcpceiM61gg+c9lCDT35vGR3dZ2s
Hru6mMuwBOB1U7cwvxO/vcaZuXSAoNZT/AHiIJKexDNnHqERMIeNR73BDtS1J/NbR9z+gMxQ8rVy
uywDw5cOpK7JYgLiK9qrNNhLBwicKBN8Wgj0gE5vKJCaoD9XL4bevu1EF6d3g6pDRyKgsaCJGJrN
tfe+8CGBcXNqKQmsfYz1etOsTOpIzQ0npqTxIixt+luTSXb89tb82y0+2S9UWPtkDvg247KT5bUG
3cO7GgRzuhZpN0btNs7Dgfyi+FhLv5eHgrG0F+ljP0rwkA59KYCk1fBEW24F9Z3b0P6B9Wj2jwG0
35NKQPcEtAzSNBT6Jtd3fjM72bvEzdpvsrWldo+UvyzD1XfT35Nl1bs0a7Md6SH7YyhsMK8WTjV6
iDcLdjzNiNIDrjdt8kU2bvHbU2X5EX6n6eFQY6/erWEBfgvnoZ9+CHcdRbBY8/xrllZ7Tdfuwqbf
u/owOsiswMScbvp58txyBo3resNwo4t0PDaQt46tLK+pN58lM/B/MI4jymPETWA8eVRTrdngaNBL
V3LtcOBUB6OVFRGqxduNbdSUTGJNrlxTf9uLJ3uBxiNWdWSrCEefbrm2Q1DP1iWXtpy1I3V5QzlA
G/tji/nzXU4qmWJaPW2Py9Tb77exrB+1utTeS6csYgf9ti2Q6EH+8OkxZ7dvb9QLx8Fm1QFX0Wzi
153sUwKXvRUdvQADi4ZfiWZvH9Z06Y9vP+XiulNOGPCIKYhPk+fdI0zmPWxQDZ/KuID/24ZJlVnD
g5v0pkIJfWx/9UXJlOztB1+45UhF9gBBQbDrGb4+7YNRoVpRTEk8ZVMZTL70o23xk3B1iuYwF624
k+jvHaSeLs+wz6Z/z1KYlwOY3Tc4glgn+w2y2VoyLvZJLm0Vd3gXhVpR1bfVoDpgiXr1MPi1Ooxq
No5dZRtX5jCX3p4ZjL2LVoGlOaXHrsiiVtigkgHivvWFhpv53jZbwdK7OmzqsYl6JNYCCsg5XFxR
X3n7854Yx41xHZPIXb6HVXi9+rzv6iVNlcQWCGSSwWVsngqvKvRIqs14WjZDa6gQh/6/YpszNl7p
fu/tzLovCjnrTAI2c7mV+AT/SBKLJKWx8vRpWWDgXtkml64gDBBQZUQtjZNw8p3WoYS6iSxb3ORD
/2MxChf5m2KlDp/NdL4S5C8cOTTv8MsBU7LXsCdHzk2XRRtSygBj7tLQdqX9x1mE+v72zr8QW6mf
9qEp1Ghi3cnaN5leCU1rCUDl5tzCttQ/oxkrj+gJaiKUfXEF+XfprRBGIw0jMd2lY15/69KUQzcP
mR/PZZPcjEzHioNbq6G+efu9zpWW6IcjF8jIgdhKB+AkgG/GaptJQeLS6BIoSKWvjkcPQpk/AIpq
7Uc/Waefo2HR8SUQyBejyi1gSb7V1we3ybu7wu3yf7ZVOflRxuu3h6ziQt/oPRggw3pkAJp8MGDB
HXpkRa+dqn2uchJO4O7vY9xdk4Hk4vWzerPBTq4TXrxYibqZs1wEGNGhyNT63W3NbROWxmhi42fl
0G0WmlSqqcorm/jCieFiAzQHQYsZhXmyvfCI20pszMjwCbePFs6l0Ty0yV21Vdcg6pceBf6GVuMO
pDxL8xu1Datds7NaS6Z/RjmpA/xb+cV12k9v760Le5iNu0sXwlnnxj7Zwwg8IdJVzeTEaFIe6iRt
n7HNdq+M+y+czB0FSOMdC5Lz9vDm2c1qD2S9EJe3LyKTxe0MCPEpZ6lTbPGUc2UOsv/skw1DNbEP
eoCHMjA7uXBkUUsEdRoPYYkJupE79/kPbASK5Vum174bWK2fvWxDpZ6XShGiJr+iJ/n20p73z8jv
uR92bSnSYmD/r3etXozu2DezG8+ZOf9I7S65GWDcjVjsmU0RJJQAGZIbZrMxkBiGe6sxt7vVA79z
5fzsU6bT1dhbS8RjxgKAnl7/kHVL0BzCdTH2M9qfqfLMQLfn8lDo2RrVXSU/rGrTQntM2ivh+Fzy
lDUgUdvHROSBdIBePxqDjMrF7smJPbdDuRuFI+volzkIoS4dWuNdm1jdEJhan9+2vpl8yqSbfCp8
d3uHKHFy7QhfSMoAYDGj2C8RMLAnuz2hxMpw4bFjo8aMKUPUqQ9miaiVA7zxCAWnO3j1sL28vREu
nDHowS74NnT7qS9PMjIu9MVE79SJa+X8gAzf3LuMqa90Zi5cGQhOQBpA2hIc3Wk8p6ysRD3yahJz
lrtaIOccNKtafwLCdq5pY118mAfanYtjn4Wf3MdJke600ZV+dFG3ceOPJiKAcIP8cbb+PVunA43I
EHTdfd5z8skGUTtJ5Sx2TBfHCe26k8dV2OWVE3Jxn5K0QtAhLAK6PPlGi6jNOVkLO96spS8PnmjQ
pl3RzXhOer2QYb/pxYPK26IMoTlk71SH9UqAZSs0v0bU8zXVo0srvHs97K0Cwczy5LV9tx3Hai3Z
qUab3U80ltpgzqa0jMTkWepKaLu0QxlTYyUAdum8tUiv0lo2b3RijfEe1qJJt5Pbqisl0cV3AlL6
V1WWUHryThbQuQnrWyeGIQxwyLTnsLT69ain7j9bfXPtgAIknkFOQlvo5HMqEh67a3iUZzKRqQDq
xX6x+FGSDvqVa/7S2rE1uUF3fhfDmdc3XJYP2tZBEImFqyGFyvMOQ79cwyFfCCaQj2gxAn0GT3MG
kvVplXh+u4+A8tr/LeGHJmGySYn8iLOikagjqP6bHMk5+Li0VzBQ26aMTGumqfX2dXYezPklwCa4
PukMng2xx5SJuZfrduwuffs4leXUcYk66QTz0a0fjBVNtCv789IjaSrp+0nY+0snO8cZVzdPyZFj
hPrTW7EkxRAy91yOKbjWu8VU17q551uV9oAOwQMV6b1JcxIxaaJPtenlbqzpaoqKekiP9JPsQzOY
7pV3u/goGhLAa3wPb7aTR5mLMKu5tJ0Ys9362NYCIHIirGM/FuJKwbIv0+s8gLdi5kPmDm0PVNjr
rUoGxqAZlHBsdoN7wH5xOq5yetHzxTqUhUtLNEPls7b69k6shXFNUeLSHgZTDp8BoDDT+9M8RBSm
li0misQLcDswEOnwERiofi+mBIJbr883mzm0KiiBE+aB2WTzu61prmEVLi04dx3dMCAr52Uibhpd
YVupG4tRr49GD9fTMtfqVjeY1799VC70weCE0eHbGyJsqL/Djf8ZJW4t2kz5Qus1G2GVhyPj/19V
ka0ULZ72qQLBcIO7jv9xGJAAXZYGDrdCQP5hqwSudR4ayiqfimdXlcuft38a/vHnu2G3IOY47RMs
6ubXu8EqPF4dOHWMfqc/vZB+ddaH2a50LTQ1E6Ega3MkYMgEP6IHlAJg5o+rtq5B0imoKEsGKwV7
SrsX43NeLl7hfOg6rRm7B7u07PKJjH/MD33Nnw+mYWnzYHLL/o/eLl7739o4Mj32em3mD1I0hfHQ
+0x3P9k5FUGgYCt7d6iBpMCFVtFu37PKH5vQGa28RNoQodoDHbC0eAH008/RZK7KvNFcs9Zvpaej
jeJ3iWOF2TCr5I8LdrQGcbDkyxQyyU6Lx3GahzQoksleIqzObcKR1aqXysmK8ihnx5dRVlujHqaa
na1h46laRuS3zCRwislWPAKMica95o8VQghFf6fWfE6CfGs8rHecpIH+tpjGk5e3TFCGscdnuixX
HStrE7H2IOt6zQNptEw/BxsR2DA3MpVFosdQO0CyIHtyDYTz70rkcpLbFBs74wA0e1yxFfLn8Uup
zNpwIpfmuPuyzYOeHhtrdJNDh1TieoDQjTN9AIVtq74Cz/B2e4Fcb+7nwl7b41BREvxEF2wR4bhY
DooDi2G1h7xRpRUgLTwPH0TVaVVYbdv6Y+jtxoqSMqk+yrWrtJ+QUdt3aVuaIlKt29hzPGLP3iFD
4KTCeqzWXomwt8zlYRp0wkM/Sfunqww7edKdkW533XT9V9vppzIyWhvwGNJsoLDqTjMEJm+JsURG
14gJFGdifGk7J/tPN5VPxmUsy0PdG/5843Rsn2e7TeoXRhyoF9KtL7NgEpn+bU0MbXxfynXBQ1CH
evrAnMd8hzvSNofmZhW/le2k3Zcsrar1hn7z/CC9rq2fNkJChrq+bRRBAW9/DBDCWe7qWpuS47y1
0xeXaO9jJqnNz3pi2/dClNoXf+W/0NrWlRicu3Wo1iz53lLW2YEYknKKZrluWhH4euP6u4d8toW+
qtqXmlluGloY/z4NNDmme6cWMg3EyjsGZq1MjB3NHjxpxv3y2Z0b+SJHTxmRXxdMLgR4HXVfJkNt
3iC1ZqrbHNvY/1AbRlqggQH7s/ZV2SPGZg9m0FGOHjfp5C+5LeWP2oWcFTii8ko2+ux/zsdM6My9
Sl0F6aSWD1qnkQsWRZePAb5WWx2oHseRo5W1mX/UmMdEvkYZHi1Jwow1m1ydGg/xtlhCvF1vS7PG
S0NIK38soDH9lrOHOpmud8tnJBucLELN23tyEq1u0BgbFsTZFj2prdBE9sw+Ml1PS4AnXYYWdad0
8dVEJ4BQWe3CPAOSfokWDo5018icnB3Yl9kgrZpuxyMOlkt9PY+Zn0Spmm0yP4UN87NrdbV7T79N
fq4lc74Xby13i6dRJdmjPhS68wX8cHlLslqDSmqzUeYYMS2zvF9KRETeu0aeD4+F3bltmObSv2dS
LotDqvnrY+eL5Sdq4fTAMJ0vprDQe+tDl5Uo5G+u3/lchem2cZNW1i+dEUgZJqr3lzvTG63phkHk
+LDQCHCCCnhoGrQgqxGsmFwhn/JiAUmZTD0w/83QsyAx9b86LEXzdYaA0B5nS22Yd6f05p5UN1bv
tDYBKjAlXTkdFB2llE1Xr/Yhs/L2uWsb/RPCv6wYVpn9x7Ev2/mLnqmkOqRcL+83JQs3qltN/HA6
r0cjtIDfb46j0JHXbaUKFG2pNbBLb3MDT0r3yV2s3IoJdq560LstSz/Y8yq/bYPG+TBThMwHh719
zIgHgEWH0guFs/RF6BvoLIUO6hVO1NgcpK+mqMr1mJrA2e7Rk8txJ0qXvP2aaaPUbyy9GD5mam1c
RNKpHd8R7FcVAuGd3ndJmy4hmMB5fuxWFyjaaNSujMx82EqUL5DiRjhvHevA6kVWhW5bTf2xKg0n
PXYN6TQhbrdHNrHu/UBCordHuwayG+bpBPprKg37l7IWqQeNMipsTajiAhp5bN4VyajAXav2eQH5
8lPXVP6f6w7mU1XjqBbYc1P8RgJk/i3wbS2ibkpHN5jXfBPRjCzHRzrlBchURBxVoLH/vhKQxzry
Vbt+9/U++Tg5y3jfgtb/s3jIbQfcX+rzRN3NPdEsOKYD6e+/zrh1wQSrtG04VrXefHbNsfveJXr+
kV4ysp55WXWHfpbYw5n55P2wS3rGsLaavIxwg27/OB5zgbtEZFMb6wpVwWieMvG+9bSyj5t1zt9t
ypsdRP4c9MnRH3OyEJ3p7HNFR9GlKGFXh4Vw6y5G7VAWEXNvZ32QrWN/zYAEJUHdKFeggtgtf2aP
iY1TIowTeoUrHweEy63AHmxxU1eOnT5YVdOVgSkBRH01MUSIkmnkPts9w2kFS4mLXwI88EPNvIUp
p0yXLdSaIv+1dclmHSgqcvhg0hp/TGmrd1+Xxau/MFucNYQQ28Ugjcm4abHA1NxYrV0We0gFtNwb
pv9jntbul2UryzpwFdXi+zotvX1MhkQfjiRzwjrIvmveGW49fDc3rybIz4Z8VNpgfKOfILfQNke1
BOZE/RK0Bn/vBmH73In6cQH2Eshq67w7t9iUGfJmE0anQ4WMj0R+zwqA9zcfZjw0bVrfdaXCZBRJ
TCrpfnMo9rDec+fkk9cUDPO8tR+HJ1JIg/hS5buojF/4LZ5RGsbg7oRYZKuQqo4GIArUjq6zmneI
RXpF5HpIBBwwPV3EjTEhOD7q0rUjrS2m7KEy3O15mNreutl1VdIA2NPyZajAU4ZKGghHZp5f4iVe
9hTc5QA0FygSbq035Asd5mJqW29t6RJ+0d7cPss04y3pBK7PdZvPemjhUY0mzy6RnYVoHGzO70aO
/fD17bT3vBUK1mTvj6F+DyvdOEl6p4nTYGWlHtdubcWlVqg5kqIcRGCulEBIUyTp/WiOxUOhXL2/
UoBdKD12eSrIUzTDYf+c1LE2UMKKiKbHfuXvSVqaP9kt9hydU9T/3GzZwYv0erHNYxp2WutxIdeV
JrmLE8SAIjSTktBNkvF2lV1zeHtNzzsglFHwG3wooHSXTyvY1hR4ocy9HTejaR8SnTIWgYH0w9tP
udADoHeNYS0qcqhfnE52W1kroZA/jMEQa1sgbNV9WbiTPprJPBydRKS/3n7ghY+FvDkiG8xFEOc+
rVYnC8G6ufIBZJJXHvRJGg9z464htirXmFIXdiWPAqSDFAtzrlO4xDLN62rAN+DqafX+sDm5d0i6
NWluZaKNN84EZQwH5LkhNnZ6Jv+5o7OPJ/YdSWdg91p8XQnW5YiWdNsCCJWpdXRFntwbFdhay8er
HhLneqWnS/l7ofaE2bd7E+1Dp9P+XE2av02eYcSWnWkv3eIkSQCnqUEEdxvMKhwGhaWobKZpClE+
FVtQjuP40KNBDS6rmef6sKaWbOPFh/HI7y68F/waxiFA09csAisVUx8NgphKqDBbGdRoF7ysSIfk
IeiT1o4qt0xhaVmG/Gqlk7Z8nZveKMPOauxvkygtLiotLwE2b51zP7ao+wYCCZkCWnGtI+E1yI68
aUqSnGKgy7VDafgyueOvJNt9Z+03PZm9PkTYZ+mIjnnoNL9PwJ2sz2PvevlBm+rOu1n6KnsaOrFa
PwbdXMyAO9XWbkko9XSXh7N3LRcCXBpVnY96l/BzI7lppQbPramb4c73x7YcQtQO0SYoal0tt0At
jCas82bxAqOvNScUQiYqsnITDR6vEJp+Qxt5KSPM6m3nmPuL3kQkQY36UkxO3972i0vKbeD6Wbzv
vFQr7mAz9MVn16bEDzwbu8N7w1/7XQ3C6vIwg/uKPqgJ/eOzRQn/flvA2IeFI00VIp+3Ib1jloB+
nRF8Az2fVTwttTdVj8C57Y94KBdtmPmy3A7w/1Hk0v20hcPqTAWgcoYD1m03tdvLsmz6l2SuB0Jx
3XXpg6a7YxMw3yL2WHVbj0Gf1/lwA46vf1L+Dt3KN9gB5EnGsv/DxRwOhqutU+jS7M6CNdE2jylg
2mkHOQ25DF1rQnRlUnYxhk3njx8006uJDMQxedRkzxqEZbuan5rOqVQa1L4zS6RaVNW/q5O8H/4U
29B8dUTuUD7Y1urd57qXPji1g5AMtVSpQpA7yV0/lF1+8BvNM4+jqNrxoZ6NEYs6zaFwsTS9/uI3
qDhC4zBszgEggK/TjHJ31yEkcDOuenFfcdGuWF3aA8JzuZ1MN0i76IjEOV71TSF8iXLENllZgLyM
+VHZnf+dMqf4uPi9cZ8yiNRCjJHq6qHzQMkGQ9tgcLVbGD9W1qpISsvNLW7RyBuTcCwZFBxlVZA4
1ICR20i3G4XkrSgFUo294b0rs4KDU8GxQ4u7T5sudKa6fbGsTeP/6Sv/l5XW2cy52TrrQLKFdGGa
ptBTpJnpW2hAhLERM2qnZyUaq3wQFfofISi25KtV11uNL5CXfyNHdKvQwbX8k09b/M+09WI7oJey
fCq3pVM3mr4IeUg0c/+bBYpgx3KYnOd0kztjQ7iSRlBjN+9wsO9bBp+2+ZsSYNMe0UxUH+dG7cS1
xtfEofLyvoTGs7ruTeKpnHbPrjR9bMFq/KdVTrfCcAEoGExmbdaBW9nrs4PgYRMihOQaeK1uqo79
rhlu8rH2/RB9v60NxeqnIiSFr5v7JQeoFs6+yPlYSo5DuPnKbIMMa69DjvKQj7Sh0+OuNlYm1R0U
ST6qZh/NOVNMN/RkuVfGpIqQwQMa44bsGGm7rZzRZRw8Rpy+MX4q0BE1ImAFjhPqNtUXkyeEWLel
6r9hwm0ZN3afLlFSTJ0V9ExxslCmo4jLwVymQz0MmgrLFXRTvBgpeu36lBRP1NzOj9pQ2XAlRJzn
FOjPoP1HpxooF1HidUiq9FmIiRZfjG6sHTAKHiNjSv1r/dn9z7zuiPOY3WINtBYogdM+v+42FCV9
YcUgYxH5nO1xfO83uDlynufmP7SAmvfr2Ng3ZabpOgzRosOUo5HGnTaaxfe3E47zLADwLPK4Aidq
UtPTd/a2si5ceiCxz5jswU+oT1E/V3f0/dwPtPiKcKt8FXhWXd68/eTz3Gp/svsXcQJC6HQyJ6t+
NNxxNGOsh70Pi1p0aoy1PlrKa97NenLNW/Lim+IfwxjLRvP4NLWyMm/u5q434z3VC1pfYsbWm/mx
StofiV873yiRanqVwz9rdTP3YAJCOoewHtC3kwRcQwd+WuGqxyhqbGFd2CpajNKjqyXWKwn4eYrD
o2hfuQ6ANFyeTyoNWhtlUdipGfdmskVVPaaPksvsfTrqBaKIjDwnx3WuZHIXjg1I0j1bpa8PZH9f
+P+ZN0zOOrZqK0Qsrb6PfZX8sleRXsn3L+wWaCgsH1KIqLyd7pZuwqYOg2URL7p0+tBTc/0Tq2v5
KJPN7w+jl9tXGK3nqTjAL6gATG34aM4ppnU3eLT91NziteQGFTaaAgs0/KPSvPoKYuV8RmbgjAZS
wycPptl78tkwnjCm1lZ6rPntdtgGx/gJPCq5gdNm3Q24mITUd8OhMhVV/mhpV26kC2u7a7F4pMZA
ttGaef0B86ys3IpxTTzlmToMExDe0ikS0tINhYHZ+n8cCHApexrOI5np7iv/PxsGYzECshRbbCO6
jmrnMMYMd6fYtqfqCgjsXFMM8ACbc4fesMBc66+fNdjO3NjKEXGdtJxsobnjyzjBEg30ORt++cgC
0Z0rzKYLisLXipCSb5EwRQf9nZI9SoqlK6YWDQK/+efikp9GVSlIURmxny6D1cvRUeRe8VTl9vNg
mutPfVqKMpq9zvrV6TROrpzUC9cDNz24KOQVdpm8k4XvK1h+jltCygBtEU8Cyft1M1dy6w7bhc3y
QgVt9e1r/vwY0dncSWR7nYfW58kHaP1m0e1tM2M7aeVBnxtmSjNjBr+lE//Pj+JJIIvptiBBcXrD
g6N08qQiouiNnTBdm1WFTZhy1kOpEAq4spjn1x5XHtQ3qnUuJnhpr3dWWrDGheYZ8TaBp6d36Dxu
0rKvXA3nnwwUGxhUOGgArQCzvX5KgQxuX/WpiDND5I+DTY6bG7XzgIvvFk0Cuc8VHeaXtxfy0qtB
+ANDiL4P8kInD8VjJXGtXIgYJ6D6frR6zLJ85V4BsVx6NU4nGEU6LDuw6/WredBoDGtz9RgSkffe
AObAkE2OT6j7WJ/63hdJsGYgVf8fj+WSA6DDDnFR5Hj9WMnVk2+5ErFuduKDlhfiOFV2fpwYglmh
XkJPIDsopv7Kcy8gESClsKAchr/yQienj41kWBM8ppj2tbtTYAYms+g0bV/HogJT08+DnUQjKeix
y5ftVuqyrqOyGd388Pb3PT+T/BLIOcznMSA9SxM0Cf8E0ygy0HUrjwkN7dgQmBTo/XgNQ3ThUdgq
0aXbM4Pz0Na4Uub1Pp6x+u5dknvyXalLEcHYN6681Pmm/RtSHBBYCMMRWl5/V+hmYztilxMbzAV2
qSGbeZjd1vqVE3npOeC8oPHwWlw2J9vWWLIqrzeP6LUU7QNY/yZaJ0NEb3+iC9kqyQBESEhtuyDj
ydvQy2ywQ7JE7CwEAtg00GuOy1oUxtEr+m4KbamKn6jzt4ySx6a8djj/wilPqhQUf/fuIK4v56kk
5AxLpc6qk9XRhgzGBkPLcCkban4mj1VHRbvOIgCSbjwjYMGYHJ6o9UuzU/+b73TmL4GO7Ldk13YL
Bmat71RPyz5cMgTsqXkc/Udpzsb0YuhqfPYHxveBUMBoYxOBg/cmBdFLmXn2987Isz6qUkcbQ3d0
1Y/BLrBAGEupoUEPxyPqVjo2Vw7rhZQI0O4esHbD2v9j7jya40ayff9VOnqPvvDmxZ1ZwFSx6EWK
kqgNgqIBkHAJbz79+4HTM1cs9hNv796mI9QkKwvIzJMnz/kbVs3bxWQJt+5ywH4HIwEhsQAACFUF
jciWq3YAz2w4+fV0H28TKGHu1iDYJFY3+Nf2859Soq409Mq1IecNY9rSOKNTbyqFDJQylYcPhjoe
65VfCzQYACEodYLO27Ey3B1cipIzcUjQ8etirbssFGfWL9ccID3ONHN/huICLlmo/qf3HLk47lqj
Z16Rrbjn8wrmxYdLhjlXTwtcD8RUt/U3YcaLc9kACQ5asMkPc9x42VNrFd65OvWdOvtuk9o2haPJ
asJytBBwRcjCSq+6dLbomrdyqAO8Lko1SAo7TqCbO+r9unir7cs6K/rdXKhuH+iyaedQ6TBRDpSN
fYVvRAHFWl3bJjkZZnX+ain4rQVOafOAfYlZAjZyk6yup2nqdhhsjMslbhEUMrBhTr0Tc/Iy47rR
Ue726bfmaJ6QpMoDJb4s2dfUR+wTcDpLEkF+Ee7dr2fk+CBkQjgXMHIicAGWP85RkVgpFPbFcMhc
6SIAoQ4pqqvxUJyNdN/HE6qO+jevTudk+WCZvzuTGHpDpm9UdzImwGJv14Idc0Arij0eDMxJ8sBN
ZbZZ2dXJd7XOnTFIM31RTu1eM8uD1ivaF3YrfhdlsYKW/9tvgcSNrabSqwLaum3Jn7YAum2g4qm+
H7oOGw0c8QDDaMJ+9EwQDbYssZbDS+KDYP76gD+HOV4A7R2QcmDmwHofI2kRy6PwJ+vhMIGTG7mi
296VhqdIE6rFhJ+BMGeqwSlquOpFOScQKZqk6e1QEbIDs6Ml4iPE4vvtCX+D84X+FkkR/337HtIK
p5Apj5eDWdXeVTIo4uCqkxGuTfeRAuHxUebAakKviQXAjUB/h+8tYJFy+Z1WWkCDODF73A0k8Lv9
ryf2r0YBogzMHb0uFaXUtw9U5t4aK/qoHvD2LsN0zWEft8VHfJO/WMoGdSxsEkwAu3Q3jvJxC9En
PHMJ2ZnhapRZBvUUXlsXOc2ghXpepp9n6DZ11pxhYmhfalU1fRDE3+9jvgE1NKqH6GXQ8X37oPXU
gdvBXvqAPVF8AuIuO2kg5KKXFzuH3GiXoLbxUvn12313w90mkboLOxhXGq6TR5mCMXaYdE32etjE
M1Jfjx1sXhQ4zrgKVbN6GGXemPQsKPdq+tK16CepzRl4u7T3gatmp6mTKA44SXRTPvhu7+j5r98N
pQVIDpw17461IvHQ7kj79VBohX5WC+QhaSa5zQ8HKekFUMtYzvtU0rgJu61pASbIW6uDOrZmGgC5
TlCINfBoxYtzqjIfblOpn7Q92UaAaVOKdxqiX21g9NxTgjid7K+G0dmz30qkaMJBb7prm0v2HKiA
OO4zCDgymGUz0kChsv8wsfuv5jIVrR9v6Yzf9g0eoGqiTi9jnGXUQntHZL7V0y7wC3D212aZlPfq
0EsR/XoejxO+7VXBG0BBhmkCv3sUiU1bxpnXd+uhtbT4UrUq57wUySwA+OXeUwUq76UZ4qHdOXVr
f/712H8RBSlDU5NBHoBS7LvcGUaZ3rF/1gPg3ayOnEW3XvIErQrfzPHZ3MBW8VUjBlEEHcERk1eS
iK9FP5eQ+s2eavmvv9C2V99GZUN/dTZDooO4cXzrtawExbqmVw8E7EmhybKIEXksu4g0Y3GA/qQ5
vSENxFcZLiZmL/6kKsbDr7/EXwRiExQDUAbA1O9JFrOpVEm8tNMBDyIBpEFdIlXJ41sSQflBiPyL
yGFCjKZ2SyWIqTiK+WYXxyT764wP9uJdNX1Oq7lsZDAlUj2tiPxhmYviXy/5vx7n/5M819f/ep/d
P/+bfz/WcmkzdtrRP/95NT63/dA+/3bxILvfCAhPD31WV/+9fch//ujtR/zzInsESlO/9Me/9eaP
GOnPbxI+9A9v/hFVfdYvn4bndrl57oaifx2A77z95v/2h789v37K50U+/+P3x3qo+u3TcKGqfv/z
R4enf/y+baP/+vnj//zZ5UPJnwW4F5Y/MtbFvz7s33/x/ND1//hdse0/MKjh+kpeQHx99Q+cnl9/
5Gp/wJQidUAUdbOx2awFq7rt03/8rll/oFNEXeJVbnejT//+GwXw7UeK+Qd0VNYUxofIsHAU2r//
+8u9ma//mb/fqqG8runudDzMm13yqqQFy4h6LTgKNop5pAyLlr90lLQud1nh7RdjB7kBXNFHtKa3
V6HXUUCNQp4gM4MTdoy0yVz4Zu7QlTu26q5y8/NpdnAAmC+LUbv56e3/+YA/P9C7oSDsw9R3ECIz
YDvbR9sg7gyDvi61GMfNfZkqvgcoVBUndetGvx6J6fkpwPBQRyMdJZv2pGbm2m5VH+NmMm+L+e7X
n6+93dHbAGTWzAA2GpsCyqtmw0/ZLI29rKd/me/MWqTN16XjnrTrq3qqv7q5UjaXcKNra2cpa9y8
gMmY7VubfoM85B0Gkl8kyaft+M5aL92ZLJV+PKmxinMCc+nN8UvpVQZ+d2MbD9e//uLv1hRUTrJB
jTLKFo+OxWPVuVaktZRil413S4nZMaT/jzwy3798FuyGELMhKrOwjjK1AvxzOXaMMYxDMFunVv2R
HslRMvj6+tmxNpV/+rkbyOltKjY4vUA+Ms52sdU/Sa2KDA3P7g0qE493HDk+tAi/MWOa7B+s4bdH
179H3pRAGJmO6vbwP0282tpOMqqMbF8kN8tFfN2fZtfzfvr663k6Ev349zhQDQlA6DMeb0ur6ypR
6x5GOv73xpfnho+xTsDFKfCidZ989vZtUH1Q8tYIXUfbhv2J2gihgHo+S+Xtw1WeE4N1LcAj7YtD
fWmd9Cfxbj0Vl/aJctAOv37EI3vTfz0itScECchtXQSo346mKLlVATXMdlNg781TnAMv24MZzP5z
H027MRqjNZgjbGGC1k+jj+r7xvbx/5OE/Ht4hAqQtYEqd3yhcKiLxnqmZ7v0YJ82POx8Fh9gd4b9
yXgC9OrCubFuLIhD6CX6QH/dQDyLZ+XJuHYv7Uvn4B2S0AvVM+dgffBmXt/zL77aceRH0ETFF4g3
MydRmkYJ67ujXrx3i0CCFW/9svbpgKjSL28d4Xfig4XwKjr+7gsQp/EnJGmlRvl2atAenwUYyGyH
tfqJsfNCZQd3KphO3Ci/VL4p37KzHuAZmHbfvI6vzJ1+phxA9pzXn+vr9tQ8WfyPzqn3UWUzJiNs
baKItDGPt7yspeOJId1RB67SCxpg7Y3QkF/4gPT+fhzOQDTuqWZv8En1aA/UeG1DG8qJkPUwF+FS
6JSRiHfZHP16/b8PxQQiCx0HTl4dBPHRA00dMLppahgoMR/tcnCDkb0SDOvqfDCd785dapw0Q6hA
QdX0EKt7O5sUpZTKlYsSJY2yBwoR6d4poPzAqD464fW3qipsqm0oRJpo1JG6AIJ5OxRKGF3cd4MS
IWV7s1z2V8qP/tY6a6/yUy9yr/LrKmqu1rsZ29vv6g/3gwc94ka+Dk9RHX8pOsEwbI8vFjBlPEWf
CmB3O3loD/EpjqihF5QHei6XZSiDp1/P4fFigTmNAQ/dFrrdyDAcO/5odgaXbdsnKB5FLd5d1t9r
3pNnINhiYHKItQNdQioBRy90SPVqSJdsR3UhcK+Lk/qDqsa7RwBgDSEKzKy5mQ0ev7JEd4zGWZQ8
SmY0qPGJ9Xyzn+QHi/14FFqoW1OMUqSGx8e7ZqCS2wijLKUGaWBNdkbTpGd4KfR/81morzLzpMwk
BxiMvd6DfzqckZwGuWfkGL42irzA4Dm+Scqi3v+9Sedg3GjzXOYRP9kklN5OiVdMCMAsdRlVosMf
WbZT0Lh4y/79Ubgko9BMf42u4lH2LzH8ndu+KqM5Rv41bDv2d6D3sOc/2DTHcWh7HFodoO2REqG6
tU3dTy8NixcvifWWxxlrx0d3tQpWs5yCbOuX/v1nwnuI5HAj3SPb9XaosSj6ulV4c6luNXfKoMrL
ogI09etRKK9v1ZSfz6+tscN2JP1E+5g+21aN+emZHOxju8KDdwSFsLg0kgpY7pXdVT1Iz7ApJUrg
lBrhVHbSZNVbebJ24Wyhk05JSEyfixW9LwBWraruckuFiYa4ZTfS+DASSFHOZL/AWjWuSITpb1dF
r+4TNGt/GGntpJG6JOq1sA1ZhxTfSjdcKLzvsLdde1+YFuUps9Epsxe1WSdBP+gIgmepgflruozW
Z7tN4UqK1tVOEiwbizNApJCHvR4Kc2QPC+SOvB+6GFJlpq5nTkl5J6xSBFRCvVCb+YsAHmYHZW54
861BSZIeewoFrw+EsQHZ3aLH4tYqy3ngi+Tjpw4goh6ugLGvcboa5r22mh5MvWz67OYLX1RSWy/9
dDb5ivPYFg/NkEBv6dyCtZ9DAbmxkea7aGK173DMLU0nGKWjQb8cik7b8zJRus7sIr5CFhW4K7NX
yRB5JE1iPT0uA91GOT4ZiTQc31Mn59KWw4jK/GQKgRNKZn8a8WxDeVmsarnDtXAsaAqN9WXFl5IB
PRf9KxKI2GBnaYIeEeX8JvOztpfTLptbINwpTuNOoPXIVAf4MU9VOCIOe16vq3VNW2YCW7v0a+Ov
7HhAS6aOEj3qn5U8XQoQvQi8JwmIf5asEdjSrqC0epP83hhLmekn2uKoLUSfwnnRwXDIwAEwV/uD
M/RqMIoOsgC1UohKMIWUJchFq0CuzpT4Ol/7uI9SfCSy7FA4o5eIfQuO8UHoS4lePQr6WeRAA22C
RTfgemrrMl+Az3c77ISoKPqDC6A9HIRVOxGq/p4Seu0436f5Win4vatFGwrPIFF0RQ0WyhjqOUpl
DqdcVxWzCGU19UsgsmqJfb0s27tEjpkEIT8Y6/m4mPTMYLzLDAP1OXYjaxpx1E4rVqDfNLncWVqt
75eymlz4CNRA/cIEwQ32uEoadtNqfHUoxn+hxVQ86W5pPTi16sgQqmdpBL1Vc3NziHAnk5Fpt+zp
1TppbUNokeC3H0psWNtAAcbyOGRI2PiQG8cX1taKlnkVQ5Jca2/BQx1nvxHHhE6FVUy70Tn0lekW
cD0NRNXEXHjwjFlOS7g4ncb7mtTm3rPwlFt8KLRKCdmsc+9AxbO9mt4qk6CRuVqd6IiZIWA4EENh
UMe1G6YgEM5kEWPWONoj/gILhgzrhTFW8kqAbXR9+qE4pid4x6cHmkqbsh73oMdOlFkSqU2h3KrU
tFO/Q3VOga3uWJS6V4FtmbemroFVIViuoPdEUewzQ+QyiOsl130oBloWCeGq97S1dJ33Mjt3+pSN
99ISMgkT3GEiBdnTMSgTo9hXSjFcug7qRmzW0jq3SksMATq3/d1g6OMNntCjxnu0wQA3CDx1+8YU
/VmnyAIHIk6lZ30ekLWcaM1fCklJITTQJxigdgMLv03nQUnsUIvp8h6aVHezQCyZeMlJrtUIQ/Ip
DllvnI2N7o1LCLW4bCNrsBY9rOekhEifwSXzl7Y2ReipQyPDuER9pdfnW6vSlE86qgplOGb4E2Db
rljPiVKZSL/nJvBw1+ttA6x/l/VgpTSziopeL+bQruA9+fDXdRV6+qpd6l0m08CrvGr056qbUpSC
mmojwcyy8+mhVVY4FC0rXYnduEUCBlf6yK1lmeyXREv0sBdtbAUdbjOV36YxCa6ZSjEcnDRGpjGR
OWKcSBUugZF62XcYQV4eeaaylpeJk5e3BTsqp/HaLHC4p3aYAgBIPcG0hlgSuKPUiEprNyeBQL/j
IRkG04rm0iyMM1j/tX5iNtpMLitT93kCfs5WE107hEI0toCg2Q4gRowGSZkxs9evXic9jd6516QB
LhLyHP1WHc3i0i0Y2S0KPC/A2k8XE22QPGpmTSI/lbgaFIZyGJVwcA0JPCv3so5H181vCaxkKzCm
IXtphJLaETs9BuOM5GtOJ3OkAy/cltA+rQMSD0viop24AEF8lkjIr36jrLXig2qDtZwKBXWf2GRH
AsHLbF+QQz8NbplBKuJ4bKE5QL8O7TRxdSQ2XEJrlQ0Jxx4Ei5XN7MAQ0RdVSf26KySNL8wga1oX
Xn1vO6I3cKrW5hEeTkJ3RxksXfojbNMzAsrIwpAl4gG+4uZaAz8la73xPhmMuY4EyAkOAkv0Qyhj
bNuCjkbaNySUCTzxlNRP8bAmFcdaKbXTdLZdqCCgLJwTWoa6gKJbmJ9qyl6fV2/TCFy5Zj4JrxrO
PBcLHZ+ucgn3yDYUnZOgnK5GV5ZpIPXJeFplvso9yBm1CUS8eGOoZW2c+nM5ZJ+bUW2ErwAihcht
dHjVGVNiPpS0kZ4Xx4tnhsbQlHQmge7ljS0JhJPOy75utv894TUBnHp1AVqoW1rSQZbS4D5P0NsX
+CYsrbLTtKio2bonc7Uyx4Fhj8p972hr7MtOy41dCuXku1I7Q+PrYJplwIoT33qzJfKqdkPOYYJj
+j7O6GgGTYNMH3IoFPhHG3YRFkxqD+qtMOs5aCDGvFKo1Rd71LvGdyaz1YOOUivCFera37cwX4ZQ
UYDO+FzThy+bv90clC5KG6EltPZWcNBqkY3v+208D54axSaKY4G9EuccssUHM4u3zYFxkclmgJz/
JNQZJZhOUbFjwiIeAvhlm42zu+f0rbvdQDXooUXjdQ0MttRhaMVgBQRW62uRm9kQ4MGeXjR9ie6A
03rrzeIkFVT/SduIxen0mFmT3gZW3rdV0AsrvqmLOWZ9x5PzObOtJVQTFKB2mZZb/c6EIamfrDEu
UmAyMirK6NWkw/ex4YV8qgbVeVmpO6RRZ9ilHhYT0OV9N45wRup4Mrr9SqwwonoyzHOvacgH9Va1
yk2vIlsjleLFnYcAybo3IOR9y4eeS7dad2m6o8MYW+iqFLREjWRFkB6Zl/m6GE23CvC0bx6TpVv7
UCqzLEILzZmXBnAMa7EF7xvBqrZaX8Wu9HzQLOH5cimp8k6FRYhrDK8/w1fUPWOxj1kIfKehJ71K
z9hNSd57kVUY4iV2ZWvv0qGKozrr5bIrTJIhRJtIYhZtKb/AZhm062wRCupc8TK1zUvfZMpyR63c
WERAYkTrTBXK41pqfW1h/dGPU7iS9k97RbfX4aSp586+5x4l7cs0buR0MVaqKy+NMonzT2M/2P1J
l/b6tM/xMDL8romnb2lGyR++AZ5APpeVatk3aCb1ocjZe4EoGjrR6SRmfAWy3Mk+uUpL1ohYjKrS
ztAWzxeoE5WhbiTpI6Vi9xl+IWdSMtcpWsxNmZtfeqdCAaV0TPXe5OsmaPBWq3phNN2qndIeyMwO
AXrIgZsErc7cD33czOdZnM+eFZQc1+crhStS8kKUI35YY6aYdig0K9daYmrselFuZ8uPUZ89I1qR
if7et4n5xaBcL9F06Wm3ItfQKBdCEGlPvH6KUT9bB0tDHkTjnJ+h7vc6RZwMtYm9igB2/7W38FoL
9MyMu4zo0mrfcndwhW+jVpvsddzhkivItcZ0opgr0Zoc3ymjdrDsFUxWNk6nSAsQy7XFtadTEyJ+
tcf4OyH4mLFXEFVj73PvDmv2rUqq5ZtiULjYxxCk11OcR9VHJJoy7JWEOk0ndjyaSdBBUhyx4EjT
ydrjkKhmh4bWENCIctXqqEPTTvtEVQ37JsizjReNukIUUfsWMWPHHZMidKpCM29EqcraH7sYDr/v
IdP0rCd5NSOuSp5zCmcV23I4kEhbVBWH85WZz6W+h1ioW7foHQj167i2nYlapYIHly/zHJ1Fl+TQ
vs+QliTHmmgN+zF5aH/RqQPRtx+Mrn3wEMzQI4oN3sbKqBp7V+iVmVyDmEw31ad1mKJCqPCJkPaZ
80idqrgJBZrfZJJlDqG3UuyOrWN0uESCY287XiTUfK55soqDVmDuGBFH3Ox+QIUFu86+XoabJoHz
ft5nRu3SNNmswuxSqc3QNirnFkPl9Wb0Bvd6Hjqj3oOzax+t0lmHU0ADefGpFsb0tUkGT9kTDTyY
ml5bF+jdlL12Maj1qEaNMyOMooCtmO71aTETLID1eoqqcsBMJjFjTbvp8V39XtZ6pqEAgceflq0S
g/KV+9FlpzJVocN0qqdODiZ+N7Vtol2NTpuvh7HEodZnO3dAYzNPAYASzqoLwXxU8AzkOjCXI15b
CNIF+KqZT9CIlea0kTEUSh9FGzkhAKNkSoiegSQTVEeO2WSh5HJpG21foB/bsdj6Ok0SaA1ual3V
BXiws06k64zUCyXdwBwyaLiU4ustxVFjDUmwbC2H+NTQC9f8ghMrR2Mh4/GHGdskIWCXvsQKxlph
1tjjnWG1zXAL/xkX1Q1+8ozC2FBgB9V0j7riQs1Oq2U9hS+q5HugquttLUfZBKZIk+deNac2hDle
GE9lV4/xl3YS5belSdMsXNdMXnjZqiONDtKP5lg7cVMxKR88uUs/i0OpVtmL3q3YrFWptOpveq0a
Q2i5iVOd1WWr3CvkUt4BQUbIM9Yqy5G7SDbYZ9UwJ+xobcjvzKr3XDzj9am9pr6EUouFAN2pljtF
fkBqRih+CSv8awPI4esoYwwruaI2IDwstYlDMCJor42gOfGDV8158u1xIvG0bQnSc4tQ5VU/2pyx
OrLooL4gL3GBm/X5vCgJH34qCstAUEx6PFuXj6Bbq1q7S0siQqDw4be5mnDWp7nV9RemNtvV7dz1
VXatem2ln0Ii77vzUeEygmKw3XjJuVTM+gcsNYdqSi9HOyorrgxhUsq19oE4r9Wu1u30U8l9ofcr
B9b2zsxWYQWU2EsRjFaLFWXTTG5DyQdmoN+hcKJfQDxYtLMs4bL6SH6WeydLA3AVXRI59ucLtOfr
oUjdMZBJbnOTQ+3GzP1haatH7FLta9vWy3gv+hlJKqfVtRfqLoCqG7fr273pijT1BR5CargOuMFH
BsdsTyQwqmLL9blfcx7rS6CMCCCEqRE3yklPygmL2yZf8ZNlGkXoOvEmhsDN83qBI7WeF0OqAv8Z
FYjm906ayM9LimTTCSp6XK4WtqrlL4uldqdO0seTvygymfxCX+Cpk62Po4+FWzEHsx7LJnREAnl8
a4R/73oXZlarkFf4cz4YX6ZUrPd2oevfJgjUCeLOQkOvR13YYAruD9OJSNIkC9DhWovrZa5MdgAS
OOForSYC9mZqr8CZROIFvPSlCGNExFYccCagiQm3KMOf+8Z9RJOQ/Zs0ZXKhZwMiCl1caUs0NDoK
4suYW9dxqzjf4zWNb2DJxfGZmSo5JGZaNfs1VSZaXkPOzsuN3HXBScuu2rfc3U8B8M39Kcj19DoD
npf71litp2niSSVM7YoJ4pLBdVnyrnGhLTrKefOwtp9R7KrJwZpKTcmju+57UnXWrTk66y0+VStf
XJvdLtC9TgNkLabxQZpy/mEgc4AUBDXKEV2crDsgxGkWWD6yiSItrps78CPqvREzd1GnW+BLJSpD
/LIDl93PlrG3AZXwgs7dtugmH+gcUDndXbRrw6kaFxRsw6nYoclwOzW1+6lN0vJqrugUAKVT82/e
YgD77pB4QhijSzsw2lCLrqUhKswhDSe5aRvHEWGdKstTVdgIG1ZTYl/kg0q278AbMwOnsu3LrIh7
aw9FJ1V2nRgUmP4l+I3As9v2erJGznLEp+l0rrPykiUldyk3NRIlwk1J10N074vU13LQ475w6Zcc
4hYRlshKe6QPtZQCAQlLQmWmk5qcA+5R3nTK9gGkyIcTWbrKdLKAYpN5bg2dk4Q5WoWAGdtFtr5r
Z7Du28pLuUc0iXD3OlkDiY/tpcA90uk7mpNaGjRVnZyYK8y3ANKzeVvHtvN9GG2nDlHgYnLJe5oX
4JgEPVGtVR+WekzRQe/75FmMZvfotQ164eWQZi+2US9UqbWpvIN7P983qVpeeWjGyZ0yWf3VrFdj
up1P3TPUKuV+HCZEBfJaLAXFatv6VNNZuLNkjyw8sg9wg1t9WCUntTIQHuzJgt1RTOlyZscL5kdU
XNUw0wr1NMvjBvn6IiZX0+PYfWzgiFJNzbL1zG4asDteJr3TwugsBUTnljH11bqYEQc22cdqDFBE
nJrKrYuU5fdNYHO7u1baTH6yOQaZ+ZBrQYFY+2O35NUSkHtpRAoYBYuPZdOCQqhtNxpzuaD06Mxj
BWEW9gQisKMIbJdwHaDqVsTRulTVpyVTy5bdXZMqt9y0s3BMJnJoCCdDGkzIrqWnXj2Wt2hKZS+D
sDnwEWlzPovEnD4Pg14ufpsIKxrILbVwXlEf4nJcegqF5GJ8SpGwDZXGQf2QGX4ANE8tkExP3Gpl
rMPbbcxTGy+SHaYS6eBnI30oP6m92MA51J6+OqR0MVdcIa7gKnj3WPqVLzKeuhNdV4whorLcQ3tQ
HQV6Kv62erpLbHuwA8OT01XNjezzmsKdpc4Wn/fWUlk+Fqbjd+h1a7dDALU8RcnLebLUrECDNzON
+swUkiCzYhv+uXV79SypXO1CmVTZB4pSrE8K2ue5T4m2+5as83BfD5NLcUwRy4OXzwtA49ahG5KZ
ljjnOl8A2qLCjNCFAXU5EN7aPcBsNNm0jjG/oLKk8mlimO8g3Brgb2igDYG6qt4Psx/ZeOy7FnAu
IXINV9nV300lK9ZAm+INtU3OgtpdMzm3xsAlllNNDheodq0Y2xQkE746OnZBQu2aLUWnGut3VNnI
p8e2fHLVxvmC3ZwH6ACO/+dM7ao7vaeeAXh1LrvQWWYHNHKGvmowI4GQhpXZq7RD8iy+7Je2s3wE
ZzZ1jKLyvntpWjlUh2LqGcaqNTeGk8ofCfkToqOt2MoUiqiekRWe75zFa79Z01yxM830mTolIS6m
9VWH8Gnac6Gu1WNJl7jyoarFs29WiOMKbRRN5DVVdifSDllTFdf3GzMR3IOzNe5rFh9IuTBR3ULb
WY6yEZTtyXH8yp0MGckG0XVKYuQIwSBN82lJdAThHOmVTyvlDvbq5Kx6kEuRcJq7aYWMR5sabKU4
7x7h0c4632+sL5AW0VSYXTlH1JqvCdoduoboYxNnoIAUxE7bSJheRYaTc5YrttDZc7Y+Xk+NRlaU
95rG7m9L7xO+KeXdqsrG9NlE8Y95oHvpuyTCA20tB50eULjqFebB1r2pb0kZx9lgA17RJgt8r6d1
+owePei4eoaGE7hc0pqtR5YmPixf9qxhUsuLNG2I12jSETkLZ6yKVb+mjsAzx5lVhgUvEcHCakCC
2cs73UDwNB5tZH+WTdBvlGkW0dmMh5MevdoORU2uIxdEf1v3f92G1N81VsEfOHTWN/smhL+PabYJ
3S0LGmYRSceN5nyPdMNhba5QmTztzDtbE3t0zXegB6LadMMEFQLF6qJBO6Mgd6np2EqZlwZlP7rd
oZUMO2s8jNQ2W3M+lO7FqnxkWPCuR2+jUkC3FDW0jS1kHgFSGrcfNW/oi2itm/jbpmF+aTqKsvv1
azkGo8BHwdQS5gtIdJ0Sx/bWfmrNig4uqbZaIrJQKPysTu14QZkA909Sv8jNrelv4nlex7PBtQFH
VIF5H7eCewooZEAikkbL7X0RJJUg3z6Y7L98KoCV/CXYFxDAb59qoOUK1McUwJ/VTbZLkSemRUJp
oulyIgG+foAOOMaf0rDH1W4TPgeIrCER8Xa8BQ8Uy8kR6y23iDOb5qU62aTWpPTUl5UrPEmSDx7x
eDkzJJp/PJ1LgDBB7b8dUmR6kQ601sK6Rv+1VkpKzH1nhYZafaRx/n4o1iEAW8iSlmub9hH2QenW
xbbnAaFI3asCc+PDtkhD03suPpq440XvqjqGZWBS8IGFInU8FGHFXnoeF0JxSlUsbV07bBuN68uv
l/1fjYOUAPIr24LEtujt20MRt068ODPDfDKME+zK+qCeHf0DAMz7ZbF5uGLJQ1wFOHRMNZRLR2sa
QFFI7d+4IeA6pFWKXu7yNM2/D0VFw8KAQfnB0nj/cOgk0GQBMq/ht/kKy/p5TxeuFk8L1aPKruWO
6glavpZMd3/3FYKVAzbugJQAMmofvcJMcAg4cFjD1G3HUyszQUBO7d+NF6/ItS0EoihCh/PYh8aa
81Qv4DWFI+AcbtrqGBSinT/AEB3HC0YBZripgrDCQdsab5dD1nOpgWVkhHa7zvQsYg3FvKXyKRtb
YalmzQe477+YIeiPJlwCNCZ0+JBvx7OmxpqoQ2JkXGjDrlW88cap5/n51zP0fvlt7h3A/rBA2M6+
7Vv8tA7WGtQ3tUeDoqqtX2WQlPeD1XSf48pRrtecJlCKbaf9wep7Hy02iCqhwgErTYA/epfesHrJ
WKQGsRAyupdQN41N9LWrUf5JqP1bnJr/Jz/mDafmf8m8+f+QU6OpvyTV7IfloXpDqXn9gz85NZb9
B0c77X24iswFZIPff/uTU2Nrf2ziuNAnUVt95dv8h1Pj/sE2QDkLEMQWjnGP/A+nRvuDP4AHznGA
aiq/5P4tSo27Hfc/IcPAumF0Dh96OziJIuaGHPtpiVpgxeycm3OQziP4gwxpXaS88xoUEX4ZyOJV
iVi/j6tm3q0S98f/y955LNmKbGn6iShDiymwtQgtJ1jEOXFwtHQcePr+dt5bbZl30GU172GKiNgC
nLV+ycgd5FlEljl+SoWz/EkRSwDjAyH6OQgfJNHsE6QwotaeF8Ca3wo00oyHtD6CCLePqkzzghJh
cmXDBtXEycKvoKPDmdJHmsrITKBfuHiQcnTOhp14BLHPvfM6F7C/YbtiKbkh+YqjyF5sVvuCwtFo
gOp4UqlOhScIQvoOozBeM5EBLA8qMeinJHUVFRLj/jvyhkTF5L9XNKrPuvfVk/zwABLOQC8AwH7S
QdxK4xrCsHiHRS83WLUdNvZh+Op1MUPn91U6MTYNvr3T6to7dWbipKAX2pjGbVm5I1Mpf2xjmI1v
xK4y0g/iReVlGtOyCOGjFjuc0mp5EOTT2zuX3nT6xHxNxlU1aXfoJWiGGnB1wI53N5VG4Unu5Qoo
c4prVv3k9r1UzqFddXOfpq7XXlUq7DVMndn7MJzxVnjgEbgZJ0MRiINGLBSCH2/KHT57RQhsmk0Z
Co4OnGo3EtFAUYYHR2Mp56kAPH/UsLLSAzlYkmW1HI1HshmghzosWheb15dSt+A5KF9Ahl/SngSd
0NWFf9Ddiiy73OtgwoSWEPSu2QItAJ9hW4dlpQXfLgF8sPyuM34bM+kEoVUY7bQ3dWJKnTFDveRr
5fSsyOmCl7OHZdumEpB8FrkfmdI5ZjUhpkplyULSdtBepko5pM2ieBLRTBv1H1+zIAvIZyCPVHYG
QBzUVlLwfCTzKlxL0+4gpHt3iT0IujZqFk2/y6W9/IY2an6m1dX/zM2q37n9snY7unJYFkc9maCT
VSm6TVGUAYIxW0MZUXVL9i0IKMVQa67UKpf+MMH6J+0nxgH6ABbpIP2qQYdJVQBSC1dHXVZ91rIN
q3mvRcrPQerMte8/c+WjSqBHPULQNGVbwy5Ge9P5nntEpVQGLO+Jt4ZrKkx7U3UVoL+Lo7//XrSk
vBIOV8rNKrzhILNbgiTxr5W9WaDlnJ1nTqiYdFeaQPmDczJyVsFN2rbts003m09btBhBzU0XySv8
ZK2jWymosMYPOj30AWj+gUdqQIVAXVpG5JPq+t3W4KvE/WaGic7CaNzrrJkS0Ad1351hdCj99FSW
v0fDH3rqJDxxJtIVSaGtz4SgG+x22Wa0VrS17cp3gUimaf/oVS1+CrNM3rOBSFr4CIGaBAfjR11K
ne9Ot9uPUlCdETZpjkBHV8hf4OCdKg+7NciqaEnE/Oybk5NHqjCnK5uuyELEn/KTJBvrSxX2Ag6d
C1iLStXFXU3e55cnWVtiWtSC36Qv4BNfm2R4hsPyxgPpqaXYiGHsnuquMh64xizSds22daJ1bIqc
AlFkTMiPAg1ox3KzVx/6AOkDlms/7DvdTLfSE1W6qRuzlafRRpZ0REKp5utkZ7MXjorU4ojSKDke
iUfh47C7viujyjEgcCQizArlxoojGoiosMA7WwhBJ0YWyiGXyKqZY6I35EnpBFpcnXbIvA1N7zoQ
IKKd5ZIrkdp3RpXq31ruQVnQl534u7IExIjWTDfy2HFRRtx1jt/k+85qdUShJN+S+uO2DpSMtowP
1M7rJLYMdZbEyYJn69E2NGEee7HQfU3R5Jwce1k5bhKumWtIM7SnbsGo7lWIPMOgN7JhM5B9++Kt
yu1JZSM7PwJ0UHok+NTRfwirllfTT5f+lQyEsfwpymIWIbFjvtq6fK9t5MMXLbsilS2nBF0fb76o
/PuBaxHJo8nPx9VsGt+E6Go0tGjgr33Cd4XWLVN6bPjV+Ey18ICuGaoh2OYdoo8tJJk7x8MixNXR
C3Uc6mR9z9Aw0HuxBvllZew3SKmdwKByikS7SKmm/ZWO6foLRqG/a7oi/2wJdz4J4RpvCTf0L6NV
JNyoMUCMxKHj9fEt8/e3p5R8sZy00UNuN4pQrDohIVVOrF4IkxCQwSIkPoB4Yftv1jQHzcmFjBmi
caVWZdON/bAx/W4lj7bjyJFqhdVJ3IbThqZQC2nYsjYGzas6QiC22PyceZl8Mt3aXvZqaJ3XRqmb
BG6Wy4vZwqtGU1ES2U2usD2hqVKIArOR3WpbVH21xg16EdDIfk07+i1IvEemmRRia0wIoMJCzJ6K
ZNLJV92dbQs5pm0noWNIAO9y9Q1yjJWVv2SeGvwIDKyDUGYvgKSACaMrKkiK8xoQQQxvRsse4UqE
WlOjYn6aEkQSKYYBXeOXRTlt8ypwPt3UqSAQgqTG++y2/VaTRMbWTTO/0i7kyLBNdPcb1c/4jA0d
+quyZ9jw0hzIx1vmEfCvoUd9Gin2o86puA862XBg2LRIxL0zBNUG+VD5sJBS0sw7nrZBrZ9qCnde
ZQ46Hw3p2AESjlrwp2iq5c+kp9D2dqtzOlX2NbNWUIiq6Ic7p9aqfQu1cBmqeXyvfULJYwupznM2
kPUdrogmulAi4D9Aorfe3tcmy4nqxO/P5WgBXPZZbY0bT69NGdM5hRcx8UDLjdVEOCz8hdbzUVj6
b1fN6xLPrbCb/eJ4SR9beVoe9HlCU2HlpvnsW9J+rhu4wa255A2hvHqe6MQftcxcc+4/j5CA9GUF
RW+FdLtoDVLHSn/Xa3d6D3S6njap2xesFCA5xBRbznrFtWHIeJByOGRk69th1pb5VdppOV2rKlcG
KrUqfeGJoheHPCiMV8/rTJqi5iHZiuHGhc2aPtrxInwz3ViehEgmTxzzUl337sto1ToaLyan994T
KIgsaiCfkZW3WAtUlkaTrulDOKdFeeZQF19jYE+/yTxKfzPNLt+lzJtP8n8hOz3kQyhTUQPwKj2+
6oh73kOI07ZIeV03Ge/JMBEvw1zS1ZdKxrFQIRqm4l4rimeVE8QeE37rfpAjs57qNHO6rWNhHDm2
3mi4Ya+S0TgMWQJbqOep8dpVU3MP1d1U+6Yt598Y4MQQsw+3JyORSsQ9QPgN1JEC1D3pUGvLfKK0
xMiNo1rXvIzpy3CPa40DIpKZBUkAv4g4kGu44KFpTroVypT6Y9+aOBtXk/Fg1UmW2KbtDPCcNjOV
XVpCf7lsGBIJAw6GNzG62kRlnoR7piwY7cgwBrSyWlkGqU08cpYjGyD6Pa77NXhcoLUwa/ieeka1
IN4aCJlbaFed9GFTm+Kt1hb1A1NdpnFdMDqh13ckzeGNlp0KutMfZDdoXZgqBIBVmxtNyDM+vZKg
TQS/obcI2QjQpCuGhhR+2m9FcCUyMbM2ObdZbUnt3arpoNtjbVqNCJKmPmqKPhRkBlTlkjRov+RT
TiWL6hd+QUPf8t1kmbwGdEIBwrsF9XKoLGUV1DQJeK2/Nv7/vxD/LTKCPNW/wSC3EIt/pEzcf/UI
sr+Wv6dM/PUj/70SkwrheAGyQROTIOqzv63E5n9hr3XhiQGo8Q/eUMF/x0xoRvBfpPOBqtn2v//j
/92JNdP7r7/yvPmlAXZL1/7fLcX/WImpBiEGFLgL8d9f2QD/6ddfisY3lZsWGystn2rDlKFrccKi
zPPiv30w9/9as/8eAPFPpOa//9ItzYJwDBdX2z+Xb3sqXEOz82LDaLZcIZydewWgt0Go+b+M2frr
Td3QBJONn3/4T1zXtPEqmSNviuq+e1EOWURE0mPXJ/9DAvE/gbx/vSXLAkUmBQlg1/kPyAtMo6Mr
I8g3xWwOxOfMLJycDMap9dmhnTwt3v7fn+E/MbZ//0FQcQv+hEC5vwCOvwEYeH3szM5R7Tt1X94F
jc8KlfcXCh9sUF4oa2TRw/8AXpMQ9E8AkT8LH0TIE6QPTOq/EJq/4yZJNXQYP1Aj23Q93+PZKn9q
2mToEqjF3oIhf5rmVl2XYvE21ji0e4Rx5XFuUV4mLBkxVYFIiRG6vQUMw9scPvVIA517T58bQrqq
d85ikf0h0KFODBb8p3yiHqUxZnKh6K1OorUKqDKtmnY8Ycjyjy4y8w+KTaoN5j7GmwL5xRDRfzHS
Z90nzFQlj4BknUb0HoX3QWpDtUO8NNrhoAbtzp9s/1eiJ/anzVeHonXt8dP3xZwizRyXs5dUI16l
8rcoEB0Atl+nwctPGU6WmzUoQNNpUdF3M6QyzjpG1FXWfPL7vtz7Runi0cu0N4qh/KvjdQhyqmnc
ulSYZdHM4P1ae86wy4j1uSsUNoeydalP6INxj673S286c590N9yim4aU8bIxvnpUE0/tyHwf6jMO
wLBall86OSPQ4wqrE1s2LRV24qfADoi8NFfiMUKrwQdcmrm8c5i4xtDt5vJ7dAOe7qPbnUVJXVQE
C414pNL696kcikcDZcgztLdx8Ckwj01tdakQrc1vd6XdA9thTWJoCtpEBod2prwBrRA6VwYBX/4i
VhThhEiMZ81qJdUuTeJk0TJW+dlt+mI/VWVy6DMfh9DapXHSBwMqKaK68rJP7ykOSA4GoWAsOfzL
vayolonyqizjvlmcbZHlNsQ/YpEoK83p2E7D+IQAvaPqExOawZxQeUfU9+IjNSwXf5ifNNE6lW60
imLesnpbR1Jz6y8zRVgXNvhbfk2JwQ5fVIPcqwQBCc6gnrpEs/dRIWZsUjSgoRGTqRHTCDPt9Ca7
ywZvHShxl79HjoBjNQf4InSXNSO0rB5xKyrjH6nrwylPUvfg6ny4KwLsbYbokvizgu71sO5APlqT
eYeM4O69c6f0QNypRQr0JDboa4WHg2piZ5vq+qbyWmNrmdSedh3nFfynuTdbt9uItKb0sWmTN38k
1J3aYfdds1HI+5UoXh19Wsle68rPRfO9Tdd4LWJp/2fEl0doTea9g2Mwr7rj8pwFVfpYT457dic7
eEF/RjNL6vqYnPT0GIyivujcfTN4g6G/WCv9fRKv0NUwMgCwca1xhSGAQIikkt8ZmVV3pOrTMrF4
xSnI5uIBjnt49y0Gxwebbb7caLyM4ZcmkOFuzCWo8v1Y08+7VfVEkvAtSW7EyiP6pHnsi4H64nQy
u25PpM5cPUy6mYu4k1qn/ya5RJVbxkGZ7NCb+vUucXyyw+ArmuYi9CHZF9YQ5C8FWn4DxWOp/x5Q
OXvbRVfpskkzJjKs3E2RXnik8HmjqqFMMllG+xOdrDvGs7l63rYuKjlCGOJvO7pZ6wGKpP69PlZ7
D+mDswNuwyvaB62NISFYmCxrhxf7hRFPIvZrbIJRg7XwNqDR9sX3V1o5ygXP9VE4KmmOdbBMbzX2
6wm8yJq/qglAPexs9qYIc8j8S+J7WHeSbeQVa2bgHQuqlYgZGpYnvBPCes4L9HRRXbkUrHiVuYoD
olSYM7Ra7XwSOXtYzERQPqJaQl6ZJS+YC/qd3iI5hQzVqOoYz47eB/EtgjjsaQGO5dgn22kCaAXV
auOuUcfUF0hFKIkxMI++WjTDSJIZ8z+2wOcGAIUivAvakmHVnfkfW4o5bK0Zd6ljHfuaXaPAt3PS
pMt5wedx0CbtBwfldO5srb0f28yI9JLSJByLJoyzWmjUm54wZOMeJQ4nNYq9zt/bGTMK51EEz4Mc
7nrX3Sd15aPT1Hx9W3XDrk3do0m1fIw2sA5vrtE7015egdyjehU7nkAbv+tP3qhOrtAOVeudUJe9
ks7x7jRdtpuT5ZfTGV8WqeH5aJNvOZ1B8l58qixfeA7tAHv2usvSiV7RCcsuo8YUvw7dUArkOZWH
pm52q4lejrbg12LhtgmTFOzcW7/KrEdhRdyMdACm+z9DY+waC4uB3cZV2T41XflQW0GNMdreKdfa
ZR4uIcnZEFaCDhukKwdvYmUjSty+TnXyB/vcM97nO6xbO0mvQWvKa+uZ/YaC3bdew7gVsJeHy5jQ
qjcMD37LdTSte4/gSFEC/y7dhNVa/Jr1IGrlgnf5R7a4tDsnIOCzfG3adkRZO3FklsCJBb6/JLEi
o6vPjjN/ZK63Jw05mgYaUxvO3QJnGbZaexy/+olXvBpnUSx3ld0DoeH+IuWXebNFvzt226FXGy/3
7sZBVeh/XUqhTZ77lrwgvTCfbA8HaeDvuml+rlJV0GHVN5fOT/YgNlxHZrV3pLFdMBzRnLR8JA7g
ZO6WR6XGjZ35ZWiio+OwxIOnJoRaqtHsnUTmjkdHc8OFAmJkaf0ub6g58jxnCc2gjxq/1ELa7m6O
OjDjpb/XRN69GUjSotay+zv6l++tycaZmNBHfy5XiYaug9bAWHC0symI2SCRoRblc+YwGupFfQHc
SndFWW/xvBz01T85g/jCg0cepN494lTYLJ5AGWyiVHfZ+FvcroANT0Hln5Yute5ylGgYSunX4g/w
5vN64yVL3PaWvvVGmrW02X9bkuXHRmEZdY4rI7ZhGsqERCg8QEmR/es9mF7eXjMdQVVZNrjE9P7a
YpIMZ7SiDzry00PQOO/I3vjIhuUUeHmydSlrAYkj+KAdx8epl8m2aTq1rbRkH6ym+jIJPb503urR
Y67uk6zeL8iuInx+66XQnEPnI0rPSKftU4oqZk/7pP9E3xsS5ybFthdIiYd6VsW+N9MZIDTPPxD4
UgtHaIQIhndBsFOk+lIP5YABPVGPdTUU8Siz9zFwh20/i/fF5S9Syz5Esz8/DFP22hjqsfLtU6Bo
Ew3MRnBxJ7tWmebV8LSLAqSLhAu10YziaV70q2GRnly1D4G1HGWGWcDoZ9Jr4HTiQNRqhy76AjqF
XVivPhGun1y7J8wN3SYN59tFmmfbmZ/bBcF+pvaErTx2InmlbfqR2JdrWvRnuuTvi0BO22kF3Vpo
ny1RrkbZMv+i8C1eCO6xC/8QjNSnKjTot7hXbldwiWVLjPkFyuVa5iQW+X52bSZSKOYKF0C2m8iy
RubNEWRo/qdhd4/prS3esb27nJAUWNKtWRh3/VAWEa26MS1i2tnV6+dx1b9rw9XDusQroM0ZRX7Y
d28jy3Eg8YBRUO1SylnDZZ4XDGCUWwklC5zwbs9zaT1jKT6vOff60PechQ0sVJY51qPXjVeD/0jj
lDT2I1a0aEYSHLYtCM/YUkIRtOaLNhiHuvHbDT4k7+YgWQ6BsrG79+ZvqmReG0ruwkCzERQX2q+2
tPUtAjn3iCtJ51AcXlANPiHF1SIvIzveVHUVIoAPYDkRgT3guqE6wKQ0PTXptEUznd1SFH7R45tE
qAYu0lXaMSOZdOXW5lIJ3oey/pz7OvaGfH2i3wyO0Oqplfd4OA3kRmxbFRjbcSrfHMLH+ZXqg7Sb
C826NVpmg8+2rZxIMwcDgfjQxOM85L/Nyfs2x3K3DNoJC/xXUvvLBqfEHcfUxnb5eMuUVPTWLYKw
c42VYmDapPu/IOl0eqJ8jYdLS3U5JBUzWn3Ns/YHYezJ1zEOT+6MspoKrCgb4LXxs4nTHNjMb3lA
5Ek1YHA0y+FEObC9bcZZuwU4D3mYGE29p6+93jWrm+txrbdkVA0pHeudJUNk6T/VKtsYUFrcIKqM
I5P+V7Psuh2NkE4dmzJvQ2PQ59e1XOYjvJLzKw3S4rkI8HUNKDPRlVZPlNhZ4dpqdaxEYp5JcGAR
0UcXNL32DIyozMd6NajvuocYicxKGJsKv9oTZZBMACk73+1e5Kqj7i8CY2l+MMmvZ43Swle6BAOQ
cjHtRmVpxCtUeRsvGVEKvri5UP0hoD8S2cgj8Kv7hdyfjkvbuqxWIrZK94trSX3qTy7XW8l3MLif
mhtQbGhrDo8Hxmqa7JKC4oQuONS+AMKDdVoOmYQCJHXD9HdrXbM0UTxpnkUy58dRx+RvK5rW62xc
7xPfnbao8OdrXzTj0zgOzp1FVsClL4KPZrUAaWH9fpLSMJIwyUbWGzd1o7TgGr21m517TsEdfaXF
ue0L96lf6nyD6Nq5jrV2a4Qu520CmRa3GuBvojvTHdS7+7pMw5pEtpAsUUs7XFw1eachMwYiZ/wh
eWiDlFYSo9EiK4E3CqdOvmWLME81bXUPgANtHgbCKi7mWmXPWlow/ia6rrqocJJiyxXr/YIdazYt
D9C3mavwj+fJfkPcivmNHbU86xjdI+ku7UlUfYYJyMmZLQKk0MjyacYI0Er77bFQCldpOnl7ghzH
i5OgTC0z/UcOnbdF+jDGdiL853yerbsuMLonhSkyXgbFeFYZB5KsKHea/N+YrWB9OUiOwxrwRc8m
phkcB8sJukU+9k51QzUIkut2Q076UTzfvqkjjL+mIGlSwdRk3pc61+1y1itCofw/9bBYfrPxHS6H
e0+YyyIvut1lhoo7F/ti7FGApZdjuEDfWZuOHug+KlXiEudEGVcD4qUZl4FCGPveLXzjbbQrJBI3
ohahBKlAj5W9nA3H5nCtFP1ZIsUIYWZNsRvNzn+rF8di2YIFsBNVURHpNhuXV88gKqwt8LS5NYyy
o4HTFBvYiSH2ZzyZzdLJjeOXy8boMJPJynW2BlWj+wm1eY5TetNbt6AZtFQNdQqQYCjhCWixIwSH
YwxO6J9RYvk4oJL7TjEtGTPCbra2edfw4KedNTd7uAO+rqKddrzV+QiX1+5Y+Z+WCYMfX7B/SBZS
H6ax2+SjSi/5MH/Y/vrjZnMOEeaQcGiNGkZOYR0FCL+NGdUvWHKIyTymLdFUQZNOZ+oSxrhcDWc7
k7OymVopjxhK+0s7+monMSWfBIqZY5bjJNEWy3pPAvcX7RbsH7pjxjZU9RYWTW6yRC6bprafE5Mh
eHFuSQB5wEZhpmPUzgEhGmPinkaz9iPH0aZLX3ntNqF/8zA2jitCXCA8K/EmXWW1cZVvbDGjaLHX
LpjAnPU76AVXnj3rt/wCd7sYHTfWYlL3Vgn3wbHtU+8s7oZsgzOvh8iBBQVRz3XUUVXUNHHrk66f
Nd6ZWxkvXe9BNaIDgicV9l3f0oWe4Y4Rrj5uU3sOjl2gDMwQ45K/DU0Fq04uhCLOoPxum8GN3XIs
NgikJnzuRbObl87e2EPqRKluVXGmhi+Kg+qt8OsmajJf24okzQ5i9bu7rpGPUJdu7PXp66TDJ3gL
TdZ9t3zirrNhcadkU5lNsOd+9/bpTDsXih6e1pO+bejVoQLVsN6JC+q2CV0o0QxOECrfugJ1Llds
LVgt4bVjVgx5cgp4XLpgNEYix1m2kDwhqsWF8AwuzFTH5dxjVQixVCUnFrUv3Sz+9G59wtyCWmut
aC+eF/+SBcmd70CEOr05fVhw44cAe3UZNpMFe2km+CgNWb84E6dgSc14O+rZmdREDrXVCraTnos9
Cab6h8HBTPqM3sdj3XkXjvg8cjp/2LPGlBseBBLnCD2yM3LpzdJ7zkEfHLkpTWN+X4FXN4PrL2dw
8Ooun9XCopPX31qSqAeIfodKjMDJP5yxLjYtmtpDwpvfDO1MEa052ioEwk8OshLV0dQXb6vjwnsM
iP65SbSg5tNK0198wrnQjlguPodaPtW1Zp3YxdtN03vdW6rR82NoXYc0og4OWhKQv0QRIMBm3kqW
ozzAadFWfnLVXDo7h657XSSO6yWhonyyPK5Oq29j0zTJBlXlF+ZtnsONxvVWda+rbV0NUs3viLEh
n8ALmMq8rs5xXFqqzOJiCbxXM9dKIubNdDcHvXZE6luGK1IPQIjmpUCXBZNvNElDSlmSN0Q8+agl
CIyhana2/JC+uXcuh3w/9ISIjCo3odKbwAjNiRFUcHuEzsSVYjMoD8ZnZTfN3hoNQGcLLo776d6d
CQ0QfuVvZQFenxuUyQR+695PXVld7d669m1dDuEKCRoHme4etCZ7Qdb8YviILYaacAgaHZn/ls7B
/t1zSnBJ+H2gh9ZEsObovnY3sUxtt4ww65ZiclQ5Ne2Z9cae2w8v9/d5Yt1bi/9ZzdM3o5TDiJtP
O3zD452w5992u9rb3B4qck081o5h+BapiseiXQ63IIy47fTxYPTKueee6y9rU4znnkf8nrLmIW4J
I9oL2nc3bmsV2zTDCnpPaFRxXFR2cbLlzeqWLwyeko1NLU8EUAyPtgLg6GhDWCguu+WEjuZdKyvG
TLzZPrIhQ4V2pk7SlGpL13HwRqUrbTxEyuDO8bVLIxmey8yGREfmlmKcjEp7fnIn/9UL3FNjFOW2
rIq4LByecNiaKV7sPmr6cmMzUbt2mo+eJ/YMDTGA7nnBjvDZLTxHC6HH7FP7yZNPqkdBNWN9KNZH
t6VFCQR+6+RAIZneXPwVHhnPeGwR4xPVfZY9KFyJAOBxzw81DtdiLrsDhRMHb3auXoZbsddPBGFE
rW0SVpcf087e+2v1PNu6v6UOLNIzuZcN52WQPQyafJ5E+9LXMiKEYA+muhVztZHAIUE1HYmjiktB
XEFi/IwQBIPhoSUa7mttdT5xIcQ92oDS4GGLDy4mqXLTpP1maJb1Lfeq/TrhFRMOeQDLpmVQL0vt
1FOK3tTByfKMLW4mRWKUv521+VaZc0/i5TZwqtcWvYrI+o8FA/YAGqNuq82aHtNaoKdqt4Whbwmf
Gz8mshT6wnxyuyFsexM5IqLcI9WRL0krI6qsNqUtuYrWOCi67VJA6ucC/yLIv2vyfCOmXAG/h2n1
u7La7jpXwbBXZhPz1DgSBdC+K8s64k3eiUkdbMFTPUvmQ5piS2hsRIQFI0I9ncem3rGYcq0m1rke
1QHAgAKxIZp4pUXafLR5H6d5HvH8oFGuvYcNffc0jkE/5aGtu2fyjx7rAQAJTQ3QSs3hnYw0aBiw
AjQrV5LsB/c8e8NOuJQdyfKeTH0rSnMRIVfZeKO/1YKiPvNRXgIneR7Hninjl6XMMy66LR3f97ay
TzRjFDG57c9ugvPcF6DLM78E9JllJzCnrUzTcxo0EE1Z9ZTo3aVcQL94olsjuYqIIbCf6S3eZ+sh
FbKji/tzqbSo5OZLeXiAj2p7Gtk2loVrz3XnMwKay+C3nBf+RZPtqRzoSMMuTlPXoU5Y+yX3WDBD
/IWtkj0W7OqhLdOzNeWfapD3S3ozxJnj0czXSOAWfARYXxgDyrhJ5LhxHfdCjMkcatoNwOxRazbT
/EBZErA2MT72Oub3PPAfSne84BzcrnoBgGACrfHui2lm2CfnZ6rFY5e1WIu9iUS8YUPYFMonpe8y
EWxb2ziRXoVamSzACNjpHk3u2bYqatZT9YiC4UmUCaEA5imT2Cxqgq020upLPMqcpomGflY0ltyO
mb7PCF2DV7GO7LYbN7c/LWJuQCRwrtrytadEaoeGYo2LwTvZ5uLFadn/1pXk6SL/zGI+EI5xsJsg
nuvsYxLeA4zRi+nUPsi7/CSK8rQWfnCAi3imZpSTwP8Fx3kZA/G9TMtRTME2yd37Jcj3qZ9wXEL2
GFmAkiUJtp7RP1J6RhgYRWORkc2nziYXtKh2SeC8+Kt2RznYgPx7RWqW2k8yq4co6ccItdBFTdVP
3mDy78xdO2t3gSu+gmHSInCXA0YGmvdY5RreutKaO3YTHFfFySnFKQnmx8LtHiXVDaSWDce6Ha48
/z6bLLAjLIkvpJbOu8ocmZ/wIKawgrf4oDsiVM49uda7RCMszqHNvZpPVSDvSlGv7BWJfvZXPXsy
UvZwTebzdV1h5ZTfpEwakymf1qx6LnI1RyIBJinoTFlQsvasXQS7HLxAEFSpF8tZGYQTlMF6bXvS
fv2B+4L7ozyQKeDt0tn2ryVnyH7sPIM+AnhBPSVhrzb8cQk9cwzw+SJdNmUN4OP3tdgpxtl3XMo5
tYNesJ4yrCEX03GIm8AJ122bThMbg6QYRiDfxUeNuBIEvdgXYymeqjXJvwvLJOiUinYgc3I1kf0l
ekySi/k4LZlD9IHQeTNZkO5JctJ/pikAidEMJTmIEgRCabK2W/zj36WYk36Pqcu2QsRl8kNTHZFa
tmrUvdHJlkLFwJc8rMzC3PO7v2WZmFFS1f1DB3u4bwoTw3MWrG+u5vh3JKz4Vy3ojCYCN+o3AQbf
eJhIdBR9Od8DHVofiSb0TwWSvG/U/2HvvLbjxpJt+yvnAxo1gL1hXxNp6AmSkijpBUMW3nt8/Z1g
dY9ignmZQ31eT5t6qVLtBLBdRKyYa1FkG6lf7k0aDdyYMly6gy+C957VZnsfyOljxZeBpxUmO79E
+Ik8v9/lTRCBHbKg5DVztzXHFqxaUUru4xO7D4SRa6Mb5Z5yguBi5zuPhp+m1Jgb4saUy0WEol7I
vUaWhI29H25RD0a39mSYfKNcDJ/SHOqOT+R+1RuD/S3MHM5nQRY0SDp9Y9tdvx10PDloWkCKJ4Nf
QcIpUEzTAtyhA9jFQK68aETeXdkLhHSImp/wTb5aLdyDiOwBQJ6k+tBlugrBtmj6G2dMistp7pKn
2iCxWg4RSRnyqtu51jTXKgy4ZpRS1IzMj89GSVGSBKphzd9zaoPDJnSc4XJUmvRQNrB/MK+29pZd
ldcVCDAWEFsbJr1bvdDuCnLucPlL89FR5+Q6gluBMOGB0pB8DLOZe3BV84+rqHq2o50DseW2/Tw2
Iy5ZMiFPBn6m2XKH7XdGkJJQh8Oxa0mhggwj1dRLkg1V5Nu3oNCUu6kIC3NjgdSDwRONZC4KQABi
GiiZgYm61utx4OwY/OU0QXGxwTugu4uQKbrAvOJrcEfxAw6EX6taVHvyP80evEx64O5Eu7FlZNFG
LTjYOxAEd2pvFREzoKHYlDhGctUZifPktImD+q4rmp+zBhNiEQhme2gI3b1dqhnhGmyTbTeL7tAP
DlpWi+sbIb6lH2a9qVuuBTHF9DoM2GhQpeq3fj3qV40dtFd6UqbIXKvZJNEBlLbfZ+MYX3QUQOst
KFyfu7+o9Q9aGYhya4wSMSAo4oHk2+zcZ1lH1wNg+4kbYzvdwZGhqqUF7Wet0TJ4UxHwdwO14di2
xi2ax4J/p2LelX5jbQ0E0rzTKUN2h9PG5l9zjmKn7DRSCY6Y0M7bgSp89mufUKJIfQ3f09gMP0to
tTBrQipbW8scVXn5rzbUKg0yXLwLenqEKW/YgUZtrK3UO7OymvbwrwSHpwayVEhejIZUgH+MBdIX
mJJLy3r4KfAlMfGLVuj/1Hmv1Hl4GrwSUL1R532su7U47+VP/EecJ//C/cmwaColYuXagwLv3/1q
hv0XeHd8BLj+8kcwYPpHnCfVv+DHLE5PwiIuNxYlW1P8bQIl9b/4MzZNqv/+l/4vTKDQXdFFSc8a
jeUAhlVhrtrXC7PtdX2AfjtnufoF3h3JKdToH1p1JHvy6s2ckOcd98b9eyyNJnme2EKOuMj3XknL
EPwC+KoSubNyC7aDb0ZeLyx7LxO9O3SB0j0lcUGEUIfzmRbON+qy5SkZkyY/zLNsserKs0fJJVkg
e00C0ueFgWq3pDjw/uO9UR8ug0ieb7GgwhRzkfK9erxM71qZFAwSGfZTY1PE8/tbMO/vj/JiMvBP
h+G/3+KrYVZfTOuLhuIzw4A2iO66HIHFUNXKh1JXUJCz93QHOr/J7IYp25WRJs/RTGPc2AVnpIkv
lPu3v0RfzNfpjqXv9/iBh1QbQnvgew6u6tIZ6Ba3iktZ0DUOGn/VQD7uNReykZu67dZ+IK50s+8U
tK4onV+eM+c4+Y2Rmv7n1yx//9Xrz3NQv5geS6juQUEwb9wo46j/4TfGs4bCmGXQ7Ew/Kcrs40F0
fRoGv8vlDqm5sVdEmt6VnIYAgcc/M86gyceUmoboHYQFhlr0p66Gkk3AzToGtYr4b1Mlgi/atuck
s3IRG7/qWH0Zx4IYAEbEMhCsrX1i1E6hRhYzTlKPsY+oZQrnC1F0U7PRw9DPD3rfheEBgI3+XRKA
zAAgfFl+RSjoCEhKQLF6ZJWQEDfGMEChGu3QLw+oIVFjJX1F6wskeFW/N1JYq25Ef2qExCekC1PV
G83gkBJWc12nETVLIs2Ua15emsUDrScIaPRpUkmkxjTSuJaSCvs2m3gzl1DLDRipxXRnL9GWY9zE
gtzKBoIqgBolqaAVO8GoofOyen2LcHD6aA0tcpG6r+Ch4M/YphfR8tdDmUSNcxHWYxk/SZGXpHWG
Ch2nXVVEdMSJzieacHzsBWQXOGheNIN63GT0SDZgPMY/snzW0QkMpfaFTiJfYe3R6LULfENrN0pW
Kp9sDX/uLbqCcVuDX4sPra6D5kZHFDR7TAJC4QKZ0g+NYhX5ZoxD7gCllml7OTY2davQl5/HUBui
LaTN9nLM0qy7CGZFucVLuYAWW7T2T9DHpXbvpHR3uk4btAKiBYQpfo0WUZjpVOU20jW7Ogx0VE67
wUztn44ak/Q8WM5oXwfKxPM61kQLiSLtSkV13KbfZCzJMddZP0+YCozoexISBjPJnSrfUT7KlUXM
rXmiFtECV5xsr8qb3KMyaj2AIjS/G6yRwsWeI310+hAW1xA6aFSiRJa0503m3G+lMjW/w1FCHTeM
yCHmHzMqT6UeDh8w0zZGal3DbFB+t8DicSGqtU1fivQH5yf53UHrqy8gG1o8N0IRIt1RbPBAtoqn
PNWFu0CnfrRhwdLLBeYcFXFpBQFX8TZIv0AgSrWFnqcE7qDY5e+EPlXsJiL/RxCUjce9GwgvjdlB
7Qqr6++Hqcyf0fexwQZlENxHUgILt/LEfmjQ4s8bmTd0jViR0j+NFKJ+Dk0ZleS4hxHeXaXUuBiY
Svg8V6Mfw2MAr7mxI7rnNjrexnco01poJBBzbjpUbwjczKZ/EJ0ErF7IacBxRI4Ue3uaz2qBEHgb
CLX5SCOXc1l3Zk3/WmpBQKJr0eBcUJUZmUamJ64S9erDFGYdPOO4LpG4Al4PN3Rq0n+aMNHvhVJH
sEZTS7lQlZTEDQxSqvJNosmfwB969RoOk3qrUFD7KkpZaQemmX0/VD0cODBjQ+t2Vqp+NZ3coj8Y
1VJJK0upPzp+z7r0S734TXHS/NYCZadsUxfxIgPR4nuYxdNHphSC6IDO0C2SyQGgwxSXiOLYKO9o
/OE1YROvPTbsIQC9Zj4DQfO0aMAoPN36Bkh7uOKy/Tz1dkalbmqNbcSMeYSyCeUF8+jsVy5DxHt1
DLHVLSeEIrwcteTcyithQsKPs2tD02e4+Tr4z4tEsLgpGZfg76AmyQy1jEVhYKqHJnNJVVPViFAV
hzSRTUnnirAsvtL2bbELaEbvjRrp9m1q29UvVVWQAZtSoBqdYCTCAsxT4yZKqrbZpCGh2t6KQJDs
6ReEEj0Y1AZ2FTBtHdiEIYqNUrIQHsq4zHEi6YqJulBWAjoVRWPYV1gd1DXN0FXd07U4IufTZ3oL
bzR6HD8ROXW0pNKm/oTLtEqarZFq6PpRL1F90nKG6UYR1/NtSQOwN9N+KugC1VK5ETnddgGai52h
oSwna0H9d0kuG2RO/K6KL9RpwsSBzNooL3TUv3wwtaVfNDD1snFpVITpR5nTeeoBAVP9jxSSLrma
q+bBJG/GNlibCq3HGVT9g3ACRDl6iz+cG0wFfZBDIMJ2N9pdgoCebuR501glPOyJUpyKmB5z9z0F
XGvYJZHaVaRibBqqEsMCGBymw6NZlxEJLN8Q8noWvGcqlNOIlr8PU/siB7eJ6nkeDW+EM1u6pTVK
YxeqCXHgnEcIKrSCH7/PjEIo13TfQifP4gLRdGWxo8KKLz9ywQz0nR32/Z2qqYq5CzDctXd0PKCy
LGyaMvGOIB+xSZaknks0rFUubHlT3Bj0xyCdDIyUJKYaSnheRSzaDyYJ9WG7MKeejZH+1wtqJKPz
qJg+LwxKQjXuQ6HWo0uxADIq68soXFZON4NoD/2ejvVIKju0UVLdIFlcSJVOG9+yrcJUt2uEPToQ
1gu1DOYnzSojtPy9bzwh9dJRF/si59I4VfXW6ErH3LRjaGBfrwm4tDe23Q+/S9jIiOYzIJ5uxnlO
LD3nxKJWVOvNVao5oU5sni0lKp4NpAUuSc9E6ek9XiPm57alweMGDnpTsJMppYa8UJc3lQQhTxXI
apN9jQT668v1+f9C1lchq4Rn9f93LX5aXIuL/H8um/Rb/rN53Va2/MG/A1dug39pjqCZjIYyolYu
jX+HrZph/GVoZFEwXiVs5O/9E7UaBK0WuWD+hK5p5Cn+CVo18ZdUrQWzYliaCWfF+hPMysvd95/I
Y4l9uXpTEKdTesFRGSuAl0gxhcAHKvIKZuiF1Jwco4PUucRQTbkqVMpZGbB8V+1ZWUbR4/cJXdkD
tBx/xgbn16vXdyKs1Y5bpv7+Nexh9otpM51Tq19jZcHY6k4fe0lbWp99snjgd40x/SBJ6/waJti3
uEFl6ItHbglkC4IHtTIhedQlJhSbvNUkEnKpfYCtitKx1CMI5hN3wMLN03z48f7PFfLowv/3zyV2
gX9mCjSg6wu/TKAdEk1EaI4ohGyLfig/1H1RNTS8wFGyp7Ckm4MY8zLHaPdxnAxcxGTALS7pxZ06
auJjX9rjhyVdZmyINepfaVj4BwW+zcMknOS34Kz/Yejh/HFqkvIpEeMjSnbl0/sPchzw/ec5rGV2
khCx1ukEjR4aFZueyDMFtRc70GOXVIy2f3+U4/DoZRSE79RNVbos+d8qrFQlgtCqHSMPZHmy7XVt
oBhfVdd1zIb5/lBLgmA1qx2VPjqTOQ0gzFr+/qsItk8ip7RNHkiJut9pb5AI98VtoxBD1NR53h/s
1HNpmk48SOCHsGqZJa8G4zDFOhS2g9fbrX4dEO8h3EW7MOIGcvf+UCc+FClHeAg6HaiYd67Wh9Dh
h8xzHXtxHuLGq8sBrm41bP+LUQyaB3UT5+w3yDNatNSIMiillwBvaP6JmiuDci7J8/ZZ2MAIlG1V
Lrkk9rGj1wbqb/DHWYs9NqWFG0qJ1bdjceZZtOWVHE8FLD8ttHH8a+C4rVMr7ahHUR4mTAXQOdsc
bSp8dS6J0aiiRsp4gRX3M2uyx908AveW6Opv33+fx9m6ZeJjDE3CTKd7l1Sjvso/xLRVWWafxN4Q
it8dtfKDFH17CBeVCMCizu17gJdtgWbg/YFPvGIbE1lOGl6xzVFz/Iqxj/JxU7JjDwUERmqksTZJ
UZV/vNiWtArSDbqSaSm11vO/XRK2Ioo9tXKka/TGNzHlzwp1EkQtZxbAqVfJUSmWLI4hNblK2fWx
HU6NXsZeW6faru5bYzfn8HUqGvK3cnSqm1mHDwLoqjg3kd6eTXAiVHYUALPwGNfztQ87Ox/8JvXs
8WvS9Lf6RLqO8MOOVYReyoeYW6cIfHfMfQJ/dZfNT4Rc32qwu+MEXySxtkn3808/MLaVQCS5RljM
8ZcD6tXWYwKvF0Yxh56TKtEn1HLOI2ZG9eH9UVaJ0mUCIxVxoPaRHVgyaKt55COOsIsujJcTLdlG
0kncYcCTByV9RJIgtC4seNRfzLorUMML5wIPtgZVAf5R7/+St5+fTD397xbTjUVtrMC3g6bXtt/H
KB5COspoRWh3Cfl1ip1LAKbm+h5HpehRWHV4ZuS3JwojG0tiT5WO7aw3eajxJJ/Ianlj6CBBneCD
RiY1Wod8GXLtWD3zzpcnOd62QMZyt4DAy2tHtHu8dIVGT5WBpAaDgjb6MIOFoLt6VMoFCSXpTtPB
CMUuqrbsEsOsfZj7591Zl1z++jeQprU5rFnYL8WY1wcb/Cs56TQDe1apIWlqG2eH0FBsyo56c9+j
kuuQRjzh8kZlMDRNxE4RZ58MyzNk4Bej3uNfYgMv4iinvML+aayqDl2pTTRrZNBPkNpjEoLDeEsm
k9wqYi6NfrkYcxX6h5AbXytKvTNJWqCPqwEguQWCbbp/M6X3dJ+C966gVRbBXxeraFQD0s+oHUaT
zlV83B2awX37BiC2+IJ5ebgNpsBBTzfm7WeSn+Mj2Ey7c0ejzpfOGeXRGlGUZClkFrw3m8mkFlnW
v8tuQrX//tx/OwO5GS8rkf+y5NXVnSYiDQmnJGm8Qukhm6dcOBvN95GTzA7dm5F8en+8t9caLgAq
Pm4AE0yubat3Lq3eNuNqbDyJqO3CCCV4pQnAe1yoxh+fUwzF9oU3t2o5fOXjya51ZTUhl2k8DCOG
KyWRi9ZINf+bUWCOsXfAPbXWp2E1dZE9EiR72EwxY8byWdGpY7//1patcDVTYfVSkyPek0u8d/wo
YdUjYJNF63VkBPa4E4vN5MzRmcPoxChYp2MQD/5BY1dajTIpVYn9adt6eiDSHQaR35MQDuAfPwoY
UI04kzojXaCrs9ae2rAl2dp5qegadJz9L/x/6zODvD1V7YWLQhTK9ZkIZHWjbTnjnZZuay926vQy
MKb6QnHU9JIuymA3zzJz4bCdO0ZOvb4luKbAxTfCr/34I5lWZUhrkgyqtgUCub7bYbgZn3m0EwvI
YK+yCHa4GL2Z1Vmu1YYz1rWXRDSaObhxbmlJgqhmIEZ8/1NpywpZTTvDUHUieW7sAEdWB6PMGrsn
8VZ7McBIN8LeeIcYTNuXneXf+sizbgTyTleJyTQWkah2Q1DJp7Qq4p3ZW+NHMbTy6v3fdOLxQd9o
RMfS0hfS9fFLntLIbMshb7mqoYeU2kwWt0ynpfm5P/OmtRNjEUvYnM0cVkJqq72xLZHn4X7UenQI
Bp+UqUa4inwvx/O6Hg5hkaNywuBh2JF216qlujZl6J4whdsEFDnjrQmbotlPdv4cdYpgp3OKLN+9
/0JOzDpOcmm8JFyona9eSIbXeIkvY+dlluFvnATVKGZ73ZnXfmoqHA2zmgqWVYqMLELnaXVo741J
Bvf4ItV7c9HX+IpoL4PB0rzScBA7qj6K8WBQDjG9G26sBaNrAek88+RCvJ2ejk7MarMcOMPs5e+/
uqfi5h76k2YMXlko5U0MomZDa4LVbQdUaT9MDUwZvt8U81ylWsSAND/WHomgUnWbnlrIZjIC7EEW
d/bADa0QJGQIgBFeFjYIlosoq3BI73fNPjQUMBgYvWs0GJAL9cxC9SP3/S8pTyw3StdUlMEkExGs
XettZMUBtjGdF5Fk3SVhHe+xstJcOtJtUJJwX/Ax+BVb5KD8pumv/PZqoCGsG8QmTs16N+VpsJ87
tBs19KGNnATZozQVHzDG6X/SBGuDUMkNF/qccCPD+B22ne7Zeh/sC8xRbpDt5ZdDPDgHO7JtujKb
5hICv7oDrzBhGFIPZ461twuM/VIn1hAkb4jVVyd0qeLHk4fq4KlKo7gh9INn06wL3GNk/PD+y327
TIBO8U4dmO4medPViVCNXa+bszV4Sj3JQ9ikv6qk1y7+i0EoqMuX/1PnPJ6QiqzaGmf00SPVNmwL
4C0o5uU5Y5Fl2znelUl4WVwEbNJlglTu8ShTmxQzF4XR6+PmV9TaV7E1AHyu6NVsK3lmUp76RDq3
NWI0x9Yhah0P5g86MubCHz0xIcymRXDaZ7Q/begqTc+s55f9dP1gHDckPpfRqLkcj+UgFPQnI5m8
OjBgVAQ2bp5RIvaiSvGryfFvdKYE36HIFK3L5zOvbRoRaJdoisYhgsmc1o3iWjrkP9BmHForGX7H
wLvOCaVOTCZNhV6vETXyxxcF2uuNZ2gsJhinMP07Q+mqHRUj/J+yM6/+RIBMaoAQWerakuBZpzYr
+NpWpvE+OODUDw7+hnRaJToI5MGsgRTVllrjilfQeKI3jQalLsGEavSD5snvaPU/cx04Me/IyuHu
QMKJw3edJjRo4KhlVM4w2yLtmx2buCSRNbnPraW/ZqSC9P5qOvn8rwdcTfTQRgDaUFD0yFeryHud
9FDrgpai1AyupohcPQ5++QWAWOMRL+Vy36ap3AMwOHfHP7EIFmi9JD/DDkJO6vh74xxHc202zl5l
iepAU3tGL4fSQiZHO3PmoZdJvloE3LUcTH2oWCxx+vFYaYS1B23hMwkhWx56EsNbPUDpmyTAqJSw
x2bNosGixqn7KoZt8sGvtfjMzHubJnBIgnH3IVurERSu9mWlrO2cUvnsTSzWjTNk022RB8SycZlc
UL7BBdhvaSKW8kdd98qZu8ap1aVrOng79IAsstXqwlcU55xQ5bPP6WdZFcXeTHR5ZrM5UWVZ6Ir/
jLJ6z2BgK7TqiuZlJn0evhrDb9BEU8ZbR2vb+1k3gRKnftohLJGN5vUBHRM7atnmYW7t0dlIUmIf
gjalHXqin7inOovYmVS6U+yVXNQ/bMQc3YWFLlu9mZVZ0C2t2vFNXoERhSAXQlQ4M3ferFCbxJ2U
BAYqMYJcl90MKxwBkCrSq206t/yoVA5O2GQeJBlN2dpDOaEeUmHObeQoigenKdVn8I9qvykB6CR7
vTNmysOO9RsalKJyqAzKU6L02qf3f+j6C+OxAMBdCtWh1OjItQdUFNnmNMdF4/maYnA/lPNhcEDw
/ekoOG9BLqeoYZsGk/l4JQ1mlkg6ujpSDfFjT2NlvWmnVMvPDLN+6WSyCPco1OBbxVbtrIbJ6jYD
HlUPnsgy6yYguNyUY+J8VKIcopU5dU9nHkusdgipWVxg8H3i2kvtwV4NWOLFLbnAqJ5fSetHCyjc
31QaPdB04PZ9gF2NRTaeRhjMZPl30OAXpDRDgqjXgp+NTEDP1w0OBpu+D6Nnq+oaqHZx7sC8QTdP
K67RAXTKuMhkrtWG5r2WRQibIK9HXxv+dLHJoShif5l3zfe61oLbpoOYFQ4KlJciNGjKQDCmguTI
fXJdEZbUNFQVNSqZGCdOSpIiaZBg1Yhvsq4EpBMO+mRvDDKXkdvS/IgQz5DlbaTYNU6Z5FR+vP8K
7fUGx8lNt7Zt2JRZ9SXAO54aXUdzUp7TKAdSEqU/set84Qy2eqdXkOik8tFI5unLrMfmpY3CZDER
SAuaNkRMb44eO1dqMZc/sW3nDyczXQjbLI4krqiQf5+n3tKazTRY6lVYT015o9HQfBn5WqhCztbb
79Ayy+pgWa1zwefly2SDE3pqbdYfELyQ8A9SG2e/uU5UWlXbUt52KPxwtWmz9gr0nMzxKp5UsoIT
vIMNjp5BReNcr3+CUFjg5dvECh0eBsrj0kHZQb+cGG7DuULjFyJK+lTOeJm7Sz84tiLcQBL8T7uu
pA+/Mx6oyZXODkF6eDUZrV4tHqDzbh7w+MQuZZrpWmuter5WhjgVV6LX248iyWkM67ums92gruLw
2sYV41YJ5v6hKGzkQmmgfmWGdViqhh0m9TnuotgtWDT8b4i8sJTETrfoDoYYiB1xf6bPUfSwwpNk
AWYOo52gYSmTcZcFOXLbUYcpkWdTeIGCDVleDfPik0ALh/9FgfJzk83wHkwNX24259o+vD+B1hvY
Mn9MDKIMUpgqrQHLheFV5NlMWSQ6sGqe2pntTsvJ/CF4kvs/HoXsFaVSy2JjBwNxPArGKmjK8pz7
sI5Aa3Ew39E4fS4Ie1PL5GEYBps1MjzcWtdCZr9ocSxXuslLG7itqtkiNSYV6MZyHg5YinwzoLBu
IJ4AEOmIehsnac4ETktg9PrSs/wEluFSTKQMQv7x+ElDASheQbhNLRPXzhxNBZw4MGuqmeMTa2QX
VUxDljP9ev8Fv1GGvIyrc0iQR7O44a3GLbAmlYpdkcNv6ICCHaA0zxgzN6TdFcf5nWMA/tsJMIqh
kXimcQiS0z6ZZ8dDDqe7Q5Z+0vIh15Gmdj19dlPdbuwBCR9KS5GeKVecfEfUiNi3iMeQPBy/oybv
1RnLFgSLfY9/kI4iMtMGYONkVtwE6AIIfKclGLJK9/3XdGK2s1NS7OXUpkynrXI/qpGj7UvN3usG
WA+w8wmzSKeeGeXEnkxeT6UOAWSYrMJyzr5aU7lWtFalKoM32Ep0AbJUD107mnu0OlyqvrR5FmJ6
ir397zbqosr1K386l4JZvvdqHrLQFgmUVDFLWyck4r5L63RSCK0He74AbhMdAjBQD0aOhD6t/Q9Z
a4kP77/dN6k1JuECACfpTvUAl6v16zWp8/SBNnmR6lzowA64xd0Ryn1YrFOnSsWuovzWp1gH2q1X
srWnmnBTGW/P/I4Tn5nfQf1bJX2x5FePP0Bb1fBYgwA0FS2hlzaGO9cOXVFXGVKuRdYs3VHAARCl
Vu4IDFCFGpNF9QaGGxTSZpflApMcefaq/iYO5AURdTLxlg2KgHD1gtLaiDSgrIREfYebQRHid0T6
gwbegi5RtsbKaJvd1AfJtzQ27T0eNoYLBUs9sx+fmB2sAlQXy4diO1+9IKfwK8D+BMDB0ImNOubd
/dgDplDRf+ILhRdNqUzl5fuf5UV8sJqTy7WSCzO5eJslcvxZTANLW1lOhEOodA6+2cNeLJPmMMwK
7dIhuAhND54qDSMkXaHLoY5pP53I3G/1sLUfiLAskHw5KJcwqW70GKClEgXtNYIfZV/DN7sER9P+
mJxowPLHX3oS7HQrek2/6lX90zSDx2JXJnLgy8NYKZRr0aL97edh2EV5npF3xDaD5US5A7AQxb10
CxBW3kK9zG/efxvryzZTgfrUUtjhjRhvIpwGl7G4B57hNdg273B7QqJe1tmWHmP6KMWknzmY1pH/
Mp6uEiiaQBIoiq02paqlXJ7gN+zZohu8xMTKJk0QO8dhXRzef7QTy4/bKOlfRP9M9Jdt4tX+pwQ6
h/CcQGnRNPMCaxv9ANPzXIx4ahQSzBR6BYIvutWOZ1OEmDEujF71GoMbrcjBq/Uq6+j9Z3kjAF3e
Gx5/L/JUCp8vS/rVw+Sz5NregN73Uw5Z1CvLpU9yqX4AzZJ8Ccaxf4bHGLZXPk/6WNAIlLkVnrYV
rtO6WrlpUSvnqoKnnp3cLOUs6iWUSlYrqfTpMNRCRwUkYiPsSOrJjdhrz8SDJy4VSxWQewyZModd
YrVNFIYdy8jKhZcYc7wreieYsPLOIsDATpp8kkUcPpNNnbotCODKi3vZEaIlSyfGMDfRV8p5egRp
I8u/493d3EmQcc3GMgfNcWEzB/aZbe3ta+H3OhSQlkiW/rzV7417h9zWZJDiUIG/+UCzt9oENf/9
KfF25S6uD4uwiJBf55J3PPEI9O3Z7ArhWSabR4dlAMGWbG/mJg0v4mEG9vtfDEiSdjnJ0Xas1xNH
XTBPzSw807fDrR1h0oiwSKNrAwO8McJa7v3xXq5Bxxs1T/hqwNX0IkWg5VUnhZdLkMlWFG8BusER
tG7iEpqMNgAL6pXW38XO4O+zBiNEEjbJtuuK6pF8SL4N8mG6KprqG9jxGOSXFJe5OSv70TjzMd5u
a/xUmxzfos+mt3B1l8x1I0Zxwk8FZhRtOV7bTYmI0Y389pyr+Mnv/mooefzdcUWx55GMvefoWbsl
d0+GKYXpZQ5TuFey+Nw18tRsZnWbmGNzVSZVfTxeoE8xwVkmPAnB8TKIVJ5qKoYzL3BZE+tvzcrm
C1joS0xzNZtphQLxmwgml1GZdNdVlpebSezizFHsRzIAO5RdzvP7M+xtBODgYERvq2QdUfJcDZqr
Wg/5OZFeO0vTHdr0t1oaEDANYd40aklg7vTzNxwZrDM7xKlvuDwsnbUvJbRVYUaaYmKFxdIbjTK6
YNeeIFwV850OsWXjTKL7L8aDnUl1BX0WBZbVg3alYXRAn6VH8yfpV0OJbi2Hzp8s1KdtMWbFmdDq
xHJguhBz0M1uEoWuMmrVnEKKl+nsRVy3t8Ks9V1O3WXxPRj+MLlNrwMiQ2TDEAUYcJ0tpJ1rHCKj
nr1YVuohD61bRKnnlG0nngdlrk2tgkEoHa2+Vy5H3VZsbkn0vuGU0CaAUATlEr+ogz9/ddREEEAT
N1AnfNHYvTroHSeje61UZj6VLe7tRus+WSy/mzZOgof3p/+pp3KQaRL9cnmx1k+VDCnlLZGrHi2t
d/iL9J/LRn8ukkh67w90IiPicHVh4lmGiqh2fVZNRaOVRmSqnlmq8wF8Vf0gw0x1K99X96zRcB/Y
lYZNrN3vjbbOr5ohUc7c+088Lb8BH2V4shKl5Gofy7W2mzIObs8mj7/HNaKj6hfLgyS3emYzO7Fl
cl9TCTGkZRN4rw4uDGJa00T76vWR8K+nMYBxVNfqmd3rJVBZ7ZlLBY0IkO58isnL9vZqqhSQ0rN+
uWdMll3+kHDNMA2FbGHkvrhqVIBWuBYPGDXMutsNcXMRtbF6l8WBuFdKqV0sTb14b6A3OfO5l/jx
zQ9jF5dciumoWt+J7Tq2p0bNVOheHXgvawhvDFiMF1ETfcGZiqykJqOrNM2eRZDnN9ZUGgupK9vm
ZWw8KxOS7ba2ETD0CLSrwUh2Sl4vhNAFQnrmVnNqWvCxdGFS56E8uIqF7bxKJpL6qme1dn1QoDM+
9pa+xOL+uf6dE8fNUogkMYe0hnL8aigx676ZGoHmpW2LAzaFhtuxTvO7FkIQelwMkGiaUjkORPvz
/S9y6iHZ/s2l/LmIlVd3hiESTYj9k0Z3ReuDypm/NsZgXKQxyNr3RzqRWyCe5D8UA/Am19TVMrP9
Fu7b1Ahvtsu7grT/QQuy9rvZj/lTKrFxIiHUbAyKLl+1sRAfDShYF9KKzhwLJ+4TbGzEtaoAUYIG
83htjFh3F3PdCy8Q9bCJZ/0uH2xz25EW2c4xlSv695/ef/SX/XI17alnczzAQ8FQTF1+06v1WFq9
koy+IT2ateul2SFMb/SR/qYNtUpsu9nUrrLIpNkMSxygmnZUG9Ye7hhsQcOcEi+vjN8UE+uQ/mZw
t86kOs9A0s3vCrdKqMFWUCT8qRIZUmcl+e84HsbBzeymxKyobzLQ33gbxjvbUmwoTJUjPmtdNt1N
xjgc5qlVTHx4mhCALBmJDdMcHK+dZdd+MpjUX+e4aqlIGFA0I5zUaavFFuGaviCQ/+bcTDSCqWGa
bSFCzZCewHBN4CU181761MluNQswGiUPmhBQH0Nsck2jw7EknfxRuWiZKge4Qfm1Si/vDzq1TBOs
ZqTcN9wPyP5UJY4uJAgLt2rt4lkqgyq2mOfaIKrCsn8uQeRtTEfGP30MSkoMLgNjSe1hC7TJgpL6
S+sU8cHyMYc6s0ecmtRIdTR+FGkSnLxWO+1M1ckRcSM9dDH31lxq4CxxLcecqfutY3Z01dI9uLUo
8H3JVR86fjZCDtTmIr14f46dOFmIetB3cV5rtNesVtegJ4oC2FWST82DS4qGtABadnD441GWJSzo
NyXwBtZ0PJGBFQk/VsDpYrxj731hJjtwON/+cBBBWkZDiqNCfTJJ1B4PMuI6PkIZNb2oHapdBYVm
O0fRuaP4zc7HKJbEGZEeNkFLyOomCn0MSrivWd6IZc0Gl2ABGWPCmNrSz219b7Z3KlcLCYn/ccfm
tnj8QAOG4LKNEsUrLPzGurR8TNQJW58kV67aVOCi54TYpurFOV3TiYG5WTkLykZyVK1lXkY8z1ox
SMUzqT8/WDWcxLTKILrO2U8cleAxJzPUuKE7Nxv/jvmPtjyE54uihaY9sagPVltehewTlEaUPNiN
RURKCifcY7ie3naNgrUaFS9lcV2u+1sKf/GF0RjlroxmBL8g3m/1QCVLYWaKc6+3jvMjK2LrUwQJ
9L5Xk0THVakpig9kUSB0lMmU+3stGCDucespdlU+Zz6RYlg1u1qKxLWaZiyuKlMIbIbKIuu2bK/W
faJZWPvBzS4qrM8bK8PSMOwv6rkMSvxK5tFzDCfA3zxJowdTcfqHNGMBulPR51AnM+cOfk36LS40
TErsxvl/7J1Zc93Kde+/SspPyQNcmIeqOA8A9sRJ3CQlkXpBURKFeZ7x6fMDjyvFjc1LXDn2Tblu
PBxbhzpqAN29evVa/wGbmyQFbh8Levw1CkbEXaBD9C96NbUT9j+1/CIZszbQ2Jcp8ovWJSK9an1N
FI2kXS2V49dG633FsUA2+Nu6xmPXJgMYfg6tpvxMK1/8lcO95Qoa1TJaAkA5rQ1C/BCOA2RzDqMW
xpoL1bN+idPkIBCZCP++B5VGaVgMezyG+6sxstT7RpsEXjJM9H3ZTzpGRfpoTJvWiv2NkYJIwNxP
G9FcbZT2ZxfAl3HCvvNR3ZOVbivGVlZvKJCHewkhIt+d8pbKiVnSpDcyyuZeLmdb0Re+IdQSf01V
ABvMTW4Jr28VXXDhV2+pCkZfVbOsA0fwAuxd2i6oHxu1LssNPvftrdlO0Va1Cv9QWjEOlFWLfkNX
tMpNoEE4QQQKB0N7AJDur+TpZ0nCvHopOdAiYo4pAix2LOpvBqlBeBTrAAVCC21PvDRzF6/wBpX4
UXMLHVmzj+PeeSmXdocBCZAIi4+MtWQoikKpZnprxkchouum9WXxBdre6JQCTp0oUUY7s8ySXZzT
dQ+iSd4rtG8nPL8ujVoPV66bZ5UIyMjcVKi60LOFhj3Hzzc5S6QzvVbspUeeA7tA1VNcdPRx9Oyg
ovqjZ60cLedXQXJpjaYkHQfGhHpwOmCbJDhPxXV+lKIYAWID370IbczPuJ/Xn6bOHC/FWBf5+qm0
C9NkvJMQz3j6eArOTlFk/+DJzUgMaspc60+fQTSFwDSzSD4avpdfmmPSXSLEPa5M9DujzIISZAsz
e5pWxOkoWOVUpV4HKm1IWSP10XQU1rGN/u13oSxhzvwfdBPlJdUWZOFE/jeqt5i1tTtgOBhwDZ65
ktafHzG4C898WtBRrzN3+i5aMHSTWMXq7VTDwgjob4zZGO0yxFo2mGbigSnjsFV4uvWbpGywmSxK
nRLPTM7mWnE6cIZuaIpcLa83m8bpQFOf/aFUt3hIjRex3vcuTon5xkDRaW2lzqvg9GyjpD3DySnt
wow2FlujlkfNTMtUu/XS8csYN/qD0eoRgrJacCHFwa7JS2y0LC1wdXSwbwYJEwyUYBsh+P7xFL9G
hNMn4YClSEMbHaInRYXTj2DiQSlVShEdkfEScDsKMGWPU/lxSgJhJ2YCvoeNKe0LCZVmxLSLQ6yg
BlfVinDPeWNuvDhS9roZm5gIt8ZmbGHlSmjTH406Cy8aZRw3sItuRb/GGCuMlPrCqLHg0MFAXMip
IblRhvFtxiHx29GHT8yLkbpAhzrrPuqFridWq2m3tde1nzQcLDK76Cp5H6XQfhzEn/zPH3/LOQk7
/ZTUXA0AjCIJIb3vxdbnpI+KNFS0W8gLk4OYdHoVGoN/SMcEh7nKvIyKBKJyxHngc7f6ePB3gh+j
w66hXQgwAJDj6UQqQWZY0UDO24U5yiJZWOw7f6w/Zb1hfkPVTrUDtVYjm8cqjwCLks2Qa9WKjOV5
yD99iMW6trCP7qYs0OnjdKKDgxmrqacsoDXoVMDQD1dixzvLFx0cHXYi5HRSyCXcZYB90LfoqdxW
YioAjYuS+FHRo/RZ43i70wqwtU4jmonvNEWjPJIF4bdB4wQ99xDhYCyDEEVnZRtClmxbRMgyG1Of
6ZE0CFgfvhx6Y5dAbQs7CmscTNFAA+fBPQ5+BZ7Rj3VUyQJEs7jdY/6FP3AMDPfHUJGprcyvcra6
yP1pbEORZGgApafzW+YDCWRlIms/0MHPa0E4WHVl3bCc2y3VSdEW6VkFiu6B2ew+RRHgaIOHLZqg
2taSjA30x090Ptc8EFeSuZgsQsVfLLhazvuuz0v9Fkxfdcwy64Wg1e+NAMPLXh7WWoTnRx7Dsbjp
M5BTcPE6ff8QOGMZaoN+i3uxcqXlKUrgYRccPn4p6fw0IgwCAUesg94zlPfTYbQZS05ANm7VUtC+
A9qnJDEGRymUrU9ynrB1hUZ4VEahfugQPrtWhuiyiSzhJywz7gJy6msbX/bM2BXl1Lu1PMt3RcTE
QyeTunEFYTFvp9OIMz8s3GzaZ8SdZbqHNiCGDuao3/aGP4Hb9OVNDa4SZmEtbz/+MO98F2LLfJd+
hT4tN1qsFz32yYpxG/f5tPMtS9oJU9VjNz4ke4PajavlveVWHVbhH498HlYNjTx6TibhVJ8V+LNE
wSbbCPyjVMtYklIAtKk3DVvfT/VNguupOwYZ/R8sUTc06rPfD6yUv0lh6YUT2QH1nK6IWvfiwBj0
4NjXwVEWU22TdmV5wc21cMNSVu1h6ifchTwLYfnoSUEeYuULnO+0+Qk02SRJoeioLpZ+rjaaLOZa
cARNw40Q9r+DRUNrSxMQxxag828fnYzHHQI4DcGGLs7pG8ciLkJjYgbHqMWQWTHrdO+Xqep0lYmm
EbO+8n7nd6UZIQQ9S+eY1gDLn44XgHhOxor6goi3rYM5HSoq0QEzt8weE6gsSRDVK8HrHPjBzYz6
LVShGV0Dp/F0TCwNRfrpUniUvWG4HzUYDgjDpol67Y9C0DpelhQPsDABJcdyY3BEdHmCUC1ARghF
vo9bqyp3fW8rajgcm0lXXtKgx3dAH2v8wpQqS1Ye+Z1VQGcJ7C/9O7A6y8ikW54W5mYcHVMWAZb3
VFnDUOXCrYa2XsjfPt518zc/DS1cLYAXAixA+4NAf/p9Ki2YtAZS11FLrNEGURW5slaLjkU1eSUb
fn8okL1ovs035cVUJBTTU2kywyPYNNNuozy6QrsxxT6zrldW9vkhwlvx9Sw6Z4TMZbG1i0vBr5BG
PipT6e9gbAgu2sG/qz023/rfjjJHtDcXX0FKq0mLGCVQKsNpxQQooGXdmWKJgrKFt8fHU/XuwqAn
MKd+Oj3BxfcTh74zzE6MjtghqvdlW+DnPo6GYwSCddH2wVpp7p3tSjEdZzd0G6jiLjs+QSWaatLB
+pUB9m0hceI2WejYvaAs6mjD6OHdWup/w0vOfWSQ77wkBYXTb2qMqd9CboiOMzNmn+Ac46BaoW+C
IPyRK9FaOn1+6AByZxop3yA6w0I4HQ5lTSFQmz4+RpKAK7CSXWK6e5+W6i+5U47WEF2pqXYzlNnv
Sm6wdujucKOfZbzBHSwupQHFEU1KiIVeS3APfUPZFOnYrXzNd9IcDrJZVpIrN2ervFiiTebVXiBS
nkJEBNIGrKnmawZZRrSxvmuw+k1w/RZJaVz6zRQ9WyiUvo0LZHEZyoqCJlyvYu86wFebpj53DG+q
tY3ZR9O26ayptZFaiNfKW+8sdIgc7Fr457Ni5iImDbGHT6xARdjo07mj35S7UI/DXTxFujNCxFyJ
uO8EJlKrmfFOY1MB9X26COAEJqPpRVTTqu4ppAx+iOruBe7LtJJjvBOWQJTDA5+xQgw5v/ibgIFw
tZUWnZEefT+Eo5xj4trIxrAy6e98PrDZdBChwFHM0RbHrJ6Okpq3anpEpry+CIWcfYtx9SYXp3Jj
Vuaq8N47gWIejPMVDjxLaPH90qEaO6H1s2MvVaYDZnLOVgbfFrpB3JlACXZVkPfHdFDB0ueoo0WJ
pT0X8pS5XKE1KFOzY/eIoxa4S+mqas3yRp1W64bvTLNJajk3vijWwg08/fp9a6a4pI7ZMUraGD/u
ycLhG2/hpknXVvA7E80sUxekP0V9coneaEwVq76GodIqMtxqNn+u9cLff3wgnPFlCSIQKQEdcCC8
5gynb4QD4Eyai/OjKBYKgHBFu/DwTn6cyu51Q09ukuY1jk+6tqGek2+LWC6vUQClZqBpGKRPDRQe
oXipijzcgo3KNpXHNHRTHB70LnmSIw1GtVxMP3xodI4qTMHK1ea9LwUsgYYocm8kIousW+hnFcbO
zMlBRYkAXOtoTgRrHJJXtNgizZmFabjxzTwdwF6nX8qH4geIzyqOWaPGLMeoC3dIYCOvJuB4nrgt
ovrfgxgusFvKjfJlGv3CsHtV9Z7pRkjHbpCHz57sF7jM6fp3LxvremsZVXTMNdn7AWVOzigtzojq
Kmqkwo5NL918PN3vfaq58D1XnF+lCU/fYbJKpcRtujgqWB8hOtBgKD/VqfX08TDn3BdWFc3AWa0Y
FiQp++k4vqUXw9DM/lmeh5RB/yXv6aDEyGW3+Kx29UZtpU1UmgR/rXbaoT/UvXidT8bK8n7nbKYo
TS+UxgrVU3GxXxUo/UxoFh31vIDYlRfDIdKUzlEiq95ZU/8Lcext6zXVZ2XIkhXwxztfgRz1tcyG
1zyyv4vMQIpLMYJylx0rpTPgiErDFyWYIhvOkL6LFAkbj0IRcRoW8+C6R/lzU2CpuoOUGjl6UGmb
TFXyFU3Md45zwtfMC4QPBQrIWpyM8OH8IFAo7BnK4D9XdTzC2QWv9TTqHbZbQinnGDCOpo9OnBpe
RmWFuLwCW85ufQmTxpDf9T0xJKq9A3bartWUw69+mAmqUebhQ0KigtHexwvqNWc73XyAy6kn0NOm
z4BMyumCinA1SWCPcn2q1epOKQMdE8S5BOfTk0CjCXHH3OXqYXmOAU/6ABq02KEAHeIwHBZm75Sa
18bbMmvV77knStcNL7eVs6Finw1CByZHbyPIfp6QC04N+Byaot7KQPNHOb7tBBX2jVEI9ZMUpvwM
HqDZo4+KLTYG4NEncwxH0y2UssfFDt5z7DZWNF7jq+lrLlXOAe6Ob0INwIQtczqvEPStUgK/3eAJ
gt97WylJ4U5iaVCrAqB0EPw2EC8IlvWOmgKmzOQX2VGXKhU8cDVVP004wQVPh1AYF0CniYwbFISm
26IHlzFpk/4jR5GltD1VqB7aBltIRxaD/lmsDBwpAHcqkY2UfPbD87r8qUkmvd+QTGf7xkT5xIlr
dPth6PpKQszu8IyYhkEQL8I+1vGlYOzKkYjvCOR6BlCTMs20YxNrpUyF1B9/YrAdYDlv1TRNIySL
dHzTUH2027o2f41qQR/24yUy+3adXkPnrTZD2qh46hR/FgtbEVQthAMzHfUyBjVEPECgscwLbGyk
0ExgGE8GuV87WdlOsHAz/RxpYrLt8JkIXcAhUnxJG3Ao8MKplBd5GLwHrWu8llZL5DvVlOvsDpQH
W4dkT/5WdJPXOLDk8E0OExFCK1NwF7bc5zatr8pPodkEqT1OFUxwVal0Nxql4VIemgnWbYDhxpY/
RrFHsHrPYSZPX3IxYeOUXVkorpeIya2EmhU9pmaMkw0M3cRz8jzMCtxhivS7irap7OayiRdtz47X
bNXCJclpE5NbndEVytOAH+mhidG5sBG/TMedFnVjZ1eqSvtlSBq5ckBg+VsDZ6vYyZXO0rZmO3vs
CjAiGojpIzQaI8jETZaPqRvhIo7PR4nWQulrwU+v8HNsMCs/SLC2lPTgAu4eBjpepAS/xKnxv6Km
Gd1LQYvJTVnpqPUVMxNBxXQG69KI6lefTkDSgAAjyy4o6XQZQ4rONhyQ6hMash7BEhfeZw+bRnvq
5Q4eXG8EsL8F4OOOIJTedYAHX37jN7HcX0SeJnY7cwRqtp2qPL//eI3NWehJFKIPOGNMiB4zoEdc
ZBpB6EVJ2Db1sY/MxNGKwrhQ5epYi35lkyF12H713+tBsVYynLN0HD4C5DFa1bQtZnHm0+g3RpE/
RdNYHYs4URzcuAM392UkDz213DXdKpvsnfecqelUjzjEucws3rOOMmkwVY/xEu+yTei6tZ5iAutN
L1uMM1lb+aaWld++0JKF8o5Q4+kw0vRcDCvrvmROclcfg5nxPIuybxIdEfyPJ/Esh6ctYMzoUyBK
VECWeVyNIYuviml3lErjOLTBcyKq1lWvVvLKanlnIFKfWQ8FcDTrZv75m6ua1yB548tte8yRU3K5
tMDBpCWwjUuMNj9+p/MFQjkU2BVLhBI/pb/ToXoJoAL543DMEPl1iAnTBuqkeWmMieEMM9r94/HO
W4iUet8OOK+gN+8WKTk4pXYYjpM6SBsLTqBjjVDtsZpG3ILTcCeBUf2CgW/uFgF+1tTM85Vk9p3v
q6HxwYUMCIWFptHpM6iGH9WVaQ1HS8l+5RibXmfjJJEFYGC78rrzyjvd+EDauN+TM7NmqCycDqVX
UVxqlTAcB1nKd0Kqd5eVMNJEUPvxElyE6ZR+H91lOcbBPg/tgEdrXaHU1p7kvXd+FbSm1sQ1ZPkg
wxghR1s2/TH01coe+lLb6E2Qu7EVrOmCnelkUmXnQEXyjE05v/7i+yL1AmAnqYZjrSm7OPG/9aYZ
PpVlaZuet1PawI0VfzcO5QHwwyVY6oeGZWgXhiJcG9UowhbWV/L5d16fCQDfSCOR+sfyXhG2SmhO
7Tzl+pDsEGvsP0U9wMZKpqb0+3FiFqriXmyBz6IEfDrnVpl0o+qn47HSGgBpcWTeR72BWKOCQNTH
6+u8N03NSKeHiAkFxDPgLadj6UCfhMBXpWMPcJf7n2hk4lYl98rszrLg8oV9VAiOhYlQZqeziuBn
UZCEq7Ae0KSN+GSyPRlafltycPb22Hp4S5BPR7NuKYyGxkuVDcA//fsEEfRTEnL4OtXQ/xqmPP7B
qdOOl2kvTAf4vRzNxgAc7Xry+uy362S8KE833w5fJT7nCX4TN9Qh7xR/1MejpuQKxJBisgMqWnf0
FcqV69d7a4W+7B/oKgqYiz0rdG0njLEwHnEdHl3c7RMnSFMY/WMwuh/P33vhkBNLRmWZWukchE9f
C3W3XJ50xtKa0HDyBiccVdDRGM+QEMej7houjODGMOf3zMdVL1v5SoiaR1hEKGMWjUJTgIsmOKXF
E1iCNpB8j8c6AemPtpdIjuajLSpM/F/U2Z8SEYdD8sx07UB95/CZT2s64bD64IotDh8aXPgotsl0
1LjX2GpK+6/S+5LbkcrAg/T7+5IeK4xmCOjAfZc6cqWeVJ1hjOLRgtADKa38rKQK1ow9VPOVaT0P
+zQ3Z1YT2RfXT2WRkLRpXU9FkmjHCTTFZw+HRzuyTLZOWULisjtEcw+5AA7BzvQEuRZrsgbZ9YsY
TE9ZG18+fpzzC84MhKf6y/xSF1zSGdXS7xDrNLpjnGcx5OHKcqxe/m2sBkEftODs7zSXbpZLOZMt
rNfkUjtWahBv+67inWU1OkiNWW7irpFWChLvvJVJcUSb8zFk+5ZoAUrxSGz4lXoUEe2x+4wiWJVb
zW8nSHPVDoiXxTE+d6tPt0db1BW18lo/ZpWWXcTwX/atrwQ77hHDfuxE8XfRTYS5uY4NDn6eqaWe
tVeXyTSqo36kqSI5KXntphX7yOn8xNo35biGvzzf/vB9gDfRp0Ehnf89fb80g0HZSTiyStYAIRTW
ORSYRjj4JQU3aaqwA8xMY4e/4M+PF+Xr/JwGHo7jV3wi8q4qQfB0ZD1okAmp+LK4UvW/VJWk2sfB
cqO1wmc+cX2HkTtqcbUJ0F5M4OEUke7S4Z1t++rxRgq0xLEi5XtNhoiQX5AdTbSDt15jqHZoaNl+
5XnP1xunD5coItYri3YRKOsYW62hVYxjmQjZRoch5BhtHT15ObJsYo86pOVh98p1a7zK66zgduyH
G6kpBLc29MIOYNk7cQ9K5+MHO38uABQAGubKBc2dJZLC6/gcmj/4dx5Ghw65tOxECFKuHRNzU/B0
uqCYE5EQWWEM/FVOpwt8Vq9F9LHvBCqTR6ssBW7iQwt+Qiqa/jkfPPVolJQPnIm+irmNfGSDnDCU
pBxpv6qPbS4y+aeE4w7yVRCa37F/auULE4OifRZh0xtEEVgy06vC0R6K0O+pfGFb646a1RzHUsPJ
S8+4aNuiFlU4fGpa+gVJ7+lS1zMsVNG9siBAgD2357bjtDGCKN5HltWlTwbuCEhZtGUZ2zitJhuK
NvlXq4Wr31VBfMfxnP40/FBtcFHts89lpVrRJitC+c6bDGPLjSZ9Fss8qJDk8IbU1XmZF6AG4mQT
haYnWYmxyqqbES0Jpa+qi6FoK2/TS6V0APER/QwLCePUOIez7JipWpVI1OnFZd1W0a+SnBQ1cdmf
vpa5rH+KyjaN3XyKlZtURlhwZxj4zaC/PXS+3SKrNziVVwTJLumzzkmCRGddlRRawU0NzUZOCry0
fS8AqVWofQtiEW/KlfXwiqx/ux5ANYOD5+Amo2ZhLLu7klGFgc5V8ZgVMl6q9SgU8UYO2HdWXMaZ
A1SUQoMGZXm6sgohgH2Xliis+KrVPJr8s547oJ460npuJcWdFDOZq1e9Gm6qCekEW1RrHaYllw10
v7Ipu/KMpDdshG6FfZWo2o8SHN0VZYG+gsQR1k9m0QHJBwVa9DaSot13tZ3UrxZWsVdlLlIYUIh1
lpNnQPWdtJrz3ciPhy+mMjZgcbCRxWpHQ/0iymSbD17IbkX0EXa5XkwDN7MEy9zSp1ZrS0Marhk5
nLUcqNNwZWJ/AUOjJKmcbjCkSNvSSJrwLmoQ07f0XnaV1Ggea1VABEfpmovKEJRNXtJAnFDgW8l6
zw8Chn+thNIzpEu8SMbCCX8d1cPWKIuVx3QIYAAFse4YfahT1jbaW1pRk913KMJ+HL/mP/jtQiKY
0LzlL1hkkAMukWc6lqNNCyLjjkZZdT3kRudWgY6YMYXGreZF/jXXKGElaJ59bI27DvkQsQy4BzWA
04+N7byiEaDku7QK/Afd5OuGeKZt/CoRt1oee1sWU2RncZH/hO5crpzyrwng4qUBmsybhzNQ5Kp4
On5TyVLPE6h3U4BLtj20piZsIlnrPw3mKN1IEb6yjpfTWrV11W/Btnfak1KrZg35tuzwAKjy+rLj
ltlvuyxTbyqrR/sqSyc8aAsSTrQ5sYGgTmt52baP/BqIMuJGNvqELdty0NXIVXPVOsTcEEnvJwwD
XEnKCgTdaDJkTlRBXgDJjas2hfmGRODjaT9L/vn0nCj8BaMzVIYWtyy9iaq+Il28syh8g3yzUupN
9bQtqj7bYGMSuh+Pd7a+55Lka2GSfjUAmMUX9wXk0zH1Uu5qvaLgA5J6dkTom4dSzB/iSpSfyrzX
nrByrFc4IGcH9DwyGo1z459EZ9nNSwy/MpRwVO60qR1duRY1J/H6Xx+/3jnHl1GAVCJrzLekk7H4
nqmVDr1clMpdOPr5BeGu/yIoPaxrvwK2OyWmkyeaciUxt9+0MX40GzU8oOu9Jop3dnuen4NbNyUJ
Ukoa3qcrOynUNgr9VrnrJll6zPA831oFTdOgEfwvH7/zex/27VCL3JUMOVVVouVdalLsHQohdcgz
15Cj56GCegc3GqqjKA4D0zl9odCQRNSpWv0uGBVpG4thegCKr+AvOmb7tiikC19W8AkT2+l6jCVp
JTyelwgAiNE7AM8BCYHvuUi8QrUnedI99a5QB3MTmekuDKLEVpvyElDwU5eJN/XUHXK1+tQZ4dro
ZzdZRqe0RDkL1BAwhcU37npDwBo80O6maZiuW2zlj8gQB9dd3OCnnZv9ZZwU2U2siOm3Kkk+Z3k4
K/9W0Vr6PR9/pxFzvi3MnDumgSbK4nisrdaYDEhid2LFdcyWjB5kAHo2zaeKn93qKRa3dolrvOKY
yAL+6v123xBjYeX29ehMTRFKLmbk0fePF+HZxlPnAi9EOc4SGRzfcn7q2AfSDtTuKLejvxtE7cr0
R2VvqLmS4/uTjhdoH9e3WgwWCa96gbJOnD3XvhKubIczv4z5EsWpBj8TgOu5zI/oN5nUY3t/76tx
JR+GCcSN3QQ+Go5hZ9ayTXCKX7pYTh5w6Kkp101xcy83rbIn506+h1KkAkWmQkytMLL8wEFvl9KF
hNHNWriaV+3b6eRZ8fQARwC7HbTS8jqRTFpe40Qe37eDhmRlbCaN03WltEsVsd2pcpAfAilPd3JU
xffjLE0J9KJzpT6OHYqeazIq0nJ5YZtCzwXgyczKIFgvEgKEdEMAWYJ8L+DbgSb6nor0RtK/YTqB
Srm+nQVccv05laIbbeLL5d1eHeKVpHp5RvEQ0BBwN0URB77Fq0LHmyInx7kgWPSY7ntAC86QY8zY
kRZepLVYQsep9PvYHAZbjqWVPuEZRon0i4LnK7WM84O9fhrkmrbRPENPjftJvg2T61r6lNOPNZXW
RYXSnf3LVIR3o+hObywM0x5HuF6KWji+dp0ah7IyNyp+8pb8NcqinZhWm9dN9o9wgS9esvumenlp
rp+Lf58H+JEXiI74QfMfp7+s//i1/5K7z83zyS82WRM247F9qca7l5oY8h//zh/019/5f/vDvxq8
P4zFy1/+9CNvs2b+0/wwz95auM+qR/9n73cn/5HX//Kvly8vSZj5//aeB/z8B/zhAW/pfwbiQhXH
AvhHKj93X/8wgecnJjA3bsRU8eEiMLtZXjXBX/4kSNKf6UnzzwDRAIQ6s3xRMPrjR/Kf6XjxD6AE
ReuIstTveMC/msO92fGAuWWcYmaJdMCngDUXOwzx/CgZuPjs9C61te4y8vdhdYlIWJoemsrV0cxH
Yiej5qziFibuh2avK5eoW9ljpsCbuMg4cBIkCW0Un4oQvdm92DuKflGZGFVsdOpCqlMXblnfd9FO
EXaCt6/iTWY4WnmVyjN6yg30rRFdVNlB6a88/dAHG691tMTVm106XBao8udbD6Gn8SGtAKtcB5fG
l/oh/Ynm+a/hGfiHejOmwMOfRvWQemvEAf00Jp59oUUKh/AMLgyBKu9MYVN/G1+Mr/m38pusO9pX
8aULbOO7VLjG9/xb/q19yQI7ju3p+wA+7h4ig7dtx5cxBNjBtrXzFq7Uvo8u2+iHHoO1LnfRdF0r
zhhtxxxsB7JGSIo+JcIvchYMBwJ7iG77tf7Gq9zbB5NuLrJBIylqxfOZ9N54LKqjmexF81ITPhcy
DFb7ZvolHM3H9ip9mL7ET8pGSOz4CXGpsnNwF7BKB7VGaJDFXe/ZI8pPFaxgW+EffLOpbv94nn/J
2vQWlEtT/+VPq4+5yHL+hx5TXVkgy8b1P8ECWYsKS87F/39R4Z05RxqHE3luX5NlzuWTNzlBKqGF
o6e6sguz0rRh5yUYMVBI9nQ3Hps1oYS10RZB+r852jLtmCMeypfoGlEMgES/NBSt1Cn3uSGqu9bR
d6ODc6YTuZHLpnesDSHemfi35oQuHG/Xd7WVmgCJ5nnIffsAy4wrTeKp8JAR3am7foNYH2438D+x
9UxQQLK1x9FprsABNhATH8zn4aeH/clnsmp05/mr0AB4s+OL4h5SSwl/b9rBLlO+hxfp4GAvPPdS
P6cv/rGhlaM7Pi6wn4UbxbCby/CzCK/PoHFgk5LvE/Gvv1ALezBsPIP6CNAPTDXb2MS5TS05rjdR
Yzeeoz/4V82vIHWFz8J1dNdj2U2J/cK/9Z+m52JA/sXJbnq3u/NVx0ucK89ur6oveuIUiX1lVLb+
KH2pf3a7+NP4tb/03fSutGH6hXfw2GmliJr9oGwH7i6lMyVOjk1p5PTBdnqilxe4yIaGvwJ++qv4
kf0oflSR3fvzf5TC1m9+ijcKx+5sfsEDO0rxmeI0KMgk3gGPrdD9wRwD24Zv8mXo1iZtO3uuMt03
Ow+mK432S4DAyUqpaX2aF/H9f6f5n3Ga16LJ0q/67x1NFoXsP4LZLByJeqJMrW+OrW8iddkNkhmM
iborZP+ll1VUFMrQbowaLykUvhxBUdcujGtDLg6Hv8eQy3rHH68JsY9qEPhEeuKnrxlrclwCnFN3
INOdwa2dh6+ABm+cduUyvDrQIh3+mweS3zv0MJnhUkJTC1+RxVcM5TyQzbrEX8HD6V4x897ODJy9
QC/s5XAYtnUx+HvDgh+koOi4FegN2ZUea3ZVjeZmVpLEOWFMD6MSFBcBphuOCuga0cmg3Oojkbe6
KQs6o7pJSI68OHO9+GGQ1QSNsmaNw73EhL1O0NvXWUxQVsd6WIWRurMUJ3WC3hYHZ+LWNNklEkSm
k3SOn7lJ6HKYdeiz2eLjgKdWecvB4XU2xR9juM6ek9Q2AJ86a4fuu9v07fMt5tVPExGHAZ5vJLM/
ILBXHLzExuYsuq8+mY/63tzLjwV3A/NT/727HnbVdbjSf1mb8qUu0z/5lGuL8+3/9ZTPK25xCyS3
+68NtkRE5kGaibJAmlc+l6ibwF56rlsbcNvKQb+2tJZF4n/E0lp710W74G9+16V89us2n+X3ZdBs
878WUavugiSaEO3cPT6KzqdPvt3YT0+f7+9XqhKvk7OcvLfjLMKJb2ZI7M3jjBf+XXMAw2aLF97O
3zeH78WhOkCP2+gOCfKhtgd7J+wUB3kgm9zuqrjJ7OfnC3cj7DYXOn+TvuVNYX9Vbd3O7Bt8omxr
Nalf2sCffZhlfKkGMyzhN+9yitl3xD8PmtTR2ga3UrCJnTJ3xEM1ORlyOcfiovxUiQ4WmAaMp8/G
4ePCwtqzvDZ33uQECEH8w55lbcG8nrdvnuVvXTDvnttvFsxSqV4LfEqRKQum2yLLpV/U3w4cMvlO
teDTb1ZVyVa/8aIz1EdlLdIUUneNO/xIB9f6lDygN6CBnwjcIHQ572ijN4Yd7ZXQsZSHuKN46JQu
DLOE69JaZ3ttx7xOxJsP/T++Y1ZnbFH9/+/O2FJCdLlDl0jcWm+tLg5ZIVnq5DuRa7Hj7VXVlX4p
ThDj1ekKa2Ibq6tkES7/4atk9SMs4urf4yO8V0AEzYqw28xDs87oKEoUS1MPKGznut9y+1ux7XfX
31D5dR+3kWu/+Bu7dmvX/PTkHOuNYu/v729op9qju78cnce9u/8c2fuPQyTI4HeygzcPtfSRT9rG
RHOZhxJ3wLtcDhpHP2r2sA0e9F072p0bdPyqvsgv6ws28qN+DeLrmP/CpM7RC0fYj2z9ZqvYX4Tt
z3KvPGlu61h7zyn3eAFuzM8el5Ojtzl+gbp+q2/wVLKV/QEaoGO6+oFCmjPsTTfcNbbh8N9NY+9u
aftth8tg+4LSzWZyarfYvFSXKsZ2D7eUpoQNufNLfu256m1jvwjO7hDvjE3HB9RtZ/PU2DF/fOyY
P033JeG02ziVfYEu4Db4zlH93d/VW6xT+c3oxDo/brVrO726NV1jo20OFieU4RQ8h+4m9qbeNrZ4
6ByDv63yO2D/O+HOu8q+hgypu9qdcTOXy6SdePga/Wou2u1XPNYueJ8fsfNDd6+eevfrjWl/pbzl
fL29S50dLppXmZ0fECDlMN595UeIwtvaxcXGtPntykUy197ELca79sXN/fEIwtIGkGXrm8t6M//7
ERls+z/Z+67luJFs21+ZH8AEvHm8mXCFsqyik14QpCjCe4+vvytLc6JLkC4RfU/PdHeMokSWWAZI
s3P7vdf2bTyib7/d0dpsrNbcdvTtUQTrzwi6VpsxfVPwPXTJtmoz32Wkt5+3HdmnG+TsmhAQ5kCf
99t4U5uVBe/QMdxt8x27WGnWdrgZvP65AqgAKQsy0MmLd/GmQxImReSHdF5MAYZ1EuE+jHeTJx3Z
bdkIferj5xEguXgk5O3wSXH8o05e3PeOPD7yd8jTHQlPSLVDk0WscWk1Jv9sfUo2raWS3io2nxqz
Mwdz9gZb22OZOTqSTUCciUzEzak7YH4rJ2GRz/KNLf52Opcdd8sOyWAoyJMdhTRWipliAnt7UzgR
Oe5Hc7bz3WCZJ81BYbL3qdlYgoch2pNtUXNF61vjFMsarv8Ip1hbn4Wgr9uqalF3z9aHEZW/146D
tUdrTFLRz4I5mwbJqPcy7aglOTgDOeHt4LTzvMvdyvKsM62Fmv+Laf1iWv+dTGuhO/47D+Uaf1g4
YP+d/BMNDH+i1SCsBUQm1lXzh3xqTm79OUTzGMim2qxN3mHysbF6u7c7q7Nme8Zz9jjao43YE2Xv
TV4FKdleP8ciUuw9ZK7ZxUu+EWzB1r3ZFKlgKrZohTSzEiuyYpOzelc7927vclQ1odCYBp4jaNQK
yvAJ+plqtZ0/duZIVbLrTKu3FK+3XgLTMHWLSVL0lNkMFneZIEWRYmUPeBXgeibiNLDZoTGk0GrA
TQ8xCcnDi0RfSrzOTHwoDc7XjOqnAtLxnDins2y2UIx6ci7oTuxIsjMO1RfJmekOkjYnu9Pu6ZMK
p0BI3BTqw2NBDDJfpTbE9Nv2UYGuAH+GRqABTlQhdx15Y2vzzgZ0eYf4xvsD3mdKxdvbG6KhHo2t
xA7s1MmgvMpksju7tNiyoCzhoTInW7Uzs3SYUoCaHTN1Ppbb2M+VvV6o8pE+hnlQF/D8Y/c6rF5H
dfywnZcgytlObnuTRTjZNsreYJWbfKM75WY0J0uyeYQeRThRSmjhkQVgKzuwQjvGXzn865mFgmls
uGRqdojtZ69VDsAy4cyI7chqaIr38Wm7oJE1u5mT4N3RTfaweYHrwx+zAioNb89QQdHKZjc9A0oX
/+Sj4NTWYDeb2ZpMaPq+JRLRHi3kY0ObLqGDYTJ4CBhVZPmYhoqfyYL2ZmrQuCuro9m2sqSj6gg2
D0dQuunt0gSuCTRwBWSvY2cKu6WiW1KaI5/GCl1S3fOb+SDdFbtqI+5ah4ZWYKJihMZkxnAEL3cj
QqCeW5WT25llD5v20B54mzdzD1fa35moE6KhB8Q1CgAEkDBTPYFQQ1MoklAMafTY4+/UKswRV+wR
TQY0FAUuhNlaLZZiC78TFFDRKSzdUvGjYUJQ2tnhgWPA1XbGLrJdg/ZEvZ+OnU2iTbCh6O3jhGvk
s8oqFg6rX6zib8sqUM/zMatYGrt+J3MJir6Zc6wBo2gs1enB8Efbvxv/JRh8nCURPIK9ozyjYQL4
g2Dy1oQT6Ds8nZAlkZuxnTkc/dLDYAXRWpsI/V2eG5gDnTlbmRmBnjUcwpSmjmfm+3Y/bNTnEfQs
Ex9+2Nmbjkg7MHEqAiu3UYDF7Auc3oki+I9LykeeHMTn8NzS1DM2rdM6OHy25CD7ahMeig2C+lS/
nhxwO+tjloqWDCvrtIho1H2Mas6hlh0JLgF2ojsKS34/UCYeO0v5Mtu9WUIszrbynG5mcCUZHFIy
GZ9kD5UCU5h2TmoijxccU7ZSs3FiO8S6Bfg/muC4geWbKEPDc2AVTuBFVmo3TuUIr4z3JuCsOfhr
bBZOeGHfy5Cdwj4b3UUQvkipM6s9vgfeK7yyKwhubFf4fmhib6yM+iaHBe+3mcM+9e2TzVf2iQKP
0Ga/Ay+1I09wKwfPuGNkVbRxMow7wr6kNqDP8TvByBIrs0obY8Icc0gBgAlgBIzr+2aIeWQOfvaZ
w+bDPBeBF5uzW7Dx2OwZ48RMCnyK3fn6c2Rygn0PzPbQuxlYLmO7GhQIDQ6FiJ6STQadYQcQO+gP
KTHuFK/ZpOf4LD8XG7BvyNb20NwL3mCONlrQOd1VyRlh2TNlBuV0pmB2To5dkGlIE0i5zoLEAP9G
kx6nuPLowmwPswXuTpl0EbFfgcvoccQe8DglvlXSltaUN9ET7KxQAQGFxAwt7hTZiR1aoWWiETKU
E87kIN6Z6KogEGrbtyY3dQKItMmezAzvtTY8CUyhkDHW3maiOnSYnwKdWCAEUPR5nkyB7nS7fFeg
WPg03KM1nDkR5YTYrheYlwJZPw6QIGnu6OfYiUyIeR9yzadQSiacLQtdP6iClURIxoAXqKDoa+Io
1HCqTbNrdppz2VcQlTXE2H6ADBUx8Jom5rNgK5h0gwVqrBJkz84XOuch+SmxJRogEWrrbo3NQB7Z
DHUsDIaM4Ztu5yKeC5Hb4YBgtGZtdWYB11ZpaXeoecS9DYtA9PWEaPAazPTB9SHnoZe5cIVvmo3k
NTvBEZ/lL+qXxpy+BKDMxkx2+q53N7CrCzozQ5uIFOpXRrZw5Zj72X62e4vbY2uheQYOstROnDc6
qUXf0diMvr+n9O4N4XR6eTi8xOThYSBv0Pp8bBjt3PhBPZhbpu0JZCZn5mJpyD27S4X/FLiXAfUQ
vTBxw7e3R8OtTbhBTEZmlTW4xinADutYqQr69ATSYluqmDo+XtvwNzmDW2wLbAzjhWy1fGxNBTqY
CMppCajD3CHxCu69wZa80PWwk0wdR5MqUB0jJkTLQUI+jSmUZZADgK7BXGergp5JNafYaI6AhZM8
9ZmDayh3MC16EE2FTliYHQ1d5t4jluFYkpUdg+N7YSVQInzQfo4H8towBcaoJbxqYAs1Ew2ncRlu
xWWhXNNfloG8G4tk6dKRS0Bv9mODOMnVW1dZ4tUmYQeWaajsUCCCcrVPxmdme7ADXRwgfOzABSyv
PZv1vWILpkyFnQAG2x2CrYa/2w1vSREJXJmys6vSPVNTlV1pvwqkewAXM/PjVVMFV2N8DBqrnduJ
1zkV+B2017vpoXPqC3qh7htHIOB2+Bw4oSNsgarpMs4cgwMXkFWM10HzhW8zYVmCeMDMMNDQ8Dje
iRfxEu26T8JB2Se7YKMc+qfCGQmHbxkWc5HCs3oyYBswXsj4sEAwNsZlIRkSJ8G5VcELv12bw1/B
TiY1LCYZOizIxg1sHYeM7RJzMEK33grWSMPHwcan4M7t8Z3h1FN1M27BmZ30ElhsjK0Lh60Jx11r
QYPNHwIzhY4Nv/TT8FQ7nVlB74zA3xJcH1RgAUQN7CXGIZ4gtGdQ00tNKdTqGuSJfcIOhk7zmsKo
KU3xDnYczj8zgWJH2MAbCiqEu5Rpt3jubbbTNVytTHQy1sy86+x/cDNC5FdI5KnhjIV1CkKEzuBE
xwk+Tg5XzB3UoeIq14eF9qLgTcytCt6FxQhB1QL84x3Uah4c1nAGmFvl+wG5kLa2Y05a7crGAuju
eMsUSYHfMDdspol3cLGOWDX29dGaYSsYsDkkwo4wO64GGLYBMzXAiqRYc/QQPGVPYHMbn2YwZ7BX
oIQMrI0ZvDA8kTHKAhgtrs/MnW7DEwoOjuOkXUXRdWVcDpfUPg1bbhPiMF8fdur1TkuNTX7gkSyZ
P/aessd2Mac7CV+4Owhyy7+oCA6AlA6+qW/wcyVFHemq3wTqSMqnBENgRoRy0E0JP0y4Jg/+hjtD
MG+zh94dt0wwM4JjV0BvJlyRKRVQSuzcjFxmDM44RK+wvJtNg/KHiEAO4cF2IwbTFu2daGvWF0bI
EZSCwQlhAkLpwBJkO1TpHUvHjeyc0vRrB0e1jt3tEAipsH+GGYGUWwd4WBWhb6BjLBBbbfkcOoyq
mYVcPbHVhlSEsQNav2diiLtnn2Wv6rRx2f+VTeyIZyY5mTUYOjCjYA3i0xRkt6IQrtrYyzLxXzb2
Lxv7twIPYc2cWLjrUSyJ9g0DvHExlF8mOBooeS+MTYr7taTMdeOFjeYmAeCX8fLLePllvPwyXn4Z
L9ei2p8U6DEP6EemyyKyI3BZFhiMfSPVAD7pjaNBJ14pAly7xyJB6P/rHutG2CJU8MsI+2WE/TLC
oHf9MsL+fCNsVYteBKr+V1q0tsKPlyUaPF8lmTEiUjJQ+Rr3KDcscJ7vpCMLrLLMMcQfCZwViO4q
1xhiCdtUg994NmVLRBxDga9phh+G+be/eY2Qp6ebX74yv2xCvxYG4d+eZg/ubdRLWoozwG0A3AY6
IumxMAOkvzGHDPN5fPOzbpl9vJb3tTrTRazj7zvT1fDXNZJ+Yxn9l4a/0CjyZwoP2tOxxkHojbdM
IR/qHn1q+pYRP7x18Ncxn9vj49vjRF/hVEUzcfKIF0oT3vQt0gQH/JaYa535++CH2szm63kmxwof
bSic6vccOSKVwMuP+bFx9FP7JJ6kg7Qf7+T70irh0K6QOaIhXNXAtUROp9MX9JgiJ3g1U3KCK2r2
Zo/fICfVm53KVODq7+wC3tHQFmixmZDMWpksJWSEcR3aBN/uyex9Sol29/5+CckFYQCMlTPfIvPu
HTEACXNIENgD1Al9ZGmbnL193MLxveuIT9/eYorcD0T+4P1/rM1HhDbgF1TYhJHCiayQjj2zd9js
7x6xFtc1wpWBlHD9BEsquHv7ODL5cy/6zc4sbPs0SoxETzoZucrssUXIh34erNEsyLNG7HsU4jwB
QJecR3J/rWV3kLxMrB1B/ssOGTQPqJGxAHViAhiHsLBdj+CKnSN4FVsRAhOYSwyf6+MbUm2m66q9
I/cltt7XoJGu6aQ/KNU3M1ko1SMAppVRRDxA/Vw++1+RZu0MnnaJXtQ7NLO6G08ALsrJGAJ/maD0
kTcIWnJzM9H2+gXFgTJQKWJWTTO+Fl9UBPlMDrnYANPzUeFFUTgo3qlWP5D+08c7ILE0z4/GvVDU
gQSGLrM+zgaaAEeI035lIdCMfhEQMzIDEu0Bi/SQ2ZmdWmidfkku4R6guojcRYgIMZ82yw/+eEzX
AruPxrRQ6wFlI0tJyWIriFDJFJEohEIku93pyONi8TwkxJDGveaa0BZl/IJVIBNIeBpsD7lLqJhC
ZBNRwOYalEE7axpjqMiJQYxoQAgz3SNmBK0pd5RPKFFdyTxGL6CVNWXv3/DlGJ2TtYjD+Fm0QMd4
WZAWcYM9S/mZELJl0QEWH8qRuDRYwZmlL/WIxPmPiP0gH609smy05iHFMwtvsyCzj/AzC6ezdCYW
/mZJ9ozeI5oh+u7UpRXIpnQX3NfGtpLNCt3Q4Xie3Bjp1w0imI0Z7UZ46V7U42y5LOVHpyXEPQK/
2EUdgdMGcb/evobT4IRmI0434zUtyTAT5K/JR5av0FuSx0NFyBEofi+dYfv25lvv7w+7r5lzPuUJ
yXOC8wceFZn4FeIMXt4Ns0GGGvOOM583k/vsN7DnEZ9D4+lN57K/WRSI+coRXoRzvb7GkxGy/V+S
l7hoo9PJeeRPEkg+I/w1BwH1ui5b3uFBcivComcRCWkEVgLG63ngGJeSTqSkDzx5yMyHh0thZvZ1
huCJd29vOWrvGBf9+Bz8XEP8jadcCzRv6Igf86iXOgy0OqdHGXiKJjLNnN4pWBaYU2OT5p34tHLT
NWl5rf25uesvafmfkpar9LBI2f9D6GGNGYsLZ/+fd1rW2O41M/CGcH+x3b8W211oSH8xqb6mKF0b
RdxQ139CUVpTOsWFovRXUTrX1P5lu/u/rtqvMW/CD6oqOmGzjmIKChMW3FEpqgBNR6Dq6Xefe2Tu
HIvR3RzzS7MXXCR5m1+RSWGl5GuyD6DJIffA7B6QRk8jD+qFm3nI7SFI9oF592WkitMglww9qxzV
nvcFPDExQaJev0+ueRU5ZVUG4YMBzTtKaHhXOsASiu/qitylsPRQrLmiyq5Ob2Gf/c2mp/40kI1+
4oIA8AVAfrFShJszrWdNFqFbK4plJ5rfd0iRkZ8085mp5iwXdjShjNP6HuYHDJDETbbqNVe0ot2e
5YHGNisTAZSnCsgUAjTPlOXtseIBMz4iycrO9gZMfpZy1CFCzhIukcpDJewpOmw7gDMlhUAG1VEE
2+isjxW51ckttIW/1eSkn2Z+3+zc4txNfBLkIrroOnATKGR79wi/xuMz7Gjk3vHwgjjOSYbHpadX
7+TJOd2VKJcRKOyRFXOCia0fOMDNSBZHpPLRyShVMJKjvfEuH+/h6jQXMvPfOE2FrehH81w4CoAU
F6ldDVdNZbFc0uQww0ljR+Ber8z58ro5iOTl084JUD8aeZsDXDboToN3jq9IdsTHCgofGnMrTNZn
yWk2sp2dxJ3qqlvdzS4Bmr67H68eG9FHI15Ix9k3tEIfMWL0trW3cOh9fPkrzOFH11+Y+S2Q1QpR
A/eogXCMYqCJJo+vrJhM2MmUx3OODEzFZRmaLBM9NQXXFrYsbZxZ8KEdmucG7bHfa1Tlw2Mx7CQq
gDn4RKLpebZqguQ00g+Wf/544CvrYizt31HluXDGumR3n1A6drdmYP9cavx2JJZt7stqDFupwg22
LaqIAZhgolsWLeDbgwuVI/eMMmbY3q/wq9ob4qCSLccLiv0K8A7yFf++ntDr5qEmn4D0RGqCUaKg
jXkIQ1jhXk3OkIUocLrAj/cOvCik5b2v7K7EVuGD3V0ianHlzMV8iEmAq0wY/LNBnis4gJm3+POe
vdKbwB0Cf2dFULtPbPM4pybmx5u1du6MBRv/65+7JcbD7z13a+S7YLjdH06+C6b79yTfBbv+d5Hv
inRcIvD9Lum4xoCvnqwb9e0vw4DFn68KAlEakF0YHgl4z83A84QTGkUdZOc1RHlS4xRo3ANn4xN4
Hb1ARXkAvzNRS8GCVCuVCwLPGMaPjO23my8CpOncigUnjaivzWh1iFFRNKMWdrL2185ex8yS3BzJ
9iyd30Ax1YhmU8jzvCgohHrd1pcAKNIVAUBfA2OmQk0X4/DoqSG5vel/Qkq6fTgAH56K5nuMWQAH
fssj/BuTDFU5hSnRC4//TpvRYaVGMRz2kc27QCgjAapIEKRhjtbYEt0E9k9mx1aGFGu8ieoPEQq0
aPKmaL4wPbrCGx8zW/TdXFmchUUwVRG6UPrYGVNDJfWEYhrG8bcFRM8EtZL9yYP17z/z12oaVluD
amO8opHn/4lisSrsEbXlks1kREFYbcBnA9+s8DLTmlglDqtHZFf7XBG89+0Rnthn0D8YRuE9SsCQ
xM/S/EsEMxAytEQEB3WCakM6oryLRdnRcov9jXR/VCShLFxDxUB/LbAAbhXesXJiON+y9wVPgIAa
0Y/m4yX7f8in38hpIZ+yQMi6IgE58bCSKvIakE1Fz/cAOmGqYUNy02YvMBrJrHzz+fPTZD5JFJ3r
Sig9Ly9v6GADGR6Tt7t3LwLVlzQEMWTm2t6uEj7TcG9O3X8T4f+0bZSu/7aLC6Fa1X7elxl28arO
M08Fe7BNY+pbbN9v7lFDhFoiFJBflf4I+3v/+gp8YXL3/viI1gNfv+ro/ZTAHvY3TMNDPe3Oe39/
Ry3hxaXvHMKxbHM9kbDzTC8o0YtQolOiDi93UODG4rWxdwmtiazwvNXZLST632t260xrIet/Ma1V
prUwDf80prWqKSxszD9UU/ipom0IvABAG0GUrs6JG37p+2qUTiNkIaQU4ItxpAsweLS6m4n3otpA
rPVWePRPW87qN7dcTDcSuVaNRdwy1IS3kdfRlUKvAcDSvsohyk97oXeyWKjNJMkyO5/RI1UW0GpU
TggwoJ6HAY32qyxvKMeXp6wXX8uwon0+1Y6iJQ0xhp5fG/FPFYbfRiwvVLksThLFb8A40YmkRx0u
UnJCWm4kMu3hH2xR2OuWaAPy8MKSErxDgP78KxL46uX/QaG7GcJCoctqDRDXMoYAw5qx6HNgsUI5
1s4uJawtDKsbDJAndAft6vKeIhfiYx1AZFrRRyNYaE3Z2DVJWGEEe2Ydv93tWUPEo42efi3ravPg
xeRu5ZZr675UO/74db92Mv9o1gt9oim7duA4zFqwK2hyyAurKHxfcHVUSCuonBnnhTVGQCefngzm
AXV8TDXMyF2ObILIRILE5GJLmParwO0PLweSlN4fP16pn/O6G/JYiPZR7zlOzDHMR0jrV6ZhQiuD
2gmXBlNpn02np+hHVJITa7L4RUZjIda20TnUzA5hhd2ue880ATb0gfljKArRHx/fL+8fj3SVkNme
3zCcP56QV7d0IUn/pC1dY5MMtex2of58Nrl2Whd8PQsSaUhK0GBG9qfdip935eLL3Obfd/Er0MQH
p/yaH3FDlPEoKbw/QCThtDQ4wALalKAxCU328VNLdqwKPqLpoUBKVYeWY+ivgXZfJTmgOQPLeHpj
EYdP1scnZe1MLzN//7wzLawoEcsm8n+EErEija6Ld7Njf4A0WiWSBY/N5kjVgLUMIuEpWokFSOSF
tgQJ0FDW+pbJBI58Hk3Y/I6CJLoJDpDE9g/IRXSQy3hBbT5d0UxWx7Tkpn+FMS346x95mH4XHOb/
6Zq2fkmjl/wfpKu/vnT/KN7/cWlf2qhpoy/N91iXf0noS6Cf3/AQBsL5L8jMw0sGyMwtQEpeMZ1b
tMzrV76hXXKCwv9TAGIprwuioes3cJdIb/2nAqBgRRTxW7vCiv0L71L+pwrLAO5LHZjjhgj09Ru8
S+Gfsgx0SoDoAv9VERT19+BdLvp74xYqQ2vjeQnImkBuW7ZbUdDfnJeCtj9N8iBaQaEmJOmntz6N
hreqSrSNULUKMGWBeJnwcmPGAkJrQ6fKW7HqhBX2u5C/bDQq8G2RmQm4e6yivtD8hDFKs9Cfk9OQ
ljOpOckT+Cx9HJUQzYe4vHYzIUfwLxIyuzTm1ipDITIjwXC5Of8sxQPyBRo9M6tMb+5HKa2dvpar
jTpI/L4d/XGX9wZQZLh6RU9fMONv4zYArQxUJV1AwsqCTY2x33Zaz8UnvkTfqZx38ryNaSo0vAmo
7uSuqPtgo89667Vib5xyXUBbFTFJnaFUhm3XBPWXLuubxzL1D8roZYLw9YYoT9/E6i125KJ733WE
Cq8oOhBXFcBxXD05N7y7L1IZSMAYIcDz+LOclf175OfoiFSrimVovLLl9RltNFHPRIWu4QBCrSW2
KoRE0Q207Wia6ggg8+EuD4rmoOVz4SRGhBRwDqBqNZ/l9hj1qVvoAX+s2i7YGSOPXkeDjsbfo7EG
QrroZanwEhDkgcms8igwUdRvlSk304m6WKsTrqyPiaQOsAX5WkJLzU6RbV3P0KkkCoHgoITzuVE4
X9j2Lf9awQQ+Ro1QtjTqpxKYV0HqAFMTzdK4pj0obdKiW3PRoffSXHJfspjT0b9FNUDuKedwo5Kf
Zi0EpOnUiGgx2uXafalcpN4gU9Hou6qKWmee5Qxoem0ttNSfJej9ZVpsx0niK6KXUvo0xZKfES4K
bCHqpKc5HuX7tGpUdIiUuNggTRnmn/3Cn01BbL9ivyr0/ml5SSFdqBsHAI+LuWm0UfkstyMi2EHv
d14aCfUKvbCD9ptypmjo8q1LKvC5eRx/CXi33yvCfKJUTdBExWUWJoHks4AGanoprxQzL7nPD7dZ
GJuylLWKXoTFpQVYlcPFc+ikc22EwAoMfCIL+r4Uws+gwJAWcZA95j6f3xtSd59N3PPHJ+QKUfnd
lDWgagP1F7wYyO3aNSfwhqRkbRhjaVLL85zNgtVJ6ngoZgWJ9Hqh7zpByCiYeO0MY8hRpR+E98ko
uF0GlrVN6nkGGJcue3JlAAhXY2sWD70ZTVp7TOOWeU4q6W0UDdUR5cHNggFnpVabrZAlgqvKrUwD
QHopJK9nFw715Cnk+3EfjFN5rHVgxmthXLhK2aAxVDoIZ/xkwHaMq0dAOesrer/wffIddl/nFV3i
FUPQRU1QrsGcm6UYJ1Xy23D0z6WEuNM072OsQxOndOahlA+qp5ZA52qhfw3FBcCfKxrWAgOG3R/7
IMEzxutAYdb4hTZTilGrtnIin/1ZrjzF5zSs7uCpqZqRyp9Sd+D96BJxeW8NkYoCCoRJiCK1sYnX
azoISbpLkmlYweP64VCwYWm8IKqKyuvaNbPhZlmiVhE7qRmlcyFMT2orooFXFMqbj+mQiYrvyJDd
BIJYwpMoQWH4/uRNYeL7kTRL5yDSURYiDmRUixpwAu3K4fveumOLzOBMDQCqA1lbEITFjUQ+1huU
AxXnOc4CyhVFiJZ2dYJuxPk0PmaFOK5ISXbB72cGRs2LIqYHmC1jWS1Yh1XfpYLUngO5sfh+Oo6N
QNtMfeujxKyjzAQ2V7Zyz5+QsqoAKZ6pSiKvaMucnLjkE91Q+vI8AqF5mOtLOOl0rjsgaTevWowY
raFZXSWZfBy+i2LmfLybP85Zl1gSqyKrUADlH/pBqZnchPIwngcuDMw+V6e7JOpyqvXtcGxa8RVD
Ej1Z73r34xsvz5DOA3FL40UsM1JoAcy74OBy3sHpkkj1UR7y+cADijzjhMIbNFEByHg/ZSRtotkq
/aKw5yTzn+QwQFvCKancqtO7F4ij4hT7lbiyIgJzSdyQAVgL8kFBe9BCBIxSWnhVEwDpJuDE6lFt
Z6Db673iZdUg0ixr/AtwX4g6ApWw9RPJTktjqzUjYmHj8KYnPVLgtDxyOygtdlgoaPbIa4OZ8aCj
SlEhHspytlfW8ft0JQXZVkCrh3ZsiBIvKxJTxW9dQpyYxgKXzNwxL9C2TcoJ13c7QdkbEvrE5YUd
tKINbyXx03llCxe0o/O6IYuypqE9Oy9oytWndsNu/CDP43pop+OUt0RvJ9UVG3D9dOBQOpsKil1U
c+wa1bjCfhcc6HpfCdCZsqRJUAKWqSVCGou6HIbzURoiwN82RWNxWpNQzdDbldVljPyWFgDvAwUD
zECUJUkAMXy/uN00CK0WqclpSnnuoA3cLp85zgJhoxuoD/C9SR4/rWzo99PTYWLAZ6soAiQMr+sG
v6C/DCZXNPn1fOY1YwaGcYEWeEkzQyuTasHV0jmzgj7INki00zZTo37x+TqwCy0XPH6uBTIOXG/7
Waw7HJ9FMfl4eEtfLRseNHTUUwuioGiyzITQza4rYxjnkF/TOcvbh0JIZivo6sjR9cnYdT0wtcUA
rfb4jg+f42gadn4QNYeo6xC7idJhq6VRYc2jjBbtQ4led+qUUrUR9JqEeRN+kvsm2YhzTvU40qgf
qeUhE+N5XydyRdpRfu70WbATqRs9qenjNW7MBv/bfl/XXlRh2DL5hl/LvPCo0QATGPTzOY2BuGxI
UbeVhiGxynmc0fsvlDk7zYTGi/XXLkNld1iiUNvosjsQ0YM4+Q2Qt7K5+/Lxmn9/0DAqZv8avAoy
FCWQxULdkJSqTzp/Es5xm0hvit7lbphXGq2yBsWYETd+0rOitgWfX9N0flgP3FnVVahZhibJ2pIX
8tooF0peCOfI11K7Djmkr0+GsCLpf6B48BBgw6igdQWq/HJ+fhuog1Dp9RksrndqSXmqmgodLwWV
W6He788zW0lNYYsJIAlou5q4IF5JrZEJIRX1WWnj4FkpBPTAzo2tKEQA3x4bEoVGl6/ccyHp2E11
UJQMb4kkQnfnmcC5OTF6VY49pEF3jmFL2CoXiie1yhuCbKz2EoP5WOE0DY+daKBpZdO3VA9nWBiq
nJmSDMjcKB/QRjvWmjVO872k+5+BsTMM7EtNWHoz5mHMpab0u7PIy1BAIlH4HIlyt/V9ad4UU+lv
/SRF3EjLAYDBl7kH0RLDdZCIZg5nRQgrzE5lJXCUORa9tGlfi0D/KudcQtt86ld48TWi+t3hZDoS
1tCQdR5kYiyOgZgbwAiWyvpciwMyy6thzEih8oGjVai2rsvKwyHNHFmrZdvQu/Hc93oCXHVxDj+r
IadTXLPZCMIc7nypCQ6wstpXpWozRzEif5sFZfFVzKPMC+peokkVRFujhJOgl1ukvZeKsQPAcW7J
XVQe6oL/zCdJ9QjGUMuEEwTtIKUhxN081Idw8I1z35a6HcaIVXeC0nhlJVdmKOUqjbos3HzMIa7K
8GJtwB50kWe8GSS2EBq6OnaZ2ofVWfLVgBhT4bv+VMmewvWTp0aFsmv4UHf7oTspxTw/+ZlufPKn
/jnRawTUm7C1ElUJiKjUE52MZDpMnBx6qiTkrx8P9Xu1/kp0kCDIK4DxrkGOMGZwcxriLs+A0MWV
53SSW9eY0pJKkViSYkwVs52V2fr4fj8eeWjzkmJgcaDZS1dv+e392lRRA8UvzzAz+OduQk6iAcdH
HRlww0ytujGUWlw58j8yNJhh4NMyisOg2S9TtzNNh7OmDqpzMQoqqcVINMNWBiaAPPIrIusny6kJ
PA8FxWAE8INnj+t7VW5wKz3TC8LFcXAo4mSgUZjkXtr5ye++n6HKkgFWDV+iCi/v99unZWoYQgcp
znpjcPdDORg08EPAufFlbwlcXO4/3r4fZB/0cc0wZEOGmaTDsv3+fk3TtnXUR/B6DLXqzkKN7ihR
2Ntq1AAKV/XR8KHMik3N992Kmnn1IX13ppiXQZYF9WoSwlr5/taj2qllrGKqkcENn4BCP76WQjk/
trlyECtFcuC2RWujiBcPXBWhS5JSKps0rIFLI3Ad4XKxMPU+754TEa0RRrUB6iE3jMSIHBWXNcfx
MydA6Ph6U7u5LHG0krv6qUv74KnTJmB5G+g0PBWRLVVtjrS8fkITi6HttsVc7D5e5h8ols1Vg7Of
aRqKtJxrWftTNvQgoyBMG+T5+mgHBfYJBTedVsyGHw7k4lZsx28OpN9N+ewLYAB6yY+US5vnMp8j
mA3GUxtWz+LUCis0uyzpgArDw0qBbQ83gqyBB31/S7kX4kKd9PQMUuW9UdY5tOdOjeJZLSrBHDqg
fkhamFv1IJ6qekburiGhZXtWhLSus9DqMh1ykNNnIEemk8VlJXJpuLa2jXiO7HKQ1HPRRPW2ksac
TP+XvS/rrRtZ0vwrhX4eekgmyUw2Zi4wyfWsOov2F0KyJO5M7tuvn4921Yx1VO3T9TDAPPSFcQtV
ls0tMzLiWyL0ABJiqX1fygrH6CUh87GeMTBhFnOyqdhsVyMT6zYvrj3oj0HIn5cs+BZEf0Q7YOhf
IQxpKoVgXXqS5t5pEQ23yjROmNMrY3hVLmGq76ido560ECdnZsK18f736+hLOGK4AQ3sEG4DJ9El
npANPbD5tE5PoxRAKh5JhvaeDxqmI/VJezcNeer9/oIXAAq+Ja7INFR8qAgJRSn8+dvKBQigJIqy
E4krY836wCWodHWBU7kYlNoPJaHti74O7VKbDR5XGgxH0XgNFvua5eE+zB8smgGEFvMnP99HV5sU
UEmYnepkir3ONCMv1ahIOAuCmXfNuxoEULKHIxqb9A1UWgBTm7LHZwpS/dgHNXuJkmuf4+u2BouH
EhZkFRAWxi5eTteoRcMkvTgpsc4eKAVTMg8GhmPBiHD8/Ye44MZ+fAig8SgMUS8DP7kEIkwmA8tC
vXAqGzXlgkVpyCewLDzUm5A4fZyH645ohasw7LBKSKorm7RbT0PE1oVSJpauSQRIQpGknqKEDSeZ
CPDmVKBwbT2v6JLsWV2q634QmCK6cmgvuf/F3mEEZw3Oa0MlQOU+f0BNkYJSi4A3aizHYHX0YHGB
c7IrsUhZXvmXyyx1vUpVhCTjQjeIaKAzdejFqZfC97in/hCzB1ERjGmL9dDvdAmGyCgOjkSKYZoL
OsUzdGW6SwHyWJms1lce++82EEPMp1QzkLCg/vn83MEMSiw2C3GSCpTceZqZTjqpyToujVvkf/Ou
mG6apJE2tJpv1Xzo/Gu9qC7DFkAcLFMDUM6CvaIAvEgqQknpIAAVw1EBbuB07dzZWip/5DqFC4Q2
tRfKlLmk6DHrD1BWnvdXkPOLSgg3wIhGDCxfAm6XXLr5SRKmYPPk+lS2PQbIzQNmnjXJfZHIL2FT
SlaTRJqdGBWgWaL0VxKNi4X38+KmtoB3WBXA0j5/ADlr9cQwyuYUjvGbKk3aFmB4fvv77flDDPXL
umOAykCY4R3jIamO3fj5KoZe93M5GN0J0CrziDaE7gxWmuNziJpPRFWQSRlio6ghmgzFUcS1eMA8
wygKbo1yTk+pYPOLkYh0X7Bk9IiSBo+TWYZPYSPHnqaQyFWjsXMLMnUua1vdjTp1dmN47fkC2Pjt
wECQF+FNEAzATbu+2YwRxbxnJXrsjSz3yEhNR56iem+kU4Mac5CcKZnMzTyPYheNFdrghTS57UdK
uNyomRupjcmDqkcDvUg8V5Urpk0/xY3XU63ahu7v3+GPVh+f36EmY8kzfCqgIjhtPr/DvFfShoxk
PlVm/J1MbLBUU5LXWW7GOhf5rC41PUNrhlgdvCCcyucwap7SDnhxnaXxaynydteXdXlkUYtJFFHU
uFIZwS2UMGNTFh2z9VwMN3o0YdxJrxe2rgYUM5LFpO5IH6h2U4eZP1ezfOXRvqxBWECA4wIIwMwI
0DoXq4PkEs0HFskn1A4tb5JROhZxFBz++QsExYJpngq4WxQtFy/QiOXBHINaOXUZWv2NsRNOmAkN
oNyIapcp7Tlihr8oa2OEvXQoeF8UByX3ivA+bG6KIo85mXZswEAcs3DC1s/q9jaNMZxjiK2JorkZ
QVVAhnsdJ/6VQPk3Xx+oLDpGEBNODFOmF/XAMA3hbJgtO3VU5DYVKfo4MIHUXlNHzE4jbYyvPDUw
QPVCj7gKmpDXYSJ2WtVo3NCA7PQTg0g8GTAsqh/Wc8S+9yYtPb3TzXUFOvvYyyAYmCRnb6lZRy5O
ITR6U/vQ1kMdNKeqQgyfmNmVs/sSPkBwWPI11JA6wBUVYP7nha0k2pBFkSKdxpRMbkBEC2o4PGRz
Px7muS93tRSZ940xtTYZOoySopO+H6p+tsQEZjjWYreS5QketlkNCUdIScAejZgJz+LM/v0iushp
cK+GTHFQLywN4Lwf/M0v9QNNBW0Gs1NPQpIUAM3CXNXlHFuppEpXSpW/vRTwQvCdgIWxNz6/lnAa
5iyExuOk5kmA+qvCIB2IIZwUy+v0+6e6zB9/PhaeS0VxjfT5h4ntl8ca9VYZ5rYkJ5LMnZ9qoWLn
U4h2kkTeoP7lUS3iVcbS0JsU8741J9U35aCy2zjEPFsFu0NOxD/L5n/cEzOQzJkEGjHEhc/PrwkT
5N1ck1McDR/IpcsCM+mN4JiRgV75qheFw89L4RDGBwUwBErr86VSXY6oDg3CaVTyO8mUJ54WsWEb
khxyKsJ+feV1L9nc51COCKQBcF5gGgIm//P1Qk1gxc+FeTI7Il4NyTQtJWSpXcRan3EG1cPjOKgU
zROjwp8DJr0xvWdQwxfjnHIDJcehnEJHg5TrQZJpsJrjGIMUAX6CdhPJdGWHXhTNeD3APsAqAQFd
SOpL7HPoxxx44pycZxIVtjSrw3eilMSHRghz+jK1W9VFrF/Jii5Tw+WqBlJDkIwmsnrwxJ9fUl/2
s6n0eXVuOtVYJQLUU14YpTvl0nRTt1CBFN1IXhCW0TZWmPXNnEeRo0H59vNz/SOp5i7+XotGfLSX
oszv479/F+VUx2HU/uumfC/Obf3+3u5eysufXK73f360+SnnDN/FIpr89C9O0cYtuN33ejq9N13W
/ut/4E/++ZP/2d/8U4Z5O5WQYX4XXdEufxvkLsUnLebSROO///r3f5Jvghl7//Ljf0k3IdBEAIQE
ZflOwO+xxof3pv2f/ybhfPoGzGyp+WRqQIuGg/ZP7aaksG+mroKRMFV8XAXh6xfxpvlNgRYA1PyS
BIMgof9EvHlREi5qhmXdgtyHXAu7TL847mc9o2FmSuWdLJV5yvtIriNnJGSdzWBFeDDTat9C5qfy
XJ3Sgne9kUBhpCoepHUzTOHxmMBYk8/hdqjNsOdqnw9vE+pqA0b08i6Sq6HGIVw2OyiPotd5ztOf
+ON/rbx/g572dyvvELffX+K6+GPVZC/FW/NpFS5/9K9VqGpYhT9OLfDj4ORxiP61Con8DeIO8IaL
qga4FLLOv1ahSr5BX4FYhrxzIXWW864RXRth9ar6N3DbCsBlzQDJDBb2r/1x+BnCsXV/7sc///1X
ZenngwWFjkINHaSfoSFlUEBZf45hSNiqsu8gMdFHgWmyXcdBl4eo7yHqCSV0Wv7lJf3N5S4lg7ge
Q5kFcTDUQAoELhcwQq1BcaeYETDhIs64HGmZo8YAEpve2M+D+iwrGdq4Bi06EweHPH+UQnTsrSt1
8n5/IxfpKh4cKK6BbB4+ThzeOMY/PziCtdEOjRD7kkRLXjbzoACioORjtKmalyYvMBQZBzsXWkT9
utY/wmY4QyVIbG3s9H1BmyOSq8LLyXBLgW/yMdeUk6oFfpvIEJaIHO3Oa4JOOBCA2m3Yx6v5SUWt
yAvo7q5YuclFE1Q8Dzj0hb9lgHApZJAXJ3apV1Guj5W6yyMrjKyu5t3EyXcdISNuXE1dd7KvZWst
XYWtW6M0aI5gdeuDWa6SjlPN1yXLeBdrBKK69prypWHOrDp1xMfUwvNWacqbndhNYpvELsPgVRRC
EoR9HP2VdSdcGZVNqBVqp9xEXs+rhBuFq77pUKRLrhHxeT8kvAQ3/6A8Z2DRqBc3a2Xaaao1VCuB
nsw3ZnFvSDkn4jvUGobhQ8FBMSi+sANfdBYtLT2zzd42ZQ9FT4cyvXbzyO46a0ZzZDSGAN8KDwka
KkAYDaVjbJen7gD1BzSG2bG8o0/kCeLUCSnTwRxQIlshetE1DynjJtpPBbaC7thbkCceBi2bcOpj
ZOyDOEoPJuNQtMiGO+ZugKK7+T5iyK1qi2g3E6v9HtfQNVq9ZucbzKV/rmRfN3maAevmae5N6Fil
cHWX7Ogy0v4MmISg+/x7Q12GXvpoJLIJX/HV9HODp0r8aZEucHpL0Awj8OD59RI0FtnFD3NoBxPK
W6Qa3LwZ7t1gB1HJJthPaPZ2Kzatm23HR1Ph2q4orBaCtdAOX3FQMGta1y4GWp4yDf3UeRpZY7lD
KTYCqDj0ElcGbtpQZ6Y35hOw++38lL8WO6Z7eWkn448hoqo3fCDLR3aLiZvm1sRYS9lu0ITeKp+n
FXPHe9R7MHYZDp5xlWJPRTxzQDBHoKFzq/xIPsyRJx8FuhnIqx7zHNGvCsKcDQTo2HzzIdlpwsYL
fUL7cSteVa0NzLNDb4/0LV2JxwmTa09sO3vmDrLRlfne77O9eUTJK03wmc0v2La1g+qq6rle8/ig
OMWxOGqYw4f5nxpHZ8hE42SwDNkq9Z9h7b+OwX/DmfBLYP3inzm/xEX7h/+evRcv/+2P/9V8fy9Q
hxd/4Ej847aGSwjOobeXP6yuiF5+PSJ//LV/HpHaN3ADuobkHUg8ytelLepfR6T2DccSpC8L9bZo
fPBbfx2R9JsBuAlZHDJwAhOOgaPtryNSk7+h6yg0dz8cNnBTXJyIvzshL+BXGHxQVYA+BqoI3sgg
lwKVecSRBa5rLadRj9HtVMgq5vnOQVX4dYH8/07T9VK8hqk2lgE4HVL3rwSQrXASlUbRteajF0eo
AQEWzn19eWhtOb8uOV8oByaIYiEqzCI68oJVXY3gA563JpZBQIh+l/qGtRgXq+d9R3gz62bjj81M
JIxMpCIoJGc0ZtXgAViZK0zpRVG0VI3ArRZZFNJkBafSAhr8UqiHZp6ZFO3Z0ZwgUUe0bc27Sl2n
LY0yb2qnHtRvEdValFgBFP3abLV6xqpDUmSj6eqUSPSohCGTr93X54oWOQ4W1wLgQLYGbZ56ycyr
pCKFZMTrutAzMTmz3GnjVkrNzsDkBFhEGEW/UnWWNd7JaVHdjwPR+lWqmDFlltIngYGwPUjTjGZ7
ZgFeVDOmJrmFH4c+KH2ajb2d1gkE5Vbd613Dy0CZ5Oz/WZy5FTl+XVZ4vxZ4//oPK8b/H+vApYnZ
f1wH7l7qJnrJsr/Nxpc/+jPUoNL7BvZt0WUCtvkZTn5GGtR5qAih1F3KQhkyRkS9PwONAjufoWhY
y1jT4GCWfh9/xpkf0WlRp0Ovo5tIpP+Rme9zKg5NpQLNKPsRB3EtYKmfdw4sIVk+yHF+qke5thRY
h2aZnfvBIBzgPruSAH/eDz+vBoXwwivpSBy15W5+2adGEg5jhrrzROMGLcWO6hzeDCThgrQ7QaIY
KSGN/V8+yt9k/39zTQ1QIcpdCA6A0yy//8s1gRJGapePKUgWejPGpvDHdvTKJoafQCAfVNNNbCpX
So6/ea2LCUrH8QGnxJfX2hu92Qkly04q1FN+37JVO0JLIbFNFhvXLJAQw+IZfkHOQB8BRAd0ADsh
3usXss6gBPxPJhsn80aH7k63SWyz9E0euTKGoA7eYgM2oeKxC89KcpN0e9bekMJHmowoLoe22lqz
8gJpcxLYXfTGwjcm7sbqIeoOcr9q+w+irRhmtrc2InyW3GrNjRFtMgYJvRNjkjg0GbnHmqe5RRUX
omk2Ws7ddvWqiWxtmxwF+kiRt0ncav05KvZZdDPTJ0Py5hIaZS/QT4TapXqUtROD0aBRkMirKh/K
YytLHtwlHcWQ+VH1pRCzzhi1yIkFK+LRNSnh7kaqR2/MexBhGBSut9aYreMn7SF9VUsA0IdZ/55J
+Q6yZQsGvkochia2tPydyU8TO+vspUKGOfU4IcqjWr1WSWo3kAiU6nsfPLd6wAuTh53bkFW/dPhG
AUmqx2A+BoXdRK6M+kLvMAip1i1peqQJmsCRByne1COKCfTrgkHSVDZyuS5RyhyK2FIDbkiWCNE1
z4RZ0glLu043WoBi4qlDOaR5oQQlwooWV9bkRU6B3YdVApgJwl4FVjVI6z7vhCoJ6zAfTOM0xHll
GUaArszNFNiTrKGRSBDACNnEZFsMVcwnqboVrXaNV/2yL7AZZAQdJDYQiUD9//kWYG1rYbIytFPL
XtqpjSyUw5h2D8kah8ZU/WcA9vLAgK6xJxQTbAq0KJ+vpktq24m5Nk5ZZ94FURlxanSlVfTJdqyj
9srVvgSaBVYD8ocrYt+Dvfl8tWCAm7cjY3Y7QjPNyVjZWkvvaBms2iHfGGZ8N9XFNe3/hY0YHxVX
hU0IRhOAg3ATXqQ+EywfspbS9Lae9KeW+lHeszuzDWQes7RylKSBKToyRqdJMeKHMqzlMrqN8/5o
DAXjTcfIKkf3TgdeXNsYk9Pvoy9d3vGn0AS3GJIgFSuOAj66lHDEqi7lqRqa56Lc0c7D16aoXpmv
q7aJNr0x12R/Sn3FHVcyVHqYooRcp3Sk9xSLEFMMO97rXDu3fiJZSxP3eqOsq5W+pt6MNu+1jaZS
5s7o8IwWfrBG62d0wxtsFGSKZQjoVbi0XvpjoQ6rZC69SdtmvbgiubFvXsNztFY39XO2Dt3ICzAZ
SqVWIXEVRXhiByf96fdv44t+EZpJvA2IbGUFhDW5PADDEvb9qUrNM7sboD39HqI7EeyS2AIwW2hW
8EE34g4gh3rINngRUFMHsl3WbmWCcOb1fRVwCS2NzuVu2CTv4hXPQUtQ1fz39/nD4vb1q/3f+7xA
6OpQHoa5j8xzsiq3Gma3MSta1SichS/50D1WHwre7SMaj7vBsX9UborttO4cyoNgn6peEFnBLlqZ
fhhY6omsiLAmSHeEj876IrOlys4iu4zsOd0mmsXGuzayCxjD0ZSz5Xpj4QSD0DF1gIRRn26C1XBQ
juNpknhLeYnORxVwFzgD7KrzgL6Q+UYbN7PuNgAnxGEKXmTx1LanorJIzbXHbB+gFarml15yLHfi
RsUUt3ONwWOSe+W9LenS5XvTwV2BxMIQA+3SnJGioUMeRD07x/fyWrlRVvNNsm32+d7kui89aPcN
z48dWlWjqWzKw5HrLZ8bqzddSbGS1hqe89HJYLURVjOu6uEAWCyTrEKx6sbCn0N7go45NHZn3Ysq
p8BcUOiKOxtABdOtoOTwCVaaowDb3CYbHdzZM84dyqAZWVclNp2bPVdnad2t2EPybDwou36fu9IB
Bw+pML4CuEvO+IDgce5krmtns19Fuo39UAmfaLYkXCnxhhmImJOljtzyHOP9ruiLf0h7vr5FZC1w
sC3yr4uDakqQ4+QI7udgF+zi+25NVtEdWvnY2baKLHl0JCjGhRs1FkzwZs7znbHq3GxTbGJMcDSP
YjWiQavmygVXHybUrLtr7eyh1bv40qiEF2kUQhokeiiJL+JuqYmxQjk+HTPmxbknlDWs+Kx2DezH
MFMR/zcpKvPGdPJwFYbrEkwxPRr9MSlWsrk2hk1TPmnmHfo7NBhHGO70yQJkOwV+goGT3+FTALfS
QpL6Md1EGPNac3JE+V3LHKog7S2tuPkSHsoP1XA6cRdOj6y+UUYHv09qKwPeFVnTYDGYaag1AFBW
3FrYsXqGyLmp7GlYi2RPcqfO7CD2ssiNQ7/FUESCF6xg25nkJhPrXr6juWJNyX5OdyXGbCRLkEX2
FyfQ0xb7VoutjpowNd4ZZG+aNjZm373j5qvWo7KTQJLOu9dG4cQ4p90mUV2RHnvJM6bXCbmiUfho
HGh3RgFHC3HSDnkIUMxMwyPiZjSooFiNTBB1O7x2iJHwsmGJFlHK5WT2WxZicqYBTHGIFF5TOOtP
NDr03a5hsduz+5jeotsaz4FlmsOVdOoylQF4hKYjy1YnwL+h1bk47nO1MeYZ8pxCa2s4lZJVYEzE
qQK1seaKXjk5vlwNEiC4CQhgGKAJ2mVyIeeJZog4rU8hY29NjdSNpMA55YpivF+pXgMuwAJ9imM6
AChozqE7QXm48EWfH66NZaPRYbs7J0ZewSxTzXZcFN8JDFDI89dRoslWTFdF35NtWFV2OoS2Noe1
b5Z0XQtybYzBpRQD5kuwN3Bs4aYgy1MIyutfqzhpSLRYjkb5pLDgoR4i3UXiyCNqbEPSZTwKA68l
OFSl/Gim0j6u6FE3RI5qRD7SScv+YSGL28FBDg0Gsi6KYvwis0RsGsNcVudTUA+eNncWDNstN6B2
M2dFsuccKtkF47tyLi9B5dfACAAOxnQcy9CpLpYPIJO/voUxJi1lopNP8DvBD582stVDlQtgHSvv
90fZZTarw20NlgoMHRA1mMEvlrcUZjB3i7w7tVUrcRE47Ugbrs9RhMrymZAEQiJFu3J+IlX+8oQA
zCA8Rd8jxH2ITy6esFZLUpelekrTtWBWnqwi7c3M4P0S+zmztMTv0NIkhL6h5wR9VJIZQUHeM3mn
mykvxZNe3WrtKSjvC/kwjptiPE/l/dS8Vi1WyXiOwCS0r7Gx0dotsuW02KSzzya/qHbT7JdgJTQn
ATmnEDgPtdx6zKnd5r2VrGjlp6pA8EOFx27m2olnv074WB5pjF1/KDBfxPBz+UmuEMA1aV/Nvjbt
UulDoOaYVd1qID4LJJfi6NUejfDUmScq7iuKSsinuBF2I4WuSr5n4l6fHDHuG3Rhx0yWwurpMZPh
itrUua0UHybFRM5ma5g3jOKhc1vKPDnueZ+tEflnyTGlB5bcqfNejU6osKlhB3gmWCpSaa1q70Hn
6f2LIvYFOcbVbYby1mjXieJFQ2n30yrBu5Jw0NY2lbYYymSXOXNqFthEBxXndt8jIVmseFEUvFP9
uYnQeC+E88fLFAsdIURzLCYUO34dW0JflcxRtRXqZ4Pe9t1thB+NU8OqybmZrJHdd6arEEclPjAK
eP5quHEGqykdkmwG/YrG6MupjbQM/nh0CFlalSCqfF5eFXybIdUD7RTFIcZ0TQZIopK1vBCkBHMm
1VaslPTKrv2STYPr1rFngZzDua4jW/h81WgOh24sZHKajTeIB/MaGr3ZkauQM7FJq49G2sspjB84
TMMjadchWQeFpwRQKd63uYuA0oxPEnMzusvHnZrvYxWttfQjQymgHyflGdMCNI2XwBOQNNZrSKVD
QDvGekoODWzdJMGbndaVcHvT7tcqxYiXnNwhq5sPAdgz82hCxi2jwSiBqNHtMWkrsGVIrNl67tGN
VF4XsOg072HharrTQoj9FhiejHcnr81jn+72M/jy4SZKHgXoRz0DNRnnXOm2s3YsKRry1/eUrMPe
iuubjLgLgxBfIaPVy1mp+JgLEQ0fMYrhRRx4UbOwpirDqSDqKSbrNF4qqn6brfRDgKm2w0ffc7Gb
MR/sUaO20lnBxCE5SCYM0Q2O8rweRcXdHCXpSHdltM201+VfwgQer/w+MKy8tzMMxiltFS2QF4e5
K50ndPtZJ3QXFTvMmuNKasmwKqNZwErD2Uym97GHh5PAII9XIPCPrRhXuVK6pOdm9mzGL1OyM4H5
mFYgvCk+R7Gjjr70Wh6UZkclWwk3kBsWxn0w3fVdb7Gw4ur0EmpHUoJxbHba7EnGTUk4vFJcRr+h
fEBAqG+m6YV1WxM2p5aepBgCi24LC1VlBe1JloDZCUvq1gVTeTXaoc772a4ND7RRHt42unCC7lWJ
BzuRUvCat7I5La9sQj3Ypb6MY6DeqSiuE9TwMTcw/SEduUHt6V7ZduquIh5a0BjyXotP9ctghwp6
s0HBDymwtMsMjYfVjR7sg2Sw497T6zeC2IZR1tCjx21vBYO+LepDo98rYeCnIcrxEv3BnBcdFLLe
vYpR33ZtvIrA9zA0+ijHV/Rkyem7DMK/yktwTxjdLryibvhcubT9rsQWzQPEdZdQsZRCQe1N0BkY
NWJmOnFJu83LdYA5GKlddsD1uu4QkonnxmuZvenkVuV1b0ujp6deFyNn9pPJDtFDCH6Y0RWM3+Fj
esXzvfoqlW40e3ngyrKdnKS7TraVNzD+DMVL5ZLBMYVlpk497tLIw3nQH9s9CCs2uj12uY2DJvOi
1ZS4AfWEjEFduVOl6ymzy7s23QBWdbOMY8gEKPWSk3Al21sY39C3LLQK7PpmF3dORF0DM5wbB/Eh
eoLlRzyHG9MV+/RFOoAhzxXen0anWw1+B3T4pgOWaqwocJdT9BzCFilhilN1Rp+K/ggpcaWBGS83
yYPG5cCajrWGyXzFlZpP+ZrgouEhvKRo6YEeAF8anAvk8nlqFuopqRMGZ1IJh17Vw3+EgwujHmO7
U0wnkQsVGxS4Vph1tinMTWYA2IHLbB9pyl0jUXiq0ytnxpdcGPghg5pKQ3tFiGsvBfJmVecxPD/j
KYmyzgp1WEjToo//aUaJR0fzQoXCwQt5ILs4I6BUDyqWTFD7x8gqSr27lyP5oMk9ivz5pZXnw5CY
V2ImekZcplvAKgFaGqCh8ObBIXw+mYhBJTVJ0MYCnTPi2ZIpOuP4AKLiGZHArWB2CPhIHEPxC3Wf
SF6EdTrfZ4ixQOHLFXtHL8VXhB80yANk0WUbqpwgr7dG6YlWlTX2+1hHzNhM0XtnHObhXckfabOR
s9e+O1TJQcDQ03/MzGUEKJal1BbFeDKJg2lIMZ5Tt5BzKkDhOa1crIEE8vvJgh3eHB2BTAqOqHpV
UHscbBX20djCjhkWPwIH8xBlawZY2dUtzVc3ADQwpF49NphmjnnzvLYBXaFb+GQtw9UbJ9yzY/As
PoK79KN8FBCUiA14FPwcWCMMXjec/il9yF+Vp2qjrNTn6Sjhn/phCKxY5kwGjcIHYeNXEfpLP5QZ
bjJ/KlaEbsfhWHiM+GX+2qffp3w3qhu5d6V+Jyc37bCSmoIrYL/i0u/1c1JtZfGY20W1xQafVTeu
1kq6MQHihKss9gvimqk3jhCyobzhcm/h//uTfFs9pSXPnybA3MKiwDsVRDaEQJ6hF9xT/Pr7AgGF
7tfFA+WZTNA0AEnVl2pkahkqyKybT5Fik8ofDT9JtprmKqMbmGhB4+K/a4atxitQcFwuLSxs7dms
7Fpz+vK2oK+d2AOLZ/MO5legjJri9TEvMYtodnVMYkX5lvCwtJpT9iQ9YkSS2GN4nwUwFEHQOMOu
Myh2kjvqTXCeHo3MSidXCK4ftcf+XvmITsX94k45htvSxw2tq13kpvgLzOcMwi0M/NwGN51LHdzj
qrgvX/T7ZZ47RK+SbqVnhPsPiHooFlzNFQM9Q+2u5DFu0I9uqJ+VXH4pGpv6xqqsea3coj2VW66j
50JYkDxlTrNqP4AE4uDEpMUnfZfi1nZkh96ZFlSPXuoZduOG26UDcWjJbu2ggpFeEgA02FCJRZ6B
tcjnYBvcyhCO4d29yW/qKvQSYDwJuvHwaofmXHsMe/KNtwbR2hGu+qo+JBvI0fRjAejztho4dhzk
f6WTzBjV4AzTWgeGqjhz4cvgrPq3kh6nfjWRc1TOnj5uTQxTbSz8Xqzx5VAoOD3JT8VDujOeOhif
8El2+V0FY0kF8NnBrzqAKcA3hDtirhEUeoYVpVYlLHTpGQbfbDa9tGH9TgwY1JQ/NtN6AIaJ+P7a
+9RjudXOQO2dIfJiYvfHtLWUu+FNf+93agsWg9f4mxjPwVGmULdg2/i1YWWhFfRumXqN7qntPs12
MnOpZuOHRWoVcJ+9R7AbY4BTYo2JzSZb7txAXwemXScboriY8xoQtB5x4fuOhmMKiDX0je5Di5FP
nQko4t6PK6/RdiKwSHMzoDRJnBYunMqD3YZh4K+w2wGhjs9YLoEFYBskIhTSJug7MJFXqoivEAg0
rAvTA/EtPJFf/AaaXueMBvl8yjsK8eSAHR7EY4beu+A7opSu2/Sk1FtD7Q6FcJieq7aE/1m5rAPi
JX+qsP+TIl40DMDt4NiAT1RVwa9dUnkQmY5i6CLlpDyahTk5sl6CYRWgNUZ25ZwC1fcl1EAShcwA
LhxQeV/QCDkLSJ+i0cNptHO/Wnf7cTvcq5jqazrDAVsDItpZsfJo3Y3/m70zW3IUydb1u5x7toED
DtwKCYViVCjGrBssp2CeZ55+f2T3sU5J2SHLc33M2rrLqqrTBe4sX8M/PJcoiYiNRov4ReyN5wm6
954uedzvY+B4dMwV6hEqYS9COzV3BUJZ4cr+Pr9MOCGZXzNsQE3YJG5qrdJiTS+z4WzvhbXJ0OVs
3KHfWNlyQXXxZizWNWVZu1L38cfyoT9MX5Dl0+PnwLif+o1OeN5P+/JGfIH1vstu2818HWwjUIXJ
Vtm0N9PeWCdbeqtv/HsPhPfX/OtwW96jD0dc0u8NoIXxvcWR9BHT3JgAhutruOxtcje3+zG5ywx+
x9rYj7FLxxc5G8KhrzP+Qn/tUePK0VzDYm/cYa+8LLHxTt3z84N/CtLwF3XPfE191z8UYmR6Q5/Y
Clb+l3leM4ehICLGyL1+gPOzLlwNU9D5lvzWM3DQEGvhzR81cGpnpbzk39DFKBuX35u8DHx39qr6
yYteQs3VfC3fw0NTrKLn4nlRRLkuH1PQpT/7fLk1nR/OflBcA8tOZPqrVfOtJ2gxSkooMFbdR7HJ
76qH6J22ybV93107V/IQ/wy4n4fr+jZ9Nr9P1+Iu+eboNI5B2dIU5n+V8Tp+0eG94SMNoJPJkXZj
6sunOsvbtH9s/Bu7uR+cteIlxXXaX03j7dg/du0+Mu4Cw4tqr5NrRV+XmhfZBB3CwxpRX6fZOvpa
6a7maBuF3mC5dDGM0pX/0LCWQLDidda4ZsxpWSVvDnRJgoKykpup3ZfdnRBXUHHFBGb7LmncULoI
ESr5rdLdpe2D0vpugk5g9FoG136zugSUO0uyJZ8R0rfc2QAckQU4TvfsDv6sP7bzAVZG+aDoUX7T
Z9q48vvR2CDaPV3I6s/XQ/JigbovqDqQjCdJ7aLwEQ+Dkhx8GspuG9lEzLq6LtTkx2Qrl5TRftEM
j9qjNHfIOWCxQgklTpz0LJ241Hs0j5ND3Pjlep6yb6bIu71uJbU7td9VjYA5USWFbbFxAD5Y4Qik
PM+5UiXXVZsJek8No/pJ2bZ9BC3U6VrPCZrvn6dOp6+FN083aOmuw7s14GEcb0M1dmrcxll0KGen
YLTTcUylbNcUOy58hG73+XKnVFIEDZAGQiwR8VZgENavKuA3CFRSOtlcNml0sKN5uEmr6Rb1cdtL
mhAuXTR/ryQVFTLT0WayZwYtoW15tIYRmDbS+qavqRl5nhopI4gG0kGppTBL67aMkgt3nHP2ZpBY
RKpjUQ4RvBvz5M00mVL5Sa3PT+IfyARwSdN+lT4rD8bWfPK39nW2KR6Zl4ZPwXXxU38j1DMUjf5J
Uc3O6Neu6siT8d4ovIwELCeabLTuPqPhEnlK5CXJmpTE9NeC1o8Wcf8/dca90V85hyy+CbSb3HfN
6oYsr0rduF4BG9dNdMsQa9mYdr8K053Wel1NEuEx+gTOrxgIx9/lgubto+IfBtL9eBPhyv0ra5lu
+EtdWUXfis30CL6+slY9yINmAcP3QO0ZoizMbtfmPnpriX5grCw3it0wXmO1VeJENFx4xb9AL79/
JMAK0SHm7DFHgAVmnMSABIYM7ddUfZrL+jbvsgQGxWi6achFWSqjWPHVfu1z7s8yIbvK1AdD8z9i
Jyl2DEX2nx/NZWxz/GNM3eRex7QA+j7EuOMvgVI4lHyy+ZMQkcYUJ30wjKHf+tF3TXRkrS9TX1zF
w+hcGN6d9oHBMzNKQxGFYwx181dp89sXketl5sgmyp96R/FaDVBXOcYwSaUP7S0SNLNA6H7+qOdH
m9EVRFoKJiYcZ/LziqG1jaZX2VNcxP2mtm4mXfoUeWTzcZZ4f73Y8iEBAgdxAunpJPCOwWhGpWny
XuPqHbosCbZu/0Rb8WVK0UX4fLHT5Iw/fhGqoiMLwpVr5QTUBchZpbkdDE+4MNByyxtybcHI5vNV
fl0WJ2fFRBMFTCxwatBjJwc3NnTEnyvZP9l3NN1ova7GZ/SMBrlSZz5/kj7XpuiNrux0bzbrQN2Y
5DsAWvOXLtoV+U0cHhTnoRxvSnMT+9vCMeH2eKm5Edm6bDfduB6qe71+Lpt1Gqy1Zjsqa8e4ahII
3Z7p37TaxqJQdG4CYzMZG1TXHX/jmIyo19oH5SRTa+j1ZI4yWEfP2bP2ao0QeDZ65Jb35F788/Q1
6Vcq+o3hRqvcgOyzd7vWLRgZYlukb9roaszuY8sbfhXxc+DaitsDvam8St8E1ja+abMr1UeIYdvf
5dtLAmunUz+2csHLoUpCeLBB6h1/j4aqZGGUqt2TirKNI/sHZnyr2RGj27f1e2cWDyHt/M839gyX
uCjNIEwFEXCROqAXdbxoboVDjiKg+sRMMqYMHNdTZoUbzJrBdvWNsYYaS0uoH69ypQ02VVFeGi+f
PzYs/4V1zkgXKtuva+m3cKAGcxAO5pg/pYrxmkZZ5EIW8N24yqsNjAKxjosPFCbSC09+HhIIweAx
4S5AQTnTF2i6KakjtEeeJlk31y3qwGDxzNB0My1QLvQX//CW0fHR8RqBLQEW+rTBqLRq5w91wWKD
/VSp2lWTpxDQqo9w2BdKXnLbdqj1O4yQ0rK4kAj+YXWQp8iak36QmqHndLzHBfd9mEdT/aTkqsPM
YkbYPLjTO7Nam1F0N90OVYzRtB68Mpl7//yAnb9mFB/RkMX1A04rofd4bWFEZdDbeQ3VrYFmKahr
VCw66k6uRgd54M9XO7/SFn3JRfib50QV4yQaOoNaA/EzmyegFe0Vjayh3Y3KHKzg67/qIgxdkZcT
A2YYgJ+vfIYFBQLOU7LFNHJBpeji+EFDnsZS8F84ZNkEyK1Wn0Pw0Hn31LXKTV7rfMWCkfTYWsrK
4UJwQYjaGyPaSScAglmmqtciY2MNhnxqmLNf+Hlnb4b2vo2cDYGFk8jndvzz4jJVAOMG6mGqWtvF
p+Ij7KvGk0XZrETCdJ9kAInhiFGmk4xE5pYiugrf2kgw7MJJxmvtrthkknSv1A/CTLtNnYF4K+ML
P/XsxABXRfF70RdBBBkC9fEv7XMU2UZUFZ6ccjG4aZiYOGWlub5IvocViLLP38zZBbpgslFQWWxp
NFIz/Xg5p+kaLQ+s4mmyRh1IObiV1O/SC9+guVyQRxcoinxAaBYqNOLRbMXxMoNZ6wUKTdFTBVgN
wqojvujaeGjCeRdWUXErDdBqwTQzBDaq8kaa/A5HSfW7sZMPvho4+8J3cEqbgfeMlnndy2S4L81I
v0k0egpyfkemjdFuHcsHJ1TADc2d5s3iOzrkFBX+NycIlR0/g24pTWGRjvdOZdLtzh3DTesJtIFK
otIayrWS+MXByfJ1rLdsAB4529JSIT/THfVbu3+c8VP1hXMAVjCZbbG3qnZCt+BCenpeOfHKgCHC
j+F64nI62ZkmQhyta1I0PtosdgNkZd1erYq1lWqFq860/KK49a+7LtkTzJ/hEg6rVnV+qq16lwh/
o49G/2YIB/sI+gC1cGoPARTjQsgRy4d9urOUdcBpyMNg7p98+JXIg86x8+jJHJRoqw+9/qC1UOuD
vhWrCeNbVGcXzaOSkqigcaozXVRrvv2wq5R1iW7YWml60IB+hrHDDGnciW4zDCd2idFto7Rpbg0l
uGl9TVx9fvTPbl4OInwAmPGAMky+uOMzqXd5rYTm0C+4Lgdudb26ZcK2ClQA7LYzFKvUHrv1369J
mFyyDliehMrjNQdhgtO1+/og4vb7nDY/szB9S/1kl9k+VyHTL0UNLyTkiFKd7RFZP4stiDpniSvH
qya6XguZtuMhj9Z6fieNJ8vp4Oe8olYV1N0q0N7N7A42UltdZxLkDgjNCKVKh0o1gK1ebaIoWAWw
eqbMVWFmRHaz1qnXmgl0AXqWwQwgQ3yzWkDA3+RYwKq6qWn7wQAS/UOPAGRqXMWIoWYHMd73YHzK
BEXqfZuurWmT46eiUw69Nik2zeVLpn0bqk3DEK8zd4bjOeEH4N80pD8IQ5y+ema8yOLKfsvlesjf
df1mgG6jrcBKNXvT3nQT8zBgPwxL5UZ2rhPHq278QGM2oUeOTEE+7hLrzpAPVv3i08WTb0ZqbOzk
IeAH14eJzlnhlfC7R/qx91O5nuyV8oXYy9grglZuedYCNuWP2iQ5FAsudeCQW628EJzP7wLUlfm4
xCIkSqZ2EjVTdRqmTgripK6DnxhpcfrRPTpUbjH0l6ScicR/OCbLl4BXHwLZ8sxO1swyFUHU4dAZ
3iAeCwiz80PTsHlq5ZrNxkxpF5jvlv3VKe98NrHwn8L2PeyuG/2LbvzUjJ/jQKOr3Aflz1S5C32E
JjZG8jZ3W5BvXXHjq0xiXjT7ZZq6lRG/Bb1w285ZOb5EXfMxQH+j9ZlrAK3oQY4MyQ45+iG8K8Q2
sN87B6BU+UM0NbqLdDHYoaaLXA3Jhxb9GG18c/xr9AJXJpyeQZrulNNdp58yNu2uDzHqGHBcdgdg
dMaAIrMx0JqjvZy066kHJMFEzSlgNSA30E50JuHGSqaAXYY0gv5TM39ESrnKtT2mfJRUNewvBTh/
Ts8geK+KbNvz0ye62jX/VEBkGnyVLusr2JiVGk3oL3CnJIy5+y/mPxAIBjry9Sp+7YEspa6wH+vy
ECc/DEbIiXDoCuzsMF05wbMTPEb1l0IeVHAz4XsBgkfeVA71LrQi4G5ZfPD5MYazc4ptV34BRAWY
eVynOhgKTmy3Vcy1DTqdfnS1s8Vqfi24+Vw/XC06VzjAcV++iA/taQzXzME1A4hXcivgKxiuxQ8O
N135qDwyG4TpfTNmLl36aFvkrlFvBiJCuzIAc9C1AcOGSgR4Pq5KFbW3b4N4VZxNgRO54I9Z98O6
SxAtcKtwLbutFV+l+dahQvbRF320hn+chsbkTli7avLi2hsWTh56EqNyG//62+P00NZA0WHJNeOb
Gk5M5b50xZeRaS5Y3CFcW6/DD+QxGOohmAHFkDFtLZ6d5NpP3VxcB+17YO/S+R+r/zpzMm0oLMgs
/ppYd+EmIY5xTpiNOtui2+j22h5vQMUTCvlP3t/WylMCPgpXErEe4XmnwAdus24Tl/cSuEjefEuW
qfK4Sppdrj0a/Hil/NFrj3365I9PMSPHxtxAGbHrneReL5KXPLzL/Xtd24pgG2bXRrD149uku47T
66pbinx9vgIjmc8PWn4jtXVueJl5mIY36Hx6/9KlXrbriofJ3o6GV0bPdQJB8KB1+47xv/8m+Dzm
cWc6G8e+Bc6emVciv8L3LQQMdS0ZSxYX2k3GeU4AOZhrbsHCaSR9Zzls0RYoavWHmTFgBMIUT7mV
lbeTN2nqUxynw26u5PBgtJWxarLgNh9FtPYdP9yGKr2UqhN0h5MRUREBbq5KSIKtXm9dS2agGTKf
QQqSj/2zHefPrb9McVEfSC0VDMQCB8uBbLVZOG6rMaAP05eqh8YyjEhHTbBZfHNaXVuVVlaBme1h
n9gbWWGzmEpQn4tTZA9A6/N7/7wIJTOCd7hUg6gFQA08voKV0mxiLVTSJ+Grw16GSB7r+Rr1nH41
9xqXcQ+lxQ6+jV3TrFQ16C7V4Gd7wg9YWIILA3KpwU9aWGan9dZsmukTJZxxG5R7egKTV7bGR9QA
IGxbpJDSmhZxPeFFmSfzD6jjTJ5KDvrn72LZ/aOMcfklhsOsZFGRA/pz/CoQUQydNO6zpzlVv6Bj
yd09UXcVJLxbKe5NRGQvJalnCdCypNRRawV4SxF4UobnmZ42szBogDZDu0alc3DbxPqul469z4wA
+kQndrLOM1Cxjb/xjfqhHsWzzmV4XdkTuD6ZvQSi5v9mTzUpUN67bZ2sHPHTGrm04ECPF97SL2zX
8WuCa4CHw2LxAzLtNLGOZj9KpqhKAMNxPnotD7f9qCIe5Hf9Whsi7GTTfl6JgKJJgtmNnSzYtwAt
AoaOXZ72nhE42nZS1W4rOgwHq6Zwky7QvMBvpIePj7O1rYUJk8VAMpq22TZaKa+mAuxVGEbfJySf
bieUh4ZJXPKpWDKX04eDmMmWmAZkDuskI22mcvQLY06eBNSK1YD/7aTGV5+fs3NvKh356t8WOdl1
PzATIRIfOE2jMu6YrcyLtLoETcN/GTa8PysQnpQpDdkUGXTZOO9V95CPaenFFhr5KXW3NoiH0YYl
hOjiZpk9uSqAhvUcT6Bdwfr6IwymTBpQ/BT7qjQCyAmlYnnOmt3VL6Xy51/x0lIX9LJQ+QN2fPIV
l5EtQ3xilQOGk2QuVjhvKrWnRWAHwy4sKVokeQF+tua4NHmDoIZca0tgWoN94YCeKHCh8M4wYdHg
ErxlclPr5DtuHcOfKJOUQ4cQqtnq/bZqeYvKbOwKU0BVEOXkzWDzjAQbMG3SH5yoJUmALbFBBD5d
mXhMbGPrEpzxjz9MW4QekHtQdaQqjgNMXg55nNa1cqicCb2VYDjoiEiRH6RrYhsU4Lz90nf+evTZ
wyxUblS6Ca41gZXqlbFxdSV8KrLx/cJxPA9C1PJEPXbPXETYTmq/uuujeArK4Cn17fx+pp6Verf1
U3u4mXN/J32nXpeJjacWvjCuwb/lyqaUN8gQb2LlZixudWalhporV0HTZuQK8iN3wsmrplzFiKv4
12H7/yJP/+eXvOB/V1c5cMdGX4/kmxY9wv+rcChRzARWAJ0DJVRCF/v4b1EV538WPSf49wwwaDQu
Apf/FlWxtf9h4kdTFjo6Upv4yPxHVEX7HyC3GkkBEzNmcwT6v1Bv+kUj+U9kBRSF1zpBFZwWykTM
NU5OGWLNoQqLdWaiqhoBF4EaSTfo4rp7H422TMHbx2XS4saIdfFeVdtZHnzbjvGqimtn2tfaWOrJ
KsRlGWvyQU+y/irOalCSKahLQEl+rT6i7lq8hli+MvbO0ngCe5ZE5qYIpS8fjdD0fU8pMiWkKMtz
uzbc3FSKsfGahKYqBUMsh3pTVaI7mHOvCu5RRd3TJm++O2qrgFpSnPhalKM2u32jFqqLyhPqFE5Q
gePzjc581zq9pXUbO0G2VgeMDFbJWKZ35uADwk2iCDz+ADlSX+Udsv0rGVmIq8eRiRdKYECTVOO+
TD1V9JrcqVo8p4Ynm4lXlSpOlWur1qkDatTPQ8ASeE73hlkPbVb6MEtf7zgwVTgAC96ZhexeEcTI
7A81RAGE+J0bFIbr6FKEXv684/VAri2eRb/+A3LveD0/ChqOXGvEqxizaoNeTEBiHcvAGL6pIhP1
am6jKrwp8mJKv89Ooz335dC8T0PDEUA4f7wEATjuw3M60cNYojJW6PwFqjHHv6gJlDkOghzthSZW
JfWoUog1QhmKALekDzMl4RDCHkidBmRslY8gsDIruPQzxHE/2kDZCOUj5tP0vBmB8Wke/w4p825W
Uh+8ckgjg5s08gvxkOQJwLwkbAfVM3zFh/HCLDi5GQOp/0Sps1proyIkxXEp5q960DfOK0fepmRD
Dyus8lVid+X8Q2vpch6MVh/Cp8GfJ/+72Y8NkApVtIN5SVzlOJdanmWhByxhBVMqmnwnOQHGyOEU
tSa9gAiU0z8zTeVsI0OdEdvnx/e4HbUsZLII8i3L6NCwTgWbzFz3OR0+tPvQGlsJ9UabrPu4ABvq
5ojG0VoxM3gKn696+tGwKp8MEHC6l8uEdEmJfhuQZvZA71iGPoy1BTsTJmQVukS9so6d+kLKePaE
FGY2gBCeEfM8Uq3jtQKgr6lIUrjgvkzHkhSOTvpVO+W9fc3kyBQ3bTeM1KWfP+JxRcSLRYdr8TDk
64Bbyxz8eNnW7209awKs+gw8BdxRa5J95scV8D3Hb161qW48nKfLr58ve/ZmWZaJjES8DqMTFHqO
l51xb5kKgWMjQijzXLmaOYx3nW2X3SrSCuP756stn9TvwcimlWmSj4PUUJm5n7puWW0i+nm24gCW
aNKhMFtaW7/TdYRvU2ffWEJlvKbPAKLHSxbBVNpnizMChnUJtOAXYPjkDft+Uomo0jk/jT+WeeAm
jtHkh6bO5+RryrwK4xDGg46JlsVMGxu3ogSAqdYrKcoHSYnohg/nqpXIWxRJLae9NcZ9fjf1OpBz
Ne9S8VCNilymBoloY8B8Hf5ej0PRjMXWZ4Ozx2LO69bD23TCTYWBeDXhL6Mi1CR8qcjH2e+j+QPb
qtIcILrJZElHB0udX6qoV/qfgVrNAQDXoYdaEk92nNwZQySM+yhXteoxdzKJcil2LaDOh1QPrJtE
JaelYNQGG/LUgAwgtN7CyDYj3LV68oI5EvDHOy2PQO4rRSv7nWMEmYGWR4w51Es4p3oEdTmYtXFd
WiE4vFjH4hI6ocDIIcCSBEmGpAykAX+nw1RzV6bpAFAkUPXwvmbyHaO3UGTGFX9G4MxeqIyF37vM
eUT8Lc2xPbkVgYESBNgwh9DRqFKxi/vQiu0423FyLfg15WiODmaQPQAFWnyKApuhs4RvbtJKZKO+
B0daTcZHrst8qK+qMkuVaF3oQMPFJleMKrTcTvcng+HO1MOLCaJMsX86SubQ9qyHZPpIJJUd+rBF
aJXfFODkAsvEnAlEBPIHN0xHG5TmJ5mN1TKxmMP4p+OkKRaouk9OssqReRC3ypiXEkxgMIeM6TR1
HDaJ0caorRhD0xWuiO08ZSQ3awMMWa0YrkUnM+dqCIZMhUZXtiie5L2i3Et1Crh9FNL7BtmyaMr3
5C7lRxaXtnMIamUAvduVppa8N4aFNFkMqg6jApmMk3pHVhgJphiOo9/049QUnt4JfOSLREbmtd2C
eoBSkpvB+DKV9XgVOJafeGVhTPwuzJyBAZZZDAE6tPL6OVIz6G9Fi2STQnYUdHL+ZueKj65uyZZB
xUztwki2g4bdeHvbVCLU5LbMIy0t186QhPO0sgNqGEzwQDzQBZ9vBmn3+nZssJfaDSX3ygjkvY06
O7i2A8W0qo0VO0b8bFl61r3OgMimzq3qWA13o94oIUfXRrnaS4SelrQQVZXqftWag169ibYz1Oui
D3oEfnsmCzNWe7iJFvBHjFxY+qobWinXgaFkA4OnyYh3+thj69SWpYRROiqJKvZYUfNmV0VZzcY3
UQcaRERZIQ9l+FqrrrOgTsS1SEwSUgSLxvifUcTQQMyqqLr7UhRlfjtPNnrPMutwo9EiXekrNxFD
hceXr/bj7VRgdbS1B0sL7pA9D6JX3LCDpLvr46y0G/grYdFOLofDGHdlpLa+/S2tad68+FGbgBSc
6zgdJy7joYXabY++E740vRFFV4zTy6G7zpBBlLseiS498OwRSwLxUE+p4tcrNWut4rGw7bFR1mmj
EylW+DAa6ZdpGET71imZDStsVjT1NbM6tbuxMEAcd0qtt/4dbn7twRgHw/g+taaVXroQj8M1FRTK
JgRb6heEGMgTT9IzPzfDRLGZs1WIwblFTjO9yQqUl6yKBsJo/Z023LKeQJgOpPIC8WPidpJCxeAm
ta6fHC/xh/AqD4vmqrDAytk6QXqekX75m7vw13pLSr70PzlwMDuPb17Fl32P/5UDiQilCU7j6I0h
9jlG6ze3dmdrkG99e61IvbiQw53Mgn8tTV9kURAieAo0XY6X7gryilTMFGhd2ITXCaFidKcx9W9U
NazeVIkIQwrMHfwvIvCw0LMh8+IqBoooC2TKP38RZ7krSSWaMs6ikg+U7lQ9VwuwtbOH2P8IJ5QH
4k4TO9OKLkkIHx8n8isETlUTBBqKIhZIv5OGkBUGsW6imPSRjwOMc0OL8BMrUvLKbaWnXe5JP/at
C3t8WurA22WEihEHW2xQh53ssfSnsSys1v+o+Mp6aHk4ZW9rocajR40+oLUbJXAuGGfN1Kf+1O5s
P1an989f8PmjgzZYTFsW8K/5Ly2p37Ln0ZSVb+vhkviEPgXZthwDgEswtm29vquoD6E6AqNlvvz5
wsfp3iKjskwaGHfAGVt0ipad/21h4HSTEBVtUb2PmED54Ti1W1t02iEnOobbAq7/ChuCfiFnAOS5
+nz549x2Oea/xO6gNKv4NQmpHy+viEB2hhlZHv706lWqi+o6EEN47+ckShfS9z+sRWMHlvbSx0GE
+2SnU9HOekyZ6pFjO7eM59PVaJrJvpTxuPnbxxJI+HGcOMvLgO3kraad2g+TWSmAdAMLOZwxTm+C
Ar/hlQpa6YIU03FZ8itUcMEusq500el1nVReE2h0cNxBsG3i2t7FdeKgNQS1U5QdtEQ7V+WqiBX9
Qkj4w6roPy3dW0SI4Z6c7FxgNyS/uqGAjk7bxwKPs52UU7cWDD+e0K1OXE3pIcd+/mJPBnQ8LArJ
qAAAXIeIJIyl4ff7ebVzizREYMZcWHOibrMYIWLq9QnkrdAy6TlqoKB1os1FN2/StMyQyZtUC7ky
tY6DS7C8syNFa8Tg4RfYHJyJ0+ARdL0flJKsqos1ZXDLLq3T175btP6nKvq3n9J/5VOevfJfgYqC
F9VA7HlOvVrjOtRa0TUVkrh1X3tRgkYryp+Da0xJtratrPnRycj+t7r3f132ODbxyhlDUoASlbiL
qM1Obnmjr4oxrPxmOyQjY2FdDAc1bwbI/F2nEKU1aNWf7/JxTP61IjYzy1SAYptgeHKi1URT9I70
bxsM2kbUWfCQK7G1zUVbvnGo34UR54esDcbbgHTu8fPFTyMi20jTi8+JlhzB6RTpPZaGmlbSb7dT
QdGZpBrtoqhonlMDjOmQN5o3KCWCAnEyXvikTvi7y3MzdFjUvtHsXgrw5bj9FowRakW/uB/7bd8F
8zayYT07Y+Z8r+d+3E0RYlPz0OIcoZXRJu274UomUm4TBIXWVgSXUnR9v+58Ac3y83dyds45RsBc
2UqdVpw0T0JnUUouh7aetko19q5jduVWaeavfcaw7fOVzt4+Ky0qxEDsUcc8g1OaUZV1RTNP2zQC
YTDmQsVwEVxQEpvKl1YJm1vIYRIPlKC9RL/500Mu7BRa8yzOFPr47RdGkNfG7ExbumrkeGbfJojD
Bl8d3u2Pz5/yBMPFTsNQBucMHwa8GDPvk502lGZkXjxoW95As+lSGJZqW6NIk9nJrkpl4xYCJIyw
q+B+dCZt2zaxdG21Vp/KeZLenFZvRoZ8dUChhlyMlt1lSRL+xEvgUtQ53pFF2w0RWh4ZFCYfP43o
49fSZlnFQnYMCt/UtesUo8/5H0VJFQJA4CcPVmk1h6xXZWHiez+of3UgCPVgEOBcCE4DzVPC0PHy
yWCPfYqfoTcUVr/LlTJ/NKv+a6KF/ZYOQuo24eBc50rUep/v0XG0/ffCFskuQAtrgdweL2xmzZjI
MQTsbmj5j1RJhmwdWrWK/qluoT1TGbJ/jRgXvXy+7nG4XdZdCirmVViAWxyNJTj+FgQ0kRSBVU+q
10W22NJ0F+u8GAUKnCC5nGZId/8P67HHfNgUV3T9jtdDF3Ck2UMr3fTRXbFme7hTYqY49Rx/C7VR
vRBe//R4C1LSwZyA6dcp6EjRyzrt7Er1JEaVDzmIc9Ntw86E/FCUtN0WzfG/f0CG3zQ1ieoLWOP4
AYtWdyJtYS0MBkL2qlOJ7UTbcKP7qCJneJ9f0CJYTuR/Oqj/2kD2DQQ9fiiAl0/iSGrgczKWghdq
LHDcEIDVwN9Z93K6JHvwp6UAnwgWIxWyT8XqYDqTPgt/9mY/DzfNNCk4GheY1Sf+6Ct/dQn867mI
jgBdCV8YEJ58ia02BJNhR5oXD+hrNWZo38qqBmpJt+7w+ZadPxcX4PLpkddyEVonZzIbEMYfYlP1
BE67GydE9kQ1/eolaapLhPfzzxwyG5qhFPoqJdhprtE6ZlbGmlS9hCn+xjQ6BEKCGDFr+B2eaoYF
EtNQGv7++aiol51ji/7l1vDbN97JcFB7u1VRFoksZ9X6RvE8GoOe7siLsksX22kE5zDCYsUMdhkK
EZBObm/hdEkf9hEyQZbSVQ9aYVUTlqitDdxvrBt90doWPlhIA9jUcxyUI2Tozx/4D2+ZOE5Hk+c1
GMafbCgIHyxqergeYlYaxnMZEr0l+J2KRgDkHEtujDlO/6owWg6sXCo9go3O3YVb0/GHb81pJsyB
RSuJAOfSAtgF3HZo31japtInc511U/3XXz99DD58GlTcmpDJjhfl5XbwbiHpRLF879V08LQpN1wz
s5sLRq9/eqdLorSQhpdR30kppDTR2OlKAR1IJxkXedrtqJvIEdNk3vYKACMdPOP68438w5cJSRA1
Y8deXEhPK9sI/EBszo3O7TSF61biodZVc3IFJ8DcfL7U8qaO4yhbpjJQMAG7s97JmYl0GrmKnBDX
yDLhhpGi3w9WNNz6oxIeUpElF9b7w6NxQsn7EKsCG2KevM9MFj0iwqwnikBfa3M77o0wQ0d7bK8+
f7IldTh9Mj7/hUMLgB/s7fEZYXY0JEk3zV4J1OodRUiUQNQ0jy/c7OfL0Hmga4f0Dqwx65Q168BK
G+scJCEuq2hnccvbuisKob99/jjn8YW+CogakiSaSNwNx49jO8qoNLGheWoKWg/QruMhb1z9UMOs
dHu/B9xmyt6LoXJduJLOj8gC1QFZJRg600Q6KRRnW2nTokVLrTcGxcsr/cNmNnCr9OILfUR54ez/
aTU6kwwoYVEhsXQST3LqBi1gIuSNel5RcVldsGnnrHb1NLWuq2jCePrzN3u64tJdX4QuaOrQoSMh
PH6zPloXRRbMLeMxByaFo/3shHU9SmTjGUNf0is//QBY7X85O7PduJGlWz8RAc7DbU0aLduy3Cr5
hrC725yZSTI5Pv356A38R8UqFKHejd03Ajoqk5mRMaxYi2edwhigF2BRf/Di716l0ig6+EAD5ty1
Tr+riAlvNGiq802Rg+D+YFT2xxiRrkXtMSDfXmymQ6oqYoUx2ZrwXMqAQQQ02e6nLmIkXgp35c6d
1hTmyjKLwy/PgDCqzH+EV98tzk902rudrfaDoZw7JIjGr22Qh85ubGH2wF7zKZzq8M5sXAfxnrr6
oHeZ7RvEaJwfaKvPjmqTETr1qQbiPcqHLfXU9DDS32WYsZ5WTs3ZdwSCYXMjOI7gMYBlnJ6aIehC
8A+W3PeNO751aS6RPa/aJr13E5l9uX5ELxljSo4HjwoYN3Fx+S0Qa5aR2IRJskwfQj8rITClQ6qC
Rn58XZQb51KEw+H0l59wsMLWrlxb7icjrmrGBKIOvZZQwO4v+qr88eGFzQQZREyAaVDQWfiWrHVD
gGDcvYiW+oEsyf8rqxBkVXFpf7tuavmSU1ThNQA8w7kg2V6CAVMPNfMq9NS+CJW6dxv3jtTC3ruE
N8jlwuQn5bQ2/bHAWnAhqObM1XCKibNk49K3JL5FgzoXKEvIoPyiORyTTewiwTv19HfDzDAePLMN
DyDgIHWlVDfuWwculAYWhC1dMP2bHrf1oVMDpAilTesvF/G04iUu7AyMTTMtgM9oPm5ieZQzVRoe
nX0YC8pDOUxBvq1shBIj0Dq3bgGbTw2Ye4124cws/zlGuwmWrTmJW4q0qNSOLHAjPeOxzgjybx6D
qx1rC4JrutNVTQnCUCuv9dlFmm3OoEO+C3nBknkrjAZtiDPR7+0xz34nFqTnDdHDnZB689GjPZuy
KeZyBijwLOMPK21F7IxJv+9thzl/PZfbIU7Mm3L0spUg9dKqyPS5skx04JLmv79zu8k0VcwQuf2+
sTX7Kexc+OCFA8MxUeMHI29OMVhfi6hqzhrP2F9ia1Sm2Xr93rOq7n4ws+rQxY2WbxqtWkvgLh2Q
P9B1bitYpRlC/H5ZlqNaq5IRIjKVae0CBwrVCvzO11gmISzfvXvIW2iir7uJC3s516bnCizejxjk
1GgSZoNhpO2wb9MYMQ0l8ns80rg3zKI6XDd1YX30dfAOM1casNzF68xIgCpbn+pub6LLB5cF04Sp
BfnVIBP1Imx9uAnJVH9dt3ppgTMyEgjaXHE7a0bGegxppNHvEwdBQeQRH1vgLNTb7PHrf7EEUFKf
h8pZ4+lW2kVJpduBbBvNEMh4XQ23EjTBrqClvuLCltExxxK45/83tdhKL4y10C7Hfu/7mXxMvQwi
lU6GKBNllgIhFsZftC5Kt1ot+pWY59zHz7bn2fmZZ3e+FafLhCc78WQ79ZCSzsriRMl3QRTFX3Jv
GMAZF1kn4NlvnGfhumg7utAwfNG7cPisN3XzwNuR3o0BRHmZKGCPDSVNcbJbqHaufw2bn/E+H/qz
RfPTx5vu0vmf//7OSYTkk4FN4XFvKPXbKPPxpYPDZOWRPYul2QteWNAcYDjJ0RdR0QQnCJUcPnnT
edm9xAUf/Dq0Hv0utvbGMBor1YezgHO2B1USxQfyBcgLThcFykrmRd5hr7LNQ6NoclutjUY97/9u
5oxgdH1gNLpnBiCXQ3lzfU8v3WCLBJr0mbeecOHUfMvUVgv5a7+v3CH/ZFRGp980rj988kQ9+QzQ
5e1n5SjHXuEQubjN5Jp/+FGo+Swc/mTk/dDpHLkcyMaOJNd/aJRnIuOe17su89f6AxfOOCyAcEfO
b7VFirS4X10DyHFyjW4vqypH6Lpx038pfjovDEjAUdrltX2A4ML9p0v7DqW8JKp2mm5X/4rRgIxM
jyUj8l2Yq32nD4lAX84VUPcP/s/rH+Tcuc28WfPACRAPCraLUKYRXUF5uuv2ZkeeKqcMhmWnNgSz
a1RcwpWw/PwzzMEE7URqQ1D4eYvPwGWzXAnibW9lOjo4RGZvjGzgZUIVs1rN+LBDJaKgbenNMSzN
i8XtghloYszR7/b09Mx5vhyy37emTQPQWXwh8XFz0OyT8VONtkA/LN5fZdNfhyKz3TdQTN5M9Npe
9QjkdWhGabr96IeD1oESA6kjC+SUnd4kqzSG3vRy3lmn9x9KqPl3ZgfHQ2QJ9+W6qQW8gYtK3PLe
1mIbG7uvezeZxn0HPGrXeCo+GrWeQtBOlPy7smBv+mRYwkCPtp+a36OAKps9pjl+/YecHVZCKTRS
5h2mLE5p9HTNOXmeJQgODkYIT34B+ulWxBCujGSc++umzk4q5X1UDUhYKU/Pks+npgDoWsLBER3S
Me3uBr9snxO79m4to0536aQnK0fngj1Dd0gj6WNYHuXwU3txn7UqhqsQKVunfJwpRv+yfEZ7/CB2
PsWtpw0rr9vZQ0AeTmONf1GMY85+cVZJ4HJVjtCSD6GOsmQSuc+6lVm/I5thlI1gCgxGJEacxnso
evTitkm0tTTqLAaZrfuMaNCPmvu4i2NFgBdYedaZh6iMq7eSXuaTTo3gqDdKjNtsSKNd0+ousxpm
9Xr9856fJPZyFqaj6c3onLWItGDua21k7xBbbJkeNznXMJRYTnsXFaMdrJyls0ePdUL/zeg+5Q+6
YotjKy0vd+xJmodu0MpdAgb5mR39XYxRgmxRC49Fb6xxBc3n8yR4wSb/cB8BeiFdvthb+A00qhbs
bcHjBClC3njMvU0mkojXd/LCOQIIajIiP/dOz0rvgxVojt0r60DGmuxsc0TQtEI1RhiW/GbJvj7o
EST33Tzul+um+Pe6+fN1srEUQ2agILC25b2J0imcWplD1+VmxX3YeiEcUKla+YLnHpCQgXPKF6RT
BKRt4Q4QgLGLuuzsgzbo4Ws1lP0dHFvhsSlyZrZVG5LQZXGTx/t8cga5FaPZ/aDu7Nkrv+TCeh0m
QaGtxwWSJCx+CESUTiPpjh2GLHL+qsCb3XV5U63kx+feaIYa4RgYXpnZbZ1Tb+TWg69KErFDXie/
bZPxog1aSgNCAnnxGPpg4z/8FXkzXdr8jLUTaS5uiJW5UUcyAgOJ3v8dMwe9czR/rXMz/+jTK8F9
p7JL/YyXlw7u6aIajbdiUo19sEdUhwR0nBsyruY2MFW28lCd7R9VBWZyZ3H7GTwbzB7hXeqgyppM
jknFQ9KD1kawC3CQW/rlF6MRX8M063bX9+9sadjjUMK9hMgAadXSnmcmypuUwfGMw+86yLgdwH8o
iey6tsKVj3XmzjCGwK0P+fE88bZstmleYYsmTZGgMcvx2xSo5nuRTwCTrSm+JxmjFS+maSXcuWB0
rh4j60g8xxT84oQUrVYzy8AKgXfKR9kF+oMrPOcGzwpNVwB1r3IYir2+rYvPSG2PXIVUnJd5zlmW
FVBrSpU9TF58jHM9/NllYAv8PoMhqTPjH9UYqnpllYvv+D+DeBrcyVydWgY4eBEzFKkFTROUeebW
DMGz3meNA8tvlzVpspIVLR7g2RyRseOhBkrgDZ7p9JhWviXhO8iTIwWOrHls6NgiWuNFjPsUxdSM
T/ADmg0MPCEk14mWjfJwfYMvrJeGOHEIQ828H0uaEguCRDGFdXJEj8PcSVP2W1M5/j+jMYpv101d
+Ja4TSraM7DBoQt/ulZjHJs8s4uUQfZyGHYwMxoSusYJMh0DJHS27YNyrFbu5eLU/m+DZ7TmPLE8
FzZPjbotyV/Z2MnRqToDCq06DnZhZHi/gyJFFDPK85vQmOS4cowWj8T/zJLV4b75H4HsqVkvYh5F
w4O+MnBLGhllVd19VXnTr0mMXVwf0TErnBEUS6Tx6IamG9VD8MpLEppbGo5xsIWg1Qt3jCQ1+ddG
WKAGtbpU+fHj35N7SZqFS5hRsadrtGOzKvQxD14hL4ECVKLf1KVSPfQgYnfK0MYVX3BpT+e5e95D
GhxcmlN7uN4qTyflvzpdaPR3hpPBAOzJvF+pFy/gtqTFc1+BuJj/4ix7sEwiHVvRVgWM9lpSC79L
BYKm5aT1d6M3InY+JNmLWSDVehPVAkW/XvuHdn3t03lVbnMLkLd+EQyhVgfRWmuTTpf8hUkBErC7
xTfXF3tQFVPbwjHlv0YubFj3VW6n0a3pqb594U1zNRTQ7PZ5JlSubmxDJNHdx785wCsLulnKV/ZS
ZNfrOoYyJiN89arCvyljvP4YyPAwDvD1oWr+wUfnz6cg3+Qpn5lgKBudfvO6MGJGq7FHy8P+pcNQ
LMZN7/YZApBy0pCQVH7RPwxMoqzlg5eOG+wCJLnzywP1walp5k3JJ4xCew09u5pZZaq2Q5rFW5P0
uGiHNw7WZcaqyZ0XdhCWhLPcDF6tKRluM1l7iBWjMbDGtX/J0xNPwtYETo/EZGFHxMZkCEcLXlWD
5l4hyuIBzEtz6FqRfL9+Si6bolbPjAvh11JDANgK9CGzKUvLstuu0H9lqF1/lw1v6X+wRO4Mmstk
CHDp3s22cElNk/C1SGKE/0rIFWvZ6Y+c4XDlqb60KDjIIZmfPxVcBqffqcqcbipcrp6RMPQ9Fk0B
7XAi4aiMZNCvvJWX3DpRCPAZevbgE+Yf8y58LfOhYeg30l7dOJLJLtH7KUEyrZvKbWbn4i6YHJRn
A2sSK59uvlDvQvQ/F47KMOAgnWyA7sSpYSsvQukoiNST2qt/cj/kN4j5fgHGCB6NNA5vktCFonNI
ZPWowCishCMX1s3oF3A06j2s3Vvcd0Z0RqmiLjqqIii/aQCVxu3YBchgOV3+w62C5FsdZMpYea4v
hCZkr3+AlySSAEJOV023rBwjP4uPueeXb8BNsq3fN3AGuFpmPxM1rA2TXDTIkZ1dODM7y3OrQq/q
pJMS10YTQt5THH4ZmuibUbQQ4eLb1yj0zp2MQ/eTbZ0nc2dG+9MFVnAk1KLT/deRmf5nBoV5rwjC
rJ/Xr+PZ5wPDwpeb6+0+clHevOx3x9ZK9aLUnFgeG7fOvwWl4VNoHzy4TbzRUg+6sJhKbgpnDe+1
Znf++zu7DCmQ9ESmOOaRw6MQes5Xv+/FTaHRq4eiDFbXfgw/+hbOiwVASysFdwDg8tQos9tdENuW
PHZ8zd2UTAiy1egK9W5sPgeyFR/1ddijjEVZibrr7MNP7Rm93pC7R/LoIvTQ3VLisRBpVq7UPidh
kuQfvYqzOagmcUAUReE+OzUHCZMwvT6rjo6AfJYemYCTYSxvs9qpb4S03a0dKO/rRw8Q159qB/6Z
4QqKkqdGx0HIwnYGcfSdJL0bzOAhC5MGHd8estWiSrVNGvf1Sq3lzLODvqJawJM6o6Poxpwa7UMB
GbCJzLaBBIO3ix1DPecjw7y7Sq1mQReNMU/MpwTyRc/+1FgmnbErmlweK+Kdv1oh5FcmZbztpDR9
rcJ8duvnhb2zNf/93bWg4lfTpy/lMR9dZ9gruCX/kExkHxylYNwTQ3O9ikCNDVxmkeYk09oZenn0
pPS/UkkvD/Tesm0IQ+N9OvjtSoh+ft+hGABRyow2yQD0SacLG3gN6sgKy6Py9AAG7wIOCI/y1Ubm
ZHWeaLSvjFnur5/Ns9ibRb43ujgmsHKUQWWlCOzWYnrkZKBm5iUDzK+QipZ/QaMY/ZqpUTcQnYQr
jvXSqfnTJ5hlMykbm6cLtqBhG7we261VNhC25363GzrNg63StobX6wu9dGwYC2AMhyyLkutioaGf
01hLlTg6WlV9zQZt9HaVQOxud93OxQ0F1+bCPgkd3fKym5rlaVPTlsdpRPg5KAK1gWTmX2Blvwb4
G8ZtK5wY4m1Zrs02nUU586f8P8u0BU63s5o6MwrbujzWnNe/pA/tizsVjJW0kbzN2y54mSw5MMIC
40sI+WWrvVxf+ryFJ2HW/AOAYJBHcXrBuZ7+ALvtAykTSxzt3nkwTWk/mTWcIWbeQnoymGuYxQv3
BdQaWCt8KiCyZZlJBjht7n55hLVVbSSonWnT+rW5wXlkL3ClztTS8HV8eJHMjpEBYJuuy3KkK/Ol
KoPWL499r7yHRBeoZsd6eR8OtRlD+OdCWnXd4oWTO0/lwRGBqjRgg/nv7xwe+Pkaas2gPJZSZfsh
rs3qtlZNvjb7eOE6nthZ+B/h9OVQGml5HNsaPiTdamtmcwGnzBoka4TLFw4ryTbfbWahIO9eJB5t
kRAQJAL5Y0vCaNu1QXtntJAthmKAuT5LtaLbNLOK0abO6sZ/TmmRBDfXd/bCgeVH0CEg+uB1XhZi
67YyEjNu+JZlOFJaYpQkgtHmloBkuplUXr5dt3dxh4muPEY8XOYu5hP97ku2hlY1fWeVR5mZ1V5T
eLlNQ7P7dpqCco2C7+LikI4EgQEKA5K6U2OmU6nQCSOBI5qleGMxPetdpd/VTWw8ZWMefQxnOT+X
dEHgjKNRwA1ZQogNLxqyfmJxIuvqx6Fl7Hcj2z4ud1oyBGusw5cuv/2nbeZzFc8G111penXeJOLI
7Rg2aVr4UAV5+lfDb9svPOoTsr+N9/vj389mwJy5CBZKU+l0SyNXLzM3HrkhtuF/CqSB8jiTez9K
r+jvrpu69PVm2DccNLCz4mhOTRnCSqt+jIujUmk5PBZWmmj3YmghbyJGHsIfeqvZQFyuW724q6Do
GIygGMn/T606oqZcXYXFMZW6/qKSwrdulD5kv4zK9F/QIv0k9Nhbm7W88GTSgWFSjiIEtZVluddT
NnMlVlMc9bBJvgfpWG1UyxT2zu8h7NrCvBRA7zgCrLmNtSKLV0qwFxc9w3hoAMIgvcQNWnUuQkPT
i2OeQ6wRhkhQdAEMNRtN1ca+jScDzFpnyZXSy6UvDNCGTcYR4HsWbh2whoplHOMM+rq4Cy1/2vJG
ytu0MqE4AsL+H5YJrhxfQAOIBuLCHwS5tMpYRuWRKYD8TcuMagdnW/Zl0hlgcBR4MJjAIrnSx7/0
bTnDTO2RTYK/XsR4vqaHVuu7+XEwQ4jJx1LbEQZFr4bewC/Vt9q+tWz1d6bi7NvHz/KMw+BEgecE
MXd6lku01fKwsfNj1SnvU1MaCuIoB9VZKeW4g2gDJjgHzdfrVi+8a3gXBhRnq8iLLd61uoMRUUsi
1kuwd8s8bP/cQ3m+KwHGdLukkW6/ycqWZy0OQuc5rjvv1/VfcCFc4AwTMFDsAtC/RDNPWWfoYcUv
KM3JT++Trog/0z/xh8N1OxceM+zMeQpdC5Dai3DTTKFerDyRHavIQ7C3zce2vaunOhP7pIYe7fY/
mPvDFzVPN9GfOf2c1GBMyvFuekS5kpMkhIrNR+bnw6ncFCKfsrXq0oWTy7mdCar+Z3D++7vHeuoB
0Y6pmx0hfrF3TTBjpVoGTV9lTRJYd424LYek/JVV/fTl+lovuIYZ0OjRYyOLoDV9atqrhZllXpUd
rUiBb3Hb1s8O5WS2f1VBH/yTpYWzcmgu+EAswsgCzpBW5tIF9747KLuxs2Nd1fFniDJBmCSDyH8m
VCZ+l1oXoJTmdvHKe3Pptrw3u9jjtqtKzbC17BhE9U8BNdlDaSu4KZlOrX7C6v0AdPizoxo0hvRE
rE2pXdxmytGQoIOpJVA63eamHM3QVHzhCdmm4+AVD1URjT+Vbo83tvL6D5e6cIQUn4AOAElh8PbU
nDn2mZb2WX50W/WrqZnrCS1UzrTOcNZGei6e3Rnqz2CPyb8Xpoy2DctAj/NjkOv3IeSj91YdDi3D
IYi4JCqBOb2IQ/9ewjn0X1b5zvTikwaVnyV9U+VAOdMu23jVzGmg2c6rIgxcsXXp1PJOgr8GRIXH
WzyhDqyziGnY6VEUbdds08lU3b1Z5V1zqDUv2GWaWYWbrjKc6fb6Db3k/Ch0gbFnDgdq+8XRKdso
ULnmpTym3vgwOIAY/Xp0/rbbpl2JEy6aIgYkvJ7HBZYtrhC2ghaVnvTolFp951dTc9eJ0vuaN8MH
mSjmEB4TvB1ECTMfy3xh3rk8TYxONqZxdkzQX7nxJyjchgxJ+MTjIfkPGwj5k+GDD2d0YLGBHiB2
aOK5e/VUdd2my0bI7mO77Q5x7ok1suVL9wF8z/9ZWxwUNULm5acw05qxBAbfSrgbPhlhj7ZhngWb
yhsKJpka07uRTlOuhEBLlN//tnUGhgKbZJLaXWzrFISaHnVYL1oCwg0o0bzZNZDIyQ3EOI630cPB
fKQM53wrksbVt6jCNPd5puXRSgx46Swxc4fLA51PDrOITsyqHQ14M4tj0Tc9A2OZ90Bjvt67TqZl
/8XWPLsKDHbmNlk4AjdT0qsMLedJidJNUsAat5UJbLtDpWg9Xz9Ol/YYHA4M+nMDf25gnB7dHPii
NpYiPdI3VWg/oOHZ70d9avfMRLT2DUMKbb9tjMkd7w1liKfAjTW5K/iNX6//lAtOifwQ38vYM1Sq
y8HdKEjjocmb9JiI3Hssk94Ktp7Wb5zw77DI5m9ewG563eaFl4zmN7Q4M/E+03KLvaYT5k6jBOBV
9YP65TRGbRy8uki8tz6tq2DrJ365xiBx0SZJE1nqzJS6FAVWptBNfRqSo4+axX04DaKledIPKMiY
+hPTytoHp+jne/QnNXUwB0Jw6XSdPNTjAVrUozZq3qYzofZutBR1e6KkrZtG/ZrBC6E06SgfkhAB
IodlvcbqldC9DoOpASFZq0ykHzKIzNamAi4dGeZ+SYBJunnQFoe3MSJ3iAyfrey07KuZNrK6K4Td
R2i/+XV0U0mf2mI4dN4aA92ZZW4MrakZv0aZCFTD6bVJEtASphGlxxLeH/Je6uaQyUeWzLe5n0Xx
1jHHvN46Qen9c/3Inlvm3MzCM5RuaQAus+6oH3XNVEF7jAza41vPSLOWzrTLVDVU4IO1NcpJHcbO
WHMVZz6QAzsP3wFK4TGlunK65LT0/UQMRX/0hKo/CdExiaAQIoESvv9xfY3npubqm83LPVOqIbR0
agr1iTpsgtg7ZnYzvhatPTwnURhvg270Pupt5/iVljAeB4ADBZxTU1XdO0NnpN6xpfXZ74UGHmBv
xc7wUJT2mizr2dWfl0UVjKgZ3A24qVNjMmWcdErh5fb9ON5HTTT9tnt3fI3Rxfk+n7O1ePb8sLA4
ZjtnbiN7ZuM5NThJtPJqlZVvfewUe7tu6ngzFUHxkKNI/qO3+uGuTLNgd/3zXVomeTywNHjU3DN8
QRgqtxyCunirgtrdlaWu6RvPQkVMBm5xK5tUGf/JIgQTM0IG4PUip5bcxJRmeP5WyKnfDEPrf4Lo
PPoUj2kJGb7fr9g7i4v4kMTNM+aa+w/M+3RfR8uVvTb4xdvgtuF+bBNtr3Rn+E63pT3UcRSja8zA
DIlDEAYrb5bNf/tdt4gHgyzedCgaExvMQ0OntosyjU1UYtJv0kDzp0QUrb29/v3+PPrvTbCR5txj
4FmEbZqg59RE5Yxa6zaW8XPWYjiIWqo3Sn0/zHHSHwaS3DcJ0/wh8zP1nTJA85i2zVfgUOrl+u/4
Q051+juA+wG8JpcH4Ii/Pf0dpVAgRfSp+oEEnYter6UhzfMQWXGrHto2EKA7xOTayd6hlTQegiyN
rAYR6ybtP6MCNdm3UeuL9m+llDkxoBb4f3mhW//yMoBd2QxGGbo7LREAGcC2Bt0Tc3XNv2B1HTjz
ld5sDLvonizptsnfK0ub/crp0hhBouwPy8zs6pZ+R7mqhwXASH4McFemTyAd1I90TJxhQ9ib0KP3
9GifqdR3bhOrsq15QlfPrX2ZlPn0MOrSML54iYao8IRmQLwbyzQat2aRTLCujiILnwwg1eIuhfTd
ubMGLw3vZGEWxtcs44+e21nOCnJice156wFOcOF9JoAYPVoiZScAfaHnVeNPoMbi2WwDVJ8DI/O2
ygyig4vg7vU9/N8A/skmMu0AcAKoHwVSgselP036UmMwUPvh5Il0YJsdScQ2AOMr9x6qZdN+9ADE
GJ/qFo3zwEVDZO+EAq7euU5THOB69n/ocawZ6NWORboB+NX52ypxZXxItbiGP7jJ9GzTiyn67LSM
Qjw6vrJQp2BSvryJ/cooXxs7DKMHGzIQUX2umLXU1SdVjMWNbdFdeZ5SdBVvM9EWDs3rVJPFprZr
6Hvpw9T3OlzjzabOByP5MhlR/6l0a9PfQMGX/nKbGBkmYdfTi116COI2WsdtzL28YgxyHLpbVWgZ
epdphwjakEfiUeR5laaHVgZDez/4U03trbfG0H1isDj/O6Mg1m1QW4G4yLO0Mvk52mPibxp0QtJt
XmTIBw1Grtnpwc37MPlm+zxWwciWPZS0yL1thShU+klWUpgtZQKbpvxGOZWjPVhw0/zwCIzivVUF
+eeqnlq1GcMwdW+cIkqjfROMuc3sZmLInTJBTO6nru7l3udIq43Kh+C5zBtTbvTeadAzNfWMCVZH
jcF2iBqr3mUS9o6Dl0VtcgcrjX6fxinymQ3PWHgL+2lSbABeDfFLUPXS35eGG/u7eWSxeSx1XeYl
SlBF0O0jI9OTLSjcwXvobGF4tA2asNxWVZjam2mExMeiQOo+eKMZVC/kTXb75AgHhj7TmDKUXmyr
/CZjbutjXdbDk+7ULYq7ToziWFFNdXRXdSYyN2VZQ3hnM4pb3Ght4KWf9MzM3CfoMaDDtrV6mhjk
9FPIHf0Y/HoxleK2swftIYFFB708Pe3LH5GMo3Y78MD/8t3GG7eVK+QXHOe8a5DQDHtbmPH4YKk6
z5880U//RBNsqXehEp7MNqmA3GcWfq9Dz9zILumRqWDEZryJ4nAonqZe14x8Y2W4VbnTijiOPtmE
JOGLkfpGe1dVaM9+svVaK+/CQtSD2FptVRYvUVFo0WHoqiH+aXRuVX5udC9XYteoPDT3PRzTLRLs
RaKnf4Va3MbmBmEZT5jbok8K55sO6NB9KATgqjuvEsg75x15w5ar16oX3dfMMoIL0rIQEe4TzYNZ
G3HW8L6HdVNyaxBYqaOt20E8pjZ55SfBax2aWbwz3TGkpt5UtDnHONK/x1GtP0+0BaNN3YEPvIPY
SDfQ4dLNf0M/qB9sI4qtHQqJ4zx6X+vWyxRrY/+TqUkLIEqnt+n3XnbOk61ZcfXotLxKG3yTSfvb
j/T6HiK0AMkmx1QQGAQusJzeFIX+nFZF+m8LyNV50nUyopGanosGelpMW5Gmzs1k+LGx0WvP/eVO
pfVapXVqcLxjo96545Q621BaqBAEmtc0G8EQY7Q1qwg+iMprBLrx0O0dcruQA1CjKTG2zTi1f/tG
PKJOnmnFlwbIog9pk/CH25I2C1RFTQSRp+OVorivsqFqDnqs4rvJyi0E1pUaofsZ1ajgHdPSVt8T
ToliF/W9/7nTJq3aNPAsGTs7dNB+sOzUtLN97OSae6gnvcruOmaWGlAIeR44b4yJFn+Hnc29ztuc
OXG3Djr7s59I1d7ntRnajxI2hg5hEn2y3fukDuNXBx3KZpcj1hIfnNq0y61XRc7LZBppv9Om0ev8
jdM7nYg2lU8GvTXTTHyO7CxUxzwAs7SlQWSmiKLr8+qE7LQdXX1THnj/zWkvW1zUV9GZ3a3elybp
Ws0UybYY4mJ6gD05bD9PDfpAIg8z/VjTNvrNw2ZH36NyHA+D0ZT638pzI5QOmwmQlxNHeXPjyKn8
ogcZeivCrVNnbw12K5nLc+1uK93KHg4abU2w21npys2YgXm8zemPoF4c2t5rCbpjfOiV3+U7n0m6
9q5VwfgFCAKME/2kVPlYZ6C99jCtDy6S9D3n2SgEKoZ0EEX9bCdlIm9AMXXuPtRL0OiN9DTjseuY
jDR2Te9Exq+xaPPkSdeqySs3DqIT5mM0l1DBAUTsZ8Cb0W5D8hj52qa9FMkNhAe25u1giJuKlWB2
0cig5cfsF8hS+Ax4w5kYPo3waJuHbTBm0880cpruVkQqf6kqI2o/hwgUNhufZwR5d5Y4HIRSltwU
UA6tTWcv8s35V1Dbm6d4oRBjvnaRzVsK5VA9do2foZUnyQanfzRUkKET7eb/Xg9azoIkTJG1U/ue
ST3p3p8umLEFaJmUNH/iFctjM6rowYuT+oeCsR2ucsPL4sN1i4tchcUxwWsCBp6lP+YR2FOLWRp3
GSFt/CvI0TyDFF/2T0ZXGI9KQxQ2klW68YS0ePmVIVc+7/nGMvIORnlOKBCjWELrShS17LHW0l9K
yQHFrNFN3gqKUTvoZvK1bGGZGFEjZk/nthgQIRsZjNOFNnXkO3Sm0p9RrLTnlGko9Ym3Q4idwSSD
z2w/Jdyb0umc4HPBiGy1r3RVdfs6mgjKMitlpoBpsuouBI7/YoMD7ijwqqD7jZAUsmi72sjb5K9e
i3X9wIRJod8lQd38U5XIjuM3/UI8TMAbu1tivdJaQbmeHRz2D/pukjIuI2nu4ox26eA2Mh2dn5Nl
kvjxmhvRl8yM64de62oObdWKen/96Jx9PmyiJ0kzlbnbGWF7uqN1W/qjSan35/xqtRsmI/rkvtUo
mmxEELXt2mlZJkVsDkWRueLP/GuAwuSpvaifymKKE/3nkDLefpDSKNsv0Mb204NDCtPPVDgT8zx8
PWdXmrn/A1xGZ25pyzAnNWp5MuSblFnO/FtcWWTpkNURjj2ZsmyN23yM3OB5gqlXJojoEvGVG2lZ
sfw3GWXoEJ53zCUMG9GGevJd8pJF+zCDH/cp8POi2CJvL7K92ZrGmx47vbFx7aoCNSnpn5HeyLS5
F0U8xS92LZ36S1Saoi03kzW0Yge+W4+2mltrmr+trT5M7xgIh4kIsVqzJcoNTW3vIUGXdkiIdYZ3
MOnQT+l2sBuvQYdQJzRO90XndINAZFeVtM/CVHbNsz3xhL0GYVSUv7y4dhD3un4KlieP/g+9LRI7
HWYHqlYLl5W0Mk1gnBnf6BRE+2QqNRSgEv/Jm6xfos+1lQ7X8klwmXsjNWaKixIqk+WLa6zqeDD6
WOlvqEz7ycEds+gwapn5RUdEKLrR/anbmX5upTA8WBVaWK7I1mgdzpY8p/uzi6b4QaNtSS3fR7oW
5UFpvkGga209P8teyl7EG2r3NiEHQ2yb63t8VnJh1SB//+AmADVREzg9+vA8tQ7CbOabZxNVJMon
n4ghruxFGG603p3+H2fnsSSnsq3hJyICb6ZQpruq7ZbXhJDbCYmHxD79/egz2UV3dIXuRBMpREHa
tX53JO7TiMpUfdZSTZ6N3haR3+C08f4PeePN+fIsekwZaDFtPe9I5UTb3+TWt1il6a2O5mpvD+2M
Z2Gin3scY6/1ml6teVj0dHc4oAg6gau7mV3t7PWjM7r2Nyxuut8eAc4PAXWPe0ZI4+lh2kufvFCV
LfmxolChxG21dt+bQ73s4hFm2gGWRXyllbHpmwKT8KMw+0fB8OKNt26M/wF0hQbej8jN/gYBKME1
vXT2PlmQerjg9/md7MTFOyxYOehf3v/6Wzju5cFglwhtODXX+KrLB5OpDrONnfFbkvjxZ9glbbFr
7a6+aRISKvZJlczLLotl8i0LqvYLuKncI7nVjb88bdYPgOSPXRiKMRKOzQewg7SSDgkO3/pu8J9k
a3oRiZSu4hLYeFw6/Srrj3/37jCGIAxhfYDtHh1ryOmX7660OvCWEiMLg7LuyTC1NrJTyn44yOzX
iabvq2KhyjHs6tDrlXNqS/+aB9LmxHv5DVyX4JetEiCiwy5/g16OjL1b49xRJA73g2Egw2LJWYvx
NRxwc115eRTTfiWCrXYE2z5u3Wv0YcgiPZhxkN2P0yzOiySi9/2vupnJ/3uKx/6Napn1ssX+tCko
aRqwTTRVYh+SNJZRRkbYQdNT+yzcwj5DE70W5PDWV3xxI6d9DLi6tRV0e29ZqQ94oDPSMNzK/ET+
SEreGSmt77/fZr96eT8fbSFGO1zfsT66HDA/LvSgw1waDzKp7xrN0iLDkx2C8Ca904R5Ldrgre+5
Er3o2744rG4WqMWhTGlE76CtMvPRVBVXsdKI92M2BZEFCT/s3Uxe2ZTf/J4YgsB/Yl1Aub18ycKc
XdkQfngYfZ26X2VtmJhasNdJJ77yqDe+J+aXXPkITue8DzaLkEC6if5HYh6o5+cKCVVGN4CdMPiG
i4G9E453TXD3xhfliTyOiMAVg988Ec32MjYxdlzwPaedaOVCdB2MEo6i9s6ck+8z6tIrp84bH5Rp
ybOQ1eFAtF3midcsbs8oY9CDutYdaHiOno+yUBbd8f0Juo7Nf3rU6wTlvbix41zK9WkbwIG8xjaz
INYP1tS0h4x6ZFdOotoBFeOAWBfLofOXeh/H4187oa9PXqsGliLEju0lBlXvXKY9QqYsjTlF6EvT
uKnsvQj85f8xa2DprEwSaJBE1lxOUHQ9yrUyonhkLciraaYlkv1QPCISaUJTU9duDW+NH4gQGBUc
RI7KzYLISN4T/cwGI9aJ485EY9CwLW4Se/79/vC9+STAPiTMHEygGpdvJnGF9vSs5KXQL5i/R7on
7rNBCWiEsymWr+8/7fXqA9rn+OEAWtM4trZKy9KaVoaO+FBDd6BZFGT7FC/AYzen+UnP8Zl//3mv
385g3YEswwtB4L91plGERCx0We1Dn+jOjZ0TW5GY4G2uHyf/vP+o7Q2XhbA+ixYLcxE7pa0sFFNI
0sDT3iZCzPbKh9qOk/aXO3p53oUi9drmOEydFAdHEU/+AAySZUU09WYxfKz9wp1uzNFz/toAl0+N
golicyUOv1Id4qGgmkrLcPkVcew0IadiJn5OLsqKHdpcUYBOeAR0eUOaGbfvf5E3BhvDQzzroY+s
oXXr3//nkom9RG1M8eAcREZMJceIb55KsN0DKe9N5BErd6W+fr0Vveyyq1vLypjZrpo8XUauIWVw
6LsqO/TzkH6N/YGmvkr0vWy07r6wqDbGeKiu3KdfhMyXuyBXAfQTq9aJGb71tU08ZdG4mxBVJrUe
h45wVDQ0BDzJoq9/LIO18i2IHk+d0r3TJwLl6MFUx2qZxo+210z7IljMKzPy9ffHuhQvWnxQ2LoQ
X11+/2FJKit1K65GdpWcHbPr9xna3XNSVctD7fjPfzvcEDDw10S0wh805S4fB7eGo67H5VmDnP2h
MfPMjKQ/ZDXN22HZ494T5FfOntfLG5ISJRXLmxGHKHX5SAbTrw3CuA9gO2UXFl21VGEHFHAYjEBc
SxQx1pP6cpADGlSQaPAPY1vedvsW4BAiqDlVuy5tdzZyq9DtevOfSS3lzu0GtXMW4OC0yIuf7KBf
g7jz6LkDYDmVW11599fXa+gLtG3ZujFvIvrq8t2LjHyt3mhNDLQLdcxppGcR2b5JdWVRvZ5FK02C
KokPvLqnbg4IvTOHIU+wLk3LOflY6F56dnOjANYatNDJ/Z/vz6I3XgteOrTQ1dCYTt9m0+gytxSJ
TXJYNvGNE2wZH/yk0q8IKd6YOLwNx8Lql0he9Gau1r4SYBm6Cdos7Y9qSvIiDLJxPPdl05vh+6+0
jsRm2mBYunZZ8EJHSLY5zOcmm7E4jDF/7ZLkR6IFzg94L2K5TYde6/a1oybtmLZ29pfdaU4k9iQm
CZpL3pST93KKKMNT641tLYuW/uygy0lDresbIDRN//T+S74xTXjWaqYDc5vb7mY6+gYmkJONY6kD
CnlK+GE7adV2SDMg2Sd0/f+ugP/fu62e/gwji397sne0DvzecyGHZ0t8k0s/P4FmC3jwmb1DUvGX
HbP/PY/anVsgpyl+aZffkmtt67YKMrpVSHcfmCSkQULxomwtxiAgqGsnyqvNhvOaxc3lBbeV12Zg
ILWJ5Te+fQAh8tpDXSrvA0qJhoyNuO32ut95Rii9ln6dVnd9svNySAXLjLe/XhrEcdVXt5xXq4af
BLizMqnxakLFdvkNFqLFWkernUNJCUgwgjnvy4nUjdyb/7Inyza7ZopTLZFvjinD9uxKZLukSG3t
A1b69YOo++mYwHzYKziw+4Fs+yvT6dW2w/Pw2ePUItCEp26WipPGMS5eln1QWBNouPYQXABTwlDu
lc3g1TdkF6BOAlFF3gARfHMoYwk5efWQmUeWpjyoyZbHOWjNPTv5l/dX5KtXAutj32GgaLw6bN2X
ozX5WucK8vyOFpmlH5g0zokEyuRKN/v1U/ivMURcNxiQm62tRbp4Jg5onXM0Ks0q9mkmTVNAScbT
y//rT8e2SCW+8vbgs279u4HvbTVVyj/GJNf+wjzcvYnLud7BdrnK8H61ncF9xJ0fijdiCLKXNwVf
7hmtU1mNf0wzG29wvVW72NWsuxhjp1zX4itSkNdfkToWIqBPvcfNdTsrhqzPMret/aPtztMeZ9vl
HDe2dvP+jHgJivrvSUS/dc2shFFGS4Gw480CHlyPnLcKAsuojYYbYi6fl+0tKfa9uwtkbQoEN73j
jfesED6pSWhnfMQDP7FOBE+SWgRobAacIZ2Xh2MLrSnKM/zjQjF1c3swiFn83vRO8Qc9cfthrBf/
kYB368mJ8XHjPpzPn8hH689x5pofxqlXeijA4IwIZNdMwxGQ/JcEvuojIt31+8nXpx/JaALjNnj/
npWkn7fzzBlGetGawXKij8X+l9m1MkMQo9gKXa/Vn8XKTYkCk3juB70a1HAX1541QXfI3N+B1ZEh
byZ28jHG0PJHYS6wDAePBsmdgOzWhGw+jbqJHSUeqm4Y1aEvPG04uE6TLjuQy6I6gGIUDU6nuvT2
7mgK48lv6+732FdFeezpA+3jJTYMiPPTMv62BGnZOzGxGvejbaUjvgutkxV21OZJlu+AcqeiPvXl
6HOJcycwrhvDkb1lQZwSbVzuzCDri8eyywW86lY48R/Lnnq558rRIlbSU6u4BYJe/MhPigZufAr7
quHj2T29Ay6iaXMorBHbmVD3MabWDkGXyOm2KtU0/SnqxmlovlmQx4y2n+cvgBNWtoQe3KHgCC+P
QOArc5Hd52Iq0t1Y+cVoC2DB0+G83J2wrF6MOhnA24SsjrK21a4gBoRgLGEvhx7f6VBUS0rWeYnv
qPLjK8/fLvAV/oKmDtlYJ7KDxurl84elq2Yi5eU+dqfqpLzuRzxg5OT6WnPwzOoa1ffV0sMojj2L
4wzJOYZCW/WPY8ZJDpNVnoRVYCE6BmbRHha8YZx9VaJh3C1Jgf8qNCLTuQUR9dW+6ysTs0+9D47e
hAHd0bNluhxA8PV43zSt7kPGs+c5FHDssu9Vl3hJSFzRpN9XPdzCD0hlyMS1Si61D/Mk9NOoLAvm
NhZvDYvYLp4LLuDDFyU8o9qbzWiqnetl9CscK5u8sO1cpRPaOxrxYzFUVbcbhFlCF/UEdyBAjLL9
1iGj8g5ppiX47ZOw/LE2R5U9ZqQU3hla3VThetz+1Id0sPct5M3yAVtiwzqOSk+MG1Oa2b+GLTOn
DPWG4ipkv5DB0+iZ9T+dHMQ3RqpwI2NYlntpdOlw7yGq3I9jo9IPY1dk+pnfOqU/MwdG0WchNYFd
1TJ31jG2kKEfsfH2iM8qMzLlb9yMWEHoTd34lE7YTB1nLajyKMgm6z6ojDn9beG4cqSSjaF/gsEE
9t7B7Bwntp6ogSRCEOd2oWvItp13WdoW5tdGiWaqb8Y0SeobEMsFQpGUwiB6RwSeClPATedkUpVq
u6ENGvFkYbc2fXCtxfituNAZ+D0ahjjiwRRgfA/vsdjHqP5EZLeuP3x9f+H9D2D+79IDJwGFWhsC
CAno82+mPqzbkVaTX52gThso7hq6OB7so3XBJ1oFRyl0WPbtwfcK92M+xdO/gWBbeKrLmEM9q4h9
C7vWhLSlaOz0NxCt0p+6XyYPouIIB8W38QnCc6tGLM6CEFbYmjpR7EpOsxniXmqWj8zxUUYlDMU2
rOfFUIyXXlVPgybG+pnAPK04OH4RV3sdvmwalU1ptXokRl1P74bWM7JQoeNDXKYnJZFc1WSP2b1W
yDTdl/j1DngvTlXif7Hnzl6+udriO19NPD1++l1ieVFvG31362PJIMJe6hYm5OwHZv4QzPHgQ5mI
kZAcereT8wNs1so4zX3W7wvk9vIQJHnQtnwmy0ojj5Cn7jvInhfNeR3jaZXUgTrJJXHg3STCmaH5
xk2Ds+kyVEtoJFLEBzDH7ME2q6B7SMuyjL+5bjG4YWnrc3Ob9l41H6Rgdd/HuahJMGIyqihOLSR1
XasB1YrC6ebnEbVIH5r6itg6KVGgGTxu87kdx/JmDpIpiwhG6vVbDDb8+AzzP3jWnCLxM3TJ09hx
SJotRs9J6yn5KUP18nVpi7ifoxGZtqgiYgOTdlfksIF2upVq8y7O68zZeZXvaBG4RlK5UWdyyqGt
rGyfpCNrLhYCOYZ6GEMXbp/+qJdJ7P2CT6EtN3K2qmKvkrYf9RDqpsyfubI4n6em7LKP9J2XnYbb
lH9ypC9+wfg1/ql7VLK3fP7VpNCb5FfF+hE3MDkYZIm4otF2sbOYR0uX0oPUVlnkqU/C+hp3VuqE
SdynO45ObKLTrlzmH2U6BMYjGkFv/lEHOE0VoWFO+cOUJXkK0zaePiKsgDJu6mrckQ0HLKuGvLwR
lVmhRRhrwTyO0wQ2vu7H0gzz0SnzT6U2x99trVbWY6qMhQGXo54cIDYVN86ozeZHb0EEcdeNfkDH
qB6q9CN2RIU0j2NOlPIt5EQx9jB/ldU2Ozo/WbFf7LGcPy7G5Pyx+UuSP+yF+LLQSg1WfRjITHXH
UnDM3YjGSGJ3PyOEsiMp60X+8FBJ2F/GOLY1ruVu0U3nxNekfYLI43uH0sisOzTx3Xgz15DO7pOg
8azzEmuFscsVBBxA6SQTYbL4U7CH8WPmv4HPhuDM/+VwTcXGpd7rXuMde3cWeb0TaTJZ+0FoKQxg
1EwBzOuuq78PRmPl+65zzV96DA7wa8AUrtvBSFXiWeut9rNtoMwJS3ey5uOMugGbPEjo576fsvm+
JRJ3ovXE6bLPMVy/pZuhce0bBm7PIXzXoJfhrJf9QV8zKacIF83kq86Kru7lWPSfmjIwtX+5fVno
I4iUrk+Wlo5GOEnd+C30RF6zL9peMRCKrHA/6DcZLjQqNzWEtCFxYOylY/sPG/BoLPG8hBkK9x5j
KrS4Bsom+FIfruzv21piFTmvgDHdn7XG3EbB2dQuGaY6y8k3OkGMtVX1+a3ZG0G7K9su44JZdemP
vKz8T3aJ782+Kbzae/Lt2eLOPIET3GmlSPW1CDDsJqzAa+N/KEckEkwhTCvkjltYe43cXONLh4bn
ZFcI5z+gJ7S/+I4yVGikWMrfunVf+FdcD15oAxenF00BWCvc35DFrvjY5cUNF1bXiIU1nEYodPUh
R/lw37vUnLVqy0c561mwV3Yv0zAQU5zsNL371qIAt5AQJeqk+fM3GxTkD9lAeYOz9Tx8svvhtx+P
5rW07fWnbH8qfocmVBNOOVqAlz/VBp9svW4eT2gg5xrdHtLAKhR4aJkmBgqp7BBgS/3B08epOqyB
QNesH19PQcjHXLC4xr3Uzuvf/weCsfsE1DB29ZOiO/gJuEftG5QyFiceW/QkCu5670+/FzPHy5fW
iT1c4wRWePZVlc6rqtrXSvcELULqkBVWgqo/cBk/e7Ul/QfC6Qo9GkTqnzSTpsEctrPpLZHRe1ls
hrgLBt5zNnQLnFUo9sNHKV1fEtrllFhxj31qRtz48gdEa2b90OagOVfe4QWGvHyHF10eVYFF8w2W
3uVnE4jNjGSqnVNGxVU+++3SBojP5rH9ZZlJ4j447bDEISOYaHutb4vpWCcFFwKkLc7yFEyKU8fH
9e5fZ54XJ+qqclB9GONX1h0XLe5+jmM3ZGOoxlH3whTr6Ds78BpzVwx9P2RXkJltA3qNy1gr/v81
u6n/L1+nz4WXwS/1T6Lzx9uaC9EjHfjgrm0m70/fjlrEP4As+v5MeP1U2q+rNBdLMVbAdh8K0NBA
/aTxWyO+co6tbIPxphqRNjyJfM6Tj1lgKRJusFq8BjO/rKyLAQTvgkgMkYVrLtq5zbwvM0ujK1QX
Z+RtASE6flcdFEmz4jkFEH3C6RW/BdlYNhLIrnbMxyRrOudgizkuw6yN9eGGyZg+zFIObRnOTevk
x6kwse8S2JbuLFnjsUd9U/7b8Y7Woc7iOriiEl/Ph8uXWFPqQCzJj4EttyVQia5LelMvtZPn9oc5
SMWP0VHzH84S54mzUOxnI+kfq85x/szOEl9p7L1Q8TaPhzkCXdkDNyfIYwP8aPjLVJKXO9t+7/on
11OGj9guNYodqSAZGaFWYjcfPHqkDYe+0z2ZA2FkyHmywvtmCacSe9PjbhtHZAnExU+/6NP72Yv9
6pAtVJtRhRdaN4W4pI7aPue4aefQ7n1TPY3EEN7NZmpP4WTbsbYf9JrcjBCjOvu37WiIWyGUoZkQ
ynDVPm2sRJyBqQLz3M/m6Idzl9Xat1pRJctb2xpdP6JPhfVR6BiKjPeyaugcvj/ht+TGtStJjAEO
H9y1ADi2+305LgHdMF2eR1dMS2ghMjoZ3TI+0DavjrQA5DkAEA91Q/yuJ984EQ6rfrz/I7aThvMe
RwoYD/QvoTdte/RBVeMk4PbDuWyBf25zFH99yPI25Akgj4amZUlX39lGO1oHzan09GynlX7NT/2N
nwEMvnJL2QNWF5DLLWdaltHw80SdM29urf3oelPU17oxYRyRFEaY+DhWOyLT7oepyMN5yK8ZyL90
VP47f/kSOKThyLnyfWE7bna9Nkjow6VJcx7jRfjHRAVqCWF7tv7tonojDVOMM5o7qqv2p90o39wj
vqseMjX17RJqQ+OROCPEGNWD0rpD36ZDu2uNBgObUOnmrG78VTZ3kATi3VULYr8fKLDi4DSMFQmp
qGYnxCh5feowMRupi9qmdg9Ov2jHWMM0fP/+wG+BBV4X6H190dXzine+/OIjEplFaF511nz3F65G
2rDDselL0qjajt5/1CsgfH0WrQNYBYwvYN/mWVIqP08p7c7DqP2aCBC2wzgvUmc/NHN6xNyV61ja
kvVyIImp+DTGSUJkQNF/oxk33MKG6/Tj+z9pe9Fhj18TUZj6UE24bW1glZle5tjOsj1rcF7TSKlB
hGWZNSrSHbqXkdmly7VMc2v9Ty9nGBABH8FifrN5bK8JbCeuPjWqP6crX+DsOlhp3gyVidBrzJQ5
hHbVFEN67mDbax9mwp/rx8bWITjPOQFVS0Jv6mtAj+MxTQJN7Msgb88Udaa3tyrMrr6Us+cUbP9L
Hh8lLXsVLq7w0l2ZZdL9NqBV5riysBJyHggtzcZn0ns5bylp1VfNruDRH5qiMKtoGNiq6dnYk4+Y
F63hlcn3An9uPgUMq9VMATSIgmAzI+ox1uxSDNUZYE89zImzqvvnrs5vDGBJP1RxZogd4o1mCUtk
uL+Wxp/8gyHlOEd+xyQ9oSLUdyksjzSqpZt8zmtRzTfTYmhyV8+mdTs4SLSvXFJesbaYOEi3qJjQ
gKx43Oaqp0pQf9Ie2rPnMYMfu4pD/T5NaAwbhMLl5yZbla1L68RHzUQB/agNdtZFveVm+JSWWep9
eX8mv7G4ILLQKIa7A9xMr/hyIZutPhPOYk9snVZ9ntwB8mQ/WU+GUT32jZ88jYgKnyhXzNvWQVMR
6vWEbpCzYPoiWtiSVz7RG0sLh1ZUIhBJV9reZmiRjMbj2OfWuaOHTKtnwanUw4TnaDeA/IsO9nzl
ia8OUniWK2EWgJTdBc/ozWqu+iE38EZTZ2scRBuNtVdOkaWQFO4YzKIusRgYze4fQ/KPUC7QYd1p
tIsg2mS55VwZkdcfgNfnR2DNSPjrq18zenYs9Nptz07nueltvoB87XRhD+5PT4xpveuqwtZu358G
L5vH5YrCtgfoe4VIsNHY0oYR/IpmtEiYK+lyW/ci7uIZeYaEZAtekMZPdWbjpA0BDOlWnC/ur5ph
Gu+gACUPARri9LfCTfxzGdC/CYN+SA69IzEV0Kcg146s5K4Kq6SYxzMuOsN3aZK2uk9nTTvEc2Zd
Nbt7vVlSh1KEEOPO2GIneDmtM5lXC85cijMjz7qPKmiMR5m7TUe8EhYBIaKPJT1NcEge25KchGdL
jSjHyBWQyWfukuWV++2rGwp1Ads2KgiuBpBj1vLlv6Wx0IKkqabsLuMrtxm3gSVbIj0zOgsQRFHd
hrXwqs9m6pbjbsQjAhBAWwrrCtHjVa3CCLH7YHaDrHNlWm3We+e0wTJhYHsnY3tq+qis8OD7WjmV
GUTl4GXglrPXKvsm7ShVw7IDxt0t2BbfIdjGKGb0W+UgO8/p/RkRXD9fz0PcGPB6iyqr0P0/diom
mvQiru68up2REDqiKiM3Hub29/vTdv1qF7MWvidB5qt3vg3pYOtok4A7jUrEuBZ2ft990SsjvTVr
jq6dZCOTfZTUc+ygLVpU+en9R7/wqLbPXrUtq/k/UZTu2hj7z4jqA5LNsu/sM2iUPZVRidFFDDqQ
ciUGySzG4qOsvSTht4ASOKGFLciQRnlMjkIXNpmppkg3ZAzxQ7niK1c9DrFuEL5zwPVDWrvBUdm5
6PXJ/8cEuov0QrlYP41GXmhnFZfNN9Pvq380BQK7y0j4aO+0ONXzKozNGSNJu82sD1OqcERJ+gm9
sBGU1qOafPhfeS9ncUcbsj35CejPfg07VJE1YG2xx1Y6db8WXT+XhyL3p3vw7bI6qmxoxAFCYj19
Ij4t/awGkPWdAsH7pXmL7t1VnZ0Ykewq/5efFjRliqIdfhfxzIEBIbxzQ6RrVnGsVrOQo+tp9Tmv
HGB7VZj2scu4Qd0Aq+TmzotxcgFSkUPq39Wu13Gh6ahfMVJx5uCsiUprjmPjGbdZHVQpL2gP8/7K
CL+aXCs3gnsAoq21s7mp6otxrb36Jbmjm1ePO1QB/Y2tJ7Z7hEq43KhsMq5s/dZ6/G/mFIefDVa9
9rNecWiJ/HQg0WjJndnWSt6OmO7XBgUcdLAwQK98m5j4yJwCxMmBDH1ZJWYRta03HUY4wVz9hiy+
g8ekzH3lq0p2ALSm/sVJm+ARLexKlbPxfhK4aeQie4C+NX9sato1+zaw80NAAGd6ggyRfcjwviiP
zDRkDovjtku2m7psmlevDfDOyEBoixs+xuZOGBuzRxgZXA0JUeP9Qdg2NUkJZSNfaRsGrgbsOJer
rDemuREqCM7eWIx/angtR3dJgY0MO37CCY0qfbBGW4YTQr8re/ZLjPzlcEBip7vNGULnniSyy4cH
3iwWOE3+eSzimPNLSax0Iuw1VmlwJcUnCsLco5sfGD+Ep5z0U8c93P3pkBgA+ZqO7BC5mmn8oHWi
VBuWuPQ+WqPwBuOE0eAsP1FY+Y0e5n4+9FMEgqd9Zm4v9G2duBAPcZPo6Q4Q1+/G3dIO4yG1myz4
LIwkePTjxeoi1bA3tCF+lP6DBlBSPUDYqLKbbmqbn5MxVQBm7w/JyzfffBbUFDZQH2aCcF42n2Vx
JEqSWnfOU18XFfUBqGLwYDhNvyf8BocQy2sGXIpkmR0TRyu+2hpbTBXCy2iWmlZ0J4M/GHy76Qm7
KBwiSqVJ7VvQNgAsEtOO8oBIyU3zSCBwsCMb80v3w9T6jdL2FeA9B3dpkm6OW0fOGYVq0yaStQ1E
gYZ1CtzvTlGmxgejmfzqHiNo0e28TnaMoOPPAN2TTO3bFsem5gP0y9J6yqBLDXcKPemA+ci01NFo
pDNeQ/CX0jEsauw+zN5fymNb6vH4AcCZz8rv8p7bguLrIfAy+U9Zek3ch5M7tzVVRt3EXzDjkYJ9
fm7GeQ8Mikm0G1tUix0rR/ukGnvBaKicJFQofIFuYrvnx85Ya4H4lVrd/pumGX57ZZ1q4vP74/jC
V9+OI7d+fBBYXd4rkXSak/0w9b1xzusuLSI3a/0f3PJE/mvpzDL/FdPzrAC5PO0RRtWc7mfkFON+
8FgAu94zsAEK23juzPu5HTLjsfV0PXmWrbI+CRisawu6AHH6XqXO4H0QScYJ5egjBsMhYerD17oj
UflXkwztnpgEJw72QdPZQRQoaezAjzVxKsuhXA6gBxUGUdzYrvTQ3thd+E3ocl0MVvGs3WzxcIL8
3C+C+exqhJGfyEnvnyzNtvp71pypn+12gIwSDH3a3UulL+k1veXrCwwcOXpGq9Mbc2zrWzcCc+Ix
Mhjn3tU7cZ8pXdy3dq+GyFhtZvezLGgrw0darqWBrhfgy8Hn3rK2cMh2Wb0zNxfkBB99y+0reQfU
O2Z7IvLK58nMEXzqTu1d2UlfwWgvvXmPsg72FfNtm8qjHL21VB/7Z0MUQ0sF4QtL3MR5BoeI/bsk
fK2BQhzhoUnKI51YzWEj1DTjUOjKxG4u7+duPDeznI4++jg71Bchh+eS/DLzluk6FjkEmVKJw/uL
5PUAMStWcubKqaca2+B/upH5MkkH7ZxPqW8cQTf1IvQWJFT/VA685851hs9Gv4of33/w64s6ClUu
H2Q10g5/fbctixbbSqqRu6ZK7f53MIzmd2QY/nAkqknU6I4XI2H7j0uisQIaNRFwEOQuCnS05rRu
SogCCVRjvLM4JsUpy1JjPi6icqadLfEAAqcP0s+zVo/pgyP8yrvpG7u1roz9GxMN7wPGHEySP7ex
1qgiqklTMr3zE9lPhL9BGPmk9wKiXsgd2Bmsv74ywMGgNcmX0ym1jE0zWExD3yQylXdKBpV94Mo2
2ruBK3T8xG3aTx99PTbqsFNd8nPNOO6e3x+5ddPYrCwCswkDQJ63xh5s2glUWJ6EUxmcm9WReooX
zKA4H/TnHtumezOPl+HKG29T1bFqhLTO6YTPOZU09fvlRQWv2rwudIH/3mh4tJqxoRqe06Fou7OG
k1VDdqtKuyibWkz9EvApFTmlk/hPmB4X31y8j2M4awPsug/FMEPzMPW5cK91MN+Y0g5MSkS0tE8R
iWwDkHVt9PCsbcVdE8RcgsNZG7LlF5TX/kGbaYeEeIUvsOZKPCGzPKkfV+XXysVSsfGYkDuHgR3k
HU3duYr2WuiaRaI9BGXuplE7V353o02W81OLDa1Ndz1jUB6EVwziCn/69abg2AiQXXTdbJ+v7BzK
vqmXTsuSu2oyjBOeoC2MXj1NtJs0yQ3VhRqk33zv43lSX0OLX3L2LqfXGhtpUfXyEYF+NmNdWI7M
MMP1zmM+1k/o54evjl923IYatzRbkqxHwV64KN1HAqTi2KV0Ge2UP41K7hyPimqQczl/mGG4tVxF
+rL4sdh50X6SMD2Wz1Cq+3nfaWlQfWua2bpx3GwQMfBxspbzStBs3wc+bZtoWooy21Vworp9Nwba
dNeQs1z+ahutTtvHZEy6rt0n2iBLEc51hiF0NA5u6d1Nllc7Hweoz7dgR7V96ArwtJATiHdYUA52
IZSL8gdLtWcHw7/RjQR5md9HSxdTfrDrfG1Hv790X3VpWDs09qk3MB9lr9rs9p706s5MG3odLjZA
UeabMPFbUyu+CAHLIGoUMVzawahzMZ/Syit/yIrgmP5KN+6N+eWswl4PzRgari3pJIN5tvYExJ3P
jlnsSPuhzPGTBZU04Md4XDrXJw/ZgQ/2/vu/8eBVkgJ8sAIMzK7LfQTInLpKwH1HedVn1CPwuNsh
qfgJWqvhPVnIOwDca0XeG4UW6WMUWkjeIUm/0rN6ScGVfIiXs4/kiMBeyIBue5ghc+SrR+PwR59q
SYQKDNLgFNv+ct+qslT7uBttLXR7G3bVmEr/LOXs7wdlxN7a1jPiwxLA0IwWPSjg/+mA9F/iLAMV
6DBM7f6PszPbbVvLtugXEWDfvJJqbdmxZDuNX4jEJ2Hfc3OT/Po7mHqJpMBCbgFVOEhQhyK5uZu1
5hzzgV245u5CyhHTfewRs3Q/TNbQf88n9MePikMh/DQ3ZvZ9GBuqJkojIzuwQqR1ci1clK32irSi
sBxWlKlv6Xl+L1TnX/oiOWJ3zjpGu1m/GI29XiiOUarevcWHq+0NhBXtyoA/Pp2asio/88Wy3ynS
yHvhkFN9Q/U4uOOqydO5gz84WHG5LctU+W+sc6Q4Hw+Vv/w6piCDiAmEZ0tf7rKQOLRQ8GBDHsZc
zGHll2kt472pJRyYvDlznW2kVd2DjIUdvur1WHBawDmQNMhqNAFVtqAuv6LanZjfh6luk1vBydeD
mfov+zZ1AbUsXsjzwdw7VHdHo6gPgyXTO4JXQqLmWvZV0d7sGShbeC3wKUwp0rK9sem53gMsZ2N8
JNhsCMQwLnbXcuoJQEPQiii9c39hR5HI2Ntk12bUKX3NrhPzxn7xurWE656SLqcJd1FQX7YHdSet
9TTUi4M12ikHijxM7J0XSnfbJuVRq8T8K6ORAqMtnV7sVsLnaKRXHVXaiPWNCexKlrU8cmp57PhB
CF5XmbNodGs97/pDOg/KlATwpdRhRbnNHVHBWaNmPlk0OT4JRDJKgGDVyo+CCB7sNUkxQUVF+jG6
MRputUvc56aSA5zX2Q175bWDqBwemYWUeA8udK53i7gtfprBA9u39v/21ZtkEkbAjqCIhu+yiz0f
RTmq5sJoku4QlW6WvqUQ7sqTHQ8uotPU0+9MZ0oqhFfMlwgs6FmuhjpP5Oc2ktkmIUmi42uwtSYL
FEriJQo1KlkBc6rzLdSconxWc1me1GRios/zOXwLswEkVFOxwK3gmLuvicMxzW+0BcadGmbobLUy
z1Pbr4DymDmtKNOUd1aVJUaggCA2jECFNKz0qx4PWLELRVi4m1nqVvRmY6waVkSdqdY6q7SK1nEY
c06fAUijw7dgpj5GVm7ACKs88y2Uqabc9aNudydg8fayN7N7H0xi5QZISvRk11tt0uJbQ5e6F4zL
xtek2S9ByFHirbWZtsreRt4Q7gDR0T60cp2tHSoHBzhT783zdztDdvmbOFJHtQ/ESbeD3M7cIvNR
LufKFxuFG8rK2GgRTX08i13NEdARl/MoO2dwmihIzt8uDEzbwlgSHRQQvOJHbAEsV8Ne4kCTQll5
ImbXYaCAuDV7LpPP2dzOhZnaaRw4lJeZJM4vTOYm/RDXjg7THEsnqCwl3nW21JtfiLKT7i5ptNrZ
tYgOq2BiKvlBLLL9bc6brO19olC96VtkcYryOMoN9OJ9mVSl2Gc20ua7yNSgU8AAn/IfMUvILTf0
5VPjNIfKxqIw7i4nu8u2CzvfSoadIu/yZlB3yVgPQajqUIUNS+6gwKExNJzhRufq8hy5ZEMs2j6C
GmhAsDc6f2J1WqNbcxuxK825eLGc0Mn8mOIdGB6VitqNIud1X9wBhEb3EGWpjobx8qyij9lsFHqZ
HjyFYtVWSwlqNybLfHTIsDvQlEJUC0cFFFCYy3xbUPCKAzPVDHDEmYP+Hx3sjWrV9RTPb1psyCrN
YQS2l67wiOMrUPKiOPBZ9xP+FtNMg1qrWufQRVGiBPhQ2IrglTA2XdS0P0on9L7hZIA3oBiVFJ8/
/nouXwkvgtMcs/YieuTnXKxyUe+wUSNT52DadUXZBgq3pCfguHvV5nDw8cV+S4rOPxlUlowCzvYo
XVCbnQ+AnP1QnokKvXjm1jGqKDj5M+YGNVtTMDUNkHpNkrFhNHNYs8EkJI8A8jPCPdMvIqUZnrTE
sst7zhIR4g903R4CNZPSkvTdKpqL+MZXfvWRY/H2aLfCYkTNwKni/BcjrKAZCY/x4IxmeSeyynl2
835qfd2uxDP8kDHz4UMqn8ohdm58LtfnRL5QQJCLmAKVFgvxxcXxSmEK8YwDA4bYrb3SafXn3lQr
jEPSjXBj9A7JPDQu6ykp9LWVdKkV+uPU4txxUg0mOFIaC3AmTUXVj7E8/Ih7d6oe6lxm7dFU027a
VgQzaT6N0FIPWmRgR9kMIy0BNJJGHLiKJ+ZsrXVZMj2rKrju90xrs59mViYY2vRkyAKtMCagkIgF
XpJ6ckZ/IrfDWUM1EukKR1Xv3ZfqWOm4GIfOmzvfjGinBpWpN1a6YhIlb2JS1TL6poPsPcg0biLp
5xg9DRFEqPSPo6Hl7q3ReDUHwrBCLYIGifRFtJgX+wLamxTPG7W8G9uB1IZa72cMRrOjbq2pFCc3
SXAQWouFjDPl/WSJYiNDp9qpNcY8VqN+i29GuzO1mFD5UqIwJXxL9bHM3jpdXf1SZmjmaE5WbETZ
qV8sNTFyuHQwCqD6M1QqN8+T/yraEbupUZR1ravVJzL+bswMy93/+a3+nqz5UGFBUdQGVn0++Jze
U2hIqmJXY82m+lUmKqaZzqlXkzbGvD1vMG4ph67ukwViqYugauCV4IM4v2akD7JpkL7vBKD8Lx6x
WvOqdqOsfDTHtMf2prT5S9Gzx7pxar6cBpebZZnggIbOBDK4fn7h0Rs8aFea2FV9164caVXzxs26
hEyFHjbXjatdPVpqyXSGF6X2UhW+FJu3dmcnJaddiMeQ7sfMBlla9PoG+s+PFsTzjcv9LjacvUqu
5wGvZeFZ0Av2xTwiCk8Kr5ztXYt8Lsd31UwLq9oskyJ9alLNlIEjZnv+ZMN9vmszpbYPOWaM+qkp
Wk7aDUEsb7hA9GTVFgppfHpvIBlJPSa+lW6n1jdXy9XvDZ/7uNYnkxqVLav0pUxJylyzGnjejtxA
/SinuMN9TwBzdShbz5Y7L8mL+NWb8FrGm7IPp0ZfM+DM8D3Brqh9j+lq82UhuOtnGTSq6PP3lsLT
VPjkHwzVCrZ1EwNhrSjglSWRjUEjCvGuh42e3KvK7OUbLC3khGccdMUezle9avBMRnusqEMTGOZk
MdkxBekHyQ54DUIVTXrbGIMd4HodqgbJg6Fx9AFFZt6VU0RmK/izoX1xUi+rfn68Rv5lbCx6VIpG
iOdcwM/nI5EQYw5BaR7vpyrS5hc9TjW/ygr1pxzJj3nMJyBZH1/xauzTlaeSCxKKAjSy/YtdmZcM
bILIC9pn4NwfHeFq7YaIAvVNId+3+sf1FIPF/7owoGowuP1uaP4huSlI26ZyMKHxwaZvUE2gYIhO
dly5IVgDJWrrddm5KicupahvfQc8uovPAIkREE82dqjALiGsFjEvYZEKi498DOm36OpdpNXGgznr
w/vHz3TZFlxcigtYLuJJFm/9UludYy7llNbaO7bh0m/0KsWXgLMxvfHu/nIdSFtLnOWyr4JseT5a
NK9LU5pL7i6KasX8MqiDtO6K1lTFrRnyampGWepQESHDnAlSu5S9JomOyh3bzk4kaviJVrI8qRGh
KsRP1ARSDDmtP08O+Y1OzMXgRG6HnhEI6qITphLzu+z4x3gZdGdEB27DPLCnipbqJOYXCb6F7mEh
01vQ8b9cje4mJQ8LuRB2jIs1L7e0EsGzs3COtblcU5lQ54DII3FnkPL065/GCLemwXdmYQVPg5T4
9/Hlj1vLJnuw6mw2adzO5AeUwB4grCjG148vc31PCGJp1dDLImQRTuz5EKk9ayTiBSxBUlSzfBi0
zo6/SAGfZzeZbhg+f3y5yz7xAq1YBiOaBA7e7F0vanaTOsQitFL7yIbe0tKgmr0uw8NH65iyIXpu
uZVKNET7QhuGpg1KfRIDx/Qw/6Es9K416Ar0p6FELzusC3PuZop+ZTTDgzHryF7ZDPka6dSgVLq2
vfHrl8nujw+XX78skLTh6P2R1PG7TffHS5kGTPmOOdvHjmTGJ3SzXoo72vQKHzfrw1zZxZsi5oho
mNS1d3VZ5aeiruXX2iRs9UYF8uKTW34LP4Gt/7IhAvNjnL85MakWNWIzPpWR02l+ZFK5jglGe5Nt
7DzH4+isMbPkN8BWFwsQV10Q1fyHLw7cwyXsoUx77A9yGI6uLMP/QhEXL6HizvMPtDZdtcoHU043
cusuT8X/uyZdOMirfAgIMs/vtCwAhcEcUI8T78bb12M8lfe1WZVu4ZdhvkhWjCKzt2EXFVW39kY7
r78p1Ezm1eTJqF2DG1CHW1PestSejwVsIQatWMTUS7HkYjdaz2ZIumI3HtVsXvcOp9CAwbGXempa
wVhzHgxHs0c8l8SlsYthurU3pvfLCj2zH9k7uA1QkDD3IlY8fzAZisA+m0LtWBIBRKQJWWX2tq2p
rn4lMkN9QhQry3XSDu0QdPHUxa/EM8niroSwrFLNjKkQ+rByLXJtqKCpt6A8v6k7fzwjfiATBX51
kDhsZ/mh5z+wrYhQy9TehqDUaHN6ZwvbY4tXNMh2fRmrhXIw22kY98ADvBi5l5gd9KUtp7Gj6kpv
2LRwjSBpwIUzEe6XRl4+66URdffowMr9XOEl+NWi1jQTv1HgGcAilEW39Exk6JMyl2qUo8tQD8dA
M9v+uRiLuIdNNNWJy76wRkG+Quuq7bRisiRRVZNXfApp62YbxYvSzBekQ01HcpVsLJ5KH/drVHqx
XKd5ZCl3VZhYbSDELF9oKyXGOh/6UOgBOnhOJIKZ1zzWmR5B1cmVVNpPZTdOZLFMDQ5lOw5rsdPH
RN0qc6YqJ35V/nWp/2OM5IXmgZXLhAqumk3FnWjGR+DDZvEUVuUitv+3uW15V9qy++Eg6bGTvTRh
1UoF58/sNQ74cjiUXlhgpZwmygdprRVBaZJ8tcryLJGbiDl8pY+SbLQoXjghqje9fPxzLior/Bq6
tKAk2Oii7mdfdj5y+koiRq/M5tTP4SfZjfHOgw8QyLzDw1mG2S/XLMOdNqBB/39cGPf40tVBG3h5
GlKkWetZWben0TPjHQAQ1EAlkED+uHhK3Un52uGDIpTSzordx5e+9KksN83kiv8LwB6a1EvgcFyj
QVLHKT7VkiCNVdfQgMDlD/EzABieBXYf5sZLMpDAOKt1cpKIrb/kXnorZez64S+qYY71v6vmtJvO
H76iq2ObVoo4CYeRboaa7qNJnw5IR9qtajbJ93TJ786Rq3/++BFcLGo8AQye2BZYZhCtkcV8fuW8
1sHFFJVydLVwTDe5NcTTIUnb1FyZ8CFXuHMHjb5I5d2cTH/f1flkRaFzcW/gd6Uv714sM2oCY7D1
uvwkF+88SAGjyRdP1qRq+ZrYP+8nW1H3ffZGtfZjzyzn53G0sJD1k0dK2SpRxlQepDLotOV04Y3f
3SaJlNcRKNuU/pxIXpAPE7gt6CxpIeNtH+leFYyeDOmx1iJukABk+uTb9TgivZ5bTT+2WdneVzIi
UDDv+AbX/QBKo3BTfQoKVR2JbwBaxJk70aJ6pTvh0D6Ec2xmGxzo1bDBK6qkqR82mehe2JZVT7Yx
zW8h8194tKqmsbfjSD7fGnbs7G2apei37RxUyAEKhX6pwAvVeZ97cMxBhJ4yRERp5UwNfSv5/2Jk
sJ8Q+xWHMqWhsp0KDwV1pSu6IF0UgUx/1/bUhVa1PiRi5VAVgmHc6Ta0I9AizTNI3rR7KkO3L+7l
aKVGsBSiIcRUZItpZRBjE4BwMxZjtnFarBLQrp3Kd+Kw/ZIBasJY16Xz+M2yC+tt8Si6a1uK7gmM
WGlvBRqpFHRLGxdBLAfZbnpdlTu3KBX5WZK1tsvQUsGGs41WOUjJBs93awoRa1qsGSwJiWiq1QNP
68z0v1ZCilkNGVaachtNjdm8uYi97acFvj4/gW5V6OJXsdXFweQ5uD3YDxkBezhjbnaNLNWHlPk3
bWjWzS0BaYVgcZudiQ96JFOu/9bamsRVY9o5xk3MFz/lVLhPJdL4z3qF/8TXgTKVq6isam9F1Bhw
1iHX89Wcoy2GscYRCRsJWIjAi2M4TDDw3bu4ScJpa0m3equompEq6s7pF6xyubealAVNZudG2QT6
HOnttKVJpaZfKwMR97ae63oKwM7ACaQl2HkguBEFIMaSMhVrC012vp+MMVf3rlYOP5q8iLIVmoKq
npgyB/e1w0xnHAStDQdWfkwaZhX3g1PsUDHoacB0MNzTJnXM535aYldVYsi0ZGUWnj19YiDkxfdO
Z5PzGI56JfcKtX3LtxQlrbcOodMFAEWZFfc4J3vrxTKjaDjMjWp1/jDG+vs8Txkfl6w99V7qhWtl
wDOSJiaRi4Df9UgTdls40tReyHdUZmKXk7jbA3ErKbgtWxr2U8gYXkeldulQanaNEKIjyHOTulCq
iseiKmStrK0YW3owp1l3JCE3zZ/0WUyWL7JC+cesJaZIMN1wgNiC03u/UhRDLIVsZSf9CZCXvgLq
565TwqYOk1rFr5WgS12jfvrX5XiRWTIhk8ex2MIvswJx3UOkgkR/ynLgEeTJJS9u6lbvntPhvq/4
nrV7LPrhp7L32ltsxevlCHks7TCmXdIvKf2eLwoFBR86dIZ1ZDDPGs0IdxRG4dt8oMRYJLa5jcNp
CR4vOBTEqy7Jkvjfl2YsOzjBUArwIK4UW3ZXzIA0k+RUjioboxZ3zaeOCu7eLJrw2RhUc2cZU7Kz
+9k5jh4cbqVPlBvnz4vD+vLqMW+yPKHhooPgLX//x/FzTNsx97SqOOVWoWUR6WZ1Ft3NbTuFr2iV
befGAePisPf7ekuPyV2KA0B/lhfzx/XyAju6if7ihH4pPhL8HP/EloaAE3brJ7Wjk/vvm1B7cagu
gGGWkSst8VCDvm+Msjp1TlSWO6Ucs3ENvM7026aqnBXVQdd9xGzxuYyUdAv1pwPxyS7uoYVH/vTx
ZuR63CERXMQtJsOOYsyyWfnj9usYeGONG+4k2yp/6/q6ORS4DQOJXeE+g0kxBgUmSNAhirjxvV3v
g9iIEDFiUU6gHX61D3JYn/OxqU6G6NLHQRjqapSW+D5ilfen3OJMm/bp6eP7vX7dFhsfHj3VLQ0p
zMUGKNcapa2mOj2hr46e6iRl/VNkhUxjTOoN9AuaXR9f8dKVzAiDRcp2F0UiE8vVpy3tln1CV5nH
LJmBdZZKZVDFsN142EWsqdq2m6x8M2PPMzZ4aUqFmTuMvf4L84BSH2q3WVbiPqqaO2GScfhIbYLl
OAz1+ZlfDgSYaYWMTF+pJsP7b3LQrmZ+No1JFWhhMRmdL5KWXdzq4xu7GjokJYGtYno2eX9YSM+H
DqjsCsrUkD4XTprPK6+zmp0CwHGr1QgqHOLisFpTGgKCiKfoxlO9qEwwWJdaHvMVewmQJcbF9j1L
kbcUSAKfTSuWm05RGTLskcgJyZugxMmzK5XM+GQYlXmnJKn2/PG9XyorlusvJTL+FxE4OomL6yMS
0WCvtuqJr0UiWUpzD2s4zK6fdNKSI/Uqk6aR6nTbFEXzi6jjPPeJ03RewSUVwFAK6/PHP+nqc2Lu
ojy9VCGwG1LrPH8dOQShRslJREmzJD8Z4Jd3iIPnEEitae3SbAgPw9zeAvhcfU86yYQ8BoS2Hu3D
y+McrfkmxNdvnpoQ99H9RI/2EDYFaNyq8bKdBLv5/vF9Xi0QdGIxoSMHUEGX0M44v89YYTcgxmg6
iVEpXrpGqU5OoqXbOGdf/fGlrh8pbS0+XsysLMnQIM4vFUUxSFTpRdi26vZLJfVvMnHt+5JjfeGL
UNDZU+r0Xw/n7F8J2uBwioQYT9XFe2xBlsAgbMJT0hnRPWc1xFxaU7HBC61HG2HxfVOy4cOWNg03
Cp/Xj5YrI3VEn0QhjNF9fr8zTckxy0X8XFGT2YGMh+ypDW30KWxh7d9YB0EY8K87O4zqdPhQe+Iy
4Sti7J5fDm2eyekpcU5sPJr2CAtKNuyz5qyQpEUUZvdTdQgewm3jqjEcZa2g3MjmO/VRnoxwW5dF
ljzzvtegUOu18p/bNFmy6ZKkeJKuV4QbA7QVSnwlxTKiUV2K7xqa2kbu05Tu0YaIPu6AD8WoasEX
DAnxkkCm91IiNX1iH66Jdy3BmPKYLRZXzleZqY2f+gXm4/cKYR07IbsygVvlNJ/rIileGzqXOYzC
BIPyHA7RvI6E2rxrTAh4DOy0jYIp7YwBwXeZPXatANPNlloFjRaX7U+3M2nsTqKr+wer75RvqWUO
4hE8ZfcZwaLy1cWu/57PmpGuIcjPT7ZVhGYQDbHVH1RDWCcT++q7pPr2DF6vRGw/UFIOQJYjQ090
HW8nocfxgzT0hFwnNZ/Su75Iq5MINYGNoexma4UgRgS1B2TiLqLpVPqiL2Y1QC0si7Vqj3O0c6ZJ
DZRF6v65GTXF2+L5rH/JlFzctZ0Tt7HNXVXGzyVnduVnqw9N9YSIK12xoazGjeWllXofUl45oHHJ
FZ+Cbv+L/wLiZXsp3z17kMba7EVS+hRrhldF0hn/UrV1edd2rAt3wOYNd53IEInNFGvim8GaXq0h
0ZNrROGuG4C3Qqr1ichO2DLz5zYG2NYCeqpnWIofpzyaYcGo9LeeXM5J48ZVq6k9mFQtklerS4tm
FXLOG4NOi4x8N47s1XzSWAcnsMzK2rVVWWgBlcaq8kUlUnNrJUUhHpqJqklgz702fHasJgvvSL4c
9GE962Eyo6KtXa9+K3TwYr7VROVnAYg/W03RILbD5MYgD6qFEGXoeQsti61o7LM/nQw/1j2OpsSE
zuMqqSr3K0V7z35vWvilK0LS+tcmWpqsvZ46KZp7u6xWU69N5qFw8QHvoQon30VkKPamQmzHIX4w
BCKCoZbpe8Qy9SUyRPNW5EjMfUWtyw1cOc96TJPIfUCM4pTrJkQD9JWyd1WvKNlNqPT1Gt6+w/iP
/QREfAILX1j/Mfn33VFYcnwUCurmFcBHmgWCyU34hd3TDUsqQ/uKDLhXn7J+tsG1OIltn9yQYv8B
gDK1pnbw1B3HQGYRqgGZbISf9nGDtydLmuQTXr9x3Hh9HDmv1TCaHspex4ylz0+dVGQYBa2jwIqV
0tiMcFQAS3Sw3nZ1wmDju8lIM3acjl8E7sqwHtK47b+2pRTvs9Fo/+UagztAXW+Oh27wureSPM/k
UIZDWu3HqazJr5ps2zeTdHT2WVdYxV4dQ2VgN1YmXy2Bqem/sHVhkTS5QBSsi1R/b0z677usRpPi
Y4Co8pVENZastJh+4B4gZm5R1pCFeYQtTFs5M1rZv4fdNGR3Q99E8zNN/Fzblc1EACd9LCXbNtlY
WOhSarjQjEdozi6rxY6szpG2YtVmhH3FQ0YcY5LUgQrvd1hp7MxH5gYnilfq4IbmXolFGt05Tlia
PEE9nQA0FHpI7S5PtFUftmhH59GZ0lVaWUmyYbuKq3008/ornXNcE8IKycbwoRsbM/mgpjGtlVRH
2bL4dV57IxTiYQgppAWF5pYthEgMvMjhdPuzDBuQ9qHZtg+CpyqsVTPBMb436libN6jvUfubipYW
m9Gy6nWKyykPMpMslQDcaGqfPFs0TMxeCt8iGJuM+EytyiD+lAQXrPkX6M3WJsvjZ0bz/uec1uWr
oWmd2A0eL+gx7FHuAYRW0eepSaVQhHes7ns9IOl9BOTtDOyl2lwPQIEY8d3UqwqUlLjPR2cFzr7S
two4fJdc7LH9VUkvxWyUV8pPhcCh4V4Iz2rWjRE6tzL8LklibEZdZGqILOikG/ScjfOF1KnrHvzX
0Dy7URyP+06W7j5uiElCoxcp7fco85JPFLgUhSgFvkOtVFs3kNDHkhUxZW0Z5GhKqfA0ZvFTc9qW
2q8Ma/yVXg92Lk1aecAhUHj/vL/CSLlsHNnmIG64xA1GIFFqEDztc4FRsWalEt56zEFmKrY6KGsT
h8IqySN0TR/v664PD78F0fi56dJft4G8VlV4ZH39bJCOwKLutVWx7YUL3HhGpc9c26P4D5Jhkl9l
JhqE6TNukBu/4nrrzKZZX4CAZBXQE7h4a6jOslxiX3ie4Vr/wJUXQ3GL0dGLuFIC8PDq/uPbvt7O
IvvhnE/Ngg43u+fzYWIaGCjx/Bkn+v/RoYuttF6hRi+fRmvqTgOEReJZKiH/+T65LBgwJHiUWa4Q
NHPbFXoXSeMkY49N2xzHGxYT9zHL5+LRtqvnf79LTkFLejw5KVfHbVidU2nonXEC6ti9jVOKmTyN
BE6PgjKvsMpu1zRq/q91FLr2Nq5limf4peDPnj/bqga/Bpsmf7YEBxE/8hpiz6pi+ITzpyf+Z6oV
v6efRv5B597KG7wezxBMIOBhZVtsj5eCk6RQS6plg3sSsoYGD5IT3qyO6bg1rLhbicxMdt1MQRGd
/Rx+kTLUb1W1/vITAFCgjeI4uOSBXZzKEAm0WNaz8rkfM8WfZEZQtNQWD3TUeDVN8bn0I1U6X0tP
8QYikKzhhp/5+nNiEsR7hZoUS7F5eW6ieqsOWeN0zxxwjC1tRNn7dqeZd0ity1PHLPf68UC7uiAu
W0q1vHSs6RSULl55o3apAptWf9aEmTw0kqQFmZjWHd2c5g5q93Cj3nLdOqVkiALCopyzlC0vS5VO
RTg9ORLhs1XhEqNrZPcsUR5SEV8oEHc2skrsV3AczotpC7i9uiGrTxhdzFvRb9flj+WncN9MInzX
2OTOh7tj1b3RpEP4bJZCku9nlo+u29SkKpXg0bW8TDa6ViorGanht1wP8yDRWuMtnoR2qt2ZQKyP
38VffhDKTdYSlsFFvONcnCUnTDuuy/z2opH0dFBpf3xDQR2T84SSPSbls0tWDdolCmP6PN1FkcZR
JPP4Giy9Vn/0+N22H/+kqy8CQ4mlaaipf3czLq2lWeh5TavFOV0XtR39zlHc732Xyzcznq0Dk8XX
yeqMHSwOdY/x1bql9bwcnqhMAX/SbF8uv8Dyzl+RN+mhlYu8PSpNUsd3oLnb/MmpSwAD8Pdnqoa1
BZb945u+XGK4KF8FBntjkZMj1D+/aBktgurcdZ8yIsL+63vOy9uOP9W3OmgYubbHohUbQxZNe2Pa
v6xGMv/BNkElBpt0kdBfTECqaBGpKZTwEa54P8K+sB/qCiP4OtU96a2tGThTbruKGXR2N8U3ltZL
/Za1SDNRM4BS4B8WOcf5jaPRa7ESW9GxKpvx+6grRIqUc1EHRpdn3zA991vPjJSjV6lgvsxMvNZi
mH2XrfetqtXVPMFvoaxOP2Nx5y1F7vPfojSh2aFuyI8aGKo7l7jfNeendBcSi3lvaFFr+8LzopBA
ta7Yhu6cfR7aOTR2H4+Fv/wOJiROn2hJeSxXgNs00QwhKRMfp0Et9+00FY9mOzqcABElveMi1r47
5tg9G2jPf1KajMhNsW5M0tfDwqaihceFOZOy3KWCzctIK4IjYh3FQFszsEuRVkCeTfW1VXtzWsUm
th8gWEkJ1093hL7++CFcfxAshjjgcVXANkbGe/4uBPnsKQ6b8dgbRnHMtLHYzI7wAj0ERpgbUtnz
iG7tq5ex/mdhja30wl0wUKbh7FEvK/OhYhlDXUTi2PWz8MCqlV7ty9xS9tR00hvz3NU8w2V4tmx+
kLTwCSzz4B8dpASlQNsUmnaEoYktAFs3VYqiC38loxpuIsO85Vq6nFiX+0JUDmiB3tliDju/YFeM
nUyJTDma8+ztxmEuH+x4TKZHpBbDnnGcfaZ7ba2p3jp8YXMeuzde6t9umVmdjQ7ufnyzFx+YWU3Y
FdVGPc4Ed4Ybql3D9BiJSNuEINu0fU7zLr9hhbsayNw1WnqeHjlkOoe987tO0JQUXTapRytCfx5Y
/QwoJgMtF6guNuQD9aPiK7XAsAjMKoz/+3gY/+WZL2sJUzplFjbWF3ds9w3fTNkaR9a0qvfJDmi/
1KCLNllPWOKO1SvdljH1KdDHThBC7N9//AOuhrSxiOXon2E0pmnqLY/nj1FGm6FWJ0XXjzOdn35l
Joj995lG7mzrhVFy42B6iSlfdnOcyZi4dG6bZvTF/XZxSXgmQRPHEns8CVoNDtEZO7kpD8gP+mor
uozUsiKMe4NoBxshZmUBdvmBgMSAehoNg7ETJcoyDORJthHekOeGP5gxgqWgMesOIFo3qbVDzjm+
H7pkKYay1OKUVGNAwYrXAU4rJlL5oGChYc0Djqrob4cuphie1DXmnG50E2s1Wsumv/fM/lMyYBK7
0RS4UuAuz4I9tcZIX7p8l5HY3ZD0FX0k+5hPI8WmoTpi4MeN2ocki1YiZDsfJ7lzL5K6WndjL7dm
bZffQYtMXwnBG7aoRdVbP2p5AWdTHLzvRa2xjEZjyWU9Hw8QQCGDkL531ErK3FvAgq13EIpeCC3I
3VLZ8sBr6ouD1njruodCso2YxZJTqtXlrdSqq0meH4MhBAUwBwJgqxczEnq3uJ3Haj7qehnn5LzF
4QoWAuBMR6utNXEt0k+z0LhxIPjbZaEXehQR2PO4l3sOYO8OGLJKOzpVolp7xW5t1OlVTL26aepB
OXRIoTZd0/c3WlR/+RhZzxbPNCsaJ87l7//4GMeWQAq0fOoRAVr2y27deRW3cDsRDHlqc+MuL0Mp
lm9xce3RlUINhDXlYk/JYldCWBjUY4hL5FuELkgEgnNZSYkvj1doBOb0HsG+XMWidvQ1zllaFVqZ
tnsNVfHBbZ1peEoG1f4KZMDQ/UZZaGZj1Kqr1u7TaS1r+hDPAkk2LLq4TZwVmYzNLsEGN2A9q0sA
BTLJsYu0w6J216Y+8ckaBxN+4xzzl1me48vSEsMDQFvrYpbXIHOIdhiNY5160Zqerh3YRkNqKfrv
ekdxOS99LP3OL6WMzd3HU+zFqoYMBFgSKyu7Rqo1jOfztwpuI6asypLqFIgZNs7Em9l4Oo7zvKPW
jzK3b6sb17wYSb+viYaAd8ja4nDj59cEblcAAQ4VjiRu2j9MagOhywSr+jgV4u3j+7u+Fm40Fg/W
Tmo1V24jp7GanHaDB5FY7d7lWIRrAVSb3YozqU//ei3KijxIlghsExyFzu+riHLFjRwZ37kYgSp/
GAmiNIAOt6serf2teub1m6N6ioLJ+b1AG87y9398jwuMz0akGu7r3DN3uTf9H2VnthwnskXRLyKC
eXilqLnKkmVLsvxCeJCYh4QEEr7+rvJ9aZUcUrj7oSM63E0BSQ7n7L12f6vns4jY/PmRaVb9v33/
F8EQ7jCQTux9eKTXi7EJcs0ugsTdO0EZPIx6A/IkkxwgaHe49+8/yb/cG9einINmx0RmcnVvBn1g
tQyLs6+F85D5wrjVO6M/YGCcVp0zjR/sZi8v5j/ryv9vjSdJvx8OoX6t6ygkLi0N2xFWUA1Ny+La
oebozdoaCiOMdW3eZZVcomQIym0cWNXm/bu9Pkf+uT6HVx4s2kcbQeDrV1m5UL80Wfp7miHpU0o2
7jFBjvekV3b1hOFL7pwmMAuSmWr/VBF8uo3REhyqxdY/+ClXU9H/fwkzLssshb033GjHqkSmKLTu
a6DFERk88y/IBd6mA6x3kxuyGMIWzu6OLkvx/P5TePul4ueEH845PsD3eF06WVh1+swp3b2Gv/gg
qSqvM6Kev3iN+Mim+rfhRfGOAa3jukeWd/W8gxg1+sSl2tpuN9OQNZHwazoQ0zBt3Zmc2Pdv7WrN
/vNUAz/guVIXYtNwufX/fKoAvDD7zAbDmZ6sFU4i748+1eOV0etEJc1xXqx4qh9ltry9TXT7Fzsn
0xJL6J893n8uO9QdcAm8WnuPyOVvo9EhLV0GlP9Wr68ALxofLNpvbxN3/5/aKLIOCq5Xa3awZLZL
LCsBNKVNg3HKzAirCXreuI6dUMRJeasNZj9+sG9/O3C4LNshCuHcKSm9r59uUsf6Zb61mQjHbGsk
wtn7PX10ClDu5399kYDZLm5SpMJolK99afmQxf0oK3s/i05/6bF2PsY5hVLUBi7Rt6w/y5lCcKP+
9cly4DVxbrD95aNkCL2+RWh95LDSUti7aZ2ehQmfZVVrgXOS1WycNBXg3Pfd7IN1+s34uVyVAgrj
lku+ceF5SMD7ahj9PaId75ZqFvt/E8nADyQ8DZnqhe1/dMU/ZMDXU/HrJ2y9vtOKINxm6nuoiK41
3VVOTQ5W27lQkowK6FuouqAIQjuWnfOpaSqquF6FsF0wX8i9Xo8qhkqeOdjOR3MC4WChg+kwAOBL
Au5uLmXY13k146sGLrC2LOXeJrlnTZGlz/pXVlLV49NIZo3Yh2Qy9hnxfMOtbpHLt17GuBKPJrCr
+TRVWuffjhhYyjWWptbZ2bOou2gmzsz8dvE7jSsb64d9WMzGKzfIVHQEF127jA89vmjrC+uNQZpG
RVpBqHeEXoV1Ucb3jV1fCqc1bfh1Q9r5Q90YWoIIIhs+tRYB2CuDm/2EMqlKj2KaxJ2WK4XKJ3NL
b014vPhCsK37wzMr74u0YxQ8LOYaorzEesGs2/zUnbHXVkQR1E2o2egkw7YEKhhKGtx7fqYtN2z0
C7GGEJoNh2ToiVJaKtP95LsVnvsOR+GNl+nJ3SWA6alm5wYIg8cXergmDjkSnXTF/lU1K8hzfnVv
GHUxhlMx2d8gQXYpaQLGItZkSEpr6w+1Og6V0n51SLLN9aQJx4gQZcgp5L8bjgCrfViMVUc+8tiU
7THz5iBGHF1Y49kbAyHCvCdg5OzHbZOv4DhoZP64qUlGM8ZEzDrQ6L8MokvibTUW6bmjT9WFOm6Y
X0XiUJWvEVvBv0i0X7lnEMnhm1b5lJQ5wJlw6jpKPhpR3unJKauyvHVpBmo/C0ssh75K/ODnFBRV
vsGUIapoHLURM59oVXDQ2l4/ISWlTNDPs6jCBD0WyBNnNsRN7ZEZElZmW9obw21Y8DrdIPswRSV/
k+DhdFajGAUA0HRMii3ZW71aZT5xw79aY8zbMxZoyLXCRoX80pN5ma4cQo+IuaykhfzMqpyXlqp4
ueUz7k5eD2TUCivZG85N7KiWWHN3aXAeQUSKYG/Ew4Nedmo2VjaOqJOk6N0POJkMMcHcnpX2XIlg
+Wz7nVx+DMij5npN/Hn1s7X0XD6Zc6z9aCfJ1yOcDvlg2MakgpGowvGtDGlGmLQCm25oJFk7qZ58
Eanl1VGhzWN59IgdptNeuPpcMIlmhb6Sy9IjyEiLQvvC1zh2d6XZkGUM8xASd9p33q9CmhrB3Mvo
dRvCfzCrhayn6WORa0mKFBp5UMhgdn7p9D7FrpQTjCWCnC6hWIn5RbrjYu0UVMvbvBsM7+D2WitW
TTaXz53IhE0Ybyu0NYVqMfLb+lI+Qq+bJOmwWUXsqUwBI80OGYZJ00xiVy9GsKALs/HTAjiQ87Ec
hN3/9jIAVb9HzW7b27RoUwdHvxGP7c6XlIFWdjV0+7qRg9jW8zjNIVxeSO1aMCFkghrptCegynZ5
U0yqBCxoWfNvwKSBisqM6hmkwTnTwrGHALzmyZr9LVEMth9BDDMeu26qbzNHc/1N0qF2C2cTBQ8n
6QKnJ4iB4UvtUqeGcojxMEzbfkjOFJgUGeieBCFnWGSYPzP8U/9YJLp39pOG3B+XQPZgjxYnua/h
CrsgQhP+QGBNyM49N8F3RsR9twHNXB46m7pESC3NPFbaBdNf1bKsVn2vdSSUE9mGkk8K/SGoFq2L
JpJzgPJlaihDot6rvW9xDI4ksViCQPcFxi51NEJ3BCh7+yRE4n6vK+XfAP9A3NTbw0ArurTHfO2N
PIef3ZQrTHftkIwrNaLjWuECLWBzuyq2ws4TfbJpnW5IqMR12bRKyD6hXJBO+bOG9uZlwoH2U7l6
+tXtLOGsLofNJmyNQP0eh5zZxwJpeMxlkt4tbgMbfAwmJo4yTYMHTRstMsVTPRdbiD3LPmeYtqER
N/GjSkpRho4/ZN9V4elnT6CajLSlHc6pWfjJKkUNNa79QVP7IOibb6WGszWcZrP1Ql9q8iFBmfBC
CaaHwuj2QqxjfEKUSZSX/SYNA4VqRzpicKlAlkxC0Ma1dNuO9rJZWkMGW7pF5RzJbtSMlRp0XtLS
y+IGNZGfUYEw588mNe0UYaozlDdBWqgHaSXl5zxDz4iL3BXNjZ3jTv9s2VowX3RapK/tFcTsFzlf
Yo06qxDF51ItznGWE4V5TZvr720s1ZOeCqfY6OCQzA192O6UXjrONCzQZPVz4RrhNLgCwgpG+WSL
yd49ebWhmaGnmvpr2SfaM1AyQ+wVwlEQSQJnQmjDNucUTKLqCpGvW62I+mzKjWgStHmxbEnHm2Lg
zDtr5OGSS51NZ5BJts2CY1dncLu00uNWh9ghnODgFiwQkYtDstp3sZj6vcVhTK6pPg06tsFAoy6U
D0TFl3kvTlY2lt2quDjtkGlSXVo5vRkYIZ42Zzo7TV7dTJyxRZTrdY9Boq9sGSKhyU5lkAToULG/
WycbUODvvIsNljhAzbDip0rmuDms/s6vbG/krJKV+VrBq3ge0Lc8SQuy05req9xxyNRrUGx0anEC
OsXnKsOKH86FXo6hQZoqGNOAl7XNpnG4K+iTkGiCduhmblqPPRbtm6egIGX8pi5tfwqJXgJWaXCM
qEPVs4VhxakbwJ7ISrXQLgzpMQ0Fxi/PzuoJqPokz1Lzux8auo/iZOlT/2xUFHdCvLx99UWHJ5Pw
Tmv/0YKJ0q+MqRqfc81QxX4g6a7emThxkyN/wgpWLVJVL+xN0pt9opTzo5/2028PUThCCFc48sFo
ZNGuk77ThxV8ScvYudmfVKFlBveX2YY0t9niyzsHiWPGDXJMi3orBkSQxXEX71HQtp/moXXbQ9oR
/htKOnvWs2prmW3RLCDQRYs5roOmR+3KrnF8HllP5Kbx1cUhlajEPjvF5MIZTLzkW2D3UxcKV5g5
Miu2JysngbIRmiOAmL1qwCdsNd1HP9uhEM+OgzEjukQJF9e7spjSNdxBIjRLr7ceyORdmjX++I4K
5TCzLwuCZf4C0leJbabYRq6pPbtUgNinIVHWlOPtqiAo7rRMw1eUoJj3V+3i+bd5YhgzcQSGcW4D
q0kOPZ4oFVqzYRe7oUj85zRA/gp+qhvdTaXqvFlVKQp51lff7CJUq7z1oElreYC0UIEFQ3+fPgqg
Ql3YxIOx1esl1yN3ZoMXoX673M+8ECalWteozjGs33grWtIq0f/GWb4v4sTkQ5wIcQkpAYLlrefM
RaVNilhz5wLRmQ4pg14HnCbir96Sal1oaokxABcOmt9k8xR3hnLYCjr46PzDZIL5HaaSD6BA+HDU
S5c3VMRUPjHf6kO5JmBYs8JeKGYip17Y0pUir0mjp49GXKQ3MOgjN8NlcBnU0AcMco3Xte2n+pdM
NZ5xGyyE+IYI4jMR6oGcSGSG2nPxzCk/Uktf3LiNSUgqYbIy6mcmDigLjeT77VtUhl8dOQR95Kct
v8BbnOq+RtxsfdVbI55QmNaSDwCxcLBBRt3Qa7L61Nhz2B4MvGpNK9WNORHqvTcd/Oghjt8qZQJP
W/K9x25KQsRLJDhdkH7ssj0TCXOIC79/bPxOdRQe/DGJjLHMmw0RDF6w7sWgfS6CprK++yn/57DN
zC7GySBcLWoBo2m3srUNtgbMXCi/u5bLisGsmjMM0J5tSlVqdwLC0lcfx3R2dMQggTpo4Pa0TjJ/
Y63O1KrQZN2cTFqnxd62R90KjaDhzTXGNGN0oEiDAbuW7XS2+4rtDHW/XCPdvGDr5SSi9r4gd9Ge
IJZa8XccI90nCRFcbrWeOvkHbaa/lTFoNFMWopoL4+6qngCWhVhNmdj7ZOwPy1jKL6YhzFU8aPZG
r+aXftTMDwqQf2oU18de14Y5SYmItsd1BXJC1CiIhLP2tGK9/GQharciXPApPF4Sm7NLQ4ImBLJZ
YR7ilGkobKfR3BWO1pkbUpfAkbrsSe6LJMXRnjCFeyHl1ew3RX/egmsk6Unv0qEDCpO5X+1gsOsT
qHPjF/WuemPO6ZyePafg5Um8CFo0jAN5473GYfOu9fLMPJpqqtQJOEKBzMUuRx5GX+SrUm/qGx8E
AdI7jSQz9b1oW9sJm8W3X2AtoS83qtS/1wGozadGKOfRleQWhjVLyAsMIQ6BgRtr2Ubai4ZfzvTb
7Mg3Kmg5Z50PNrWYJLEZTdmRj6zc2t+SItjKQ4bLYtnPaabLDdWa5Ti7k1lvDDLrjHU6u8X9HPhD
et9quKgjjoTg7+yhsPJwmWX8r8V/RgoDhnfIpps14qrGpxC3xr4ynX3uzSaRoXWV7rJZj8O0bPWP
OihvyrQkbl161GTSULN+w7+jntZP3kWOrgW1fTfhIj8VVWZWSJZLRYk68X7Nsum2qRq+vl8Be1MT
AlEKpRG0NI2ji97odX2GgBoFnqtw9yojGR41vH/EWzWvWmgCX+P4I4XtX0rjXI9yIl0qLzDhSby+
HmLuluJ87OxdVCw7M1vyW20B8xCVnTs/mB16V4+hcjSzgbioMfbYBaL6sQ96pi3P79/7m6fu+vTK
WLvQuxh4EK/unY2hGUjcAXuSC8dd1w7mJlf+xbATICInPrz73g/mzzyNY++DAuDfLu1imINhdBGf
mFejyyDim/6d7u6t5LKz4wCzYbPQbeDHsSqquB6+eTymo1do4+b9u/7bK6Auj8ryInjl5q9egWUL
KCje7O7pUUBHwsbuhUwOcRu1voZjrCAdC7OM6IzQkNCFw6JXsLAk6+YneLal+mB+/ssQxC7G37Bs
sEv+YXP9p6yNUqYdE+w++3kZ+2071YGINKXph0GVbUYtLVfj+v1n8JfHzyWBI2AHvVSarzp78BCw
0jSTs3eGyoyyIU22kwMENs3s9GAas9r2HYIuaF3V3ftX/stiRKsf1RPlXwQPf17Of262NxRQdkXr
IJDSR3SU5D+YT0Ya0QEqMhI0LwkIS/Xvww0UBILGy6fHR3d5Hv+5qmVWcXKpoJFSkfraj7IMrHQz
mkGxmkxvaiIKKsnKHgi83aTzEnyUQfK3x31pBfEXtARmudeXx7y0SBgo3DQOyE2NHuvoq3m6FZP0
aoBvXfwrwWi+A67jVx8sxW97gegO4IRZhqnjVP2zUv/n1mtFMZUSh7svQLZ5YS6YlFYc1UkBDfDY
5GGOpW6lkM6ADR7dM7zg8p8bGnzJCCzoIF94uNdzHqnuVtCnvrMn99PcVMTI7pu0OxVevXygL3v7
bXu4UQC9oy1Hd4Cx/fWT7r2pJaieeWWgqjturBo+LWukT+msSu1SnIDJZEXYkbblbQJR5OIzomOZ
bpYi90/TaIwf9cr+KDtebYXoOhC3aHDflISY9F//JBe1g0FCImamVjhbs2MbH9rs+7duGSxHkqq7
/JDSHr71SiHL46BjCTzatWvPx2oxAf4hTqf8Z2TdWkOR+M8vh347nCYACDAIkNpePtj/jI+EOjqi
5iY/BNI9IM+Ln4lCCTaWMWGw+8dv/3Ip6oUXZhodlmtJb+D3/AJ/yA9lO1L8dfNxQ0NURNiKzefF
btYjaJ+PcGFvvj0uSssQDAvaDIAHVyvN0ts9zY6iOEBiAUrRuYn5CcGPOKZJUi77HkfgQMFmztNd
AkTO/deZh8uzf0LEigDPIYDg9eN1dGGyvNukHk3SZQ3xDfIOabpRywLjscvxQSIWceJxrSXu+OX9
B/723gmG+rPzd30EDteSCgbZZC50ofdx0hFkYrZGFUIyo4+BjP2gAyHYox2axErog/7y/rWvAbJ4
4ekOM/Mw/eCv0K8nHnxD1txWIKL1uZ7vwfB09VY3pOKYl9Oq7jFStSdVC5QlPZba+IFYHNQKKMor
i6oFgcaRLbFtJ6uFmL/yh+Gr1jziREr0bVF11s4dCvXt/R/9Zim+LExw+S8b3z8mnNdvq60njUKj
3bI7i08uFZFvM/kWG9Ppfo8qsD9COV7G3uupgcvBD0YawibbvhZoGqOiNSvcdl8m8NJtqrgv0lyK
jaxBpf1rz/5ya7StGIr4Fbng61vT8ejlqhHtPrGz/q4YJLE0uoYpO5QGuKT12PXJpzqupg9azG+n
ZJ4oGiKarhaiJYqery884NNjEh6NfRdUozpQwjXX0qrHc8Yu7wnA6HTuYLfXIQzcKg7BGfbPXYP4
dFUhiv1X0Q/CVbRhRFrSYkAHevUU2lmjqiOFtTcAUT/29GZvbCuxgn0V2GP9b+BfncwagrQZTIYL
xIEx9frOiciZIP8iw6GSBgWQdOrO2GUMPH+vmcgV4CF1BQYGQTrQBxaWNwMZEhRHKrbQRL1eCp6v
Ly1kI7KaE/V+cVVphibfztmqaYQ15njjtt75/e/mzUC+XA65AowRnyPc9ZY6IVVWUcAb913uTlEr
5/y2YzLdqqn8aCv3ZgPJpTiPulQWULyg1n99Z44NdjJb6nFvZnq+rWwzXucFWqIqoa5K/In5qTIS
+c9vksoJpWzeInbXN1t0ZCBEaMCw2AdDPfkRprVyXI2lTluJLqld7pJFiOdcVKrcv/9k30zhYHku
2tHLVh0TzJ8E+P8szy2lIc/H4rVHPhY/2oD/PlMbNp21FY96f5gzj5wvso80nL5BnJmb9y//9mn/
0XCxO8D2esHovX7aQ0VsOAche0+CXiBCqXtpWNplc5BTYa4hBTwLI5YfTFVvRxMKR4/5go26w47x
6rvJMF/mM2vpvgGbdigNZ4TYx0a9W2kUs+Ld+7f45lPBuI3fy71kJqCnfFOqCtB954bXHVvRTlXo
Zy3tMqg5NCvdenqmjMwT/udLXqxWqPNAZeNFuNpzZXXqw16Z5BF5nkFbdSpp9JU5GwTEuyo5tImQ
H9zl5Zm9WmpgYCMNZwOEp5hF+WriI+GijhlIw1GHAWpsU+nJYd9KupPP79/btdIeKTcH+8uEh6Kd
C17v8jp0BqDddXXMBZqwPXgOt15l1Imz30mv3C++A1k5WC1UAWE81pn/pDN+qzPNm/yWlvCU/Wpq
b3JD4qq96YMt6NuXDZKTLSgmX7YnKJ5ej2et90YFw14/thWV0NAkSCU0ES189ome2lX9/EEV7c3n
S2ApCicQTzx+dr1X8zD5erhPVUCnuFTKO/TeYn+SwnkhrTjdJrFrDJ9zYem7fJw+sjS9+YoC0AAg
vTn2gkLEd/P6Vo10cohG8awj5o/RhVWCqRwcj4rd6kRu1Ef8hrcD7HKrSGmppSHquj7YL9IiCww/
2NHym85+0LxGLzfw3J32g5H89pFyiLeI3KGxh03hmnDp1w5NYJBVx5IdTTavZduMgFL0oXisnNlX
e43KZfcZdFg1/nJju3l6f4BfX/9iDcUcD8sdMZkL4vP1cx2zRO9YCtOjSrTqySpMm1hAx8SiOfTV
Ku6a/McE2WZra2OZRO9f+3o6/nPtSyGD9c+Gc3gl9IRtrPWxybUxYOZh1qXiQL+F9qXXLt/kVNUP
Ku3U4/sXvf5mLhdlBHN+RUrMMeJqxeVjh6Zddtkxi/nswwwB1Z09CQKFpMKKnNPMTz6YIK9dl6yz
1GNZdKgakP/Mye31Q0buiKEJrtGRDM503bdpvJ9EIW8tL5ORS27Ajmy0djWQ+GusOokyzhvc4IOn
/Zc3fSlbIIEndJCRfTVZ5IhoRE9r7GilifUY0BS80RpVHf3RRg3nxLk6BJ42RU6A9PX9Z84xgDv8
74TNE8CUzgDjNbPyX3++Q83hze3q5dDBYPnkqokLaRMS0BBqsG8iVa+tg0MkAGhegT7vNs+T5KUf
LD8nALiovfuOyflrbYr+GT3WdG+pLCl3YGxcLTRdJt5TgNQwe4KLCz07DposPlVWApJopEt8QihT
JQ+psNNnlelFsIbSPD1YUo7jJp7NbjfTh0U93SbaS9rGyjgL+tC4+HuIv+KGYv9wwhILryqk6Fbn
Ud8PkK1nmuvFRgnROgk6vUU3t0j0bYiSie5UP6pGGGtmKC39LhYx958gOA+CN4yGZXWBxtwOqh6b
+0Y6CeHuszEkcl1ZvaPvbGikzyk5DDdGugzfawU2inApc7xP6BsBllwy9SIno9WQYXaFIKHT4tQV
MH2MoW3L7Ijn2LHXQ+lNmyZ2KBAtBONsTCv140MQdGQ7wnWJixRFzFh+bVCr5DedIcFUW4PTfZow
7qIn8IbU2U3OItOt39CiISVBeRrhDqKozl1ZxHvbQbYD4McVw+fZFcpYGXicILaU6Ng2CUKxJBIe
OdvrLOFsHWVk5NxPONXqGxt6eLNq6oWAOt0f3eNsOyJeOcNALTfIFrkv2h5v49yo8ShJosT6QyjX
95pQXA8XhVBFlNOqHKKESM0n4mNtPcwnXHw0nVP1c9DIpgwzNF/P/oQx99MItQnoR2mad8EwdxwR
iRmczy3fXB02o8AoWSwKgUk1S+vokjt5Idr5Xb/OKO1/d4O4x8y+FJdUWW/ut0uSgQ6i+Z5aIQGp
wcabIFNujdhmiCBhB/St/J5Mh24ckTwz0swVEbm+vgHF1FU7TPd6Al9nwqVr1EL+HudE/NL11snX
I8308tb24rY4LXCgjK02OsI4B7GwqHEMrv+wwGRq98GIRgWf4DR8zpbSMk4U/8pfnkoHyC6LScNj
m49tz1jjcAWPiFjVZ7h7SXtsZSAR80E1/o4uw09ekCukxWdnqjz14tCiK9Y1yTpxVC3Eyu6sRLSE
+YIUQVlApWc7sYvnxKes+Xaw8ipb25ZI5H4OVFKt82RB3glVX7RRYYu+j+JYNTT4QXLae2WPVMeR
C+jGHR+uZn2BI4juwhtTctVxYdu/6KNOZZSMF6lSkdW2GS5DKeU9Cibz0U+bWt3iOpbrvil142uW
DojEYuynbjR7zCzfcjCgHEtnEmqCg5ks9m9wMYwHZDp6t/KKpfq8LNA5qjJJiwjvnHNPWUsV9yZn
ofK+tj3VhyUFy34Pl82aN2OilZ228u1mMnCeIGIbI9JegvoH+//+ByXH5Xtt5PpvHS5TRhYzmpnv
si+6hrZH728JNQuMqLBiMW5jA0gemgJiLHGLIptG/D/yB4GlJd3B6KlrgJPs9buyUJdSm5LOadIr
7F+9GhwBOq+K66MgdW5Z2WNCHunSW2SYeDppzSC+hhvVCyrSQu+W6kmjAYKCk4A5vg9nFNC5JqNr
T/Qj42GtCw+8sK5c6lgmzKMDMWdssSxVTT/wjrcJgNzAlWHHqekIWUV166WZPAdrdesQ0A4JXa2b
fInJqJinbkWRkJwQNGzNt9GeUW1C7Oy+zUHLRxtzNny0siR4yofRts+eSdSwDg5lOGjwc7dBAzFi
NSb9UO2ovjSAe0oKood2MbNiizSUnULVaq2pVjmQNbSacLbu4DTO9qEhyzfdm5Dl98JZhuZzS++5
NUOy2VMjQgOZnQO7GObDwCJ5IPskN6K6i2t3fRGyPwQlQsqIbc/kA6QzJgCIc2M9pZUhkm0bIGPe
cvrJvchHVaKv8Lf39o1r9FqchDNiDL0Ig7FuvgQVy9sjXCezvm2H3usPnd+h78lbs61uBPOOtmvS
NnmOe8dYTMTY5mivZWXYKrImiW54RsNIhiENdB+7rhk8ggnLlpU+V5VHkDVGxQj9rEs2Q4LyfY8O
3Z92WQo4LkJfLRE+5QN1lJtZyrj51MMhm46UkRbEz9UlNjAPm6zu5dOkp222nwKzP5V+UBQkbXTq
UOlpqd+NgbLJXLDBVWbC1IZodmVrsDMdxd6C25lGnJXNat+Oo8wvETlTEDmcAb5g4gzu7WqybViM
s5c+xmzvptuLCuyJCaT5Ka1UOy9ZZpWHdDbM7ptDxWBap3AZwFfGWmVEfivs4iuyKwPAsh+nWwBw
SbbGkJ0YP9iGawSAmwBYL+6SvTZUBCFWpduMHXLA1nQQ72SL1+MizJZ2q4Z2afmSQXzI02LOiffp
klDUPQ9u6j2nZdM0GypKttzpi5S/5z5ByNu0rUvHPrZzOrgGfdsmugggUCOxS98uTtV1P6k6grNz
/dJ+Dhp+yiqYVWqA3qFUFyk3cYxfbeoa9SlYAgiNoYGaunyMBeN0T7yfkb4QoW7aYUGH+FGV2Md2
SbZAI/XLatwZvEN/b2mZ81Aa1PmGdTXrnK+ppqZHz5mVs+7qTrN2s+YJewXnyCyPhI5PPzIvG2WU
O5quHVPhlsnRHrwyWQVJZnunePT1LQBVDjSgMjP9Xld6sJ3pxjQhahG92gDwauqfCfMErPcGAF3o
ebMXrxRiEHdbsp4am8vrBOjXx0EWQnvVtqA6HQ+TBBWkT8xQYOz0JGnW6SipblXavBQtEQy9dKPW
AGKJ9duvHjQrR07ZaoMdb6raYsEX5DNskMOYU2RmtZluQRvO+YY94oiSMJOM3RF86XyuZ0TOK42c
rWFtJGVCmoSUziOxJnOygoyI0qAzhJevpyYof4pZZMamDEYUhxJn/Ma3U3B2md/E7NACgdzW0oJ7
EpO8/qeXk+dRIA3Uhxev8dB4NTLH5jfqGbW4MTX9/NzZi2FCs4LPfya3p3T2s+dnURlXmbPWFmWB
6rRqdw6NyesdspBbK16zBZ6RrXmFayMZ1bzs+4WEwl43ndRNQTkSKiZ6xiHKan/0P1Hb6NObyqvz
4cs8avW2IoWCLR3doWALx9Or0Tw2yYzmTfQ+zuiwDWBLyhAJpneLCadoz11G9eGOakz+0FKTqHcq
6CS7rdYxRTRZ7fxNa0bE6WHrlpW5Gul0tzut10cv6jLwJGt8XcjuhYO+bKwxX68mkjhUSOwGgt2w
FKk2/TKzhmhkr20se83gRl3mm9VMkY+68IoJp3K/F4VddOtY5FPBTEWZLFKm17s7kRGcnUitT1Zi
svpzZrm9+8lr8XIFITkATntsCIK3wToj6F2l7MtIX9Zy6JNLaVtU/Sc/qM9IxFvSxgDmCcL92BxX
p8kjEYMxW2poI9BIX3bcFMw/C2Q3DptHW2gwItHSMTO7VQVzXuv6r6qrnSIyGr9O1hkhiZQmVT3c
uLCK5l/TosEFxU8y7YVedMjkiCoIzklcLlMPVkiLzds2mPrPi54MxQlfRNDhCeiDLqmxADW6floq
I/3uak7a7eMhmJm3qDKYgPFksYT4JNh74ujsyXDxbYZomPil5oVBI2j3g8ZNrQ0r6lBFfk5/IQJe
VSdRnUzlzo0hRpxTfXR+oqBv6YrLwEu3WlGOu8wKVBvmXVEUoUQ9o5+mZdKsFSL9rIsugI9qU2Xs
11YKdcxXLo3JXYp5aQ6Z6NxpyyASDr6jXOmruA+s4mYu+0XbOr1RUX1rU1JcRjUGRAZkbJdseLzG
Q7VcxJ4lrK/iQGzOnN4r0oD6NcrYducCstbXMJQ54IF/kPaqKVBNRk7TgCgOaatocRY6IhCwgfhH
vRq13KvYishi+ulrbEjCUvqOWidBUOoRrjBwXQ5us3nPfsSUu+ViTF5E4HahS8U7RrpKX45kHUvC
+uHIaK77DMeAUxiFf66DxF7WPGV8vqnecdKQ7eJ+rVyT3efFQJIc+7nqoTFKF1PSIBV+nbJSGZNV
k6yn0l/Sr/bYx5uAXX5SR8MUdA9ebI75QZAP9NXIZg/o04zHlIj5HON4aLZD3qxVVpdqNXZDV+76
UfDvLzVWH1CwoVVsdjr0+KhiBycF4lIgW68y1/kfZefR27ayhuFfRIC9bFVtuUW2nLYh4hSWYRkO
O3/9fZi7OaIMCwGCs8lBRjOc8pW3fAunEYAmfgMYDwHqJHJGVE0O+aprpsYhidQSA2ls7ohylVhO
Ju6RRPHqB801ywcfCxnzJqp9H1czmEbEuUADGzQ140Hnu+WjWHedCr+6PqidlQtxDKsfssKVCyik
WktM8LxDFNOEx6Gq676PLeq5yBabQ420hhay+iCl3c8YK6P40bs9Irk86f5Ws4ap2BhNGfxW3CAC
szzdbdTPRpTptyrX7eFznpVw6fTZt7DoE+snBI5qfPBqYKh75Auj7/hjdONBz31/REa8FM2xDlVz
yG1llJu4z63+RjSmuTMk7sLAfPEhOuSlF5U6SPupwL5jCmJnEzljyUNmJS0QBiprmn/SLbdTh578
60eFL8QfmbiQQDLfVvYeR4xwN/CQ5Tg9Ovq0KVpL69yVtJIKYx851fB3iM/BL5o1BL1VBE77aJiD
0HcgObPpUFCtbXbeVMphQ1Lj9GsgHOXrmFegPYFEuMG4zSvBTao7k/3FwxV72CJkYsitAWLc2FRW
Yq5bmtv5l1IwiV0eI2r2YgI6rl8rrancTTLlKMBEE64kO9SLfQ8VZGfy1ybcMey3ancYHnmEkevh
5s6d245CL5mvowMMq4Q2DFyYqWcCo5kycbAbfj4kD26xaB2l1F33QmACuEpTQNmIEQdmjKdCLvLi
sS8ioydIRGF7S6Kjl7Oah90/tELVRwgedbp33cJ09jNB4NDjlYmtPe5uHNp0Mqr9ZODlDoKi0OWD
4PD8UAkXxcYK8DTdpVjSjaD/Kzx2tqEV58Nj4FaN95mH1vBeo8Qg3F+BA1I/jBCR8E8VpFvj3q+p
X64xCK6mBxhLBsBtFM8glnpV8MbNyjtWlEMs8UImmlzp1QjGWtXQWbZZi0bfbkgj/UsN0lJfqzYG
+Rxizw1Mdeyj326UNjp5nKs10co2klArrlTsliLCf+uG9O8dAC2w73GcXtQNYdkZk9Wkd1ScyuxG
wNIYCEsAnFNgiuSryuBc8mvUAINDTtOtHGMtXItIg9zS9B125cocd+0IAxKJC97cvMcfFo2DO+C+
6Q+Ei67Zk17WdC0HARqK2UDUbNqn5z9ZGZPgXOjqzsAfrHtKXQNvABg/EAggb8q98qihPOectvrm
4yLj5cigHLAmx+LXAyq15NO7Vlr7qSizOwtHyZ2qCi5PTYNwin552uzrssq6Q2ortNA+HvgCE0C7
Db6zR4PcpckXGIvP1AhYTJHJyKBCCDupDiCeX0XSpCceRTr0Ly9/iwYBW8REwWHlKtNdtxSGfhld
lF9pXr/7a2gCgtADhEkbd9Epqb3B6W1HE3e5D/yCEGWaDpQ5UVl3WilfK/DHzd0oFE0raCbfUy+m
jAF8Bc6eAeXj47W5KDpz4fFnls9xAAwtfZ61YcziwGyi+6Rzss9mNqW36L9aK27eDKaRkMON2eBY
h+16s/146ItCvwVGCkAonUk8J/ylbXbFpdLaoFAOnijzr2arwp1mW9BMbKu7g+l5zfX8YqpsfEyR
waOg/Q0vbNHNMGI04AtrFIc+rkpc/3rnyalK42HiN7IF5vpZ33zhAomvffG5ZXFWXGfkWYvFMOba
Og3B8zM3uCTzyg6yQz0An9+K0Vfp0XLacYDu+RfG0Ebe2h39DmGJeCgw7sBgNd55BYopo64gI7lj
ixy7El0RfEm1QZ/2ghvV3jlulsb7Folq+zbzDVFsQkhNVxski/bAXz0pzwNUgz7d3Lie23H/wQXY
WAKKml7QkTZJUiMLH4iwWpPTdOoWmk5mvdRd2u8HUPX6A9DT4iFAqDujouXod1E8+eM24sJztrGm
OflDWnf9Ey+Vb165kRd76u/vBH1KvxXo39x0Pf+dxJhTSLBqHNXo6Z/NIkzTNXjqdp1rWlZsqPMk
Lx/v4sWuYsQZRw0IBajGbFm1GDEHz2jkmTKPgJKm6KktxvqVVx9m6OBR+0JDVje+QfmPo1vLq+3P
H4++2Fl/R2dbzQ1XwAv+8gEam86StHbMYwtOBiE5w/lJqbBba4Vu32hV7m+QsA52dPtzDJ/c6ebj
4S+X29DBFCAibdD1hWlwvtzM0qaYNFlHKPfNtitnXryTm68BdsDGGoJxM125NC43IlfmfGeB7cXD
KlhsRLwh2yDUMAYLkwjvZuHZuJyUKQrwNlWwK+30xYv1d3UdAiyQTSwyTfXz6Y0j/aJaFs6xGePQ
fxy8RvuDWQQoft6ZAeUtEZ9yWlS3H6/qe3NE5oY/4EjRyV7MkSVNtZy9dtQCTbxpmo+JQNNb3sHG
qvKaDtZ7c5w9wTxaZDRbl0gNEy+KvqGycQTJHKlVOmja0e1C/QlzzUiuYxRfN2XdDlcQY8uW69+1
pQ3JgJh2uyBiztfWhJqrzDK0jzKa4P2PdgxOum09uXYSyqRFkde/an00EaLXkm0xOdEWDVjz28dL
/f7PABsMNoPQAIjX+c/QSmpjg+bZx87SDJzQLLFz8XrGbSwqtDsDFvTBTUf5E5qU/wigPER8Orkm
SrgMCebFAC4DXJHHiXvCXCyG68wIOlSl+Ah1W90aI3Y/UM2tKNhy3+Kk2anY/TQJ2FtoXwqcWoK+
n+YLJSbqjO1qvAKjfOdgk8PCpAP9hqjWsvNPPlVkQgn7SO6QHEi3412Dl9c29QJx34RSXbm3L7c8
bTd9Vn5DvssHPnz+GeJUl55w2pB6APqDK5on8ouezb1lGu/qyh1yeWmiiTqDUkkXiYGXgoHIV8X0
J6Q4GvCU26dGpZO1H+q+21iuFudbak5U14q4qr6RLWVfA2o2IKg/3nmX5w7ehcu1MkuF8WkX70Zj
jY5WkuEeSxoab/yedp32vQUBvsz9aR9C770TYT9e6fRffFjuaXY7UvQg7DBtXSw0fJiui2C8PYtB
DcUuoP+GvvqtQ5em3klcEK9M83I8uJc0QvDQAJ4K+vj8w1KtprKcmOGxFJSubikOFieUPOpsh0dc
3WwFVIQr6Ml3h2RBfZsrjYBrMWQxwT/pUdU81k4jW9SXnGRfZV5QbKRTDP1en1xbXFnWvynEf0I8
GgbUdHUXQ1pkpAH2Le7s2M3cICvz6DkzzMidAUKF+oo9kz+dhnqw042qjaA+mFWQPXgIHo/bMYjG
Yvbqzgf0lypVbbvehTn68Ta72Ov02GYctgchh8O1DE+CeHQkGrMBAKWmfRWqz7/i9ASSQq/n7lhX
Cf0HIhVtdiy6vNgGuZf8G99sXhkQNTbYMETFUYBebPQO4anSGsfouUu1njZvYn4LS2w2/UZFYi1I
M+wre27+FxffAuYVGzygBDt7iJ7vuSEMtMxgOY54qk/aXWll+W0mfZ/TPCBOR5Vd2nDP8lisZzbB
NS35i7vMxjkAnB3kD3gI+GucD58ZXSMGbLae46oJ010vvGxfY8gb72nYXEvnL+cKq3GeJ44FpuMt
EeYdal1FCFbpOdW05lZCDDlNTmV9j2znK7jMlJZKWaLpm88cy4+31uXbOX9TbESJw6BB2cuxrRIz
Xg/L0OcUX5zPGAADrBhL/bbpNfXNjZ0SIzuwAg0cy4iybvJnQDjoymF/5+DNzsAzvh7IMhZFi4NH
XxgMCeZyR6seInwLpdU0qA1EmvPkZyN2ARinE70kyOrD9MSSN7xB20UMK6Pq02I9mrEJKducpivb
/q9tw/kuxOQDQgxSC+DzLgKcoinNogNLTRTH075tDA1UQKmk160ypY/JBkv6MdzLmC7Wne9S6l43
VOG2oPSj6MaX2oTRV9qH6ZqOfIr1HFiwL0iG+eCwIPPbK5uc70iLXA92rRcMf/BP7D41OMtPz33F
FbgOXb2S21g26duVLz/jSJdzI2kHdkkFkWdssehpKibDazpOGO4QCtyQRfqKU+9twzWDbH4SufvB
sHFyQCPgLhtNOrKeEvee3uVXbt6LdxSoKz9kRkYCDaQYd37aWp4dz0U8/TgKy8lvwsyKUPYxlEcb
o4+6FVVo0uHIVenLx4vwzsA8avjmoBVKLuIs1oB6AUozXEHHwFGGvtfMLPqaYFTY7cHHDmt0trsT
YgLadOXYXV4vRGTgyijWUD+hjnY+YS4CKwWAFz3TTYVgpSOHRlN+VilwjCH9R4Yjt7cL7BUW62xU
y1ZaLK8P8goyjYie2yyLfsehV4t906VW8wRCkObbiF1QsS5Siqz3yKPF5QtwD01uLENU1qbWK+3K
uXrv1iFdmZ8ziB+EMovrVYsi9HA6N35OelCHktf8sS11nCgMi7qJaJAWycHk3FJnhyowad2w6p24
2X/89f9CtxdH4K9LxsyWgFK0ZA2Ar8C/qYmCY6+1hby14cv7KLnADVm1EGWmbZ6UQL4Rslc0jTvP
+Ro5NdaH0s7S9mYotSJ8DS2EFBARzMbfQ2/1IPiCynsy2zj/NBlxnK8yZG+qdTgOxcsIZMQB2jQ6
zSMuXWOyau08epiiOPvttQQegRsU1r0KkPHaRZSZkhdfh2q91tzax7TRwU4LxrnAYBoZ3dA9GIbK
tk4bJYq+oZaMa3q/vrF3SrACbebjn+6EduCh362HwQYjnDL5mVJEu1EGCKOVSEcrXc9iHuDak7r2
d+zYOl4F/iiMuzboU522xVh8qsa0G+8RmEQlsi01MMS6MenWD3pe9nioG9sctzQDXGPTxT4tIBq+
05Nd8obJoDCCFcJFyevHH+9vVrf8eDTweDkcbi/XW0TBXVtmtNfd8NjYxfhrLPpq2sPUdt2NhXkq
rU5Qqu1qGBuEQvLaz9s3k6csWiEtk2c7USP6tVKgtB5B30SUSf2y/YkjJXqDIizra0RWaw5YFj+X
AoRvkPOTL/CTz498UgydMKJAO8ZTgXZQ1BZWvS5BK+qM7cTxXQcirnqKmlr39xrMPLW1QzQft3Ue
AmuUeKSSVFFG7KqVhlQZzXrTbW/arEZNauot420KdfaBldFYM/pUvHi5ntpb/D71gWYgTmTbEnLw
kyN7F29K4YKm7eo8rcFkDmbFLu9AEK4CYyDSqlivlYy7sYJ4l1+1VnhvMRwkOH0qfN789p8vhk5B
RpeQj45JTlHuBw9d34OXwvAyWink4eyvRYFfPSpDY6E/eqoJDkGia+UBj1+9d9Zh18hDSdXnWg57
mXcg+Yx60ywWjALzUt/CbcAzuIgQPYu4CtQTiObpG+2MLnlUY+bcoHpYX3mHL0ekGjsTpeCIwWtc
1m7iwYKNIIL8OYGNpq/CyiSgyb1OraJ6PPZjKa68Pe8NCESc646GCj2D+e//UwYGvwvfJ6zlc+72
PoiG1hLI22XJLxkqhYZVHcp/7BrxAHk6xjUUN3Ezuaw8Z7AeUI1q5TMYxZrWe+59qzNrMtZtXqRr
q81FtYLXFNx8fEVc5k3EN+Ss/AeY90VYkZeD5juJVzz3IMO8x0SZYPPSYKh+OTbVbpC6/hRgpNxZ
/mpy6DOjDEcL4xqd/50F58STvUGJQz5kSejpvC4xFRHMM/J00JdmzTLuw/ibayMjWQJUuxJOvzOe
RSkX2WtsOei+Lx7XZohQsUL5+rkE9r/Py/B7UOB7id1svUdrKH7+eJXfecyZGhRhtg0dEmRhzjdU
gRERHV+reg5F2hi7dIxpB/poo4UEySB6FfFGvCXGMcy7jnoyjxIitgnCZX0jNh//mPfmDn2V69Hz
jbkrdf5bdKxRJFql6jkKw34fmZO8t4QBggkdtCdweBiSfDzgX67f+b0+0w6JITnFc3doMfuaLn1A
fb54dhO7LjchCOc3CmRDcDNJj1p6CubEX4F3ZGgdOelkRc5cPqFrXxRAJWhXrU1ob7hm6wXKbG5p
ePsyGHAKxBNckGJXli03dVToxVpvaVQTMwQuMBW/tb7RmRYoIii9iFe9jwP1RkvL2vkUDJ79zzG6
x/6lwhfYiFLQZzxf2QCMpjW4TfZcqTY7gV51d1mu5Qxo9QcpJ3HLu3f78eK+kxjSDiH/mkNFiELL
kmJuZi7Y4cl7trH6fOZzqo1nDtb3qlfm3tXq9IsZp2g1By0rHUUoGFYAehAqAxiD2HBsjP98tugS
mcHcuQAuQD/6fBUABCdejajhM2gIgYru6AIDqpJwACvrm/dSYG53ZeEvt/RcTqb7PZPk6JcsAoc4
kb1IO+E9Z11aaNit4+nKIoyvSaoLYx00argSWl1mJ4xoAS6YC35UYOZ79T8vRD8kpZ81jCjCafoW
J+DGshnEv6Lff01WCPYD/9rZAXKolZP/8f5xbTHP89FCR1QEeXHALe1N7Y/YbmoQP36aZekbZRiE
lOC3xB2an2UDWXkoeiA0fNs2sl852VnwFYs5wJQrTlQ13gHR1dQRdbA0u3FKN9N/c95qFx+ctPM3
pej96EdjYjdAaDwlzjqdShcCSVxEh0FPVXqv+w3xFubqA4bmIKxPEYqv9qPmYrO6kk4GNg3Qa9pa
PyhQOQYxiQkiBEwY5btsgx2BNh6QyTAfzCivnXYN5xWtPwn4Hjg9Wuzmq0aOxkMg4wHXTq+bdhmt
53zt5Fa4Ky1XoTmqK8BNWhp6X7zO6h7ngF7cKDd1dk4/xM2mgiFUbHrOY4YbUBSgNqzpQ4xiQGAX
+mtbWeBPQY2hFSB7NR19rQq8beYE3VtsaynQRqfUn/Km11+MwTFGFzFIuwtv07ScZSziCLqYnxjO
MffDGp0FMzO+oHkG54due/gpLYfehrBi1WoDqMD8TTzqWJ8LjmF5V0YOvIpOTNXbFEv1QyGS5O3h
oNR3nGdNW6VmJMFhinJMTqqk4Wr1bfYVkn51TOwIqCh9pPA5FxSkMFxFWjbvKNNtwJbUd9isgjZK
0MZ7dtvI+hxGfXcSngh/diJAL5bqe5HfdmYUfZVBHvymNGmEW69pquilKGlzrnNBHrDKyrS21ilw
+OyxsLqwf0z1vnzzGo8sajTQJFhVVhADMM7qzF/FLZD2/Ui9UG6SoNabfSWK+m0apfLvYiNOq5Wj
+SawkyEJ4h1JIpqo/hQ2wdHzgplKpufunY/lxivlzjLd1XZQ3BGm+cFauX4FT17FXbIek7E6ulOB
wi4+gFEDCMyVkuRsvgC8ADIyChxt8B0Fl/JHK81ePDKpeDONnd9upz6MD2HW5+bK7vW2fxl9ZBI3
IJzGYasQ+Pwtw9CuCff0flqXoddmr8CHNfO1ikprWAOtNJCw81X41tukty+g4CCF+brQqjVwYTgC
MPySjILMCA0AkP04raUEUYiI7+Q0bHO6bT9UQztkXdPwhqCkEVFxvECTA85FN2TT0m4vdykgfnIx
aJDQQynB6etUr+CzuWZnfO2KJu+/GYAZzacIZHr7YrH8X6nglN2bHXvoeYKXQ4oDmYysv9c7Q5Xf
4T6WLersvMYo7SvZI4/T1d7Pto7S/k8dJ7b7WOOLOe2wlClGsNh+cyj1JBhWUzZJuGU6DqaOqIMn
aYfKQexbQUlvM0DhOIbG4Ef7EcJeBDojCR/R8XTyA/9jtsWSpxrcNWg+ypMZsdJsBE2scONDNU0+
546I1wjDyuY2myp4LxAgxgkaADbDKHvmk7cZJ7vynvHWiwDIaaL2N1qu4xLSqKp/UtM04cKga9re
7VJQ6XGByv+miVwLz4N2TLpdETQivzNRBcGUOPLr6NadgnE6dbYM1CPzDcvXNE0HsslM4ZdngMH9
ZDdNZGztvMl/N1pgxFeeyvkpPL/XTVQDCAxRTwGptqytWZRLpND78VmPTOcYYkg6Ez5CHOK6sOkP
9gScbx9mobgGaLh4vmhUwbTW6eUA0oeTd/6ggF6LIL/xRrtZof0SZXRqKFkkoJfhel0J/y4e55nX
TZpI92/O35bMct1uh8jJLP+5gGK6K+WUv8WkNtUqHB3n2WzUeCXAvYy2aUjQpppnBuQLEMX57CYq
SxnSyvFLgfPzFlsz/RFd3uJXG7vGo6Hq4YBtgbU3Jqcb17XfhhU+IPbXjwOzZWZFk1snXCepmv/g
e37+IxK6nHlcevmLOVqluYLhgCdHWyZvQPfTHToupFLoaqvhoVE9ro4qb/+5JYU9EiRvatcuhXlv
KZCHS0qKaoSevRiyrcKdnpoDIv0tXQqheHgPMU2BK/nkZYvfQeuDgJQZk9CS75xP29BgmtncEs+1
lcDjcZDDTuFoQmOuiA0CaUgQujBANmOd1W+yRDGccveIkJxNsfdf40Ki4tmCnVyHYBS7tfMfk2Jx
kEdmMTz7uMKuR5yp1gPK7DbA5sY7Bo0WXYF7vHOu6AHOsp9zf/9C9QTksAc+3RqfHYDWCCnDWc4t
0X9GZhUayccbbHl5zBuMBj/lkAB9Ofgw55NDPgDCH0YLL+DhzWgTzHQCD4qgeAq8tLlHxFd9ogGZ
//542Lnu9N87i2HReqTrCLKV2vQSzhj3shuVMuWL3yDI8BQWBfuJg1h/mSD072XUldEmL8i3Hiy/
zb98PPpygefROdjoBpBhgTBcbC+iOywxsGR8oQiEaF9elN5RZGZ369bwPq5cJMubC/QuJS70DonI
EdZbOvV5EDMtuMfei9k3OoBnO5itQszB39JHM9/sSMbxlSGXAgUOrXzSclSmsLSEV7qsgY5Jj/mI
CqpTrlmoo69yfXRgeLiFlxKWVXl006quNz6X+kCsTjw/QYkQg/VWRiatT4UMzQgdTnjTljwbCdBo
SP10F7JI96hiuzywVqTV6zj3hwcy7G4WJXQrid9K33e/0F4avrRmYj6kgkop5GSprmBuLvctMzQR
+pglymZxoPN9GzjDQCu/aE5tLuWfGbB4r0gSTqIZxrU21O5dMvXp54/3zV9hh/NtS+4EZmGGgHEd
LgECeRv5cvKL8pTrAdrnsFnyaN16SXQXOa2HmBgKtFi5pHmElKZyvAOSgt2NxH3E2mPF3WHH4baj
3JPTDje4WGQAhqG4Dc8f/865FLL4mUye24oQF/rismKfOKBiRFWbL6MqJBbKFEyavZU15pWb8fIc
oU0ZsKwk4tQb7cVHgPgSUXS2zJeuqtMR+X7vlwPsLFkbnU6n498nxY04S1SC0eRRPP/ibi6kXduu
+aIVWrKhy1bEt95kVeOVx+e9Sf13nEWaDMQ+zXo9NF9ICCqwzgFghFXR1WO4ofUDmuzjab033Kwe
ZoErRGJz2aGTg/Lk4E/WS0ILfCbqomvvJNlP7IiKawXSy31B9duk1MDly5BLDEKC6r0XJybpRij6
b70mQ3fVUdp8/dcpUdr3PUrQnM9ZVPb8S1WVbqqURvIpGiqjJF5pJt5OGm7rJFXm28eDXbwkFAR5
ucB1oDhHnLKoobh21Bp+JZKTVQoU56HcBG9kf1iV+6093gMVS05Okso/k+3b1ySrLm6heXBQiDNU
Ho3IJfgUxIAFE3iMT6ROqCRCPc+tDbJZwSrFgTDcN1IUt0boTlfqde9NGjtWwmAQcQQJi4OXILSU
1J5KT3GjQvo5QWVvkRGJTlM6yVMp5ty+b3U3WSFB4v7ziwaKgVoKODz4CABvF6N7EzgWS1bZKU+p
mFq9KNbeUGg/7BoJyzaurxXmLo7IPB7xNZsWhC8KS+f7CYBnGOdgC094LvvaIe6NXO6GNsyA0Ihi
vCYtdHFKLNTmwV95bAjTt/zFRWO6ysO7r+1OkNebnPJJbv8KJjlcOfh/S+Rnt7RFFQPQMtGljh7N
Mq6EEAupqMrHk59QI/kO+dbyNhMC6OkmVV37ANUdSrGJdlIIbZdeK5L7blVh3eUE4yHD6gs2n9vX
002YODDRG0eO/lZ06PXHpL6jmg4VjD918v1Y3kDXRTQdUDaK0tDtMkRuTY3UHt1b0vpmb4oMrY1U
Fu5r2ar0R5xge/Sv7wVyu7wYf+XBQEosGyaKcM5rwrg9TVBYgWQM3lcDA4h95bbXZL0v9gxbhRDI
cuYw7xL40E9m1DvEQCdU+5pTHIvARFSgfm4HkLO7j6+gC/QSDQmyX33G5wDxol59vkEB3Sbkj6Y6
tRN08n041NmN19uBtbbDpFF/Ar1JYVSLaXL2sdXKF2D/SGWE00DFwwjrvAS7O6HEhE+Tpx1HPccD
xKvqAeRAF9lym9rR9DONfNoRtduafxxCthsaCKPcaY3AfzTV4rpCjQM5oiuglourBnsSVHHsmTVB
rHyR/tGUFYmbtycD8g0uskpGqB3I9tNgqvLLaOIEZ1v5sE8pPV/ZLheR8/z1Zn10kHpYFi/DdCPI
keWpxvaEIxwarUYm6Z7bQ47vmEr0qt7ncTQlVwa9uNLn00gHEZN0IDOgpc6/ZVsRVHrSbE5GZbTD
XqOtCTBFpo21IVzrH4t0ll6oxT8/JYxLDxHhOqIBGDmLR1MpRCYSS3Un06pT5NtErR/gBt/6kHS+
dSTJCbGjea2scnFM5uhw5jaiq+wRwS2CnS4eVIrCtXYqWgqbqyIAy4Hui5blu7D3Mrn9+KRcJPY0
Lj0QJHC+eTy41hezBHAEtK2APD8CWL9LKvrRiCGm95T7HhJV7l1EtJ7qtK4fqdY5Ny1TfqwUcgRX
fsc8ztndC62S8NiEY0liAuT3/CsXQ56z3UX6Wkf1tLVxN8xXdlzDHsapC8COxPbxHrEfieixhEmA
k5nP9dm5dXBlSRYVnpkVyzuuz6gxnd7uUohYRyyw4fkOD7VuVrswHI0NCOESiS7g7WNdeZsOSYg9
NFTUyromuTL84oz9HZ7ihgNzh8iabXS+EGmY1X1JZ+pgWqLYlwW658LIoXTzaHyBSHFtuovjRSkJ
RmsApZVK8yw5Pf/9f1pecgr5/tqUHUZ48C6s+950n7H18/WZ7uvVP3P4vTGaMUTfV26y94amcsgx
48kFE7gII+Q0gjdqogwJ11x/hMOYJ2vAh+OrhjJGuqYt8yfS4/HKAi+3/N8Zz9SkGY/EXjMXRywP
cbJV/pijRKSP1opwqdz7Y5E+x0BxESmoXLkn5EiSjdOY/qPIO7jhUrPdn66CBHBl48/f8z8b/++v
gdML+hlYIDfd4nsDu+hjf3KzQ1NrcxdryMNt12bWydaoyK3wtDFnEYhg+qyLPp3bG7JO1/gWTumT
Rcvwiub34nX5/89h75P9zLqhywzSlX3b6bmeH+hD/E4ov2ynQiETAVjUXbURBmCeiXiUHpvoOXy8
FM7lShDhsQgoOQIrWIZ5Gb4xugKFdNBip7pxY6Ok59Z7b4ALotePhzIuDjmPKG/ZbHcwg+SXpwzd
hKLtWlEeai/Oby0r05wNDbbkOMaiLE/1oMpvdDI0/6Xt3ObV0qwSEAMAqX1AQmP3K9kY0VetQTDn
zs4oGWJmm5bOKglU9bt3O++1tWJh7HSj18eXj3/8e+tEsQOjBhMM/EWTOqumpksELtn9aIynuoo+
p6NqH6gChVdu5XdHIsLAHoQYimvi/G5Aoq/ytSKSB1qs5m5yIw8Ft1jJbS6jXlwJ2t7ZeVxBs/0E
yTBqw/Pf/+ciCuoatTjLkAfsTi3kZLy8H26ReY4eAeQbyD52Vv4ClMaWOMHmfn9l478zV9R4Z64P
Be45kTofHiPjKW5dIQ9NladPgFjdT/VU04vTe+vm4w94OVMGMkwor0C/qV8vrlytVJ1dj0V3iLCD
24gGBytKKM6tsszsQdPc+EFvJtqT0TWV40UiBRoMrgM0CzpEzJAg/HyOYBh0L0TlCi08P7nPWw+P
D1J5+8pSXtzr0KIpQDkcLFRFSN7Oh2n8xE1M+viHycuM7dDg21pEatrr2qjR2FP1zRBVXz5e04sD
bfOSzL0JAuM59l9c6m7tCU+6jjwg5JrgYdhk1bZMXPukDzgKocNRep9KqRxkD8MIzQihsubXxz/h
nWnDzacr87ckCertfNo1ulCxiWDTLTU4D03HHmSOMVMzUn9W7y4hOq2ytuiu7KbLjzqzxQDlAKpn
5GVbTC9E6vQIQRxKY0Bu1eg0cbQaVFE/nt3ls8neIZsiMwZNP/uznE9PSyRCd1hIHuIAxfJX6tnY
Nk7IAZaf1QR2djUmaQL8IUgM7Vb4ZtFAHkK8aOX7GQ7XN7LFNe754x91+dVnfwFk75G3Rkp9SZ9R
cgw65Gm6Q9a6w8psnAq8sA18nlumsFb4ZIvfYRr2W2TM5a3VoDz98Q+4XHx+AAkRZH2WBSbPYlEo
Mpmtk/UHQ4+sX9aoWS24CXv65xPlzxUQeEIkBy7JwfkwFBXUWMO9OdBAHr5lVvaZ7JZ+RTXIe79B
jL3n3bz9eGoUrvhXz0ITuBMk7cQkHp0ZIFHnoyaygUvqmtiQ4At4B3wRJD4fQ29hH5WIKGnIwJ+k
7mT+2q2jsbnDyBTPWMdwx03oWJG5GtiuyaOTaPGh6OxwXA1wP3DRdvqUUA9NBm+TG0OorxHxQkxI
QShAUBfvSJswrMaHyqOm9qJj6l6uh7wx7prZjRirp8Hv8lU8hdlTrrpYvggggHiTosA2rb2uaU9R
4FKtTZCgkC+o4ClQ8X2S2Ccb6cv2iQPl3xQJWP/vBlLFwe+pM2pBFxFh2G2bQGW8J1kJjJUaXEVJ
1qjQbEzcGFgH8lF0GqVWNl+aMJKfcVgOAN85pfXDNPV6RKUJMBbEb0BRxcad3VXWssKnhgpem+3l
IJviCzGo9rtAdjG4mY2W0HdiWcpV6DfoAXX58Ccuh+AenCSYCfZe4yMK6k3BvtNb1D4ix+jugwFs
LQCSUL3a6ShOovPSAbfMMEBDt6udDi1UJYZ9iYXcCdNh8inEqzgfE4ISqIRjNBB/mcwhNPdpa6fD
b4gKcbUdBr3LEGNCxfYWkDCGc7XTI0qrPEt7QIuye0mROKu+JX3QfQoB1YYbZTuooHbeFE1P0p9L
ApapvP6TKWOhrYCQJi8huiRiHblhJrZ2RRX/1qgazI2qFCj2pk6gcK6ooObqD4uEVl4li7hYt6k/
uyznnv89zLK2vBLd/E1tFvubiiJlauINYBpLdu+EphyMaUcdfKvXP8c+fCeMoeVcLM5r66uJ5iqt
qxSj7gcr8wYzXLuFNW8w2epPIMoitLbDph1wpwLIucsbZn+bxpOVpCuXlAYFxMCS07WLeC53Ln82
v5ZuFzh2bBkXzytwkqgb9aQ+eC0Ksy42Z9A8zLRE9bVtX8PEG57F6JfYJKj8scYz6QZ+tnFohPK/
O7k2jf8at1PXCuAzzA8Q5NFg8e51mV3kDUXaQ4sdyJruPBpEo9Y7myAyrvWCliAQQhhi3tnOZm4x
wo6eF+c/USIWmcjNekV94HjzoXh/cJAu7Tr4SXGj+5SDvV4rn6TZg8/8HA9VvAszqmhX9s589S2+
Ac0NrkwufnKWZeoakDi21HXxlKlHd49kcfeQqzrZZlb5j0U3kDxcvlAVwRESh9NTOZ+xibgSIUdv
H3JlVsdMFLmHAufIzZCVcWWsOxnLrx9f/ReRDLwF8goWGQow9YHlcyOpCveVWR1sI3aOWNf/j7Pz
am4bSdfwL0IVcrgFo0RpHCRR9tygbM8McmyEBn79eaC9MUEWUT61c7G7nnKzGx2+8IbyAUaN8qyX
+fSvAodt46XVGoD9OsCAGUgNihgcdA/kzMVzk/SFDpprNE9IyKN5jGqp/fcEMADxNjtpf+E9KsK9
FVui2RDcjj8HAOYRALJWiWcxbnXlzb0qxEDHhAsD2AUOLAjkxU6bMviAYehYJxFOxsNEwrJvM1PZ
anqnIHiH7839RZ+P7cWWwp2DRjb/4SuzyRfTn3rbacwmMk9Nb1k73oPhV5LpjbYHz2SUO9UVyZcQ
THTyjG244a1s6KtPPo9OrXNWdfjon13uMnMUkdSQgT8FFoe4A/lPH6IZTo1loRaKvlr+GfSmoq4k
fTcWGdUWkpLZEwtK1GJzW7U03L5z9RNSzt4m19y4OWcEir+yCNz/OaHb/fX+Ml+FjPQ56INSPQfO
zp21WOYxwk1N8QLtBNxVP7uIKuw1tHYPYnSMX3gYeSjOo1OPEqGpH0xKfdUKmOjGd6aqDMWKKif3
95JoFQ6CSjKw/1MTh+W3XHbGi9JkyhYylHJMc6k+ZHZYP+Mb3dYrH/nq1kLBYAb4wLIFykWl5fIj
610L6Yx44pSO7Sh8/LGmV73xoC2CllgjDFxf1YyGXgdaAjO9nxj9cjTTMOCucxefOKyzLptS7tJa
bXU/IsbdFtxrR8Wrin9rhFxf8FbShwepy+SPl/vyVyzmbPaxCKZB1RCzD8J3cPFcmRUwBUTVAzl9
R5PO3FR5GMI684pwzav71orT4NdAffAPHo+XazDmaMUWkhWnO+ps6lS6aKTrinq0SbXWOiXXOwvg
B91YZBvmJPiDiPnb2xjmdq7ata2fInVIjVOnukD1UPV4wOvGjlFENttfgZJO8XMWlN2agd/1UaZm
BwAV10JSFdr/l1M1kmgsMaGyT8oUYGMQou05bscuHj85lRMD1dCtlfrxzRFBNbBlqRuRml6O6OK2
4JXUTk9GkVe7DPdL4atqoX0B+mvv4PauwSBvfE3ye0pMvMizBuV8if62wGanBeqQDc6p1jLvZMA9
zXe5gkYaCv9tfbx/Ud34mgbPIPBaOtKYwM5//ttgtqJaNIIcdHRs2/uEtJP9gmzq9Kj3U+2najFU
fmul8RZksbOS+l3Nk9AKXpdNXIOpzlUBZ+hRZm3yqTwlZWiKvZpKlcgY0FgJCalGdPv+TK++I5Vv
diwXgo7oBOzYy5mqmCYQ2qg1M02rLbr/8QOaTindKCMC1yaLP11Z6Hpcgx59B3JRXp7L8RBTcMIJ
3wxwPYmyr2BIbvCXbzcRShg7rUy19xTU9JuW9caX+zO9XthZl4rZzmqe3IuLDUQfz+otfWxObdLq
X1R7Mj6lSp5uEnSZq5V44upFZ5bu3KWdM0120WKsKOdm92KzOXWgVh6ssE0f6WkiSF33hT9p5II+
9Lu1Ku6Nb+kZBvuHgrFDtWIxakhnOi9CifdsjuvQRgyx8trUlvfSowe8w0ugW9k8188M3UvawvRO
uAqAAS6u2AlpM6g1WntSAhOOnhEHzS9bTRyNLQuHLkNFPzaTc2BZ+XcY5UnzYKtWEHnUpeKSzs6f
fmF65NgHot9og8hZ/hpMEjhakTuekIdz9mo+22CF4y/CtrX79jpehnxKg4ZaMvcui73YxmWbd1Hj
aNMppIaQP+iTTXLeq0F90IeCyi49VXfYSiN0djX4juZVnQhnUD0vzXH08Qurkrf7k7+6svhFqPAB
BTQJYdG4vzxYiEP0ZoTHxKmSbehiWq2JbBPEpEgnLC2gd0dAROJNGBVxeyjIvN3X+z/ges9zUXJr
zXBbQo9lDD3CzglpnskTGInwLF30ujZ0MTL7ONWxbu5jLAaHv63WNVaLCTpz+y1859GDMghckEzt
o5tnXM6dC6u1yBfQ0PSsejplQLIi55R2AiFeX8FeqEYuayjD9AeU2bTbheFUJl+xlki9l2EKlN7c
1opEdmKemrPKJ503w+8/j0uH4j9h9gwe0SjLX/48qSWNC81tQGZh9EyBlzTgV05IhM/D0S2V4ROw
dFzfKc1LBGh2U0CBN/On2qnLB6WN2s5vuTOmteO72DKsFluGAIkbg6ABasfl7wqmwlMw9MJVikLe
6A+UsMUxAuzVbBvbGU79aI3PKMVYzR6EOg7v9zfM8hDN41Pc/MjiCccht16OL+iuaqyL/lS7RnXI
3c6zeQwUOf3qCyc86FUvs703ZoDO/EyD44Azc6KOW69Fv1MzqlWL+fmMXHwofhDZyaznSEzDsb78
QQgXKkEEtfgpwz3l2DoUE/0IY4y152GRBzFx8Ip0SjA65xa5enSz1httkVXOk5MpWPFg4SJTv7dS
x9lkBQaGOwTVSntTxBOQu3Gyg3hTS+Hkf3Zf/u9nzL0LKg6zEtLiEutobNdGqbhPqYU/g58r/Gi/
qWPR+15hIVZ//3tfbzdmTe8C+hAtRjQUL1fXyyzwmdJ2nzoA/3s3HbXywVQCXM5K9NTqLJZbR9Fs
YF9R7668VLfGhghAf5NiDqpT89P5W0AXd3VeyT5znxQy/eShoHRFHyoY9IcI4o5yxOg99PwoHosX
UJf2moD04m6cVxqcAZoQtBEI6pY4KhOLvH4kIX1SRG49mmFfAFCMrP2kaGLTjKNyhCm4Fg7cmLOH
JyXlE9ozxASL46Vx4Vup2npPpONJvc1wVS19GknjFmBRcgrFgHo/tnxfjGbQ1uSUb82YbBfhJ5yR
qUwuBsfPD94kxaYnjmm1c3ovO45JYDzD3HsXRdTvqKC7+/sbbIksQAbiw4uTcGRunPO1L78ykvCh
nKZxfFbT0Ei2Y2IK96ehBtpraZno34ZW7+V+rPW9/VqoqNR+k01Fh5I+TPw5dzPrBWGSLPs6Tb0p
N5kVjpbjj9IpwneUbIKmQpwRRRG0/6rxgFr2tAbrv7oYKPzNinSAQBAaBwRyOQEZTVllKpH93DkJ
RFW90oTzSmdT69SNkxh59drmhtrSsgkkrSDMcVtsW0RnGP2K8vhy85BEqhYgF1JheEls38tfghYE
RjdUwZ/H1vEwYfSUadpWpTb09l5RxuFQ1c4gjmMBWfdvPa48/Enuf82PtvHvtzH1MHSh6S2SB6Gy
uwzYgUGiTyhq9QkhEVqqnRpX4XFKEHn3k652lG0QTukpGVUVgWxq5G/NUHCJ+KMhQus8lJh9GJvU
o9/1VxNwQFD3gts0bYRae0HgY6ctu2MxS998wqfDljjHMNBrFUaRvcs0VC42VFci40seDGBVpezl
N6sCB/ngBJ0KdVg0XX8Irbzsd6EZGdGm1dXwkyAAjvZoHrb8H5nX4NSNXoBo/CKAXlDTvkJbG0+Y
ovWJrhUTU7GOxfMiIWnoYWRW+bTb0nSrWMLBh6k3LKxXzGHItC+ZGsqHJvRC+UkzhN7s8Pw0zO2A
NY/zPRmm6RWmBH0bLcpT83j/eyxPtA4zmFvsI8GgVuksrlDMn5wIodDoKcQHUdtbeo9uVG0ofwlc
cbYWPPrySKi1VjNcJDUajAtIn3O0jSOTycN5uRGNKRwQNKi8J9eoYY9DU34QRckci1HaX1Duy/6w
v8CIhEPk9fP1RBhgLrZ+4SWGkuqJ99QVlrsNHIoaXWsNoNGdag1yehUDzeI8Dpk3DDx6GaSMl9NL
Jc0j0VTRM6iwSTumSFjbfkSr1fAnGn8jFSu1dFFeGNvZ7MjBNNFpkQ/fxrN613yKs5WTf73g/CJw
QDRZ5zVwFpeoCFyaw+EQPhduY/0ccSp9I4GVdFtm8wOtxULm/saap3h5zhmQaw+SDC01ewn6JBZC
vUA3wufSMtqTzrB7Gn7xoz1IayXkvBoKLTR4MR68tbkqurxSuqgPyEJsdDtB/P0FKU/+pdQNQqO1
WKMXXQ9FOXdubfJpZz3hOdb8LeJoelcpkSMynsCll0j2JhqaU17jPXOPjcrKEl6dTWB0dA6IJPni
7I3FLlL1fEJewtJOIc5zOw3M9EOllQMC5P10GGhVfu16a62ivXysUKmlFEffgDSYZtwyWoazGqIB
2NqnzItrZdeK2tv1bWDZ/mhzgflK1XoPA0oMfmNG8rtXjM7n+ztnGa+D3ASagU4qlZbZu2ExbTk0
XVU3WfesRo5dbjNheNkTdJ98/HF/oA/m78UeZSSXJ9n9X01wybqBAmzXKb6qpENlX2zEZOCxPERG
sK3ywPg8liPW7vWoVRFJHIZlmxDBfWXPx6IG7osYBZJXrbOr5jnXe43cIusGjIfMEkdLFwZukON+
Znvnlny98A0ALWiMeKgZrMTBV4ebeXhAoPQZqwXSebErtabpKM2GAp5q1z52AhNqGA3aY4Cqwn9d
o6xhdG6Mx/PNcYPSA2d/GZFpvdAazY7EMwpF5SYzg/wHb7E++qmRf86r0l55pK5OHZVoBAJmSJJj
U3pb3N1Yels94WiLCkqNRGRsI3Ym7XT6QebXvd7fFFeHbh6LBxFEH7cXndPLEw4OxktcFDKf1brR
nzX8D/aemwQnLaz1vegs+Z8ewb/9w0FpRyP8BdSHh4kxF0nUgNXtgGWg+hw607TxOitFkXFID1pX
ga8D4uNs+rRM/74/6tVBm0clLkUahtISzenLqQZjqWNQ2arPlTaBKFSsePwOyjB6uD/M1dcDOUXU
x24BT+jyBF0OU9EjMw3F0p6dxsVyTS9M5EV4Pr/og6Pt7o91tTMZa96QVPiZFTW8y7FMlQg6xknv
WcZm8cgZ0PeI406PVuwplh/YRXW+P+Ctyc01Qx24IHjJZfxUqTF1sKTHyHEUnuqze3G4nABaPQhi
nLV98oEPvrixSOl56whiWKCZ/Xw5v9Et6tQZrfSvKQhNFxId5eGt9JKOdq/WwYmra8PD291qzmVl
p98AAKWCymRtW1Ao1eSgUG1UN3oo268GSCUI3nYsP6l1nA0o6FiO8ndPpVf4ZlBW2S8hEZzZjY2T
9X8TmmIBv8+6CkPBPuvy84AA1tdGGkTBaj6C/8c7Mq7eAcUqk76/v85Lvj/VNh3FDKC28+lEe3hx
BwRNJMEzhNqzndqq8MiSGncaNjbpGl5CRuRCKkaw6hO1NlwykMw2PydGhWdqYpLd0CEVeffYoK+l
P6SxdCk1JZYj/TxPRbZzBOVr5PF0PT2XQ55Hxa6hiz485VkvoeaMYZ02kW/Fetl9LTFGkd+J9bV4
GwjcQlZuu8UNNDf8qHpS1CDdJRVZpouzRzESWzJ5M6C3ptsIFuhhiKfooFVT883rR2MH232NTXil
j0cHB3YfeqVAfSHcLqloom2mPpZO9pYWcfWpLmUKR0PNjYdmKKfEDxRTif0o6mvQ4m1tHxq3cp5d
p4PKwntd76A8IUh4/6tfCfPObSXQOjOggWzhik6ZBB5w/7Cq3qq8iFo/bNxu6wijc3whTMrAUd05
uHMqmRNuq2Js6iP+pHq6y7JSeXVlnfxT41z3K1daFBIhdyBlqGdRdxA0HVfa4ktwJ9+Nqh9vFKcS
Ih8Qz8uziRGkJaY6Gl8oHNUF1pxQm8Huxqg+O0Smg98DT0h8EWSUh0pceRUU1qzsP7NX8m98GzGe
CCrLM4GdvgYdWNyLH79tzkdm7CncDHNxb+DqQMew8+RLOzriFEwkdLqwYtWviyp/sFjRtbbNzRFn
4T9CWBV5w/nPf4uUC9MTfaF08iWLAzguaRcFTx4usynMl7iI/Uoa2Rrf+PaYxOVQqE0694usskt7
4jBHypcYOYevXKAjlhvV8K6NabKd+5b/3d+e89/32238sap0R+ZiL+ATsoLLOc6SqS3fUb6Yk/UY
ikKUdGiy8U2vHKVGaEbBeDPwxOe6WWV63Rqah2CO1Oci4DK9smUeuyiJjy9oBIlj58K28Sbb+lVW
qtinnWU+qH3ovsGsad/uT3rx4n1MGrgwPBnUNOfOzOWk7VwLXFcwMkaF6RdzIFYHZozDvRLqxoru
142xYJVZlFgpMkOXWRypsKq9MTfH6SXtNPFNk257Chyl7bbmhPTDShB2Y/cwGOQlIExIK37UIX/b
sfAu+pQm3PiC7Cs6Uy1mpBqq8V1X+ULtoucmrb218svNMaGOUDnXaRt8KML+NubQgpySOAC/cHn8
ko07VBsXOT9lX6aNqdMTEVW7/ePvZ1E0h24IA5coabGmGi1c4LQN04S3/VLp5adCpMY5G8ef9we6
fsc4Fb8NtDiNbvMRD07jC9dzvMHuE+eKZtQ3TZc7bwHamcfaSqxf9we9WlAQBeBIUKyg2sF/XYQJ
Vp1NbgZg99VqYgtr7mjA0jqgXljvYyIaAgZw9MHx/qAf+IbfLwI04iiIz1c/4FWwtIukAVGIScsc
p3pL5My0aicEcxCxB8fr06fOP5c1skIPoZ7oxzrShLInkdHUh0LXO+8QEpvUj5P27pBJvmOO6Hw2
gYTsdd77p3rQN3VrbTKnxz4xsJ0I70Jpj+phrA3A4JNiIRUDsRp6Z0fbLXoJzUAeAdLXzYYUrbD9
sEpC6KaGZ3w2Qrq1R5Tim3MfZ9TOeXSGb4lHyvsPVtLh9KNIZPVP2Y/uk9R7MJFoqUfiUFe6m64s
2rJIRmUMMA7VWhS1uUGpQl5eJGbVO8FY29Vbg/lpto/CxHBgnIwyOGhNjxREVVlKt02Mqf8pWzs/
K5k1OH6UWnp7bMYCrfH7n3G5d4Cuq1RAZ+EdCrnGsiipVlUkHDdo3zRAi6YftyUmBkGhoMCHJ2u6
zUUzrBzGq6hrHpMuHYUrA4giKsCXixBKb6iHsuzfhkLrBj/G7hjjr97Mik01THAnHC3t//FIYtxN
7QoyRJze5H6qehPXCG0qYVA7CO+v1ukZ93JHA8kCPcsh4qpH/eHyd8lqaG0jGKo3p+3z53DqgiN1
3HCaH7RViMeNhZ/ZsbyiMH7mIsblYICObZTi8cQ2rcj4GQSd+8sMjSHcirYdUj9y3CFf2X3Ly4l1
J11jvUm7ad4vkX3CaGFoOnX3hrPitGm8oj7TtVD3cCaHXw03YnnK7L4cVtxK5jvvYlkhsyHWMaMG
IKpwAC5nmovYssveVF4NnCPEQW9t55PRueK7BtfExDveRCEpKByAYlNSrn3UD37R5fBs7FngDxEh
1vnjSP723DRBjLze2DuvajbnhZZ0M/l9SuiIbS3AAe0btbbi5OaDxZYrgzdXI3E/jlB4yRnNNv2R
h0bsHQaTW/YwWpF4cccEa9NUF5rYTWYPIgXylFlsoVvoCZpqTWFvJtG5zdEMaqkM5A6eGOQBN5NY
t3b4A3SKr6Xa0G1lRT1573Sq9+aOMbnqFBQNGi50JnaK2UfpIS3ZCX5kd3W3G8JAxy0pi5X2WcrI
A26BYtm/qB641b9DMo7my4i6W/XFEqPJuD1UKNX1VZSDmmc7wEPrnz+8Pdi/MBhwr5w1NQggLj9t
rHZO7U6h96rBtGkfHVMJXxFWzk8VjTR7h5haudZYvNrEdIDBtbOdKBvN7ejLIWt9KssgxpJeFnFt
+20SmZ/asci6XU4WjBJbYEgVRIxWBvv7k705MmeVGiD9YPLyy5E79K41JeiLN169gZOCN7za6t0n
2ioq+iEjLYUsEOHKBf1BAvl9/84sWPD8UGHnvjsIh8thnVTwEPP6vUkCQnvfCM16xw3C8R5r1Muc
PYn10JPHU36QiaKekLKD59YBz4kegZfZ8aPnljjYq33c/siVvlwLrpbrAuxmFrXkhJNN82sX5zvA
uBLx41J561K7MX2n0Ksf6GY15S4YTflDWmPwUo+eu2brtwyUP8alxUFIB1iQ0O5yYaKmpzIsi/Cs
WEH1hvq0sQX9436J+6jc3f/0S3ggCE/mSEsH1D8lZ0Ctl2ONg+ZWtaYob42sxKkVbfUDf9h8p8Q6
QHCtjo1djkWttRHYFSUP5Ab2Q2s5Yo1gsbxL598Bm5I8BCgYb/Zi96cm2EccOIK3sQeXRg85m75l
AtPCshoQTzZFaMabIuwm/SmPeSpXNuPy0eKtAkyE2gvik0grLKn8k+amlRM0yRm2pZpsQMR3m74M
hnfMh0WJUJoSrKz89YTnEbm4eY6p1CzL7uHsnKt4UXoO6qF7NFOr2g75MPyVZ65CO8bgdVZDG75k
S8f7cP+rzxv34uTNhl9YclAmRukDLP3lR4/z3BlahPzPdZipB1UM6lOZdcHeNdvE8tVm6HdtYlif
kNWmf63ZxUpydr3BmTdZPSE2yeBVLyyNRqicY5+eYeoNJwBuzsEqLPgPnamsPZO31nnuJJIcEQXq
7qJgLZw4jQMtzs5yqop9H80wVweFCsVu0gPuZ9N3sCrYHrVZupaDXt8fszgSsAWV1p9+1Vnpajpr
EN7T8yxgss9Bxr2oUVfvagOE0SS8+j1QNG/lMr+xk6Gkzc46CDQCo1rEoFLmWacIKzubqaZVvidN
4A2A+JCGjONktkY0pRatfNAbM50Te3Ag9swFW1Y5Fc2YX/cyP+debD+23dS+srMwfnbQ4iLlMexv
7aSsCR3f2EZUzmnfzj1cAL6L+zlpvWDqjKk4w959dGI3NDYD1ZWdPuCPtXJcbxyZmRpEdQak6HX7
NgUhTJ5q5ecyCPq/80B6SGxj6IoFR/UQUWw+VdSlvqO3qj1nFfqyf3xiGX4mcwDrIDVdfFUWP1Tq
1uarAkSR0GUat/DdsqGKm3el87Ue+86P4F9Y24iEdVuj4Gav3JG3PvKMhuQlxI2TLuvlrdHGkmp1
kBbnAJWTM/+G2KZO4/ngm0p0DZIx9CWW2ysslhvnF0lDWB5AMIjElu3CKkczZqji4jyNdni0Pana
O3SWxaGshB1u5EwDUwtviDY1Cdb9Vb91lmbdJ2IA0PNX2hFkrEnKYS3Ozqgp6mYoCxluCyH/DVzh
ZbimjaCW7w95lUhTkoOiRE+I3TRbBy02NbhKlCNiI3mvFH3sKC03SXKIhzbatZZLmF/S3Pkchpry
l+yJFA4E0NYjzTgAkWyfJFvJca4DhPn3oBxM2gjcDPTe5VfXrQhHhzaK38cgNPKHqhz64AB0ncqI
Z+Ihh6ayiOUOxmvs7FTZJtW2wZqh28RUw9yVD3J1CrlFrf8FKujDUJC+/DHQugO3B4dCnAjldcxL
5wlp7iA4dIkc5QGLPFT2igYhk01n6wkoUkf5f/0GqsGgsXnA6YRe/gZjxG5Hy/L4vRHWtB3YOxDI
4+xHmvY/BnVy3mIjT8AKBNG0odMUrdwEV6eQJYAaObdE6YsCJrkcvhyqobSyJHwvAP/tOC914iM7
2Gz7tvW+a51SP+kU5f+0tAHHil7SHDPQ80U9dnEBlejYTyJplHPYROm2xN5I3cQoGBwy3YvfclM6
u8Klnx9GavtkNmVybMcUCfpQHT4NbMyVWvKtjeDSTaIoyS/ixblcBUlC0iDfHL4bstd6PyoMbSvH
clL3RgFJwMhH5ykM0uZYQvXfcm6nlZ14dS2xHnNvYm4TkR8uk2/Nkiha2VP0ntpx+Fq0qXdWvMJ8
yhwze7NRQ9O3cVxnv+SEEP79K+LqVmJodK3oUM+q3ogCXs590kf8RCx2gCZFeWwLU/AlZrhBHY+P
Vl+5h/vj3dhxpKP0rKiJAq5ZpgjGBBpXs5X4nQhreOnUrCUV01U8gS11CwPd/ByF7Ib7g96YJHsb
uvucHVLbmNf/t+JG6qatlIOevHudY3+Ci8e1Umv2y6gKfE+UNaftW3NERBPvVtaWZ2b+89+GG0kN
bEFZ8D1RQgDRKjIWOlWHzs+j3tvYoZojUAKp8f4kLf7WizgcZgdv+ewOB6Hw6lVXqgGrS+mm7wW4
4T1ebcjSd5N60HCaXWvh3ZohALAZIkUdnwjxcoZmJ3hs8ko59w4+PZJi9UuljdamnxLnKGA2kNSq
0Zf7E7xxSmb6FS1KIsO5CX456BTZioErtHJWOrjMUIiT9N3A2XcbZiiwEK0b/aYoSv3kJLazckJv
vKQz4odmpafSCWKFLwcvqgFQvWUH57BE8tnX8X5p/DZr9GhTCS342yYFQCPVykD2Er+2mwoZesqw
cqTD2WbD4f5azMNdfGwqhPTkyW/5CHOEfvlzIgLHsWqN6GwLRX2wR3y/fXgcqrvNWnQ6V4K1q/Mz
j8a+IgGZ9/VSLq4BQZaKTo3OrhJ7u6DP1UMdpI9dUXS1HyEM9XJ/dmvjLV7FAK2lFs/k6NyFafzv
5AS4BTt1P+SbsbN/xpijrWFSb40IHpdMkoydyGTxedU8qcJGmNE5rqsfIWJL+7510ldcb1UmWMTf
/nyCc2/PQg+U8v6y00ZTGAu0NEzOaivir2bjIZDphM1eCeiaY7oo3OTh/ojXG4b0EYENHri5uWIt
7vnYDgfKcFVytrF39Guv13QfWPfk91Wurq3m1fUwG4EjKwlsHKEJAHqXu9NFhl6j5pqc3YS7TkmU
NkCTymmrrWzycdq6TmA8aNDhsv39WV5/Rgae+9AzI5IDv3jJtVFPLWFb8TmSSB5sxspD7EEx41Tb
9WCX3gZNm6qVlb26lubJ0k6E88IBucJPq0A3Jjfo0nPbtiWSQCi3+RYKWX85inRfA0BI/wRGk2sb
M4uwfL8/4euImioXHdsZt06BD832y6XGrDA2ldRIzwQ3wd9oraZfACkZ4UHJA+tnCdgzwUFN6p8N
JyJ3F6OQO70Q9crvuLG9ECVC1mkO7MFLLALJAF3zHHRpcqYxNfW7JrHScIeI6kiTTnFe70/6Kl6b
50y8OkeQQDKX26vhMRVepaRn3gOAtF4hxc9mpG7rcoXuY4+SAS7PbfV3UYQBbQL0c873f8GNfUbu
/BGwU1pVlwXGPI4mN52oOSV61+lfqqmKDmlIa2gDLjjcq1OWaX8apM7lTJ4ggJKcq6u2m0ZTA8k0
Kz1PddeILW6M1K9ttypfFHQBj26DLFM4Om2HxJiBpR9SHNEKjunGsaaZTS0RqBDancswNZMpUMlc
yc51QJ3arzQne+4bpf+lUlb2djQjBvfdTody5VTPtfvLxw40MXcyby+Ydrool3s8bUoCuCbIzrmZ
JGKXFL0+HuvOzFe+6o350XIlM6EcQeV2ua/szutg1IfF2YuRJIO5nD/Mngsb4fbuK8sRfpKZvabo
ddXnpU4972PSPwhYlJ4Wj12tSaiXQZKfMXmQ4Y80MKvs0Id6RwFKMcIXQsnG3Ko8691PJOmGiaZY
UzSbQOu7ByHrdtop9ZCsJUU3TjQKUVAG6YeSGy2jLbsE1Z57QX7WDBwTd5XUHZ+2iNufMC5v5EqE
fmM0CF+wfVh+lwGX15gJ1KGr+KJlJLr6S5jVjuNT83TSf6xAN+OVO/vWcCT/RDKYfyG8Ne+E3yJ0
emJNqTYg6uy27dO9YpBjbah3if8Ux7K/378sbmxf1o+9C44HmPpSpkATXaqg7lue88wypkMUdIV8
DJIifbs/zs1J4d9LMo8oDMf0clJKopcJV0N5Hqu0+q55iuPHhqBLXmr9yg18481Dx436DXQMZz6V
l0OJAcX8wW6Ks+1OXb8xtbo/TXGuHbMpI3cXtvY66EWyzyaj+zOpMC59klVwqHQYqV9CRrkcutBz
lEqMsTirdW6rvmk37P80cA6gquOXrk3WDFhu3ArcdvMuIfqlOb8YUI6AQ5EkLM8OFpNfvdDOtoIs
7BhOWfocBVUd7uhHAeW8/zVvPDGzRDxYE9J7bqTFEmtt3cajUVfnQh/rjV128a4y0nJrjAL/V2Va
yyiuxuN7YmQPHN/Fg4H/cbmu2RgKSi6ZdjZpDZ9KvRSAWyAyO35GlXQjcFVd6xdebVhGmc86JSiK
NvQNL4dE954yOy6T53AKk32UjeJTGrU5zHQp8B64v57XkRI7h6YNqEgcGDzQRZejZUZbOmSV+jnR
RvEC13/47A5YsezzHAjSZkgrlNB7TUv2WoahmmbXzgNogT+1upg3MFQECt/QcubQ7fJnGLQdc14h
49yTuR3RNJfvlmIbPjdr8eAK66CObtKsTX6e3MUTOo8KHJTzQlPeWEo2F9lQjmFq6uh0dNl7EvXJ
Aa0M53M3Ch1Pcynrn6o0pC9Rw34vqibZSpSVn101sHBqqe3Wx5tW/nv/k1xvOZ6+WUtqFpekUrL4
ImWKOJvaWcZZgcf7s4c1FWxtxE71HdFOmB+buAH8cX/M6z3HmNDYIOaDLtOXbZ6WZB1bads4V4Xr
/EjKMv+rHlIsH8xojQt1de+z5lT06AODPEQEYHGC9T6Z5gfUPEMUMNtNG4ZFtm0GZU1p/OqCYpy5
dsuVSHCIFMvljgrdTjXrEQq0mmXVE219828EBxpfhJr4x7KiNPM7COMrT8Ctjwd3EyzU7O4AnvJy
VFsZZZnyi85tp6bYFVi4gBN0Nn1Pf935JjtvKlZ28a1vR48ZFyWIPLPf7+WQTVvTxggbHMDjynxS
QsesD9kgm01d9rgs398o11+PjgkTI0rgcrpyLShbWuc57pXnJjZ05S+nAXe2axuh2r/uD3T1lpI1
Ac7gC9KqMe0lQhSVHgAzk2WdY2iAASioOR/3EDr7GnGX7Qs30u3tYMDykAiMZLv7o19vHkbnXrSR
DeSNW+qBUTVE/rezrXMVa/IglCo7NkNdH8tiarahALDie/ZY7++Per15LkfVL79klsIqynSFUdWx
f4kmr3gokc6Cl6Fb/yX1OB3uj3drjYliuW4J0zHcWLzhTaslg2aX9hmxmWyHh0S0o5QY+7UNNVIb
8B1PAo3s2IvX7LFuzZS5UhyAYs1jN2+z3yLNpMeEXnaTfQ7R7t45manGm6iYRLMrvU58jUaY1yvH
5PaQnBC6fmiRLUvsvcQKPmwy+4yQtnmEexfszK4Ahg+k0AYfC7X15/3lvbWJaDKqRIR09zg3l5NU
RiCKKU7M57ay3fceLlW+l3Hd6Zsk1Ftrp+UlTd1W9CFr/v8ZmmFBTWrs//mn/ba+khnVFqImZ9D4
0LCKoPmMwgvdw6bRxIMS8c1DMPru8f6w81Vz8Z5CcKDcMhebXA7uUkopHeHbJW2Uv/d1qB4tVSKJ
r7blvy4ttdbPstwidRycra0VoZ979p/uZ0CE1KFRj8U/A87fYtZd36q2lEr13sWh7o+maN+1WOtQ
FMcoqepz401rRuPk5E20MvL8Ny8mDvQXTC6tDRZ8if41Smnh0jbU70mYFBtDaOauHvryYKD4/mBO
VfgY51mz/ePVBtkENggVIaC2y3ZDXVUuHlWieccPZXhvyrB+shCXO8Q9TWEvi7WdbUTVrpFj/dUc
WmXltroOHemez91BepVAuvjsl5usKkLLK1KjebenDnp76yjevzao3OmTaoyTeXAIlnI/tC1FELrE
RXFEIy+1H9IxUFbu66s3kJ8yOxPMFXmDa2Vxk1UyNfkAqXiHMYWGAXLJOLSM8Y9EG6yVF/CDYnL5
rRmL5gKwMup6wBYvpx02iUfp3WzesySqvE1IWPsyDk6n7QrDE0/N2CnhjmA22LV5EuFCrk2Uy2tV
zOWnKMZJzJQK3n+pnVG65+6DWjIpWRhDgVecz0ZkKcE+Ff3wWLSiUTdp11maX5XR/5F2Zrtx41y7
viIBmodT1WQ7tsvOVE5OhKST1ixqnq7+f+gPG0ipCiWkNxrtkwaaRYpcXFzrHYJ0oyK0j/b2kHTt
xs2htm4ikc6f0FVJXm9vrssdTSqO/ofsAMuK9SJ4zZkYqrYJmpOetdZ2llIjqe3V2zhS6vu2K59J
8cq/09wA3UTDFxKnxn2PFvQSIQg6EkymE7YnM8sdWN3duB9H2krzXDc71S3/vkwsB5SgfUlfAF4u
t9UfYRKYkVcHVt+erE43T2VDH5J7QNmHjqo8UDsE99J3VbLTkrnIN5EU8/MRn/n410vNjOmIyr4A
yo2LX9H3TSBGtexOQJyiI7/0W5fF4QHxpXynokt6F7T6Gq7r4upH9dkC30GoRgYUNYTzmY9hAo1s
NLtThgpQvBEcb+AkVm343aSaD4OTuwdDTxFBp/z0dnu+74y3xQmS0qfwfiSUjSrCYnC9bCBV99mJ
QnX0ZUjV/M4d6w514iIsMNqrmmkvwhHDizaPhsdR8+rviMFE/yp12ff3XaN1UOh6RfwaRsjYSRBk
+84SAknjLvSN8iUSe1XRvbsEit8h7kB9r9yvlxcdpSveLuDIJWJsWdhPJxVngyzOTlY6Jd9aaFqP
bVZGeKOJtN8pmZZttY4eA/TgyK9mQ7+/vYQXyQyfD44vehLvmPIlAQTpPxzJVJGfSteIXqpBjZ4j
Ravuc731wLSiqXd7vHfDpMUnk4JADh8MczR9+cm6LEUQ0dWKE/30+rHRnfQOBZAefVNUwnwFCY+j
54XR50p38s4P+klVNgXGp68pDNbnTHeaT9Ncj50/JCbM49mpvlK1n7fA8L1tZtntFuyi8ko7M+18
0WQdVii4XN7Vhp5/MiCLbZxpRhMkN7jqYkxEHtM04lG1Mk15TyynKYUlCHqycbV8nI6KZ9TIROcn
D0iyDal/coZtadei8FurGb4DXfTuvS41W5+WnRHu6haz5/vRjgtjPyUR9jR5X8Y/m7lU3rw5Mus9
HDX0BMeS8ofEzEyxn3HMHkDuVMDJdFTOSj0r1mx1l84iMpZSqpfMfwmdocl5fsYq2j21yIaUDCiu
652pJ8bGKXGO2+jUj+8mxxPTFh659UxbI4n8jr7FfW6EwefQEtNrM5jDDzTWsCC0Ay9Lt0k+23td
VbJNFeX/3l72RTB6lyoAoA3Ph4L/ZTBCyoN6bIko0JRG1SczsSvVTxVVu6u8cEZBoVLD+i5wpHxr
jdLOvJLILJIHOTwUFLJVVgoM87LgBqXPDbugDJ5MG6qE3ymWGEGm4zeAjh4R8G8ni5YbL0uKl7y9
oF4uPozmSIcQoT+V0Lrp3GfRzjGjfO8pSXwH/FDce1nmbOssXVUskHf2H7ubicqSiEnRhbRFagSe
D21T1gq7aNaf7DZMPtRjFd9D7rc3beLBJIyqId+WZas/tZVq3NmT2/po4jd/WcLlV8h0kX/w7qZk
sUQ7FpGamB2MvccA2f9j02XJK2bV9S5IxbSB31lqKyu+SGUkOZEWigQT0nSHTrZI2HpPOL2Y2vjJ
y9P5d1Un3wbeEffp2AabPGvNDdSxtZfQxZ5CNQzFH0lZIzWmRH6+1HHrKmHUBMnTIJT4Q9iN9k/a
aN9jz8v/LmlidqjXyolhncHSLss/wIVN2ARq+jSnIoHcqFF73xrFMGFQG4fd90m12r8sOb2PKRHw
5NtUTS8Er7uyb+owCNKnLGmL+znsFIxJUL3APgoS1+3zcm0lmRq4HgSNHKq05yvZR3Dno8ROn8YA
MRw31LQfhjIUP40i7tPd349FixOSIwoFfLvF2RSMnoemlnI2SzRRasvYBq7a3Seakqzg0hY3+PsS
muR83DY6DILltMyoBwUf5NkTXDC57Tv1KR6AIVsJFhC7JNTaNdfZy2NAtCHiMKYkpCyfa4aRhA7t
7/QpLrLkqxUn7lcXTA3lSTVpOf1iHvxwKhHbu72oy3fi/6ZqkiaBLpdgELkUf2TZ2DpnGQIqfEGv
j34UVmru+qwpgNQmbrsvp8kBJ+Zp8SZPzPl7UTnjVx1f3pVvu0jZ/vcreNNgMe2ho7kMfl1mWf00
xyx4p44vKitvRdWvNBx79b4G5u+nejsbW2w5wg0ClWsytBffm3cNBQKJCoTDTaflfBFmZ/QUNxum
o9lmov+AsqXZ7ujWJ5XlT4aahUT83grclRrBMg8gVaODzvlBgpZSODDI83HbNq7MuozrIzSRyrX9
olLST4ZRYT2yqUinRY/NUYSLRAsA/6Mm3aM+iMDKs42t5Ni3QyNKfmF/J1q/h97rwV2CVzk8OLmV
TY9OgKa5D4K2+7myaeSxPrurIFHL+rmUQpSNgsXvHpwS8dq+6p6RJgkBQ0u0ux31whcAkd2NaHBz
cxol+BB5mvIpToV3SDy9bDdDpVYqD2URfW6DNlzZRUtGpYZODdwbmHQ0BGnOLBkaswUjRih9/9zH
U4ebYJFl0SZrFfsYlnHb7nqzrb8grxQ1k++OmBFS/DOb7djUbrLR4rIcX1NLkb8w1r3kqEG71FYi
5sVO5y1JYOYtiU4ALzyZbv1x3mJqxgJuSvqsTmPpbiIK9XsaSslz3mBvuxXJ0Jh7D9I4JtNuUDcH
O7LEmvDjRbSBCsYVSCMc3jYrtfgRrkX9IMnq9tnOkQ/vIj3+aSWV2uxwLtc+TzyTtoXpzKfb2+Zy
6rL6JzNenkc4aywCeGt1Ne9Cu30WddPtxyroQYEmI1RfpMWdWN8IK0+2ylS6r6Xt9Csx/croEihP
1i1TWXBJ5wsvAnsYYWN3z6GnIhfawnDcU0Ab9EOMjEr4oxdR+4Lqahluhj4bPUw30DN9vb0EF4GG
XJYSmMOpJ52+ID2K0Kbirnnts67Y0A2VqPLZxtMvFzzuptKV+ttfj8dTQ+ok2Y6LicoiutdON2e2
YSZHqhgq9KSphkVKXbB80fJM/LZB5KaH20O+t0DPggM3NBLinEEySGYpc4Y/djitYIHGdVccQ9Jc
159EMIWKT1IJZMUvugCTX0qf4MHGkkLcLh8Vu9uT+kIppyWnW18tPdT7RyPtjBirR7OK1HElUMif
cP4TTXD8SEejRkq74SItE0Pk8dKKj3oz5fnz2Ex0sYq6C76mAQXZ/e0Vudx5tHBYZS4W9h/P1/MF
YfjEGoeqPHpOMaGhpQwRf60T1ej6U9W63yD04DMf9fbDVMWqupJhvyNzF7OFU0wZSVYlgL8sPkid
5DXuDkN0FEjlHNN+NIyNjWVq/DLaQRU8RaM5dV8jqmDF1ung8z1HfWpmPqIu4bempiJ8R+nB/UpA
q8NNNwdeiHGTrYh9pua8QJppsrRt75Yw7soxKXXfcoQ+HtxUFy/MvSALnQH5IjwkDPO5YJ8/ofuX
vOZerWh+F8fFa+ui4nWorKGrt84Yz+O2qdKi2AXCyHLqXEaDl19WwpBHXEP5lIhYT16j0Gl/Bqjy
z58R5NFMPww9ds6sWTNxpEr1z5niBAB+ABo8tJqjCMMPu64pP7SAfiq6HOjOPqHnaKAeEZlhsG1m
JKMf8tbMhn2ayjePhEGV+wnpwPEBLnRtfqhgxHxDJ7CMN9bozHRssCY17vsEm/Uju0do+7GfjdwH
YEiByVHCxvmYDWoZrRX5r2wsXqoS4UNFVt555xuLe6SooyKJj1bbDg9TLcbPOpZij4GbIvlEi6X6
raS0mlBW1OKcHZb9JayVCxfREZobvN74BYD7z3+BmqodB5sEBuHE7mOtZNFntDDabe2oWQBlHi+o
WFHNZzMugz2SiOpKBnW5AhxgeknvGgoSknE+flY7M3rTevAcWFFc7xPhzTSi3cHKNmj8UNPyvXq2
zbfE7aqnDkJ6tvUad05XLvV38Nj5EeOtRXjldxD1QPgufodlT7Pw9PgYF/Ps+Bglxuontzaax2Ho
Gxef7zx/5Ep23gr8KB+gfGRvmL2F7seZe9+mW1GWyWctyIX9zcpaXL2SrEEMaS0U8DMWP5N3mpSe
JeFE7GwRiZqqmnlaIIquYfXyMOlJUENf5FbylagnSHNjiX9uB7/3HHYxJm1OBC5oRkk48GLMOMco
xfP64tg3szbsFHUoPsduU9BN7nO047PIwunYT7UmTr7MkWfkG71QhqdBSypc+ICTpta3279pWeOW
dTdekbCYZZOICsTi4FhzYevKkGsvtagz77kECt6+TLzf9cdQTZphC5HDs/0M3b/odbJGS3ly0nKi
jaaKPvL1Oomyz5igiWGjtj2q2XqltOkOVZYi/YrPwFAe2nwavM9j2U3hTqD2/Fxrkzp+nLo5H/dl
YITqSn6jy6T7bKGBmfCGMFSuNP4s73qj6lK3K0zjJenM+V6dwvkftxOF8cnRg/BgtJWXnOKq4lyi
IxZ7D15uNdm92XbtyQDqmW2hT8ePtpmZ5qnOourRGahUHHDI6pRHrUCO8ItnxfH0MXd6XdnUhZOf
skCP1wzrL5+k9HzgCL3zbbkcl3DJyB6KxIHFf1Qbp9GxR6CDu7VVIcKP/YCegZ/PCEfc5bE1bJpS
r83XNIDYv6VACF3j9la5CDD8AMCp0AMQUZZi6ecHO46SvivyfjwWcG21OwWawvOMSM1DgJrNJi2y
/FsVGDG+DU4/fp4HN15JVeTxOPuq/ADGpmRMy/4ysvRBIlAW9saj2WEM57eQ43/lNnJwm0ELxSe1
jVZVvGSwOh+SOi8FFpBSEuy47PQZkUeaiC3LUc1j46c69A+TBDtK3wc/4Rnu+VD2gmqjOYF4aXjY
PlEqWaPFXL6NZccNDcF3njGP5MXKj6NeGS2PkGOqz4kOsLoy261SjPqDMntZuOmVQhvv1R5RXGFN
ffHBQCw1hhxU5YACUyKydhqV2UieaGDgnqUMTVxtNS9LBn+gHz341qStWU5eRjt+tYR6Ucal+8Qn
O98vWhPg+E2D5dg0IJq3md7/5NLI553o9Pk5aOd/HH5kuqVF5eyURhnHDYbpr4qwKd7f3rqXOwfg
EC1Esux3huViAc3YDLsylQtYms4+Stxfpmj1zyo2ps9p1pTeyuVy0SgA+ktXA2keKDWQxBZ34Bw7
6qi37nQkhmPUHjXzC61E8wAOIvwUdbPlz6PH+XC62nq7PdWL9yytPiIfYGCTcp39HlH+eHJQoq8p
W/f2cW769msfpE2MynGoObsg1pQXo8n+jcEufb096pUFBjoEZwuIFPnP8kWJheDolY3lHF03z+mz
xVG67x17/pa3TfLUVfG/t8e7eLVQLiCDB10N6Ffq/J/vrcbp62bAkP44zxbhr9LHz11bS4G9Ys0a
6TLsnQ+1yOtmO60VVyTW0S5yOtBuVOOroVooTEVVNOwDz4kPqZdnOwC4yRGpnDXPz8uMis43ZUHq
9A5BiPrc+WRDkaU56nzqcUS5Jb0387Js7uqgnlO/86r6zi1iM9rZiZv/43Va+a116yg5ZG1lPtN7
1n4ac5+8Vlj+dBvcH+N9gejOWrPkcttJgD16rkRm4P3LcpPSa+VI4qkfS2Vot646dlvVrofPQzCN
3ZOuzNkhCBtd/G1TAaMgfB6kbxXPOiBs50uDtOtYJ2TlR2xXVZiXTrlpItN5FRRW76grhPe39907
Vun8QoC7QOXwHcPK/0QehD+Ol4e+hVmWvXOcCKvaISWVMJAhzWyQL2qYOQ9RqyJjC6xvvEf30Z72
bdh4Chdy3KL1b1R0UJMYq/ZDylV75OU0Do/GjEzPzpxM9Teacu50cNqives0dQo2oYPGqF+5oyPy
TaCryVboRubtZt7O1qFrNWyO9DjtNcpGppv6el5Mup8HzozKIhjN9NXqLPMQILAdvRWqMnyi/lcX
3yet0b+axqwQGGjbuIhYl8N91PZT8FADxXzLh6p4jbumCx4HXsXCr3ErDie/GFrr9+1VvTzNSGeg
UkQ1kD4DGJfzRbWaRnSi1pxjS3ss2ga5BfCqQPNA87OuC9a0mN4FA5YfkVSGqgdFZ2llcz5eGxqK
0jeqdQSGgc+FIUwyvpROhF8jOXJwKqeZD9oUI1XKa78XOwOkWnxfJtiOR7Gjt98HkZOBJGLOC1+2
ercdvlSaH3t4gu1rJ0UN22lycrXbC3Xtl5PQkrPDZCcdURcrlZc1sjND2h6DMHT4obkebfW5MY/I
m9bW59DsFHTQR0X/N0+7dJfSrXJftKotKt8uIkPbxRNSV3VJbWCjqJ3oU18F9ND9UDwhNo3uFtkn
VhxGx8qNeBlFJT4LKRiEw1HWfs/Y/zg3EME7u8Jc4MiRmDE6FZGvFo7x0AhR+rWneNtirL57vZru
uUL+urPKS5TNBYIHfwHy6cWpxf/FLdKha48TF+er5gXRdzE5zg7Uo3mYp67+Wjd9P6zM+TILoC9A
PYD3JRcyh+h8myEjpsw9umnHZhxEsMU0NNg6AGHuyrEJtqPEbd0THvO7PBTGmkLT5Y3Ms4EOAHej
dG5eDi5MYcWuldXHvMj0O7UaRbxR0cBF53VS3opQTX/c3ptXbgCsVbijUMvEM2O5NVH0E3Y+Jf1R
VEbTb0ewYqhsd3m4RRtm2EQ94NKAzvaX28NeWWRqHdJF14V8aS65+G1azbMbdcPR5XGUvfEDUD92
HCzWtkPYlM2vmlqL9VTMViE+oUvcrsSuq+ODBAR7SMDnc59/5K5WCrIw0R1dRW9ScB/4vnbGFFuH
Ccxexo6zJ9VXpsaND0Kx1LVGz7Vll4gUSb2k9WwttraBsXqZISV8xB1Bq+AfJLG7N90+eDUKvffR
RFcodo9KvFLMuLK/ZI5J5UBSOmiCnc+bvpbXIx3BvOdquNcHJAr8SBXqTz2IiaYDYJyV43Ql+Jkc
JZXUWvIsSDTPhyzs1KjYvcNxdJ14fChGo/iXGJ8ZaI/ZafOhw8bqVyo7hgdM54N/htrpFaRixj7Y
6Epvmx+MQU+Vg1LUCh5fIRbq1MQcO4eGSJ3+0Jpu8qXO+9je3d6jSyguKQq/HOIL25QHCHnK+S9H
u0YXYirmY6LFwyuMQH5z2WTAsmojKB/HME0QzqEavZlNN492ik1+u537vq0/NFEUC3qfGjgv4JdK
uq1QWav8yaMFvIndqvTuyjIXjU9JtjQ+FJrQ07eyg8m9Edno/KvOrXaarVGCuyk7ewdDDCL1hznE
tPb2RC83BXJlBtkR5TsJUVq8s8bM0UoDHf8jWzW5q7mUvoQ8Pp/yRI+3nIp+JR277HJSuuLw0bYD
ccFtvljYVsMD2FPr/qi5KLHPPtxcVCu7JC9+RaTiyoEoaKZ4LLmz+T3q4uEDRynydlZYRMlWLyx8
JK24Mk66AAf5qtmz/fNvl0Ti2wiH1PsgLC8TRiVHemxswJrrXqSBWsV6ErieFz/0vI73aaJiLHZ7
xMuIwIjUoun+cjwJieebDfFWbx6UYT62Zp34SDrrD+GofA7ckvgk1E79pyAQHW4PevnlKZMYQHy4
XKHlLYlI0B9zt25b9Qj1dNoWRWr66VhHb26m3g2jU3++PZw86ucZ3Plwi+gz0I4M7GBQj/2URz4s
8fY7ePS3PJn0L7dHukxcwA1JXi3PWt70y9w0dU0ExupSPZb51OydfgicPZUnK/vZNA7pMArZIz0s
w2wwYprRqtrEYzp6aw4oVybMq1rqrUnRoIuWbRfnnjNFATqs2lSjUKJUOqi/UN01OD6tnKor31Im
4kR2gHhEXPlb/sjVTCQsRTEIXid9Nh8AUEymb1oZDqh1AyuirXJtf3uRr43I/Yldu+zd8AY4HzEK
ahNn2lE7apVSfEycNDogVjpmmzDvwu08NGvJypXllIUpEiQqCOSki7hRhw1mDUOhH4t+Rg/OzK3e
fVEz05t8EGyBufJMlXFvsV0h3EgRVuCuzkUfGIsp3etrTzuKmACTK4aXHFCrqvWVwvdlMiKxgzQ0
yEPkA2dRFlGicgYilOrHoRXdRmtMej94K+xzzHg3PKrUeygGyRa/R0rHf/0JOSG8pzB0Ar7lLj5h
HxrGWFGYPaZZlT5EfRzcGwE4E6y8u22R66sg0Ysav8tcSd2knBiicEviR1xRWsQ1TcfVtjA3Y5SM
B+E13WORhdGjFiTexsMX9rUFJv2kBJW3ietu2mV6nf+lnBq3OwBKKn3UOKW22LJIzBu7KgwYikdu
5OzTXGvpLxzLszuTsDv4hZab81ZTdFdZOafXNjG1abhzsup2UWXshhI1/arSjvR4jYM3uNDzFBmB
MHhwVq6xq2NZiCdT0qRKu3wyU34yU8F/P1rIP36vEqX+hM8a8Odes9Y4H1fHkqgJnrog0ZblbqFg
a6KPzKs08vFXH0CH3vCk7c0fooNvsHJmrlyX4EORpZB1HUABi1CgJaY319RRj0lre3cmehE7M8Gl
xWvU+RutfeS26jn+cvu0XJsieBDQP+9beFm3EqXZdV09a8fYsEk7wlR9yPUqyze0XWia/ofBZA8D
dD3l0uX+bBu3nFBH0Y9QsJLyg4pqxc5w8bAKY5xXVpbzSiinMAMaDkoWqKqLd+fgdgNCyIRy20q8
bYpXqso729O/V2hgb7se5fq/T3gotcuwR/rBJ1yEnjnKI1MomXFE4LXaxo4wCh9DCZzBEhq5Wm04
e7b0mqLTlU8IaIzCFRckjYVlO2xy6m7oZpP4E5f6N67tTPsh+SN3XHKm+Xr7E15ZVbw8uYxhOuCE
sOR7uDwOvHmyKa/GdXY/FP3vshmsbZtRH2d/psaartGVU8GA8M3kkSCBXZwKxy3KMaakdbSNUu3+
6aGcDXeUIK3uwJ4OKH4jMaJvWysM57/TqZLhlONGLgCmEqrk8kUfZ1bS2WZiHBVHKV/AauXpwTEm
iF5A1NLvPJCGYjPnw3/Je2zUReGKUjOh3i6/+B95jx2mLbKbs3GcFewZ6waG0E6L5+BpDt3qqHaZ
WGPGXttDJHW8XJDR5uqUX+GPEUNp62c0hn6kaqy8xIYTOFvUEJJ0n9pznq4s7JWOnI2TCcVcABqA
M5YuG6NWqtQK1fxlrnkMupGX21snb6kaFMr8QIIW73sNHuPQ5u2DYjhh/ByVSvhAOUX7eHtDX0Lj
XLpjgI34lz9QD86n7hoZopRakr3Eoc23Fn1r4MxUjPFHUc/jB26V9r5JpvKpm+wh2DjW2G/tcqx/
gZKkZJ1k6KfBn0/+TmKczfduQ4D0BzAuixB2/rM0pLk6x2rrlwDmR+rHQUlaATTrEdAP5WB9UD6l
IKnwc8K3eiWOvcfG8zSRzcdjVhJ8OHVLnQMwa2kUN2bLpi9/a8oE3j6yrMeqiJxDpKX5x6IusGPQ
Y9O3u7B+QPm3Xwk0l+feRUETsD/ZMX+Xj0cq49D/C3d8IaFJus0Yg3gbqY68tpqdeD7q+obfVIip
rtxRlwGO/UhtFgQTDS64BufrXpQtUtpeObxMgdH/nl2vvYcB1ChfAOtzBVtm6IR/fVOBJ5VAEVI3
V2punQ9pTnkd5m3kHvNQO0R1qut+0yZiZxm5+zGfq+DH7S1/edjlMxLisA0/hHrdYmtFM8rtQac6
R97J4nff9xblUTs4DXgbf7o91OXpQpkHTA/5k8pAbOXF3PKQy7ZI62ery+f7zhyL+64STrrzhjx4
MLNgOPZRp+6iFl48avmh/sUy2kj4uaXFb5ExiX9Q3RTtyg6/eAfhDAjSFMU2vjMxaHGr6HVQtaBc
6ue806vfo6eOMJtoZYi72/O/2E3SOpN3pKmzmx3IFOfTb724MLWgm57hcLjDwSwiTozZ8kS3mrD4
Hc62vf//G3Gx4EFit+ZUjtMz6o1hs1FcM7sLwrZ5jEHDHOJYP9web7mZOJ+yASR9xbmyqDecz7BC
OBgKU5w/lYWZ3nMtG0/CCI5aJKnQt4eSP/3PqPQ+FJ5iDh56lPaWzZOsyqciLPP8KXYCWlxmLgZQ
fZl4AzKLZofb2j80IYppk2qhsXJmluFIjk3nBGY/9W3gnYsz0zXWqA+dm+EERksqziob0l/uItZA
o3uH3bPxu2hz99vtGS9GfeekchnD6OAI8cBaRIYePUxUt+vyZGea8jaJvH9GCrzZGAHKJFHQpHel
FeQrO2gZ/f83Kv19TErpKl6oCo/U7xEitcQJmkl2P1aGctcbcfdBat88qkYxf03pgNxViF08jCFv
hXgSyd/P/J3aD1McgRQee+fbqh1zSvhw+U91Awea2wrN38HNvqHuOD4bxkRr3zCDv7tz5cQpisi6
CFVLKheLqKCZGdGMptGpF3a9G6jfw+UV030U6V8iUIL3FqbPfpFP/Uo4WoQJBmZALhwT4iXgoGUO
4glLxX5WDCcWd7hvGyO8D6iw78ZS/ZGXbrPyXl8cpPfheKZI4wxem5SDzhdXDxPs44uxP3nDRDJt
A+WqJnfcCicytqEBv7Rp9fx18Dp3ZaLLzE8OjUgG3QfogsTg5TlSE5jpIBCmUxl4/QPAy3zrKKYk
dmTaFzWg61oCMkEWoLJsP1HcadtEg37Hq3tNjHwRuP73S0j9kDeiJEYL/3wRonGuCCDteIJdoP9u
6dreWUadnADkWiuzfn+6/xG53seS717uXW5B6rjnY6V9rNiZ1Uwnrx89+vzxPEPa71H63aSz40Z+
Vmam5bsAaDw/tsr5Z9drGCW1Pep695Hwoi813J180wVJdTRKyHo0M0dDeUjzIf9uWegE+4muFabP
J21hy3SB9eV2LLq2XtS4wK9xSNAAWczBdafK1FtrPLGm+HNOpaYIrMan8oDSY/399mCXB4IgDy0I
TqkEKS+79HjAi7mluH9ynDhAwKwO0t2czwBakP/G/q3S3WFN/04m+ucfSVYM4TxQ3qa+vVRssMI+
oxDUaacch9yNbij9VmtlZV2lvvchqiPtUFToQLeAH8MN1lzjy19PGhVDajFyhRFgXTStMqRYbRTb
9dMQDvou0W3xmOf0bIdStf+NY9F/vD3e5e1Cbs/rh8KWFMtdlmP0oK7mCLjnSWndYGc7aQ7wwhY7
W6u9vRKW4dYFqbG9PeiVL4uTHcmnFAQiN1pMEsNgxP+BaZ8oINSHoNAy2Ztvn625LXcF22nl7F1u
W5oHkMxonUithIuLpPWUbEZ54hROWfrWzE3b+EbYaa/T2KMSdHty17YQ+S4NEkn/gAZxfs6R9jDq
Im2Mk1PUWnRXdl5b+gOaObVP3A/KnWgBd4TmkFQ77HqclzxWnL+sQlFwl1V3aLsyRYILKn/kH295
WiklSniGfar1Sot9E2eSwwRGc2OFQoVZ2ORoEVmrWkQXl4rkLFK5JDuSIleu/BB/DJsryHZbVmWe
ijnofFvr44hQ5unbJFGsk4Og4weQ49PBzZPm7vayX+wp+IMgTCh983Tjz+Le5kQrgMBn64TDQvId
w9bkwZsC59Us9YKSHxZ7/2E85DglC52n/ZLj406jC37Hs05mYhaEbWcsE5/2avzswlg81FiEr8zw
4qgyQ5ISSechQNBSPV9cJOJKLeCsgp5Whi9FKZKjgf/NXtHqaptFRQ9coLDXNFGujEpWTxWAQh+N
3CWkI83nIcM6WTlNsfPFi8JgIzSt2+aBrU/SQO93rrZNuhIgLg4sIRiwNlrHOCnJsvT5VNGjz7Di
1ZWTm/X5j7K1uQeNqvzSg2D6cvs7Xm5ZORQwLBJssmtzEYvcVIU8Fw/KKbBj9UM5ROXBGCPzraYt
9mkwTcSs2h7LS+Rr18qaV4eGlAYaTCrRLdVmRF922hhH4ZuBnu70MaPa8tGzcvzRM7UAx0/9w9pr
Xg7csRi0oFoJVFdODG9yysa0ygDEO4v9NME0BhtHW9xMSvGvW0zdwzg61esEIcYi+XLXvLquDkg3
zpE6r5Jqe/5VTcj8g1fq0dsYhTTKex0Zq7FsvyHQXPiKmlkrB+bKLpLyzIyEEhuWpotsJWtrI59D
wztNZcwzuAMdrW2UDkdTP6dwu1Y1ujYcxTIozJLhfkHn7G2siCeqpqcG0/idVQERpn8bqHd6PWTV
ygm5spbvfbb/0RkoG52vZVa6+E4Hc/g2oqmv3XVjb+5BPLjexkLEy9raTVmtvBiuzI8heRiRitHY
Xdq+lKldksDG4VtJHSfYwYtVPtWZgCmBO/Sv26fy2vRkIwwZTlrcwHHPpxfZCOk65RS91alXbhN6
UscCcZ9DO7XJPteN3/9hOBAVgLepAOM5fD4cHdkZqoqI3qpuTlA7TlrzQU/qdh9CWVX8aB7X4JhX
JyibCuATARtf+FAkRldTcI7eMl2k7YbiX9w/NEnh6Nt6LpIU/zLgOCsn/toXpD0knzvI0HBbnk+z
j0xlTitHOSlUrNWnCsfoYoOH5dTugddZa1fylauD4MbhIx2hZrLsnZRYX0S5l0dvIGzbaAPqXCn2
tdcphzkZq/IJ6cAnuMRiRXbtcpY6p4JrmbNPI2N5M2s5GOjGyOM3t9ZLGqZgcTaiHrmptWntGF4d
i9gNHIem20VtD6BWio9eFb8B4dLvraI19noBxwAPCLFy4q8PBYUfCqGkDy2iWd26tIPLmmnBPRbb
Uaj6Dqsg+9VTg+bvYxlrSKj+f4PJq+uPRE4dShe5DTd6K5NhqGhg9lPrhzrs9Ds3KeyVQH25URiN
NhvK7fhcQ4U/H42ORucpBlMrvd6cNl3oolyXm1nhR6krnoGRTB8KwsXn26f+yopSAaECoUETobS3
iKFaFUZgpe34DeptfKdlnfdGDU/s1EgBkvgfxpIvLToKkvolf8sfC1rarW4P6Hm8dUzri1ca4yYL
HKMEtp+Zm/8wluyWysiCtK5+PlalA+Ouhzl6m3LDfMQcUXnK2kHfDFOz9pK7toSS7sIzQ1rHLZ0e
PFwekMBTorc5GnPOWtOYUPa7oQk3XAxOtLKKl1FTSkeaJC2yLYNKxfnMwCeWnW6nyVtN1/bFHsSX
ASc/qWCpfY6Hrvt4eyHl/+6sGiC5gn8Mt7gWJltEtJQTqCrDrIw+DY6cy2cYvO9uY1dHLyxV8bkZ
SsuVvEZtd3v0lckuXzQKJAXda8LkzQamQD0AAHVA9vSiDDWkBc1c6/hdG4+wyQ3Pyad4K//7H1u0
CAJ3MLn/3jxEKT6kXqJ8Cl2nx0F3sn7UCC2sVd+uDigtWEDN6rS5F/sU0qMouD7it37ygk8qrb4n
YYflBs2J7H62+26l5Xztc9JIBCdO7QFIz+JzemZnVH1rkfBSUKZz2MW9SkcXCb9d0enFfOd1lep8
GOJxTjboXa7ZAFybLzwqaTogccnL6lmvOG0YVDKCl+bw5KJ2+an+P9LOrLltJNnCvwgR2JdXgqQk
w/JuU90viJ5uN/a1sP/6+5XmRQQRRGjuPHT0jCecrEJVVi4nz5md5lKUavUPu6E83j9AW5cTkC9V
CIYuJLXP9QfNcyUxoNNLXvK6HWC66Kl1GGaSPtkQRO5B7jaNoXn4SkBFerqK2CbXGyBOUOOXSglF
T1txaJ70qp7rT1Nu7DXGb0vI9P8BFgJA5dGgJLY6q+j2aGOPaudLUdUMzkMHDffWNCXWganFpTtM
UZP/yfRnQ9N6pNPmFGNy6HUt+ziRiO0ExhvPFwgNKtrsNSijNetWWZb5MOQ1FwdYvPXZiLwJOFMc
emcGDr3woA19nDxSWoNV4f4XvhX8Yh+AVoNL4dUkrlt94rBjEjzvu+wlLfUwPTZhN/80bdgjbJF5
AGXx+/xTmykvi6SqLyVzdMQOneV9mpd+eO70utp5feSHXjlNBkBkC5sIQjYYrk+dURdOhfJ1+lIW
VjH7A2Q6Ggy/dvRwf+0btwmkI8gRk9ybUsHKTjSh7mLFS/6im/VEgq4ihrIszDEc3LlYfveNcL7e
t7jhP1479A5dIZD+6zKinsn2rhUXL3lUhME828kES8eiF4dQX/5JGk/5JkJNHJLMdd4HD5ABNPkr
+i8EmcwW3aQLdlxm0wKptDGUL41Qu9nXbMbmo1wpv86xveubN74iNHKUoT1ZxAKNeP0VB3UQRT94
7G5a9OOpajwOb8NUVbdzhDc+o0QA0ROBYhXPvAprp1yLTDWui5c6M9XokIm2P5otkyR0/xsUsm2h
7RzQLefBXDolJhhX6Fav0cE9sxht3izFS5uEOgOSg32YIRj6TXUx+tCZZfJI8a3zUds0LV/25aC6
WNIzfJbzz/snasNzuNT4iZ/IqiU9/mqXGz0CSBeXL3Grewql0jT1k4q7dbCF85KoDjrARqae7ltd
bzkzEQZYBKjOPIbkgPhcW0U/o3eols4XmAgEk2Gq9ZQmPb6zHoffTuZFe037LYOMxUlgGS6Kp+ja
4NIOvEWslL6a4QZTCpqqGiUJEP2W/iPT+sk7I3u5QjJ52T+ReeAaccLoVVSgYadfDAQkyscYfNFv
vbcUcRTZstfZkx/prcOTxujrSXgLVm9QSjmVwRbRVvUSLlmeHimkFuKb4jlRfGTCOl92vNDWZjJD
ImngEbEA8nm9mb3udkZuNMulnttOe0b8t8g/mlNr/FrSaD4189zuxE3yb1wvkKeWmg8CJbzsK4vN
EGveVCLm5Saw1cY2XQ1Gk8tgRCM69quFDF7VxuIPqjbLQ594SDbcP7DrayJ3GOQn1WcZN9Ekv15y
Y9VMudepdgFmZIF763XjW2HRi1MALf5nUPr0y2B6+ff7Vtcu8L9WSUsBm8heyupyRgs6VEsHW4mE
tZeHuiTVOgAoMo/37Wx8UHgPX5NQwpmbUt5cmIxj1ol6WZzRFA8W+hXDsUcRJHlIUl39MeijvUd9
t2lTFmHl7UDNYVUJUoCpRKpX6RdUAEzzoYqqXikOkGk74kmDZrc9UJWrlD/ur/QGVcKWsp8ADqCZ
ZE/X5BFwP4wUvkbjkoql+hJDwHJUw7ovoUdvRv4VtPtopt+0YYZDop3GJWBEwt5BeGzcV3rjr9V+
ZuGY87k+TakhtD6DRJaysJO3vnDt8AnCBss5WLm9x5exjhnkihmQArEk+cfgPr02hiTf1ICFNy5Z
OC/eB1VTmmM96UHnZa12miyP0o0wnOpj48F8c3+7Nw4w/uEVycgYNC/5te2kLryaPrV5GWajL45I
V6Tmyeui6um+nY3DxNMNobacqpdY+2s7jHQ3JC+GCVbIaj1Ee9L4AZn10HwZ5yX9g/ZY4+2kNpvb
+sq4IhP0G5R9mym0wpOQpY1jND+ICLQbeWMH12BoGMrHDioiqA8nM3zJx2UPwbLhEG15X4Gu0F6A
AeF6wRDclzQdJp4XI7T/qkFttQ8TY0XZGama8QODNuX8JEHq36wuIheAatHr3v+I2/SYmToCnQ7V
r/z4b7L1OJzqobcy7YK0SpoFs6JDAW/Alet9LpA/0T6WujvtZTqbC6dUBwE/kOSbka4kqhunBphw
qRkiyz4p4VQchYoy+8nIh9HxoyRZZPxbVtbR4v/cHGol1l7ef9zMNz9Cv165oidjvGi1fmlUjeFe
yyz+KKiOnOwSthtyPmPneG+8PngJwhe6oLSX103txomhGhk9/aIrADF4lHPA3/qs/0g7eoQnwMJL
48PfGr23iS99B+8J0TE1e4fRwOuFdnPeudqQGZcYYt6/YqvT4QQtVEU5J4WVFedwTt0/9T7dg8Nv
3WdeeXJ5wMiAB1ZHC0Iu5mRq07hQYhYnJTW8c9hrSX7Q7SU5Mby9J6m3tcPMAgH3IdaUyjrXC0X7
gw5dK8yLW2niY+aNw3PlVKmL2nzmFmelLOPIjyhb7WmZbhpmag2AIcDcG2q+TJnc0mkr46IwYXpO
UFM+MC/UPnvqCP9ynYQV2tizHuc7T/6mXYZ4AQ5Q/uISXy+4MKdBM6PWuNiVIT5Ncz99G4qBfo/e
NKrkMYwZ47WZAdsjmN56+4DByAwS9wWg9Npwicp9VTeagQRPswzHeh6s6ZxH9QgRsIrOyY6T2lwn
MBM5KEyGs/6wVpdHI2gf82L3cX7JamX5siB3B6evvtRc1jY2ThUEodXD+10E+bIq9ToA3q3BjYue
xRU4TfNSd/3yoKRdGvkm85j2IUm8cjxOObUc/77NrbVCckIwxXsOiFP6zjcOGU7KebLawryoifmp
qyP90jW9AY8D6BCa231QGcr8x32bWy+8pFiTjCNUw9eJlQIWzYiJhi9zW6bRGXxafg471ILO9+1s
HRsSVVAgZIxAvFcX1FFTlOQHB0xTozi/UULUc38ZB5Ci5qx20461rVeG/AZoGKUH8H+r24FGRtJr
trAvpWaFgV73VXGspuq5adsXpU7zBw2v6H7QdDhlizCsd8xvfEg8EbN7PHGUwdf6xuCHEOVzKvsi
5mmyH5QhhE1kUUzUAstpaR9tpVWzo1kk8x634sbCXwnIqS2RnZMvXx+hMB0de8hdLFvm6C9Kh5IG
ZBXdoavDf4ky7BQmZZ0K1ziBcT/AomPuEfduLh5aTZXHh0h9XRtIa5FWZqE6l8pW04eh0FDeVSZ6
G7FnLZAmT6Y400Z9JyciAEOSLD42VXnSdsjor1euuTT6utp1Ls1oqMmpsYwMupjG+5fx214/1PZo
7Hzlrb2W6C3p+GHQNuVGvLmus7GofObEufTKGPW9n09p/J8aso4YDsg+VM5GOQvlwTOXyjn0raP/
aPlf6p0Q3cbKKrWW4vMSKCiBieuHYNL1WZ3b1LmkbdEelm6E8beZ4vZgpeG3IqfY+P80uAqe0Hvr
lHwO7ctSO157UhHPsz+EDHQfXcTZyoOcUm12XoEN70HyTo8QgCHA2ht+A11MU45CyYXZsbo+wHam
BTSaytQ3o65/H7vB60kCgYPcGicK5MjqDhn6lDOwGcLinrVmeIAmnAG10h3eyYHxXzvgp5idotOK
770+PyX5RUrIQmLn6M1SHWqjHL7GU42SXTIZc3t5twdmvJcWAxM2FKHXB8VUcxEWi2Fdqjnu+w9J
7DrCD2ubnmfalO6OXOdGeiXLLMxB8JiBnVptomNGqYqXty52WXmqnyQAmhr0nL+1BTq1ltern6Gc
gxxDH/dY5TZNA7SHMYJiz40Sg43MjlhG27xMvLSA2A1VPJmZWaaoblVT+0FvhrI8DPGc/KPw3/d4
nbbOKgh3IHH8w71h8Eq8dhBZ1zkXSNmzA2J56Z/q0Jj+3DjtDtT71tWCo0IIiuPDS0M0eH2CYMYT
o5lo1GBQaht9pRL1P7GFmNoZ5R+rP7lqkqcHtSlpxN4/TLdeh3lO1sf7Sm2UGsi1ZRGWbWH3pXVR
+vg/ia6UEHbOjDN9FZVRP8at3UZ7nfvbfcUk89PcSrBblPOuTWpG0USjNQDPbYr+Y6SYSeE35K++
Cj3rXmP5NiwCfA0VGJPTcsB4HRap3sJMZ57YF32okr81NHrEOcq9pt8J+bb2kak+iPwkVI0Y93pR
k84cauRix3KXtkSYwEmWI1qzEBrZRuUcMzuc3J13a+PUgHShEOqB36JjIO/Pm3fL7R1bWFnrXWi2
Gs1ZNBX9qLRB4gGQjgiD2h3c38LRmr0y5e2DSQZMqYVUWJKrrlVi2MSZdi5w0bCCe8Of1CE6JzQ2
k7MrGLUroO8/zqO2JHA5xr15LKY+26s/bGz429+w7ko1usjNMoqSl9JSs8+R6JL0lEE3Vh3dvq98
c1668N2uUCb+wNplzV0y3q72e3S7frAA6fLkLHFgxOZg+E3iZcbBdmG3FkVaQ745F92vMO36Hbd/
6w2ldUhITVjMKD7IDXnztRN4IREsHaMXPbQQAKIGwPQ5j+2PtjOB20xl+oXotPqeRIWxk6Nu3Fhu
66vCJI82XZtr00Yj7Dw3beUyUQ4KTKWZPxSZo3zvgAI9vNsfYYoYiPcNooc1LjHPRL6UUxa9VNrY
Is8xRsiThPMRkZzv+uRZP+6b27hCcOUyh0wq47n0pFYrw3cUw5wplxzeNdgbtH6aTwWbn5xMWACm
6NDOwNAiZ7J32rgbjklOsmMWdS/S4lX0JfpoVhwGVV9QzpztczaMEKdCf/ROAjSCEynOKfUG+Dcq
K/J3vDk2gwE7bBNbyYuGgPsDj8x0WDSmtHJ3GcRDYimU1+/v6dbN5EmhDUZjFUWb1TWRRIVeOhnJ
S8e84nhOwAaUD/DVQ4jNAIHTPqGg0Xy9b3PrO9IXInanlUvGsrocRRaiCWoCEtY7w/k4LurkF0qo
+tBhe1/tHnVMYRb2zlnduhbUfSmMsbu05FdGFaiOU71xo5eYAdgJAtOqetITo/gqWqYV7y9w05Yr
cSUm2Dpq7NefMaU0pwAoAjCfj80XRF1qPxwL4R2rflTLnYVtnU3CLr4e4x4A5le3onQ0GKO9OHlB
0q/4S9WyChLKPGnK4/sXBUCEGF0yuoBOul6UiNElN7LCu+SJM5yzqnJC3+igQX6y5kXsCeFsbSFH
gwE32ZqgWn5tzbBqC6Z51bsM7qg6p0ZIcXmzU8vkJFIj/uf+2rb2kDyW3jpLAwsi//zNvZvC2olz
Io2LRWf/EyzMoH/AQ7V7kptbzwIP8SvWCre5phSQk1tICeXhhY6HVTx6kYNOK/N9z4sGgrU4JG45
AILK2+SvCGKD9nR/mVuhAIURMlYKtmibrDZVVQeXmZhGuWSL59I2hGL3VOtNFVRiYCZ98pozW5w8
oFaeiVNRivLn/R+wdfMZDAAVAxCUwsc6mozirEZaRLnEPQrESKjNzxk5y8fSWnIaDzYdoRZukPtG
N7qXoMlBSEIYwZQHrKLXX9csNdTDw8S7aBHE1c9V1YYHgRi18ZBTsNEPYRkWkXtIh0XXA3plBepH
oTAhOl/E753fIm/jdeGA6pjUrwUCReRhr16SiIrrUHtVeEHhAzfUst2PzMvXoT/kWvdBHbzoIdKy
Dpnw2XpQgAMXPmmpdgrpmM1+7jRQt1rl3sjN1jMA6xy3DQoaYFkrJwKpvrXQ/wuZpqoKEwHHHD7e
OlMTprvnqH9UIKV6ur8Vmya54pKGV6bHq69SaEof6ZXpXKZuMQ0OY9M98/NG92SYk0FoFhfWr/sm
14wm8n0FsfOKugO5Si51fRLqJslLNMrsi73UrnaJVU/MZxG1/XCy8sj5g+kK3ThUqVK0fjQYixzx
nsKvoacm3UOGGOeT14RT+WIoPcRZ93/chm/gF8lxNtJ3GQhc/zYYx7zQsKKQ7k2dImM4F73nz6TQ
lw55IERWat0qTpaRu9YXqxbGXgK/8T14FSnbSr1YYsHVEZiWOXOFkkcv8ySsZ+rt/dFu3dI3U7IG
2GHmPRDkyiCjphK7T3+dPijolDVbT1Y2pkebMX+eu0UN9Mq9aKaI0aFZPo5FnX2/v70r1/Nfa4wl
Mr1FlHNTN8xShQNhdcWzrY5IREewqeuHGcWs8FRrEXCCOjI/LA1D5Dvf9dYwg7VkfnRd5c1ac1w3
cZgnmTkVz2kYzx+itPrZ9w3dVr0Itcckm5LPaZ1Pj/dXe7u3FNFAwNDVZEySSczrw1QMeBSrjMrn
iNn/4lDlhifOeWJO47G0QuNsOaOodvzs1kJxbFSAZGub2O7a5tBEoZ6qSflMyqCdjVx4j6qBTF6E
SuIXMds5NYNxz6h8st74Uz4rEERcO10UOcuwnpmI4mFGj6Iun5vZEKchWTTzFEX98py2yD3793dV
uoe3xiR3AiS88gVn/gTZt+sViiYJ0d60vFOklSNDggjlpYe8UKf3UmBjCOAWlqjmAcldc8eAkg4Z
oBUePDHQLYWzaX4bPTEgqog0IHCJvdGr9XF5tScZFCBhB1i4vooj9BPKSGH5lFa1cxYlJ7OsIHgc
jXHyIZp936QXLC0sT/LysTIqIebqdGrQvruxonun3K2bPxOla+jG28lDTEFkBwO38ckoArAuatjg
eNbDGJrAVUIMjNRJAbahivTOL4mTd/LDle9mQbzpMFXSCDHhzF0PI1vNmIZGOXmnqYvo9YCaPpkx
ciiwehRnW4GKr/LG5QEGLf303iOJZV5uojmCZc7n9ZFEWLTQQ3vwToNs99ug69HcjPSdq327i9dW
Vgdfj7yob/rOO+HHtMCCS+gc26iE3F/L7SmUVuT5k4LC5IbXa8lGzahLo/WY6lClLupo+lEVz2fX
6voTs4He/7AqEMwUU8kweHtXx9BQ3aY1kbg8icVJz8mCeLA+5vr5/asiC+ScAwZBJ3FlBV6cuu2I
L0/t4tqPGXS18aHVS+e0VMZ8su0GUfr7Fm++FnmnbNdQr6A8Dfnt9T6qDiQOU6dl52Vwq+fOnpvn
WGHK4L6VteeVAnoI2YDklxhTEt1rK1Gm2Z2RoWPXLHrjqzZv6EQ3+wTXzF7quR6XoJ0hMd9U9yXW
msRpdf4Uu1YUoSMHJqIm/ZnT7X6gmaEsfkGY96dZ9N0X/H9yMoQbx4eussLPHY3o31EheoTE4E3e
m9VbP3byF9HSQZ6APZaUSNerr5ccqZBwzM5eLIqnwhDlh6mOyyOtWfQg7EX7MEPQv+PMtrb8rVF5
gd6kqVkSVW2tz9mZwef23MGscwwVVOCH1NyDqW2aordBNZ5IguDl2pTVsrtKjCkzrhJI09Aonvym
m8vHgUHS+vT+s8RcEJEZaCkYdFbW+jDrFaPPke0RSZxzPbgqPvGUsM+IYjR7HKY3joaPZxEeSZkJ
JCDXtaABuaC5K8rs3FRK8kmF5s9XF6R1aSJX5yJ1xh3HtrWZr3PbEhPGEysv7JvvFtEUHkydV2A2
Gx1u4XE6GYlTHpuIqOz+Tt68RExOg2rnPzTIadysbooem3pUekN4Mksncn8OGlR7jxawmvbJzNG/
oF8uQr0/EDoi2jU0IzKC93/BxmIBOFL3ZtCGJHdd4wDbZ0RO2isnPRytf8LWTrXjVBj1l9BKKPjf
N7bxJYHasUzCCZLp9WiPGi0j75JKJJFVk300ygS5rM6p6cSnUEhDyAWFTv3e154ZQtphFLy5HIT1
0je8+ZxlnnUwQ4v8PI+F4+tQWx3rUe/PCy2nL5zZ/thFbewvGSxM95e7/rrQNf73lsDYyGzRWkei
C21U3hajDwqEWZYHqQjzZ+IBRUtce6Dubi7C8229aIM0i2E8vW99/WUlWSR4aHBhMByjJrs6W8Ad
IidE2jdQC9dtwbl4zd9A4I3T0GvGzpWRf9fbUPvVFtJAdB1hpryZMSX9FFkh4iGIBHwjp3YoTA0e
8Ll5yo1E745ek6XpN9eOoNxLy8j5SMhA6eT+gtdOnh8hy9SSIlOmqus41YiVPGOedgwG1akeQ0+P
vnrp7H4DbeN9XSalO1uF7n27b3R9pLEEroS0Rh4uF3DN9enq+DWLU4spiBt1an+LKvNy9QxswejA
dGpL91eJG4l3mtp7VuWfvznTbhYbOjTrYzC26ZL90hYnt47jDHfmxWSmafRJq8cf91d6e56oQgKy
J6HCV5CoXttUlcoa6AzCEaCIxT2VRjIMR3QNM+3gJmLcQ35sLBGiAqI9HhmuzjqpGmqrGsvRmwOm
e+yHAYj3z8zk3R4AitZ+P6fJXoh0e35QFQORS03FJhpbO2OFuYLGjZMl0BY8BRDkbqyZte+0JzVS
Fftx4Dn4BMGAt9P7XE/KQSdI7xGgKD0IG16GNVAAwZPWCpN5DLpIU366bdj3h6RIHE2SlHzR3cZ5
1Ab0lL6EIrTTc2vG2s9QsWAMTYH27KnJ3noticuAG4/Cs8QFrnIUuCG6qhziKWjSPvoDYcPoQ1ap
v/uxUr5zqZzPkO+k33iu9piSbp2IDBkllRBkSZLh7PqALWlfiEZpxoCa3XSm2xMdI6pfv2qrA2cf
x+nXcXDzZzNcxGdFs0Fy3T/gmwuHCYdRPalyti48h8OgtZbDZ6CuNaDpYXtw1DRDOh2iobUXP46S
/FdjNPlvexbVr/vGNw6fpUskIBE6SlnrEWM4MqM+nFh8Hi+wkQoze269SQcUNw/dcWRcCRFPtd1J
7TetksRJAnxk6NeR+kTRG8J1Zwxi8MGn2XTmwEFN5KirGe121+jKB3xm9vP+WtclfnngAeRIYnr6
N5SXVk9Tpqm02FFBDdwQwY3Zm9Sj1aRJReEy9r4U4ZSchmqKzlZmfVZk5KchI/lw/0dsLh3wE08W
eezNdAnwL7wmwhWBEofDX15q/BnHapwe7LZQvoVx0nzrlNg73zcqQ8frd5KFQxQg8xAAmGuuHnVO
ukXr3IkHvwXzCuCtPpRdHP5z38zW2ggrHXqZ1IbhJLi+SWBaJGt8DqW+mFq8lzNnEPsqNDYnPXEi
3xCZ9nlGHvydFJCvH5Zyoiv9GeO26ytszvkUZknBKXbq+hwWXfhlbNofpSjKnZO7dVmxY5t0icno
1tRVpIhqr4thCmp4a34I5jF/QvHkPipRro9nx5n7z5EuyTVDWk07DnvjJeStB44Epyaucv0VwwV9
Wmq2c6CjpwCNFS5DH9Kq/WAsYKYf73/LDa9IdRaHYFAwhf5o9dQDkHOXKBFzoLWDTg5SG8fY7PQn
Uuz+YUiKfyDCNf61p/SHaaT13/eNbxyk1yI4PR/QFLQbrg+STRK/DJqzBOYQzuGZmLIv1UNSN2Hk
M0/hxR/LIenVozMmyx5od+MLg60C0KpxOxnBXUVWvZGK1GUcP9CQmFIOyEDGy0dzmZPA7VxqC22K
ZrzaKWpzSJOhVHZeg9ee9equ4hahESKrfkXNXK+9N7MQTkaFr+y5A5ZKz1KgbLYG8VzqyQKllzLn
Vew3dLFKP1qcSH0qFy2tjxQgbN0v0jRuTqaUjvhTLWnxB1mSV8deHx112PmxG34FdXSI9ulVMxex
jiCWxvWgqNCnQG3H+cU1Q9N31CZ9bw8Ivw1XFcRAQGRl5311HAYr7ywtLuaA0kLqnLRFLU6m0Xv9
IbSLtHyYrF7dyd42jr9k+ZMoY+rQNzgGRszrNNXnJfAoCyGqCrnppyV11E8lpPSfu06LABpQNW6e
MjXv/kpa5uSO9y/BxnUHlQZkg34rFYh1H8EsSk/prFTlJwziLNSsT36ECHo2h9hi5P6dVSO5x3hO
2dzFt5BNXR+7dPbQclcLNcjtan6ujR7J95mJGO2pjIrC2XGjWxeckEfOWUpra+AGiipJHialGrhG
ND6krjl9SxBB+aUavfo4udNw6CEm2sletr6pgwQ3jpvsiazieom8mFOlFbEapAje+KL1zA8CFsID
04bFaYKogWcKwg2Fee3PodFEO4/w1ppfebQowcvi9cp8PDoxkzaaFlCEdP4u+sX5SGco/gDHllb5
RNhxdbRnKZRz/xzJv3ftUAg1uDwUI24Lva6ix6DlBy2wa2OE3boql7z/1PJSi3MRukpn+noNCfe/
981u+VHJKSt5pxlGe80+3uSKkwEKR1e4mLGSGUfNiI3v7qy2vqbE9hHcfcoION1FI5/ynRHwrTiP
1huXlgYjBfv19Iel0u1IR7EEA+WrxO/l1RHUBVrN+ZF7WZ+C4gAA8kfXF2P8MdIqx1ezSdcOhRFq
71YPlHdYEtEBJCYkummZm6XJBRrqJYjLFi3cDAnBJhzjw6zWI5jatjuM6tA+jCPURT2TIsewMlXG
xuN45yBsJXweU4HAamQ9GnXg6wuAcEaUunDPk0oPzV9zb9d/ISCq+EJEyWMyTwZM/Tb6B27fUkVf
EH344HWUUbQx4kbePx4btwH4P4m25PGQ3Zzr3xLzAqbuqPONirl7tKjMnfA2y3hUjKH+pGdqhXhy
Ge9RI2ycSqhh8HLMF0j67FWImsd2VdJdn4PZU4Tqa22F1ENGZSc6VbZbAlkvBWqkLgPYx9TUqBru
rHvDq1ODpMfzOoN1Q/BhKNS3+5lsP55V81yHS3OAkK18cQtH23Gym2ulLEbtRBZ71xT7JgMUA60/
3jCEuYNZpFPgciPhK8fhPesCHeKDmNOs+Fr3htE83P/Am7dQsu3L1i34jTUdhFJWplBUjS8MU7gP
9aP1SdOyrDq4UZ0wRl81DFrb9WerMEmxJ2rrBziBwr30emvDXxHOr/MCTKFdH7RcrRrNEvLQmxoS
meWcHKN61iFdTpSdJW+EQ5RyKKbQHkd4bw3bMpCR6qFTVAOSLf1rY+fipCea9vX+xm48Y1dWVjcn
alpgGR1WOjRjLt2Uhy8Qy7pnrXW7U6j17nenDPMnx27ao4GizuW++fXFZUCAI8pfiPQzTYr1aBSR
YGJN7jIHWRt6z66TNy9ZM6UXdS6SlJdE90oY6A1zJz5Zr5rRSRhFXrmkAILdNH8Kej6tbsQOGP0C
Ar8IpI53MJJmfsiKru6PTILVFFrr5nvTMex2zDOqXzvTZ+ujJH+DDD8RACCbvvFZnjYKb840J5jd
dHCPsmdqHrU2BeUBFNLZYxW93Wm6mQAhIVeSY8DrXDP39CltQtjGIiL+n0WRNn7BnFhgL974dUaW
+eQk7h5/1jpakGuUtWX2ms9sr/1y5PZpbZalG2Tgj3wPJmrr0DEy9b0y0fhaGMwRp/ceKLDyjPPA
68/nJZe/vqBNLfh0ce0GczgzMdR3PZN2ahtYvSKSY6uI6rvmjeVy/h/M4pZQhmHshYjw2mzWW5Vl
5rEbRKluPWlGPxk+Maj3tWfm+liUs+OjMDDtuaO1j2B/JdhKtoVpEPH4XZutjNxWQdNzhhjvyw6p
E3vesbBNlK7ur2/jsGKI9gBAQYiy1nms2fZhF0W5GxQOBZgy8/pzE1r6U4G6545L2DQluXZ0yXhA
WeR6TaJqzMQbUzewlj5+BiqvH9Kuqf1Rj6qdw7JliveMxJjuocTor0xJarC0ib2g7q3mWVPz8QwM
yrqMg7NHQ7lxE1iL7P9KfAQNnmtTJIXeoiCGHvRKNHxuF4frp3thMIZR/EXUu/QrWycDGDtU2lSX
JQrk2t6kVWWaOq0WpEnWvYhuyf4O9XjY2cANp2IDo6TpSwGKSczV66FRxCkiorrAdapR9edCCJAm
Tmc91XB3hA+GFZYPiIG5e/CMDQfOVA7VJLK91zLd9fKcUAyR3mdGUDNYB9EYx/ADLFjjo7AULfQB
IOoPha3OH/u5iBU/tIp4z6GuAyJ59+jW8X4w1ssWrOoIVcnZ8SJbD8a+gcl4MZ3qCMd9fm6Laeh9
185rooQULpRFz+kv3b+QWzvvqLyaFEh10pPV0R1xB41pRkbgxAKRz6luH4eSC5Iocft9ThT3IJDx
3on5tw6V9Kxy0fBvr+8L2BuFclasBYbRFceEtt1/kq5q/ri/tJtYj50FMk1pmRkMxghvmnRl5cZ2
mOhBWXrph5ImzcnuBHKISofOUT86QNuU+lMjlSHybl6qo0g899f9X7GxwcgdoeskiewMcLrXJ0y3
SldfCk8LJssczOhUMLpg+m3WFJpfTMaUdaeB/lWk+9VQckf8++Y3TpecFIWwVY43W+vsKjGGfrCF
agb9GEXPSeFqP6Kqc85x1eedPy9T8dtwSuXouv1eVXrDVVFTkMV9vKL8ENcr5z2pxJw1ZsAst6ge
k77qLV9kuvdiiMmq41PTjaoe7biSDV8sZfSQESTUBVW4cvth1MCko3dmMMF9cAqtRXyD78hFsdHY
45DfcB7kMeQyUGfgvtYIDmeRLDZ1rQeKkZbVuWv10T4ObVSbFgDboSj9mITC+jyaSpl8b5BxfyrH
GnGJ+5944zZBScvHZav50Ot9LtyiJTrydITNvdw7dImZn1ynNpedo7TxPaH+5UtKTUhkrVZBgjuP
uivMxAg6+Bb/rShIQR9hNeIUCXc89PEgdloLG1eHUISCJ4ypxENr37Qw4ZxXemkEw6giUDNmtAHF
8jUZavcBdPH4cUm9Yqcct7VI7gscCxSJbvFOpj708K/HRpAL23t0x8EEbwQmVrN680RivAcC37RH
g5cTRAJO/eP6kqRmTvQ6tEaQpGZydEJz8hO1hZ0QGlGmKL3+6f5h2fAHFDcsGe/JSrInf8+bAljG
S5D2S20HeTjoVXWgZuxNf8Tx7PYnJOO1KXoMhUezN6zzWJnOY64WeyDPDcdM1R98FUS/VM7BwV//
iC6DrjnucjtwG9Ota18rtLj+ORa9Q4jRJo36EVbaYdBPnZeW6Q+AI3NfIxJXzf0hD6dsL/y93RTS
JvjdKKxT+YU18fr3TF7tZHPV2EFJhT0/RZXoP2SpNSCHZGZfMyfrvrqQW/9yjfJ/eP6xLWkaZbuC
SGC1F1O/MAbO4QrGfBkmX0rnZYeorzKHofaqHj4yDZ4MPuU3LToIsO6/7x+IW38ptUTIdSQkFjTL
yksveldpiRKaAYz/lXlYGDKCg2eB96dRjT0SsluPKY150H9KwdGbkd0u1XkJYacKnDKZTy6Dkees
iZ1HYxTfCUDCX56FFnppxOUDVOEMSt9f66Z59phyJwTIlNquvzOEw7UV9cIMsDd/BJFGJ62wwm9j
rM0Qk4X1p7gHDnscnbyeDqYgA94JtzZ3GyYFuQt46nVvyoOzz3EWh+fYKoofs5p/E/pYPSXTtHfR
tyzBUE7kA3SF6H11ptulShs7ds1AaeLHPLLDvyOom87mMMXvrOiBD5GICfjdqF3yZVcujOe2geSt
tYCqeKL+wqRv6YxnUAPF9KWI+2iMj4iLey/gOdUoWKa++HX/s24u1YOnnHxIMnitP6uRpbnV2FaQ
LaMRtLmYvqlx0x/ixtkjjbp9a2XDD0Q3PRNItHX552/d55wZfTV4VqBEwm78ioA+OUW2UV7uL0l+
nbftEbmnhBU8tZAx8AnXt1Ixu9qsGycgX47Pmjt9hWhjiA9ZqDLkFy57haytLaR2BqUI7o9ii/zz
N+uKat7CpsdeaA7zdBDCIBvqxrJ8tIey3jkw8nvcLE5y5MlpQckpfW1MaWqnIc1xgsrN7V925I1t
4C12X/yDGrDZ/qWPUHse2rCrzKf3bysORkdGlkb6DdMPvBrj/3H2HU1y41qXv4gR9GZLk6a8VFKp
pA2j5EAQBGEIkAB+/Zyc1fd6XkzHzKY3UquykiDuveceAxePsbzXMVbmbV1EdSdFUXQRX2bWJoL9
/P/4gdhH4v3DpgXX63/+qjpTaS1IXd4j206aS71ki4YWfCHPu+bNMUAu9W9Y2X/7dkGswfFB2w06
0z8e5a72Ott9VKLjl+oF1kX7ZapU+VxIu1wCJfHWLTVd/9/HWFDFYHCBTAh0FXAX+s/fFPcmQxI5
TlClc+SpgBWJgVWz5WGmcu6Twng/HGMUXp2N/x9jZFC2gYiAGwmPC7RuKKb/+bNTAStg2ODW9+sY
2Q4BDdFA+URPh4rHDkz69V+O0X95WyCfgAkPZNBIr/nnjWfTWGxJjJ8HULe4gqBXP+xwDPxxZHXy
L+juf7kIcHpAdcFmCFXrn8hn5TDE5soDmStlNkDdHg8g3ORICkh2qIuqfxMW/defB+QR7Rm8lbGS
+s+vct6XsaxGAJCr2dXVHVHzFEouf4bYb0+c7f9GC/9vXyWwZLjcwIMVZ/b2ef7HxQM/hmpEyEEJ
guW69pszqMZIPfgK4Xj0b/T+/2PViPYONQq1H0vnm4T3H2d0XrncloY09+OuihOCTKIvvJ7DsK3K
n+ZC6y6PMoZbtvIIYV6ASbUVTHC+AZTN/mW2+T9bTnyU28YPxwdF85/E0pKix8YepEG5imgH8dH0
bfVFsg+BmuVaJj57QxAoESdEUK8f//dL6Z9a8lubC1EXWPhIKAbH9J9a8lTXJD2irblfQhpDYruu
W3tUzfaxxXRfWpfz/Zo33A7RKCLbFrB5whqsMfnS+3yvv616Wp+rqP639/jG/8Pz/h+14ZaUDIY+
Bq9bJuINEvzP80CUlEzoaB9EAvO1XhSMZR3gMWO6CQkLcEDiY7z0u/fVJ11g0G+N9g7bQyui7bwj
qGrti6ixX2GuX2SDncAD6JrMYq7KFlHovkx0fjeybCxgK0znrHNw7P42RXDN7qE78eHttue5JHKJ
ou4oxjnzHcxcU2e6eW5Km3c8T5fEdm60O7EtXA6SOXT7Bm/wpznEK/uGbZfeP0icKnpaS/QIF+hX
ZliOybksxrfIptrAuoFnlTu6eok8oa2rtT7+7OL2JV9Kvx9R2SJq5zi+5Lew2EdEz9T2NAUUte+A
FoR/llSs9JrJPGrei2Oq6ssYeywR2w0lINnbRu3jdhbQBmqoOQNp+J3Uy27baiYluZaxzEm37fWY
vBS1AuOVSbvLbqLElQFmkOhA3hXIIRnUIAzhNjT2i22TPMzy6nUK7Vbja01hhH4o/uBruefPE4F7
xD1U+Dk9p/m21F3DUl6FFlJnflGyiZfrCsWp+wpqhuMdYrj1OKSNL/P3jWnPLrQG1DtkyJH3rSEY
106R3sZ6MDxLeIf1D1G9Lkm6fTos3Fh/jwCUssfoKBL3CBnwgsylpvBcP0UO0roWriHl8mLLcgq/
i0gzOIchL3l6NJby6ORYFJtPFUFixpmVFc4bpPw3NVXCISK4B7ttJ+4K+mtoOr0srn43iC1wf7DW
dknZ4tZm5m4pDd9+hRGrZdkf5vC0GA7orfNOKNbgzUqyoJalraeVwFuzylRm085hxwbjDiqg2fqa
WjNip4PyaMRjs3g59mTC2GfaJRMkmtsmmvL6IZQr1muwIDTHJYVoCH8tLIhYoh02QuVEH8dgKv1I
I0jQlk6WPoMhPdx0knBx2GctCX4JvPdPJLst3LvGQN0+dWgWqPoGJZnidwkCf2BDWtZWLUOzRHt+
rjwcFyFyzubJ0Q4wa22OFnasx3RAIxzArOu5xkvK23WDOeTd2lQQEwcsScSVWbY1L4mk2Vx2iU0W
+rSPhGy/CXJLKPzc5nmDzWvJ7bZ1R9hA+skbVbL3MhojXEzNceAr7rCXgMd9l4gJ+7reFiFZh2IO
LgxrBEZq6yyiTz4iDtEf+ImJeNS7n0U7Jsw07U1uxN/YFjk7GCk3+dhgzgXAzbVkb8Bk6uiKbCUj
T0FhuZd2GexJ06cKK87Qj/uWpw+2KFVx9XWFUapfBAgk59SPXP0YOZYEdysv6/B6LDtcVLvIbzZp
5yMw8hsG4xa0njiBgQv62VnFIe7SKC63M+T3K1hP8PyNRBtCiEfcVbUl8jLHqrJXSMPm5dHFSC5/
2Qq/bQfYrmRs7p0mRWi5mKv8NxPpRhBDNR/73NKsiW501L2Kx99jziP/kUkh9VtCYBF6p5mZ2GdC
iYpvUhwS/aiAOuXA3TnQb9WEvHkZdWzjuwmKynA/R+WWptdJ+GqU7SawPOhTYiqQTXlRgi+hFsnL
H1OmIvKL2l0XYAhhdTlMcIe3ZyZlrE6p3RFvhIer5S8Jqwn9WLri5mhf5gzW360cp+n4acnKwgnS
sHpe2sQW+34hBwwpUGbgNfQL+H6MeCANUyH/GcZG+EtZTUd20akvqxMDWkee5abs/pRMKtqvsdy4
e8MBqcoOJgCwYCx1vsnzXiZOXaZ0j6eLNzJZ7pAT5vafXlTVHO61IVg9wQw5ma/GiGO8p57Cy6xb
ZYSFUEo0TT52EBi261yr1Z6ciUf3sUoUlK4GGcksbSluLkVDRvTsYAUi6217C43IC9ONKodyIyZT
Hv+ALFQWd+vkPWJwF8fJ/p5mGvYPR42ikJxQdrg9N7Js5NYCeYbieoLgwlSdDAjf6ebxOOQFNVCp
LzDGENs7mHKxF0Npx039cB7HB8XCbWuFIQf8JfmcJrTwV1aDgvZUlROwTcjvx/GCva9bm24ypBRX
HlsaXfGzq/I1HP6gXyeCt/qKnJ7KXSRiEEAxLwrhabvkDX3YTTkaTKZbvXwUZVQe9xZ7ED73uWG+
eMMGgC3viOs8yrRHIfDjhRegKggUTbYlZ6YKb4/WA9MuzxaUH/MZGHMuenTsAtikloUsEZy9S0wr
jQJR8MUD116HdUbmwoy0Li7qNjkErV5miS76Uc088IHtdZSZFoxlQnsOyXXUrVFdbrY1sKqKWwtj
EXGZvNUoFgr03Q7PFrEDO6d5eSEJEJrWMtBS7xvEJE4Di7yYvhelaPxdVjqdH4PLeHXcgfheN9/t
tkf0M9mb1A4lVNs6u2hdjU3rNgNFUQuXUzhV9THe0/Wpyo/pq43BGH6wIR+j845cRDoNYAzTSrbB
ljR8sO2Qy99NqxifUADpbl480Sq8iXnK2dxJTMwBBjt8RO/ocoNnmtmtcc/BNBm8XDeL7dLPLAo3
G1nUSTe+jrAtOAUeKQN62eam8wpdYvpEqJ/EPXZnELj20HyMtGuS2zeygEH5G7fS6gaDtKcevgYQ
Zfo0aN2uISzqZVYRHpU/lnXpQK9Bfnskm+LvMjH6Wmk97ajcGWxjrN039GfE2Xvm/PhL0Q1b+AiZ
HmrwUxXJDkb+xfdirmv6JOVaM3hb1Xo925WhAY/hgQGdM0nVCcLOgp9gv5UCD1VyavBZbbI+HXos
Kvw00J3PXiAPr5W72X9TGHQWLRx96Q+djeRNZz4GrZFUO3IXuF1es4yMxbNbwjEPIIFYuOowE4vm
DLFLzk7WV8o+OMY1ucDxCcxNRVFG7/iyHq8OOSzuRak6ar6PK0toC81w+TkHgBx9jpBlcvxSnJev
iUhg3om2b3zxocDjdNleJPdxzO1vBgEcQ5CkzF83I7IXnYSQt82aNureH4L1/iYEusYCcSutrJyZ
e56YEp2wygu0dikBYOyJT8QZty0pLjLdXN5CFbG9SmwBKIoCvqY/WuRKd1Xig++RPGRJL3I5vY47
DmSHKF3+SoWSv1ldm/GcNlb4H4FX2fLbB1h9db6CqWzTTjKJXV8WYP8M04HN5Q80mLb5FDEljjeT
boUBc5c4fgmwzVm7GHFo/AF9kgSSvTE0MxrFXKFfH1X1CeWNxncHlpN539Q+t63WsJc9IVI3CbzN
yFz9HcHdwnDWYDw8E3BX5FnN6Ja7w4uRgROw5/Yl1VghPthEHsd7HmFt1Uo4Fa4DTHJJc2ECSwM0
UYGQ82xLkhW94mmJ41NkrhpMPlV3ufMluuUE1+DDvlt4yCEnIyop2rumFC2cWOPPC1vcnzle+Q6r
tyL/wrII6TooYTniuep9989h9EmDKSpHm4BEj+Ab2geYG8iuWBSMz5jf9+kO62WYvc8q2WBZW5NK
XgT05c13lE9eDDOqVHTGMs2FsQ1xrKP+EBCEYVdd8/XMsnobnybNMgIHcF2twyHjLTvPRx6LDkat
hT7BtYYej5vXFhsluW7iA6iJXYaoYihxBFEc03c1B5HCQDJJKEQKh2suJDsy8S3L9/KsRqlB/eGZ
t7zlzLFpaI6SHi+YLKqjzwyrZ1A1VRKuqYRwFNPiPjI23seiRuJFhD6xusMNAqprW+hal93MlD0R
UPkRYXM0XOIbTQ1236njY58vCzJ8ILWb1DlAqGXavCaMfxM6zvYTjzMZ+so663ukco976xtE1F9d
wHQ/pIuWSz9LBjlixgriv4RDV/G7lYvwHfKAljXGK4QWi1wwV3lnvgSgqCBSgKHdHKD2bonhFhFk
JVnofTE6WBi/1COI8Og2y3ya8yuS1eMnkVOcVRcvoumzEtMaZqwRurIuz+EU++BAAkTKB9JNps6O
eie4fti6IzNuT49HCmHQ+KTBECC/dKLE2oMrCI6rtVNlnteoIaFzGbK52hopiF9YVYLEh1+pinoG
ztdHDZY8Xj4dZe8+z6i7Jgr5afdQlh/ZNSHW6DuZZqTsptqztaXx1ryWsHf9yvBRfxRoZuPWqX0x
7Wq9rCFOSfwy4DXOdMfwy9Qfy4qwjQ6+3NA3ImkotMsmWXbNwpJ/4hi4gJRsSaOufo2UOCOXLitb
OIf4updabKalDpl4/Vg3SGaKnHd1J6TYny1LwBNKJgdqwzKPqblnIve4EKARg3lxVM69TzI9taKM
4uLiKCNZNwmZvwPyaOhJUKQOdgQJtqpT8NaRwxwkSFxZPVV56xoGV8215jBeTCOOOhc4hLLbtsZl
m6em/tvsG/m+TjCUbKt8Kv/GuiE/8b3ClfCY4UWVNRrxVVU++sciulET4qXYKzQdSKEeZJMThA9J
Urwf2Aj/nRzCcrops8p3ZbPzH6xa8qmTFPdAD9a4wPgj53W8hjm2qqsFKMRpttAClE9AKr3JKdr9
qiE5ErNgtvCzQGKXahm2zK5VsLj4UmpMJy1NXTkPji1VBIpctbDugHwUotvDMtlHkdkiXKaV/bQe
XDfdCBjjIdodQJqd22QbVO7Jeg3oMqM227xFfEbuR9uJVHPa8mDXpKOYTqbuELqp2iVy0zPOuNdt
qSxSlnYMIc8lm26c87FwcEvFLw1vmJGah6SaIb91yFF4hxIYg98xqgB4QDmN8GH4hHyx6SxEd1Q5
+4X5TEAmHGmvL+728j3sSs9JlyhKkSq+w7oXRoFb8lLDqxD+CHGzv0R5zmxPEXNruxV8qYcDdjSP
0E0smFZxQx64fTf5N93mMh5GbRcJb6VInA3HJQ33733euootMaqlGyfSLgRzMbJEGqxOQ7Oupt1K
nf6N6JrxLtngo9LhlCGQb2fCfM7xyZIBZC8yDSb2LvQT9fDUY0AtqpZRy7/INXVHWzuJ8jBt6Oh7
UtLkF89ih/xEkSRzPwN5xGchc4naDCbVi83cTLu1jKYPkZqVQdfL4qjFRAu6e2GXo0dLacgJPqrq
EVwrwKD1MReY6BwkDwPcq8oddwaM3ru6MuW3Q2DKNjWBZ7SzpXnDohxxP1kRshTXc8gQrkRjECyP
GdzA0W3wKms2gwc8bzU6nDpMGAqSbLYjvuNbC5c6kk+9MOXvKrppVHnqaZeySv2Rh8d7EydvbNrq
22hb/JR0Tn44Vh99oz18deJxnZ/sDrQFt8lYf1HwKaUnnZWouBMoP6pFXlAJEESE7N3g1lygpSgk
5nKABxe8ZmsGabVKeLsdGxLS50zlVY+sJk/wbx98gDuThMw/g1VdC+bSdPRJIGLBt4M60W4uSZC4
gQwk3J+rL9GEVpUoboz68miR5bVDiEqSXbWVnFMCB0HBeZ+sdfxU0s3AuHmJU9WCM92kHSnn5nee
CQoxGy6+d5rCz7otxwqmi5XexSc0QIYBweHI5vSlgMozRTtwfAJ7cQRDwONjKby5qsuQl7r23PgI
XY+U6ugqurj8uRxB6cU3kqQnyPsBcSU8Lsa+oCv9iZYhhfRG2ej3ITZWDPDSLV9XVGXeCTtJDNjI
Pv0bz0aYAfiT/8FTYUXPLca21kyQpnWhQo/wCuYy4c8oL257EnGm7qq9pK901rVtxZTMjxZVej2F
Gjzfu8UofMjVVonAegEm4QNZ+fgXwaBm7mYnlwLdfYbVY45G/sKAJlYdWyiEeFCEl2OLsxVEx4FI
TCfw2RZxygE8+RMAREwtolziVqotoLCLfZxQMiNmOlJAxDugu9Dz/QKgmQ4xVirNl3gPI4DN8lgw
KfL53R8RrQcFw0sM/dJwNqQ2nj+VNMrja4o35uigjF3tL7ifghotFp0j3FcB47+OFiKEy0jDvFwb
NAOyH9EWvcoszMBdYNMElsWaKsDCGJNNp/xWYUiXaf7osU5PWrfC5AFka2SpnRGoWPreI1Mdf8Ug
quSKZsTFSP6LgmvjDBYZHTamWDYlq5+ni3SwiOtqWpgYDybHny722OVpyQ7PH6MorKbf0TwQ9Ah8
ji/xDBYg1bJkZxGbecYeBKSjDprHuOkwku+0xYZ92s5c2RXzV6OP4r0qZphZVxsAoW4xSBFqgYca
80tSV2CjEGH47GZSV7xf6wImmm2oV1rjAMQiueHB/7trsuFLwFDDPtUhPd5SdHqykxL5aefVmGl7
nGbA6+eVWJjwA+JNW4XQIIoV1I60vG4PUQI1lhjLv3kqUeBW2L/wFlEFmIFXmwq89+D2RMOBsch1
Id3Sq2yMUucVvIs3AtIl73YCPbdKCxFOY2H1m2YNM63HSZt7hJJwDvMRbHQGVHpghpnYpmrIK149
86gCYFNMh4lPrIS9cIfrXg5VQyPWYbfgP6cqqt9jEtXzXU2CTV6QdcfR36RiIgPkyRtCjxD5nT3e
YFvVp9SHcK3AyPpMIdrY+mObwBllHC/lKQkI5erwStujayYMv1eoUMYXFRuiBiuL5DNqbkP6kcfr
+3bYQrXh5ttyT2Nb5APgVcw+zZFlnxfApbSVyRr9ZNWqVuTe4hKAgtpK4BGU4A+JnNKsQ6iQuuYz
JPYdybn9i2cf/bG2WWXL0A/8heElpptVzGFpY507LCMUoTfjKCwRTs28kHkwDLbMw7weooYD87b8
ElmQ2yBheYL6G/z+JEyR/cxvk0+7BcwPZ0wDnGBTvIi7tcaw3ft6Ssf+kLv9TuGp/1FiIfh3TKj4
IA2CN9pxjHTSxiFP3YDigq5q3jjQsI3DkeWBFRxRB3LfRM8ACOB3xljXyoL552WHZ3ZnZl98wrOt
PF7mfH3LVSUYLE+mm7XttBdvyIDQSVfLYBG1CgaV7fDZuDgRdNkADrca5WuES8faijxMbrC4oR9v
b+VXOGCNuqshN+PDiF1GOJVAel6Vq242CcXxVdeOup4yHtTFp86+gsiyTn2uTXhRGyrcUK/ChnsK
VNgPmLPwuCgcHJqO7xF2QSmCR5GNpvZ87kpYIejOjCo7OgmMZB00UgpN21hQydrCLXDthog/4Hue
1pJ2AXkaT9ze+F4cva/DQ50bBaxgo1VfaVX3MxJOJTZepD4BTEjJKY839ytBTS8H4jm5wli7Yf3q
sB3BZm6DKc4xToA/5lxMJ4vcEg3k6wCUJhSdXq0oAarj7K5IvXAOvdJRHqzjcHmUrbFifQmKKtUr
eDZ/xa49ph3W3OHPuGMy6smy6KKTjNavTihVnVVQ4w8kNi93R6QNEnYwMl1pMW0l2vvk+DoXh0k7
GFIvDrsls/oewqL5OBs6zVcWVNWc6pFVoSuwOoow2pnpDmDLYVokITR3KgdJvE11QFDRHm/TPSgz
THdLmY6yZyg0dxiHFSwHKp2Znm+SIxLVg3HSKS2nG+zWiBgiAgCbwFB3gV0uIxaiWhXIV+TZJGoo
sHhCP4ZObO4Zicwr+mmxt3u2U2CUE0uh+Ibm/G821tAIs1SER/ziYXosimg67qjfMeunvCAfNYyY
olbvQKG7HEfqsRYgp3a2ScV3ifRJCVsoN8KoXS32PWgfja3ntRo7C3DCnwjUc2+xg8gzxlru+ziV
0decxONHWSVbjb6HAaxGmDOUusBfWQuJsIjvdEbE0aXJVNxn6En3Lsv9+jVoMv51uIF9iymaPecQ
kmYtgH9hWwen1aQjiIT+PruIrQNrMAJ24FGHeYiabMWCLxPulnG41kvHbXRj6LEU+BOTDUyO9hIH
sT92yAiH3AQk8Wgvi7ItrYQ9j7ilAiBCpbJbX2c1tolI/MT74WZ9YDUSFStvoXlSe3/oArNArCef
3RVWRUm32w0Qkcz39aXKjpvk1hlVt/AR479n16wgJY3cvVe7PMjJF0209wCM9vEaEb2mTxHYo8uJ
lEB7Ua5p9QBn7CMFhsORSGJhYojGN0Wo4ywxJ7bCKb+fknxJoO0qY1RKuSd4NyrlFfpO7+i3TOL4
nappMqpF3vz0p1Z1CFh5GYp/llRT3kfYl+L/5+lRXygmmvpkiwkQmktohhS/aZnOCL4T1VnLVe5P
BnLSqk3XAyggFh875mSNTnaAdEjVHbrZGSmEOe7oE4hf43EZE2MV+pA0+TI7JAKfAV6jkd34dLC+
gnmNe6ZQBOPNWThw29tB/wypk16HfTl0giJBpmXBC6+mCFBgE46jJWV5yDM1WzrwKVfmJKTNVedt
LRE9VvsmvpT5UnzDnYrDWQMIwOlbkHfdZqUtIhR4NCXQpWt/L5k2gCiPyPg2AmRFW4M1H4B6MrsZ
NoKmbrojLqnq0nlC/9hgWF4QWNDAdU8Amv6W4m0de6fT8vZAbDO3OHr4r0KIwB2ft+Y1iAivMzhv
gB/3NdwUXLmbPzx2OOhqVvAWhon4NLnMifYBXV0xfmS8gStthki+0MdVNN1VsN/5ZqYJNOak1pgT
QC9plmEuDyPR1oNzAaJbDAdutu806rBaKN6gzp33Dv4FLPTWpshTUMTB3UZl9SMcGtG4x8mhH7DA
QGIJtoYJv0Mi7MgeI+438gUyMxVdwDZByU9CvmPzLxP/vaFWYSnG4blwXyg6m284EVvaaoTWLk8z
OgeA82N6zN1alzs2fhnP5oFOssJ1X9G9PpFjxJYrKrLPjR6ndHBujfC3WUljeEMTgQY9hhz18caw
808HABj+htdw4qwdmyP1j8uazPz1QM1/G0nK/Sv8A/GVwxOr5gNWvOJnrrONn/Cx3ARVHgzXnzcD
Sd935hKjHkfwuu35SKdtqHd09xexcpREiVCOos11Xv5wIjPwkQbENV8ELNezS3zINX7NwV9AWpfn
+TZsdalxKcM4xuMaNOFTTDn3F5CBsDhCbJCeivMK4CppkUTHw4OXQB7aHC2r+SS4w38ZoO+AoRy+
T8U1xUq9el8qMFIgWWp29yKdwQN1qk4NANO5EK/zNkW8C3um5vt9xkRzkllUNS9hL/foZEqxywE2
ilzcT3UcdJul2KFeirDGyFeYM2o6seaHeJjoAtnr7Us67tcmFOWXA1717inBCSPoZbDNK15DsR1J
MYD7qNU85BSDMZrJwPkjc9L/Wj1H3dpRdi66Tsc3hNRB8wX/JizDssXWVaus1ns/MqJ/2h17vwHL
MfYjgCE0DWlBl6bfS48wS2Km5WkvSs+vJEKiKOCgvUOc8ycM1Bp3GntGvXkby3rsmlLrn8th9RU3
WvFOEYyFiVIe9EeA6C56So4cw+4GCQDemPqDwSn3rTqKbww2HfAeW+RXstcU0RYY6TNucXH1ORPr
mWqyvCXG5eUplosBVDC5HxWA0Qa1ahnt7yVL2FMZa4B5DB2IbXOlQnRnG1qLDsScaW9nreFcY/ai
+ROswa4CcnJ6IaponkC3AHA1jqT6pbKc5CdU/yb/LCov09OEbs31fCYM3osxK9tip2V6IUUaztia
Z/fAu4Dr5YJ/RrhGcQK+USNblk77rzyFvfkGbgTum3w2g67lvJ+OVSBaOKNNGp5nDuOgqYBHyICV
/zrExQRPNujHir7GVIJNTjUXH/M6AQao7e16IcSPP7HHlh/17J/BNG/WnlVIikCYa7OieKbQ17Vb
tIJiBqF0NWhiAI5udPS2D4fZz1s+57orTczNOV1Qo9rJVjTucXQa0eJ2Rfhk4TBaGBd2BMPXOYYF
JE7YT/t4bNeNQuKLoalhP9Ag8CdQXWOMYKUuLhpnMsM0ZjOQMyVhNRIf6fQXdl3l0U2Y5r5nt4QN
jGe1/yUIqJ7dMUr6p5rwUArk8JpPEJxWLfhzbML2za5Pc+Gq5bTvQmfvytfrn0M6BrA5NkCmKzP5
b7DORarjGG4AUJHE0QMymHTz7kEByp5mpJe+I5nJrkAauYsu42KXGcwc3Ry4VkBfaUMRHVXPVYS3
vzYpFoYadOJzNoZqPKm4ovpRRQsCbOU+FX+mWsS/wYklWwuIPY4/e3RF0O9k9Jhf/RJDO8lrJBVG
YcSbM7qZDevqtulcHBVWrxpN2AM4VewOJKsEhicEdI4czyrCIsNtgymYkJ9xBDEASu5YcopNvB0d
LWelhwPNr+qhShLmj5GT3UHGSVFsItz/ySWBkAmQpgLI1mdYl+wPXjuV4MepBvxxFGhypnOdTQCH
DzOhR1+L7TQlBTk6MITWZu0WcEBYP1YJQhWWBkEuQocSn6ocMf0tFXhnJ9v4HLM2Zg55U1VvWx8Q
WhR1yZzIb+UCFk170NzCYESFuW53S0awG5oM6GgGp4sGzU2OYlBHU7W1GmR/sMGOktE7opPGtU7K
4k9k9nV78tGO5i4PsIkEFyVuWgZf0l+IljGi23LtTB8FAv7MUYO12vvVLFE7+lnauyUEn55ukwHA
rxinqDyAuLeouvk4GI/q1TauogBnZFAD1g6gfjRmbsA5yi1F4xgBSOlWW4LyMoNehEHaK6wy5LJN
+q4UUygvFUR/pjeFJv66EIbgOYpfpjjtLq93bH2KFUn361w8Tm5ePsnJ6W8YaEYM3FG8fiZjUlxR
a0zcN8EqTKJhvUH1domumgfC/xdHZ7bcNg5E0S9CFRdwe9Uu2ZZ3J84Ly0kccAdBguvXz9G8TdVU
Eksmge6+597eYLXWxT7N2Ua7oOP+LuYlucrWbyfqmC7/ZykpGTgjweqtGlD0GXSvo3eKFp/aC77t
sXCW8Zs1pGycnqHn/E1tkvqu0IU9GwaNRLAgdt0qU7fbOHXlfdO015CHvle/6agui11nXLS3sleV
uylD5URbN7bzZ5XV85n7fr2LmNAjbspMVTtOp2e1OvwX0smEp1q48a6Kq4Uc5inji49SB54tdPUU
bJA/lmRvY8ni26KaPiQx8cFWp6me9/m0VAhh/qgvRI5WkkhuMQS4Gk3x5KmpHO/GgX4pb+AoN9jy
Caf1wtr3N4t0u4/F0+Ghx+YDTuARrXloqKhvSVd5QWsiTB8xMinTamPXhGLcm/P2PYiL+pvzEAKk
VFX25MROtr9d9Sv7N/04/WYpmTnEcYrSWrhBBS5i0u4jJQYDNZbCOD4GSRpUu7JuOAu4yUkpZH8W
V1mFhMOFNi/cEbPspoG9DdhjoTHUdBiB9u+TdeZ+YVpd9Vvijtd8D+OBbiz0aKuXsnCbT1kzodhO
0q39/0PXqvtIqxpVyxvadtnlmZchogFY7tF+bHXs+ZwwpzYI6g3TpqZBwOcx3gddlre7KjQSfcEv
aBrmlRjso6GNaK6W9cfTOWVYhEpqhqMxS/HSz7FT7m2miuq1SksMTQU/LrVDzUdkOxECiFL4sU42
T23JL4K4ywvLaLTdBmspmS8KMIX7XtEq7bj/lHtcyZ2j2w4mAbNQNx7zvlBUzqmEuqf3X4is2VqP
vJyNLapm2FWRtX/nslQpP3RcVXvG/PC6A83P7zDSmbdDIw6yLSih72wrJ42+gmAmjYGNjf1uViz4
lLpMskNUh9F9JafuD9+q+HbapW33hibUOflNFCGdwVCiTqWKIjQqvG4AMSx0/xvGmo4dgtx70NG6
vvW8Tnqbp2K8W6jF573bFM5vgs2n+4XArew4CSd+mXCbyI1XVUN3CoeVajaobelteVGKCtcucYVb
vx5JxrJgpEyyTKopFDQ5TTQIafSxBgtjG+uNfnKSbdqmT6yJVfl5gegIt5Ecp5rYqsgftqLMA++Q
i9bhAhjcYdiZlWBdZPMqcY5LGKLxdW7VX1fygsy2dNNe84SC5web1Ikm5IIuScajTOc5PU1eB/Jk
C00H0cYUJGURF/6ZJggv28DbHmw5KyeBk53x32GtCv9KcCiEiOu1ubtz+pXhKsPYIdqoYHZaavFm
zn6wUzcWv1YaKHXUDMWqLU+oHt0N6ksznbkgg3EHpMo8b4Y9inZTpkGyJeFU0WGImHlupykIp9NE
4E+9DUtv5coGk1M80y3XiQ5r5yuBav0uAutV/AhpHxxdmpDo9ie5m4uF1/EVLbUYtp1IY/6kUZzU
kDbOS67CCUIZD1SxkQJtZY76+icLW6v2gdxclR38qZl/lKXt8u2UF6F/kPRmyDRNw/syDN3MEZBE
pXvuBff1scyJ3L2XzL7Egf4rshsPOSs6UmMxxSwY4jknTCxC7Mw0dne+Hdjq0KScA3Fc8vUKYf6O
VRgOxzi3qaQCycuVA0fI7j6c+eVta5OPz7YG52QuFHT+JulunL1A1m0OQboW6nGtEP534eDL4RBy
R0T/vKiNPvDEpvNhRsOMLkUS97993mvmH7XHRK4N2Y61cRjYEpRXK3AV9kDXW4qn7sFtneKucHt5
KMU4PSRt5pIuwJVw1awyeIeR7MP9WuFpgAqMe/9hgH2Y6Jt9/7mN5Kq2nSG89JKaSb4FnUkea2mW
cofWX097dwyaV1yAfn2n4D9GZsuZgz4Wp+I0JIaxSjhrz9lHSI70NLL4WAZl1/e60GF5WvnEVzyh
JUluIUTMUZRee48hCNbFjFgkbqBIYbi2sepyqYcq3IF5TmojJyupddeAxjjye/zmQpLNAZooa5Sk
JLVM0eS6bElFVf+IiEyWY4TpaNkVydr9AYsFBs6YbVukDbkeJszYezfP0gt5uLbdj/6cvy99yLN2
UzNflkXRtyOq3vhxlVlna8c8/5wFY99NyD0M6Zr+quo+ukeonp9hUZa/mKIijAaMuZnQQLkSX5KV
tb4fcwn40kyj3A95UHwMrcsYZuIm3DlQt8umRdl5AZQZ/swj6CSNQRE9+WE2ppsmI6PsNtNv7wY1
x5c+08mbRjK+shqm+u6TgW6qJzvlUpgyeMq9cXzUnTv8dFo/oehIxunR8MMx6G+D6kdhKOpXGwzz
xrad/K5X3lS4LcLeShXUd7VZHeoufHg7tu7OD6Z2kBK5S+ogambi1+tw/eMODN7b8Ubn26D+aWO6
n6WoqGsqJC9Phc7WxHLe3wbH+3wIzaGcm/a4ulHz3c6Vf7ZpEJ77wWnee7d375TsBTKqpCUKmjbb
JRqpL+i9BwjKYU8fPT3Dnv7NGrAaYs+TTVMQTSQql8qCaCZIljpdT1WWfGHAI+OjuOlPrTk6UWsf
AeHC99sLfSw9JD0x82NPq8xPja/sMW7ie9UyAPfkIjdk+SIwB6b6hORNrmi/hySpnpsq9pA3uWu3
OpGHYlz6O0XYQ+MMvyAUvuthAkVoljsNo7jh/86MscL5vm97/ZZ2JGdu8xYSZ3rPW0F7RdznsLVx
O+odqFz4Ht+WYO2DqPe3Db3mQ5CFEZB4a7u/Ybh6LGx2q+hhZanleerDXjH67QwofKyBR/LxinGd
p5uZAbh33Az9YdWjHvZZUS6k2bRutA3jMvhpvVU8rzhAP7oYV0imVfeoRaP+TgDjlFbEOHyFtXR+
DDQUv0Qn5FsjavcRNVs/OX1VX4wSU79zstI/KO6Ke1eP9T5hEH2Hqk+VPCxe/U/DWQLa6DnbxLIN
9wPkEPq7l1wXG9xIo9HumbNWv9zSW5ZNlbjFhYXfyzEGkkYwI279I2yW+Mty61885NJ/SQ1xFF1d
dBIDzD8ws6bOYdurmucHYiubd+VaqvjYmDtGZfjWa7W2r15qna8A68meMgDxdjTM65LV+xSdhBVd
S28/9J18j3lXTuU05sgZI4PMvHxV3NtPt1WcvIxd5P3Ok5vrYg4UwF/ARnLlVKiHXtPDuie5e0Bc
iz7AuOp7SmTNGw2W/uSWsvrB5Rwh3aXexRGkfgJBLKlmKV3uHOcpru6cBjQbcEg0yCtuPf/2pcie
5xBjTpUX4ho15fyyFp03b/zeeIex9fJfYkz9z3zqzIzjolvOFGtixDsi01fCA+rPmTwfqGFX5t9d
lvr8/SrNGY2Y0fvFQMC+4EhqoVWWkGdu1hV/T4FA/gQCzhYBamyVnN1aCmaRCQ4mjhFSa5ZY4RsY
J943pTHItE2d7ydt/AdoyvbOwkfeeQAcGxs16+NMcFi2hc9zxS6YGkjIOOOoq+gj94wK9VPSlguK
PhPE91T1+XOJ6A1b6oiZcbPS6tewpM2A4QqEyK5C/82GXu36kLCQTWiDhKYhyFlL4RbZYkAGZfCQ
UEZeVywXljHvuH4bl7kJ4gocoi/j9V03Cc7+BJ8X9rHw5se6AIf245ezzqjhm2H1MnOiHHHls89q
W+9CH8aMaE2EGL51bSZnw3TN+fAz1tRDjAP0faYjHPypNGqq/3RZ2xSPnF++f19WS+3Q6sVpt6dj
WYNtPIjyDQgyqMBSysat9xAmU7EzfdWutFENO7c31dp2KtvOa1MGmo81ld4Fp0e5nOkyLAjfbSEn
dp9ZxxN3gtTQ9PSZoo5fOrNU9l2EGaTdFu0+Xw95ZNLoycZp7D2oGi56HwQqPmOHWf+SjJ3X22yp
h+yU0QXop6amXDhABM2zc8g6t47XqxahidpDT4dRqGMfMaXLN7EZ2xEfXtIu+asxILkjN55d488G
0SGkOUKAx9bgt8uCVSEAVu6PfgfJkWOdW1kfqhf0hj10bAy6YNfUYBUW4BPOfaUhF1k3hwxDR6ud
wutbwG4EJbOdwetmtfOnMHOvDepSfPLq3qZ8kwg45g8Hm8cAdVqNO9qzl7Kn40fdr6M4gp/ldtjE
IwCvT9GeDuzKcuI+Xnr2j9EnO4cozif1NoiIyzgeyJq8gsJ0A3OM3ndKNoLiG3gP3WpoziP2uggh
hFr7IsEEEtrYeZq2UnkpoecVMOY+h/Qr7zMZ2XTH5857B+XMi+ef/C4y2Ptwmr8GXLbO29JxOv7q
I6ee6QmWgnHfRvWqdj5JxfaIm1mpVsvncLBud2UJcOad8U9r70hsRgceLzsEGZ6BssUNNVd1fg1b
dDxAyN7x9xK5JjpWOm3svzBsyh51Buz4FStD2vzQ/uCiPU+ex1TEnw016pi3bn6da6yvDMtZLONt
c9xH6XGdwxlljcaM68J3hKXYrSFOdyom4+jOgdZIV0wesZ8fhOfn/s/M5pF4QOVc+PV2veiXa4qs
Fb9hZ8FV4DSZJuR21UnxVMELR7CPjZ+esFBG6YZI+WU91wuuvMc+yfsUhT/y6SlWwT+abfi2YnUS
8bDMUE9Ob623G/0WFJlxow6KR3Z4cAqvsQNH0YRtwOCHvWVd9ygy4oPERglTqmRrESuC4MgnTKKT
60QlfDJ+5KE6Y2AfkIyjDv18E05aKeKcaJuDn04VD+6XLMIUa8hkcaqw4dq0KTonFqhbYFDaJcNR
KyqffcuP6Lm7yvbSHv2FzZr+mQM9prQe8o4BUeO1vv+rdQTPSNSXwhPbGydPxStwbJmRxKyUohV3
TTDfs0mbeh1/q9C7lN9nNID83SYgW180LRAGc/jU/Sgc7ZunAEyoeEzdGDHcVLbq/g3sVW8uFJtR
h0cpA9gGCpKFuriWOPcjCoUVX5AmafevMzroz43HlHYP2pulPLRqMcchGqb6nnwFkTBiL5L2ZM3c
jHeiSdN050ZQoNtkkr78hddUFnvC86fpqQBiEoeeMSBO1gbz9WaJYuZieJCRrbOGTpwRoDLrXiiv
DXlKPbJ2dk6ZTd7OLSoe/kPMmFv9oFC0pkH0FrPvXILE5MN04E7xUA26PMrFHettx5hjgAUQqNkl
2ercGWED1U6lM08VDV0zdHdSjkmL0trbQu5MJMViGZHYxX0VM5oD0hKd+Gu44g6BuHX98UGUSxMd
gwoh6H2aa/a0YWfg/980YWCCucPtdTfBBo03FnkptqwGNOYTj3ExnZV2/YBjDi+rJo8uKLA0JK0t
9gtfyrCc0oD02ldtNJqC52tZ3Om0dYCDfeUw9t/HjILNo42KovjVuoXiXaXB99g9bwGqV0k+47wK
50gWy7ggjmIuqrtjxVeytB+hZUj/6eBY8RYms7z3TzoO+ip891IfV/MmYyVDuHPzIc5po5Sp4kvT
qubfyFGSbEU1FskhUHbEtgyR76zHdPbL6Z5gcgywK23U+BQtmss7J43mOZpGly7IL+t5O1WE+fBm
9L7X/9bkrbt4FAOUhfCQazaHPA6J7koWxU9M+e+joBTyM1o1G0BZbTQ0h6YNWOOwaTmLMweTOsa7
swllkt7XUegyiKhYpCcvAsd1tfc5MDlpgRmTu4Wpvz7DKwyo1sZr9IPx2rK8RFyxKDgTCofewA5M
CQ/TOrmHsGEce6r8mf2KuGL8Tv3wRan0icFkIrzT6C6t7753IwfunyzydfajKcnv8oFQizm0G8TG
tQdhYmNVsxn7MgQJKixg0MxehmwfjAwVPHrHqbeX3k+YTu0ndji19411sdmQjFRG/bYnGTV/bmLU
6WZTxbOGNEYHrDaL6PLkqyMqsFdM5EWWZ0QGkpR9kF0hJ29PTH/oj49xMDTrGV912/zGFYHKwafw
xXPbMuq8d2MI6mzXCkWTVk/zkL5g17asGZgYVaQbHMJQzdpjI/Ydz5dfohOtKlBYRFMxHzvK1r/B
Ghp7kTYlgkKM4YBMEpmkfV2dLOl+ZgKWQHKulUl7QQWygjkkqpju8HzIlOam5HvKdlk8oXFS65hw
O6u4LI906G0I9BTU1Z+K+LDsKSTqov4HKmmyf/502+S56S2h5GDtEGwLJVruGOxaJsC5iXPQ3wlP
1QEz2HxUHxgbquI8wKbqxxAIIXuuXNxWh7WQUXOelsJSA63kPlVnP6eWmjcRXkKMnfEaOOjG8HVf
Y2O5lAjYs9Q849S39XioWisKHOM2WcZjFjiu0rtiRCA4Yd5EiU9vu9runKEMm72pO/d7aaqqfIbN
D/oRMJV371IDcV0Kj+ko9Tkm4J96SOL0D2j6MIlNNYBR7wwoWBTvwrSN2t/OXKbrclqUioaPoCHF
otlkHnFOG0VWCckuCDlM7+NRlQEBvkFMkzV7cxjtTK3G8dCit5rPumPCjifScecfcBZjg8OC+8d9
8+FquJmEzHW3ayTM2bX1lhipa3EddXSIBAOBke0kGCC5ZXrg9udgHZmYI1HFRqArjhbJ81B5xY0W
Qxf1UdGd2Tu73twVx5SCaTjpiBq/oAQsSvG5Mt8AZ8Vdk/yQgya2YctMMrXzZohkUf2lrlfQuoTO
0qoEiLDp/eLbyJDNwYT1Bd1n8LcFwDYVF8Jp86SgrpYPBfhFUoXgut7pWITyD/eL4WzEWUbAapoz
xR4zYgDyjW+C1BzyJPfMFbOlyPexXVr5N42caOy30qnldCjI7CqoSYCWZ35AFXZfTKxYFSzJuyq2
rpCMgTb47XDgLkHlAXerXJAiMMTIGMIZLXFyfTO2rJ5Omz64lcuqfRfROEPaB0Ne1Afb2Sj7Z1OO
MzBRNVfTG6breDlyxpNmTtczK2LGKRDdm3MMOyOEIC2J57Z+83tZm3Rydm01UksM3cgLEnIPRG+k
3U/FPYQNXu5ivEEBXTTk9SnXgwN4woYNMhpsX/rLm7QJdn/0ibC9w0xMvoOIiqWYKSJxb/0iUaTr
jibAfXayyVxpy5PcivmVYAlku0O79ExjlmDEWnRsqHqyHbtUPXc5iAms+FjGii6XX/UUHOtgCEEo
oZc8HzdZP6dQ8XpR2Oum1KuCe773dbkOc+a3B2nHMfmNE5UTa+fE1rIRReXe8tay8/YTBEx+ttKd
ucVaiKL8vhgCJoB72FLyGAJvcLM712sEti+e86IDGuHGdHesK6rWe5t1Xv+D8rM3P7wJEzabgrmq
pvvKEdg+KcSibrcMWMarM89708e7haoKL+0YcYEKWqjRxm9OicEiPhpRDgpkNC1W1lFVDUnhcZvM
/cGU/WJfPb+20wRROmWNRHFoQTbPmLwGrz/1uP0KS1jROuhHN+LNbpjt9yuPcNsRvfAKeC+yp5We
eflVgqWIr4B8ufl3qVjTeNYcrPkKXuq4yRdfq16OSxcCQWGZnAu1c+rWzjB2JqaPdka5rH9ILcPf
RLE2So83NUoAw1HAslz4m8Baun6eQzMKsyH5QooEyRE0m9ubCzc09yvBxX23Z8YY6QaooR9DfyeD
Gbn6JCnFi3c2KmhwchCHYP6brKpb/jAHcOwf1LrQexnwrUb/sqGcvG9nNv1YblBCZeU9VODTU79P
nWZsjsbJe97vfkrGKOaSUpMNdu6syZHYRpCeWFoqx+bVsWLITxiDh5P9hMSey+M8qiZ+1mp0xzuC
TY19KZs2Dq6dEWnz0qGrFj+Nhuc6ZNOatFcHCS7c+EIWbN6htc+/Aib+6TmAmeYe4RZ1dyOrs/Ot
k0kWMrroPvJ9ZegfvjgLNSuZJ35z+xsQtu/ncYn97sZNLqzp6rhCUDm1P8r6LlXOWv0IgipIXjCy
4dqnTy69Zue2nMinJC1C92QYa8l9pDmB7izPhTkS+eSD97QO0cFxxlaK3TLjNL+Q3+FMt2iBlR4k
yIdx5lBajPSfgHFWeQpdgp5yvhR/GOyxixNgGbTuacW+EyxRfhl5wMJwh3Mgqs9oUcZbSZ+WjHMG
teZiX6PYBJY7F4TM7NjZkcF86SAW3W9SYupq2E4KaZiq3ohZ3rWT28xityJe/d+qzZiQgXwL3Jcb
dkcGxbIB0fTF9+RTjrRslAzT+Qg7OeXXwOC3Ybn16mcHVfUqOFl5cysTPkFvcennFWcX7nQ93JjU
EPv1A781Z6ErdusWDmBSxjvjv27koVlFbSk+6hXrv8a2Fj9QgzXu04hVbun2mPAdTAKcrMODLUzY
HDIzD0ELPpI44RelekaaGN5fWrK+DpstujbrMulBh0F80kAEM080xNK8lRKevd/BWyoyu3PcG2Nx
n8xZ3tCcN6X1PwUDKvlsSg6sczaja9w1AMCU79xZI/kkpevu+iaMMwaIhWqKy4A8WpBUtHKYsX/N
MNgmJMZkh5U/mDyPWbh0x56gq/6tgxq5nW/aj8KPeqF9/yYuIW7fh7CpcHCl3hzhuWvQTT9w0Tjk
l4QAtB+jTvzuYPIm0Z9wAgvdM8W9k/+ZWmdsn6EdBYUcvkReY5ALb3wWC/nFiGdutu5gLKv6Oa6H
G7fiGpfyv4sHbJJjWE0i2iTapCa8z3QFUd8pWI7DaotxOC6Eu+R7SdRFQDJDB3RxX6qIwV0i57l+
1VK2yWNbrkiOkx34rFNM9ebuWOU2TD+njK+3pfYJOHuPdcGc6VIxEC/3Ad99kmzLWSXyqKK4++xv
EQAYO5MFfmT03ekrHiwZjhfGfKhM9HJkuVBPszrwPmqx//1KY5kzkKfHa6n5PcSG4mMlk2CiYoOY
LSnsQzBOYLUU9yCARCs+KxJN7Rt6lG3eEYoRRTd66LPpAfxgWm//MHNTPSXYTbzGMsbO3aRZukc3
61QZ7ZdEu0yeU+uzIASGFSPL2Dg+Tnbj2eXKvalRooTF1AFjqct+xGecZJKeoCiDvgYa9mEHCgZb
+TVNpBFbXKC2+5qXfm1PwNo636o8JPYgptwBL8rVRAwoG2eGIIg3MwN51BWTxHP3IDO/St7nVieg
vLKNHbnh+MoM/YdHQs+G2dgcYICJDT9yjLV0l2N8i9/XBn89/so85Vjb527B/qQu0BYTuTaRwFUW
KLdZd9pJq1heletReZxLadjYHBrtLe0T4M2QBS80Vj4bq9nFGsm3InH86Tx3FbHTE99vjyF4SSIG
TUXuH4jGc7znqm5y+xwsjL3fLYkJ7k8nRvk8pMSTVHcYiElxHZ1Rx+kmzII0JFAhauPrNNiyvpR5
r/GFqlzGfX7MFjmxQrHzydsv4HKXDLxW3/aUIoh7RU1rHzRVYX/pZGj5MjLXvUxxIvJHbHAtrWCn
KWV2DU6Q5ijGFlV4A5GIs28Xqgz1H7kuI52gBr3IcHaUXUTbipcg7dY9si/j0xhwnz5M5KHs9iQ5
jckjQ906P3HaIEMx8BNe/Klbqt6fS2c8xoZ8e8D+uA8ZiWH9deX7IBbK5c0coqZvCGFkrowOFDn8
yLRexXnEcSp3BfeUKba5ahhoRqxe8l6qFDzJbqOmUOunJQCDODg2Q2kgBUjvlEfLl80w7hMDWAoN
mBWutyciCFSudsa4f1qRohj6Q6okcGdiIO0yWhSEOXkUVX7ycmvr7OEWdtPtq25dwJd62rDmsWQo
4OTn4VaX5RQSOAGb3TBaDZgEsBkOsbqE00jvd22nBI8CmH1gh390wlgkt0g9N9yqCYtqfu0mlyCw
A3vY3eaOrn9xvtfeJMZngV+XeeLgybkcWBM0aL7RdUV42GHSTZfnqs2c+oVYlzicztHqy7a6YDWx
xRVXTnHQNN/lNwN0JkxoVZB3Fu8pESKeO7y5UzjQvrZ2+jPjCuO+VOv0wlwijo6O1vnfTAGhbtY5
GPyIsavTi3qzcnz5BzEk6w/JS/E3HQlqYm8QoWIbWkr/rpRzN/2jvHeflGxyVMwhS9xdMOBRwvVk
vMe5Z0Z1qESalWcRe82hrpbMx54598+je2M5oJXH6JfLTFWTLzIRJAMuBE054VIuXjtyBptrxi1c
/h4xczouXXmSjQydvN6f3jlno9jfOKEOl49uXKgwNrRKbnXQjOZuLKo3rNe+xZSITXHtxq3buT2N
jxxvHQEqBTubMQGB0GYGYsmbMZYDW8PKH3queAIxItVHz1w8zu+qysC+cfr4lymIMn0EcaYxHwkE
83hGNR3tdig9bO8Zxq+UYU+Onu7Xy+rtEOqa79FrSL6PYKPeoHV86AbCT72ffR2zXKPSwGanYGhN
eSnixnfJPE9qb9/0fTHc5+CL5jlgEZr/A+rWyh+qloP3mMYMM+4Em027uxzSgGyYKqy97gcjTBmc
ScWqLm1vZubtYZMkADeEux6TNCM+lw8rynNRpamFRFU69H+D5zWds+0K4uDOgDhRccj8FcNW6DqJ
uPZ5NTLtrhc6ng06b7x+ZGVQTw/QQyRBTP9nxJOunT1J+FCziSubrJekFqH9FNyWsaVcZKjJVKXJ
+DfYeuMOcG6kbI1wJ+hzaAqjUTyBvCvPpcOsdaV2sHneMIRN6mje84ubkxpfBKgEmp6u6qTcBnIt
Yb4IYWNCCpubNuMPn4GpBDmLmd+7ZS/kHWVU6NwpALzhTuCBksChpS6HHzIIjLg4CWg+4/dg9kDf
kn7sTh5D/OBLJIYQONYmBNPZliVW0zbR5SOk6dxQcflRuXeDjoKBumbiVImnNSTZheiYEtA9TDin
cpe/ma4GKrmoZ9nu46qZw0PFlFq+ekQf4hwscLW2O+AQ+0XTPE+7mC4cF2kxLa+zKAp7GLzJJ2JJ
wUdePTOt+ubMCJ9YQD6O+6pWatr36I7F05ROib9zuNGz61ItNwfCVPzKMelcFTwiNjwX5nkfVsHy
YgrA6ntfEMN1N3NEImqVnXepMDBRIlN0MCpfI3xSzwzpsHCS0+T4R+Nhl4Y2Z2L+1Plleq448vAj
DaDxj9w9eb+JOcji0415kRsyJlqXJyHGLSaHMMTVRJKJfYSYLf0/E6ESCruoZMmPAGddOpxco+kh
jQlIywzxxLKCKOkIBrRNwEyspeplLUlfdMu0Z2cvawmUQ7vPyThJomi3RefYkfgKIRLqa+3+4zyt
IJIMzrm6uagcglUecY9lw85lGrbu+3lRkrGmV/+O58Vr++0cG/1Jkifu4Twa6vi24dCKhIeUCQYW
MdytLTRjm40XVi9W/NJTr0/gIIMmCslv15nQp5VwluWZ5A4sVPTW/fK+ZHDF5NE0hVwetS79f8b3
9TdGUCc4JkGsrn5Kibkv8oGqymnoUWiVaQlhwnv2KmMFy+3PAHZ1PCiKrXOkcnKjbSoqUifW3Odn
I0rhNrOuQ1seUoTfF1j4AscW1uF7ggM1lnFAbffA5/Bf8Hc1X67rlfmp4JdTH6quC5gpkMu4bCKK
FHHhL58PhYjW/LUN5v99XJRjl9RhDeyOnAMkX5pWXlzmSiFixZT98atwfIs44f4IT8bLfW5s1F2t
dsw7n6iXn6ou++F3kDECYqhty+bk5mOnz1nVoYwa3ap0j35MKIpKeswI7oIDHlVEl/uWiAm48yyv
h2cPjn05CUbT5Je4VanuebSa3yxBrsLD2uXpy8Ao0N+1kup6T1YnxKKBCx0YFwRZvCMEFZ5asVcE
hKXrHaf5WkobqC0PN1VRTmto9h5LGMrfZVMRJcVgK+0rXNFN4BXezkFVhkxPgCmxmZlqDE8EEitS
N+KCshALQcuLtOzZL6bbLUqMqXfzyIz8l8hlO589Q07Ik+OodLllQ7FWFX67rSKSGoxLgbkaKNZN
4fQocJsEs12xH8pcgJ0RBhdcFQrjN/M6EfwdyDP92fVuXryiA4N/RMjNV/RB4mLjdfLOaGXc8so4
izgx5Yz/MnqqLokgpwsrhsxa3OtR9KzoxYtD2E8ksmD6dElcJhS4JjWAFdLbqiO8jnQWHNTAs5g0
Hn2srYwBU5OTOFCuKOzcq623HVH5zTuG0e6YMvReKLFKMjWIJmyda0pYTnHWSQBVnPr/cXRmS5Li
WBD9IsxALILX2DMyct/rBcuqrGLfBEKIr+8T/TY2Nm09GUEg3evux7M1PA8JP390eC9+yNy57bbT
gr5yZmM419yoeuB8c+fhbew5aHZkO6ceAoE19wJL5rztAH95eKVi+WIYx/qD4oH554BQveIHOsuM
iiHVPSRV2qTHfIzdm6avh+DCypJQ5VhdWS+MVvlrxcoH0h/TgtiCXo2PFoGR9X5Ye8S+HYoL74ZW
Dg8utcj1lhKw9sfw4KDJzlSHR2zxqItAYHeoKmkQbjde0XoRG5Gpn3ZVKyvai+dklCduAgijs6lc
fGbIRzRamVU98zbAwbsW+bjsABitGCxRnv3kaKdhvW9l2D9OqQnqY3RVxCNEG3mMln6E05oQCChu
O4q6Av/Q8kVVJ2SQjCGZWcvbD84YSnWOe9Yu3rvXO+E07EkU5ngBiJc0v4yOvPJSjWR2j9zamona
1Sj9sShst6n24v44mRLGnU/a4DPHDI5Qysz8HgHzYPTj+kQzRsQ54ZwWUMLT91yTnzly01zbXVaG
vApZy5MDz6pI8BPj7hzcZtAL3f3Kost+wz9B1P9toVGRn3bTJq/BDPapSxkqWdw4wyQxxLcu/6Rs
XlHeek4aOfDKwBrCG7x48rRtkDO9vPAyDERdni7WYl7Osua9HpP11I2ezj5rd02BKQqoSPOhULZV
xCuw5+60iaBQjMLz/I3w5+Qerq5GTRqwiRzw3qIZOY4DSyj2+L1hvVZ0KBEzrUhIc3yteOqXSX8W
i1cvoIG6pdr5YMKSPbo/rF5lBMwcnpCzSwZTnWYaK+9jW8hlJxs7UyOTz7rwnikgmaufZRgGFIQ0
7iH3QJjx/A+cUxQf7AWjUXcjlIQvNbVd8jWgvCR7VnJswYu6F/rUNxPZ8DjN9Jn0WRj/iS2sh0/e
8Ta/QJpQOxhhNkZN0ctNwUfJYqSJoUTjzyh+RBVRN80pGlr0h8E8MMMv7WsNae7fqAn9EUbua5gD
ghbDTTG2Y9XshsJgJCYWZLNLgP+TdU5p4HyIBn/OjQAlD+ykaGx9NFWyhAfbqdq+FIKaUITUJO7P
AzTTHIOQSIdjrJqQeG3PWneDkIxPy5dQXytWkigap97kCyasGKJEhn++PGDYYdqUZqmfIiTxfldM
ouoPSy40FJS64uzM4sTou6Uv+3PPs07ATK7OsemvFXq6HdyndCideF/6ob6sw+ph/l75Zd/W2EmJ
SXeDvil98ve7TOgK178t8IKmqYcEuqHxq8ddOMnxspA8Z4JaHXVps4HgXDtzYXtVgEjzo5gZZDbS
hmX4q5mIWW0qFv4/HLHZYzwSuz+SFyufHOMEwA+uYhF7Z7UozExo8M4GeAfalPGW8JeMrjEVnhUm
d6KFIFYG4qU76w35o4JKwD8/z9nHSIWc2RGm8Opf7Nm1v8ENuN6DMpqyLdsjicmUzR0wrjrEN55I
EeDkncgVHTxS2P02trPzKxqdacFa4THC6RKOG1n76fdiZ1JaV0YDjqSI5jZ640iUNwWzskc34NvS
yQnyh+fjtYJdbH5FbFaLh7p0M01O2QFpyCuzUdNjp5Qg6U7YqDzmbsQ9VjszGQTqvFp0hJWCEbWM
ZAeWBHw0GbumOKrO7/XdwE1Xn4bKZL/nkpcwm1V3ec3sbPy9tisMpwL1btixEOJOA0PbHbY1PTAn
cOEz2/q81K9JVoTRofGN0QdTmuFPnnDRvg7F03NbOmFPJNQhYcf84IPTwTtrCBCvwUeNs7/eV5X1
q82SlzzEQc3Bv2GSN59J1st2V7etX+4gPcxoXb2Ij+3aFaQA++LSZLZ+m+BM4Ixs2+oX7sKsvu0h
4L57AnjOLcwi/wmdv36Hq7Oi5olsPMfxrImVY8TB97ZaQ4IyXVa/vsefFv9FUc3kTQDrzZzx13XD
fRKF7Y0ee4ykUCKSN9LWoNTnmiw1zquyt/dBk5GrLyokuHyeS3+PqKD3WAotobBB16x0qH7qr6yu
FEcv9KLkbzTPjTWHgHl+PpR9iPKQCijch56agnQLeSI5VylGlh3hxMqcqtmPbsAiTse2nicSByZP
sGsbLif3BCobd1901iHK3dNgQQIOJ7rAY3ss/Jy+nAmvHZPfaivePZV0owM0svXNS0vh3OUdYtUV
fK4IIoIH4AecAsk2U/GF/uryyNp+TuR9HZWp84w0hXoUL6Gazm40+OPNMmS1OhS4v51N6STJr2VI
4U/U3PhA7i6CDFY0Lpl7IhLJ9Ju0CCKvQxWHiO7OIsNPEuZlzOkxYphwK1jNu1FLL+3wjVt8TJFv
JbrhKtu22fUpPG1Q49mkvzyRMG5s0jGf3maawNj9epPa6cmRxXN9dQhvpjZxhodK0Rx1nGoqCm/I
gTr2OJWuhA02Dxh31qFinh1HdhfbFaMdgyMtV+qi57ht/4xgDh7MxNR9SRWgWCynmPNZxATAwTfT
WEbthQ0/NDHgdvOAa8Ll5W8sscddt67lUxXI+k/K3/gylgw7BPv5IFlazvMrUNBJsXCsV/RfaUHt
QzpHHuhDTOB+30pW4VlftbtCrnF/iiyeLV5rVeKdlUzkeRmt/x7GRXNPaTE0HQ9L23vuCjBcgRTw
SVliLi+W6xPQF1Ll4x2uSTTzbMHBSRJde93Oy51Wfq+GjowznYNxfixGZnKmTHbDux5oHclhBxQi
LBReN+VEHmMrAoiuGwkD5w3tli+4tG3KeyGfl+nA7bKGdhnOPjjjzik/xzAyb8DL2SH2cN7e8Uqk
1YVCO2f8ijJJRZ475+rAzqJ278Euh3etj9yAUlmUf6ybtZdc1ar8OwrfVTSzsJbmoh/DOKXaAdGK
+zDEynm2EwqXCdbh05CHI7/S8L2d8OuXbxNVCdXbNK3DXYz623zHYRAOj/ihzL8JVF+5rb3V+8Vt
qm/PkKlVgxfCVL/70Kkem9GtMOhFApycrdwEt7o3WXMnQpcAERMNm5MpcZV6SvIQsVHybV/sXBZ/
tJ+6zm+XfCwpRamsPPBYpMwyjF/1zhOSMBASYXBaRlYBNyBu5uBpRSAePpk0lu4faKZwua3dXMRP
kqy8v8PFv1Rnr2umn9lL3P6oTVJ3t7RE1ig5RYg62RpsZ5shHpaZ3Z0d3Z0REculzRQ66/BS90GT
POK/FQv/xtb921VFEpxFGAuXf+2sn7upTs15LJpZEoPwvBHIK97cR0aTOn3tySSk2xmv+rJXMGGf
F9yAHYqDHm+SkpX7SweVl4INX4fHqh2BgHO9h7JEJKHEGPGFSy0K72Jwu8VmjvF7UiVG08KpSjBe
krYrk+owujGesAR1ZhsAh95DGqeHUxeB4z8qQ7XgJbUCfyg0QL1sEcHYKjYmWZ5ym9Hkxc19mrfW
L8KvalFel227zGvMpunTBmd2COsOi8qQk+7hTgAGUaX+36BjY3DnYrz6gLJXuscUXUJCDhLTc2g4
o3ZR3omVRpG+nH5CgGgofQmLGYC0fNj7hq8Zb81YeGxW1rELd0WJynzJB/Z6Imx08CmnQfu/Yy6f
NyOtCGwBqaap/viB9cct95yOaAE/CNwQ6ZSc2TR4TPVr01+KiZ7JHVG4FLZqx1C1zWl3QNUsR/XV
Bl6OXN+pMCQ9LIffSdUChlBroAoEqQnDPwzf9cdJfQYIWNDBz9qQ0LjLjLZoXHGVIgF0TDTDqAWT
GpNwt6HGg9sa+F1MA7OqHYbWdoZIB3pT8izVQT0+ULDCvgbdNpPbsDIWeulIuaPCdq6gI1WUizBl
dVfQIF6oE26IlJ2YxjDhFTD3UJ76aNxSWNsOLHA88caFPQK/77fQxKoKGoufh3ojOJX+eRZTOURc
1f2hJSCjqYKJgjdxyppu487p9EjSU3N4cz7mwCJj82pwmfyB8w6hISlmY5kcXJhgrj/jdA5tuJw8
7sbLhjUMCc8BVtPTiHsVq2ANN2UzYBjyd3Ag9VderXBEKxZX9KsETVTeFasElyF7Bx6gE87d5zqi
t1/dRRKglGme69XqI08MEB44B87TgGUm5b5WDmc/SVyilKEjWjasOvjnJy5bDcf360NhK+c39npM
XqFKyge99LzjUvBdPcvfWr1jtAAKK0sKyFiFinFb9deVsUfM4RoRgRm6S/xFvPcid1/GZu7aPXo0
/utKN4JvYp6XH/YkzVtI+C8Ew4VSsxGNr6ndYXECiAraXgP6LQqJpjbrV1cN9e81EjkEUTQaGvKa
gCRbOk0pi7sqiligs1rdeH7cPOdGYkKqDX5b/rQ5+mPhqJ740iK7zSF3DGTfisI5uHnUUwpur17b
psr7x6HpRUaos2DfgNNtosTEJsB3qYld663HdPaq22h45OSsgRKGvNDJMLa02UeYrt8bF6w2l8hu
/dBNhAeQX2aTb+UcxQ+FN3NPYNDWhCGFY+uN9gQeUeiaHYydlGDdISXtEm8pcm48BoSSBTje//59
HsX6DTeglIQ0MU9n6IUQ5cM5/3cdj+HUr+7yImUVgnDDa8Utjs+bK1vG6tO2dHsEnXbItlmyyS41
Gg+DkAt8XRi98ebqtjzSNdMm5GoVgfaSZUixLfk938C0i4ezrVGDNzksCzKyeYy91RBz+TKiMnjg
wb4+zZVAVqrbNP5TE6CFWxIR9j3IPorfPduwN6+5wj6z4uQ/YmS9ttYUIz9MZ9K93K+dhO8xQtpb
9yJO66ci8/LvXl9pg6TsnEPLsZNvVT/ydEHASe8jryFDzOUBrZAPgsPYpgl3aZklS7ddiusk0rQt
l6RaRF2272Z/ZOdXFgNeCgrD3jCXIrYTgbnGr22ibmYPZ8huwmfw11md7C/1P0og5MfiJo2a9WPm
Pai3yVjLz2VxVI7mVBRvBILNZ92EIib6FeiHGECSu+18A29vdjm1NgWT7Esyein720jDC0LBZub3
Sxzr7CFwIZKlqsJzKcfuI7Estc4pH94fXISwQwDIMeGvVS7PEhdrcag7iAh4ACa9b3UqH6LQOno/
hk1+Ec3CK9lf0jKHzxH2D/PYxn9swc/lQCAjcTYUJ4lmDzASfXFGpWANjfhLB0HEGLr2C5qTDhfj
78JQAVZFi/J+vFx6GPqCJRxPhR7Tp6rxQWHMPrbL3QKvuNt23WQgUanCDeqN8YXgYXFNcCZl5nwn
bJ8SruBLdc9niWw90gN5g/LFX0D+J9OHlgonRqxx6W+7knX3Lk58nObXnusXP0VLGzYoPB5XRuj8
BNwJT5NPYf/TeBc/d1LgCT2crY8Sc5Q8xCOEfqJArEzUY61wxm6oUeLX264DoAlE5iy+zcIi/u0K
hefb79Twz8wYD+gF6cxE2+cEzPPP6kFDCTaN16v4/koEwIzGY9XheWND7WPkx9DRiqOB560/ayIA
igAytQoLNCKMS5TKpMUJa3XPKgEPwzxR/+py0/2UoWVFf7AMkeEJRCqKJoIazGGEbI6cIY+XE3Iz
catuVvZU0obA1VBWOY1dCTnsMPeH70JFKt7HuVcDVh6i/HfPi+lbgg5Gtp+6JGfAztnaLe1ESlWx
nvxJkj5a022TD3Lqzqvy/fiGPXBPxjbBVcvHr0Klg8vMQdT8pZPHMtROo2ivPVDqOsmAbmuYKPpE
J7+kh19sx042C4mXocgcRd/mF7/Bdby9XubA9NcLQTRLBoAUZ63GcrsWrBx0nXvk/P3UfCNJBzgP
vL5dLhaoeQIuXlAoz4fbNQbXEJzWeXgOCVkMEckeScFHwc2d8HLGiuZGr0q9VW7JP0cHhe0fioV9
yEbWTvydpJCsuJURMdi0WK6rR5NVIzUsVVr9lmxck5OWU/zmqNhY7IYRaRq/6fS/wQZkxBqIkXwx
DjheqqEZ6vew+WJ1TMahe8W1qMKN5toLqqKVDQU5mVrk20St4auB142XwE9Ge/IWH5Z1RpOOPSaE
qft92LVus5vk5N8j+eiJVwFr13hDXqsabo2niul3hsrq/nWwqwtOibGGsUPY+2j8JXrMDAvXj74w
qM6l7/bmpqvihhA4uLSu3rLLKupvjdw5jbs2J2PMncJmRHA3Hnk/58Jsw48Lk7T8mfUE9o8/xakv
Rbv6CTCWMURNTsshvB1jHJg0KRVpuZmCsKdPCpLTKB4ovOca2AP9X4Fw5hFGOL+qShwgxtgtqlsO
kAtnSLPse7dOFaRuUfnmgVdL3vwN0bnVKWBvS9uHZqm/gRyUtS9k2jv77JWRfbY4WNlULXPMD7yL
IBbyrBYGEvxaipeV5XvOMZ7M+Rs852T5yMdy7i6uNwlxl9P/zeuuLAMACsQF0luNlY9Oo4Y43F5G
pJNIHFf/60+lemCRUEI56stK7Xr6u7mqhggsG1bt6fgQa2Xtaag7dcvxzlFD3s7MP2zE6DQKsR/h
ObAp/jLdCvWW2bKVd6YKk3Dnav4ff9S67IJPkqSefJLwXPm0cSSzdYWOhXeIOiz9wEu842pNxBNv
KH0X7sFonR25jRdyWxuBzs7jp7tNg5F3/MYSzh4UthGWx9QadneAegBHZvUyD2+EpYBfZLFK9T2K
QBfuO82K/Uuv/EZqvjPYvQcsDXXxBGMMgSSIdP2OZ3KINtNgzUM+GqhG7TqvOERhuMqTX4f9coum
O4j3buzXeeeEKqKeBNmbHLdJXa/8h1aw+DeKyMX0ONJ61793fsRjwiqFrUeIIZuH/scg62Inkg1u
jNUbJQRRjdWebkyDW4ehpKVSAQB9QHIG9ai/ZSBl7Gow+gRPNFKo+M0H0EXmFSdG+hWLKHef4RnO
IL8Ycs+AaJS81xhQxkuNWntk9dG2mPDxLtyQLAHcs3osJX8D4AwRc/A9C+emmJ2ofOXCiE8eGH+t
3HnblORYXmOp2uCVDJgPQpA1HAk+fJDOdgRaQWCQGLIL3xxuwGuBFSI6ct13Tzgj6vgV7Y8iLg9b
ZbHrIyseTVPk9hQCPLgYk3mvaVIRQHQIC+wr3RbnsHVZvSFZZCBViobLUjLx6NPgMdeXZbgGSiKN
dPbUOEjp54n4DXle0iJEDWYLkQdX4eTcrFgic1KMLjzCB3/MqIv019HYe1QknJrUehf+r8pDtP3i
N1WGe3yeOD6YVEKOcF1j4fxFXTy+S8lGgQK3Wqq5oanesrDgkisJRWxkwNl8Fuy4hru2Q7zv+j6d
7obESTAEuoD3JIG0hHiqQr0ngABKOk+Qgye8Une+nwyveJzab2ZYmX4n/JnfWo4sNCshKoSUYm3/
EXNTMeuyWiAhLcuS5zdLl+VPmLDXbDeBPBi3GrQrxBLUgzuWvQpdjm+pqLeDKK+vo5Aw13ZwGrEL
y2BonlPbj94hWBvm1GnBugoyxayW0i9XPoRxE8aHKmlZFIRxjhDRzgsIj7QZkl2ApsRTVxSm282c
x857yEY3+pwm5y0jcEOWonOOgeSoCFo+4Q1lECK+qxnsZjY3fsexrsgXCa6sSe+UFL8sKyHjqSpQ
J9WAoBZbuVwmQTc11zTw5RRvJI3uV9ILcXfX1a56s4Pqrwi31XMfS5bFzp0Cix48QsuvgqPm166O
seUX994JrlebyYMxB2gumatjOYXJV57H8m+Mg5gLwZrMP1UTNRQ8jLoHQwDE/UVNUUPjJoU7LW6c
dnlnrsXSYYvZuwQtTilqvUzOZWQgqXVKWWCSvKaiJL/x+hCgEAYJUqRrQePCsSCB8S3xLdiXK9fA
PiR4TsGbDmi6+8YWWbGNMBaWx9odCvo9m+FPndRux5zt9PgmncT4p4zLWrcP8fhfhgRVf8di3TXs
FHthwKqS9sbmXNUPsx1CBCToKO47FBxIdBCqGQFn2Yj1sqwlgF7PT3p9aqKxHw7WZeeON2cQ9Zaq
V885VWS3GdD9Ei4X5IEp2tLH6LIQlIScdikq2FPIPRKKKLzjccS7qgueQ+u09iP4v2GmHJaCpK2g
6+0Oh/1yw00oyO+E6PpPJtNmPAovCgEhjBooeybycUdKqyeUAzXt4EetOTiSYpANBbp2OTRjooqb
psDyDv3ES1h48qNhyRcZuRxT5KXm3uOGsN6GYTSH+ymV4trtUcxldxJhHjymeg76r7CgO5rCEDvq
I2KufE9pDoPAViN3ksqOAbEBk6eioBDOZBiXhABpILlRBdEQcd1O8izqnwLr1TdBVBcOaFt/XA8e
y7H+MZrX8W+C7RUFw9rYa27HLrM7La78a7ZL62522NXfsqxF3XA68g2PM0h+ym7IWzzWIu6Lg8eF
49pe0pXB54BnnvD5Ujjfnu8Sb0PoCZo9ZjztF9sZ4ER9Qn1Yn1eRDclyFKSRAi7YRPQFX4fxEeb9
1XFucTRhD2malKtmFjnIsHD0SH2qqjzwOnEeMTD23rabSFonVPpVUbOPo0DO2zZHUcBcrXwmU93q
X3aMq9twwae1TVi9J8dI+9EAMQmeT8RVUnLD3domUpzgpAHkDcO0t2DtjzgITAuiGEVkBTuwImdG
eYL1tY2WyvnIsSDeKl3LZRvByLEH6gNpPx0cbAPcKLkJAzNap4+VTFBzwIkHFnnSYImwD3dPvODc
F2pB0vVJDZILHtJm13JXWoic1f2VuxyGjQMIoZ4+aavD0+FhI8IQ26ZvKUa4X2iJouQ7XFhg4I0S
/qlr4ubBG4Luu2uvxJB1gJM8JIn1L6UzcvhPq1hgKZWde9v0ntW/G7dI+ieX/OKBC3PPTG/DqH31
+ibMzhKduz67LMqOQeErHBVLK9ynHvUQy4cXie/Auz4pRSwMZX9d2ME+8WNSnhbgodlH1JGk3Ey0
x+7b87J+t/YZZG/aISkMQkLw8xe7zGmwa3BDyN3Ct1Dtr/zUgFc8/Z0HJijbctJPqnxW1p3dY6Bp
3dxAwGDJgqwGQmMWLjkdVubaSY9oyRG64ZilMjymc6+vWsjor89BrpYf2i2ivwNXogskyBx/gqCy
+jgqOa9veMm5bYTekv4o3WfTnfKc9JEXDlQsfMsTKDEfXOvGn7jl3/zfC/LpGssBiQVepeLPJDMK
n92BPMkeOjlvzqbPW+fbGQn2CqGq+KHKi/CdrEfnfqGttvGzaXlP4qTkKHRpT177cOuF7jp9+cvs
OohGV+fDLs+HOMUMQnJ5Y5gAMMg3ea9uCmC88hWLTgAOC03U+RrXgMg3/CgFNLD0SEsllYY8rkMf
ZrrLfwFCNSSrA7mqPRtPZmZH0L++4PQbszu+ovqLRGdF0cbYy5mKh2680yMYT7i2/TzfTl5Ok9wm
95uMHzRfefudsReKPoN+HAWDQ1tRy8XKFas6MxFfi+b75YYHRivg3dNQvh2DE7iQ/QMVM5Fj+QXq
IIl5B7jpfKNUvLSnWmLXPQTAOdU554YXnlw/TO9qJsn1MehXPB+jXJeMkpBcZDdMwZixNy46ZXoe
rgXcj1gK1vXoFmHvPmgf8HgDIA0nAMU6FWHmQXNLbflriT9WiQifWr9S52tGdt13V4EAWIb/GAGv
+issu7TdjEkKszBl4jsCgN6ZVHCEBtfFWTa+VrMZ5z+T04zthO9LSfvcxXnt7JVZrg+6EBGjAzep
10xU1EFvDA/SN4KcI76uBgd/DwEx9R89U+jkJukZ1u6aRkbnlTqL8IK5kq1gzE98+mCJqetjUvvO
ss3HZIIDY9W4A51ST/uRpQWnaXxNwW7rKIiWb5umI0xiHt9lWreJXM2bA7zbfwhBeaE+UyrNun/X
W4cM/HVmu8PUroZ7donReOgYKjBh5DWDO37GavmebKtZLKre/ClNn9rHcF4GstvTnFCWw/uWZFto
wvmJTYrnYb+72qs4cvJ7uJeyYQPHQg0tnyKtrQitaZ9o6RzrYz6jJ24NvSFnt5kiOi7MxFu0Ksq+
24Hskw/XRC7jEqWMwSZavMZ5bOkhs5vQH6lXmQaYiwfXkAaH+kUL/M6ETvZC74fwzhh8JX+Gzubm
oKAIvC4DUP0t1HRJZ8oy56hvyywzeWgKzznTnoRlRZTwePYoodym+in2hm1JnychnBJnE6UcZek1
FnJw5qrdCkAnOvhs3X67SWlT5IhkvGcddPVmQqDdZYSxVz6NBUYfuQ9uICbXIMFYWDTtgQUMCjtk
8SvtTFAeuZUTfHF/6BdF+4zfmx1L3e4xK4ljb4d0ZFLA4K7oQrjWAlsPyNw2npzZRdWbwj+yb3T3
NhH8Fg8ovq7YDlHm4fwEUniH7bC6VRAW1+1akiujGa0pzZlyvfKvBxQoO2Tgzm59qYoM7IE/LG9t
OTi4m6fEuS1pUoouheuvybkowq4GkhUsfxPR6+KDV9n81CSF7M5ItURlNxKB7KlMvOVKJ3YNm8R4
xkLq02RJe/nSM1wYFFMWUR7XHE9PBGgpr572aZd3n2QQ1/qBb7Ntz0ToKGezBQi0GzREMgU85r79
KbnycGboaGy2xPoE7QSCFfaOgwZ53ulTQzd3Sw0RF+q0DmkcqbC198Tv442niVbFwHJdPLZFd64B
SIPwYRt2kgO1E/ADWWbtNFaoar8imD6vGAPlCZUwWt7qSZJBGQE3nFSgqmyLk/1aPEn5Tfc8Zdh3
osQ0zku8kKzk9YbY98j6IHhyOvYCjxmfEB3pecqKJyC/epROiUe1R/H67hp6hje9URprgQyWo2Ob
4g7ZXgTHkjfI2biLyXGGAOC8T4JQ05bCC7j0ib6GcftAbtY9RjTZgKnsWjUebI6f/wW5MnulPbXt
T20VO0fTTDSQuEOszlXMvvFpQe4sv0nJa9h2cbQWP6p0aEGFBcqDj0DqDx8zjo2zdAaXosyF0Po8
OFlzMSuh3M2iKh+2sSRXv40JPfdnqyFio4IlYX2Q2lkA7VgqG/hvDGAdj79z59DrwFZiRk2jSyXM
Hmawd8sZkg8Q9hzC5z+AhxorE7reM99/zt8Xy0LuKx8SAXaCqdYfdZ12xKklmqGgmJgNJHpLu+c4
VMFx4tQhmEOZk7dRtgY+StJCX5oWrerRVYSg2F0QH6YGtej2ZihhDSKArFx/3XqiydKM6bpPjQGX
G7KSkZcAguljPtNbt+3zvPqYmrj0DzFd8wWV6mv4YFtvSvfElIaQsOIVvL0i5TzhoUHgYKfr44Yo
veQXGSR4N3BEpuG+YykuN9hq+l9w6HI2T+mVblhylUMYmwnQOFFdUtJXMuJtQgsl4SkxLlZC4Zb9
U8etzD0xKIiPcNQe8nAZm1OBt3t9XFzMWVjQsGITpl7d27KHvk3JRh8nz7lsYrVfRalYC0/iHxtR
w3jHk/fDldqc8YliQHZ5F0NGmZX77+p9pnWSKkX/PES9forBGYVbxzG4fzCnERu1lH1didgDvUS6
qn+8scDAvuVmFx8gtgTpq47H/OyBtaz/El/yYc6RfhUY+eiBBkJo2MzT0u0v7nzU4CeW94Bh1v1J
PX8oTjF2J5aC5JfB5Hvt65yG2GfWoMiI/2YD/Z875LJ5uoWHEUOTJ020XyHwk1RoA/sywgHhppXk
Nvmi/08C2BHAAAGbtPk9xQqWn7T18R7ljhQFqMqloH2xwEp6m8ZF+W+UERazCPAZVDnKizwyCtd+
TbLrXIrkrLKXRa3zxVjE4m1HbWu6dafGUpNIzuxBcNaMr2Ebp91mHKa2OLazE0CESJbsHkmNP1wo
TaFe63XiNpngAG5UuhIZMBhYeU/hdfnNDVtn/IsD9u4bpek9PMka2MdJj85w7AJC+keqCa43Qweh
/WZohuq0KAz+W1vLlUxf5qlbYLLLb8w9TU1pBDete1voIN3lYxfDK9bY33cAEEPSqBGsAzz21Dac
XBXbjAqCIKWPz2uq9B/rIl4ZoEJ0smNidr6xRTM95p0LvjENAt28VzZdkZlCkusvzPXgUh3JyLjF
IYF1TJRSnKjN0/YQrV3Un02dh92Fq97C/1A44T/oehPAqlHIY5rEMXivqMF+m5GmH27oECQ0Z2GN
pazS+cDe46nwX0GtxyjEEbEqsDSZALdR4hNcCWGoE9uNfvrM4l7K6Nbnmmy/2nVRzs1C/ebdGDUk
kdg0Bu8RJpZoW4wB9VogDFYAgsbpRhyAUd7jCaT/Eg6Am6joyO8nD44mqaD2lXh2XkdFJdkJ7HkO
j06VWlzrDAIosO7IQg+hjqFdzBWjoZfoyiHrsOhrasiN94Ea7AMkIRFgjk3G69xFmnovSj+dDyAO
6IbBgA+Lu5vdWG0olIVDyoGrL1RYXnlWmHOZTeziwGjyy3WHjKDVLjFWfcyGHifuMPjR9mywCB/E
Uug3+LkTXZOMAV9adYjJPV5iXuuQ1lx8/FRVbVLGmYRe5XF6hmhFHwUzqUNqzRX9WY0mUheXYfgK
V5ykOXpuO9zzM83XW1vNwa/SqZjaaeYY10tVWvd7pIyo36ZrL99GU7VM5UT5aSPlTZpviU83FoGf
cWAPsjF6YzjO6E4ofWegVcRN7pfKneK7sTYc0FAzvLfcDMk9m+qq4MzLa/bkrTGXVnQUQoFNmQ9q
hYx2V5mieFg8E2fboVP06zmlbvMzB0/10DC2Uv/oySS+W1izktT2J/9fCXzj6ElbYdcHGXlgC+JE
ZyiYCy8LkeaPHGb/cXRmy5HiWhT9IiIECAGvOQ+eynZ5eiHKVW5mkJgEfP1ded86Orq67EyQzrD3
2sJuWGQrd2/XHAlm1sKa81DC8DgZ43zg5vf+RpUhUhOjsjkSAVT9aM9pv5uBwDRESAmDeDrZomgg
zabuU0BmJYAh6TkoMeHr0Qx7C1OKbe8OyNATt2etm/gDaa0t09u7iQA3b8tLDQRq0Ctqvk3Iw7vs
0nUJxq2WQHt2rnXKQ8sgz9/WOvflL7bo5bifiW+6reCnLtmvK3hvxKpOre8pGkj620ykGL7wwDSk
HTK9pIvyk+FNlS2lmCiIksLxHSMadSdein0ToUnfAT/AKN5j8v2R3hT9LilrSWSeM/0NVxK1iDfb
ZbzXtvXMu8/Gbx921RgwMnRYnMBtH96J8YDPpJAyPgqdIVonnxnFDmSt95r8p3iL8wJwRM5pH7Cp
moZLUEez2JWez4KkJLv5aZEMu099MczD2fZ59AzRgLmBZGoR86OPpAznfOZkLEHT2RBKQZffxAm5
iRhCs+gUmSBEyuNhujyTD44WGQaZR7wfsZFvPj2E843EOAHLZbvufg5smv7ypxBJNXO7D4Q+CH6C
AFflnslTxpI9rWTTvwdtEq9nurVxgizaxuDUo2QVp45Pmvk3CYDiBk0KqmfSN5bHZQxpUzL8Zmcs
bml90KRktg+suqIr9N2Ah07h2YG40MKaXsmqqa41ZDb3mHT/Z7LPUQSYtAWAP5CLtY/XRHbHXEL1
+EKk7z3amaJw5xKDMW69DnAX1dcCa2OLACQjoGS2Oqy6jQY4UB6xCU74IAPH9bi8pFuRPeCvvybP
D5n+lrb/VYNvY2I8BFi43gJBFsCfGkKFusawZWGJxWE6uvopyiSS6h1/W7M4XNely+iCmafPMpQL
0YJAiirijlcwAzzY+cRs30Vc8wJRwbYHO9voF4WlbPfDOjdX3Vdi2gWuxLrerhQkH7RFWXpkazAx
Ci+9/hL7QPN2FBt+vK8G1f9ulpH2QGfCAh1a8uDUhsyc917nqX94hEcOx5HrY6ObxnsvJi+6gp4s
PqKWYIsNsSwjGXmdMn+I1aOjNi0RC8TfopjZBCzI6HDcIXhCy5mQkBe2fbQfur5p8Ty25dlHZDOe
lrad5ZHxDGlBlJAsbucSofWRlIb2cyW30/kQYiFf3QGKV9HPJNOJxNL5Kcbji8DCMWX7x3FQ6W5j
qAfUsKpFSkjwnsPoI+tq/wuK7VqeB0IE7nv4KvPGS5bhP6AWhdqt0sctuyoM3SeyJ6zaMz1r68tk
15tzAf4SqlWS32LWe/jY0boF/d/QTYPvTBuc3pEzVCvuOiKfs6nBKoFJtcrOWeM6vzC3d3jSIiQX
d2QyJOJKfZ6ghF48Y4NjS3BWeiaYt9rBl0SusQV8lNSnOIZHcrX+AoUGHAFCNslAe0tHU2dXNrfL
ryTnIT3h5ly4m1VGymcXcIUi6QOjc6CyRx63htYEL7jiiOqs0zHz97iPcBEgVLUWMoYkfQmwGp1L
3jM/h4Luj1m+D4dKkZgBpmiZby0E9hIoJd36EU+jDc6OqPr8b1mWOBSduvMIXAHBj5ZvQ/24Utnz
58DsHdiwlp27K/Bz+HuiocjcU62koa1p51Y4ELgDSYvif7zDV4ViHz7EsKfaj39GZKQD6mPDIqiV
tAubgLafOU5Xpe+p3zDSfFSsYZIXMuKwWcJojPFt8pIghLkuVa/9H6qQtThMXFA/Lfk3n3ogOPsc
RwaYlWVBsyJs8Nia8AQ28QV3RXchiSBNLtr07ssQq5rXkm2Fe6iwU9kLeRHzfyQxi78NU6Dq9sJU
0R7vjWIJOkR63XUCKjdaQqd/gNZmnd/ehBMqWXKmDMwbS59GOc2RbDEdK8fXGr6MuE9SZtn/dElE
wHFBkshnCsVKfvAA4r3Y9oCeklPGl+99d2oQ7nnJUfMx39KzU53C0Bcl3lVP/kcTbdDvz3xFl2RW
pMfuHFcO6CMlU7h/TlBQgEe8ewQkJH0nzgCw8BM7SHmTk7vwUF4SzK44OjzEo5xIHgT6JBBSh6S3
orbeqoRR7rjzZmCxkFPAnLCJ852Aa2z0uYREkjnqXoNkdq7cedm6T2OA63uoG0o9u65h74zbZcoP
YuInfkAdjTjL9kF3Vo6j/PMaBhUzOalwak2Aunx6GScwh9SE1QPPaUKq2cSUHuhxCX8mHGq1z4Fj
ST5SlsnzRWSI8JgRB1H4u8biACeu6kKfBXE7fohce38M2pn4tcecCAyfBeEltv1Iwq4qwmfOeYdU
s8UyagVN0NxNWhK+adYaqT4Am/jUs6Qiy94d/OsINng+UmLSbGsnipguYmupd0E0y+CAxCCs3v2C
1cc5s5Tkr3EGwWQzDmmm7omXQAQNUVrlqAuKWmUvjGQDmveSQYE6DgZyN6Pd+saliAPwrODSQ3Y3
uzV16Fk3oSHJ9AWBlawfVjBV+YFJWvLdtDBKsSwiRzvUA7mY29q1LKRokcjum0M9fzjrNH9koVXO
SQc6lPfM1LDyIaUsdx2Mkn/NqCVyRlX44Fx713U2NdZui7ZQMWha0SqUm2USWOaLcZztvibsJibL
SurmJNs1jvYgOglpAc2lMYZP5CFd0rGMXoms1Q8M1FiYxDc1/g6Kel8RCITSmntH+59hQXT7hiJ6
ARSaBAgYV+wHxJNJQfBOJJLgi5KCc6ZvqM+O3sIYY5Mgc0BwWxFsdKxjSeA8rk/4p94Q2CcU2VH1
O2SYdwsTHr0rv9bic14iItmVSQx20/cB98aVXqrPGPf6AnZA55PzrPoG8Us+Ql7B+ouK4w2Kr4Iv
iJ0HHb5FNKD23Vj0+TUh3RlpriOz8rpoK5vPVZHg94cfqkv+6MAzofun6dmonrCop/Gh9Xv/YYjo
avCBZ6mznUpIFxduoRUkJYUhf6erGue5AGDF0GbVZh1ebCvaEk34CIbgMgItU4cxYDB2YV8xLn8y
r5w+bnhT+DN2nZhGJonYwW7IJIMct06zM9bq0AELrEO0oUM6iavTCRVtZ3II9Z2qJjIWYwZzjJVz
mTaWGDROVNgW4OiyrVt20cNtF4OWqchrcJMjlK8Nct/wWnhJSpo4mBvE8OSI0ykjkYL6eutp2mkN
i+Mc1YXck4PDK6V6yC/gFFs1vTB9jgAOLTEnPkwTx27nFCUbCthYcre1Q5r8xdcyxb90x318V86r
4vNR/Nn4sVDj0r+SitcVvxSqnZtmZ3QTagkSc7A0s+I8N8Cw4POB68NwXyy5AnOFU/kQzrFHEwHJ
XiP2y5Pk2KoMbP/GnfmcMFbkoFXXXT37nUdUeCibd9rf+ZdQfuNCp81xJzA2UxfBesmhtXckcvmw
9F7I4V5J7bIVNI89fsaah53DFptNrtvjqIwJf8s4p9dkRbke8GbjfTCAgAbE4Oxv2ElZdvt56IW/
OXTRiGMnVrxlXTgSjAh+66ufQu9fBmMOtREHKHDSmCES4gsh3jPGsYRToiMkpFzo4GvOS/KrKVDI
iKf3JHIy0UTyADzhEn1CG0Sml+82/qNZVEC2Ggxyqsi2DzndNiYB64MXvQMC4ZVxLvYLYqdb/IkK
xHGF2vrK+pntSoPSujwqBh2Iw9L/hyND8sMrMnaeuMjZiwuY9Iqc5q6mvmFtOJBVOnSz/EKbAsKE
PRrGwyViWg9+1QTVNa674OAzuiDgxVRq3lFQepy3pNKhN1fFzCpuHJF/cSppaO14JhhJc2knW1Ab
6U8+CEP0YjvBm45X/9+Yk8eXVkn+TWcE6wJl4j+QsqQ8uBjHz37NAG1DFHnhfHM6I/BPeh7CPaUj
IaCV44YIzSqQhHdtK4HUSX80zSmf0coijYNe/pDRhH/VTLCKXdiFxavQ8nEe57h67IrZuwvDsZy3
Sxf4pMUsIWzHeHGEfzJqlvA/WBIyKYcFkXNEoOB8oXsf1IGN65pDWR8pfqpqKahP656qC/Tfahs8
mTVdJegiZIFw7ZvyV6i9Kb8fvbX8666tdPd1jeFh5DdzaIa2dPXrd7mgLDzWq6/nLZpVQrjTkU7x
4jIQ7LdN6BZ645SqRQjR1OK9m0r7blwTmkMdWTfed4Xr+Nc2jZMPnonJHIGbBun7VEHp3oZOz9g8
DBd1Xy90GrsIFSCB0bNOCXwyibdw7ybeaxxZYup0PKzTW2csXE4bB+KuJeuk3kEvISOUcZg/71pX
Zm/NIvBj+SXsDAxIbB3j3RyjwtuKue/rexwnLXVu06DlWdxFXMUSEFutsaNCzIjSUaCBK2oqwleB
HVA8Txiz8itRabr5Ypg+AIvuMgxUC0/inFTP9MPpB0w+Rm4YtJh0jWGSym2QCgeDYlqjAa53PeED
SO9aBVxu22WtM9ytTTjq7UI3lL9Mgek4xOYwiHcxwjPchRPDP1hnOFVmxMedSSrJoT4KDHO9M/Iz
3pQnWFUYu8KH4gGf3D49Nm2PJVZXtY4BqQNs0iw3TFowUSs0rh6jLSPLJlcj8l/rRC6icbx5tBpV
77utOGZEm9j1HityxprWOHjwuydP58Y90I/p9m1pxEqGl+/rIT6UedJjLlcZxuVeYXx+rrUc+WDB
zUGiQHo8YsFkxR0vl25F3HiYCc6p703UKHVX5APn49VNZUvGCvptokd2LeecBIagg/HIsn4cv9lO
zcFHwt60eOuyGoUzYSgAFLZuT7ztruj02twJRvhozGrmurDDomSAIWVCLPMTg/Xq6Db88ZeswgUF
d40FBvJdPQbOpRiZXh9XUWf5k6lQcG4YAxj+o9raDLJdSogASvipuxvcuZo/i7T1iGJzFkl4g6ia
baxlfyWVRq4vAvicf9FTBTHKcZcpPI+0x/MmpzAlSJSUCiYPjVoogqWBzXS0LBX+0hVZHANl6CI9
o7REX8Ul3YAGSmEJ0V+BFL10LFrHbTL63krXDGd754L9BI+ghG12Q4uyeBd7zlg9i4L0v25jFDG6
993CxYUIbIDidM9SQo3Phef3zT2Cg6V/Cyw9MRPPMk13gTPjJfSR5wI0Ue3wdwj8NXvASu/dNe7Y
vSL+FvXJNx7IMIVFRDBGaAm2WXzqw6rxmBC1biPYD+VmuCvmEThyZZMZBYqZbpiwFnrUZ1OgmcUc
VEbfJe+X3UMbVRURLRSimyGDLoZAVcRg0fliZHj0TYzWO4fPq05LvPYs4agVqy06LmJR4TfjUYrz
mOBF7kGKNrYyVt/PrUfz3hgI04TuzigKS0JY4nM5yDH6cBnmvrfogVHCIM25z6oiXx+caRL1F9yR
Ln8iBoGTgL2/XRGJd1Ucvox0b2YHgMH+aXuHQr4NqExOqOSTDxTD+gzCDC0+ajnBS0+TdTfVBm3j
cCvUCHhkDvXKGsKEVyi7uA0Ekkx3a83szqcRtYG3N7U7qKeMhxebWAX248EZCXrYzVx731GHyP7o
qWDM8EUyctx0bqSKndvoKr7wRJunAOzfLbTB6k/2JVW3CxQdAniRfrnMfN9iawPGzXcGtQFaDoC0
w7XTOl3HUzCubv1vDaLFufA3hPVL7pr5iQzYWdw5ngjeqQxlXZHjPBcwOEE2oDjZ6qKP3Pe5lvNS
HvkuypT1NKbCgHkjYadfOvPHhDCbsHjLWbASuFby8mHmu1HVX1hjxhlL8bgZfidFmnb47r0OayV8
vMo9BFRo1T1L6ST54uVdfQi5rPlRNJgsFTv6zpuZf6gtwcm4nrqwhg3gFcWfoYTieTsr6YuKwPNu
AJQyCL2dF1WM+8Yq6VFWjnkuzYvlH6tzGXAKc4Yyj5av7TrMlywu4DIY7hYyb4oW37JWgOQhBwe3
R60s1B+aM9m/19hNLzxhFm39FOHX8rSiPSRbXYL+TSETf+POCuQpjArS6jNw9/q9Yp+iyZ7iW8fh
v7jIzwzcwYOHdvw9IDj+AYEDoYEAsHp7IHPMG5BeJHpmQBLWA4OrSL7BjVSEt1WT4/9GuS/bo0WO
5J7LGxaIcopMo2cV4PIZ7TBVpwoierYvAlfjBkUyd7WZTmOilfBe7H0XPyCli5OchZ5xHvVrUX7z
kndfFu87iFkl/A+2SiTULaAS42OmPOKb2a3pjyZMXMJspz59W009PsGeYp7d4oFA9EbENL6PVk7N
N1VZbH9Kx+d+0QEBmbt07PL5guWkfm7iMfovg0liSWf3bIRENgKXVWRDU24RjM/rWzhL79yTlOZv
HZ/Obzswp9UsdriKjqxZEwTCzQg6JW8C+dJG3VLiwQJT1bnVrWLSbu2zzriFq6NEL2aGiASOnqNh
QmxT66muD/kwq25nqcwIhQTTTrYw8mOSf2fNMjmL0xbhTJcz0YRZicSR2sztiC0ZvcNIYLmzL4Mg
uPdKZ0QJsvrFI9cL+/kp9jwA810YsM5vZ2XCbe5wOh2IVpmjYzKHN2A4xO1ieE/KG4Ko6qK0Q80j
sGf2qe3/lG4Oiy2CKoQNmIiECVdCzzTV8+vXBrkO7zmFnNxY7CugZDFNe/2zHWNEAhsU+Kt3P2Ew
/m/N4YdvOyudclsvTHjAJBCQU4N6S19cEO6o8kS8vLHvo4IGDOhAiQTWDrQ0d1uEvaF1fvrC5FdZ
t3F5addUZydHpc19UxKhjRXQTJO3mfPVJ8VbMuvZTdjMPmd8c+klV2D63qgciusouqa4GWvj9t4S
JyH+LoFHHhXu3QQOj+N1Hzw2wLpTrAtmy1Q5gHmkivTNd7HcHE3tob88Q/uu588JxwCi1jmIq+PI
PO0ZbGD0b0Lchzp/ql35aZNhnO/J/iHUE9UsFGcA/S2hYAPW/E2UeZr9o9v8xXsR3ROai6zBx/vx
ElqPJGKUFFI8Rg6jMHN2V7Gy9YTKMj40bjAQJiO62n0K1jn3jwG3UYxA3JFlpw/jVFbWIE0nSmGE
KIaskAq+CSKxXGMqvxBOmRvKaQMmunRoVljss0Q0IvqHVyqS/BAkQZ9Q6UwhwccIdjd13jN+wOVo
YeSIfsFEnbs9dPtmUaClJN0SPrwaDwyV53wXazK6D9KK6AJuIvmeQjibu7Fyff1BHTkVpNtzVvzx
IGe8wTYZyQpJm5+wm+yxkbP/hlEj/Mm4kcm/cOkIcI6T10Xk+UOM4sAyoAGQh10FigL99bScZlHA
8NOkgryh1ObQx2bHbWwSwX4kNB5TmsyqILnCDl6/0KqsfzBr+l+wjvllvIhlD3M9jHaHEGHRLV8H
K15Owst6WkdKhi0uEwxNMaXgB2HR7sonH8fziXiO8eYfpDl/ZJpcqCc0VY1A/ELFZe6D3FPrHQhD
Z9nhIQxxmZOrAhDQvcG4uoYuiXc7hBbYobaqv41Wtj9rqE0QD0K/qK4JkCsHSjNZKc+B4E8VmwSt
JiNiFPgcnxq57T1U1xKz4dSFz6seiN5AvJ+TZT3iduNtIBs55wr97Wvh/MMe7/qnEGiZ+DVnQ8Lt
jcaAJBXcau2u8+u6eLhp3n/zlhAy0xfVsoWNU3gsaJfy5LmmhGNdJmR2/cXhgiR0SDx5GslKYW1a
yPlOxUUvzwXxnIDaqPlB3GNEInIlj1nmt29OVdQ0YjldM6m22OT3/lSTwCPHyRuAsWVWf82d14U7
37jDemSdWy6XiLkWG3kwzM0/1MUxH0TB+91+1gq64BG3gW8Pt8Sg5S0onWnYFuUNCArygogRll0m
iZ/9gvecylUqnGSY/iEvEa627UpNbu2mQMGyEa1j4sc0pZy6qLjuDXRelOjJ4XadQ4ipiNfy5HDT
vPqu99qwRMvYjS59s/WJXPe2K1Gd00tFJZ8dgGuJ5zaFx7kRt2+ZcWc95EdMP2XMiKPlRK3SwaIv
srW4EyKqTwRQEmBBi7SaEzQf5AMFpf1nsYRYHGJO2tOE9pXfF1HaE5QalXwDJMtx1KTKUPIkHfmA
LJ2We7YaxFkkWeAAxJwC8F0RR+5v6y1I8UbpskWdld+BbxycZS883/hP2TKt3Db4+5EIoap+HTJv
wZ+45uZ+ElzPsadtfMiky2SKNW2zov+tJMm3KEG6Z/qJDmsv7qKfqDa+uRI8YAkwmPPxjve+DlHr
Cv2KXIMIcFQe9C+dU9oESuEyZvuxDYLHgu3hClQTG2nemfW75X1P6a5GYMcM6wMXLyfrP/AogG4T
WAr4YckvCE84cdiMQ5cBxGdo/xBi+bFXHH1Onebc04VN+w78cjMeWKnk3p7v1cUCn9mIjVM1+uve
MN+J+13Xsn9RR7QeA+ejyOFUus9eWdDlmS5wnOPQ+kt3DLyeT8HL2TDwKKaoRgpnEb9HGdiKZstB
n6AFM6edyPMk/JnXSidEQxHlgfzMQNNrgGOjvLJzzyvGZLV6Rs64LA+FxnTFswzbth0nzWVKfMI9
K9KRgejI6XYEmxD8YfXBUHqmrx6OpoFDf0ZIie4qL+EsbAP8G683e1jG/ewYzBPN1N8XDgXu68io
+dQ5szcwG04Hqsah8pAAknyQ4h9C5TBcrMOFscMaw9FJCFuTXhRJuBDs+yh9ZNYOGMji3rH7MJLr
/HsqBoJUKBsymHUpKZUfUSmq+ziFbkA2M34abNwIxAdfbhmWcpwnjom+JTITMHkGZe+uZ17OiKHJ
xl9r2hN7wuQhuhDHQSajLpP06pZOFL8ZMY6nimCQcqOiCcEE8WALGrOY7Cj6QdutUjRHQJ6evWMn
m4XPEJHA+jKljx5qV5Be1eJY+1lzuu4dskort+JmXjipOpsBHQUxXbiDoNWitvLlSWcLaNcxIIKA
AqiJogP1y2gfNVFJ+4oGPdyn4Dn8uz6KO7PvSDeRm2kEUnAoC4+KayJkrTjPsNJ+TDqju8OkCH2T
sMD/upVQuVOmQljfcFyIWTmxksrXs5kslMK8oGDnTZZErMPO6tLjwD6HRW9ouKIfNCqT0Ofb6PV0
Ksu+/+qLeQjQOZH8fMv7BvLAvd2Nfa7vcNSaaDopIvr6Sym8ykXdw3X64RqNJ6G2kIgQapmar8Z6
M/tOg5Nxi/wdqmNHG/PHhLqc0CEsZpmQawJ9+UxE1R5hjNXiTSIRL5+heiTdwwwdi4hW2P1gBwEx
qltwap5gvvNYSDNbXOEvoGLDSbwxDNqKF1WHaBJCErYj1vkZFXFB7Y57qUx79YCTgnAgNgA3cstK
4tCybb2eLUNZTv3NzVKXBN3lJQNFs3qQNfqkcc4m52VlFlQxOyfebiD/Bu0uxz/78mphYZvsZRU1
tFE8lTIpDl5G9CXUlhEG8XNZCze+YVmcfn6OEe4jvjCBrodNSbDlkh5oMCppduvSxl+BU5XZzrjO
2v/WxLmVuwqd8gNGtPkld5LCbnDBMuiZ6eKjbQ/O+L5hIPlcdxTKbCx7e/EjH+1mgJ3/OXXSnG7G
Etd+IEqzOIdIqZejBl8rPx269YLgFjRBxXZyihTm35pXwCr7qV8/V2mR5255uSvousKzGk0tcLLv
IR/rWyhWbJV58BlvcR8yAEXZHgVllbBERWi6DJs60ahcRJgDaZMZI+KHMUR0co1Ay7EnrBNUkzvu
ukAeSOt2IiIuCCpvHzgAE4nUMw3YSmKvh7aFbhw0ylEyZIuCE7gqEKE7+rd29DYea0hw7qjb8upv
5KNN47TkXEadTwAXVLWSPEeEitQBmXPnmNlb7scmDfQ/hoEz05vEFQpLe+vl7rEBioR2r8Lmjm0e
HPQaDXtE+WX6p3Wj2NvLOZvTqweAZSTu0p2zZP2Yua7+ZWjkZsqoXlS/SHzBpbDT6EZmit2+ch+K
PL45qmh+37oa994z20hffmh/cEB7eHJy87tWrF2wn2cgL3tExOX4I+khZMKqNYOY0U1cvsED29yg
RuHYJsBtqXT87DEiKN1F55QXHRa8apm6BzyeU7nnHKyaR7BREoUh3Lv0Lg8QdDx1Lg32dzL30KD2
bi/nhJUyYs8MBz1LGvU3oJzwboLgpPrwudlwfoxMsS6xAMT8sWDYQxhf91rk7N1adkXWstrTOw8r
d7ynyIeIw/8RBvGfeB5Xlb5KTA8sFVmx5OGxZeE8ffcycjv8upl2DrbtlHuMzEDNvMIKzOAThQRv
7Hp0YjGJWFFiBVbqmhJr6zkEq7D9zsL2Dm14nJK4lq+ShQtalyk9924XCGheRtnluyVMODxOUrEi
BdOLX/mzLKibkWN6WbqbZKsXJJc2ru/m0ngtCeoZHfSUQAb5dm0A3cYyihqQQ3AJJI+QQLgdcPK5
rLLiTDgnZr/uvMsAj4eHcNKgXqA1R9o7rsXazQ+AaUPJxA1uDjIgMce/Z0Ye1b6v4yU8jjhv+oNG
sV3M2zoY6nEfwL8RLwQKEbfJcMrrzsLXPWnDuSwrzjyMPj5YkzaZGDzDn3RCMsRnejMsFquXQxdE
IoRSP6a+AZELpeEAatA05akG/SBbbBkchkSqTaHLW0ueUCE2Cxtz/VkOw6BelUE+SwhTp8gqsiFR
mNu2sJnfYzCno2V/zCQs1ruwwHDCv2Rb8d2MS9ls8eD1djOniZCfZZR1RXblvQl9zNIlan2cAw0n
6l+etZoOeyV+5j4VXQLKTLFS30SFUZAxO0mGA9uwGeoTECMMBzTMmt+l497+mBl9+HesK0rxoxrk
9uhzZwekMQpqGREwUTIMhWRMrLkSaOlBOYby5Ot09NEdLmwULrVi0HqyMspvFkjhc6gTH0IOFo4a
hHkDI/9tgL7jq6KMm/4hemDqR6yRF40kpBjQKRJsS8+NZ63zPBCMQVMlLc+8dI1SMKp99MoMqgeh
niIfrM4IZxfKE/bQNhufR6ovE18YZvfQ47ZYQXOYPA0e4Cp/CMEI2eIBYGFro0MLec2YPWZgrwa7
2IhQRFtQ+pinF/IQLJL2qFinQ9kUYfWZUAZM14gHbzjapiOvok7j3LJFb/r4NM3uYI9auKTyOb2E
YcTUAverdZeFxKUbefTMtH+Y0AZniDu7vvZghtkoGrADgwDb16OazxWtFRJRPqR6VyNiY4+MWIF5
WVHlz8hnDWP+YCpJOzJ0DdsFc4TeNQ0l/86x8UBlxPiCZi1rSKxDTu1ten8ZshPzmmA5hSz+xI6N
lkBPUWTxSRC0/M0hz4yxLpS8a/2BYFu0Fu+mEt64F3XZWLziPZYuiYOEkVKQICLAgsBYVM/ZdCY2
KvnpW5+IZR0kUf+DZiQI/tDZuJqvBFncVqFtCU4ELhv7C0kdUTjj7INcaIu+Dg+M9eAil6Z3ti1x
a2z7/MmZ2OVxIPU7jdHP4j4hUvm7jGx7RTBSQNkrV5ool6KdeqgKZpwfqYfDLQJTiovclPm177s2
vkJimFoszhXitpQ0e2/PZopKLUxTYkzCIufBCp22QNLZzsHKmQjOEX1vlH04Q5uvpxqOY8+z7TbJ
lUMA7dQwRcPfjKXjq6jEzMYXGxryebelHG4k6g9GU5QJzMTp1zZRGbXBZsZDB2liUbwDDhhUIpdi
FX+5kAOCp8WnDtlT3Cj0J/Qn2YXEmXB6RD9e5Oc+DgZxDedqCfakRWS/+0lGEZJgWsB7mObmrYhQ
XP5RTcpQrglgbO2Qv/jpQZeu85VGQfUzYDNv+Dbc/vforAs+K3IA661F/vUNQQbfP9m8bBB0csvk
nJQwz/iUa++8kub2t0qVbuE7QR1H5KfXnBTB1Hps+Qp77SFy/gwTwjAIpXG8/iJLK3tswUAtx6Su
A7NlwXsLtGlF2O5DEp4JnunC5oT0OJM7V7exYQSK8vHX4LFqOgwdUVWP68Bg/4VlFckcfD5Zy2lL
ZNKGfUFwpEMCoZf15RtcBf+/oM2LEzpr0Pe4ufJXacbUXArlw8MgewdWuooc8bCkE3Zg4kbr50nI
qT3UanEjUpdiSbwe+FuzkSrvX0wzl8ymOYwOBYrn5hjlbfoYSTbbp8ln2EUUTxXjVZ2Ij9w7vVEQ
pWSWiI0fMn9+zJraKvDjo8Tx0A8R85i0cLbKzfElCGas4ZkRy3wOHRc102hDSZfQpDh+yIU2D7B6
ieBxVIgN1UU7RHAtfhmiKWLlHJsuISmjRChQMnyWiJxwGrKGJmzUeWqjGVIhsJvC36BUS5FqYn+6
ndY43Q5G8Rr/SVLcbbswcYJnZEeA7MfGpr9MLYp/0inEXcOUnDnc/8ldThyg5S/X9XYgYshHqVgv
A1z2oWCSBqK3uQtgVyAaG3rBChP3d0wuEoyz8kYyHK4ACEI0aP3KbaPK2v51XUrgkHQD0Bthm58n
4gluYyYsgegDJ0lel7PWw04obZYrgvdU36FYwycxF9knRd+iCPbS6euIASS42CAjBQu7Q/neOIP+
LgiU/1eA3nQvt3TnV6dDh7llydhcDL9SvsvwlzOtccngeG3dPn5LOUefg7nUFfIvDl+BML8TrzWY
XX0moWc6sPbjU46SkHBCXwd2G6JI76ltgMnOAKGTb6ZWPmoO0GXVUQSF752EifK/qxDrv4jdEimM
41ocY6i2WPWcSkQnKr2FLWXMb09qtUjxr/LqxPS4woa7Gu0HcV9p0N8N0AUly3GeFMYmbQDOU5aM
zEhlWi92nEKgXKjv71FaDemZb9AH5OwiiN41IijZc+iYhm52ygRw91D17nXA2JhvRn/GbMXN2zws
XW4nPAvWBVXkuc3OX0Hu3K1rZ97GqBw/MD/C2ImdqCz3YUoZuR0H99Yg5qn+MsyCAKHkzNg+G2fq
/3WrwI0fD5aAJLQihYquldeo6Rs7HtNZgMTqO7ULL+XoSTNv2O2JH6JQlx8Wrc14Z9YEjeZGNUn6
10XBUwKvW3v/FOWkf29aKDycpkjkvQPa8qi5H00UNIeers7f+qEJuhdZJ+zBibqLD36XjeR+EO96
e2m74dWmoFn2bFFvfEE0FIQmUbaTqgYUhma3aDIfGxI6t60dJC6KNMu8T8U2OLjr/0famfRGzlxr
+q9ceH2JZgQZDLLRtxc5SyrNpVKqNoRqEOd55q/vh16V0gkJX7UXNuDPRijJYMQ573kHEsLGrzmS
apxurDAjyhfOEgpoo8frx/INceF2XkrES1JTFTutr/IrWGXkhuJCUfyMjRkwOqKuf3QLOzkiLwt+
+JjjDdt84u6GzOHRmLa9Ru4e2fWtX1IkroOwx0m9aOvgBbttNEl4OTlM5gq/AgsKmOGtNLCaD9Fm
7jZKW+RjEV6VZuvERvpP6L1eggptw36A+8O80YkIZx6J7HbvMuFYv3AR6DE/t2vrNQ2hkxzQYNAQ
WwVcHwLAJr11iDjKby20JAn3d2QmN8JEvXczRLVarFExRUBZ5SI536TKnS9wYh/xLcxGfBTNzCut
TTQKRDDlkDT2RjZVh18m9ML2UPXFiNsZFhtiLzwIgvxVGYFGLf4kmxCtsblC8uF290NNx7Nya/Sr
l0Wj4kPe0SRcTVVYYRpeAwCsZvoftQ2NLqZVyKvpgo7ChiFMvKtj3Aw22gx9MH16ni2qU6t/BhUN
zdusZIzwhtYG8fa20yUOpLsehnUUXDP7I1h6z5zBatptrBGa0n7IXsU85yR4NEZTRTg0eX5Xf8k7
ZT1xiGu9VWEYN+tJp8FLg4yi+TVPiK7tLVBuK9bOgKCbEG/byl6rMHWuuhZNAZoTmAQZwVAQjzfJ
ZHfVNTy8qdl1w1TAJ4QRY4wbRSXms9ulgTSy8kHuHhjxIpNQGOhWq2RKpYdxg5b1s4P5a7FHmlsW
NxNyUQMtpY8J9Bpfrjy8Iw0skgDfM5gNpJsJRjFzU6weEJ2TkoMVmZOuE8Oeh6uBgzE6zBzQ0LyI
EgwQJsMxuoA+0tJL2rpfwgccj0MDHVy6npU5PoWzV9tIgJus3sEqEtlWQEh8UAHKs43OyBQCTTHS
p5jUAHntlw7FK3gEbFOA/dp+ApTrfnt8wNTKruqJCRwdrmUEQY7JMJAw2zW7Zjn+dVFle6dUvT6U
AmSZoRa+NgdmOzL4ReQXXEg8DG1nV5Qh7G+N6jc8kKozWczN7drMr1TYtd0vLngZXeMUwfOKUfEt
zjqF/SiXev0BIkTgP2I9tQwUp9nGsSCd2Na7RUYe7oYZ/y/uuMCVB1sFcC6pYrtnPYVTtA8CiMur
qhlRmtGQw2OnlTfBVUJB8+JQMmJX46Ruto5dat51DkFJPCh6ekYLGfHq8W3oolrlBsBXKpmxe6Yo
wgoSRwfXVS5uReV0R9UjyQpwsYq6xvFR/W5w7Zi+gGK4zddemATBAYlX8Ie0oS+yBOek+yGi9D2W
yCicgxWADcGgygf06OHcr6ZAGd1zGCq3uCwG+LRrgNXSBDGqau/WKsbG3IJTmtwNRFYWb1IwEdzB
XlMYn4Z5CAJqYe75COm9Ty/6cAAxA47xYD4FMDvtewv+6UuHSMy6rkkybnfCp8DAWEGiAZoSXteu
J819sZCox6Fao/gLSdWuazgnP5m/V8V6ucqv4QKOAgN54g1gpRp+GX4tM3d6pa6Y+vvKI9SZ2KJB
qD0EOImOyChtN1tBQM/L64C2Ob4iwUHHN2XB7Gfj4WrIxBoBSA62A7/cQsWJNhBTfmlhuQr+7WLO
BB2rrDziA5CwNV8KiC9tfT9mysd+2xHkOq3UYOKaMsXM4rlmPN+4ixyh6/orncZAHGkggowBlDG3
hFNUtt86zyWqlRFniw4hO//Etbzn1vWm5lfs0UYfUEd16gBQJ6Jnrjxh3AGYD/6DHcRVc6CMIW1w
GLWFkNwSXCmZauz8boSaHW6XkY84mAoh3Ja03forPTXTbEZNJrkkvo0G3c8UxSllTkP0LPYXRg3n
yN4BTQ9U2JKAI/eyDFDhbB0VNdlPXAowuxhDHR0rewguaqM0wEgcISUBH37/JB2ADjhz1TBeiD5G
KGYHg/PTj5u5Wdfg0iQSJQaXqPZ6eeMgO/QJaGevbpYbzFlAV+fZk/gNgXdjHsX8r8CrBpYQjpx5
I+rD3JvdYmFVobIyPdieTGympMRpwMWftM7d+dLX6JuAvEaMJKveNStcAwcyehpgoWCdtPBT6tQd
vxt5lN5PoReGqKlCBWETJjZ2zhjlPY8l9yM6yTp4MkOMYADnB+PaQPmAfKnhg1rDx6Oah7Nm90ss
b/QNunX7Fg0lZCQDBj4D5TJS/F+wzQBPNyJ8zCkAf6HGRpesIBP7jJARAG6U36GPhP0NMzkfZvc5
cZK42FSw7Y/Q+pntRc44kD2L+PAFSo0kRIh8lQtHEWm37cHFv7XzMuJpZDbd1GzSa4wOwTXTpHC7
Z7xG09d5ls3iszb4xjrUnXWPf9DwMEi/fSHHMn+TjZ388MmgvZRy6HB2LOHlr0Yuc7RvMItewUYh
XtVTVZfbGnMGY+tlaXz0uhxfPAH9+SVCvPZoQI0PYTfDPtkM6BhvspAQrZVXF9CvcHarfzYJ1coK
mW/xhKBCPnmmJd+SKPp3glPX6fXsZjXk7M6pTOwwRUJcIORjhndBLjZsNc7FEeZpsmGInF25EDOx
QyL6uFpBYMRoecDDNOfQqxA1TnZFohGaSeYYsc+5RlIKc6PMdVAOSTvmvJ3jCRVFFcJdW7mNSUdA
t2ekyPzs4q22y8ZZk7BZ/6bOKqKtHHIdUcDkWHnGudRXLZxDE3mVzSDcLUp+a0XgTURbob300rHS
FrUR51VHgBS8VdeEogJdMfb7PYdB9nvoK/uHMXDeLi7hmXHZlU71UzPh86DwZTlpsB54/DYwsMPa
drNd3bSWcB+5cwLnQDofmQ4TtFkcMnKe06rjXKV7MyJdX9QgoHj+9UH6WFcNQZWS+5qU34KZ7VYw
cXmzm874OkAIPsxVKW8xWl4sd/BqahiZJSF8E6729eDFMttHfoAybQpT96pOZ+8pxxqjW3eYO0Bu
LApUI5GkSIEEgubXYyB4Z8CZqS6GzJUPfd+G95UvuAvhD074J0zBeCOaPsetAya5tQpxLLtC6Tf/
MHuq83VokX+9cka6cAasApmt3Y/jt8GcMM+kGWXsyci6hpxt5UDCoZddKLhO/bqrVXvPVK36GgdT
cR3nRGatoMwAnKlGN/cpVpDANIEe30QSQx1hEObsraRNi11rklm+MwxS6dfQzgm1dKtx/o6mqnp0
6z6gHhEmchLpovHbUTeRcs53X/Rr06Cc2uYqmof1ELl4XsGlM1dgfMmdWwQx7dBMmCqm+SraIGyM
HzwaW03V6GevnmlDCu/8AAM6tgLBWSU92YOHBxB/h0DHs2WIUF15i0xhPQeZAdQ2l8lT7U3wVDJj
UF+CUuRy51E6VSvdxJygQQ2SRJYQB+vKw7LsWI+jRpLssAEoG3z2BjcaBCEOBxzbuzISdwQkclBh
0yVeIVLCLg3nwdk3U5seVSfTI3Yu+UvbWhAreRD2FwYO8Vc/d3CIbnPg+os+i7N9OuIBuBmZa79A
w6FF8nUFlX+YIUFRPMTUvVoW+HFK2ObhAe8HhuMNotf+ws7pn10fwjemTxNzrpqvEdOmsqQe6EHr
6ea1iccxzSMhk8msfxLwXg+Ym6n6mNFuPlqOQRIzAhAXOVBl3U+ohcatgRLrexqG/e3gIt2jvpaK
qq3P7HkhYgGDYTSXPhkmTK8VglITTmQQeMMGuKeJtyYkIIicDUDwqum8xZSdaQtwTqHFN5cPmIG6
kyfTymlDguiHZILuYoL2HXSD7fE2TaADbGFPYAVN4nHyrIgEM1dzMhB4ntSNi+NcHxIaUTU+jVhl
Jx4PIxDtHcSYctzgih8HL3ETWm8RVCdnBYerAV9PW0QYWVi8Rhg4XJnRsEQCDALPYtqOwCVuZcqf
cQMW063luzUHhImMtBaD1V7UAQ9xjZVHhoGRrPD7jOlcikNexwvxEmcK3KCq2gy2BobM/RUGlgwT
7RqGJ2iFUDfO3HhvrZc3j2r5q6HYDQLf4TrAxXvKBOx35HpoMHq1UF6TGqdCLy6rx2TM9A+vbgau
UQ5B1Ks4hGwnU9p4LYGFfrE7G/NNOjQMfFys1AiQxIERxjNTOQY1UmYjgQjYyvElIi7EXadK98QY
F0swCR/aoWO6huXSQPm+jYgpKVZ4KxDjRXeMAFfQDJH+JhsZoVc0g8ucgwjUmAiZN6Pn0lsbmL4w
73BwBkIHk082LKeY1DmZYCC6Mr0GARJ+uuVTi9kgPmSMzr8wFGaOZZo93Z0phvw5JTI3xnS/8L/B
1Eft6QeDtS9bJpe8HWTmgrTCJUlzdBfZdU73JsvspU6zPLyihLBvXT1X0MLLOPyBMrl4ytwMALr0
7SC7DDDeAJo3TDCCiFlSs6t7t3j0Cc6hgE4CdW0jc8KVZ3SGlyBouaeZctj1JhQy0NveId1+Zcqs
hNgDZr0ZGHW5qz5GIglTv6lvLVpfJPvKqH7wqROT4Th+8TYi+yFlFo4FTFW7i19dD2G11dFL7nIz
xB4KaV5775FCBNgYF/kFDPayB4HShJEtZSdwhx7lc4r3PBMRhsWLxJl0Glws3fwiDcJlANAkEAY7
tMPEGDCA5T6qQui2ljWyTXmh+c2ID/fPAPsiMnDmKqrWYZsE3xr4pCNfbt7euEU2Gowx+FpXMumQ
r6RW3RJ84Pm/2eEAOhgQ58DrsfnI0Zg9BnNe5xvVNtN3gfbinpFDq9YA7BUO4Nhk3fhzu3AXSLJ7
1noaLsivtc01H4G52FT5eGqIoE8C/ErG+SjgOl8jB0RZYXb4a/D4TIA3rfoSoj4R1ANmoyHWjzwM
+v1pFFh6mUxWKVsSQxWb1DOsa8FuJMIlytwrMsHRKvE6ZbGxaovZ4TRalGMtsZPm2hhqyRCb+gQt
kJi9YVsnhlNvYWnz9DH31N9SOwK1DWH3gHxUpXVojOWnlZmonh3p0sBlYw+S0cJ4vp+yRStFeetu
clz34wXqQRdbUdQiHEptGrMO1cChRnZDjkvU909EHeaPtN79jzGME3RFDek5BmBDuc5BLblMCBo3
18GciT0WXmR8NTKwSmqlPPkGZ73+1mDIF3M9LlKGyJgYWXt4fGPTEBPzZfWRfuNUcfUG8UmMdDht
h9cQs6znuWQAu3IscNwtIXKRc6hclGX7gKr1tnE7mi/o4THkryGNvlk28gUcOomrvwwbI3+AWBhC
1kE3j1DLz8eXsKTaWoc5WOUGC0dxwdFFS9/AQkk3BnyB4YCWILhBzcVcywL7wKwx4t4hryxT8Rqx
oeMhzY+Cdm0x68Y7PSiGH1nKzGeHNKrZChIFmBNWsG0APOva2DDG78MHEOaAgqssjM2IFNK8aUd6
3o2XpxDNJpdB7UVL7uhXBL3NAR9BkwHhDN+RgS1DVmbYMu62cTf7ODKwJawNBj3WS2e02EnW5FK2
F6GLxn23bBfF4+Ur2jLOxoqDFhQTS4iDNVFdhnaqnYHumRaKkPAJi0GyyMeiosBKXRvLCNcm8wCW
EmmwzFYbE2dErxj2rhiqbk35yd2BTrl60ESYBbtKOOP3JhoXI5haohhm6GpDYYDvQZpX2xWvoK02
bgYSHcrKgG/8FONzg3mMIFlvVeWwLzd2kmDRY5oR7JAao23c66JCvLYl3tNrRPrydsaGCJ6MGoiU
6iFtEc/a2hzerre4zTZhMswXYoyjZpdnTvrsTlOoViXmWzAwKBjSQ9uUHtnSSPn8PRFeNCLghziY
1jQ3b3EXI4KULXSui8zQDSaG1DKgj/Zg+4cAsATF+0gqNjZE6fU89baB6C3o86+OJhVlg27C925i
zufvXTiETIuKyhWbKvcHGlhSfn8ADWBB0o1NCazENM+6xzKmrDcILuO7KKmtAV4D/3BjEjvFd4GW
hCRulypnYykjPM52Bu07iKzgLu1zq90S+mTve20StTSqpLum4BujvaSpjFY2F5HJ199hstMYifiJ
71P8KjosYNZ1aeT1V+zb3fvM7JgtDrOszb3qoIZCXK5p75giRNh6Y0wFyiOr+BXdaf4bdbko1qnp
I9ogkFLMW8N2QgNJF/IOjvXIAFWhU8GAj+ouJAuz33Bh1pQyGH4d+8TFv49ztnrpcSbRiGMsARMz
CJfMaqfrD36nbJiQJNvlO5eS97cFBBlsYojkVJixEnfohbhwVcHgDhVW+9sFpKkBJaTGYwlZnL/v
TWT3uFWo7BuUIYZ3ZdPaWyAVKCFgerRyKQYMX0Hcyi8VsBwiq7TOh68ZPod6BSOHeQvkHLKW4TFL
gMlYx4uLP4GkQaaiQ2OqTLOLswkvfADX7tcMtSreNjUki41I9XRMON1/5RxHjxPOtNE6V868dWk6
sc0vAvXN6uL8ymwIONnYhcUc3VLF90xb8Giwlirv8DsLb2fLtVEadOn0Bk47/jbRs7xQSpaXLohr
vClx/sPMym6zbYoJ6beQF/zAmAqqUNIB7kdhgZ995eU2pPJswdq8smtGxjgZaVSoeZIbvjCsjih2
+6HECZ7A5+4X1RcoKh9lGaf3sGZCB5KqW/QSMILjeSPCqeMQMaXqvUcPMVq+a8Pe0SsppiFBb1Ob
2gcu882m79aUjk7xxdNlb+8SmFbNd+IBeEw6YcoMxN1EpnURYN/fMbwppgrqEcAyk/Z8lmBea2Fk
zIAj9ueSrtFa0b4lRXBk2j2ZfCmVCLzE5taDDHsxNB3aQAZ/uIq0iWeNd5IYVcQUihOsuvOlloxv
MBdwiGWLnbQLvklHmJm77njnSECrWJEHgHUW7paPMVHReOcPpe6uSLTz7J3dTbHaO+Qc5j8RtUqN
YYQsmwFrxrJwtjg74J14aXkYtlL7B6LDiz5MhYOMF9hzbK9Dt9NNfnA9opicKwT7jCC2UehGPJDR
KjHi2TYJ8gh7i0PhiLtKSJzdygThN5fOgR4fUd9IqeYZ812KfX+2h/PN8A5nTw7JzG658LmhGn0Z
EytorEeRF4RRwHYihhWl1WIRNuDfHpNJPuOjQ17wOgzRrOO5IDl+kP+Ez7GH8dgqriGmUllEuUBE
6yiLDp1ab2MTZHqj4NYXDP4hi6QN59MKAbbxvQZye3Nsu/4GUbdu1jFeAxRUGfkt6zby1TNjbYJ9
ukIKSHiKKPRNVKCg2ZiBm1rrvnfqt4UzTDTAYMeLG0qtEOLDZScBPbFwIsWX3KYfG6c310FpTTx2
NjITgtdP5YOmIdkixDIPcAqlAoQo6+uyM9S0wgTc+6HTYdphAA8+T9JG6zB+bMHRtG1Bixu6NnoZ
4eh/D8jPi7ZjbuUgT1g/E0TGZEwd+DuYvruGbc4HFFNU+fgGU5SVY4WzezCrzubfDffazlDFgB0q
DQ1obpEcjg7V6hpjUL/eYoREbHyhCBuJ+tw7gq1DYEELmzmXDkN8OJVNAgPSazPjwXRsEBplxdVb
KHNrWmezUt2VG9fykZoP7lbgURivZpNA0e1gw3pZKYXfkm2aVnxBJAqCkjJnpLJG/Qj/KJIuye6W
bejqsl22yCZGN2PszWGcI4ylBKEhvh/rYE2uWYznh5jdJ4dulnEqTApJpF4vUYJB/iRipErIWB8m
GGIjgyxqOAnsU5YowDkeiEWjAYbhjR1BTp5IF9auc2jqvL2M/SZwNlEvh37tKl+8kmTl8b/Gbket
4rzwf8Alap49aKEUqagsfmtL1q/wHAdvTWvDzi5li4f8iJ3tKmrxNN2gbbOfPRP8d5eDU99DGQNh
4rclhw6S/T3OS+MPlVvltXSIud1FTHH8LQk2treFaWdxY1qL45FVM7ne2BLl8VpBbWYU4Tt1uiZs
A1wNi1fPXGHAhWmB2/sT49I4/pWnOZGteZMbN3g9pVjCabO+zJMc22XtuNU+i8h1vPDQ3F+ZbZ0c
dciBTHQo/oIbDA8gIUJvhsEkWsfWXJBR9gzLQyD0w6PrRxglE0xATewtehTdrNQURNEKaJjeJ/CZ
1qx4HNz8DajokxPK4UXObXHnK14UCGMOCJEb2NmTLGbhojsN5mucqZxBfRc9JGLBWKPMmnq81132
m00UHfq7EdiGbg8VAcUrigAdDPGrWeDlKpKoR7Rg4OSA8GmOnr1JaGcTwib0diUj6nJFQcCsAK9l
hUpPcFnjez6EOEWQu4X0F/0cgW56+EnzNxGeXI3tFe+RrjwWfrR0XeBxq46jCI9LLITcxVRBvyjP
XnTJc4YdDb1XDiGOmIpbWqyx2CAoUN0BbLKu1p0j1B0+PuMrAsb6NaZj+ck0N+BCEvN4TBEXPzAB
bY+4edePI9bl5QrkBX8dYTn8YrwheRD/jfQNkjyV/rbCtrQ8VKYOcdaoPcwEd13JKOgygthPapWD
kEBu//Vf/+v//p+f4/8Ofhd3RToxaP+vvMvuiihvm//5l/2v/2KusPy3F7/+51/aUqZpK9uDV6mB
PCGh8s9/vj5EecD/WPx3aEZhUzeMmksra697HPJLP+zvPl7Ee7+I4s/S6Iaov5ktEh1gvV9E455p
SowgnjuJQveHnZf9URaDfyDA3fSu4afHxJBS+Dh3IpZ8fww/8s3Hf4M+8zcoOMweuWRorW31/m/I
lQeTfZ6N5yiefUj9uUfjA/1U9r8GaAO0vESV+su2pyH+eGlhnlvbcV1AM9PylDpZW0gzxikzCY7x
2C+DiQAROO5S0El9wztolei3igHvDaO3em/mbUjiLjvkkz/j7BP4469w3j+BvmmITWi0/zxZRYNC
EScWCSXHmut7J4rG3wNCP1jPcQ2o8vEDWH7fH5vs3+9faeW4fBHCkd7yfP7YZClubnbKxfwsaW6B
C0Dr75tSxDiF4eGz/3gx98xiEN49oV1LO9pcHsMfi6lImVWNYukIyaY2H7gkpLEahYdkqyfk9Woh
2CW/lXZRpZZ5Iz9ZfnmKp7+VGxMuJlp8Jd2TD0pj1U0CXhUcmQnHO6/M4ts5z6uXxMvx10kBMz7Z
2Oc+LkQaknGA0ti8LV/4H7/XMiYvGAodHGFloXmbTSzRMPyMiUEmTIhYNy7iEWK/O0ErInsItICk
0erm46d+7hVr4ShqWU3iqD556gx/IJHNZXCESOMfBgrUjTU1Cuw7b9Z/s5TnMRZTEjrgydfEgJD1
iYA4inFIvtUSH7QtRCdMq9oeKu8/X8x1WAVVodZKi5OnK6YRFXxoPKNaRfVtebQ16Mxquall5jaX
H692bvMQCmFxGLFx+df71VrhDXMDbfaZwITq3iZFEGc80l2m3WA05HM0bGy9++drevQgitMRRYg8
eZyyIfqnAC98VlWGMZ6WySYpoXqhoKD086fikw/k3E4hzcVkp6L/YcO8/42RiaCkN0vj2e4I1y49
BH6rtIde6dk0Mp/slTMfh2t6xB3YaN9dKU/OPLuWk2mUrvGsKYbW/M75UtRVQRRqeWim3vtKUaZ3
VmIMRH4XY68++TjP/FhXCE4j19Qw+b2TF1rKAl4HOM+xFVN8oHdsr4CeSWggHDb8ZKue+61CuEqb
JmefbZ28SAjcus3azuCWLer8RgeElsZNbfoXM8U+DE5oucyFCBdIt7muiBuqmtLOPnniZ7awS29l
2cISwobD9f71whbORmgjbKdSDHtk8Fa+YrqERG9su0tmxmiyP97A534371dAG+NM+I9nnCUgQk2o
siOe12+Bhv60QTDr4WXKoXfQsxHdEveTbn3fcg8AYJ8sf+4V88iZi/LkhSlOipsAdy2Bm196xKuT
+aA7zHeQoezXnBP/18e/9OxSlqZis0zXdvTJG4ZV2TX4ccfHLqJ8XjMoQtcYtN0ApxTG/NXHq525
SF1OPMcR3NoIBOT7N4kNLrJTRB/HdIaB8lAwnDXvgKXL4ameI+2tSUXss58+kth9TWy1ff/x+ud2
Ehc4N+lSm8JReL9+2fi+TzoobLMAr7NVCF75ZgNcfNVWo3q4+FBpPtm8Zx/wQoCzPeEgBD15l3D0
eMGJER9tzLWImRsxNaRU69P51o9H8f3jH3huNRf6FF2Fq6gMT1bz27Gm4a+SY9WMfobsqgpmfZsx
opM/ooFI8L9ZzpOmqRV8APNk96Qd+WiDqeNjYVtYMANuGRh+wTc9VLqAlfT/t9rJyetLICqBL+HR
AgCZ76dqrv2rqPDUL7cNp+0/X8wzlW26puRpnv40heuW3RtZdEQ/7rdIw1OEyKCGyrqXreerT37b
uS/Do9oS9ILMA/5d7/9RcmXo/Elbm6IjDiR9BpMWA1kY6wKemRU48T4YXA9eGT6JzS/Mq4f2L74M
z7bYMtqiOFEnJV+JgLAISp0cUSzp10ajXBTxkGyJS7PuAfIAwP/i+dqOY3laSCXkyU5tCT6OZOUm
x0HU5rzxEgNGCJxLBCeZWTF7/IvlXJsrzJY2VeXJHdKXYd+W45gendBCtd/gFoMtJOGi69Yd6tuP
F1se1knBDnXWpUaAu25ChHx/zEx+26BziFOYaINbXZn4XVtXAzKeT86WM8fZwkRTFhuV21nK9+vA
5gpAo63s6Gejk+5wYVIIkqOhnnaqIj3vstCpnXzyYZxdlPZ+kUNjfHFabA1WCIuta5NjN0LFXcWj
HTJV7MYBvmSRWM5OzDVC0I+f6JlzzeNLdHD88CTTtZPtGTDYULIyk6OhMKgkz2OIu0WGUOF0vMFc
Jpaf7Jezv5K7SqAbpoI9BTHIgxyDuSlQSBCg90IU72FCtUG4VyXwOEOn337W5S13z+mmEdLVLAgw
5MiTuwnxdsPUqk+OM8jzg405hVrjVOWA/VScstceVqZib+Kkn/3zWxlnXSkoZj2uRu/k4c5oc10f
O91jYZZZtSOZmxSPpMmsa/JvCIMMR2lF3SoofaSptZH17rd//naFDRPOER5u7M7pNYKrOgnFTnaU
WVL8cnvPuHZ68sshDVXj/p+vJS2LJmGpQEx9chB4eCwA6tf5sQoq9SUSef5EO+T7OLO0rx8vde4Y
kJSrHn0CMVvi5Bgw7JZSBBT3iIyIcTmyNZKXG01p9fE65z4OlBoYeVAcWxw5748BlPVysFudH2Gp
qB/dgmM7TZfjFI1H9N+spZedQvfDgid7JSNuo+yklx3dRqWH2J6Lu9yh71yxw9LdX/wuTk9TCCmt
/2iUgy4bui6302OVMHW5wPyz2bd4Ljp7gRzi68eLnfv8sO1T1MIe29BdDoQ/LuB5FqFHMEx2TPrY
OTiGCR0RTdxtMuRg2904/q5ta7z4eNGzbw6MVFv0cqCYJwd4rRcdRcrGrxElfUmJwfs1qbqf4PsY
ytx8vNi5I41u3LUVzZwW5umrG+0xFRjbHeM0T/W+zi3SLyOB6nWNZ1yAi14OQfYv3iGNOYw3j/KG
m/f9Y/XSnFwhe2a/mHWBxbRXoJ+zJveqhC7+yTl27mlaFBMuk0hwAPtkLXA/RxIflh09NQwYSbtF
vC0U+TOGQCr3yY107mla0mFU6tI40ZC//2GRrSMI205+tDr8OnZWXxEOEod1vRX4vrlkbWTxJ9/e
Z0ue7BY39iccUYf8mDWG031hFNQTCoP98trF6+gBjou5/edbxmKrgOg7qERPq9K4avsGQlNxZCKH
VCD0xhvfWCjQfZE7F5OI88e/WJBGiUOMhl/YJ7Cumpu5RHBZkO8QZni14VviYD+x7rK6ueJ6mv/m
kf6x3slbHJAOp8QEFMcBx56WX8hLBHO0f1N756+pKN1PQM3lIzu95cHrgRklJxtWPe+3zYQDdhNg
CnDUJmndm9oZ4RM1hVt9sj3PfQtUCAwmpInZmbXspT+Os3LsPGZwkgdZd9ULhorGASuK4r6dvOuP
X9m5X4SEUVJAwDfjvnu/0ty63LR5XxytFHENeUx5+Fql4acl4LndD0pBeQSVi3vuZPfnQR6TSOwV
xxjZ5z1+jIsSrukOoh8f8qq2PjlMPlvu5EUtDFN0rHFxRPiXZLueqJsVRjhIfkaoquXG0c1ftJwM
As1/dw2Cd3dSmlA3ezN65PwIsc+0cV+BEuf4wLaPqsaT+pPr4Ox7YzqnmB7BKtcnPzDE45XkvqE4
dr7SdzGOSmS3VKX65Io709hSmlNcWpbgJDnt84jPTvxmUjks/cnBvUKGZrfH6rzal3QuX5ZwMTxf
feIarolEsf7i+/5z9eUh/PEZmLpZyhWX0mi2zPugwBdnl2Wi8FaJ9siY84hb+GTJc891eaDYC8Hn
hrb5fsm8dlIzi0V+hFwQD9DaIB/u8t7Uf7UOnZ9a8Al8k9+vgwQeEJ9W4ZgJpuQ/4cAM5Z0H/GN8
stC5L0ExP4BnJKQNjPV+oViPU4EwmC+hijJjH2b1JbTvXZrmGu+jws//4tJh8y+lLG0Qs9X360Hd
9Q26wOKIbRW6EWzasdUJ0vlQV23nrEPl1Z98Cmf3qA3nlBOZw1kv//yPXYJ/XUJillEcyb+tL12S
T9a5K623mXngnh6/uS/h2JIqys338eF5rupUf6x88snXLWbuMC/K49zAHTbGYcIlp8kgmOXhftZ1
8eyVvvHJzz27qOO4ijEG2PbpOVPgpBKEWG4ffSbTmEbWJGeUgwu5jFJmY3KMd2t3sD+7ks5+GNqU
9CnK5FJY/qw/nnKZoOnKcak+di7zkj0yDO1u5wby9V880z/WOXmb3myCSMQORctQbR1YdT8lfBjM
VEgg8/EuS6vrJGjbLx+veu7CdTC2A9Ki/NSneyiyp64056V/mDNj3McjIsRdZY2lRdZ6DCHsL5az
4BQuyD0ty8lHSdfQdDiAJUdbJdL4gS1Fl1ybnSodePWMieOXj9c79/LwTDWZv9icOac9ZmuP3L34
nR/dtAaoE7iWE7yKtcm8/3ihc6cN8wHALH4bmr+TXeKISuGzQtOnkyL60RYymA+Fw/ewgzjaBNta
Wd3hL5ZcOj/AXsbd9slNiL2EZU4Q145Fg/Ln1lMQV97QWrfNZYDPEkF1KrLqT+qLfw9xTitBfuFi
mGeZNufq+8+B4XmlMUkwnmO8PdVrM4ey2FFNZeI3Kg2ki9BdU7nves8xb9MBJ27yTevWwg8anXPY
rTSRLPW+rpow+jJR7D19/FTObWj6UnMZc/Kfp3POpnWCDvYmOwz2+2NOvgVqfEyeob163uPHa507
kZgLKenxFsBLTnYz3S8R2paBlK8opnpjhmE5PMrWRgCHmU20xlzuO36mmfPJuud2tV464mV4/J/M
irAFFK4sPtq+7lLvG073LdpxAQ10/GSlc9t6KYEk6IK0GVK/f9v5WKPSKafsiPCj8Dcy8qc3EaXm
VZv4+XeFFO6T7+jcTwMTtsE0XIsO52R76bQgjGGK2NQGOXr3WIXV6b4ucDFdf/zuzu2T5eOxHAZP
/0kW4QZTMwZt+bFNUgu3QVFH3cE1p67ZNeGEZu/j5c4+SIU1BeCsJUzrpLzCDiUqeictjnmLa0sk
LRM7PCeACthGGopwSAj93zxKeK/LwB0oyzktSBIYZaY08qOIXU4glDZMQ+wuLX7/xU/T0lkKOvbk
KbaWZOWYpy3Nr2O0eCjIDr3oGmeVCA+tdgydDa51WfPJ81z2wekxtDxMJjCu4/4HnJ9BUE6mwaJc
hdu+SBHybuWjocQr1p2Sde/+P9LOazluHVjXT8Qq5nA7UdG2ZFsa+YYley0zZxAMT78/ap1T20Ox
hmVtX/jGVcYABBqN7j+46h04O/8qi5PyC3XV8uflWS+dfZ4hFGN5rPJSnX1QpCCI7nQMMLfEaW/j
C8T80EMWAbJOJTgrtQFJu4O8Yz9dHnhpJ3n2NHEPEJ2pzU4IAGKuSR7/2AArKgBnXF43tsQ1dUcz
uPneAF0bV5KExbmScHlTjYpe3ywKqGVpSEco2UkAIo2BIgvHu1EUoMevmH+G9TashV/Q80MpcC3J
XR6bSDCB2IgIs3Wu0tLqEOXKTyOWby+BFWfOLT5mEyIHLeOX3kXDGp0iIHQr3bClAEFTgZ4/cGfC
xPTD/sj7VGwt7UFpqLjHHVzDIkya/ta1CXyPEIERY13Z0W+lt3dbGngMryI2lKPPPmzZWJ7mJjF1
97rTnqw+vEa6k6q72vbBXYiR5g+sIMKbGP2oJ8ysgjsupuwrjH/r4fIOe7/k3J9Uz1h0Ov9cMOcz
16K+wKRNz08KdihYDSnOrSsylKmrGht2KLMU9DfQ3Zovl8d9v7MZl9Lk23UDFc04H1eCvoik44Yn
w5HlUYc+F+85uJbYplE7Tp+6TK4vD7kASJ3GtEFXTE/9dwkpUsuK1Cov5qUtElw+nDG90imKdt9h
jNb4GpQI89z0kdeAdvOTf3gmNF6AoG9faiup1fuQxk/hAaBO8EX6SrMHgOMIoVotejBxxctmjPL+
37KLxugGGU348n5v9+KooCTGC0GBImBhyuQcV9ZjSlnONyE/AuVbFKmpElN3P/8GEaWB3MLf+QRF
frzSlRrXstxoYfYljb13oii9H2rMvTZs4uEU2Vh2o9WVwVSB54xQy+Wf8z4bMEjdLRIYi5fXO7hw
CbC+LuoeMl7v2ug2mfgNHajloTf+gYHApr21TSkLzs5eMeD1nGpBeKpCBUnlrkhQp02dFCrC/2mg
+bVR68iCVHHFQIZXXUUUKeK9g45FufIhl84SqB13agKDDVWnf/8jerm1qiaJ20enBucuBAh0zvvR
HBWnQ8zSSvNPEGkr93B5ctPmmG8eriRKt+D2HXcOAKto1Sp5oEcnCLpFeItlcf/T09IAvfwcgUdQ
FWG/wapKHvOhgixxefSFADq1bKhO2yoPFHv+NNEhJGhGVUUngSnKkwMF4k6itmwd+oB3DEyf0DA/
BUUMOzCmWmtutF52Nk5Fvqv9m5eqqHaXf9H7K4QfREaEzQp1c16G5x9BmGrs+14Zn+LOyp9SdNTp
tQg57u2Mc3R5rKWjotu0oqmNAGyaZ+phU2qNhsPYCfVIv78frV7PryFD94jdf2Qke6rS2xN+Y5YN
EKP9BNtBZoUw3LArQcuK36lQyrWuytLykStTvwNawN+zWBSnyB06SgK4R08/qX1YvOB78wtajfOR
OINqIC386SBQCTn/UKmv0H9rLWATDt51SEB7bbhx6AuswZqXYrzh2TZHBDSPqc9ejBlqtFXucCyR
GHGGR1jeafQKezyKoU6HZfQJdXLpb/ROrdqjVETwGWKxb68EoaUL/s9foZ9PVzWkqgOZiE8C8Vkk
0VJ3OGLV4u5EV5s3VmrptyArEOu7vHGWhp2Cg6MDLDDfATZimrgWXpQxhKwuxyMzCMxruLrqN3BW
NVonreUrd6rRjMpKXFraSKZlgTkC9wxMbJZYRG0XFhZ+M6cIYDyWUz75i+50eFyjfo3u3uVpLo5G
Hf2tBAEcd5axeuFgW3HXxydcYdJ9NfQQdyPE/FFPjr5eHmppOxHdwWxNwHz6S+cfspCIvqNeGZ9Q
L/MBdet9idkAyTCeG01g4ViNlccX1I0SLD2DGkUwVQtN9/Hyr1iasDVh4cASmzqA/fNfUWN0OEoz
xxLHt+BrqX2klQ9FFnUOOhOF4ay8Rqara37LWOQDgKp5/TjzW0a3/RDaH1doSaHnX2mpT12rK/c4
39rfwXTHK8Mtz+5/h5sC7x83aVCZgzYiasEaG4hH9RWA34dyHIFX8LiN1m6xpUPyVlKaUONTznM+
XNYIV6+1IjjZrVmkdzjZ+mj3OoWKsVYde8oPx6+6Sau1tssPbNypRAGgg/vjXemMa3Do4UMB0bfs
7lHKIqyQLi7TnYvj2wdyfVp4AJppv3JnzXauGDqwtzVjhZXWoTGjWbcVChwQXONwFzq989cN7Ili
oYLdhulnvcsNoBYOuZ0oAbIOZo4rRoYTFuojbfDX0GIwMWxMQjwpBKXn88/nIH3sIZQUnxpRRZ9j
9DanoouSZBWqNnqrr0xr6SxQegFZCAIXwNbs6HmZzLD3Jl3v6T8NiPmZ1qsyFMbeRQTzaeyN1btj
6TiA0wbQiFSeRmZ+PkEjoRiKcVx8ylGSPKQynBSekkL8piTjiw8kUBMcdeqqcWHOGWwQMIPCAeJ/
Qk+hzvb2oBYDQiVKKjZFn4uVxGZxMYFQ6SCpqAnO0Zp2YwncVZzw1NGiuI/cprzXQGzuQOFM/Hg1
Ile8HDmXRqT8CLKJgKZTZD1fTA1GzhC3vG/Q4c0/W6P4jRRZ8pBXeJ1qnQxXlnNluPnNVNu20haR
GZ5Q9Oh2+YhaKlL3yZ73cfR7pJrw70emN5HgLCDa7xqUbY+yuGKgpRImjv0PQLh7a0DKf5u3Nlxu
VIc/EKppD1I1JlkEuTULKphP46lOY+GEfBxKJ6VSDd+aRPjekUzfuL48uaXHDkfAImGkt0Rt5vzb
6YXXdB0VixPiuepep+Z3VQKzv7VD1cMq2WiKazNTJ9sgXXm9PPTSd6T4CYPYcUByzR86BTYbao01
3GkQxkuKlDa6D0GT3CKooN8L1HyeL4+3dCdR62RhiTDUWmfbNEmyxsqVHnoGUkb/UloV+S4rknyP
SjZem1RHrhD+1cf95WGXQg0lL/6A2IQKOPucjYNrs+m0ACnbXr/uOwpR29qGxISQvJKtnI3FwXhm
UMw1dVrMs6xNYKnQBGqYglKTzQnqMyfEcmS7rx2z7Q8fmBlYVF4CQMaAEJ/vnVSFoh5baXrC3bvY
NMLLHtDzpmHUWOFHEgpvgvwBmQHdP2c1InKXjbLWklOPReV45bjJ+GqjBf8lgum/EUOCnQC+uzjq
XJ7j4iY14YTwAiZ+z+unfe84MU9iHqRxVb+Yhet+IpEdj2NkdPoVBmKus7JfFrfpHyPO3oujG1lu
59q8Fwt1gLWJmp2nVMEDQAFzawwj7nh2NoTHy/NcigOePSUVkDTIRmejoosn3XYYYE1QwXtIrdj+
ahi5ouxBAUf4pQ544riprR4RZsKn/PLgi4s8UV/oYKEtYOrnG8mpLNT9QMidoDcOd5N7q/uAZpF/
5yvIbFyXNSnW2vt/cZld6ChIAhF/nOk3/ZEQa1lah7ZQ01Oe83LcjCgR/4NiefQiR2xfh1DrDnmn
JcXKflpYZ3BYHBkHfJLHW+N8WImPC6WGKDnZVf+Y+ci2SjfBBAM5JQTykRMInxNtcvnArSr1tpfX
efrPZ28OBp9akrBKqW7Ngv2gD6h4501ySvUKlSceWuIGg7N0rae/sLYgnKeyO1ndRPg7n6Rdo+XG
MExSsbO9ooSIpgDIQrWwk+Kp84Bo5InVvVye3ULsI+HRAYAQ4CGNzb6oi5g7pBj4cGzyvtiEWB4P
90pUxrj6FKIM/75UxXAEJPJI6sxz8iYWglbPu4LIUCNu4Wmx9RwCClvj3S2cDY04bk/VbMLPnBsm
tbHpJVJ0J7/oKVhrGFU5B4E0tYOWC/YkVaj7h8sLufT5psYJeACgQmyV88+nTOZVNSYfp6gz9egR
cBJSSQojDfugK83ih1sFqtwoFcpzKw+PpR0KfJwDQsGM3sksDAHOBZQvId/65YAAbtyHZbXDiUNe
fWCKf4wz26GuTEZXiyz8F/GzwT69Cr5CcKj2bTli5BdG2g7Ntejn5UEXJ2eyRSeaz0TiOF9X8Mwj
UqwG6BqvEPJzklS6fLBxCtl9ZBxKYzwBSK702SLib+vA2XZTQJCDoe66Rh2DxwJ8q7eyURYnRGsR
nANoqHfgRPi6tqjaPDvh72Udk9zqg73ltY61ErcWNyT1YHTGJyr8vK+RppaPlmWYn+zUCb6jzhNq
ewNllnSjxY2DfJplNNoeJSykoC4v5dLpo3n4/0eeNzqIYdgdkmacAMmonzUHIvyG0KNh6Zhn7s9G
ICJ5ecSlueogddHBANXNMTjfJIqKng0xGqJIi2eWj57Pvaj77EENh2CfpQVa4egxJiujLsVOyooe
ZRP6F5oxGzWqzLHsmjw/+UlMYzABTPfTEkHJk86Nf12e4dKa/jnWbHuinF6QxEV8zcgQT54i0Lpr
qsK66rHnfpC4uT/+3wacHXbkVOhWSlrSGfg5JqfYUb7HubP8qjW6+VLl+EV/YN9MpRMgQOTG1ryY
GMIM0cuII0hp3DwiTG2Jezf2gO2NqWtlu9GJ7TV+/9JphCZiTt1uylHzU4LzGubSQKlOSK03FbBu
A2Fr8mZlZTkXd+j/jjM/E1YeV2BxSPtRynxF53zYQkuFp+wmlvstT4ouuvaxUl9L2Ba36B/DzqKn
UGskeZ0mPUmq7xrShJmP7UeFovYx9HszWoltS8Nx/b1BReBXzJspoYjlMEZAuEoAOIcEG9JrMsPg
RnZZ9O3y/lxaUNACPG0o66u8Es+PPNdUGWAiTfqrm/2vydrvJjcQ9t+kbnBECu5KxlG78hGXDiHh
BS4MfyatofMx7Qx1XCvkAgR9hDCzhaj0NSaizm2HdirqnJA6VsoaSyAFEN44AWMRoXvvlJSGxC6E
rQAu7VEMeHVQ9a+lvFZkgecBRiWT9iK20Igt9khyK24pDlaXt2sA5cXvatPe9QzSU0Q+zic+eqK2
MgMVCiWgv7pRzbS9DcADuVteHAiafuDTQt0yAarrUKhnoceKFQerEZpFPs5f11hul3jXYeH9aGfI
a5Zp5T73tGBWIuxSJABkxLUHO46a1SzCmgm0+kGlY2tZIfQtMchm1yDT2e8uz25pLUlkyIBdemFQ
es/XMsVDHRcHWNOmoiOE0/tle+iTsdI2Xlb5K8CS5cHAlEw96CkdPh9MFl2bh94Qn2yBGovip8qN
Cpr+O4jpdn95XkuHAzYvIBYeEujQzIYSxoCFiWLw1TTVjdFF4a8+rIYvDWK1/dGzZLXyxZZCAJJU
JlQgan7ARc4nV2WFmjmYX59aURt4gRV99xPkFhqGLRoOYqfQAq+PiB1qa5nw0rJyHIDKwISg5T6r
GLmNX3EhUliJQP2J7RCV2n6kAtjt0DhxVtJubXE0i84pqHmKjfOww43o5wPGKifco+ptiQLtN8rz
4lA4lXFU8CrdEQRa/NTtoftqtq0tt1Fou18aPHhvEeWmGegOkD83CUKqT8ie2deXP/0S/EIjzwS6
CmcWKMLsxA6NW6Stzy/EnR4fNN92rjKlHv9NMJrAHkZL8MSyjAfpDTWKla0m2m3Ju08/hF638luW
jjHP5/8Y7FDmZ59GdJ2qFSaorrRo8KtAITiIcLlXm/ADd92fA812XxTrfZOU6C2ITG1+jOWYYjYP
kE27bguM3VZO1xR95lUIh60L2p8r7x04S4W7LmIXmZxJdLnYjnqj4OxRA8XZtj1CZVMJ8x4PtOiT
igDK9vL3nT7ffHCXG4grb3revgOz9A3OXzgCP+sYaeEDKjwXb8RU/9XEqlF+EYVvKl/LWB/iowtR
x3zCeLXSv1/+EQungBSfM0D9CZjWHBLSll1YN/y2Z0sXQbLz0rS1r0wBuqYscPBbmfLCenMFAOHh
tqM0Mn9TpzJxNMpoHnaXbf216rVCbLSq8saDhaletHPyxsXUIOjqO6XGD+cDd+DEJqFPipQrne7Z
LaH3ePQmlek9axjZuZMkLOEVhdzKexg0D9V1E6OwRyuPqjWN0KVwA65AR1oLaR1UpGeHebJfqWIk
GZ5tST9gK1tAOkclGL0vZVY29gFR1iB/HJUGVx/X65RnMmjzwVC7xt8rvlfXO0PIrr8LTOoC27Ec
WuN+6LELPF3eEMs/lE4rxU+auzCYzuO/gRY3Ns66/+z1eFgdqdLFyVa15PAlN7nCpTKgOq1J6uJ4
L/dje+3jZtMdQ3Q+kaYvpeUfg4orK9iYXuIc2Q3uUUvVD6AIeGFMcDyuYMudV/xrvH87v1TdZ6Cb
uGxie4qIx1D8MvyuHf8+dQKGSimITIY4PK+vJamiBGqW+c+GLKNqZ5kjotxl1Wm3isyDKt5UTRea
W3QqvWgFNL0QJKbTSVOMW5HH8GzbjIHST0g479mpZGrvWuGnN3CAePWbOSYTn5vaKn6npCA/wKul
j32qaPHKTbmQEFAgslhr0Ci0rGYhOUXtGw9233vGPgYR9FwZQDyWhfm99UecJ3Wk8H4MfpesMYYX
Uh8yY3pysHI4NPOEVQ/yFhddzX+m846oECJRVb6NgVlmh2BMomNGiTxfmetSgHqDqHMduHQfZunW
aCZRI0vff078vo5uSomIdZwUurdFVSLZYxzc1gg4Y1O+McZQvlw+e0vB+A2v/qa/o837c+iE5lqo
SahgmaIPO0xsU8Qjdbcy4itpinqNaP6G7JldQaA4WGXQAATEuQ5eJ9k9FeaYlIsbrdmoletcj35S
aE9B3KuPsiqGr7EYxm0+RBW2Nb0eX7lKXio4klgYtCJ2ru4V11dXCtpLqQ9ZzwQ85Z32/mI2nVwo
skTWF/G/6CmoR3mfsDZol0e6He9kI7NPxYiuzs7IU3yc0ZX3vqShTI1jlE7LdfnDLGxFcJMqvAWq
0FRoZveGD5vB7gaERVOftgEPQys2/x3TCDMaKlMQ1RyThurlMRe2Ii9x1C4djzbUOzZiRmPVFVHg
PbeVY9wUua6iOoXapLvz7CrBB6bL/OZIASTwN20Xpf7T5fEXUj6mSy2V6jeY8bkWrpYqWYmwsvOM
gGn2MlQQkLfommJIcnmcpbWlc2FBVIDqhHrE+X0DmlmvDKf0ntMow5gkHzT1zgml5h8bL2xuvK6Q
8uHykAsRzSCmUMFhXOrf0zn8o+HWa9IrQlfxnjEraW5jqNfhUUR6soH2Wdhb3EmQGikClNp2lwde
nOtb/wSRRKLL9M3/GNhqpV17Xec9N+FEQyj9Ct8R3TePk2Tvd6kF9d/rlzFTyu+EM+Bv9lxnREJk
H5oo95/TMIZiFOnBC07VNKgp3Kq7sp1coy/PcSGIcVPxDJ96X1was+9ZtwWuWL7wnhOC6QHibHqb
6NG3pO7XmKlLO5RMksjFkUQ7cPYZEcCvBBmc+zzAjdu1Dq9xnMaGUf/AV8MJGhOtSYr1XZSUmI/j
46K4z2bViKOJmZqC+YYdPxpKhENlXih/L99J1AP0D/R8aszOr1y719oIez72SWFWHnaa9BEBhZU2
JrHSjMTf1zOQPPBYRmqMUzXqfFv2YRjFfuRRAMI1BreiYsSqA0HPDUUd/B4v74+lr8aNboOxI8sk
oTgfLNbKzMPb3Ht22Yx7i0bN5O6Rjms8t6Wz9uc4+vk4CDH1KNGM3nMeO91j6lVOcigMLB43VIc9
f+vqIvvn8tQWtv7UcXHfaH2wRGZT0wZX5gNeJs+Krr+afuI9j8b4XCeV/XB5oKUCJiNNKGXYkqTa
s7Qwy/uhjgxeEzBwkmMmavV+7KLA2VhKncMLyburMsrqblMFUf21HBJ1qzdl+u/ln7GwxID6yD4n
ZRey1HlVgKdcm4Q9+wZ16L0R29r3rhPh1uqs7JNW5t3KtBfWl4cyxVKqNRBS5ny2IizRH/E95TkL
YhLw0Q0eEj/UHqpMx/7y8twWtumUdwLDVk0Xav0sE/SSCt1c3fSflTG3xcb3/KE6qNFUNb080MIi
ovzhahTbSDipRZzvUz1yhNXFqFqbboO9la61mCbVmaU0VxYlquY7+qujvvKsWEguCBnTcTcmINh8
JXHT9INajAFNIdvIv4Z54O41vZeTp1kzGjttkHp4X4ZBlF5lfbW2cZbyO8aHQw0zjIfVfP+OWmXX
Ve+j6V87mjzobCRv02GagrEtZjoPmhXo15QlQIOreYvRVj9RU7s6lUec1zN/5WMvfQN+Cs1jRJAm
nsH5N8BIINFzBzAzvo548mq9s6exirq4nWBOF1uj9u3yR39TTZhl3m/eFZxeiAaoi56PiL9MCc8X
a4XCVSrnmrqIdcp4BFVXQ6eFTk5pHo2UL44bGP4uLMvYPMkU99gbd8wz9aD2lIWugkKEHjaroxZ9
alFNEpuOjlh9gMrVYSSbmYHfbOE9+t1zzw16D21d0T67TSQwiitMNcEbKe3wffJL09mXwDqCOyf2
Rf3z8myXdhs0VNQtkDSG/zpb3iChdteZyMcXNhlsAkW/8vrPmTbk33qZOw+Z5mTXfWo7dzLIjP3l
wZeCBs+bSeOTTPYd1rLClkRGXoxDiqc1T36EvJXu5HmzSQC5rIw1hd35VyUmT4xjKlw8Xs6/atSC
F62swX/Oa4Mnoq4Gfr31pd6WmyDr7h20XQueMK7W7GXQqd2mJU2MVzbzQnZLl5eoRfSCQuLMorKh
N209iOlRZ4Y42Y1aagRf/TxUHwnkabdr8X2/H4TVZ7//fqW506cmDAtAOfF89ujjY3/pCP/Z18pi
bzdYVG+IzN1eRWD9eHmsN+Hdd0sNe527B9AquPnzwarKwr8LW8pnsJ8nHK5Q4g+C9DoqM/9OVXAp
2mKd3n9RYrMIDraX6nj1WniPbiJY0M6hlnVfrrUVpzth/psmlTvaTwjhvQNI5fFgaaHUeb/bbnTX
9qb5RS89++gOWrYBYZd/RSwOaJ1qx5/DzDKe7NSqDk2tjBxBQVYe4ZfhrdwvS9uBj4J8MYXeSdb3
fKFatEzqVroYf+iZ6x5snMXUqyLpMPiW6EhqG9VRiu1Ar/QD+xBWmjWxbsAAz4EcgeNVWomQynOU
uvjkOk3fflZDNyOc1Qm2lsLE7Axea+OunMKlaO5O8FyLZic4ktmNGobIOYrB8J6NxBp37mhhJd2y
QfJYuzYGo1v57IvDucZUQ4frw2TPF1gdC/zERci29+rsu91TCN2UsaJve0cfmxtuwEiusFSW4gyB
lAyahi4grtkRL4qxK7245ZtKHRvKyMfuRFWSMPlU0pbDurYyM1xXkzb9XptIJpmhcL9ePoBLYZXZ
qhZwQ6yv5mDAwtCGpu5t7zmy8vFKkiyJfdY6/7RxKIvd5bGW7o/p2iBRoE6A9uP5CkcJFXW7Z7pW
3o1X+OVigMll2P+TqUBakM8JlAd7FD4fuwTxuRZqptWcHWsI0JhMTZr8ELFnL4lBKULZtNwgXU2V
J0zz5tEObDPem4OL2aWddJwdMfinwXAPQYjb3MEqwHleX16FhRUH4Ab+A0XUSUp5dpAbDbBCndXK
Mwr91hN6oU51tDrxKhUo2isrvjgWRQekuEm2oaCfrzi2CmErRAC7K6uj68TNOn3jpKl9wOqn+wCw
feo2TGxSZIlJhs8Ha6Xaty4+YSdZufHDBEfbDH6W3kssaHe6Uqz11BdOz1tTFeTFRFCeu4+gHxZj
fAytvTUSA0dx5ESVQ1eLOr2zg2FsoSkM9k81G6HuamMY3vZqG7YfWOGpKDPVLhx6GLNSkNsFStJg
7AcweWqzA4QrvnWAP09moxorEeqtrzXfwX8ONts6QuLBCeUjOoVm6v2KwCerR7Qp22M9IHVNyt3i
BUlK0Vl3Fm/xr6KQJljlHhdVLA0xwKQKjeTPq6sUo77FC3tYU8tc2nD0caZrCgAH8P/zPWAkJhD/
kF84qGY/3iRIJ5vHzBBRtqUYvqqDsRCz6eN4nGrINVNl53y4IqosQHcew6Fipx9SHSr1oc8c7MFT
QD/hHbYUK0nw8keACTcl/BQd570FPwyDAERKcMp1D5TVBltW+7FMhkHfpCLqiiupSsW7Rpm3ucsz
z443wnMSJ9y0OB9dq+QulLeqBGCSAtj7H7c1O20F87z0FajJTBcnxTsKhufLgnVTmw3g5eCX2W28
TcB1b4vML6+UusWp/O/jGa6NQBx4zYNKmn2DIDScrIF9dNJcH14+LHUhDmMqM3EcqzD/fXm0KWLN
j8DUSKAaSjMJUvX51CppDU7YB/Epq/Iw3VkN2MXHzB3G1etiug7ejcQmBlZiIXU7f9CDUEcqIsvQ
PqgUJ9omlLxfc7vDqFUfJ4Fn0E8CJS8AtBSd4/7aN+JyD7a12HaWVV0VOAEfLs99abdbALC5Oaka
8ew+n3sqyha3EzU+uT/iqJY3cM+qT5ofRv7GjM1mLZ4vVae4KwG0/TfeXHinIbEz7NyOTqYZa/J6
iIc2O7Qo0tZb1Q5vK6ot/pfOSIKtbQvNueIlhOV7FlbFGkFzaUPb4FApgoN64/ufz3y6S8ig0vik
51k1bFTcZndjLo1/YKauKdEsrTIlW9wQwEqTC8728yg6b8SQCCJvbsXqpumdDDPOFojfRpWVY25J
zdSV3GQhM6KQyi1iUDyaQsv5/HpNIGmKMsAp442b33t+n4ijBovyvsUiKTlEVRcMx7bMcBaHk5J/
hJQGRAnIFlhRTEPmwCDoIi3OmwS10QY1sROGghGzGvJb95EMynjT0IbxPxA5JsdPlwIo1c+5YIqC
6r2vcpxPRqHIp64cHmWeelxMsLdPl4/O0gai9kKCiQcbsWq2gdBlj4ARwoANq36Mb+xGNfeRmRiH
LC9a9eryYEtlMVAxPFygn1FGmPOJu75s4V5RC8x08kcqOAWXQ26o400o0lDZ0Iqg51fGoaIeaZoF
Nxk21yWoQAuD7rhhFiuZw9KeZkcjYUVyRklhdiFERps7BfLAOBgpzk0wkhe1FZYH+xJFx2ZHByb7
cnkNph07j54Uajg/5LoMPXvalNjCeWldB6dMT2prq6AoaWyHoYiKu1Kx0JpVXJnumqHp1sSFlkem
LfjfyHOhU9VP1FoD53waXbc19vR0LfmIR7gHgL1XnPvMy0Yb/YZiXFO6Xhx50rEE9IiLxFwjzDST
UuE6CU4DNKYH8Ib+DQKThfkq+aeNBPHj3iAgV/3790v9hvCcUhIsSGcfVwO3SAlShGBzNXGQiIhv
IgL3VZh64ZMsu15sTSVO1ljIS7NFYJLSOqOSiM/eFlXiWm0fUGwtxGh89RvT/dqkY3VTqV1qHJIs
SfGjR/167U2zhHYgWnCvT0EagNN01v/ovhYMzH0b4WKpat1w62LHc62p0JO3gSqcx7HEZz51o9q5
BWBrbRvH2SkVmwG53XYcDp5a6t8FwOoPSFxMPRya4Ox7nTfm+e8yxpLkrmbjIe4Jj46LFUv0PPAR
vKntaA0Dt3SkKQ1i5wGOc6K5no9m9zWAb9sMTkHaaea2kE6PXWcNe8iRWrtL43KtKrr4wdFUnioF
8M7t2Qen0AVvSU2RwEuC4rEfXZpvUdn/xuVJmpuRSsJORRdve3l3L87TpBo7aQkTwWe7u6cEJ2IR
hqd4jMYTvZxW/dJ5lTE++kCa6p3ZaKvd9qXbgoyWGhDFCq7D2dqag1kbgSURTEu85qWOkSylOu+W
W8fI3HblFlxcVotkHWY3Tbj5YIWe5VENdRAKbdjom6x0xgdeCnqwLXqjTg8prkKUgqJCX3MQmo0M
x14FCUYhAnFFPOfmz4SmVFRlpIr5UkbR77gzi1vVLEAlZtDmd2wn8QRCTV+5GGbf879BMZ9BIhtN
MWZ9vm+lNqSmmrX2i+w79cpUQ/Aa3Tj2j5RszA3mHEG/ssCzOsF/I9INp4oOBJ9n0fmISNRjJ4wE
xUteN2O9z4d6vAUH5IyYRmj+J9s3RbI1YgurwtJxiq1aG8NKoW+W3739BKYKt5dbYSr2nf+E1qjg
hTdMGuv29ChS2dzwtCm2vVMFOwQJtU0WGflu6K01JNxbs/qPi/htaHKzt+4Uha+52nFrDNDB/cB9
iXofoZE4Z0c8hqlpjVMDXW/35JNJ/anRfO5nu3WNvSwxdt7G9K8+FTyBwmt8L5Qrafvt+Btist5G
G1WQJh6axtH6X73ZiTYGQRVqj2Pbee627FTnrsviptz/VSxgLkjdQCyY3IsoIs5ZKFVdkL4UKctY
6u0mtloRb8LeTJtN6yXJJ63185Xo837vMCLiHkA3Xcq08warHZi+hneX9SI7pd1ilC6QixDDQYRZ
dkM3QrtqDHU4lmjsH1NRh3+H6Hib8KTmjDYTWGNIY+f7BrS6MLvUt188GbZH3S3ELsC1iepkPx4u
r+08aZ3GojKro207ZazcLOdjhaU5Dn5f2i82/Vm8oLndr4WnIfhXVLYpUBVo061QW+0esnHuXQmO
214HdIWCZFQWwfHy73kfnKaPDWIU7gqKLvN9izqNKdNBs1+qAU5zaPvVPiyH9IAaoLYZnUg9Yob5
l+Wr/9aABXcnSzU4SFPw+iO16F0liaJS2C++3jpHu1C7nzFyHdq28Qvzx+UJzi6Z/zfWRBzAtIdo
OMWMP8Ya4G81dZzYL1qhx08dr+tNTjf4ukHUeeXbvg8/07cFmkD2CU1u3s+sPCoFCl/+JUUQe0Pj
HEHfQK+3Q1JcR1agbIORl71uBdHK/l0emBzN5FPSmJ/NMTRqqZvSsl+UrvF2fSTzKzALoANzj+ZK
W+xlV7/6lpatxNt5kY7FBQPAoCRGtI4ogZ0vriXbyDLRW/9h9pZTfpNZ6GkbAzm174baqummsGLX
OgyZ0ZmHKjMrZ8feSjRAU2WX3ZqhJtjwHaq6x0Ya8d5QhFwjUSwcuKnZBPzF4YDz5p7dS1GBv2qR
9caPsBQ/fD9NDpaMw62BTcQuCYCmd4libs1mLIH/9Om26QPvGEMy+LsSNmsFhFGfmPB0oOApzS4n
EalNi1Gv+0IiF95oQvaQo6TyOmCatWaz9/5UgzSiiENT1QQxMq8PD0aKbnQR+S8J0vi3vmbU135o
xVsfq+mnURMJ9ZZ67VS/TznIH5FkmRRnEbuck+/iMXDS0ZbRj1o3lMcmTryXFvxCs/FDs92Vddv/
c/loLw3I62RqnyMHS634fPe5WdGFASK3P2RjDc+6rzd7r9bVo5JoA3w89efl4eZcj7cvSJUS2O2E
8kVW7Hy8Mo2dsnUcJPYjOmdfiyzBhU4TXqPepqEabZQytvZKqv/T9KF/WxtA7jeDI7RjGbr+XtpN
Ajepi9oUfiws5VOZN+PKkix8eFpCiMhRYLJx05ptssHrByPyG/fFr81yV1gkXnEv0l2Aj9AvM2vd
TR3GXDCXV+Z9jIX8Qr5AhWmik84dlRXMgUaol4xqjNE10lz63ej11klV4maNTf4+1rG33ooOlNBI
TmbHWUHhKA2NMf6hOlG8rZpCHnE5TDd55QST+Fn7OGhtuQ2Qy18J7+9nyWgqj0F6UDB053XhkqZ1
07Vh+mMcC8dAwSLJt0gvhOomycy1UuzCZmM0rLygEU4NBnf2JRVwmO3QNckP6BSqvs1F1YNoNynM
gtIA8L83RWENuyDFJXefJp3rvGIa138uzbr3N5buq79VnsnO7VDKathTpXDjbwmCu2vGAe+WhWIm
EFQHcBzKHdyA56cigi4BikWEP6OBS2dbQEPZgeEa/D2NCvHt8k579/WnTGWyDkXXFlC4PbvpxiSr
gf954c9M95M7aSfp0c0y64gWRY+9pmJ8pwZwZzRyzXjoXayZ2BWUAMhPeR0DzzqfZYiAOHh7S3uN
uR9ecz0db6Us+weY4P1rbMPEvzzR5fEmlWLeMlRhZhPF6cIozD7RX/0my6/0FBinxOdkn7dtUm0C
qvQrzaylAaHV00uEYc9VOZug46ddFCHH8Dqopfs6yt7+kqdFtlPBw+8M9HVXrsM5JAnxbgQ2cHuf
kAps8bn116ipmGxauvLLzerW3hVdJXjx6GF0XftelN8a6PzLn6k2OJZyHealKB6jxhbia24MVXCA
bVMQWvNEj/0vl9eefJyvefaao7dKM5+7jGLI+7ymUYO4Fn0mf/0Paee1GzeWreEn2gBzuCUrS7Ys
2Qr2DWHJMnPOfPrz0X3jYglF+Ax6utFAD7yLO67wBz2lkGxsFLtGOr6okzo03X7ILN27tZom3vvC
SqY7rYJC6fBfSe5EpAf258JX0o1WWZm5GWQ97T83RWuFTmZqUn2osDHJjoPwcVFMaDNIJzJkWT9M
daiFhwpKR7frpS4VL43XDqoLjFZNtlbbBG8qsULgEDsTnfedHGYPcUJbMHCFJjK0/I1CrcrSyRIr
erQsX4wv2I+Z31WdxPiTrIXad/KTKHmbtM5vt5GdJYFbp2PyGjSNGTpFZgLHLmCS7G2/pOvad8MY
fCmVilJFU6DsnLi6RDLibSxkzvojPH49fDCjqH0ACOkNB5F56VfNR0/LEdTNws2IE2KwEfFQ3IxK
o3yb7LqRf4zpBBQzR9oxuuu6aLgxTH8MnQmt2WSGiBgpTjKDJB2tAZvX3plqU/Sb2lCjW7sYPOuk
+ZaKmZcvKoA0SRXDrAsLuzla+hiU73XqSWQTpVwNG0Qb8oco7ifN6eUwTm7Bl6kSy2d7j7rZgvep
5Xw0HN2ItefR6gOxCXPsJvYU8sWtl6aD7aIlnVffjHIMpH7bamWB+KSBAagZgA3zA2s3tJH8MokI
RYg46KJ+h+djPuzsUqi/tdCb8tQxcstu8w3MqFBfc5O6uBZn3AkkEoI9GIBcU+e3k2z7UpgW0vg2
WyHtg6Rvd6HW+Ls5q3YqlD0ozdJvksI+XkkBLkYGuglPZqavUHLhGTgfOTegJqdjp/0yeqx5d0pb
C38DfUK+b+wuf6wQIQeOYDZJbu8b6MTtmmDPRemAwEOa7Xp5elAjXV4jYzqEeppm/u9mHAz/XrUa
60X08kQgllZ3fYD/7c1UetU2Ctr0kddpXLnILkIutPKoHSBAPvOVqbWdzwC1eDkjcYlfCe/lfQjG
yd8U2ZhhCyTMzwKgMV4ptV2saQIuL2yqiSiTEnATcs9B9+LdTayyGYpKMl5HOny7chrLY6FYxT5B
YPrB1ksQEdevRW1xKc5AACp76CtT4AJ/v3ghkJehFm0O9qtfhOZ0Y45d4oj5jV7poi0DCopA4EHh
SYBeI7hfyuhKODtNvLL2K5Wi0NEg/n/Tcz99V+gOy//4zM5jEbbMakG0kwDUnC+eMmreGCq99yqB
EjxE9dSc6rCE/kHH1C271TL7nwD875flz4CzThc2BDTslqhfGiZJEtq5/WonenBvdnZ351nFuOmk
vjliA2P6KBNTM0irQjuqZfFTaQpxuL6QFynxnx9BN4k4ip2LivD5V1edXOA0kdivadkq1QbjMozg
iPAeg6YbT3DEtG1gRPFbP/jeuxJM/V2iZ1Lq6Kn0j54ttG1ZAGS82U7U3oAXnP+UBJ2gYWo6+7Ww
rdY42l2XVU7XQlZx7L5TuEvkcjrlaR7dYzXl31+ficstfT76YiL0Idf0dpK917LP0GerrdF31WCd
xXV5VhkH77JZ/32W1Vx85agqQ283NROeKPFXza7kHQhMfc/T2N8YoT2tEFY+Gs+Y03AaHUB47MWd
lHeWMaLHZL0Ova5+U9IBGuw49sgR2NqPpqzClWP00ZGdVa/R5gD4Cf31fBW70hikIfXt18Sv9C/K
UPnfs8AajpMWJWuCwh99G9IQlBoQNKAtuZjLuCIirGDEvUJgNoc91MLkJldDa3JEIuxsnyW6+vjP
24Re86xnQNkG2eTFdGpy1lsiyr1X4cmt79Z0Bf2dFPOUr1yxy9eU0zA3tVk0FMWg1iySvgKha0ym
Ju+1lorczTPP/jmphdgaELkOSjUmbpl71bcoqur99U/8YAXnLAOVJmSXZknx8xVUmn4KtbKyX2Xo
vfZ+kvDycRBBmbYSKqbTStSwfDP/fCewPphwAHEop5yPZoRKI/C7Eq+JJrR6Lsgiv1orRvDmFSIh
imhSx1dt7+X6R36wdbjk0QygMsYuvag7A7ShwqwzvV7lv8XgNg+kisNR0Obe6jHMqX8fD6guXnqk
cIy5gMPQDKwSWRrFqzAqcRJDJ2+6XBkTRADC6FZjFqSVET9aRhA+9BXIUy3e6/OJpe0U2Z4ni1dE
RQJ/gxq15wo0ADI3C7CFvf55H9yejEWmxNGfm5yLVUz0Htsn/IJeM61ola0F+/ZFlgf00a6P89Fu
Ie4g30dhhe2yOPF2V2E1Ppneq5n67XFS+nEbJ3F4KlvJuzXLKTlW4+StPJIfDTr7TVLUBgV4oeE0
5F5ux3XrvwkyBVdLqn4LvxC4RyCXh7ZotU+FEkb7f/1SGFcUM/GQ45HgNj1fvt7rMIKTDP8N04la
dVO97OgQ+W2zswa/vM2Uyka7Cgr85vq4lyvJuHMERF0LzOcSt0XFuhr8wORMxI1aOSULQUhCyej3
9XEutycXKLgwphOtkgs/bFCy6BfmbfA29KZ9q47p6ES9aTxoirC3/z6UQj6AJg+5AT/4fCpTP4wj
gOghQ/Xp7SiU6BtcAxSlhzz552vlDyB/lpkHYHARGPtYPiDEpPFVuBd+SkUtjsMocxS64BZ/0Hx3
/csudybDQdSZ3wrusiUbVPMKM23DNnyrJYzn8fBrXjCLTI6pHYU3vVAVB9GxNfOsZZrFJNJBQROB
1gVlvmXwr+t2lWlZHr5JUt/vVYouGxXWjBOOsfqZCnOzzdHeeQoolG3tWFqTvfho4xBazKUwtg1F
uPPVxFhjNEsEBN6oznVHnsnIRfUkeTCnLjxen97LR4KglEo2InmcBXbr+VB6bnX6ZJTpWz0karmV
UrQFvlhNJpRHKlTNvV8gchisXKUfDUotjINGMjnrGJwPinZInHXkIG9yX/l7CV7bPXUh9RbNquAA
qnNYud0+GI86AYkzhA5SuWWgkeFAX2mkN29qZeoOsp9h7xR93Wz6sdd+R5SJV178ywWcX0EaUhT6
KGou65mgzKPMb4fkTRqVaWflvvnYhSqwMbmb1lQ8PhiLnA70OoiC+bW3zieTMCIP+r6I34RHp+Db
GFek/1DSU3HMAyP/dn2/XIw253EyEL0/xe+LqbQqxS96NWzesK2VfjTJ2DoyASqPr1C7/8dYZGYg
JOZSB8Ww8y+T6JsaEqz+NxWZKVACRuJteRNVpMJFuNaCuLhnSMKpzc6ZGbUV8sTzwVDOGKvSU4Y3
rHbrW9ULDbcsev1u6KJjZ0fbUMnW/HDn33+WHcPX0iHxgnfiGFzS5ArLyxI/Ut6kWCJ8acxs9rah
Vnj/r2tGOZ8mEpe1TZVOnY/HX6AAO+7qjjxNeWvoUfTOoBj+KRi8DqtfyV6LAud5Ov+oOcWG44p8
Jq+RuniJ5FoXgdzaya9Eb1UnCTL9EaYN6qRDYu5GEWaYg3j21odU/+v6Z15UGyA9wuycOdaoQ2EM
MC/xX9+pDoaatlVX/aZkavwMq7S4IbMaH8pI805Iave/CqkV3yJNHk6wD6wnJR37lbleAkmpUOkm
siyzHitxDX+f/4gQ6x4vn/TmHc57hUapMbs462GLfr9eY3h/SkJJfhG2OmmPQksDQHGI7hzSXq9i
asap8rOJFS86JohqSruVGVruOKIt8joINdy5PCvLH6eGaE00OE6+l1asPnSap/4UIK1eqHhX4Ftl
I3EHqkfbkkz0poyyznRtXchfJtnP52BC656qKR6eJUNqh+3Kj5t3xt87Z/5xeCnM+Ft2KrSf85mT
Kytp8JFQ3qWqwRGMztOLrIukdJTaUu/6aBK9YzelbTo95frUoTsRBJuuKvpDowU9TnZaGegr67l8
OuYfRSJMJEBWYxESnP8osyNO7GJDfp/GZHjXSzn/rSdUVTVW7UGJ4zU87Af7hwNKjRq9a43sW1sk
xQM45DRAZOI9yisJ44w+a3QX+nzjlEHt3+V1kc0aWCMif0nUWpucp/rBy7TOgXab/po1ZuxdgH5N
tLm+PpczQel3TtZJgOBsL/MSK8l1VW9l71fcYnsXGx7t/qzrbz0zKw5pVL1fH255H1PppbeO9Clb
jYRkWav07LYu21zx330eAWeSYhoiohQ3VVE3R9TAu5PWW8HKHlxeXn8GhQ9EhR8INJXf89W2xyYo
OsGg+QRktVEDbU/Ly3Z9PZe/tHYh7we9lo+1H44rWd8Hs8sdTV2bQjdQqSVepp+CUtdb4b+PSLp8
Lxor3wRRqN5ghxVvMGM//OPsQsqZ9dSgk5B5XcgHEylJYRhF0TsHp05n59DsbVDbsXZRUOlxL9XV
wdG1bi3PXIYPcOyY1bkgAqjgsiAsy5PcqlYYv1cJR6fMjHzj25Wnw/3i3fvXHctgtDaRgiEUQytw
8R4Ulal0FipE70ArwtEpkyYX20Sl+pGFDZZRxqyNfH1eP/g+6viYUuIzNld5F3cYrMWIRnmXvuu+
nx3wwrJu0inzjhMKWis75uOhkIfhoUHRYCk8OgH8LmKpSN/xcAi3qS2L3RAoSuaYMQWCle+62J4A
QYDJMwyeN8gCLQ4GVUhUiJCPege9GLhhPKiHlmbUfhw78SXNp7Viy4fjaaTnICwA5i4NtqUGVFMk
h/l7GOl+7ZhFXjZo/gz6jV+hqeYUhaauQCcvzv78iZyG+boBH7pcujigJy9iM303omi496Ky2FbY
lztVGwO4kWqlucX/d6bNFass9w/WkudldmeawxbURc/vnVEnYfA9KXsPWtzbHTAs+aEu+yik050a
Kw3/D+aWwUhLuMeJ5Zc+DlmmokyHY+L7lMXqNofNvAVSOOw7T/XdflTWzvyH4/Fy0jqdsWTLiU0V
pQ2KdMjf2yoyDhQk4s2EOfsXHq7sUPPMr7QDLicT32ucmfgfqRy2JueTWULV9vtUjt8ns5ceSr8t
NxSYxy8U8tew45ch5yxpQ+mRPH2OPC88RQvwnQRLybtvlYXlZJOS7IzEMp7tWonuYRDnmzKSSpBT
nXpn9CLY1d1UrrQQLyeYH0GDgNcDxzIqW+cfTFVylKIx53CaU7TX4zxycy1Tf5lDER9qG+OK65fc
B+PB0QQgSNGAUtOynu2pbVc0SJ+916P2s27L5uCrPFzFZG5CUqXd9dEulxNoGJ1YypIzlXXputcq
XYvZrWjf0QHwPocShuWoH4ZHTe3e/30kkISEHTT3aW8vYr3QHmW0karu3euV4nZS7GDbd364g3xc
7a8PNd+Xf8W6wLrguIGOBcKADQ6hzvmSYY+YmJFIld9+lmv7AoOfbS1bPSxV4R0LvzaOqaX7mwAj
vEfJAvV3ffglHOm/8WdwGTfezLCfl/ivVKkHstk3QSP/hvqgadvGKpWnRmvaPfrq+qYeC+kWfarv
kqdYBxDcgHCMadppZj3dSQ0Oedd/zuLqnX8N1RJ6QGT7xAfLBJXWLZBpuVF+ozxqbmr0jvBYzTz1
IfZUa197muUEae3JyC1X3UqQML/Ii5WY1d5RQOUQAzKYs5K/ZsIYVDNDTlr9HQw0nPw2n56UyBQr
BaFlWP/fJ84fOLe8CEsWC542FDGzTFZ/N2B+jgjoqk5W22ntKFUV7KRRh8sbCes4jsP0KarFZ3WI
22NoNsck74uv4Kcrf+XLl41xftOfUj/vHfkqwfviorSGFmfAVFN/G0r+s0bL4RCAcN/xRn5vzciq
HDk2gmljo5H2gO01NBFEzOBVEdRcX//FEf/vh/BCwI+gEkn+fL4GRZnB5VYS7Tcwx3Bb25FxDIO2
24lOE9vrQy1v7HksQF98LQUKWBLL0m6LmgAqp1qAUoZqQfsnYr3p+sb/MSR+fZxqKOp6nXubtLPL
zSA8Ctqgfl6v/4pFcjP/CJQVScQRQUD+apnkyb6V9zqIHXTwo9o+tRYm91VvdU4pt+XXCGNK+q5p
G6+t+DyR55sd6TlmmCCDcAMGxflEj16Ui1jrat8Z1PBzYaIN/6mFCuMqpRh/18lgbXUR+j8HNcvg
MyRJedQH0bstahyIU3RSceprmm0r5/+D64jfw6tNIRpoFcJR57/LjvUAGbYq8R0wqdInf2iDoz4K
bGVic3CDzBtOw1DWrlkiM9QpgwnLrtZuxilTtirt6qfry3O5H/EjgpfFq/4ft//85zSK3RmNlEeY
sKHnf4hszcNdXgsdBOPW2CwX988s7wkkZx6LEt1Sr6DI8l6I2ux8ekNj6oIuH+xNV6R+sbL4F3uO
gSAEseegfHHc5//+10Vn9iW6sMgp+ShdpFO8tWFXKxvUZabiPuN2NhzQf41/apW+yFeuvz+A4bON
x+Cz9AVVTnoqXLTng3ulEfTFpLLxPKhW426i4qncBEnhfwlTVR/wEDMbCRw7wMjNKErJPsmeF77A
mJpyt4x83ODLLB8bR4n7lIx1kImrIkfARNC+5KnAoSUqo0ZD72ww8m3V2174E02/HPWvCmfEEx5X
nYQ0cwgyEgmtkRheHrIKUz8PHms4uJrqW69d2GcvQRpoMUhKs1LbrTdVlppvKFhNcJsqFary9c32
wbrggkfTDtYOzPPl5Uf1u1STQZV9x+A9OGa1l35SNejmQVBkP0hah5fasqo1FsPFm0ukA5NkBkFQ
CiDlOV+RTs8TT6tTxXcC6E71sUfPv3L7rlblG5w6zOQEr6u/8aO0SLclDZu1R38RRSIgNkszUpmm
iwiPdokSMqCkQUXCk89pQMeNDiDdhpo7vAP01e2sfYWHrq/c/hcfzZjoVcC+nsWFuP/PPxpU+yDX
nWBMTc9/5V3l32WdZdNk7u2TMgzaHttAc2cMk7FyAj74WjIEvEd5+mfqyOLmJZVDWDpWaKUhznxA
7LOMD76i4HjahGqt3eZE7OlKXnCxs+jnUzijEM80c5EtgjzZ19qopagZgRbWNKcxY6NBr0CfBSd7
v3BFIexPFWAbb+Wq+VMLPDvuZF/gNWcWIqiXC9GK0exyO1VV6DCN1DXZaSD1nY20WlVOnpsyoeue
a63cHKwhRrLcNS2gRrcDhpftJzPrCQV2ZP+TsqtiK75r20kEjlwpQOZTgTndxrIbDbFf4GdOV9TT
jO0O0X12oB375q8gTox2g7pkJR1NlcQa1Wn6i96NjQwgvH6RmXLoxI2op62WplL42YgpCG0Sva6K
TQIg01954JYPCtAtWqvsOv4BYHmJG46J9SVyNOW5t1GQUx7tJHDS8eu/XSTLQRYhZtz2jTrJgfKs
fsWoSjiYL4d39sqeWu7j5SCLQlATGAkdAV95Js1EmM71xQkRQGvN/2q5dRfDLM07DRP6eIHmG9/i
H8wH6et4XPuSZQq2HGKR7aGTqBdKwpoophvcyo0jcFV58781j8rD9YVZ3jrLkRa3Tgnd3ZQqRpLv
4pNROPpW/xScrGolLV+bs0UUrcBLyOEIKs/ep2wTbaSv/VFeKR2tDbG4xTDabjzhhcozF7WrbTwn
2Ird9cmS18ZYxIK4S4VqgV34c/mz/FzudyEMCad9xGfU+BUKJ3yxj/5GHJvS0deqt0tdA9LAs3O6
TETTEA29puf7In9faYfac8f0i1TPRp86Yq0O/tGfdWvrq0dZFY7QS8BDRyHdTPWO37zp9a1lfMP+
vIYMfX1aVm6QZfQmQTSIkoE9FJivaX9fZ9/bauX++PBA8FzMtXL6PEuCqRIQ+YU5Q3ix8y09yT/s
H/4GFd7D9S/5cH3/GmZxGvIxCu0gZpj8d3zI38YXcRz3/9sQi5MgjKJRU1qrz+3W387bFEOAlSdu
7SsWJwEtM0WeknmIU3Hrn5RjeYzXTsJ8A/39iv7ZjX/N1OIkVIFWmJXGGPJdZjvdLfixsXSq16Jy
WtWNf0mv/9u0LeKF2rcl0aTs/vz3dCOe1FO2X1v8JYf+vxP21zfN8/p3FhLLQSEivsn7Udwq+/yH
8aXn3T511a55Ch61yWleghXHqLW1WjyMTZwPVRAy5ji64tkoN6Jw7W/G4/82e4uXMSv8pLQTZq/f
Dof/Np16vD7Eh48vBV7iZZymOKbnk4dk7QSgMFaezeqUi6+W9lXvJ0ftv/9vwyz2Nna1XhJNDFME
W1vfR/GpKNxwVQtzub1J+KFGkfqgtgoqa0mGaEw48lUiTd/t2goyRw6H9t4DitlBaYdEv8uzPA52
phWHBzHUSbaJc7/5HcaVRtiR9fbPf/tqwCNgxGbALbAc2tyLe2nsh0qNGk/+bsVJj7X8kN1VRMiE
a6XqkIYOK5HUPIt/n+4ZrIImOFgR8E2g+xene5oifk5sBz98XK01x4vCpHVNz1wLC5cvB9E/SQ95
ABhbQD72ItHD7jjyI03xvnc1bnForSPLKJ1IjCdLdmms1eX2XycSSB8xLqj+mZf/55H964gnQGtD
v0qKH2qZ6vjiKpnkWqLJHVOfGtTPm6JaGXF5wMmbebLmSjYCHRimLo5eQ1ULnJga/qwVEd5MQRze
GULyPun2ZN1N+ZTfJpALVoqWF+tHsk76zKQiokMbaHEYUzWRBjFV/k9PVUDMUHXY+1GkuNcn82L1
cLCaUQGzcCh1iCX+RBSW2QepnP2sBC5r7jh0+Ve70n1tDxwmXXlxLj8J1g5VKJAI7D1qcef3i1VQ
PbRSJf1ZGFl7W+GveZ+V+trEzatxtvEB68+QNxnxI+gXS7kODEtj7L8M4zEM8m5XCEP/1JmhfIj8
9IkaqHEQU6QVjhBy505t169k4hcVYBZLplkGC5u6ArKVi92iS0lcisC3HsuAZwFa7mBVP010vLVP
WR60hiNb1ewEUmKdkn2r2gxNZsdAn1m8xwn/t5VJ/wMGXcwHjQedCig9IfAui9/Dc+iZVaL5T40Q
EcrKXlyb2V5vm86/T5EZMW+qJtPkDd3yqnZ9DfMXBz94afhaoQxRvGuibkfPnTxTw25UHfpswNk8
qY36lCq1XmxId5sudUef4tZh1OpIG1Z26fJhmh1QkYiY0VvsH+b0fOOUiZ2PWR9rj2NniM8gmsPx
pqOT/FxZKRY+CPbkALaun4yLQ4/IK4UzVCPAu5NXL8as2MCBZaTWYyEzaRQ9PQfZDvMkslA9emCa
P2nYdR+vD3q5dznzQKD4WjJ5uAPnH6oMyJ7FcKMeC6WbjG2FQnKyData1Q9Y8iDxr6aanOzDtJOy
nYEQnr9XJmpgK9++zCiZbypYNA/ApIEWWIpzdHMapkEHf0RkKJseetHYqtNXMMaPAQi5cjNV1PO2
uTSN5jYvC927vz4PF9fSrIAyd2qopkEYWZaWpKjQ9FBS8qcpHkMEq8toGHZ66SFRmbWGv3YxXQzH
XIMNZHOBVgKcuzgill+Zka+a8VOCqyw1nzqDrS8iKPBOPLX/KLsBdBvyDS8m8lK8zUBZzxe5j+m1
6UErHnEbG++TVsU7PVGzfRH7PZKN1JbGJBo2FOyslXW9vJv+FAgxQpr/Ana42NRUqXS0bJLqSQ0q
8blKbftW6yL7cz62ustHazdqnCr3sqcFnzU5+K3ITbq/vrQX54oXbeY2zuRG/mXJbrT1NNaEXxKN
89hQYS+Sbuu1iRo5fa9nJ630v4eIrK084csdjX3irFENrZ9DjS7eYoVxjphDilZ/qoo8+1LTh73v
017r7scUhcBeMRtjk+pTGX32gslbk8u8GB0MHFCxeXzmnSL8+YpnRlHGndUPT0ZuWrdeQh3ytS4U
O3FDNapoGwA9Svej1vT7fExWVX4ulv1P/Zv3kC4A/7yA5HidT+3TCMennuxIdoNIsU5ZbLXxSe2S
AWgnQPvPWa0UX6OyNk5ZN4avau4N/2irjJwaDIJZDBHpLm7WpT6e0OXeHttSesLMEtcHooSi2vdK
k1So9mGhhFdOWqzAdZZvB6gyOn+A9GhM/em4nc99O6RSJTSleMKHy9o0WmffTaWNTkosNkCS1rz7
ltub4Qx4nxKhMKYV3KDnw8U6quh1XVRPSL9S+Oua/hNKJNNO2LavOGWhEPsDNvh1/VAtIysVygRP
FJ/K7uKxX5xrP9bVAni//oRoNgQGNDmjZ10b1bVH8aNxODxIHDIYDaXFRk7bHo1iRIq4KDsRniZP
JKabgjH4R4MGdgp7hD46HBdIbjQXzqexbkYbTbkWM+h4wC5N9vJtbyFIHiCV/a9XwzwUYT3sBXC5
YGPPh7JbeJ5eHclPeqbmt+qEBnPbax69WbYo1Ilo0wT59Jp06DFdX7XLrQk9UOGdBa3Dmi0hz3Jt
mwisKtKTX/vmLksqUzqVhByWg9WG8U1t02YFhPjBiOgU0AtmixIRLiEZfZxJcd1J/pMZxPXOM8xm
Z8uZvbXQYnFM2J//poMEPQPIy9wnmRkBuMAs5tbPEN4Zs3Z6inIl2dt1XUMP7sqDn0rGtsjbl+sT
erE9wTbPeAeUpWcVu6X9HPZTEOWrbHqKc1vcxYmq7dR6zFc2zIejWKDGIMxD5FsSnz3fjIO2baYn
Wx6azVgmmlNjRXq8/i3QRdl4fwfuCGPN2D91BqgSlyxNHfQumzAW1sJHT1QC4cFqFMXGUPMyfh2M
MqwlJ4hhcegOgLnSJjSPwiB7mapOT4ESCJDev0Bk1OPB6JGWd7lmg9TDN30oaheHbcV+pQ1ijrFj
IxrhveBPi6a+KwKjr2wHYHgrIicdDGNy1an30rtazVtoz9lQN8aepndLkSuCKSO7/VgFerzxyqYc
BwSCzSK98Qsv1cGaTipV331dsz8CN0J23aDSjj62cRynFs6BA4c8sYCIVGlHL15NtKLTD21i5sLc
jLlSyoYTgOSOTaqS4IecrodMcmtHvT18hmuiVv0G4aOhjLd6WVvxDfppQf4SRkqef0XHDn/hoxU3
Gqzt3pC8MIVWMIx+4BQyZsqBEyC5UwqssItEdxF3zDvHCERj0Avs9bI8UtWQo+cpUiqQs4GHsobi
YIEWGC1ZEsWRQyrp43TX1Eg24QeWWfFv4Ga2XLiajyLlnaePLSXPCt3UXTXIYfgG9yvLtmFSocQb
2cAa+ZMAx3ennsfD25F4G9HvfGhiaVeiPtS7ejl1xpOKyFPpqHqspLshzCfpi+Vjrnar+Ikelk6t
Fm3sO4kazHJ2USMj92Jq2LB9bmQvAfoytDG+nVC9TXHwfbXpHjQQMSkay1z1W3uwE/1LXLWN/V2S
KLIMrhylyIW4sKs0Gqr2kOVo1uOJ9Z4UZTEr7CpDuPUStQfT5VuJvrftTEibUamH+mvRizrbj4S5
wb6gJj8eA4NQb1MMqhdtuizw641pCV9ze69P+pvWV3FPk1D26d2qVJt8o3ldUZ0iHlzra2yJ1noZ
vdGuJjfqgLpsB5HkvhtWbaDvEZlJA1gUhtXtCMXgVuhWrQxuMllV54z82eGmk8GmxK4dRjjLOhpw
bHN0FKO34orNHkvhFuGNUhSO7dnN+EUEQkwnulF+c9d3rRJ+75Ra0/e9B5LkceoSNb0p/WTonRS9
wOmnH8lauvWbok0z4rl61GMUXlCz/AZtCJi3aaiBYW01s0AvFBVVTd0ZBjYtnwCEYg7pakaHwIzj
17gDZXBvRmjtDj5L+OSoiVdX3/gJVn8cyFiTQ1R2trRtNXVIH3KgssV7SYofH1v+XP3LaMmlLrkh
6l3A6ZQeKTKF7Zc7fTlpY+4WsamPmSslclV/HyMC4nTD0qmh6TSTmRefCy0wmxGFZK/zfpT8pBQ0
mzaGnr5Jag2xkL4EMvVT64bBg0Kk+ohLpxkXwaco9lL/CA01tAw3LxDBH9xuzOzpXRKmnMtOmPnR
pDvwZFueUznzhXzoOkD3vzIgE2FzQIGOmdgoJXnQL9gcVrjN4EjZr9dv14uHEFEQBdEgpPlmC5sl
xpjPiMJQTcQ3Oakzy1ElcIou3h/DJyMJuWqkrAhX3sI5ZPn7OodMrRD90qQHiMamXcRoYHsABVUi
/Y4ZbBm6OUXbeNeKUB3eEHzRzd/Xv3CZc2hzMAgQi0gbdAZIxPOwBsNJqmNVXH2Pgt623dYrquAd
YkVm3cRVx22jxJHZZSz51NT7QNEH+fv1X3DxwX+sAvGYBAAMt36JSYF0UGAxFiXPhazGz3agBr8G
yarvFa0Ua3r5H4z1R/loVpQEdrx8k9W6sfuxMaPnFl3ZQ17og7KhGt10IHtLjK+uf9nF3KpzZZby
HlRHyqdLl09FG4WBX078LPe5PbhA3eyHPtCbL32YpntVZMp3YttY2RRmkj9fH/tPjn62j2Y81awu
AfkAzYJlEhVqOuUYQsNnFO+9b4URUbTYQVwMNDC/AonuXeInse0KHs+3vBr9AQIWDInWdJVJG+T7
zvTEsFKt/tNOOP9Vsyw00wGFh+22nJI6DeFw+pX0hCpep4b7AI0rlO0zi5jkC7fVMCS7ZqSwQBkn
mszSsaOgsl78zEwB4NVdUucIluPUwXSWmeUfKANmhr+pzfl2UYt+VaPzYsuQCFPLRzxs1p8FonZ+
QDDTGTG4zpSXAclCY48BX6wc+sImBiI2CtbSjIskfNbCJ2YkFIZsMLNwzscLS3ZiOOrSSxpNmvqZ
orsybDxLrYtdOJQpqKne53rYK4poItkxuYL8L36h9+qu0s3I2F/fRxd7GHAwYTKQydmfjJ90/nOG
UlL8Bjull7r2zK2cxANAOZgAeiTXG2UKup036aU7iDhb6Uwt714kn2fZCVICbkL+fY57/2rgsPgi
LKw0eCEXI9JsIvR39nNBzHOQ6VS/d9DM03+sAjAmUfRM8zBmGtQyLU8brOVTIt8XczLjI5z58GjU
tngIgyY6Gq2S/COShfFmMyfufO4iCh6L2c2EXOHyNtQvcpN70TY1uvQJQ0mv2jRlrlROPemQA9XU
01baD5e7mgxotkWYDyGw+0X9oaeDO9/3w4sOnDo6lZEtsk9BmE3RxsxQFV+Z1w929fyuodMPGR9x
9KXWRkZvLO27vnoR8LOkbyHcAigWpZVhzDL6WnSiNoD6X45LSLoBANwMmwAxy9C18jBeK09c7iwu
47lw8MeCHIDg+c5K49QK4q4PXmZk6mbUDe9Yq58rU3V9qlmH6wfocqZJLmArUjTWEMNf8skHT0GI
vB7tFwtlh8e86OUvUWEgBy4h0vlwfawL1BIriXaS/n/cXcmO41h2/RWhNt0NWCrNg9FdQGiIWZGR
UmRmdW4ESmKSlDiJgyTKMOCNP8Jrr2rhnZfe5Z/4S3wuJUbyPTHFiHivK+VSA42KVMQb7pvucO65
TSQwgKgRqSzszCZNO+g0Q6/4qxXYGswq0Pi2fKMHltwOgqCOa1rReweqvYUiqmG52FutwJHw0V0h
knfv1oqaFiDuQ7U4EAgGF3Ll0oUVUr5fRq5u3lpAqoHjvQMd/oO+bW/Gpwd/JCjkA8AYh+8Trm8E
pWnVUuc90KzVrmWXK58Qt2npt9gPq7+3YQfqoE9YNov91/YGlg1QooJFOw5dcJKqWV4ZFL5W81O9
uGx80o0OUGTNYmOwct12zuans8S8eUToAco1ZPUQmScf+o5AL1f2Js0GQU4rZIBpfWO1868tMLj3
d5pf7y6wlDd4bxcDbVd3XqtQEtczccTDWwbYLx/oDBsACS2NVfsTChYDxLALO/YSbz/KvNxpWrlT
zFF6jg4XMv+IwRn5U9Qvn0kQgpYVDp4yKKYbIaqzrXe13iLUtFuIwAeC217kwGr4/rBrgGdGaBox
d7huebzY0ph0os6mXJ2uq83Hdnut3aJ0e/i0caxPMILWr3yUgBQB7wxxkSOFiqDF7CZ1/U2wRARh
O0OeAELtO68ceP2W0zGuqi3XcAcRiJPz/H+8Iwl9Nkk9p2wZ3KJ86qG5DrxNuNyVZ53OxH5EVoV9
Fy5aebUFj+RIvcDXR9EtUA/w+bgaWFLtetspz4rhZP2xsW5sB6iyYPadCHyS3Woxr7Qff9xRMqoM
XDbc7fDwg6qFZp067uFu0dm67mQ5i1bNcnfV0c3BGgX+uuvFavfqRUNMBYuG4w5nMfQ4tiv4niBb
zwxm9rbpXZXd3eYK1sjQheY4BNnTuvu6qyUGuwO+Q2kNlGTHdQftdbGKmrsIRKAbKvrRDi61umb2
mk4zrwTWkRCh3cMbTWcAVyeYTtmZbRcEYWiBLshvhc6V3rZ2NwaII+51y91+PD2ro/2BhUJlBNCg
4eGEpsLppSDIbUa1XSOcRUHH/LUNCpm21jJcFMcL9GtPa+Y8ZaT5pC9NpCngeMGhCe8zHk9+0zfK
ABJ4SIiZaS239Suq1TbgNtuWNxoy4VtbewAKECBcCWn0ylqHIBgAkVUdQTAcOSrtwyn89Y1bjnZt
25p1HLxyXWhuk+4O5m9vu14X83LOjqWK+wShawSWcXthc7IL6DVX63rkNSLcJ83OteYs119aSDT4
1DYnjQ+h5uTdX0fYYmS7IKxKxBcAoACqxM0OXi3dRE5TcQrunfZ22gSibXdTbC2MSaXXNr2JjfS2
XbR0q4MdKnxsblxUl3V79spw9Jto0gBZYndtYDN23bAdWP1gbSzsAPXKNvYiuIOKXql2K2WjXAxR
CKk2sSrdEBxHrZ65AANzEVWGParjDoYcN4+mi5ckQT+Q/I4XABFrJM5x5kLZr1hW1AQneTSpRCMH
TstrsxOtBuCZWv69UYk2rzzlSBiCryIuKoR7DAYbu3Ll0C1Oqiuv9hk8S4seYCDbbhGsRFdLxLry
rGb+BSAuKTzdBCvDjYLcNbYvx8AZqMMGnoKFct1U3XIH9aq7WqSFRbMfogSQc6ntUCDzsrpo4DXs
rQ1gHrddY0Uppr1OQFUseshOW9QWfR8QrjpKxdS9sIvrF6UUcgRz5HlAXXbKMIGFT6m9QFexo8XL
qa/NiWvOwnon2KjVlRNO+na0Xm50aD8ekmlrul9eqmutWAu62wCk+e9R3nQFX+MSaqt2ZeO5t/L0
Eu5CgReGiIOQgoTDjepFvJ7QmNSLk4lbCUZOsbjtV2vrzmVkBuYNmC7C3hIsTnBu6XmEmLzdE/eK
DFekdkP1R3Idd9wszVtMmmYjGNkLHWUc7O0KIMDO6tapwuvhNTbrOygQ68uVjcJd8NI1bp3JJA+H
zp0MGgOwSVA8gRTECeF5B6uNJUK1zdZq1EBt6GYP9GuVds8Ko/ZVy/PbD/a6YTZzlMAMYcOdh9oI
wAdR3JTbsIDtbtytU1mNlmFUe7Q3W/eqiEI5v+paJ+i327hydpN69er0C5XZKUCQCLYBvnBEdFo0
gAcKrI03slAl6EZHeOKqDBfqEGxvKOdKLv6is9gMTnfKvcCxcMFm1sCmQpkcIKHYzb5qtF24XQJ/
5Cxtr9dAvLvX3q13faRO5lLIk9RSb+K+LxQwx2sIJxGOMNuXuSh6CGxUvZHuFJv2DTLXnDLKjjj1
yV0N1bd3g1rZWIe3XmVRj/r6pOotuvV2sRogaa2irV5nVoBsBNce9AACDQIKxeMXd8ho2yIE4ow2
4aKGBLe2eR10yoicoMB7zm7irr99V6QGoEe4xHhmEXD9BNVN2UYtGtPQhsVOZT0IHT1PzebMtLgX
ZH3jmsXLj6efe0CCioFrZ+Xao60T6ShO7892VnE7DsqaDnaohjeogWMEZcUWq2tgJT+/bhuRNOEq
rhP1BDJReczroqi1FmutboyKu87iPd7nYq/j7Na3oOxzco5JhjQJNkgqAGwmoH3YXYRo09YsNixn
VFyDGlHzt8E7lCVYKqcnlCFNQn/AEwFoK8q3ceqiaS0nqGJUdEfLCtLyUKrN6y0mk2a/1tFbg3VY
X12vozpi0qt2C0+T28pjsOMvPaJoQZo5niJAfMmgYWdprpabWivcBCPkvOnvyhMXIelyzSibfRQG
cD/bDW2S90rTUU8fT+oSVg3IHLCBgCSi+yll0QC94S71VTUcoaAqGOJ8lEDqV+0dagcB32NrqFtt
VR7sSRDOOqvAugVaJZiFHd2aVcAyODUxj0OZsJ9n238G+dvjvnP/l7/i55njImVX0wPux1/euao9
DjxVDYaK+1f60+dfZf/wl6Ex8xzf+RLwv8X8Edo/9N9XAoX5YWCDizd6H6peNFL90AxOf7sfKSZC
DT06hh08OUdNvOiX4ol8t6GCGo/rKXLVv/00c0I7oPFphmP/dPjqZv63n2IL9OejluLZnGrBVDDp
cI6ma50SSOBBZkX10uiDPWc6tnb4GtCtEg45fAdwWMQfnEx0mJLm94RwNKoMQZ3+nVMz2IsnlgGl
DwjJoN4sIYALXwVS+TNk0C7hYkUCMtj39h+ckTMTAflUxURQLsXTB6XS/oOrL70NaiVwasItALjE
/gOd8MxkQHEPIRm0S/SegUsHnv74A6GmZdBslug7GL2H7yGj85IBpQwKiaDeKkEvig0gZu6Vegn8
aIhzo2JE/Dm75SfXn9DUG5USVWwBiOGw/OzqV3BAkGhH/qozlQDVgBCSQLNaIv5lhLIOiwxdIb3/
O80SAJYUFoCNTB98f177n7QXMRHUSsgtRAQNLMrJFFMiqDZKqCtArK/7b8kyPi8JwMYSFEGjVurE
KPbULZcSQRGbBPBQwDQOm+T8dgF0TlEZdErwB8H1AlRT/GFfQ9yGOALIHkKWx/5zbtsgTukSOgmN
agkuV7jaYCtnnIRKpwSeXpgpsAHjz9mdBEpCFpJAka78+ENbPH0EcET2NyDeivhzdhchIBKCs69D
4wPDNSAH9ecFTsmgUi2B1x2fwz15fjchQfKE1h9WAVj+kDlBmSCpqVdL4NhHnAz+o3M9/cLvYKNT
Qp1YylD8pu2kRICTAd8YyOzPTgMmclChVce9B1o1yvY/3Gzc2W+V4MsD9Cg5+ue38YGXEJRBFSoA
OOYRDIGzNrXsuBHx+sMUpv/FfZyRG4AiOkIrX6zVS8RuBz6JTAug2MT3iEsDgHO49vd+hzOSAcWH
hGTQIAUXQTuCvcUfdve3ISAwHMQ02ejnjGYurvKVS9BpQbGZXOvspV8vwfdBCePJe3d2aw9/seDi
wxWIOALKCjbYuRdx51EcFzGMw4O3N7NetPwv+KVnb2lPN8x57Ew1VD/lkc39hcSNeNxAyleKtH/4
sChSgbJrCG0i7eAn5g/J17rv6pvv9RfG9Rrv+NSXyQmI+z38+WHCx0N5Pi/HXyWO572L/PXfp2aJ
+SH7QnReGEhqmowMfEEhZMwxGe21oXqKN9OjeA9Eh1k9KBb81D3FVuZK2vdN/o5vgzxykj/fg6da
vUKIwTYVKpe1b4ocynSQRBseqltj5iTtUKvxsyza7FhBwKHwCDl5agHDLgyNVajiiU73hMTN5MfM
8MGLJPMBdVzUeWEcKIHqJ809hxxE59FDA55iFi4s1TNmzLIi1k+IsO/2gMG8aAI9xTOmU1VhRAPv
NRxcbcSoc9rPOsW/zwGGGx65vcmRSN8s/KFEgMjGNI7OI/t7zgwyyPmdczjgF1/4nRDj59h1Okz5
hVvgwg5wnQTcBqtAf+HX/5Xt+ga7ZZEHJtbiIPQcV03aiK8LFO6ANicy/QfHC/TMIxa/EUJtX4Q+
HWBODji6goIYO2H2mCnqcnStvW7Z3tFJYEcMxD5yrQAqRHALBF0E4xeT+SOiwprD95KheXDSD7/F
d196wWHPKNxGbIJZCFgiQlwDlgnUPFUDYLfQGzrqKmCyn2U8BS0AQIn0hSp2NcBWHXMuCHc3VH3H
dQLFYpcKztgG+LCr8L0DlkZl74+OxxvmNlQ03VOniZTo5FHBVPofIkEw9YH9JBNfeFbPz1HhQQ10
1GjD6828q4R1A+gM8FZK8YEaTrljOd3+uFcqvkRf8kil1uT/wyOU+WKgZOOJpYgfox+3ElnbVXRh
0rM5D7Mm66IWnSWrJ52FDrRXh+3CWLEcRsUgjO53L4MXqkNd1bNC1oYijKtos2PHdCzHLtz4R3ca
cc+LNt9zZo5f+POdqoI6TPtLVjeE0xPtJlaWVM8uDGE3wNbM6ocSp0T76aE0R2bbEuZwaSyMZITx
SyajTXUOo/ybKVhwvsDoBOYOJerYB/qkVfXCLXrpqfZMLxBI8Lh9CdI/tB9rmbTYZEI/WwmF+6M3
+ZT69MIpXYWKlV6UYw0z/Kb7vbDNa1Xx5oddtHcDzFCsWDGTf2MUi7gklOi2vQP12RSgwfRMECBK
fny7n6Gne4YfWIp/mE7SYmwDEVhcdOQP6qbQU0x1zmvl0LIktG6ErNlGIGjRIX9U7FAJwqShWBSU
kCLa7oMSemyrMs4sCfizqvBeNIBGxUf8aAQzVJvPfFxg30joQHFDBSr5pnCFIoIq++YSpkxU5o8Q
DCvzTkO8VTxSvq6YZtZLAgSneAd7R+O1aqq28k+FC3+m2j6wx/Fl80QnVrELc6XQC22dkRnMTvHO
n5ylykkN0VgZ7doaO1qiJRRd4adwrZjMEiOdT7zZT1hew48FfhkGoc0OnFiDRQd+pGRWiVFDtNWe
abiu6gXPGmHSJF1j4LwsI1WbCjgi1QpuEUIqiPbIuKqhnNiOV3gXgtYV+mLWAUGn6Bnky4jmtZHm
Aa9P3iDSBtEAXqcAAarfxx2M1xt+wD+gqWNOj5xxeauwDx2diudc2HPH85ijIkEHjp2drLJLSGvR
fdtVTVR9ZZRDCmMLN+v48D/GF8e16u1U5Fsb/O0hoRfc0F7IKJrHTvDw1ZptNzQ1MsCSAdKlIUML
7Ku2pXjLdLMElhCV9Y0HMbDRQ0IgiTY78HF9skKQoaz2dupM55qVoIxcGkchVBnX+qXiOWrW/X3S
8ftCC+rSU+yZmqwU7TLCC4qu25UxRVAEQaekKWqYqHOEG0Z6mu2rUdJS3K4Ee/gKLiHFZpuVIQeE
1VnpElJQVAg9z4EFylwNSEYQb/c6hFroMUIAAky83ZvZ0eWA/CEJ7QaKyY6W0L6i0r1VPW6DISNO
QrMwFIZKpLJh+KqEa+deAU8HuxuoGLioHO6NQA951QRkd+Itj01nrSz5IUuQ8b2Bez2AhRaoBivn
ugw5h1vVmjqhpyUioNsH/C/Jj293/gwdE5WC2TWU4WQdwhnGoW+IklJ0awzpbk+aiYXQlLB634kH
ghws6ertAoZXe6Owd4WMpxn+WU7riRNOROX7CMBCqClmMu9YxDLQWCMHrxx78IBvTbp5u3jpRKt8
w1TzRlQS4/jW9GDKJm2RLFBRJvlRYMwuMGRJM/tWJZzkMXwgUzilmYalRJc2CECw45VhJI03RrDb
R+HZIUs40B+WHkTMKJcAZCTdvH3lDn6OO7g15g5rNlLWn+ie+wjlaoZ91wMdQtJavD9OAhFeqG/j
RsYDpWoeu6FlWDVj1ZtyZ1uGEx7hTDUOdnEIwkalKudiBs5pqMwy4hIdUPAlC/D23XIHVow1I224
3FBuQ4Ji+/Xf6frPMs1AIwG/fwcpFChxRix/+d39ONca8WmJu9bS46fVOuUXZNx4g2c/Yr5fq6vo
dKckuyJ+GCXc2r3I5Xw4MjzAV8pOAVrMM1xmvJRFKXpH3cBsT1qJhUDcg8KN+p6iskoH8WkIN+sp
q6SVeKwy3q1bx5tzIpBxHaHqk2IEzGhlxDDuVTh5WXA6YJxJN2+/295BnUtaiUXblKAYvQd002Na
lRGqHyvh3ChceAr/Rp2EZr7wVR2DPYkxSECwlszg7dI96Bk05sLAMgj94SetkrSrVQnS/qT6QaGr
2IxLFhDPpKO3D//vqsUpjDI8vQ9OAZvuT36Bt3zwzImP+YoMqsI4nM4RWgUOnjmKKPEn41p+Cu1p
1puNOBw44qgGrOiNdzENC8PQZ3bkoXUJMvqX0WA8GH0c9P+1QJuH4DtH+x8gYYT1wKcN2nIgk/c1
Ck9PK/1+D56f5Kx/TWWkZT7kL/r+IOT4HMWZLkxTBwXiBDLxCESbHunhz9P/lEwpHhzTV/JN8o+n
4moIVRk7zqIR3y89BziCwojLz2hIuF0GJiCU5lpBNDAZJkmc6h+e3g35qhjwXIFqAdWRNEUNy4Bc
XDv2nCD96XZxepIf334hPkDAnqKFzIgrJ5OsXvj+PAIoabHNEpfoaRFn7c7fJ5ZOCUXJbj+VWBV+
C1seHbcTR/MHZUZemBqS6JhVkHCCLmwNb1KylvEeT354+05E8Td/gz2TtETNEgfr6Q2Tfya7cMIx
CmFVggHdBVjOnhvJ6GisNQnN9nRlnm5ThmdopLrh1ESODsC5SC4p9EDgyJj+dQlurb5qOTMog+gm
vz8JO7CHvF/PYa0H4vgT3Sw9oNVBGZo0ROvakOALfk5pjfMY7WcZMf1IUG97iqsWPqrenHmOKWVf
VDD9hYEwD4vxbeZe5/mnc6BFbpAMj8RN9bhEBztY4R12cO+ZGcjNfEDXC0btGSCgZa4qGW7FQaAb
jste1y0Jp/MJx/5KsTgrUwZE9kqZsoeQqgaILt+Vzj0D+Y7C/CXLgPDKiPL0vv53oBbmf7pZO4bH
nDpUYhIXxZ1qR8w2y8gmDr9pJC9Uze6NKa8VVGRECe6RnYma4Mm04xec2LhFNwTGy0lBRlbPEJwR
muJD/01GuB+whGUDqMEJAnY7SImUwLTYMFoH6CaT0b9d9ULsmmtUwike4iGd8YF2KbINcfsaLLwQ
rEsyxEAt88Hgioxnbujs6P4FH0cyzHivycADPhhQ8ZlWZTwZcavsS1Qhxi/Ro7y/hotdw/f51AcJ
G3n09bfQ5mjQQdsrPuwRLBM+O1KCGjtWo5mumibnQ5UBXDuQJRwRZ4CiVlwcYwrXsliMuNCy6O4Y
E3mNUrhXkUGYjJIOCupzJT++/ZYbA+jBk1LICBGNkTfLGpgyXv4nh7XSUKRMggi+/qdTeHKsr7/F
EPBH7+t/2TODJRdBFQ3xjuBPNrgUUAR8JbSr2Dv+ggY3v3jDH7SjAy4DMAg/wRIA+8Kl4jNqEQpG
i48Z5FcGp9NXpThI4YcBfRCjElRlPLCfj2yQqgyQ3GfDmirTDXtjyIj67e/Q4/MtA33XNbzCE5Q5
JraM6IT4triYRiqzdq1qFZgLVFQESx+iH8BF5x6YH+eHRW33zh/REftFg1Ub50YmK0wPm4Sr9gJQ
taliLNg3SML1cuEhVsqqgBLMAoR1NVOZq76eloMMNPkwUiiPh2lWxoD1EDZBulUZDxmKetrsKa1J
GCvcolNnzq6ZjGds7BmFe8TjGVeEDI8BIi2sx1/Gu4hgmVa4o/8bX4zSC1ehWuWiOuoN0giP+CdQ
d15Ky+zSVWSovbeKy27figwcyF3kadGOUr2TeccGrYxM7D013Z3DOVgrMvKx9y96RtsSNsYdoG1L
/VgkEs71vcLGJICgTMT+dnsIAFPFOToiDQkbGYBeBAi5vSxDM4Wjam6sWWu5QuWoRQ81GlYizmBB
qT/xhh9Ul7WTK1RnWnS4j4jZI4EsE7HTltL+8khVqcjIVXwEizMoAICA9xMpxPb9SRq9F3q1x8C+
Ky6uDablioTd8aQrBg/tqlLlB9F1fFIWxrGkoa7LaNqAzyppJxayDA3jCQYtqYX8NYfCqUlfb7+R
PuymaoY4ZGSTfTTUAHiUZIyxPGRcde8AyXPWhZsAgAC38HNhgLijE4SHk5nujmjzJWyZQ4d3IP3w
ddiQPxeS/zSyOm2him8yircvzNhFbN+Msu4bsHzK0H2GxnyOnIqB4gfJcGmN9jD8758z3CIvInw+
SG2sG0uwh9qQ2vN/7qnp0p2CAxgkork2cn7MMX5VFCyQZ5j/+2//4S+VSClceRECTxjBNWKnlpKs
GnMfAvzXRP3lZFBvX7gnA3iGIuJybDCqhdJVcT1g0QsMjuClsky2u/9z31CcCPaSUXgPfIzC+Lyo
dkBVRmyi7yznDgT4pCxhRhosyAzFV0A4m7t4P87B8UwzLoo2S0+Bdsg/JLnkwgunjNUnQT0EqZ4B
xGHsgu4q3pTnnRTf9gCohYbJQtRkKAI0WuBGmbMqIx+LABpI4wFekmlahqHWUyJg07NubhnPao/b
HTKi0X3HgvOZJf6X8Ygl7WbDr2RYEagYwReikAGdB6p4jjoOIRunOWY8D18NBLlGYg/jKkapb/HT
d4t9zK1fRUZaCIjtKCzBB9FlAPQoBdWn2COjfVRkpJw8gp4lcAjJzryGqKcuLuk9E9+dEQR7MrgH
dW2wN4gMlXPfy304Yy36qpSbD3nsxlyZx4/BkzMFQX4illhHl0EGQjbLXj497EsQBmewEVdlEFTt
BfXRAHsQKrFQGiwBbve3wpHJKwPC1CUkjK8XPhqeZmRe8sh5SeT5di3yw/hkDxI2chekHBx+rioj
IaOHpAl4uRIRxFtKhgo6VlitqCqDghUOjKAwCGFa8/CmqgzozX53QoUJ9K+/maoVpaXSkEE+FE9g
qKAHNskOsUcZvrT9BPavQOHPe5auv6QnUQODZK7RlFabB797TtcfMraJLXtU70UG0wkiAV8cM6FE
T680qnBWUaup02yCt4Aqz+fjjn/cuu/L04iae3A3fLPW2dJzPyq5yNNoRGwAT4YzqIvgAUffJSOR
vespOxZvIQNT1YNLm3E5y/Db9KhuAoftkeGuHMxgS7B5j1QR9tvGelupvAN1PsCdHHJfBlLmUjGX
5H3PUttauY6efC/dVQjgAOvjkBKOgNcPHmdma1Rk0FNS8AfuE+b5rrQlhDkeVZ4BXoK/+oMX8oOt
yjghHwFB3aG8IbNwqJCUt5l/3DOQVYBL9FFIz+Yf5gO8Uh2YF4ygZQQZR6HPRVyrMrwPT1//B5jL
iDl3KHx6vvsiq1La77sv0rsoUYlfRFiQV5v28LCQ2ZVVou2PN8usQm1nNsucxT5EEWYmysj88n8A
AAD//w==</cx:binary>
              </cx:geoCache>
            </cx:geography>
          </cx:layoutPr>
        </cx:series>
        <cx:series layoutId="regionMap" hidden="1" uniqueId="{895F55CE-071D-4822-B88D-95CC2E96ACFE}" formatIdx="2">
          <cx:tx>
            <cx:txData>
              <cx:f>'2'!$I$28</cx:f>
              <cx:v> TotalOrders</cx:v>
            </cx:txData>
          </cx:tx>
          <cx:dataId val="2"/>
          <cx:layoutPr>
            <cx:geography cultureLanguage="en-US" cultureRegion="IN" attribution="Powered by Bing">
              <cx:geoCache provider="{E9337A44-BEBE-4D9F-B70C-5C5E7DAFC167}">
                <cx:binary>7F1bc902kv4rqTwvFRB3Tk22Kjw3ybJ8d2znhSVLMkEQBG/g9ddvH8vySBjt2sG4KnlYJVWpkEKf
Po3+uhuND9A/r+Z/XJmby+6nuTK2/8fV/OvPyrnmH7/80l+pm+qyP6mKq67u60/u5Kqufqk/fSqu
bn657i6nwua/YBTTX67UZedu5p//+58gLb+pn9ZXl66o7cvhplte3fSDcf3/8e7RVz9d1YN1x+E5
SPr159fTzfWN/fmnG+sKt7xZmptff37wKz//9Isv6N8+9CcDernhGsay5IQLmgjMcPL5R/78k6lt
/uV1TE8YRpJJwW5fJ3cf/eyyguHfVuezMpfX191N3//05b//GvdA9X89Lvp6c/u9N/VRy9e7z1/r
l4d2/e9/eg/gi3pP7pnet8q3XvmW3xfWXNrru+//n5uekxNMuRCcSfT5Bz8wPWYnCUZJzPjtWxTf
ffSt6b9Dn8dt/3WgZ/yvz33r78/+eutvb2x12ZV3JvjPrc+O5uVcxuDfj1hfniRJLHmSkLuPvLX6
d+jxuNW/DvSs/vW5b/Xt+V9v9be2cDfXP51DiLuuqztL/ADjk5OEEkkw+RJVHkadCJ8whhiniH3x
fYDGbcS7nYXv1+vxyfDHe3Piv/an5pD+9VOz7y7t1c2dWf7zKaH8hGMqUYLFwzB0QpkkgkvxZaq8
DPBtPR6fgrtxnunvHvsm37/6601+uOmqS7v8OJuz+AQCfCIFR7fGfWj6GJ0QiSQS8kuC8DLAd+jz
uO2/DvSM//W5b/3t3yD//n5jb9bhxlz+OPvLE4RiKeL4i/mTh/aPOD85viPxvTB1Pwx9l0qPT8G9
od4k3HvjT8Pvf4NpePv6tx83ASQ5YYgwQYm4DfSQbe9Vn1GSnMAEEU4SegsQevfZD/LAa3fpbvq7
V4/Fwscn4UucvxvuTYT31p+Mt6//+oj0FmqEH7YS+P+c/NlLHl+4PfrKXyL8NvSuK35ggKLiBJZe
SCD6MDLBsiymKJGSfCmQvMzwHYo8joivAz0sfH3uo+C3N389Cl7UP3ZhxvAJjllCqPhi3YcLszg5
iQmlGJMvxaln/G+r87jt78Z5pr977Fv+xdO/3vJpd7kW5sfFoOhY8nz+QQ9tHjFYLH82N9RKn3/g
/f1U/G1NHjf63TjP6HePfaOnf4My9OJmLq7qu6//WLb7cy0gDIGfEPB3wR5m3xjBOgwl/PjP3cfd
5t1vq/C4te/Geda+e+xb++L9X+/iZx2UnD+y7QPRRXIWJ/wufnieLk4SkVCW3Dm63/f5DoUeN/7X
gZ71vz73zX/2Nyg3X9SdG/LLHxhjoObkEseJYA9zagSGhxewzr2r9uH9/RDzPao8bvl/jfRM/68X
vu1f/A3y6ubSXl7/wGqGQzgRJJH8rq3jeX4CLQgkY2g3/6sld38Cvq3P4+a/G+cZ/+6xb/rNb399
1ElvTF4MP7Ljhk6gnZawr32ch85PTziPMfT5v3QakNf2/A59Hrf914Ge8b8+962f/g2CzuupcOtN
92PjPjTYJIqh44ni2wrm4VpXnkA+SDjldxstXvT5Tp0en4UHg72ZePDOn43N6V+PhTN3aX5g040S
2NJi0F+W9HYeoHy/13OI8Un8ucS8Q4JX3X9Tm8dn4Mswz/ZfnvpWP/sbBP/fuvwYe+0PjP8RobCr
wmkCMf6xfmfE4T0XEIZuZwD5Uei7dHrc/veGenNw740/D7/9Dar9181l8QP3eykssI4RiMdf2vne
zguAg1ECyeBLkPKrz2+q87j5vwzzTP/lqW/23d+gs/as7qbLHxh1YJ89iWFli6Cf//nHizroRBAJ
Cy2Yjvslz7fVeNzed+M8g9899i3+7PlfH+a9duutFf7z1e3/t5j/d0rEV2LI9tJd7j4zSu6xIv7v
t5/9Dnql3tAv3vvovN1O6dn1rz/H4P1faSpHCQ+c/l5Efjjk5rJ3v/587AVxCilEIgwECtifAdBM
N59fiWP8khQ27omkwKzgsMSwsIRUMAzHJ0ImkPQhtIkjDGFYXw+f3wEbADGgYiRCMIiPHLOvLB7o
vy15bb9a48v//2SH6kVdWNf/+jPsSjS3v3X8cvBBVEAdxxl8eHN1+Qp2z+GX4v+i7VBndabMLjfD
uzVZPmbD7/cM8Sckg/3uSzYsR44OIDnmItXFnK6dTMNEo4eii3VxtJ1JuVsS8QKR6IWJSRQmm8Le
8X21m0Fgm5VZuUMTWS9qhudNthi+DdKcwnzel57FsehNIctdPO5RzTZ50d0uLm5pRN9v7mP3/b7k
WiM9LzIud+tsxyerRcPWlEtym7f+tHRort2XjrNunayoza6ZOrEpqF63PKLvwowCPb37wsWixET5
XO6GquSnuXWXEyploF2Ojn/PwVfZF7QVyOxI36ZZvj4tuvw0TG9YHd0Xzew8S4ec2ZnkkPSXpghD
DvUwCdPWNNBuK3d93uNnPbPDFdEFmjdhanvAzOQopC4GsxsWcgY8vjclE4GiPWCKdmonbqzZaTnM
57Ue4otMRs+C9CYeMpkTdOgWMIvCV22Tb3jOwjB/DM73JzLjPJuFxjCR2qa8kSalUWUChXvALMa+
7Gktyl3RtM8zPOanrJnRPswmHi4RkXXTx43Zdctirtauys96jZOzMOkeMKmh5VyPvdmx92uzIU2g
RTxIZtBMWwoNYqe+sWkXt3pD1zgM78QDpSWSt8KCl+SzPnT5hNNqnEM195A5lrFr2qIzu1HkfWrm
IttMcmgDze0BU1mTrfkEyUEmBgKKLDbAg+0Cje5Bc62qdcr71exEXlRbyrhNF+FcmOrYwybHw1Ct
NUhv9NN+eFM3T4I8EHvIpJhavUaL2RV4vKgyo9PONrcrgz+b044ksvuo52RVKFmp3klKzuqyqi5V
zcgfYYp7wGy57Pt5InqnOS//6DjqyzTpOxuGe6j9Hui+VqhoC8r1LuuL/TrV9HSJo/kQpruHT1Mv
Q5wjMAw2pt5mzJanI3eBOQJ7ANXAEnBWV9m265oU0WmDx+swvT10Qpum1apwetcPtE/ZQK9JNobB
B3vYtG7VkVGy2MkGbau5+UPFegqU7UEzzphoV9LqXYw5TYuuP61E1WyDjBJ7yHSjcEvXgeLllD+p
CNOp0eXLMNkeOkepbIUZKK5BLCL2bV9VL8JEe+C0MxGJtCC6E06cOSKeoG4WYeiJPXCWZlG060F4
pXTK2LajgVp7sJx72ncV5LPdYqaNwhC8udBxmJvEHix7XXcL4grcpI3opleI7niyvA2zt4dKk0WN
LYdK77g21ByyOFnYB1FPdRNWvcUeOIWoXaOc0Tu1uo2M3qmOBM6mB81FRMOcEZBcR8sTlzdxWvXr
mzCzeNBsmNLDKFa109X0MYqGpxlr2rBiGXnIrJEY5lkRtRvJzF9pNL+lLMe3FJo/m9yOjYP7yS2z
bVGQZCh2eawubORg3YOmPiwrIw+cCXYRokWlYDV40+Vn0p4GWRt5uOyJMu2Yg9xsQhuURNt5KMPc
D3nItM7AkjIu1W6yu0mbNJGBhRXyYIlzGuulNWqHCjlvibUfYEGrwjB/3F14MI1NCWo7pnaFK+1O
Rn2S1lUXVgAd+Uv3hdsI+lRFDMKb4kOimp1SKKwcPHbk70uOUKN1TqgC75tl2jVxAu2CuA70bQ+U
SCPWTBKkZ3nzFAD0ErsaBxkcNjYfau66KY+GCEA555eQlMs0G8qwyWTHxvl9qxhZxNNQHT3F4Hon
c/d7nycyCDvAxXkofBqLCuMchAvHUs0OuA4rfdiRWHVf7YFhWDss4CaTdhuWoCkdeKmDgiBLPFzG
0Jh0agR7V7JFqa5qvMmTaAryQ5Z42NR6jvQSYbXDy1ilaMr1ppmLMahOBjbaQ8OwcRzGWYL0Gk3P
TDndtGvEA/3Qw6bOumzECkJhF0maJpTuyrXPAo3uwZPmchpbxdWOt1hvYevTbeKqVUHwBId4aBbc
5UOOFlBdRs1mbV7w5n1IemDSw2ZXydXluVA7UkQ61VMyvhwnKQOle+iMJtzoUtUQVZY1VSZLcxlU
JgM7+qFB8nqyU9mCZN3q7dKdmnUN8xLpQbNbsmRqE5BcRbVKFfk4D9DBCrO2h0wh0GKiY14rpy7e
qoXZzTBXF2HCPWA2rSSmrnuAzpDM6biO2zGRgTFcerhUveGViloQ7p4Wy6Eag8oeJj1MCgw7M+M6
qJ2rl6eNMRfruAszhwdI1Ml1lokDjU0a52kflODhzO5Dx7N0GnrVd1A9yPmMx+6cZGobpLHwsJi0
zkqlRsDiyp9U0wVZitvDoX+ycmXCw6FZCJpmCummVVq/UqR/awdbhsUm4UFxrrq8FDNMYW3o605e
NG0WFj6EB8UZzgu5jkIio8ubfNhZFeZ0R8Lz/ewbGxp1XQ8wjGl8tcRruq4krHSFM00PZbuE585V
4HZzkw2HrFzaDZmSPCyACA+GVW7KHs1Hp66jbrfiOtvKIQpLYcLDIqkEWerWgvDcNpdCNvFTxdao
D9TdA6RJeDfqBMQP7SrTUc0Hl0ckUHcPlk3ukGxrqF9Z2bXv1qwe+J6Igc1hCOIeNnOEykjnDdQO
Rr8s4znVcjkNgj33wFmPQpmxB/xUVXyqzGI3RVWGddcZ98BZt3wU3XQEZ3UQdHm+zE1YuuEeOBdN
WEExgJNYeVratT0gMut9mE08hJZVqXtOIMouDjfLXuTr0qdCD3OgM3IPph2qFlilwQd0EV3PSzNc
6xbTV2HaeygdmrUheEIQt+I3TPRpPIftdX/mNdyPXENm8ESPERGrZKNI1m94UqEwgHIPoKKti2ie
QbiZ6lNVXKxREVbVcw+dRmIHrUwIW6XsXxgZxXuuFhGWNpkHTbGsMc7sIHZj4sanA0L2aQt7SWFl
BPPQyVGTl5Vb+b7QXb7tRmrPlqllgdI9eJY21pCKHN/nY1Mdks6tZ5nLlzCzMw+iQjRujl0BkTCb
xg0R+bJTXM+BuvsYjeS6TEnH92XSD6ddvsb7GZb5YQGdeQBFWRUlnW35Xg5N9Sxh+bo1i3aBunsI
tSwrlizL+V6VI0oZ6c0hUvG33P1o338nADGfAGQh0VkWab6vdK2vxDqvL3RP1rRuW72Pm4KHhWDm
AZaXanYNEmwvsi4+h+yN0qzIs0BceaCtF4XnaanhWyTcvmxpS85Kk5RhwcbnBCGoGdt5bfjeDfPw
kkXtfGqUmF8ERWCfE1TI4zE3avl+GiTf6NHJ9xUdhjC7+7ygrlrVXA6G7+2C9WlUKvJibJ17Gaa7
j9qqShx24D11ievUorK6mDCLwgoZ6qE2shFpkQDLVHqQddrwdr1AjkWByvuw7TMaLRGIh7NX9b6N
ZLytZB5GUgOG8sPiWsSLlLwAp5la9bKN5uppM8opbGX3bxQhAp1DncOslkVVPCE9m08zxAMLDuph
laG4SmwO8YzRuX3Daos/qboQgWjysFqMedHOORhmdkO1zZCoTweo+sJ8xmcJJagnoj5Gy0oubj9P
NU87vvKwLOUzhSqylJWaMrbPh0EdZmnobpSoPAtCE/EyLAW+nu4oZFinS7zvR+J2Pa0CHZJ4WC0m
aMgPKgLdWTtvHZqq84GzMNIaIx5Wedm2vRYV+Awb8SmUY3Kz4qXch1nGg+q8tryXAwIwFf3wXLE8
364krsMyrM8ZquDeJyA6TXzfTfZVGzH6ZLCUhy2ZCH4YB4aytA2eRr5Hrr4u+yY5I07XgcI9pOaV
NAqtku0Hw/g2J+VwUFEUxoVlxEMqGdpiLfnM94tF6o+WGnLQoimCtuTgMr+Hhimp7oipCN/HTkaH
KqPiSbSQIXC3xacOWRUljaY9pKZ2WDaZJEtqxFyFQdUnD2XcLSa2CdtjXaFNZRe+kavOwsIM9qA6
Zk2jCQao0rKKXmdANN3GjUyqsAjss4ekGOg8EnDJDra2z7Ut5g2q5jGsGsYeVrFJXDWXgKa2wDxF
VVnsI6noNzz+GE8eqVd9+pDUuKgrhvl+UH2fzn3bn5dsHs/KupVhxST2EDsLVa1ZA6GMxnh538So
e5lUyVJ8w/r/2zfwMFtQCieOB/gGXVLbZ11m7AaaWOD8rWjmb3zG0daPWclDrmq4BKfhbE+amZ8l
KsrfQxqfroKisc8psmNhY/iX7bkcitMmLsShd3Fgazn2VrGV0AWORsr26yr1Ye5otU9GnoVlktjL
sTgHxSHtsb3MCwGLwEwcgBdgwvrLPrPIsHKABSa4jqIR39EeFzsgc+MwZMVejmUKRa2jK9svXE07
a5dpQ8o2CZTu4RZOnyrer7ACj/q8Oq2LLktX1qxhxXZMHkZ7dTzHIgoj9guDWAlsRXkKl8gFboT5
7KLYZVORa6j6kKua67np+fmU2+VNmL97iHWszMa4garPEYx3OJqS084VIqxijT2sjqgFSEdQbWs3
LmYbadHdNHmNwxiAcDvKQ8vPgncTW0B+vyyYpnIV4pCNNAqMNT7VaI6a0loJeAU6hnsnUV88XU09
fiPeH3H5SCTzuUbAoh0LfvTKnpRjvjGwA7dJkjp5XpGCbLOyX9MBtirzMBD4FKQRdig0FqXYE9gO
3va0a57VU6xfBDmSz0KCRdsqbQYNuty0bYo1VZs4hr39MOkegPk88Rk1UCQvQEiAs4tzlwJzg74O
k+4BmIHDLHSGeqpH03gOu4puv3YujB7IfC6STOKunHPG9xwYMvHGwr3W7QZiEMnC9tF8SlIMm+4m
h9Czbyu8/j7IjH7qEhnYw0EehilQtJoRg3Sg7yc7iZv3BTPLNsTycK3gQwCXlkzjyAQIH+f59Whp
/Jz2ufkGwI7e8e8Ag5PuD6VXuMaliCTMK47dizFa4o2oTB2UbuHW7ofSJWKRimwv9omb6uwsk3H9
2gEKoiCfpz45KYKjYw3CVbJn3ZCkGZyu20cLFFNhlvcSrm7pIGlTJ/u+1+RZZSr0NOlL8T5MuodX
WjJplZLJXvZwWi8aRPI275opqPFHfXZSj+C8ZTyQZC9oq8+aRVVp3sxjUCSjiVcj26xeBxnxZJ+t
JTCrGKmuVE7qmzDLeAl3gQMNyThgsDuPlt+BbeaqVAMz9FWYeA+tXKgyKcSS7KMSt27LVsPLTZIl
S1B3jvpEJYZsPytZZ/sF9nsu6tIlKUIdCXN56QGWkWFy2Npsb1g8H1o0ZduaaRcWbHyyUl2wpKZw
KHlPShelQ4Wi08aZJMzyPmGp6Elh4Ch0dux1m/PJKfIEmC8uDK7Sg2tl4DxcXnbZXjVQeHNEyTNn
BxpGaKDSw2uhsqSSasz2bY3QLiKRvqxs5T4GOaXPWupIv+QDttG+mICryEeN92yEzc0w6R5exZzU
GXRDor1KqvgtJ7XZNpPqr8Oke3hdmxJukXBVtM+qZd4NMs4Ok4viwGn14FrZqNN9YrJ93huzibql
fCFISa6CdPeZTMtcl/NxB29viMEXKo7aN7D+N0H1JADnYf5bkaocH5ZoP7bj/B7PefkkE2gN6kJR
n85EhW5wOTTZ3q4r3k+NflZkVR3UhIKrCR6qnlVT3Pb1lO0Fi5pdvMxZOq9KhUUxn9eUjdw2UTlG
ezqyZgcHCvRhwl0YswnuNnioO87IkLOVRXtnTb6etaZpX5OMN4Ex2Oc25ZWDbdicRPtYlATYJNPU
xBs8FCgMUD69ScPNK3FLQf8KOb6F/nT2jtCiCAOU8OBassHOvYJQMyxde66WRZ/RfP7Wiu1o40cK
SuHBFfI0FotkEIWXwZxhOIz3e8mn6lvLzaP7PSLeZzc1DSwDl3qK9lINLN9kw4wOcIRu2JetKouU
11ysYeD12U7Aj5OmonO0X3oxpXVOMJxeqvtA6V5pXNQcmSJfISSTmTxBNKdpBw2AsPLPpzwVQNRK
oirPD/3EJvoErjTnb2vounRhhT33cq1K6sXNErUHN8TZHvaDplPd9IHRwac8uQjTuhJ1f6jL3GyH
ZSxtutbF+iko5nPyMDzQgakihpPzB5HM3dYp1m8rVeqw0Ha80OU+8UmrJeIFrqIDHaC6VLWZDq1m
YcfGqM98ylQSZRFh2YEtdlTQRIj4DR27PKgbBXfVPFQewYkG1ZcuPy1xhOy2sbDnzstuDvR6nwE1
9m1dZxLu4BANRemIx+Gpa8o8zCt9BtRKElFQhLvTfnA02jYmb+CmElWFnbumx/tY709tOVhSlYNs
T6eSdZtGwqxauAwlzHF8DlTL4B7SrMzZaaPhShEgJzQvS+KmoN40ZR5i63KYwC/n6LRom3fLxOyN
EVP/IQhRPgWqk6OeqqJqzkZCzR8s1s114+y3mKH8M13lkajPPMSWA8ILxUNzphZH8nMGragsPggH
t0TbpwtWQ5TA6aFeo/NG1oJelNMUyQOOyZLdTHCN5XH3z+quUCnq62bQqYrWyF1EVNjRbqJyIWIv
eKT0x9ZOS5UKjOaFpNFScfxE1UPZVBuyZgna62Ik5cdoJg0cOlspn+IP4jhkhgKyaNdXfF4688Rm
SVFdCCW0fcJy2eQfBju0Q5E2dT93r1HbDqbZlItzVKfwJbL8Y4SnOM/SEuFaX0dT5KZ1MyfDnL/N
FjW1Y0pppMDp6qXLntcx1fPTys0r7zZ9PEq3jWlVZq+aEW7AuKhhU3iNthoIqfqVaIcyHtNpztEs
tkuzsO5303VGHeBAg23OEjlIluZurMZ6OyJjKvj+aljbs7WjCZxIQJFq3+PGEPtM1nHSFpupo9w9
rZMRt9VmmmYpryvaxO0zoViL3lfOjBhtx7gqYPVVwz05ottYrPIcvqyT5TKcjSCzbbd9K2n8cTWI
qTadZKuLZrOQOUNVCoRoLOo0wVAqdtDaycZml2dTVj/Ti3XsZZezHiRIFkWYpQY2mNmyyyWkoue6
t6V+luB1NKcJrE0a+EIZrZe962NYd65SFualnqtmwltI8PV6UGxh/UU/ENOatIiAxPB6TRh2ZuPg
2uu8Tdm85s2pQjGLPlTELb1NC6AsCpWOc2XnGnogM5um1Mlm6octkCVJN23gvN9CyPmizQhtNRQv
bk2z2QqmD3Bllcn7Tbv2EYOdFiszXmzgz7rQ5nIk/TS9HQos1ds2Y+3YwbUDcJlOsaEcz3ATQ0Ry
os74UDP+R9Fjoz85JKJV74GlvmKbjjyCYRuuRj2f6hm+VXxYqqw3Uarh6oUYpbEV8Lk7mwAHDzAx
1YP8hPpcEZ0Wus3g4GMrBxu9j1Y3ML3p1ErWK/jDZEt0TZEw1RaOaLh2o3STVDvSTO1sz+1SHgEm
WqfaHRxWr5N5q2w9JvM5LWoSd3uNBHd2FyXKEbRhA1GZ3QpZVNMNhn7D8EpW+VL0W1e7jG/KIf/A
564WO9072aaoQ+DmXSsKdxX3YKPrVve4ycF4Vbw8schW4imckO/xK9nCZmqcwrrRvKw4L55McYle
JDgx9LqexrrcwP1h6xVee70ldBFwp1Ccr29oGU/5dc45oYdcJEqsaU5m1WYXs6ld+XRy5UKnYTPT
LCnz94MCpyov6KoSXDyBq3LmwmymMunUux6iA613nZ5FobY441P9xOh8Gdst8Cxz3W6pWfj0jkeo
X28ikuXd234UTaJTp6BDjdKBULe+VHEG6XhrIDPEdmMmUeo1hegRzW1aI9jDbPYjkAQ6fCrQCNdn
HeAcJe+ztIIrjdpPcPKsWaY0h+teXAP8dLj1RaaOLhKPqRi0bj/AbXFAjdjPUMyZZAPXE5VjnfY2
GfIkXSPaIjD7AvdnvWcQSpNXHbYT/0CWyOU4Tcaqo6DbNE70k3EdqV8Wqpft+7mu6rhK6Uyb4VmG
NJ4vp3zUBu6BW1BTHEzGxg6ut2obuIYqRYOqing/5VwAB6FcOlLip+UYozFODbUtGbedzAiQFAyO
+vj9PEwL2glacvppiGARZs76Ok9qsxcl7CLs4W8E9N2zdtSDrdOymMd1z2CXRbxWcO0D+gjTOkxZ
KmfJiiqF1DAlLwbrsAAqVw2EFxgj7Dx91KTucvBmPaO4S6Pczng4lG3johauK2p4/pwrErVb7NiK
zlBBHeQLwUeZp1E7ZddLaUb1shRmGp7XWcvwAWyT0ysjaRXD8UW42Tp/C4l+0GVqZFnlY6r6yk5n
sqVrOwNZXk4oT2HzCTbYN46OFk8bMZghf0uTuHanqMP99L43E7XRpmWFKqedcXPrpk0zzWh8ObQQ
Zy56rczx1h9UxJtYAFltm5s1kVXa13X8UijqhtSapcA6beg0m3dRNvC1fgm1vYYtjA4OBOvmfBHN
KnZT3DfzOWwjRgylGNt+OAAXPKZLmkFvzMi0QvVSfWRmpgVLbaImaE6qtqONTgcF1w2VcPVDrp5r
MXQQsrNsppdws5mx1XYdtYunFA72dA1PLQYZ73q4+b5/XpWlru1BIa1KebDx2Em0i/M4Ks5xbVG/
PJ/kWGK7SfoF5+sFWVeYq7SNnemAneAWlKFtjaNKV1vLYXLtpm2Oi+vUrSRqXjZO9kKncOxzwe1u
naDJZ1PXsdzK56ad8g9ZVDMoCebO4fkmhu++ZqkgWI/XdJoSYLzNfWyn1ESzdacUy4ls8ghlU5vC
RYWTfIWGGHixedIXY5LCthAs6T8V2Tou7b6BbankLURAhIt0pEUS7RHmw8APHW/GUqfWKrx8XNq1
6c4zXC7oiW7FOr2xZu3HC4qW2qGNa8uCEagtVggCZdoAHlf1dp56cJAN7p2Iuw1hBP7w62aZcTX/
DlFdR38MYhE4TzWugASR64SoG50Y273p5EDq/EBromS8aQ1vk6cMtTLnm2Goy7HfFHFTF6eLnQuU
bJMxts2YthFEp1dTJEYIyZS21L4gfOLDWZbMjr9cUYnGHC5EKdiqN9i53PabDmwi0yjOCVBIoCQd
pk2p8hrOLAm4l9y8TmwNqTytmWLuj2iexvym0RntG+AaV9OwpCNs9esPSdnANTRpNBlN3sVjoolK
266GBUyayWGN6nRWcEFVvOtX25SAtwUKQpaOhi76nPGx469g55ckr4uVtcbBTOC4hSYsbwsL7S/J
QR5f87J5Iun/UPdly7HiapevUi/AH4hJENHRES0BmeTsebghPIIQ8wxP3ytddc6x0y5n17nr2he1
7W2nhJA+fcNa6wvN5DadOzN/oZootYkZuT6SiqVOTawXYUa4BpgmrFTcRVMU1hGIxAp8HzaWZlgF
WRMnoWCGDsj6bZNWQpVM9GqsYAGttsXWCidBo4Up4MdqXEATNIEd7E2FgDQCgZkOHlSNsJiJLC3D
II67Bisop5Fs4HMY9q2ewjb65UyOGmX5DP25+6nQpfTHShtqyYwm08OHbHaK5gJTMWHkwi7NmvWg
Fo12sDLDVpgD2B9hNMu7giuObEnKEwj7hZdFaIx1QMY01fzZwPuBw90Xzk1L47EGn7KJpodwprXs
2BQretYyEquFsVVmnIkLdUqAbGNl5cyyYCKyzFTAxKatg8efiigxcWv0eZbDJTGEIT3daSL61khI
r5WsVE0HP58lqN4uzQy31N08hZSuxsQuzPuIwJ68zAUW7ELWrdnv4yLT+90I1Ey8As6KgsuH8Hmw
V23e1O07Kee891QVjTc61nckLpZhryfdvSyh6XGlA/EYX/aDoncFK8CCnm6laGS1RD02HgizVYsW
t7WKmunrnNkkJ55e96M1MA1FwuFaOpUGh76PhtIMpioZBF1mUZKC1SpipcsYCcvOfCOdTEzcrzLK
bgcYEawPMnLCxBqMSoi3gPNcVetxztL5SQUy8GJCqGVuaKfU4E63nXoYiw6MFl3UwrkRQiR9xhEh
1eZWkY6UDxqkq5K9RBJC8+sE5/ApaiqcSS7N0DFB+SKODoImMd76sFCciwnyAyOCp0FRzWWuQgUo
QBHabq+LVGvj58mpbTw+TL2c9nTI0wynLZ3afBspU9IxLYqH/F4f4UaysrSoGiRlVFabWo1HfdF3
Qspr0yzjTLJeTlq2TEujqGAFGv22A9Sr3Hdh38tFk7SKUrFezW3lOi6rSHuTaTt0C9x81chyoPMI
w7VIsStJojWu2vaJuqmNLnRu8zJPDdhs2yxdIjq7vBlzA/lIrPKMQ9DMtAVjobPgkl0ozdAi9dzJ
ME+83qwU6fZ239JLJWpGbVX3kUGXyTykKXgOo5Pu9HSWc8SyGdbnenSm0eRFXncFbpsobNhsJU23
VtUhti4hEpj1koc5TdvIs4ndGZdIw5mNn4y9hCUcDMjE+caMzl6Lssls6qll00eNC/6zMXhQgYjz
DZxP2q+oHRHLy5ouivxExwldZXNuhZ5pzAmCXSpItQl7qR6VTrtCyLXIjCEF0IQMsg3Uqe1sV0O8
m+56ILuaoItn1FitOC2yiHWYobWk6LNt7UZ03dA3mYqSiGtaSlJisuCWUaZH9qyuw9qSxUtkZXZz
31FSkT1J4UUjgAP/ydpHZSNrr0bjuX5jDZpVBkZYtbD5pOvVQBg1GTegp0LegllJaziPshDl6Nti
7vNriVMMzYhkJtWi1hHU7K2+MUq4VnZC4x4ZI83JtqnMtXnXW1joPOWdMqpaEphTZCizC6ygyAUP
lYk6kPTULEVn/12S4ySxZ2YVUYrEiIIRNyKkYbKiAsQGdePH/+7zT/LylRbiXPV1HKSjWq1RXld3
Mi/+O3aBYZ5k9rSs7Sj8pDkwi7hhQ0Oq68kuw4v/au6nHClqznWV68UQVJYgKy1Ok7ujx3ym0PUB
Tf4h/3NKkooGUkfTJGSQFmlcJp5hzRCDJEYdBiaATuDFQSkycltLU7DtpwwgSRXq4W/CkYi1kiIy
dwIbqUXCFK7XPHKjdOqJKUY96biIbHAbXaPLbPxAUxpRuNCqwilZIkuNsjQFgHarODRvVlEvSIxt
3aAmps5Tek4m9m/KGt94WhS+YpSMQ+BQhA9+XzvtuGxCMrwXakukK6HQcq4W/DcVGuM4h0+ayGMl
daVvpiboIaqnrFJROIrp6oKohesUM9IwzAxnw3SRTVDsjsdAl0wM+DuimEiJzerEcGMMjUfMVqn9
MQ2beulkumZurD5UJC9z0PE6z2il4nRICNRp3uyEllpwyNq27OwWUsxNU9Z7oBGHbgf9gRjBQxPb
1eoIXisUl4YSUbUnEqWTppeORUJdrY6nARYTdkdbSCvSxkUf1WS4zooGtQ2WWn0WjyxMQ6h9IZpF
/D4tKt0kSMRUc9TEXA2nqnC1AZJGXhYpY9OvDHt0+l1mWxHExuTQDLlwP47EXyL1hz+3559i6y9F
OdUiituTL//3VrwAsla8t//r+Gv//rEPSfr/fLXv39A7rH77Y/tUNn/4Xf76BKc8P/2dLx+Bkf6a
yVGV/ssX3/Tx/0YB//Kt6dL2b/7x/00eH+3hNDT3dCzLIcaxyecROPL3evno6vBepPKPoPncsego
Rf/jB/2pog+h+I9mLBrkjpAS/SSi//EvBH2ITHT+dqDXijL7vzX0bfySoeHGgj+GDJWOU/AvDX3t
2BfTMoHQcaCYRVDg+9cifHmr6Bnw19efJfS/nlwbEvwfnwSMG1KMSIKdlPpTUAeNIaziu2411Sxl
zf18pl77AQX+j/X7PsQJErAlcP3JjCFc+yZ66u/TfQ/rxAY3PwekPhYDfhnpVDomhV6jdGyMhBzW
8nAODfHzgyDdhteIduLIHX21QNFR0sWIh/hu4LVg3W6+C331utyJM3WgDxLRt+f4NNDRBH4ydQb0
54CRGOO73OBQC8hmRv2aMOc59oOe6Stz1a7KdXjoXGQoAqQ7dro3IdhzbV8GlluAUIwa/5n6zgdQ
/7dZnZRi0mSMcH9N8V1tLyGHKZd+8eZ4nd96g1s/jbf942gwi5wpNH8wJ34b9sTux3WoQQsfw6or
4tbXYzBvEkTNd81NvyarkDWHpucIwfLVil5/Ot4/HI4fH5naAK8SNEtCAvWkcqZU4JgbSRvfkZe8
Z1BfLB4L3j3YMTOuESMbe+kLzTMHJp9/H/n4wacP/Xngk2PpaLVWq+S41SZkwRhyefPtyzlY1QfB
4LdRTk5mo/cxWob38Z1VM4pMzAMSp0iBApCAAQ0EGjGqCrw/54l+sAe/j2sbGtWQiNNOiQ+9KBI7
J058Z2RenTetH0XT7A02fJcSFRGG4EKFmoJ1kZlJiuxPoKt9w7LaateUKHCdBa1Y1Hc1R3BWbFNi
7JxWwt0Y6RXkHh6V3L6VmQ2p3DALmQDgMNeU92Ki8ZIW1GGkV4Q/6por8wbB+AyfYC6jPy/Qv5WC
+pC2/e0pT8xFTmI6wcWP77SFsm8P0Xa8RK1kF7H+dnomDzorzlS/PwzQbyOe2A34klPfa3N8p18Z
NicFU5jhZV7E7L0Sc/v+rFjZ8Rr6YZ/+502e2AQ0Gan7uiLxXeVlT9Uy9Cabdx6qihuV0wZyqF5/
mFnqZt7IyMQRmTWR59i8l0sUXQZkipfxAqnwZbrA13KvuNo6PGO4jmfl26o4BPkuDZYbCYGv1nS2
kajKwfS6qzfz2tllbnIm8vmApZyOYKOTNTHRcRMIzZMQa2qLSjdqIe4yNnFkQXu2lZfFZf3almxm
FVe8lyFh1Y39MK9jd9q3d9BLUzzx2K6nbtvavhVMB+1KhTlHIfEuckNvRG43YjQAWOtqPFRLlbLw
LeHOw8DM19qAZ+1dqG516F7lIWQJG9YTK1mmsejwNLBzQpcfROjfnvBkL6dxBb3FWInvTNZ5cdC7
+V5hsw+2Q8pmV/WGS9VgchVf2YGBnJg/85ChSukbz2Cy8/gRuhn4f3UFbSrmuN25O+JoqH6b3skr
ngBZBsEgjO+mRbKZVmrMm1u5RJ5/2RYulcxuF+OKrNRNvNIPzqY0z0zgAynw2wROzkHel4Pah9gB
SGRvjFX8kLrzsuD1ejhIfo08jDuubVfyu3rVuA4/bopqVfF21Wxjv16PF/nz4ellvEDPAB9JS37f
8d7VH1DwcFwEB8m2uNMuj8lOVm6HdXcmNfBBDv02fc2x4Ica8GtOJUdjTUKYSIvFXeu2bh7Ummst
nBfTJ27uJz71YJNLz7qavW4vXlve3kTu++8X3o+2y4Zbq6uYAygRJyuIMrsy2VYi7sStdqu9KZfG
qxWzdpVnEBF1jQwaMmw4xyU+9sP6vnE+jXriXMxNJE09z8Rd4pd7c6mwQ7NpF/FqWJ87QmeHOvEl
6hJ10lDBUHKXtwySIzjhvghyL9zBcJ5TBfggLH97pZ+e7MSDqHSnkLTIxZ2xCFejK91wF/LWHTej
C4O0G58Vb3pQg8aF+8iGoLmSLnXF3Zm3+uPB/DSLEw+DTkj/0gwPjUO5GBblcl6kz/E+fnZ20cr0
dK/c9igrbsMdsBPnVJk+aNXf1sCkxLAoYjvnlHadp/lIshBr0HkQN3KTfeqKderGrsIFL9+Hh8rt
3JCVK20N5anW3docxcvfl4B+wP6+zQK9mG2NovEsMqJf75+pc6KyMLAG98FzxgS7v9o+3/piV7Hc
xY5reL8u2HOwfaZs3TB4J27GPY15q0XJYnYIDJ7xvcZB2F9l7N5aPDYs8bPFNWxI7F96ki83setL
luHzgoNn4Pl69nwb+VcZ24cBbmHur3nOa7dhOttGGKJhjxdb6q+LxeOFZPsZv2synzLTNRYquxjd
dDP6233vDl7DQ5enjC8m9/DmHx4uX7xpbydM82ZfsO0eiAim8YKte9da7beG93gdc529o0DEtreP
bsWubyv8/aV2J77fzswIMrYs2HXKMD5DAYDd+2GgeNnHAkC4jMcuPrXBp87sbf9IMbmLws3Y1W5i
r9vHGY/grhXXu9yzmm1SjmkHrn+xui3YwLZ4nteaCf9m+Rr5NiaX8pItbzoe8tf70Lt9DAPBCn4w
cX2l/AplOl7wPdbyuDvG9TPeR8RyluGZUURigckutldu726Dll0vRvY4LR7X/BWi6fjW44iHUvkM
q4m7HIJxbrPYPyJSg8/lcD/jixlPKLctu7TwVqeDhU/JuOHi3Pn4/JZ5BmuZPP7lxTM9b2EzPq50
zq+81c5ichEc/JE9LG8wVZ0veh407IBCHPbt5m53tU75jh02M7bzZrlyOErqrrfarLzLjc1Wjntf
sfWyY1e1F5jeBoNweFqMh9he70+223B4pDPWZ/FgMAM77hB57cpmMO/bju1y5i0hy42Xq/GO7640
tvRi9gpkAhZUX73E7mLwlZW+Ypr/xHY3kyuvI/YY82xhYeG8S/yvZKvo+O4Sdusw6uYs5zG+uXmj
3FuVi3DtrQg/zuyt4L6rYrP13NrvNhgI8+Ql3+6F67177mrxdnR0vN3rtuOrznPYDQyayoaDl3uL
t5kny8rbdquLiW8hzOv3LvFbdynZcqtj/trqFqd7wrba7q9715/45NXuze12b7L7JcWJ6F17oS68
ZetSdrtdX2Dm0oVH5pUcXYfYuvP2t9Jlhfuus6v7V+zk4zGi7D1zveXNLfcOqwkbcLd4wPJl7P12
eT8wrO7kJrunTc1stnuI+MPkj97Kay8m12az13vKonBjlqxDhrsdfxY5gxPnL7HY5SpmkYtPPX5e
xx3XdIGOY96Nd4PZtd4q5FcX988DW49ugwWhDCfPb1gdXN+qeGPWwsYSXlA3vVFZuix39Srnq2b5
u4H70IT6zb6dFAA00DDRrQ72DZUWdq+s72f3edtg19ziTeHABjHfGlzD0hf8+XrRelnwgrRBFdzZ
bHP0XXuv8nV+9d95hY6tI5DWiE1Ps9OouRPA7GqBzEEeqF6E8sqiDCJU0q8AOkMCathbS0h05Z7O
c2y439flQ5Th27p8Gv7kBnZiJ7aMvDn6hNrFY7EbAwo7uBCevguX1t7yy5Xcn0uP/xTsOCoab6u6
hcTi6TOrYBP0tj6Iu6YWaI5ghsCPJQg2SPWUo1knSutlwaOxPkc2/dF/c5CwtI7xvGmd6kxnmQ3K
uYKBB28O1Hf73XgY7rV7RCTllh6Ua/tPl/sf5af/T4dyHFoUPuV/MCSgn7o/ivc/rlqkn5tWvDT/
H2Sg0SL106761qF10Yn87elfrYo/Oroef+Gv/qz0fyx0X4VPQQCFOyayEZX91Z+VoM8q/B6C/DBy
yAQIin/nltF4HU6IpaE5q6Ma2CpwRP9KLdP/QbdqfBf/IZbFv+j/JLV8kl6CMvPxkyzV1o9Zdh0e
0FfHJ2nHqNOzeKvUA/KDaZ9HvG4roJasSOaDq6LQezBJo6FdVwHKo4cKRzcHFnrgvZk2MKiBbFHY
cD8t4OHP8/c54f31gPw5KaTPDQ3JJ41aH7H8p9xqluWVqo2QQZ+m8ipLFfOhHKYUrT6MUD46TjTc
OEPq3JtmR86lMo/BxH8Mwl9Dozs1FkM1iHnKHksHTQl7mmzzMlH8yMnNzZABVaNoQj20E4mff3/S
n4bTVELRZRcHkuondlnPRt2mabK1jTTB1RDX2UsCaNBjaBeV29OMvv4+3vF1nj7e5/G0r69bB6ej
7jAeQQbKs6VaBlbVqAs7wZe/j3QM57+NpGEBbeRaTP0jUf/pHcaiBp58llslzdttosgsAH2lP8OD
/mmjaKgM2Q5F8peeDqI0idNZjdgWdlcspj4h7zW6KG4moHMDLWyr566ykPhOLe3M032Nmf7cJppN
cV4wKk7vyTo2clbzPIq3kabbOqqShg5a8xBd2rNpX+Zj16+Beu05cLPKZZgU1T+TOPxrfIcct6hh
4pycxMQOBVfVVDG+LFSvrMWwiIaqPpMx+WFzQiMENsaGTChujePqf3qFUBFok7aIt8IW5kunTsqC
qHNyMUoZb7Wybg+/75iT6PvjoYCW1VXU2wwMeqrPpI22xKUZbRNAs9f1WCr3hdDEoVD18MLWlPHB
mbJmMVmAkqsdwCg+nIqUcnXIJ//3qfxwTHAcj39wLPVvr7fPe5jNMNq2HSRD2jI13LADLr9zinNa
Zj+MBNoEaO+qrjpIrJxkxbpakTlQkpteayMgm0QS1A5kXIYqSZa/P9PHYTg5kTrKkSq4KQaBsMLJ
68wqWDKa6OjXJch1i6V8pKW0n0tHzt1qoJF1S0PA7jlQ0/IpVNA/gwNUN5xJxP5wcgxcOHhSG8VW
51S1cDSBPyststHKbkqZ2dCJl3FnbMtZll6mzvN2IsCrAQCRBVlqNGfy7z/saVRQUa/FvYIOMqfK
rxCtTWiv65sikvZSm5zWl1DcdROgw/2Q5FHwzxfdIBR+HnHQ7gb37Ncz1DlGjJtX2xjEqgBEqKWZ
cehxFMjEVrS7H9CibVPHdncnoBK7VMJcv6uT9lzy8KdF/zyLk10GQx/SrtQ2NaSS99o0RTsnCXUO
RSLrQjUb9SJPpn4BXkW5aHUnPrPzfrgKDAJBFkvHpoPXeZJcsXIZi2Emm3bM5pVsNXNJQOX9Z6p3
H9bDwNVGKPS+cKGeasu2Qx0Cw0g2Sqi2HngA2gJ8B+QoSH5OBeKk5PjnUKhS6JYGF82EP/b1pUKI
v1fMnmxApqO1V1pTc0VjyBYZLVrjMVw30XZSmyEQ2qS5udHIjZkolcryzKyu6VAUOxNC0rsxHRLA
hszans7FNV9zpn/OEJQdnSCw0iGRcLLt7LyJFcMcN6Ssp81QN4YHTcn0oInBWkxRPF7GCerPjZjD
oOyczi/qsQrCgpbn9v/3iRDVMnRLh6uLq/IjJPl0h4CPo/SVYq0VQKz2YSoSNxJG55l21VxYuKzX
qoj0SzU1RUCrZlpAUyxHtk89K2j8g/kjqk3wsnRgPOBXnpg/HeyOwrbNdV+D0BFOsttGmQAwOyuR
SadxdFlT2i0dMvXuTAbii87sb89Ygx9Wg9i6Bj0FFKo1/ZTdn+FNgC5N1ybob+4IVKKXjHq+LchM
N0D0hjuzqRUwI2h+6YhRLHNJnZWw8ujizES+XzsfKwGe+RHwYhknRxI9JPSedMY6BLPxNbQAZY3M
MbDRHFbP+rp3K/AjgqitAUmuVPEOEa3+3i6r3CWxPgcxECss7416Zw+TcQ6LctybX+8pouGSOsZL
GlzH09NFwHDG+ulrUxORwp0uNsHTnoxAg0b6tsqeQhXtoOFo5S4Q3aGXdaHmwpvv1ohQ4ooVej89
nVmuozv3bUo6Qd4Y06IAFn898JHRjgDCq2u9E13IdDTRPcyiqV0I2FAelWV6OaEHMzgMzRP04gtm
24UThH0xXcSg+pzrR/rdmmOBYH9UWDsHLuhJlQI0wETEVF9Hk4wWNT0iueuRGKwDkcSb0Q71egoF
+F5Gme8UHVfN76vx4/CmeSymHg3gKWKya02DNgPS8UAv+1PsIG1GOrB/BmdEpSIfuosafdoWoPQ8
SGqck2c9SWIcTRueHgODogPCFeK0r+9CAGytppRAXbaplobSCkD1CnBszVS9SGuHPAKZU785WUxr
UF5FGABXHdDENpiG9XGPwvL/OAox4Ug4yOWYKKOAh/N1RmmujGE9J2tRFMDR1wRbdZ6iglkyMhqu
txZwPxRu3tIK6879/WV8v1tNAocZxgRLQXD7fR1biQdD6k6ytkmZXLZDPC3yVDuHdPnhwsMoAL8R
mFCs+6nXZIq21Coo+lb5qLzN1XQly+m1zgDIhLEQeERqQDTKoIskDQW0EwEyysxS50Bz6ChUdPr8
ULSGAdaRXZ3rSXJc3a9nE3OzVMeB/4y7/1SOLA3L1KoxNyyQthxBD9xlhiP8cNQibud0ZFMRoptQ
F54x5seV/TquhWoVglsMbuFWOVl52erHLtXKyrakjapEYdct6HF9jixlV5QC7MUQwhvaEI3ngr+P
DXU6tH10dODK42I9fWS7Jnqq9vEaPJZso1eKyrJBoIVmQm4bsKh4axFgPebxIuor6JUOtembytT4
CqIKViq1PNTIBXMCDtFVJOyFPZXyciZmvc2qvudolftSq911NyT6CpSNxMvBq+HoFqZ4o+5ckELd
qCFwzb9v5e+uOWpvuoGbEd4C/LfjVv/kKtBapDCvdKVVx6MCHrntznGoL2oTnQg9XZvP3YLfz85x
QBtbB/EIkqInbxDbBnxYw1qN1Im8COILvpRVzv/xU+GAqpoJ3Mkx4DkZRBVJOSuJucoUEh56agDs
VOVoFzoRkqIWMcfK1e8Dfr/aKfw+R7dwVo/2+fjvn5YxR1dF+B/1qp0q4TpQOfXSmEB718zPqQUj
Yjo5A/BV4AEjfYj3hgfUT2xxlafdmKSWp83SaP0qMrWCN5Ga36m5hRZetoAEE7PCbL7TShgxNmPz
aR4d9D4PQCa2thpYqDEzlUZfqoOctSWYlnXM57GKO6+zpmRPhkYADpTb1iKFqEoInttUvHbFnL2B
nNFUV1BvkDM3IFZV8qZK9duhTuUGLQ6cF2h4T7FLSVw+kdGgLWs1qx08w47NwRtCO32py45mDCDx
bmBQREl2JV5XhxC4bRxf67RM8nrMTM8xZiXiBWTCXkBQnjcZqYbGzW29npkoGjXE5etohA1lCg0x
aCRIBk2o7gVGoH6v0nlcy4L2PX52kOADpV363pT5CBEXfbLeCoqGhAhY1fcG1IYLXQxpxOKypgOP
NEKegYxKI1eR81wyivDiKSksEK17cEEfwfmdRlbkaQrR2kFN1sC/yosuTUHeo9RQrpET0OJFmKYl
WAcCAoLrOTEKwGNRkBGs0cYMPO4QaHpwwhIsXgEiHJD0RZB0Ts61pFLeasRCNy0ay4UsHi0HO7ic
SO/RPG3JAsB1tGlJ4/pO67q8dx3SDpWfxFFVeZURxjOo0AlYeFObUME168jkh89mvuuxWq/UPrXu
61y2g6vjzgSJPMvxK0UzOwZXxTSBRYbW6+BJo2KyLtCnTLgdkr8Nb9UUir1pH1YuVawS7DAzjwcW
55MDqkWOW9FtdHtYNmAlZqyt4lhxC11kBTcrM9xnNZoDMwt1scqVitAOBqTa4kWd9MOqTeoeReFp
qiJugXFpM1nWmE+lQpvLC63ILCAVLEi47h2ZFh6aYYJGrEj7xYSKvMHzvMWugiTh2DPwXvtbHIMj
VVQ1p4Q5JghM4PMZU6A3evYAB0srGSxP+Az1oOMrySOlY5mYZNBptL6FURxHHk2jfp0BsHgfg2JX
e7IZ9VcLxEnBoHBhXNaprlE3bAvRueiqPE5YQ3U+Jq5yU2J3TubVoBoKcLE6hkfv6Qoti610WKd2
lZqLHqrcKqvbvpLLCBwRsRJQYhIM4kUoBihNh9ayYUsVylQqp5fSEuCCVVmaa+grWpCFGCQ0IEo6
g/CV1pFw3KiYS5UTJc5N1mDzdGsjEYUAH5jCS3c0NFlcDMWoF2yqzSHlYZ3BZ8oGJ8l4SW0r5ZAL
6Tq3mtowxwsoIBiSR7J/tpKeqkw1aPxIZ5CP8aJwHfoO2HQbY1DnRa+KPAUDJ0lusZE7i0V5lO5L
+IUxh8Y/wTfQNmCjp85QuUNuRlVAClNfjvVkFSw00W/dmycFYiXqmNfropQzQHR4yT36narhs2FF
SenpUrVBea+bwnSHKlPapVaU7UNo20m7p200XEJmREt5FYq+ZToWMvIV6K2BQCjFwCv0FQCuYFBL
203R8x5MvqGrJFQodLhQ6QwZAeiA2GrmtqLvZFCDAa+zvrFo5uGqdF7KSSWGl84hiH1OSTN7I6cS
jDTwUIaJJWgisYNwB2yOEZb2c1QZwKhNyJG/zFRqqwys62s9MSSwLNiRKiukVDLonc0aGHZomNhw
KaG3xklXNlcQuqC1m0IxAzVtYic6smY5LHRadTl82/LoawuhdTeik6bkZCjyBMnvBJ5JR/JpN2fK
fKPbEP3jUQ9eZpQUs43QblDeIatkTuAqgtzFLHNUwByGdj6zJnjbPJlgeJnUmn4LqUPoj0DRvLiw
dBROGR2d4U4l/fBgAom9xUqZGrNiO7nBC+gvI6ghXmkiRS82O8v7iWcRCKfoAFkYiQcQmwMqoz6i
7f3okDj3Id9PrxwEthRyYCgq8EZPtI2lm/OD08EFYy10IsGQ7p0j+Nok0NGw61KN3EIMlcX63p4z
dzJwp3BIE+ivpj2IrZ7kicknPGG5NJU5vtIMvbxD1kV77tVifBlp1lmeFSvZDUUUe0DjEudWsYxh
F+kQz2ARFCotL29Uq2NgB86CzWB9ClclYSj9VgzgPcdmmTLoqOLNOHQ0LV6XBkIyETVo6QrHXDkU
aDyIq69Nh6Vw9OROM3ryhsxseEhRVZuYpY4W2NdmmEAzZqYos8HX3qSQhUGEXc/owQD3vkSz0mHG
LWlBgA89clS1eh+gm9ItYXWh7DGAg5l4pZ1anSvaBtK9PTZl4ZZdLYtVY5rDvTM0lun1oqdpAIG6
5L5KHNm7OFddG0wmser1ZMfK9aRQ01MqaLgs0iGLWgZVicRhUKZNbyA35BQMuinWHi0LINrZZWUE
Cd8RVDZuZRScsszOEmz6biIbOC3I3yfKWNZ8mBRYbRPtLk3WKuGRro4eTm8jKjg5NwvcuHyajbrj
tDadPihHma/mBI4EgcHbiwE1ljcQ+rslwV0DYQt0WOxWI3T7JY+FXkC6gxT2vjYKAeERPYJJ12Wp
PxpKJisXztBccNAYJwDgE6t/kLUlgkFrwFiodD3P+QgK3CUIz1XEJk37v9Sd13LcyNalnwgTMJkw
t4UyLBpJJCVK3TeIVht4DyQSePr5klVn/iYVI825nCuGKFYBSGRuu/Za5V8hbbM11hk8TUfEoIJw
NwhnSGJowuYnsu8NtOrkVVbMoHf95+grvRxFMKjxYVnl6p1TlGZvmr4anR2NVsEU9lrJP7MtST9M
m9/9ueRDyQR0M5ePog6s760XpYqqSiPqPROIDC1PcwSRlCMqMcUrlEoYnKh49vxJf6ix8jS3iNdx
CvM0ZLuBqTvAxn1l39oDI5u3SRIs1te6lbo82VDLQdawQPkG7cTAHPMiE0s8ONgfYsKVxOKTEI5i
nsCqDAGBHSXZstfsKBWPRVN5h7KbbHfntmzNna6K1tllM2X0QxZt84vfJsQUqs87imh0pw6VL4dv
Y+8UyT4NgrRAjsbPvub24P/lo+fQxI0i7Nlpnbt/iTlYHiVdQyb43QrMt5CD/6iSwMEC1jAz7Ia1
BpThNawgaj/E0Tu5LbhzlB87iOYC5orhNPLkt8zKs/s19cPnbUvX55UK7GfPyYQ8W43h3yH9ikDK
2UmXH8JJKxmnmeruJhv6sH3gUfoXDL7/LYdl6vaT8uRnyDT15yhMoeCgoIn929wkgGHH7pKPGW2c
5RjV85Q89XJIGXCRcjIRFmwQ8eJtY75Lx7BTcRMUkXM0gfWDRazQxbpojO9pB/UYLGv2ew2PwR7y
dPEQunI8dE41ZSdieWzKsowACYVnux+saIHxJmFA2Y5LfvO721I2Bvpsh/pQYH4f5KzU503adX8u
bLg0bnroyx4r2QYnjEzenIq1ExtcWwzs7BI3Ew0TLCL5O8ns+qmrguzQQcsz76Y0LMEeLBt+Ev1v
scRjbtV+LAr4SnaFBUr3uNWTlR1FtTjOwbXLciPEnaN/HLh/wlgnY13u61bx+taonpyHqBRueuwi
AdVIE07C39vzBgHIuiXyualU9aXL+NSxxOWLWFnj9JvKmFOB1CLo67swYfolRpsDEvtZrfKvYm0L
MC66zike8072vhOO3wl0Ixu6GCRCjtM6Uf1RHewocbWG7byPJhF8a62csoDlb/Vnu68lYZoiVj9I
RUn6YPtJ+rXLF+eBPvL2uw51+SKmxrsNq9kwtLnL+hTVcOLFLWLJJ1/DBrGDbKIn/FnVejLskMmN
p8bPqi2ik2cNtRPnJcHWyRtc69AQenkPmsV5nFHDKW66XIb3+FvBAHxuBwTX2Qgvl3cD04POdnQ5
2qduG9TnRqS2D3mHvY37kKH/77Vo1W9r1axPNZuq2jfRVDQ7S89ts4/6ZvJvMK8Jod/q2GW8FVV/
Rz8mgQCEkjNvf+2Yliu00H8NlaGqy8SoH7aUhzl046h+8ygvQirmpO5fek1LdjTEeMeuXxMW2JuS
Z2uVbRWn41p+oDVd/RNshb3so2AT31pXIiBv5XA3xKnTNvI2L7Re9la36uVmCErIZ1K3HzPESIdo
iKlsl2pnVbqnomg4ZfaoGw0itmbp16Ay7PVe2GJmR6lElscEpQ24waqk3kMOk/5NUStQMb7Xn/bV
ZOlv/lDM4hQsdvJP5Sj3LCELpPaFPfrNNCY+ZBMT52fewnLAvjcpJGGufokGjvZYjfXHMIWMKR42
BhnvvdCqnpOU3Pcm6EOd7T2ILB620mZCh9gPHh7VryLO4DT7ng2jnTKA3rr+HmBbP+5GAZddHDnV
HIdLA4WGD33op9kV27TrU/KZPenN8s9WDtZ8HBDPqWKQIYumRhEFvzX85mFd+vFpVJXzqUpYGhiU
ypr5ET+Jvo0zRuLYjfAAQVbX1tWugxLTird0tr6BXIK4IevpfB+ZFav/gSDJ+twXIVC3bUaxh3CJ
+dpdD1OLCUKdEKp8yaR67MGCAWS4IFY71Msyq6NVS9gOB1q1x0HORMx1m6OFXROVmphPEGaPTSbV
w9DJYjn4rd6ieJqz6HfhMrx2oOrSlbgVq/2YDjB6xUMf5ozg2EP3wbDvWDs952STrbbW3+Ab6z30
YHTYHhem4D4PUzYMRydz0y+vpZr/Ch/3/zi/3f3dPE/D339PDHD/f4CZM+qY//ch7fiP5o+/6MH8
DVHCtBrInPn7K2JOgn3zqMqBiJORGQij4PsfxJxp6l7Hr0PvfzmCarSgfkGtkI7A/4HICQf0HN9B
x5nOlqmA/TfD11ziX3VeIitBE9VxfCE9UHzQb72tp9WM5YPvCdOvjp82C0M226h8+2C7QRg0cdn0
aYrdg/mth7tTblrEOYFEo49l1835CyJDC3yeC7RLxsnWTgIn2Twh1t0e0l4vxQpj5ZQSsg/eJjlZ
IWQq2KQSZrrUvfHrchzzE73ePuB4VfXidXGaBq2td1U695TTi2ypuK8UGCH3lVoLsuinMYXHBY7L
voZ677bW7P/2EEI+Gjx6BNVhAB+eo4K/IHxy2i/MZZm7aywIANODP7Q2l9ZZqjjSqz9V/LmUhOLu
jTWWSfBseWUwjvugTybbuYPBEeXxUwmdGWJNIflkBysZCLrur8H2nHk5bmi0wBBaQKATBGTEIf3/
m77PLaXuQw1/qsERTnDz3AtIDLlaD+sGj92jkcctDH2vhXUi94FEP/Zn29x/Ps85j50Vruy//2s3
frpU0v+NP3zb4TKvnJF9F8Uaok70dd+TpA8lfIZVsQwvmzfoNDgzlZ9sy61dLMqX0Oe0PiruMMKV
63JuKUV227M1lctU3DDKIv3y5ue387bDwe2AonNCamySAWczI/N2B+Yym9xI6+TLCM6UraELO8UR
OD45TQ38QJulUktWd9mj5Vadr+51jlvJf1HKfm0m/U/fwdwIxxIkqy/gqYzC942ujZy2oBwQfGGG
v5X1BzWQwBSnYShzXzxGvJCE2srMfqyo+lE1aanb9cpha+UrHAYroi6z+aGWNVqyfT13cnI+BoVa
PetjDfw0JBGZ5rR80C1UoQ9hXTr+489X822bgYegV2TwIYCtMBLwEr5dTeAcop9kt37Rbl9kcucr
yPrqgwAeEK0nqmPwQt5GSAu1NHJ/fmnnFXfxZgUDcEDgRthapof7OhH2r+J8TXMQbiQv/eLXiDck
n2eoNYMe9licdX5KIInl4kGuzBkQ7VATwNjWqKL+odnk2HgfOnfTnIgsp7yaHpRysm3ZzZCUmH2R
QuMLj2nmEPB/bOfadeXJnxtjTiAWa/lOIBdrQCIF4IDqZ6s2Ff2WUKjR3VPXRAWnWGRwqjDSKGdL
oNVSsa+ZRQKn7/ekEK00B3ccK26TGmPAN0deN2N3VjXM3FE94lijnZXnxiYlFoRG0960ffhLKMxA
C8d5EGZDEHf9bM42VUtov+Lw8i30q8xX21OR81xajMawaBi9+GUI4tI8nqZAjO/OI869Rs2Li4sW
Hs7sz4SMdFnvRmh+l27X+o3df8eINqxwA0Eft7fZY4b+XQJ5k7NHhN7O1mY3RHUBLy2FLTRoz2u6
wAryWHR5yStpuiBVyWMHQbdv/QHxn1n2KkiJQz/DiFnp7jcFHyS/9NaG9f5ql6AmHconLhW1myKB
cxm5tI3ivTGwm5r4U7oE5q6h/Ot4LvS2lfUsFFlPENeX++ytfLGem25kryLCE6QZLFdkcDV5XLXY
ZPX57Fcyog4BMhEI6Lh4PZXRyeI1Xb8qNc7X/ygvFlVPaauf6hpc0qFPS4jATjKv9OR+nlvKKf0x
l/Q/qq+TWkK6FyQWhKu3ZdaYB14oBvjznWuvIzamSdyUJf352XjlZ397NEBXRAIXhKvlcLxr/2V+
AmHtFk4v7SxQB44hUyKPiK82z+oHzZL5MJuxaQhlHX60Tb9wd9c/8XJq0v3eK8gMH0GiGWfttS5M
kKdpCYblWVHirsf9XMEhGJyizDWnrBt8xz/JuoC5bqdLb5DiuXCAKaY5ASNsu/J5auFr3p5sXYzp
06ILqf17uDKpv2476Xbg+O68iwN1EUwv4cgOUi5w+Yfj2WZ/oxVsdrujVmdwPhAEG5stBQx/DItD
5MY+GFbZj9anzmkruyPOHhV4lq9Xb+dolzlN2GKha47i3orshRHRbm14H7jHgmcdAiiXpzgVRWrb
x6bI6B7c09Ycxj8RS1s4uM4kXXys52xzZ+2taupH/1aWsFJFh7p2YDc91dJpUE4uHbha7QNti80t
fmkF30ZUIe1ynKqN/fM8H0v87k13yGJjk2T5HPibaO1jnai1pHDRsDldaEJgFXU+JELUBfS0oDcg
4IRGK3Pknbd6C1Z5awElif/Su5k+ME7NFDdBCvwY6G1wbsp8zYcvcnIXHn5TKHfbh2rskzF6mDol
uyeML8j84zTZo17+jEzZdT1pmFkz60/oV+2ifogcPXv+yV1a1Ydxk1QK71LD4FqQVQ1oJQUPVghl
yXmgCj7mv8C3vkUliNABtxzZgP4MJt6njf7Wu8EUbgH07N1nBwUW4FO5gl48L3YlsW1fHJukkL13
Rml0WrrTsNogsD7//CC/i1a4A86xA9sSTXxzmM3//8vFbcPgyGXrl+e0Bb4mvy621nI9WhTO2fIl
Aktq3WX+MPGuHQDcvN0gqD3knf7b+2DUSYLNQCFUiB9WouxdUft93z1fbCOFLWOQOfm4/eOUQIFZ
H5bKjcyB4NQTjhi8KKfk57fxLtwgi7GZ7HGFD3RdCvf9Zi9KUx+lY8ELGa22hp7GieD93MGs2bjh
P/6EuEB5VwhNofIXCi0/vAkuTKQTMH4UmFV4Fzdua0vtvdy6ZwqTftd8wlhAob5XSWTqfVfj4zUz
hOpnL1NqfUmYxqt+SWFjUrF/p1BX2g03Aq/iEsm+X4OlCls6AlH33GZg1JwP3uWAZUXD27uppglz
fgrLduC4XYOYugZJpu4zxMUWe1c2coPL0ikzY7JLyyY2zOccl5dBko1dFJ18fabLF3sEktl4Xqo1
GdN4yTQQWyoRnTXpz7lltXPxcUrqqbUO1PZB+ZxDkcH6fec2ygQaSyL8/ru0QA/1lI7X1qL35Yo0
H55S+K3ZxZ09zMV6S4ZUqRxETULQScsbvUg4/i/p2BQN9DIp9C0Lv7yafzqXbv99HDYT5IwRKP/x
Xknt5cmpdGzjNBxAjx6FNoyoBIGgxq390uhtwMc4zSbw8RcP2NrDOlGflX058X8lrQNuVrSSVOtu
20yaeKRNZCXOVzQHKvgMQEc6+iExcgZDPBUpz4i6zkROcz90UJfS9V+TxAY5FSYJfNIAyzpI5QV6
3/RTKED660Qdz7e6L6xLi6fdcvOyj+STJbew0VvhFhC/MTHLArZGWrt8g753jTH40AEdN3fC4tH1
FcZfdWqzuZV83iDTeqhC2JvXsx8OGV8m9ZrxJ+4lVbU4Xfzl9QMOx5qN0uBzSSaJ2cwCJ6AH+Gqi
/9yA/DLog57VJAbYbOxCCV3f4OhNBNgshAvEop2O+OFedtTY+OamJ+1X+NOqw8PDBC4TTOiBgMD4
akdbFpcTOkNM7LjlrFV29OpmTWmvN7WAlP2bDiDSTu+gss6nOUY9IUj6Qz63xCP2FMmtPI6qmZZ/
+iR4jd6daWWNrKJti2UXFmViQ/DdqIlkClp49rjv5UU4xsHlaGwTVNHuzbSVHu2QXZLVKrTu6y0d
cr+k1r/2ttrnVhFm/9TkAyBEoBOB5/hRVNOmg9uB0TneQtHACZveQEZeteME2X6O7XixhL2p/tYq
cEvQQjc2tLTASkeAtUeq6el25zMzkXcf6mSFmPaZE7O1W7+vEyQLspNd+bkJX+EBo4iMSEQo67Nz
OU82/OysZ512tVT7QnlM9MSEaR5lyjX3Si4UpINJFK7ZzfV9O3RGCY+aSzgFMNd8y9UrW+iyYLmj
YLVYkksI/XPD/YP1ZFCBeQIPbwp6K3qfqvVV70CA32ZPF/9BxYDQzuOJ9KNctMJ7CX8xmYiwyow8
sg0UZ/vn9/CD82DyCrcREZnAgMgg0ltf2udBW6jBUo+2O1f6Eb5rv3xYG5KJF6tBrnM9QoVf4dZ+
ftlX+Pe/YnFGryJfhEyGRmFAn/39s4fdZlttsKTPgRdt2/p9hCo4E3tFut9PX+pQzj7ER1SvSrgx
29nBuRRpFvEGkaJgvY6KwTkyq8lVRTHG9AvHRSAFZ6WBfWIXe8UfJJbGFtDimbr2YwSYnPeIoIoD
8JxmqySS8tKkDEGRbYFVuY++u4X5s7065qTKEg2j7TlBhHM8gqp1TVC9kHozpn+JH1OVaYLK623B
SRrh9kXhGItQWVY0DM8hkALat7qfe1QrnQaRn3U3NHChO9C7E9EXCIQgd+PQr8kbe0h+4Z9fl/HN
MvNOGUSShMPMB4Gke/t6C79eZB5NA7TdCV2+k1NH4LapLLmdtg4LDepsfHD6bKSp5DhZH7QHTF65
yruoTKZt+xJlFljrm6XbOFSHuq+CsDs6jAJa0c3IZBsrlW2FwzrgPBKYki2n6sFGrPQ4011f2Fmx
nNxODKVzTLMA+aLYJaN2YPrCQ3TevvISYFq/SPXEW9gg0RAby6cMY4gzPSDg74JURqEWRDmq+Slq
Nt8Z/qANNBBO58M4c6y81uGiOydcZjZIk68wH8VFKzZn2OeYtfAzQ8uC31EsMwUBx2Yc86UjteUP
2k4vQbG3V4ihS0oNs6ntFJcvRuWoKABGzoABl0NkDWw2QNo2ZuwOsLlf54dsSgkTzzQ3oFU/1oiK
sdhTYxmnj65OmYu/e9BmWt45Gyo6n8H+6wzSlpxK1nKruwVxjoNtlYMId86Cs4ceAwUYjU5Qn9jR
nD/qzqM+ekMhJUKjEoEn5SApMUazg76HxK3PKNLplUawvOsmRJDNs0+5Yx8xkbXf/CIZe58vkGcz
kSUIFG16uz9Ut4tR51EC/c0jKpBKdd8onJT6ccu8FJNmQkOcZFZAXV4ctSvMifq5qXlv4Sg422wB
Un6TrfwQpbc9Lm2FB/CRw1ZtL/JiUgF0BWwByJ4VVyRPwvT+19dlgsKM0hs4u/2+piq7xc8RsxCP
YOK4ruhGUy5fQBhwZoDWYVYCZJD53c+v+258gb1vugmReWIDPf5hqLbK8kYPy7Y9KoetzzNOfe3l
8TUrwA9kbnuLRGEQQP5E0aOTn/qK1DhHcyhjaJNKgiiC4dxmunfWnTsSbn6jkhPSKPtFBvWKuP63
fXJdgMu8FlI6ANJ4w7f2KdJ2PefCyx51Es4k42GJCBdWdPDH8HdCrSKN9i6yT8OXQo2UxuIGlGLx
J2n2TEpxzfiSbom2DpDMVBXN3vM6WKj3QxeYhf752r4r24euS7oJCpnVBflMwfzt7Y69XYSaGbtP
cl01hsQ3UzLIYwhv5V/dq3/Olz4q9tJAe9eTPSCTCW7C9RLSv5/fzA8bm6HsEFD5K1ODHbzvIZho
zIhNqcfGn3POkj0zQmLUUlD8hIIIuJh+HJsl315+fl3nx1UQEIJyqALJ0fqhuhKlOiUHF1iaoLem
czMoU+VuGlQTytidpKnSbm07I49CiJ+15eM1tE1HzziMKRoToq4lXE3+Ip1847avhc+66/11phqD
sAPBs0JYOv/gpNk2bftA1wiPUopFwTD/5+cP9Y67j1PDGD2OknfrmLDs/XGNxJptUhXq8Vr4joCD
+h9npwcxdsgDEE3djaJmvDX7pvT7Mr3JG3ecuti3KxOWpOPS8zTT4EI3Y9B6SBOwj6kKPm2dCBLm
zIrZ96zYnkYqBDtPAOcuj72vbWCtQZ3Jcj4HwEZK7yQmixzji4LzwLYOl5jMXZhNIZcRmWnQDNTO
Xn9Qcxh/y7YQPNJuC8Yi1YcAoarKO/kWqEDUjRrfZgqwKjM3jG7nXk3WMxNcYK6+X1/HBq6D/Gab
V/PixrFpUbSBVaRNebi0cqrhqC7lfwqZNbv5WrKvdIYL3M/04kBVd1aHT7mvPBBUcDxC7bcuJ9Lp
sAYIwBQ4Sk/ntLa7FjG5kin0MA6Uk2e/Uk3+wdvQjvVoqkFu4prZmXeO35dZuomgnB4V0jacya0l
WfxeoX9uArcuN2sYOFUynce8lL80vj9e3hwKB+4dQwRKSeStgSDWgvV9VN3jtWIs3MbGv6C7aXR4
8tdOopAgx4e4Sgte+i+Mv6FteVMIcSVWHzZv02GMnB+ePwPoUkCzrT6lPvjUAOUb4jdK0V46F3Ms
l2TT0Z7b2UiBeyo7vEAmVNgjKNv1LbnbNQVG0dGUZ2cMMr9MOst0S5pL6+WaNTHMzV5KRjnYwW5q
UoU0pSVfr3rdWbWoTCtpSOepljdrgDoOcHV7mgt/PzlrYHVoHCVYjXxX5Q24jl9YyB8MlU/J1fOo
S5k2vfO+sa4rH2AvPfJPVxNF1id45dfA3aMq0H8vkfqZzr7feOyW1c8a/bjUwy/zrPcBKeSDIfuB
zhw8ItBpvMuzElSHZLpWGoD9ZKUSbHHNNZZyrjDVUch+/Lk9ezeMDPUBoxdokEphmpERldK3O3Gx
pJ+2yZx+zkSSe14MyJS82IwcjBYhY5tF6o9FBAwLTeOUoElTYesqHZc2paCB2RD6Yr86nD9kffRG
WQITD9KC+dFljbqa1rats89phJbNsls9JMiLY0mrkvD3EqAt9OL0Y2fNrEmNgB0vbHv1M7g1UT5I
dBSM56UUxDL6wPPLB7B75u1dDGWdevX2EiCvWHSnLeBdPKFpR5c/HqvadLUvAWhP7MwpHP2VaPTa
Psw9kNMAkGuw9ufKgTMLbNaoVlAOtU8/lOkDaA7u+6iZ7BWhtKCT+5GJTY42yo4z6WUzg7Mvb9TS
v5aThsjEs6ibwm8UhzPKFW6sLzXSn7/u97EAh57ePbgHh4gABo5322ueHNTMaMc8XxP4eggmdWxz
6GiPVABW8HCy43j/KiAy9ux/4jdpumlMUTMdST+AeYj3MYjbrXmYBK3+tFp2pIEYgdLtqxd6UDB8
/PwRKWu/vRh7xnA1QWHE/nFM2f3tlhZ6c8MWl/opa5lO6kGjCuXZO/Dp3dDsZSZAiN3U7mTKgnDX
sH/StHPAxyOxbn50VdLyhwntY96YZwREni91HeV4q/m71z6pTMDMyJiZUHJ43jLzhL/77uzxuwIr
Q7ZH1dfkj+g0AyO+EwSjjDFOi6dtdz+ryHwVrnHjNkK6ENazM9L/GmKnmGf1sjh5semDKraumOIa
GRcPdvLLjVrZbB4s0K75cJIiV/ohq0jd3TOT/ZKv77aNVtuupCykbfDF3hhxzUt/taF/NCBoDv4s
qr40l4VYyIr0+rXWFGLg33PQ3PI+0iBX+XpbF6PvQ90faSn6Ox/U5rg9plSVeYBG9D2kDv5QZqxZ
PtYGCZIx6FU1O6dXW65vVrswjkwRv/v1DVKCncho6CFsBESQ0KWC5E5qxV1nboKQ731KM5UXtpka
qn3OCAM2RgTMYEZxbJWoki2eCFupXGegbpPgMaHp7P+eMEDEreReI2mTlVSjcEnXd1BuJQVExv5E
3yRP13Mc2aVP7ZlBxTHrDsDfN8/7MNvo2+o4ql3kDM9e6WyAMawhNffH6F0D3MmJGAdICGgn88ot
bR6Z6uhS9LvRppbsgV0tLd48pt4EEi2o/v9sIYtIiRfjNk40W4dkWsVa71t6kAOY41b0LKJwupEd
iqCJV1s3ZbKm/PLaJ0IHyLGT29wm7NY34CVonO0BOQZj+mArJhNSg4CntH4qV6Z1gg+d3Wudfc4S
tx6HF9cHms10FNVwVqMLZrmsZ5q17Mxz3vVmvyPeaf5PeStzZhMCwM79NUgBWEHI9KCnoof8uIg0
s6quGP38Y9FnJfc457Ljo784z68u6F/Gg8Qck8Wp9uCv4RC9D7m5Omgg1GkZWrWoEO03AEqMFw01
81IM4jRgLBlrmnyaGPEFjHFFbYQXfNaazY6sKQm3rsGVuH6X9sGLBTolTL8tCVsHZlnPB1W+vxam
AYfQiu9tqH+SmEl+IDh7MhyrQYpEZGA7zrobbVZX0fczbaQRVVWQIJeGS2RnFEe1THBDzLkY8Nx2
QexJvoK/y9QY+gJtvBxVxUMmBsti9JOGeAp5llXSLKWRE5H6kDd4tCJCmPP5WG0pUzWvptG0D64N
/J6pBJrtu3agrkdJPW+6JDjQpF666a5yHK+O/vPB1a16C5JPgMFrHfe9Cla0pacNWbO9RIoX/vDN
Qezu6zWMS71O1R3SB7JWDHZa7HqANJcQDxJwk7BeOkFX4I2LZiG7HZmsZPi4dSVgtV2YMKCffG6Y
csq4S+/S5WjHjPG3u8FY4oxoajXB4zWGHLc0sZght+rZ1NSwnXWLEK0/1QO7s4vURI/mGj9eQSGF
HNGT/VSITTr9TbmOpknl9qtpxJHkeEOyl4qKVn6iRLDy8Su2JbkEr3AJeLzEawPvijByO8Il/L5N
i6RDVyUBnLeb7B4pztGhItkc3FFuVXtuSgKYIL72DRjRShHJZdIa3MIv+Eiohb33bFRqMIieGbin
cvk+WBPZ5BN7TenHJm3pIh7wTGHTHvFKrMBhpBrBEtFUNEaHAS2/+nA9zVGbdXW4WxlmXeuzG/al
ZP7enuf5fkqk1RxhXjGKoqwcExQbKh8Ng4JIYr+MoDEIvSjIUvmaq9zgDpd1MFcw3UP9GAgAQOBh
otr8LjJztuyLpDBdm456YS3i0SKKXA9qpuIIwGoezJf4c0eSuivHzOm/C3ciGKuRd+er0JA3TfAm
DExmVpD3UtUHVGjQeyCjPEKlfilM8cJabApBZNGv4DMSLe6xsDntHzkp9Nl3DXnyeu8GEYBY1Oas
AVvOiMUrxE2n3jozJK6TfN6VWhFiH2e3M3U+mKiAdCFuSLL/6NGMLZ8hVCDYu4SBui5N6z43ABUI
YWuwOttxHtK6rQ/X/kE5ATHL43VGeBH/y2vo7i5xayds8/gMGBoYRIhOSd7eqgXT1+4Hhc76Y8v8
rkG+2xv1jPku3WoT3MIwaGJFv/QxK8LuzISoD/kCT3Sthl1rlUOvSmLLkUltPzgXfm+C2Um7Nl4q
0H2ToRUnquimiRInWm8LZOd4VdcbDnoHhfrjNIQGhjuCleSatl2OZuHcMQng02DCeyCEzdo1EbEE
72+5u7bw0nT+KO0GrO4JWecC8VS3zwTF44UZHa6dBzrlvtbL4s1NxGjTY5mX8H7GARjE3DoyJbma
SnsbrJTtppn/c2+KdF6i9DFXS5cOZ5eJ8+ycgUzGxzMhP3MBNqVmSW0Gbfk0xr8nNFgji9656mjS
2i0is6k1DC+D35kK3NWhhUz/9yXCz0nDjTkt9tW9uS4mwBSxIUpPS2mbjpzukLM+bJaJBq4fd+15
HFpIeFKKXAyZMjX+MQkGWvtR5ZpWB6I0Hfelw9r0CydtaswxkwtB97Tmtfb9/SWJCZrEYECwl2yx
6z9a1I/5LOmueeuT0LkG7vYK4bk2UkrHClP7BjGibdI7pgy7LjtC5xvazx3FtJJwSrqD6U35SJqr
+9Zi0Nm7k6nTZAgyXbpk18PInHKAzhYCpI7V7dvVNuclvbww7QuzyS6ZaNTRFypvoO40dcvdeNlr
s9rEeYHssg7vmOjwVbruGZ97dUxXh1ExtMmSOBPo0aOqbAzSkUJvLvsYuWAveaaB4Sz2bU+FefUP
Vgdcod1fn1guQ4cMgp416McPbdsYk0QyCIVb3KIl3XyvXs3IwrHEHuAGOo0OSr5BpAXUrUiZT7mr
OhyYPkGwRbuNGaM6K287FwH4bl8BM1fRh4l8hD05KWneVxH6PT345VIgstbewKciyV4kLQ9pOQIl
WnhNL/a0OaWfxddejVK2KTpfu38Q8EgMK6VEU2Z2MCi0mZqIMb1st9JX4h1fMcjlMBvbY8HPgGnD
sxpswXX1tskaeWQkZu35jCRr+AkkhkxjtTTmdpxCmMouw4zYBiZMzCetYJkdYo2g6V370DoVGE/w
uaj/ouoKzzUjZyMMQkX3HKS8MvtQOi7I0UM5z2kw3/6nck11kPtm2tCcyDIZOnOgL82JPsmMYfKa
ylmPee3r6A9RDi7WyS0j4e8mH9oCtSvGkbk0aruZ8lWB0NDrMVusJbE8uWOedaPctNOMHjrVJ2bj
EVFXO+dyllWY+/Rf8xYKYNBRVPtlcM51aB4Q+KwN6HVg5o5/Xc9kgD44rVQ0yLOB33Yqys3WL2w8
0THISXfTaEckkM3nXs6gcsNSmwppufY1pgBKOOMbLpn9kDM5XN75hGR98ymJNmOweqdLuCNN7sT/
XSOza9MGNdMSXeJWuUUVvqxBEE7njFCON3S9H7RvjU9zXxuFmtHTznu6vq+5AmMDEG0uBCkSGaFl
DHZGR9KMTRTA1afjUmfUhR6uYLEq9RCUPl8zA9VlZoMuzUDE89RGfW/JY94DXv07XWyKSElumleZ
8ihk6NfSlaEEM9vmUoUYwUazpzHPr4uM6edfzEi1armH/2AbGNLTpDz2QQU+xaBYjowmLCcGrcyh
61TushtS0xb/Dp8gDnSNtjZMwIq+HpPrA04h/SZ2jV2/Qi2rxpiFEdhD//1qYihgcwDgkjIFsKu7
TKrFXBnIkGD1rxa7nhefR75AEspL0ZahS3OK3NyyuX3lAzBtPimUU3GCqq3NsXMuzRZ4Ssx1Ot2Y
/G2+OMihYZ4RB7G1Jn65dq5hpDD9iHTLDCz0mjz2KGjzOdkwLwlvCeMD/Kv1CRw45kVtvP8cjsYN
XFuJ5cUCbq+1w+G1nrReupubmF93XYAE2LAz8+ZbeIQpf8I4yHkx+MRrA7RAeJr9WWpB7cu9gD9q
rc1Vip5ZvvaMkGuH2w/8iuHQu1pI82mf7v72kjNWmsjziNW09a0LygfcyvW5r5vouhjXky1Fazre
46VFFuqgYWddH/9qhKOAY+jtJgIxH0bFhTo+YYwDaDmIMxcg2dlVFet3XC7BXzPLDce9Smpm7R0k
oFZQ3cuBAUSknmSfLH9TjcVY7qskmYhp3bEP/N8FvySWvZRTepV43ngoGY5Jgl0zQXdk7VLG7PmU
xHlQlIDk3KSyQFVCPpbM5tW4KUXX3yFi8aicbPUg+aHCYOEi7OqBvFVAzzVFD0veF6aU0XjMGu8H
WZkfkcgBsVEDFYn+w1OAWH830FIezAu1OagDtMXVBzpV3O7kzeRae+AyVc9UYOGW3RcYpUzJxhvg
C0TGZdP/m7PzWq7b2Nb1E6EKOdzOyKxM27pBibaMnIFGePr9Nbq5y6KqpH3O1Sp70eScQIcx/jTk
ylUIAgXEwD9ozCBRiFCLgZBzaSLMgp8f3Viih7/urN92EzILilGedBS2Y7O53+BkKcFW5MM0ztOc
cc00zAAOlnw8OQWP5gUXilw5gz1vDWM/cpE7+b1ad7/+FD8yETDfiK9txi7YaLEDrhgJWf5HpdtL
vLtIou0pKRupi1XsqFlS/EHFczNRYSv2P0jN39P+P2L//Hncn3x5qHDUDvZPyKQQBnZRBuQ+2bUr
+bmpIxgav7GiAACpqLuSrDL5GFFNYJis94P9bPg/UKZvRmvxaeBkcHpZJIOyyJ23+CwCk4DCzMtp
RlnQDAEfab3JhsnAOEyDjAnCQBiYTvYICEA0j7yoNGtlXw59I6VHugdHP0jC8ntYZ8pfEgqqgco2
ihnGvt6ShQIWngS7HHQyaLa/TU2YVOJjUdSyQdO60QxY0WceIHDU+jva4aenjswjgiUn6kyyDvsU
pP+89MBMCRcxBvsxdCrOCH1eMg5ZsvpqBTA7XpadZC7sBi3FjCP+krvi1yvwR1Cchw5JD9dAepiF
CesnziVHj9oNXiweU2+ROnuG1ssDQzWBG3l28vytZ2nC+fUf/mkDesSTWqR5wnc4FhjXj0vfHkMs
apE7PXqqysJDTETvvaZwJ7dDz6ALQJFNUep+T1Sz9uuP8fb7S20FVzoTIHzQ+Z/UCtNsiSGp5vIR
95FCLVOf1wCEnVESsUEwFZz0qv/1X34btI6sQ6o6CJtBegVK8hbQ6ETG/AbmaT+kTMbmwi2DmGb3
HOZd25MU03HvvqD1lLTIokAHwvHkJcymlVe5GwdJ/JnEyRw9+68/29slivGCZ+GxpSML0uQtZeEP
GzKAIDYfNKziKXHlOEU0aWqJzqRALR80G1T5RBXZ9MP/h0Pq7XAMnhOhkiSlE7NqoVj76ZAk/idE
098/FKJwN7S56pkguRTmxzUZO3c6TdYYmN/KwpfljOX0tfWtIwOhSI5RhxEGGDoJIj+/8USZOr8b
Q/B2KRNjTjA/IX/QlkyGfivQ4ZoRCPaj4PHVFKcWKil7kgFpwpw+Kcw8mgNMqkiarK3y+Ji/fmWe
8wYf823yBs0wYCujiPpJ0kQpICSauz7mhMdxN4tuIA3zMRJEJj0ny2LIIYHGio3vw6acgNrcnPlo
x0uS0FHcP42BRwzlVYZZNP+28ZgU31LDws3kHPyBcBgDVIASHS/0akhGvElCNN6zZSecw0CbMDku
ki2euK7eu4ozHF+eGUihqUZLm2QRI7r5Goy3e0EHgUDsVa+hz/QOUxK/cppxas7kzglvLqhtGjzM
py7s7HSGhsWQvbEewpAqVB8Wfgnu9CnB2ZSlR4x9pPGcwZidIWRUWZFLa6YoyJ0OriaR2G3CNyDE
proWTiOlDkk4yJVc2imBE+fAo5ZtT6ZHWtt413cparUzKEhqPv/67b2Z3Qz5jlWIPYcgFyTL+im9
Ngg54WaYwkeNErfq61P60RDfcRmZcYgPlMw9WLweUgjDmpJi64urU5bUIp/kNWZuhVTub+4opYPK
A6e/dgUt1XwxCWYlqKPrQj/+HQn5loPE9o+8g9MDBxIiobf7wcFyDgBs9g80g61X/403P3XqC0Yg
uiPtwdRuua02pAkBKyftqDryUhFIBdNvnu/bSsuPiL1nmzo+akMe9ZtKy4zJKTRYUwySCUM599fr
x7a4RVfhGp9C6mwKzQBhdPWnzSHGgl1EHtF8jskyG9HTQmToPJ9rKoVgOugPP5eNbHiQ+4bhV3po
Z7jdOFBZRTgrY2O8/Po7/CiPoD5DqeJj6/IxiZFc/la2I1b0SyQoDw/BZow9woAhrhwCKRdwr5TE
xf+P6iAg1trxHNhkMlotxPVvLumy6+jJvepBE4q6gu9UfU6OQEaz0PkIne3faDPevi+OMY9XhmkJ
xZnzU31eiE4KN+b2IUvzgMOyovn2v77+/TJAKPqedHTJvMWWwCR+8+uH/dPfRxJOWtRejhLM5b35
5jXT28c1tNJ7bY2YOdRkT/2Da6uyPIQPt52NM/h3KqWfPgCvGcET5wIhCCZXzI+P3gc+9ok0GO5Q
0u0noLs32fryS4xRImusv6rDwdpnQ/DHrx+A/IL/JR5JmUYTjnKBey36+VIrltnFipqs9zkH5PY5
DKchvKSDHwPy8KF7Y7j4Nmbh32xU+8egDzlwhtKfyVoIdKU6623pUXiOcLaq6e9xFqXd9BQQpLM+
E7eUb7eaTK8Jy3D+GK1estrsG9nuopeXrUsW27nEv7t8onEdAoR6DFgGWcjqS29XEu3SbD2dgLyl
4CYr1hBGLJOCWzhcjz0pf9LwBasqFRG/fqxvKyvksSxsRKZo76j+3zY55Pu1S2Nb+f0YCWe/de2s
CA7EApAEd57qQnj5q/fLW6FJXiZMdMKUPTaCxt+85LdHCopO6n6X0To2R/ZPrchcjlHijGt+z+RZ
KjsysSC1VGWnYMBff/mf/xwnF+wdRkhEsZR0P67pPPM8OMzNuyOWJAAoy22J9rqloIAd3e73Da73
JiyDZwzQiPKGnRx6JoaaN39yGOKli6gR77QAON/9iktStdvzNMySa5M+elHep+uIk+7Y1/7gtk/2
NG5tecEkHZv9PRn+BVCqRiu1ocpLUK2DrUQ9gOpCBOz2rJVFTTxH2O0anF3vvW0aS5I0+a3yYljR
ZeCMi1dJYTFDQPYcVCpy7ZZ+JcmxNIa7wYSFrANUcNfjl0ri5U1C0llBVkkifUyTnh8PlWKqqWdJ
QeYoBoFmm7gEI8tUHVoXXQOXKSpp46qETTUaWJksTVlQckekpMdv5rGMOyi+IzYqVEGZIt5EbUiD
3kZoFD+Ps0XCkj3eOP6IbgqapPaAJUU7ya8kUyJeLVJD7kuAXiNpsbfJDdfE4UaB1celhA5VR1HK
FvBlTSp/uIS94ZI2OfdGv/rXocKRE93m3YbhXIEzpjnPfO8cjmRzLl6Cxf69eli6WdHHca48xho4
02QBSbf19qzRFnBN2d3ZO+ajsGHANYkT7xpUs/bMNb/GuAPJm1OSOd0JhnYkH2bQCWlV1lxo484y
4yPbQeb/6ux0W+DWbuZ+KAnVE3gcQDhdKjNgzPZfKmTi/fqNBJBvozvn+Mq8pMzGA1YtD2NRlfIt
wUazfbnWls0DNCZbGiLRB/T1pWVbRf5dZbdzdE96+zB9zsmIwAoIv+Bt0UmVVtiBagoxk3kjFXwo
8QCJc8x71wUo7HD6f0P4lAXHEcLF787CbCVCnmT4Up+ndUxhrGE9jAQxPcJMcfAtUsCcc1MWWHIO
/CsQzLHITe/ak/XLEq2BFMgLRk+yeH9uitUofWN03iWFjy/4pEF4DXXZijjXMHQ8IUt8YfiUkKUZ
EIT71JvdXKTko07F9mUmEXJ7Jnffmr9XqDiJy0gZoOc9L/ye7RlufZr+Bsyw3GdIcTG9Ix6HKTMX
w2iN9Tlwt8UY3+Hek3kz3uZK2rjAMj8gZ8w3ayhPg+KBNUNAuoDUX2Ip2tmmMJOdZgBezWKlV/Yt
ysI2b2BzAnjH7aLFAJyGnAXXrYr8npzHsBgNuCeFsHPySqylV6eALuCi1XezP6rQtfIPallP/sKW
LfaNK0wwdoJfRWgPzVmMplyGSqwQG/AdN61hG4KBEErZo1r1AlMoC1NpOnPbzj0TLSa5Ftup7WIP
jgBXneQvtKPLzxmi159lMOIEhFumCdNy8z4WT0HhJDNCL63nrJeUy1Z/U7XEwtXHBmaWcNlYMxdn
I/tFoalqqxdhFBp/CK8XzjlSR5fm/hzPq+Xxt7srx13Hau5+S/2YdGZAz3ALNi1DPaR7W7EmQL3c
Xhq4L0OTk1hLV13Uw6D4xNkk5vMyUl3AnenUgyTpxk9tZRN42TieqIDwFcmhGCo/XCTUOc1byQsE
rZFPaFvwWaBO4MlEyUmxaJttNtANrjJNVd0k9UoRBAY/L2WC3YsO+hlnmF3vREjoLs7Zl2kA1I7a
IrUkydJZqZc+elnjb+TNqIMyq+OQQ7RaGo/NWDSpWeTHOjKI3jhEhotKpVObbVa/b2c7emddwy9k
hPF2D3G+xo13wDJtmawCpWFSr+Z1be+n3sBT4JAP0MbzyNRJiVGDj2eFvZQjccnKWyAfU8l5Kfpe
iwqURMate9n9JItkhsXk75ebgo401+7sPaA+HhTIOOWW3IIuURG8V19JQ3qwX9Zl3Q1E5ifHts14
p1FnBMQWouLoMXbXRi89MRaCD563OsTxQrtU6SQdyBYyVb38q/dyZ9//d7HtBqB53Qb2vagL+fOO
Ai6IjZMPgME28lZOSpO1pV+QSS4pP2hvZbplH/NhzdEK6WuOyQbUNHO4yXtNYz9FM+5wucLV141I
xfkg3AQC6NGhzICsKlRE0ajOFUJfUfJdJslAG2c0iZ7ZoHIYJddJnQ6h92cbTxKrL20UbJQJ6p8s
BeAv6q+r2g09kWwcNIBfUCqxjgoOVL4cefSckXhSpaAoUO4cOs7KYkhouJoPnb9Tbe3Yhl973FXp
HwnkMrMXgUmM72VOGL9yWpelkLe6JiVbOAsuRA1pz25COSnjHJBv5JNMBhC2YMVq+1UEQ2dgA8OI
B1AXM+e1cC4G83qM5ugqCfvgEgEG2NTO8j4BM3bL8IgVJ07qkw8AOA3nyTQJ4zmPSriulm2kcgh0
JaCvewKTOAFus86eUAKSE7fV0THpGtzlUKaVYzDmvm/k++UN8cH1gawLR73QAQMkZl+sUgSl+dm6
5+L+oDvE0qtWyR0rk15kEGqAHavFB2WjZNlr3EkVVVrjhUVHyo2iOZFHJp5DuWJgzNh3DAvxKLTI
8JPnrJOPEwsGaUy6fBrhn8fmlCnTTq8i6WKbbq4hrhXik3gMJ6nSk9aeIAKTVaWrfyP1Ib+RG11i
o1U6Srmf1oa1naDrCJWKx+Qq4FMNcNTsBXUfRXaEUMtAEwwBo04nVTz1qjxEHSJPC838JopnJ7oJ
7YtifvXy3LJd49jNMmJBFaQKqBpUZYvu2Cc9T6RWZaOqQ5HEk+SQB/e6zSu+F8ILI5SpQGo1Twmy
ULQnas/lUuDcHaA2HLSd/YB2LLgNx7prsktmkn38UqmX3fhozZ/HnFQEkgxSNIYfHN+UhLsjkmQQ
n+NE1ISWL7vhnxBGKQejBZCCA6XoMfIdpPcUJQ1CU5UICXmmNiEjjOsYj5qDXwevFGjnYvxf6XEa
XMn4aLNLrkRzFuUF778bSq9r3ptz5uB7rzKoBDnJCkUtzO5+Wus9hmx+Y5xVGGZb6d9qsMJI5rEg
XJdgitQ/dLnYkSxuyaI+joLDaD6uJkQuLL0SNTqlJ7WE/B2CIA7BmpTlyDm1Cwd09VoshlyLFlcy
K0c/ZG1B5IbGD3uUcrN0eRqUhAhDaj2GZ5qQpWlPblYmQ/7Xr/vJtxgF4YfEe2JiIxKRPJu3QOPm
+UuTJXV5V5Ut4myE2Kqe3yRfvComS9tM/p/+ME4hWnjgGWB/D/LqLRRXFs7Yhc2W3uVl2oUvK51C
gMi/JYGFJIrOWKr6XHNVcMz/+g+/JUOA+GloQxfeDNZDjg3/sYU2jJAwTIaz3NTz2obuLcDq6Cd3
ERkzSLiROExBeN1st7fQ0WxTOpT10c1WhzQbnzu1tx+K/WgZTZJHincoAqe5ff/rD/mWyYW+DUNA
bCdAuWL+HHm0onYJglY4Vy1MUnLERcfF9bmEfIkrb0vjQuwMcytIol7CIPy0jKJt22tTEvJG2HrV
A+X3TWY0yRHRHFrjQ8UycMiJVDl9XVqVJblDDJhg1sjk9SXzOlIqVSc9V8S5gOOq3eLtrMCvv6a1
w5//wcjgzi0f5zyTpdASmAxw/PFlmEh7WJvCvoxeuhlM+smT2iUzL4qsjhi7kUiDjqSpjNr/uDGY
L07OhO2mzTtb5cj5DhU3/WPQW8aLxaQHQTDVTqjoWDytxwbfRIJ7qAJ04OnJJAfEGI9pujX9Yw+X
vZrHismnbo5v1pS+j3oup4BMENJu6OzmaUyJKKRzWTkIuz2lDvmUJM5d0QoMhhEOBmLtJ3lHvOhc
oKZkUIBxRGO3WeLaEqkzZHA6g9cyKJPk2eoK6DvY3wgYRbtwXr3KCZ4Lctwx2QauMQ3FORYbiuD7
zo6pq6/bRMbBE2qstaKBQanDxAyG4mRNfi3XqI4fyQmXcDpXjTH3JwQ6bbQ+rf0QOuTwR5lEDTwj
JCj6ZmU0NGS+OeB9W07OHGdGcda1ljcM4WL8wcx6b2EMltOTzHpoMBobn93ZND1iC5uoX8sLM7uB
nq9Z6JWc9fOKGQCj9TauDBfKxDBAC+wag0oxKjFOp+Bv4nbS/JrQgjBMPC1qzHmnvhtnlt2mgjg1
mzajcc5xehsre/gkliFgitHorHTyR05GVJ+3FbFFU/8Z3dCGNcrsIsIsPtAZ5sxCMvMmMAfifqe2
+Daly2y+UP3a4e3U9paVHIuFnH34LSQPMGc6vVM1TVnI5Lvm3BfxtDI4I2xlfJLyKuhIU10LMEtT
hhqrvk1sjTQ4jwVjdihRMQJNA1Xs7E3VwabCE/+ojZTkNXxfGvgzNgN/JfWsP81OI4ixy0Mjf/7N
FiMG4kccGgwYEJijnRhqF8nAW1Molr0aHUHr3YqGCR/igJI1afLPFrJKcjE5CeObgHwcD3azZP5W
1LfkdjCf4WYuiUJlfMWSgYeNuBtPLfFID/M8tmBzk5V8LsuJWJzIrZL50Q6qYTimC4PoTJ7BxGbm
vkyKO8Su4HjFsYzGwTxNPf9feq3sghDzvCBW585oSb26TtgiiO1vMvEtHoo1vzheNuOCs63+IzEI
WXPuWmZlHfst9Fa8Ab493/poOMtL48RRe+riJBiP2bggSD1ZY7FY91FUt09GsJJHb+L2CQ5TxTyO
mW5wO9Rp2J5AZ5roLvFw1JCpUwcPhAbU0XlGTRzyZYvgU1lP1uPUu2LGmeLYXy2fkVLl4g3+AZQo
f+qraDoxT8F6XqolQQfff/PTtHs2LLt4Kl1jsQ7b6CICOcAWxpUg7islmPQBuAou/LR4DAKLjrnT
V4P5gAfH+CcSiXMl35AxPJghzuiak2PgDeEN39U6m0bKGcRYseazT6jKYUAAQlBXtD2MW+wmjOkK
1i9m6W4XWH23OQqrHN6JrGvfx07bPyb4bi7FOnofx9BwrnEkRwnlrUwyBDy4h8yrryadw8kCu5XR
MsEjyUPJTUug6Wez9by/VjtMv8TD2H9YYecfEuLHbsuhH5nNhX2OMULMNOGA3M7+kruonrZ8uTWd
cbpv0EK9a+zBOm9zn5+L3EXJWoiWSSWBtf7TMo3hUze58/vKNcc7QsrSpzkwqwJtUt6dy6rf7nFU
RZ9I3SrvrCT23oeoo91DTprrAbV4eG8ifv1SelP/JSLW7orixjiCk8Q3Xj+13CaAbszxwgsJaBq6
N67w60/tONfNUWrwL84qjG/M824eIuZeHiGUxk8os21k9r1znYPGfrSdxDjNm9i+F33cvCR+RjbP
GjOQTTAOb9hi68UiQe0maNbixsm89d1mG+Ojnwzt1UqFuE3nHBtTvK3oybMwP2Z9474nqZjJI+Qc
M0gssOKzQe9637Yu06/CsA+Ym1PE/6I0fo78ZnqxuN6u6BSjQ0HQAyYvj/MwK8zPLgfw2ViK8J2X
BMGNs2UN8WQDXwBY2PscUsxjnZ/x2Z6asKm/TVXuZQec0c0DS5M2IWpn9oldY+4ilIz6orAeEgJm
vi2Za9x1do/7i3bn1uM4+dA0GRZS8rSeyZhh0N0m8m9pXWTMjbJr1PPeXIOUxBamZqLgUAkLBx/q
XNYvHKiVc7D5n/zAxVOALWHJY1yQ0f3JzKTp4uFZvS2mduLMSDdGfOTr+GHmsoGNH+rrRMzVIQSG
/uQjtrQPcdVYRXE0MpHSIYOfL+JSJtXwlxWM9VNKsXY2ZljnUywCk1kyQHMMCKqe55w8QOZ8/JFu
9nhLov3fYnCefXB/sr+L5WJMAQM/Iptxmn7QGrfW2BXRA1hddcMXK50j5VH7REWRRgyNnWOmTXc2
V3JqgO9gXWs5Xms0sAfIKvMbCorlOEceIwLc1vjLSEabdrDPmB3Dpyr/8bfau8lTw71vtrX7im3N
uCtoadhc7vKYuM58N2VDjuLD96oTyRbdXzN3x721ev4XYuq6D1Xcme6pTovx4q+z/2xbQ9Wf4tjo
74LRC0jrpyD+bqRVuqKJbEfyPWyCxM6pN2SP3eJMhNrEQ3tqC+Z2M4QL13H4J6R9eLSHfiUckCd8
N4nKPpnNjDR984ePDSFu58nO0+wCimF+TGACBNNxq5gv1HCWIOb9iB3f+GCRAfe9cVaOnyhzHvCi
5IwBs0fzbiYP7Rw6U/UZeyYo27KF32KnSb4USBqGQyMlKgeeQvvJinLvki8WqexZ3JfXpAmzr64/
DTeBsaYv7oB+wGW6H4koM92hv9nlYWHKCVsTy+2FgL/uLrOz+kTIFiiYW8SnPGuzf8I27Y4UvuGH
HiSNeDg3uSnDbaGhlyMOPTu5rzYmHHXZ+sQH/zsf/OrvbrNqyE9SApvC4ezunPGMPDfjv4Kjuyvc
MXrCtOSe18zrL043J9XBm7P2lHuG9+C2i8/AOfMr2Tru/VIseABLZ7zOkSUl7+zdU9a35Z+ba6dk
f3sNU0KKMbppXdF/9skgIkmtKLInIzHsI5dw87HuF3HjR8Z2a3KaXed1jW9c/nZ+CoRrfExDIQj3
A/csL0teMMSoYHpg/l2p60EJpaJ4y0KSIorNkpkh2dZJIE5ZxtqNQi07ZiSMU0XaUZLh19LtokqW
UKiHjh3RqrZhlvqkj1rJXnCg0M8p2DMcixTgEF8eAannkfS/MjouZcKwpOcA4yx1bM4MCH7EU5lW
FFeyKVV83kZezFQfzHbCOHUARICfW7Ix6f6IvahiXKUGWrYaaQdlP66026j2avdvjb1CXRAFehwq
Um1P6yTE9oi6Julv+hh6g3SqpF1b5kXNfv2UM5tKTIck8sb8PBHml56NoXf6k2HUMsEwrtfwu0nk
anxHZL1VYWIqKPEM5hvMlw76vf7gzl2c/zl6STO2xJcMTfaRMM/YsgBmi9I27yF9F8+/En+QdNlh
IlKWsOOZAP31PKJwDIm8YdLigeCHBJ9WPOdcXAfCN6Qdalhg3DTDmTOnM0XMR6VzUohRtCehMRGP
uWcoXrJq/E7gcDEhkMSQ4P3zGkJnt2HxOMMvJ3er6bPFwqBpr3ERQ7KDuxWb/42CLMjOUz5PxhVd
S1G/16n81QY13vA6ErhBxZJECOBCepCUxxikwhr+pWeVMhtznWW7sHiVhGLwXeA9flKlcWYaEkbT
9AKqfuygB1xq3fBBR8hpR1cUu6Xvn2OHy69/opYCLZ+1mUkRJ85kb1V+3EJjWJMrCV8tf1MRi8ZG
hOCtwgclCUJ+1c6VaK0wMiSpX2WdS4kY2nFpLVWURKr+naZjtPGqmZmNbd+kJuMS+Xa78lz1EdoO
oYyuQhnBuowZjs0tXZCErs0ZtwpRQcoDozkk9WkKJ+Td1kq4rNFDzewISzJnGEbjupSHT7hYt2kg
PGHcwvU5Gek3AY+mudJ9r739LhZN3/w7Rn7Q5/f0xVjRGILoe2Z7tyWM4BA4irj8cbGQQ88mVzMr
aqLaBxSGqfJLhUxRYzNapiupizhAgQJoHVsGceC9LVBkkHheYAm9atdI04XSjdmlM3CvpkAVXueb
IQ9dWwhHu0qh5BOb7mA8h4zzs74T4J40UJZxWHsBq8eX8OKunJVKhDS8pVknavTQMDGEWIJt3ghe
uVpNPzGsWT+rzrWXBdFHYAibWLwdPRbK6StsZkO5342mAL491A41EX49ZYDRILKjeJi6aSUH9arh
Va/pFZaFrAZAreJmg5ISaSRfaEzBUnoPeeG24H8adQx2lbq20tJZSNjQX1Jrya/VjN+a2icu+pVq
kFhIPopr4/fClldDBcJzDwYEGN5SuRw7qX54WVWC4bRBmDQ4iuY0qWTgTOd+IQpQ5kaO6GdMpsTm
dA64zbwlnAhu3A13mofWpj+/E4IeZXGZGdoeSnLVlueFXLDhRds4myjDFaiVFQOoVManmIduHQg8
2fUIUbZG64nkx3X5mnMsmJ9NEnxbTucozasL1lIhvtK1Zd9qmTI8w5dHVvHRTMuJyOHFYUwVKG+X
u8/pluTlQ+YT7n7p6cf8D+osGX2YfQi1HVcfkwrPgeFhGmVY4mj+L5KuNp2mGbURQyhbXCUy+UTt
cuSg0EZnbVkWu0qcCU0sybqdJF9PjAOeNsQSlU8oj9Id9+xa7+scLFb0d5NSSr8U3igb/V5J1/Sm
3c0RCgUaYlOqOrDcSyJobDGpf6zWJq6+tTYRZdMBQG1ZzcPqEqjMaL0dVNRRREpjQ4Sx/DgY2MV2
XasQRUwc1G5LP7jnOrXRjOhDPaK+KNpKgvXhyji3mPZx+VMxo9bQJDwpV2XDb3tMpOIP1I1dILTi
4KoXV972drg75B0AFf7lHJuSNVJ6JnVG62t+DSBs2qhYne+Dh26jwubNZIAP2ruMM0jqXBQNZK+B
HChQksxqL0wabkrvszrKCCaWzjrNhiveeVAAikk8IvKCWen2q3GQPzjtVEfM0B5UXcpsD+4lP6K1
rHKntoJ0uemdDt/pKwwzTEJW+k6AH+kZVMsE2ExeP03Xyi+vooiZeCCvH+3ZaGp7aSBDhF0x31wf
xD5yAXY7FmEp+0FvL50xmSCKIz1FqJp5XWq9jIp2y7NZihcchm9tz75YybK/XVboLtJACwDginq+
YZJqcNasV7fkmC1uhV/KkwBoUNY8ikFd20j6iGrEAE13sMom46TXvgGVw/ias7rGktcVuGi5yGYl
tFDvTZug9MtWxr6GsHt+b9cn8rjx51hez5lyVARNsBMCOwNJesLEiVcT8scQedrgOKL43aMd+j3M
wd0KMfU3MdPZnelMaExTlnfAn2HXXy1G+oXw0ZG/LCRW+hWL/0p6V2HiWg1Ac8RdUaXSdSiIFkVi
P6FIIE7oUDglLt4bzYlpebDj9pLPQRctq1Is+k7aHsu6bMe/h9JqJvuT07uVm508U6zBfLGsVUaA
mURD8mQUh96ISHpBXjV0FPCSPS8pHz/4+5VjlIO8aFVqQ0IDKi2Ru85aexopieVvJY1QPkDCEWQF
wEhxrqsYGSLPylRpmery4t/72Kcd6aeFSFShfaLZmGZ5MAjuaNob9ByEyd01JPvy0RjNyLJxR3OT
XucK4rk8CYOW8oTsgBlMT8zEoDU9JU66BMVJz0XQXq4oJLfC/pKTdVRGyG73nayXsdrQDDwenfgx
yYxlQxNEemXTfR0stFTnhmEwYj1Bn7t8C13pOOr9Z5UROOMLE0/25bXL1ZKkaVjaRYTUqDr7wZDx
rEy3l6eu9jDrIADlicuUAoJ4FCnI0g+w6Bk7SgLMXEqBUDP1cofmcSqJtWwJ5DXb9nsK6AB7wiPs
jZyoHJIohxx9IBlILJd0D9md3GjGbq1lEpqH1jIhiE9JuGvHnk5/0IFvxkDuKHYllXWqdTktzgFe
s+OatC4fmHDfDc5TQ9HHcLw6xxmBKZgrmP8uaaqNuK0iLycg+oWZBLI0MOMEwm9EMMkjqn0CmRhg
MlIdkda2YDVm0GSBqAvEGVVixZipvYzW0kJMnkwTuhWGkwXD6TXRjmFYvBdLjZfqKFr4YMomo25E
EWG88u4NbBd8Am2a9oZKktUrs4DgIfPVLez+W1F4e96AKm0BYXpeoFJkNv06sMj0mulbWxLxiHlk
3M0Y96TnX8MohmO4ZtizdnN4TTlGVSa3jRKRhaUpN5l+rkR/y52CuEBuwyUe5e41Z44T7xANxHiY
p6Vv56o6qrsNKF1qLVbAyPkcOOZWN8gWnZxcVL1mdOdB2P/egAykQDJifj/2MxWHqUWWzJWQRlvd
Jq3E+A7WqcZcDP+hOtKkGaQ+bczTkWemLnm9p5kHp747PXF+6VTg3moFjJ/hjotJfbmoVAB9YBvK
b86Xl/kBenpYpUQIWq0TKHlDuDry1NUcq7sy1qfHNstvJABkj47EYyuvHH1ko0SSZ/tkkuGGhFOZ
wsucWBPvpHIlETS47RXRlTNbt+1efWt1oNE6TE66TzOLk+88kVjGl1EPWi25CIUiz0j9K1vJglTm
i6389q9vUyknk36QL990F/CmAwJwSqhtIDkC+/0kjaiE0HNVr6B4k+EzojhCuXkwyXGr20MCswWM
D+RkEjqmZLTqPThjKF+60jb1YSI9vEpdnaiSW1/kEb0TfypSEQz6n4AP5CvSGi3Es/KCtgYvDRm5
EDJFlmgLtSm6AedUfnmNCFcKDoJ85HKtlSk+VfLfnjR1Kih0mwZ/71VFpz7yyID17VkLLpWMMCUY
h1ektV5KwsOUA7nU1T3gK0ADjHKf6bVtUrA0OJ189ua6yLgI+TClYEW5w9ERyqM2wubA807sRnZi
eoidsAKJo5D3JbM1tp5QBeJVgTeIEBbTIl/GyhHNL2tAsPktOoxcZ0nopnfzUEvwIVTW/qTc9hOD
Rvidsl2Tn2WvYXS1KKIZsd5JhvoijBvjORmQ3CiRtUpjYKCMPPzHvWJToE3ihCCYRw90MGDsAtcN
74ZmVOYP6HiDymDZkqqw53LOiy2VPKrY1Vc3szmpMl3l3+pS5kdRhilhKVpyqvsOVIMF4+/QiNIh
6hAVVUUNuzq4UpV+4rZSCpmrk6LIJ9GCjVLexMadpcZ4EXxH/6OVMfpegGrb0TK11vWzM1JnkWfb
DrfoHadqzQVJCN9DxzVoNQiKDyldVeVTjLe6e0FmTssfcJDJ16vgLjNrd5hM5YDoOQBmW4iaAq8Y
jG0gcDSdiieiasxtPnbmEllUPbKdafJeCtZUqQ2nIGU32vnmbGG7ylgukwgipL/yNsXSLctYC3m7
vJkUPuc5uayJi9himSuNIhf5KnOdE2YyPeucDR3rgC5Unu+qFQjVKa8fNT4KeZ2noFi89cDfxfzB
Eqf28hgCJ/ru0VcTLC2bWt476ZAcrYjUElF9ADHqQNYlCv9SDZDBvHNyW93a8sCIJ2duQn2JVIMt
ncivqRT/HbaAaG3fdEqUiM5IPqLBKTBg1vB7yFbrMzHi0sL96tNVQiJ6MVnr6wZfuqL5kVedj9Ij
sk3pEtVy0BAm4xxXYqQYE4CHtdo1bxpyaZN8DOzLYi/mJfUNeR9q/Z5ayCpMmkFuIw+PACb5TpQb
kDrRQzLvGMOgQ5Z6HNfDY8Xx3XzAEFGt78qOEWfhQSlWt76X4llt99G3o5oHowck6NC2rKNNsc7o
GLde3FltRa1ywe3WCybiGImUfepzL5gbqTHUSVWdiih71bXuNVqC35JdrvGUhqZOlpW9kFtVt0qO
P8uyoVGDYPRhpeOstNeB+faycmu8UCaCpYhbKKhsc5T5F8zlcsKBixR/WXtFsiA/EUFr0l5geWE6
LiSpxAUYk/60Q5ThxX6n5bIwy/ILJf66mP2VbP/QWk9gdDJXu0RKxL5Uql5fNv88PhWwxdgtVh3Y
GK/aIbWPb8UmljM3lLhewQJarak2UZAD/dOUdq4sM3rTlwE/eOzlbw2qGnrnpGXOXcdRxkU97CYb
7VsDL934ut7Wy6WgCxOhomI2VUkhwpUiYhkPIn+nGU78B4Mqa7T9wmByaAAjNuZkFh+VLSTeSN6y
b2ZvDCgddS+pNeWqPrD2Fn+akBMy672z3LH4xHEnC3Myl+UDD01XvlJrhRgBDGWIaBij8ghwyepz
PC0x5/CDI9Y9UAkVXaC93a4ri+i2YApdc0DuJg93LUPXmyJIyPF7icB02X1a8ByrYI1BSUP7Ol0D
dmbhDODlGoBQKVpaXx4tQzKdq3DE8wfvtJeiGnLWqntpzuUVpqrqC1VyzazAw1qJLnWCwIx7wTWP
zVwPq3g2UkBeOsqwtqzlbrMY68KwCb8qp+2xRfa/eE/YxYiek1jpFrdl+n3pTWqoS1DUdv5xLFDX
+NfU9oXHbPjYSibGDAVEKh88UORpOub+uHbfE7ttxHLCwbgVT7TaVnnyW0YMT38MxJW44cnG8EKc
rLdtTnBuY8Ch6yaC1j9JNMp6HHJive5FhygqvUYlnfj7NRWTc1uvdVM+1yyjfz0DWve59KdIXMja
3eA182r1geORTt01czf9abZd3zzhiourayz4fKioHBTdDfuOxC/vTAiCewXzS6f3S8/aulR2vJrX
tjHn7d4mFeZUNLmNor6xA+qChOMXuYkbNethxOU9ncx5Qf/lDOl813vCb0Bq6O+sh3ojUQODV5v7
F8JtItJ/7G1u7sOs3Mz+4g7ROEKWhMw/yy5uORvMYsoaY3o0mApQrke0uSj6DxkU4GIcvDqeC4c5
Z2btBLC1BhmBx2nr5xWpU5gPgqFk/0PdeexGjmVp+FUatWcNvRlM9YJBhpFJKV1ImRsiLb33fPr5
KGV3KahAcLJ3AzTQVSUpblx/zzm/AVimDps8xOknskN8pcBvB5wPuiOyDRQI9aqo3XjAjOXcFoK4
M6wrlKLCRreVThKHyemoWfV3Sa6n1Zdcy0C1WF2g9dewSNt8i5CvnOFEl4j7EDkKlJ1hu9wVWOkW
h5KMp3prJXUuXGs5OpjfTA7l4lsh6npEDlSAo/45ncA7xW7QDp3a2TUw84LMMGoHX/Wkp+aEAPkD
NBTKV7b2S3LrCd3MEpkh9RoXd9CQa9Sn0O5bQ8k/axPPq5niNpBt+2Wa85w4NCTfF25Axsj6PSAZ
RsauVGvMFfwpYmpRSP1ThArHVFP3/qx2OtopbFLUG56PZQEQC+fqL/D3r4fy8xP/mYUQQt3oHkwy
7QQHz0+k3J8pgbtn+Rn52VrpWZf9GU09wF6Pb5/hxM8fEj3XLzn9Oi7n50+RpMmgT3gqUdX5VcuI
UqU32WHsA290nkHKvy6c55Tnc4nUQ/np6WxGX4vFaoCkFzdtTiob/D/SJxjFyNOkffS6shLNu0Gd
MsF040YiGxSGxhwiTRJIvx81LlE5MOKnh+i/Y7b5cTRIJadbDfci/9AUppd9DZtY9773OMRDkBQ7
MX3bJI2KrkQ9cxufezv+yjs9/adndH049iEZZi0RG5liUJ0cDW6y0c3JLrYmMo+CPygOsrRzfiJ+
1sgJn14lPp2UwXDgTR1mN1obFeZuHBqgmZ4o47h3V0qtn8DzpRqNG06rEU7U2BNLfc2TAvbtna5k
3vTY8vDAk0wHSNltYIaRL3CVJoYZ8kVO5EgSdnmdhKjDvTNqPt4o90B9JKu7DqqW40+ASzkGuYUY
dhj6mFZuyqJDnXpIRa1w26qsShvQlCxAZcOO9E0xWCXgp7H3I54AmhlvEb6qtlrTB8nOakbgSegB
GBbA9UB+H4tCKb6pYVg5nVYOlIyS5FMMefWIeHe8z2Wz/cbl0xSOMYmj61maB3dnDGg0MYLmmiQi
ivdVV/Q/upAc3J64Ln8XkMV8k0adcmVGXee2vcVGbMgvq98L3Iszp8aYstoFXTJ8q1QgZbY5yX24
6eu2+Fr6BfosIxggB1a38b6CrHyNDqp6g4iHktlTHwXjVtbS8o2uDdFX4OLlHadbwixHaoCAYqp8
DIpK2Bse5zyM0bHby4nUw8UmyBY/A4vmVEuKvHngLe9f1Ux+Utle3iqG44P1PMhkv7/DvBiuEGMN
QH1UFnwVShAMXlzU8ldKELF2KxPmZYh/95G0CShol3ZVhWTIJb3Td77BS88OKWvpB02bwhiSi+lH
gMHk+uuUpSCQfJQ8UEujfgeOIkGEZJQhYsmRWN5inUC1ODMSOXYiAiTqdmV+MNJQcSJJ6W8iz5ce
TTE3PqM6FH4Lg7i9Avmo3PWDxCqzdG9rFbIIfilRr+S+js1NQwF1sGXRq66Q2sg/cbdxM3SQlj4J
kpptA599R6j3sQV5/+gRD+FG3Uf3mWil20ZurJ2micNWQXX/s5zKwdELNX2jWXG47YXJexdEYHeM
Xk6oxLbysEHSpXyTqQpHaigEnQPCLi13SmqE34dckN7XZh0MbtyJ1Tewr4PhgGwkAagGQlfYRexz
snioWG7KCh4k3ktoZyVCXLwxm6GqXbGV09TprEwBaCqG3Q6aeP8lsojFnMyvxY2seh3AkEG9jhBm
vtW4468nvwU3GIzaeykrk20beRjHo9R/QO7OBxPZ9L13ALvZ+i7nUv7ebEf/BrHX2nQLXnBvez/s
v8tF4xO9dSYVeSUq6sqhI8p7ZXY9vRcHbImoREemuClQRL6lWUirvjdty65JvyUCEtMfIrPD8Zu/
2JpzfeBnyJ35JRPEzNuLQqe3H60RMJN2a/aDAaOQ8Huy9A+ayQwN8Wb+ldDfIaAOoBfAOgVUSE5C
G8gt+ZrckxR3GkkFw7Ns0uEOPlTc3Mo9FJID8JxCOpBHi6Wv44gPQbQxrd7Ujj48i6i1DYndxtki
kzJunAH77PROFOUUtSQQo0j2p048Cro1KVAAsdCL7kIMAUASNUQ0vAevEP/hfk+qsXfSzGuN20GM
RCrRuSiKN/3oU9rNOnisO3kMp/sc6RHDFmOtvg8jC447NgZyYFUAFIGk2ZFIgX0/QqfL8ZKgVuTg
ddJAmGn9UjywDBLlPmoTbVq1MzzFCaOogkqHQnrBAKSC5fUCi48IyShpILn2yhNl8VeA2HDD/bID
/a9vw3/7P/L7Z4B//c//4d+/5QV5IT9oFv/6zw95yv/+Z/6bf//O6V/88zb8VuU1yISLv7X7kb/5
kv6ol7908sm0/uvbOV+aLyf/4mZN2Ixv2x/V+O4HrgjN07egH/Nv/l9/+I8fT5/yYSx+/PXHNyyv
m/nT/DDP/vj1o8P3v/5AX+oFenv+/F8/nDvw1x8f8sxHKej5o/79+z++1M1ffwjEmH8auM0buBUA
sCSM+uMfYAWff2T9qaDvZc6aH8zebK+a5VUTzH+m/Tn/NrINgId1LFBRSalz+Ar8TFb/lHSmHP9K
7j4VpYI//tX3kzn8e07/kbXpfR5mTf3XHwuXPR486iwSocLnoV6oisqsx/JSlS8OIy0IB+3jYObW
jdrk9cGKcFvKIt1/pyWg0+RYzD6oZFJ41MVWvodLNxxGdApIW3WVg2CE5NskXacVSZQFywmjDzzM
ZIQiLXTQJFwST79ZOhSiT5Wr+eiJmFx6M5iL1S7dl5hQbytBTbYvpu3X0LwcigXi/rk9pkNG+k1h
YBYUo6BT+24a/e6jX2ety/ObOm1USysScwvzJT6XbiEPBT0IC1Je8osBD7wiljyKeB+hbsUulMgc
W4vAFHZeYPXvzHYyoZuYzU3Kjes0Rt1thLJqV6hKCzkWqFQSpuwySWAIjOjOzIolL2Y9BMddY/qa
I7ggjPtaloVHbq3EMVOzfRgrsXFzM23v5TIX31aqpziXh/r1IKDAYhmUHnV8r2YO0Wn7gqrVk0S9
9Ij4ak8kSe2Ie9i8V8RGepNrRue0WiRfK2U9vEEN+bGlyrgyEa+mG8dRUYLBRBKNU1xZHJxZE5OG
TfzmWMmyN1u/1E5TGfpKKwvpFwaaVti/HMwE8dgpn3Z0oJoIu31ojqWuIGQfzqWUoEUpIhLWpF2l
hRIebcEZIWBiF/N8QlHotK2p6HopV8fxOFI6cfQxEXfgyoO35HOsq07WApATRSA9Ys32qPeVvksy
odmHQhY+eD5eMeQjE33Fv2JezS+oYk/fScXAwhAJa4EkzN/5xULDRKwEiFn1R1Dvn1vUWN3Ky/bR
oL0dsDZE805ZERp6PeDInOF1pcFRhLn9JIzzokHZnGAIcANT0Iwat7V0C5QaN3eQhsbKKn7VFBQm
CRakJZsQMVGLOu1bQ8oQYmveHakbF2SVVcOhPBa4w4wCuLxhFlKLyODhAKJKJkcHWWlYzadNZUUZ
FYHXt8dWyNLtAEbgymth13mVpgHnJt8oGZVhC3mquJdbPtdJBYlQGEgo9ULCPG0Z7nVQoPA+HFNZ
UvdS0wqOXufJVtXGYKWpVwc+ndQQLaICiDqv8WTD+WLqBj/IQmuShyOm7jdGHT9KnQ8U3AgVnNaU
r5f79Wph0hj3p84+4ap9JYBqFLKRdJ3XHuOhsEJbM4wMBIBR74sxLW6mUEivKdfnK0vmTKtP0mow
eLnD0T8+Hc1qmuIR4Ih4nOLU+xr32TclrMKdEsrCHu6g4hijoPy83NN5GZ5sQR4Y6HvoiD7Posvq
4sLhW6io6pbiEVp3twFhAT+CD1gRjjvTCtq+PEie7AURMjvtWdaBE9ZwjD7qdWDN7ITGNpXB217u
y5J6Om8Exo1KGK8VlBa1xRnnka7qCpKKR1IctymukoUvbsSmuE/C9qarXEn5hJSnbUX7IDkOou9G
4rgfmtHWfZ4Pw/Hy1zmzOeaXwiyyxVOON9xpp0vwS0KSp/rRrBQb01B7ygc8M7P/pNcmjwWTc92Q
4N2etgN8tJ+6sdGPAfjw8NAntnId3prvUeVUINrY8qH8No22/93COt5aOXvOdfJl4/Jp47lkgK5C
SOCYWbdqe2MYb/zg+nfHESE2iWsCtiOZlSdi9Yud3ylZhuNP1DwQsCe7ZKpSLAng/0Xw8397nbJI
2fi8K+FX8k+nvYFTpKpkICyUcvTejWVjsPUyL1bGbA4RFptONmTJRHoNTSBdU5XTZiQDawuET62j
aXY5Ck1J3mDJkGQeRoJGlDskz+vK1mFKX/VJku6Kpgl+lhmpP9sHYmwAm1XVT2KboiMleZSvnFxQ
s++plhUh8rFI6dqeGsCtHcw4bHaBhoqyPZVx0m9McjAot+HzCkCDJK6pN2R1K6yGYADk4t4PS9ZK
rSL/T5Y7sH6aeYiA/+UZfX0c0H/Y+jrhKbZVT2HHixnVpLj0AQUYx6xOcrdIPWVTkf5cuTFePWMt
TB8ZYQlpPR7U1mJfZKj0V7JZW8fR4+ykUgdnzWtyQ76SrbA/BKU6NjdtL073kQcCzEXeKn1zuaP6
q4lW5whNkXnbQP1fRinQ30mFhoJ/1HrZOgxDWzuYk8R70s/4qgTxb0cpAP5BjJo45EmyiIXr6cLK
MT1LJYibR7HyYzKdpLN1bEVXpu/1wNIKH4/qqgiLWFzseZKK3hDJdXwMuKl9G1c4yvNj6e3jvtPu
8fOtrv0s8w5KOcj2iJXmyoFwtv05LMUkgBD46Rp4sXyqUVMTxPfiI+To8E3RdJ+EMpOvYZ0Ytp4K
ltMPA/hLRHkeywCq7eU5XUqUc8vQferRuojwBHoXi+4PSY+CCGjSYxKodi8KMHz06noGkbqDMhYf
osAPbX30ohvysPDJyinZk4dRV9bW602ko02PPKWCUKVqqYuvIXuFqhUCs4CG/bSDKQUfuc3r3eXe
nm1FQTybN84sFTnPxYux7icf3xiDFZWXDRXnZBiuCjGSb/6DVjhvLW5t5JueIsIXrcDkMzIy/PFR
bwQJYmkApS416pWZe0p3nT525recZM4K8/MLb3Ejt16H630nRscRQ7UK3bAa38BKIq1ZaxhrpPdT
UPRUV0bVeqAcGtwmqZV+1NNe/CZaKD3knje41EJ+GsbQ/TTEVoCCjMQktbgpG39KsSDvZkQGbkMk
k9wEo/DPtYfojNdJZWFfHrMzu4DOaLI192YO109nRsZwyFS8NjqmU5nsWoO9DvvMt2tBkmzsRtSN
AJ85zeS3RTe2K0fAUnJl3gTIuoMV5uHIrC1Dtzyl1FMQdx+zpNJcxi6yG4GUbCVKzTYupGg3KgN6
A2UrbiEOa29yXHHeDZ4Ybn0YZP/BXtDAUSINrKNAsBwLPFslq0+z6GglonGoxTDf9oGareyF16c5
feZt8NTOLE1+OuKdZQxVg4HtcYLYvvHigRoNdtQHCjXTYcq1YaW9M4MMT0NiiLESVdnji2czCq4V
y7Wqj1bffSoMRETyQEZkTtLHwzQo+qPUdI+dWvsOMKLoIKH6ZQ9iV18rVR6v3KavsjLkYWa9CZ6Z
8EUowSx6H4SpkURj1hx9VZZKG5fk+opACT8Qqw52rPr6gYHLtrqPdoRdBP4xCMtV79fleTR/C+7y
WRKZWImtfDoHsNh7cCBGM6cMTJSayuaB56l/6MW8dXuxLXEj9IWdWqXZdtTi5GvTKuMHT5B/ZBZ5
0LF5N2qVtZIwM+YH24uDhbtgzmWobAQSLLw3lg+6vDez1PS6R4Pb/sZvi+hRr2vonJ4G1diuDBP/
+rqqpcymGqfd+mZSPpKcVxubWjIqHWOiJG/KrPU+B1Ij1kSciXarG7ATqX12NWpXeqIX9uR30odU
HcaG6j+SOY1O9dnmCS4+Yk7cDghT9NmH0sol0YZfkNzXfS29Jd0GbzJUQvWDDEJ2sBWtxDumyv3y
sw+k8xtKjeqHBG0gxab2iqrqQJg2wv0E+Y7QiVe+63oh+4wotHQcTUyfba1FeAQCkhfg3wZi4QuQ
LUroZhBb1/mgZ7dVXvnf4M9m3EqanIOkGvMPuRQo3xtDUBQ7ilP5q4KbG6h9fVC/SpZfvlUnsans
IkNE2C4KkcfsxFq6CRsl+FZYoAnsrOdxrmjt1NkliNwPQp2PA5nYwpow2piEYIONYPRJzFLvOTT4
rQLH/616cVf8yN431Y8fze2X4v9BCWNOMv/Xv6oEryoY2zBLvmTfX9Yw5j94LmEo0p8k0ohUqDTz
FpJNLqnnCoYs/kllguwxUtoi8qWzGtivAoYh/inyfLRUzgmFv5b4o1/1C836E1MBcnRAa4jBeGD9
TvniNDYlqYh+N46aVFEMUSUEX5wVihKFgZVpAaXqsK2ATpj9FbpgwUey6mv+RfPT4e8TYG5rjjVg
36q8ujmcFidAhDRx3DRh6JJQVr+2bYqaTIKup9OnaFag0YQkyTQZIHG0LIlXBNDONq4TaTDMlH+W
2WoI5k2U+VLggjcPr5HkQ3jIKhVH7Ty811KabkwvvdJ7iL0v1sL9cwdflkUWV9SvfpMi50Iw51hn
cSsoNQYSAlQtt1DCcRMJUuiO1Sjsorzo3wx9QZzO9s6ua78MIDy2MN9iQz7IeaxjXtWP5doXOo2t
f30hi/gHL7P5qlo8iwWpEmP0VAI3yrzuJlHz4GqKtGbPkpy23lTmP1ML2RPbxKsVaZs4BoERW29N
3AZWHrWL6tnTVzGAJss801l+8jJOQTqmAsKVhy5iGdFtBA7UwkqrtA46WX6U2dDtuM+9ZtA2VsOn
YMkpyFTw/ViFo+5bCCOIY3WjB1w4TmTFeLWsTN78flgsWh5yKgG4ToVRXermDZYi1aM+Rm5p9uE7
ML6DO6XTiBuAqcFcCuoddLnqWklQ065LIXRKCDUrT7dFOPU8SpYEr5LkICkRY/HIIZbSAs8zo9n2
fLgrw0J1FDgPb8K2Fg5GUhrOqPkWXBO/im+ImdvQ5oLpvmBoaK68al8fGAa+CBpYVN5bpqEugh1K
ja2V1T6FtzqSv1eIwqKrYTS7xq+83eWxP31L/ur1301pi14XXuD5pRbGriyWdWePhtBelYLnfdbS
cbxvwSdvLzd4pm/z6HJW40RjvcpGNjDvGjlG7UJupGZj5km788nVb80K85zLTc17frGs2C4kI3kr
YzGjLcKsTEtlQWxEllVfeE4zwxZB0Y22mhjIM5vaFwM0/kqb0tn+zc8vCi4sZ2UxoJEwCuGAd5gL
NheGOhoi99RnUTxMhOazWrbBVkO8YcsusDZV2SiyjU+nYveYtd/HaS7vYN7pPiG0pX2ckKbLVzbb
6+/HMQAMg6IqZbhXsSenVVKGbZ64dd7IuwxXUgDWYb+DI+StNPV6bYHJppxGOp//o7TG/LyIpnOO
ux4RqshVAo0CMTLRtscX++CXSefggOzfXZ7vc12bc/vkt/DSNbT55y/aQ4V7qnkZIwCmNsE2A1K5
81pxmKXcLPf3myKfRvlO4brl+XDaFJVeztLcT1yAR4arIqfjKFGA/A0Ao5VswaKaMG9RYBmoippz
zR/zsMXVFqu1AbSwZIvGPHk30ErGK6xvef1iHmZuUIoaW9tsfeUNMhXjDYRhaZtXFgiiNB8xJYaw
iuP02D8mkP/cHOqz7qppq/xWEfX5a2JUqMEUE2WZI+V0SACq4agC2whnaImwFzNxe8ZzbjnfFEfU
G3HbZHK/Mjjnphx8gEowrKH7aixOyrlAJeXZGLthnQP94LjsEOgZEXiLFUX4+vuT/qKxJfaiRBQO
KnULEtpq1OvQ7N4mQaLvhQmByf+gJYpHc7UB6IO1WF4mHrzk0+mWP8S5k6i+7wpdN27VcjV9c+bA
mg/Jv9taDGGvFWGFhjwanV6ZXAUluSRf8cO95IuSaypR22xKI283I2jnh0JDmQPG9JCCbVNjzM+C
uHwLQcpz8r4tbiCmG/eXx+LcKaIT5mPGSQUbS5zTddUZoTl22Ma71FlRvmsH3y1geLzHoDJ/6BHW
319u78xziQGZU0ngoRRyu4uFnIsF4Wwmxe6klcbXBqT7jxGGg7zpBpDsYGqt/rHpAgQHQAO/xSmk
HQ6BFKKpl1jxhKoNzktfQOnooq2HYEhWbphz4wHfiEr3fCTwWDkdjx5H2sEMOng6wCvfj1MvQDPI
S+HIIYscOboih8sD8voaNXnEUiThSDXnCv9pg2hCKEYPU9KNfDS2NqnEvRHKRvzQGPxTE1kD1jZd
Zr293Oy87k5vb1IrqLxKIApIZswh3cvTPA4kKE8pyd6YRWdD+vDccpDzrViZ+Z0mhYi6ylKykRQf
CVnfkFaWwZmTheaJJJ6ONHJfp83LJWJNdZpDWDchHKCyXzlpUSAbqIzD7x9iACRZcwqlRRbc4p7U
ch7FSdNzJRu54NT4fF9HTY2ccgEnb+VkOTeZJEu5RhQZPN0SDmK0HkKPeowAJyx7GzaRuY0TFdkR
4gYHnfcBDcR+zVfrzFg+lZ5VAM0qN/BiBXUK8pVdEULsqtrgXY3zhRP2CFW2MYyay6tmnpbFqsHZ
hrG0cM4Cnbg4LWJT86Ve5rwkI60cYPyQ+0rk1gFXBAWlNuGODE16mIL45+83PMMh5/cOvora6+Xa
e5zngiPr/vCYSEH9CNs32KF1o8GZaWUXxc34Y1LU0Vr8dOZE4IUAPg7khKiq4mJ4ExXEfx7ilikg
tQQj0/851aG+BWud2VGurNUzzzVHa6Q0OA14xy+GmCCbAAV1LsdPrODWx9TqIZ6m4lgGWfJO8jx5
ZWTPtkd1DxgT8T33/OlOLHWhVGShF5xiaOob1LNM6sK8Kv1uClwxbVYCwdcriPQp2wOYMsA/8hin
zSFr5aP2CUJq8kCaE/o2V01cJ+6UiO1OCKr7OBDf4+dYrjwp5dcHHg0bmkRNU1apCy1SN2EaZ0OL
tJZbI7bdIReTtnfgfvRhhyCS9TZXhixzB59dbZumEOYbONpjfF0Y+nCgWl+Nm1oTg2tZHECRVIFY
fU9yr6KgrkTW0YgU6y7I0zKzdQ8rLzvPJQrsQZmJ6GLGmng/9lY9gBcHb+eEPrQOGd1GDGqEttoW
OBmItoS6s7pyHp15fuCpSgmTgxYEorIEjVUqPB+0SUK3nBWYk2IoQImphUOFL3JiU/I23dSgbSyK
CNSMEQV0U0jBkIGslZNS2ghxOl7jgqu7mCutGXCfSQrw3Vjpc7VuLjItFoMc9sgsWUHoFlOARYg2
ye9yyhubGO+dvSgFug1RjZJTYqnYhfXtDuEtYYMrpLWSWnt9hFJgpuCAmSx1Hxjtp6syVaRRDULN
d3WpNzY+LgMbFOz9A0486srNd25KiJrJiNJlBejpYoPDcEwaqZN8F+KpUMO4VaqrTikMJ4wx4YMP
2UQftXoQLbss/e4blDsFT7ihNx1dn8wrmMFInk6puO1A0W0jP83DlVXz+hYjyTsDZDC71whmF1ul
Q7QlmFkjbhIxLXkJqQdpp+qm0ArTRfIF8UdqBCvjcrbReVR4LANHUxaN+rXZiWqPTUA7sENJmxXB
PhYtAFXVlMWPiGGRWk2NtZmfT+/TG21OaP/d7OJ01wWxH2B9ctRF1NYSLCbIymXj9vL1da5zYDd5
4YFn0AnVTtcXtTQKFjWHT5gr8KumGCGYuO9cSDnapooyzUXycK10vKjlzTEjpVIL8LyBOA87bLm9
JiQNQQMHbpda+Vt59Iu9FymprWvCBIc1JHqcH/hoHXMW4CNrk88wVqZ1gUj+15cgRQ9BheftzH54
+dCkfpxXMqUdgmKp/Kyqg7/P06w6NCkiFExt92Cg+XuFnEF6aELqrIjM5Td9nAlXADflWyRlw5+X
Z+PMVcDNI8LGIzKj2LnYgZJOrFkZZI14jRduPVTZNQYH/TbEiMPGwbm5aaI03TVhb7otiVnncvNn
sukWeI65gKhyE5K+Ph2SVhr8TvBov9ZLVGCJsLepZWk3uGn2m0mQh+t87Adx40tJBKlUV26zqTYq
Z/IClQxDoazcyedOP5WbkS8kSWDhl+NhNSXU1ypwGz8c91LX9tvBN4+mj8r45a6fHXkW5VNuUuFa
Ou35XEhWRnFgH6BetQeQpn7CaLjYcofVNdCC2NuIba/spUwK3njdIH+63P48ssvdDkHRhHxBh+Un
B94XOSxJCYvZOouTTSX1B5jpB7DD9sNQ9e3eKILoIKMBt+mraqb7/Luadv/cxMsKyrljBtA25RNK
yBJxz2nH0wmdt35iiBOx6HdZZiXX0D3VlZU1D9+ye5TjZlIQhToAQ6et6DkVK1OqA7ctMpQAxazf
BLVWOVZu+B+UKktXIFrnjjVt3kmk0rGIEeefvxhOyBNS2KW0N4XyeIWyBUrvGWLmQHJLS/joRWay
FdMIturl0Ty3YAGEgQMRtdmLaDGaVgsZn4Anck300Z1AGMU7FOV/qvCdV7bGuQXD5aDih02+mTz3
aQ8DASlbn/e+qyL25GAxp/NAHY3W6SgEPViBbuBzIplvEWxf3Sxnezm/lkmEohm8vIZDA5ciA76q
a0YZGvApLP08r4K9gpPISjfPLZwZlvWvpha3YJYlQ9q1aegKM4TB1Ctt0wGL2zQ4dG1rIJ4rC/Xc
wgHIQ0WZ1BOV5cUEkmERQtiJoeslkTkbg5i3hScrm3YocQKJRc9Ox6Tf/f6qoSmqIrw4WTqLY7eM
uehQ+gldCJIj0oumsq1zo7bREE/cy02d2+4cp5ylWD2D/12MZ9xGscVriZog+bWt7FOUHFEKWmnl
CVu+3O8gs0gKYxVD9m6xOuMmLhHRSCIXpnV1NcqVt6VoTelMCMsCIXz/BhhchZ2CWbwz1FzaWmXR
/Gwwkd3JdVnuefv1DmB6xY0FicqU7IWOqqQo9mG+t3L0nptyTM0p0gOKJoG9eN8ZEwjVJikjxNzE
ED5bNmtCaopbiSG2hkU+7ZBFUt5fnodzTyBQAbIOjk2S2EeLhz087TyLobm7Kc59N7LcPigNypw4
f0wbrI2tjdSWyb6SgnhjTg3qrXK/Uh8+02+q1OAFVGQmcbRfXK5C3UAwwzvGxb6gddVZUETFk31v
KQJuN6oR7kQYAyuDfS6yIkMzs9vAKUC6mr/Vi5O5RtjUDyqCjFYrmgd0LImlOiMwNuReYUon0Ccn
RGyR3Wi6N4KEoxrI8RB/Poq0yu+f1nwXSIakVDlglgFPq6LDm/qq72a6L25VKR/vDKxyHAXflpUa
1bzgFxuCwpRKfhkWHM/fxRZvQXJiK577LnltgLqp1wSf0IxNJbekuLLL/CDGRyOJrgp4RgIPYXls
N5eX3Ln5JgHIzPG2U1V1ebSh8tzgTRK4FJzU66zNlUOPKOkh8aWfJQqGdodgz/Zym2eOb3Ji9JsA
HxbFEp4hDYTFEWpzOA6G8U6J/O4gIKJ5MLAD2MO6D46X2ztzK1pc+zBw5qsR3OLp6jJQnAa+ldEe
0AXXh3e81RtJ2CAI/a0t1OEmnsS1cvM8boup5bJgB5EU4/VsLVa0peHKMKC/7HIbj5tS7bVdooAz
VfBQeHu5e6+Gk0BF5Manrg0zivDptHslFbaJ6D12I0Ft58is3omoduwzVRAcwRPLldvw9W5lrXIz
SbwMLawDl+82SUzktMRK3AnUtj6Qg9Bc5JGD2MboxkKzQBoPjWhYbi1m2T4vquAhiKzULREWXtlA
Z7pO+RrUP4hzeSZtnHYdwbKyExtyVLmISIwq1pmL8kRPqSqHkHN5mF9dknOvZZh+3MakgMzFTolK
ji1fpK1U9DryXzoqVWjcFuh6/CcNAfSYG5oJx6edShveM1gBCo7JuXPwEFG1s0QaVzb+E630ZIUS
0LBAWZqw7QxSjKfN5CLMyJEaraO2VbHTKmzKtFGVb4LO9z6XNRVbIdZb3ExGmCJC1typeK59SkV4
FXitylsjswYb44zcVay0Rj87F/IfXVe1K8v71e6dvydvIMreVH7k5QmFTnKC+G8oOIifZ1cyKshf
69j3HkxPtKJNoVXVJ9yBCtesUmFljF5t4rlpBRLbfEATDy0CFERwuh7vX8qZCIvuESLWPw6NpB5a
Ia4//Pakgy3kESbD4qCet5j0YbJivVeFuXI6+ldtEg0bsurh8fdboXr1VLsz5iDhdM4nD8vITIlY
WmimH6ypxNOtKNbq8Gd2yswsBPWu8NRDDGHRCvKdk2CMniO0pb4fiX/sFqTJ4bf7oj7lpwjQEYFY
piUAuZvMTe85WHWYexwwo62JWulKqHFmCRBNEQoDpKbovDQ1FFrcuTS9mWtUYXpAf0TZopmXOFXR
ruksvGqKxDdoxbmqgdACgffpsOkFgOyZbYhK0lC5g6qED3EwZSTcUv/b5bF7tad00knsJ5F8qUKJ
bNFUrxYiQgI9TVWRdFVJqocLpRbwBpf0TR3Uwd3oaR/SvpFX7o4zfdQ0k5iGyJ5NvWT2Vk0L2gsQ
pNPHZngHudB31KI13WjCMfNyH880pfOmQoJyRu3ylD8dTli2vunXkoVI7QAwpunwNkZ93bhurQiJ
ssuNnRlQ6nkU+sDpmVASFidFp+ulrwW95ZgDki2bMjKH68oDq2Ojl2p8abO6eND8ONq0auInv3tM
6WA2iN6gEIGqeQUQwTkpK1IJk7GqMT+HCA1fpX46sscBpfx+N6GGksPj2kWrYB7zF+/0SYnUngMK
5Ocg661dNwMOjqh5v1PbyTc36RCoV2pqZQ++B+D9ctvn5pMgHNAHeT/ik0XbIbZDkdUhjoBpF1Zb
lWG4Skc+RZGCNdzeqwOMAQU0hpANzA4SB8ppN7HDxqw58SynxiYNPbwJPzpBr1c6NB/pJxfwXEwC
Ywp7mFADktlpK7gp+f0sJouhR5pd6ckINXZUsjcgs+S9P9T67y+TmT4MZnjm+MpLBJ4GggACBGag
KVrPuB3VkUt1XNjjQqmt3DPnuga+HjQcVeHXiLi4D+VAFFrTwW7CumryKN1HFGcTO5d5pTtq33Th
/vLyeJ25Zzgt3gdMG1co/3w6nO2szjqDAR2jIQNkIxieYuc3JpKbI5HzLpVwIYGePU7OWCoQ7bxU
MK8EPJM3MULMLp6XiqvD0vp4+XudWbZ8LQuoEmEAZc3FMdQJlVLTf5OLPcg+ox2OfyOqBuNuNIfp
/rfbouY/jzv8Amiuiycd/jjeOGS+RW0OtfQ6R3EvhXRiB0oqby83debAAxjFw5GYgyl7YpO/OAmq
wPD8tPFMp6q7dBtEUmtzhkv5xhSzeBPAETsiDPS2xl/yx+WWzwwoLXNrwal7OmsX85zLCCmMdBIe
EBawnVfuC8C9thZ35dqamgdssUVnwSMq/7THO2ARXyA0p2LKqLNFU8CUpVrDJcSpcodjnHTQzTLd
jkrn7SBttzbSsuPWt9Ts9+8x1OU5iYhvyO0ugazRJAWUNyXTGUdgTt3Uq1cJur+OlnXq4+WhPTep
wGVIzRHZQeRddNfvrb4ZkctzECQQcPMdIbNRZ956auRjdB1pRLO4j6sRkt8rQc+5WYViC1kHSjrA
oPlEebme5AZgmVWZKAYWP9LJ6Hc+vrZbairTSobrbEu8fIAFAzMg63naUqla5ei3jcnDA6WCSaek
2MX5V73vrZWZe30KUu9H75K3DmUO2LCnLfUA8fAQjUxowwAG89DIHK2vVNukHnDTjN3ai/h1z2hP
RRmKo4YHzxKl1qLnP6LMaaDrXf+oPDPZd214N5TqGgf0XEOkUhBfo9IFiWRx1KLZaGgIjuqOBPJl
L/qcqchhiE5prF0kZ1si9vpfzs6sR25bicK/SIBWSnrtVi8zHo8niZ3EfhHsxNG+7/r196Pvy7SG
aMEOEr8YSDUpsljLqXN+XHaG+zfHolx8a55yA0Lp3DAhX3Kca9QUCNyWrXa5f/hVpnizSPKhvfLh
pbr9WqlRpwtqnyKAOHV5oL2QAWccoZjq/b2im8oUAal8EHiPKdvcmmIES5ZCoU+1IHIOss6Oj7Om
QRIbm+L006tieIBsDOY0sphtllRLgnnYgGFqbdJWOwxDaFwR2Kk+DIszfbtvS3HeZZmN3r1cFhC0
22UNeuhAhVqKoB7dv4HKzh/GyBiCVRtLeteWs+Od30ZpoEHB9rEu2aV0Nmcjd8uoKY1JBBAPh7Dm
jP4pdfPkZ0tMOH4+1f+RWNyszaL8wrYWqs6C8gP9yYLJeT5T2z2EaV9dgf/Rvri/i28qshuDm2XZ
dtnxHTmHRrZAGWtD7kyRozmgtGI/J5OVnDq/rHf2Ut7Y24dOMoEIl1Ec3lYGIW8/3TpDItCitRIM
ZSHe+/6snXp7ya/ejOJyTvkU/uPZfWDkyH4oymX68/6aVSeHsUzqHoQS8EdsfDJp4NCkiS0CFMLC
42Rk+bGyeyh1+KpXML7GzwKo2GML3kRaHFRDyJ5ulztVIzfPWriAeut8TsMe2SCtmZxH2AQhf7+/
OHlC3uytz9gn5E9cwW3hsCFBRSSAxc1lThtniuaHHOH2K7DJ9Gc73KyLO+HSNhMsb0vtUroDhPxr
I4JJT3qmjBgoImDoAj332t95wNOXvKl+4ZmTYzby4eHdoUB6u5l9BO85TNQiQKszu9Ie6gN/jjr+
aI3j2Kf6T+cxLBIzjP1D9oDlW3u2h29GaQU3g9TZeRRuA9bR1h58vYp38t23pW65oXJAipIv1Zmt
jymtJp/ahIMibM2fj6Mx5PaxHdfw0aaj/+y6jfZpbgmMdBAa19lo0eZOhA3PhLcHP1S5Ow4PPweY
G8x2m3SRfDWDJ8Ri2fWCulLkTJQlY2snOlJ5H/jBfiAcSVv8zc3Qmi4GGDE6Qe5GXkBGBSd3bI0H
u1zQZwidMeiS0t15et/GnRLNSEOY5gzB5xa2YDdeC6wfinirnouLnZog0qdZnFf424/9Uk9BlI3j
gx9ne85W5XhkJgHHKagzCu63Z2kpeBvbxnIClFuKD1laNjaZY0Ldhsby2B8EVcZsxx+oPiQpKn1e
cjUoJjfODr5LuJ0hqg4AF0Vn5LU0JNl7fWcCS+V1XlvZvFshSGx4+lZKfKU+nBatgyN+hJAgicY9
HI/KFOV5sAMEGlDqbV4sFAJ09OgNJ9B7xMpXPVyPsA3RQK2d5HTfl77tkLNfzC+TdeLfGEWR5/dV
nrDOeR55vY6gjYilit+MBMghQo7278xKyvRhSe38PxO57t8X4H3JYYSI7rMnRxzv/xDVR6TzxXC9
ZAUgQrj9HUlpDZVhUEF1LCYkxr5338eFt/5134rqWZYRIt1S8NBEprdWYl7qjEF6EYwTY4UHfLvz
nom6CcVctHvio93Ew7cZtvXymK5h94hER7aHKZI2ts8XYYGc4GeeHoai29/As5gjvZOJIPe1Mij7
eT0Ld5zaAIhVfelMI/nPESU4zftLV91MkEEko6QyAI83G2ylTtVH0KbyiVcdl9sORyP2GwpXozWf
axOxw1+wCAgNALHO8wno43ahZWXOiUgGEZQojr50uqYfEPdqj5E9hKc+YcJzx6DqDEn8MENjDr7n
x1l/dZY1DTLPFuWWgCw3PS52VD1P/hx+ub+RqtsJ46sAQQRQmW94u6wmj2wXUVoRAF+0jowPeqcx
h73Ygxr7431Tqm9GwRJGHejuwWZuUigkadD/Q/A9EHHI4K0Dc4CotfTg1UD127nY7WGairP52qD8
+1c7WJmxsTBshpJVk43vDK/xUYS0i6MYvBx1hsY/os+anXWj8943dfbFg0P4JPwwOop+SC73V/8W
KEsnBQiFnEC1KUaKzW0VEIwjO0yutTZl8yUBD4vIQ1tr0zHRnOI7+hprfopFlDFhlRmFxilOiic4
KjTqEKVWz9dl7bufxrPIXwWdI4MkhKDGlpKtkrpN3kxoDxvnepp7SqF9K56WuXJ/3ifeWNpcIJTV
mRJpsWRoxl91m5WXedXETqaiOM4YIUKR3WAWtHlsDHRJdSufycfokl/tdiHazMMp6CJYe+5/UKUp
YIYQfzP4QLZwe7pWp0QEadD5niWUQxlNlsc6az6u1lzvRF2Ki4ODp7PiykydLOHW0pT6FQPyFATc
1u7P+WS6Zx2g29XzSvhSnTTdsafw6eBv6HDg5+isb7k+h1TzagugQTC5TNckqHkdF6PUr9C4N4i3
oAv5ydVjIPb3N1S5TAbF4OoiM2ae83aZxuT3LqK9FCOq1XsCz7K8UJ0gt8zW8NlunXXnRiqeT7qN
dO5lQect3XXaLG1pRyuZl5FOlFiq9eS0A6w73Ijy6CFCcEGM3Hs/JXZ3jBEo27Gv3OZX9uUBe+We
0nHo6xWHGEy2vaJKoGWQFZreY98C37dAjR+dJe12NlkRTNPVZXyC6ISuwzZmgHdsLu05d4O06upr
7LrmMat04ASNH1+7sMsfLCOrj2hLmDv3X7VcYiLCeFwND4D8+1fLXdK6zV3cSsAseHzhJQoP1pBY
x2Sp2uc1G5rrwMhZcP9MqS4p4Qn1MtqffOzNEwB+I+OR5pKmHnVBcoUi6PMyfcKR/jRbCZ6UCokE
5VCqIJu/XV+xIImCcDz+QEQMHCPqclwg6zmPOqK/91eluimvTW283DIKY4QgVwTVylaiCm5ccyM0
DkttWweHQOh8397bMS+JAmCzYE/8UQTdeCAXtb2O0h3ZZRhq32Eath/9rPVPbhNSjAnXuEDmre1c
pAGXcXxXQXQXiGxJYPlLp/aEvGL7VxY5ztEC/PGHNWnu3/d/oXS2mzCUYwXZnyQPAcCyccaetTQ5
lAtoSBXh8NQW4T9T1DQP940oDhPPCk/4jyIUJfvbL2zrzYDg1IBg5cQgH8pGKXoEqGrUibs3m/yW
WYA66Wtbm7JJsvSzP4QwCQlUSquj366uEWjQH/+DSE/3PWmAGn3QEsMtTqDqs89i6uwI2aMm044Z
MpVS6NLI3VMxDx7yX5pof/qllZxD9IIoU/MAbh0JjP36EAKKCUSKEuOktfMxbxFqjafG20lW335c
sgteJIabKOoQ89/uuzasme5BnR2MmmM+T6lYHyDP63/aM1JkJmqQyb4MVDbhqSaY61q1lDyVIO3s
zXX1QDRGWSfL54X5xrr82E2TFSBnJn4WRkT6RAZH+EVnlk7i5nq1PRMpNPIcRGF4CTrDrKEgaubz
0ud7RMhvzzCm6JXh/snaSC5u9zJswtxK8wZhY7/M32dxql/XcCiOZDB//uxtwRIZhRxO8qTRW0sS
gT1DtcJXQ+AWuPQgeZU6wtrZ2NPIePu08P8nPiJmIGJ5MzqgVxXA8Ty0Azcs02vUJZ/xZ/3ZndNU
asCjCd5ke/MKb33wjU17882aRYPCo8Pm5GhjoHtRcgRw3xwT1EzPyKIUO+Gm6hK8WuP2eK6z30+0
crAHed1pdc3mHFEB2LnVylXxSstCO3nnlopubd0VsmAHMP8IX+zkNx5z1qNAKGmdr5rwosv9Q6K0
R6mGKTbiWmbpbg/JNOVihH3JDmI9hRFg6byzZ0JX1BQUMCOn26sbSBd9+07w1ehKUpMhxgR+fWtv
6Is8oUzKScm84qw7HTxT8TJ/YJg8Pprm4B01TeQXs7XSncdDtVI5qEnMRQPsTWYi2i6dOoTWAifr
o2ubzuShWl+CG9XbB2PRPt/fWEUpjCFVOuY82XgUkqHblTbtaDZgyp3AjLXwAbRN9Rg6/QoKe4KA
CpnRUwjB4YG3W/vmWeXfBqWk4P5vUC0ZzKockRGS5Gzjt3lJl9ZAxTnokYY6NU7qRofE05yHDr6J
Bwit91A+KudG6Zs4jIY6CcJmzUPtTzENbScYOm7+ikjwoRf1gkRP9fUXlsYGUw2SbEPbFKnJEzE0
tZQttfv6pI9JyUQKfF6DmPN3lWFGO6dH0WrAGnk6nL24bugtbj+nZbbzVLkszfUlMisa9XNRiJRS
6mAeEAeoEWiMxNFYJvsDvGbdpfBjVAhF5u98VGloe4N4qaTUFuzqbwASJtjQnmajQ0TthqSgEX/0
uhGMjcT3NIxvX5nX0fods+rzLGu7HoApgtHNYcqzIc8ic+Dbtr1PHbntzN8nx8ofesok/1iDpv3r
LBAq5G5iv5huOFzmSRv3inLKEwa4QQ7DQa2wnbkVSWehtFpTd/Sz4VpUWfw5zIc/onw1zvdPmNKS
LC+Ao0ImZTv0xCwq1YCQcKToPev3cBn8p8FGQXqlwLGztypTIBvkDaXcSLP89mw1uogWTceUudjL
NYE34OgOaXteknzvpVaakt4XjCiB+naAPqo1u0MUmNNDFnaMmaH+e82yNAjFmPxzfwNtxUGV+BNi
D3Av8PrerirPe69dkWQIIliXv5pDwvtix3vDnwofB4sOYFfQoLD7bUFR7Wr0xkBLPkinuD2JoXU/
e3M7PmnC/L0fomVnUYr9g/1JAnkZQaNiu/lUZj7No6HZdpAvNSNgmXCZAwm9r1o1THvdL6Ut5j/A
82LyDf+T3XWTXZQJx4IRkJNRme5j79jfLH/NPt3/VIpXmfeY9I0EXQITN5+qL2kfui6xVD7Uln0e
HCv6TRhRBkJzWFsLQmIvAbWISBjTvNPO6Vd5Fht0tqzK8hnp5d4elM7JzLpbiAkm3U3PU2q377uk
twPN0/qPeYaYTe+mHZLB+KXHMh3rEyPo2V/3t0C12fJScIqgSYJN5fZHzFW4eO1MtNyjo452sJnU
j6nHjAkghLrb8S2qQyt5Vf9f3aNOemuMvrQ56WFBqpP5hFkpvYXD5Ez9uWV8OAuctdGWnexKub5X
JuUReFX9meNl9Hrk5QLfHvuHzijmU2/E3ofQSPZYMJWniZE+aFyRAiX8uTVlzZUe5w3p4lwhLnQk
3WouMyNKJyfzXO1AoTv7FM5u+6cmJmMn7FLZhrPAkw0i+WBvlkmHY0LoCHdQFYnx5COCcIpMozj6
orVO1Dan0xAVX5Oo3pPRUe0vh4eniTYr1TX/dtHz2q8j9Vk7KFtXv7hJnB/G3LIv1bzs6ZiqTDFP
zlTYjyFksdnf0obeZBWUo0XV/1u6mfMC0393Ye7F+YVzahsU1wnVffhhNzkWcgAphHeVCAqcazB2
o/0yzi1jiwtCaMPsfrt/B1VBFgAZ+vxMdtO63RZ4ZpDDaS4BMl4Txl9z3B6SS6nzbg7N8ptPsfbj
wlheoFXMmyXa5PxWLNEM20zS7cDKFOUfxm1xh7LkLxe/cQeJP5qDaIkvPbKFg9Zqy1NdgV5fW+Nz
Xa81pXmRvGvsNnooQzCd6HvrHDJRU+PMIASLchqijrUHTVQEf7hIqVP3gzdvO4cWVo4zhBPPd6bB
q+IzPRjoeoRUXETMMM7MpsE4uUe3rXjIb4xuvFWNIiU8gBhlVGc8IobVXUKA5zvPgMonShCPZYBu
AT4kf8UrB1WEfphMUyKCpDb/HNzEuay9nx8dPX0yQr387f5Rk9dxE0XLEpOshGOQ8s6ttUUzJybk
DBHoYWUc9CRCcaMQ03NijMU10uv5FKUTcmYxtb8pLJKX++ZVV9hBIMkCMsSoxxYL7Pjp6AKfAZSV
wFgZdgnEEa0ZHZ0k3lOgUZsCBgFinLhlC6heofTqbInRrat4vkKcXp7I+JsPqWHvBefKT8hQCRUn
/8dY5u2mOmFWF1CM0sueEho6ZWR+aIbJCODlywNRI1v3C7v4yt7mYMLWWCNWQsPKRzXxvDJ8ciSF
W0++5u21bZRLkyI+jKjTcdxmP563JHNHQS+Iuil8R50inw9pU+fRIS+b8b1jJz/NNAq7AcU0BvFw
Q0zMyO/66j6IgoJd3FPyZ5jbPRZDYh6aUKwoUYY/PTu9MSUX/8pU0/nJwJJAOqyTOCTGMARdU447
VWTVlaPARPedKrKUgbq10nWj0aZcqMDS/A6ecd8bDijs+Y+5GekXJyYAzGs/fFcla/3V9Odu3Tku
yh8gsZCyzgvx6OY168Jw6WJo1gOoQ7wJORkAFxZKpt+LytbQfuC+C2vUzpoW5YHhJXtMAKqbiN4G
zTCeUlh4Nm9KZUODTIAnAvISbToA+kJ9x4s96495TdLweP9yKFcrB43YbQnR2XxUJkfz0gmxZnbG
fHDR+v2wwqQZxD30VCJJCjgZtejJrQ3xfnXmvV6NKhCjU0Cpm74VBaGNedqBRjk4uHPDjxH60qfy
86Cn2h+GE/Znc+LjZmPdH9ui25OfU+YTktWfyhfJE/Dz24M2u92gtzNIId8Y1n9Ge+7PFOKrq1eN
/rWBL+3J1ar2IEsdRwit7APVlHqvm6F6NKWWAV+ab46g4+2PsLSOufiF5jI1rA9NHkKEGYX72iUq
v0TLE4pXyWLBdOmtmTyFHCTVgaM7evefnXfGOa5rxJhyuz9RqdgbuVeu6sdDAjqSXs32CJe5l4Q9
4MjObtPjOtN5EuuyV3pRHV0ZAVBrY66bYPB2UVrU+dk8kPg2ZjRbR61vl/dtDqHleYH2LDl0nRnV
Jy469KqkyEYUDG4+/wKYkecZuDtNGkh/4PC4/RlwACNxYlBpC401+lvnpTmM01Q+apWbB1U0u4iK
DPVZ9yrrYBd5dbXqIdyBwqu+7+vfsHWaetokWQd4M1noNGtr3D4ZXWFes8HIDjp4+Ot9r6H6wHgo
l4k2xpTeDCuLYbaFG1EytqtqulZOb1599Aj+uG9F5QkpNUDdy5QNdjY3dIqpWtJwdIJprZN/wr6x
i4NX5GNy8Mdw3MO1qFyRZ8taPEM28Bht9tAY3H4pV+JXzUpbhkwd33yskymP0R6z0FzqjYSpglL0
aXTo4Yveq9gqV0vcAA8pzgC2wttzZLfTmGtdS2nBmbxzXXTLdQWzxDTDPO3kLXLjtmEtx1JOE0GL
AaLs1lQ2LaJEzxUEm6OjqGdkvX90taUMerCcpwQK1iBbir0RCqXVH51hk/7Km0PTlLAUFbJzm4m8
eqhE9rFi6Oyiw8nwTpsgCiwjburPHyGKcBSCJeoD/3e70somGf1RHIureXjfRvr6yRiT/srA6a5A
lOpSyICWsrtlUIfbfkCTKbcItdEgb9PqXNV69n4yqmjn6qmOqczYwEJJFtntisa8tQeYg6EgrEzr
P6fsyilo4Zq/LElpowFsJI89bGvAhfJpZzBFdUJxtWDs+Y+Lt3ms7SEyEXwuQGIN8fjQxbl5CNmN
x6iN9thH1KaYYCACglVryy7lGw24PQjEAtjjitPi9l+7ORxP8CL0OwGQwhL5JBJRUPXzEm+dTDvN
6Edl4D3dIbGPUMWEj+PkOfnBFoN1+enTCM063W8GgSkebl1MFxnjbFUpod0SJUFvGxp0rN7yPs7I
Lu+bUrwImALjxBGhz7YdxRU281BWSo0kqgbte4q4w8EyzfjL0DYuoNpiD6CqeIylaCb+E3Zbwip5
bF8lB64xZYkucClG5ZXah6nQ9I916OdIaExdPT2mSZ1759lrbYYWVzc/aPO0/H1/zYoL+EMBiUo4
6BAysNvf4OXoRdcFlZ/BFumn0R/WU8eU5vf7VlQHhsI+052UnmgpbN77diV7hfWQ4MYIkcTrp+Sf
BoHzQ0gYspMLqUwxJkTdgVwZH7bZ1LzyO5QGZzvw/Li9Wl4j0MAmshH6Lp2b0hQvAsLXYA5plt7u
3aJTXZ6ZDwvcsV4RXg3jh2xgkntwo2QnWFF8JtmnQENdXgTQU7emhGgHpkmREBqtZD7HSe5eEpeq
xv3PpDiQBGO4fjpYkvRnk8bZgwekRL42pMj9aaor74RAKinOnKE9Mk7FP77WfbPDzHkYnPDnUYZA
XJA3oMLB6APhxO0aW8/Nw4pKKzwnXf0BlSQIeP1hOpnGtBe3qLYTAhLZ2UIpy9iikniLesdY6TUl
rWlcvWYcTg1CfzvbqbaCUDAcNYCbt1bCJutrOro2gUFVXolQzCePObrr/Y+mOIUS3C4J90AwkhXe
blvm92isNbRXIrTVzloyriT7o/5+dNOvP2+JORh8Pq81pPib41HqbdXDQUMhvrPtZ71czOu8xMkx
EzQ875tSnUQI/WApgBGdGGRjqihLWjsdgWVp5MbBimrrYIRafNVi929Lk1LvqKno13aYk8vodIS3
9+2rNhV2QcYtcc2yU327qYRcjGGVBOtMBesXBjo/VXZFJTO21uXP+6ZUpwQbyK8yN0QxcVMv1cMy
KwoIBAK7aTtJMr9ANNH4Zr6zJNWWvrZj3i4pq82pYSyOy710w2e3t5KHdfEa5h3T/Ny4a38Zi9o5
xVoVIqPe7Ql7KHdUpj4AlilDb31Ln9Zi6juegHUq8ycT/Yo/XB3tDSc0Pt7fUJUl1DNlVMkoyhvy
unldaaIkJv24IcuuyOD6v8cdSTusuWJnTxXhOeuBNITQUiIB5bd99YLP/ox0Y0frD/6J/F9/sPVH
p9ezrxH4hke4zopnZ7bGX7jw9Cho5/r0K5xtP6wDNZGn0GkGS5pZh7inRzKWYX/1AR4E97dSutxN
0iOfG1logfiRI7pZn2XU7WoxN9n0M7lNFg79Jamq/F1sueG57Z36Bap47T9fz/aqPIpgTPDY0ScC
Y8Ug8sZ0a5r1qMUxrc7MNC8FROLH0l2zA2+EdYJgs92JM1VLJeqjtCFn0pg1vl2qloh+EcTqYPhN
52GE5+dgzmEblFbUyVajeaj6sj0lcT+c7m+yygEw60hTRLK2QcB7a3lkPKFZuXoB9pqjP89xcdD9
stnx3iozhLaydEf97Q23V1PYaVLUsg2fFfbXCmGFSw275k6goroRRBCSk5VmBSu6XUwbM1cShbCT
rXbzUhWZc6m7Qru4tVYC3nbqYxpq1c6FUK6M54hzCnXPG2GtvrY6005YGU3CPJhMZtHH1f/3/ldS
LYzHCPY3SN4pz22/UqXFPo0lOGZMnQ5MNaHFjqzdkXC9OyR5UR+GKhl2/ItiZfLxk+BfxvDfEPjC
fK1X+qIxDeEMw3hwU71+187JvAPSVpuR6GIyAACGm7UlcaQ1Wk753jM67Xu9OPkno3b3mutKKzSR
gYHjToAw3B6NuLDoUWTM8bu10K4i0pb00AyDvXMCFe8cRN5Sq48iG+iyzWLsYqz0dKAr57ip/Vwa
2rcQLl94663HHIDWh74dv+gzwg7m6O2VaxRPDwyPtJYkbz3EhJslGjUYiSKMJBVb5L8ruwZuWTsT
86E1ZtvdORxKY9DxyjEv3qBto7WBrbq1E9n1KRb/RQ9792Q6Bd1jfair+XT/+CuNsZt8PQZ3iQBv
P97YRdEC5NINqqb+jnNs/kB1FLWDNdlLA1THxGBWAOEVWALhO7u1ZHdaCVFCSHujaNozDCXTeljW
etlrcSp48yw8ITwashYu+RduDeWTTimv4WPpLfyV9WLGT2NddqdkccdrXjHOF+TTagWNSFBYnMfI
fBlh6D8nlOqjYzvlDbORAhbv4P5WKw8w0GLqKmi8UGG4/V0GlP/aOjDwY/K0fsnaeHgkY66HQzMP
4Zn98HyIamCmOzSWniVHkRV1sxN/qz43FUdAN7Kwy/T77W+o0obp96wFfUEi8J5J/+EpbcV8bidz
N9ZWeFZg+bCoANOkTLaNtY3ECQeL+gZF3Nh7qPpKuyzO0B4FR+4vuAPnoxkl3S+cZ1J2iUkjkn/D
vKGnonO1Aoxh1onlT3NCvNY38uFLQULzC/eU8jQFOQ/NNpBTt3vZgnnO4ZHGKZiwcx9CM3T/y8y8
KC9D0+r2+f7pUV0f6HqZb5XKOWATbq2NdrSkUcTpicFqZy+5V8NbbTfu8gtTGyScUDOAJ+KAbD3C
ABmMRgbFyNhaf3Bbw/ungeznv/urkb92E4CibsbYEkyEshy9WU3UC78NQ3ycTmn4HVT2xkvIdOAx
TsyhPExzspclqQ6+TZlR1h8o3WxZr1BujnwwhHAh+K04WwWoujTrh/NQhtkv3DGayHx16HVkfeD2
S9VDORpIaYDpELX5UBZrGYxRFJ4rL94DN6lcymtTm+tstbZbtY0PxZvFuEIvaFuIuf/co6UJv/Ps
H6bVWE+x3faHInXrndaJ6kiC3YMZDXggDneTTFd96pgO3a/A7mznt4wBlHMxFf1OFKj6cuRihEpU
MvmE0s28zsVycugpBWqRLVF7XcIFsXUQi0+Qi0/n+6dShWEDSkeZihabTGk3ny6NKiD0TSSCTodj
9Wg2U/jBp3k7X+kNDf9pPW3y49hE+Og5oqL8LNYI+RT0NarmIBZhfAbkP1/Mspn+nXpbq3Z+oGrH
GXMHH8CoE1nU5nt3zDXlhiVbAXZRf1oqYB/gfn8BR4OKB2U00E8yR7RudzyK69DLDIbph9YIT67d
fa30RrtGxvorLlROSRI8AkqiYn5riah8diYTtCSMxMhZiKKF8yDXDaRJMxiid0gClCeJcp1hQLVF
ZrZx2OZYzrWRSSI6p4m/+JQKr2mumx+zMBc71WrV2ycZUKgewEkA2ertwnRGLeK+kMAZhktPJllv
gPJM99vcei+TO82Pmoi1T/dPr/x/bn2q5H1CFETq/G3LksZSxjajNVzHto+fZqd2D3jXujw0fqcH
dTfu4eSUBglIyJ1+gEY2+xmituAV1QzJHWrqUIIY/rfGZdRn7CwUMiprr2Wk3NQfVMgcDGn3dlOh
zNH8RafnFuV9/5xbvfPJ0IrhPK5WDgtKk+jHHha8vYBSeelemd04BYdZ1x7dJpzspJvHNslrWmP1
3pifejN5ngDA0ObYdgIKS2hmLKkdSnINkk7HWCiiQTp9ZNglGY+khxCi3z8xqgsh6bONH2kbDuV2
Q7M260ZwPzQxY1s8d0thnaLJdt9nnpfsPIqqTQQdyqAAsRLd2o2pSEdjZKYhFThDksWHQgfZdYA9
YTdVUx0SSlsILxHCMh60MbTQfyqNgon3bqyQ/KhEv55DY2rq02yWdDty3zv5Q9P/fX8rVS+xCyqW
qAYIFUnq7VYOoHyijPQqiBluuaRe339d2xR0RpxY7xxLE2cBkuIIyXzLJKzt7/gbZdLjEkpJqlJK
JtskHFI3UZKbg3A3p8EhqzGqFydepRTg1BttIKxBfAQ9pK0He5iAYk6A5adDPXh2eRSjk7QHxFIG
gNu6Wey84KpPwrOKZ5IhH6pzt3sDizbfOZexV5VbT4C9ozMJdBb4vV6mh9VtjADKoGpnS5RWAXbw
D84QBOqtVUbwx2noCTFTS5f1xcr6nmZz+g5yx/W5SijGMXu5RzuqwuPjfg1Jg6fLqcfNOaAvhcYU
fHtBDBzsDINbd+zKNn6BGsY9xgCLP/sA+J5Knj00InRB1BAmf3kd3Fz3D6TqwsnZJA4FeCx7GyqY
bixGHRrQoBzj8ELmAH2dbu3lk2orzOXDL0xxdTsGpc05uN6BpF5Ma/pgmVP+JFJH2/FT0sNuXzbJ
dsMZopsO4OP2U86pZlmtzBb8Ke+owQhxSedsvkypuT70g1sdqhBafJHW+uX+LioosGT/nAkrMhXw
e9sk1h0MWGrrzMNqNryYnqYfw7xY/oQrfhpOGqPgwyXLLLM+jI43PSFwmkHwJj94MTsvdmOke5hc
1bkmcSKpJoKhqrcJLaqwgfOhc12imHD5Zs26mYAE81BvMWtobx8rsbooR5vmL9wnEkJqpJSz6flv
bjFSwYYVrVICISyG9FmruzxIo057zrq0+weSlcF90ePI/pX1yhzD1KnnSPXI249PlJU43cR6pzD0
nfe5XbiXMTVF97sNK9uLmDt0JJ3G2kluFO8x6H8cFohcOb0rT/6rtAPUpFvXUekFKBRW78Iy7AJj
LYp/u1b7i9llc8ec4v1A6YDkFO0MQ7IG35pbsiprKEdxzgZLvORLGwYzU6dfRFhay3EZffsddDbG
R7+USvGrtsc9rVouhZofUwgc8y2H55K3kWbmticbs2F90EY4DQ4Z5dQvazv4Mrry1n937pbMDzfX
mlwccIDkPnPe3K22WGBjaXs3mLs6/rNrRvPiTln0wmiO+DfJhuKwiL6uDomjfbMWqw+g7Td33KTC
tfAbQOpA9Av0e9v77kSK8sK8UP90y/VCxg7xAMNq13B1EeoWzOUxqu4W56wt0h2vpoi+SOTo8Eti
B6Z6Nwd7KBwBihrTS5Esvzd97f3JWKv3YKy+99/OVsvT+marAVbT35Ddmy16prAogMQwnwSjX6fP
RAT+d9csmMDwYxPF2TA1zIrAIGuf3SnS6sOil7p5TiJ+36HU0646oSPuwLbYFTGurjXrvQ+h/oWc
BAoJPJzbPrLQhrgYsgSK3tBdcuRw+uKJWrK1E4uozFA8k/gQ/kXH4PaeNU5V6FXCmTPCOK6CJamA
0jX5mv9xf8dV94ndBv4F1oCEcxN9OEOV9r4FaRlYsCw6GkPafNQ7Mzz05C2QvkS/37enXBdzL9A7
oG6Nv7xdl2Fl5eJ5xNeJt5R/gz3Q/3XFsId8Ua5KoqJAIrOmLTN2V5e2vrhQPBXrOj3bVUoHBHru
oNHc/je4LPauiOKtg7jA5l5S8ABEsbkilUcHME1nN6iRD8yPdk7Z+OzkIo2P8ToU0aUyQLafbD2J
/7q/n0rLVK1JbV35x+a1E7XnLH5HGuFpWfpxscPoI28FB9OsBe9+YVA/rLQluG9V5Y3o+kheGbqC
b0qHzVzldoL7Y/RLNPMl8uYlOVMp4O1JLa05J4kVf4/bxI+PZQjfwY4zVHkkyl/UuECSg3vbbLdY
jRL+b4rndmc0dJ30Mvrsl5m/HOy52Zu2UZ0lallggUDQoq2wuSGd7wzEb0RWfR5nZ4Q3s0Moluap
jMJvK2n9ztaqPiisX1SciZpoQ20eWM+aJpPursfsq/W0hlZ7LQf9g7OUzcVfALO3Q7OHA1WbJOOF
JoBUYDvQEuaaKKgSIikE7RhAp6lhSr73FtgbV/9LJdLiHcJJzg4yWWVVsgWBrWBbuaa3nsDMPdTg
Yp02k0WRotBi7aQ5Uf8Qran/TSByckQuapfsRfU1X1ndxskCqmFIzmhPaEunv/gwg51bb/QgqOUE
HIl6JvMwDCbVDJGIZ80c7HMDn2Ng9NMqIGwC/Shi3frENnZ/RGm1PKMt0L/cv14qJwnnlhRAQiWQ
5/52ayxtibqKbkQQz9F6qfwyfGagrL7ct6K6RdB5y3vs8cpsc6J2CfXMoRkUIIwAsrko7aOeCT0g
fOvPP2+KKQ3KjPTZKJDLr/IqSDV0xJv8Hi0uwx+RldZS+5BSB7tASpXs3B/V3oFVkJBHiE7fCGoU
gviszDygvmmenVGp0s656Y47h1e1d3Iw6weCEyiB/BWvFjSnGdLYlqy1Fct3kHnR1WzXLxSE97Al
KkNkkgRUptQa3orv1box1HkDbE1r6aCFmTUd7RKepywiT//pj4R2EVMK9O5Im7a9rnLN0nyUmMeK
YdF3EOVnJxM8+pERxl9w4IR3RDZsIUnLlufANjOb2XZA9WuShNDVD9m5or7+bYVW/uffCsprHuA4
OhH0CjZfKhphE5gY8CXAcesL1f345CawHXSpsVf3VRW3SP3kfI4EsUCQc3sqSIFiI0trN8hTvboY
ZqMdE1QnT8sYDYeSSvNxztzm1HnjcgiXiDG7wmgu8TqXh1gfloeudPIdaI3C39H5QtxUUoPTBd48
J4tX5q1Zsnx9SJqgp4IWTJVBaGyK5OhMwx4VrdIe3CA0SwVD09u4lScb3bQGnEY8aVp5kDxPpwwG
jT8XK7SuYdyaOwGs4oIwVkOZAVlzpre3uhlDZ0GHOBIAaVM9fU/TKnqYiAROU+E3O8ieH22eTXZC
/ciWpWFDJsGbzcymPAS9x5OlGdUojlXP1j5rRtvBzkWT/bc008R/idm1/+PsynrktrnlLxKgfXnV
0j09i+3x7rwI3kJqoUSKlCjp19+iP1xgWiO04CRA8uAgp0mRh2epqjPmFtxpma4IqqECAy0rAR5h
PU/pEiBXzDFGBZRkLSP+HmGwExV0HZidyiBZ33ENsGPGV3f6VIMd0aUracF8B4+HDmmLMJ5mzLe6
N3VrlEhse1RuSgimh/zqndkOUtJC3+JEEc8TEHHFhHKeEMNzu/LxtzsPrZUqHkLebFk6W2T2oPol
86honvXaj/wMiT3PLmouXSsPBzZ8qGs3+LmKPnxPGUneD7Qc1lxChuyos2Bux/XumkaegzQVwAj8
0wQML3yqP0KUJHAm4BRil3+VYsEgnSpQZxEE3TmJoNfJEwS2qi4dPIf2x9ve7/XBNdbxOiEEMgIs
mydqxCSkkjfm7sqSPM0JVzJFJho8hcEk/UxTN/71HywCYoTZYFA1xgt8vd5mwblxIpCZYzjkNyHg
INkSev07J6K8kFzFB57wdcCFEityFB+38w+k79penwTUXSb0+hTGvkHbhKqT58Yq6zEzAMmzs5xq
8KkOtvX19YRR9ImgPA7aL/Aa10aTpibMg9fLQxm2n9VauShDTsGbEhDigzfZePLt+TEDtlFzRB0Z
ENBrU6QeLb2USC0pLmPGKqt8S2o7OCgv7p2Tl1bMr3hxSqvFm6suROGcY9T2fSu68RGSTm2Guc5Q
Lvagi/RfPhs6UcD1gYCDZ/PaYBk7raXh4ZG8KlX07tpmQJjP57YeAPwE+/VSY0DlX8cC+GwGjWlQ
cKZTdG0UrE4vANUH3SlF5fvQr8p0LCf2TotDlsreCYFEGMgWkCpFIWKTzPViVNIKcO1Hv4OKiT+J
DBqTYQrVmCO1470bgAHKRjAFCkt4qq9XhczCCGIA6UUURil3U5BkiB3KT5Bu50/hqoM0jNkR5X3v
wPxhm6NgisbANqyqVuENq4utrIAi1OfZqYbnqY3dAhoCQmXC66BTcNuz7K7TqIvgVYRSV7zxpDZ0
PpSMgSwUonIvGAw75eAwike2gP3jYTDHGXoF/fm/GEVKboi7KJNurp+v4graSMC/yNbuQepX/4wJ
4m5qWSqzlkZnTeccLXS7t2BDG4YMQjswwOG2N2cH4jNgLjbNWqAI2+WyIZhqXnY044zPucuS9aAq
t32i/thD0ApOAOrBiF2vD1DZyMRepmotdKOGZ9NuOteNHv9pykXcA0QYn3lN7OdE9GXmOgLaP7f3
eG+9WDJeR6PE88qbRnyknRvOWG9E/4nqYX6uQDdPQ19fmEf179vW9laL+g7GZMJ/A1W82V2O1HSl
6CsVpHR9THQW9L7mnd2duFzEB9viqnCcZfhWjnP7qObY/ee2/d3VolMM3i04cojgr3cbEwGtaZDT
WqBAEUOSImhyn6r2KRwdJ7WW8Yi6+UpexHxeCAVCpww1PDTnzQ964ds1pi9OpQ8uZaM6527Va/TL
JGVnOSqn8Bemc4tbbjEuwn7wnYZ+oACvHUQFW3eI34C7EwEWAPlb4FE3D+aMhobER14Lv02WXANM
kdVB3WY1yErF7f3dNYWThPwAMC2U7K+Xu2rC3B79kgKaKeMbn7b2SXU2/zTN3RHhcccUrgsuKfJL
NJu3sMZVVUEsJcaAAN8Yvg89Bo6ZbuoH1lgH+7f1fdg/VEygVIW3BOii7TTZidQWQBzELtw2pLll
r9AFnBfrB0FY/6aGBKWXdj6TB1HB3vpCJOkITfEXns3rrfQ4SEIdxpAVkbSjrIQ6TVqiAXoR9eE4
wr1TClwR7gUwFCAnbldYKiwxcKy1mBJD+5ijeUFhoA7vGHoe3xavaX+u8RJBpDdwT87KYxsiOVBq
PPBFOxttdFINXRdImVekDUwEGeNBWXahGv3ZIr51H3SYaVPrbjnRdUJvBuzToybrzj4jfjVFJAgk
gphi/vzFDV1Z0Lp2S5wC6YlzdgixTjSYq/czMt+D92zH+yGZQgsBaAHUfrfcOtah6O6EjVOUjoiL
GP84xw7EqCvmLoXw+PiYxJBOxICOLu/HuTlI3F+v1AhugD6IQefGD2wup2f1s20FnVMMmHmSz4zQ
ryRph3wh63q57Qde+1lDe0bSZaZNoG6xcXsVG+oBs0WcggGUlEWsHe9H213vOU946g1Sfbpt7/XO
OjYGF7gocOIg7yiuDaAVQkC9mEEISwdbT3cyUj+9kTfvAqfnD5ZMnHsbXzpdedfmt63vbKyRvUS0
CY4+yt2bV80t25L0/qQLKMZ3D1ZF/2WBIO8i2din25Z21onoBCpVPhIq00K4PqxLOC7xEsMVzYM7
Fz1GCr6HKP9yIUGHgvei5ENPMPDScus+92udHJQr/hA1XiZE6H3B10K0BScVwNUtHGUUaMrLblqK
sHGpd/bCsrFTZHwuxMxDQp8kihFJhvFd7s+YO1KfTDewzipb1c8tUif2dsCQzjqlLkl4poIKc34M
7WR5UIjV+cMYMoUaFkSsqksr63JIhYhR6WqisTy3THf84NO9djloTqA5jA4W1oZuxfWGojEuHKJ6
3P4y7s/+EM+Fw22zeaibtIRX8IZlH/6+/Rn3reIGukZm8dWgIza00Lq2YbVio3sG3U6f1TLOb5Kl
U/8OM9J2NnX0+22jO6cUgOPYaIFCYRuFieulhtrqkgVTFoqgLVWKQRveJQq6uZhlHB4c011TEVpp
MeQIbVQur00B5ecNoYrsopLcP3PAoDP4YCuDviQ7+IDbvqE5kYiekZPADrA5G1MQYGZdTxu7YGHc
ZF5VL+ewjKvUtuLwbVImVhFWwwPq90Px99uJeA7RHSB2r2mhGtPVFg7IX9FB7zTDRKf27NAIw96c
gBxcu533GbcND7R5otC/2c5m4PDowM3UiEDArrkAWfdtWZPhxDr0Ohp7FndqUMP97AEan3ZDLTKg
LtXBendcOm48sncA45EXbWGWVURC8CkHHB8bo6/rkY331VTTnwPQYI+9gOjLQTSwY9CoqxiBX2CD
gJS/PkReTIjrCbEUoz/3H0lfo8JNSHepMCGusJCCHth7fSkNxRENJUQu6JVuZ3A0IepxaLrbRRxW
5MHq4hFINq+ELgMN5alv5+njIiP34+1j9Pr8ItgxQ/QixD3oXBqP/yL88EflxbTHto7AGmWmsIXB
9Fb3mXZD9wB2yY+uN8CzwDpoCL6+ovAF6DJhc/E5kX5e2/UaBHXLgBfTDWTy3KgGDdqmau+rpqUH
V3RnY69Mba4omUe/bnp4gySuGbBsUK9sSRC/tQdPn9aS88zxVnUQgeyuDwgjG7RtIzS2QYWAxOIJ
yvE1nd6vvwJ/zX5FAd4TTVlycDNem0I+CSdn9OJAat5Gz5qHJFByGYoRcV+2oFD0tLr0vc8j66/9
KqAROC7Ad+MaArN8/dGgpFGFclgHvFZDmzEodp56GftpVFnW+9vn8nWkYVAY8DW480bfYvNa8ApS
iSCwwVTkjheuJ5Va0cBOzgwECsd5TJcOQ/OgoAMW/PL3A1ihQWT70LJF5QcIGNDyrpeqR7b2ED2V
hb1W4qK6OfxMp8hLUSxy3vSu6jIESfKua/n4jEd0PSkwKvMJcIM2IzM6HgfeYe8jA+HumLjWILo3
3iiG4PNQQjm9YHzVUG5h9ic0R9D1cuKjYW2v70vs4N1ESgungJLp5uiGU1gyby27ggRel0Hg8pcO
eXJfT0oW/eSt7+mijpTWXrshYxORpYlfTXx5vd12G5WiRXBXNFZJzHhoNw2taXlamnbMKzMhUCyL
e0okPZo0+9rNQxAD8vv42uC4oYF7bXkFvJGwzu2LvqUBIlfHufA6ns/WiBmJKwKl59sHe293kV7C
1yNkMBDXa3tt3ZW9cvy+CJiOi8qOmgwSYVURr9K/q4fmC6qZRy33vTWiqAiWuZHKhOO9ttkgaEfI
Z/dF2c9uVkeCAmdEcZnsuc5IH4d/7fxwc17Y2/gJHUQy6SunL2afV6krePTUL6o72zEPD2KT3aWh
yIXZDXg4kRtcL623GslLqfvCF/6UQgwURYSOW28bqGakCU/+voKHpSH9gVgvAhGQhq7tLb1sKXIU
bOXckLu46X9PTY/pxAMkK4cxSA52cu9e/EEVYEQE4uatx5VuOHhNPHYFBNCCzwQd/yyJqirvMRMs
l8KJngI5NFlTe+zgVTELuU610KSDdj8WA+E3tBauF+qD8Ny2IO4UtKTyLUjqy2PIpuagyvQKYAA/
+8IMECHXZgjn3uIsQVegrV9B5VmR3PMH+RiX5LnEyOJ7GjFaUOCjs4GAnUVr7LavR/2I+XIKYf3s
H3AV904U+kMI/cAlguT+5gsPMUeurSIoz6+LLkStRLFKDDm3xapPMVVHNctdewlCBDCkTal0c4Ll
GGLEKfg4xeDGzS9mT9FX7rrazqZFsialVT/9vO2C9i0iacELbgqLGxcU1lIhTcennYX00wG1vWKs
SnFy/IUAhR4f8dp33i6oDQWmrAb9EKS5199YLT6gv6HfFQ6L3RzDkeMsXpPuwrlQB+dpz7uaMike
EzSLoIR8bSoe+xmKJDE+XkyTJ18vOhddH30oJdOP0AGDz1tGgN9ub+iOVQhwoS0FxVWj6rTZ0AnF
yGievL6Aeq689PNk3bFJkaxHwJ+NfehkNbpVB0bNBdxcUCNoAf3CPx2qrQJkDWBuvSatKJQTTaho
+OVT0/m/gskbc4xX0fc0cMmfATYPUjvtwS3ZWTIUnVBwwmuCjH6rcikhS7RqD5pmji7HrBOgDOiE
QCjdnZqPUTg4WeW7RwMgX3G88EpDjggpt2e0bV9tdNehshZ6PM6BEeZhgU4KKP5KTMEPxMb+hSiv
XAqGkXJv2QzI8MNSq/Jr0pOK53NoWQdvz3YPzK8x3hE6U4AAAvhzfdgWH+1O1rixmT25XGo5jsU6
iLoI1CDRT4O6admzI0bW1i/DKGJvTEpF5QaQgK2OCFRirYA2bZlHlHafsdvdl2U4pIdvD9cfKwAg
AbGLEuorkJ5TJqiBTayEEg7zHl3L8r+xJJF56ZHxgpFl7Ul6PEhVVfUP3RQfOKitwzDWUdE0NWLf
CBCYjX+RlHrjGGBkvJ/kZOTrI+28e4/Y0z3XKFbfvrl7lhARoW4DIILhwlxbmofe01CniHOOrEen
QYeSVBrHQnyzu7U7gHPsGgMWx1Co//CbNsZEEuh1dYFsD9ZGZn4ZDplGZ7TOPHddPt5e2d45MSTc
/ze2eb9lso6LNQJRPijOAXmOh3MEmMz5P1gx2SCaIwiLti2FLlw8p5wM4hakmpNbyeCOxip6f9vK
7sYBEIIONd4JnP/rjYs0x9xV4OZz6B2y51KTT8DDjacFk3oP1vOq1GWOnlHJBLYHCeirVhQkLyK3
5h64q0CpoiDqtf8Iv0syPCLjAx+ok4kSatqQp5Vnb5jidwiU/ha9/uc3/MFzANuEmukmItBcsCqW
wOdDOLK6n93GSW1HhBcIXi+5Q6z13lK+Png5t0EBjCL6AtcDAHa49C2NWoW1T+2qhjML+Zgze5A6
qzt40rJ0h7OFlPbgo+4ZRAhtmosonEKq4fqjgtFSVg3kn9CBLkF1EmCVYrvdPF5D696pD2eR7hwi
WAOMCoqgCLW2Ig0TaXk9+gnEhJXT30WcTffUX8JThKj9YC93TeGFQvUHrgUTOa+X1pVTm3Q6jvPS
1V3ueNxOBcrRJ+GD4PfXVwP1UCPkbShmgGpem5JziCygnbCqWugL5eQHBxng2ZFIhG5b2nkSwGmG
ug5kpSAbtA1yVG1NDmbCQEdgaMPnZXKHL+gHV+CxBd1HpLHhQ1euJLOJLlHz1uTA/I4/w6Rp3Eq0
S6BGtwVVuROpqs4B0kksZf3Raxb5oOPmKJLbs4IeO2ofeF1Rb914Gop5RdE8w58lDLRm4VvJN7dJ
+MFDsHf0AUPDfQOd1yCLrj8aD7swGKDJkqtBsw9qYPRSkXrKfDnGdw7adtnffzogQE2HAnRq6Hdc
2xsxdDRaAzRdWzmNZxaH/JcIuPsOKvAuTQF6bk7hFHdPZTiKL10kydEolldpnvEuRiTT0Fxx+V6V
mSudhCjyJjmY9zY56WAos1KM7Q/Ayu1PA+XdqXaIlrnioT9jyI1UBQYgJh/QymWQy06q6HOVkOng
UO1d1AhpNYYJmFzolT5Cieae6tYEwq+rdwJ3ZkljrwwuAt3Ag4u6Eyzi6gATi6lx6PNtYaM+seMa
uhRJvgpIDsDL8eR5oWPspAEJxje8ll4ximD+cfvT7+48oE7AOJu2P9Ac198ePtaLJbjWedvT6lMt
XHoH5Sr+FjR1cj9Iu1lSb3bN/HRuk5TYQfepUpjgDsT/tKK0a4/9Dztg5RF+Zmc/cNFQ0AQ2CC/P
trLREr8dx1IkeTw4faqwb3erhEG6oMjJHdVX6YBJr6fb27HzweGXMXXEFDdNBed6NwIuGtKgk5+D
TLkiU/Agyh4EE4YLz2t+29SOv0ThBMiOELNjcP7NT3kRxOoASHWH4X3TlTUUGL0NzEMoOTjVjcoU
UoRL2HaffMHagq0QtLxtfceR4ZiBPQk/hqR0273qiVR1mNAkB1jRuxsw1x15oqYHjmVvOzHYExof
Rl8GOcH1Gv0pXL2ywZsKxvz3LujIJ4Iz+IDRqUckqB2XCbCVgQgaIVwEadeWRCXI3DHs4QTUWtYL
aNj0kFjNolWa+d6ivru9f3v2wI/H4400EyzUzbtqV4INticT4FQUA0W9+SglEWdL9F3G2/aojfyn
u/cym8cBwQhY0/2DVj+KTpv1yYk0+EhDko8diLYVrSboMkcyE67L7xdprXdUxFM6YMRkakb/phWU
c59aD8c20TK8G4PwF1T23GwOUUDHPD59sCF7nxruI8LdwRdAT+b6A7gjcKlJ0iagVFYejjMJnwfm
tylAi2Vxe++PTG32osWrKVkHU7q12aV2IoaGnVe9C1ywx2+b2rkmiPMR7oIyiF7v1gtRQsdaQ/Aj
F35Dzv7aod27Wv3BNdk5TMiPIB8J1QHodW2FNAjgvopjaCikXi18126NSRoR6RTc1+AsqTj89/ay
tmVj426AffhTbLMBg9gkf+i6rmUYQrWqxPTdT06MWlRUtk8Wr5avC0p/b6CxoNJurdqDle58OkRo
KPH9QeeAUrQ5JX3I3EQHWKkZYxBD4iBN0Eh/4xPBDipQu2s0ikswaIYGmk1/4V/psqBs6pIyn6C1
8xvkC+itUcvuBKSkRf11CYj7Jhqs8jIINZxu7+/uMjFk2NDigDDZEl3MwBsvgjQIAvza/SwWYIyW
OCjbNOmnIxLRni34PQO8gAAycLzX6+zryFvCOYRniJmbYjpqfF83zX28gtr096tC0cVkgegnI1S7
toTpDDPyTF5CCK0SVoFSD2CJ48T6MaPNVC0HT9Rerg3AgxkWAqEfI9x0bc8OKgwnjmmZ66lHqTJh
gfoWuvWIKWCxnVprAzpPGX5elWgxoIX5WddJfnBgdxwAfoOBW4Ceborw17+BlsQHCazDmjFH5wvk
n8UnIYej7u1OsIPKPlrDKNz94fVdW8HDafVhH6FoNzG7LmJGe7DqAqPW7eQ+NIWCk+VI529npcIN
oGCCM4pyBiLOreyi7fZNU/l2ma/OEHwLbB1+rDX5+Nen5srI5ismNe1W7sDI7MkSdBNcNren5MSE
1v/eNvVKE+p/CzL8Wsi3Q/pw414aycom8kbj1wj7OUaq/eS6zfrdscLqfrHm5iy0V38mbj1nANZx
ei/joWepsgGBn6alPzo+ZnGbZxshAmomKP8CCb5tbViaeqO/OmU+Uqc+o3A7nzAyz4xhKkXaiiMN
lb1zZCTFkJ2a/vw2X4kXZwowYQDmXELLJh1ANBpTFMfW6YI+WfxunlCjegPghDyKUHbcEGB7CNlx
U1CvedVD7vw5AT/DyuPSBxwJyvcfKtEKjNBqFv/vY40/3XEoiBu0ybbeZ1lRq7WnMLu9dfpMNsJG
EbgShXZYdbl9pPY+oGnE/7+pzf13QKmPe6mtnHbMy9s5GU9QJp1OiTWqrEN6dmBvbxsxA9CgSyCJ
AdThtSdwElFqESxW7tjjnAtofIDssi5vmDOGn28vbS/1M9UuNAnMXLlX0PIpokQ5Lj7ZkvTL99WD
OGjq2cP3UUCaeHZD94PJ2KHp29IUehnRBVInfipsgGIlCkgoP/oiv/2b9rbb4FxRgvPATt3OEvdK
ZbWRZVu5jBIwt0A4nN4KDGtLO8g6XMDWHf92VLtxGZGB8iDRRKq/xXcsLReWvfQW6uCNQhAdYdzW
OPEC07DerEnA/oM3RKEDukOo3aKQtPm+1Viij+DU2PO4Y3c1GzFPJgbtpTLjsG/v5d5RikDuwaUE
ePhVrxPReNPoGs4QXPHyU1v3X4FbSU5ORP7LoQX0EpwINN8Qam3crpPUK6vC2crX2Y2+LhN9HvxB
51XlHnGWzf9p608BqgCGHmAgQE7Nml8EdUtEG74kOB/N7MqcN75MS2s+2rm9U4gKMBhJ2Lj4lX48
sssVBR5cQj9chnMstf4CVGCZWq1qTqQBT/r2l9pdFUrBYF4AKxxtk3HLjsZFG3HGsentfI5q8Twu
NXDot828PhDIYQAiAJIJHK5XJRV7hT5hZ9WkCGjYf2kH4IYz3i39c0NXLg8Cpx1jCJjAf8JrhH9t
z8Ss3BlTOHtSrA5bM08lydnGBLtsilx9EOmbuPP6UECUDNMXgMkw0u5bjAiHygCIFz7ulPaiHyCt
kXPHtS1TjJEcLxTw3TtHBGOQroGfzGnpLfrgVr/+gPgFhjMD6sofMtv1scTIE5dqkcBrz7p9mBVz
7usOovm3v9/rY2msGGatobSj2XVtxZvUIuuhJYDcEJY5VsW+QUi0rQsquPXRcrrKzW9b3P2ICEmh
fWygINsaVblwjGVqFEEFakgu9VqVkIAQfkHR2vjrNx2Le2Fqs7hxIbpP/IEUQ9+0uQo69chLZEwu
Ccv3t1e1+7VCSNbj0LgIJDb1A4wYcOOajqSQc4w51I6UH2ySHGnr7u0dGkrG15t6yJbONAo/6UIK
cde+GpIzDfhPwsh0qiLMh769nl1L8BwA3yPIfIW1GEpv9by5JKBpVuQSOqX9vuMV61O76vV/sAWA
v2Hi4tXEG3Z9Bp24qu1ZWVYuQnvMKbB0d3KRcxEC0PfXXTIIqph8E98IKgBbAUifeZwulqKmCsLu
VuKRu8ERGDcVzEdYmb0TgQcZWN4/tYntABg71MTpR5cWYKKqQsnZMfp14nT7O+1aQUXblPiBk96y
T/tYVXFEB1qUSagwRk6Lp2aI1wMr5qJsvKEBjqKwjMqy4YZef6FpTqhGT78q0OAnjwoDdU6epaNC
MNaegUMK3/31qkD9QP0KbT+wL7bQ3LqcurCkIcURaMI7t6vHD3TsjjzR68zGsJEwzQLkOQPd2pQX
fcsiwhuSquid0svGwZuyEDBhUOxr651bk6qoEDofPCw7W3lldOMoSMMEmWhUFeHQ94ATdNO7Tsrx
IitPkDTmszqgQO6cEKgpg2qBpwwd6O3cjlG7Em0XeHQmpZfhUyYXSDkejTvaKawYoT0ztgNCdDjy
myNS90ZpAorbhQVxJsiGNdCZj4ay6OFJsrC23MvUdeQMuarqYUh8EFvcRhe3j82O0wLfG3lHBJVV
M9v0+pgm/xuNRxogKHudQe0vPMXKKs/QbU6+/r0ppNbww3ibgWDYfMZWousGSkBdlDYbLny2qnR1
+JrJIY4PnmhTbNtcPjOuCyVOEEvRMDR//iI+BY/PZT1tMTBjipf7CM/mMwaQNGeFl/StsE3dYerb
CtvNIJhwe5k7pxW2gQfC3xh6tP2qkMqNHBKwprCIFRbeOvcp9OSdzBN4wF2ujyRA977gS3vmyr5Y
qyAlWwIf9sARlllc6z6LiT88uKPXHmTFO7cfRR2DPAGaEaGce20q1kzZrZfUhbtS+/vM0Nef/bZ+
FpUfdWmLAuA/yOzY+faG7i4QySG6gfA6r3izIy59UENtoxAB4JL479o7YESc+0SM9GCBe6bgP41M
ERrNSKGuF2hLk4iIBN9OVzovSV19dq1BnAeILR+Y2ttLxD0gWqMmDmiW8UEvPls/sHaQaDIWmPAA
ubJY9CdiYxQKXSb/7aqb/hyCn3AQcu2dzZdGzfpfGI1U4FkYBYJ7Edn8PlTEyXjV9vf9OFb38aSO
dG/w+Oyu0zBiEDNjZ7eChXLSkjTlDNlizBWYvBSeyCGp5pgpk0rqMKi1lHZJs9KbF5mhvpCIfCSi
93Nrrt2cYCTGnHpqncNU1Jb44KAyUULE0RN9qrX2LwzwOQG1V9HyNAKU99/BCkH07Baf/FgigIyz
KJkTlso+ERj6m0CfPOV+pDCQDLOtdLZUi+ig2UIr2KnorO+AZuw4Tpvy/pnaRrDLPJWxzl01eiob
Of5LGGogMkcZoEqpHnhzZwcNkxnjxP1awZUOuVJ0eQNSKanPIxmtf4IlSO66kDQydeaqis8Eqy7c
sQJkXvXz6GaIS6ks/ERRTH7A7K2cW7UEO0IODvqG2MKLLXvCUlCdoYqkE5CmUwnZkCdZUf/fGrJr
Q9ZBHPJ3pDEg99KwXr0tfaL93PcX72PE6tq+WGikodkzwe+nS4/k5VwucfthIg7kj+bIrh7WuHL8
k+9a8ieaq43JBFR7P9Yq8h+4iCuaajecdFb61nRpuCecN/ES2o9NaGvvgc4r+Qx34D5Pa6W/d6xq
v0GmcviOFhpHU61qB0i2O8EThkQFLjL73v3WS4s9YnSl/67rqPzlWOgpZHbVdg9LW5YTpOLgbaRj
L28BrBr4eRwFfVeLxiIYhs2SHxzQDDv3VRW22eROTOSTgFRlaoMTSdOVDdZPYSEgSqdSDstDAkIj
zywoDbxTHrqKd+tatjpT7ehFxexFHQoAmKcF/WJ/RsNfQjEgTsGfV58dKss3ztKoKh+4r77W1JoN
6qWJSBbPU/sk4Kp+u3XiLmnFgQ28mwDs+GGPmjaZ6GfPe3JHUmPWBmkh1xXETTfmTtWzL9OQlH22
JOsEsAdRPAcTsb9MXhf6GDhSgp7D17H71E4EchpSlLPKSiXwLUgrMKUELRP/t0+6Ft1CMIiGNBzJ
/CXEIPbynsHYT6BnPZZBEBotRjyXZZCi57b80BB1eGg6Ef6CqAZAL01SrrxgDNpCRQOthKbworF/
JxPPilJpJ4OdklDRk0SWG6V1GYz/ukh6flE70fc6KJv2bFur+1FFjLiZ1XehxJ6UdsZ7jFHBUBNM
yMW2kmrJIt4mBIq3ViVPhE7zkGvGnOq02FPXQ2jQbVgGYZN+eV6reg2LVpOQQeSjDx+HVo9xiljU
/k603aG+DmDNRXtu06cub5qfk8B4rnRhzMK85on8AL97+RAoF2GVX8+Lk7XI7B+lRAsgA2+n8n/a
UZVE75YGmj8cKfiU+5FQIPD5fBbZWq5e3WEec8/paQEWi+Jr4NXNOjKh+TWOIUZFokWWfPO55fjP
pTt70P2WCviAVEVat5fJdThUeywpqEqBUQ2+s1GBBs6jsO3/RbMQoJ4B9Fa74L2bvB2derQ7yHnT
0s/wI8r+nkDusUmrSFH9hjTOOqXoh+nHaGgsH8KKPcAF2hqG+mtg+WiwzE7X6WyIrOgCNv0wpaNj
S5lFuFDy4zT73nLuBzI2qbbW4DdGfZEn6PCE1IOko7O8Iw2kEDKhJe5YzPVMRBq1rPmeAEo+pFCR
HOu3CvLX8ZD2IqLO+yZGNJCtYV194qNjJWnkV1OD6T7OhM4H9ASgYsAtDWiEnFWfU9J6XhovdKnO
iTeNX4KAlGEaNSR27+bVSvq0ETqiJ7ZUs3NaV3BqTwtUbt3HBex99ntaHVJ+8Abayfd92fsfVgDT
IOec+Kp/EwA1VT2pGApZv1qrdLoH0BoT+iay59b9ChkbN36KJ944OYJs6z3nlLdwCMQPAemQXpt5
4ex6mb80dXWWwN39TtpofAx0o9WdcOBjThGHctxdEvWCnUU1UgGBCtGvWRfWIT5iZUnoWYdanT1a
6voUNBy8U1ZG42/qVLb3pEPG/p0xu3kFsDZUImvKbnSfara2n7g1q/I+JGA45Tys4vfRaDusQCmN
DSfMIOr/DceoC9F6pcsnjNyb2mwk2qoeqarm8JTg93j5OiYYOOMvDif3dlhOcTq3wqruWsuHyO4Y
g6cPoQUpHzy/Csj3RU19nQ9dsK6537acp7aSjfteiqqj73AARZOFymstkTEbx+1N1EwhpGarCADT
dmnd5BzyJhRpPfieAluJRNF7tDUsW2ShHBmmO6rKmvMJ+m+QHpHNsMhTi8WIJy4JsDB2NTaKZWCv
ai+thjF8QMY0sbtkWqPkVNkMc3Bbax4RSJcYqeMXMRGV+lV5K/mmvKCWGelEHBX9GHif2sjWw2NN
3BhzMhNMbPgAcFdY550fQiAe4oWjB+Ri7NJxnSFSkMgVIUlM8YQ+TRFnFkCGGLmZEEjw0Dn51/Fa
ar9tW8eevjjoadKiblcwsWZUGwPvFGKEZXwaZKhbA0sJhwKCbKDGSgVBqOikmbOIrzaBrJeVUrQi
m5MlrQlCHp2PabNnVdcNT30g7erfGFwAxTM8zqv+ITBBR5xRi9bqY2jZw5JJLii8IoTCnFxHXQ98
HF0bPHTeMia48k7vnep4jASa9MPA0x6dWJ1Ga8Ttf5IqrvvUqFR40BSdeYJUAeSyDN6r0ylkF2ee
zVBBltmMARNRZrsNPICyMYTj/zg7j+bIkTRN/5WxOi96oMXYdB+AQERQZyaZ8gJLwYJySHfIX78P
2D07xSCNsdmXMitjkg44XHziFbiR4fF4DQAWYv4yJtndMLrVEmdDsmQ35tw2V70mRLHL+05cG0Gp
VccKRU89MiaR/hgLviHiLn4pQNXREI2KvDPzWAk1BCHQD2fZZUMVzJfK5pALVzOd1mgWs/yyQGS+
G+slACvVe3MSDXU+6GECevliTrfQRpa54nAbTfV5GLNgQETcTa2wmNVyV4/K0Q4wdMw0WjhSPwVT
jyEDavriDq1TjtyK/mi2MzgKytAZbDN/hwaNrnPu4/EclqnKA7zVjcHpOMOUaUe9ba7VXuF+We6U
NtXmfknEgB0yyiFiZ1nLcifnurcig4g6D5vMnW0kTpUYI9JO12QxrmN6mwKSzX7JqlCziJoxKUGr
EZjXkSN8omCjQFErZEP4xV40s7Nc47Yg7QtpZ5Z5FDVG6EdHGqo9pFqieHY6S9WCYHZfBe5D1y5u
VxL3DDIJgKd1XhrahVMHN53dCHXTFpk98GwtpJbQ9NbF9sPF9rTuCzFq1372urZJ7pIqSDkDdYL3
CdMzpxzaq3EyV7JZc1bqaCRudZvSuUl3Xldm6sJOfJn2O/6j5Rhlp5VD8lvLcTciJFXHrlb2fJfC
JyTjcKjsMO0N6udQgWUeLgH2oeE8Dn5ztCjSajsUd63pA/aJ9keDv7YeVlozaThrZt/HFfug3Zv6
4n/HzalNQkOB2zh2MkWZWFkzrslWQOh4NdmBfPBWMp3Y9iYP/GydondcOFL1d60Smh7OrveE01Mo
0HscEFlYCEdyEmlodd7MeaYhRMTVMu6MPsl/OrPnL+yXwvlmTonTRZMXpO8lMYm5owljHzVXR4Nk
EYGwInKaTKE1biQmvia2vGb9JRoVHbgrYUCN4k5aQTMfasnPaj+zy10JWupPFNExrWoplX7I7Wn+
qqaquO2ERaaYlzDmrstW2MQfXZI6YRNMQ3fMdJkCI23go5hJlow71yitLEaLxBZx0I7GR6fMvD5U
9tLBgBxFfYdAN+wRTdh9EAFdNN91M9jGEIx1oA7kXd2vdVXVVTD4fnucKzF9QRsouCmWABn9YQS9
RvRg8BvuGCzymJfeXpaWdlfb9cARnFn+xYAB2a8SC7f6vT8N5h0L0+pJHVLtnnaHh0tHJcpLOh7J
R7vSKhmW5BMfkjJJCejzvnngtezsysvqlGFyX7+btSUwoloz1E3gzrpJwCvX5MptZvuz1IlieZVk
UcdicRtrJy0Hii4p2/oZnWx2vBUMi30gDeiTi87vhBfOFd9n5zdJf1csXe+F5VCkcCWbkdnWueuu
9MnUf9Z2WnLPosL0AycO85fWpEhBLSoobmbVcbP5w6jnoRg5fmK2gv2lwCe9jjsocRjgKscRUR40
SL0ueTEc2HRqDY00Ny783kybyJz8FJkTS8gomPXRjCxbDV5cWqNx3eSsUcQ2naQKCynWKupHL6mP
wWTbNQxD9DJjxyy0S/IJLd27Te/+zAaNNt869lVOEr2Kkhum5Q5ZrTqQt0Ri2EintXSMveQGgFlH
HeJRLc2MtdCI/MGhdMrkh1qHglxhKCwnBqnnumFj0qm0SG5TML6Z2YfBornLvSV9g3gTiu1Va0r+
Nk1vXaB4WNduVK6LOKxDMs1hnVdW8WEYDf0nLkzuEKWdV9b7ypnZ/z35c8H+zV3JveAaP0svEOmu
cQyC/DJxa4Ms3qGZ0tRNMEfKFSYWa7YflKEBbH4Ks7ke7Ug04IxCT44lnsPTBDRNq20AuJ10v4/Z
0M8x13YquZhFZ4RGoHf2ocGquYzruSvGeHA8WM95o4JIq8dk4QOjsnLMCrcpQqPvBz9y7TTrb+dE
tLcVqhgqhCEf+DcJ6e5xFJX1mZ5sMoTNJBuJjnpg3RcZ6KbY0fJ1l4ntbrAGE+MyXe8J680C1HE0
D97wwbUlZI/Bzezisu6oMYZQvuwHbJjkcpRtEXxeiR8xpU+Nb0g/1+J6zdEc4U5duzaaamG9N2u8
Ut8Vtdt+L2xN1PuVqPZxXrmMI8Ej/tkApeUkwXr+ZqooOoVEiSo/LmYzCDLbtVJR2wPDIlVzHAII
p19vnNRbWaW5TdhSr+63tp7H9FLIGvMmd/LtMQJm71A0s53KQ9JhlqxVXD+5x1wpgtuhnhaPQg6F
ljuU28ohBGko35tplaz7SZ+bx6qcsa72nTkgpJoTh2qQYWc/trSEG45je9qT846/uA2MHK2jOkdd
RgzMiuvP+d7pZixF52Vad1XaaMGVrTLzDgSUcV+3gZ5F+rgMF1Q2M1Inzyve17azjGFromASukhG
2qHvCPnRSOz8h2n19qOaVUCNOmmbw6yQH4nI28jHbVJgh30YdJelv44yVLWPmFbetCLhUDeWRy4A
v4nKfpi+WY2uCT7AkFL8VaV/V22yUrRTs+pnY09qOmBQIrsdc4oYupu65odkbUzss+fVqkKtQfL1
YAkCgpA57r+3elEPYTG6wxzSn2kePL9R1w54wSasWQ53fVOIzzkqLI955iRHwlltQpyuKghApHtR
Tmv3ZRrBiYZtF1ApqK2uSsIU/zMquJ7SKqLG0rhUucjzg1WZKVW1fk0IASpjRkEjSDnriqmf8gsX
z9I26mTeZXGjdNIBvWrMW1V5C1r/2TD2vLhtHJmMOkW537LbmL8x3mNk43DNVlZX7tJlalj6QdbP
xAKq/UHVxdMJSNL5Q0EEX+MogDBBWEyu/suhxJ2GWVsIH8CykD8qAOFu2PY9ievcz/5t3/cNMnJV
Ydxbmm58C0Q2GdGMYcJPJYLmfcGqXyOnM8dLf0lbL9IUYciFOyBGSFXSaS6xpwn8SCuUvc8Wklus
3nRvCkvDn93Ya5NJI0qbqoUTqs2/QN4Xn7vAKL/IQqf+IPUldfYqaacfcsyaD0GB/3MoA1eaO6d1
3K9JNuOP3FFxWikwW/qP3C6t64lW+BTpmYZDxuqN6S9/aggKBxIoDgPT0b+6VtZSzErHlPhp6uS1
i3KLRrZertcmLJksGoOV3qwZNO6DIQv7wizH8kvtoMcRZ9JxH4m5Fnaj1rn3El/xdpfpS/mZJkbx
wxDOMgAGb8bvBiQXk9rCSiDk4kKbgcoc6PTiX9r8WAxQWqFSwfwJEAfHBLRsl1WKhYAZp21jEEIl
FQlcK+fxUCU46CHY49jHzstTPRRls1AY8Qct25VJvx3bOOjddcKYUwpmjv9zzjr5OAIMl2Ht+0i+
W6rPQcUjUvABDosnokV23U9dcvTGLCvnceFs/gRUrPmUO9KkBJE7hBGJ1nCKCtG1feTlpTbFq2Vg
HNF4BU9d9lL3qUSAFkVKKBi13Ry43XYf+u1FO04cBdNg5XeBliJj5Xpq2pUjolHRaOfcRBNZ0aOh
iKQgddTORTVUuP2R69ifVEED79YpyQ4jbm3lsT1UhXiqysSMbhviVBd6ns/mu9r2WEPriNdUlE2T
cyfVigyFNWS5f+yp85LiNa6dXVpUGkWsskJcttY8jvtK11QQGpXuzNHgjq0R+Uhil3E72+4YmtL1
vtOE6amFYHJM3MkzISBLcfkQFMZkRWmyznDoy6y8EnijaDdWQaq/G61Aa0NfWRRvgtSx6XqUlkFo
PvoN1XBZdPfTqJf5bmjsWYWqCobsjqp9+k2ZCHUCoy3VO1U5hgIpWbt3Vd2K9EJw1X9ommwEsZiR
AcQw25ohlIDYJWS2mZi1Nhq7j1AONg5KDoWIu2Ws7nvlka8Os0dEnxB69HTs3OCmQfwSKTGlplvw
/BSLAuhGa2gOLpebIxwaqaVmYWdcyalrQ4OS471ZT1p2DGRRfCUoIhnUktZDSzSgMgPBo5L3rpbk
9rHPnOZT0RbNRVpbzdfct5OPwzJP7lZJRh1W0Zvwo6kgwYlWKZ1Lry7bMarSbiDERjazCWfiteow
V44/XzQU7r5ilmC/TzWvzKOOyz8IIfA5YqdPhjHgJ5kMN6k1e0hgUIsxQojHFNxq39G+zmQbd9nq
qIduXMp3TdkSa9V+4z+wwfhcrZ+UV82UkOxzU/vmBz3QtPyiNFMLtI5q6y3NcEf+jTZeyZSey2II
OJtS2aSINjlFMRLULQ5J5i7xR5r4uAS2RRSIwjnY6Wji9FCXdsNl6TbvOUfqd00t5oL7ATz1rk8c
I7acrrYoa43GDdHcyKYCX+34131LyfS6J4VDGAhdj6MzzeN7ZzKWb0M9qPwyUJIDMR2keZSVm3nR
tOmfR03i+I9a5xh3KYcOm7lNVRkLbw4+wrY3KMvmtfd1STpwB1OgfJZaMnj3pezrAilqF6h+XfWt
F+YBpPXQx1YlO+STORh73ac8wD3XpWAwalEllPectAyt3hvkFtX6B9FQzdvNRWc8DLYtPjrpYN/i
Sbdgr9Gjnxk16bxgXU6dMMQ9oWiRBNMC5DWCLPvSqyGRR9AxKdL4gfi55EAkw24FaUIF39Orvd8n
Qo/dOnDuajWwTbK5oJHjpvZMnZPQU9+Nbta+92iN/Wmb3VggQ0hIxBlP2TX002oIIrGmzg9hq+IH
bjagH1bY8scUI6fyuqkHEk+Ty4BMxvXmSypxyG32qSfz97W14d2dum9+H3eykc2hLnjUpuCIPG8p
KtNoqqzDawqOT31NMtk8dFaVn4GAvNpFBIkBKNODB3IKa7cz7EDKJBMxIp83VTUBDBqyAxgu95Cg
bxw1gX8OjPTakABdoONu4BMgoc9fbDQX3e2CKY8XlIq2Elhg7jrlJDs0nIleGrAMh7z3f5+rib+r
Qb+GSYWddQofoHWZavSPKI/VcojHHi94LfDUtRqcX7/fV0fAxQbmslm9eidYHq2g01Akeh4jue0c
C/xvo3y2Bno1mjz8G0Oh2wIQCmjmC/0Wc0hIWAkUY8FtfufQqLpwdGc5LqN1jjr8ErsDCBVJGoBd
m/6Be/LZBrYnN6lXxIhZ1O+QzWmubUWD9+0XetlIZ9YsuAEIcdgbX/v54kCbfkyGTXyRYtWu16dh
7/rszrTRf3RLbp0ZbUPzPYezQDjFgBkcIyEJ9r/PR5PGWuOojYqTV2e0G1bh79tUu3MGElwvG6ej
DJSgFaiSg2XP5whgLzcCGxwSDw5jm0DrKZsnG6ZqMGZUJcuEvqEIxuUSC/vm3g4ofCZuR57WBP37
tyf4JRIDPzsT3DzaRrjmnBJt/bLw7NoPZAyOcozKUkoKuaXGzQ8f4beHQkgOJCXjoQ12as4zJ0E2
asFYxQiqDiNJa4oLcSprelCm6xVn1KheQpOCjYGkgzKnhQbw4+Rbbu19ty/x5kus7nJCtmJHdkVm
7dF/rfz6Q5VY1gVE9zNv+dq4bLzNTBwBTVLx5+PWPTqwJN8itorKuxl1UdxN7uruaBzdZ5WpDnWB
w7W5sJR/f3p92IpmgEEPZLCTgXO9X0cmVsRp308XxliuF6Y3DAX6TYJS+9uDvfqWPuhsD4NMMMXb
TvoLwIXSb+cOchax5A6G8zQYkkJQpe/LYbmjo9g91AGNW3pX57QzXlmwcMI3gDYoey6qk+9qz6MJ
h0cjDHd0gGXVaB06Au2LuterM0vo1aEQdUNUjvOLLXLykoXDKZrLbUZ9Cz4dupOO1qd3dtfWZ7bh
a/OJOAHlLe52eMqnJ09XEA5qjYhLH51VJEjlodXGBmVh0/g0Wq15WExn2CEnN55Zry9PWCDH2wnL
wMBoT/3BE73rO/TCWa+DTXEnyPR9q0sD58rMeShSOX98e+W8gsZkQBt3CH/T8ETY7PmsSqFQNcDj
A5fOerm1EjlHpSQ5SyWWXYlR0rWjdnlRCTntMm0M9kNVnFNufqLMnZz0eDfBUwQWv6m6ndxeBNEK
AYGsAkOe9FfAnix3a1JZtzIrpnGHajvFqixFgzsc14wUVyoSzB3lXPMOzRY6wW/PyitLDe42CpQb
iQQ96dNJWWwJMmKtYj1FQg6w0kTM7zpXab1mZ2KElxc3tzYMf5uLlRLY6QfPwER1Ig3qOBBjEA5Z
O12Bc9DP7J1XLrONkYo2ARcplovbsvvLAdFUTKk/V7yQ7An7K088NmvXPziJCxd1xc+u17r5/vdn
EYiDY4D03TwItln+y6B0pCdiHr+K16ybosafraMdNMleZk19Blb46jJ+OoICJpIVdPKCGkZoKxD6
Oraz9FM7NOPBGkcZgeWprzHgSI4mQol7xC7lp8Za+0gIszmnJPrap/zrM5ys4tTUUmtSAe87IxxE
LUXU15kmzN8/nDYPdlSawRcioHKK1vSwQl7ohsSM5YaUAIc0dBK64mod7R/gMSgGFOWYfeVCPKed
/NrxxAxv0n04PqNA+/yTQotcOSuKOq6FPVznXgeScsl60ITI+CkNDNnbS+jV8dDgcUFPo61ibgf1
X5ZQ3kLM10SP/KwulphmPWBtrXT3owMeZ9j0eN8e7xVWKgmdww3KLeNxLG7f+C8DwtFM9cURdZxU
os0uyoWRosZ0kutlcovbfrbUBylB6NSY2mDYPAEcs0ptdUPTHv04bSrnshpK8/Pbz/Xq0kLWDD1P
VMjdJ7jpXx5rqB0rTxCYjHFWLr9pA6xyDY3nM2HEq7ONuzYYbm49KvLPXz4bZkX91yQkXOkA5IHW
3JXGBDiNGu8Ntu3nkr5XTiUsXjhpUXiiR3wKjc/crnNGCoIxbqjBhTkMag+yyaFxRsCmJ8p5v3p9
M/7uWxKFQoBhCTsIKJunGqVrVxo2lao6lnWbPHpOUX6CFrXctsa8Xiw2lNwzt8nLw+lpRGjV2CAR
1Z/yRrNqDvp8yZrYc1SBAq9jP9gioHvmr16Ug/SOasHyXhZF587wQFFW4GDfXkEvQprtGZBKdUl9
SWpOgdeqH+2iWDQWtu656Fit/mVpb1y3kZZ7LVJz7+utHxWdGH5XT46RYeYw5Yg88AAnqwokjaWS
QiJKjt32cVBdGoNFlWG7TJhCjfY5bfAXq3gbD8oWfvScUy8iGq7QJV3WqsH0xiy++5nbip1HEfXH
itBqF5lrf85O48U6ZsSNfLx5o4DjPtVZmKsAHBAlGqhVI0Z0nivvxgx8ao7/zhXoRu8WCKV35kh4
EaNsgwKG9xBlIkk+NeLOh7H2UYJr4qH16zAIVtiRgJcI8sW5GOW199vub0bZIIsv1dY10wYoUce5
p4sudLSqq45ohhl+aK26OlAsLL/VTO7h7TX7tDGexYW8I1rC1L/YqGgGnSydZgRLCiK4jTWYYx8U
RWw6YgFW4KKYLBTSEKr9RKeviLs29T9TTKgp/I9Jep0ByAaVkFL1zMhH77PMSPxQmGCe/o3TBMLU
FiRS5HlB/6XoZ42ZmzSx3zb1UaOVFlM0aA9+QOcnW5fx7u05eW11002lUEY8t13Dz8/oNOhUZVPj
j9upW2AuiWw/a5l9hWBdifBVcY4Z+1LVhG/Abbjx3nTUlk8l+lq3AgxVqTZOJpums56s7wgu0vkq
wbnqzlvcVcX9kllflWZ6t4VeV+9cc+yTsOpX+30rqVj9/pQjscnxzU1F0fD0MhxV242yTtoY+9sq
DmTTHum6ZDGqXMbeA/B45vx+ZacZKHAECGJgQm+dqibQobDqVJ+Y8sLKj0OvfjiLm8Y+cjn7tz/u
i2ueeA5mPCkQqm7U8U5Cu9VOMjs1AUwURMsydPXcekQm75y64cu7YFs/SHDxSbfaxEl6k04YtmD6
1cVl3ep7QL6oSluWdumvYgotB4hml3jWBSnDOWmql5neVuMls+YkgSSG5ufz5Yv1edB4k9XFFmAk
UtsSWKbnZTuFmNUYt4PtXqhmGmIzI86xVdDeZd0gv5AinXPbfflVcUW0qEYZjsFOOhXXLifq9zqQ
TCQC/OSozdP8Z0C5/d2knG44s2JfHYu4kgSbdj/yjs/fmjzVp3jBWH6nq1DMFmq7RrGG87KU8dtL
6LWhoFYGuIgbUI9OxdXqwWmb1Xe6WF+kvWOJiQszqT6WRlecOZ1fLtZtF6J7gIgwapWnJxFACQuy
S8CnnMtVhvSEYYVkMm3TM7P3og7MmkFM3mD6sAHjPng+e3DGuskeCiyk+uWTVO6DRulyt46FjB0X
4+nVouXkbfDDTuvKM1vytfnkFSlLbDI8XLjPB5eNbi3ZyltOmgj2PfiMC/DI+bHs1/bMUC+v2Sc7
QCzL2f/EEifvScnQaAHI9rFXOGovWt19txA5xbqXtEBryZEcgDZBf6bJ9Oqe9EDN/M+4JzU80+0y
vcRbFRA5Z8LUjelFVfnG3qxbua+xodyhcthfVEUQcMOo/n61e/97jVn1uZP9lSVFoge6ipiQashp
+Xu1U9SGy7rH+2NwI5ho+mVVtN6ZeX51FCJDD61ml696Ms8VhggZuXkfL6CpdnT41FVDN/vbb2/E
TXphY44yEDWX5wsH7VGDq7HrY3y66kM7LlmMW50ZzrUxn7mgXP7U8zAJdjHJDIkbnR9O1+dDNSjm
pX5nskE60ce+wJczlVb9OLOfQn9GHufMjnx1QGyfdd6B7sypZEzmzwZoUK8HXoKM4wSdeidK5xdY
QgiHTinOfLBX9uB2bqIphnYMpKaTaxEH5gzfl0YikJBaUV47OgUPoUcLk3pmM7y2NhysW+kQcjGg
/ft8KiFLebMIcMjome33xoTr1y5wkRk488leG4eAmpQByRbXP+WH4gnXZmWZIr2rfD8OEnUL9/Oc
V9pr8/bkjMmO8mgMbg/x16oBuayWJlMfT1mATCzYgH3qDevOqdnib6/2V84u7Ls2nwqiCl7s5AyR
hqPGfm5xgLOtzeoXib0klyBcx3y+QW/ejYZ8/G1JSJY9/QBqi1v11Tt1K8NeK2vHYpKxUZG0B/3U
Hzc6ZbtI48xd98pMcg7o/mafTOh0qhdg0A2sp6CWsV9g9TGV2NoV8IajyQdt8/ZMvrIymEZkgbxN
nIBG4POPJjfON6GTjAUGLu8AnXihrZzxzDp/ZQdzoxnEJMh2Bs6pn6dbo/g1rzbrXJRLXGRNdqxb
s8dfAZQPZeR/IwKikUspGDVZDsPTzrGZSMsQy6DiJoPyPeizF3Y1EWBRZfM/6w3/+XP+r/SxeffP
g0/+47/5/59Nu9D0ydTJ//7jJv/ZN7L5U/339mv/7589/6V/3LWP9b3qHx/Vzff29F8++0X+/r/G
331X35/9T1yrXC3vh8d++fAoqTk+DcKTbv/y//eH//H49Fcelvbx73/8bIZabX+N5kL9x79+dPHr
7388oTH+869//18/vP1e8Xu3TT99X178wuN3qf7+h2X8DScZsoutSYj0kM26mx63n9h/c+nfEZDz
ffgJ2i1//Efd9Cr7+x8ev0R5jooj24xm8fZLshm2Hzne3yDPBg76+4g9AlDx//ifB3v2if73k/1H
PVTvmrxW8u9/PF+OFDBILTGRw3kGfAJaGdvP/3JSwZJtgrVtIeFlRvfeBQ/6zm0ceBua2QKSNEHw
ffidbbaNyNnLQUXvGzUSKgzPR1xRyNXNnk6wLbT6Y8sOOWRmLc8di9vV9L9X8z+HCZglixkEU3qq
WBTATOjqLHV2S1INnw1pa/foK/Z3TS4GOHq5Yz5YaoJITWLgqyirlH0vFKCHcOxkNUKl0lV+qDqK
IztLugHkianhJuzR2PypP02O24tFIQ4JXD+SOfs5rOocykStV8ZNTqdAgTbuG8olBLPz3pvG7KHs
gREi16sy/GXN0cANDBjvGjrY0ZYoB0BYD0crNZLbuZDDL7Cb8CnMqRnkzskb43uRrcUDSEi4YQ0K
LunVJOvpHnWhsYux3dA/KR8iQYiXSd2EAOlkEFbWVJooGDhYmySTV94D757gIYBGhPxQ6QGLB0Ob
6rD6MHaOq01SgH0HoOyemrcddctM7xeTP+jMRg7GcukgK8RGO/W32rJpCEBgajB+hextR/8H71On
CpLe3VGygmJf5tDQSCSaq3Kd4YkVQFMhFpMBFjvdApu6e3t9vVzRFLVpXNDcwySKauTz9TWi6giM
VLN2ndXgnZBoRoitRrfDr6eEFZh7Z1ba0w17stLYO0h9gThgp55uoQwqT+mVg7kTa1urXV00woMn
PY9Z7FhtcSdT08SObbW1DwGi1F0IizvPDuD33CwaoMNmYZfPqb2rywU6tTNkPyCZekUIXWWajh5m
jH/i1anyvdYtYt9rPsIGejuaH0ZkbLdPlXphDWLFCgHa9hfpWMHPmLD+3pCnRWOFEhptsE8K+iqC
9qoR+t4K78YKaOCHFrDuT3KU7QzGl/tn1yGMfYkGUgE90FuGJGxEmn9b66b4PfOLpz2KPQDVYmSe
6fieVl0CCNZ+hVDbrpogwrvZKqNB791jIvMHU6/UMW8D40xD9snL4fRzbYUQqJbg+qisPl8fRgmr
AmaWsUsTZAOrRit26No1kROkEAMl9nkfBJoJsT/k6UNjW+DfYdhQQciD9lNqlRCgSqeHNF1AuEm1
jA9K82ESB2GI7ouVgMCED9Do+8nnt5DwPocFe4oen7/BU0BEXm6jfPgiJkprz6cfngCEhZJb7CTP
fUUJTlTAl0dA7lItyTuRVyMsrVxf6zDBDw9T2bJir1a2rOZdnc1VuyuAGTh0oVU2h00DHx1aUdYl
uC5JMKpOOw5XoEX9KRzbBOxVYPXmXZXPOhh9H85VtBSacOO3t+/zgG9bE1sdH9glkDqLhvJJPOtK
GxZOL5xdIeYlFnP9pVnX7srqOVDeHumkO7QNtQluEVQS8RFZnarSlzxFP0D+38Ea11C1K+c1CdfS
a4rIkSgnRDnH9ztnCOrHbs3zK0QvpwDGYF0aZ5KS50H805MA4kHiCIAXQkCn/b9FW8SCODb0yWlY
QUwZn9cOQnfV+SjlpzP0R2kE2f7t97dfjkoFEusG16YH/7Jfo+oUsRkEHmJ7xAg4ory9NPsCXzjQ
KBp0br2YynLnVMhl4XThywieHqicZewnG1iyXHFCzgRdsx59ey8CCu7cWaoukO2lFmmEg1aXyfWG
cumjTsuadmcOmv8BsRQOtwxVrCsrR5chBFleMcRgjHeDX47dXkguq0tM+PLPTsbpE1JZK9bY09F9
2ZlePnCGgj6HS4sA6SfP8OvmwlpUn0awvd0GxuiQH40qsWHeibS9QGIih3xdFNVd1TrKiThI14MM
antAuSSAMp21A/3kt+f3xUVETdkmfOGjbvgs+yS0UtmaJkEPhtisxuCxQpb80p4854hVebLXQbr/
W+OhV7VZjgJGO8mgZ24D03Rp4OayTSnH+8sKoybQotFRaHcuAvLw22/4Yq8amFUB39hATIhXn+qO
LzMqnUYKWgsUKFKNZWYcFpktV5pdnpNaPamVsUW2sZA1ph2w1SNOw8bKELIpCT9iY5qn61nl1mGw
CzDmJd3rz20wokuZa858jZN2e79mrg9RDvUDLczHwfzz7Rd/ato+O4J5GoiaXPZPMPTgxbd1E5K2
Fk6QWRnqQoCgvp1agTmRM5bXgGWbqCnK9dfsoxeeO738aFKMiFfl5jucjdPrps+7wyYideaTGM9b
DP+cJwSFt94dnd8X9QDNcGBrwaWlOJwn5UGWjfHeN7CigH+p4Csk5dJiMIDjZB1NXZ6sUWuI6tuq
9XADtDZY3ShZEqOPTUfzIPGNY/5Oz1AXOnrOkxqUQA75Siye1v9Wqv/05HxebK1NapBbxvT8Yk7m
bi2sCQWEUlvcY+vl3RV7WP+g467z20c/JXoQzpvLxIanPq1so6xi1chlaHDQauOH6jYCt51W3xcI
0re+rdJvGWDVixauz36Upv/Dybr1TOD4yvmwZYQsIj4XoeNJILJ6YDhT1012BZdsvp91qAyDWxWH
1V77LIRWVp+zf3oyVDtZt7w0la+tmhewb5/PcaFDgdTwnNmJPGsd+E/4TuyEbkNGq/28+lhblbpL
EyGGnXC0IQoouXewvvhqUVNXMPWmYPRA8Q4dbPdJLN1+GUyEJFor9z4W67CSL8AZ/TjWlXuuTH+C
EXpaIZsSINE2YAYXN+fnT99QDthOHLwG9RJ0kOjmQIeRA+81nBIXh5AS8AmqasR3UHdUjjsZ0IzR
IC+r3J8SFYBq76Ea1odtgHX5/u1D4QlyezK5xGMcT/zRrVi1HZd/yaXtNl3yvh293YC9TnI59T1a
4iUMzrsJCBHEalbjO8eunXY36pN2VfKRZGRCP9f2c+EXJmotWl6ESxbI67kYZRHiFgabz5F+IXZI
H2hTlKu+vUUVIJfRRMH+UZsNxQWpWc28UxArUIgmYRhjPZACxbugRRvBSvt53g1Dlj24OrTOqGSE
8euU5nN2k68uuUEOGuc2ccX0MEhl/rQrX/wZtDqNho7wfYhUa9p5OLSVZe5xYhJrKFsNVKhIHf9u
MYL1PjHH+RHaTy7hbmekM6OHtEQ4jcUmfJLm3cabtWrOGyvv39mlSr7iVTV+gOiXuVG9OuNRFi5Z
K/D06iviTe6v0prlo+HUiR7reiY9pGUG8T2Tom3CBcA8Pl+pBVUpQdyQxazQhQstrbC0A7oerdrN
ckrPpA+vbFqgqeA5OThQiD9tKIKlCqzWQi9EUHS9aVC02NVNCl03k/VFOhOf/F/OzmvHbSbbwk9E
gDncMkjq6G67HW8IR+ZUxfz056Pnxk0JLfxnBgN45h+YEkVW7dp7rW+9/VCdF6mctpEBgA8GpMii
uHvme/qsdbaQFz3GlvggpsUMK1zBh2wo01s3bjjeJotjHDh0yp8E1A8HGjnWlV3l0rdmraSs2BYN
CprXT7ZVLLVOe0kJqxwpwoZ2v4GDWodWP/yYlyy90iK6dDlbp2/DqMhj1LF7kdx6rbxCd+OQHMws
yDW8VjEhnz+rvn5eJzu7Jr/jDeAL7F5d5GEuwQz8mz/s1kULJT1Gc+5yivdtDJAUOkUD/adL51Cs
JachTk1A4EAuTeMJXg4u5Eo1xcuIU95h1IP26LjUKi81jHGYMA2lGHlr7mxGKqb0FyUdihyh6Kz+
AHSeq36tLFKerDVm8WKsx7tupDnUAFEVwOpNJbVPMk0zPYgtL3tfdHmSBpD+aiXoKmgfvkcIGme0
asVr1BF2Y+F31eSLZtFPQlY2u++mRJEfm84FLADp6rkvRf4EviiGqeeCDPT7fC61Yyua+LlsxhZ7
m7KuvyxWyTIAw1A8mvimfwylseSRVsypEcI0omKe+nJuginO9dafh7V80CaV/cvNim4IqN9cMIur
gpvQ8dbVux2ndPomHEtRfKMy1W/xRCs/zPSipyeTNtMPtYvBA82LcN8vSz2D5ZH5yi202+H9KrUC
TqTRdO8byEuer+Pq+tbaZqNx+myn2h8MO3tw5oloKDuH5uI7bWa9a+TQ5ZAH1ZXO+gwSFaBiDf2p
WnD4+nqDdTXoepA1focRVAls4LX3bgNrIygsR/mSxVn6q7OcCgqZqdqPvADtF2ucJpgfatP/VscZ
otBgz+1JxKr1R2OMWwfIWKonCDz2R4TQ3pMwh+6DVJzp0+IZFcitHrRRkDNnxRYLSwXKo65MeVAx
LPq8aHpRA1pQvCKQVo8tt6STRTcya8TnFJqYPGQ9Qqug91ZFBkZWuy8gN5CirnmrPJgWI0hfW6mu
wqxpVHg6uVfc2jY0gVPeVPm7wrGmxjfTWrsx3abBnFlsrchkmpLh+9uL1oX3dzuBIMuiPe2dWXDg
uRQWQy/eX0DnnzK3LB5dyD1BIsbuSI/K89++3oW3dzs+b8Be2ulUva+XJ200BphKpDI2rWcHbiXq
2zpJAMvU7KxvX+rSeszKTwGFfYux754Zr2eJUsAH9sI+FjSAmFlaD/XsKjdTvmh4OXrzI9N0WRxr
kL53lHjyeSoGnLNvf44LZT7eOG4usySIYPvJrNGY1mrmRM25+rx4Jym0aY2mIq2ehpSmjz9WmyKD
r9DYvrnF2F65/lnvgIEGVk4Qu4iIUb3sildXlFpleCIOMwT9zx50JiLhHCdsxzg+oMBbHmCVXoth
v/Sl8ZIxtQUhzkB6d0JQhJwsgEE8V7NuTEf8/V0W9DkTen91G5WCRcABGDFGajiY/9Pg7m/xyTPN
V+X6fIa/W8g/1Z2OhUE0BYlBCfr1n5noJ05O/RC4TW5PwdDK9uvbPzEF+fmuxHBG5WhNEi5xqrvn
Gt5YlRVrhwU4sYvsoIkVAmkxyImIk1UsJzBYgI5tq0yYlc84pg5aipjneRQGGDDPbKZfbN3gThZy
Or8Ta0RyaGqriofkeFvpaiVjsyhgARClOVGIBkmypk9OLPIf9TBSOAvahMSJsp6HmdsnXzLK3yaa
kIskwIZmRxygHNtfkJut8GHcmS1hUnMg9jlV40NF2Tr7ydoUnxuvnwYkH5RPgZL2SIamlrBKf8mr
5G50aFFENsLiiclM3N9qnbEkvhwSYF32hLRyUbRmBjE30a3K6H/8rCV539GY6dO3qbZd5khx2QMa
ZBzOF0rZGHDkNN8dZ5zlIR7nzAhWnaORnxkD+8CcFEXsdzBzm3AwFPtRk5Za+2s/IiMFXRjngQnV
YWvw6spL6RVoq9Iaq35QdX1MR31Ile+stX3jk1YBPE/O/PW+WIq191t62Ard/LT/3Uyj9V4YWv6H
+i7DmtIlCXDIXO3zcErj9o+7ZGCzSglXiChmY/pg9+BDonluF1BvUjM7H2EO8J2qT2HO5G2VKUEu
J5Hck3WjPhMf2g6hEg/yNNE14/BO88wJG1GkILBGR/72Mq3LfLWZ1c81swO6eObSA4VlH74FbKB7
vqEbbYG/K0avBmig7T6D7px+svzQeHSKUg4Bw+L2xmjZ3TlqLIJhGHuy8PW5MX+x9Azb0auep6Pa
NFX5DuEWUVoM0+wkjPuWv6XKYmHeMwhZtRstyaUd9HES64dKb9bJx5yE/kntE5qOzOFcC0F1xne2
km78BjWrqo/YwooWgsHgfJkzxS4hOyseu2MSc4cs0yitQFNr83k0xDqf7EmZf8CnjsGkKdr8U01n
62fi8ToBuVO8P5QxlnPrFkbTHDMAlmBKF9XqbjMaH4pvN27zx1hXiCE55/F7jMPpGFjCJjNN1PEI
Zmw1l6+jLue7lscme0gzQx+CBobW596tzZ/krAK8zDuFpSizZ+ZdXteI4aRnHQKzxV3AgznKsGi+
0VprEkFdUACAi8UIzViAXB45ufQw2hoQr52tKVYAr5YcdFGmoxV6RV2/8EnKJtSztCwJBVpn40ZT
ezO7E5gV9UNLDyO9cha5tBwZzKk3yyIuKGO3/CalY81AjDj7mAZuVyN1QLWN5nxs+oZRk6VhGO/s
+VmtNmCB2VyNWbiwz6NyIQ15a76x3e8+gNOrea/Igncrs+pba2y0B+AyvNNeekVDdr69cezCo83e
xmmHCOvXFUXf9jJxZtMNvSrdSuWx7iItm5JfirWKo9VCYR0BL13ZVM+/n8YahMWMcQQiuT0hYZFu
r6rkOYRV2awn1ujlOFir8ZG5wYe395bznZQrbWUMWWcICfaymmU2SpUccifUV7V5KOxkDnWQopyh
jeKdU3FDqRTtAchUeWVXO68NuTLSISSAdCdZ8F/fWTdjqKl5tQPYNU8juiM2WdHN8milJlNND2fK
29/00j2FoE1aJFos+jK76xGpambw3mnKVK0dUMDHL51Qqk9S08SVU/KFh0bndyNQEE0HYuvto/xT
ISy5J8rSVWy4tDUNtQrOKmeXqeN0YwB1uZFJkx4L6PNXatILX3Gz2ZO4RvSIQ/TB6+vmQP+1XKg8
rPakPaqN5EyQmu4nYE//0aa3VUGYSimAQTRQA9OJe32tTcCmDmYP+bMvk/Fru2RqOIx9sgQlc/6Q
abO53gLNsdegpO29afiwGAfu2ioiMNpkhDqfmqa8KdJaXDl2XLgPtDYxTCAsx7Xo7u6Ds2GfsDij
iyzy6cErLCMyF0scTa+rr/zUly5FxCJ+LuLB2SN360OKTjgfcQ2EjgADWVSQ+v2618eI/95fq7XP
111krDSKEUNzpmJQ/vqeL4ZdrotCGrnBNCs5Vq5en/JygdiV6cDXg8RVmhvmt1oflDAy3xW6Ezv/
fWnCKMjZnbMy4J199csoABxfS5yvmnfVnxzny7emnysB92rVnt9+ZS+8R0y2DdSMuJ54nHffV9DU
M+0CX20KjVAeIGJ3i5/yYuUHzZxLvnWqfrL6uLtS4V+4Ls1j1vuti8cfzNf3uU2AkM2L7oYCil40
2VpOy7JQu08SwKPfJdDVsx7Y0n+/tWhVWJ22eTdKs90KNduxYndAICkALM09OsSDBNSNNa5FCswr
/csLCz/fEAkW9feWgre7WK06imx5P6Kctnnk1iogcQVkTzQmS/kLI6R5A8LWMX3bE0oWvf3DXnhr
0D2SjM72xk3ej7lBuKew16AEJwuYtHokU4vevfqglNK7cqkLvyV9B2oFwuo4Ou2HrwUwP0RNSHC0
ldiRe1CQShSX7hhHFW3iOqrUwonMXF5LYzr/iljEsMFvLVvGAPts7c6qS9cyGMJq0nD+OGrXfFZd
N7+BKmOd3r6b2+P4umf5+lK7n9KYuj6fdCaioA51PSjBQ9DUQVF15bXY/p79dbBfbX0cGt+UXq9f
C5qTg47Ho4jyOq3vgWfId2CZrXulJjbFQTl2ePt7aee/HZ5OFHsYP1AYo119fcGBY2Oub8gab+xG
lCl5BY3I70QOz9NZzfYxzsT0ocOfNR9cRJPPBb3Cz4zOxDFmrIMpX9GU/FBTDaSowPLa8qspbsJ2
KfMbC6B+c2U3+Nv/3t+iLRmRtsRfw+Ru5SB5puw84aHf0Bc6H6PIajSjSfkxndq0f9fRYmP+Gg9j
FsQaiTsR+NT0z+BUvRMqoqpzf/SA3x0T3FdfVEQWfdg3+UTHt2ucb6JsGWkYhYw/jCAdv1WKVz7l
q2aJW0Q/40fSAExqxsp0M8zwVqX71oCu6kr1f+HJpmdNl5ynDjzTXvOtOQQzSjvNIjlnX5NZq55m
t/gex6b+cuX3v/Bg0+xgB8BkiC51X5zmw+JUjkISkEF7GGqy1A5gDt2n3s2NRzrX61OjdtP7gfLy
0QQF5TMMjAlDwn8cOIVWR2leV4nfxzhUr9yE8+WT4nVz71Geo/fbJ6Ou7Vh6bZalUaqJ+pit7tfU
HvPbrqL5CEIzPWh9vN5kFnjUKzflwltoYmlhukiCH2Hr28/zT3HpZuOSk6LAxLrqCaaRpaqdMrVc
u9CRJqkPOhXBjWEWmnFAWK47L1aSyF+6OnTeQzyCKAqEt5Fv42UySx9pmvMFa1lWHavBTrzjlU+7
vaK7FwJlGlp6zk9YyPZdUgRXSTI0NGukQ5vG7Jeq9EU3A9fOiWdQojbGI1fYaXVnGfnoa1tARmTW
HtR5dq7fb3+aC88TH2ZDiaEvMPhUr28dG71buBrqKn6W6iBqZfxN0On6+e2rXPiBAMkgON1gcGi3
d6tWx+nN7FcytorU6n/zAPcHsooU33GGXqF6oH3x9gXPRSibcg1UGc1B5DfYCV5/r2pp9aYTmRWp
w9IktALa8sVane4B7XN8UJpUe4L04B2tpRU3Hi1EAdTRgpK+OYg+TGmi3vdrVhwzjRHW25/trGQF
80B/FuEjQ0swTsbrj9YRJzR2OHngJ0o346xXNpW/1gtBv6oEuX9sZrBDgSxs+6WvR6tCJGWjUXn7
U5xtJBtsQgUAqFJcYe3YFZJLAl66aqCDNDPhRH3F2BKlNIIcEic5ni3FbcLjGL19UePCdzeYIPKO
GvQoGJu+/u49cSJKk+VxNEhT0hk0zbU7UL3WYGONsaC/SGiPcUjK2HivA5n8jYhS/uRdmH5MMm7p
Hxpu92eZ1y73BXTc2M9clxYeUPv4u96orYp+bbU7fybl9Y9DqobJsk+u9yHBLvU8jaZ4ppTNUIHn
C+TUukK0HNh65R7dbM6rzQY7/7DsvFEjNDDaUwmdDXS/OiXrDbAKRw/MZLF8Db5pHRh8zvSJenm0
bknCM+wrVcyF34hgXHQ/vIVbYbr/jUxl7FqDjI3MyduwXirxrreN5IAv9K4kBvhAc8K79mCcrQiU
M7TTNYP/kCm/95YukoyTrsE01XFwO0G+hlnezg7Y7befhfNp0VY3bcAAyJ6U+H+flX9W7WGy27bV
Vr6da2gPA+OkQJmt5GiC6Y06twYY5Mnl5KUCrwD+b5Dcs/bp7Q9x6Q5TBjOy4A045ykiAzMIKjJF
JDRIcXWWATxpxRSQf2hEhW12J5TC6bV06rOdkjcPhhcoNe7vxqF6/RZgsh4QZs4ymmtp3NRrAyZf
BRhsp5C0U5wJR1Ak30Ut1Sv50edfd9OOocygy+ThntltlOix9XooNLmllXtfoY2DcxygXpP5QtpV
GEs9D4SWK+aVHfps/ecLbw8UK/IWkL1vCYgVzqEVdyisCU57JMPXO45God6MxMLfkacy/Hj7Zz1X
RG4XpBrh9tr0ffYqCWGSxUOWiCQCuVCXUOSUfHD3424TS7h/nASDhZ2Lygl6zYCaCW1/eewAI1OK
6kK9ZjT7q9Z/tedvn8emmQgdBYXFnoTaKA5hlmkiI2VZmprIwlhAfUFiPCShkSt5CZVDECPWYxDx
cEbmm866JnkvaKoOfrlDW+hOBTtU3rqdYRQR9hNGXY6JtitKR7tUfFZOrT2SfcMkWyeO7Pdaohm6
RcQNXZK68ZtiSrHV2LoSeXZJfKBIMMSE3axSFRdNZq73cljzr8qACsOfMmccQzeW8mOhb3ERuany
oYjLsN9hVI5feGyML4SsF71vTV36SVWKufUJgBk1Bh4a5P+ZgMQb2ZQ6oMKkS79gprAeV3D9S6gx
kTt5q2oUyHDRZMJKqY04tDoiln7FgnYrPQbCuXWmLXUGulkDdp0XnZe9CE9mR6fMoHzV2ZQ2pzgz
lu6GWjk5aJmcqxuD88HHetKYaODvWY0TZgFUQKPRd/qxGAfnxJxadVGPVMufxROii8yOIJgrD/32
Mu1/c1ho8PC3niBanddveZswHyNok4AfZRlPqJMI8jLz9WQxf7iyr/6v/b27GO09WqscQpnxqbuN
lZgoYqUSKFkFJ8f+y6iY9dfSrTWNccmmh1MmxfnBQTVmFj1n81fKI0P/UEulXA7URupPYpjmEU1j
2ahBQ1TNH03vYyV0yZBc7oY46aE15MK5EZv+8Jawplm/n+q6QjAu8rbB4OOML14vGi0U9mKbYa6u
KhtlX9Qf8lI10qAl8o74i5nDaTiiuvvokdLGUQRpvfskWmTt0YwFvwpjxD4i7FQDB87gYMwZB9kO
wajirQo8sqSlr8gS4ZM5DZZ1b4lUdCeOvd470NvdrzKrSZIr9KEg5QBJ47O2LKoTeqWeJMEEWbIN
LWDhHxpWAjVykrS5Z3SboODrPNndOt2WuWKUW/TlzHNnBSRIN9/IghpRtZBthUWoSjcSwGSTOtjI
ZDwUM8N11hwriTal9xjUKAlJKGOEPIUE8pl2aFccEg/xULG5YdpwlsCrp/qUVTbpnPh5tF+Zk3bV
F2jvhhXOvUpPmDayemOPNkF7y2zlxFEQKE+cD8aaX5QzrR5ZS5I8jGXvfp56+lX8nVpmPkKMaYhM
RIEz+ArJKvHzknSthjqpcLQA6Ub/FY29OdJ1N7LfUi8698NcxP18TBfmj8h4phgiyCBMbFNM9qhu
qnGOfSYI2TeReqiHFA/x1rgokaP1TnkSpLFuwTD9VL7wuMvinRj76blMHG2j62JrCPvcWxmFzq15
kHkGQNPL0zx7atphfj8bSWYe+6FurdAmwih0JlGbAXUhoVhqbI4igCJlY8wrbTM7epYCp2QBJpIf
ZVyBgIvbJaac5F/WUXgMFI5eW5A8QPk+FGGVmeIPk9XcPeC67ERADob1PStmb37A98kgN06N9TGJ
nfW97FT1i0CvIgNzJHQaHZJHtIiyZc5bs5QvhTZvYRkFkSqBjJnkAbt3lkeUPMkPG9dE4ntDXNGa
kUSHJA5HOgaByLEgtg5kDuDw75tnmZSifDYGe6UhkY/uD6SrhYGvZ1q+DNlgvby9H17Y92lueMgG
na3vZ2wFyT+l1qL3s8rNBAJJqi99oZTYFTQBJ0KNUB71s/6lzI31SoF3YdPnQEnTFj0Q+/4ek2h1
FOxjB4BMcSvEaU1rRcXGu3TNWf+UdpN1/M9fkutRsOI7YN3ds8eGwZyHmuCTqK6JqGttg8OBvQxY
hmR/48SjTS+suia7uVRpQHwCOUHzh9pmr1RXNFWoRk9jRemV3onKOnUHX42TBQFuMSmI6JpEu22S
nnUDvXVffnRJUOtOCL/sL7IwJ/H/uO3U1C7HDlSpnH9f/9ZSrex6Iew6ciDSfOpWidwjBZvbZ3Il
P3q+9mxd2Oa2tgs+aSamTJZ2h5RCjrWSO+YQ6W2Tv+86xBAob7x75DbZlV/4whO1mbKwZCFk4/io
v/5qRicockg0i2ihT+8nL05vSLP75WITfaZZdm08eqFM33rV28SSgTB15OvLJQRqQDIzhqiO9YIo
EMemTzGjHaPRVgwRj313wKVc3tQIMa8Q1c4bvczqtmkpcwhqcazary8OiQMiFQHhEWda44T4orxp
+f+GAM7siKZAH5Vdphz6PtcYVSQEXpYaikppTeQqO4VBLpu9HDpbnwy/c9w2tBdRHVS9t9zw7ffu
wkEOBAp1LXhohxHNX2PFP6vLAM7GsgZzJNpIlp9wzSXv2rJeXsw2Wx1fmZLpa4dlPEoVw/qAHK4/
FUPcX3k2zu0b3DDu019NNOOx/XMfb1Od2slGFFhlURzN3k6qlyphuhwRJqLKsCuW7kOqycEOxyzX
VFzaRfVxMFbtc8Jeupmiq/ZxQrP9M28z9XbNsaQh8Se5CD1XM35GIh1/MGNt/e+rMwJ2jgcI2WkL
7btjDQBxwrkh1hGk59wNSFujfszGO7Wtga4h5r9d1+IakHI7Y+4KRrrHG9GJOS3zpt0yoSRIQd2e
OZfj5jLUSSP51LSJcbURt70kZ9eh/88pH8gzR/7XzzGyFPJPnE3C1gwGaI3Zrb8KqSePrpxMhLfO
Ik5V14KWSmGmH7aq/T7W4vr/cY8ZFCPXYn9wmbS9/hhexbnXctshYhaxHM1J1e7EmoqQtmV+X8v1
l8bWfeUAcL5cceJj4E6/i5YKPb/X10QD43lJyTWzOi9JX0qXHxnWZDfgCJhG5IkbV6CmFzYjDruc
s7EI01tU98DpvLTtoVLXAaoCONlwLOe/0aUl4EPuafqkpS7SvrXQ0SI2vZXRJ4Nt8djRif62Afp/
/+eVAX8GB/FNDssId78y0FuoYhKkJgKi0xQDGWsEMOrqpEwuQjQJF6Cu1fEhL9TNS7vhfdEHf337
Q5yb2vGYsoqrlD6M3gDmvP4ZPG8UEqjWFA2aIbWoXZH8B3pVe3eLZxdTsAqFD+LiaqYhbQrx3K3L
QjzZ4prPTmLp5Pj0yRj7qhDiK2jyroxyjVzwcKab8XVRYlzwhDuJmwLfyXQaRZEVnIBT/Rq34y8t
4fW7ZGP/Ji/i7+DgLCVmpD2RJWM3RViNKhQAqzxVLoM7tiaDe7doM2usyG8KeplRo2QaCfIK6nwf
pxQdUBV+BtmSzY0j2+o2S0E6qqPRnt6+3+ctXuhbTJWxKbKuwNd5fbtbYpT7tBpmMHi1POLxxRFf
N0j40Ae/xzswP431oAJuU/tIH3Nx5UW/eHkahqoOg5ZFdffS0T0jb7pJFpAJYz/7Y26I2V8cUpnv
K6dR3EAKxt6IeUtrIhJ1tsSms42VK/v330Hs7rei5GYYqFIaAcje3YbVIlGD/3WM2IZa90HWa57e
Z0RRa++Q3eJCSpigPeGvQCikpKnyaOnT2FClVd6tV/d1cbJTw4C/AHhy8QvThQJRaivElW7pZiIH
yGElW5wUYBHMjF/1GyNGnIDvMDW6G1PJlO+1kdPortWO8nuuTSLumPTS7tYmJT91VeGaROSm/Arz
gJx5EVZ6l0zlYPkFab8cRpKOCMPVkfGBvFA4MIQr5zeirIEe8vDEHuljYClux96W391+bj+JeDTf
JzYMsY9TbBY3HZUV8OiFM4Crl2Z7XMCM3jsjuVsB3W71ijDxvBJFe4NDCXoetFI6f6+fvHHp6WuN
xCIM9pLd1yaHt7KRPOR6Ux/efsj/lpq7n5eyn/HJJvhhV9m2139qnslbPTLW4imixd2Zqa9qHEbD
FhXX4Me5CfYupedRPWpKQk4d2wBprkU7r85PTYpOvTHJLNQ/q7Wifnz7k13YdBgp4tSibCQfaN9b
Rv05dFLqfTSsmfLVSkHF4cDofkyj/AwYZg3fvtyFOnWjNJqb3o1ONsCV1zdi7GJ16Out8ZQYmJGJ
8+6r2k+JFeWYnYzlcHBKtTFu475vq9BjOxDhWDVAcedJEvSDFK0ht28cEfw2k40nvV0NvGOFkOPT
GM/x04iy3bzysc8fFQfrHHslA0Ka8OauN+d42WRj1CyYPcQMkfJ+GA+DmKa7VkJJ+O8X41KsSTqC
DWSzu2dFsrUkC2ntkaZ1zm0xN3boqMy9EmZtVy51vvqxxVEDb8sfrUB7V9XVZWzRdKzXaFXrKdLB
P39X6EwfzNImPLZ3quY0UWUe2DITEv1qgoHffh7OOw0075FQbcN4zoPu9s//eS+cmCT1ASJUZFFY
/0Ra4rzMXgOvQ6StEynonkfk7RYB8W9f9+/L/eqFNDYRoA4eUd/ghfpul08BG41xBwlDbDnvt0Oi
qo9CrkXxYFWz2h5SIdv8qGNIA4E+UQL59VjnL5ZW4EdSy8n9zcw3fWoL6riDVTArZn9HnkkGVdvN
PmFpcvBHZ1mQ5MfbIs73JPKwm6kP+mLpWx+8uxUHQ2OiwCcK0fppKr37pRFLMoQtijy0n5U6vxdz
ps6Baw8tuh0+22+bXv5ILPA4jD7tyqS42bIcriwLZ78Lt4c7w0Ac97UD7e7174IgMiW3NVujrRdX
QLSp2hvRS62JimnQHL+fCCt3R+WqSXd74va/C1Jm3YAoQBDcnsq51FZMY8BUo1mf0vp2jnXBToIr
RwnpZydfmxg/oI+7iN7wYLrKl7efi7MXne+N4gyhJINUiyP16+9dkJCspYXksFeW7HEkWuMMzLXD
6nJuf/tSZ+8ewx0kmVvY3SaoPvPJmgkSpVpwi2VdEU8xTJ9SwWDaT+x5ilIx2feLyWlg8TDJeGmc
XDkB/6Uz7W41SlhIdXCP6EftBw5ZpnKQSlotgk6EwxPvCYHn6KG6+ybWiJWfmeXWoeLG1qnMMMEF
5lTTNYU4k6cnFniLDm6lqvMNsHrseeqyLiHddj2P0tmMCeYWpflB4eO7IfThvAc3k8eHytEaNexV
YjtJAZ5IoV77pn23zmx82FWxXJGZzmrTJW6CEENU8sqjvQPyo7vmkTaRewAp5/bT33z9G1uT1hrD
FoHqucPU3qqKpv2aDcI+H4c0YcIwi0Ebgk7HbRKMtbfqD31i0CfxVGduI9EtzrGSQJQ3u9p6mikJ
40DUxKn/17WRz4nYQkXW7TnEbuxK06HN6ngxtq69THHmY/VfNyCN684PtJLs6Zhgz0t9V1/j7Mq+
cF6vcG1ItSiGKVlMe0/jxY5Wszz2OoiYWlmDZcncj+PYL3+4NSxHRUbj2TXpmKPVcR6FVWot7pw0
+WpisArw3GZX3pbzrhGfCN0k7TUohDytu53CNZImd1WeVoOp3vumHpeblSVaD506906c1RqCzyc7
FFWvvG9QtL/vctW+sjxcenYw0vPacGxmjdprfvUynhZRjEAUHE0gOBzJlQ0dIhyZCQOGaEPm2vHP
1oH7EZhkSZ/GWljFKe1RhfoqzsbGV+K0f2Jdg8FAfrupBjjIxdPba8tZVWdwpAJsCamUsMuzVqQ+
2BmsYceMNHCYjw1Oo4DXVns/dGv9sSzb8sd/vh4oQ4dSguqIwm73SuGEH9BYYlx1OzOug8SU8V1O
ot5XJxlTuOY1XaUrb8f5RgF8hUbR9mMAp94vn1NjZQQ4FGbE2xoHUpIa7KtVIYRvEOcQkBPDZDCP
14OLu2C90qq58DSyO0Heom2O78beD+gxX8+4yV0zGlN61yLx9I3D2ArtTuZpFkdGtdQn1cUXo01m
e5tng5remUhYrzyQF35oDs3cgm0mzdFxu0v/1E9dMbSWm1lm1A54Qnts8d8lZ+iS6gJwSzBn6Oau
vInnWyTWeJoKjIcgcZ1X8Ks3GWaXWNHM2OsWz9dQh00plDthZ+Y1cv2F70eP09pQkJsYYp8EUDQ6
43oyuSPoTzSmZaNAECyThyWrfiETaa9I+veXI52KsmNzZvBAQZHa3U7PQYw7ZF1yyC0DxCTgRzIa
zUWG2hRbtylat2uP8b7Q+ntFQHX4FbZ6Y88UBnjCUm6pSsT+Yd+DAuhhE3TNswrrBQ++3gSSdNor
Wz+t9l2ZtV3WZuzPUARuI2L018/NqNexM+eJG4HL1B+pZL32UM7d/EUbkMb5rdcbv0w1VqBWtQ3N
GXh+2q3HcLj3ZRx7m1FGU58ggACDG21pqIy6m+Km1vP0GfjuzDG+Nqw2WOSSvO9So/5AgpEKh1Mt
hl8TwMPpEDfJZpWtU/m9z9ThczX3UHJVa7XJAJ/sAQKdItUyWEAXH7OGEvwRZ3r3m1wtsj6SIXUO
E8oT9Vbm83Cr150DtmLM0m9phsyA8Wk7Lr4qG4esb3Kgf+aNIqhhXJmQX6q064hMBOI4f5bj9wSx
v9jG6MkYbmUPfxWS+N88JUMcVCsFdpA1DOSXBldfkJp987tIBVqWnNW880W8zDlq1ZwvLoQSmyHq
JeXJY/SbRvHi5PeLNSZrQPpZf+Op/NZRXphexWDcyH9ySICeUfOgxf7s2eJjTAlKEFOnQyfVrEUb
fAbc9O2mwSgeFAJV0gh/c4pZuSSkxM9khcZQaiLRYfkocn2E+5OvwUAQOScF01CEn9CqvBf8s+eY
mABMtPqoJMFc15wl0iojhocjhwESBsnCYWza8bctXapCgInyS8Mo63c/NrAGOfW6qNz6pPmiV2KB
eTot3R2u1bgMUbBMcF1yLf3DyqnVYT7brR4Mw+wtyM5jMHJLZa4trJIYDlKOvOCzM6hacsprNT/F
ujMBwtTQtvmUPO2WvqNu0DkTmGtgNU1fB5QchCQzjE5vGY0kBldjPOoDelGsT+zMBhKQkeEMnua5
hk2ceCs9Bn3okxtj0OwE5pYiHMRP4+wEwHWXX6saY8CfMO6bBNBn5cOAlht42LD+yQlN/uUiHSkD
7BW03CAHzCEr45je08UtvuVWwZurVZO9BEORZgTo4Yz82SxgI/AvjM5913j5D24c/mpLge9wZRO8
8Bo7/xvKbHMsxrevX2PY5yM/vQ3xTFmbMEs8HISykaELBvNeEvx3ZWKwtR7+PTKwbDB84VwIaZbq
cL9aWUvTGEqppocYCW6OARymO5FR8RWbzIVFkSEIAE9cP1t/YFdOuHSmV5tgxIPBeFiLlKSI3zFK
drrAdsb+OOZF/iI0+9pw/sLdxI9N5US5jeJ4X3BDBlFoFGfpoR+TmtjUVTsBuTEeOYLKRz1OrWs/
35nOj/sJuJsoYFR+DD32CQqO0S11YhoxCjvdkT+Gde6/ctxvBeAEJffu3C5JT5VRg/0SOOm/kAuG
I1XVwCAEfRfH5SdH2miqKjrFj0WNx+1kQZHoAkg8nhXqiVTaQPaa9lHzCIoOJMOLnxnj3eZQtzPj
6YWBJ+ycDBe2H2dARv0Fcv+dElfq6EPGXd7RjDKF78W6UR/cxVLv06Id/4+z89qNG4nW9RMRYA63
ZDdbkiU5yPmGcBgzFnN++v2V9gGOm91owhvGYC4G42oWi6tW+IMUmyjM3lcgjyhAr0QpAfqcCCGi
sQJGBWCGb13V7MDICuPToOjUCknRD1/sfAEaVDWKoxwYXNRMJ9Sx75k5xLmOSG1sNkG21PXLYC3r
cJpRKlpDSNQaSiRLrf2sKwdFv7nQCcnZkjmgnCIj7Q4I72kTaV/pEHdilDDaHOiMn3eJXSJ6qpfP
kRbP40EtmWRJAb4Vn/kYAM2Jr9P73Xq0Yf3VouUarLGX/1rUonwqak8d7m7nyvrl6SZ1hPNPCKQM
vbARcBprjjR1zMPVSHQrWMoJGXIXV2tMXdB6KKxCD1rEtsMhqbT7bh2UwBvyaAqKykV10m4ndWUD
0/6/sjQWSI71hNQ1FZfo0+XFiEznjee2CwW4WmFnjUui77V4jqDjUwatbc7PKM2VywFp6z+zUu2Z
hl+MnZAUZZLjEo5QiydD3/QvBzlVzSZPhCilzED6Fhsx6DUZaeeko157TMYiOhx05eo/6hzPCXn6
In5BUIudg9lN4l3a4JdwWOrKvatrCaJPXBd30mUsdWUngl55GZhxM3Mkn5eRZhNBrbwTqRHVdQgq
QQuqBjZBCnj9x1CkX8bE/MpDqh9vH4BXFup5FCW1RIIOORoa4XSAzqN25aIVM9RtHao2LSzfqKLq
bs4btTrWWUfzsE00uwx0emHiaCrlCGJWEfNyKPW+s4Ju0ZsWI2mn+AgCDrNAe+rt6K3djPZpimZS
Nj7vDOSyU7ifUtgM4mDPWlPThLGBNbiAZt+lkFn6J2PxVmarc9UeOtSn1g9DlRjpWz0xFhiJpgOu
PUmhBAplHuA0RHiMumb8XzzE1hcLEGEKfdibl4dcL+ofKzNyhJ/jnqmh4/YMm9QxKbSDm8Xlc6rM
/U+xjjGHGtYqGiqZ1n+EIWsWp5It/mAXvKPQ03LR3dMPc75QgEzjgwUUE0EgMCHfhmmkre9kU/rk
meCvSRFE+adNEpXhFpckEtzxUh66hu+b0W2knJC4UxWQrGuSHSqnGCpULoEcBmQW49d61mbMwI18
aO+11h4SqDsFejpx4xWf+hV5otME3LXxe41YeLh9Al4hGhcngCY/SBdGUNRt5yegFavh9qOXhUam
J8khj3WDjF81Oz+yG+CM49w4SPSMxZ218DkhEWNbn7ClWMuTntizgQZ0o3/vC1wWHkej1cXzLLcD
xBhpNxXSWFlP8DdzxKJVQe5hLAgM+zgbiSkkpI2kt2pUVm+9Me6f8CdYJryPYsNDl9xW6LTGivNf
3xbKO+G19m/DFqhE3t6Cy7sWfU9UfcgjaKa42wbTDPvSKc0lD625Kh+WFfG1LKa9XKq2d6Lrt+ft
I7+pzY7TOQLMAa8AKsO26TdORTuOtdTxEvhoIqekld2TVxTrTmm1rY4JfmQO9K9ZjP7QVjna0uJp
LQnT4Yhs01OG9S8an233dmn1ZecUXVmKabEhIRzMbiB4nh8iwKb07qy5CDvwaCfkD8Gld7b7jgaN
skMEeeWJbrZPGsnT4WEgwIB6k5FhWgqR1E3TsBetJUKF0nj0FdChdzEzee95Gmf3v0jrovvBGpbf
M9ZkT8PQA5J3s8GmyMLPC7El1VpUP1/t7M6r7aZ4jjJ3jQ+q1RvvvLwYyFsGoGoHDk6bPPR90yIg
oGjxvWmP1p9R9wZod9qAFBH9nuFzY5mSmypWhi8L8+I+UK2u/bRUnWHDzKJJ+hh19q5LxeXRtfmO
XoemIEcZ0J3ve6NUIAnrnl1QlbkMxskbvJfIUZQ3uHxTICvuOO0xhi+0qGniyXngq2APLNAtICkV
haZ201SGmZJ7nt/1ln7qss56IwZFfYDQbN0JnHh85M2G/0wlXpagddM28IzSuvPwU/AtZDif2nLV
B6RwpaS3Jwqgy5o6lL7eGfFOmnN5sdrgp1QLbCl4BhLq810ibpHYAJGTEC01ROcUCFEHFtHq9Txo
Ubk8FbPZ7vSmri2K5Cg0HoTNGWpv4mqCA4i9jm4RcmCc09QbyGX15aFuLObETive9E7Sh7cj2eVn
iNe6Jt0jNPlnm0FEtZsLrpg2hLHRZj56jdan0imAidX0AG+vJdsy558h1EvoScDDXC6OrTqjCbsQ
qaauCte19o4dzCyvKkJI/tZxXIT3XKEWGEDaUL/dXvfiGZkO82SII1m4tzMaOH+Zi03krJHfCdvF
/UTPIWPsYOZmuIxG8+H2UvKvOntElmIObDk22uUE+02kUbDlyxjC1eGaLPl/hujMEw0m8RNAAB0b
J153StqLVi5QLzT1GILpqFt4JGbnz2ZyLbgt/rthj0boSxKJzsKWBOpg3TXTSVga1Isk6fnvXFoP
zEQxhEsVdyfCXvsZFvmn9KemxKYgPP8ZohhrRAySNoTloPzKtNENAGLYx8WCCkbfbMIeucoUA66h
W/iDCkRqcct650653H1GkXw34AFdapQt+G1hGqWu1jqEaqEtT0PrrQc2z73X8K5V+RVYWe0kAhdH
muNM7Y41NnezPNznz62N8GeiNEVZEO+mu0Kn2QmtJjuJeF6fLE9gsDKgdM38sNjpMlweasSNmPQC
/yEHB5J8vvI4GGa7ok4WpvaQa3Dp9OGhskhuScKyaOcxLyITjynV4vl2OHC0es8X45tVFpjGXeh2
hvED4IF213VqhZWSPh08uJv3MyTqnUWvPiHoTmT+QN2QbZ4v2o4GM3wMskKXAuqg6vD2m9rT74o6
37OPv7YUV6LHIIeWI+Dd86XKHOHLWPe60FAT2x+G8Qeyg+MXs3Pif5xtOQx7UAaTktYOCeRWQwVU
fyHqSSeRTRTnYZnm/j0U+Z9Jlrg9yD0Kj9sB6fKAAliSNy8Rl3mavQlIMIkV2J49Mx1lKn45UZ4E
zhq5tu9aDKd9fRZGC4etRVV+sdyX24tffo9QfqHIqSReUitwk+MlWef1oBBJk7XCPSV89oQl3Xt0
VBE9Qp78PyzHV69BupVosC0qhn4FXluaKMK1W80nc+0Wf24YrFmxk3+bkCE43n68y6+Crh2vEWDc
a9q8OTUyqxyT2ubxOohG9mDPD2o5RIdmGGpf6zTlTTkbe/iqa4sieyvRLaAUYGqcH1VByjMDReTe
HBY7XErPPSF1M2NgWsVhZ1bFo12P8c6TXn4fBm5ESGY4QNshVG8+xdpZPLc2uwKskJ6/VWoX+RCO
1cFjnLITw689H/ImlJc2DTRQdufPF7eOPlEtF+E0a+NjmVP5RYVAQjYR7k80lSYglbu60ReIAbB8
YBRIuhgBM6bfIrnABjmrslpFaMdT9T6WetqnVTAPARql3yO9iKcCMq2MMtAde0qLbPBr4Vk/XayO
ghUd8x+3j9blZwuujRaLVJaDTrC1LgbeFZcDgqehJ9TqXblATh0Mqg+A7khWuV1ydDpDOXhV6/7z
q2bjUS/UoC9wsL3NoU4oi9wFO5BQrfP889jRR7H0arhPU3fPNegCwe94kHjgZVCV0UDmXJ2/a6vH
no9S1sFryvHuKL2cZ6ZI6zsp1HhXjJbR+lk1uOGUGfBFrAhyV64Vn4tS3YPVXEQqfglnwJMaKkD5
tvc4YkFOLazRATcOPKjS548M3tP3SxfjYSVMa+fyvni9Hrw9Se4CGUOWuIWDFFlpTLFhz1jDzc0H
gCOPlQfeQOma+g2qBdE7sxran4OjK3e3z9Xlc4I0RjZbp/RjXmttPmQ2G6+kbFXDZqgspv3UXCYK
1m+dPP6Rl/oeYPbachqgChIVl2bRdgCeInCrV1mthT1ac34FK/mERQcDqonW6jjUyq/bj3flRFHa
srfg8Rny2Nu6LfVKrMGUVQtVWj/vTG/K3g6xnZ6qhCzYX4qx8SPPpiTPcvE1s0qVNDV1jqtZLF9u
/5RXZZuzUoCphwmyAViJLD22gboS/ExGqCtcH6Eub+Os7Tp/nLklGH6McXxXgV/t36l1pn2FNgJW
zpusZDpQffUmitSlG+LZtNSPDAp7cubCWD/rDqHg2ESGtvpKo05WgJ9MAyB7gZHjd2Vj90GJSLFA
ADvChKqM4XL9a0YhpzkAI+BBykbwVlwTzZi+sLpJCyuQ5wvgKsf5hCdl9S41HZlmFNkxRZbrUNjz
HnBFxoO/txTLEVjqZNrM7oDPbNmXPViCAQerNcgnQw/iyrUfsnqsdmAU2xtIriIl53h7oKUuXtyM
koHZJuoalJq+/sqc9Hs528Vzn3rKE5MhxrhJu6cVdHEB/e+izBygSUFZ3sr4T64JOWE01yAmm28Y
Go4GaFG3OcxmrH/UWuTWihpyZAB2LX2pes/1V28pn7HtbU9tOjY7geLqJpBCkX9zByMrdR6azdlG
vcpLVRAUJXHXebXGZb8WEBQuMhRiNE4N8Jadw3VBbGQf6JWjdE/OSkVrb9IbS0QtE9l+DRTsJf3I
EN5JaXPvY2lW8e+sAcyR1YghdKM6nyA8l7Thm/i+0KkyESlangGlNaEXgSs2nVLcobYIeEz0xdc5
xmwjLtxk57688KKSv/jV/I0wzXW9dRDLqm5G6B5YYWv2zqNtMCaPkfNDZk2JoZ/YrQMzo/BUZByS
KWzN3D7g7OocHT1TPgLyJMHps72W5wVTQf4qCX0E6UcIIiCevz9NQR2ujHWJZuyn73rRjfi1LKP3
eVor96FKI0U9INiqxYdEGehimijBKL6o1eF+pgPL/JNyHQsmVVHfKigSfq7t1HhHVzId/dICCBLe
DpfbDFP+Xj5taj2KaDL4zXsfAQGV/ZgvIP3S7h2a5+nDgJPKYbDtvWT2olnxuhZcLejVkqewdQ+b
CpusrQA0kuap85mbX3mvKMCy4mIcfjaxavqAtjKOd50eF8XpwnWw6+Dfn5dyUwKYZMqxpdTYcUfg
6tHsrYz1d1ImwFsizfuo9Z256/UmmxCbsCkTLHpf8iqCLnB+FlpKZ4jQhE1jHZivdUsSKPQV7sAn
YNyFmxHWEVXu3PO16ScBJNjP53lp/NqIpve3H3ubELD1UhJNMuVA4F0kBKOHOGUVN2sgmP4Ebdav
hzgzywdV7RYEMFdjp5p4ZZ5tnx2JeLICDZoEeIXzZ1fQG4tYb8UdJGru9QnE97NVzR0DN9ihg+92
EdDDQunI9YdyyOwgBlz/Y7DgFvqmtAc85kbWokkSKcvPMVOQTimHBDVSx1iV00ykwWSsNdvv2GCb
7+NiFpyXuO7vLbu3pp2ofG37ABNybulkEpY31Xy8dJ6FaBA9vU4UDJ5z5W0cC4WA00mma2Q+335d
V24B2uAgWSA4kkxt00UMC7I4q6olsKNmDrQiyY/K7OAR0jQCnXjl2xBn2c4zXkQCGjBkpjboAhJx
pKTO31izxoDFUPTBWtB034yrgBbo5jHiM/qeMevF48mlZFfYYjRE6bfJhpt4ndZIcVlK75RHXEum
U1qWC2w2y0aPrbKPa9X1O3t69fmoqwCDc9FBHjp/vgj7aNPI8Uxjktz8AEKSHLpWRU9XSqLffn0X
+RLPh6aehKCCwuc1ni/VZhz/GSGtg1PZ1dcMwklgpyDl9i7tq+vASkBImm+b+cX5OjXeRqjtQugU
UbQ+0A2h8eKxsYd8TaOPRpSXAaoS9Xd7FOPbRFuAs+GiFpS2QG8i6h3rFxmxGeYoXezswMUHgxU7
VClw1rQSuKU3aUyrN5MeYdZD+9DwXqj/5iNknAX+5+KdRkSRdvrxV14u6GLXxg3JZLi5ZR6N2E/Z
KVaih6ZynBAoBEAQHIiCePX2Xu61R+PQvj4en+g2qudptoBa4DvBkRuofAaQs4uTOuirrjjVi6bs
bOW1R6NUl+on8NuB3p+/ZMhkeWHBrDgMDENfEoG5XenUzZvBcfc6vzKMnQVt3hoyMzwTDAAG0Zuu
ugtKQDVXMIHo+yzpYcoagUz5bPzkYzEeOyxonhG8GpWwUazsqOZ9f7j94cgPf/sDeExCHtxC0DWb
wFD1auREJcbottPMT+CvlLdlK5o76eH5vC5z+jChAJcwhJxFeHvpy8yNh6cDo8mOFJ/TVoiFsrbq
NRsm65T1VXW0zSEbTzBK8M4m6Y7uGpWy64GmBOPkBPkn5xSZYsJ1GUyu+SdfyyZ0NGT6n5q1MD81
C71Zv1uR6Y9RZ0TyFFLQTsS+EkbPfvHmdcWiVOKWMv+Ao0734tjLeA/7LYMLa4LYQZT6ZTTJym/v
07VFmTTxoVEtcCjl5/EXd8B2sjmjAK4Ooxelf5a2RZJLyxEcEt30FtzdEMbAJo63F70s03g5HEuG
2QRViDybeILEA11BRVSHpNG85Fvqod1KahBH5WldNciVUQbo8lC3o3lfJF3+vVutPj3CfJ/nd2sb
oYblQld7uf2zrh1X9oD0RhZP0A3O96IqMhCnCTnNOAknxNRvProjcoR6bujvc0zRga43pgjdutiz
4r0WhYBkkB7g5MJtvQn9Wpaq9E6KGjM0o0ffUEVwht23Prv0v/GDbX7886NKE3VeuovIygVCpcG7
rEiARR+6vNEPnWtmaApXUYA1p3oUc/K7Uo3sK2qNez4CVx6UOQaCP7QdpOTIJvwht5NmFs3Yg4ix
FtTMXtwPRT4cdEUxT7G2m7VfuVNtrm+ZI0AR4s/5O50cs4mqKGZjJzvXw8G1yuQe6ZVdGRX5hjax
DukIMi45MwXqsFmoRikmcidmsZEh8WXrktmncYi6x6ntJiRsZuXUKHUeRAljVH8qh/7JngdUAMpY
2D6dicSfND17f/s9X/m8gUHIkpB/caY3NUu2eMjrDRqyh9AAnge9zwMFsMZd2UbdB9B1xmObVZ9u
r3lty0kBIJXJ4Qp33GbL17zQSzWlNJjwqyniwn5ylKTZmZVfHCRASLhRMGWkP8kim1XSjJ6cwrCF
nS7TAHwkbrBRBWF1HtSHAazSzl12bT2igpTrx0yBxtb5Uzm13unq6LhBhX+6bD16JwaU9pPqlk3Q
pNMuQli+mrMDxQNK/h5nClAqaKfzBVdmBo4+6yyoK3BtlCJxfoH4mONjh/dreqgRa3gLAgqbUmut
UV3WYxS8EngSOtLcaQd9GBDIKav01jgqmMkGdkGMCa10SMpw9tx08RsDCWp/qdUEBOGkjid8TDvP
V2Kn3lO/uDiJPA61CGIdcBQ0c9urN1DPL8tauIFrKZDSdGCryOhARTyWS62fNEQoQ8P6Z4E/5KMM
8g/6AwyACFebeKMy6VqQvXQDbnAUjZrZxjKqL431ACTNO8zd4tHxqve8yy++AbksCn8WyQAg+23Y
EYuK8LfFsqb0brtzMwfzCfzn4z1F7GsLodhBow9TNS7VzU1aK1TSjSI8SMqAw83enj5UlSU+3/6k
rx1+JizS0Jn4xoaen8XJrgy1WBbQ97rTf9AmnOiqoahQg0jV+75Bnur2ehdJMlMzycHn4DNLYop5
vl6bDCP8MAHrqszp+w1lVz32SBZrfqVX7c/bi105mQQR9u71dHpbqY0Jjk6a5Vx+FtjFJ81Y/qzG
lPlmnQ/3XlmIx4LDu5PrXdlQqWCORSkgG6qqTfRa0DCj0rC8oHJHKG1zY4OInAnOmIb+XEd9F49/
JZpwz8u5LGMHyds839HZyuu1Ak4RrGg8AREXAucKKuVmEJQ+OdL1caEkx76lMT+3TgOJd/VO9tSO
dwgz7il+XH18siz5c4jeW0wKEkNRNehJJEEUw0mMZFaTbLCKxPlKYp2Gt9/wRWLHcZK5lQvdQofQ
KY/bX0mug2lHsSaEUqWMLP2BpNd5zr1pfMxg9f5czVW9azrDxWdEG4ydta+dLiiQJj63Mg3ZJpUm
UaYfHYgrWYRjs4Vu8mOTwpMrRdu9DCKbPuBrPJv+7Sd+HYttbg8iHsQC8ixQbeom7nV08vE1K6Kg
bGNreYNqTD58A0iPMPZQKXNXBbBbF2QFXK9472KUOAbTqPW/lLXDA7gzFWeG9geJ8uQ60o1SnyP3
QxTpUxuklCJ4tSSMnX2vj/smwEbFEwf2FhZeE82J/nMVavIxG7GioM1nIxJtjjaSuCbCPcfarlDr
RfDWK9/kytwWEDTjRLmPW6U13iBLNt6VqVpNftsJ8cmOLFS7F8ONip0B1WUVImfzckACJAP/xFeA
/l/HYlGjtKuyGV2pdrGR10BQ8Y8dVeKhAc176PRVfEeHBtWtwavvtTXr/Kz2ppdCYUTiF/FS77l8
XPksmOXDqCbHQIDkAnkzuCiAdLMepFE5fFmbyZaXYza+yRAfljLIcbzTaLloEdBq+n84ZlJEuMfn
X0ZT1k01eRkZw9yZwbAyVQVCrp0WAfDRH5Welm9WN7AoyURamm0pzNfbR/XKQ1MKkJ2SNWNCvTWw
BE2g0Mhr9WBaJgfyTV92GPIWqndESnp4VtAAEf/aO8Spk8dF7U1OCYEsnD91hW8K493aCKqsWh8n
sxE+vhUFrM5hvf/XpwMqT9+XRXBqu3Ax0BN9oOJg4FhkE/WOWi6hM2Q/MzdLj7qW/atGFQEVgjyx
DttTk0R1E+ZtZVKNlH8CQJwIMcxjcqrdovq8aHSfbz/Z5R1NOUWC+r9QVZwFzzdxGfU2rmpbx3TG
8XJ/rtLh5zCUthMyLoLSc3u1y4PKauigMIjjumCyvFnNWVJtEolB+pi7b9wcL2UfntKS+jmyrKc1
Tbzu0OcKNF4tr6ufejEpe7fWZa4loexInTN9wa9zW9h4rekMsTmBvq1b9c1arMYLp2bYedLL7wHE
M1J0oIDhdFiv3mh/RaXJwn60LqDqZXOFfJS9RMYhN6AYl/SAPq0eUff21l6gPeShkZoHhhwYQouR
v+ivFdW2QdYqFRCKas+tQm3Wh2M/dO6DhUL7O3AEMKgKOxdBI8bmS8TYASmEMvoWF43+7vZvuXao
IAyiqsLkjKJuc367pR+beYKD1dsJToqVSO7S3lZP0ithZ5+vLKWh8USlDp+ZDd/kmPNiGIoDLSWI
Mq14a2buCyVy9NjF88fbz3Q52ob7QEin24IeApPSTZDFlA1XpKw1A2duyw80vuqPEQlQjcWgW7e+
VVbpfJc3cTf7c9o6mKR3kJh8fXXdnPFNU9m+ZcODDbQG+vy/f8bSDZXkkKa0zoDv/OW7uqJ2xQik
vHDpzQRDPUR3iEKICUkHvTrsbIXMa8/TEnnIqBKAQ+Dic9GPsBAr6bvBCAQGIgYCDbU2rPgxaWvy
wc2hiwR5Frff5sKjD4/Sz/SfcBkKrib/X6CaUxXvHX75mre/iNcvhaDhGPJ2zp9fXj2qaDMVu7uk
OKJsYPwe8MQIcTJSfvXwlDtYDgIXB8AIKdYUpRoua9/tbMyV8AaqnohN3QPiYKuImJSrFIeM0QGq
o/nYeYt+WFBs+D1TRt6vZZ01fuwpaULaMRbfGJHuXYkXokYEAZkJgaYDuAnfe3NIU7Q3lcgRahCV
xfSgmn32psjU9pOFF/ED3Uk8sMRcBUmzkgIWSqx/H1W1uivmdDyVbVe8gLipvk+VWjxYlZX9d/vg
XAm9yPRzTOl5UBZugYWuiUSpqHI1sGvMnwyUwlEJae1kR4H1EtMgdTlBi1DrQsmEEnB+GhY3qpol
xhGsbnQbrb0JxELbw7Hw47luYJOa88eayk2XChDq22yF5IdIa7yTml65A5gO4d4l1UJln/b8Z0y2
OTpO2qokYyL5qOdp88XU0/Qz1GX7zQyOdOcrkAnP5iOAeiE1orh1uGY3t6uGvo1Xu1iGWCgMvC1d
Jz4OUyEedG+q73ujBT/F0PH+9ju9euQgsfH1gaFE20f+qr/unYmnqVcqpsDmxvshh1IP9VQsH1sz
FXdzmpUFxN0o+mPbS/tVSBUrIPbSdIX6XH0249lGRjFWRbDmbv9+EhXGSLd/4tV9oflGL8KWgAF5
LP/6hdXK7IerQwvWsk3u9Q49TqOOkgeYcmj0wblu3jvm2u4c9mtvnxPILAr4NpFy0xxIc2+Y8lJo
wahXMZawzZK+J+HB62MWdtoE+jgiFXP7Sa99YMABJXvDpvh4Haf99aRK56i12SxaoC7m+oJP3Ge8
L6dvtxe5cuWSB///RTYxJsfnop6ZRAVLK23d4ZitCPB5cSkQsezn/8s2gl7Fp43ZJ83H85cXrS03
f4mzFAqxhjhSCQ7TkY9gCcypYeDVJXv6+PL3bz8jKUXmWORAJIjy+f/exNXUlLJOSYlTXdzXA4aI
c95Z4YCRzj3ORL/pe9QPJeDru3/fWCgUMIrocoBS2Czs9dmaOx3aBcB1IYIapoW+aDs+w2nrdg7K
1WfkY+CSkk6QW23ODNiCYhP+g86L5/abJrRoepwzPKEZ9ZYGclWoPYWxgZtUoGtz/K+G0PKe4qMg
YPBVgvvYnKGsSospcalYdUSpwnhBEqFV1/JdgyDK8fauXkvceEKAD8BLuBG2inY1g6wKfyU9WG17
nt/gTDvNbxFWm+IAYQQ2GZtxMMWlmrfK05hOZv9GFIuuvCt6pD38vtZaJ3T6ZPicqAS1neB0LUyg
2sv8lOk2pfsmTEQ2NskxKp2BHsPuqrUUP4816R5xFfoN+2zdKZqvxULJtEKUB7deBKzPD3c/AACx
ZnpY6FJDOxTG5xH7tbtoKIqTOzXOITKTfudcXytNaBIy/OAlUGh6m2csHSs1Ro2wVK7tUH5x8zl5
MFuvmY94OxUMhEXVMLlclcEf0lIxHqYun0pfScAL+pTKSbV3Jq4ESipR0I6U9JS/WzIWMACt4uSp
QaLMlXJSY0vrQ3DGTf6VSmOtTnFCbXPoa2OdTkmcwkcjtc/YnrEwv2aa0EeKc4DKvjrjOQTyXIv3
Du613yhPrPRQgYezpZH2uiIolzuVPl6j0bOJ9LAo3CW8/XnIoLKJdvztSJIidIA5+yty/69ox7xz
GHFhx4GTsuJ+rlbrsxiG92rWKKd/XYmgygmQc3ksqbbXsOdFbdvHtY12wCROaeyiyEGn/EfWjOXL
7aUuTzlLMZ7iNcoVt/dgUqax0RmdHQhHRdw4VdSQw4RbggIDYFG0KZytZd7ZyauLgtOT0z7gbFth
hWY1HTiL2MNxJfU0MGw68fQA3NBDaPoxFeZ87zWqvhPJL+OHHHvohAJ6bOCb5a/66/0VWMgYeuNg
SpdCB+X+RRtlVq0Twjvi5FRY2d3e2ivJNbxQRvASrqfJ0c75gihJTUNOgydol2X9lIia6TfQq+IF
+m93BMobPWmI7x2zVjeeotlZPnbVsndVXlh7SCQfDXFpmyO7gNtCJ8H0cUIuzia7qjUnR/dKqkjF
2TyiEQDRuvE1vTce4sGZv/dVor8tVqm0ZUUQfHw9s5s/amW7360yq3t0wqfmC+oJaF4m1rxUfjcq
8++mcRsv9ArTfUhNqzUe4Hoon27vptys86+Px6BlynYCYb2YR2vJYvYGOliBozWTerKFlroY9+kV
TfkEUzwg1/McDoSw/JgPRloFFT0KcyeHv4w0NA4YPtLaQEkZHZfzV9rqdqdGBuQ9PWthNFpZ+r5D
8mPnpF5GGlkZQzGXUDYaFZtVVrwha2V1zUCdJ6360Ix1oRxM6bpcrxTUO5fO1dXoglF2SaEYa3NM
sR0d8tj2zMCoh9p4ELZmlk+rjixR4NgdkoG3X+S15WhCoT2AoqoUgTvfwlWdJdsKc4+1T93vtpuV
xyFK0q+Vjl/17aWuvC1AE9I+GeY0cXTT8upxtpOeEw5VdJv80pDV+1zH6U6ecCWssAg7h247xYux
CStAgV0wjiyyqrVi4JBQ5SFNvQSmzdyu9r1A3GHHxONaZDlbc5MUejpwEHcsHUwzIDPNKlZJ6BXN
YQ/3/QOdzfhlXTQ3wxZymk/ZnKhvxm6evtze3Ssv8uxHbM6NFbWrOS58kQu6kUdH4r2nNGnfuwA4
/v2IMtGEKAMinyOzxYaA5OsEPUU3gEjC5GRk0x+UtSFAKfO61xy4koSB5KEvJFMeWSBudrdmbFh7
Re0GmjIWxqlOCuOdaXWrcfI00eQHL9VRebX7fJ3unHZqP8dL7q04wsTTPXjXSOwMra5tNL1hTjEP
yuRoc8IwSjRbZtQc47yzf0PGFD8o4OfRzwx92iuMry3Gt0IVDpiWHslmsZERfgnHgcUK5GrauHE/
kj+0d7q7DDt01mtL4YXHMhSmXE6bfTbjNM1GLXMCbXEU7YDUgDv5TdLGyyEpde/r7eP62sva3CC8
TK4Q5DygsG63UVT0O1yPD9WNdRPn0mka+qDp0yH19aLQX9I1XehC2wR1H4ZLeRpbgw5MCUCy6Mfk
vZeY+un2b7q2A9hQkk1CJoB2JWPLXynJioJhnCDIC7HGHD6JuB2Dmpk6rGlL21nqWixEI4it5kib
3pa95CLpnxa0QoM0m9rvGV32hxpptWQnusvjsdlkmv9yykodCdZ1c3wiZ8FMswQgk1gWltk4Hqu/
kd5F/ahXDMNvFaF+z7Dr3on0V7IDpAVBL1Coydba5lIxK2MRJANuMNWmW6LkkDRhQnZphvjWrbG/
LLZYj7paxx/7di7w4J56R9v5EddSLWKGB4EOqrTkSZ+/Ts91RR0ZjRdErte7D8uoaOuhdYDy+qDX
lA+JIkQazLYT47oMQCX2K1dLGb1P2visTuv631IU1TcgsGzgYGtYOZuD48Q+5rlGF7hqhxqrs2T1
vdIkE+gVo8Y51+2nPvv3T9MibZW6ONK0cjslKfu41bUBPFftLVg2eRMWEYW6/u5Idz//6zeA4wgr
gdxg0klWdb5p3WTM1Rj1yYFJQf/opEjDoGdYHHGHK3cO5+VVzVIuQQ0uO4oq2wpA6528XuI2OVjj
0JxyW6oqu0Z5yheMhgFs7GFhLj9vaLky5aZpCvZ7i8NRqKw8gLFKUEfw2Puy6A+1VVuP7pDtAZ4u
l5LWmNJbl4oRSQT5+f8VSZo1LYuuh72hGHpJ2zjn8qdT9WzUvffPZ4OlaAjAlZfV1Bas5s2ji2nZ
zIy0At3S1sPgZyvWD51rVOG/ng2Wkguxh+A2trj5aDQaNESwCbYjOwoLmh8B2nnqUa8RHbu91OXZ
QODutQSGjsRMxDjfwGyA75gluRLoeoHAXuZZyzFVogX0kvNWqOaf28tdxkmWk4eCWakLyVI/Xy6m
0bYAlI4o8asIKQeEA7GbK5afcyXeLnEndgbNFwK1VLwqhmfkqfT24RhtYpOK8jE6ZkAM15wY5jPS
QbM0Q/pXvMlLtZdTyQTyL/y11hv8vrfUby5irKkv1Ez/L3Oq7MnrWquBA4VrzzPDjEk/oYeGZY+/
Vg2+OLc36EqOy31MxQciQI4rt1OBiAx2YBSjBHNU2S82RiMvOYNjvxkwK+TnjYfYc6o7OzMedLST
n+IU4dLbv+HyVpGkAbSIuDKpn7dYtmSxJpO2FiLFk41pZSUx60mjh1krKvpvtX7v1FF2RJU7Q5cI
TtXt5a8MjGRKwi0q3ZwpljaXqZN45QQAFQH/nHvC9yDpBBmS+b91Q8EOAu3WzhcwLb8li9Z+SMw1
Deklj7/xG2jBvRvDyUo0L6yKcYyOmYfJ3u0feO0Qg/al90/4ltSK80P82gvMVIf41nju0cyjnIJE
S7AxSoYTQhPLQetEu7Oo/EvPMwymdhoK4rwWPtjtrLBIuxbXdKSSKe+sL1FdVVyJ7XjQa6c/LLQk
74c0XYJMGZMdCP61GCvVK1BZZER24dTawAkGKVogXatpaBtkunPw/oez89iRG8nW8BMRoDdbkmnK
q+SlDdEaddN7z6e/X9TiQskkkigBM+gGhFZkBMMc85s8sO81o9ir2mysrOiNExujvyV23+XKSpEa
F7POysJ1Jjy0xnQBKiZpuqcoU+Djk5v69P/22vJbh45hCQ+hZVr8c7XjMHKO+T8vVqhas/0jrsrO
p1Xa+3I/y8khU7PwPxR1nOA46qhVQRE3HDeaij05p42l5ncgPsaho1KwpqAuCNxAG4V4OuOXGHqG
PYDbR+exP6XKsIe12rj6QQKgyEWDh3bg+kErW0sJ+j4PfSfrLXQf1DL6GIZyObtLNgX3emsYO7nI
1vTEvcbBFjDZdVNnKFW5Lhtu/9oZAeRIWfk9l0EGo1nRfbt9RjeHEsYnvG0ixlqdUQrJfegAv/Ek
ncw50638nLQxXh0TMqV/MRQNSCGFJYDOqzctaMcKASwt8MIpcVBl1VHXyPOwiFwpMffe66150QYy
IfcieYX01+UJgene5djHBp6uh0PvF84oNycEn7FRzO28G3bu4q3heD3RXqIHoLJXLodLtZovNkqB
p+L19hSZY+qVGUrkhOZauLOOW281Jo18K3J9YLHrdydWkefp25jgQB+q5iEw4vaTHqfJN61Siv+W
IK1btHtq/TmWY0s+ktEkHya9MPAoG5fpfz1mBwH3YTghq04gg52MqaUvPXL0v29/cUVMe3UZ0xZC
+B4hLt4AfVVhg2IyRyiSiKOTV4gbZDYEbSmoukNSW/pHosdeccMlql6qWo5mf0ab8SD16CjHQds/
GzF6l2BKgIpKfa2NOx9t4/0WGb9IyMCGEvBffrSwRfusmA3Cx9CSQBml1iPsC8dt5FE7UHvVfa2c
8H+uh9ZwsxbKyu3l2bhYoOIix8Y5Z33WJIQwzkdHT0AT4iHaH5teGsDd8zQG0/QMaWWvSrY5nNDq
gAEI43Cd3jTGTNHY4dLEwvheNbLCwzScMKnNxpMyyYfbk9sok1GMEwNh5QEGd/0Q54ustqOMRWLS
dfGxoXh3gHER3TkT5gW1llYFNghG/3kZsupbaDnFXdQO5l0zLNZORrKxC0F0IhBMbR644RWqu1WH
HgFsydMGdbkXhrio1ert+faEN3YTtQWua4JnjudaroD4R3LCQI38Hn/Hc7pE4QcpGZ17kvrKy8Er
HjuOjjt36IjFSv9e0wYCeCQ5iXrEK0VvfrWZC03qbW0G8oM7onLM8evAclpBZ66JdN+oDdm1UR/Z
OUEb1x4cMprtbyA5pn15gjplEto+ZMy1ElgHoKmpj5GedQjG/VvvGpnIywF/X5D3OS3rClXD1e1w
EiNfWZol9gCdmF/1epzuG12ODqqTTo/6FC8uksVUI8YUUkUXxnvSDxszptBgkrHbBJcUXS9nHLdO
jY6fGfrxMiqnriSopF6T/eoJ1vbueZFTrm5PXQhsgJ0BaCCvla1jLKIs4AQRMhNZeVfRxP7cmFJ3
KuI0Ow95W3/P0s4R72mBdTm03ju9qeCpZEbwT19DlJ46yC47Sc/GLQKTRoAsxE+ihne5AA0IC11L
QG9ITvyf1gJr0cLIPpj5kJxKp5127sit9SbHITelEgwnZVX+WWod/GWl4tkyFfSdR2xJuJ9F0BfR
l/2LuVFpBfJFuZnO0GowSrkt6vU9g5WtTPY6OY9Olth3ZWEo+M9o3bIz4NYDST0GeLtBg427abWd
rFHN4gVxD3+pZPU0dJp1siDW+oERnPAlegGKC/PdURq3VfT5VOFK+tI2g+K3iLPdJxoKlkNYBYfb
V9nWopPHQJeimUoUunq2ExxWZzvVYr+US3Qyc+ljr8MZb/sg3Pm8Yn7rLY5uMfEZjjMg58UR+KMu
RSFTXiyDC4Qy+IsZdfmvDgdgV7PK7tEpFPPVsOD/O5aU7RQ8NqZIu4SiGwQjvvj6HAeSqQdBUIS+
VCCMN00LAWkbw8PXhr+IDYG4gI6hlCO42avVBO/k9F1Vh345FMvJwLn9wYygTKVtsScnsPHSUQ3T
OJZv/cZ1w2AOUOXPxazsUAmetCjUnspyiU7v3h7odgvRRMovQHJXE4KtFWW1MYd+EQ8hXlVN79SH
ZMSbvo3lvcbExn3DkeTzs4I0JtbBrjZ0wINiohaK5cajkw+8ZnMxxW5cO0PjB5Le/bg9va0RiRfA
23OquXlW00uLKVcLjSt+rsvgZHfIu9uLvbiRqYUPIJb2CCdb45HoobQhbG/wNb48A00oL0NtGaHf
1jXiu5YxeBqiqV60RPaXtLXjv/h8InFACAEmFnSLy/EWRH2CttRD3xwJcdOAEow5Y2iPFdgenWDr
lLFRhN6EhVzreqcUNQaHgy5svOpq8eOgbDwrj43XgJfp/aEIm+TNcJc7Czbx5ayspYPtVWgZisbq
4oZBL53lECOICB+h9xd6qC8xmLC0AeWxGqqOY8cqEHf157FuXzQ1N++xvB0fk0Xa47NvLCCtCJM8
FiYCD9PqfchrOwfWH6e+GlVIFqQdUkx63RS1mw7DtLOE4nevLmPB+hDeuRQ8rvCd2tDbi0Uzzk8N
uf4KnqZ+aMNdyZOtIhJCZfANIZgT36z3O3iqXvTpU7+FXHoigvwcGYF8HhcbZywI7a7VKEKpc+6h
XifVOWqs97oaEixDPhQUOnEAlLWZYs03rZxkZFlNq8KWyP7dB3H+GSHQ7q6ckmBnw2w987RUKRYz
HCnfGns90f/INKWmVaYg/YFmRlE/ZGAT7nszGP0pcPKnjsriWeoK69Drcf0CjLH41IIBfAwLXY+9
Mq+1f3RjjP93+7Lb+OZU83CbAqtBQW/9Dio00hstLxN/iQcZWKQExSVK9+g0G888+4nWOih+JC/W
/cJgJpTqMTHhk882/D1Jxi9TJTXBVndJzdM0WuaD1I+ogsdxZe5EWRuHiCIatwIJEnXhdZABK2UG
pJFmfpbNyb+FJYWP4Vib97Fd7FTTtuZJvx7gF+UEujarp0PtraHgY4MBKRrznuwkvSMqkA9U77XD
iIL/I+LMyYlwQD/f/o4bjwgvMf0bhVKLaIpdXn99G8mVkTBHmqjxf51htIdx1gaciI26Pff5uAdC
25oqtWdKO8wAQr/48z8ity5aTLhPgKzTXh6ONJ0Ht01i3YU2Fh3TpLZfg2GpXFUPy9e/mCqEOYX4
FETVGnJPyhOj0sMi6whVuIhZj19ae/45y9N0sgvHurs93NbuoXhAC5oMW1AZVhOdQR3pyYREwWAU
36fGCD1lQuFWjjr1v9tDbX1E4elN0CFinbWsaFWgH1gscuarY2HCcyuUf4ouyz8MCp1bzcycHaDY
9eGnwkaRBnIXBX1essupxc3StEMqYYYYL6mH10753A7Lntzn9QJejrKKN/DXS4syQxGhUTPly1AU
VNiUovswjbQM3ruAXDEA7XhZ+FAkzZcTUqRmbqNsEcjVyPqEdOtPPIDNswNw/iErhj3IsMgHLx9M
ARWgBUMOB055XUDUR0OpUzksfFtYZ5Skqq2bQpR7lqelQX0Gd2PXGMngrAmDSN61NG527rbrLcNP
cKgQACIA2/n22P5xDKsAEyAZeSIfkJ3dop6qV5+Nqe3vA4QEThkqOe9WbMQ0Rwh3iN4LjJP18z0U
ehTgllv4Mn21Q1rFymmxI4dWlL4nx7C1cxgMV2Ua7uA/xOT/mFyrVw1VnrrwEcDp6DrTrHiC/df0
LiL3zg7ZceswoLgg0hok9EmhLgcDhtbZoTOikKjDvqUfVLgYscZ7oYB4AtZ7RnhZATeFNnIlNZei
rYh+EEpgcd3qVKjMwc3MwaRRvah+ok3OcZ7V7FCp3XyyowCUQaAG/94+Jtd3N68AfTyAE5Qrr1Wg
rDSyS1vN/aEcHFcbyakKcCh3WNcnXqBP8x2bfvblOR92SrFb21WoYxNgkX2AH7pcZNzlFyuouAu6
1J6fjWT+LzPUIQcciUYypijj4fZMRe60Xm20GGg3EW2SGq8e5CQDJh3KjCdby+9RWfTeLYuxeJyi
zvJQZq7cPuqiHbrq1vIK7Mub/R0c6tWgJQIpddbFhe/odITagHAKVQZEX3IjBcihpKc0duKvitSH
768CW+gWCOFhlKlEUfZyfYu46mgPoRQrVX3kaVLRPs8RbkEdalV+VhilZ5rJvJMwb5T6eYzpudMT
YUtRFb0cVSrsyhwcVDMp0aLaVDhSpntxZmo/uSLC7hB2eKPfSUiJdm5jBVMOamRogEQPQn21HdX3
I6v4QYAiwCERn9B9uPxBBUFgn8jo/C1Go7h1ai33SOyjn6V2wX+3d9jm5B18yhE4o4p3hSI3qrA1
dDxPcIs1R79K8rRyI7QTKteqGx5UIx4eyzFavgF6JwojcxxeZyPsT7WeON7Oj9m4XUSHh5fPoQeB
E+rlxPNmgvKmCXHrtrJOkNUzL3Sqb4P4JZMSxGcbm2kibzu/M1BC8YMubI/v/w24HvEz3jxfkbi7
/A3cY7kUpGTiIWGZ/FRHxvik27NjcNas/t8uDuQPBgFi8yiZcfS10rkTTkSvZbTzNm48z7R/hecG
CwJNYrUYUyLNOK+Hqb8obXXfj6p9TpV8vC9KIGOSFmj3ZTdkHnIQ/ZcJCvPONSDussu7R1gBCIVo
BPdoF6yGn2NdqasBqatlzltPxbzPmzQpcodeavzba359zb3xTeiL4OqEKp348z8fyqyvphg/XA9k
nwPBV6m+DlU6++ir53cSzirf9MmUs/fvNgouyGTAjyad5l8vh+3KRpkwVnDwNOnUcwvtx0/1tniC
1zX6WK9y5Sym+gnqxXke7fJBmdp85zdcfWMW1hRNL140QBpvwl9/zFzK2jbrNFzuZyUG+JXGIEXR
CigzqFSDZLmKvRgfo3KOO3yym6k4UCDN7t65+vwGmsg0FkkPSDRXH3qUwDyoU4l+Y2CE9+nclSdL
r5NDlEjW69hnWEjPu7anVy/p26B0TRFGEBKEq7SkVdouHKoKkUOprBBEifpzUOn9oZ3zb1IYDKfb
c7wm/4rxhAgPjEOQDuvQGuL2oKHBPKK8mTtfy8ys7hsnau+rZZl9DaWoc+eY4z0PufWh6ZPgFcdS
49x3Tv9YTrL2sw672dj5+FcPrSj4AX2jgS7iiTVoMR27FCXGZgRqKtnHoqxUPOCLztObbHINJx29
1EKwTB0wTL29HFdnW4yMNMRb3YQgerXzDfw5nZ7+vddlTniom7rxYdUn3mw1eyjDzUmKCqrwzRFj
Xh6ynP6tjiHe4FlmIz0jzSi7ZZwo5ySK21OJeN6hUevGlenF7sSqmyMzpMizib7X6jSOuRSSUzFJ
2xhg9DVTrTwVoLl+zSrE3lKxm1fsJpERRd5O24nGtxZYfFsQBHRbeUkuZx0UONcLOUBvWBCwOpWx
pv0vpO6aHtvRyXaerKvrk1yR9wFzL9g8oAdXBxjBhaloJ9gVAPTz0zJEICVjHHA/jWM7nkotR9di
7nGzvL2JNoclZCDFoYd+pbSJ1rvmNFM6QK7Nl1OgjeZZLSZcV5MlPjhvhip53Ozs3I2PiuYjOsFA
BUBGrS9M4Njkdyb6hm3aJPgiN72P5bzm1hC2fGKV4LdmjeFdtyR7IrAbnxRqCaK3byIuMMYvPyn9
a2WAVYDYbSEXd7PSpS+2Nmb/KpWi7uzcjcuRMivPIYwW0cJZnZl0rrWOIHTwiMyQrRkIPLDDqNrH
rNf0p6IMmy/v/5Ro6lKPJewUyNPLualqiFROWw8YWEb6IUzm7C7THFQ25KI5xE2AmOAUF+8lfrFt
36AIVKa4INZXMtexrYDqH7ykjKZjgALd/Vi14QNc8GjnhGx9O1qlMHeQn6W5siqsyCynaQyckAaF
1FOcNPKTPTa5F9t98OP2Ur6t1UXcJKYFu8ykgEovc10s7loDEwYrHDwpUfqXXkqTyR95UgwPuqsT
uWguxs1x1pXedGvJCX444ZB+zHQnGF2MZfpnZaxTnKIDTZ199DezD5qkSoZXjHJk3XdZazm+lAX6
d2ex8idkdcKfNdr8k9d2NADcmersu5FelEmJQTlxMEF5p1a3mZK2aEoPDjdpn+iPvda1p66OwtcC
1wWB295rq79ZSazWUKgti00hTvoa/mgqc7hoNRFnA9TBxsIDk/d/qWVlhptkwRjeL92Y/rBYyeU8
FHmevyb1nI0+NU30NnsriD/YQ5A7rqEWCH5QGe3mb1M2TShcGKgcu0u/DJ+yQRl3guaNkwvIQ5Ar
Ob/cxKuVok2amVEgTR55FGx0zOLC301v1N0L5Mc+cqMhyY2dPOGq8sPXYV9TOieFI2QXv+mPGFLB
EqwZWwVXs2quXkPH+dWppbqzrbcGwX2VQrnQFqAEcjlI3i6x0rUqEUOU9W5U6CbcmCI93D48G08K
xUjAZ0ANQBytUWBLVdmx3EmEosqwnPmkw52+dEJXIJzPS146Xho5zs6TsnE5aPRVqNIJg12ygcup
JfrcOflCGJY2TfHfMC/RcgwkS6MNgErcTsy3NUMQbijesE8IflfFFXlYWi0JCfirKs5qgHV69doh
TvetQRQSukzSHO0mNF9vr+vGq0mZF6g5DV/ERNdQrAQK3ljC9/CmUu46LyzM+DWZEYYc8NNF/Swz
0kdZT+OnrBulnW+6tbxA7MAWssUpvK22J1C6WCkcLg/RrDv0zSyHJ1oR7SJIgtK486hs7VM2qODf
A6+/4k8UsjMBKIomzyoK8wffXFVdOTH3CoFbkxJmsVBXwN7C277cM4vj1I1Bv9zDsG7GH7lqH4YJ
eQFkOFB8vP3xtsYSivAW7VdKjusm+sTrDDUA5HFP6ck3oolwp1Xk5jFJm/YvzoIQnufhItax1qIe
BbKSgA4xKGgUhMUDtoc304C9n2Ul2TkJG1+KbIxLm6aqAEaujl0/LiMKpZwETUabvK30AKpWU+3s
h40LmboeJh7Q6wQmTvyKPy5HTS86LZ/pzCp1RINhrBSLpp7R5a4xRGV9P2emuRP7X5fUcNQDrEuE
irghJerVI0DlpOZJsgfU16pYOnC65X/hNOlPKDzN/+G5B/5BSdoKFIQz5bIPtT4/ybXUqm7dlkhQ
vXv/iOQX/oe4WQksL5cgykOQUAW5CHKHpptMs0XLvi9PI0opO1Pf2KpAq3j5yLmoV6+Jysk4qQll
jkGwTMyT0Xbml75ONLhsabYz1MaVZlCi02k4cthBQ1zOykyasW96HbARciJndVBQEVKM8Vmy1OnF
WFL5bNd4GiC/q31493rSORZaInj/CaWPy5HjjnUMNCZpGHP0HGaVRjwRjxXK57k27+hvbK0oCY1Q
m+fVQLXwcrDeimOtn60RC9A2/ZImMKJlSTMeAdEmd7fntXFUhNwdUStlGRBkq6H02jAreVB7OJTS
+Dy3ino0BLazZYv7WjPuAcc2nkLGs0QjCfVY8JqXU0sdtXUqxUAIt+iHY0iFzJWG+oupRNrZypzp
rpB3DbLE0VsFltxrfDviJcipa2ioKcmIm8ZD782GnuZuSO+udfXZMZ9D5D4qt9SG/FvGf2u6YVWX
n1U7LfcMFjc+KdU2IB0cFWiXltjZf1xJvRMokOtY59BI8/9FupR+nGVnfjIxjN6L3LfWmKIXvUd6
ntdKtGZj2HGoRyR2mI7f9dpkHBYtHJ4SPLN9CEgkJaBKdm72rUX+c9DVRuqURFlCkwyoMovBSxdr
vsuWENZxlFo4jSfxg2QWv3OyXyEE9xdPGA1K+qB0lNGsucplU9loIzE6uj+6X45KdYSDL2HpWuz1
Cra+JJwMMFGkzYLRd/klGz0MqSWxulM0zGelIPHK4Ij4XWIqx9uH843est65QmiLXjII/quIAz+g
oukmvfeswWwPS1MlD4ukJg+NEqU/S0trB9dJ6vpj3auekfTnvsrN2s31JoZhkBknEb0TQi/mb1wS
loSkuzf+iXr0Vm//0K1bBH6c4AMJnqW5evzsaVFNgNbI4s2F9Nuaokl1i1SuP7YV9GwESZRPtwfc
+AhwGbiy+BAszTqOANVddGnCcYIthqeknbVPOTXlo9WEy7e/GArmkYAM0ZJZmxtoI/W+ZpB7ZK0b
6aNWpOCT0jnn3qoHbSeT3HjfeFzA1bOKREjrnJt2QZ0XBiDC2kakWtJoBLac8899kUgIZRbVuQLt
6DYTTnq3Z7kRmDEyYZlQ5aF+uQrM1Lml4G1MvZdppnTGp9T0HC1SdvbJNY4SsAJFBQHDcAQbV1xd
f1yDdUWqsehsaClX83uzST9YVj0eRjuUDnooBR/HwUncSYaNFFY6KpBW4ey8eJtbRzhZCeFNUUK9
/AnOrOktC8FrIHNq9dDWfckmxwXPN/u3F3VzKFHjR2cDivXaMKsNZaM2Eptd6sz2GaOBFHnPVDly
q7wbNCAWlvY5HB8hrr1GuNhymEULTUHPqazgEA/Ui7pIDZGy7HqvI4FGdrzcI7pcszrfRgW5jO6h
sIJc7ZolMuU8KrTeGxBcPy65lR5QJFyebYTqzrAkrPlYlXp9TO1EwxKxzErQssHwGMjZeNTUZDwN
0ohonxX20SEDX+EXdP339GY33kMRmYuOE//gYF1+8bqxwyTMFE5VGw4vfTwnPBOlcw9rL/mERqPj
m3Qaz7e//cZ7SJePjIoIjvO0RnHoKBkAcWKbNf003MEIaX6kyTI/ycuSnIY+Tw1XDfrgMWkg+ktR
r+4Zfm/NmlMmYOUahc71OzUlHXWdiKhHkyb7lLX29NCEJHmhjjxPLeHDsahStoOV2bpGxD4QGpEg
pdfyMHGntmpJfd4bjNJ+CvEycftw3GO3b50rMKOUi8RNQoHy8oNOulohKs5lpdd1e1Cqovhfnbf/
Bknd7WSS1wpbAl1FukHLQyi2rHHzfcCegTbXe1Ub2C66k9JLVXTfTbMrnlUpLOhd6qovh9KMDGwB
qF4uW+zba/2xSPPox+09tTlvgd0TlTIaMKvQoxzGaEhV8TwYQXfUOukXgrTDZzog5U4zYmPz8AQZ
aHVQagUcvDoyIdXnJi0ljOnxMvnaFr10V6hJq7somy8vcVNqr3qgde+mDhAig3CnCIj/DeI4qwku
idMP5VIDoqc+91MJatudjM58mfJpl5G+NUX05kGSUnBGSWAVs0RI/gfcw2Q+vawfqyqaviA3QmVC
Hc1eUFAt36oL3OTHru0wxUIU8ZjGVn0HLrw4OXo5T65dJIkOnrBH0jgwCcJCqZQOo1FPf7Hlgb1B
bBOYd1J3MZs/Hs4qU5oqHh1ciyOqsJkTxX6WBMmjOTTvZi+JPIX7gjLXW5N+9UBO0lz2Ul31OJV3
58zBP7mbAOBEfRU/mFZp7Wy1jStD5LkiKmBjX+lyNXEs5SFD0jph1ZzWzA9K0Kmfbx+djQgVuIMQ
IAZoDrRulZ7U84hzZo/rcyerM1rAY+48ZkDaf1RTZz8nUtr8d3vAjbMKkZwKHuUCKhZXOFu8Kse5
1DovRTDurOvdZ0WSsMKJ2z2Nts2pUSaEdIMXM5WWy62hR1lV1yMjBcZCgAjFzIvDAFWhTJ7u+qSI
dl62rVKXiBBFLEzVAOeHywHnSA9Vq2YtabMEAKTk6NuEwOW9pg84OzTAaw5NqS8/s3hKHtI+kJ4l
XuDzkNa9/P4yF/E/AavgAJGSrT5rW4/NgOcjoodjU79kQa75NbbzkWv2yfQ3Y4GbJj6HL4FW/+W0
AbRrpLWsc5WHUe6hDmDctyWKiq4mpdPH29tn63aiTkDhHuAKWHTtcrBJajJpoYPllcg1/YjTPv1e
A0x5LSFWdf5oLnPhqq3i7LwwW4fRURCIF6UDeJKrT6tbLX+zoXdePgX4zHZpcJT6Uj7entxGbCRM
24C/MD1aBKv3W4t7y4wbRkmcbvSDMZFdOHeGW825gZSlkj4GXRY/jiWu0oEx7NVitoenO0EGT69x
nQFI4SQFCHBxF+Rwl4vJqGCmzdpBW7rubrG65b4ztO7kTI5Es1YPds7P9acFcMmpIVgHaHclMNKM
U510OpiCVFmWH9OQ2YcAGb/ELyeH8nAeWKPkDqUl71yB1zcSGQ//oyZMZAbW9nJLFbZZlkUUjR4m
PJRp5lz+0JrNS2Nk8vfb3/eaO0Zyha48FBsEIqnBr8KHWcomLWmpkWBp2xiHEZ2JD0qMHauLRFz6
Q25M9RSolvRzWpLihV6meu/ESfQgCuHfK2WQHuG32Z8KOdiT39tafPoP6JKSkoka2eUiACQptNQK
esolAUycVsaQqcETusSqqo0wkLQNN8aqfifxvd5yHGbKqwJuxw2yNqjtcMC2dHzBPMdJ89otF3sG
QN6a7Q9wh4rpIYSQnLShGn5GCyKax1RbcK26/VWu3wl+A1JQFMm4La+6ZEsOvHaywHtE5VCfWjkb
nuOwq76qdK8/06x5t9CGKHTy30GdA3sHUf5yqRcrKlU7ptQ75pSeMEBK/ajBAg14i7lzpDa2NjMC
5AHyi922hun0iClbTcbfnfEce3U0hIBabBMJpWKPvLI5FBJmsOPJ76jSX85KSrrCrHXKQbITPZe2
cFzKHaV4MNV+161wcyyuKUBBaBQTulyOpQ5WFhYV6TXVEqV5mIyxcs5lihm97BTz13dvD+izgvEJ
DJqm7epkRJETy4PDYFWNRUIQ6c+JtgSxH41W7ivzmO4F+9dvDZp3lLQINPHx5DG4nB2vQKxhVkxx
ExTHMwzExFcqboLb09o48GLDg60nynRAaFyOojepZHQTKcWMWvDkR7aVjG4V1el5niznc2w26iGp
gnKv5785OxNgA/EJcftVwT9UzRmjay6aQLJHz4nL+ASQQ96DWm7tEa5YynZcamAexe/4IzGQe6gy
VI8p8mgNSNoWIG8+apEXU37zby/l5lDib0N3U8R/q6HSKguSkc6Up1UyAnaIZ93nw/A/vS/snTro
Rp0QETk6JSTdnDQC9stZSag4iEIil4Xd1l6jt+XvslhsP6v19K5cJPNR7/SP4TAqv5I4Xr5hmrRH
lNv6gAQpnAm0KbifV7NFLtvoHFT0vAiGkxeay3Js7SHZWdONh4E2H10EC000mlOrI45jWl42WQ6M
c47QQwzG4G4w5vyglXb/1NVOi5lfRy0WOe9TrTl7BkRbnxT4KP1hcOiUuFfxnlY1WmQMNGz6JU6O
k5TWPuT9wavNqTu8f/eA3gQ4L2IPnqDLT9pGk2TnRYlJdZEYXlsjwjwY2AFOev1uuh9/O9EHvSAo
4txnq08XdrSfaxnkH3Ls7S95aKsvTpTkdxH4sJ2durGA7A4IaTquL1CJVtdLPnd6IS0VvTayEF/P
o/ogTRYigWPrvP/9RgfNJDhHI5Q7bbVVRjkYEDGhoigvvACx2g0IbwuVWpuaW+hVKR4ztz/ZRvVL
UHLQFEESDXTjGtTQ5EY2yOJdLRIcz9w8W0rjQy+No3Io26n+n9npcQeAvC8MKHmJ9VrnlgL1sQ2s
lynFVeQQmoXS/7Pzs7YWXRHsOEdw1mlYXG6lZDJCybS5HbJiqo/SaKb1se9GDNu4NKp/TQNMiQc5
MFK/ttFoPsldFIPawSr7UVLgPbl6ggvC42REFm3CLJc/ddqUVjtBycbRFhUUNOPpdhCVrM4WojaT
IccJBSZw0b5JqchDNl4/OHX6Etd4MfJYKedhrntK4cig3l6krTVSVR1fJ2rAGmjbyzUqLYO83KT8
W0Vx7MJ0kx7iUPkl96ayU/PdGkkToBeQV5ALnNVpS5wsRNEUc9cqxVS+LCmAAsCJPGOZ9tQPNx5z
kTKyrIJdCzTiclIaMVeEKBMhZVTPDxW2CgSzjQ0II9bCU63O+HPX1NNvL6X4Wy+7sBQlqYYKMBsd
srUBgEV5tYV+BuokZBuN6pT9MI2y2MG2bGwXRrEEPJDrEarG5dzwMFKSQQfbouCn6+dLpz5Ebar9
4ySJdZQ6PToiMGX6sROqbim3+sfbk3yDA65nqTjcL+AyRDVutWHiwdEzaO+D1w3YZJ/VAGoOOJsg
mN2gVaLAC2ooMgerryT9EERlN7mYUrT/JnBvYcT28s+6iOpTiVHRcQiC6G5EmPVLK6WxeQjTUW+P
2hipkhtnUUuVaOQyPcRla1bHmZoYLD8jG7N7y5CKQ6aFTrkzv+uclEBCwN1F0YGiyrrokGIJ1pnE
R3idOV/jajg5gSlauSIpdSSHHlWOk9Q8Q0zKAWUp4sJDTv97HpuvmAfcgR97vb3k4gK4WHGxo1A/
e2PiE1Kt3o4J0VPF6qlDzFmXfE1JXT7T05/u2tZRj1Zn574Ut8EXK8/2ZPrEt7wemX4YYQ2V9rWK
Z2XhV5bxgnjh7Dgk6U571Ftgr0swW8BD03bnIbm6It7ODsgSxgIzsT63OfWrCunxzpPtoD1Nk1qf
B/oHXmer0068vzUU3DWh8mETfK+RIGS5SetgvoDgRdp4QTYWJ13HozTn7O08yFvfD1wATT4yQQEJ
vTyxfaEabZwPcLfsJijhbXX6P3mqBN9gaLY+fpoIICbJ9NzPi74TdmwOTX1Z4F3AJaz76Joxloms
j3zAxYwQplV1166S4WRPY/g4KXGIelWTue1Uhafbm3ZrfWHB0+Gj/Mu8V9dUKrXYoLTgiRNYdG6X
IfplISV/CLJmT3x5a5eq4EQhayLzA0H8cn1TrTESw5k73DHbzKWiOPuTg1pmbhiZvwymutPs2xyP
2q7JaETj6/YaJUk+Mv0AT5Yl+ZAnIN1rXccqx8aSk47fHud+czxSQ9YSxghX0uX8CL2SaVxiYQqf
jh+7vnZ8KJLlXWOGoE2aec8r5LpdzzHULKHPDQEWAN5qQVWprKmL5z3ytkhgHGUJ25pjJMFw8rTe
Ml7yxMxtX3OsnqfHkcKXUta78YMc9Qvrn0Tj6BatVtiunfY2jgUFvE3+UP0ESd54d2oifiza9G/G
vyTGq9UhCZ0UxCRooPDiH5zJTp6DmPSZDDf7fntPX6ebjAWKiExduESDYb38EuEYF/lS0e4MJFn6
zpmtvqf6op+tflZ+dU0BHVbJG9pfXAIfdcle/lXkprffG7KJX0HQhykgn8heU/qCGVZCgrC5J2fB
4veqnfwzFx3SkpUtZ19vT3lr7+HeAk5ZOAwhc3U5Y1QWM2htDTXwXutfeIq63g2WocUTJ0hSv4ur
PTzCVRTF7LisoA1qlF2pd16OWIdppVhNzW3ZltJnJ12U1ygKdoKozUFEuYwuMqHaurSPkcuyjFbV
eRkmjl+MVDKf0mlQz7cXb+sOxLb4/0dZbRdFAU8q22XnDSiw+VGsOl6E6Krftol5uD3U1nfihqCC
Rd+SzuUqRrD7fLByGtCeZDfzI/VI+bUkCP9eEcWVrjRz6+68aluToxIglCG4A4HLXH4nLDWnQqro
NCsVlmIBptSnuLepOzZoot+e3DVtjj2B8CGhHnAREtvV7OCyGcak8YJGw6RFB6NrtVeVUo55pMHd
fJLGqkuwUqunGJ/gbo4PxDOh5RpN0X3ByW62XFMvlcyLoH8ad1wWkOULVR0it8wqU3NjOVM+JFEL
BsrI1PQuGXtJdwfEJn6POs7C7oCspLrzyTYXkNkIjDPUiXVFruWbmKVhd55jLSryHYN17LRUPjl0
mXcWcGt3UKqlgiOjgEgR4vJbWXZRWYVBBFlM6Xxohtz4RV0s9UbTkPxRU/dS2q2pCVIPDW1uDlK+
y/EiedFiJVgYT6WmWUg9IZyVJ0RYwd9sQ7RQwM0hSge/eTWUEmY6tUY6u1YWxAgnj/Xj/3F2Hkty
W80SfiJEwJst0HYcxaGVNghSpOBxDDye/n7g3XB6OqaDv7ST4WkcW5WVlVkuC00wXVvcSGCvBFNg
CSSPNDTDJ70soI+e4Y/ukg/JgOX5zxSZeRFLdxkT3zTUHbTLZj9JU+wmb1DZn582knS48A5FEo7d
xa2ou7AqhGwBCexGxr7y+lMFQzIOrKk6vH3ariwesBsEQSjh1KAuDVgCa9GOagktiiL7b+yFc7Dl
MFKFmsobI21rc5Fe0MGMpQwFL9QqL1FFWeW0Yps8p1lriH3ZlPLgevKWWv+17/G4N0BPeb9eJRVc
vRFd2XxP76ErGudKT19Vb08jyaWsv//55PFwUa6FcAYv6mKdlqgzPaMgVkN2rsDZYeruarygn1Dd
tj69PdT2R72ava0zkTuEVoTLFukZC0W/rMFTrKjA88IW0dFZx+FQVZOHbUxkgUhPfwwubrrBIItE
H0AQJE4vTzbyunqVA4NCaUkfhjQyEaWd7MOS0mM6wjm7kaZd+0gSNDIX9v6Wxbwcz87pbwlQfkrI
f9V+cofpGY9w98R2Clp6qLQ4F2jj3kibrtyXm3Q2dwpv21aTfDnqOrudB/LGpUIkdqhxuThEaM5g
/IzIHRzUcf/2Ul7bohRMqD3xcoMDXuyaqiwygeZzl4hhbfdVMJgnYUz/wuG+VUe4Mp90a1NnxVgI
0O+y2X0rLvRdYHS8cxCa81TaXyq3RpVdmCZdAoGpDSxAe9v95+0vvHJ3bpK0W+sQo1NhezmjXKap
0ltUN2tn3oWl4cXWXItH0bjrpurvxKXwcuo2jbqRrV3LZgjXkX/9RSR5ZTWg8aqJ9IDhqa978Txw
Yh7NYcWPpLKyU+pbwxmUdXrXj8DQmJU4SVCazaEcerGzV92/76IJTXqUnv+Vi6n3mVGKW4KjV/Yb
FxQ/EnWA7XG5mB3pzM7gCZJlODDT3vCUfc4cJ43bqF/OfuaZx7dX4zU1C1FWFOO4eDnHW+fvy+Vw
dJgDOYMLWAZYfdIZgnCpspsiPBnjsD5bS9u5h6GMsjvgWWHtJqMay8SVi/5vDEciibd/0JUDwO/h
jCMvuwUM27//rTppqQJnWpPfk89DF9ey9ahxWW4CZfeWEvS1ueZoUyjfvGdhHrwcyoHXDdBSghag
X5EfV0VqGS+B00Pu9Jr8qYyc+hYB/tqp4y0l04Dpgr/G5XTjetrQ9IjzbkefNY6D3d6pqnknpFif
u82OcHA8e/f2nF4dlHd1q8nwlF82QYZNrVCowzy1yrryS52OOA3JUN2FsskhoGbFwTPmW3pR1xZy
EyQEmEYx5BUzN+xzNdS916H74qaxO3Vm4gD5HO3e+GOpfvYwt3yEc8rWzXD5/hlrUOeesjq6lRxK
oqUqHucl+uFGU/b89kxe2zLEzai88/qBeG///rfdaadrPWnc1FEe8POT1yGyiGP1V8PvcH/qSRLe
Hu7aHHJDbo3qEDXhdbwcbukxKMtJOJJl7KrE9FqB9aGjd7bFP/sfhqIUs42GvuGlnl0T+EO9WDmB
usX2mNEI3ZMa/xCDL8//w0hbxxB1JjaIve3W3+cwTMdgaagCDmRpUKei4u+uwoggQqX3w9tDXYNp
IN740MOh/W/tqi/HigqvK+uQ40Z/S8ttAjRYiD7aG9rCjaSahsPSh8YOITMcjeymO2Y6cG8kC9f2
zNaghYAb5WUYfC9/Qx9qeidsnnQrbKtErTiX2zLQ8UxlaqcUGtZvf/S1TYNdBYeO6cWX7OJam8wq
9c2WlcxTWgDdMov2PoYvsTVFf6zNw8Hb2GmY9zngT5fQeUHOYYV9Bel/ddo9oNgPGWbqWUL6uDGJ
16KGrSqK/+fmTnhJMwVc1JPjEIf5SEUnRdQ1f6eTFg8gIA0wVLHeRxUCM8QU2Y09dCU1IXklwKUE
xF66LMr6c4UOcA90k4+N9aUVhYTaQWvM24u2LcpFCM8oW9cPeQnyGxdxZj9CevIlqA0NBsYJKkDx
d+G08ijDad47U4dKgO/RIdWMJnWKobgRlF3dMxv17v+Hv5R013Iq/CbiIxtH+hTCZ+8vBB104rhd
cXr7S68eB5+CCyE84lW/RH1+O/7NYGlLZRz/opmDXb6UVh63xugmWUY9wJpn48bUXh2QTyOs3ox/
L7NYoyyGlc/GOtzISmhqi7lzc9NLckK8ZFE05L/9gVe36jYarMLt1r544ktPbR1ajCeavH6K8iY9
LuPWBMo7PFf7tHON53Id+ufVCsWNB+MXkeFyHxHJQdsErYcMtS30b7Pr933V2GEG0EidZTlPyhkt
lOvW6jP8B9M+k5AGaK/ZRv7XVA65z+tcV/t6zFNUJfDv8ZO+VGZEuwOUyDitok7E8zybU9ypwDb2
i9uZX8JynHRs4Ezt3pi7a/vQB43c2IvIfF+280y1F66YZvDzLeHu7WydURI1XPxAokyZt3rAr63U
76Nd3JSLKK22tLkpNUpcB18tVTyWZfNVF01xh8hhxkQFVmIabXlDr+HangQaQJGCjBFPqIs3cIIK
100RSITdqzUhQ2tOJrKpSVgv4hB1Mv/r7T157XpheWmW4X3nQbzYFtnalM1iUL6FM23cO0hHmrHr
L4tJk+cyykShjjftBmvIP5eswb/z4tLq+vZvuHaR0nm3gdKw6Gm+f7k1qyLPDb/ScHCW1fmU2n30
KcOkdP/2KK9ZCbxJpHgbp5ceLVrhXw5js5Rl2gGmCpGv1bHAqvRHpidE6w2OgRNjov6xafE3Qiq5
bnaFVec/gzRUBWUj3ClBDzMKKtM8N49G66T9DlndcYknw1mHONTN+o8cZN8kodPIIC47I0VtzPfY
qLZhNfKp6GyLBvNatfVuCnv1xzQd9gbVVHAQYCVkzbdN/dsJD5SsdLM1TM5D478bw5SzIc3q0Pfm
jTf3ymHkad/axyjf0gW1LehvI6lV4ZMjQVwq5bkxOhfeiTArje0SovTbq3bt3trwFSI0cGkyv4vN
gcgoEU0IKhClZdkmgZQ09a6opvxTlLbxnjJrGcRZiSrrOfDm0jn32h0+itART70UPrvZy6YmLjyf
FGrlUXkMgcp0XJpyKB50p6f33cKkHmSGlfON2PlKfrXFBzCgt1IcTQwvJ2qFMrx0JXBwXbnFXhrL
cqp7/xtK1NGnMs2zgnPd3GT3XUvdUU4A8tvK+hsp5OWwMqh9VeRk4Nqp3Sejm7wdRZC8iQXYCW3E
iEbT+T+NVRJWtMyPixHFvg7FnrNu//f2Al7ZK2SXNngO6Nzm6fzyt8B979dgjVSCbITzvchHe2+p
EC5sNy7VrRf2ynzTPQ6ZjxedxsZL4lFogERY4cgLm6r2Iax6Jxm7MTuQ/qGDWdvNP7iRDzcW+coX
MihAOBcL4eBlrRV7JrRf9EqBa1L1TgyDfXYH00wiVKH3fzyZm+sx+ACPOAj/9nr8fvCQf7O7UHdJ
547NPpRUVsd6tveIp96CW65N5Xa8oSvDSXlFfF3DcPaamrLdaCMYARWmTjoamo6+hD4siyi/D9z8
Vo/0tancppDUgVyadseX37dOoZ/ZuIohFKmsxC3L/uD2AfSAoutvRJtXhyLs4y+ehVe9ovVkFt5Y
tF2SN3Z+zKLWOfaRnHbt0N4i/V1LNqm60rtCqwxNCpcU9KIwBWQAYIi24KRVtBEnFIny/WwvmM/U
CE96g8AUupDzLooonJtT1d0Idn9pXl4EgCAgkPJ+qZnBIn05t24gTTmi0vpLj10dBMv6EdAi+7Rq
GSDMX4Vck7Iy6uwUdiN9j7MppYybvq/DxF+D7D6wZgqCIID+eWq1F+00YmCf3t7hV+IfXMQJT3+V
+L1LEvSYK4FsiK2TEKVlij75uncG51OnrfoujbzsBop/ZRfQQYcRCcA6wcEl4VSYCzwWHywKwk6N
C3cq6MBMswcpV/PWS7ZN8MUCbC1zCIVsbeK4+b5cAKK+MXVmIAep5tTfO0sw7GztOgiBjao9zS0W
6rGVpthRO4txLHEzbmLf8IzDH08xLXVbsEBHBGYZFxtB4jMaFDN5ljku2AljS7/L7WLZe9Gg70Wr
ss9vj3d1jqHQbe05JrWLi0tLmqQN80qG7kSDD8uMmB3go78bwQf+ODAhw4kc7i0UHbg/LqJnMS+W
3fsO5kNZHZ0wA8Gfy8rNQ6P6W7zH11+1DcUgmwAh6M1FNNlh6I7xsq+TwWzng0fncGyO6XCo05t9
Yq/PBAg8JBFKk7yksNdebpw8orKLhK9OzIaGfdMd8zMxc3VwpVMn9pK2N3KtX7Doy53KBG4qo0RP
WyVo+/bfnhnUWQNBGY1vA+N3knYMPXEYDe168cgZebfIRZlosNDjG0uvd+9F5UZ4C7hh1iFBP5FD
OFNWj3EatE21R0nKuSubdPxRho19SNOir3Z6nq0H5g4XQolg818ZCh/5/u2dd+XiBbHk8YJtTf2f
rPvlh6TCWHyzYuYq151+Aus3Z4EO3rlt6EeLA6Pv99VsREeFEe85ClPziyc9fYubcm2r0C72qw+a
rXLZWZ4L0XdNXWCCYefFX+yS4qn0nDoOJnnLAexK6IcCBSAfFEf6gIi3Xn5xpHPHMbYLDQNw77Gd
J+AFpy+Nk6zzOKzLQ+6704PndwJ5nWg89GxZy7upjPQ6euBnoMlnwz+ninjZVuEuOJ8OPa+rk7kT
fjDBcJzrfNxNuiN6xx3oVLnlLbT/yjkh0ISbDRBIIeVSMUaSHM115+kk0iHNQIFYHlKn6J6mqKoG
OsJHlIff3mCvcQJ0HGFb0lnLaXkVr0yB2Yp0MztTtQFXQJlLUk82kueKSlhhGB7WcpO5C0ZbfXx7
5C1svjiim2wNfieUUDaq/8t1Bhac5SQB4pZ83mpgonwM19v6DFeHodWKv8ko0It5OYwaumpN54ir
x1WoTaT+Is5htywbZkyIYC31Yu8NVA/32QL8WhZG+XFqCmtnRlX+vg/HWhx0mueHNXfC89tTcOVY
8YZBHUYufVuGi/fU6JCwtIuKgKYU9keUuLp9kEGA2VkpeN/u7cGubehN94lGEXSYcEK8mAiQcxAz
BjPMvt03uesmeR8G7/qoQpXO4NH2QMpuDHptQ/8+6EVG7ymxNr6ZU4kfKp/6RKl2kUG84Pqp/W6k
BHQjGnq9nTmyW6ckRCmy1su83jSncsqq8Zch8nKGd6ZjlWpjL3S1xkMwT3sATPeIY/Mt5+5XX0o9
glYcQCBwUSLyiy+VRbD41P7pizGKoDu5rs4a2mx1WCZBui7y1K5zdsvU5dUGIhslDCJ1o28SZtgF
tJ6ueVkvGV3DA/3WzdEenO7B06l13/pW+sdacdtgtMNseh/gsJeS9EtX9dIWYlNQM7r7qra93WhU
wS5SbfDx7b36ahkZih55tH02JP1VnacwaWkiloOAM435+0JSKKCTUgJpB2tsrTQzTjP6cZ1YbnUq
/8p1X1xLDM09CIpHduqhU/fymGwak0IYwGSLDq1vgy3ynwS0qPy7C2QBojBnM4t2ih/Ybq+fkUPK
ojibZfSUltpb9rLG3xJieKqf356SV8d3+128CACM0JpYgJe/KwgbazZ65K5w5bEdcNXVOQTTWOyy
kXBNd9IDBbFwUHh72FfXJ6W9TaKWIwUjnPLUxbAbFzraiOd+k1Zf2jbMLfBC4rYbF8UrFHcbBwNO
uiup5tuXRFtCCqXZDIwzm+WxdvOwiq1wLpwkt+3+UwEpe43nZomQbGvbnUar9vT2l17Zc1uJ2KYv
B8szug1ffmmFKiHtK/yCNcs3ar/uD2Eh3LgJuminSpXttfZBUnVzi37+eo5R9iV3A6rYwvDLqrGa
IUsVARhbVgbDo5UaywdV9Leq4K8vKCJIwn24N4QWr0LiIS8XPpwUvqNsmpTd6J6wtvu2rv14ymdQ
37en8/V+hVfGtoHuhRo2LP6X04m9ZzQ4LrV8jNUFMiJpP9xVdp+dSsdLn1Nvsu+0Ucob9//rC5FR
gUR++fixYy9e1EaOpKcezK+1q+xDJhroJ41TJEU1yxsn4+pQ3E0bn4lk+JIEuSpV2VMExcZtm/Rb
Lub0x1zW1rvR8J3v/8Ncbv0Qv3BIoqaXc2lY+cRUU8I0fJwSTn4rM2vX2FmWI60O7Hmesm4ZsPrA
PfnGMl79SmLRrbSCSP1lxW/y9CJxwe6TsPOL42jDG4f+Yx7XsrjlRvf6AJIeQg3k+ENGJPZ/+ZXF
LD3DsIF36PsPj9Idq+IY6XU8Oo4Kf8IuEmG8LF7w6La5f6NI/DrPggZJ99q2U00qApeEKduZ1jwN
Oyg9q23LGBqH/NxW3uTvdCbXL4XrT80hW0f90Qvb9b9oiBY7MVQwen/atLH9EARAgL438dlXa53m
1TSnlFirpmswz6HnNLHqNnRuLOyVS2cTHKEtcMs34Gy9nO3MgnMKg7tPPLfR95ltqMNiF7f0oa9d
Or+Psv2K3/JwYPxylAjrJME8VDTzYk8bdinEcdHL/oAQ+Pjz7aPyukt/48jDZfiFLlPjufguAQpo
0CcEC01VThcD9Sk/Tms7eGr7cP175BK+A7axENYNJ+ds+0v/UEdO8dykbXMX5A7ddW//pKtzgB4C
Bg9kOVyJL+dAIPVQVBu/Q1R199k3RH23VIH1twqbYBdi+HwL+L52ZgmHNsAKxhPaJC8H9Ia+0f0K
PJZWRnGaqHTvUrlU+0146fz2t10daoMe4a1wPb0qD/XBOvkhpDFFw9hhDdr6DAmh35XW5P3x+0xV
kB5LWju4IAiCXn6V3xhD2WdhB1wV1MHOC0usSPN06NGedjdRWbyOTV2YB/oyyuMff+avFk+OJvka
9N6XY69bs0WLCkgyomn5OIAdvc+mgJZSemwObw+FAu+Vowl6RSxAHEq6dglvuh3WGUpDrw9wdtL3
xlyF2BwrSrgYxjjiWecGn5n5ub0etTUMH1dMn8CyQ230sZsHVXGw4Nl+MCrf+LYsc/pB6DT1Y3QL
Gmu3mKmadl2orCjGc3NZjovlZeOuqIPCPMrBkz+Udlx50Hro//Xhps6xXrWfx91YdO8Xk861pPCl
+yNUc/XD6udSnLAMcutYdXL+C/eZQcTgaVu8Xjr1v4T31uc2JHqiUiDDr1MXjN1xWUX5dXPBFVCR
3c6npTWtngvXIYTVNvZVmMR3eRkHqMM9duUYyRPA6+hv0ScMjdJc9Y9x1H79VPuBcVj8lESdABYD
MGzB0nQ314X2j7h3oq/i4GZ7yKM1LE5plEak+WEbjDvUL9s8WcTS1XuqKe26M4RVzAckROpTJOsJ
cE0aoRM3zaKy93rMxFeotNm3VrfDVxw7PbG3RSM7+kHR59u54+o9YliLySZtwOMTMJFl7Ix0GObE
iOzZuk/LRroxl0T5b+v1ufEYBrn1DMVM4dFVBOkHS0sr2g2IMKFZmdfw1DuzDcrnEa+Ych+OMPzi
2muXL3QM5EVMbDws/Ceq/LzO6+iQHKHf6qFMAmg25t1juxp4gKxWy28aPCudt0as4mfUBhkOa/T1
Z4k7V3P3Tvb0CqIRhsbWIUNaC8TRKOwnA4uY4g4NuPapCIKUL82j6i7zjMY7NCHbP+GFcr+Kscy/
TXTIfoWTGOFBjv6/SVWgXI6N1razLyyPCkE9l+jMpW7mRciVlFQLWlwLH13TXaZ9JgKFfGRhQejL
co0TKzTbpTn20sHUq83SL2OzWh7MA+RzdnqySvcQDCKq6eFpZfWIZIEFB6IZ8ztlmXDZ+ArrkPVe
7t4Z7gzQDXnIrWLslXMZhyNCLSdvDExj1w+djfsqsNCdQRTwExElzLBkDnDEhPbRdIZPX+Kdk5nB
N3eKlHfwUzqF4hpzpTC2LQS0n4e5rZZjEdVzeG4Xzyp36FkK7+ikKX+YYczL3eQWnoGYRCneh7YS
79K6lH1cm7p7oJbuPE9TYaLCPjTTP75PvT+xJ7jBR0y76gqOXu97d1aYpg60JbJNjOVh/B/WLlwt
vHy8DmJbEfKZdTBCec7z2VP73s3Qx/GMzEBM0sx6cagXrdBAGVT67+AHS3VyVdr/K1K7/UJmueaw
4Cd3iXsMicVhyRbrv7z0y4fFnAtuIT9XY+zOgabHPsjcIG6Vjj50mcFOFYuqum16q9PMNqQjE+Lt
+zSTaF7PpAN3M5LCwRFLYfLJVtjtf11JgSNe/LFfkgZH2io2BtWdg6B2vFgTdLeHGmQK6Cavm+E0
1UG6i6DtIzOch6l9hpsgqu08jP8CFjtDPIHaPUd4b4S7UTfTOfPC6ZMeDWHGi1ulf/szu2TXYvWq
z2M25z9Jupe/PVf5ajc2zsQjuXgzmv8ssrmTYWQ0SR0O0XPvj1MLayuvsrORr9OMXqaByJHdSjJD
J5xMa+d4g7nG8DFc80TsEep9r6tUxULQKp1MC9rce221Bl6dq7liL5zKLNx1pmjNWLd5qQ4IZg/l
U54PiMF3xbCMu6Vqm/FUpOWc3ketmPRdYaIAEOcBzolJ1s/jeBahUeMf1XeAe8uMisXJWGap4iA3
jfmfvMjm+iPZrfvDCqccFxKZa/EIhcEGUK9Wodf3HT9n2ofOAjaGMP3cPFjKCeZjv2KddM/ko2Dv
L9DQjSRSddm/W8LZKe7T1RjTvUJFTvzwndFvvmZ53XIdLosyMuhtfogOxNH3dBR894usC79n1tLb
Rdyno16Q+kQ7N/hiVx66m/HkrYPxQbleGf1cCBXlLqyWVhtHM09ny4i9JaUCGs+W3dGLBcu/kkvc
wn9azESYlV8d0djv8m/oJ5t13DtruP4wrHFUHs4nvlSnNPPsLLhPw4jrKrGKqDc/9vNgzZ9hK6bo
ilnCmp4QVSz6H9Vg5/YXwy27+t7gQXEShBqz9D/tYAU/HGS4cXmO2tVL+R4erT09znO+uIqWowja
ddw1liHKnQZ8FD+LaLXbFsH0XgwfkEIvxH01TyqgtheuGHzrps++IunmmZLtYw7ZUzkp6WL/l83i
IQO39/Feb7zO+RhSRauB491hpHNmcmT5bNR+V2V7YVdOyVOl+jSUaDXYufGBeTOdHcQku3sXUsDM
jHjtkL5ExWZ1M3dJSC09MX6pHdqj9qXZhotMZmBp2OtLFk7pqferPn/qm2iUP5ti3SQkJ4et/+Sq
afEOFmcDJo6JOC5COCa4TfmTwkmX6d3o4Nl9zsmes52d+s3TaM99f9IY8Alq9e4o70OB/GwWRw0y
Pk7iKymozNn0iwSJFayLG8atnCIUfsrcHQraUEXdP7qAqdFjXgdBFi/N0KUwf5wFHakYP9PI/9h0
BYsCS82Yqiru52iQx7mKyvlUNYNrn0Tode65ErNHC7kpovIgfYhysVtvcawwnLpN1mYYzAwngijL
f4TBOmZPErajHa9egzxdpsbFjc1hQEyqM3IKjLazLO+6TZpjt6Y1MamsHYF7lD1JbC6Qr20Owywc
N1ETQlgKm9O+iHYYDjYUyKvCMunDbjEAabF+2h7INc13mJOZWexZQ/0OPjgKzutglZ/zHh54Isbe
M44O3MZ3UetnTmwLIxp242j3X8zV6se4pmMQMw8zm86pbaM13epgpnJVYE2zKyrfebfUc/eVcv60
JoNrWDomDUrnu1ZG/rKjv2WA6FEou9ijg4HikR/0Nfyz1Oa/N6c6+954yK4kMhqz9rR4a/2AGWlT
7pxZivvesMz8MaUtYNmvY5q/G7n3mDiYtp+8jWSXx6td+SFvFVXApG9VTWEi4P9NmnIgLgjKwG6T
MQdZTUqNWl8iM3wq4tbsOvMfWXUNRbk+0jImSgxVHKWBdA547Y3RMUQUw4unrpXhLugFN7OWCpFq
ZQ0dzgTmsPQfZdNP6lgUzTp9J2q03Zg6X13+zI2phDKCl8J0TDvaxOanbMqd6rBm67QaMY0Gk/oa
tnVvBocVf20bIbjU03vV+VO9V1YWGd+tUZt/S02Xv40qvlrO5qSnMPahZXOuirII9iZW9ka80NvT
UP0J7f6+7bzyZKZe0d6NOLuFsYVo2vDeMifTJPT2FrnLzLRd9z7JnL5f+nmZUQ9Sdk9MGwwNW73s
3R1OeljsWk0EROs389rHvjVOKClDPz5jAJWvu0i0nrUfC01IFpNJ6+yJy9iqnuzJz6v3Rd9a7btF
YP25Lx2hRdIb4fwBNb+0PkHVC2glrHOZyLSQ69EtANgeItbx6Narx95wCXj3KI3O1XvhL46zz6UK
77rSWH8GEsLjrLaQtK2L9qnyGv2lxruriwNlEqKomdoDlN2p8ePQKaClgnPX3zk1/XePjgwzttUq
/Qe59nLYC7Px//PDIaPTzJ9Uc+dUIvhvHN0u32Vcng9Co/y2y/wKNndDbNsklifqYjerqPkwcU08
u53qaXwEROOdboo2fcLQwNFxN1SovyAQbOc7FE/s51kWpYiJjMVfa8Prdu5ym5dWtuWa3vEOa2QO
85YAttfZJkoWLPyI0MvV/BjhQPZYyU1YSmtjrGKuVCWS3FAt7hhF0/1Dt1r1nrs8XCl1t83nuarq
4shJyD+k0uMPHXxaNZMZbi+R2Wgsej+VBcphY4YR4d7vF4bvkFM+GbY1BTEF5gmjmSraoPLOIBND
si1KOuXVNEzPqfk+L0qvJKyyMLXrw07cZ/NoNl9A5rpvaaoEtMPRkvqOMxkcjQHu0d9+Xmc5Ve+m
LGPMRdLP41iOKoZlt3a7KKu1GRPgFf/0vuoPhopaGdsjRPiPqx8260PnSqNIQID7/q6eB/l9dKKV
H0wvIfRXB5j41LvcAk0pouGgAj3Wd34RrOdKs1rPIg3zB2vkZtwv2l6tO45m2p4BOkQTuwrTkYdp
WFV3DF0KCYdKtXhBGBHwD4FDPzr7Pohk87Wzp6r9ak2m38YotLXl56kx/CgxVuGWcVW2Cg2T1olS
OE6q/5YZNQQPkp6ycJNmGmSQzBHxHdi1TYCL5IS9HsaynsK7XNPtmDQyN/VXFDeXMM6CIv1qc7ei
zFFn4ye37PO/zWqdvoSrqz6rJWiflkau3yhylfU55OqY42JkJ+/sxhubYyry9lNAlxzoZ8HktWgA
9d+MIXCm2NGQvSdfhZ9V7kfjKeu76HuY9mt39LJ0dJ8jXbreXi22+29qWLO/i8rWC89c41ypXkGk
qteqth68QIiH3CeoinkoQmiuSprPY0OufkIWx3Ke8kn33WnCIJ1LJkhF+1h361CdJleW1qdmHaT+
q7KIdx/kWMzHsplLCW1gNO5Yyflfd1WjPLqGmNq/GgJT58Ed3OG/HG6m3umaVuHYDSF0EQyJTiSD
KDHJ6z2YL495Uetgb6GiaL1L7dCoEJ7zwh+mOUcfqduv/Rkco7Djqaxb83HAWeo8FVWY7jzDDcfj
2DkpoVjv1cfGaafsVAiz+MsYm2m+91u7n05daKWHHDSmf2in0jv7NGd4STbZq3nfMDsYkm8ifOji
W+2ZOqxfnrPWcT46maoJLpy+2ipCofPFMlcc13oBaBsbPSAiOr1IZ+ztzrErRoeJGtO7TVIhsDz9
OkypKnGuYY+W0kztvbIt+Qxx1GkT3kzjXmmly90UODgquIqBY0Q/9E+7MVKitrQvXAjRdTEQ2vbu
3948V83Z1hINo9TXzh2dH2WQ0F4yO3/N3RAetB2E6dFbG7uOtV7Lfj/iwjjFY8Nm2nGDcrkR/83/
Wm5etDuhRsOMwywsfopSL9l+8P35rpjQdpvj2soccGNMXeeHWqRCx+6AKwqpe+HxoIiyFQdzwYzu
SJLXI0gZGms+idhqsSTCnycUT7aHS8QJYxVANBMteC4TmrT05r5c39tr6d0vZROYsQlObb0vRafW
A3iX7R1GquxfnDmyl0SVqHkeTECC7M4u237dQb5FriS1i/Jnm6KXH/dKGNaRY21bx5EYpTnNLjKx
Zzdbl+K+XObN0iYsUzeue5SUyQGNPExC1kidlJMHx2FxaKfk1rFoskBRyTtk6ZCrBD6/tT6iuTn2
+zYS9vC5N4gT9ys/Z0/MSl97Bp1CJKN0qhzojUSHMxplHgJnJrBJx9AqLowg+JBZaRvERZ41eZyJ
AZAlzDNFF1LVpkZio5H/rjBwuY8rOhb1OzdfglNl1qXeAVlZf3GJ11/9Jcrd2J7d9ntuuM1dONiw
cI2mMKuznIgT0XDcqhlltbrPJa1U//BrN6uJyoq6Ywk88TdCIc7HhtM3HmtbqXqPeo73pY2WQsWO
M+nH3uVx+m/qTfcT6teQVaDil09DNoYrGYkP7AN6tvxDy4+Lpeg423kylbZZPBiaycL5XUxnKRyI
W//H0Xksx41rYfiJWMUctiQ7KWdb3rBGlsUEkmAG8PT367sduzxSNwmc88eicp3ntWlt61xNdLTd
BTABa078c3jb40Np86GvE3lE0Oa9xJ01JQiP3WZKw9AqJpa+/3+3Zk+sbwA6KV9N7Mj5MfKpvjyM
q1/uB9+fY5GvkzO/BhwS/8zGpJoRNNYFF0/M27s9EYF+kEjfk0PMdeNw+sfbncKpyJPPe3JqVSKs
96Fv1y/jRvuQL6LyxqPj7wLLpPDN4zLKWVw2fI9Lyv3pfXROYMo87taqOHvaL56NOyheJ3xWZ71b
9pgPW0XUEuGh+HWqucJW4C2qVOlqltHjay352tbCRI9ImoENeXwWNxUjmpZco6887xuRNqkr0csf
VG/bU+632FeYxtaeVId20P9tKG5l1hD32KZ1NNQght1SvZBaX7SkdDFAn4knBsdpg7l9XiRetyNA
7fQ2BS0CM9SIy5ThaILbrKsp/ma3UZfIYn9MwRLkqatdsIdkEcP6tSTuOB+H2fbkbR+Uk/WfoVTw
J5nqpchmUfl3xSTkdwwm3B4avfvv61rUF+MWpTgwMgR1GuwVRbSwxPaP14KbHap1Ihl7Gud9zJjI
YOJTvv12fZkGV5njgpVpyw0nxcVnmBYHDIf+W1IMitLuypo/Eq9XLyrk6hEanCgby8l5G3S1+Ted
kuJZ6b2wX0KGgvVo2fuIiRGzwHTSljc/CuwJIuVo7R8tw/J48Mepv8QQgG6mDDPkfaA6c9oJBmRP
MI7oDm7VLL9cxM/zhdRW8SDFjKI1KoNlOznWLM6xGtz6prvKSFhygm4A7BIDoxN3BGbpYu++NTi6
Bm2eOjfbFo9xfi92jFddaJYi126sfsW0uYq0jSPvyQrrin1Qxfb9SE/lciDnUP3HbCqazF5Y3fKI
GV9kBB+p3zIpgifSDpvuVLaR/z7FPmDdFoaNoRhCJyDAA+l661Zfv2rXBIerp/rzynhUmTR942Mi
XM1z73escGRbkMhr7KLa0tmU45NjYQNlNopWXgTZRcd494v9YQvHpERGYZaDadZwflhji4mpjMf2
nrFG06pc1+6WqyjcnTQBNX8bStrOPtqx7fiYjLDnV5sF7LPUrC6Z9KhnfpC6Xu98YmMC3gb85g1H
nvS9tKVM40cMMGwnrSf5gHcsNBABdG48enXIAwfOLNPGba7DdLmPw6ns5/nAKEcItet1NOO6xHq/
LojL+tugrIvzzI3yOpjevRvca7+ZG68DEuEuKcyzlVQunhw6n1IFnkk8kW1J975creALcDCQF/b4
4N6MQ1iedzPapAHQRPAHnXz7VXBiAWDjdrvTjqiHlIFr/hBeLSzoG2u/D/fB4tWntYMAYj36XuZ3
cT3ncVHaDdaKjveTV5Ucg8jidwF4VdGdjsvIPzgkkT82PcXKj04QgE/oZBVjxhcQ2ymIk2+lbhWb
NzkFTBaj1qieC8uDipmtvSD5nnjYrHSkLFNQD14eNi0wUGZOsoAjj64Wxgc4jEvQaGmDoRq3OYNP
b6/c0ZaTtxrR6iGszFbfhc7MvaOY28YHEErd3G1DwvpDHLErL51TVl4eNK5+LBrT/WnGCK/MFtCz
6sV0JT6QTc7HRoJdbWWtXIS5V53X/doCJrAP0YXLf2Krg+BFeN5M6+ASrM5dTGXsjVZ+vR12amR4
owqv9sFS+/BbtEnppPBlQ3VfSXu/X+YZCmWekvW3W9ZRAwJJ5B498SZKp24eb2UIXJt3XaUehqLZ
1tdpW+r4EBBq16e+V0pIG7pqbkrVVuI90Ym7Xr/WkDD/fR8+vWjsqsvGJmwdPOL930alNp5Yun+S
L28CjKN8yS4/9l3Ev7Cl8kPXXUnxdhIWqsjXQa1DHiqvkOcRQ7m6FXHbP2seUH3jSVm8xxTh+W/9
0EVjVsE+q89QNtMNbceIX4ztdVbWTa4Cn9umhPJJzvyFeYlfhRNFkNOPdcRKzgUwsXXuZ8uz7gWy
/P3+CiX+FzZeqEiNCBlLNjm7Jte9Pe35vgWbPlhW4/3x1mW2UsdK+jkt1DbWx3GHSMuN700fQDqJ
dV5aPX05PUzGg/S66Ttc7OZxEZuHdQ+Vq5strsbi2Tpql1lUJ+MzHDxWraiskosmX8x9a4MaHsnx
CN7KCbuIkl8KAq09gyir7S6uw/lVdBBmX7O/rk0mnWXgoA87nQu2AM3+xwKebkaFwa2b8D6dy41O
8LvayEACO+IsvGiCu8XbXFVTnTLEjBXcjgFOnVnwkqytNq/mU4w0YHbYPuzB7vfPyb4MP9SL+1Rm
Ie7iNO1KazovUITyTJ0pvxD3/sxHUzkmOKM8iXQ2UCJ51lbhD3lCBtaVPSqKW9iegH2g7pN7knWo
nO/qpCEYIRnHH89n48i9fqYWNjRraK42lOEZJ456HBsxqUwSi1hwg0oqMULYKdBvDtU1L+PBPV9V
X9g3ZbTWT7CtpJrBlxd/bTZ2cju6yILYXcLJZHHoTA81XZ5TWjm1+Q/mF3aQZtGgSEkpZVJBWsrM
eo2pvB3CbfDOs2ybX2GccHJ0jSn/zt1QdAd2bv7yjsaXcFzMeSaVK+j5seni4tuE3fTPr0eG7b11
aub0Pnj2yYQcH8a6AFqfpWcdGCet6jjWY788B9suzw7znQF9FMGQVhUb0xHsPZAnfpfIBfrq9Ku3
IZp+Gdm/x9OmdusjEYt2Ur2NiXMi33uUl5bo+Dlt7Uo9xbAuzWFxzdAe2dP1TnyJYWUBTVps2s8c
zkEzz47+7Wk1wiMmvWI5jQWWAEX3uMpMpOyXtVLRf+tYOU1m/v989LhARK7QWEN/m91p8w1Z3m97
MpUDkzGLv71TEBE9WAPezqqzw9MWz02d8082r+Vojc5r0tNCku7uLOZjMo3eTLJQpEF4Vg8aoaWk
LTxCl/kNML+NPWLHpWvSYChkfwP9RHYiRWNqOsay9u28LYdS3xeEcz4aTyPD4XCyf/o5EncC3fd6
EnZDtVwbqvDQcKRcochuFMhVeM2rBLdVJqfdbUgw84Cw5LrEd20QS+viSWdoDvQF9fKe1bNcU/Z9
FnmvC9scNk/Jm6SNYZ5dVlNo6tjdhsPGJQCAXFoAc6TP/Td5XgvhG/eLPFS9O7KprK7s0n6T6pMw
hpl7T3niZFlraTheO78+J3XZzLSM9h6fg3N9YIVUZR6WjF6XAA1unXnRDj42DwXxReAo5BGQNdb7
JLC54UBURpWotB2qhLI1LihEJJ7hpbd6rD8HMa7yYWxr+EhkJVWcspjIT+bnRqcs6iJMnYiRLO/1
MLz0xNLHt80esQVZc0DNA7Hc3hEXTjflpo/25i4IRtkdkrKIAVACVd4midXqO4uGyLth3g363cWF
wvNVhZd/Lsd1OHNN2e+D29n/AlfTXFFd1akgOUNHVbhwWp43q1At4X1dIA9z6c3HYmv7/lP1giF+
awP7YV7KDim86vHb+u7kgK9aep7SeKj4OkgGsi4EiMAs+HsgfOK5/Oq1rX3hHJe1gMtivFlvYbH3
6jQ7PrSdcUr+djkjwbkopLxWFmp/kakhFXqC4dTbSwkZNWeiK1f+Q7FBw3uGwETdRU19ZGbeQzB8
ivBS9qz9kug2iDJotna8RnmYl61F35+X+ILis6jwYVxqVQYfI/zkzW4WPWQDNH3JyLTu4qhlb1mp
YJm4dl048r0DV/nojTZBZu1XdcIWh2LJi3omlQgbeTPeWBDUryNjk//ONjjLJ99TY/QP3L1CIRDV
kDcdgJDKxV45YDzIEJl6y334atdplhhtZ5fR3bOLS9E1JMrNGmv8xXMUxSZoODmrYc0L/RNahr+4
sQS9ItIQzOvebLwU3Y/NajQmybGOqyDiPO20exZCtq9NOdZ/yhUemQiXoUSr4CSbwdrZN//gNBwI
BgMXV3Ocq3g+aiMXNwcrQAPBPL7QfhOZkPTPZEluez3RmhfRDYI4qguQE22DlF9sCowCJo7E3wHe
bEtVDQp1cDpnM7e6bb2DpgB+w+7ijnmA9F1e2DXW+SBKTAY5RYXhjetfhQdbxVmeobzQ3HBBpWDK
ZdDbmaDudHocNDERYGOU0KWD5GgbBZqD87YOnNfxFPZPCHlG/9l2+Z7+hNIIc145y+N0trcqfG1i
6UYHYm2gsBUhLtUDvAdnHcwyIJw7+26C15fUtbQE5uJtDUUPzNI5O8ib8D5gjrj6u6Upp49w59j/
JfxasIJe73zud09na7LMbwj+i/agdkLPcj5m+Wvc12i9r3vbbS6gLLD+3f9/FWPHwucLZtZ5LmsP
sYGSpvmFk7Aa07ZTmO4SWTYk89Z14+HCNvKiFCPPVWbdxpk7FsQBzeSx/PaBMniy0IV0maINpD86
nc9VFfGH/417EOyg6rH9Fg6q/rZ11ZQpehP7a5ijsLotppESOsi7cDk6Wsq3fdLdv1iKyRzIeGr2
O7l2a0LpWTySJupVhPealfzgG8eZy5/OmuMqI3yNgEfcjPYLOxDacwJykGWiJAogamNEWE3gLNzf
M0c65ceF3A/kw5V/V1RRbwsq+p1foHHCPPZHYMjJ9y03n5K+3P/IaB5e6bJP0CeZuRRHCqxddAVV
HebdQGQ9eSLjSFaR7UzoB8yYLDTr+aaq72YRuSptWpK3cq+cAe9HoMk7gxAAUZFWwQ+SW8KAiWQf
3yl5m4gpmWL92oXScVLuHg/muiVm8c5IjsQ8MktIgynwcHE/TjMQ/zwqKzpIki73P+vW2362NdNq
30O/O+PB76WpD65ViMd47l0FUiW4xYqZLM3ncLdC9MCT3sebRlmMDFM7+fdh4a36QPDVUuVGNYl9
4HiTdlrFARU1I3TNYYjlZPKlQt12xWf1XR/PTnjc9Eb8Yz2MUh96qwlDeD4tPqwNZSAQwcpn3u6I
/56LOko4sFcZ3hbMCa+F56P18hIUqxs4DbaTYgz3Y5JM0SNjyPAJ4eVND/HcNufFdtV+Hkb+adIx
RPvg+MNGotko5aPVt9FPaARTAoRr3B/h4f3HidH3E7IA2T4uGQQ2xIW7YzZKFcVpUCGAuBQ+CJNV
Enz9r/Uqo9MGdQjs6C5VmzNlIn2ZDRSI7GZiQ8ax32xyZcn2CuyyiSE8bFamFN0NM6gtUX0faMHl
vqZgZ2ESFZA1hz7oSsRf0PkvI76jIFt2b/4uNMfYbUMTgJsXjnC2XF43SVbZZmWwLsr6cZ1VN73V
LVK/O4t6vrerntSksa/NOQRVnj9ZZ+cvqNrOe1hEoboc1UwRHCwm1zszwKNmzm6Zu3pWyk/RQyRB
WoHvr3fkRU2vVRBQNMaTzBGkl4Djj75e+TCYkB5T9BdapNuuuz9htwbtDfdZ8LUXa/2gidJ5S+Yx
JJNcBwjdkUu07+T+b0Xm2yCuKJns+AmM31/uq5CLJ5VTlYTpuobbt6l9IHmyekpzFm7V3mu7qVFJ
weUDbEwzcoh4FPENQ7pX5ZUDA5LrsOze9o227CMhEZP92FQbJw+75PTda9U8dlNh8Uj2nPbZUoj2
6Cy0tEAggsT+0j1h+2RUUfRMolKhH4bd7NPfYDDqcXW9LT4x3BfOYSmWLUG+aCV/jGwDFkIKAUCV
UBU5fyMPmeCh3bzhdO3PwKrWeRWj354kVcZRtM+3jVeqBfaA0LtsC2vvUVrB+h/X7q7pkfEGdXAX
Z/hVNqZFfzQnQCp9YqvyRrbrDOM5dsmDI9fQz3QRQy2TDybcc5ks/Tu7dwclrerykUNgJJQNee+X
1FHz6W0lYPwVHPvld2P11hSDF2UlmBG/Myk+PIxtGx+LuK3qQ2Ts8l3Y1eCcwwXJEeohUZChJQcO
1FLN4wvUR5IWO63CiEhnD/BpRtDK+BBXv8Vai/nQxol8KzDChDmKgeAJXSxCLoff77mbqZ/mqCib
Ll2n0Z/v184qPwFYaeS163ogZTSRHLNh2c43nm+UztRQk/FIfJ76B6qHh3MmclVkawPBfSApbQ+J
qQmT6bqLRPZLu4rBRa6mnIp4dat7MEnr/V6xVrg3W+zsNyxtLncat8p2cn3jmecW8Ou/JtbKyuQa
sVWwZpbhsV636MOQK908qNq4JRus6D8DbUXrQYV8JJyxtWErqefBPkQ6WgB+KtGs52bFcouSwisv
YNFNf+ydsLkNPUTHcOKCK1VoDcpvjHD/s5SfWKdSiJJfJxnd+waQ2eIp3SeZm4p4JCYv1/2tZ0+E
JyT9+9llCbiu+9P4FO+WWx3mIODJjBFhfRIeByy6l16PalxUL/UUlWU2rmvwtwsjFEcdvX3vTtc7
r3VrbRYquZB0nz2hdzYbI0aPo9UtwWe0LeJvXTvbByEZYZiFAx8vc5plQLCaZEvXIDI/G1KT9eSG
o8XW1q/enUAz+LtGxTced2icCHXHlXaGlFtxNFKsLdF2M7XVvS91hjirZCzupbhdimjvs2l2m3dK
ohyd7cTJWCfTXSl/+oC25w5tFNxJEYkPFDz+gBrB4YNy6zCAMmaPeKqDpaTntU72/za74bSxkAPc
FTYKy+Ou93hPwWrLz6JdbQS0VuCQNuWJTqdWA/PO8EislCxrvP5gpN3vDiEj0qzFEXQQ+QORM/M1
WOcMQDpzyjuzC2rYlM8FjzW68toCqJinPkbS4oc9Sdir556r1bH78+gE6jGE0miyBbFPlBKeopqU
pJlpuuaJRFtaBhrShXaTLnmK2sJ6QS6FKKOcl+Z92+Do+nRja70hKqHt0VftNXrnxWberRgVIY4s
6Z+IuPZ1vkxRMvIPlsjp0D8MJh3QDy9pNRXyCPg/QRgmuvLZJbZy+5MQQvW38YvoH3qg6NabAoBk
Z2euR6dTh0keJ2u1HEpPue4p4jN4i5La9Q+I4NbLSlzO8kD7Vvt3H63KfkCMEWw386DE+lg5Mn6G
7xz6TG6T+9TspJHdbIPT/enReyO58m0q5TprXx/oNQz3tF29+g6RyTLSDt9ZHzCEFZJjNOqZK0Nu
CnfvxPMgrehrH+ol+YvY0FuODYJzHz5zb+7RygM+ytVPvoctBlbyUJYdJoylFIS47UCS17b41rnV
W2PQr2rT3wSk9KpTNztdl0+oC/07yJDiaY3h/49q6iUwvFcW9lHNDeS+hSeOcgOvBg5ia3210b+K
I4tFeJx0ZavjtbEEc4iR8YZibYVYbCHd+oOKkYK8bOOqPst52B7XMC7lcS3WEYIgnMYiq2n9GQ5t
4PsgAZvlTUQJusFtuSP9S+05GagEEJw+H3vvt9MX4e/cc7obGys3yNraey/W/fgSdPWuUlsyLKDZ
31onXVu15uHIkpvSkFM7abjAaJMKju7iKAsngomRgXgo42v1J6I4+0iniosFYl30bdlvHPXkQiAN
m4au/K7xSIcM3cAztzwX3qHfe85CCFjpojseucKJiBeaMO5g/NrdGLtRMeyTn4V41wF94m2tuDXG
dnx3FhdYh0UVdnG/2gxQkY9Ld6LGbmjPBXXYLyXFvO3d5Ndrz0zd7LdoXOSHJlz9VovScwCsao41
e8QOCSWld+XkvrfHzoFWm8i/j9fd7k+Ls+79WQ61rfN+YRIGaQIITh3akriwMc6dxwAZNzZjr0WY
NTjtF0uRj69ocvb54NRoX1DhV5SworSsbgNhwQlVUdXwJMSeuu96gtwOCNH6g12Hw8C6G0t+FKGm
Tx/v4nGUWzdcElfCKvNEwIfvfBvz8yxLhJiT8OV9Irkt0tLSVZgiHJ2Kx3hzyCTpCu0nT1VCGc6h
XWkvuI82dqGMio+EMD1Rdj3jRii2vFIh22iLeOkOunkYTmyw63Ow+ujTSh/bNeFFsTtdOLbmhVVt
GP7FEcAWevtl4SA3SdxnAWqm4hjQeITuRNiDc1lBJ+iGiDlJNtrB3qZatN9RBE92oECNlzca5/W3
BczucRqy8KWoMEt9HJCa0VInmxmtlrOJd7eu9urYtZ7tkLjI5XqwKhlATI/bzk3Tl1THh42MPwzK
CQbyJKxAPxqFtH9HN8A+MSDMrZHnApkVK/x/FdttrreiC7I90NsjgQ9SHfCo11NmzKohCLalF/c9
5JFM68Rthrw1dMamhs9d8V63WuWQr2gxFiu0Thun2nacqdOpjpXxrxoDtRcPvtok6LQlqyId7X37
1QT99LwP08LaSP9pnUmk9wGUJR6ZNOjaWmVeu3bmsvM0A+Z2uvgd8L988rxoee1mImYOPR8EjGG0
ITSeRDTJGw+k5B4kayVd1L+GLbhcHY/TbtrmGFcyIt5f1wr3DerHKSuVbTf51c0Pbcqp+RVhGvAO
oVz2llhnt2EdXxWtOvFAF21a+wPi2cTnUEBkOBas2BuiqBENzkroTNe8WlsdTZe1COy73l1joDUH
F+OM7hHsIBi88NaO8F/hbdibFwrdZxi2qJ9vVbtFvNSgVF9tYQ/hEQCaPytaLtUMcGJ5XZg7itRb
kvoaTRTEh1oFXvsYBXJ93XvPVr8aryrdy0IdZfLVb6G6iNmbLMj6orK/NUzZ9NBPZGLlqN99mS1O
K5ZT4ar25CLWb/458biHP7a01ZAiDCAqtXFnhzrxeLSfqEoAqJNmDl7N5HXdR8iaPAHH1tP1UTfX
R0bqDujdmuITP6Wnzzgh1hvhdWV4Dj3hIrKNTHdwQMTUAYNuJ+CeCGi8lDicFL/PBNteANr9Lsue
s8VCWf/Tl779Tegg4iNie8PHAvsSULu+Zig3QE3Jad2BtbOVJJoFmlasyMjtxv8FeuZMBxnJQUHD
bsF3skjsJMgmUU87CKI/FyntP8U0JeH9JDaz/tq56H5zjZgk90Ny6zLUHKWE1OnCL5wxwLQTbuf6
YWNjLQ+NMwqd0QduxXwt7X72JXQRiqiqDfN+HME9+lnar1MFx3nih0EJycIifwkkwXMOmuvOB5fO
pubAIiD+zTgVmx8rLPrvtkfBcWrmyFvygR7hl6CGbWsmw/7vAZsEC1RzpT9sHmt6hGv6nbMkMeax
Qearb3i7R/lRqwgRV7pvw/YHmGRcTj4EuWJB9RfqCTH2LO9iLd3mZZFBsDKVhmjrfZN0/xWd79x5
0w5ERJ8ZBrUuJie+KHfQZEfbjr5FgihM1hixvixRj9GDu3O/6f2tX1NtdUgkYQx5V6fE50T2VsHZ
M61L+FSFQiFlt8r4fvaGJb4+MAtMjx2aps1Kb0qq312jyyZlhKT4GfbGIWWo5tsgEaq8rZEUTpdl
i0a07HPIQlDEPXMolVoTY7Ls9J5bPg6VNF6dSTOxeMwW/BDuk4JdWk5bbas3Xq5pOzfN0tinkovv
DFOGkGoZF/eemFNHf23QB8WBDxmhqE9oNVqndZV3SUvGSe5E7EMXhcvQR/FD222qBuWiFmscY/5b
fIoJH12KsIrTBkvn30nVxUfRbK5zdIlK/d4xqt8DNSHGViBAh6C5Mj18vDakcbT//yhutgqseVh/
Fjs27+2ElDV1prV+9Um92nNbzNOjpX09nPpQAP/11t6RyxuUYHSe4UU/rgt6gZyi+kFlreMH/Vcf
zSMYpDMWP4AsLeYSd9za4zjjGMnamoeMCactf1fChkRjZt2TrOsNeEsTgTtn5YBg5WbX4ERrN4PS
KqexoRkkuDx7YdOJcwOX5T1N1m4eMVn0Xrovob4V7OhcyRSLc2vPdrWkBoM105rf4aOsQRPDB7Vh
8sBox4EQj679gjBCidzhdo7uNzn140XTaom1jEQ258B+pR6ZSZs2JWdg4zHYMSKC/ZJ4jIYr8dYc
/a3t58ECZJy3S7m9xQ0j843TVixK3m4Vt5L7krCCcP0l5wJOzgsR2hxZsRGgLTEnxbGwXPvXPjGi
pV0zrq8BhrwnXPDgJ/1WiE9r2Yo3GwgZHE4v7ZCN41R+g+2xTbWLtSIiYyb4a3ugq0B3TPJQrkI/
jUZvPPQt5phTbPd2mLfcTc/ALgHw9opz9xTHRfCuvaa33pPGKxiHuyj+NQzS/B6YG1FZmJqpawsU
gR12T9SytdlICyenmx8ED6ogKgr3I3vZHtZ3JQEQcEb8TIASlJjegJIE9tFfY3t9F0EXlRdbLOX1
++kqLCOV8hhgmewgRa5BbuEY1a+AkUV97u22+sQeYytwuH6CPwywLB05I/r+se/s4IFOnRr9KFmF
b13bW7/5anqdIZPr3ocrp5sNXhn926hO/hkmm/F+9aQX5IuJJ/G99ksTXE9Qdx8gjaX9PrlU9d2g
bTb9K/x7UHLyLDHYTUNS1TdZyFh66X0YGX+bymFQa203I5RsQ5ClLYrkt7htb4to89QL0lvvZp2I
ayQ+DmXBue+lNZ7dGSCe6TVe/SMoQo1ifEcxBJXaJDDSk/+12J7gniE4i2C3al+eyELC4NngSH+b
a9v+682lvplLpwXUFHDnSASNesL1K5+Rq5UDsAbZMs9+5Y/v9eBaH2snJi9bmTsendm2irOcLese
jWexvLs9vrucpNLtnMwaENvqtuaFKdEb+frKzU3xdtu38ThEyHITnqDUBX0iLSBQ9jnq1mg4eXWp
x5Ovx00dymZFHhrLJWieEqJy6k9vSKbkEWBAbffTxHCZSxWeEuvaMrG6f3zTuK/QOvbMzD3r4FQV
tlufZ4wNw5Xscn+Wui7AUGWzPAOPtdUZUWP92GqzVU+AD3GV1ibc/xH7z/FUYVRXVkpYX70e/dqJ
BnC6vjbZXETc0H2POyyTfu1HJ60Ams5BF0TyILTnn7qFDvVjVdKu8emSHVll49JMcM4N2jHwLaCA
fNUxBm8UDqyIud6Hqr0IuY7/OLrLN+Mt1nZwRANVJb0Zn0xDY/OPxRR+i2xe77dDxNab+fUeVYfV
Md5hd2XQ5mMXN/HROG2Nm0KB2IuWz5X+FG7gINDdBs3bORhdncLxLpjU619oSOIWk2UMV8gAVIxv
lrb6Lzwb0D/0HCkyAfQqPYwiEz7PehiGW1GOjnOMFmoPT/uMTfuDtO59gQoDw4a7H+qQIT7wGZSF
Rh7U+QmPOnrQvyXouWJl71v05fiVgcddC3EiHgMkuaPj8qNMKq6P9BXIAOX1lpRgZTY+LcbR9TfE
ovjjcQk4PGAs1IiQm/IYjOTiXhUC0Rs0RPWgMOXQUyFGfzjFgUR8u4XGg/qOpX/nMJn/uH2knaOJ
4RfSkYyYvzPrfXWBnGv/uXWAKrHctu2LQ0QqNPaMoUdscsN/tVNHMT4XDp0Uj5s7pdpgiM0FeyFO
nqAvIJb9JPqDTbYjE6TuYgcmqRu+ogi79ATeGmUNA99tUS4xxWmTP/1lFEBDNux+kBBw0Q/9xUMp
8dLTXc9LKZQKwCnb4Wdb7fjTX7E8EIoEqeuWivc+sXxuRjnPMj5N2kbSWoa9+oLWbsYz4rnwAet5
rR/NgvTkzDIPwUj8vFlxUS72N74zwDF8CuVNZ+MlQQjpCJGpylPOAQMrpsxoCeNbB/RNHIVJsBoS
PoDGz3di9580TvRrneT6AE8LRN7H/fa+8B53vOVhd4sZBrFbv+KSajoPzsLWbf24zyTuHPVc+hwl
5YTSvkLcfWMF3Dg5LWLTIxHh8iuuHf+HtJ721mj8ANBl/gCjh+nxh8I373+cnVlv3Ei257/KxX0u
YoLBLXgxMw+5Zyq1W5LtF8K2bO4MMrjz088ve17aKkFGNdBAA13VYnKJiHPOf/vk0JeCliq3tXZp
0ImHJR+YMkqnWsrN0GMADl8xhnzDD6S3hTKx3LGqzQ8YjwQBtBVI1CG3a/9AAYCHQqUt1EhWW8FD
xDMy2ySNI70vIW1Uv8lir5JYI4XJfHC6RQ7HscirU+WJ9JLLVQXuAexbl+sY10GcI7RY2s+eNUv7
CJ0c3B1jgxLyEoS5FioIH/5qDKrpTJeXhiebFqm9HqAg3+vJLcn8msuU81xR226VwJ1vlWXDfO2M
lxGMnY1hsBlb1+WPWEGVf00XdCx7BuN85iq3LfOAHZGr126UhVeJZV0GbpGf3XqkLv4UkEgE//c0
uBKJir/SCYQL1qdR4R8xbKuKq7pgmv1gp42VHqvFpMsmgtEPwbWqbEZEyFyCLKvzO5OPmb1iTKO/
lmEI7ISVGSjiaJNTuO1ie0g2OWrzG0SgyBVpK13E2v44ndFYgr0HFB5yVcuyh5LaB9hTtnnpThtp
T7nHoUmk6bpu++EsozZ9lapz9ZcgmexvE7hQlW1E2UTVFu1RcqMYbxX7Uc8hrD6iEMJ1x0Z9CxnD
kT9YT2V0VSZa3rBPJmzO2hu7s2ZDQNBYcH/2uWC05pxyP06zowcmeDsm3fAtgI30KuglHzpsFt3t
tGTtZ9Wm8bBN3K4aHyoI35sE2S2q/YZsxkr1QXgiUjM+CF2OoJ6xSbapjHS8CWBUxzsnclV5ZOZa
NaRxh+y+/H4zUW6N+VMftqK7LfI0uwr4dmZwq4ZZQzQQgLHvGQLjFVXkxdqGUY8mD0f4Z3u8EB9h
oodPlULHu/LHoPkaD4l7waCztFtpn3S8dQiKnK5cL4+/6QpIBvYEs0+SNYArNhwq06POfNZXmiHH
XFnsa+YYZdHw2aNevYvtQlM9uHJ89WwzfpoyYjgoMntnFyLR+pqZtC03kMesg6ja/JsyHQ157lTd
CjRLYqIOddnZJIDYwy5y00RviHgWn2E86W+Wl7VXfBENJ2KSBQ9lnYroSpJ8cIWjyeQcY4Ud9w7m
LJJIHIL6B+yQ62WDcA9BSo2VSHRF9wTlJigB/FczwEO7MtLvHfog7X0BlAuTg81nzxGYB+UzY6R2
OMfQ84qdTxzpsMMeofpF4e45JBWEUnBKSWznUTso92DogJDRtY1GEiKnWK6z7MJW02lml2ec54Zx
l4edA4JbFfq+BIVkNGRnClr/FHnLdZVRQlPP9L5zrBoZaqoWmUe72WNQsR0DW+4SJtf0xWAQkOOi
slnnyH3J9sy7GZXnLK3jOFKgbMcOeGolmI/AKJh1gtHEMGq6LUySzFU3XAjhUnLaYCXdBtCpImRg
8DOzW6JnwbKcbDK40IwD4WklOZ47jLkXztoCy5cVdnPm6zi2xaeorebyVMzVfNvmUX9DHQxY6bhy
hjbZus05gjeKxNqKWopwx+pvJUp/ia7KG67aSofLM+r/5SYQXZ3Q+kuY0xSzhoHbohCSsyQepgAP
pJ3lLzgC81RUgLsLu9ApU5z2e68ri3FnATVy2EKky7b4GJS3JAOzaDn63Ad6Zbc6RDWGJvhvNdVn
U0TB1WKz3a8obMvnxsnK68HyPb2Ji6jb0YUphGwMeY4UujCYcq2x0ifLTO08ynCfBlf7wNZB0Cyv
tXZhTdSL12y6NIpu8DLp4jOjQi/J1qYUIbfVDM9WHnunGpE3TxUIbT8VsztsW0iE/UozLmUwnway
fJUjCQNXfYbgbVhZqTvplwJ3lR9l48Aeszp7kmja8bwfB9ebVpV2dLCjpKP4yTARyFf4EjbAZfkM
LxGA3o635RCJK237F6kQQr8MQr3lQEO4sB7X+QTtHA2cdJnSdrgMrkw9zd4muIxhGMy4Efo5dOrL
qoGJ1N1YM1yR2zoP/O91Vztw9CkQzHZxp1C8cMLV6jQRw7cAnbP5rpJJG+Rhk2/Bh/Cy5eTn4DHV
yhqHztrVDRXhphMNO3gFp3Mt0PbH6xD6IvJhzsb1lKrhhnl5yMJqqOt2Jkenug4re3KuoFMRQc5w
oIFymGbmNfL7Ln6COZq0mL900E463WAspEC3EPfnvUF5i4AwuesjWT9AIxrQw9ILqjVeHeEPd+xV
fgx0MryW05xc92rw8fOpS+/WcjxPfsuxQIIdncBUWdWgG/3mUrTTFCQ5wkMzzP6IY8B4UZHNsX/v
C7IAONStmkGo7Nv2vsxRz3OxCtmY8qe03aq0cR+iixSWilu45ZYe1kWd3ELNQMGUaHEPuQJq3CBi
fXPRHR2nEqoHo5WSCUdpEuRNTZg2La13FaR7yiZ0DY4/P/o1Lqlf5xgF2DCEqrybtZtUxyRKTPVz
tJj6r5BQAO5rcOr2AD83uIbP3oGMNRJtQ8hYjTFQFLLyS6iD96D/FDZG9lj++HjxvJgA9cjKmb35
E7Nw9970ZvqegoJ+mSzLrp6dsBmOA+m/iLFog5nQ1FVJKRAUv+w4nn8KgJxo1S19+5jzqy6jESDg
TZ4gUaQhS8XnVgeRdFYEtSjWZ8YtD+BmdRmClnbag7lPsQSGi/0xSZr1CCzBOGNrxyQIJTB3ux3y
IXGKF99O9Z6NwyQn9pNLWhxMZn8rIRNydApn+Q6xaFg2ZDUrdcpz5pBr1zXTVVNyiG1zmccN5lRS
O49+0STmpKqo/6aBPxBE4aryfJG1pvgppNMN2yJFV5ByQu9MUjJ7Ni0tO5YbkC22UK6S8mti1Wy8
vchMeMza0b5PZuIzDzaLJ17Fcz7cWH049+sQ/wU6DY8sTRgGph/WNPfoRwEGRvSbNj7EEP519dNO
8BxclWHudVunIroKV+8YcRh3EjEDk3587mB+fQlANUAG0gQTcrcLknATY5iSrrM8m+40uQEvVjkv
7afO4TPhU2XZQw2ty/6JLj7rXwIffjo62KV7svDqeWHecxHwN4m+i+KcuwEr7c/YczRE6ZBcVq/C
qvMeic3DiGBMs4WjgQ4fUiTqA7UOM6FuQ7szqMAnKL8D4EGq27MbOAq6hh13d04U+GZnY1TxQj6l
/43H7XgHN1oEXXuLeHUnTD75B3i22cmOkkivndazmZwxIcAYqoPyu15IpAcFp/dV12Ex0RMPWvFn
Z9+f1VWj5/Gs47hpT2MaBcBoCq+YNZMkxXyE8QM6WP4X5kQA9XqHGACp0EAAVbpGB9Ij5crFMm4o
Y/HvSGbJkpuHOHI3eZvA0u1NDA+AeSp1a42DMoQB/NLs7YQoaA/lovG3Fno+KgNGfWKDylKWq6Vy
UZQ7Wor7po2QY7NP6i0C2MRa9z1EhXXaLotETKQycxhHn00mK3Sc/ShpsDqMdwihXQ3zWH9J5iXU
Bwh+rr8SXRN/Sv0hfhpQwgNgemHnESpQmW/Mq3heKsnbL20hBBARypJghZjInMHmgQY6M2PEJZ0p
UXsEhs2PvMexGkcPNUerPq0Qf0TIReddr4fxfnF5mCC/MZ1ewuDyxfcd0sFRkNkxa7lSz5HPuzgR
YCzHgh1OQJK0sKArYChZ3kmhE65PaRFgRlBR17d7+vfscW7Z6NcxbLYOZ3uGytsAUf+4KyrsV1Yq
xRFu4yRh9NiXIrNvbV36R3gBfUrmoIx3ODLnxWEmUDW9gn7H0dbCaRWncGBmvQJD61BqhJgIQk/y
9+CSxpxtXNbstTKD/tSObvjJRk7t7gyr5yJ/19a+r9Mm3vONXvb73jLs132d78B3e3hEkwxeWr+E
cNhOFlSmwWVhhr1092PTw9woUlmq/aDb3t+MiEt3F+AWxQtC1Mus0mUoitRR1LupG9WDZTT0j9St
umITwtr/MuPhFWwKWMMPcNLBnSK0x5DSyXY0q76WXok1SgKbeTIGdY8FZhJCN0WgRSGW0rJNHlxC
hEYT5mwXWmHS2E226vBkex04XZ8mveA6ABVJNrcj17qxF5QUW2w0rJjrFu1hRjxlXTGsdcgaRo8+
QtLNvWOEVLXfFFXC6JTtYwxX6Nj+tRE3Kr0rM8kItAGnWtmgjtHVOPeV2PWYrIcXpxzH/dkGrrpR
TWdGgHl8dGDPZW1tr9AxB2KdRmF/z8sbCmCNSn8PyQf+XEPtCU6BE2XiYIdiDimgpazOztQvPkvO
k18RegXPnPW5ve3hftL3pnb43TaW/YhNAH1wq0cmHiUcX4OE8TVs2kWuS4xl+tMSxXa8Z5wd/qz9
uk6OtiNijNAZx1vr0enrZduQRTSdsZ9w0g2lFRVxqQfzspjITVbGUhops5XYUFmUR/Wew8YYjrZf
dqyhsCinnaORE2zqmDn/1vfw98B0j0BeeACRFTzi2YAMw4/h4e4WhoyM97zJPdoMg2sgGRcLNg9D
xVOvYjpknMdwPJimdiLoT7iKfQTq4n3WTJkLMt0z8U4gDF85Cok7prASq7gM7Aj3PmlN3/BaiZ4c
36rSA7oy+R3YCHdOCrURL85eyu3MFM5e+6ptNYiXh4w4H3Kc5xIUMxzoYiB7yhsuTtRQiCn9Apjf
1Qoj4OqXi9BLnwKPKm2dlZz/W4K/gouVX4Jik3UV0v7jRNI/UXbxljQhjsvGnQM7+yIav52gr9VY
o8TJUt45ITGR+4l6mC+cCUH5gFGnZmq5uEwVcraFz1YB+/wAUbbFVLIMGC2SRlLByK6kH6E6DgQv
fbR51LeFAaQ4Up0U8khfNeUn6DvklcaM4fAf9YpEofBVWCggzwYIXMqG45zNYlmugqKvUI2US6Fu
ENF21Q2jaP9L0ADOfbLwg1HbmQkeF7QgeGFxsdSIpJwiW/Y+WlWmZn0aN99DCJCnEhnXfIbwJpa9
M6Ig3g/KmOEWZDW67bWffxdV16YP0MFhMPINzgwr0RzTTzQOsSaiH7zgq8PwPzuhnUuzTVvGlBU5
L1Aj9ZSQwppWd9YpkZF4zmciPQ95P2WfhO4wOxi0HhEU5DGKIaXS4ooHM9yFrdbpljNIl9+zlsJn
21rp0ux7L52vYZZjQD7bxv+c5BANSR3vWbaxaRPIsEE83VYXniWzKPUgMKpC+CudbNcw9x8BX4AS
HqrYh4aBoiDvz3noTMFOWGW1XwS9EGpd0WBOwdu4su16aNY4o4X+dsjcQe0GDFVh7nu49yPAyPrq
ODrKfMECtAascDiLDtWEF/t2bGlxDhn2ENs5Czt9G3pd9dlLl/xFYR5IN2RH86d5yTJ9lhPEui21
jZLbWMJk3sTTEkebTs3wMROsmVgbMawtZsw2mBEtIUj/pCSEwpIQ6wQjoeVqwkqo3+swzt01zy8f
UPnGEx+rNtVDYWWj9QTRmHjeMCO27RyQkxlt4SFTPCM9ol2yx7EqDnRzubluraa9E5NTD9uhG4cU
vkKWeFsbD8zPORytdBe0YdfvgVmSEw52tF5TLeF7AJeUHISLlQ3bPmzqs+Po2sVRJliKfRtNklXs
weelA7HK/lsXTvCwag83QMToodovEBuTFZ2FpLNc7NLBBjLv9MvEmQTxw7a6coVUqAJHYzo/obdy
sxIDjKCvV5BbnemOolDWa9whGemqXHsnmUH1Pg5Gj+mx5l0wMIAEW5/hhI7jdoHPdJ2rIfZuxy4P
8+txSidg6byd9hBJ09fRsgJBflfGS7PlIo/M0bB9kn51WeCt5f2qkqGZbkCBA7NrL8Gdp8lCEwiM
MCIHB2Tr4q2N8SeWWK0rni3t9cxEFr/j+A9mxj446GQISP1UoVvwyotazSKqSHWVwDlwAZdkBidj
+7atw3jEscwPvG2N2zdbQkfptbNrpkd4F2HRtzjW+Apvw/uVa4MSW5UZAmRH6/kaBVzyShVSlxcB
fLcJxwkm4GUv39D/TOCzyRQ/aJMx6YXGwWxQGOFkwG2V+YlzWfo9WyqgpIiibx8wDUjO6MYIctDw
0HpSOrqif0xHTYfXJU50nze2fkWng39Ng0Z+2uZ2SxxsUi6MN2xlk8YQMPcMcXWQGG4pNg0OIoQO
z0nZaHWKYt0/L9WyPGKngRMDJflPZFOazScI2xo7hjY8OC08Lmx7lvmTyBvvQmuY4Qb6fF33rZNk
h9Ty4zt6J6Aov0NCfyq8lmbp4j+m1xiFYajgGtvKVqob7OBYd7l57ZsRsaQ0COwxpW1QMSnmEPNB
oEuon+sCJ9rdJSvsm5dPXX+qWLt7dMtRdzV1Vf6L2WIroJkRgeZB2OgwIkWN8isc0E0x04Pzy/qN
qb4HVTrNFns6Ha6ME5X7MAtjYqNKRiKnKcsKG/hvkUxwPTQL8Gfq/AbXsri4wa6GrVgPOQYMvsPw
d9MU9I2XTnaITkoAMW6FXAK9FSbEuNarUNStXIxlYWqic+9uNCvtq2vC7rUJdHTGAkjAbx47mCFt
3dgXN3naGwp8P1+2i0rse8ygIUGZsKjv4UkAdre85kOLKRhQPo3iVwETPt9A6MXdGQ9ZPNiXqLbz
rZU7/i9elrHXFUbcydFNJ8ncpsYQcR15Re5dcdT18R5nIjfZo6fkFfBvDgeVVQUnk+cE7TmCHH3J
cpojPsG2Ui8JNYo5xAIva7uqrJ+eIM/ksFR9KndT1i/6oqsp7+G+MpXlGZU/K+MymfTybvlVlhju
XWPkYpxdMojuB272yU+amukmheR4744aAWBV2PVzrmzniU0vvEn7svscopjst7EVKsTypYtua5Qv
MYXks7cs47iKcUTo6NWWjPhzzLCPOfwmuHGpcDnOxdy1m5w+A327UvD/u7rHmzlyI++2gHBvsYVm
/Q+aZnDMYkztbylsza9D7wRfRD0QGmFn2B7RccfeYyF7KFKaOF+Oqdwfr3DK8p11wXRCiy+AY2V0
1DpW47ZkAOauM2TMZse8y3pconT5KoUxZkNotfeFgTmfOUlFdEpY0Jq7GUcDzAywbgEEh5h068aM
xFcUMZJSqbLTG6uBmbkKu1iP29DyC2ZooEKb1qSqB1oHi4C4Ksef7pwVd+T8RvCdOcLwrIrcFgpd
RPby2gvGKTvjyimeuoG6wBqKiEzZYWKIKRSI2+gFlbWOQif0b9QS2vhvtp744qN4uIfHkyTrHGIq
WaQVMfO4YkX9AWwEQX/VWOqFUNXA3ljUgDvGmrgS9cWA7QjJT1OyqzjxYBDAylujkzLZFnUYE02v
xJTtAeK9QDWHrwg6tLoHw54uoEQF3IvookBpNC7S7vYJBIOLN0Bb0HOloMGr1gMlxJGiK7sTRKjx
ifAJt/vaOTPWjhB1LLkv7Im8pYhRpANPvPbL597HRAt2M9e+N357MdEt+UVzY7rXOMVKBwhvtOsT
tZQ+Z2NnY7UxjfXP2bfEWTKoYagPVH7t5LLud2oO4VjnLFjnzMBwyTaeU4fsug4n9o09Q57YLmVq
lbu66NULvQExbcJgvLgCYuIsTecFM78mMx22MVSA465UC2V35ChtLihznG68EW3Dxs3kBfC1vOhp
9ufiV1dRpf/ybOq9HZ6kdn9VNljdrLD7wyh/aMATV262aH9bkSA5gjYwP1klqes9jUmtQR6UZMqf
NSlicpCh+nX2l3LCpzFvx02K7HVY4UvWeGTTS/9nCdvvysyt+HWhGMUre6AnYPdhBLHq8Rm8qI8g
72MOO4ePdhkP+d1oqT65StvaR9KHnJ/laJC/NlpnCKRM3O1LEmCxFnXDgv7TWpbvKXMdbPC0sXc6
9juXuY5yYQp2WCpfRw2OOisS3dviMAYeYy2UacKsos7yHlOMg187H3dkzFzC8TYPTRSvPadlh41S
1u/OSyAt7Arjzd5qdmp9g+8uSL6FUwtOspN48Vun/d7hRQ63RlKG7pU/iJ8ZmUbFDaetvkHWRIp3
Gwm731omElCmC6SK3ECcMQTFr/ukxi77hBEKyBTmeeapdpsOl/45G37g1dXo1UBg40/jahFtMKAA
0sD7TN11hZ9QHbDb4mrXuNmvkCWID7AcMvAnd/TPIwUwaqWkD36UmNkOOE/horMqaAWDFX5MbAJV
IcYR7b1BWRcCwJ6WhnKD1msS+QqXHv/VbyF7t5kx0VoWEaeHdkxwDQ8dqQucpPAFdnlykCbFl8eU
I6LkzMOamwQ6G3II1uUd1J1JkTtqZALvwnaavLoVZS1/aNgB9THEOrLErbwVr8R7WM56jisH8Wjl
d9lewFu/cdVUdvtQRsuwLgwo53YmTkfs4d/NN76aegQsU2xPmzL36m9FHKdfIiiNT64fTli+TYbF
9Eq6oSj3uED17covRSyg3fT9fUpoRHTITJ6nR1gP1NTQ7bqjcrWNnRRE8pepStWLwl+f+mUYJggw
5YDftL0M39LSoVpfuhYeX+HSckKN9D4tyg2YaGLQhSDRI28FNKbLk1vm4t6TFRaogq3cLS7pngy6
e7wMfFgTpfFhFjNyupQBRD3rR69b2BTrGs0duGc7tDt/qLwvfVz7CM3l4nzyF6iFxCbEYpuBWMPZ
wGVDgkK7dKesocTDeRTJxQZicoD8skYpyGgjbCyQVgGHzR0wv13FJVvrJmEGth1xaurZbcDs10MA
/fsGRkiHcxlwEB7XAjmETNdcK2y2oh/z4lOM50iE4fUEDAmLMhy2OO+iQIj8fAKYi9RcHjiQ03jD
OMQtDo4Dr25by8H57gGvV2f8/CmuS2NdbK06jeV65pIHwXdmOZ9tE/ufItpatXVKeyngKaFx2zgB
hI4N1B0qVGSM+jwRl/JcQor43mtjVeB/yn0q23nAKgMBNpOJuLY/Y0BfPKjBzAz4oXpdh/hR4AJY
Ee43nxrhk6ITMoT/VbGtztDedKJwVBxqZu74YJOrEajpqRz66XOzwHi3VJbDQ26X4cqkEzNmxxUp
hriQvJ8KyHjyaiKIAHEY5dXFWwCt1Z5MJnNnD5JvY4RX92muHU18oeYBQRxCw4xT4wipCoNxdBg+
dE5rB8sIc6mOUMRHPOhi+dXzW2bmI9lfNwkb+A/XjuW88zMcqq8tJCbMiudQZeys2LwzBywddecW
CRqEHhVHs11Ite1XWTI78yaGh3nkMOkLXEk19OnWcr2HvvR6DrGCc6lGSNqvUtlYOaWkb07+kIbh
JquSgPoEmxhnG0zd8HUJZufZTuZKblqg2WAthkbxRcdk22GXm85MjyuUNQ7co/Jq9oQjmK+EUfcl
GdFwnylV5hMiZtntjMNMP2Y3QGcPho8pOJpefQcBlO4U/DZ5GsaAnSzsYyfbAAcpBvMR444N3VT+
2cL0o1njWzkHO5LD8s9V0voTDjTWdPqroSehEQJlCgqPA0Zo3DoG0+Bk/leThOPYVAVJNMopxdmQ
I/LdsZOMAXApwE6GCIEC/tyN8yPuUJ6iRYPDhlnBGD/UHogOqS4Zkz4S0vAHEfTusF16zAG/Mhrv
1V1jkqq/Bs+WlO/axNEnu5/EspHp4h4RHKUlcpsmqVZ/haPjzBVl3QaCTXYFrhBiHs6nnu/+smuG
FTWzwU0SRP4rgF33VDlZeqmd4GIJ5Mkvfy0LikYxOEiA/VZGVLQCxqIFxZUxSF36u79QUHahCKJi
q32ZOGvBuXkSOSE8hwwi8/yHWKh34s7kJVeNvxII3Cou0Ur/Fo3VwnXMRd1cArik+1J4EF1209hN
zmHq4+K8wLP7Okf5fOzcLrv67//6X//3f/+Y/if+qe/+f5zlf1V9eadTZl7/57/fiaSSLvg3Zbzr
itB+k3U4Us0E7HJcu8Jifo78YJti/c+c+8Kyzju1/fh678REcb3QheII3yRUb8IA42w2ZAfRQVkS
qBVPxl9W35kbeo3p9PGV/pYjyYYBB90VDv2Px5P9/amOWRJrHLbImjVWejUuvdxzoI5r1yIlwiud
b8YfsTsnbuOq9fofH1/8b5mHIHFc0g5cMmB9MOrfL94kQ5yjyidJojLZsRYpGZYYd+zauEMv6A4J
jjx58U+f7b8uyl0LAb1Ohm/e5TLXY5d4cOCWtq+fhYNNdlU31i3m+Ok/TVfkxkLPdZSD2w9BZm9e
I6jZ1JF2gNysrttdFYTVBuFqt5ki4pU+fpR/+2IC12auYnv8t+f54k3alxvJocYRH+vJwH80YVZc
T07zyy2H8uafX4h+0iWU3gZJFW/S2Qrb96A54R2Aa267mpgK3Eq21x1gOFrNj6/1t2XHzbjKD72Q
xD2FcPf37wO9LfErZeiuA7xHcZae5Sp3NKAFnOEV8RjD5uPr/S1I7HK98PK62GAkyrnfr5fVXYzt
GdczcPP3OEBaW7dfyvuPr/LOXZHwKUOACsF4w33zqsomXjjWFUUnuWTrSGfhDvkoPrmdwArFGf3H
j6/3zqchgwClbygDUKG3S9y2UMWWAkZeIXoS6T0fVLfBrMgd1fL88aXeuTW0ltLjew94hu6bFzZc
xgNlSvjEUhX+U1b3gA5B7f7qsCvcw15N/rAvv3NrpKHD7GNEwAKTl3/+b2eCRToAJyWcOgtr3sMS
a6pyCFVrjvE/JTO+dymiqrlc4HPAvF1gOB50FxkD9jO4gh6Id2EF9EAIKNn69cdP8f1L4Ut7+U/I
l//7XckInQqKostadpuVJVNxjKATGitz/7BBvfe+2DPYCyHesvu/eV+1hHI4JdyKgdCAXpcme4yn
bJ94I/5rS5Pt/oM7Azl1fd8LeZRv9l6SP8ZiCPkUK5KR99PoxBuX8LB912a//oMrydDBeESJgKP7
92eI5J8knQCZeG6A5pc+jrZGE1qfTbH5T27KQVwpeIS+57y5VExt79rpxC41Slzz8A04ehEiDGwg
gj/ER/79tCbzGZNPsDXoiqTb/n5XEMth30QYDOOMU0FtHvHQ2cUU5oDyBIf+Go2BvNdJCyRkgaV8
mkOHpvc/eLRKqNC1lXLU2+R2TQNfmQnXBxlZDYlIaM8ZWJqDUGP2hw35X3/rt3TxADWzINLCFyDA
0n5Tnoi47DSgmLOulir5bBlQnFU3EXRUwzm7FUmR36XGuFcAZO2ZVDxxy5G7bIHb1RFOTvBzzuvh
JyTtStHjQ9IC4c8PWWoz4LUQw/zhwPpbjfrm5755P5YFaTX3lbPOwSziKgGFjSaCEIi92GLeLtbl
3KU4D2Mb8vE7+VcF+tGDkr9/GfikIHgZuXKLlSOkB3zmSnXrMzxbN7Y/XIUXWgCDgl+RccxZpGVy
aProD7/ivY2LzZ/35V82LvVmO0ZK5GYONB90fzhNRimO4y3k/yOW4c0fLnVZVH+7X+wUWOGQgn3/
zaJj7JL1CPncddR99WBs7gFmKqBdXGVrLIU+frrvXcy5JIzC9kAMId/UPGGdd+7FDRfosYrttbbd
+mwFmdl741Qwj3fRoP3h/uz3rqkYGVCRSD+Qb3ONQxTXVBGEcWLn0uL0SzIBfOyoPgaU68eZ7C8I
KdLfYR443sEu6m5nZ6QXWnJi95hG+ivLi8PtDBG82SCpEbuGqfn+4wdzOR/evAV0xjaOKoqhH+fI
719ddXkHGlctOHJoLVUDBd8Fg9t+fJV3PivOppCqllNKCvHm246WCRgWJ4R1Owtcdl08UwJPrpDj
z7uPr/TO/soebnO6Sx6747/5gIvRGeDeUQACE5njklTRsQbmWTNUuWARfrUfWjvBHjK0zoSJmH++
s1JVs+ERq80u8bc09gkxaDom3jq0tHXf+QK5hZhrfUaFXXz++Fbf+b48Ao9d2gW+LvttOw1fEllw
w7UkROFDD0t5ZRjYMX7N8PygLPhTUO87b9HneOQVktftAev9/q2Qq4O/p8dsH/ZaeyIjHTvAulNn
I1X4h9d4+VNvPksuFdqS2ob2+W2gM8E9LVlBESdyEYAFFW3a41qaJviCk7O2HV0hrwnLsv6wTbyz
GnyITMr3IN94nn355/9WjRbV1BB2i/GeFxBGhB1XuomS2j//4xcHOoE7uWQYE2A++vtVfAtnecSm
FLlLJB7dps7ADiAgH9BY5iFcvKGRf9iM3n11oU9XyZlvB+rNjXlOZ7MH8q2IOO6arYXF2DU+J162
SRGa//N2hQfI2/OVLx0q4N/vr6NxglZQYV9IDwHbiDonILh7a2oonh8/yvfui01LhdIlFzZw3txX
jqm2hojsrZGfecQN4UVsFYTV9hAQNx9f6r0D+vLx0zww0kH5+ea2UO4Lv++5LSKfgnhdKz14UAUC
fcCKRuCzXCCIKsawGunT5vGnMRDgSfYxp6W3Kc4//jnv3bnPWQaAzn7qeW9OtLYgIyoYcc0kfTc4
9OihdlPYPvUjEtn/4EphiDsWHB8Oiss+9G+Lgu6NuFJ+AdWiJF4AsRjGRxLuK/l4f3jG7y374NKf
kbEG9qvenBPtZKBptVAqaii/R9wZQdrIstoYcJwTNtLWEaGiOnx8f+/so1QhVKacxhwb0vn9/uIA
18cZG21YxUWM7hYqRpn49pfZLQ/1EkZ/6HjfvUcgpMClxMLd8s2L04gdlJxxcYpS3d8HqZutSeRZ
Dvhr5Gc0gwRQ4Fz4hzbxsg7e7qfKcy70KiLllf/mHhcM6eDYYeRewFfF+zjE2gyJVZJ++fhZvndz
KlB8kXyXPnvc788SNzQ3mvDyWPuz1z5NSyhPRkNkzUglfR4TVZz70ZpfP77oe0uBsTKuoiFNnOtd
bv7fP1BTBY074paAHGba6Nma135hoQ8AJ97/40sx7WQSwyzwMvp58xwJ2b6ozYAOkADbm4QZ5Zmx
cr4rmmj4wxH4zl0xJUfqJAI6RYqa3++qR8KEMKvFLTYUYpfDqQQKKXwssNWvj2/qnY8DqR+fIgUT
Mxjx5qVNIoravLbbtQOh5MYQXD2h96zI6fz4Ou/UZpfaSPrI5QS39GYDVUFT5Rn2tjBdTHgoLGXt
nLITawpzAE/06XfOAFuh5hAkCCHIv398+XfWeRAIH0oJOJnPhPD3B6pM1Xtx4LDOhTc+BpFYHuBz
Y1uqhmrXzJX1hznrO2shIO+UuTiTLUe93TfzPkJynIMo5sRY7f8fZ+exJDeSrelXaas9eqCF2fRd
RCBUClaSTMoNjGSR0Frj6efz7L73EghYYLJ6x84iPR3ufvz4Ob8IVcf6VUsQO0Ma+4iYYFGZRn39
56snSaRGAkbTNFnm+TCfJPLHCPeD0t53DgJ1OUoRf5r0pY9oQqJrwjtyY01fvtoisnAVsj9tzeAM
WouQ7ST9SJe0RlytjePvRpBaP0Rg/y5b0DqhTlVotCvBEMBgmqB7gOPyn1PqjqZ7e+LXX9uwTIc8
QiO3wl18cVygcSDhFFIelU1JfYtxYvKLRgQuqFAP7pFLMKzdCL9G37iGrzeVwabitcINzMCWOMW/
xR4TjeHQxlgJD0Ncx8DmjS5mlPEdTJafbMJwY5arwym26Cw5isNVOR8O2UIF5hLwJqED+AyCR79U
ifqA7hWIIhw6C+v18xNfFK8viPAKc5wPaJtCmTjva9g/El3JiAP7fmp18xIZXo+JZt5szHBlHTF1
Y0yLe4RkdXE9amUXpjgtQf900vocagUK9tg7uJLnxecgkLzLJEnqxqkRkWe+iankE8950/Bs4z01
nyVl2ZzmEUcVXw9wTdWA0WBMnmMpRfGXGZTlX1FT4yEAvWjj/FxHeTGyST7AA9wEeDUfWUddaKxK
gwsTDdMDnWfrUmm2+oDWT77RKFzZO9RtFY1aHAVcguB8KMlToyLQdRAOBbqN1TBOB/jVwJyn4n3u
4eZ9+0CuzowVpJoErk43FrdKnFqBNIWATqA5Z8ecvBGAvycdkc9JNj7i2vIplHUc06HZJFuLTRqp
A+yOVGjITPD/ukryDzraO6h8ax9p/KonRI2EVcIgbeRyIqjM9w2PYYa0HZJHvuhis8b9iDtRWjWQ
P6gqSTgVHUMqHRtH4nrheHVQNGZfEmquzmCnoEsC+bvZ13WErA50ABchmuKIWieqQ7jDbHxOReyE
5bQs8SSj36SSEy+OQyUXCCU3WgPW2RAioFJ0GtNAP1Ao7yCJQ6Q5yUUNTcCU03NZpsiVhk5zaDpf
Q9qjLx9lhNU+3N5O12tsouGnUsCj38wNsthOYK59yHdijXU5Q08yraVnP26GE1pB5qemgYh5jgYN
pWwQ3ATD26OvLIHD65Ksj//B2FiEeccyB2i5QBekevrqI4FMuwWj6REyEyHweHuw6zyJKKTQnOXc
GBp5wfyg4rdTIIqIQ4UMqPuMKRdCO9bUn70U21wqadYl91MEJdumiQ4GAITXV4EtDhHj81uYiLIv
zpNsVHh7ZVm7z9GyOMJ4V97JZaK5aA/VG0nS9QliKDIyKKRc3kx4PtdWcA9iA7yNOmQwjsugOYV0
OTd29MoopGC8K0VuQCtisXyYCkFnR3h8r9owdUccgO7QFOwOt9dN/CvzY2OJoqOYDcwW9st8LjnC
tchJD2i0Ck2vMdC6i6lEn7V+mk5/YySTFE/jQUedbJHKdiiXQVzpu33vmyP6NJGDVo13seyu2xhp
ZS9SMecRoqBUTT99uT6BjTWNKfRjYO7W8CNa46gPav+oqFTpd6lWx8/pCGOvtrryU92bry8do0AH
YkgFlmDS31yce0R6qeqkoKgEXvGBJvh0yHu0KWN50P/G+r1AFZyX1Vu2AdGB6VqrVZGV8CPlobRi
+nNpGz2heLjVjxCfbblVLGYk4CsyotKLDWl7GFUpIzzLUpu092jeFZ8KyVQ/qRLI3l3X2I6b5ln+
6usKX16AazwoFSpmy8VEsmcYEl/v9gNIynvMlQpX6R1j47CtHQNM7qj+CRQB7dv5MehHzKFlHZl2
uIZog04aeq3aVO3x83t9aYqp8J4kfNBOpQ44H0pR4SoDrwbsZGFbYiHUesANz9j5GpIsrz9yooIi
oAP0vY3FkVOrGmOgTuv2pVePp8lBHTugPXxMuuH77ZHWghXtN64ZAaqiJT2flNloqTMlOG6UVdFe
mqo295kNxv/2KGurxIWqGbBqUcY0FsGq0DwKfhGsy9LGOgRlfuSgK6M8T03ebVyeV0MxCbJqXsIY
fYErWWRJE1pLtdni7yobnXXCImU8l31LjQH+0eH2rK7OlRiKL2dSGiXT1Rc3l4SZN4wiJI/iLPXP
AJ99ZIia4AlftvoLJHkkCRxFsMpePaxJlovFEG0DbplllKSBzT4o8MPkBiCrbj5jnaickjRWfyK7
aucIQRnlxjm72ic8GH4fdLH5DeRwUj8YBJJZV0k+x+Y4hn13vj21lcWja+cwOQ3MjLzEHrWVY0w5
Qgmig6ZdcDgasUjCzq0qkR24PdRViicmBFaS/iyfEYTEfON7oElCbYiFL2cy4MyGsquuob8DXkE6
FZ1qfiUFi98PVr1x4q4uucXAi12DmgtYej2Y9k2j9EeegIgXhQb8TGWKijvE1gMXIS9o93gPP9BJ
TjfO4squNUXdjTNPy4RS9HziaOxNTeXgdCIHeFDtQhlVS9cPkuzBQxcggpdRogkyomtx+RtfnAY8
slN0zEg25wOTcpUKJu3IfnvoD6ihY39WcSE6wX+x3FK2plNeOfYBH7lioyC9NmU641QDuf6Afy0+
eV9IjpJ5uZgyGP49GvRh/4CcuCz9mLpMeuqCOpKo4ObVj9tTXjk1PKJ4APOxHQ1Q3XzKZj7p5YgA
zr5FA2M6RC2yXvuoycJkIyasDUTSqZFuOmBIly037gu1tCuo0yZ1KGGrM1befRBAWdlYxNWBKL+J
xomMC+NiRmEzWXrixbIQRsbBNceEYaq7rY7sShywiOD/M8ricAYxQu1ofsh7lECak2V6SLkHjlAh
sl5dEwHvRbJOawReJn2ZxX2BmFSZdoEK1sbM1S+BNCpv1daiyQWMyL29G1a2oUVWi3W9KbrNS/gc
bjm2kyWevEf2Dck9hCuRBu/HS2TVw6VqBpD9qExtvHlW4hwJC3o3Ij8CG7JIJWQrsCScthR05tLq
B6WXb8giTm96IsM97PvMNSZhMOdYKMvfnu7aIpqixEU5gYL/cqvgeOc3acwuaVNzPMFIx40xguCn
IrPz+tvJIm0H7UZpxLzCyDo0eyoffg88pTo/5UVmHTGb3AK/r02IaiHIPQvior1sGAZ9ZbdjhZUb
SlLl0Zms8tKUuX7GH1h7bT2LXSmqIQLOafEyXgRpZ8AyDpsvdV8ZWXrIg3Y84vw1nmAzbtVAV2dl
ETtkUnWDl+Q8RtGpKfxRYlaB1BaXPOj9MwLoCPkk5bRx9awOxfVHTZGyIG2K+VBxCD4/tRJ1X+OJ
eYG2oF8K3FPuTLZJtrH71g4bK0VAVMnQaGvNx8I1IWoaky+oadXPGILiOWzgycW447oNZhEYV0/5
6faOF/fI7KHFqvHUeSmXU0tZAgQK4O1+NhDuR0d0mpQyjtyx7NMM1jwejAhQZxvojuuOyMuQgH8M
hZgCQ3Y+TQP/+qwPgArGKCUjT0fFgWhmH8PAQHMOQqFyHEIc5WFldTinFKGCsMLgKBsruxZlmDYv
d+Bd9GYWUTS2FCyighCwW2SrTxJeLDKADLM/UUXrf2R5Y0BYQpG+qyttKx++HptTT1jFw48qPiWk
+ScoJN8cutHDqSuPSrfV9SFGHW+nOkcYSbVb6kF/aKjgHW4v9vVNyLCGwjbWBfZq+b6FoU85q4Xk
hq26frDGyHuMUbw73x7l+siIAYB284DmfpCXk4vtacRDbgA46xkXTfPx0ULf5TgU5adXj2TpBADx
lCY/W6YQWKJTmxssFU6iph6ceApOve2UJ2XqzY1JXZ9N+ucCpWubIC+uwGS+GRpSVofg8B0U1bUs
RzhcltChymzvCPpV2lmof28EhOvDSbsZ7AXPXN6gdD/m26S1YG+3BmA9GJvhWS+xta1wmDsPDVTb
OgQ0/NrvKapIvOJ5HtJiWn7PrIvjGuspdLGCqYXcO1QEhpxHx0MKmGZjM16fgflgYhv91hksWi/o
ewEXsqoGDWq7RhzCbzVXnowel16I+lau4f2FofdGmWdtZHpn7FITt1qukPnIuWw0hk/Hc+8jxvTR
Di3opQU6pyiR4hc7oFlaVlgcG6nabcS+6wU1uSHhTAkCCcde7LLf5gzP1s/8Gk81IjzOHSBgL4OS
wBhHWfldnJbTxga6PoqMR9MZpgoDUm6Zj5cg14jSjzNinaM6j1SXB9zPAs319XarsnD9US2Z0KIq
qslDGK7FfChEY4YJSYzeNYqqw0ygq5sPoYNIu9I2cQs9eDC+4rRS3fvYr29spevPytisJeBlnTLK
kkWVjAraqUOOekcRFe88LfLOE3atd72m1qdAVtqNrPj6s4ocka4v+Y4NTHHxLMQiZ5DM0OrdSisJ
2U407FDNwNlUrj7fPpEv/c35/WwJ+Kqjij6aaHDNP2sSVHDRHX908YpFjbFPAQ/tKh1vVNB8Wvux
QxrryURQ508wtyPi/hGdkJ1QhMaUAEfdXZ+k5kaj9PoasVTCrkyCLC6wJdAPjahWBiTM5/ZkXAZR
7Qn2Wp+Nv27PXVzAi6lD1TJEdsKj/yr6wQnHZkvRO0D9HgrWKahaF4RPGZ4UjEaBn2mgGSBD2S7S
nI22S0fk8W7/CisLTZlFjE5lDs0Hsel/O6+646ETG9tsakOOH0gMmrNcGfIdmHht45W6OhTNM1g2
RHpwvfOh6kgj96iV3lUnqcH8LAsUfR/UNRLPlta3G4FhJQmjMszjSgPsJt52i5kFHSsho0yC4FEv
ZftWVeBGI51zp8FK3XeNAkddG8MTlGD7TT1V/pM/KVuUzrUVhh5LN8gGpA3pZzlnpAJVJR8wFFKU
h1HVMIYJ8cLO0glZQuxfEbRUJTdJ4PKTu7TPt1d3dXjOFcEDRjW80vnwelJ7QUzgcLM0o5dBXkoL
r4MDbUfGgCwi6PcEWhoVbU5eLllbaOq1JedNBhKe4jwvwcUaNCY4jnaoBtfv0uJ7gUXhKaEociwj
9W9ESC4e9jK0TyogS96Kr7R2o079gBpKjGIGlsnnfjC1I4o2IeI2anO6/WnXpgbKiDYtXUuFlGn+
aSNcMGPdYnuVnTM8mwzgQmJs7qMi3IJtrEUjUQgRSRLAruVObloZp8gQYGOsFWp+CTIbVSWcz3Aa
uD0nEWoX8Yh6BPc2tFZItEtWq5WMXeHn3HB5qdn3uKEaBy9HbShvm+l9YyBwjaqWc7g96MqH5OIW
tRcBo1BfoAi/RSDkTK3ej9HNM/2ixzUMcyC30IQrUFWj8bURFl7gb8s50lAHWwRHRLAL5us2gi1O
M3nEoxmAca8gcJ45OPxNmWwdp7JTpkPvhU2OxnI6fkeAwUBMHlVVdH1LoTrTUxPtd40cofoZY2Px
Bgh2M55ogCr+sW/Rjp/Q1fjayhaOsii0sUb4xJjTW0nxJW9nVH5nH5BmH5q7SA3zRybuJ6gwq6+m
hbJXNPId0iMHHoO6KDFlQV4lltGivYf45Xs57+/8HlVFTLOsu0THO+HVqwjjjTcmiFiDColY5d9W
MW45lAHUWrdK1emHgRrfXY4GwRdEvreQzCsbBpK8DSkU4ADkkMVQlJSSUspa3VXbrHiLJEx638hG
dqaj6X+7PauVAyG6VpRhTJKTq2y2rQOQqS1D0fUe7smpbVdppuAuSujGQa1UH1TcjjaS95Vcj+SS
piZfkn6Zvlg5bVIry0N5zE0zM3sbWiEFrYwkrOoBvzfNFqBwbY6/D7c4EFkiHtLU590Jgyvn3Ng+
umryhDvizqm5qjraoVjP6IV8uP1x19YRJUxkAXhzUg5d5JghCqmoClLQ7cdB/hJTovlcyn75IYnT
6en2UOKeWRx6eiq8EHQwVEB4FnOsFRROfPpxbjlO8qEOS9y7W+0Xrjq4dg2Sus9xfPlV1nQjbg+8
8nEZ2AKnyWIq8G7mx8KAEWJ3Xq24cWOhudOr0jMQqV+wRbo3QwOI0hyVbOO7ruwfh3IP1V2a7MS4
xWR7u0Ah2WLMzqtsLgo0SB5TEH/RrlaxZcrAIh9vz3JlJWGCywIdQnuQYux8ljXqX047oVPao3v0
RZGb+s2oR3j20rzbeF+ufVDB02Y1CeIUt+ZDSQnkrxRVB9RFGxkR0Kbq7eat1WQWPY9GVfdqZdtP
fQEh6PVzhLioaegtkUkZ4qv/FuDCkoKPRhKJ0R4qzwcMu8ZPZSKh0J44abXx/lj7oGxWCpciWyYS
zAerLLWJQ1tW0PCbho+0nOsaTp+tH007HDdyxLUvaojrEDg+yJAlvCbGr48uh6G4luNVNcZvSnff
OlMFyAblkAOtLfUA5b/daIGspKYOuB6yDIrBjLtIDYmqU1RWOgYGRiF1l9FK/LPlISa/L0cfNFiT
qPq71NPM57Qz2l9ZTT3q9oquBQUqkwIsTwOSX2T+kbEAtYy+LjUqzxUa6eakOO1JzxPjWxJX8sXA
X/wQAPBz69Gvt8hba9OnQAOoSTBFr2AKmjq0Q272GpJgQZYcRkvzS9Qs1fJ97ICY1XMvvscRwHR5
qHYHeO7J5fbs17YYD1vkFYRkENfofPYxHXbk1mQN4KaWuR3y77uwcPSzhPbG3wgPMH8FSJ7M4Co1
D5Q4CiwEyd20DxBsDOz2lNLNuKQFfia3Z7W2mRkCbBNPd3LKxcFRfbwlUivSXIQS85bKdly58B70
71kP/HiHjUt/32HPvDXudcxFTIHjQ2ERDDLqM/Ov6Rt5gSxYNRGW+u6phRV5wKcTnxr+3+FbQcHG
fe1EbTSs0I8QSkhCxGc+IDLiqJB29eQmihp9LksVQz5PUnaxjH1Tij/iDrHlYSP4vlwd83vUpqZI
50bIOVAZWRyZQZXxfI67EZ1PX87doRuU+143vG89lPH3iTcGD41fo3s9Fpl5bmC3PMY4HJ/GzpH/
uv0BrvcvSSBZA/17CG1XLdQOLVNkICQKf0j+P8twhL9nYAMfi6zMPt0e6vqskgQK4BI3Ko+iZfag
an6nRVU0uS2a2ochVZ1DgD/toUhr4zm0Qw9rXwQ0kjCS7osC6/bbw6/sLVHykwUGklRpCTH3oUGb
VMPQvWiqMEOXIUYNLwLBEO+1wfBOjpPkG53O62OEZjJXOakdcEEytPnusiPd7DAoHF1FUDC6xKwO
Wis5B8xYpu/YHZWnWLXe3p7mdThmTErzNpcsieaycowpmTK0JWqEVR2GH5JUfao9O39HOJTOSh+g
LMrb37XJhTe+79pOIgICCwZxzRN0MVk/xaTTCWIZq1UUjppB9e+lBBx/3MT+xr1+jau3bRIXUBRY
+7CTlnXVummrpDewsdAAgAKe7SN05GOMA+3Ky9/U6dDvEixl3Ujth4ul+OO7kLTrGVFVvE+bJH5U
S8s/3/7wa/uLRiXFenBXJACLQ42bWIRlAaEknCAW7AJUJjGhyEin4UsZ2SVzDETdbo+5ttgkUdRp
oMWBk17UxaIcy65o6Cfq2UX/4EyK+hFj1uRi11r6V4ZP4z3IHctVYr3fiGGrs+U2AsXJy5ji9nxr
KzniV16JMDKV/ubNUCv5nn6s9AnRq+auCnxvI3is7S7CB8fJAHJLp2s+Xgoet7dCnChhibbHYeDK
I+nDCWKw8407QSzUIjoTpviaNNgJVctabp7iuSvMMNHAHZq3tCZ0lrHpP7x66ajUiNcUFSky4cVx
KVH4G+06GpGPTYdyjzWhdSkz1HB0o4jOsoKdjFuHDUaikDmkjX2zEpjI1CD5kh3zqFrCfSnkll1N
ncqd/KnAI6ssL0bRq29aDMjuKZS3u0EZ8sPtGa9sGdIJrnUBSeLWWyyhQYffCMNM6KTW2LfqOp4a
WEAf5c74YMehero93FqQoIdNzUFoGhhcuPMt01NzLKYOHqEzytYedIB1oNIIXqE3zLeF1uZfFaSd
3RFTlMMgY4B4qCrZhF/qxc9hWyBMj2F3sBElX8oqy91FmKApQucUCyZxpH97AJHF0bKsm9E1c0t9
ih1pulhdW74H25Z997F9O8gjeqlxXwWfC56KPyLsfGTEIPX8iK9leJjwBnhoiEBnOY76jY2xUu6n
YkKzSjx9dUr+iygG5buYLK0b3N7Ia9Ryir5P3BDlnC+1rEnW0ZJwQ70zUb/40ae4Ru5pVMoP6C6j
MLCxfmv7hZqwTLeOBixQofmXSiMqwkFO0d/o8KLcpWSdxxb15nvRVOfpGGba3Yif2tnECRkxcyf7
UQH9zw/agLZ+aUnZI/BX/RRaRfoQVz0ue20sGRu7eiWrIQCSPqE1KToE4ue/rWfYlVaUjfLgRl4+
FCdt0sN7dczTe25I5yuy7ejn5ii58ykzZFLlZvQ+3v5QK4dZ0ANUFGzAORGM57+BgQgflpD0iv2Q
0HHnY4p9h2dB98FMbDo2XYOo9gE7Pvv1VwCcKoYUxEQwKosrIGpKtaM5jxkf4CpMRSvMoH8GlSZB
klZBOmDnbqXq5dWTpSmu6BCqgKlpy/eu4SkYX4W97OImVBVffWkMzhGtzvJk4wMQ7vwwSOU7JVWb
jdmK3bY4twxMssFTAWbS8mCAMtSxPMooB1VxUbpjhGcortL4Qu6wpNfyrTghouFyPPY+DyF68uQ5
i6sdbqcKHzpGlj43EbJTvD7GPrAt7p1u/K6BNDpGcvuk4vR50T1UuWn4tu9vf+vrKVOUgD3H7Q62
BIW7+cbStWjqAyqzLnAy9RPFIQOqnIEcU52h0317rJXAA3pFJm8VYAuauYvTHjg8cOSJczKpfZ3f
p8SmzNWSwPqit1VdPabTONrYDlajjvE7DMZ97aGvjRVNmm+hIa4zADAf1gtbi4QWqcv5xPtQQ60E
pgXe6+0IgKZUgtOEE87Gwb0OcPNhxM9/Cx1NX0AcsbXWBdRm+/St7fa+LjAswKqj/uZEnX68/ZHX
BuSsUi8CJ0ADbLGnmshsjSGNOyzm4EPaOUZA2JTCkMLYcOcBqtlIide+I5h4sZyUERCom08QA00F
AELduVpX+Y/5VGfPqjFsXvQi0MyPChUKtDA05JhIDl/04377jlRlWjpcLc5hepX+igqYdA7OMk9d
6iAshK/zeD8FLZL4VuS9LWNJe8wLP3Wbtrefbn/g63ycWpQGBIMYQT6z5B+gH92qEwwWFzclYKZx
EUmfolS17nxFAZlAexwDjkz1fpKvx1u1sJXUgtEp2CD5Q//oqjxfSsj8+2rTuUGIp8QeIw7v3urr
+D6TG7NEawiR2Bcnw88BZsV7Ty/aj03Z/kiDRnuuwyk5xEUwoOnXWQ/0bJp3tz/O9U0pfj2B4Rfc
Tqje892QB4OOk0/a0VpuCyrM6Pq8k8w8OI1SoWkYN9sW3JiuRzUo0uT3CKobGynh2n7kikaYlCDD
42XxG3h2pnuVw2/QGxif7gIvBTUb2VtU3LVjBsES2D1kT8jsi/AR42jXqZi7uZIkdx/KXI4xeMT7
dDw501QeO9q4G7fi6sSoZEF+gR9x3UUPax0V/6xz8eHOf2htmr+xnfH1tXsydHqT3LtCm295nOFS
Z3keEK+ypJEPjeRZbph2eHLl0uvxNFQRgIlTwkDejff0fK943OKOHVioVXR2dMr73nHNQA4Onu8U
r77YRcGCdRIlZAZdbIoWSF0Sak7rgutEXLVtm4MaqDiLB8FWiWRtY1jEXSFpqFIRWsTDomkquzCI
vzqn68/QTPRzo+JKrsoYYkMh3KAGrdzfCoRjFOSgx9LjWexDug1Z0eIC5HoQeFDXTqtTNZS+i06z
t3GzrAQ+VSb9BfLA04H0bL5e4JG0iPpW5zaWjcirNzl7P5MisBxdfVZ9h/Rd0ocD5WNv40y/oMAX
0V+lgU1FkVY2c11slUAFbkRXpnV1Kag/ZPFohS5WmNZOCcHJncvCUb4g7Iz5tIxz2bgPesqb9UiG
KrzNsYJiM7d4hHG/nP0CIqB7O+ytrAKtS04lVxS4k2V/JB/toqa31bsADc3TVCZfCkx5UOg2N+Lr
ShCYDbRY7trjXd0HgBsn2viDi4IHbiFaY9Qb1bfr9waPQ8iF3OpAw2gTzNe6xfu6byV2sTpN8snp
uoo3qSIdKl2qdracyW+kCruc219x7XKDzGhSqeelA91tscNUyvStVmMP2kZmkO8nacR+V5vwR7f7
TP0uFamMhoTcaG40FmGPy4qmv820oniHlBAa0ASONibJ8fz7iAfhiRMzfLr9O659GKDsohVGQNGX
4jcxJoCmXqBaEimS+ZxghXrQwlY6+LFDvSMaLBcLa3N3e9C17SVgeTQ5KapcaWCiY4/rqeV1rs1m
PkdB/rXzQgoEg19vPEnWzji1TVAwooZPfWC+7l5UT3BcJNILx8++mHn3OUaI8hQWTfYgNZ13ocIC
O6HUt3gCK/0S0lUOIABE4Tqy5LMWdu81iikuVJD8tZvWVf4mHC3f2Y35aJzCvEn2KU8x6CBK0Z+r
BLxOX2egTelib3GKVoK4eBTRMQFzKkCR88+An2Tid4nCKqd1cumimoJEIH9qrGq8M4eyPt1eX3H9
LMMbQhgYrYiUDgzSfDiMkfQugknkqkrQvcNWB8pwkxbGwehL/M9xCg3vfQTZ3uBXnP8p2U3/N+KX
TRWU9jJ9G3KT+S+gcuzwNHIaV7KUNwkmlx9Hvy/oy/XDxlTXtjJKu9we4i6BbzMfKU6LgN4xI5GK
DockxVpYMqv8GBtW+/pEHZgjHX+wa2SkyzJClE1jnOJZ6oaW2oeH2jawe6MkiVVWXZ+BtDU/0VTG
KhSYtPrp9oqKDbJYUZrFiAQKAQTl2gpF9fM49Rm7zSTz2EqNMPrCpffR5v8t93oWNXeDWW4Z6axs
JMAzdB2JFuJFv1jHwCgTTnUF29QPzewcy3K/i3SJN33oScO7wdL68tSpkvZ+BEuOiEGtb71QViII
aAxKsaboiiGSPV9gE888e5K82mWbxkdnTN5bRYeL9KS2R7lwigv69oFbc1u/fmeBThAQU8I6gjyL
0rMXWpXTNwl7OArtr1jA6qdkVAu6RFm7cQurq5OEksqdj2gvZKP5JDN5sr1JxtqmHyzje4VP8B2t
IfVUdUl3mZo2cAPfDPaWEmYfW5wHTdeOAEtMso7NUGx7nQ9DqOov3TBoLiSQBAuzMbOAHUVa/bks
tABbosz8s/emUEPOfOq+pjCne77n1N+1SVjuiRKGvaNIhLldZJbnYAy37CtWZwmNU9ThYIwucZG2
HeAcW/eNWxlS/iwN/V2CBNoIp1OtdjS3Rwl7yGF6pPxZbjx2VgIw6CGeOgQloMPLjaxiIhhUVt24
DY5QXwic70st92vAp8ADjED9cPu4rqRVVKQEt0KE+yt9j7aM7IDEsXHNuuDVDEuwxfkv2xIrWQl+
JIi8DF4MhXjJzbeNVdZelwVS48pli4dFFqchZm1FPd4VNiaat+e0FguAtIpLDDlN2sTzwTBXjYyk
m3jJSfr4obL1Kns7NR707bavtUdaJ3iWdZQSsJDkNX3oY+zwbv8KK4QVgA+oFtA/RMObIuP8d5BQ
U+g6TYHVqBjlgGw+Mq0oNBS192BOmebvK1+rPqparqePVjCqwnm78/el2ig/usawHvIo3dJyWQnN
JLV0ZsjUwRouA1RQOwnyXJgFA3XsH9IIl2iGao6pn42HsKrVYId0zZZK2MqokHgFhsghraI1NP8S
gRo7WDxKpdsVtfkJfnKp7fA3G5+VsELUmP6Fcx8Hbf7j9gqsDaujiAsNi3Y1W3w+bGVXHbhRpKe7
yJYRV4Wt8xDn9FL2DmYjB+SbwUpwU20c39Vh0d4Ddky1jitpPqwmh0pgehO24JnhfDJKdeDloHsR
sPzKL45yk7VHc/CHjWGvXSQIFsRBIfhJ+5G7fz6unClVbKsSqPiYs/WoKTXW753mJN9HatrvIqfS
4l0Ct/rcjnpm7pQ4LhPX66NSBWke4Odqo0PrKghrI4EIbaDCYxP3r92US/7P20uzEgxeHouiBc3S
LDMhxYiDvnB6VKWqTMXoV0+ccHwyNVQwUiwS22orIKwNSBin4ycQHBSS5h8HHFlBkRsZK9kqwNqT
RSf3VVKEd2mD+MDGQ2JlB3C4KEyILcCWX+yAdrBrO+C6dz0vMj7VlfkhL6b00ca41x3KrjiGpb+V
AaxcGmjKkem9VKPZ8PMJjvQM9biwaNzkEg4sUVJb2HbLib9DAK7/VDr9Vll6JcZCBIa8Ld4J4u0/
HxETYn1qmrSicBX0MfyFaGrOgT3QT41DB3GySZGCR8vX+/Sun0pdinZZparfXr2T4FajRk3LWeTU
i28d0g3w0qosXSUF4DtalbaTfIs4FuAZd7w91to3RgCHfjRaI6R4i03kJFQAOM6lG0RV985XkvFD
LHeoLdDMOWVTEWxU7lb2EdRFrBjQOCINWEq+Wjq1DZAgPAgTpXyLth6unIMcBQNakk30Z1l4ZHgo
+W2RX1YyAqEOA9GPRBrRr8XtqSVKZKg1raoQDMwhQIjBVWzexbe/5sqRRMaRcjW9BA3t0EV4DmUn
tJy4qN0kbnOI3fp4F9VWtA+cuHz9h6QTRdOAnEqMuZjQlI9N2mlt4zqZUZY7PwZZFee+/Y4v8BNO
j3WEYeAfbs9vZbc4uCdCk6Lfh8TYcn5R3uUprEFXM8PssRtxlJ107JjTcVSPvbeJT1vZLQhzCIGq
f9/vi/HsOEZAv2Q8s22CX5mcgtRtQAsUsja+KSM5fpvl6hYtd22S9Bl46Il8gpr5PAi0SVZVKE03
bjnoVnPgio2mM1/buZfD3v/YpCrE49vf9SV8zt6XtB2ggUEBhrdE83IxUSU2wqQbOyoGaoLcQG8h
snDsqYCn0S7slDxyy1rWPiihNcUXpaOee/THsjn5nUzKqZeypyGUlRvq9xSBluQpLjkGFyeoFeXg
91WUvp04lEKrQfOe/Drz/wqaosF2DU32h66b7E9Jbqfpfqy1wTrSQE78jdzxaik5DlzjgHqAfFNz
Fj//reHH+21ojbBihuBQ3kbcU+6gVfIuKfTpHBndDz7Bh9tf9XpIWPHUJoSoGoSQpRZJMIFDRLXV
cMuotrv7qe7raGd0vFd3FAqq6SjF5Dp3LdCarfTwKtzQ0aThwvuVa4Tu2SKE1yjy9OPoG24dIe9w
8IWrfOix9hsHUvw7830jlAaoSxDDhfTAInzXNjACtcTuBVGRftyNiHfvMXfOL6ivb/rNXB0MJgXv
BHSgoNQ6S2ETNDIyq0USHYhmpr2N0ZJ4qCrtqZUC75CnLZfh7fVbGU/km8LMFFcNKrTzLaNauKKr
ofiIsqdiwj0Fxvhmqqd+AkTPHn7vaBnqA7cHXdk09MlINskAANktnxNVWcjO6FeGOw1T8ckfoU4X
dB/owZboBCHof18oPNRvD7qyjOQ49IEpP1CcX6ZyOS6+bR1GplsHpfSh8wGNnaNMwnXGLzYNH1eC
DW0xog2vF1I62s7z71qrbSJjvq65wIKTYlc3gf5Q4gbe70g7oreyXfpAC1Rf5X1eqohKG0Ek/ank
hv0Ow5b0l1qmaA+wTVPNhaoy6TtTrrvhpIaqiq6X5ktnvQsbdCK8YLhrI1hLO7WRQS1aXpNHO1lC
9m7P0kVfzTwev9z+lteVZ1ocMk5WPPt5JVM/mk9PDwwyNizI3MIP5QfA+mq/cwYjFcjeKqp2/WC3
xoG3XXHfGhXKlNZoVNFOGkKrwQVEs9Lz7d/ourwkfiPBRaecxVt12UWXaz2oqE/mrgPSrD+wqHF9
DDV/kg4IH6q0OKaJR0lWA0XYYcae/NR58KDI6ONOt58i2az3Fcbo1U4GhZ7tTCSwczaorMvHECJA
vA/rKHrKSjkJd5Vmjl+odxv4e6MNHx9yLEWeR9VCeyqJdbwoMEFuLuHUOyGi/oYCxwam/I/bc77e
0ShnIFgOgRRNFIrQ80UYkxLi05gVLvQ7cz/manKu0gaAw9Rv9bauwwREIBo4vIXo3V+RRssKZoaf
Fbmr2lX7Jeh0Ex6VqWCDg5DeTuY1uHFaV3cYfS0eCSJDQBFlPjks33BTB4zqqk3UH7jY472eVPHB
zhtIlV0G8aa0ZTBmk3GYQGycs9Hz9oGVh/9GYP2fmbN7/eL0/iMvxipEXX3xx//6s/iZvW+qnz+b
x2/F/xV/9X/+0/+a/5G/+Z9/2f3WfJv94ZA1YTO+bX9W47uf2DU3/+0uL/7L/98f/uPny7/yPBY/
//XHj7zNGvGv+WGe/fGfH13++tcfXMS/bSXx7//nh2++pfy9pyBMwqIIs5/11d/6+a1u/vUH1f9/
UnETdg5CGYD6wB//6H++/EQx/4kzNbURkG/08gR8OMurJhCj/pML66UaCAeB/+aPf9Rw9/mJ/k/q
kRBjBfwfPg3SVn/89+Sf/n3V/vuL+z/z//z5H1mbPuWQ5Ot//TGvsUqiCkUdijLUfEv0ICuK1kin
h8HsL7RZfqhJqu9TivvorvUHA8rOkRLz998+zcpo88vqf0dbbECcan0/9JzxoVWbv3Qt+zKEw2es
AZ4l0/gWKe0W0G+ezvzvOHy135M2GaaN7ynl8ODn+v/j7Mp649aZ5S8SoH15pZZZNOPxGjt5ERwn
oVZqp5Zff2uM755jM6MRjmEgCOaBFMlms9msrjorZkSOcjc2Fr3J07S7Mwd5uiuj1A5LplvfmMFq
SoBijY/9kBY2yUsm34/q3BYkN4q8W9mGn13Mvx+lfv4oyrRpSJp4OjC7eUU5vorbQTHvtcpZIxn+
7Fn+7UGIxssGdRtlA81qRYq2NbKKDe5TXken78har4VwS50IGUTIyWWDbBf2zoLqGYf7UootIj1f
WmPmX+hAdMF6gasniJf5QULF4S+UO43bRgWvrDnbxV3HwdF33Rjf3w/+DUb/mS7x9QTVHY2NOg8U
syBZ86RDmCOwSmiR0MlO/LhseVDpOvQ0GlnZ4mFffjXzuA+wSQ2G67jUHyQniZ/rqLNVl/IhvR9G
J5VJ26jJaTIiDWeirWf7uOb13fVPFhCs/36ycBtBflortLjjhzSf4lenM1GMW1H5sQcPSExsqekS
Mtpm8YIXJxviQnkaE5bU2tpRsjhn50X7cB2KcP2I8ArDD3lWuXiZua219q2UJ1QODgQsD25fG7eD
/owoZYMyNTLmtpekjg+W/t1gDC6CdDdv9bsZWV+JpQDMr0zNwu4SE30Vj61aGjEzfLqVaSDbx/S/
5fX+nXTBa+m8rScNmJBDbOtuap2KOCVz27tttQbaWvBXYo2ZKseDqUroQW++6dVRW0NnLW0lweXE
DW2kOsdWotW3ygEoNEncNLpxmjVnsPThgseZ+zbNdAUd1EWoNZ0PRNvK7lxqWXAzqPqDIkFy/nTl
TsaE82glEbVgKKJWldn3k2KD6DasJyn19T47toWxy2q2psiz1IEQxxeOymncm8kBVIWtzziTiV6g
HFPvptvrbmDhGP2LoiJP2qrWKivsZXmHmmVKosT5VUpsPxt015rTWt39gv2IaGe5BMSKN5EdJtTZ
gEGHpGrvdyhUUq2V28/CMr9DsT74k76EwLaVqnYIupZtPrJNXRYrwcZS0+ffPzQt13oST0ZnhwXt
+yDN5N9ao65BopYaFyIMqXSojEyUHUayCi8W28idTvKP6+u7ZEHCts1rBULxlWWF4AA4TF12bzbp
bTTV919rXti0fMgVRQILY0gT675NpgDYlTs8GgZfa17YuXykAKw3hhmWw7RNlQjV+2NOFL31rre/
MPUiiFaVB5DAV9QM6753lewJogYrX74QDMvCzk3lWh3YzMwwZiaIPJrom60P38F0ddPG6gNyjDYB
QfbXNrEsHOVSNHVsAAVBOEmZRRgFtoxWb12d36esKryWr7FGL3iLv3JtMweRQ4aOSlSKoRY04P3Q
ERpFO9zYc7y/JWvRwYK7EB+AoHQG0pEBPaVUaYnF0U1k67NXduW+S6w1auolAzj//mFjA8ySDXaJ
bjpk+8BPPKrE1uavnTtiJSdAj13c1LCuopb0vVw6jTvJ7bDS+tIMCTu7GTIwGSGhGnb2K8tf9f5I
q+98LZW01LqwsfMyUtuEJfAb5R3rjjjmgkEbSd+OK1tvwTHJwtZG0npQkROwQrxwxtuIl2AEl3pM
EDVXuGYuDuFc7f15bVkBtY6COjBWdWIbeg5acG0qiVy28qaO1JV1uGhC6EbY6bIzaFwfBytEsQp4
4qhF0rJ+ve6fLk7SOZH3eQg5r2OqV7UV8si2t7RU/bOaz2as1mRMlzo4z90H+1eLOW7KllqhLGUT
KYvIq4GCJnlbrAChl2bn3PGHDvBeLs32JJmhrILgPZd1LzOHNRX4pcbPv39oHC/n6aSWkRkqaoEX
o6ZKiE3TlVebJfMRjmWeapViDo4ZNu2AvLv0vaxR7WY1SkU4EONfW2BhE08a1Sq9tDA9ifY09Op3
TutXVWFrb79L6yts46lMB9qDfjZMukNEGy/VCyL38/b61y9NkbCHI5S0lgDxmWGb7Mrkru66U6Fb
qB+Kg+sdLHy+mDVmXTSj/gqfX3TJGwOO5AVCm81DDsTRyu5d6kHYvWkGAlO9xwLocUtBCcsir+Sj
6sXNuFYbuzBL4rNf30xp2iYYBI9ejVYKGmj5JCl15yj1r0/Twj4QOUyaEXIRullVB6Pou28atbWN
Y2bt7nrrQs73f5dWPM6c5+7DNqNa10m9buSHOc6pmxpdEQcRz/MftilFN3I3Ws8oomHMl+YcMFDZ
lvBkq1gtf4xTrVv5ivcL7F8plvMT0eevABezrUQgAjtIeMP0oQba/FRQArPTUEBSQ0sh1RKS53KS
EF2XHFJBga4jDgQKtU0uqfqmyropjHUruYMyt+Hm+WyFtprWsTcnU3SbQGdxLzfRRHRQdXpJHI0N
gQySdKh4vXpon83q0iAEp8IcPjYoVGsO2thAenwCKwKkeEFdwQlglPCQePVWDZLkFbAuCehQ1hIP
7xe6Sz0LniYrRurUBssP3EIhYcRfxtrcl1D6QN3X8aw3lcXpHjWmHT6rKa3j2IL2ES8lkmJu+kS9
NWduEvssinXdqpY2nuCZkMhJbN4l+YFyhe87vTZ2wKdIN6nT1ivbQqDU+NdwBf+EV6BMzqQqPyhG
hXJJJx74TLI8xyO/3JhbltEp9XQsXOyZE5c3PJE4nuMNpOKA5taPCfDtB9Tfdb+uj1moCvrng0QG
LXCT8VKV2BQaxAhwmHuJf39rE5u0u4ig580ap69QZvZvT4KhTX0W5RlYS8IiJ85L/j3bz5Fn31p+
+6b9MRPSUVdJPfpzZWALdm0I1qU02Eeg1JhC+2id6A1oJYDPRCqTcPKW3kwesBquNbqaH2/HlZvt
gtMT8SKpk1qcl+UU0lF/MCh/nDr9cWU4C8YpQluVpMxGFeFpWPu4MbuFDzlygvdaormaq/iy17hr
dQ4Lp4MIYjKrAs83QzGF6TCcusq61ZMsA4VL5UuDXH1ts4nUzk478352MixPLd+msnTXJMbe0Pma
0uPCIESFxzjKat6VVXaodEkluPHG4KyPCjIDtOD3Zb+Wzxd4nP8xa/Fhu+jAFonnVnZAPjL7AWfP
9rLc5ntG8do5zyqw4XigaQioa+l2gj8JkP2gwAOPzaHkU/EtAmh7z6ap+sOzUYaoHl7iR6JHmWIT
ueD8FlgspSDUsmkIDPJw242KHOZqqbygwAXCWSmde4DZujVRsIWpE/GWrdTovDHtMUy1mFTlj7rr
/aKfdw5dIzJaMGaxyBUVTxyyjQ4YjJtdPqGkNS6IpD5c3yrny9SFY+UvsVdmSm0+JlPY87773oFu
HpukybQTdRzzAHc3BnWkGLtU62fAlB1lxeMsDErUjRgTU2MIxbND7pwAeT7E5W1irQEMF9ZEJLnq
gSuXE73IDgPLz8SYU7mldoZiSJyTYQOuoRXCvQUXJlIFUcV25h5saAfedBDBsXIfT+pracXLDzwg
PT/3+iFsQ8mOYw8zKw+VU26jdHC1GEnq+Y9Rg1xdOzk2cr4miaVv1y1hadKEE6cHIX1tW0V5MKFV
AZYbV1cfWNYhv3v3tQ6EM8YBt5U1mxU6SPexfOiSQ6zmhGG3Xm9/6cwUSf3ZkIwdCHDZoYJM+M95
mu2gwRsZEEky25ao8ts1acWetcGYDlWaIIa0OduXsdo8mVRTvK7i6ZbVTbFywi3NqBC+KDpkbJih
s0Pa2Nt8Gk5VKb9lo3Hok3ztCv1eNnFhA4vkEnZV10bcN+VhcEcvD+pN6rEA4lmB4pWu7Y1uRFDU
teGb5sg2kke965OtnQdxqV/h4oXXvwjPsQjnO2/yjeCnQvpN7VK/dH9z8nw43Gju69MDRJZ9mTRE
JQ+/fvXu9b4XfIdYCtvUZac5ZVoe6iHdtJCbJNU43CnqGrB8YVuLlV5g3I80eRzTAyA51auaKCzo
yl5fcRoXc7BgyjyP6sO2Rl2HlsgDnBOVoR/wCDytW+l32fyGeP76/CzYncgZlTcgSaQ9euilgbnM
gDqJDFnjXtbuoJm35p+WVkHwF6MD3k2lPjtZXoAVDfGhg2vrf2P7+idQMAVnMUrTBMKaPDuoc+IV
0i/OKLETCaRfK/fRpUkS7i9yS1WA2vD5MQrkO5A3oPbLK62T5NxfX4UlKxJ2v4H3T8h+9+zgJBqo
q8odSv1WNt9C08b5MP9gQkPscHgtPKsMjdkdJCPzeymSVtKuC+tqCBu7xVUuVcwkPchx9Xvm7XNH
ix1q5NQVN73UvpATBdQNBaLAux1GqhzHRP2dRsoeOKnf16ddXdhfIvrVAuEupQ4CcnB6eZmfB4kP
+9y1N/yUe/P2LSdyoICG6bUhldv9Zpue9G7qRn7uaitDXFqf89A/rI/S0lwqRlw/dECMUAuzYXKz
YrYXZ08Byvdz0+mc6xlPax7G9saREwKokkuzx+tzd/G7Ab8Q7MrpYzvPjI6HwGISjd1kxUrDFzcb
GhZsCsV3VRHXZR6yOJ+RMOkovW2bSP5Tzkp8l9Ak33xtBIJxJTzu9KorurCSb1FK4hXxmgbh0tyc
h/ZhTScGAbkOpIahLW+Z1pGsdFas5aLBYnIEa4mbZNIHJ+9Cmj1Ap2MnVQ+AEKEcJvV59N8q7v7n
T9HJeVgfPt/gJjSjIpOHXQf5NZqTbGoIV9bYMy/mD9C8+rn5zpitspQhoBT3eIZTj0r6KKW6axeA
vONNEaHlFydLcNsDKnooJEi7sO9scM3saqp7vAfCeCpBK3B73YqWRiNssq6iKPEGCCeUbaqA6H5K
tgOnTiBLvNyjUrd7roGHcIvYif0v9SgiUVKOG0RUJB08enpoFPux15IDNeTBzWjeEFOh+8L8b4zD
/9iCyHIFHCR3KuBpQqmuyAAcRPal2OZMbvXZDEoILmiRhO1nMLk/ygoUygCX5wAaRY3LYzkL8Iou
rYTXC6skIlJmWU14b9VdCDHz92x8TpqIJ3vbGvCUzUwkzowufVFGFNxeX6UFNyYiVDJLKiI9VboQ
IC12o6J64JZW7RwgOFFJnXbZ16zhLzxA3YBGdow5yFw9pMYHH5Ils5+csrXM6oIzE3EASt1AY6Wl
XQjbJr1SEyX9dX2KFpyZ+O4/MbMYGg7bsodil1JjlyT1NlHreJNWKLqvo36lo4WDUJRCp7qdSmrE
ulC3ssDobhN79tQ15r7LV8mzIPFnQ27kAstZGn1IIzq6KPAbt5pSoFDdmqpdOkuMGB2WG9zvKgFv
gnlbZ3EZSJqao8oNYOkSkhxPlraq8Xb5DQcfJDhYC+JVYBF02jCym4lkUbLpa5DVUKwfak+/V1L9
KBVFgGog35FryGqq838jx/vHXYhV4aqqTnqiYVMPiDVk7bYan0C2dt1clgxR8LRaHI9SXsLS2/Kn
nbxqyVeC2LNm1Of1A3ZnSHUt6kNQCYPy+ikHFbcyrGk7XP5qqKJ8bh2yjEOdalYf8ib1URW4heSP
d31CBN6A/59tWYQMqGYFkTsLlKxzCZFHVcoN11TSMtTqGpUgBsrU56RqfSAip1fQYoEsx1R15vec
pjvINkGyO4FwiQzaMT9DnecmkSj7ef3bLrs/8Gl+HjYoSCVGp4aHTlGB1VTeGnnmKvlWl5UvmYMs
0u23qizPzShhU+f7BpqC2UrG4D0O+StboaCM8/OnA2+pOGmHhgHV9atddk9D/qh4DBmTOODE9Iag
3Dn79lE/2GGzYW61sp6Xnz3Rs2Arhdrk0Tg6iIwO2snedDsjqILhiASQdJMcq7ANih29HQ5pyHw1
jPeR7zyWa8UP75H7pXELBzJ0guY85nEe0riWNXeEmmZaG/3TaAGX5WqoRXqMTZvdonw+aglvHTYS
yJKw48Rb5btEJchOm1ztb5Ap0w8MxeGyLyGQZC4EfBvNTU09u+GSCi6BvCogGmACgYpaQ1shLGIO
4dacuK2cVmQsZu1uRD2Tl+vx7ElyH0F0mcs+jUoZzlVXdnJtjCcKVetvZeWofxyQ5h0rs6tfnLku
PcPujMBE2YSHykCLGA7lN1JJ8yCFwAvg9Yr1KHeUu72Bh+RibFmYdwUjozHmQSHLo49yMeRR5X58
KsEAswNZgO4nIIZ9M3pUQxG8wLdHkPiZgdVk07EqC9UHQw19a8qkLQkfQNKIOsoMoX9dsZsK5dUP
hZZKMskMTXqNICZ2UGuuEGqAUGJCJQBwb3Mf/wKDnkNiDVWR4AvqbzITJJESqGDdvop+GoWlPGsx
NGHqKJ5vLbxj+DObgVjRrBpyCDxlXoTcoQt5oALPrKDZncsKl359jipfMXNpY8u8vZ/kKfKrTAeC
wxyGZ2rMDAy3MddeEORFBNBU2LSUFWFTxxl0jpSZjHxizw1roqAsk+7G1nMztHLU7MEnO7sc2E2X
O6yCZnMfy/6U9ZZGiiSZXBWcSxGZTFCyIklTmKQCgwol0MjjPgcp+cGWNOWhqjQlJ2oVO3sQKD7T
Ae4DfolORYgMtr2n8yCtoTWXHLJwOYvlRodyReXsx/RpzBs/jddoAy6HGX9VQas4/y1Dqp29OVcp
0cvWh9jgz7k1t9d96tKXn3//cC9roUo6MgVX7ikZ2DEvjBcwVycricDLoAEcg0IYk2YUjKMomwsj
U9M9UJDQ1znpIj+CDNE+KooxoBFL3QkKPdDcAuEC7uSTS3PwlQIYJN2OaQXMEcNBJENoBhKanXoa
aTGtDH7pQBGCmrrnNdiiUx4O6hAhFk03LLVtDwR5IPP4GroGHlgwDl2iLRiwI9zcnQo5xJuoeLq+
dgu2IeJqDGhS2s1Qavs6xSbI5+xnm8Dkk9ZaOQ4XwlDUyH+2jlJLWDS0jbbXHZaHtlbOWxP3GW+W
bNllrA9LJY3Bo866LTNSzx6ADJCV4tTl/bjRJq3YSPRrYaD8F5VNR/NImUqczfMOHHJgPyDUXMmJ
LxiCyBAPEc98auIiDcfqpDkQG7DHHaDpm6hfe6Z/f/q/dBIKwUssWWNSnq1gwP56HKYkOVSQDtqB
rUXa2k49o3Kis/Q3p2vnJ5weBS6OShrkBl4Qxwmo0HFq2rsSSSAwo5xz0pPhBEWZ1VtA6BUXr7TJ
1olKvkG9WrmP8CxD9JjiVdO2Qb3Rzn1gWbp6V8vTQBC694FkVbLXg6H+2TGkaV83E3S5eM6ONlTd
b3LISm4ToIhcy04Z3hVjya8MCeLOs+2EKfgzPKuJlRuVgh7D4VAeMUf8j0OQfIsEWHMXFxX353bU
XWcCreJ1iz8HLRcmUXxYbWxElBKoI0PuZcwHb5N1THPSMW/1orPgD8Un1c5O65JCJzdMlPYmG819
1a4VKL3nNy59vbCb6rinBnjY07BROe/IAAY4tktMyh5sypKGWG2ls4BSXXkpNGffNXVD5i55Lvp0
CxEa+jORM4DZudTO+8Swm0CZEmuTKxUwJXY3rszxOSS98JWGELKBlXLgnT52KKKaKq8ClNdPwOTo
N6qubwFr6Z+BRHc2shU/qV2+RuOy5MuEi1haysABlrmDYzl6HcvkUefy0+QYK1eHpWUV4u+8qSro
lCJtl9A7y36O0sfrBrnUrhBd55mK6DbN0rBtGejy8BJJ05XDc8EniQgFC3xASjHCYZimTKp+cOW6
9OWUb8y6869//cKki8TscdGaHd7oupBNNxwi5TpopFkvB9dbX5ob4XR1SgRbGTunSqeepNq2q39d
b3hpZgRXOkVxgXpO7FGl6/daZbx1fe/bKoXilbNSmXc5jQT2hc8HHwTBurEHdzZeIojDjlKVuXJx
kprRbYo1vMDCMMSX8ygBw9CQa0nYzeaDOSW/K33cZVF/o6VfjO5EkvhqGM0YzJZpiH4mP8tnzdcT
vqYFtTQAwVOMipNAAoHV+8TRqV+0gDcBMaI/lRC1+gZu9HplJyyYqfgenkrt6ExSj5Mf+lc23QJN
5avJipUuDeLc6YcA2Bx0xqmCEBXgYI1o9vDomNMzqOo8dYSzvW6xSyM4b5EPnfCogHMzYbFqE+BV
lpgVdSPn7nrjC/vMFILs0k67VIdsdthZXUT0qgF4uSu0lRh56dOFXazW9hxXdtOFjgllvmkzzIbX
6ysB5tLkCztZlSCbXNhIoVdTYM1BM3lD7BdrpL1LEyNsYvgJSnH9xtKahYdrqVuvMR0tTIr4AE4R
L3axikR8mz7L8e/IhPI1X5nwBdcjvn9PfauO85jB7/dyj1hPSfweGMT9iCyo53RlsqUDNHS/YDtg
pBUMc5oyrU1HYPtqqy8fUhDN73tZ77/YumCZGaiJmdpbYyih8HhE2U4FoqPrH35xBfDhglmOtl0D
IWqO4aTfgboTZr/vopUVuGiVaFuwyjYzUC6oKmNoz8ci+5VpN3rzvUpXUsMX1xetC1Y5D3IJGobc
CWPj16RVpAG5ThFlhBcdyoS+XZ+ehU5EAj7KOx47zjSGM899xMzEtg+GUwQT8rVj/Pt6JwvzJLLJ
gz9MoRX0PEOrV4jjvGV9d1D1t8SSV0ax1IFwwPBWNqZ0hv0ogN2Ms1G4ddUeIET3S5btL9XI/03J
Ng11i2iXj2FUvTHeH5wYIiLgab8+Rwt2+hepDaeQku2MMcw5dyVIZMWAsq+qa5430l+xOr5d2L5Q
O0R+DGFDqG+iPw4nw7E8th73nT/tIyhlHlYTuRcvBehI3Ml9GkPPBR3Fu04leBA8WIHpMiSwR6Js
rGN0MvbFLzuoA7YpVrLH50FcGpywxWt10mpANjG4nOdBi0yvKzPj6fq6LNV2aMImz2OzkCWKEZ0v
WQHkUwJzJ+9AWXBoyBTmru1e72hpFMJ2L+LI0CKINuNCqXqV/uIA2nK95cupfUjbCZcaPoH0bmyH
MWwdLb3J2sq5VRhgubmWRru5N/B8MSZaBi5Krh/z2sw9e4yUnRJP8kMlG/0Gx7pzyHiNzIFT68+g
XR12hRwxcIzzzC0GpXWVKdZuqnRIPNRuOR2pwPC2Vlz4jjC5sMIiLAesS5TNM+bGIGxn340v0V1x
Y+7tTUmgBujGqHE/WTeczK7sZd+7lpiBhDeSyl07x99d+qUvEDzMLMdqh7KmMcxI52FzuhJ5yXcF
Kcnp0b/fJeRnHrDTSDaH76/QM3dhHDJ5vT0Xc5yRrSngpUkgeba/Vniz4C9EvR+zgDrf0LRjKOtB
zFXwrj8pIN9bsZizcV8a7rnXD3FokUEXqzUxXGnb+qMnEWMLjiEiub87YsFzdL4NqGzmoYIXG0Be
OfEWZ1lwUzLrJ0nSsdcGdw7wLkikg3HedPib/Mkd3Al/6Q4aHcQhFml9hJhEwyK0RCHQ4QWot9p2
+/7N+ZHemG+RQ4yJGC500VY26WUuIWwlwb/FOm1GtcQXNrAC5UBDFpSu5Tb+gDkBEmZT+SZgxB36
pOB59q+vx9JiCx6uG6XaSsYey4GdVdLKQ9GIqTxdb3zB8bwDtj+sNe91e4rOm6vXAzAF5fzn9XaX
amje5/BDw2nUq9KcoWH+Rr9ZWLGzIWlef5Nso82PmiAv66Mc0e298Y+2P6/UHs+LpDq2K/HZu3+4
YMYiWsluLJZFNr7AQN/RRvWzbYwiK+p32+gQHSy39hrfOcoB4PR+6kte5Nu+tuuC3i2e13bq+0lx
6Svsz5tpsGpm4XiHVd9N/rCpTtGeH2ZPgRfJYT14pvaNe3Wn7qotI6+Vy9x43x3LU7VvT+qWucat
4a0sydlML32K4Mbqmo9pi3fREEzvIxwYvbdwpJ3h8N222mbYVj+kH1FP4hvFnYjjtaH0WG/XutfO
9nqp+3P89sEiGg5S2xKvNEjL6u5LTyBD5kWuvYl/pbd0a3Ay3WghTsCnKLBP7YG/6kHhlQHITbA6
SBr7KpG8tXW5/Ghxlm76/DUjMKp2Ep9jlYRIp+6xYmR+Nm+tJ4oA6dCeQJv4U7m9PvNLYcT7R3wY
uuScJXPB3xDOJ+uB3Uo/odrhVv4UGHv1gFVeIRN4N+1LUyw4KJzgQw4SRhjbvjqw2/pm2JQb6x4T
+mBtZpRFGq5MUNa8MXbT5vrYFhyIyDPvpDZ3hgarOsQKiNhtV6H5ir9dcHzvKKMPszbhPT3OZMxa
Bbhm127sCZplIEa4/uFLccV7RdOH5mWrYbJ5PkSbgJUEbat3xq7e0ptiq4X1U+2pb7kR6Kc2cPzu
Z3YEbyyOcnaMf2vfVz5hYUuIzEAmwyWyPR95PJhctoPG04Zu+w1EEPbAg28yt/UGb4Tx9zsbTqra
DCtR85L5i8xB8uzMKuALCGxzIr1Ut8Mxe1J30ynbWfvse75PHgDuvT7KJesXgYJ9xCOjKbUxNDfJ
lj/Kx/TBRAxtv9jb8gTYY/w1UxTxgraKGgDo5IwhNSYvTaH/1K7RjV8GPIHOWXAXw5RKkw1ZCABk
xsDc4AF8C0XMvX1IdnJQ7/qd4WYnZ8VTLxi+iBoEOzFTAGwYQyc6WfZ3Sd5F9fPKYizclkXM4Fle
BDrGM0LHu+IeL4TRn/y7/qR+r0uCtGBCYoh+QBiiI9JurYhlaThn6/+w0VD6ZGtSgS7rZnanJIyc
wjOKlRz8gv8RcX8gDxoG6DQhOgKUNmWbeZX+dKll4U7WKqg1pDESPE2r+1L8E9nZlVT1+ez/203b
Iu6vHoeBnuvSQs4N0rMEzudNTp+q8U1nmPtmbZNfvo9DjfTzxE/tFFexKp8jan2v+jlq7lJPuq/C
xi8PAL5ukyA9WrsacU/kX7evy5Nmi8DAeYwwtBoerZ0fM/YE1oWVw+Cy3UKu6PNYlHhuIeCN1UBy
B0Ah7kIbxu0izRuBqb/+7ZefXsFtLGxy2cSbrnl2II03vySv9EbdJ1sWKKF0Y/nSsQQELr5vbtg+
WrnzLBzY0G34PCpQ/Aw2ZGeQVvrRJAQ84cqj8VzclU/Rd9p7uD76dTCZmyhUD/St32q76yNdiM6h
K/m5X0tHEbpJMVLoiRMjOo0BJPn8Zqd55wA5c8HD5cU31Z9sV+yqV2fP7lWwEZwjhzVnfdkpQEfj
8xcUs82YWWI92254aexgiI1jq67pxLznti5tMSFxo8V0trIKA6z92jeIjCt7uxmOLa6LjffjMUbo
nQfGz3KTHW2PhS1u7bimk+Z37p8xjvjXd27z41qt1dJoBV8CnZ25mZUeyWJ1TIhqaCmxmexW3Aqu
r+jCvhOho/MAVfiyhY9tLJRbjYc4+3294YX8EYiKPi9UXhomBBZhomdQKtQJPCOsgnHnBOlp3Jpe
hSuUsp9gHYBjbouTuW3gUq73vTBrIqdR23ag0xmwiGOnkLZ6TQwUMDgrM7bUuOBQsm6ezGaAp0LR
jE/PtMNQVDXWXj0XAixoI36etmRQaVrO+HbtZLw0j/o3+Zg/NGEUdN+SX9a3KSbKShS54OVF+BXV
ZweCeOjJchJPHjO3iytSRc/2cKclfyzgTGeFr522Z4O9sK9EfJVVqNGgyrCGF9X9oZDUe/xxzAgu
+MefyT74WZIgIfexh0xRTlCSsDGR7JXJH4DCETv/Cb/d5e6368axZPGCA+HDmFW8x+GWy9ofw6x9
zVRWml4oV7f/kpeSjBx0TWi79Ms/Wu6OJYH6z/RUPVj3zg920+7qAJh6z7gb99wH9j1MvxTD2rbg
KCbZjlldYzGNqgTXXE/KYfauT9jSYSPyp0BQzjSUGS43eppc2e+PyT49RbsItODIU3Jf2sgH1WO4
HEIMdrq/3uvCNhO5VFhmQVaDIT4b5KOuPxbx6+Rsrze9QHRki+CXCkRKgORhsnggnfjBCJO74sk+
jPv6FuuzT06WV6/0tWBtIqasorS2oJcMLzj2bmlPwBHfXh+FdXlHiViywhnkUTtv3zl9KkE5qsSG
1w2QsLZnd9RXIk5BWPR/BRvQtTyP60MMnqcV5E4s9DKetBNkU3cOAVMK8m/yqfGjt+tDWfBEIlJI
LVpJd0asNaTfDry7UWuk3gArj7r4UOpgNJqMbZEUKxO3tCSCA2hxNJhFit6M6rHSXmttpd2lUQih
Q8HlaVLU8w0p7VwIIaUQZJgGA8rqD3ncotAATD7qilktrouw37UBr5ccpRehnaskYbumrN32zDGn
I8OdICuqlETVn6zYPNT1bZ8Z5PpSLWxLEVY0yEpq8hwero9uI/MmLb9R+8f1ps8H6IUjQoQTMVtC
zbaFdWn6+amKcm+wrP00FHetlK8s0cLSi9wakzbl1Vh21g6w7BlSx6y9NxRtzbAWLvsQAf68WbI5
j4pZKqwdVMs6Sgq9jzfc6DWoLSjmTgIhYGDlLN8AiljdTpLeb4ADaN20deztaP2u1Qj6RqxE3epk
8NH2uW1nKwfwgrcQeTmaqHfKptKtXSlBobz+7swcYkd3DkDjWvKlcgLVFqk5zCxilBfQtWv4oJ3i
WTVPQJsBHpCWa757yf6EC4jp2FnX9YqzAzlg8zqkCd8UekJPGrQlV47SpS4E/6CYc1tWkHPYQYZp
hPITPZZy8wsFHSvZ1vdj5pKhC44isoE14Ipq7TSV9qGqxw7g9V3qzWY5EWVI7F+JArJyWx/BgtCn
0aNadsM25/b/cXZly23rSvCLWAUQC8lXUpIt0XscO8kLKzk54Q4u4P71t5UnH1xTrNJjnCpQWGYw
mOnpZrcsrprUz9t6RkYx0+Jogxh0r3mkHxe0pQSdxRP8k+bnbm4GCUIoH+mk1m+lTapXmlTqiw3U
Hm7urLhNl8V7tm0oEmvu1PtCxu0RiGtIcGpo7zna64I0U+kepGLWq7042R0IVoAlmXqQ1Ph2nk5H
SP2mi78sDSpMJD7pqSanM5vosUxz8k7bavot7bz65eSlLYOeJKDWt8GpeGzQbHJEax17m/qOvZbz
2O5LIkR96CRBaS7ObCcoRmRQWjWC2Kdp06Njg3kWNaeRHHJ04YLHKcttRBwu2oZ02dN74NqF30yd
U98svEQJL457XyWNt6smyK2hm69Y7man6p4tb+4el3JEbnsiW/qUKwfHJMsrvALNJEnrHmMij0UL
iqJhum8YPVz2jysmbNLkFYuM0djiekdvYovrT+243A+5zH1U2/O9gnAdmmBGlRwvf27FV5pigqAF
0GXeAT2nxHAmXx4gmj3xjQTGylKZwJVyLByphN2EwkJn7wOdXwu54elWhjY138s+imSvQfquLbuB
YfG7LkFv16Tjb5cXZuUDJjxPk7lOJyiFHicrLYOiyia/KWxIqzeK7K77hPvfi8TpYidditg6sjIL
0AHtj+ldRuuNlNjKQTIx+NCDS+yUVe6xz/pXHBsaWJG8hX7bj7l2rZ2Q1evlaawcIZOsRkFxD68t
zztKVTzVwBsUxbRxk6/F8OK8Ox8C08ESitOCe0fFdHmkDRuCousSND5UHa6DSFo3uePsXHaGWKOh
r1VFdYtEPPr+igJhOXQaRigJzbpLw8GFN7g85ZUgxuRQhdotG/RkOZgyvZmLGy5BROJCJ9LZuD3W
1tS4ADX0GXuvcLxj3tVPFbECWm01rK0NbVx8g2OLVNPJPUZC1jdTXNt+EhVbaPG1lTFuPdsZBYmd
AnYJ/E+QQQjIH12Acoh+jEGcsBGfrs3BiIvBJ6KiIfWcY67lS+zOt6QatwpSKzMwyTC7KgbWxKqi
I+4d9x4C8+6bcJvhobVr8uIsZOtlt+JgTEpMBpFCICBc51hLoJZp5NtTfzt114XZJidmp5k1lE5p
HdGm1QVzKZvXQTJ2tFmXfR+ItZWRWJvFeYc+GCgUYdGWyLFadKbvSrivaZ6enHT4c5WhccMOWLSU
IMUg7pFMAIRMdwuNd25zyqeNa2Rtsw1jaHOeZQDORkePQyltFAUP2ji6b/L2YSnrjY+srZFhEw6P
kgoSftGxmuWxKqjyuaugZtb0++tWyTCHLI+W3BZw9Xn+BZ3kgaInjbbxRWy44ZWrxEQC12SkudcC
PwsldTdwhwa1BqXvu25Crz+D5RXOVufYyob8Hx54iJx01BMNa/E2paD2Eah6NKWfjRu5jpXNYOc5
fjiw1bLwwp7Qi0Ajd18pROV2lzzm0/B+eS/WMuImnjaV3tjFjaJhU2XW7WDz6q2ovPK2g1z4rcOc
/Eve0uIgXWv+M/OyebTpDPJtkAwguzN2yVOEE//sJTXUZqtIuXdsVD10twbt13UyPlXSm/sg9s4B
A4nHwjsMkJo8dvUotrqKzgHIJ08XE6lr0czrFreewzzKRNCXegeZhduW1YNPy+YZCibfxniTFf5s
Bp99zbBBYqEvOOKahkPVO6Bij9Qr3n/5iBYRSM67yQCBrrnvakCwMgsosSIbJ78DdUkwjmzLj/3N
Qn32Kwwj7YoWdDxcLWHkjDNo57lsQIoe4UW941F65gpwWf7LO+t8gxyCVD/EOA+3kGjQvm5qdmO3
MR4pBRICpKLcXybVvipnAS8Hs/Ig73r3AZ1U6U+dl8WPgnbFY9nU3c9hKWd/jJPoMWrm6csEcfG9
FDVrA3DwVDZeYeBpG5emDcU8qSeAaeonULB6rZ9BDfMG0kEUUpVqfgNZz/JEPJ3vpECHPyHVoHee
27Ndi76n52xs0Y1U1/ZNTGL+PgOw6ztETbd9q8UNUnPNLUhLNCx5tHekE+VONaz7OpclFL9FNs93
HsR+TiiLLofRIgCkxSq/oWihCGw+KzQGFPwZT5duD21BlgS6JKAQR+EjsYNxImm1KyuN/KWTD/q0
DGoMk7aGFrRUtgDPxjS0/1y2v5XQwCQX7PNUDylaY0M5LfOugQrtDmIv7nXew4RLg4ogidJqaMO2
jP8Ba/cpk57ycxyDjchmxf+ZcGZvsN06xtM7bOj3Fp6VlvdV9DNWWz0vK678L+PkB/fHJq6XWsom
VAUeAQBnHSRe0gFJnVPmsO/gQX29ah9MELJeYq4hhesevRwlhYT86Ktow8WuzeHs2j/MoRSsS1RX
0VDFyGp0RbWDDvQx5cPj3OER23tXNX9Bp90IbtKKFYN1TovHk/01Y9VXEEDuLi/PyjVkgoWnM7mT
OyCzC7eCnBAt6FERSCoVrdgq+q4cJRPENSVRJwqvp2Ehyme7HS0/7cnb0NTPluP+vDyNz62NmVgV
u3drUuZeE5b6zlHCTxq+8Xz9/A5iJjpFdtxKKHAAp0KdJbnkyI6FLUKaeLfWMsdITCVf1TK9XJ7H
52vFTGBK61bTSFsJ7z/sIIXwPPTTXTmBy6HUz5e/8PmhZSZCZa4pQ9g9LSE69vceyHgYZO7Vmamm
SG4qPJMuf2ZtQwzbEIXoEyj7LWE7F3sHSLcpvipTxEwwSj7RpC4po2E1T4HTQZm3nL3v1/1qI8yn
Iytmy+ub0MXdVKbOu+rU78tDf25ozESSFHqYXdVxGoqcL0EH3P5JNZHYy7HdiI7XvmBEDmAHUsKz
HNhAlmTh0nn5fTI1bG9Ng7i9PIm1XTUCfAEyIl1FowpJm33vkuIhr5PdVUOb0BDktSCVPjvWqRZV
kDR/VLRF677yo01oSGZnaFxkyoOiT71XAvR45YZvWFlxE/nRiX5qF517J17WPRLqrAVMian8dwyK
3o0lX/vG2VN8uGRI2juC2hLgpr7xBcl30/SDs25j1Vf8jYn/yLKkbMH7EJ1cHpbAdsnlW2W/UbRv
Xt7VtV9/3pMPv15DC0CIhXgne77vYwld0T9Vd5W8s81MlIeGFPvQtfYSZsnQHLqIWrvEq+UGLnHl
p5tl+yXpSjoo1YRJjvKHTPWz65UPCDQ3QrjPC7jMrNUnSBO2SPFEkPCsmG+VTVhE9q6YRuCIyO+h
rFufj80p4fnGSfqcwcpmZg0fCn4okbhsCIdv/RK03713AQBt6cs7NgNWWz+Q1+nHl/oZBG7Ll8v7
vwLhY2ZFf9TNskDZrw2nStBdFNfQ+q5HV/2yxyX6V1SiPAiZ9N+yzCoB2Go78WXO8/xQz9G4H6B8
DjI3PRM7sNKm+dOACPyxc4r036JiEmyrFDiHfGzHmxzKDSj2tHn7ztLMtQ8Fwqjej0t0oPnLXKS/
rZiW6jqzMUuvRXU+GXGJt3Wt0Kc6N1jOAnylXsXEQ26B/+jy8q2Yp1lHTSe36yLd0r9M00P6y2rD
ePF2s9444yuu0SyhdnhgjxARpCCJinwKrwKNjet8o8nkADVTCe0jQiH6mwwHlPHlXmdRc+PxaUtb
YiWUMXUNZFEAscN7HvaNTG9oH+1tkGugAtnfQ+r5ZmyvYkC1gdD6rxery8EalsQdwxoCP2+W69rB
0CFWBgVfv2wk51a2wkSl0LElkz20eQghuNMw8juq2MY7ZW1o+78/P7fsouXZ0IRniTkEIa+Vor+v
OqCmTEyVFB1XyqahQ/543q84/ydF/zzLrxzeiDdc5SbU7iMeOnHxaDfj06Ss38BpKZ/U6berpmBi
TCJ3BO6fIJ6s4SlcWvqKL+gveHZBTHzdF9z/rr9etBDpMvFQTXzfpEswjD/cuISP2wpEVupTzISa
JCDrFG3s8JBCnfJI2yY9QFI7/tFS6v0WTZw81pzzu7kdu2DKW3dfkAaVRMJ5Go66lDgWMSC/0Zjw
Axmn6aryETOro7JpuSqXYQktesfA6mU7W55x5XY2y6I1Sv8CP3YIG8iVitFvrNxn15XV2P/RlmSk
ZSlH3rFwf/bgNIOojMuwOO43tuTT/vKpWJvB2at9CI0o+FrBKQKn0qbFAM5hZD9yOhS+TKaNy3fF
7s2CqJaVqHvhjCFq0xQMesRX6bJV1l37+ee/f/j5bVEBFJFaFuTmZuA/qw4svLKR2Uue9LOzcYms
zeD89w8fQa8IJE4kz0Bdle6Enp+Grn+5vPxr0ZBg/x07LdQgkUTL8JYBFSQDhwL6XOuS+IhZ6I1V
jGTHuSueF0eiutu41vKDNGyJfE9WOlCFisE0EFc/s7b2ntngZS+c42+dJ+3rPJOpvMijNrG681N9
9HC63RK6Q7QZUf1oouaW99FWj+HfXsL/zzkzYVwQo2jQ6jOcn3VTvOyY3Se+U+vTPEcAZlvfdGI9
RYhPHYHEsNtvpQA/52G3mTCuVYgXEuLJ0T0lndxHKfpKNCRzYyGzAJnmeLcUjbglbZ8F5SKS26zX
rh+3/caFuxJ/m/iZlBHpZYs3I9Hev0PE4XfKpeN3hfWwRHTngSzQt6b2gUtIPl0+cismY0Jq0Odt
W1lP3FM64J04SYACvrUR3Rh9bRfNgjF2EOuYCAdvuTgoEhHElt63xPbt6I3NzV5X85cp63y73HhQ
rESnZuUYuZG0xfPOOXG72VOIgoPnIYvu+nzj9lgb33AxtM/rKCPjEpL6YSnQeNrjYQKFSp3PG8mw
tR0x/AulBeooLFOhV9/nc7Gjw0+Pb6ncrP18w8GojOZO4pXuiaKOA9ptwCxR+uC/qmXe2PKVANgk
jsoEBQFblqMxqCv9pH20eXpk+ZcKaNMxv3KJDCOdY57xZICZOOpRgq0i4r/dTfzE2gTM+K5VXKSO
Ay3qMQ48x4H+w0MPbpyILUHev102u5WPmFVjnTBN6tilIbfYbdkWKXoXZeWXbuLjqVb4nF6nlcnM
orFIPIKmSUshA/fuolcn9ZJdHaMpCNqMl+eycmDNqjHSqirnjmhAVjz+4Q1khJdsvB0F2yJRW/vA
+TB/uHFR+4tBBjHLU5GrKUiGqbqFk06e2AJOystzgDg0BvvkvjHxeGohEjz2iXMq50Se2BBlO7vp
wOAbzR2IwxragrxGRlXoztDBG9FBc4igqJztHEB+T9bCPX+uK7F3lzgLGBnUbV06CyQGl7jye9T6
HhqH1CEDjfkdheIuqvdze0JzG+qhzhTdlSk8ZKt7/nWMyv5RuF51Q4a6e+17J3qZbV3v8ka7Lyyu
0SgGcO6uye3aV5rbO/TbLrvWSn/JoQUQVLrxY9o1zR6Qz3GfdWP6aHeAeflTRebHSbloL5qy0i/c
Nj2koIl/mx097rjXZsdiSMFB7Y7TqRJWfpKRg752Bg79KosO6MBLoUfexg9zPpfvfeHFv1AMzzw/
bWL3Txrl842ErspNs5DmroqWIgApb3OjqAUBtjrSDzqqQMo/j/1hGlgTjLW3vOfeUh0yZrV72RTJ
vdsV+V52UMbwIVtMHqisLCRcatf2Y9tub4uxVe+99P5IIDKDOrMkqqypFy60G28gE8CCeWjdcMg9
HbgkcX/JUVYHRary3bGX+L1jcbJL3LgDcTJ5TOBtgQZXDBo8oz72Ovu3gSjUbZGM5a1oaBXyIX7T
UBP8Ckl7NHcKaMvNqLIELHV+DiVJXstFOvdg1y/uGkerl9TphS/H3j14doZ2smX59/IZXTEDk3dj
7pSjI7yLQLevbypaxH6v2+d+yjeSfyt3gwnOGByy5N3Zq3KWRH4FrTU/77IfU2vPu7Sdtt6FK9Mw
ARRDh5zOMGQt1Kms5ySPnuKhfSvSaMOS14a3/+ssoKTFSgI9kFCIDMiRJ6Uhcj5v6aCdL+HPvIRx
83h9n7Uj4CenNnOeKpq/wlH8ury9a0Mb944c3CSthCNOTcl8YT3Y5LqBzbq8qJtkzCxw7SaTeJPp
/NDTLX7RlcU2K/Jp2UO0ex5nvOao3zU3WtKdjDaeGmuDG49RKyk42jWGOWSDClyV4z3NfGglX3dt
mUX4bslpv1RLFS5c6V2SQAkFRI5od3Aya+MsrljUX/6UDxcXKOQtS9VKnkBQG/mFTN651e1oMlU7
CVDJVefGLMQ3MkonAbXtsKi/29XXvnu/blwjVKwbN23KEg5wYIl+RIt0j/brpUw2TuVKBGQS+2Qp
mywo3M+gToadFlNAu5ci/VK10mf2BsZ+5Rt/1YI+rH8sqwS9DqIOJ2mDBZS7BcSThe4O3Tkqddx5
fqCkbocrT5ThHCxAtRw+C35SNra8lQcat36zjBuJh7XZGA6CtrUdtanF8TRN21PRi+bQUFyieJzW
AcsLb29nOvtyefdXjM+kACOK8CLp2BxOHhCfYBcjz169bCzUSu8e+0sj8WFj0qTuu2jB6EtR8FMz
OtPRimznNKDCEkQZjw7TDIEf20q/2lnc38xAhgXQqmdHIDeq/eUprjy2/yZhPvyITmRdVxYJOst1
lH2Zzp2jUTVCLUd4vldJ59hOXn9gCqLhVV3TjSf+ipv/2zn34auEWOPApn4Oe+nifn3U6RYy8fOR
XfO0dxVJFULJLkQxwPmdAb/5UhTNVvvc2ujG4a5LS4LPs5vCUpBvzCn3NNpi4v/8rLkm4V2Ftkfk
OxcazqX3yIb0KXbmJznEGw5yZXjzKJce0N5qbtuw1jTI83Ol2sfr4fIh+tzFu+ZJ7hCD5tBYYmGk
HjL9vUbGkTj/ZOk/1w1/9gUfTgtg6otWCzj+Hd5Z/jxDuozijpKNhQ4xT/68/JWVvTXPJHiMRzYv
QEONkXMoCveQ8q1Wv7X1OW/KhwkwCd1EQJGgUMQae9e5g71vPDYGwsvd24K39eHyFD53jq55nbQM
ubpx8YDAqZKbOO+b/cjrwnf1WVArh3oVbbbaq9amZFyMrU1zynOgZgpWsn/zZETzYo32RK8vyA0f
Mr27PKW1XbH/u3SV8rgTpx2KQLy7l1F9u7j22+Wh10zCMOaKIXXcOrC4jPXVbU4XcazRT3DvRaO3
cVutrZJxW1VtHsV0mXGmXHKAmtnkx9P0j9bZK2pm1yG6XJMFbtIJzlbpkTBqZ/IAKR9+Gzdufd0G
mOxroDKbhz6DClONIOukea73KYu3OFFXttfkXBu7EbiDse9DT3inhou7PtliQVsxBpNyrSqarBgb
4KInaNTVTnsbKxRyevswcrDC0o1C/coOm1xrWYc+56Et2tCl2b+ksNKjVU3PU+QxH/ARayNWWDmq
JusaMMuRAh0pzhHqhzSWCqrWy7QTyABunFT30zeda0qvsoKhEzdCLk5D8qrPn5roi11AP7AGsVHt
BKOyrsoduybhGlJB6aIKRkLWfUM4jc7lh0V8F7F3vGzVaxMxTC4BPha9M4KAmcBGMj+zml3f0VtI
y94hIwKOX28YA3e5jj/cMfGtkNusCjl67Vmk7I5T6Tsqfr48k8833TEBrv3Cx7kBfD/sJhCY9g98
SoBC+n7d4MadKtSogWOA84tHyCxC84GUvuM0G6dp7aefreXDhaeQOoOqm6Dh4iy3XYXMt80SP3Ov
I19yTKY1PLdLOAqgG3hnB/bcfOny5KZH///lxfncKzkmkrVKWDaTClowXdR874X9MlSgHrw89udu
yTGp02IFIR7WAhBduyke8t/RVXLrJF+UngOruQ7j45iYVsllUkJyoAtny3lVuaQ+rbMvHQ7qhkNa
WyHj7hRckx6Z2DmEtijE7MqbuhZXxWHQDf3v2Skzdy7KM/Rp6Mq3Kcru7KS46tnhmFBWks1IsApc
x0UGlU60zMt2S+Xq83vAMbGs9ZBEtaNnaH+l1UjRqI1nGl+K8bYB2QgkVnNv48JZMS0T2uo6NsQk
cTzDUioV9Aky2hmVyAkNZCu/t/YJw3qlWCZ3GaImzEGcnlJ0PQbaqTbiiZVnr2MiW9FVB4ALQ/tb
2aJLzVI7Vxcjisv9ezSx2znjf5hVAz8+7Gm3/HLgVkUXv1w2vtWPn8/zB8ekrczV2rVw+9R9EqgI
PCXQpCVwTg6o2f1s5mQHTYgC+uKoEkLp1/N2E9qtUOZQw5MnIv12+ZesGJAJkY2m2EuzGV2GUdX5
ivE79N1vJHzWhjZC5oHVpHcRoIejZAOYgGryhAa1rXTS2uiG5VeqQmNXX0Mny/kmhjd7/vfygqwd
OsPsaz6jm73GuBK1IZeSW8iyhvjd+8vDfx4WOCZ5WZxD+DiaEfbN8puNTHiD9jYVZwdiNzvq5UF/
lcag7ZiEZXUmoaHcTCScbfepLxn3kVLPfAa5wY0bZMXVmPhnmttekZyl6kUt3cBqSX1o4z7biWIE
9bxu4+s8jYmDdumQxHIE80fmsh8TKqWElW9oLbi8IWuzOJ+DD5YI6lJcrj3uWB1xEkQisr5UkoG4
3kmzG4/G8cZqrZwrE+dcyUJAdwSGxrKlJQjKe2u3QMzpJJacbERqK3e6CRElkoAJcsHZLWgSxG5x
6vqvTKNts/mn8q57iDmOYdbO0ukzhU+HSHOe/Yzk373O20qbrc3AsGovL3nR9pqFfM5/kjo7SQ+i
Ajmkk2PnMINJ4/Kmr22GYeQDims8iTw7BMnvH7lULQQp5ntLzVvarStk4Y4JGi0LMU2LLlg4ZE3/
L4Bf7c5Teb6PIhrdNA3Tx7Lhzs6Lreg1AgEk+qYL8hPUW84broYy9DyPHS5PdsVTmkRmMudVyuFz
0IXYfu1ACYIa9xalyspCmrBSL2llJCDwHgJDLPxUtN+XCtTbsq028oVrP/5sth/ME1C6gul4xI9f
UPJIluF9Jt2fywuzcthM8LzInaJkpBZhb3+va7mvY7Fj5FiK5VSUb5e/sbZA53l9+P1ikESV5WCH
VvySO25go9Tfb8kVnhfh/wugjgmhJ6iIzxQy4WEs3UenzF9i5f2UHnldZLaxRmu/37B2q+pcUomI
hVUEmhRul+kjeNdbP0rGZcNrrc3CsPlEoipUzpIj9T/7LRrn53oIunoK0i0G8bVJGOYOvuqk5xHl
Ia8burPt2r7viyjeCyudrrukTLhxEs9CQ7Obh00Mxfco9p3RCWR35ejnaOLDKfKYi3JZWpZhUhNA
e4oMDSRZsQyvopL5dRUzx+RhShs0Pyce+rxs9TDpV9J9l96Py1awYsUm0HhpJ9AU00QDIZqrYKau
dbIhorKRalmxY5N7KRWp1fAe3hyO/C6Nh38rot+6LPlWa/G7osv+8iRWzqnJpYQSHBptGB6Eo1S3
HLGnj7IfaBN6FsQN39LQW/sK++9Wu7nlpLbXzmFcZV/iKXuZ5+GB6e55LrKN07T2CcOmEYgPQks0
J83dC0EMWk+PRL6lw7+X12ltOwx7djn4zrKqoSEunnY/O2UT+eRcsO5Y+d2SKX3XrM++Xv7Yimmb
EGjge9BDxGAUWoJmZK7L+lZP0WtTFnoDibNydk0YcExYDoEdpL+KUdwmkwM6qm7j4Hqf++//w/uO
ImvjHD3QFGScviVQR4oa+14pdYcs9w+BZfQ98CABsgZBhcsLtrI7JghYLR2J5AD6EEwlQceinG4g
HkOTY+863Q8VZaW1o0uu/lz+3Mp7x4QAC4AJ7I7PC2iBh/SnsGvvEGclOdCJWlEgkTwDQFFEiLwn
LbdeJiuHwuSUAueZRd3YHsKE7yOV74vyKPotA10b3LjRrQV6mRaDVLmICQWv9TT6VpK81t28kZle
+4DhASzteqnXDtGpH/T9RMivxi0OvWW1Gydg7UAb5k85jUGEj0ZqPZLnKgZTRBbT/ubyfq/9eMP4
HVR3IdI4eidq/Zy6h6UFXG/Dba0NbdziUMFJ23lYLDRTP4zgJYCKuF/JjSBkZXATAwy+mbNOyhyd
Zu+pmusg0S+6zTfefisrbsJ+e1BAIIeUWqeM1F/KEu0LYE7aaoGx/2IKPgkDTcwvnvoqQtEEgg8x
1Mn8chyqPzItvZdcxiQPltbNCt/Jyu4W+FAW9FX2zoZs+UcjVAfShwkwnwJyGvWyO7YIME6g/Bf7
LJ2rn9orbZRrl8wOHZsuaGvpWncXaWuMgrJAp9oiaw+c+EmvH0rd5DsUt+yf5+sliLpsDIsm0sGc
9/0jt5YImQIlvaDsJ+9Hr2oQC3s880BcaVlAlLiRGvwp7YH9AuPtt8abROsrp5tetXbApprrUgep
7tDpM3mJ9a+0cqF3DagXH9vIAo6gsoVO957k3atNJTh8BjcX/2RZFhF40ES+LZmzBKMGbllMxIFQ
89y889jqf4yZdDJ/yJXcsXTwIfOUHAElZn6SRfYJPUVQUpEEPE6d7l8BUvpT8Li6TxL4LZcmyfxc
pLmKdsSL618JWLv8IiON35Ulx6dyd7yFdmn3LNO4PdhRrV6ieVrw390vLScNHqQRLJC9151yksCv
ZAN5cl3YpUup+IcLKW4UvMJDKqU42Cm19jG42XaJyO1jB+6poGZTHQxyagJntp3Dohl/BC5/+EMs
FCTuixaeVQ1ASfulAlCpjEjt80H1PyzPVu+txQBMphwVjJ5NQcUlOARIUu6mMWWBGzXpvT3bCTi+
pnFngWhk3OdRAsyWW/cDv4U2T10GFrqn211m6/wHyefhpQIA5vvIUzLtuRZOcaC25ZVBr6LiDm/R
5bgMRDa7mVbyvUm9RfuOtLPbZUgYmH9hHK6bMlDUi1wAgB9TdzfxavymRqh67mLhVHvgVIYiKDSj
N1K77D6VmfvSTqlDwUWF3pwedcPbdvDK1i8HWQDPLYG7BBuxVftEFNVyZMNY8L1DRRI2kEU9OFkW
gF+K3wLSpf0FbgDPBDJ8LayFjTsnsdWhEFX07PXzdPR6EJgg0m+BApFFuwcVrjpEeTWcWbfcigRt
3YE1IS/kH+T6re8e2H/fqiyH4SSqYt1es7Y+soizmyoV8mmoqqxBD5eq7jMA3J190mbLN1dDTNxZ
2vENNV2e72ib8jYY21Z1+4rxZd+NljjgzTECAiSso9KkeIvyyf3qDh7aKenAwXsga99tqvk5rix9
29YyQwagH8LecdS+rEn6VlYoT7ogcfsW9dq67ZWy9m5WviJ5QY9z7Wntgzx1+NHEE34O8dRurjnx
sdvkRJYye0pduhQ31HOE3PCZaw7ZuGblGZMIV9CEHtAK2It856JGE8RLsb/qpjKhz9LldSrTrgtj
x/keu8MZkjgLnzdbVZ6/sKPP/LJx0do8Bo227bin5ZG0fvI0vs0/QcrW3Kdfp2frh/3N/Ta+ds/d
ffTAXy5PaiW0N4Wek0ZWPEldtBQ1S+mjxBABn5QvVua30m1APr1sNWl8vj/SzGfmTapnEbM+rFIK
XVIHqJ7SLn4raysRvxKomoTPEZtzkA/Y4HvxIFMhO3AIyl2cvNQ96ATr5XB5wT6fhmN2mhQkr7tu
HLuwRGvcYVCRfs2mYYISr7VF9Pb5J9jfFOGHx3s3ndn6dFuFsmVQps7/QYffLYmjK7HTf2tMH8YH
YEjyqKyaMIqdO6X1QZUZ+OsU2QjhP49emKlfmcsqYsKK8SJ1+VMi+Dtil6tCXfa3U/HDT69oC7Vz
4ZZhS1vfYYCI2eAnlk+X93blh5uApGHgQ8VLG13a1nwE6faN58RXVQ2YSVlWipIDtJUuYdx/7eQf
wAJ9t/ou+61O0LWffjaKDwtTU3DXND13TgnqrPeVBG+m6qct0bLPTQt9rP8dffbEItHAUoZ2nSF6
KFnYC+9hzKp7nRCQ29fkKifOTOxT17kREJ/YX5rWwaSoPwCS2SOquLzBn3s7SCr8dx6TZ4NGGyT6
YU2SnaWTY9RT0FHWyLBeJ97KTMRTwz0t834aQpGS8Tg7PWK9pUfc4TnNz8uz+PyJzEzIE0J3KoRI
5nCQzUGldbbLlPyJ4AvR9lK84IV+6MEofPljawfLeJ+VcY58dE5VaOXKj/oj2YKtru2F8Tqbqwgc
fpzWIS3tf6DMGfsdXc7aHvZdDh2Gq96utglz0pGa1Dh4/ETG4rV156+Nmje8xYqw8/84u7ImN3Um
+ouokliEeAUvY3v2mSSTvKiSm3sBsYpNwK//jvM00WdMlZ+S8lRJaOlWq3X6HNvEOc195U2iKMCG
EFDnrajc4I4VQYJwMrBQX4wcEAhOY9WP0M5J+jQKNOtem7qO97GayF67xD9TnBIr3feBHn63YKID
7U+Qp3moIXgRIURMd73H6L1dtenRopZ+QVUj/UoHC0V3QRP8l4gYpWS+nUIhrlDI/MxeWj2SDvED
ab3xV4rHY1SNps379e1w+WyCns3fFpR5KWLVPEOZ2Vwf7bgcN7wRb6riX25r3/A0QWcPYyPT6tTa
ddRq7yfUCvZZ3d4U7tgm/irpcC+pG/BeuiI/JHV8F9fVLiHtrp7TFYO5bJ0Qrfh7hngc210vxvoE
NuPkzp2dN8d29olA9a7V8Tc7gPwoqNhX9vdlK7JNVFZCoIsDppLqlKk8QjYzTPJ/Ffta9SubfGm9
7b9HowUocFOBFyOHgnVXcSf/Fju5dxyUZ69M2OXDBXINf3eRB3YMdrsRZ0oNmVwCbobhWzl+SdgQ
tWsPOkvTZDgbvJXOaZwCuzMy/giGVXAZ197d3Kj7GPwPK6fLn6Kt/4/fwRj890jibMoAmioaUNBG
4y6FjKobtVG+IVZoRW7YgElqYz0MW7IT4fEt3ojH4hvbrnV/2VPbJpLLTSZgHfLSPo2DKr5WOnF2
vYqpum2nmfgtPwDi+YydO2XV79oDb4LzNELkyl2jBVj6fMPyKUVOsbPBaZQoHgXcv/enNemGpabP
m/tTcKTH1JbIitvQZ2vekDt+YYW/v+6vFjaWKUIpVUrzOUfTNusPBQUUy0O1eFiIiiA1r9dwqQs2
YqKuajV5tOYjSjVj8HDzLhu/p4UbfxslYVFtp1kMxbRsjYlnaVCG0We26JuswCM9m3EvUE+t+uHw
IayzlcTsUvuGxbuxLJGPAIVfYu3mGedl9gEQd2R3K07rT3HsJUM0zL22G1oiw+eeSORG/Kt+AC1h
8aULn+djA5Xf5s7+Dn4L943sig30vr/336pvxS/yOsrQ3/gHRGsrLmHBfZroLT5U2RzHCZ5Im2AP
Pax5E7Tlm/BUs72+/xa2tonamtsewJGJOWDVDubHNq4lyubptLJQS60bp30+uUHV9zHmkTqHQeU/
K797ue3DDXPnoq0pWK7dU6NriYTUUL6BkQDVpNebX5p4w+SxhVHt5XrOqRitPSdI1nhjqqDIuEbm
uTQ1598/+RTEDo6lfawsAw9x04z3mQhWfMrStzt/N114luLD3ANmQqt9Vz7MXESodF3Zkksfbhg3
ygAtHQgHAI28/91A6Wu0xO62STfsWjna8wa78k5T74d5+62AXmg8tTcuqWHUKdiqRrdo7RNL64eO
+due9P4WrPjzyrwvzIwJwWJNkqR26jun0UkOStUI2IpgbdoXPLgJqpIttT1CqH8az9zV+Zig1k08
2lmRhBAqaiJ/9G96f7ZNiBWeJriGuKB38pRfRGmn202cuyvB2sLeNHlKgxHlFyCtGE6Z/e5NKhwU
iqSn2+7ntgmwQi2pHbvERc3WoP/hZP5gifshRfAoaH4bd6JtMpTGgd8EtNKwLgdqJADtJlvdZsiU
s5lFkM1R2+vGcPkeQE1uXCloBa8JGEBiq398sBYe52kqwUbmNiXkCQryhXSsHUK8UYrf17u8fK5S
U1MoBlE0o5nkx8YdtiV0tjbcm+SGBRBMlO6NUEXbRJHlTUFEAhTWyWpGBD1unu3aGFw1rUr83eha
Lh5QVD0cp7Gud16u9M53ZHtn1X5/V5PM/s5T3HOvD3nJZg1vxsZsLkoeOKe2nAI8PNKefgfwDGLw
19tf2u+GS6uapBTqfEz5oLB0nJ+u9A7dvFawsOQUDJc25/7UBL4coFGY7YPpa8LiLcLfneT/+fKf
6yO4vClsE2g2CKtkbnsOQZQfejXQKMUdimBDAB5W5mhhDUxyy3zwQT4UJJChLuMgiqUAuXVdriRO
/9QAX4jlTJTZmCh/ijv4BOBquqgXfvKadGXz3AyD9XhWGmvDAtjC+zkg5SF1ymYH8gMIaA5W/a5t
7TRhF2ciivNZfb8+o0vjNUIXP0NVNByIe4qH/GHQ1iuf5xubPm/DT1HF5HrIy2eNjXdwP34o1ZAg
wZekt50MJiDNErKWrYPLSp4M012PV8RdLypvJaJbMJX/o790c9/ta2xm3f2crScQWeNx/uP6lC+1
bZi5nU7Czb10AJ9ksyunJKQi2Jbxt+utL5mIYeR5WSIvlMNEmk6FCbmXuthjE4VWflsdLE76v9d1
9FlXjHiQRQEXP2go/oajdL/Tiq7lOS+fNrYJOiuSSnpJFyAchaJfSIr2u+XmGzCY4yiF+FHmJJAk
l2tFKQvLYeLQcJ+27VKgNxl4UNKNvW2T+EkYWPHKO8/CipigMx+0YdKvMV9aZyBp09XWduo2pPn4
EozZGrRtaRiGIYsslxDbBJDYPQd7leQvbjmAuv42YJZtwspqe2g15AoBVIaaeZp3IQM+L5nW8LcL
fsg9//7JWYxqtGJddOWpbMtvKOF7Lztn7T1poeDMNmOJTqMox6vh5EZv2E4K0n6+FF9ZYiXQvnJB
5wLyuQyMoxVXP/UkH0k6/siluDHYN4koaY44HCx6MEkkVT7IkGRHC+S5W1q6a1yXS3vMsHrPdxTo
WHFbGQP25ufnI7Gt71Ig8CM8z3297lqW1sgw/LLPq8qZcTZynd41eYeHs/T5etML328i0Gjqx8Xc
oBK6jN2w1I8jh9qV859Amfj1DhZ8iolCK/3Jk6WOvdNsd2/lLCPlsP2Autkqg46QC17W+raSLShJ
/L2VyVzakwA76ymjcF9IxuN5Dq+KOyerbzv7THTA2IOIPZADOzHE4IX/xUlWGl5ahrNz+WSFENUs
NVBHBFRYuR82QVm+x+AzjWbeyB3PijWmsAVnZRL8Ub9zglxhADnKdJ3sIcY/s7MSZS0ttfP3IKbW
Iw7PNQOdGoK34V4EeTjNALYJFdLqjahic31PLXAK238e0z5NVyLbXKQxnpL7Ufp70TocQptZ9a41
IXcOSIaTLSlEAWi27/VRqto83/BMJWtp7IUPAErt76Ey5qYZ9xq8lA8g4YnIBI0q8CWGoM4HGaVj
gXXmprgYMNm/e2rxaJ5KpjTqEMEzHk/PWe3flpgzYTusxdOYF0ALsGntn+OY/2yqNR6Kpf1seKzC
hdomodgKFZH7qXkk8auvXl15G3OKbRIaWkM+DkKjfR9Q06KsQQy4EjwvWIjJZ9hD0IekWW6faAlh
c5B15DtoxNhR1UEI5vr2XbATU2QQWeV+jCeBanlebhznWdjVO6HPTevsrQbgvRsjE5PekKqKlgNK
0E9gpIhyGofl8NvX8fb6KP7MyIU7lUltOKp6RLiLU6neOG/2kUXFsf3i/wpO9aHdes9T5G4Bgn9L
X/h38hY80GN/L+/yl/xH+YPZ2zWCxYWz0eQ+LMq4L9IGBH8eKd8Lv3voJ/sm07NNEUIQKgq/AVP5
idjti6P6r1zRlVPxz1pfmjzDgfRFT8pOnRlnIIECtK5fRyKJu7chk1PEXDJ6kS/VFJWVnp9KHyIy
stXOR2Kz5mliCMZBFBpvoJvgHsHBgjRmyosf1ozEZpDl6RhmrujCiXXOz6Qb9K5tCHkqCjDeDp3K
95aK/cjTMd/QNO9vugBR17B5Wga1Tc6sGFPx22L9bg7yTWv9GtWarPllp0LNWCVvKK8GyNRDtOmh
k8G28cZDDgEv6+P6jr7cvm0brhY6rGoYUCp7mpuNbYW4ioJO8XsyDiuLvrRVjQmqO9SjMY1ncJq4
T7QEOeRQvF3/9IWmTYI7DVTIgIQYnm1nx9+WauJ7ey7X4IoLE/N/DHdJr3VSsubUZeRrI/y7ZEpQ
WCXHl7rwflwfweW7AmWmVxS8gNCYRyCi2+idhdKQsuV3nigPQ+GCoKB8V7rfBE4VObO6Q1JwM9jp
4XrfFzNo6Po87k/hRGX5pLebpjuO1ktq68c6KR7UGRHlsMe50ytRy1IvRow3qLjvWzxYHlOrrzey
aPsI6O6jEuWPLGNy2/fjjT2dd8mn8Xi1nQwEVRnHqmh+AEX/7kioaHbxCCh+O/3nDmOyuz5zF09L
zJwR8vm1P6uxRfFGI7MgSjJCo8GZ/HAY1oAdSz0YjpISlRakx6zhJNZP0EjWzzGDxhUKrcqV54iL
xoNBGHY/2WMHTE+gjsjq//IKa+f3uKBen6CLpoO2DZsHW6Y1SAufP2XNPrDe7ZlsLfWfJMVtK2Cy
HnZaOdCkzrujnlF2E+ZenG3BxuWFU9XYK45xYeeaWGJKLN937bg4FjrPPtJa0KgGF94BVByAueJ+
H/p9Pqy4soUFN4HFQ02ncphJfgTqTG9SlYG2onPZQWXFWmXUUhfGgmfJENczZDAOAb1H0dDWt+/E
0N64IMaKV3kbEDzZK8iP1MUeoqfOwXHbPARrTPlyfVNdDCApMyHGOpDA2ed+dlRUQrVjBD7np8y4
/zqUDrjsC5qraGx9lAnPFCpA1ztdsBKTuq7RtogDJfIjalUeptp6i9HLbU0bUxakrOrk0BRHD7Lb
Tz3x/usBg1rZvJe/G3QnfzvD0poT4XA5HKlsQe3dih/1kK7xq1y2DM9Eb7aDDxSTRGE5gof8Zx5P
qQiVdrMHsDKr+2FGWVNkgV5jJaO5sHFNALibs0z48K8HaJ//yif+ztj0owbL4/V1WGr+PMpP54Ye
UANuzbo4jl4xADE9lgfiNzRMAgSl17u4vBrMBIFbXuv3mlce5Lxpt40F03ukN9dohBe8rYn8HivV
J70jAb4pObSwnoJqDIuMQz/29frnL3VwHtanGcpRsTc2hVMf3STQP/o2BW62n4NxB+xhAqFPwdP9
9Z6WJso4WSe3p4MzUJhbRrt92wbBfdGn+ea21o1TVUPyz8ZbSHUE7U2/dQRIzoTdVCvZrMv+yTPx
vWouXd73eLztzhq1JbHcvRQp2Pt5cSakARwCadl/Oqf8estoPFM8vCmgv2L7tjrOc/lapdl7W6xx
Xi8Z+NlUPi04nQrwLBNfHdmkkogJpBqKwXtwuwL1aqkbFbJZYQe6vLU8E/JbjG6MEr66OWZW9VUO
5T5I3e2UWXfV0H67Pk+X7dszcb64xnZAAw3NUU7Wm5jaL9yffrQTCOdua9/YVUNSp8TrzzkMhARN
ijI/CYLzZr673vxlk/BMjK814Y24CfD5k6Mfq7oCvRsv1oS+l6bfOIMk6OWlHzQNdI+FE4LWxgIO
gN1DoubJcvnKGi+MwMT29oXoZedijcfEH+87K9H7vC1uC5U9E7tbNkPVzq57FmdGuXSsk3+qkfrR
lN8WN3kmepdpkVFIrTdH3dAhaprsn8AvUBfdrs3Pwgbl58X5ZG0gN8dbgRTYoPqbYt+66SkXK0H+
5bpICgDt321nFlLrllcNR4aHTXdD5cg2CosNr02s8bvvsOYHWLH7r/Wo/a3gvTzJ2Z3ufE3HHZWx
s1UxVBa6zk5QGgwCLTcnv3qGvG+sc+f5+ha/DFSgnm+YEIAvc9KmlTgUWe5wcL107UsTSM8H2wtw
wU4tk7tMFC1SzUPgAZI6l9uGZniRmCFUlfHgm4Ro4ldL5GR7/ZMWnLkJThblXMYUWZGjrMQJyZx7
lXDo3jSvAPhGnfJerJmsqUIseFsToSz5UGeV49tHzTaWHewgPx7aNdmS+oMFN2G3sBGMKR7cBK8q
7iQOWOffbSencJ7nx1KUvwNvbR2XNrJxwxgpxLXmeuIHVKGBq2Df2laU6HLl9F5q3fBVvXQJqRUK
r9PJ1ztIBVZP9lwnP8Rc+bd1YWKOVY/nYDoy6+Bhb7eKzRFl8V6Rdo1Dd8HfmphjB8C2ePZtcWho
pTZWVzzoEo53zPM7HUDq+PrmXXC4Jltk0PFyTOpSHETwze//s5uVCGdhBUx2SAsqiuCFlNaho/cj
qyI9vCWIoa5/9B/Rhf9LDsMJnHv95AZZ6Vlk6mdxIKJRJ0s7zn2d+DSE8moMd5NQBTXUvP4NrS62
5fEYRBTq9FDTUvNez+ACcGOXh5VAZdiUxMF2AgrypiuCZxZgp8KSqNXFwKsWjACQ7GrnZ68sttdH
vjStRtDbcZqisButt9VjBka/Uh5s8s/1ti/rumJWDZtUbeoIu+/x6QPo8Np0HiLfqUMJR1+09S7R
rA1bjrvtCPYDkI+TrT9nK0+jC47NNyzWtQZEyS0VB7vun0SchKPXh1la7CZ5bOu1B5+FXkzscVtn
JHWVSo5F4wB3RIJnOwEzR+y5T7MYwHsykZVs7cJC/R8QOQBDcBlU8RHhTHonUDW486f6X+nY9cpW
WLBcE4DMoMbVTHxMjm7wrdaQQ/bzlTBy6duNIKOhcTDTnIuDU9k/WdfkuxgRNhOgm7i+05Y6OP/+
yXwBieeQQSDioLU7RamVek81bfpXIfLkxtk5z9qnLnwk++eggoeom7uexhEp1562l+bdMMEelLdj
AK6pQ54h394EY7qpC92vfPc56XLBszHj7BUObXSv8d0TmUQIrpIP4ng/e538miv7OZ44DSfLCwPF
99fXYuGYYYbRj71bVsKy+MGXY3sYKP1gMn9rg6aHZm/9er2TpQU3rHsuvc6LfUcckhwamuVr5nZR
pW9C0KAo20hgyTT1vLJ2xaFr5GPiNP9keffEh/a9J1VEU+drzm7LzngmCJdZskZKFwOxHfYwegJK
fjdJRWAUZ5/1acdOgDE4td3iTKvyl7JM3rN4jVNlYcuaPI8oTG6LKlXp0UkQn4O1MppBa7RyGC/s
WJPm0UIVdpWAAOdoZ0HxhqSx9CIkLFE5UoG1+xTgDgeo5Kibj3H2g0MblNONMZiJtE31ONpWMyVH
G2RXHksfXX2aJvf9+qZdsAwTaZsXk6+sDgPr5i6S2c4jeeSzIir5GuXbglmY+u2paIcJa5Me3azL
wmK8UxP4GCEge5ufNYXaZa2KICYplOdT75Dh0Ra08i9gsTvcNkGGVcPD2lVzturat8MaFfkN+cHz
F6u7bQFMtC0IjSiumrDrLAOis0mICCXcec7r9zThdMXjLhiHibJtqsGdtAN/TrV1R6S362v3600T
ZOJr49RXQdxC+pjWajN3d7xtHnExDJuK7G7r4bx3PzkNFrRcpQ3CjKz4z8ueLOo9W+Kx9+jz9fYX
AiYTW+tUFLJUFGGZl5cA/MT/QkIM1qz6O1qqb1XnrEFJFi7RJso2r+jgOZmAY+0huoz4EmQ2gdNs
phyWrV9LeRMJJfVMxG08uXTyR84P7vgk8iYqoZDBq7VL24JFm7A3yAgFDOUFOE3p8FX6qCLWGX33
2rX1Xtqsxmmt/UoFYmrEocycO57ZG1CHvV1f6qVPN6xZDd5AUUolDlS64eBkgO1NKEteu2guNG9i
U5Icxdo2JNUOEP/86fVIjYAMFjyHBTzf9QEs+GsTSNvPDmMWwQGKI7lJqzAOvo5dDh5Tf6WDhck3
4bPIIrggosCNnNfqveiQpBz8FSe09O2GHWe0SHAsIiKGLvfGke9B5kYjJEWd/LYIzCTUcqEfiir6
PEYIkAy7Bk7p4OrG39baEivXhqUxnKftky8aaDYC4wBfxPkbhWSbxUDB9+aIG6MYkxkuo+mcZq6P
yg67uw/IGBGhV7IVC27OhMuOfl2xqYSbYwVzP7zEAjvmlPxXx70Tkoq2b4Uqk5VpWtpFhglLmVE9
TAPeEHWlt4VVZFt39LyVPbq0CIYVjxLM/G7X58eSxGUeOi1IfclZcbMeK/mQQxJiZcoWOjIBpikL
QLUFaDq07h9o98LT51b8hOzpdVv+c8ZfuAeZKNNZNpx5vImPHx9PB2v79JC+unt3f9IhGE7DKSIR
EKfhSUS/vbAKgUWL2j2enyJngwAqBOZ4027o0TvOX6uDv1f3UxVCZz56szZ92Ie/V77y4mWNmHG1
r8BCDYnI7lRm+om71T1E01am9/IuIWZUPfplMBLUGp1UwO7S1tuxjq68kS81ff79k50mVSoDi0C4
hdnvonrNgpX80WUPT8x42QVFkk4VhGe0nOJwcoLQiekzS1beJy5HCMQMlm2vqpAIUtURVIrJa1dY
PmJ9f9joOYN+g3BYREDWeWTOXK3kpC4DeCkx4+eEYXnjpoxPbd7i8bqop/k9Lwa+m5F42cxuVfTh
UFJ1oq3r4AlEJI84gDwg/9q03yZunp78RLh7R7lOGc2t1t8tmsY2jtfZvbP5NKeRV8UpdOF5zaAd
MGlyyBvE7CFrZfvgOUGPE76yotzxhy9W4JLqlY3JWtnMwoqZoW8gA7f0POxZP275i2psuuWJsHbE
49XKZrvM1nMOIP7ebaRHoWWFWs5TBZLoOvLOwAkmrG+6qrLqwGKvDiI3ya2TtkB7DJphMJ7mjT52
NuiOo4SSLsbfabFhVhJ8papwQx7U/UeMCZqiwW/VL+hCxXOU2Vn+XHXU+u5M8dBtUcShH3kKQdXr
xn7Z4RGzuDDrfAahATs4kHmGhi2r0neIOQYyVARF2mOhbwxkiHnvkSSmXjvQ4FDxUvwGkXKFYGzg
tRUGvZIyjEtwlV0f1IIvMG8ogzVU4MDk8hgkXVyHOJlw1fVr/v1680sb7DyXn1xNN8gmGYo2PpLW
/eVzEEqca/NzmfKV427p+88df+og9qkqS54i3hb0sRH2k9fV79e/fWG9zRuJ0AMdB7DvIydmRahk
OfVyfpQAMIW6pD+v97H0+aZxgAjbCWzLx+d3b43iG5RUrKzs0ufbf88MYKysljzBA1s8H0n6Ziu5
dVQQTUA+Xv/4y4kfYhbegPJZFH6h/QOq4R/aId550jnK+jlleahqIBNL+3eVsu313pbGYwQ2FSyv
KS3iHzJvfLVp/W1yy33uOmmYB2vlvQt9mHcU1/KUa3HfPUgl5jtGm0c1dYCw+M68Sdp2ZWUWjMK8
pwyKAEytkOIdWPbGO3bv0fEV4c7Kvl1q3sgj0gbfLYAhOnCWBh94e2tfVS7A2gDqb/37+mIs9XGe
wE9mNzLH6gEP4IeYlvrYBJPsw7btrdCWNtzUbZ2cO//UCQD7IG1oc36gynqikJhKrOqQKr1ie0tj
ONvkp+ZjktBxBpTlUIzeS5uSL0IhUCyH7W1fb5h21nTN6LWBc4g5Ccdi2KYC/+Wb21o3rHtgQ9vp
jjuHhu8J7ugxWO/YMK58++XrEDHr3lQzDrSGazpIayf0WfL8O+P9fkytyOa76yNYsjXDngEzba0G
lnUQufhdl1YRap/SkPm5jLxyWAnhzov5/9cIYt5SOI9LEOG7zsFr9RcKnYPQ4vr1+ggWZsm8orSQ
VAtSz3YOtAo2Q1v/cLs5j0qJyi4GZtU6VW+3dWRYNGjveeKAMunQNHb9MedTdxB11W/yoIn/qWag
HwtoT628Xy+NyjBta+p0ColKfuisORrlHXOD+6y5K+Z5lzpfrg9o4aWZmJVxMoVICMJtdrBHP7ND
OWr2z1wxVGR1TRxvWeaIiNSa7pq57zZOT8c3AImAREp9y10r7F84v+jZMXx2AK09AuXSJae67u+k
DnZTwTaaJifC5r0sApwuJ+HUKztxqTfD3aC+X5SBNyUne2YHYnGodwhQ21f3MNsHItpdq3EB4O37
9Sle6M6s+rN5C8mDdgTvmMf4naVd+DZIghxiN+hCB9YNmtQzQUbu2ezQpXW/EiVfLvylxCx4UR00
dJVlOQfQFFihR6dGn5LWHvIN7cv4KShaL/QzwWVYEzFtQC3jfbVTsQaQWMCHkT9qLJ9WNXV4Kz2e
udBHGOd3OwGM5iT6yXGRSrYzHyo1mb6Lp94B+BZi7wISDBlqpYiidkilzLepO/UoOmXTx9SWwYpH
Pe+pS37ISPqAV5i1UP/0Dk4wvYixmqNOgpXckuPz9fVecnSGO9WDU/JYWu5B87Ipws7q3Z0Nlrg1
Nvs/tT4XRmAW0JUe2GEgl+Mf+B9MS7qtE/1aA+My4snKwdWt4Bw4seqM19xokYQIm7dOCZqaLxKM
s4S8exBXcb0niQeQwinuOBErk7twlJjVd4qMkE+JAfrPUHDXWGmk2F2ZT08l/3bT5FLDAU9JUw6T
9nxc/eIvFe6yqBVeWbc/9+BL82r4W9YTktpNzA8oVCkRa7p+GlkjKMC1hqIOdGOK4zS7AXjUR29b
+EBZ1lbh7VMNdG85N93G5cz5fX2cFyfS9h1jEzVAxKh2Fvyo+XC0uHxP5PhjkuIok8q9JaoD5vzs
sD7ZZ1dTJ6GOzY+pPMjqo8z/na0yuv79F60MbZ9TR5/aJlPModMNQclhmA82S7YjE7uGr1VSL0yP
WYA5KiSBfTZMAJzFv2oCWbi6Iw4EwuUH6lwO18dweUNgEMaGcJw57Ty/hq4DhWozfMXOr5ovtKq+
OX15yvLxiUn97jhTE1rE0yGgAs8SahlhGq/p8F6MAfAJ5/n9NI9BMrbKadz8BJ3wdJ9YGWKN3C+f
Oq+2Nkng0z3teL6yIS56LnR2/v1TZ72fqqkpoXsmLT48gFh9js6De78+nUutG2F4wZKy7OHswfL5
fWjfSvXvbe0aAXg/x4XVdrk4ovLOflSMxNsxSPXueutLG9k4LoZASGVNTX/iQdfOoUAtZ4jrlXiY
3WJaiSqXZsYwdosVjuBuPJ7KqakO3VAPe2tmze/rI1ho3TwuLNFUCrf06cR6r3sO2qE/DGPc3di6
YeidBY5Hu7TF0R2GIkyL4bHu9Fqhw8Lkm96e55DW4oGfgdSWJ5u5FOyAylG9mUHzuBJkL3Vh2Hie
aqGlVYujnSQAy/gbnk6beI2EZ8F8zcDWcxUrSc8y1LrbSMKXUA8rksQP57r8Fc+QDHNWpY6XBnJe
/k/GqzOk+adkxAnB93PA4JHmbREMK75wqXXDeEekd3Ja5NkJGd5IT/saqM3Sr++ub9EFd27W0ZKM
T4RR2Z9G+QP439DOfiEvE/U31YPauLz+PTdzDZD70AT6lI6Z2qAoK/8iLB+Pcrd9vmG/ztT57lRB
GlGqMpId2OfUkz3iTrFmZAuzbxbRKjsNGKl7gaJm+d1GQslv/Hc3if+9/v0LHsIs1awxN3FrBeLo
NDq+7xWB1K0KVm5bS99uRGw1FLdtsC67p1KRo8+sn2nuHsuivQlrYPtmlaZmFijHR4hepmfY/AmH
5QFhYT3E++uTs2DCZp0mS6B+lsVJcKzzvAr1KB8pdcOgw7OnSrd4EXq/3s/SIhj225cjZI19sEPN
E5BtYKm0X0hnpysWtrQKhv0qqwTheKl7MNBnm3wYNrL+lxUf1z99wXxNfR7IjmY28oPuyQIIiXS/
x6CCkNpHxpwVAzsfJv8XmWONDfvtYo/hoRS+DTXKKaj42uC1ZOkQoYZcWNB1jLtnaGu2iMCLee2a
tbQehlEPle/WmYLIrPKmfeDWz6QWL9fn63LTzCzz7rldlQlr0bSLYhU8+kA2p6crActS4+c5/HQO
VEkmu1ogqrcy/jD19YfdrzG/LTVtmDIKlkt3hvjKCdAn+x7XuyBq4mqt6u3yFmVmZWxegxFtiDU/
xtCmJB4U7ssk1MMawvOyHTNTCQcajSoDdwY/2nX1T83+HYuHlEJalOIVNPfbFW+xNIjz1H2afYtB
6TLr0YtqKI5h+VbWej8rtuJML1saM6tipd2TkQRnQ7De7Djd9GeF2HqMhjX4zVIHRjAdFx4e0Ykn
jmnzyyI939WudZLaemyRdtxe3/5Lc2RYc6ziFgVIWGgyFFs9k7uWoGyiiG5r3bBbyJGObhNbaN0D
FqXZchWErFlpfMECzKLYgrbQCh1gXMjyqnDK21+D0/17/cMv5gltZpbECuHKHNJd/AgdVJAQBizi
qkfyupeHwRHb2hf3wimLEIxJK4iAhYUwa2TBbSCIz0tQnsb9hgMIFbaes2G8XCkh/hOn/7/fZmaN
rK/rbJaQZjvJypr3zcxxu0lT9aWUM91AKjiLrKBsdx0Srnh6m/MvuO4WoQqSYp/bNNg0nmY0dKeW
3kkn19s+h3AAkhZiLXhYWs/zzHwyV5tDC4LiIgySzOq3j2rbLBSS8t/XV3Rpfg1nkKsWMNqqCo6J
5hEdf6TDhzWvnLlLbRsHejoKJ0Cx/3iaLKRLxzL4xUC2WGEOb/t2wxHkg4MaiDNZpc+ysJu+ZvV7
1q3suwVXzA0HMAxjkVUT4k177kPhdbuxP4FPIGyneqvW1FGXltbwA16utUxjgaA26L9khJxIla0g
wha+3yw4BS17U8SjGxyt1vo2BNN/tl34JJwa2t/TXmTbLFmlLlxwyGbtKQSkaZ3rGtzrMnm2u/Lu
f5xdR4/cOLf9RQJEBZLaKlXqrs52tzeCUytQpCJFir/+nX6rQePzGJjNYGAYZVWJ4d5zT5hrevGY
vOvY37ze/vRPfHzNf2wCgnPA1p2Pm1FXDmLDpsIgX8YpqTeQzOP83xfUH97HZxkqwq3jxsz4IoRG
ZW/lAamsf7kV//TRn3bxTBxrQkAEcAgZaWpn1xaKLD/+/bn/sNHYp42WcMKWZMNtNW11DoDgzCR9
tO5vPjZ/+vE/7TMvrKuZ0N1dqr2/9xovq2a0RxMiDf/2L/xptX7abQMGQ7MKd3KB4culq3SYdybK
3dx/gP9qzO0WRX+5Hgn/f83j/zjyP6tHlYN4YHSju6hmDgqMk+LnEGD2yVTTeAiGfn4HP2V+xf5p
XvS+8IMMW3jdcjoi2hOR5l8VBFlFj/h3lXJ/9r5ZJdpDYm3zOC1d+AWS+PYSKLMeYZHf3C+U1zdQ
fsGfbu75ZQ5VfTtFsOAKkd6W+wMyooSM93sMGNsDrleV+/5GYPkLdnQ5rLsseE/I7wmCqSIIdmTO
gyOX16C1vWlERYPW5rVoWaUWzwHdhjXd0J5d9o5WyFcK9X3lNe1P5bdsLfHXoxx2FiDMzU1UMhm0
7wZ28V8wiAtLpdr5awJA5h4DV3tephU6oLBxDx5hJslW37oTTI28Fm6ZtX/y+8rcic4Nl0ks1a/E
W+oygcw4H9emeUVK9fJjhhXgTUv51majMFBF9eGyIViK9Bfb0zD3RzBNQMO3D/3mVV8dDDZ+eOj1
kU2/to8MedQQFNcNjGPDGKE8U6tR0bTJvmMcKMIsttQgF3gZr6NtZIH2NHApdvCuz/jirspiR/wh
75BHBH6lMelaKe8yxrv/JGMQW1PKq/iGLSs5bwzuyoLF/FlHQxcW4HjX8Bxvp7lsW85K7LBelX43
sgfw+vewQBTxqvIoWPiVVEvAM8TVizQWbnuh/uCeDJ28nK0VwXKop3KOpC67aVHlOLgOpl/Ddhri
tj5Dv7UVJlCqiOSw5rtd55w3wXoW27odg9FNZ18N8yngOiikXeOHik/rKxo0veJXkMFxZ5CYObmY
I+oRmq5DuKgUCzZ5sP5iH5MwgvFmEHhfkcZSHZTlQclZoBARrKLDbps488BSTdvd2V8xb+YbOU7j
Fxhg9rf+LKcc18h0Z1e2v1bDprJtxvSAmHArmzD5TjeqQoQMYE0Pk+LFxuMhG9dJ/mbALe8nbuMc
142+mfHPlZHFOHCqlg+f3gptwRBtd5ytugzEgEHcsg1PhMIrndXTjiw4oPu39TLwr7UlQxnPor1H
dNh8NzQByfmCsb8SFuL93eszmfCkWEOyfom2fShVZaZC+bwvat3iR/f1VjCMd0ukZxrkoUzLrQOV
5YYuxJQ6Sjhe3U7LqKF9Efpqzroxrq4T5k9pE8EfcQ6b4JhIAd7GvHCYmY7qpm1VhM24yJt4jviD
M1V7S8bKZkvUsFd/Jybziec/mAA+Tb30gzodNxo+2LEPjnRg5OhbrExBNneVGwAJW1Mod6ljh6SP
qoPHg7WYw2j9QsL9beQtiCnwlj8s++If7bpHsFpx9tbjfgzuPuGqRNh6f2SVjV75ql0x+HNH0sGb
VVqvNrqOKKCzbp/aGtr1mOa+EO8+DeSlX+bkV5B0NK3rus+iJK6TUkK89aVv1i+V423KIlD24lUc
433wVbp5Jv7S1ab+5UQ9ZK3q7X7uKV3OWscI1vTIkHmzcE+cadi8JImpSiPD/j6IuvFRaAFP22Ar
/YYNj9OgJWSTLPxqBPXbrN8gpBibfiigSAyvLO63lz6EgUBN5votxP+dUXEwnHbdxtJdcQzkHfHS
fkrCvB6GNwO7odPid6Dz+558rodtQJZX37yJfdvCDJOF5ntiA7Cql24T1xpJCwe117JPx7kfnnbS
9aeEw8tdEiQURwYwbGFoXB16GxukSu7L91B/qIXa1RuuVCNCAJss+R3PjZciVZYUWil8X9/QdJHS
ws9CxJllHi1brcgRnJkwDymskHk4AwLvJMgP7dr5pXVxF5VxxepDK/txTpdVsDnrWdNmERKDDn1F
u7uKIc/ULjN+SFKRIhjpWMqKkPNe2zZbTThh+SbNXQ1t2ZNz3vhktNxf4GAN/heyrW44txajYMXQ
96/7IeYW5oOJVyH5Klzar65DgjhVSXRwcEBKzbJsl3Uf1IvbRp7yGU/fVyTIKA4d+N0n8UtYh9Oj
3Ie1aCd//VErD9CCEX197OfmYVVjUs7BoA/z6OEmbZwPLbwzKxgfGnN/3i2v1ITNPRnX6AD/H5Mv
LNoy4Xkiq30tbzGsXUvTzM3NLrft1zQO6spx8JftwPtvvauXC4OPS5dh9hLeehHxTlsXDkcsC6wQ
HsuTrIO+NEPdFBIUbFB0DSTrPc7tCa9phXuz5CWBWfnLgPToNh1HHj9oQfmedcno/VqAa9xCTSfu
YjORA10id22NrL/0QcBfW7/vzmMyituGGnrg4NrlxlbTWRN8gHGTxPk963u4Mi7nhrQmSQfcvc8M
9k+pplX0IOdlgpts0D/tMHLpsnrT/lIkU1N9VdyS8wCMOreREIdQyu4rYgF6HMwx5C07Xe57zSii
rMMwq2K9wRjOjYdlascXNWldJnwUX6K9+7koBGnkG2P7TTTgXTEYND+jmMCWr0jbnmAEZk7RTjC+
n8gCB1pSa4XAARyt7jFEp/UG8gSdi75vadYE46Nj47Vvk1Rhi289jkURjqndo4qf4qoJyV0sEdVV
BNtsEY1dqy8J8+dzID1srVnJY8iqaU4Z9Hc6k7al9e0SiGbOtBduW7ngeDz6yF0MsmTG7es0zAdS
uOLKJ18SkguLYISt68nTIALEbdgQrYEEHhFOCqoeFfde4e0VfXAD8QscW36OSDTz7vNlLBAKbKe7
fYPhlDLUpVRVGFLHyfyLu/iDIymR50o4sUNKSRNGuNm6xM9n1D+vEHqPLySJZZJOIpCl1pvONqwW
mVoaVB38Y6L6jVa4AMKRvE+97572TSWgMVSa63QWfhhkBhyRjDOYradTN/ASJlM20zw2t2Hk6QOO
wvAWy3s7bQNCEPrWRWM6bMmqMzJ69VvsJeKigsgvpD+ZLaM4StMYhZqXSxriSNwZOzWM6UNUO3e3
Qbb6ErHdvwCqDpGGrE02Yiv8QqC5SPd92nJY3UBKu20LKcRCxcHZ1p8yMHhck48t2oB0ixIZIB3P
s/dx3W6lnfoZchfIVUAeV4WgTpS7aIezllQ8ImWlFneUN8OlBU/hOdq0TdLGzt419Gp4SYqpw3Ef
rl7wIgfJ3rUXd9/9ROP6ZS5azq1DvdxJzLThW9wft5UFKC65urfM9IcqDvTzvNH5QXa4QHorwjyY
IseQdEcRvtsncKZK18l3z0ZJu+TIt+17cNi2jZ4lAmCLCfvtZZlkl9dzFwSFqnZ5x6lfhbmiMrhj
MqI4imhvwqJy0vsaKFdBBNwO4TsMKtwltPN0BasDs7SWusKwXs+pIp0EqajniBxWU/UeTfuSjXMV
f9Mg0aW9taZQEQufVh7Yq1grOKDVYO14OTK3q1+Lz7z4KPBRHcpLWJE/gAGzqowv/Vp6dDp24xQh
/oXVAA6jdjnwqoZZEVUUmfZW+KVrkwT5vUFg7xeYK8K5Dt0s5bPLzaKrCyIqdpd1xpEpU6FEMWNt
q55gCt0WenLTnYORl05X1wQKIqbIPiDPyJUUgkfQABPXfZT2Hv53BpULFvnImhS+KMgCdlc3zKjx
5wlASW9skMlpEvCy3oTMxKRxwrV2VTSLKJRkfeVvKp0NnnhAnXZSEVyVMKapTzWbqkvbajQ521qd
ppB4W5r0nl9YEsjTYjtbTLFStyEaszN+XpLZNSHlFssRFBjSXWc7VAe90CldoAOtUbz4081MiMhg
xiKPTTKHtzEq0m+Gwr/xxHdvhjlaOzxMPAmKpdb0potxX4DzsN+zZlnvVThrms6jRj6D30G/52sH
NtvS7UdYZVAfs+wK/6HN9OK7McwY8eoCFuvyxetXehuFI6xNp2GYDl0i4jJstcHdjhIkVWBqZHMQ
d4dKNf456rf+YBDe9+jX3vDNocg+Dq4eLmBx9zJFBdbnIEv2MfRfYhpyMbgmi0ffvNWQnbxO4yRy
6KIGCH8iuMynBhu3HELiX5K6Zz+FUQjn63qxZE0f0wy1XXPD27kuPKnNBz0JFsdZ61b8gVjqF7Bb
5Y3zZP17qKyPeKlqOvROEgQn90EumI7y2OElAfps7m23uq4wYx2XbeCNpxCyp0O0kPgm2SXIzm0f
lPuqazSePTnXfjy1WRBuw0uziOmHRR7mm+Rt/B3Pb7sMzg3BF1shkcQjnlegV5dfZ1H7WxoAMCgn
uNPmga+SYyTi9ZWOJDohn8g9z77NE+d2k+oZDp0MbR2x1WlpJNxMQ9RJ+SK7VgFF8rckC7xqzBva
7eXUhK5CTUw+HmpwQ44Wb0tNk4zy2OImAEMQujd/nhJoFj3Dy5rXw83MzFKse8VMNsONHuNXr2vf
PkyLxGHaBnQxIEij64I7QQNr4aJtwzj1aQdHySTZsoS1PgpXLb/07TJ95xIVaRHsImZ37Sjl/BS0
YCW9NZhkNUWHprnNfDm5L6AKBBc5dMGRuWRKkxnnvJprxJzXEcSG8xMdeFVYHcTFGMmxzYdEkVMV
kDVIe/wICNaazPgD0wKVBkqvrzHrohwqneiESmyBpaxR03O3dTAliL19Ag0XM5cXN5G4yWsdh8BD
hgSaWRPSDgWdo8dlg6MuTjLGyzWpfgZOqHvUKnNaIzU+yD+C0VgGVbmN8ro6avQH6l6xwIyZizhT
2QiPZ1MkQ9skeTUKEBuBav2uzGhKo4cEhe0uYePauT5dwTlPebgiIKWCZemQQGgXwmr5BzQT26Hb
Z5Ft+BEfA1h0PU89rXJ4noc4hBBCclGAf1ItB39JJ9hUnbZ1Vdf9IzJgFkqUIGp5r1pu9pygRjvD
9qu+YYYhelD5cOIwhne5lmt7NNyTBzbF4nbYCMAWQOkOcTMRlMchdF974s4O1XYKDAiDwnpw1x69
UR4aFIBpX/vkGHm7xGpEXwTJnlbyViaSFrTu54PnwQenWWlbVrS1t1bv5ogFzDJIW4YiQWDo7diD
IV0xBjvEaN5S+KGZt6knHWq5XZSBJON9ZdiK9+s6WeDMfhpqtEpBIswTE/uInkVHxwh056wSKy+V
HPjdnFTBSQcVKLnERRXcBVZbjAiCOXNs4RXV8pp832NsU6i2NL8ZvSo5qllrJGKDBDWtW/sMo2v3
HeVj/9p524Y8IVzhuXbwyk3jrbdX0nvKoQIHjNFqSu+k0N2Np5f5ZsDgEDc08KPSoTF9gG2i/p0Y
j/CUMZ/9bJXxIKJFZ517Q+KvcBCOcSpPaJEWBo8XHMRvSdPfVgRU7Vh1Nvd6CZxrmoIMZniyqPwe
seMUTAbMdpAgC5/xMN/qZIMcjVPgjGH7MiEfBvO+zqBRsUP96nPZPmA31akwpL1hIqrzwcGSd5G7
LoKPtiwFv6y3KYgLVY5mMzgvJMRWHDX8YrJQBPUbaii/AG2OnZfdIhqhQ+jK7CmY+Kh5vFIemQeG
oOXDFAfBZWbNeCNCIX8kNTonvfv8QEIaQfXS2eoAKJGdrFVBGvq9eSN7uB8YrYxIcW51V504/9IR
sjzSZolfGiFI3tcybDIt/OiMQtA/jd6G52fbdNgkkNbZ2+kNoHXEDvV7nHF0QLjwfQ0rOmZs2nUN
y1SN6R5uihGO+KNHfyW2w81ZKfhy4ECeg2d/nQg/GlnxoxwtL2bEyyRFtY7OpqAsd8BAmBj4R1e3
bhk65KRotLU32K7rAUFn+22CZLF0j417X+aoObimIVdeR3hjLAi2m1m76FFpPl/GBgoJfFCFmrTy
jL306JFUtkxoBoH8Rb+JAusWYNq4YXgTxndegKGlZxaGuN2YgRQA7+P6W9hv7RMSEtYYMWDjFuQx
qWeajdTod8b77hm4GLu19RKZnAetuoOs15Zt77o75RqS4zXF9xsJGC5MMb7XOhGPfGrWfNXobjAf
jcaCb3wuRNRPhY/czGz3E/8Gtn78aGFwUg69DMqxHdAKETsCC4VV29dqaecjqpzhvsJBWnAQRo56
GetffRex8wBx79VV1h4qGk6nUE3qOdATRz2Bmctr0AAzlejbkaCtwuNKEZQBh37/RnPfHiOQOnYY
0GPazHEdv3swKInTfp/pmIPCHdxXlsujr1tUbLtCB5/6UePhEWQwpXXnkXMzg0q8hKQ/RPhRby2o
IzptVNP16TDy+jp7SZNXrF1KVITB26TGastrSNvQw03gGYDe/+hC2XeA90KMcz2s+EPod211oPMm
fnLUUGfeSxalfs33m9EBFMsWQ2lpYvBmOyvd98HOgoDGRufDtsXBl8rYsXA60CYf9cIzil3/uNkV
7aFR/ndfNXv+8TiZ53DUVFPkpwnyUo+I/Ba3FbSDuUe6BAag3rvvz1u5IcDkZVzjvvSSYXwFnz94
m6d4vAtHu3+DJT6QWZ4sxQKP7pcBRUahZC1yvxlyXGIf8pDEHPluvIONYhodNzMEX+hEoWlAwNa4
P9TCBx67Won8VGoBykNLGr2wj9qs9mqEdcDRvRhgsZwbL9HlChtwOMaitdstLD1T9NruWTdrkgov
9n/4m0tOAVwYH5Se5xtAF+pjVs5LtGLJUVeoz8YWgLrAPXaADcFHZKeU5wZdnsnAv4kOcSOHw+bI
D8cq9jh4Pcfth28jaqB1Fv7vv+JtaG5W4GmIgyTLsz9D3qdrSXHtVfo6WDXnCwaBaQLnKuC4Y24o
2iCn+JY1FJArgVD8DSPb7tYLcVyHtrZZOO3sEgyGFNMq2u+qJ8AWMNO4HYXEOS9AqcIbbIc93TFS
WTLgxarYqhaFStKHjzgYqtLF3oDaNVS3fK9iVL2oA58CrwZJDYXTYRDKnXrjxxlaMXQetltQYgMH
D/cqOLR6jZ9qEAByVB24VvXeFrA0sDUkMSzJMACZrrFu5DckWsPYuomxgZNeZkHkUBDVRhShbUkW
jB/w/WS/JoR9BBj6Ap+8y692aJa7XY7kmbj46zZ7VVFBsfYVoVXv1vf2tJs2GecthwMtFVGcYwj/
Hu7K/IKfAQA5a2IgzYkuhBHNXkQMJ08KwB3+dS7ygfTCBLXkfcJf3SDd87g3ss46HQs0cmGXpB1N
bNGEtE0jnbBCNjguGQMMHSEG7bQJz97UoDw+RvWO7b+u4lFszVQGlc9PGlVKgWtM3forr+7aeR7e
KmvcoRahOiDGbcqijwCF7SOvZtpGl0pUJSp1KN5LRhgtmx3QHwpOcbUoA5OcIhs1qyrmFdEcJuUo
giDbBpsc4RLu56hEecGoBhFDRlym8x6+xvDsK3o3QFMYOVlQV+mH2czqsnWDAMji1cdxWpMrWBFL
oUOU2GJVQ45yVR+qdcIFvtVsTauKuy+oCeMrhZ3Ou7YiAdpKbWpcvK+pVycKiiOkw9Wx+dHU6N/S
Ye3jF9L4T5Hl/VLMSuj3xAt1Fvj7VLaMjNc1AGLf0W78Gu0Ng+xG70WMSIYcQZAfywvdiW1HhMoh
MSNDXpxJiYc7KlJt+62n+HuIt45K0fgQpZt51adkr4ZDWGH45AFPemvbyD/WHvyXMJVGo1TPY3OD
ZAnsQuCgacOhVmF8fcMZBKCggqpUynF97kUSlxvAimMd0fgBCp0QX4Rh7iI82IUi6hgI6cFiCvBx
bI8WGS6dH/wEIY+8ektF7ip0UofBC+CPrDckcjoMalpIby8B7PRSTI+QOYF06dzumHR2jXnt6ehy
VDr41G0QpfKEf16EGU9BwFgmgW0fuiUxebK1a2a9QeaV5PrYEKx6qwARpDvq8EfujeLg6wau6LA6
ym3i1HkQaCXjziSnKnKopNdOPA+0/4ERjCqM7NsiWSP4gKDtzDzT+gfrNrxWOEvNaYTK6ooVSvIO
hchp70cBpQ/dz5Vu7LnDjC7fV/Snsuo0VnG03c+12g6oLzjD3o6mfKqrHkHXtNpTM87NsZrb9Qz/
P3A67xTY5SytJ77+WAD9Z5MyO0l1rNiZ8HA52HprY4wtl/geROK2ydpliMHRNMuvEUD/XRx2M0yu
AbDWacuD4M7uGzam34xjGQmivpNojy5crOQOaVTteWGgLmVGC0yq2m5lsMzhHrJtMdfhEiDw1MPJ
iGyYnY0aaGZTK5nFksgwhRcCK8QYk1eebFBnSxet6YzLqFTGBTnrDQDDBicisvpGWnpqXL4Hk9eX
oNJ3eWuhxRxRHn41i4tBdJqS7nsbqmErPH+UYWHRY/+EoGVwRd/42yXpgha2OpR+G1ehzjVT9ueK
EdeSUjiR3LIZLj9Jg6ISSCW5DZYhwnqGXQ4a/dsW8cm3CcKebiGQhkEKx+AszhXOyDmPMPC+NC2v
D2olvSzCWi3HcFlQ7WBG1Z1mT3RFu4jmhDA7921pdm2zXs1TYQZivm89M19tQ+3VTHVUej0NDphM
0TQiY3c79dt8laGBu3wbRE+kjzw/Vxo+vUyiicB2Xw+TWpKbvpP7g3VrUsT1vh/I0CCns5kkAMul
EaVbVvTnOJ0A0Y5wudS9vALBawrW7xH6WT+ss0av23ftMeilg0D4AMYs9gW8dapv0TKGRYc4pQML
u7bsKF8fJEHW9wC8JGN6h38W89WDj4iqTFdTUNZ+kjyxurbPrFXxwSe8ux1/cuLpZ3DwEQUOMe0M
lcIYjsNVL1brtMPyyyIDqDU1wCJf473C0tFM3LBAMDzuXpWEBPuN6AS6N1/P8dWn2/gDY+/AosUI
6BsKnRWRJLwLt3wN2NpkXS0AdUCk398AEo+7G39tBvCNnMYAOTLbQzNNwAxoHNICJocCytlq00e6
hn3BQ232I49s/VpNMUwExljwcjPSu7EB9k1KFFHfmiTQ76r3WwcqWVx9Re8jcrCCyClmUwNJzyyL
HbQA9EMu2jF0jlabjZx/TOZ1U8QRGiKUofBxTPD08HRvpzTeO3fLEQr8q208LxvE5hUbTGKaTPmd
vRN74B6Jb5tvnCt3cNzZII2M7eH3hhEmTolWXycI8C572Lxxp8TBJnH/W+tFnAEx6ZdAhzE8dD3A
NuuAgOs1Nq9jq7A+9mF5N9h3LyNm/CGiAMR6TBpUCKsR7C4xbXgroxnUl3VZ3n3rC4jd+rH0Wjwf
qCjIUwFO/6F+M8ioSxc49kHrKfeeoEuV7jr3DRq+FrdgrlvwdQ69FzYLtNQMRVnl+34BbyXtYQ4v
x+dEo5xONQswJmmTScVF3Phr2SwYoCSOrcWKru+sdwjAUtF5yS/WUPnUr5B6wLxqnR7doLYFLfg+
Iicq0sh6aZr9uBKfZwNibe+lQFJIJgEB/GRIFCfnddc+eHTTUuzoIDDo9SBJhpwfId0AsBg8WkBx
lPnYSQy8wNBJMiBZ9YOL0Pm2iES8WTGKeBOcx89sivpbFE3rY8/2Hqa4QuarwpiCLw52POscHFaO
ftrg/dwrRWSBe73PeBzWD9NemXtmzC0dh98NIhquUwxLqVlsmIQjff4wo1NJ/T2ShR2wSlPk2og8
DlvybjDkP01VM985XIx5LFZ5ABw8lHVtksveOjTZMKUrPOvDnyuMF+A6dHjHbuvuiUxMOVWxuQ+M
a0+AdNh9gOFHNuuuyadpAHYQzCswcm2rAhOj/bi3UCoYNKVfoODt72KfR9ckRFwCxjxwssMLKkKN
n23anMnnHTSIJVTLzbwE0UMY1tE7euvhOMp5XcBKMbCk0hWwqTCoggdDgq78mEFv4HUIaGAD9CCY
iDLgthUGNMS2feF7WJvdCgRqoGK8JQPgcKSDkSGHLrA6Yk13l4HOdTmFMcWZjMxn2JnqGSW9YvBa
KuDSv1yBekAevcepRl98ZhjoYb6EW3ebgJlHTWivGH/o1NRr9+ajejXZFvfyhxLqfe+r8SDahhZD
hxX078y5P1DbPlv8CyamnnFJELIL6oxUflyCZHDTeZajdaz+G1H1s71/JKtQNmBuXChgQwkBE3oE
gPa9eP73b/EH/t//E93+wY6cF4J+M5n2SwvThib1JB/AoAr4eyP2v3kS/IHASD9+wX/8G7sD+2vY
gu2yCXRDDzhx//3Z/6BgpvQTMxIthSDcIvNv6lbkHwi0oV2TfQxI2x65ru10th0SpILtEIIsRhp6
msGp88a/cCf/9L0+/vwf3wuOyw6HWwwCtHyZ2dMIMve/f7E/vZRPpExZI3lcQJ9ziXpMTKZUe78o
eP7//uF/WrefKJnAyMSKgxSC4h2KNTJnXiywb5/Mf4pGDOhno//Rw8Vg6ra+bLtAS3lstxHw5d+M
2P70+J+IzxoJS/6K4fHFYdIX1UGVoyst4T2iU99Xfwt++cO/8tnpf0+IG/26qS/gOqLWufrheKxg
KNLG7i/Hxx8Wz2eD/zqZI42Xai4iGLM6+qXqOf/3F/ynT/5EeAbuCvuMbU3OficPQygK385/OY3+
t1KNfvYhHQLECG51/NENTVewD38vdRSns5VohYMZnm98++q5+m/74E9v4dP+JuOCOV4F21NK3uL6
PiA8W7rHYfb+Quj90y/18ef/2MAruhKYB8/RBROO9baehuRCJt7+t+Mh/rSL9WwGEAEnqGm27iw0
v+sBaP23V/xpD1tQ0VpMs5Jz7PiHV33hKfafouUC+tmLdEeLi+hy8OUHDpIJCc1xwbSn8IW8//eH
/8Pp9tnfskdUUmQwE79oNV7DFo0ChKG/Wz96+/fP/4PS6LOr5Zyo2FaLleCc7w0cYobwrvY/SgrK
SXhg/agfNOYID4Mb+a0bjFr/28n62eWU1mTZHIWohO8aStHAuxoUHpkwH31wNJO/vPz/7XwU0M9e
mkuNSiz6P86ubDlOXYt+EVWAkIDXnt14SpzESV5UsU8CiFkCgfj6uzpPjq5pqvxyTlWSAlrD1tbe
a4jBlwbA9ZgBjOKX3QMAdcgpp5epahMvoE+8GU6dN+crQeUvI+Md5Htw2aNv9kpKvNp3CMT543Ai
944Xlw8GuL55h9I/yjJR2u5hTF8dSmegkOSJ8x31w+wAVze+Gf3A2SpnCk5CTiNgNFwcdJsPDwAz
0iM63QFU66AhteUZKkgbB2ZQf1C8FxsqSilOWa8myPwEZr7z+1Y8k7LpT20M1cR8jqY7b56KRwWB
vWPQe+pWRf30BK8L3CpkXwYonNTDvs+xiPf43OpLPgyw70O5FMpQU1sjMWjQmL51Q2E+BbKMtzSe
0gOfGDvGPArhmoqrbgzoYp5/46T7Cvi1c6wKj7xWqK6d0O8sj62Uw80QhBekceQnHkgaieZs3nVk
NFtTCP/exEO5F44ixyqFtk4xBwLwoBnt9dih6KqO/XRnOPDWmbpkkWXJHgUL9KHpKK5KU9SHuLuZ
ojkWUygOITXkFoBTd+3QWNiUtmy7Rq3ORysmOgOYfykPehAGYv2KCsVCnCVWnK2IBkQABONziCQd
fM40W6MxL+x1W6qdGurMQgTR2WvlY8vVsKPc+TLrVG1dZLJd3+z7QNx4AHNfDy5LP8WKvLQQuasI
UjP4sJsDxHiHBIwPfyUpWJgF2wUjyohAS8iJzwQN6ijK9ox+RhReiU8L324LzWo31VE3zohPKDbf
xBWgW50O2On6yCx9u3XcycGUkaQ4kyI9bAxavQ3K4jHqjB97vDXwjtO2IRTy5wS438d5ngBndvuN
8dkKa33p8y0ekfZSgqY/Ph+m99ua813Z3OfiQwZCCNlW1uoq1OXFgB3A0Qj3TioP0ZwyK0Pj/V3u
7wRnW0+WF7MrSr/h5xlmlLC6IMMDpP8PMfr5SVhXejvLgAHz45BdHwevedVWL2OFf+8MJS7toyFf
A5mR3ZRdanuwMyv3wPulhzpPS2AV2vxrOaBt6zqlvEUTDajPOjXsU0wAqu1YHj6gG6iOQdZ7R+71
7Y64mbmB8CngiULmQKHhDPzipjw64CIG6TS3/wWl7XwAfEmPj2UQlYeoGcofMcvHM2rDcJbJm+Bp
ihHfmigmBzS2cJ8HzP4hRKBKt6qfyiSAHjPAc26II3aoNwXR2YYHxXwcnH5I+OwBde+kZt8Lzzkz
DWACyqYxysFT8AslPP2LVmV9rv2p+cPyvgEQomffs9xjX5XTjw+T28/3rErnSwOAFqiXl/Mh9r3y
qyfb/n6EWzOo9dUAkpA3PQ9lSL7r2GvuHTOgPQG8rLiF6RI9D7kKUI7JvV+8LtWPKAjmesel622D
2a+PkOCin0O0PM+AEcvP/qyDu2pmQOObyHdOw9jkJ6b09K1jTnTrxtRDp6wArNT3gG3BBstRwguA
Em+p2BfClKC3GAD5Wnfa5MBnfQG9jSX90HmAr6MZuJmciW6y3Af1gk0osQzwWwVVwHkiwmsT5efB
T4f23YuX8ekAySZ9m/MC+GbQqW8DoQASAu3pBpQVlPk8QJhk5n2FGyUFaiEKstsyHBB8s6bbEEiy
f3FaJrZ9qYi7utqRcby32K2dCrZVJT3lIfmlE02gsNh/BUIt+zJDwQrYNFkHJxdt7Id8xtU5qLt+
B9oRSnGgmNwVPJj2qN9+yITTR273b1bENTyke3eMz8q51Wa4d2PnFg5Du+sxb+H+Y/vAaG3wxtiN
z2z4BUrC1qTAALP7alyNHJfo+d5YWlldyYBXR6EngkfIdGa4V2yqCo0sSf6ApqQ3sz+pDSBp8IdR
/RNUb5+nWPTbPFwTbvkrFfX/H+DZKppzaNDArNWUpDByPTf1JO+7WZuXyE/lFlnJf24hg52f4qJM
Apbuea2ABWMzCFx+MZjbdOCAQ4oOR2XaBitH2fsHpfdXmvJNrlvVrCMziSZwSsc98edzpeRK/vD+
MeP51kHAkaIDCoiEhc7PLNXnsf8+1sFHBL+x/S9Z0pvvHhjQz5PfisTUaKGiSnvoATLhzCeHjyxI
xJd/X9CmRAXAYJkEqJ/dNP1ms9qN4Ws3Ziube2F4bEk0YFWGBkkQSRyfPRpZwjrEAQrRKVaG//Kh
7yy3vz6/b0ZIlXSUyORNkkHs+FPjkxQEgQBodQ80pH1LSvQm0JqBitMIz+/rg/Y+Q9mzVdJMio4w
boZ54qZA/MRzsZPVcFSq/x42KUeBv3392Isuy/nNjyuDBtcumHYkTnw3gZgExtLG4SgfzqB28mwl
KC0NoZXnjXDq8qo+Fklaome/QauQPysAxNFWLpV3C1DHeMtdQn6gMxd8KDlDC/HfX5aGrisk5yap
iDiXxYT+0lM6rUkYLy0660ABKpjoIlZzwoAoAfTrhnDAwz2yohOy9HhryzsCHXStovBcp+WuaAFD
7nfemuHpQqiytdN0UcYaXkwhtPGHT6C03rMuv7m+nP7qx72zWWzhNDCqwb8AdhGjPj2kRXYPyCgK
Ns7RM3Qf9fFT30hUAjpkXZ0THOXQr4zY++ee51oVTGSd0ldhMSfN2KDWAGL6zTyEwJrmxAfv0oh8
ZWv+XUDv/UTr/ENPcPaEMbg/6ooc+eyoG6mdGvax1TdeFNW94u0IC2rjnwDZrjcNiZz7Hrg8XOpH
s3a3WRzpy9J5s3P9qG9A1I5MMrnmtumgxFC32F/8UFQu/w5ZsABXEojA9XMBVLcv+E1PJ7VST1rY
0K4VNkwhQVXWCOotCK5i+kbcGNS48azVyyAe+nxNR3BhH7hW4AAlpddDXc7w+B5rAIP7eSsn7oGa
X30sTNhKbcCz6mBWUMoIpp/a/a9G4SR01hx5lz7fihKDBF5LZW0Edv3XkIH94dFNxdessJf2sRUk
XE8UqkyH6Ky5eSR9fEPr4UPzC1THv4sL8kOoDg/hmMzQsYNlVJ8ZlKNbbxsXpn6JJHd/+rWjz8yf
u7XE8v0zz42tRCGoYphFpFCSmonYKPenMN9i9ceRr2H++3p0en863NiKEaH2a0CHgDIbAJe6rx0w
yBzUwANcw1aSnfenxLUV2yIKNgkDGyhxJfmGRBwkEv3z+sf/Fan//7iDS9u/c+Ii7PhVh5XqQrNi
B3LjBMBXJ7d+oH8XISBaTq7cbTS5uEi6rDwOk/Q+RbiYnynwDnfgDj5PgCHeKIBefgxotW+MGkEk
dedhD+KdfpZjHu/R53NPIyR8NjEEvdfMa5ZG3ooXvodb7ayxVCs6P0G2MAlEDEheumb3s/R8K06Q
EIKH7ajnRA6pgRqF2rtuDKsw0Hquj/7fdtV7o2+lE6odQqheVgZWYa3zs+qz/0wg9GeAHEPIc3XD
n8aY6siK6M4PIrObqk7cTlGnQTxx4x81zEWBTg5daBuWxSMH7+8n+LdA7xKu70bG5a8GrAzIABhQ
8z2dbaUkBFSp8hVYS7Gfy7rc9sUAmowx3jd/KItt2BvzZ0DecSwAtfsENYB2L4HRuWEa3dkOtMpt
G/fyVPumTlyPvaQdICa05s2JxwL1GGAA+wQ4wExCiACP9n0CxHgcNY8saM4ZqKB0bNzHSkIExpBS
/Gp0awpAOuGVRSGfs239IZ5WjtWlGbRCZVz6YxOxrklG98fkAh7UqF03/bk+e0vb0oqUujAdr5xG
JqSFSRl+LaBtUGz5mI63a2vgjXGdx9BpZOcRk8lg6hY7zse+3JbAC6MC6KAs9RMHMiwHPoPZxmS+
5vvxV8f8nVVt690xPruei6p3AmrCDlWSTdZ5u759KkYXmgjRBqykmzGYz7GHcFGU+iSGz8qYvQCj
qpH6aAxImmCXZLTbmzi4T53iWMyog+Gg69CAoWu4jYUZtHXzctqiJGXG8OzUtNkYNoN8WX4oBUCd
59/A2kGLYwIgzCRjrTa9B3G34SvtprXIgae8N8RW6OshYihaKFyfkSrld0OQ1uAI+cWZy0qvifYt
bJ7ICn8ZoNMQFJDhuShO4/wJbNeKvFzfOguncmTFvTweqBCXR3dq2PIR5A8B7QUFKY2fdbymRLr0
/dbmHyHDrv3JZWdP1PdhX36T2juOZXi8/huWFo+1/UM/hIpGUOMq2KAg1kpwTOf++UPPtpXvNEqH
DfI8k3gQi8rcX225glRaGHhb5q4MXMigtWZImsDdlXl1gsnQxo0/u0qgRZiutNkWRj68vP3NLSJE
334YIUSQXJDekfesxR8YL18fGu9vGHln7dsKdwi6hnqR1InvgPbZukyewK4cQaAHZcnZUQHICare
86S33uD5O5KX/anUkD2KgzlLSH4DHWv/2KVtcyN78MVi0OTZdiCXchLAvO5m5E6KKgJ4QyCBk7af
NgzCWNB6qoMcTMIxFscR9Lcf3JXfxwy4PnA8zD51G3lwoRe0iyNnPOD4jB4Y6zxUVtCQQGVHlu33
mPJqGwZ+qXbg1PrTba0F5AcATGv3UAyhTwUoDzsfDOMN4KXlraIiT8o8FCcCXP6+64LxT5GG4pfO
oN4ZUin24AMInNuFj46snJ7A2qfQ7OAcntodhKM+GS8F5iBsKqCOB5pWiXYKdtO4GT1CFS99GqHF
dCNGj0P7SIeQ8MimHS+q+qYcIFjS5hQCJjBK3Q66H06egIoyyQvwAQFhhHF9oIZjXw3BsQHdqIb2
PnC9uI74cQ9xEK5At6pAex4p+GENcZokJb76ArYkmJzAYqHJwgU7OdSEz04cR3s+9gbSSr7ZxzU4
gmHN+ieoOFeHIA2jfUc0aG+A7AuoN01t8Ch6j0H9RdC7QOch/LGL6lREmnzl/gxSdmgUIKeOV04v
ZTXNUIyfIRnjVuIuA89xL0dVPXi1qA99DbL6QFt1qjQPNi2iE3QylV+jeyMnaJu1wHEHkU/2aTeI
exDMijuonjW/oZiGtkgj5wKCYnA07/ZhyJpTOYXx2Ye8wGMXddCvKmOFKnaQqXTvhYak+8oAbw9D
ILV1cJ1/7kbp4DsDd9jUChztO8ePgTIvm0pkoJaAfJ1pWNPVxskOwDb/vQIAVz2ANkrA0Tt6baf3
HqPtU1n79JW2xt2XnI9Q8WZRcyFXxPlXmYGds+nGiHxqY4X7KCoMoKiV8zw+zbFRYBkYMBwg9DVg
le7a8MkJcNaS2AledTd0n8veyw9u2bTfBM+/oIVhjn5nanrDMg2iS5Shoz7P/VallToVzfg8+2xm
kIJTIHk77liBuwjQ3LaTnNDb1IUCTzGQMd8FRTp8TJjYDa2zJUANDVZrQDsJ4gzbZo6OJfG/0otx
zPUItBTdrHMFqknoSEJvL/GhOT1MuBqkUu65D2D59Rdcaj7vBTjrZAEPxh+C3KHnFrgaSLdpeYY2
GcQywhCMTJ7xlbrawglmA4erybAunUcBHcMhfQGVDZaEXRb6KznK0uOtq3cOIgdoIR6kFYPCh1eM
qG8g2e3vPjRINl7YoZExwJzTM3Q8INGxTZEC+d79pN2Vz1+YZhssnBkCp+iCBmdIQPgo9HXxnVi7
di89+/Lnbw5INMfL0Y8KiOYCKf5oAIL9PTnc3ek4oys5/vvFNDe0XuGn0yRaAfiPMpCZElP0Hexr
xDQvOxWe8wAA97Fk6oNpxWUJvPk9sQDbqA+Ahs/pd1AEthKNuiBHTteBrlGr/fUpX1hQtkQsqJ80
m02Hul0NXYrmogDcN1P/6/rTFwaMWb8BiqYoPoGFnPh0HpPBy8A9zQCYq4FL3wfYHJt27s0mjCu5
os+8sM+ZlWCTsAlDWjFUU7vhtvZAY4w99TpG6kaVHzIR9qE38e/MgBLVcwciD0kGdeNv1B/Nk2ob
B3wjQfcky5yVlG8BC+jaYGucsyhVwwk+oWEE6ihonHsZhmQrcw/iaqIc86+xCOOk4WAhAfGR7rWU
a8akCyuDWRGz9iBUN0YAIvrQDGrHCyE0Rr/p+sK4lCffCcc2BNtPy6CSU4nznEfNhsu5342u/M+N
+VZHeCWyTTH6d2D//77+wssWfe+FVuBsMiAhJgL4JoGB+Mlj48mJkY/Cvrdb2Unvrzxm295VURvJ
qEWKMk5fPSi+NfDFjNvPQ/+h4MNsyzvGRFbwoQZeAKIXKAEMZF9CJw0sOuFvQJ0pXxxJ5M3sR3pe
maX3B43ZTnilAMpZyAi2FtF94N8FvdoCj79yFiyMl+2D1xg1Bc6E+Oa58jmS7U2awda0E1+rYFzZ
QEvff3n1mxBK4X0XjSUwcQXX2zEIEkHbb6rKPogJ9i/vffN841fUR/YVnmOFui5Ud5l5plkuv4Aj
b9xtD8XgDw6WFUjBkG5j8LKgVYKSe4PrThXKDQ3qXTh+ub5B3r/FAjXw728RTtZOtMIGmQLUDKpx
U7ka2nLfW+Vs8JcrK2rpLVbopBRqfFXtQa/da16ADLtTcdUdYnf8PhQD2L1kOFz/OUtTbyWUAA+1
g8lSkkS4Um2kU0EZrqu2keOuHG1LL7DCY2AKADodtDFRZP1SQHWwA+WQrpz9C3vDxnoEZmRh62K6
CRgqpfY3Y/QrpbfaWUuHF77exnoMXtxPolSg2qX0xk2hdmBa2ETm/Pn68C/9AKtaMTtZAfcVDP9c
5cE27nR3Bwl9KFc1jTpWrvqQaavPbMgHLIBBo0bIO0fkOwTWtqqBO6zKj8T5ff2HLA3U5c/fbPGx
U2OmcjEnYwbkK9QSX+OUfhdirfSyNFDWxua4Auo09eMz/rNp4OPn6D+VzPbNvPID/p4P/3/ysb/8
uje/AJRcOruFEQkDovwz6tLdI8g9EJzIfHJC4ao9sxFKTDMAWOBsdnkBRhrN9zkaFjvoWjpH6UT0
KLuSHrOwYLclR1fB8VS+jYgHNW4NfOJmFimIx3XqnVAkADilg4/BLB21y4NuujeTGU7VkMbPOKF8
iJ6p7GP4C2ZbnBlhFOCjM9wBsmIGqFL+KHIi95D+3l9fAAsTZDfQWwKxN3lJYYesfOZ6eiiRIs99
Co3LOlgrCy+ERbt77jhpUcxZDZBKfC/8ESqfZlO4997wYPKP1VYhIv3vSq5EFDM1MD9pC6hK9xKS
p1Pqf7s+Su8bO/vMtjkDkQEsCQq/GAKc2kkSVeyKYEBup3pqTpUp9Gducvm1hH4VtJqBJ51V1z6C
QtP+Nl2bHsD4g0og7ugQVvZQi9yMXhtCuiqDZIA3pKcx9cL20AVwwMr6EIq41z98aX9boxKkRQ+u
8wj/DRL/aUKd7XCFgOMvXakHLD3fOoeIatJ41hwQyIB0xwp1qr0LsaMTIQ5fOVOXXmGdRFDsmCfq
UaALIueQ9RdR9zz9DoezYXd9jJZWp4UxKEw+FjXDC6B0PJwMGpP3qQy+6lIMmy5FcKgh0vuxY9WG
JaFyW+p0xsE0zndZ8IK8HRpPayCVpR9inUq4jkLuivciaSVk0XyTbWICZbM4KfnPLF3bzJfQ/U7A
tV0dNUYq0gqHN6Y82vKoSHpB16haC5PtWpPN3VFEGsrHiQbrytOwgoOASrmSA75/Xac2mGSmMGWG
jJJI+qgPfrpNqX/W0eh8JVrS7gB10LKGinHdvbrEADR+fXW9H2BpZO2QapQIAgGS6HbstuVM0h3C
yBH0p/u8yD9ff8f7U0Ija9Rm6iNgu0CGSj/0QKnUDRQv1ozV3p8SajeWEJak4uBanuEl4W+zqN1D
ISDfCw9F7+ufv/QG6/LqscEjrWzZuY/1bjDtDSvMDqI4K4i8pcdb24Kir+zUKqiTtCewTYDq91zv
6fCxp9toobLtje/jagzi5AzV3P9KDzoO8ulDI2MDhQqCPFb34LOScDqnPPxeFsONm63BYRfWpo0S
ckkzVWFJw7MfPg31M9wd9xqaTRXKFde/f2Fh2lAh0CarotaeScg4oAkDvWiiwQO4/vCFeY0vL32T
+Y1RnIUUxkTnjEH9iEbfxtDNsYHLFULb0uhYV0bd8hlwF4yOIzQqKZ/CgUOb70/ZrOzapef7/34/
E1BpggnBnEBdlUPFnJRPM3uonXpl8N8/DmhsRZ5csap2wJY7h7WGXugU3joqAqDHLe+h+/XEq2ql
KLk0EVb4kSYDf8tpAKoSlbulRXgk3ljDhWgN5bmwjGxcC/RQOkEg1poMVbqpikdwOD62hmxYi++D
o6sIrrmpT/2tiueb1kOEgN3vx8bGBrZAljQX6JhAZwOB4ks1edm2bZk5TWXfHj60D2xIChUQTBDm
MvxU3cM751cryl/QYF95/MIyslEp9ZjNEkVfk/R9FJ/mkTS7wSn9TZap6QzkFdTrqHy5/lMWtkRk
bWl4alQELjVzEtcPXuoCd3YbQeZJlmslrYWlagNU4FqkYPR1iXhBs6myZttHEexu1nKjpcdbW5pn
dceEB2ik34dbBR5pT4GEnNfKSwuPt2EMvNc65EqDtovaHBR9aY0bBuB1WQhlo+szsLDV7B5Q3g1x
OgdencCoFZ36gwDp7mNPtubWwGt8BrgD2HDd8U3UE7jWOGuxeumzrVhdgiAZQh+0TqCLCHnCr87w
ev2rF3JGuzVc5LSED0OO3MTtL/Lh9xN84mCNoCGUZXaEV/4WPfzT9Zctza8VseFvlOZtUXZJmk8e
iklAQcBmy9m5KlipvC2Ad6ltAuihzuPRBjChETLBB1aF2SbPFd/U4FQ+ybinJ4geiqRO0fFPp4yc
m5HJw9DChjZlKWC5vNaHMXIZTIzSNrphKAjvSuqDLcuzrIXqeVZ/R2Tw4QUF3VNkRulO6TL+cn2E
FubZ7rAOHGbjJNDdxbYWXggtyfZotfTbjz39Mi9vMgqoI+ZYl7RLQAPfRm33UzjB9+uPXphau1U4
xpHOXEHoGYZ+h8CHJ+E8/hdAl/5jj7fWP8C4LQTZ0domje4R0IAFgp3fblZrR/BCZLYb/7SUBthE
sDwy4LOhIYs0fQMHgU0wZCuDvzRC1i2gBwamhzENCIAueXVaYIuUT52dRJt4f32QFhqO1AYAwOOt
A0c8wFGGuudW1AL69+jTHAApLKGiHkMQ0hnLfTxW+Tn1jAeBZbiKXn/50gDaR0Pv1LqbBpOAxFty
SHsHz6ppt4b/+NjzrdgBHgz0jdq+S/SEQqcH3eIdlW0NmZAuOoRtsZINLP0MK9djbqdl1gNoUkD2
Nyw3vEh3bnGbN+3KAbSwDOzWaT/rHL6EPe6yXG1kfY+MW+Rrx/9C+LCFq2js9KosAKLIUUw3YCEJ
rlZ24MJBQS/p05vYEY10grdY0WB+fQaJTHDgB4+1YuM4bD6B4QAd75hPn3VfzCuU2aVfc5mjN6/s
AP/IIxnHZ+GF/NFlPNt7xRiv/KCFvI9eJujN08nAB8dXgp/jCbh8n+w4fYJiE7RF4XU2rzHil37D
5c/fvIVDH9WdCSAzcwe3L8AQIXWk/JW7+dLDrahIJBxvYPsVIJJ8Cpz49+xE/13fbUuDY+3m2IMg
Rgn/tqSixAFvkZ1wr3W3kJ6CiDJXnyr2MXIVtSWt4rzKcV7PLWrn+k6Q4WZ0opW9vDQ81l4u3ZEE
sWgb4FshF6ukz+GNUeyuj9DCPraVrIaug+VhDbg5POoYID0xNXesqZXZVE755/o7FoKRLVqlYlyt
IOjBzx6uVaTodjAZ2cAUYZOuSUwuvcHa1ayo66ZvHS/JGHgzgmz73D9HAIiG4uX6b3gfKkJtbaoM
xZaZThMUx6UGFlIFFYLS6G5rA7ECWnpwU3Jf4S7wwvuP0USordTjmJ7BaJlXiTPzLN5OuVQQURyr
6SNT74WBdRQ1kdZp7abyPDQX9AuyyxBieDDxW1MRe3dW8AJr4ZqyV7KnQXce63kfxN882WxJ+jDH
367Pybtr1wttSZpsboaJwPrsrPPbysVFUbwCHL6S57y76/BwK8+pptDrAHWXZxjz1Pe9Aw82ger8
yti/ewzh6daChYTXXJTjqM8TvK5S/3vuOds08jZ9eAj4AVe7lYvE0q+4TM2buB1HEHuupkqfG7hH
bCH2pRKBnPxwfQKWnm6dPRkD62wQMYxEK60e4LcRnKEPvpYsLywfW9LL1TCl8yfYUUcu+OCOhANC
18HHee4gOxCt0UiXFpF1+ICdpLNyNu1ZpOTU0LncwmSkBKR/er0+SO9GDky1dQaxMGCM4BZ3bnwI
2Jm8g4xBTcJyXyuSv4Drw7ZR177IEVJ2pM30GklmaYlZ25vUDLrLVQr0dgMXRVEOr3HfwuJsbsCz
YihOQ0ob4cyJPnQtww+1tvvIIw/+cHBlj10wI9Im6vft6DcrFbqFtWYDzwKIJJWlNuKsSQW/xaxr
bto2i07XJ2np6dZu1xqqOgra3OcmzNN9B8WBBxoH1QoC7P0bjQcC0b/bMIh6HaZahDdETv/BuWza
RDV9hNPdZw8iUfDN6m54P97BKOc/3GXX4OzvZj94q7X5UREonRjumWdOkxKGNkxBhZc8+PN0goPg
5vrILeyf/0OfsayH8xoVEBAi2cMkoA4C9yIYT2eRWpPwWXrHZdbeRLG07bzRZZOCw8LXiR8gubeJ
u+qDP8AKACCpwpqHOG0y+el8bH1IZ6R5UN9JVvgrr1haXVYIKOpm0FTBIQLSr3cqZTdxSFYuF/7f
tuj/NXoxy/Y+l0EFikoVn2uAHxygWCvyQDjIShtdlcMjBGDkthUz24Ky0RzTALIzKAf0EvISab8L
WJmNGwmD52OV9/6PyO3IcGfmFoWDwZWyOwF6XH0ekc66W+OL6j+IRzZyw2AWek98IHHgXgyDd15J
mXgA91yaLz2s5aMoTxSFM9vcQU3ccDfdThx2EAy+UhPICH7woCpmDvUs1KPLB5Hoys3vStqFZ+IV
LfAX5Fh2kn6qCp5vq8GfnolL44MZCc7jnHhfeonWvzuDU8oDCm3/YByzLyLLgzs1yQC6Gj4cBLyK
PY2wId16cf0rzlP+QhV8L5ULowKXuO5xZo73H/xCnedJt+QXg8bZIXeKYDw41Mn2MJeIPnu+pM19
TYsJrgXtNFwM2bx712maQw1Os7ftewe5eZEL40MHJypvaeqG0TZt6AATPj6yr3nqeJA1c+CuOMep
f9fhSNghMitwu4A83BSsLEiCHm57qWmQfSOb5p5mQsLGOg7OFPqfD9z4+o7Dl2zPDYhDY2vonZ6i
+BP8ENgNTMmrpC/gYcWHlH7poFq3h8BIkUCMjhwNVN1+QjyuqtDBgvBQW6DuJ2hX3uRlow5c8Pq1
0qO7H2L4FISQJrjxgMY7aggEHMPZz04EeL2XKHBgtZbRdF96UB7dw04b0sAaSGMCMYNnyvvmO25V
QEG5UoPtPUH3P1H9CH6v04NF5qMDiH/KPdTb88eIAf4Fm15Ygwt2MYmhbc1yOCIY2DY2NRYf+IaH
oFTOEXI/I5hyoM00jPOjr2bklDBsvPF6mMwX3WhuJXj1ScvS7B5u1uIETRMYmQdtsHMbAhInLjrj
twg2pPAy8qdPqZyjw8gZaJKTT8KDzGkHRhNYVjuov2ZJUQXFtoEd+SZPa/AEmMv2GjfHA8qD6Tak
HSyTpIaRHTyxfXh7DHwHlla4dYbCe3C6NN03joRhjJtNPxRslWBCksnbCSZc55Zw70bkzSi30gN5
PZsJ0zA6DvsDY3o6UFSwfyh4E+3ajqikVaGE8G4T/46Lor1HzWjMULKF3hJO2VHBP3GCydt2amFx
t6nhKQYq/JyW7YZOQXnwYTAPxiObn2cCF2kOabAnDVHte/gUwIqLmSopcL0ZzzEwNQ4Oiarf13nm
3qjGr+DXA1x3C4LJ0W+z5omZEp5EcCLYIqksDqOjxRM0vEro2DJYY2bp5xSbEHzZKIRnWOHBCZo6
cM9J/zDGQly8tRPuYOdmdiV8I+BexkNI9s+wj5ng+FT1ot5N0gM2rxrhD81MlN54ZIh+5yRI3aRt
JxbB3ygix8yFNGccm3QHv5sogN+M73H4ck8uyFS0e/UA89pFsAOBcUhe7/MCNijAVQ2Hy9aCs62M
gVKHLlbQwpOteTECsNxJTzn8nAMJwifrUJdrst8cdhQ/hBvPX7JZNKcqaMffE1PuHYtK/6WC6Cb4
lk0NTz+onGZDNT+UwA1tDelaaAl58V0uMnFM40gdZj53uJFmcKeFPf3U3wHL6W1GqvwTpxHEjouS
hweva91yQybYeMAIre1efFghshsH/4OpbDyhOZ8KDc+BfPSLux7kPliKzSNQa7A164OEhGgOrWRF
C+fu/2GIBuM1Tjh0CRv7cePW0bSD4SycdKoyO34ofbCRk1KGgcj6pkuKJj0ApZG0oUkg8PWxG4qN
mwxJGsYaUFGIU3ICaCg9BhrMn+vfvnBBsfGSlBQUQZy3SeR+ybGu4PC366ccVmb1xxIHGy1JIHcm
wzLtkhBm230c38U0Wim6LcytrRKYxhUEz4ThZ6rgAwMGRA+sJ8M0rJK6FobHho+jYs/7qa45SibT
Mej4iwbJdwuvuldeyjXloYXUyoaQw94AXlR8UAmcmh+jAAY/ZloZoYX02RYKDKAe6zRB1SVSb82d
hOOH2CF1DvX++vJZ+nQrPe8r4ThzC2+Pqa1eff9PULCn609emFtbDjDQbu0qHXRJTfNNM4ht5oKk
7qxd9JYm9vKD3qbjbuVHOFmwKkvyqVDziebVgSvzi7TpSlq7NDZWUi4zOCmPAe8Sp/9O8y9h/XJ9
ZJaea2XijYkrBQXZLmm7+dMUT9+8Pv18/dFLo2Ll4XpEHdWDqkYiQe/2o9syq27i8r4dzcp6WZpV
637dNwXks+BwnyBNFtGXKjxO9PH6ty8Miy3xJ4c2o3Ch75LY/1N3T/4aD3lhTGwcbfM/zr6rOVKe
6/YXUSWEEHBLRzd2O3vCDTUzniFICBBJ8Ou/1c+58eE1TZVv7SrRClth7xVwRjWJleto8J6RENhD
g2xbtvHBBTz4a7989rLGAW9ZYrDrqMOjPYTOPw27XKysQv4fNPOTx9Uc6Kq7ekg6+HDdtHFv7UEY
TN6MLP0juO35frATsWsqauBWlpb2ZnLz9DEvYRsMgKeARxX07uGkFSgT+XXcPljguuyhlWTf9zzx
fkB2Vv5yYKpwJ8DUepmqtIAzIhLLVW/SuwKp3nNmunIHyv90cBo9nXqqnbvMa6YkdIAPo+GkVAUV
ga63/46lBZ2J3PpXZMP4uwIRcNsK+NlvifGHErxGxuCDx32Y4/IOotY5mEiXe5bfeXjvSnUzZWq4
aWuHyk012eacpjT3NybQFaaNk3gDicZppyZPHwLjpHt/YnAxpm0NcD1U99C2Ai6XOT3kDoDM3cKL
wewSEDkaSSwYouOF2XEL6pH55P2eHGlux9jAZoBDw93up74O7cQAdwuHZYhM80Hcoegx/dAeXnao
91c8rPqiOKY9VMgOKG06PyEYDjVm5P3NXmY1niBBlpMwrmQDGYckPqdjFhzy0c6fJkg4b22/FVYY
eHl61yBWL7Z0BSwfUTP/CcVWWH210jvmKdwcE7eG17Cf9n9c+BbvYVBqI29m5MuIG+fWnpIARs6j
c8Kz2vljO1YeBcEAZQp4JW9rnXCwl3PF9jKtJd6x7QCBcNuboA1uxclGetW4Scfyb4Y38K8R2mkn
QGLYU8FJdXTTgG2IRbMfOQeshGrLewNffYDTa5O1W4kebd0iw73a6wHAxV9DBUlOuNJ27kF4iffs
wpUDF52sOvrKgDk/2JYP89Wapb86iJxdzl//e02b1A/TikN50epVf2Zxrg4wZ0UtVw9QPId8+znO
yvgICzXvphqhibw1sYvEqIy1E+Fn5vALgyMt2cGotyg3VekNauclAvIU2hcqwsGpT9x1zaMxSbeb
bDHtRa5rWEzQVrdhGbDmB7UZ5GlFq4NvHkKqDymC9y0wit97gcZxa7vyZz6R4F8LNZE/IzKW90gD
5kVIPVq98lqZF7sgcGcDZ3eSe9fxOWTpPYYHT6erEFjQ5ozsSHPq3MsKmFwFbQcneOhKTiBiDj+Q
Hlz6vRSevXM1bIRDTzsjHOMHa9+osTqSPq63iuXy5BQMkMOSGwvvV0ectA9oC7N1tldaA0+JVxr8
wGIXuYlaHz2vbW/7i0sxt02NV5VrDm485bsiqKG0ofnlkQGtFTW2eJBDFuVWUYiuOB4ZDtpoedS1
YNvR1XDRhvnid7jxwtEiKZW97ccSeqikMf1jDiUbSGVP7ePlWfGAnWpCxd8et3Wbw00ZwijQYKwD
2KX7slWQI4jzJ+4Nbg+9ND4efDsj5SZN/BqKMHTYm3hq7pTdyBu8CP2XFG//PVjs5j1h2HLwkunC
ZuAW2jUtvJWbqnpNfc/9KVXPtn2Z93cF4d6OegXQgFabAL1h6hhTXhinfiz8EWrBwoEtKuSWoTRn
2RzKdx1IUqh0jaAbMT+E0Xhxgu3dtAG6wHqsO1/C08/S/gHu9tMvSgZ5hPUm3ceOZN91MRS/4UKc
7yQ2vIMIyPQs0jh+I5OX3/Q2pOpUGrgVkg1M3mbwmn2ksBA9ZzBsfkjLrN8KiDIeTS/MKSaY3jrn
yX1B0v4ImAvU7OloHQkga3DSTvhv3zJtOPVT+0uKdArjzCFJONU13yQxvPO8ssp3Y0PKV1Ts4HPY
OTrfqNJPTgV2633FHHInqMIqJwNer8wai11lVLzPcyd9LcZ4Av/INeD+GEeGI6kHXA3/cyuEYlqH
jG0NZR+oaVXJEZLwegOJ5Bff7kDyhqE4NnQCOR/WxDelx4IHv4RfQgiinXZD5ct6r6GrAdue3Dxo
UH9CPK7HcyC5uMsDYootMx7bD8zRyLTwFNwpgmkZEnZLYPT+EsdEvnQSWDobDmhbHtDslZFWHlye
wKgEyP07uyXJYzFk2b5QOmgODS2Lb1YDn7CNi+CDEhtDXoJJfYhRw/wD09EOeTvWwGdd0yMgP3BL
LxECtFBiI4uYH1UD0BrJrP6A2a3DzMoATLdhvSd73GVlJmMaOj68wrsG1q6hV9QAuQ5Fh0zn4L3l
PfaTLL+k8xWDPmXO7PoWPKj+21BxgxtUDNWhEmiG0fBkU4JA+61iZNjZHfwH/MTih4E3yfciHsWt
7XXpoY3L/qnKCmebwL3qOBjebgmk+UO4eEOlRNHmBMUqGVmMAorhUX/ccSbYPi6CaSMu0k6XjKq9
hx9vu+mzQZ6G1DgbuMzHhyGgIDyU2FusYPptNzz5CaaW2ZXUcnf4ZwwbZiBIAH7SWFfa37peB99x
3KXuITCFXG1DLP2eSjUc20S7bzh/aBSryoH2eI9dZI8Kx4ttmXqXxKSiW2VyuCR5IpUPoh3MvgTD
/hZZdlC5455KJOvq9hfig31vfORnp8HWWwiHVk/10NCbOCtgU0EoUIi2HrdB7IxPKJ8c4e4jD7gt
9Vg5NbtF7LIH6BPxPy3yfNsSD86dJ8rqiIRjfx9Ipz7mcexslJNWBzM2PvxQ6bjXhWud08qim1i0
1hkXU/sIcagJ1uWmua/9Kn7I8tx6hpNv/dpmMMvoTKvASqkeUimRSYW/zRZHQ3YgTDWXY727zWGl
uzdYkkfWQB/NseN+a8c41jXLmlsZ1P4PSE3pbMtTU9xKWwV3bc87PJzybm9Gq32HvDZs6BKePQib
uvcTvIT3FLnzt7osi1/w27VD+EWJ3Qipsn2RCucRNFH70csF9DEHmv8docAMS3TpR23Dn1xR57sq
Ydmh9HV5m4zUfnbsynqPnVI+96aAXTIcOMxeY6c5B1np3bfSho4Is7tf8Lql/7zOpyd02OyIjqub
NI/ZE5IFwSGYxvGVNeDMckPZe++q8Qcw5/bOb3W8RylKQSumondwveN/VNyKO7dX02uCZGyCwprq
n/Me+vRVr9p/OOYhgAmssfyVZ0312Gcc1CXMLn3iggCVOhQwigsbkSB1GMAli8BbtZLOjsFYfgiT
PlZIHJUVTKw82iDvZTN1TvFWP7daBGdVWN3tKBjdgbppvdYG+jUDAC91OAHyilTgwItt4XjdCWpP
HXRqZeoBeMT9YdvBY+QVFMwSa72sbkRdNNu0cfsHFC3SUMEPMj9kFkHSU9I3m8CgRhmo3PpO6R9g
sVxsxkbaj6o38g5KZM6hkQ5Orrx0bsG4gLu68pNzRkdUSIBjOHit7z4IGovXxEgGuB7X/S5hg7sL
tNVvcTg7v3rmeDhBPCjjGSSKj9qUwcPQEmcrqMWQrjfluMP4Be9xmnvPyFubSzmm3bmc2rd5Byp/
CH0NcHz7gHz3sxYMJQnxuyCg9MZvuH3TyzalmDwoalKVJPciI4UOpfYNaiuxva0yo7aW7bInd4DG
wY4inX6fdR4/B5qQi1X9sMvaptuVMUvuy9TNzha3sv2Ud967lTlliFQ2bLmxObB7oq0tg8BaCHBl
/uDhwnnu8Sz/25BRBkARw0EcntjtjTsiVwyTD/AY40qbuwRXvUcJe7ytqi3x2FgBZdsUtyrs8S18
gPvx4HgOP9BY+QeHjfUj0hXshebwXJTCnXY5q7rDqFFUMnVBwdZ3LVzb7bT621WGPWQwct/UXcef
Ruj/wew6cTJ3y8ogX4GAfv7O5nP+IYU1iZvEFH7ustg043fUBkMspuvv1aXGZ4VmZ7BJk8LqM+Ix
BCHKk9Lvfb5SZv78tc3nNLQGCeDRMmi7xTrE1r9xvNBPtl275tv4eZqAz4loZUkJtKCCOoIn2slP
03vPrLF7l5q+jNeHnFKtK8JibSEPHJxx7OMFspILW2r48vcPDU9TwwJjAXzGiXXqJve1KrKVZNLn
CUIezJJUWV2jtADtwJOw2Ala2d9ELG9RK5BhMDovdZyvdGFpzcySVj6Eo8HdSnWEJM0WSIKNw8+w
8r6+IJcWzSxthfxsgLchBIMy3DQHCpST9aMs/c1Ekt31Lyz9/Fneaix7qOykF3EJhfejAy5AK/T9
QPo1dtjnFgs2nxPPOguG87pHnaKNw2KHB5TYpNvilf/wNpC0xHV1XEsIYdH8bzqIz3loMWlgTdmo
OpINzKCrUOCB5FrYjuSXuJ7oyiyflVkSrpFeoiPfxTatO6h709CmUyjW4KQLq9a/LIQPAdE2/qD8
Ghmz2IOce+kkJ5XpY16SbksGz4RehmTOl2Z+zkkrCuF41QDcQw5/5rG/lzBUF8WKwP3CspqT0Iqu
JflIkJ6v42fFUCV2G8g1fgnfjnmYxTZpfGu0LX5JobdbK/vGGcRprDVPyYVNaa6SXKY6tySsdE6N
3+0sXNIbYPSvj/l/lY/P1ugs3BSJcUdHvvEm1w1SKEh2T9vUiH4IU7t3f/pa8rcpiKGhKqUuzlOr
MrwY5XgDBXme7WIGdISktMGddrDeTYEifgr8GsR/gLZIm2FNMGJh45kT1qmdEyNk58BxBBIjYpNh
cxiBr+D0S9VLPldErimtUOj37VMMtafbRMDUq7Jg21FnllkZ7KU+zKK1SCgrRFe6p6kkm3K4UdBA
bzwHT5CVu8jSB2bBGhOXws3UoXBRT0JfvMvgIRnrUForY7SwEOc8Qpl7PoSEDTtpD6mM3JHHrC5W
jseFAPVmJ6+XgRk3wab4lKdPTdlthuB+bNTK1rL0w2fx2TeN41kDn7B59Y8gUD8yZLquR9BS07Pj
tijgLp50yKQlg/8N1HK4QRXbrzU9O2ydzvEGU7X0hHczRKFhwpFp+9f1tpeGexb3TQ29D49QvAm7
IYTyB0SOsWq+JP1m8zmxrHfaBK98LBRk8GEIua2Qqsj6ZxWvTejCz+ezizG0cLPGQNT7hFRBWHCs
cftHw1fGZuHMmzPK4AgKRE3csROu9XBbZhCMmor+JeDsVLrqnxarFj4Li2fOfEyQnRiZb8MCIf4F
jMcmLtYu3wtbAb8M3Idze/Iy5AshaH4Curbdo2RUHAM8j+7tHq/QIouLfGVTW5qJS9c+fmgaRWCN
qX2ivh9swMXqN46dfvesYP+llcpnsZsNrioqWtMT6qUb47/w6WzKtfNvaZhm0dsllddVXNNTU200
v9jWf89rHtYl/9qWPJdDBTvR85GyGwEVVsEWfqA7Fbt73G1fNWogX5yDWTCXqiiQp0IwJ36xaYMJ
Ml/vwRSv7HAL4TAn7yGXO+U1tLNPRL2NNRJaR5XvXViWo4K00oGFaZhT+FppGWigB/RU9A5qpMm2
1Oled3/wQP1iJ2ZnL0O6ovYD8HziFven5CXIk/tU/oPp16b2Vm06F4LhP3+fD8HQOKrrNSi7N5Ul
cDdmvXMKgqw+pY5XvwpV0Me0gARzOHqwTQMWaNhZeYp6m1LI5iAPD2iYEFCCnnIy3IIAY9+UAmqK
FtDRG30pZYUIBgboWy8nYMO8GmnJtt4SIJc2XdVVtxJSCDLshqq5heZIec57W2z80nWfkMbmO2/o
x42kbfqGC06HfCYYxkNYi7S9YUaILdyIWze0B9qdgJHtMUKlOnVe6ndHlB+Rj+0KdnTLtH3jsJlf
eSYtra/ZVmWnPsTj7ZyikCMAnBT7TrUgIw7fS4ASda9X8h1LczPbqGwH+lDwFaoirY81srM5mA2A
ka6s4IWd3J3tUsj10R6S1FXkVvjRjtqbkm+vb4BLTc/2KGcyxkcKG/T4BN7rbjitySAsjcjsftFm
mYg5KAVRKn5CGWLLUClt2bfrv3qp8dmeVBdDmnTQLY5iODXQLNtV3gt31zQ0F1qfExH7aQpQU5fT
qe0jywRbq3tLId94/afbCyM+pyBCnnHMMn/ybzJHwBorB3l5z+EWsSs8iFC6oq2ioAiQOBY+bjYb
P9b1roBh44bCRPXcBW2wr9IRzEXXWrUI+zyXwGb7V+0Ac1/nAzlNyfRTihyckJocLNSIVxbw0ohe
tuYPWxcFwtspGbZgGN3umuwZzJ9t1fy9PqJLA3r56IfGbZfESXm5rhWeOtaO88ttqn9fa/ryyQ9N
Q8dDezRr6AmCrZs4fbC7tRFZ+tGzkPYT1TKrx4jExIwhdBZhEWKClfNo4cRjs6Duer+BE83l2uSV
bwD7v8LI+JD7EKXKQSq/PjRLUzqL704TrhjgQKeOsrDJ78CCCI1Yo8ItbNtzvmYsOdC4sA86jfVv
ObFdRf/E+uKexXdWtjK5C6M052zmQIanPpBEJ9971v5P0QRQaNUbN+turg/RQifmvM3YKRwwYiiU
D2pR/3IJZ8dMERJvYauFXEsuOhu1Hs/8vv65hRmZEznbqWr8ts3JCdbhEREuzHPMkYsVtYiFBetc
RvFDKNgWEPt+IfEoYn2o3J82W2l46WfPwpcBTA6dqMY+jcb19qi4RG5jHlJtrQkULX1gHsQWbCqy
oiSnzO+PU9ZdTJf8+8y299fHfWmaZ6Hs5hOctcsJcnt9edfjNhXWtvNcNnjMOflvj9OvXWWcWVSr
losgTRETLXQodmkl77zcO0yjdsI0sE4cQijXO7Q0YLPQHru8V8K1phOsKGAiRNx4H1iBt3NlwQ5f
+8TsAE/zkoopbpOolMPJ8tg32cc/M/41JuD/WAMUwWAXbpoMcK+tTki8bcE8ewUQeWXv+2/IP0ls
zn0AUEUuSV7H2PwYiDNJY/X7DHjFXd62YHgMAAeW4SRN/strjB3hVVy92rgdQ8ZFJwfw77IiRMao
21bQt6o2aV8izwBw/dGUKgigEwwJuA2sQO07q0hG4C+tFNWKwmrvhcPIN+XT9G2a3OlvknXl3un6
4RHMYXpybeCUclr1sKmnANxN/Ti8X5+whUU+R9DrQQJXGjv1ydcjvBaL9k7k/oMbtPt86P95Trry
nUuO5ZORnYPoW+p4KUAm9cmU1o+4ALSn1zepkQ9FEWx4Zb4PzFuZxYUdbQ6qBxgSwJsq1iC50S0I
UUloyzWR8aW257vlYGpsCq4+BVMH50mfwJ0RvvTX52IhPueY+rFgBdQYIDYAet/OiZufRg57kkGf
7gvtU5ddOvVhq09BQqfAb6pIABWm6pPXJbvUe7je+Kcjg8Znu6Vl91nScKmjnorbnObwtLL/fK3p
2QbZBVDPgSA93CccWMJ6b6P6CuEbv3m2IWbQ4C1y2DCCVcpD35zr5PX6L/70CoKGZ9ugGXoioL3I
T7Tnb4VOZOh2oIkpAPPIoNdkTxeGfH7RASXCy0pw3CIrlhuegbA1XOAh17uw1PgsWYqKtvKsFhXh
BjZ/YWrZ/7pc7a63/aleAXXnN5oSGFrZWdA7hQjXZhLumQnrAMbfreqcMyS4th1t9lXCv3Io4XOz
oO0rwXKrBuqlqu58WLUnzj8BpOv1vnwatGj88vcPQRXEQCYSG0pi8LJD0cTbeMC4WMMXVZHmChVW
5eqBlH4RuQ6GRAEWAzJSv/LbF5apM4tZBlL6CIkI92QDwVgA52L/cxvwVdYW6FL7s8DNCVG0ILqE
dci59OrQgAfqP5Hua1uOMwvfcWSgGcBCMQLBIQvJ6L27YH9dn9alnz6L4MJ1nYmwHIpIeYWqlQtE
EzBleeiD2LDPYAxx/TP25bf+z7kIZdlLiHxYPkWWmVwR1K9R8odiW4EzH7TLLDmwzFeHoVXQ6A/G
IbJKSkHssMW9axc58ngWybfXf8NCpM8vPV1Xlk6LkDy1VvGUX9CRZfvytaYvt44PvZMp6CSCQ4fe
JkYBcDNsLODLV1bvp1cKDN0srFnXmyAbACsZswT4ZDCp2fSQmR98fHYzKK3Cr2PlSwsxPhegkFlr
WtdnUA9j2iBXDm4yqUFGhpn5l8q86Mxlcj6O1ARMIhkpOwUuRIdJERog7njz4qin61Ox1IdZrAN6
kzaqxJEEFjEeSt8mIFHtYW0XXJqLWaRzRSa7Zi1U0HJa7pPRbvYpKtVHKVkNLUWY024BQs5uJN7F
71/r0Cz6hy4lUrXoUMV2AygeE8BF0gzb660vdWgW/64W8WhiFO8sqe5GwiIBXtZoBDDJMM21AGPt
ms5e+djC3Mwv4VmdWDImENZn0gQI/+Sce9mtnSdfSgRSmIr8/6sLSpedDDz0Jo7lAbe0W9JoSAR8
cQeZ37hNO9imohdHyhLOsYG/B9T8eH0eloZmFuQovw/24AMOVbfQFPHGTTc+B+6XamAYl8tXP0Sd
DwQ3LvETom6SOwqzhFz120msKGMtnCH/ZYo/tO61U1sVEqKDdXGQ9KkL/qJE0uRrP36p+VlEj35c
e26AH0/zG5TyHjnkIsaLN3Px8rWxnwW1sVvNGfBakSbdgXP+NiKXHJakubnePsMof3L2/Xcmfhif
Mh2hlFgSG4cbhAcGD0IJfrp2x1xaOLMABtsgjkdSeZGXyvticuIQ3sWb4sIPv/7rP0/4U3fOaB0t
v2kCmaqIG+jfePCWOqNcNME1GIdEw5wgbHweRFDnMhDLoMlrkWr/XsrO3HpeUdzztsl32oaRw8ox
9fmCYHOPhRGvGAPAOIvKsXRDeGr+MRV5yHvvTASyY9e7vfSRy2R+mDRdSBQe7caN6gLe5Mm9GZ+y
woc++/fr7S/M25zPm/AU0tc4ACNiXVLz74Noth4c+q63/vmvd8nsQuJd0o940DDoavOwgJ6ODwAF
IN+hRd2VAVpY1XNFCx+ZYZ4kAYtad9pk9nao1o6JpR8/263ciadC1/jxnG8L9qMWUHT7Xa5V7Jda
n00sNGv7QkDGJlL8N9OvJQW1q34S7gqmYWlYZrsVjMn9pI5jHkEKC9Xioq9CoKBWToml3z7bqVyF
ElpKLyMzFGEX31pQvO78X7Xbr2xVS6tydtlAMIOD4uS4BvBiI5izsctzUqwtmU+TcNhJ5nsVbfzA
qUca2SXYR6z6DbkzsI4D0HwIhzp+3LUrR9LlwP/fLZfNiQcEbBdLg68XBSD6QD0DJO8XF7ywHjo8
LPvVkLU62OcDxuZmOLXOajJgQ4pcUNnrAZpGsKPasm4qdtcj+fP1xOZMBF/I3NQpekJUCpO35zRb
2YA+nww2ZyBUo0xSJPd51MN6/iYoa9CDxmLcTbIG6h7qjSBlumKlF0vzMYsK0cTIlrslsNgoTu9j
LqAEpIB/HSsUJqWX0yzsE18c0ykNHq4P3EL/5kVhYnuDPcrCjhp5tDt1UCw5Vvp3UXTPolqJx4XJ
mUvZJu6U2W0FALhuMwKSTnynJ7VWBV1aWrNg72jHCd6TXlRZbdiU/BhDrp25a3flz5UUKZu75fjC
0WJA7SLyEBitLENNDhVQS0MC4U5qhQm7D3INAvcaGnThJsGCWfznDmcxg9lfRDMw4bzf2fS7gheq
qe9I/uY0f4j/oLJvpL43uH817lOLx+71xfCff+gnG8Kc1yCVAeVMwdOlou0m1cUbt+1QgMACp+Xk
iEpnyK32xuj0AIDNX+NPwzbt+QtJk5vMdved1ju79r4klEjZnPzA2s4Cb6y2oziDqfTI1KPIyhsP
mKTr3V1Yl3PqQ08M5C6EcqPUJlHcOkcgnV+/1vTlaPpwLyoC0rpp7KFCW+lNbvLQq9bIJ5+fbmzO
cRigSZbWRWtHEpYmuZ9tLH3r9iKEvu/KneW/VOhny+AyYB9+fQvKceViq4ty5pi7VDfiADFqqGG2
McQBQOrfjJW2jhr1gzKstV0eLdio3kNJjh3tgZttoqF5BZalTjcyB08XYF4fEOFx+BdM8AScvCCD
P0dKnpVvk7cJhabf3LagqjCUbfJd18EUUZOlPxzYLz1mYJybsK3pcAv5Nr4HSto6J7ZnQUAhzu6q
gucvcc4h8W2UD8W/r83g7IwPimwqYbPaRlZQQ4oti4KE/b3e9Of0ISzsWYS3zEO6oCuqSJZ1/x4r
Zu0TiF8cDfGaP2D2u2czSldtxqxMH6C3Z/oQ+ab4AeD24TA0Hehq13/JwuY5J53YPWtyoEew+psS
cCBHvBUtf/ZtZy1hvfSB2e4sSeczpX03Av1kk1Rmo9S0aa2n6z9/4fCaMzpatwkAvB0hc6os564R
FYMYDySXHsre7V8l0xJ17Q6SoF/73OXY/hAWVjHK3Aa8MYpl2+2RH71pFMQKDTcPAF+e2VCv3I4/
r4gw79LfDx+CL3UwBND5iUTnQGcvgSrQ2ZWCbrWqGijaNy4Amwykfq/soShC3D5dOwIWdpc5Ki7W
OS8nNyYRg5fRRlf0SEu459lj+cc0azjKpY/MBlLmZW0NQtuRiL91QLnm8pGhlt7QP9cnamHVzf2w
JuFBfQPCJhHO7bfMoiPOr2AiFSTJXO9roTMnskCYQ8kmF1U0puNblkBZferTfOOkib3yhYXjaU5n
AV7PqYVhNLIc9yzd6h2ej2ta3Qsz4M1umrEb1ERkxRDVTfmngO5kWMKPEaIU9PtAqsfr07DUgVnw
i1Sj1ualPUS+kvtsLPcTqKTXm16KkNnubHeTNcQO7KrgJrXvMvDvuXebjmbTZciiDNkGlfPQ4WvD
tbSgZhv2VPZxmTo55HJVeeuo8aFV7HcSy7WbzsJ0zMkuQPkQ1SaVE8XJGABTQkBPM0UZ7PzLOSsn
zdrt9YFbeGLMPR6UVCmEkyceqQLm5D2N71rI1wZBv8vcBIpXJv3Jh+r39Y8tdGteavV8llGi4b7m
8RuneYGU747A/1maLwliUjYvtw6mqQBMx0u/AmSaNsVB9a9Bf1N49cpLf6EHc5JQwbls3ALKg9N0
VuUdG8untONHO3ZW5mMhRuZEIQINLsivAkDN42/ceyiHtXzwwkTPeUEjKSExxkoajeWwl6P1G6IG
UBAa/NsWgpjOVP3klliZ56VOXMLmw3klp4E1vEtZ1GXTHYO7S2ib5nh9Df1XePzkMjp3SIOOCiTS
obEdJROtn2tq/AfHEf5D3vrmFSaU7jboJv0vqSp3m/FAhe1F2bcV0spQPOGQDCEWs7de6yW7AS7b
+9Ipqj0VNICPYYGcn9epozU44KNWzH+k7jCeIFk1bE1b+wdI+0KYK2m6u6L0IEnW8zWN9oXLi3sZ
zA+DpoD0J0K6Q+RnSAcj/ET9AF/f7ofP1XA2VYzqUquKw/VhXNjB5uQC22K6sCFIHVVBcpRDu6VA
z+DZ9rXWZzv9WECOxcmgAGQNxaNbw0crCe5EoX98rfnZbl+J2pfcblH2QUKvqopt0n8v2jUDyqWh
mW3u8P0sBngYjlFSNyKEnN29Y9gfuDUVK4fVp5sI7s6Xv3+YacuLhccHyzll9W/eiVB5HuRM5Dah
a0DqT7uAL8wCcOp7VChxSsBpdwJFjFUa/mgZ2SvpreXKP12u+MRsufYN6Qngm85JtSLKvLPPbygg
27DzCHW8EutL35jfShKO9UNc5wTd7BIEHiGGraekeBo5FP/KHrSlvrfWkLZLgzZbtO2kS7f17TLS
VXnqum4X9PzOGtY2rqVZny1aSSH/IwhUKHxN600sg+R2guPODnM1HsaylCuRvfSd2fIVHHg4OJjT
U1cjaQh7tpfRtx6a1MpuCVAD1yPw85n5f14QH5YwL5AChei7cxoSd4Q8e3oD25B30nqHbqi/ebne
X//O53NC54liLrux7yZw3pKq+0sJ3RQi/zX0za+vNX/p3odujFbFQEXDe7eC2Lmfjsis3mX2+/XG
Pz0F8Q6chblKawG+hFERMf1JlOnRSuLt9aaXhmUW3/UQiNIlGH6Stj+shIwbT0w/4mZYKyYtfWAW
3TAhreNGNCRyemR4qqe2acPcW8mzLTU+C2vo2JQ8dx0T2cmZQmYV8nh7uZq0XFqaszCGL0Waj1NZ
RpCz7Y7IBpAnqFCWt7Zo2NbJArn3y4ytASE/jzY6TwfnwJkIQ13/NAXDe0PpLc1FBkSY88OLpyq8
Pt1LH5mFtEO7rKk9o5H4VPtqJEGYchnB3eKPi7Tw9W8srNZ5qhckkrptesDlIJpwtkX/ojJ7Rcd8
Yb7neVvpN65bQi7wlKU8hD5rKAoSTu7z9R/+eUbepvO0LYTr8FqyexJZcOepORUnxrpD4pN3yNpu
tLRP3tTt4mD8Pco1/MDCjMw1bIJM5AmsA6Yod38PlG6hQhrqXB6p+7rSq0sw/M81F726DOaHrYmi
xifZiG3cmqBgH1h9coSLTP0CwfnuDFKXflaTZZ8gPesc6oCTF6MmCho7JW/EUvKhM2QNCP3p0wE/
ZbYZQK9UNxOSD1Gbmo0Ld4qMD+GghxDixHd2/LcLVra1pVGdbQyezHKqysE+Of2kwCHmO+60r/E4
fIu9as3bdekjs/0BeGU3NQzMo7bLRhePAR7c54N2D2BtFNsWBY16pTtL63524kN8mfoZQBaRHdMB
VIB+OzrJD+q2X7llY15m20LTeA2tiW2fwEuB3idK5+9KQUo0Ubr4c30ZLuwK/5NRhZvO2HXKOemy
ftdwVKpI8HS96eDzBT5Xx7H+j7MrW45T16JfRBVCjK9AD248xnZ8cl+o5CQBiRlJTF9/V+fJ0Wma
qn51UlKjYWtraw09WOl5W8G+uZ3K0B7Pz2dmhBeYJ0+mL6Tx4csy/KJD8Xy9v5VzQS+iuhWdG5HO
y9mZ2nOhAKymyPefBG2hjf1xWx/nNfdp0zp1aYADXwSn0ZvjVDnwkGKh5f5mYxBCN3N/vZeVdaWX
GkfPacwazu8nbi93RlaXIbK7D+hP+9H1DqzzXrgQfPRS4wRv86kaHRhqTZNJ4rxFBY0Lq37P03yB
GXVt2KGkSrVxjZokLtd1/qRyQp8nmCYWodf00CF1OufUQDcuCdLaeQ1c1+nBwS/q/3meKp6yIC15
5M6Q+q3x/JPAKBxEiOu/f2XV6uWz0aqNyhmkCcNj/lDmMqZFv7Gn15o+x8hPMwz6FnFccwA3eHbV
EysI34ucsw3A91rrWj7qc0lGGObBCg4y7HdSeeMjlAzSjR2wEvn0Iq9dtW0vzEkmDSRm/bkaIRWV
PWQ5eaMw/dlYOyuf4GnhNR2CahQSJH2QOOTjnNsugMp864RYW/paSC3miQh/gsKksoK7zE/f8OBy
yhb1fn3h/MGkXlr4WkjtYR9oWFAdB5a7MY9dWeUxgy7JntTeb9JnbG8ULdkXvYILGC/pXV639tGe
UgOWBN3PwmZpnAUFhzDO0L84QUvfGqgRb0TMlXNYf4sxi6YAHa+fTk07ADiYMWjhd2/VZL+AtxJz
iNvH9Yjs8/pYrAy1XjAMzsZLwpubpBH0XnL351i1x8ZrNy4BK4vRPXf7aSN1MxtAX7HMEy7F9xlk
YIKvgGfB7G/ruWTt958X6KcOSNZ0kApe6MmHtMl3qKnXJwGNzBMdzw/l18do7SO0hAUW9CUoGaNI
KuPe5c2LSe6hqHKAANDGblo5tFxtN2WClcwqXbCM5/mo3FfP9yJm+nhWqmJvGA63fYa2q5RY6gJ8
aevEwOLCdY+c8FWQYi6Hk9fPG2fj2nxoW8thoMyMKTw0FzE8CyoOZlDv66rYOBRX4o4uKWT5akTh
VM2nYXCQhheJaPrd9eFZmQRdSqj2lzwPiIBzA+yXReH86wr4VUN2+Vc1u2WkbP/9ekdr565z/gWf
1uwMMeQKTMkmsf4n/5n27mk/3akDAC9IH3+4b/ar+5Q9m/dpYh1fy4f8fUtIdmVu/iMytChjmGv0
a1RvXdBFhQ/vui3z1LWZOXf66aOY5U2F1wiVZIp/K0bnGzG2NNvWmtb2uAq8rM4oSiw9pDQWl33x
3RtVyMDd+/tnA1pkcpIDTCC4qnY5Ib/LpYV+uqc2ltVK8HC0vc17M/e5UY0nBzyVR57S5YtZFHNc
zwv9yGZ33ogha/1ou3sYZq8xWN/B/LVIghJK3zCbhlb4vs6NjeLB2vrR9rZZ0coyZ4556EVkV9XX
nrZvnEMj5PrGWDuXdfmcYApg9aVqZBX28E9qc6gH/HbggMTS5bGDIb1hwU7WVacRxjqRC/rm5DuR
ZwyhNFtwLmEwy4oImla3BRsdJZkBgT7BvKtNsmI89S49pMu0sSpWhlIHR5JSSNoEyHBg0fRUO9Wz
mRk7i9Hv10dyrfnz3z9txszO8DanFpXUsuaRR+j7XC0NqP1bS2ElWOo08qIO4D6RVtjtMwBg9yiq
HgOawsIoh99IFt/2FdreBJwMFrcNAFNzrX6CIJl0dHmaZblFfV2JK7qUzgAzWmLZBvJw3u1p2YcO
vw1Aila07digar50S68SQGv+RVxMqsB4zyjtI6mKXSfnF5rJt74m+6badClbm3Ztg0JOfrDbCrwJ
f2l2kHK9n0V1dO2tZG5lvHSuOecZvGJxoUtaGFzKwFOREajbRJwtXVBnmChdxlmqZOYfNaA7rvev
NWxs5JUihM41z4oCdgQuDr6iHfECN5ct+4Gj3ozcYCH/ClvmT+boju+0G6AIBtPUjX4vQ/6IpUMh
BgIBmXzp26QrBAwUnph8hKkEqsfQozDJntrLI2vLU4OigWyeSHpjLU9HSMwGkfBoaeFrOAke5mnY
dtFSDjsYhoTtAmfXcaM4tRIHdGo683xa5kvdJGLyzPcMLuDx4Bj037oSUCvmmRGRutuSZllZ3jpV
fUlRB6PKa5NlTOyaRW4mQ18sG5O11rp2UHcWqmrzuXU5fXC7iTJU24LNFN9F5L1w5dR56grv1/DS
wNGG49n5bkBC92xn6f6GwxGPraXKNyZk7Su0EFDCRt2aKsSd0QqgGFpDdIJB3CfduM+thACdqs6G
Fl4oHauTxRB3ppz2BbU23g/WmtZqLjSDjGpT0ioJUGYa6ubb4LFbkJXEsrSEu2BkcvMScVEBGrIf
Fz82LTfEVYXcZwvcvwbPOExL4Ox8z7+J/II+zwvh0xHspHicHyESkJDSoLCPV78F41DYHOgWlGRl
SemM9LSaZW0B9ZI0EviIrtmX3oOc/FPq0o2EbGUx6YR0ynOX+jMZQQz40gVZmAZH19nScVqpc1ja
6e4sULQoqKgSo/7fJCB66qjIto2I9++e5Rx8a2NHrK0rbV+rEop5fRmgH4dEc1/e+S7dKOT9WfYX
drWlnfLwsplMCf++JLCVjBUxeRTklMKnkYAd3kArLEy5mB68zqNHCCql+6nM7A/Ya0lo9o1uCO9z
WIaJrAprUlm/S54KiLCCxT4ye35NWUa/BRahL3NdynvYeinozVX1DkpKcINgBbwb4KW2H4eJn/33
yncUYcXz9exrbX60SCIax+MoRqkkLcoZoKF83zkiSu3xmydA6SoIHOun21TFLZ39PiyUVdO8QBsE
FKE+hdK0PFa8ia9/ysoppVPf/Q7xvEpzlZhn2cQ+AakghKFKnJUPbWNtXMBW1plOgJ9hD6KMGp1I
8U3m+5ZtwXzWfr0WSTzZKw6VMQWT4oiav5xAAYpRhhbqdFsn69pvPweAT8EKTFWoG49sTHgAL5DO
N79KsexuG/xzn5/aZktF2onMyIQVLC/HifOQwEAKFo/LEMKZ76Go2dv1rsg5dvxnP1q2Lvk9NuaY
j23mJGrkxYH1NcCPAawvP0ChmO9bpMNvS12xOJPMiKlXp/Fs0DyaBsvYt22ZR2Oriq/Xf8wfi/ML
P0a/I1VqUtBTbqdEGf7wPMwVO+ZGRlPUXfLswIMgf289b5i/UOKyft9ntnRilNOtHlWnJogt5pX7
rPS5GeVcZnS3ZHS4M6BF81MGYl7CFr603wI7DyQIWnBX2Ziwi4sB8FptwgJrUjQFqSdxagXrNDex
uLlxxl88UNC0FvPTIBCOC65QMtYzwNsMsuwQnLzJ6Ryzr0X6YYBe9dgDeQ571yDky1hHKs82fvoa
QU8XZGdMyoHmA4I7YCYgtyyhzJfIn8vvRVq0d40SPxZRvtWqgGVz2u+EuxxVA6fgaamQ7gfd6/V1
dTEc4Cu1uNyVzMd9OKdJ1Tb/OkzChquKLTm6Udd0PzrHvQn0Ytl6rTUAkJ6IXvaJ4TtTWNUs8er8
zZjBkofMy8v1r1lZbHrV1YJSFtBN8PpKYcgZWanxRHj5v9va1tK+bOJFVtKCJLKiBW5B47OEFcxG
brT2w7WobFlskOcLSZL6w753E+jAHq7/7JUJdrRgjLcAuyh9SWF/tsgX0WTTi1F23R1UWmnct9Xw
2LqFuxGlVnakLtnnZyMeNooKSgWQoLDPskDD4zRufMnFe7dl6wWWZjDFQM4IcZeloVJfPPho14Ud
+lCTa/s5BHo7NOtgY0bWPkVLxkzWBDk2vZ0gzENijwLeTU7E2th253m9FM21bVdyOD4ERnkeqAYm
Re0RwmmhAvGwVt7uponX6yuyHoyRGyn4JuBE+koeA+WfDAMGqnCEImoLorqyvvRKCzyavB5qaV0y
QeK/ncdopvWdUgmde8Csv1//lpXh0ksutZcqfzRyiAxIwIXBnMZFZe8suKg0xsZ8kz8o5Atzoqvm
nnnbnmfguIdDehVNS+2/yIZXx6KDH3RUqjR9LjgkeEJbmc33uvXJaxZk7gM3BeZvcJposhYrkiP+
axh0RnBY7HHIo0Va1dGWhEAbQVllDHgEePLzGJwg0jvew5E736H+7R3b1FH3rVd7ce1a4siKxYdy
l8P9N2JCLNZolBfySsLuist/kJpYD6NUUBeabe9Qs8WNWxvk6TpIcVf3gQVQuXRfYBPbRMCr1k/N
NHqPkkPMYoTTAeYKpP3Q7W1y5EaQQfUgtQ+9K8+M4DFY4FXaQh+pXeY3mP9kB8/CRZA643iHzIve
pWAvAVKIqucj5LD9yKVBEKmFWfDANqn9bwoBp6Sf4VXvLtP8tabkxZbsRzrIBGa8/sGcShHTPlPP
hQsP1EztMwMP4cPA2Gk2OYNXcIc9HfhpcEcnp4XTeMZFrKChBfGvhcJ9G5Ug26NpvEwt/zLjIe9k
Yq9ywEsMfHJuevJHboBST7Laf6ssYF3iasjI0exKd4cptWwMuw/X1Nzj8SBtM7RhOv4sM5Axd4Zo
hgIOoEgnNxbYSkDRazZFA1Npk/sKCZwzH63BSBNnSvu9azn8puOP6g5thFRzZ6Y1QJN8jIoGqg+k
3twga79fC1mG4HCUb70mmShYfiOM0oHrYyKCqudNL9eWrdeD6FBDZq9Ngaa3i4Mz9SqSpvEdBtAp
5EKHexi5bu32lY/RFQpbz++gCURVYqtuusvhHPQi5pxCPMlfPm6KWXqZCHd4bwwalKA7y5gBInYr
4D2Y+LZUfH6wTK/YiI0rgo+2XhuSgxJlK0D8cz3a3vOy6w9N3+Y/g2pq7B31obxAYGU27kCDsF9g
aF385sLmH5wEnrVx2KzkL3r1iNd14ECsF49bI+zjm27eVzilo9tGUrtC+K4RzKi6oVLLe1C2qp9C
IdHHhSD2pnyLm3J5RVBfO+/hZ8OgTe36p8n/OVhQYa6+QjtzY++vDY92U3GBLXeNBQ90zsROyuVH
P+cbI79yNP6BBXy6ENfT5AmxlG1SK/Xi8nQK3WGcw+7s9wkzyBunQBsdb4LLopqhuD+1dcQL8Y8l
mn3jpY+0cfbXZ/nyBNh/Lr6fPoSNRBLqAMfmWgpKDiULYa1rPtSinDbKzX+23oUTXq8L9RbIz0G1
WMlk8h4SRQUciMqJlLhQ5V57J8esfsaTerGbVDoch370jug+e4WL3BjlDW0ffeK7h6AIllfHmuEA
EfTkKROWiINB+QfY+WVvPrzUupAKA/YKIFeExjLXd5n0eRr6kLyoQ5DWoVrqUbl1eVhJwf4osXwa
OZggwiocdMMkt34OvhsOYx5C8Cxkxnehtq7DK+tMFza0cP5mUPkfE+JIvpvqCcZVAeE/TXNyfpPa
CW4psOKlUyvcw2Sox7QokTh8eJ+74SWrl+P1FfancHNp/s8D+GmgahUMRmUuAg9Z3SOhMidnGb0c
3u6WARemYpmPvVnQIc4rJj9gXa/+1yKFvi+pUR0AMyf3rVD9O7WEczfJvHqAQZux8xsQK5yq68wI
nrf9sfVzEhW9tL87S5fv/TYj/3ZKygQOZv0h5XUHRU5Xqh14PpAbSgNyFIOx7MFP9A+smeaj3RUc
hIS8ffbNnH81S2l9GJ3N9mku/eMSZO2uLtzhq7kszV2WT16oKuLEXp+Px2ku6jtbduNDkU3LMfM7
OxK0ZCd+Vs6F0hRto8kY/ezo+/mwc7weNWMgbeYygt9x+1iVvr3ERVMpfhe4ef0z9wNIEEpQPFBp
M7+SCbff6/NxsSaMN1oto+jbeoaTV+6f+pkmuYCTmxvb/RiTLDi0XRaKemNNXQ4t9D+IdDZNqV20
Hmwqlv4EwCWJfVctceNbWyjctS60ZWvNy7k6M84JB/GivauXB2ZuuHmsHB5/SkifVq1MU7tf4I+b
ZBmHnqWjyPvgzdVGmnJ5Euw/xc9PrbvzONO28MykB9JnHs0XqyhhHjp+GT12kKX/ezbnjWlYCyHW
39uvqzqeS8RbJAkVTHnB/0PhtvQ/ynw+XF9Raz1ox1SfL/40cQhtGaN6BIUORmLVsMtGpwkd4NM2
1u3lubb/kIo+DRkctkrmZdYA524OSsC3gu2yPLvtpNU1QM2mBUCtatPT0r+18G+G1zWEsx6M4Pf1
IVpZTboapjQMa6zzPjjlHa/iZlgiIvJ2d73xP9W8CxFWV8OcaMOtqmfnKvWC0nxjQj55sDIHtQ3m
xfA1yJ6nUbKobovgfsybJVRtk7fwNqPOriWs2AOeDLn79KuDaj5yPHiJW34dWkVHo7Rwg6jLDbih
zF2Nx2if5TsL0kCR46fsVA69s7MMr33JBz4+2I7f7qZ0N6TT8Fjmo7NvG5fVuEFPFQT75yF2IVb3
SqwGj7dzBwfGeWTpe9AM3jdhUPJskV7dF2M53QWwS/mYeJrdc6OBU2HDi9+Achqx5TcinCYlGAKy
6B7a0Zkge2jnC5IvY7qrqTk7sWzbYucWs3WQ3DeeliZtzY0Bv4wJsWydFw7Gl5XXlmucUBfYV20R
4/l2l7L5ULKDaTjvXvphuOzeVm8CJQTcEDb2wErOobPFkSsDS9706Wk0u9/e0sUcxA7Xrr9wGBfY
3pYm48qG/lOr+bTVZlFwd7Kw1WCHvetLGhcECjPuu9fU8fUlu9aDlpqLeoEjewm5AdtU4eIvoel/
FwGLcm8jfK+NlBb1jIzgotmbxslPTYgHwcqB1Efmn0j9ZrAtbvXaV2iBD7AzSccGX9EFryNKiGk+
Q+X/XkpzIyythQ3trFa5UzlBNqP46jdQrpTOc5oHW2iti0NE8AL998GwsNItwUlUCei2YH7U4YDn
4KIKgMTEK34/3vIN6EabibF226Aq2hpF1/6b4VV7x5Qb7zkXhwdNa+OfqrKoja4G3qxH4ijSPSfN
/voCvXjaoGlt5MGbKnsnwEuwUy9wBrYy8+BSMtZho5p0A3qw0od+6Ayua3qpcZZItp0oR+XSr/vn
rNqSo1wZHf3MaS1vzhlNZSJmelgCK1buFvtmrenzkvoUIOA01QVBlUEBpYdbey6H+t0POr5xY7y4
rQjQTn+33jodHv9EMSZOn0V20+xUMIesxKE0bFk0rX3AeUo+fYCATZfjVDkAJWO98ySq5kOxqZm7
1vj5758az1B/VUZeVImcX2nQhEFzU0UDI6NtWcWqQHY5A57DU7+gPog3PfhxTVvmFWsLUtuq8+gR
IUxfJhQakg8jLjVv0BZIkwGPVRu3wbUutC0rlPQGqs5KfDL7MFHsHbHVQiWLLTLR2uBrGzdw0oLP
BABXAFHv81S++c3w83pMuNw00UWX8RIwpgbsz5LRhaVmUUX9VrRZa1m7xxSZnAzeoeWsskIjm8LG
vSnGoLb491rsJ8ODeSOMcgu840DJLTH74N0DEOH6kFyeTqIrZ7AeAAw4nmDFSEBZzPS9PFPs52KL
An75jCK6FD6xa+E2A0cmMlS70v1VTOZhaTJY0PCwhBPRbV9xnpZPG9ZtIBAA6Sagcwb1KA37KBv6
rei3VM3XBknbtaZZVdbc2UPCIdYtmXUs5An6jzftKBJom1axqVjyEtCitG2GuCSwm1QFuTfwHrZx
gq/9fm3PNoMQNe2XDGKd7HvOoUBn8h9z27xeH/3L4Z7oqsm9nFNPNvgAkbIno4fPOcTNH6jtnzwu
3673sbLBdM2MrEgrGLm2MsnpvW3UB2tyNxKFlRWqS2YwRQSzLLQMvusr3F33nT98EdlySHGYD/W0
bEzCxXd4QnTtDI/abTrCnQ++fPR3PrO7buplaFH21AsPBlMV0FiBO4W9v6koujLvunTG1DqCBilY
yC0Onmhk6C+VkoRj3m8hbP8gRf9zdcVnnfv+tPUK2GwW49IL3F7G5oWDcXjKJO6KcSD79AtlAoeD
eplMhkuWDzBjHbbGOUvqJPyVTNzaSZTimXYKU9eBZw302JDqd4q50Cco66fZ6bsfmWmqOeJ0wUOW
L8nZyTuHkbBfOTfGb52B20DHDr7B01kvc3wjVfBUztmX6yt3ZRJ09i10KQK/88chyQ3r2U79u056
L1DGiK83f7EQRYiu0bd4PBDlYoLHaMqvOQU/J00fq95TeHU+YxVt/tMaQKu53tvKx+j6JGJ2A3dG
DTUhdJhDvyHvkAnnoTltARXX9rkWaheTzFbQowNmv3g1RNW+3fbDtSALCSRmVLChSBbrnvGfit+L
+ef1plfCn/4ERjyz92vZ9wlcAhoI3YrCaENhQhcBQhRO/ZBW0tyY7LXR0XKjjJrUmb15AOPLD7vp
cTG22P4rLeu1Xh8smawjaLmt/+f0/9Kto3OtXS0xcjsjN8cWq3+x2l0+sAc6uDfdMgAy+TvyGMEZ
E+2zISmXKQcsvvgKjeaDwyBCwTq5EbVXFryuZ5w7g9cOHI5aPZS/cMt8CrJsb2VbTJG14dGiJ6nB
9LdZxpGRKnb0xrm570AZ3Pjxl9GvhOjiIowGtTv0Ctu1Ut7RgHkFvHZMO+r7ApnGXImQLakyQsM3
8n0/FQSGn0MVlW7hhbA8LCDpvYzfRtA/486HvoqfUhD/DBPAUQ9K1bGtaPMU2GW1kQqtDYe2+3PW
dnaw9ENiiqb5youAP8Bwvf/npo2q62XUOeuLjmXyFEDSGZLoWXZnjIuMcw8eB07Rit1t/WjpFpk5
q/och8k4A2tne6CPs+DrXLQ0NkBlvbEXPRZ00PJFTjokqNxK71eFcjDr7ix7496xMhX/EXapDSU7
A0tHtL8Y/xFUW8+uaw1rEQHvAmOQwVI7gTQ9koAI3r8by31lr+qCvtOCX7y0CwKCX71zk4iIu9kX
njpfr8/r2i/XVucCIPuf61Jim09kyEK33rrzrv1y7XTK4TXOOyHB8RG7DjcjDvhUX92E2kGKoK1H
pH2Tas1mhJGOv+snFlLTilFWum1UtHXoEy8D4AC/vSjhe2w8TMMWNXjlYP0P9rkhhjEvI6QSYGFh
GnO0jN1O8S9TtXWeroy7DnyWDUGKLMSYuIKGQ35PzopK80bKsbJcdIWJDlqRaQ+hPxBeVJjPT6b8
uD7iKzcWXUKip3PXuiVuEp0xnETeRKS3wqF+tco8XgD6ut7L2s8/j9mnxD7oUXqgLgoPHvdeBReR
1Vcv15v+A967cGnQBZh9KseWzwA1wh6e2zAEJCZMuZkdT71w41kRMFhr6cWjW6NW4NcQGTSB4IqL
rOMxntvJMchA57bgAhUbQ5DuWtylEqNvxSuYsH2owDaLoLLuRDDv9R8dZ26KEIbxJBxYW+3TMvcR
Kcn46PE2OFi0Yzuvyuy4rAJkEoz8uP6dawtY2xomB/88d3GcOY5XRXWe76X03xy8PEUU1/vbJkrX
KvIauyvPQfXUpK8gmmI0tzR3/rwkXJgnXQvCK6gRLNAlPY19mP8sMvjVRsUv8Y1ZYflYfKNNlFbh
ljLKyoLTlR5QSW9g8oTOehhSVOQ1XTaeklamQdd54ABdCdWUWG38hLfPsHeqMDXKsJqG+PpEr9zt
dWl/v+EGVxYtE09kP8UA2RiVfYHOD4+YMHdZVtyJznhoynRjA60N1fnvn/ZmX4720DDsTXv+Znd3
Z5ea6x+yEhB1JkIz016NDmJW67fBDoidIWypmO4qeNRudLE2G9bfv70by76zc79IqnI5DU61JLKb
xG8HImYPqOi3G1OyNkTaoZcO+WL67tSAdwLc1RDccVt8uT5IK1+gy9XUwdmkmwuZOH5NwzIQr6IV
b3KBwPTU3l3vY+Xn64o1fekDle2nwFw5/NkR6XdopW1shz8clgu72tGGZhY4Vge3G5LJD+YIoGF7
B0quETneONghZORKAId52kRAFqqdXBpvPzPug+CWFtOuysf8wIVQ764t6nuPMwIDyc4Pm5yZMAAZ
spcKoobvpmM5UIsH4wCj0u3VPPsxHishw9BY2Z4FrH/PSiVOFKB9wP16n+dRPpH6t61q63Xp+mEP
hTJvCAe8ZT/V6dzsBjVZuwCHR+TgkmdVH6ZnpNVhKF0vhrSK+Tgo0t+18B3a2zUtXojIzN9VlsmP
sZDDk4U2DqKFVrAKLP+IvAWEA06dp1x0eL6An8EmtvCczF4YYluL/C2YZtwCcj1hjisPwJrJd5gk
zrFt42YKiYky7EfpNqEVCHjZX18yK8tSZ64oI3OtNMBVe+rH4uyKh3fh/t5apu+Z2rLfXFmWOm1l
EEPRDw1SspnwH4zk/4IOuXXarKQ1OlsFp/PsNu1SJt08qagymrd6KZK89t5GJR+oGG48MHVBEDMP
jMoTIMPaUxaPqAk1vnlbzqdrfsg2h5QfA/CiHLtYkm9m+uP65K6cMDof9KzVu8DzUCaVO/u/SirY
fmAOlKmX0ntuFWVRz2cDpnRuHit4t+2vd7tyHuhc0cFmlluUuFIZrbUDTWSfeVaYjWJjya4lGDp5
aID0lstMPD+lcmiyqIU42k5Urv8w2QE/yrRu4tYkbJ/5qn6Ed7T3VLskhYk3q17mvM0eIc6evl//
1svkUgKlmL9PJl72kL5yPLy3U9XthooUDxAEaCMbbNnjXNtubCAa71rok+zakpa7kRnk6IzALlGi
+v9lDQA81ZgWG+fMShDR3//LXpIFvECZ9IUSoS1RpXBd60hhDhyRXBSR8ruPoRE/N77/z6xeiFo6
16bqrIxAWPP8EtXnCUhwzv3iU1WGftct/5ggEt51gK98mO3A3ifLc7/7pQf6EZ2hjx2P4ALAc7uC
LCYtqbejTLaJmaruDkyu9EkFhRmbJvX25Vh2363cGx78Nvd2bLGdMXRNO39KCYTGDCuofshBwm8X
gYvdFw7QP5lc+BOXs3FvdznZG4Y3PZuq8Z7nGj6dEzSLDpBanQVecQw/dqCl/A3Q2/5ZtszZia4Z
v6YuY++5N7KfZKryh7of/CgTnXlg85J1YUlKfg8Z0eXVbmvgzlTXvrsS78QZVsUvv7HAMsx7UnzB
M8cUjdUyQcQHziWk9OiTXBgNOWplIW7f/NFRmRvlKoNjbatQSqtrEOFRfWaRatrHbnCnr6weyW40
Xe/bYNd497AbuW+giB0rObiHocq72OuI/GdhjhOWpU8ipzOdaB685sRNsHRxC5SRYBAEJyAshAZ0
vB/G3DN+ealjHXLXTWOjceX9aDppWI0Y+6runGOe+2YEdSrvYMjM+GEKJ48Cx8lii9ulRH6fW199
JYz9WPH23YNsaDg7Zh5lLoA/WPjWMTNJFskCQiEQvMjfVbGUO3es5mdUBG1gg0j9XFCYu/NgaA60
oU3cj2a669sMVXEoy+UhNVInKudhSWoa/O7bYTykadHFrtv293UTjAdv8KC02jflP0umsp9lZXVh
xUcoe+Sq2JJuWTnLdIDwSCntuzZAmS432b3ldPTBSW/ywSNEx2YRsDKsXuHqF1jNE261QdjWbE/r
29C06MD6O1jBYk90QzWBDVnDyv4pb37580aCuJJI6Kgss3ZpI+daJnxpYifwgHM/q/zV8bgljbc2
9Fp61M2uDWlnRDbYagIZxHhwhx3lbMTNlUPrP7AshrXVIvtKlGPGvu3AKBhUlcnZKDNePIot6z8a
I+UMDRbYpSR4DHVDOgUDHgX4slvA4IxZax/yVvU7aLwGseynr9eD88URQ6fnufp04+so3BZGH0wi
uNj/T1TZT4JqyfWmLw4Xmj7//VPTaLap7MW0oNjQ/DAtMN0hrlA9uwrZ8vUe1n78+e+fegAN2WtL
lltJHtRjqAzvaabL2/W2L2aN+PXaoV2TheBpxifJaAyRa/N4LEQG5jmM7ka3f8K/PF/vaG2YtA2X
kY5mFTrDCUMYYlVQhKVbjeDJipvurPgW7WImAQj2CYyYEumwd29O93063ThM2o4LZiZThywTNNt+
LlMXFtM332giJR4yMLBvGiF937USshvwASGJRx0JmHgrokFUOP4ZDNuvd3ExNFmWnhJ5BhSZAmSE
eEx3vaOPp7kmpmnZHElTz6egEeVt1mQglv69ZoXZNabhQ5OhmlLv6+ip7JDaIj2BbJt9XP+Yy3Yq
+BptUztW1cpyxkWNjWZ2ZxKA6avcHj6KrJjhNNIGkTn11l3R29ndVORVBMG3auOmsjaS2q6H5zFT
APbCVgUciQKXoEU4JbKg/AtryMYL7cre1GHocGSwZqtnJAk8xz30TTrvoGWSx2BaolYCDMcHwcPj
r43RPG/E/2SvGE0tEmQmasJQVIY4hD86r7h3t6eFAMaBh0txggbk/E5699sc9DCUHmYAUUrlwR2n
LP7P2ZksSYozW/iJZCZAQrAFYs45qzKzcoPV1AwSQiDE9PT35L/qG12RYVa77urqiEBILpfr+Hdi
8ajKFh3yn/+QC4GCngWKSMmC1GvUnTgZMxqTDAXfFJ3ln3/6pTE9ixFyGJq+80Z4kAf/EIIkDFeM
/tAlLvwe5Ne6Yy9scfQsWqh6oPA/zmEbpeuHuJPkAAfI1AcRjqP9v+nVjlXjt7nJ9RU44J/H7D/K
zDq0SwevZe8UISptah3lyZh3DXJq5/7yK87uHZupiZqYI+mMln2tH0d4ehfPf/NO/qPRXLXjYjVk
Po0u3Ag5bZHwgQbUfreh3kB0ck30/Oc1+x+xpsfniClX0ZPVx6ptksXOO7rorF/ePn+QS6/h48//
tVGH1F8wdwsK+yHyTPMya4j6ZlV4Ze7++bgPwNxZIlDIgZFoXeEpgeJFBq8o+NM3Ikz7IV+ShiqT
0qKRcELzgxsUUnCRoUKO8xSc9mwCW+52h1449pcT4ixeTMvEcDvjyZOQQ5/YsNsEdQtP8db81Z77
X2Hn4jchQZp7qtWYAui1aZndWj98cY2+m4i9VkX5GL3/Bj7v3BhtCLQqNM8RcEaNfvZAZUM9l9nn
U+LSnDsLBdPo2oiTfIXPb5FaSL2ZsXvwREBN/Cukse+daztjWUAF2NL1ZJXMXIT9ob6Wkvw5Wnrn
4s4OZGkRVZKeJphM8tpLhvErdt3NbKOkqq9M6wur5lzZyTqCa0rUQABu6dIp2ObgjQXXZumFVjU0
yv//NVkFwBazDgbw3lr0RxcBsJSWXU+KNByr+ETcUm1RExcbgnrgTqOYksURLDynQRCgZfjfHRP+
I/RESYwXoy7pqTUvcaDS3tuR8K8EEJgCZ4GBMlKXdYtsxOJ4X3sq8dgXfq3L6NIkOFvowI2tAAlo
/PJJrhtuQiCHXBMlSvM+deDdH8twvmbneGG9nFfIp2Vsgf8ul1MkmEomi8KQ/vCwGUqQrutFX0ky
Lqz582J5XFWya4c8hBniSJPcsRKXGuxK3nZpQp9lMH1dq6GaOLZKTyJP+zaEqEH1f5dZe+d6SRuh
J59FSC5wZbqBa/TOOf/QzNds1sVHZPpDODzvjx8KaRY+hOA6CE5+T73LFbrhkIum4D4um45Nyzuf
QZrc2hWl5TJqIpb5rChR953hERy4PowSPpR8O3m5O5ohrDceCaogFTn44axZl2SuiXZpNBkGTdfo
irSGkOQWXMAyG0rVHlAcdfulkuG2Ecy7KTu3fHf+mr/BOXR9FtpAyRzDDXVUyHIKMsX7so6ixIv8
ORuEBefXY+3yqsGeSRYM2H4FGStdG9NVqayE+zKucYe6m/N/tDqqcQNpzHEhrXkCMmFNu3ktD7ht
m6NkDMb+UKCuvRn1Gt2Ool4zP4zJ3hOEiyRsFJQDRojU0WpKFHQJ22nmtd3wUgYAZEFsb9sSAaXP
S3M0cg6+r9KJIlNqkg4IzfHaxeSFpfMfDeqsC9Muw3paHQCoaK6HBlwCm7DKuk7Hzj5+vqNdWDrn
bnj94vUeN3w+2bAq026EF61qxiu4w0vP8BGD/pVBNaXr2nrAh8sRYbl5X8pfogBEDtr2v/v1Z9sB
Dmg1kMbIlHEX+jUqZvOAGvo11MuloTkLw2XAhTetaDQa5IiidOeb1BBANf7up5/F4bqFNJqh+HDi
ec8TCO7f0Pl2+Pyz/9yHgKLcWcwKaVAYZWG9klcCpZmqd+sDyF7ri8dyhC5uVpLqrokecTXBNyG1
855Gtd73EJxCM9MLADXHAelfVQe31p+DpJ16fT8QWP2Nnor2INX5txFa5A9gEPpZFXMG+WyuyZWg
e2GXEmcHuwVQ77BXoTspi+uIsQ1fC2+4WRUEt0KYoy1wVfL5WF0I7/8LnP+ao4JzTmc43Z5ojAeu
4+FOxtGSomaW/dUXnGtHSxdPpJuX5aSKEVAUDxigvs/DbzWq4tcqQRce4vwSN8KFZIEjPoAPrkOu
86JovIu75cpUvfTpH3/+ryFqTVTVM6LnscfGinvufUdhIR7+5ficHUVJzO1EJjByifnCApv183fl
oiuZwYUIdK6CLVq/bftxyo+lP6QzL5KC340oT/vkWu5xYXDOm2ViP9fBGsGL3rExAZE3m/KniV7T
gF/69LOhF7AuU+MyRUeGnZH36IO7o9PPv5uYZ/GtnQKvaSNUQbkZt4oHC9gL7ZD6TOw//4JLg38W
4qQXBhp4ae8E9GkC0uqxUHlKmxq3xLvPv+HS8JzFuaLpc7tWC+L/9O6ZN8KOWAVXps6lzz4LQd5Q
lQKBFLUl0e4NSIiJUMOmm+i1k+ql4Tk7TA4LNDCR8thJiMjtqsGzW5yNNbDbBlIcwE6ucAUuPMi5
cnha5hoZz+SdRv1N0J+cHhe0Pnz+Ai7E6XPNcIesCtVMZClNVb5z4Z9a5h+6DjVEFGbK9hrC49Ij
nCUSIY7EXWXW9eT5QP50sVe8OvS47ppGD9cUQx/x5g+Z8rmQeJ28NjQWByPsLXvI508oYvnJ6j7w
ayCpRh15J26+8k4uVLu9c6Sy9b26CiOvO1HiifcF23AMZLqry40X2+6+BDcw9cZySAEe2jAVyw13
87Xd9cLM+49+hsImQSLFPlJG86cwKtZjJ3K4bUIBsI/qKb8S2j8iyR+G9NytY1TCdPTjapugDJx0
gfdDLuJKjnNhSpzrUzChgaingOSw1tsNuqqSpZQf+c4177cLg3Quy+4W3RS4nJ9P7Xorh19ktAld
7mTeXxmcS59/Fh0DoFXzoGbeqRvH93BsmjvTKLLhoNf9rEx8bQe8ME7n2kmPet1UzaiHqV7JjdKL
PY6m4ycGQe7m8yBw6SvOImVrO3gZEDxJ2/6CNDKDciYpq+rKp18ap7MwqatBF7RtkH101TEfxWs7
FdtCB9UGdjP0Shy78AjnsnGc3bRmfSSOvciTybt30Pq24lp6dmEdnCvHV8XLEOfv+FhDx+mx8jFe
9I/Px/7PlxPeuU7cVZaVsMyOjm3JOvQ+lP6+beBYUoj4EdI08a7Ksjl40K9sZQtk++ffemm4Pt7V
vzJCQmZvaKchPqqpvvPr7g1+iPfUdl8///gLr/xcQe4KW2js6uvJhVmkykfSmG9TXcvkWp/wpd//
8aL+9ft1b5VuQ88/oaK+ZPMAWKAPX4GUDyv5u+V9LhbU8KSKVdFFsJkfDyFp/3FdlC4i3lENtObn
43ThMc4Fgz4l6DUGv/qkG+7tmhz+cZWabVY0xbW1feFVnKvgYjGvNfXL/NjCbz1fGmCVYN+GyuGw
tFee4kIOEZwt8LYz6HGBauGoPbYhK3Rx4U2+PquxxaXkl78aqXMq9KKsqZyP74jXYdNoetCFetBT
dGU7v/AI5yjoCESGto265URrQ5+ogqcXrOirJ9s4mcZs7fYQ2crXz5/lQqJyDoWWNBr7TqPFpQSz
3I+CtAohO87N+haOLk5rx/8Z2mtuGJee7Gylr3Ot0KZJ1CmudH4C8npNrCPLhpZz3ScFbGq+KvDU
/vKwfM6AboZaSd7WyCd10KSV59/BCecrC4Knz8fuz3mXx88Hz0QkoKMB6c+UEoxzVNjhZj4XYlMa
XIyTCv/k1+BOZzWMr36FXCCxEGsdXgmcf1xO+Pqz4TRlww0p++KIHRitwrg/gpbBSxxX6ecP+MeQ
gC/4+PN/RbYIQrjJxWFxRLfHbuptnZlKfGXLeO3m448TAl9wFjrjSUKg6pP6iKtdvu1m7l6GlVcH
PpbGJvUSAO7OVL1eCQ4fH/ufFBJfd5YlARJS5VE3FkcUlu/BS97XUfE3NSZ8tP//hyoPvZHXNSz9
FKum+wKg7jwXdPuh2gHxfE4h+Ps75Tg/d2WDxVrgjzBDPg5oTDb2m6/4Yc2vbQN/vhXDk5xFUDfE
k1+umNQrelqHdf06aBIdlQhvDa3/obi3qGqEbllO7+hd7HEHg4DR5Ndayf83uf7wks6Z2HlZ5qzs
Ib+0DFxN8xygutIztyfsF0GDifR0wtrv0QR3Ij5Ux5HqncKxatXeHW0gDgiCB8dHnK2XG1gcbwPR
3ta9uSvX5tlz+zFe30Tl/1UrNz9nQytJNKzUveoYyv4ftKLD1r778fnau7C4z7WQXglvgwjQ8WMe
wealim8aarNmCF/Robr5/CsurL5z5SN66yCE7vCmBVFbKV9M5A4QMtP8gYq/XHLnEkhL0HdYQF9/
9FYYvsOsozLXjLz+rHnw+LnM2IyQVnp9hCHq/TQKoaKNEKYaPzPetzyQ783wBX0diZ5NOixuQ5g7
hUpeiY2X3s9ZLFmoiqJhqeVRltiRe73C0Q9i7a0p5vaYV7q78pIuxKxzNXK35Gi2821xBGLtATSd
41gC6fP5BPhzfGfnBLSYlAPr40AexVraBMp2oIDwhYkVw9+ZXLNzClqB6/VS81odbeMbsIPnH8UI
CEpkd58/guf/73bpTwHj7MQovL6Vlq/BUS9euaXOLvdDVJg9LLXtmnS2RpsF5bL5aSLb9XvE/fHg
8pW+AIcz9seYBJ1IBjiWv3BB9B6XzARE9b58VgMRyexH/j0nXgUH9jp/AfxdYaiCmt/YwpeHXof5
yWlavnCucBHi+ja6gasoTIlB1Zevc9mtQUpKJXY9qpfoY6XabFhsSriVSF+khjkTZ1ZXMVp+S5+m
SlIvA00dekuY3apHbYTddr0fpAPhuFXhuUogUyv2OcVNe4zMaQuRcQVEMbDV6LZYeLEddTDsdUjo
gXhO7bE5sqzg2iYTLLQRTpc+SFu7qKM2jD/78FDYWbLYrV7y6LhMsMuZQ1+cTOPIq79Q2e8GbzA/
h4WRPVCI3c8Y9+IZ/K0s2nA7uykgM5jTgeO867MaeOSRS5Kh+JTD9TkUU9rpVvSpqqvyl57QS5eE
cFOpkqai7LntSAej47lIXDH02VLA/zhm6Ca2PofNEcYLrvcscr8mVnnfXeGGJuW4df4C2zADc+Hl
NyhZMd4xKPhPbrITpJDGsMSEQblFz1i9kQqOCjyOlx+2r1BYNxN6OHxDh5/5XIyvcT0v72iS9J41
OpOeGG/1NvcK8TajPU5lgtagGC9rtDNgL/8Mq8WHX5UeYD/ULlN3H3fdItNC0WkD4f2cwQxSgjjm
pvh+lV2cKtz0ptT5aG5ZZ0ru4KvmBemISQOA10eDpWrRTFkVKvzKA4umjmBRB2+Zp+/KM9FNrPzl
BVaI3cZb4vE3qcp404bhmDEoCTMlkNIGeS/Q+M6nKAEEd3oZRBye8F7YE7pCYpPkc7wAy9jzNYVj
thbQwtbB0etlccDY852n/fips3P4D9p90GrDVPkhEAz1z3UOyIONKfmhqIsfSDw0eNSOFO+wQ2t2
Nmfon4pI43nA49o+026qvhtb4hayMBH7gfb5YdrGg/VuF1ySy6RRdSwyAME0eoQitIjuKoCAUiKD
xSW9X42Hievoacgnjv+ZR6nTA65yBDEfnay5GRLQBMyOsaVKvQYsrlLILiloCGHTEHmgr3Uqx4fm
It/gshg9To3fPzdxJG4KqeDWAsyWxaILpbeJceJVyWiJfW3k4P7hPS7qYeZk6gw4+wg0PB/8bq9T
KtFwNtiWNVuOQmDVVcU0Qurofautxk3m2Ix7n+vprfALC00acw9wrOq2sjbNg2XYlajGJjF7HdDp
0Zpvu5jPR1Brwlt/jIOj6Bi6kMYg3ILc7e5AFJkP4FCgD+rDXfmghtHbeL4yP1pkXIny2/FpFBol
VtI0iSfr8Ra/NPqGpK3dVguzd2XRgR2tozZlrgQvbsyiAJHOsfbotQMZ4RgWDztpKrljQ+CGtLQz
vOGDcYpvTa/yDD+Zv47Ue+5MAe1yXoODHgfxlvTovHLBWt/Gsix0aqfA3fWDIRtaT24ztnTBQpz7
fO/VaFgG0nEERVbXTm5oV4WHSEp/70zZ/gPyI3u1hVn3sLVUU2JHdCDD0mIAb7kWgCLUhn+1Udjs
Q9AyeIJuOLfzZbce3OKaGz8e/Z3gXb1BvtplXInygMPQlIV8YK8zmkRTbypFWpU5YYmIIc2YYDa6
7Qaij5GY3E3AFvpl4TXZo4Ur/KbMpLtEII1IEHrlLqqhn0F/ohRbIy1FF11UJZMhsHjrzbwNHPFf
VmLEwxiX7DvrRVNv0WYrUdiIR/ttrr3wUXOvfiCd1TsYgeav6GFdXnOyiLSfagADQ4vwGVB1s04x
EDJMyX3klmI7FNRscs+i/VS0aLimS/UWYt3fwpJRZDYU5maNNcUNGMBROmT+fSkahd3jo3W7g0f9
0IT0pu+IuPPNCIBvHEvvcaCs2A9Ant5FlZhBmF/7A4GDVrZO4m1A69x3qLvtlIx9BFGSZ4LhGe5k
Uw1P5LnPwpHoMMOjsUzaqT3UI1se0b/O8DYDt+0FQz+7zqsMbprjSzGy5qkrmuqR2Bm2c3EANJbx
PLiFDhLvY2y0f9fZKn8ysul/wmuuG+G6Wdm9Ekv3Q4OpfztOfXHwGxyZw2CaoNAHWH+vUKEK4Q1M
C2DsRHsn2pa/M7/mJw/D96MpZHUk44SZFMwEgYp7h2jmzYYWtNmGaEPF/BfgIA51DksUSObR/Fe3
WyTB+a95HXu2R3blHm0exTc5Mu3vuPRt9ko6H4d4W3m//b5vvoyKF3fo0e/uIeoN3hcgRl8JxJBf
bN5ySCAdurBSL3Tehg8fmBUwU+mLqESXhAwllo6s8auCg/qaVbScpqzqRA0ZQgCXESXlbc5LCJ2n
gh8gdfE3FL2xBwcjX0jEu+F9VoRtESTnjQ8sTcIL+PrWrW7SrutNpimqddi7ux8Oe2Rmh2WA9zgs
5JIeWqPd7Es0VuVdftuxFTjI2ut+RfFKtsMcVLt1iEFhFVhPY9eW34RHy8yizfJrqcEpm8fcwNuP
VncLKjnogWT0tNTTaxHO7scQwG1mFGr85Y1rN2xLyyWsixr6NvWdvWUOccij40oSFcCjL9Wyqos0
RyfLe+vrYD+XfgM9UuutN/NSAIcSoxOzgVHwzbD68T0k5hQLoe/aBE4Lfpq72MPJE6W4pAFg8pFF
cNtFlWfYyFLW/wSh46dmVONdL6ruDtYHAVwPPwwPCQVL+CCN5DKL5yha7prKrruGVwy+bmH/EPFA
bmnF+AY1XHEAYV59YdBn7iXLF70XTM+PKOQEWx9sgw3yLInUCYUeoOb8jHqAFSdegRbrxCLzihMb
CIwaByP2SPMYrbRVXj9W4Yqu0bGtVZtOnYhvO4i/nqcQfW1BANdK0Q9kj6MKTmFybZrMMgirUnD7
/TUb+GTeRiY1TaQVLQLA2MX3evARBEH0dCk3ZRknsq3ou2ti9zX3Zi8d4769R5mNoevbclIkcVVK
s4lyDz5CgwUWxjU1xTneX91HN6oMDzxqyN6wMiWuSrGp+tnqoXF4ApEqbc3U7YD1jFUKg0Sus0Gr
dt4iNeI/SD937+0KyqSBq51M0O4oo8SC4PhQRbjIGWnIH4sujL/PXax+z3mpsxIbYAmzYW/dAgS2
vDkbL/BQHSrzGgvKEHPhUeUA720COKgwx+915Mc05RDWvel6ip4dpewYeTx4KqyFkWwRWn8zFmOZ
YbWF9yoS0W2/FJPOltqO99ixPKRRk6B3DFrfYTN19Yjh6OMtmjLGh0it5jdzVKPQ4RnvN2wtw7sl
H1u016JkeRP4Ift4L4GsIVWcipeRBXRnVs8cg3WQrzEt9QkSnTqTZQTdYSPLY9SZoUliaI8+kmRc
FyB/5nvL0OWeCNhXtllbeN49CXBhkcQKl3YtiYp4wwiOtDAntCVAR6jXYDMJyK7tAdSdALcdEol7
h03VR+zrgGkC6P8RWgC6x1YXv0UDpgd2ZMm2rm7cu+rCOQX8I9j1o9IwCO36n/CKoXozRBKAA5Ov
KTwx1x/Vak0BpP/UYv83JP4Sj1IsCZOT/lYREubJsoz+bS+5uh34Un9VOlw2Jff8J5Ar1FHiWsRl
az2GcCoNPKjS6nL+DS19fRfAyXpj+nkf8HKHFukJbQiruscuZWER0i51usSh3NQDpJDtQrxH5bsZ
ZAJ0OCQOLiYb3C+7oz8Ke4oXMWwcCos7sSL/qLqYQr5n84zNC3rLRrc8qEjSh4qx8aDiqch6h/4I
3fTR/UcMvXWLRY2RmCqb4R9y0yoOHxflFc3JGyRelxZBuFuQQUksNydOFHgg6Deh+VzZ7P4B88o/
LY1udqIwy0/QH4ujwHzYQzPnbysVazRAmWmPjhN1GmwUb4Wt0bJAvCWr1zX8XhVUPFqc8+DpK2Ep
WcS5SWGx4zbzPGBBwvaz8yFe5YNL64XCUz6Q6NOYi7Z9EKxtfvftiOOFlsWC1syx26ow6NK8r5Yi
I7q0P9iE7vBVmKnKmAp0Bsqm/aprBQy2iWiXFrLHImXFOr+wpVm3sqnin9pFHydGZuRTzam+422T
dzfVOkZ7P17N4wxxz74fhmHXrQzJkYrmptvlE1WQ5xBgawCEdxvT2XXP6FgsGZ2LASJBuN30IN/8
QEQYdhH0Fy8F6QkeTJa/ieFLGjr6gYaokMe7XJdkM3O6/G5NwR5Zo1W9m5bQQxI9I7lIO9k3N/lS
REWyVk1zg4f0YL0TcixNpWqBpQ+Ts36ElVoEh6HDgOWfeoza/VgrnvpuACFmUvVyXBANDwGgQ0OC
VsHirsr9Pmvw6luYF9YdsqG6k1kdq+4LrSm8YLulepLCE98F3M3gNUthbocf/BTyyv/Vx3x5GhQt
9q0LytPYl2I7R753F4PBht2XDFu4c1Qus36FoojBH7+AsYMUWSj3QNaCfIMLQ/GraL36iyBkzKFT
ZDn+YjuNab/A1HaD4BwEmRVV22VV0IQmhXKY/Bh82iPdXXQOIzcB/EEL6xhM2DhYvZQEzYe/UTyv
7xLyeZDtalNtvJAHJ8B6RpxyBhpgQ6mGcEjGLhy2nm/cAXVNmpgKzI48bmFU6+XNYcSJq0rQRrT4
Ce2Rkq0TDdEd0RS3nVDBj2CGHU9ipkafmiWA0qnCUb6ASCxDWdw7BVjq2xKkmDfbMrbTk5hgE+lK
cRpctGYFCp8BihxB06USQKR72DjbB/xn+RC0whrArGtZJpKF5nu1BrBoUSGWSs+aI/dlsQkHi/M/
nxVoMcuy7DW4Z5vSd/wnCgXB0bTwn9vWQd9nPfRYN40/5JscuJcsn1GnyZs4RN1hDsctUpVIpJPn
s98eekBSNfp6G8yLftDC+dt1auRbM3nFzRQheaNhoV5CjcO/ca740YL1vwFtA/LwaVqOBofNOWGw
qM1s5JG3dSp5mqM+lOUFbMdcxVSXdJRNv5lPzBZuUSNPSNy+gnVKjyP6c+eE+3Vx6hyA/6wHp3hs
xPIaWZTr0hK989/qth/eAHyYRYITDr814aAzGlCNHR2VG2Aj+JFCe3lDJhWiusTyFL73dOviuP2h
GzK1KNE085oIf6hfwmBYNv7U9AkrwyGFnn7OcK5uM0g+kFQWdsKlalgQt1shJ7rTs0RUL5B4zdOq
MYpte3SeaJ8BHZLfHLoV2mRcXYHojWtZ+Dqj8Skw/KSF9NPan+tvdBbzdm5t/8rWaDkVM+5uccY3
DyE+5p0Uk/e6chHuh1j6Nx4pUfNB91oQJ2QSwdYWUbVBywZEqysV9cNHoeMEH92PmQTHeSSno6nS
Gd41uwXWus8cMtdnFlGaFVO/HnS3NPsCp8BdNzRNipUis2D2q/t8Mnk6gSxyjy5s7Dhmots+7tQd
+nbgzjSHcbuf1tq+B8uk7j+SvMwLc1iGrWjY/mW5iW7hh0oTvjAcG6HF2fjBbLJyQKLlgY+IU53y
MXDY+j1b9ztStzRbJWaIQVPEVgSopSW6o+3Gr9ryWZTYYozB1U+IJ0xxnNEb0N+9bCE6XlOtc35a
43zcjmEebiLsQNt+cgCJOTRmDb2ZbgPl83Ijw4Z+zYcQGddcAF/ff/AaQfkKNks+hwey4q0I58gT
Rb7TZnYayjtMjZamnWn0M3oZAQOIJ06e/Hmy97AgXVJgut1XV0myk3LQNz1t3Nb4lQGhBeethMaM
H4vFFTRpZTm/a6TBKSCOusZtElLhdcyLuwX7/JtnvfFXC4jas54bkzV4tSncl/WhDLHykzoH/hPL
38IwrsReKkG+Z8OjhP/XHVbwehJxZ7deWHW30HEFByaLaatHnu9tPZHDx9nwDo3SKBGNc8QRYlpk
XECzrBZy9aVN/TBcd8yUxYZaS1BTU/HDEPRCJLzqpmwIPfaThSHQjSsN4y9TVYcbSECQ59lBP8CO
NLxVlACzFPcCTGs7EJSlkTFh6fW3RZm3KqPc67Myqs1hVEH+yEdZgeGAsdkGkcFTRb6m+4WszAf9
BxHPjeCdh/UoNoC6lDvT1gZ3HnxcMkk/MobImPcgVsGGsdg6EOOMvQnz0Tssneo2NXK3tzok5hZA
UJwG8iB/6pWtvniTc7dG+HQ/rmOJ4eXrirOXRak4X0K1A4MjOoS8MIfYLHSLBiOeNAiCNzYeJhjH
y/4HStdDGllRJmam7RGEsXBN50a3qJnomRkwdsRidovxYFTam243xH59dHk4dh/8p/Yb4nx336wj
OwCD5E64LQVyv1LsjnZrc4+CUf4q6WBuw4gVWdFLP/PANs2AGhux9cH4C4agbidzzV/DqcTBXHu1
g1MXW3cRC8g//iLoZiIB/r0Ro/yNTa2CsJ0qhfvfD5rp2s2PA1fDiz/xIWETpvuipvZ2kUWxq1Cm
23b4y1luWLBdGMrWnKMvJI/77zEOA8+VsCJDnBJA3uXVNooKchuBPXAToLEo61hRvZIyNF9Q1WE3
poehFZZVAyTq3NbzdorRUCqk1EHGEdNvWR2jVBjSle5Qf1ARTFmJ/xNyMocoGRt2z0do/R8gzHAu
pRA1PHVRkH/Ju2K8n2F88QV2MKo4KKBsw22Ahpm3esC2nQYwYsBpc8q7n04O9gH+hj1NA5jNyWRG
+fwLLSb/i0OdmiZxD56nj6MtgVlsGbzEcTXOOF7Tl3yFhaU0MCiE6+pzSHOAzo1FZY6tJESxtvLs
jsx+vjEUaU7WsH46ktXvSjSHzRSMoSaaElB74dLeQYcF8wb7PCs1m6TppP5ez4WFjiEMg8cI5hf7
oYCj89ST+ZgjGP6ey1a+c2VmpMnafp31asUGAdl9q3Bduo/rYoTINlyvXV5duiA9uwofjD/CwlFD
nrCY5wadMbhukd9wH0OTUhtk7Nx7+/wa64/KO4+fAz7glEKHWRNyaMrY3oKoUCI9n9VDTCr35OeT
emwJbHSBqJM3IW/iK6J6ceEJz6kfy8h7XJ0VzbEGyyFzqwzSIJBztpr5gwnsFNj1rYJ93zz2YL/4
bbXtF07A/PH9ndNAUELhr3Y+GO8H1BrLOlnAEdkVOBp+cdrr7hZP229tCDncXPVk51v5j/NjH8kZ
7GbaMBKn7v84O48lSXklCj8REUJYbaEs1d7PbIixgDBCWKGnv6dm1Ze/KSJqNTG9gEJemSe/U3VH
0MXbOMSWg9hCBdr1k2Qcsbmk58XvwusQjMizWAWSZxqDohVqGycp4vC5JRGgxMHPvEX8CiWgGW7X
GUIcmfHXyMvkb44zz0PCW39nyLixYZuTjAjYDFJj40EIaRhJunVLZJREi4sdDin+zZBZ9m3R0z9U
WMOTM4w+5hkAs0Pd5kHTUPEG8ShomWnsflBulq9CKGSbbFxuDDaUe6tH2GIoan1HTCh+aWuM+1Q0
KBgEUQCubShtDFWFgKidD99w/4sD6VMHXtx0zZVoqVfPf/+k2+nTBL6mWYr0ni2M4+Cb6SYT2CsV
IcOWssrcIPFS7S4P3X8MnS/yr3PWymS0gMtlSPFaVkvtELeH9nejYJzYxSlwb6P8PXaI9QYabqun
mEkcRgYEYZ572Hs8r/yG84z86jfMlEpc5zHWSlpEfY6utl24ZormKPLmgFQXLnUeKqv7cVuAFme1
7ooOcCE1P4ewtH5RJrGjeATtdfNONFI1ubDslXZdEBjMoSujYyIjYpM0KkA8Pemhc3Y+YeO9jQwy
EmigyK6oAP7pPf7bePbcSUy7dhLXCAJF8KXA5SVpzoIG5oMKDirG8CRyjB8Du0GosakD66mcW1im
/UJXNiTQiekfBDh07zzn/UOaDjZiUd61bTzTVaUtqoGh2xIRbeMPRKDLd5QAjFd24Ew5ADCKMzmZ
i3uKhl2yOUr3idCyX5GELQ2P2e4BeaMAjl0kEQcRm1I/lMmaH8Nil533kU8zvDE9lDgPnYh8o3M/
fDX4TwST4CfcH0YQ5Qz3zbKUxEE2Mw8jjMADb0CeieGSuMk4nXAYLroHQY1s7yruHz0jrVdMC75e
e2x2Fpp++mU9zpIAUPYiqpEICNMme886zmACAoS6skmYDAPfX571XzewPWeedEDOJCg8RQOzOMgk
jvDXMQZtNhP3DGC/Fs2IKGbr54DBwEzmh/bhj6uLaq0iZOnHzwa2jxTY5KrBPWIHeqhQbJbkekVA
vPTo2bCmvGAu+FciUp0DESUqCN8vN/hS385GdI+7Z5oUQOS0ehh/UTe1UZ5V2PAmMxGGTi0QhXLo
Ub5dftuCOmkOLwGTx4tpBuWTxqXDGO5s/KPZColxQeZoz/klHbZwnJmbOhorA5wncKtPY54O/m6q
iLtH7iWzjgj1JfAmwomeH3C8iE8ZsjH0aCEz1Afc4uPKCvylCNtECvD/5wzyAGVbQeAfEUT2Qw8B
6k6h7rbs94PnHoWf7hQW/ZWXLXSif/77pwnqudlQOy6vooTIQ2+YT7Ffg79Q6N+OD2Us8uPh5f77
egNDBu7/X9RONTVBnU+iKZ4iIpI94RXcB37SdGWcL71gtukbNXwpiyZOorLkEEJUnYrfa6r8faaB
bzGBVBm3lz9laSieZ9qnNtMi9STS/klEq4cE5O+hDYvSW2mnLx9OydzNhHYjIyPkBtFI7Q1qkqBj
S7ZxzFdG+pethMfPusFr5MTGGigKRdqPznB3Xlbd9G3ybPlrALAvby94xawjXO6IxIf4Kxrgh7Mf
rHwvaXZ06xJYI7vamIbXQDyjkA9e899aarNZh6RNXXBrtOII1Oxbkyukw9Itb8g1Wzc+aD4hjTzL
3AY2mw3SS602vuGycM2qhkfP1n07b/TQ9iaLfP99anAN8Qcgr/dXjFM8fLbyQ10GFy6P+FGZFTuk
Sr5ZMtn5Q7bGd/9acosXzHYAH4YCDqpx/QjXLQpxkcfvWziLbezYHGAgJMh9jCzK1o5FDx1GDUFY
Wxp7VxAcxM+WMtpVZHPVt86r7AC15x4iKqjCkemmqmooztLprirL6coXzE4yZQsVNGQwXjTIiSOk
P8Wh7ZQvLalXRtnCtJmX242QJgLPl6Hczk5hCAfBSNiN9E6IeIfK58cJ0PNwqqbnqmK/L7fZ1xUr
lMwNW3qwmE0UuZ/7z4x3Wddua2HtUun+4jain9ribz38q0SWvShxnQUi3jpbH2KTwLfNTN0IkggD
OuNRHYesKbaXP+rLDQ1Pn68FoAD5SYk0bhcjomekb1BEfZic7KF+gGRLTWsWLgsr6dzCpbVMAZO+
AsucE/+NSfydTeU9UEsn1AGtgQKWPma2POTd6PmiYvXJcnOw6Lk3/aK+WYaGPZnfwUQZbnNRNu+X
W878h0D5z9UPbTdbMLgkHgwMx+SUQqn/0xuTJjvUCL854ZjkaX/kkP6Fo23VRgQHE/vVcsv23agh
SAIgJ7txMrN8grCVc2Dkx+LZZiXsvkY1ZAekFsefjPv8HTkOv0ZkBnRXf4CviZmWNkQNpqSbDune
x8pnbWjAHfvWPtczBT2yZ+MWoPK8CFT+lhW/HCpuWqJRiJqb+gPBX/Sr4zXffQn9j5Wp+pepQaML
YmCgGkRZePOWiJwdOLaqLXI9w00v21ZgNyLtr2xC7nlAjCRsXGLuPElgTKUgUXEthInIlJjv1G6h
G2Eo23Vplp7PheZeGWpUSL5K490Zs3FHe9DBPE91x9RwnuLSGc/GGsUBQepqPDqpAQs7Ug4dBC3F
74prEMsSw7jNoJAIdeLDtArJ3w0cb/otV+pbO8YW5B0jnBAGiAs48sW7uB/qF1265bAFdtt6QpPq
P0nF7W9W6jWP43QY/BYJW6jRIEC2as/+3Qj+J3Up0hkaUf2NU5dItmjXMbE6ooYQfrKu81YNrdg5
lW4ie6rGHWRvBL8V0NhXAiBWHdDSQK/DkTKBwrlFYVmcD16Q2Z0Ki9HpoWEpHHvrQJF2D0kvhOc5
ab0b0ObhKDN1SeCl5wKhBqkSD5hd+GnU/lhRfH+iULej3WaX5X58yAHLj1wy0IM9xoRj8YnBP2S8
fLV16b07/SAPsnBjMIRo4h9RGWgfrMmHo0Gao5we5W5oBND5GYBZup1+JXA1jmqfpfvCgXoNGVrI
a9JpYnFIx0QBSBUbY+D0jgFpQo70qTBJCWlxWpMAvj3itvFyjhoiP9nmeVaEpC2GTcek83NiNpyO
fOh5Aggd/SNHxPSQ41xehGLM9IPPymnfCNre2aMj7gXl9AnXAwMSCeSgYM6KVCtE1Uk6bMpCdCb0
LknRwXaZ0OfLM/m81n01j2f7MiuterJL1p68yTpN8gm1fNccsoH+PW9en46+EoIdnabwgGPUeCd1
+Yf69tFP9aEszZUD8L9yqS9+/ZzsFwNRNwnEkU8JR6NJkK1/VgKGST2laUT7vnooeCo2Y2N2ceiB
MMN2yNmOP6kjphR5fwbZtmVI+je1k+QF2BMOIyLeUgF5PHLHgV+KRK5cnxZaeo4H1KyZ6Fj57cml
wxSKXAwhgxHF5W788iKIxp6d1VN/ZJg1Cv57BPyoSsanMSvvU92/FA5ktPEwhgOoRpdftrCdzR11
qnHqUces25MGygg6XXiRHLL0rkvWEKELh/Q5GYSU8Kgg8GqIfDIcZJwgD9m0W54g7n7dF8yO6Sg0
ydwJseXT1Hh+BG55LSF/4+4rcC7iLxbn/Lpz9bw2XhleYngZYmSKQmgCEe+P2ON3gq2xTZa6YrYN
CxOZc1bK7jSwdqd0EU7u7yaBM83axWBp1M7Wh47CBKYcBKRuNHeCWHcf0PWuXDAXunleDu812qvS
3pandOqe7TiOWGKHZBger+rkeTl8MzFmTISZUZtPfZhjUwqdqcJRo74dkE66bijNS7kzvy0LGLkK
AFrco0foY5IlD+XQ/snptLKSLvTBvFwbao3Jcu0aTCBvbG4mP8nutUrkymxeuEzMa7VV6sLZBjFn
lDieo0bB4H30rNjavR2ICkqmIt0l5NrWOn/ip00h17AGPeO+YBAOLq957zkRHAPCqlgJIn9dBIyI
8Wxmlxq6VoUCrZO9j/fZQT2LqLsfb80DdOehFw6hDuluunF3xaGJ5D05gHV6cLdrlbFLXUX///ss
XXks1hjSg5MFyCXa7CqIJZnXbg84onRIl4PUlPUvqBLPNqaKnySQkK4HO5jLM2bp188mOwClfdXK
AkpYf4SKPX6U9hooaWGDmhdnqz6Dcse3WVRaJIwh/O6Rlk1RXdDZ3xSwTHnTrHzEwqoyL60mPRSO
tT/4wPCyqLd8aL2q9iXWyY/LjbSw5M7rq+Vo1PnoQysk0rCeXJgz3k9tHTQwab/8gqUPmO3ludXW
MINywA2H/RqL4xZAVPkqvPia2nP4NZ7f+2kOGtLMx7S0IHaq+1ua5FsLh/DLP33hEjovrLZ52SVW
NlYwZHmj8qbO3FNMZMj0i3bWCnf/DfkvDn3/Qkyffv8EfSUy07kfxdDGIOceY/Ckzi0Kf+M/JqvS
F4Ati0czjlk49SDy9twg25ZX3nbibn4vbd5A6CbljaiAqkEO3p8CK62Sve4hLYJfdo4wulG9g9Hh
rIzJr1PdlPzHgIJCeBongAsXlVmhYi8bcPys4EcUNMaYAbRnoZYRnl/5tiH+9GynVp7Bei+jKmjr
tFkZWV92D5Tj579/arlzkM+tKo0KwvK9lDclFJDw4ql1pIx05RVfzg68YjZ4bcPN+qlz6pMnPzrc
zUjWbgcrghhzd3mILc2O2QprQEoiDEhnI9NGmECrrXHOSpIrg97/OvBTE03cymJJcKASOjm6g/sX
aJsNa5NXasiVBWTpC2arbM5tl0BdrU8yHrPQrYtjpa1tmTTlyo6+sNbONUGISWQTUVCw65Y+G7Lv
NiDmfqD3nc1gJE9ToTcpql5W5vzS285//9RivlPYZixdLxLc+dEmY6QJO3ljDbmjVSJmE/+tTbLS
+QsbFJkN4JhxXM1F252Konpz/e5WquH3VeNqLkbJTVSBxxnvT1UDAaJU1W+KSr9agWpw+QVfTj4s
AbNll/g2Al1eQ6M8fpflA2wujqgYQhVWvoOCfOUlSw10/vunzkDde9Nldg5H3yy7MzWNJi5XGmjp
989OVueSZGkBnXHiZ7CPYTN2QG4ufkcgWuyU8vqw70j663JjLS3yZHax6eBcmDp9SyM1lI9dScab
lOYQftmotkKRIrBflk/5obEMHUG1NOwy2fyxR1tufZvAshHONQyFGrw/1BWhqJ/sQXKC47B14PAA
unUQpPvOWtrcUhOX2Ms/+su1Dz08m9gDsCtJUmHeyaHewCgVnvd2KJI3qp4uv+DLlQOOPLOQisGn
GjFLF0cPBfp8QiH07n6iLH1aWby/nMp4/mwqOyouDE+2JMqQltkUDkpoFYrft9ysUcuaxhDWxX4e
liNk6Nd90WxCm12VJmU5oiTZdW47CAI7I37xk7V7/r+Dx3/OCvii2XZU+aTpoA02o6ocnjpRvdBO
bTVgDSj5G92ocxHd87nDYaLqdoeE1sW7cKEMxLN7GHiOzRb+KtnK+FjqvtkKYOSdcOw+MSOELX/T
IrvvoVsPgbZbacwvZyg+djb5W2jIDMSxvKgup7BqXlxpBBYbwr64iXGYv67HZsuA4LyEUjslJy9F
Tdb4MNRTQJv9dQ+n/7985QmciGD9is3db+gWvLAY2AOKcD8DJ+LyK76cpGik+cJSNMpqcvR9XrLQ
Ln4P9KirfNPUK3P03NhfjbjZImABxTIMaaujsjOHqAPcIii6jq000EIXz6Utfteh6lEzN7J85JcZ
AyyMBsiTBD6q1kZ+XR/PJS4FYBGmlRtWFHPDePOdBvWe0Egc+9SxDpe7YWEuzMUkCXXgUpE4Cjq0
G79MIR7eN3Qtyb+gcmNzBUlMx6LqpTmdUp1lWQjNefXEDYBVczfV1a6tfPlTQECP0ke7sAEm8QeX
BqKJYZQsmlG8idyjf+IWpWmapM1fr8pxlq0Le1qJU3ydT8U5ebYW1G7fFwTFehES7ahz9dMAJc99
gH101xAN6Ax8uEpZqA2qcm8Gzzle1ezubIkYeevZDQdIs0Q90YbQmkUYULA74SpfGTyLnzZbIYY4
T2XedzbUdXR4Vk6jbm3h+Xt3cmpI9BMV5m4fw4i18STk8AjBI5794/L3Lcw+f9asyF1JFJCUEMVV
Hg+oxMN1362cPpfG7Kzxqqyo8lGeTS2H6slqmwq3m+rW8sy3yz9+YWmaq7mUznoDQmt+qur7itP9
BFdnCd9aP062171htr5Wjd36XubCbbHIP7Tnx2Em2E6hiCCYYt2stNO/UMgXa+DcTkh3fRzXMFON
eNdEQ2FsKrCCcDRFNvIA1sJ93B9p/91ySYhqxO0Ej94u/z656TsfUclofcclb+VystRls9WYoxiS
QoqhImiR82/QD1jbYYibMPft9BpfChgNzg5lmhJIBwAgiFhdAIgnEI0QO+avfMDCgj93xpEln2hn
2Rb8gLrAcP/EuRVk/n3rutB9TCt74kIr/Svy+HRrKHCyr4uRFSfQZVQVdjmSCTZsoORmFHKND7nw
krk0ik6qMWxlw8HKOEPE/Fhsh7qONzFpyisH3lwj5bgQSJWVK08VLdo0GNJy+im4a7+KRNiPvVJY
8Q0grXRoWib7DdoG2CGFhoP7hncCYUhfJ8gMGDHyNqh67l1wbM+3CYKC4Fx6cuV3Lkx07/z3T+2t
HIFKEWdSkaqmRws4ijIdAu7B23H6eXmiLzS2d/77pzdQkoBKNNhjFGvUAAMY0O59bZhbKXJnZdwv
XBa82WqI2mLqWjoZ0dbTX1MAizKmUkUER5QyEIODKj9aoNrSaPW0ve6rZjtLl6CSt6aiPdmxZ2yH
VH/LzGbEta5amW1LHTNbH2U+5X7q4itcEM0ftFN69/WQeRueWmexHWpuL3/IwjY1NxaKM7hqgcaK
6rTUO6AUdksYubJbZiteVRR9aqo6OyEV5TvPRi1B7cNuhVoW/yHphpWuWPiCuZ/QYFqeBP85OwGV
fWpr5wW6nJWj4dKjZ7dQ7fIxyxyqwBPsbqAAjNJMrJxNvsx14dQ169+uK3Ay8T0rah1FwSvJ6mFr
gDcC8ylQkljdWlujAy0d1ZHVX3MwxMqEX3qv+f/TEWgMEyaRNY0SWB6PXVUHFa23DHw8+JyNJ0N1
3whnEM3gwLLSQQsbhzsbB1xm6POpJSenguGTGEcoe6C3CTgd8VIYu+yaMwXvqvE8N3exVArtLlo2
6or0fkzKbZWwtZPywofMzV16VYEqSPEhWQGB0Lbot/1rsk039qYcguQ34Gr1nXhQd8U2udcPl79n
YR2YK6u1iksN1GBzIpN1zCbPvAX8W6Fyb6w3CUU54uXXLIz0ucIaBe522yCgecI5hRxRpFq9gme4
Vsy39BGzPQCkdCBVYB0UFRw+XxNCYagZPA41n3aDOa1FHM9P++Ks9x+DEmXooofk9WR6e5Hcy/RB
Gi/XNc9s1lhQT7Uw7Ubem+XvhZU9u+maL8LSr57NDi8ZC+i9PDOa3CSDYTc72LQrcOsqVnL2C6N2
LjIeyjrunAleQYYDIs30Y8jqwI+/QywXWKsWrQvjZ+7okRMvjg0T3tCJzh9BlIQ4Fgfoqxp/rjG2
Ru31XCFLQZspaMo/RF15EJxLiXOqQJkcYHHUZaW6gRRDhLire0eWUHNlf11Yb+e6YW52rO0EoH1N
V1ibeuhpGiCwBARhJYttC7leFUr+I2n4TkureL/cZEt9fu6mT4euvkqaNCeFGQ3UBSVoyl84IzTo
anGXD+WLqCznusV9LihOXdbzwYQbbOO/Ar4KQOpGYpw58kfWXmWCAF/w2V6pHT/OtAfFd8H7AayP
s6AhQai/sZO1UjbnX3bli9VjLiNGmXHuAbOIaKKR5DsGNm7UmUL+8ZgDWJqGnPyONg087UrEifO9
m5H80JpTBagyDIJhilAC9RBYSOdib2hlBOWrCkFzs/Esr9kKlUzfSEGLIAN9eFP0wECGloRHBii1
TnxEqs+NMvRUKBjpNoOOrT92SdgRhmgOgkNm5t9ZDgpmTQCKNqQDZYN2Lr3JUnhKTwXqq8AHBzSj
VN47a7n/YpoTHJrcMXOecV3gO8VY7aJeW063xlgmN9TrLECl3AqEei7iPZRnSZR0qfiJqBP87wos
Qq2dlyHgb6BmZH6xo7iYgyiN+nAF0d3ezQ25TXw8PKDp5B0Ax/ReQalNED7vySOoJeNtByfJqDHz
aVOwogyHcx0p6VgTFLKLD4AOVgc/N8FTSH0DzAZH/8XZxN07UEsEDUuAUzQ652XIy+lkEJfscZAY
YEVBhw0IRiQYSw8fbo/VjYEq1a2iiXru4bMXNID1PFEDYkxAUbQHMqVDd0qS8gjMPc47GVTVwgUI
RZh2Dm8SIGZyB8QUVcjmHUAwa8/VyF8bF7UTjcS10M4hcwaAMQP3GTWxPzvHHTeIytfP0oGF1JSK
/iQ659Q6A6B9AM0dFXyZtmLQYK91pNnUEiVRRUabO8Y98xH+oN5PK+kQeu+kh1uKGI9uVQLRQZL+
5PFJ3TJlJrup9jQeBW6D59u/GtJ2yIaAsgvoagCjSMiAUecXgiqtA5ulD0Zp0KOCSnvnsfJ30jXO
ETFT8mza7Ute5B2oHJz+giAB3B0m5PCNAiUejmArFQGulaUM8sSxQgCYyr/AyNRhNanpmMum3fh1
kW0guPQeOHTNz2XnK2BzS7b1a6W/gRMrXqUU7V0yugkABNNfwIIaCKsVvwddJEYDqPS29dpXV9YZ
ypXpgA4R5UkpAWsD05U7KLLqwFLizXOa9I5JtLCZ1+UxxhOPQJcAPVmUThnWQ5tvat9V7zEfx2iy
MrLHLdoCSBu1jkS42c6dmBOIGvD0whXNvqba+knLqbxpMtR/k24qfxkgaB3ZpAYcEdNmb+G0v81M
EqP4C4JVifnjhgJ2DTeNA8qgb1n4yFLGIUZ0vWESIVww+/+hbdId773+AYRaCNXthG1Aeh53pl2m
BycFJLrCkgJaJZSLvqahYoD556OqNlbjAlIdI/754YKT8lhIUFx6eEtv6rxPNo5yQVFRJum30mEj
iJUdDMoLXAjAwgLHrzWMLGwUQSVBAtjjY+Nb5CFvOIhYvqgj1XTTvrRaGxlY/ie2KsAlHR5vEgvp
/dhys4NrMuoHoHXE2Fe9WhwdqYc7VlW8BNXLZB8lyZwgpR7i0mYZo65BDMw/qDqvvpuoushgxp7X
D0qXgPK1PYWFRYXyhnvQb/y7wmbJd9c03lRZNh7WjgZ3jRRLyBaULbYr5dTeaAmlX2XjJUY5yVvE
YHoAOJEyciuEICr4XwD5TYV+0ClGYVq4ekNk4p8Apu63jKXNhtWODqyu8u5MYMruFEI4uxy3pdsU
+LVTZ3ryDaOav8UWsV4xdsYnBHxHrKdG2zpgP00NC0ihnWDSbNrnDTWekHqsP6CMJijoSIewjPv6
hqrCMjbxiDBl3VmjBwOxCfbwtW95CFjXLhZSULoO5mgwBM57zM2SpvSlKTLgylMAMI1Cq+/t2NAN
jM+arZGxGAaAecbSbQYuIqYCcLBhV2b0UNQM/Oa0GMOua8YDsyzrXjey2wALVd5lUGkcwDzRMANi
CLv51C4PaoJEklic3I9VYT2UKfA/jdb9DjMYw1RgLtReBTtNMnb78Yw3BA+7hdvuAH/fo0XS+hX0
uXZjkVzfFnXWbcyMmzvOKv+OkpE9qRJuM6kGK4X1uLmh3MC8Rx01dMQNTX61wOPtRC/TuwQrTljb
2tpw1xFhjvKvIGEkjkaLaB5kJJ522Vl8lDOGMxCOXwVIj/AufGBQiTxVeVM8kw6qJ1HxaguscX6L
IufypcpVHJQ6qV9ynrt5MGL0HKUgcKcZKdnVFqC3oARuMpvoozXZ5Dti4e4hBoUb+M2a3UHeWwU+
cp4B/ASnWz8FnDdwsxFOMNome0RV5GOFnHmkCi3eHTBQtoWVe3uoRP39MPkK/z37S5iTfRRT1r4I
K8fWVYv4aQCf72cKWeEeoinv0eqaaV8oyTFPCAuhvgBf2pDuETwskNh60d70CHOebCze3yzTGF+K
rv6tCmoC6gXsSDuMsggVwuO3favUnc2M9sdg14AaNgksefpk2MFBa7oZJp2naGJlTQEO29jMc1hE
YAHHKNrmJewWgn6w5cY2XeMDeUb+DPfx9McE28ONxrJwT5OOf+tagBJjmlYhJZqiJUn7CqwcihQM
F9pwz6yxscS8uenoaP3otQaVcZpMJCxFahyL6XwY6/qmf+6IA/Vs6fCNhYj7XgEFHdQJ1XdxLeo/
pOcA+jq+h/qpM1FWDXBqIGn2kbQ8u0kd3j9h3dY3WHotkEG081QWU3UjscQdCsNgf60J2omNkB2N
vAGHror79sZsYfLBK4KauSHnH0NlODtSieIoSnM49DBBP5lmnW6UpW0TSSwLtGq4TUU8Ra16EPtj
Au5+k5RYzoV/dKYCcGUQ9H9ltD+zYXn1gLpjeyXis3DRm1eItHZnTy1rkfnLUBIycktsqDT60AJM
ZyVetXDPnhd2NHC7dp3GYxHmYYQi1z6MsS81Qmx9wzGuk2bMCzwcH2RwOUCaQfoG/MaO3tSlcZPw
fueU6REQOweBCWvl7rf0RefG/HSRQezcxyKKG5rorJsO+CgvyWGsnstjbJQrguaFu+u8xiNpBPOy
viZRZ0w1igBRcVWv1ccuPXsWJ4YrZ+VlEyeRFPIdPvJYQmp/rbp36eGze5EvQHrxewnjOxcA6gnw
2QiFh+V1ISF7FpiwzbKwgffuT3ZjfM8n+mug/kpIYmkqzBJV7gjdb124qIcA3DIA8/RY1/kdAYDy
8vV3qWFm4RoDqkbPHWEvIB3ahZNSIyw1xm+XH77042ftIodJ5EWJ4x+OwtXO5mZ1mOgEq4nGG1aq
qheu7/NylLJB+SqiNZhiBhxanB6C4NGG17n+JvzqSdf6z+VPWZhd87oUrzTpVAFCHeEyFcpGhQlc
l4ceflMAhF73ivMnfprAVk082y0GE0hpGSrzV1uqqGHbGnUdl1+w0NfzkhQ3IfjRrQU2fY0jUtvf
tLl33TCd16OU45BpUUrzlBTvBnajtnls9VqCZ6mPz9/zqWFkFjcgsSRwTnFg7xNrbFPcaHIgGvM9
POnAJOwQsbncRkvvmq1CU1kAdtUhCJWMcXWSjr/vwZd2G3DCe5tYKDT014TdC7m4uYkgIy2iNWyC
zE3ZbOOWGWjz1AW+u8MpfwTsCDjeESpNOAtuLn/c0iCeTXacnip4djkcWz1S3q6yhkAr+T5BaAYI
cL4Sh1+I480tBfOYZCj8TuJIJ0+9QCVwSzal/iiTMgBHYtv038xhJWS40FvzAhWw90YJ1xwoZ+u/
lnrruge4f4zoq8z4uNxkC0vYvDAF9luNN7ZGedJEHitb/oQX1kb07lX+zriGzCb95MUJJ5NjRtoB
L5pI+t6PnV45fyw1z3kcfJo4TiVkxigCdSBtWgH1xN6zUOVvZtvOVq8GW7PDXGqk898/vacyYHWP
24AZyV7/AWfsOevUoc7F2ncsLFzzChWqgA91R0hT3MYSxxIx27tuQCDichcvzIp5aUqTVyZqPJGy
PDt9AWK+MfmHNWZbYawZny61z+z0UVfMcFgFjsrE/D0r/d8xL9PA1e7KeXmpfWbzmlmSO46PckZc
O0FukPu0r4+XG2dpCM228NbMqdlrE+eDBKwFCeOyv0Ddb3SKvM7KKWFhHZxXPuAyhTAC1aCUFMAj
ZMzsHsC4zU/VMN3DZ2FnWYneGnHiXbcKzimorQJCt8dFNaocMJzHv70jNyT70SGMcbnNFrp7XvBQ
u5Ux2gKJ1QlehANCFHX9xxE/Lj98YbTOSx4sathASVAfdwp5gM/hK8ItRWgM8h4RFXt7+SULA2pe
9pA3NiAOg21GZ8qBofRrAT7Iyg671Drnd35aLBCF6vzWSfyolgSGEORpNGCk6K0oKRbG65yjyRy/
RR3huRqS2/Dia2D8Tjsfd1VyFI0NbweOarHLjbTUE7NZ7XMb3n9trE9MHhg80ezyZ1YMAcJ/KwN1
qaVm0zrJwWzLUPl2kkhcMO87VXfcEytdvPTrZxO7yu0MoSkoWFAi8CYqFAubCEaXUEEHLK3XVu6v
P8H/T/EDkcBDJ2o68RqaSEqzRzE5FCFEtfIZX49Uf179UKKapS1ZbUZjLABXbH8b3F8RMXzdQv7c
LxWhub5CNR/WJce+ARTnY8rgHgGXPKTV/l4eQl+PVp+dX/1pLogMprZC0eZkVzpsXWQ269p5LnPv
uU0AVVEVX1MLLrXTuYM+vQlxZg4ZZNmd+qlG5qBxPiitVu6QC8ptf17D0HBagJUk8HB4JsJLA15j
RNjddkrZwRPDsRnJHiLLt1RP36lZ3Xup9W1k+UOn7Uc3qx47bj4zkzxfbtR/ZYv/zU/6c54naQiA
M8hbRfngo07ci8/OG3zcO64x3vmVTO6nok72sS3qk2HDIbWgFj2SxOp/eEnHnqxBoS5KW+WzDepL
UBlF+4oiJWTp+6rH/0EvebYllC1dP0EXTcb63qYDvbHM+rdlkxGCdUH7gDmsvAeuyr0ZK/BnABRE
zCypikcNu094LdXo5UbTfQG/+B1acAyMvo9vY9xmToiDmLcFPD6PHLccMHpqc2fq3spCwkB6NSwk
fP7H2ZXsSIpr0S9CAgw2bAliInKuuTaouyofGDOYGfz170StstzpQEr1oqWolAHb99q+PoMKhipB
2a/8UUKkPK5d5ZzyxSn2SNxwVSmwGsjSCS6FVaWgjAJFplL8A1C0wS7skRlVKLMHsYT5t3R22Amm
F81hzmB4U3tIy8U8TA9jyOhGNjPNQC1dSrmEkkDHFlIq1SMh8ux56cYmxZRl9ERZhtCkpoCzhNCj
9+4K9uwtG4eZP6eW9yaTlifnFt4cpee3lzHxjvIODN+2j/w7dqp22b4+uY/inD56POoecFS7rx7H
jexj+CadNBLipAakg1tfZABj2H01V9DiHzvH27simLd494ZB0UkjeXW11YYn28VW679es34v4TWy
sT6+v68LdLYILqZoKHzmJp2y+jvYqcJbY/bW/dCE8x7Fa/gR9CyIs3IdPt+OfFOfaemUwCsuzANA
a5xFqJ9z2+UN7uzUACH/aetAaEjZOllhtVtaBwFxgbBw2RdI0ahHwVmVOG6W79Kmo0eI1ZcvH/ug
67C9ydo5SwlkPmx1WcirkOMu91FGDj4kCeTgpf9uvesC1kOllSQUuQ5Cfb13LHlw9dddv89gi8W3
P8KwjgZa4EOzDHeLVzofnck5vFZJfbuJriax8npNc/shpomspQAcc726qQcUeIclGTh/CqtpY0tp
en8tA7CmGFMOc5ZLz+tPmbWeQmdOfCU/53lQbby+YebqfARfUc4Q7vIywA587WEins75v25Kvt7u
HlP71xh9O5G8sitgOR0m9djAup4vK/zTghqmceO8kSkNI6DzEaB2A98TiD8mReYLKFnOv1ov2Kjy
ml5fC+wJ/s5whw7dhIbA/UJmrfzStLg6nqH7v/H6pkdcf3/TQ20G13DoBuJqY2nyZBpbghKvOKTD
ukViNGQOHXs/p5Ylwsq2k5BkP9KrTx3Iub/rHMDbRn3ji/eh4yeA0X9/SY8w62vS9Zc29J66BQ5x
JZEJwEhbCLD3hTGcgGkRbQvRuCxbaUIFIEYL4E2QhaEWLD3DfQ2SSwdNqy6dEjWX9669hb83cNQC
HYCvqOD+2go3waA8tmR2viwLtxLADKovGfFZNFh2+MrEMn/rcWPS2k6x0aWmua2lANwTOly4pAWQ
ZIxz9mOBieftwDS0rEPyXQAnUgt3z5cRZY6I8+IzHIw32jYswFQLehsK/G7Ah+7SqQ4+u8V+Fhcq
x6S3y729fiLNl9vfYJjYukLJ6gsL3sscQPm+4gD4TJ/ziqsoY93/ZFE9VmDu3H6QIRPrOiWqSdXS
Uw5JVjirQA5lLIdIhgX4dlt7FkMW0BmeEI4PYTjuQIVDAJMIyGJ5HmGiFMMQvv/QVUmgsznRMKhU
KqUwiiiGB6dy4Ie2rF5cS/7rdjeZPkJLAHm2ckBBRoCYYK/E4VuMe5+dAx/ljzWvRT/JkbZk2MqL
LGBLJ4pEQi8UqoynjzWvreQM0ljVUvoU8vjjngQoTAAP+pUUDd94f1NYaMHcTrPyZg5KFUxDn2Va
nx1mLTtolu7LHHYaAFndLa69MdqGKauTLMpeBDWrF5zo5t4DdzfNcdqEHxFUWQEIJYfbfWbIIjrd
Qlm+W1UBba6g+y+TTO9EmG2wqwyTSWdVSAukvwBl9wuFu8eu8WBxdPVJzoW/VRA0vby2uFcZCu1y
hkDGao1nn8xHOAxt9Ivp5a+/v1nUU5W3vbcib8P3Kgqt2AehxlO/b3e6Ie3pJIrJBmfUlnZ7gfHe
GNdl+h0CUC9EwAyymYBdF0G1cb419ZAW0Da84zgWclAGyurswe1RsOHT7Y8w9ZAWzIALA7EqcHSG
Mu8OCN6BQxzNPt5u3NRDWig3fZMBcosj/wzncif7GVyvJoJPAVQ14V29sT03PUQLZ8ZAWp4HnyRB
7j3BjOth7iElPTIKtDYWuqwE1PT25xhiWaeHdKCfOKps06Rg036GpNWu8gN7pyQtIq9YNqpppqdo
q/aoWrtzFALOW0+o2UWzD6c9yN1URbH/2Hdce/JNVHg4Rda+O5LE8if2kFlwP/b7ID3mRdEfwzUv
PpbJdc7IGMJBFToUYTKEwU+/ghweJLEZdzZSqyEqdL4I/MQ6KXF5c8mh/SQlXI/8jeOGqeXr7286
qO4Io3KwuguMjWHs7k0OzKWzbqN1g74NXCn/bt6a+m6C+S3UR6V8kj7jBy8og10+Vcu5bCtwoLGE
t0+CAO0AFnMK588shHw//Meioe4LmNH067GQWzV004zTcgDASyEJPEjqV2LFJX03wrd0DqohcfhI
LpVbbKlpmR6k5QM4i7lgswHxACgKrllXf/rVMGfY4/Cew+7UqzfyjmGF1/FYTlOpyod92QVFprhy
hqgAQd4dRcSsS1iXDw3OKLdDyTBTdL1sT0GsZipwwz7OPy3hnuZyC6xj6CsdAxkOJehuLVpe4Vk8
A+QSgvg5pZ8438LEGVK/DoHEFqhEtTpvMctF0UWdncHROXTICdIVy0YKMIyEfrcb1HU2eVNWXaT/
u69LuMMCyw0o6UDSg7DvusCPbw/En9v6d+q0+q2uV0CThUDF8FKnih+tjJfHbF7WV9Bx9hmX5DJB
hCuqqZTPhHj5UworlmPlBssphRDhSSh33HgV05y4juib7KFGh895mXYXyYoLoDUXPH4jcxu6Uxfx
dlw1W+Ny3XLY/vdscX+MNluipWm/454qJmNVRtVqf2znp4M9cftAiwBzJBHemsxW3eysIb3PLPl8
e8hMH6OlwSXvSQoKg5MMuHSI+qKVOyaHX72fD8dyCp5qsAz459vPMkWTluI8uFYALV66SQ+nIq/a
8/Q3K2Ax2tHd7QeYgklLbRw+2DYU7+xEAtgeTt3XfJovTjP6H2xf2+UEKGOzYGzWhDX1savBNZu+
WnP6saHWUZTO4vfdLFJIzEj3bDlXutjUwPkhK6fD7f4xBIWOn+RZWhQd71RCA/XgFeJUw/DkdtOG
sdXFvNvBGUdfBE5SCf8iZgEFEXmW+feUbPSO6QHX398EdB4MKDP6Q39ZvO7UpIJGbtadszn/MVbQ
E7r9FYZtrI6gzEM3w1029PlTBhyg882xpsi1QDjI/1XBlkmbaRSuv7/5El8AR1m2mKVFYX9d3fET
ju4bu5oQTbyTf3UNb0aGKscZ2oY0uPzGG+vFs3HvijXlAVGwy6Vz6QYw52xVbt1dGUz9ICn399ek
kPsLbZK5ibW251VAN4XD2mBsY+p94gDFNMLGTa97sNsJNQQeq+z37bEydaMW7HMFfVa7JOjGwX1S
A5Q6UhLfbvpPf73Xj1qgp5CykQGosZBLkfwYuNOQNH25FPuhXaq7Eg7IVaSqEJ4X4L2U3a4kRffJ
WdR6dhbAqiOmmhAHE89xDsT3VLZbgwZX3O3S/prbaYCfd5CDJVvAkf4JCkIDtJPFlBVHCTvoXT2U
68fuL3VoJh9gaQuymZ04TQ2i2MCjtRyjsSy2kJOGjKsjM2sbkLplxvJhN/VyGRR8kkC4aO5yy8qf
bg+GIfB1cCYsL62qZxjnHH0TdA/uFZjtPatiI2b+dMY7g/0HUPEmHqcF2WSZ2ZLMDUSVLMnJgRfB
8ITqPT91tdPEdp2OX0HrgTCaErLYgSjVHXywkE5L4YfxyNbqxYEjdmzbA27+SalwYAxnnImK+kTl
pmW5qSuuo/DmTd3Ql+0k4FUy8fABU+oF4jeXbA0T5W7prRiiSkd52kA2VJQWgMJm/an2Wb6rkXY3
FglT4+Tv9w8s1OCCRXpJCwtB1LQeLMI39rimprU0FIZLXcH2W12qfGl/uhOVD4y1dAu5Y+p5LdkU
HLcaYl2qSwlItSibI3GcC0TRTiqcNnZihrXnz4XL28Fdiipw3H6GJMV9xQ7ErY71AKevMPLyeWN9
M4SrDorslaMErjiHy5J5HQwvvf4JImzuvpr8Lcc2w0Do0Mjea1v4UuTDxXXT8QT6hBtNfRtuFOFM
H6BFAMlt+NdbdLqEw7GB0hgZsz0Bb+x2qjG1fv2mN0Ow5GWuiOuLyxSsGQjma9rHfBTuA4cqyUZl
yTDMOjayE8QrQYQfsC9l4gAPrPWrD8zSCEf6ELwKkN7zqGXjJDe+6f3nMR1f0MisbGwBzFkzwNKI
uT+bImx3QoU/U6d/otn063bfkeva+N80ynSEgRpckq/UcpN6Dl7AlmqjopDlzifpHFE/XWLANLOY
FO1DhspXRJl/FM56xALVRuXox6612MeV5+qAFbTfwdD8IMEoGTvY20lvArPZrcdD2QnrFOJ6GNIz
2RgDxQCzr9FFVdlvl10vCvLNAtF274+blkfv92CgOxD4rAmseS3SxPOLHYCTTgw+wr29slfc8bi7
qg6+3O5C015Kl+5uUHwJieqnS7eoBRhWWFRajfrKm/YlG6m7p576IefwuaoI9LDc+xRbjghOef/c
fr5p+uu7HpCcapoH0H6RRTxA4KL0+v28bF0cvp8ZmA5Drd166VxOhkualS+Edz/5sCmRaGr7erx9
E7k+DT3iOsg6XeAdySrv4Sy/tcd5P/fDE+bvtmfa2cyqS0jn49RX95/GEBeeK0jMdIhvd/z723am
I1B7dwltf0Va7sGZ36tCfa1s8tjl8pBD3YeH2SVrqqfKqjeKtqYv0rKon7cBhx78cFkDIF0mR7HP
AbQVYF9r/XAg2bG//VnvzyemI1InKPUqx7L6y1jGs1vsCuhGu82WhZ1pyLXNRNNNFh9pBs344DsH
y1tt3dyaGta2Eq07Q4CacaxgLfkh8/VrK+Xxdo+8n0oAWPh7Ksm1TqG4312Xr+IAw8CHUYaPTj67
EaRzijgd543tkGmEtVCGSCJnqysxo7rrAlnHNPvN/RfVlh97gI6MtHorkKPMx4u7KpSNcARKnzJI
jY/dp9td5RqGQUdFuqLMFnJ1xrVO02HdpUd7n++qPYFOQTzfqwsEpnd38518GB7KU/3sfhOP2aHc
WDUNMBem4yanLB8aEl6fDpGiMoKyj5j31rJvDjSIfBmx37c/0xAjut62tQbUDyie44UP7YhhAnYn
vt20qQO1KB8yRpXXW9fNXhk3nrUvBvHBpq+PfJNuLZ+Rdirw1sqyv6bFFDWs28hNhosZpksgQ75q
rFxapufVgfvoXIDcHpXwaW8iqFJWlwq8ofuGL/QMtZVuBw6qOrhIBt/ndEqnPfAK0zduj+oLYCru
xucawjbQommupRNYmZySZhJrNLhhDHfZh5aIr32DG/ii8tONBGE4jDIdgyjaMQVArUvPhdcDKwS1
jxeySBcSeD5EPVK4sD5npPW+1375P5R6Dr2iu3FVT8RdipOTQqwUHTB9mxa3/gz9bjtCIrDzHdDn
aZRSJ/1ye24ZViwdMeW0fIJ6Dx+SYFDzw1AX+VM3594OBsL5XcWm7Ew80cMSr12Kp9TzttBUhpHQ
0VTzCA2afrXHZKgCyDw1wT5sVwiRlLhKILCoC8YPXWgzXT0avakYS/GgEupwQkH32ntg3I1oCyfg
LfKx4Wv+g9Ysc0ag+9MlM2sAYGhg6bzCdc1b6v1CfBsOb/lGIcj0pOs68SZg2zSscrU0fTI5nr3n
QfUjr/qXIRxeOiDZY678YSNzGmpnTBdQdqYwb+DlkF3S1Idda6baPt/PfrH+r2ldcJpWWnS/lQe+
855kUjxVo+f8sy45ewQDpcVqReccvEy7mAATmaFGA7L0+iizajqrqZiySGVwSQ+C1vs1UqZ+BTBi
q+NCYEUFZ4RskJoNyVOH00lp09GTTpcEXDQPfbn6h66wtjSATcuLDqIb4UYNMznWJsNacCj9BGoE
CWQAZsIKUoh29R6xngoxQStLqpAdejJwOB61dfe/2wFs2CDoONje8usV3PcxUWVqf2oqTmLBOush
AE3oVI3QVLj9HMP6xrRdGi+kk084ziaub1mf6STbHU5mXoS7OWsjFxmGSgfCkjyjIyS1uwT4x/wf
vxJwpeAAAt3+AFPr2pZtgf06pgIovVDdoofBrcMHkrXeRpoxDYO2slTdWoYiTVtIosj82KL68Al6
V9DqcBcRVWSZfnzoK3RIZdUBy4ctW5uQzOpAX4I8W5+5Tx9r/Np1b5IL8wHZK6chuwRwH69SETPr
9XbLjmfofqrNn0zm7lz4aPvy04q++5EfVdFvFge7eedH9/fxTx4d2uj+++US3x/w3+P5fDgf7uP4
/v7z4wvoQdH5Jfp1PL4eX17Pr1P0Ouzvno7nc3Q8fz5H59e7INrtj2W0f0iS/X7/5XTC/34kn3an
5PiQ7NBOHF9OO/zNfpfsTpf7+HD4Hj9f/2y3i7/H8Sn+fsqjLQaFMTFohw8GfV2yzMg7uPgdfnI/
9J5TOQPZFoB2Nq41fXS4DPYWKyFeV1TtrrNJ+/l2b5v6WpvqZM3SnLc2A1WQHWnW78TKN6aIaVen
i2qvs/LzvqDsvGYh5DitaCitkz39KyhYFqo9edbLzKenFsdEPNxl/Ivt071DtxyeDHlIh4CSWnnT
vMJUw15t77xYq/NdOhZUFfNU/PpQ9+n4TxvnLbiqM3a2e3jhuF99sZVE/4Dr36mt6fhPy+ZZ63Ze
l8AAUULGTfwUIaqVkHIlK5wiC8d5HRcvz06WJ5pYTNL+PHpr+blJOf3fwth0ZHUD+0xeAGWIi9O0
2EHA0IkXX+05RFywW5xP8+KRZ9kU4q61re6fblLw9FlVo/hVZSx3I4/BF2HnjS4+MSx4NIf9fFTw
BNs1DLKGJe8h+pEvM3+kA9invoLUkJpy8BIwodJjU1nha9iodFcW3owlvnaEB821ARqrsLsX0JfE
jVsQ1uFxJV64wgRuTOudcj0KJ6gZPqM75s240AdWcg9oNf6ioO746KY9rm1Wova0yugDbjunz7he
IzEc/VKcqKpuRxq//N5Nc/1IezrtvCXI932v+jmaLDv7UqUFKhRkIPGywGGj6IfujlpsC7JoiCtd
Dxh2TaXTO3YHVVdcxkWhXXp7OGeJYGONNbSvi6FzvuRuLourTlzHn9IiEztet1v3Y4Ylyr9G1Jvs
TiGdls8YQKCCX5bgRSm1C6zEK7as8wxVT6ZDeH1YZhXBJP3zErYP42wdWVae+yYEBiKEv1S9s5ou
rhrylHVQ2XUFuFlVulHGMHWdvrwACAG5JxTZUJmJ0u6xz77eTgaGDbev5fHVdmavcmWXCGn1x4KE
6wl2Ku0jY4P7MLV2mQypH+5vP8w0RFrirgiuRmHCUiUSviGXtSmGezF74cWzYfARtVP3MbQa0wvU
eUeI3+cTvLSl/drgwnpwfBGB2bAxk9//EKqf/dkChc0CxVww++i+qQiJaQk3zo490KHd8sF9/yHM
1/ZckA9lCw4O7CyBKJ3+VT2L+vGh+ff2WBh4WUwHKC9cTM1AW5H44Wh7UQpYz3xy2rzyIlVgBdp1
wwBB04WSwYkgsO6TqOAZjDbdYfSONRebcCXDHNRF7rNhnkjd0zIppqA5gPXO/13GiTg7Qpdun6kJ
gkrOMB9vf7hhhdVl730VyCFkyBN2HSR0kHd2Tp4t5m8cyAz6BlBh+zsPTauwVS0HdlWXXrEguHIG
riJfum/YMy13fsbdM6Hu8OJUSwdbvwVqmlnlrWfoVw8C1JJ0jqt6sWKvscjXxQO1KKurbOP1DJPq
Pzjo60qb155MwrRlJ5WmTpLnk7qXkC51I9WH6QZcwTSo10z2Jh1nS5mVhPplskBotgEYFYdIaxEQ
CqdMxE6ObaKcIQV9e1AN+VFHSS/2VPm8pF1SrwIgTafpjyNr2Eb2fX/KePqV4WorfMPsldjsZnlU
9cWXdJl/rWX5+pG39/R0wlen9KAQXyKduEc3YE/USzfKlO93jKeXBJ0gK60xX7KkWgJxjz2MOoZp
tyX9Y+gYvQrYBfAL8PwmS+w8O3jqM3YzhytH7UPdote2uoGJqZhriAeLnzaUmFO7/2DL10n7ZnJ6
FmTx6YKWOwHjAQ5fhc1CwvsB5unOX7KgWd2HbZYwXMCGbNjBFf7AVvlUb0nmmTr9+vubl8+mhqti
qbIkgKCI736ZRhVZQmx0zftx6+kFF9dhvczGqYDkKcpUu3a2xRxlfuHezXwQL8Oq0F1Bbk8bFT/D
BNULL3UKXpSTTnmysmW6V9kEoK1wttZQU1+5f/eV7GVDhyLIIH3i4DKE8if4SVc71oQbqcH0+tqW
xhV1UPKW8KTO+J3X1keULzaQpKaR0Nb/xeFAGQwtT2aAXvzaO6C8AEKaH/fM2bvjRp42fIBeIWcM
Z1gUczmEN5T7qV1Lf4g8ruwNIIwhHPRCeMCpVfqu4sABOP+jyjmWqegiDpNQTKruY2AeT6+CKtEv
bs5WDrtnyGZ33wL2v9sp6P37A0+vf2ZO0VRQv+ZJNYPxJuwfQQ9P0KK5+F0J1wr1WmF/xsXz7acZ
RlyvfnUOs1to0yNZF+QrZAx6uHFkwCjO912A6rcK1ZZyqWlYrrPhTQ6xCDiH04QOY8u3vBcJI5/d
OYXq9NZZL0BD/60EeP+ph9nuNJLC5ZCPHX8zOd4BURf5k+9HJK/dqFyGkxWyrWtQQ5hTLcwLVgin
oLC/qIvx3h/qGSQeej+3QO3fHhnTA7Qwzx3UUp3ZzrFtOvB1BZ7nZZ22riJMjWuBPqrwamLcWeel
/rF2I+jRTyHf6hpDfP+noDQIKdwRby64/TCK8VyO/UZR2DDGeiFJrrA0mefWOjsFQAEkJHniCdit
ewyIkDUf/HuWN/wZ2g9bdG/DtNXrS7Uv6NQE3DqD28LjdoD+ZsAAcXGLZYm7Hsa6HxpuvVIBDvk6
0CLMUKnI18hZXP5QL1QdmkrUG48wjct1MryJQCDQoA9GwxxuJzPMHMoh2+He+GNZVy9VTJ4QzGIN
R/mj/byW9RRnfXAarqpKA6k3spXpC7SaBNjSbCiKNYfuYx31k7/zNyEBppmlxbOqw3TJPcoTmFvG
qkb6reYdrGgOgVzvRWB/gR3Ph04Onq9FdheGqZcSLOAk93dirH/TfN1YPEwdpMV10c1Ok44eT3Jh
PXWhjCkuf25PUEMg6Id3AM3HCX67PIEO4Jnmr0tND1mwRnTdEoYxrEX6oXwksC6XLnYfhMAxRTw6
jgtq7ifu/gvtgPj2Vxg6SD+Kw5S3qqWNvm99KGbLf4qPTiD9EB4sac+LNEVCculd2ak6csflh92z
f7yAPylqXYRfvdz+CkP6/s+ROgBePBTIsF66X5WPm6VHmCxvTM8//JR3FtI/F05v8kQTeMWk1EKS
uVztcmenXhA1vt1f6tyxfhcNHeGEw5e7dIU4xWBXPqriZL5iTdeffSBn0M4dcSkDOKTNfWA/DJVy
4pE731BdHw95A8Ui0fXNwbVb6wF+rGJ/u1dMM1TLDhw+y77PaHrGKNuXRcn6OaR59jqPUC0v24ls
pDrDDk0vWq8hcPSjV+Io55Q/eBWUu8klz/baPdlu8Y+o1FODwu01wX6oguLphnZziR1tc7WW8ynq
Jwzz9mdhPfAy3wgK03TSsobHRR7YPkvPjBQ/q5L87tvlMk/9p9vjYmheJyGX/bSuwLmkMGNcTpSP
807ldcKC+uvt9g2pW6cii9nh1AH04cyK+uivsBXL7eFf5ngJbyT8oOR0VOlWXxkSiM5KrmSTQY1y
ts7csnG5GVqf4Nu1VX4w9dR1Zr+JPE9A1W5w1vSs3K/LkkWlgxq1vZE0TG9+feibxsNCibAF6vSs
6s5GFXCYikeyOvxwexRM73597JvmO9cpITul8sSlMamWgyOdXUHpxpnRENtEi+3By3rcOmHll+15
AuK9rxoI6eOQijC8/f6G6jRA0X9/gDN6Hc0cfEApiubgLa37khV5+9CuKKkQkUHhtAJct7QZB5xM
8k/QhFlx7ya3HHJMPajtC6iSWbj2jXXuaxficVcoIRB0Yclip3XW0+3PND1Ei/Wm9Ox+ciFtGvoY
H1Huq7LY1f260YuGSaYzddkoyqFt3PQs4VdISwgputZHz9z/IelOLlzWRgv4x/UMZwr4LW1pZZte
+7oleTN51UCkdK5Lx0DhUJSGKQpODd2yZP5DyHtnRf2Ps4nFcJyTgiStN/ZPaS3Iqe47+9BNxHqE
F1Lx0CyetRtgihWHAeq8bU5fcUni5zGyTbBbXAgH2FXjngNWsIuAb1+JmZHTjQXGMCl0apsV1HOl
3Do919mLX352nTtnK3BNTWuBW3qTqjxbpmcX7mbFjlpgbWV+CeZwwXj4z+1JbRi+P/enb4avDee6
YhmKwrM3A28dqvxXoHLny+3WDbnnT8J40/rQw/q0hqT9ea3gVtla1aMsJ+Bt0vE1hOPc7YcYPkHn
V4MclpeZixlIXX4nsnkvudyIScMQ/IGRv31/6Q0tclsKBu5D7cu93a6YalvMMEPv6MTqwJJWymas
vssS7FipYm8JIees9tX49XbXmN5fS8yDbWPz01/fv2kOacOLGFfgny3RZdHtBxg2EK6WeAsbBSJo
QfGkZFL0sU2d4tkKugIym1b7PVtH4DhgszN+VZxs3WMYuu0PyuntoAQBzFSoZ0Fm2rrIjj/Xc3eE
3uy/ru283v4sQ7/p4iZu4brUBtT4XLUW/DHs35ZrP68DJHRut2+YsrqkSSCrbGE5k4nVd0Esa+ds
5/WWpKVhk63zMcOxGpu89uukShkonygo/aTVGO57eB3G3PUAaWlhX1HWNnQ58qLems6muaCtjxVP
l1J4OEFX491UHagLMJRA/fsXdNR3fbm14BjGRqefNy0KI0uGIjVr50jlJPZbyKg7WyU4A6jM09nn
C/Tu5biQ6xmlg2nMMp4D6B80OJSwMoYfWRavLvR1Uxj8vJAuc7Br88c4dLow9mbR3jUVDR6DAXvp
23PFNN21BVYIoIdGiBwkdJz6o0fC4MvgqYJFtb/idmQRMP65/SRDFUHnrOdwixsrG6VNBpdaIV45
ONqUcFSC74qgjW8/xDR819/fRC+gCVYgxgbbnKaIu6COcMUfNfX3262bAuvaiW9ab+GB5g55WiUE
aIz7Ic39uPP78nC7dVNkae/OG8CKuOXWiZfLuomYcJoXi4JeQ5R1Ve3vfs2qbmM3deU3t1+zjWth
w7jY149981FDB8hHUfY0YR6UAmE5PBzBlOle4DtNj1TOKCwB5fax6aZTiZ0JzmQtdWiCPVPSQo1A
jG1kt+Iupxv7aNMYaYtSIVML7rbFeuksVd+PM58jPqh84yLOEC46mggSnK5gMJK/iOpos/U4p6+g
q+38dEvs2fT6WpqDbIdoKLyHL1UnD2PKDnNKP92eX+83TXQya4/ae1eXUAbrZ/sZVPenAkSljSXn
/X5Blvh7EqF4vQRe6OC15y8cOd9mx3lEGXtLOeX9uCY6odWBo/HSlKy+LGB9ABiZMms3Wb8/1jFa
WAdEwGa1s1jScfIMy9pHGowbMW3qcy2m0cGzcCvXTRarKqKwDVuoDLGNYDIgr4nOVpVShJDWAH99
Kcf5XpRc7rLc/ZlJ7JeAOgz6CzC4492YWyIqYZ18hGLnlk6LacTJ3yMumtWG9TDkspeVLpFPwh9h
ke+pWg6BPWxJ7poeogUzILzpMA6wWCN+9S8clL/1cCgOoaZEhuHbxwZf22NSx+24uppEQmdijDJH
HP1i/mDEacEcim6eZirbC9Jrd1xUPsdByT5m80R0PisNhsXH7bCdjII92HkAlLGV2BM73u4YQ8jp
ZFYQWTu/Cgd+qTJvB+YcEM7iriimD+VporNVZx/GP3bpLEnYWD+aFuuazP93+83fX0iJTlAVPoUT
Uu7PuDvP6Y7R7H8KDK+oXNuXIPMXsHkgtVvNVmzl1sYV3jXP/beQQHR3j7RWS4CsDQsJh+4ouIND
/5Sd1ch2Sh2Dcoue/ufO/L3nXPPMm8V6vXq9rmAT4tjAOrpPG3iHT2kodjJV8yOq6uCZNLhU7ycy
QE4ubHF0wfklW2R1Us4S3JXzuHxWZT1GbCLVZaKKYWCD8jSl9fKPVLYCzttyzv04UegR24vYO/DQ
S0IueBWRqsu+ZszPd8Co26flaqaIWQcXUo9a+4E4NIYjODt7dT6ceMr9o2QwjfTrX7B0Wg5+GWRP
ZCjtX85UvoBnKa2d46nwQKxZfh/zkZ8AZJc7uw3XJlKd5a+x0xUg+zl1f6KeRw7NXKqjDGzoMo7O
ekfgkx1n0u3jorK6g8yr8TlbBvVUj51HwRpyrD0Z5uHesiW5T3Flsr89xwzRQbW04eZdIBnjc9L2
r135ndmPoBds5HVT21raSNMxyKg31xd4kwDM1XOODR8UvODjPLV8Y8aagkTL303F8rUNEH/2SA4g
VfAoDZdv7mL7Uc3Tf0ofWhqVWvd0Ulv+D4ZsrmMnOSo/BL5u46Wx0ima3ZnvAgcKz01Z+9DM33J1
+oOvey9ItLGB/3wZunzILxUImZfW8UIfLF/l3tE5yw6+mmlcDHAcGP9P3Zc1x42j2f6VinpnDUBw
ASam+oFk7tolS7JfGLItE1xBEFxA/vp70l09beftlKYdMRH3RvhFzkwyk/wIfMtZBo+XoK6W2Qpu
cO56Zu4Y97y1H+ZKBtgQoPytxTLdTKMTPFGAcFU8aS4/sZQPN4ux8PXNvdR9QUae38/A0pIk8502
mfOSoergfdJKSZOuapqbRvV0VSp4/qHIwhQq1332pCXcLkTPzNrA/iCCvnKwI4GgSblohWp6cNZ5
2XqPZRCUX0emmhUPJiwrHrAOTgI6XH1V9T2/kc1iEpYW06qixbQdlV7WRem1SQXxRJDQqVjXS+Um
VeiMl8UoPbTRK71urP1ogAmJvcoVl2AU2z0fuNzA28fbQTi8SWo08KCEq+z1AM3LKAStIp6rpYAx
GhvvoWqUQ5lvqhLc2C9Tlqr1IPJfA9qwU7iKUtVSBryxe6hJJkV2IcwQi+K9gfOZYDxFrPRNZwXl
hT64YV1eack4jBXKtaVtfuCyGd8pGM4kgKcwlZyVtmq9TB2o+CLkGpXur2Xcp7iUShWjW9Rw/rED
dDkUnifLI2ahfTr9GhiJndJojE55306wEiPSRpXp97Kro2l6T0LmzDJ3ikeuOOIX9DOsQMJ/Fvl8
O/rsacy695TDztzhU0SyBiSphEuiPARNl4CkAdswi00Fas4TfWcXOLOInsKSuRpYVmXhcGiR2uWQ
XLoUzPvmlfxRz82l6jo3KqjUCa1y951Tngmo8FjG/5ABmKNdUupW+cH1zdXCy9u5Usnbe9q5Qx8v
5A+HtrZMm6zsp0MQTHAhvB2QTfzakY8h8MORZz8t0beq88MkptvACkyCg+nXENzsFKYsnYLa1kCF
zp8PSA9AtXpPNvlMhJ4CknsiXSgouvIAGtRtmedbv8suHKNu374q5w5/Ut0Q4pVSawQoiO2fJlYl
g4bMdai8X+ufs1Pjo96RLjyFxXiAXAvcKWs4qfEhmh1xkYNNaHP4ZdhevHcfzv2ck7SFzL1rTAH9
B9dvn5YswzbvbrV0f61gOEUnuw4xJBs7eXAmOqzroQOIqtXml+bY7BSc7FCMxbPax72oP3q5E7MZ
ZPZFJLJ8/KWbfYpLzlsAyjr4Gx1U94VKb+WQS99Oq7cPzs6IsLBTdLIsVe/DsyTdE8+pkQGAvbMt
/QHuklYG3ZXlTH+rIAJOdtOCfm8EQX1/n1rddZALJM4tm2b77CtSh7s+89p7KKLnz/PAp0+T8siB
Q1b+Q+MVwXOhszppepBkY4hNNYBEApS3CVjnXmRLb28a4JBurBbtXhIWPLbYANemZMj7gZVeG/RM
43E0weeMGv6RZxCoH5pcVDEKhfDOEgL9qnpI4fMHUcM88mqlrqzsi8SlRbHNu1olQkpn7fluechp
XnwEphys60x2q4DBCTwqZjNegFhcbVOlUjTq0nk7UWyWKPm0vCjsJO4gGAZWgwjbzWwmdyWM53wr
R4jARBNkNL4Us6uvJa+cLOrA5N/Y0DebOaibXbcQs6omHX62i0ivq5b769YfeB5JOGEcRkjXQpli
ggOEmkA/DvMaCilQl6xvQ+7odVqm2Qe4ldfgUQDzfr2kOVsFRPvfaqEwZ5ga79ZagZ8fNFJEIUrW
JOjKfg3OotrPo4J8JHRsvgDqZe7pOKRAd8Ep45M3u2ylzRTMF9VAeXNBUt3d8Da/8r20w+QAEmbc
BurCrbwgQr+gw4jbK5K612wdBk59if9rEnjrenEAE6gV76kTF1lWxVq7fcwx8LkAUgzM7aUNmzgI
uzC2nVlW5UDNIwuI/6EvBn+7dHJOmhHGJnk3QCWRpSRHJxC+hAC5TnHnU9xJmfEIQMtgNzvMh/sG
0OYSFoCQYS6WC6Xb9MGb5nTbtnrZczyM287YGWy4IN+ACs0SXrRg2Y4t/dyxsnvKZgRRJxxxv+hZ
rCFWba+VZO5n4FD4F7Hk02OoEB4OLGq/OGFG4hldxDlGIcDjdnHnrxCXiFPH9LFw/WZZ6dwTFyMc
iX3b71y5QFZzEvf13ETTwj+FbZbHkD5uVl0JqEYX+Ae/0ndu5jXrVjG1MkE7Qk4a3ttsyM0qrAv6
0qN8W8m6Gj9MoeaXI8lwUWEzvrUDD/eFhvuursdwFeYayAxfTVsZDh3cYYbaAPEwlpuqXKpLOCyw
dQoWwDpLs/ahEPjOeVU0QG4xQ+LOAUJgxozpKnfAYhLaK68b2qJMDlp2zTjEplAcT1EdCGdcg9JL
Eq92wq8DOvIQhjeBjmoJ/XDtzdPebeflMRtxmwigKTc+rD62dMzTQ4Fhcux4aXi10DC88xYw7AxT
ZNsFZYr+Zg6cdD4ZkaRUDFs/F8N6XuDa2nS4gi1pq2RpxyoJQmMQBiRYl20N3JMIAEeIWwO4O+eq
Wy01lBf3AA96bNOyzE1E6ZYwnMFHpYH4kMMR1HnZpDEIqNWa5MzdhLaHbhyQrzAkZeNLHhaqTBq2
VJ9MVtSHoGzUHcw3zUYTJZ+CWbSf8VirWHSZjoVnoPIyZ6FGIwEc6GANJWW4Gs1whY6J46nrSlc5
mFzUplmkJnS7ixbXJjZDTpY4oE1Yx7Uum9sRuLdqFfglfNSEG9AEeCv7WPljfTlCedyPOkbmO25M
sCmKxrmHXoALPJxLiA9oFoUlje975mMlu/STYyu7T1toEsUl08v11EkOXhSdxQ0eDfj7eFBFxErj
VcUO80S+9ZcBMw/bzh2EzeH6giIbZIuracL6BLrYEm6rsM6H65YsQ9SkpqQr4zT5izzizvXCGXL9
xRkpyDNjqxKYi9YNyiLqtvGgw/l2bkYA7BobVkczgbz59vYWdiZ7OCW8sAGzXaOVhdwTu06zHHlK
k3+0QdW+k4P+6zkXO/XPq3mb5kZU+rAM3YXoIBUihk9OWt9TZF54bt9jzZ3Jok/pLpA5GUzvobFi
x/zW68N1VnbvjVnOtBlPyS3oPRBdcLQZiyDna12wi9GBckcXBBLtG7NzFv/aS6dfwqdA9f3nrJ32
6NUoC8M+Xd4DQL1ynevKf2/QdaY680/6T0Abs6NOnjoQaKJ940jv9r3nalin9+BhDs57Eq5n4upU
1SArBggb1BUK8AyYTaiIDeWnoR4ffilqTykDkAOosyxbGrgd+Ss9mWlNuy6MFhd6YG+f4QxiABpq
P9+FPhzHti/h+pTbMd1Lt6vRYJbt4yQWEuVYfy4m0xzmHj0ZSK5cNBXLtu0y9qu6nLLrEoooV82Q
v1cjnrltp2wD3CbQDbKpPkjtXOsQux1dYCzF+w+O79y8/ZPd7x2Gf9HBO2UcOJ3RkCSgcCDFBng/
D1N4OfU67eJ+QrNuqcdpxNQYDTVZDd0cAwQmPmqbuvesDIUfEX8cXvpABU1UBnNz1TWo4TJu6jtP
oupKaDmzl1pwXuPBR+M86trOg4HVHKqYt8UCoLyBoWPqomBlHv9QBfOQxp5o/F1GPPPUwhywT4Cj
bz0gjes2jezUEyQTvjAr9GQGSD6xtLkZHGpvfSryWIIX6kRuRbOkMNY+wweTk5XT1fwJ2knzqh2D
dEWYdSKKSeQLhLv4J7oA+rpxdNU9csbVHNOwn+9b5ffJDK0/tBUhJN2MRbg1be5djmPVHMoma6+H
CtAKx9baj113KGxSDD2EOzB+0lHTuQJfXZGjIe3QOU+SLE4RtY3Tb4yvqjj3MujxqKCSJYRumvSW
OH6KSx70H2g90wdH8ykibosSghc3fdh6W5cMIq4Ud78y6OVka93k0zoEy/beegQ6eAXptlDCRuaU
L/sJGg6XdcVlRDHa26NBKnZQhkQvA7y3iKMQi0jfjutcc4ve9xK6yTIU9U0HKetEcSBTUid3NjWs
DCJe+s5l73c66cikPpbjItfLnHfXM6vleghpsy6N81JqqdYyYKkfyRGeVfAZ1lD9CV0TCyAGodIp
siICCZzdOAue5SFn7XNJOw4ALs3DGwpnQFDMOsuvh86FGUkrnexqlpMbxoq2uHBI4uAg0+srF1k9
kIi2uTBSN9A58rBAx6NRlYQuDJyHF6d2d36aYX0rZxFmX1Vu/L1xgTAHq0mjG16Egxdr0aTP81Q4
EfzUvNjjno4dkD7g9SAoqhSRkStiPYHzT/MWCuP9g2vEtC2lG65cCHHuO6HowV1mb93XpTnIXFX3
BEKGa6jl5TtElRc7QpmtZLqKZeoV1+FksziwI4S8mnmIINLVQqK8DS89z3U3rXL6eM4d79oGPG3W
M9596N1siV24iF5OLUMe01hvG0yki0dRFs/Ag9MYyVO76m0jIwjfs9sG9xcEWvdaTwjTqJ8NGJoV
aQPY5eXmQtq0XHVB532p29G7rMlAoPqBXlppuuAjWpTFdu5UcZSsoHPEO9tfuUY6V2KGUtI6TOv8
cyEBPiiRez464fTNU1O5aeFoHQfdGMauN9F1k9r2Mu8H+zhzUV0rihIkzqZF3TtwpsDAC/aD0HFE
237rp3wEoQPgvKhlivsrw3m7VZz262pmfUJmjZW4qtIPQ5GOEM2p3AnDN4diIRG0/UoF1D/jVnjl
FpKQmiUDKrUH1SiMWQoo3+jIE4V6QOa5dPAnH8FYmGg/XlRkmZ8zQfC3AO8kplzkV07t4+8Kelow
VHULpIljOs0QtTKiwdKYVRhfwNeLfn57GT6z1J8yKrhf+iOkHqe9c/yamNiwFJbgE/xx1DsJxrkz
HP//h7ZgviAeUxgW7fXS+ygyNYndetyPwn7gmX1vjnAmITullmGK05lOI/Gr6unO7xfYGPR3b1+i
71Ddf7VRnfwCWY3C7we094Pb7iLfmiiI1ybaQRf7I7hNOmG3yz7cO5tmdS/326Mu65N9B7d17mcd
E54fLl6jAedRY9Acgh6u6eBBeu9lsGdSplOe2Vx0BnwRDF7mntzLPr0dJbus6uDb2xftTBJ7KtCC
59o9NmXaA0zMN8FQxSmld0Xbr7qKRXU3fRTkPW3Cc9fopMOKLUgghcU1ApXeJHO3ZIlTeXz99g85
U1Gc0r/m1CWhSEkL/l21p5QlRLDb3p03i/qs6/dm/ucu10n+V0GcjsL0bAI0z9u1Xt1E6LM9dS6s
7IvprmTNTVaZ9zzRztz6U0pYiWIPW/siDxyb5keY+rpPWaeqRBtsrW9ftTO/55QV1kyBFEC6Nwes
XXdckMveEU+N22/qrgTDVN8H2Xva9cen8F88nae2h1D9qts8q+a9QAU2h0jQ2mxlhy95954Y27kz
HAPvh4eQGn8h3pTaPZDWe5vVW2mrrXGKO1o1ydvX60yUnTKsKKkEGye/OLQltEHdKnGnvcREe2Et
5DQf3z4JPXfjT56UgtYO03VODt0ze9ZXy0O5nwrMq6Ph2b6Y6734iASZfHr7bGfGZuxkQN8JyEF0
cG04mOWoqig61TgR3HL5ei6zZk/LTK+mAkjRqCpGB/r1Tt69A3s4syJ8t4L54Ya1ReFir9UhMohm
nwds65fFl7d/1ZlLeEqxohmDHa2Ygn0un5k4PqZPyL+iXzv48Wn64XujIc0mPSzB3m3mh3xuXueB
llGmf00cip2aIXbjmHbuWIZ744X9hnIWbCfN1DtT8DMxfMqzmhjsXB0JLFkZBu0GDI7yRvoOmlJq
aQ8DKPevdR6+1+g5E12njJ0GidGAiWCwD+oUjupfZmVQJs1w25Axy01kHR2P8JR7+8acCahTEk8W
WMnVhMFRDih9hE61/OhCqe/l7aOfWV9OSTxK1H0hC8/upfd1pguUtftj5zES6j1W+bnvf/Lglzmf
RNtYVD28/FZ77MWz79mDnbsRJ485NKnQqyQa41NdxN7iHtAPvx3EguFN+QBESxKOaTTx96TTzl2r
k42yD7lG5UXsfgBiKayg2o1xiYATBojI67dvx5mLdcoOmWboaiN5n/cBCZDh53mCYdN77jDnZnin
3JCZ12zwMziHj543rNJl9mMzdibR0npXMLczCQDEat1SN3iEEC0pE44qhUW+ceRVAwnSbd2MfoX6
Keueept6uzRVzcEUpnge/Kn56lT81zhG7Lud8g/rUeBMnISGVodFkByAI7tyKtG/c5nPLBentEGC
PqccXac5HInpGSYZ0OGNOiljq+hOte8RLs5kIqf8wVGmaQFJ+QEGfHQd+M0GrdXYDtkVl8XeI+Mj
8WEM+muRcxKcflP2BF2d4mD8Z80OMwgebx/4zK5zSiZrRyjMzuGxSTsWu0bpD9YV25HLr28f/kzE
n3LJFkIDW9gcs+LcAwSOP7jEfHv70Ofg66dUMu6HhtdzwPfucW6VAQ8aQyiiWjVObrbo7eRbkDmG
yNbob3rNnK7a0vrbt09+ZrH4zgj+IX4Jq/nYWRy4hpRT1Ej4ZAD/fVPQmUR1sbyT6JyLsOPZfzhL
R9XY5X7dHhR6D41VkCcad1ARW1XAxza83uf2HfzCmTD4ntf9cCZMNlKaLyhEl9GHY92d9pZ1Je/f
vljnDn4Mjh8Ozge21KzgeB7LcohTDWU1kPLv5uUvWtx/fLH/mb2qm7/n5OZv/4W/vyhMoHJ4Ep38
+bcHVePffx0/89/v+fkTf9u8qquX+tWcvumnz+C4f503eelffvpj1fR5P98Or91892qGqv9+fHzD
4zv/py/+9vr9KA9z+/rn71/U0PTHo2W5an7/66Xd1z9/P45//uPHw//12vH7//l7ApeKJv+CZODv
B/vHJ15fTP/n705A/3A9QrjwaOATJgjiZ3r9x0teKDgBHTVksJI9djVga9rLP3+n/h8B2D2+gLIx
Ejk8lL//ZtTw10suESFgz0EIAVAPIJp/fLefbs4/b9ZvIOXdqLzpzZ+/fy/V/llX+b6gPiUiQJUb
wPMpOH2IKIHVUZ9TYPdhYb5eCk5iW3mugxZtZfO4Hli/RCH8yDDoreZGREBlmMSnaZDosgZH5dg1
fwXNfu+NM7KySrQ3tLHuZjBBMEYCTeNvrnLQDhBla9uIDL3HkrADHAQSbNkFFAVnDZJp5l10fBrA
Ixznp1a5yl1Jb6wfg4G6HxpdD5tBlcte6Nwe0PtDXYGGf5fHOsDUxsrlqoWj41+Un38rli/zL50y
6lt/Gqk/Bff1+Nr1Q/f62+VLa35bQ1jqpUcYnX7m/8XoRqp3PrpXGlMW1eUv1W+bIW9efw5zfPTv
YU7pH3CVBr435IHgiGUsO3+PcgQy5W4ghEugnk/d4w79V5CzP76/Gy+FLnC633W9/wpyB8cLOGDS
glLghTCZ5v9WlP+86uH7YOYWuIHL4P+Ib3iKQ2YQkHKmZo7HJiUCM5tUsw1nSwtoAJ7uZ9hJF13S
WsEu2xn4qcgOurGbuqF9d1m1WQgN54CFPmAdEyZ2wBLJcJWOQfncmNDksT8RWx0Fa9CXwFjmxdc+
qaCDLk0bATahTLLAiGZYdQ52X4JtMIgFmbx+XeSyu069UriR7wLXF4KFMiANo61cp560OyiguIDt
hKjsIw+Yo2n3w938az348fn/eVc7LjoBbhvE/AgPGGYAJzlN5i3Wb30eoQk27UmuhmdKh3pnK9At
q8KhG2gBwmssrVX29PaZf85G/n5mACWw6gQh/Kb+Ly4xBmMMvwtgjQxeYkHbX80Abr8juvGdtPPP
5Q3HJceg8xGZLqcQWjr5ffOkIcEYlMB3FBTAKzDCwSVdSh8jMTqXbAe+bjMeQgDvyltnJONt4SCR
oJF0hqFcmWkJujyxQ1uqOpq7Fixvs2TdhYeRvYjKAqoVkVNlrIa7uTu263oGWiACigT6xnIyXh97
vg4/UDGqAWCMHu6gi2MtpkHWBwhmAK3FX/cZG1BHzd592SrUiG0F4gCR2BzQG1zC6m6YqP3Y6VBe
lVK63zplgzxpMzIvew/P3QsjoSpj6c5jB577nCZwKIMnxozBxmexmOq1bUZYYMFlm+l9zTKgxpzZ
OgW6tQspLqEJLyAtAcybik03NtlKe0R/LIvJ06vF8O6VB+Pcg0i+cHdVAvCmI6hwhVWEeiXtYzUP
kIT0dGXm2xTRfiOySs5x5aqxWEF1jj67ZkxTwLMGKqMcisev9eAudjtO2mLg1BNvU6PLq2OovEl4
6hY0F0kGYZPyUKZBbuNpwYgvCXmHgVHrqQyJHskim/r6s+ejORi7QhqzejtAv9c//4wdbMqu4FjV
AjfEukbIKR7TWRRASear4lLtfd05t6Pt/TaSYNwkUzVGi251NOAHf5yObiMVZ1d1U5Fk0iU00Sh8
Ub5/of+N3ah9be777vW1x3b0/8EeRI9pyflN6OJFmR/Tq+9v/2vjISEyJcZcwGVhtovn/B8bD/aN
Pwj3eIh9BbkXipz/3nhc9w8fuwoa09hfXKQ/WJv+kV2xP7DleHgSQqwWmBr+W/sOYuXnZQ5FDzS3
A+6dwh9KmUF0ZHCqnV4agC1hF6Ywsqf6U+PJZQODRVgtB56F1hkQvZfMdbwqKZpFw26utzWUwC13
0FnJ5uKbbzyUNnXd6ctxxpgQidhSw5Q0rf1bu0BB2imkt5OWeHkE7kX/3M4V/RDkOWqVsmHglbBS
u3OU1bZq4i5T1ZV1u/CJtICXkRJ0HCaq8UoXOtiqFIiFqPaHGrC3VgC/mKqA65iKhT5ifmzWlb9g
fmE9W3xJdZOtyYAFa5vRyf1GKNRpk1pPzXZawimWSvSXlVPDvsXCXgMT8WK6xMDFhivZTM2tA91P
A7H21rtHVdLAZXM8ctYKtw9NRMrGXFB4y+wGECU3LE+1BGzUI9ugtuICQAv+NPMJgjiSB04QTUXq
3AQFHe4rZvJHQEn0J8htTIdKaHMYZx0eCm8ZnizXFAYGQBeg+6OHIYsc2PnugC+A+Tk61cEKFwO+
GEe9tUtsiOozKwM3XcGQud94EwHOuahNsPb17K1UOc7XIxBEd2G6iI3wSbuuFgNcQ0FAONiWRg5X
OQyo76CBOkosmBC1iPK6AHyblBm7K1u3T+xi8f3D/NDmI2ScKGDDDYNAgdM4Q7fGCL695yUWq4iW
rPyEFjKwvjAC2Ei4P3xqVFusBeDVD6Y3xVGuxQEXrPpUNXqCvqRo1yzPmou8HmiTVEBJplGQH1Mc
kboxkSMAAmOZ3w1zFZYxMMNBGfnSomnSc0rXAxntxkwDb9aD98BDcQkKN1pmgDOtLNAPNzUmwEkm
IKORNcEQgZ0AEGsW6P6BKUi48WoSMDVK+TZIrfeY6zm74YGxL8XCzCXwDcONOw3SRBlI0H2piwtu
ul3fcg7KT7lcosbIHk1XFF/0WEGYVrU0TZjR9YWCld/XcLF65XjAGkeBqlW1ZpD1uMmIIzD4bGRS
6Jx/rmShAFHvmvwa5NJ8k/WhTVS4LGMMr/g0pha79RRm9WUwaMwvFtniCta4XS4QycCcd0O6XuDy
t+tz63wrRCC++saq3RB6DNxd32DGAhmY/qn3Iy2gwH0B9QPIC7ZDsdzCh4kiml1nqjYqwBZbCn+K
8HwVCcT3p08zSv5nMrTphSQluUYl6dwLTHLi3mc55oK+XjHkH08poCUPSxmGJpb5wMm2yVw4RynR
3HXS62+XsOH3DtjFL8Aat32cEWISoBPKddVWYp/yQF/UdZ1tppoC46oIPN1C3x8OFjjjbS3stF+g
7xJjw5cf1NQGSTm3wVXvu3bAb5yMjrF+HPWTxSwhWkob0KV6oLpc4O8vZ+KyuOmZvh5bGdxCgl5x
IIhF+0Lr0K1jroC9nYwrEGKmNKvM2HqHs3tXParNFzqq4HEo5nQDHP9yl5bg/PpaZIlL+BJERC2g
TQrsqHQsnZhntLvRaTiuRNvapy6s/Y9EjBOuL+8g3kaXei/KfFxP3pglY1ibQ54Rfs99T69hsy1W
AMjzRwMMGMyVQVB2cp8HkdOP5WFxi+kV2CyAStMGNGhWs+WBDzX/QHj2QYfhSsDBfKkv9Lhklwvp
MPOQk3XipcFZetsnakgtiWCyyqHVhcXupu/n+WoeOTxEA+erDPubtJ7lvS78CegoV8nXyUi5JLpy
gzpO3QKQfPDb7sIeqZvbAGscTN6hHTP3ykX1nECrUa/HrDDXBXXMbYPsam/AZN6oMc9fgRAbb/wq
aC8Ba3S3lrrzc9GnOYzjR7d9gHGfiBavlvmqYGWzkJW2HV3P7tIbSAQgb5OzgI1aO2n6CW5vdRn3
upG7Ku+aXd5hvwXQTLevdFk+LvB4exjgjuNtOGnGXUE5YGZw9oTPm6PJwyJsB8FYAG1M5qiVBJFg
O1Slc9GRar7xANTqI6hNUJizZuZiaCb7QKo0PzRFNryYqm3Bbq2aqzLLs5ULasQcTWO2XAB/RO6g
b6MjMtt9NaKf4ObqKmdVfg9mw9GhsOiumTuITZaHgP2Ealq+Na17VCmasfL2KWtX4ET0kes5+lL7
OgLyHER2qALCOw7Gdi8V8vtd0y5q4wLs8FHCMPODOwUGRFYE2ooiLh9kWU43UkuzM/xoCF8NzgYr
L6QH+5JctUGZbagaJiC9a9IzpKsmA25F+JsRQo7bofVnJM3ZEunMdmsB9xU0Z12xGnWn76EO7H/x
BgmgGLCH7gOQIS6kKh34LoPn3FywBdAqouvldfRMKKI8FOqq1qpP4E7rJAS21B+VZc5mAFDrU1j1
S9zpKfdgI117z3gLTHxQ9OaoWkv43EIkwNuWpSzgPaIqs52V561T8I0B6PVjtdA2IV01rIolK7eT
beUNhX/ea69EqGFgFo6AH0K4IOqxSOl4QtOKQ0OxLu8IV+Iw+aCesGJYYJ69dDdUUrLnUwfjJKer
7qcW9rmBp7w94zSMfVgEtpHHCrUpRQ89455JumkJRPXjQGr/jqiBf8ZQZb5jU4hInYtBdbAbc+ht
5klYErRgxj0WjXb3lKnuhYzpsglbFmIw4NVY7nMUcknYuJmKi65jRVLp1N1DSEJfFTr0D0PBbZLV
ab6itmK4LlD+uAmLWY8guqj02m96uS9M139WLF+gwI8kBhSE6hXk8TohfeE8ZWbyYjt6KdzVyy5Z
fJHfoT9dfgvEUMASABA5FC2dM+wHd1eC310tXytbJNlhiXqkCDGEUb1VPoo0MQu6BWCbOY9ZXYRf
JAx8VdQRUb90BitgCE/JlUlVveuagV7PIXH2fV8GtxY4vykuIXG/8zLeXmgvDbaycgCjgHM3oyvF
A3Kggxa7CtnbGg9je+UEEqaNGWersWR853Su/GzaGcZhlNQG9seQHmrrufgosb9lUVDX7FFKk22K
qlJg4M/ZZQV1lG1YeVhVrWGXlgLT3oOYAoPpLCzA0JimMobTOjp4adDi+fV9J3GNAoawlsX8APNF
vZ/RxrlgHbV3bYVMo8VmnKS45TDqkO41M7O9xdbW7GbsOLfS41hbUwLvgETWi4kKMJr2gHWU86bx
umnTdjy8p/5UPNaiKtcwrUNQT61j9pPLnXwFegZ27saHHWN6FHRM6MyLSHbYS1hpPsE0eEz6pYRz
0YB8LXKbEduIUXzn5dRBc3kIP0mPhg+L6vt7o1m1Zf+Hu/Najltpz/Wt+AbgQm7gFJjI4cyQYhRP
UJIoIeeMq/cD2f5NgtycvbbPtl2u5bLXz55Gpy+8wcyaX/oQEibqybAvRgzjN3ai/ZiMMtnQNenB
sffrqfACdNS406VyFqyPhiq90xuc22QP9kEgfGE6jdCGTWNLPT43srof6rg/DtZolK46ad1O4fuv
9RCRjzjVgeANgRy9JqPS3caS530f09Re5apuHeU6LXVMxWPvOuc1PEtSo6z02NNvQrMClBhGITja
IKes6gjV8u5iNeDOwf0sdgkRta0/6kHqlJNA3r2Twihy1LIVW13ElLkyuiSb0Few+S46QmuKsd4+
iIL+FHRtflN0nTWnFfJqMEvlCFhXwEPTh4E0Wofd55NanTrhq5tSJhyDPqRp1DLi1lvlfcu2yaRs
52fCuCbv80I3yzTbLXyQ5PUYhs9S3AdQtUbzxpvrH4OadLtpbMMOMGwer02bZ8HF2G987IxYHCSb
K8IBKt1fZe2I9EmU+OuswghGi3yar0gpPPAnxtEtxjR+nFDO3wSxka8zs+E9aYhRpXUQK8ptavfG
2UKoxM3yVN1FTSxu5UqHXobGqPQNw67sytO64JAklvHSDHJOFz2M1rZtRuDxUnsDYSnct6kabSLP
ys8hW3SfZzJ/IZzCfNcJg5Netv26D3PIjJD6hleMM7w1uxwnUdFNEfZBrX1tJbW8taTGvzKrCbBs
rpvHFI62C6Nk+GlUhbclkWnuC0/e5UHf3XSNIU4SdqkIVnuIPvqo7myqNuayD6U0vpJ7OJ5aSubM
fsilncHhum+aqH8drLBxes8Qt5oXJ7Oxqv1bQJTbNm1rPkJeIwJGSHfVWFX2y0KA5punp9NZbn3W
W9aTa7OyB8hViNg4gid/k3oKpErJb353SM3e8g7YW62f6uPQZTU1Hkm/4lQYf5IB/phF7H5bKlb5
Kxlk8QiuShErGYXhBP92XTzatVTNYOC4dERkAG6GuVc74JWiTdIb2ambPA2/ImnSD1JdZ2cr7shu
eonzJ+V+5tYTAPiW6Kx27L5S4NlW5q/OCLPvhuZXaz6+se5q1XTH1JKOI1jfU+RL4aOYJSyl3lcV
B6EROJqmiq6l3HIA5Qk4P5wrQgVy1ZsSuEkNjh+vwNLuxKoRkrQtqcOmThHl04PEA4rZbBb3Oz0v
glfLYIM7LFroaFlkPwl2ZO5oUg6EOW/SB8mr+31re/aDl6tihbMp3Eglj3rbKSxc+WqZRrljNkb7
h7R1aJwy0dqzHofZK/8ukP2kgCEJGMA7eEIZB0fxc/lanYw5YzRuolEyXclSahO33ZAI0BrS5lFL
ya38VoqqAwaadeIa43AI8gl33biINKeoNNyVpNLvvyXpTK+tZKlY2zDsEscf5HClNYF6UmRLOaox
uTWFc/Fn1Fvz6McAVwWts0NTSjH8gildkQ31N0miix+lj9Skpscbv7Cqg2pG+qy6W3JvmsIVA7fs
ypjq/Cov9O7chGm5a1Wz/KEarcDNLofYQQbmZHEGnWLKjRfG1lonyEbau6HqPdi5Xx7NSRfHVsqJ
4wZZ2VAIFmdK+E3jxpWtQ05AGW9Eb2415TKMACtDGyyNzPVgweo1I0m+tr1geGr0PAL1Hw72sVer
7EoV6Y6fBYuE0D+RomSTs1ug/Rkkto5RDZwjs45fKE1PKf6Nk78B0qXdQwyr97KfxndWn+qr0rAB
UxhKt5nkPH7UpGL6U9gD58+nSDz2fgG9t+SIWkb60usGGoGlweUh1QUMSiWNVpZHOJXieXgdW1l0
Tvt5b9mTbRzkLoXX4NvixyBPVue2xYjlcaP48UHlp2z1QW43dmhrj6T+lYOsn7QDsXPfj9J0B/5b
36H3Vm+yLiuPiHFjuGz07aaqohTwIdnSvrORJPJ9b8JeQ+tcX1HDU1t5LZSUavR/WlH1XdBAMdd6
pbbfAxnIVFhK8rOa1JUjZY3ROIM1tCsqOtlzW3t3eTvHQZAJjmmYW2THNUTxYMryHYetl1wpE3Xs
mg1sD8ThpOmnEPFDLcf5WtIGJdg0ZivdKm0sHfO8Lp46Tal/0wbQX4N4/tFlV1eumsveRs6g+YyF
lFFKtzqnAMm1GaHYOmlmXw1KHYAaninG0d9562lXHFK4S7uBO3034hF0NETW645PMYiHWM3dUc3N
l2pSvPMQD6XTBzWSBV2VbnOJnMAfpPzUlGYCxbRtjzXlsRN6YO2w0kA85IQ8+URhotRrSkq9prog
tYqbWjdhmnA31dzYiPshyZJDRk+C9K5Bav/7rDNwNZRNt+JEZN+STtivAvZw5GLnHFybWInBmS+C
8KdAA2lwqy6x+M/jBE57qhNnDd3PLVogxZGntFzLhfJEK4IekZ4lPy2136mS4vER8nrwN8PYoatZ
oSNwXYzcBzsZ9tI+iv2pd4f5mtsQoVr7phVJv0bGvHxtg7QRq9bv+5T0rG95RXoR7aahBvitKH64
yUUlUYank7dLSQifI1kavoUzvBlLW42l9qRY3kcalbYqjgbXM3OrcvWI2HEtWoUeBBUSXtrKr54F
3wVn5wLzAdlrA40KoJaaDrT7lmISLlHp1TSkyp+CVsBTL3uwhSIUgdehHyOzXoVe/dsUA2R40tXy
2A+JdaO1NQzjWArbg40uvfpMaXC8CWDcbKoxUntmEZvCKSnf8gOHQDtFSll3Kzj7MmwcHOigP4XI
3nK/Er+UXncz1iYboeqUe42EdkPLynzATT11FHyhDjjC4MFMALnp/YDAFapMdyrKINvaoQ4VvJlC
o9tkk5Vgpp7n/ZNKuXlyNFsZIYI0ItxmpQcpVOm16D4ZMm9CsACVwHVr1tmWxFO9Vn0lkVah5Xvr
dIr727hT0eAz+/o1A1WyGkFdIZOTFMofy+IW7CBd3/eGLbtlFbTnzrB56DsvsHa6bSrXJhWo2Bmb
rr3vNQjUKpIgp7S3kx+dbYZ8mtgOXHtMp9tC0bvbISg7VjovM9dS22wTdXXYuiXdmNvGn8wE+Ypw
WtEIFJpjh9Uw9yzlVS619XRlWFAD4Qnp97VksCFSv8Pz1bB4gbHlzf0NOmAVd5CY7oKibjbVEEL7
TDJJ+lNXuX2Wm1b+I3v8i4kqN69pTP3Z06QxdseWk87PoTIjF9aJvq2274MG+SxR4+yDm9r0Yg1B
cZM2pueo0GFfe+q761puA1wNtWLg0u+TbwEMmu9TKJW/49wLvmt5GuxyLQ5fIy3wjhpr9L2kdEnj
yx6QHJO8xnaVfrQOflFQPSwT5abVFV9ha6fa1ZQE7SPOw9qWNehWXpAixRcOPRwkjZQzoopNHN5k
FESbYZyfwsLYaUHVUvQtxp8kfZRjgiJJbzxTjX8lWoaSTWWO08ukCZJbr/djZ+pC1Mfarl6PfTw8
mPQ4HT9U+rNviGTt61RlYi38UwzpZjKb+/bakgBy2qRV5lbrlCtfIsFJoxe1CcNX/CCIf33POkYm
IoVWPxOmkBRONQft3GoVkeC6SGtHT/UYZ4aTkHRNjt+OqLuUcWw8ImoGhV40RfZQqx1ilCFcsBUI
4XSbaqmuO5aoy/3oQyRwlWowv1cd35iQN5HPPJWRSh6KWARhWvDLCilmOplVa6vJj/r9YFfVNWoc
wZ4MTo23VDDbkbUtszVQGS9xdRNWKWYiqCtLMtBbh4p0UqzTsbEOkp8Q5XnoRGwKXU2eo8AIXyrh
T3fCz3zkWVBakD0LuYfSxAOvybHZa2Xtqo3UbHBke2gI9NUQKcXRtB1sfwO6x6Zo7+VIF2t9StJD
XcHpUlrMktCansYr1aqaxwpJKbLZpll7hUoNyhbq2kRQ/ib2CummNPxshxSk/RopSXHSwn5aE87l
+95HmzGtFG0del17ReEgP+VdYj4qVmzjZ6I39g6rgMIVWZc8FqGaPQSeIZ+HYuJFzJrC3oCsHai0
t5LywxJ0hXQNg8VuyOTn0SBNadSoXtPX8XHfyZQgc5TAVM9BF90h76WuDKHXdynI7xMpQb/q/Xag
XKWbJ6NPDRKhKF4HSH0cM7ITxA3lcN1OlLMctYr0DQ2d9Kozy/yWiFje0ZH1r00rJINFaEJxJq+c
vhUyijX0yfM83ZUouq1Go0jYRUCITr5m9MFqkuQOgVe7zn4QL6Tcnb3ExZconXWfyNlk7CyzoH5a
SZIj4Saq7PwgN2XaHEZYuhpCTI+jEP01/UWaFVKtJzRjjHrUn+FI4nFY9XqebGOS8GgbKFy4sIEQ
F0aRRYPTmg4yj7jp1d2mUYJZESXSlB/hKLWPADirlTYI7RC0Wf5rAk+wUROvipymTUui87BMCtfQ
O8ILoVk1NdUgEtamsaSEnvtYNWS5NbZ7AFEIgwLYq+1KRi7szm4qX7i60njMM89Gaom15P0wBvwN
nLKZZBK1Uu/tVTSaFVFMxd0rpMg/5Rq5IuqPKv9GFut9swfonGuuZBTxfa5XnuLqkm3/aryxk7lt
zDg4VNBojd1MSizIZLjAXN1X2xT2bk7pezDnzpmHlulTF2nFtE5qYDg7+qjeNk9i2z+AcPAQmmsC
LuVisuw7LZKbcVfPRQAH7AAte6eNSrvuyJ4xcXOo/1TZWmH7SessstLfMRjk6Bs9j/zcVGnS/9LN
ITF2puxnNIGSaPgtD3kFNMNu6mKdIP9bEVVYeUhftuJXB1BNfw2y1KebYKDUvmpCMN8uvjz9Opby
DGWUoBffJGSatqlFVLtuhJKX20IXeuZUqCUp25wmA501/NTdIrX0HZ+X1iV00VVmY9e8HwLJizal
2arXUxkGv3ootvoq6zt1n5lldVWVY3pLzkQN3QQD6xKm50+ZsKLpQHej+FYVSfQ6VW2+TSLqrdbk
8Yn9aUeMUA3AWMgOZ/GeZt+bTbmhJsFzBlMbGmoxDu1JK/TkWZenqNnVloYpZ4sK2egknl/rDnDf
InF4V8JpI6V2MaCOUpJBxoD9Qg2ZFodmJjW1Gh2x614z687xWkKhDPuKb+T15SqQK3OfVTHC6Ahv
CkfTYCxQqIBYmwzjGnnR9uRXvnEQctQ+Tc2I0FFlUggvB2imOoLZf7I2Imn2h/DYIB9WO8JSI7hn
lnjyKU9wI8RW8qeV0/R7EyjCpzfc8n9N9EFbt7Fdl1wrpXqUc4v8GRXGxGlyrYsp9iU8lJQq1EPX
59o3WsXibu5/3fSUO11NShrI/fk4PFlpqJ8GE6y5RHP1lvJbdNXnhbr1ArW9wj1O3Rm4t9B/U4aH
kXLs9SjG6grhebq2IpM3uknVY/Bjoi7NwkJZghV2tv1sXNn1hHwLwY2w1qUx2nej2cX0cEsKMhmS
LnZBdK8h6UKar7m68KWzLWF6hIxO/0i6azVO2JXR3mxq1ZVKo3mwTA2qvxSXzZ4akbKxqRaYrhVo
crwpVbu/iiV54GGVk3ZDp6tfD5M2UiXVzAdvMsZ8FcsNIqWIzzy0qU65hx9EI0Eaou56fkV1J1Q8
ddXosxOR3+tHtVCkVZbGGlvCot0VNPgTrcTQGr9s2arPqdcTLip+bV0pZeBzwDD/ArOdDllxbq1B
N9aqAjtixhd10n/Cev4Riub/L3zyrLr5fwbPbH6//q5+NL9f/+2u4R/1v+V//u0vpjX7XYfv4Jzz
3/kvVI2p/TuQScMCsmnOWJh/wTkVTfy7DoySu0lgcWPM8jX/jVkGbwPIE9iyaVj8LzPl479RNfx/
TE21bVvHYsc0ZfWfoDnfU0os/oBtIiSlyyqPv8Xj/B7KHtIa4uLJYiraIaz6hsKl5HRyhtix6vj2
/Zuv9QlC8j2A579GEzoZsG0Zqjbjt98C56dwVKQx6uJjLnW7qtXWqLX8wxEEqFgd90wBQhycOBCm
tyMMXVkWbZbqR5TWVDdI+9TFMNpzvx7lw1cTKohBwwDvLWak1IwEfUMASC10gw1kzI+FkWDe0hr6
uqyAVZNhB+tyygvQMIp+gcrwl3/zFkOnCHyQGFBY88gfOIkN0PkiJ5461qKVrqkL/CnEmKwQUbZo
WPXjqlJ0f28EQBLHCbYBuhzW4JLfXuL2/TWw+/BL2H5ggcFjgfx6P39b1XoJmebq2GToLuUTQaFH
h4nWgfB3Xt/44H5U0ppQ87BmlwRwKRFse57WVSl3ChZccbweEy0+CAOf0C5Eri+jVbmjpv2cZ3q+
ainqrrKytbZKaqCqHJp6R7Wt8r55Ep0QRw/yxkWQ10TaLzdvv17eBeOMfTp/ad3A1H7G8epLiYTE
okrroyF9LAO72hDNPtHgg1gGvHGV+42/iYZCu23zkfzPo0posCNcuYN96kWasaIKN66FOt6jXJ4/
V8jHgVKIm5U5mAHRTddcAB7Px+b9chD8Qz5g24P9lpeI7DQbR5oeqnkEhGJue0Fxllah5lZab6+N
Crjz19/nwzEWQlHR2uRqAlVuiPl4vNn+RmIDJ4r18CiHIViNkBL0JRHkv+S+93N6P8biiGmN2Y8F
qJ0jCkKnCS3wTe0mK38tuewLR3G1tXpdXYHtdS7t7o9fUyio0MmqDmQVAP48+zezK2QwbMNkhEii
bATQ7TATFDnGw6hXF77jX6vO5SRtDcylCpcFVP1ikpgnxVU8qoReG3Mbfovu7XN2bV6x35Xn6Joa
7za7Hs7o+G2KTf3g/7aP9u2pOOV79TyHna1r/EH5yTuHq68XeD6/X/2uxfmOSz0jRprCo9YfRoWe
cWYC9G+2xBrA7AVAf8uNggv48g+7ylJhzWi2wa0iG4axgJfrk1SqhLfDEYwMmtHj1vDyS6phH9b2
7xgkbUjFcGaWTHulrQs505LhaJbRLC3lUrZ1Ov1miH9//QU/XtaLkXjA3+4ivIQiz6wYSXOmFZjn
XbT6ZbiVW5+LC4/Rh8ViJEG0YJi85KpYcqL9MZUT+nXDMZqDWa/fgNN3lfFHNz2FdbdOaB+V4oLI
yrwx322Qv2MaIOJNgCQIkr+fHaBZzeuyYjjOxchIjR2PCFsER7LIOlFco7zwrF8abxk4SI0G9I/x
4Kg6cpIfuynb+Mofs/H2vl3Q9Low4GebkcAMsDOh0fyP9xOU1U4MpZkPR6WHOdJDy8Ez0pouXAAf
ls6emWlwBYBH6xToFxepn+QtXdS6PAkAWGAPVkAsVzZ4xRxwgE9bzMqD/dDVF3bMh6/5d1giP2I+
INtisTfpFGtAjsvyRO8e8ka8AdLmTqJel2r+AqrD8VHQ/Po8fDJTmHvg4Swd9Vv4Q++/Z4n8me7N
My0z0DIpFuGavqkNQdOtAqaX3oIWu6rt/dejfjjutikEj7JFzMTBWNpwpWFlN6AvxxO2FKtRH9de
tRUR9bci+/X1SH83xNsTocoq5D+q/QqPLP+9WEorTyo90CbtqB+ls37Vn+IrShLqPd0bBSmzbbHO
1jqW6LKrGReWcxmN/ufQ86CzdYe91CAEIjCqdm1oR6oFLs8mpA/bGcGn1anuVIz49VQ/HY7HX4YP
pJOELGYKZC/UBl/Sjj78xqi/sVRjm/TjAenmWC3Jkv6VX/1fZAx/5/ZmsMULiaynJQB/zIMdLOlF
8b7907+vE97N/8UhnwkO7/elKopGC2W6iWXvtes2ByA7jpJ1YffP1+H7zaHrc8DO/6gq5ND5dLwJ
KXSlUkIV2tcpo520ycr6hRJcsovGUNv84/kwCgE4ySP3ilg8okANZbD2U3gCvx4eAz2zVqhV9Re2
wPJcceubKnxanTiZQGlJdPUV0NaGNGbnQNLMbRJY2v3UoT8dBoONlnDyj+ji1pzvChJVgzeOlE5d
RmR61UWoTtvVORpofATBuaehIY/0GmsVyKPitN2F4/zJBElT/y4XeTkR2vsFo+E3QeHo6rOGLRcN
+35v+JAVU18cyk5c2IMfdgfTI85ULYg38KSW9JY6zzN/8Kr63HAd6yjPO/QkrlLwA/9wb/DYoExh
mITtlsrT/X5SXlxkyEDXNYKYqKci8yDb2//dCIvTRHEuioHm1ucScalJPltZfGHnffKtKPdz8bDr
YJItRYUKhAPUzm/qMwQ2ukRXKiK/4SWlnA9sNTbc21GWqkipAlDUjhlFfyjOQnampzh3JSBMt+Gv
CLDJ7x4o3SUH4fnjvLskFoNC7n17SYghGaFdMCi6n01IS2TtaaugQvv6wjdcPv9/ZwePUbeoQOnW
8lWsbamsrXm/5cDKwPTd6J7UA/QMnD5DFr5RAE90r1/vjOX7P48JNRUNWd5jHSbX+8kF9Ly92p6q
swVWFyzZSYt2Nbgmn14chNILt+CHBH4eDj7/TFclRTX0RbhhTt4IMAlHAf3B2BU3AMMxVTtMh/jo
b6dtvNeu7KvphS6y5RS/86ev57qMHZeDLy4PvcLwANmJ6iynqqvlN9gLrL4e4bMVtDRKitzCvPkf
6k9e3nddygi8J6vAyGa46krzDfo2+nTyxuwlz8ILl/AnhwLatDrjxnHWpPy12J8U9CwwS1J/HhRl
lUzdjWmr17VSr5RcdztaNn6sb6r4ZZABieY2zkiG42UXIrqP59/QBOx33h3eUSKQ9/tIqlCuEjhU
nhWaCKLyVg2tf/v168/72VR5cWRoYJjo6ZRF349SVhZwY9UezwoNbch7dN9A0P6ynocTYOOf3WP1
gELb14N+fHKY2ZsxF7umVuIyAxHAzDLfrbIN/CKwUBQ+jJuvB5prx4uLxtAshDB4t8ngtKWeZYk7
vGYVynROuWg60EhOaq3UV/HSJQ72ZuBNHyax/nrQj2fi/Zjzur6JgDw45X4MyfocaAq90ic4bxe+
39889/39+X6IxfOmKWEXJLTazhqlIu1QHgdHWncu+eJB2gO42Q9OuB1BsOROuK+26Z9ga9/jLf6/
m+jiCazpOZIkDNPZDsIrddgh8HYhNf0bYH+Y6FwiEcQMMyX3/becVBG32lBP5/FKBqa7zR+D167a
A2KzKqffJnfW3UlZS7fyL691pFvpNjpVj/E9TrFr0/EO7YWw4kOpg9YFBRWUWQzVEJa27CFMVGFF
aaTyOX6k6kBprliDoWjvNMkR3y+ldJ+ezbejLZYZcwworfI82p/u1UB1oITn5qBPDriGtxnO67jL
w413IRFZKEHOQej7WS4WVgssvaWBK5/TP+E3YxNs9FW8N2/EIbgLr4PDVDry03DhqH685+cx0fQQ
hL7Gh8Iu6hnB6EuMKf/RxXUMcmufaHc81tqFgf5G7Ms9ZXO1s4gCora9uH3a0phteszxPDw3m/AH
/Itf9iH/FvtOeJAfxmpVpy4UDrN1red298+PDP0ghZYNZRBNX6yoIXk2dnfeeJ5UEzVCqBiXosZP
4gGSojdDLBYPN5BCyBMXunxlrLrVsBn/FNfZtbqtr7J9tNe3McCBtXbKon0Ip+dCwPXZ5fd29HmZ
31x+Yx+kaloF0zmZEskpBmlTton5/zKIzckgOKbqsXRWtBLLUrKqnc4SENYaXlBdXohrPnt74Qr9
a4TFNKS0K6Ui4d6pq8cpjA/JKHbQ8S7shk/eQSpFtqoS3VBlXKoIhyFApHG+xlsbGXO4BE8z6OSS
Y8i84Iv9juSTzDNIOmTQwnu/JJNVRjkU2enk+/ppnCkKD3j03o7TtS1d8sT9GPvO0RIaCPQKTWiH
i/1tTdGoRJglnNQIuGEXPAz2Xg4PNjIeQTo4FR49E4yerw/VJ/ckOGOL2IUVw6tk2Vsox7ipIjj5
sOYUDDCmPfL6G8+S/rTSfhTYYTTmGiPWTVf97FRrpVsqmU63+fpXfFxMWmjC4DeoCBDpSxk2M9Dg
FcTycAo9OijqKDbU/ksXgPF9DVvswtv7MbIRsxIrlSkYTXM7bPEyFgH2Bv2g+mePVNQZGkQFJH/f
JBlgDW+L+KY7etGLrAZ7y//WVe26sC8JGn44JDSPUJ8352IFvf2lqa/XwTnJfd0+wYrmDOoFnROj
9Dc6zNsLDeFPh5rVhubHiXR4cR61rEQLm2D95BmTsU6SCNR/7UEWzet4/fU6ftjCZNpUlISCVhpp
47LHAKdPDluQ6ed+mqAWYAEX/A6HBwQcr+W0cyvlHDQXWgyfDjnn+Szn3CFbXNl6qaGrYSrjuYZ8
MXOJ8addhbp2QwUFrH+zH+tpO/XthT00f7R3F8Nc9dcNVLKobCHkNgfPb+7qPCxEMkBVOqNbobqj
1HUHO4FfMaAW5ESRjAKFqew7c8wvHJVPNi8jU3aAnUd+pS/BEXS8YOPArmLkeJuHYmeA0AXfHji+
EfyksbP2Ixmu+oqNt+3AujpmZ164NT6Z/UxPgA/EvkG6ZXEtwgoZxkCUFT45oDcBgegxwEG7cOkn
16/Y2gFgbgrlplPgYH29xdT5cC6+PLUBji/XFqnd0l3U6AK5jfGvOVeGFKKCbUqIPIjYPhsiz45K
q44HYQfTYazG1C1a4Jp9Mykr5kHRQtgoG43B0yhFwI2rEeik1+kuDuzTJswj3wXCN8AONgdHFGm5
/fq3f3jg0RzksZLB5VDb4AF+v2m8KZuCCgTpOeztdt2nETpXkmlfOBELYVBOOcNQuCPtpcnAKIvV
0ctiGjKwlOcosgmTGqWA99c+x3GkHDoLSKw+Tbd+llRuH2nWOrJQufnnE7UMGfs1sEz8Y/GUTWEG
WtGT67PZFe1+whJkM6BYfOFzfjz6FETnQ4AG0VyoXM7TBrJgeVp9rmsTQpo1pT96L7Ndcxz7uzhB
c1MEbbizuqQ/5aWefPt6kp8dAs6hxbvJaaQp8H41K70vAQKb9bmPdH1rZtiURDlsrYJmnFL00caE
setIujReOALzH16cAK5zjANVhma1F9sIkaIh8OLePMUNHZwWhbGtil6M67HvXSmStV0V27++nuyH
MS0G5CMLhQfT5Py9n2xKV0uBG61x6n5K0jHsIfXjg6gkj71/yXn6w4O1GGsxvwHzdAlxFvVshylG
OPoBQbVDLi41+T+f0txpVHizELN6P6V88i0YaLp61lH7+O1TbURo5dg+ff3hPp/M/4wy/4o3D4Vp
d00jR0RNXTns8ly4YXcV+NOF5PrDXuST2dyI4EPQ5aKE+n4UcqPYk6dYxedwY067UbsaINA1ayW/
aS5Jnn8I1qiYyrOCoaUQpvL6vR9LakZgq2JgRs+p6SI8PDz62v7rr/bhaM9j6H8bsiAYgUS+H0PB
ObRu+HDnQIcJidviQ4wmqgWmZNJrnE9y2alHoNmVv/p64I/P6/uRl/ASikOtMtmlTH6ETlWbhzvi
JPjcv6o0/JbLYltP9Uo1pXUzvdhw68dIu/r6J8zf793xnn+BhTiXZgLk/xDR8LpbsT8UytkWyUZI
/jqwn/C0Wrcp3Cvtwkv+Mf6fR5tvaaCCxP/LfLAiOBVBWCrnZFBWvTC3RZSsazgcfRM96sOzl6jP
QX5n9MWql+AhtdV+RPTp6yl/tqUI4CBn03ZSQLO+X+4sVfI4ClTlDGdgVdcv8JwdUb/KtXTh6vxs
X4HTIILiwjJIVt4PNMU2XNeqUs7aXdRt2uqlxFn6NfEQfj4D8fnnswIqixQeT6FOa/L9YKGsjHUc
K9oZQ91vYpIP/RAfYUA8V7G4cF4+uWXAaPzPUIszOUThENqDqtGrUb/5prppmwGKeH/hdHy2Neek
BZAykQzf8P2MSmS5dKSeuJkjPXb9yH6GtgSzTm8fNYjzKFxfgr58LMmQmxLlyXw+didZ+PshcVFt
w1gpm7MMzv4ZkY3Ggaw7XWkqukk+Cn17rsPfiRzjAhzr+brP2nUXdNdIrM5sXZ4qL0yhjIflcURh
9VjE9a9cScJtaNTd09cL/rH4Z81JliZz3f+FJS5W3Ih7VfGapOGV7CAKWNn30m6KNd6chutXXMk6
oeihQ+PMCeRGXiei6NZjiaOs32WB2wY9Vk4tqv15Yqubr3/cx7WzwCnyTCBjTdRgLlr+Fc9DX6QJ
0VJn2Wu1ia4jRMxWnTFMa82UDpYXFeuvh/wLgH1/lVHPopcH2hQgKWnS+8WzA7XpYUZ4594bxYtv
tcFrHzfJ3di3UOOpxPcvQ6rZuTtNEEdyHATRXomkmLIw/Zu7obTCkyXpWe3koEkrZwy86CFGJPel
KGUlJe0R4IKl0Q5fNCiKKGOzSWzH91T1Fo1tGWhkoGKeGDXGrV6oeApWSGlb8GcQqHNlO/buLT2W
+MODOmWuYRr1KZMKypmKEsbfqZ5j3R1bknjRYRHfxujXxogFtf3PmR4cuV0apfcyZW3wulA0HgGP
pD/7vq06B/1s/zz0tDP+4a0CYANABQ+wMhfSDWsRHcmFX4McMcszV/fKH9aj6jta0EBQ3X69ess7
ZTnQ4rD3EmIkWslAKN+tGqmDcXe2veHCdOaf+3aLLEdZbJGMOk/eQbE6GzIY2jJYIwx+4daa/8Tb
IahJULvjjUNqXSVcXpR7dNwxm0yJunOSRic/SPddiMSgXUWmm8ZU177+bMsJ0WoF6cgps9Cwxcl7
8dnQglR07DG7cxhQ2RnlonZrC7z/16N8eMgor1JgIb/CmdVSjMVn63DG7hQMH85t0P0He+exHLeS
detX6eg5TsCbiL//AVBV9N5IRxMEJVHwPoEE8PT3A3W6xQLZrKvu0Y24I4VUIrPS7dxm7bW2bYcc
1CCcW9FIWvUNfxpoCvPcEuXJ7DdPBXEWA9uLX0Jp9U3o70p7FFVTEFyatl+1kMk0UKC6B6a3LNL+
ljEKBXLSGywnz+e+4SCeA8RmlCQ5lGGj91euliw8lL959l7m8mqU9VYlIWRndkWYmubltvDCT9Qe
5O7jnVopEPMeLCu2hIiMRAi1ziH31gxzhAt1oBThJk+dq6aCcUw8U8cNsrneprZ5XHsS2wWbQqhO
dOeNI5/I41o5dBXeHht8H6rHlN/4XpSL9td1KnLahc0wvh6VPCg9+zSr6s2cAZHSRRBa5q4RNwtj
5MdL8ObpofkFgi3bId1Kxp5WpL0YyJw8c6J0lFwvRKfeLhlPoQiKzJPi08fjvL16PG0kPxZU+JLg
Xe2nWbSdpiODcp1DlbdTZ5vSuKUfSv29ya8QYRH+6C/9SS+Yw/3pRHbuJHmk85Ia3ujTTKyB8pHT
btBMX5UOag6Na5Le6Z7okXUoJNNz+3sT5Ru8FD7w+FQyYOZqoqVMmr6EKf9qAHoNGXgh/VkU1QGn
cr2c61FWNkaD0kMfKlVcjV50ZRUA/B06cv6DqVim9rKm5Iz11dkYZZHnIzncKyOyeTYztawfIMhS
D9zC5bu+NijLXHgsLeoGKg7l+gg6OD00FL9cQqfcQcvYbopYaTc6vFq7pmua7W/uEC4WHPi4PAaG
iqrO/hmhnze1SkNrriKadAfxo7EePh5g2eK9Cb0MAFqZg4A9Xt9kfHO7UgerucpptvUS/BhKRPHj
fzfI6uUc25IToDFIUsogbT7J+a5x2t89AauZrE5AmVltpCZ4AFr1RQKjhN34gJ1fWz18DDbj11oZ
+5tRNLFdQ/rSXFVNMJ6gHwBDBYwXNLyFYisPFbMO7czq7arC0UVMnkUrjHvYuRGeOyOBcWDR1iZ1
PaXlS7xKK2m1MZXpsv31N+Yzn0AzODpE6AeGeWMCViu3MgFuMfSClqTmahq+GgAOk0MhwqHFWub5
ah5GQv+qMprNFbwRvlJcO9a95v74707x6i7m0KEnac4Y0QQe2H0yikerP5DxPjSP5Qi+mkdS2bMz
DxyxtKDVDN2LNv+EpMiBg3xgO9aAU9j50g5VbBif3SQwzdhvzOTAjr8xlPs7vobv5R2TqBu9uXK0
9LiBNFMDR63XW6P++vGuvHuCaQ/Q3aXhg0zi/oqpIowBP3LtCS22LrUaS35xJmPreLehdaAk8u7u
vBprdVvchPbLslpCGUhjeudcGx7sIt58PKFDg6zuSquoSS71xY4NaFEYxyoUPFC4HTgC7+7Pq6ms
LoyQmddChMgoehzUMJJ2iu4zdNCXv3+kAVBS3iARSbHcWM3HVvQWWkcV4w8BjVkjbe/BcTMeGOUd
20wyCTQRAS2EretOhKbv0rBuu+YKjmwVoGHt15BJaL40qKpCkXFg+d7ZJIbDIwcTR1LiTQmuMULq
8ZLj3fw5k7qC3d+nD/bjk/AmqfoS1L4aZX3eRivPSQY1V02xXSKXy/o6u0knX639DlKNb/NFfKMf
CjzfnZoFhALvlIrGuhs5E4mu6HHPfnmQ6oby2e6HjZmXB9LT7w7zKv+g799bxyVDTiUCxyN9GsF6
5cpl1n//eAHfOeR7OY7Vg62bWiYshTHSMN+p5k2rPXQiOZqhsfx4oPd36tVsVtfJ6FI5iA5zJyE2
gBbH9md3vGil/rnKo41RuVTx+iMK0reWU6O0lp4ODkRfevT7Zndvxqs3CjEh0qqSGfep2DSuvjB1
+qAejty6PDDUm4B0nXJZvVVwS1UaLSrNVRcHVrspQ1/cd7fOcfYAu5ZRbKiDVUVQQUZ+YLXfeb5e
T9JbRZ8oDOSZXAbWoH0WeegP082B/Vx+xcot3hti7bH2JSmTJTsG2YH3uZ997SuctJmg52wDxWxh
HZjSgZPqrW5DpMFN4wGFuDJGC/WGCz3JgJeWO6haDox04N6toZeJlWE9E0ZK9Aby6dMmG3Za9vjx
+h0aZPUoF0Uftd3LDkEChVCFAX2umh4wj++8/Ht7tHyJV75SqHS6WRnskVrIIw0BrdlGbAAyUiW7
bLXo6OMpvfvA/Lrh6xy0VreJYi3rNmh4/1kIBvgIkYGNZz44gjtPp3BvHYppDh2LlVkZ5n8OCo4d
s3IVywd3/DR3B5otFqvw9rRTM6Oxe+mwXr7Gq5X0aNwre4F7DrvgLrNUn1S0bwNydtCgIU932c+f
Pl7N90d08NgWrw385f6IFXW6pshn3s/a24Rpel4j8VeWcEFa7m3mITgkDoGN3gDHf9qrX2OuXgMR
JcjDx8TSpakE0vg8ts7GhcZ2lhCTVhAv6CeatzW6U+NgE+ubfaTbE2SirVOPdUktraYbV5CVdjqS
66L+08ibjaArt7KqDdj67W8u7Gqk1SQ9L3VNWUT2Zateh416YsCnNqeEqiJ5ELWzobxw4Bq+pFb2
Ts9qyNVlNyZb2lrIkObRRj/tHvU5oGY2wqLS+QBJfOc42hYBFZlH63Syb6GTTs+SzSGH9k2Fz1i+
BgAeWmjQs/TM1avQKCVSczNfI3nsnuSPdtOedLftXXTj3MIG99Sf9HfVNYNTQtscLH+/u8GvBl+9
F9Mo0XrQGdy+kKTM4Q/RoC0PjC4YzrpNcT0e5Q8V2lvPh+hD3p7qZdoL9hZgDS7nGpaZoXLjdl5s
X8IyOKDaGm8msYHjPoFDUvjWRr+wDxyxN3Z3NeLq3UcAZjKyihGbybvRy3s4XLdjNGza8HGOD23r
m5dkf7B1uVH1ykWmZTnPdIG57daFhm701APG/dAoq+3LlbkM24wpVd0uglVdoXRXad/+g6v5a6fW
WE8JMtko7OWAxsURnKGEWt4xtH7btoCsZ2Hio2Hx4yHfPZYgzjkYkL5QO903s24zt9TFQusyd0O/
yNGmyzZKfhofavJ6f/1+jbMyAUmOhOY8u9ZlEtH2ZFzW6pHeHAgYDs1l+Q6vHilZ5bPWocFzKap7
WOk3BgqkLg1WpXXAoL11bF/O3K/ZLN/k1UhzqBpVR73sEnY/9QYazLtS9ZNz/ST/2n+TnyHPgO0f
XsaP9+rQGq7eemmNo9pSB78su23cSljGh0BXHv67QVbxgdFoUVpbPETwe27dJNmlCH2n+vbjUf6N
Ufq1gisToSBNGHs6564rt4N5pdSB9+R+J/KxPynqpk92dn3gBn98OnR1Zf2rDgQ3oYB12VRHhneW
O/cdDQfZIRzJoWFWhmKeajPOIzbJiupAdyJQwJ/LcaN77YElfONu7p3BN7UulTas1JjYqDrZoOiH
PVoaw4/gLFEV1BmDjzfs0LRWdkKoCmIELqsnzG9QKkNJ/pXoP5Ctsfl4oLeBMigmF3/Ps2z6ht50
Zhdm6ZRdN1qXI/176RAUtyMcZT5k0sPG9u/yo0OddIvpWXkngBvo36cfhEL3ut3LnICRt9SGLz1j
EQAgcfsfXFxGWOqEvMBQLq4OuwdW3FAURlDjJiRjl3e7qYKUz0GU5cCpsN6dzL+GWvs4SmEPZkyT
0WUB53/ZbFO9DaDr/niPDg2yOuOum6sJIg7MB6WSrGthH66Dwjl0wg8Ns/KJ9RRckzEwFwe9UZPC
g5o8VegXfDyZ9w8cQBdKukuj4TqdZXtonopGtS61u+IyRFwUpgiieXNjTZQh/LbxdeFDlfPxsO9P
7teoKztbzZNaGSOjVgs06V5Yn+1DNHzv+d2cu19jrM7d0gA1O9VsXYJUO7cQCNiWd85lvGnv0Kna
dJvhR/pkHRlBsdO/qsL3/qy+Vsf/1TTXKFcTyRlTaybrctJ64lNvQ2iaVw8fD/L+Df7XPK3VeUR5
N8xQNrAupfI4xU+z+PP3fr/FfXKJQYE8a+Bg7GUvXz33WaOGIoma/rpLZ7QkVO9ZGdVDfYZvdmsx
DgvuEC44YIhvoCgugEENCt/hOlNKddy4Y6h8McbSvu8o9F2ZetmkGyjp209pXpAOLcy+I0YcI/kY
930TzGCZC2Q5NQDmU67LL5pdW2MAECPK/Zqe1k9GnTRpMJKynvwCmq3SL5QO1mMxNOKAJ7uOAJa5
gPfVHS4V8I81pYfXG7WIzBx6YD2f75GLGfy0hbR/0J04KLXiZCHzPHCj1hmDlzGhD+HVQBAeoPH+
Lhl5X1SNZ4hrLPrwrMlUBuBgE7+UUE9atTH/manDw2hYJx+fjvVNZlxnKV5ooOQW1MnKtWVIS2tU
VV5XnpadVdVcBzWqVAEkZvEBH+adZV1WlDMINyPx3OqgTzmISjlb8jp04RyNw+FZ4UqZhnovjPki
7PPhN5/9ZW6vB1yZ4NSChrcxHHlN9STeyly59wpb+vpEM1bXhb8ZjDAak4Lh1AYjrkJ3tL+Dmlvb
aaSO8hp9JT3IIDO/tUP5WKE6+B3x+kOsJWufZhkOhiPw2YwHhmJlgnlekCpEyvsa5Z4sMKZebCJo
4NDPzcKNUjXugd174/TSRAeQDpwqmDaKQ2uwWWRZXR0rrnGdOz8SI7q1YPDMakQoVTw3WLZHyz3T
ZXGRNvW5mR5Kx7+5H2DoKHvBIQJCBebnlRVDhNRSUvrsro0p/TKaXXQyIV8RyFI8erWB2n0dO35a
H+JgetPowKz3xl224ZX1lKEt82k0mHWqfRoncxdbxplUdDpSax9ZRb8DjNt24UkqNUCwo0ErTnnA
NqxfCGthTaEHHTzawqC6Rsm0uasqyezY11amupvKQOVQdtOhwti7o3BoSFiiw0RTxf5MNXa3XZrU
rnMlbI5Qz8lx8ejg+NjevKH2W2h1qfnRCwrrtqWue3ActzL6qleSm3G0+we9QJYnCGWoXnlzWFYo
0pb2U5l2tDbkSRWPfp4LVwtQz63vIzgy0TBM0NGZxEnUVdlujtTmdE6V9OcT8Ftc7C9c5F31Q/zP
8mPfKkiekygW//s/e3+7qp/LO9E+P4uLp3r9P/d+sPvfl4+j52rzJJ72/rItRSKmm/4Zbdjnrs9/
DvLX//y//fBvzy+/BVnP53/8/VvVl8g+3D5HSVXCnv7y0cn3f/z9JXb8F2ng8k3++vDyqeDnbqvi
qdxnX3/5iZ/067r3B73LHENaM2mkAij897/J504sv/aPpW0aw07DHdxUS8n4L/p10+UjDhS2GPYN
DcDvv+jXTeMPW8NscqrpSqaRSfsd+nU8G87or2jIoV8Ufkq4RThctHSCv90/w26l0ABFFSCow2hu
zpw56atNXQOsO7YVxZ6XVtsMcSEH/briFvlJlDtGiUp6A7130Zntdu6pMX4vUNrQjsB2z/WJ0AaN
hD3FwGLrRYBh0X9JYzCqqAbSEu92lvc0TnkyBdhj0u/OjCzw+aSOs3IsUpTJU59yURTfZ3nYo+RW
9CZ98kaRk5S3MjNqEfdztOMhrSO784cKGY+TRurizu2lc5bBRYBwV9LNJwlteJ+qVqDeMBa1Fe2m
SBZXTtg1LqpkMKxOPnygVfHVon2iL1FyKmV4HjoohagbKiyj+qBORo7yr6tO9VFceBART+gK6Uh+
hbEMkCOyzI2nxuWf6KmGNjouwzAelySlPRoO6NzeTrZAwR1FKZFtULhvZz9VZrf3S620kepQXIXq
oS0jZRdFDqBZgmGJ8q7wvIvCGIu7OkvmYdcimX2u5rLSfcTQ495nCskXIWZxS7YdMbAp6VB7UobS
2PGO2u62kEoLBXqaJfHGyF0NkIARLU01cLwP+YWpV/Jzndq17YO/cpJtHrUJsoW9YnRQv/bmczKJ
6TGL3U0Uot+1aZPOZNjIvsnHtjoHA+vA7insKAyaRIsQDzMRwlFC5bbIVXTYc7PrnsKcyi8ijLDg
cwvOY2HOnyZXBdvdBJjvqD7Vi5CQNaSp4ixV0NvdgA7JH2IjG07q2s0vxkYRDY15unGqlaL/GhlI
q3jJmNMjYeTfVKvUosUEFiCbs9S7IsbWRnRnaAfZaFqPBmI6pl9oLOfUOOkYjsi0zDXTkaP7I0p6
XfVVJUKvDwXnPD6yFKfvNsaso140VLG6bb2hPoIWEjGRJgM47kec04tZASWPDEuskobx0p78Pr6T
tut5KHLf0jOZBFEXTdu5qenbV02hNPjBmThurd7og1wvxC11NKWnWcWtPvWiQdssS7L5wZR5OwQy
0RIrEOaAqsjo2OVllSjLV0WTct658dDelw2CW66eWMhYGunwScZJTB0J/N5939lOjuZxaAN3aRqh
HE+JsAq/C9vou+fF8UNLoBhv9HDUqyOafvt0M0J3/qPpotzdFEgR3ZQKrrUf1Z1y06Cm7GxT4N2o
hXY26h6oAOV/QgGXQUmIcFLk60qlnRUi7VDpQT71O9KlYjqHXlzqYEgN+0ZDJvCBznKzDQY7hQsj
SfuF5zc0PutcKEiy3Ai4lqo06RW4ugXPLQrrB1BaJEWUns9Q5XNG06+dQZ5HjmncJ3la3ba90y/R
eof0NkqMEnVjs/tEp4Qmzp2mn44HKEkReilD7yIpcqsK0CFKx41a9K26Nal1Z4FZ2FBFKnXo7dD8
zVD0nGTdn+qNOSJb0ivd91oq8rky2jk/KQXaRddW3aB6B5p4CreewIZ9nYH/wK5t6eWXiO8w+6Xd
G/O5MhdKGIyT0iLFZhTZNzcqzHHXanVtB32iOA9iHAon0PXS6f10qNpi2wxa9qDZCuLHgqatT6OH
0FrQIlL2rS2n8tqVOY5TDqtHtFXhlql2RR+HZaCgKc/goYmEuZfX944Y0L9TpavmOyXU4x+6M5Ii
yoq6+mxHkFieCncQRdAYY3heRtXo7mpLm+egRrYq3uIvqYhOIfUEnw8NO27gAkZHetYe3QdUBz36
ofKp6HaWNhSXy431cPUG/TgcUx1hTG1Mr5vaMeg7QAHjJgQtSZ8arCHXjWiizzYFjziAQ9GLjhl0
GGlpMcPwpIsNfaJeaJpiMxjelMAKbVTxxmzC/KlQpeEErcS2bRoushmgMYHyqiNl2AS2SgQMD2HT
3dizlkbIFFZ2uxlj4jg0I+kL9rU6V05rhHjHgMs8f3PCyH2o9F48z4U7X+QO/njQeVH2pUsHEx78
yq7CgAXnu9tSmaNNW0TZXQcHS79pdbNGEN7TBge9oXq6k31mpUcShd/cTyenRPEObTxKnu2QWL7u
lWGxA/qDZmsWe+UjuzZAAR9V4Xd3SC08N2seQHgaGNTA4Vs+oJPYnvWJO3UIis1TgYYZkeBR3WXq
bTSX7rhFsKotgzo1+5NJIu28sfVpuDUcBK38rjS72Yf1WrvL0Wu+QrZIomZYoMDuI6/auQH6WPOV
2UlPpfAdSR5WTaJeH0XyNHFSlDn7qdPGQBsn0QfTXIgbfAK9DnhXnc/oeRl/aja9w4GFWtrkx9Jt
PYpWnvmpp6HyVlHLEduAhGaKtnXtHEut7GNkkS2j2ZBLjOxdrNiEzhLSI7Tx6Nl6gja01fzOpN3S
d8vCvkbLl4dm7lFGPZ+ivDYQG0PQQsn4OhC/uLRhVPRMPPbkQW9m/kHZ8XKpiT/RuffA81Rlp9bQ
64sk7zBvkzgxlK2HZBU650XX0+/Nq1vvqqid4g3cOj3/kRTHZ4S4+mJb26Zy6RXkDH1ZuJyaoqlh
uHYK2/0xwJ+O/BpdN4pvzL0IIX/r+m/8jjDfgnHQ/4zMOLmuexVq6lzWOvcrnrXTYsziJqB1ywk3
oWsld94sYpQHq651t5C8CboH5rI7C8PJNvwI+hMniKec+9ZravZ1tsb0shl12vNM2CcErwS7uKnT
UtxoaJdMyP1pw1FKPyLSsUi0m36FcDSPbqincPSRIh6DOAqzz5oRjgkSptDl5/3EIxY6M8iVQiiY
7Qn6209W1aN9kSWd8VAhHDgfGQ5K0n4plLnfdXKB6bVTF5soGCZy8kf0YaYgi1OivN6cyvm4KmuH
Uj+XpkPAUlr3dPJWCALErH8wUhO6Tj0DJU2n7hPzfNSRvtgSD+n91moVd/IloBPQ9POgf+2VEeF3
zw3dpy6Loi9i7LXmNLOczuFNz0VBQ2Wn3OZa1Wab2I1t+PjElPSAmQj90bcf+puY1ozodG4KxTkh
oWYP5wgsLldpQigdThc1Pdcmk44H5OYtNUBrdlL8bhq0W0mN+5Y4LfsincIRvl516ZHV90W6Q/ct
7wK0cTituWNlOBdq2cGgiTA9rixyNMK6qNzeNXeGPaIfNidDOV1NIuE8OhL69B9S7WX5PGuK29/N
XqLPFEBGmPPPo6gb4kd84pRCiBqW8lxHadk7Ra2iqm67tu7kLulVqeEAu2G3i1NNC79ZCbXrXdEJ
U73Dn3D0c8sIJ/PWmEJECYWm0mn9cZC6HwoTRsCLvewLlNVUVSjl7IcRYaordp3CmlDw8YXZZsnG
q5ziQJpx1SH1MowLUR8NqrC/MNwqheO1ddnhD2ab2hyRbEVaabzTHIHpxKtEaCLX9Prcrqs0DSYD
b1BtZbMJnaS9f5nu/w92//7C+vLvg927p69Pe7HxQhLzM9JVEBqjfEe0S+qcJsuXdOXPUPflI8Aw
L7R6S/5tafD/p9SY8wcg8CX4pNfIsLWljfGfUmN8hJgWgDDoIxxo0J3fiXVXkj40admAmF80EqAJ
JaZeZVO1tLYdyEL1zSw85WjKnGOjKXmvevlDh1ask/c2PdBBashvXaSdeFqinigzsqol/LTV3J7n
5aBf0EW9yxXDvLD+Kjv81qH6MDeyn0UZnlvRt89/I4nS/W3Xl9+fBImL/xfyKUum498fsYcy+aVw
t3fWlp/751mz/yB1SZ0Gwlc6eWnn/WdahQzLH5a2tGaTiKe662Ij/jpqjvYHTCQQrEGuhLn6dc7c
P0jP4ATC1w19ngPX20vKimzS9c9cCYkoFv/X3/9W9sV1lZSi+8fflwP7KqWyjAi9CtrXL53MMB2v
jBTOeYsblVnPLpwNPZQItVnTFavWQzI/WlZfZ0+m0lodQgwTcrIboY9WPAZKFapfo7I1SyWo9DFz
Tr3YmvpN5illcyw9KBYucquoFVDU2WjVXy1omsZqo9g2GjtBhJukPTtjNfW3eTw6+ZPrWnX4DThY
Y19GNtlXOCA0BGFROq6ttriKNVXIchPlVvvSTWYVxbnmTA1fGf4LDb7EwijTH0o3VPzMqy39a9Fe
L9J+ZQOpGUwB+TAI5yDSZrnY2ddJYkcrkj62Y/c5lFWZNscCMUrzODeHrnWO5y4SCfK2SZ0nP3I1
TPRw9/HwqyT1InVDOy9vlUFmjr7lNdx0hp+so68fZW6NTo0kEOSIDUjfPJ0IdNeOMmoBzcUUtege
M7EC5bU0DRI/gWbOtjROhR2XXeZXFTqs2iVFgIbPPv6S+6k56riQR5HGpksGjvXlWO6v0RgT8set
oXy3iR9UfRPNDgjqXe6awlD9ktyL/QVsbniojrzam2VcdFVgNMAsk7lcj1v3U+VUiuF+R9op72x/
UGFd/Rwj8Fou8qtJn1xBwwaLEpJBFcWdA7n7pUr9KyO5THtRBqAYAwEbbbvOsiyv6gdEzwkaprHx
XXFypyG2kDQKPnGRFHFSzYmTXyaKVmkXRtZM/V3WqSrt7V2c5CzKxxvw9ptQ6SMPu+BT4DdZgyti
Jw7zdFLb76YtuXI7evqpuu6sVvaduU3c0LS/oMyr643fwWlof6lURI297ZBUai1/q+zIsqAkYFIx
5hUjV4uftb8swk7UFNH08FvozaXVHlXEv+G0VcKi86ajyW1HjsjH819BJZYxPWTKXi4qPNDGIiq6
txXenFpeLZSvMSnCQjkeRbxcCHK9cQdaEX46IvCkgDGr9kd49FgIK1HjHuVvOwW+rWhteecVcdGW
GxieW/22GJKy+/rx19wvdEHYAO0MRJ2QZvKmc1tWtqSXoQuocR6/jq1oOQTQOKrsD4VFAzbusTUG
5a7Ws2a5NAJ3mz+SOuoP7M+bxdLgrSQnD7EE2B/zjQvsNnqHtrNdfS1zS8GGp1gvknrDhKq1dUZ7
GHa/i/o2eypo4caitjUK7aiQK6mCYHETY20Xyz/F/FSZgF0+IwFFVHHArKxw0ct6sUjk/OFyZIft
NfPRaMiy9srZ+NqF8I0V21R0dd5fN8R+9ATJZmr4copTDHxWTU1RTRsXQXrlTtaoAndem8NnWcyz
Op0VcVMS95bQx4Ui6C1VyW/twosIzWGTGzGJupJOWnkK+XXOb82SkITkgWu6qrNiqaiILM03cNeA
QuJV2T+mnEwAB+VQf3GsijxsUEPbwlEMw97z2oBUp4JphyjoxXrmvcln/Ys5qbXQ5aNRCrpGoHoG
oHPoDr3AyV6bM/oncEZgbCFFvdzd1enMxqwrwriqv9Qtt6ihnQDmwQtdi43pzOj6ieXwwiGfH4t4
nCYUuoB6QvuDwZf2bdTMoXLcFmY6P7YKed1LFyVSjsloDkXuHSH9umxPBWEER2gCPDXc1m2azY9z
bmcyQ6suXx4tsHsKG1SVXsw/GpTt5ke3GEf2zrAoDdK8MlMcdje11Rndznb6Ze+yMUpwMJqX4T0S
tIBr3WpM+RUVzgPfPFHKxTcQtVVkT2MHV2W984ZWG+5IS87ivCXP0lKQLFq9CJQoLMbjyORx/bN0
y9B8HFS4Zoqt40b4GUNTVrgoH9sGnLq9x4TVh+JroWUmXLSgW90/GkS9ZaR5df5l1gpqAP6Chqk7
X1ZplZ8YfSMxFB+PuLZGBFALuJB3Gxg+vNurEbtW7WL0oeSfpISWwyh76EPKjd45GY+3PQCk+4JK
68whlOQdu+gChjKHc/rx11jc2b2Z01xCZW8JtcCKmnjJ+zOfjaFvFM8uHkFYFsLwRdVbynPVxKCz
ziCqRgevDZ0quR46N8Li1LFVRdvIFVBz+Mg+yHzwhR41Zzn6CnejQU19IkbS7OFWuEtfcGPNY3XG
IVJjn9xqCHbOpOKwXPZY5RxWQ4x3cRKmmVhu/gDd6hXyZE5NQjhrjXE4BLdYPddQ4UC/AW0yenu4
+MQE+zPO7DAuZdM5D0NfqjixVtvC2QsOfTm3VFtN8zjW5MixHTPP4I9IvHi2S+ZiuRV9KvXwLhzt
5UjrTTIX7XFSA+XERDZzR3mnyYe6o13UmjJuXShJBhq+NrkFt9PRGq7RgU1cQtJXxsPFA6LtFvgG
lIIG9E+rUKIh9JyrtNQfXAHNRL0TNRWZ5EgoxpJu/HmPSZVMfLcwHpcrjq1cTEpbNzw0Sqzhxmuj
tfxT1WRd9kSnqWMeJzJf1qGZZGVfhs3I/0piY5niFME8u8sUpzV2tdsONKxMvBdM98DUVl4mUwNo
BFsxV4UiBf7e/m6JkbZDSIOmB6qSi6USbcPRmvM5qb4J1c300p8ghJofHZh3MG4FJSY2ZLSLfKmr
FbaGDrJnKL18wEttWQ7ppAanz0CbM/1RJorHESP7VS/WrcdsHid6LTFrAo+EARMBkTAa3daksRRF
ZLIUQjixIuAe7VOuBIj1lL/9XJ/FFGbkRv4V2F7/3MjXUdDqjrpLCR+6H92Cyc4jB7K6o+TaTXuy
G+WeElCFdfjp3urIZlOWIrKMo0OgoBeG5L0TBfeVgWO/8Lmq0GytniM1rfBa6xE0fE9h/0lMQnCg
ePtZHzOl5mBtQ6lUY+fbuTGx4PkQlrgsGD1WSbYjID/HRr8r3YXCdDEGXMjhts0r/tdYKFx8MZY8
VH9tW9TIkqUcc7fkrnCLlu2IMiAEOpTCicYf3pR6w62K+BjfxMqodz9mtlji1I9XGzLz9XVawJwL
DwUa7XhB68gGd7BTAJxN93E82bQJiz4zarA0aphe2vpsttO2iVu7Xoj8dA/IXds2SYPKDXo3FvwB
caOctVGhmBdhETtG0EjwmN+gZ1CPkW807U0GG0T+3Uzzub0tKrton+Ss5fLKHDTQDRs3LT2rDhr8
RzTHEKhyh8u2icOx8u1CLbRzQ201b1OWLZJP6Uj6J/QpyzVz6sfl0JpjEI0ZZVefPlA55YiVWKmZ
7oCQ9OadnaNbEVHS0XrZH0H8FWsh/lsYiRMRO3hmgTPn8OcT1nIU65Mxm9DnaTpAALvBg4J5YxXK
ON9Lu9ITyil5FG4MU+haMBGfVpNvUzL0qL3riHtEVh4dQ4xDT3mlyvks9EpVPdKkFuu7SOlcKud1
VhXmw2QNUaY8eJU6jvejGA1xAQi1VG55MZz+u9Xadovc0xCBZKpBcsTdjTfOeXYUJmQ3dnNlukXl
e1kFL2fgtDO4h69akbrl91hHjW/ccFSm5tnrhZRqkOWyg15EhGVjAfHIVCu3j8JCyexLKPWULDsa
7Frv8vg5BmsuWOVRM9zWvJiNauBIz1oLqOvGsFVhq9uyNOvaOek9kJ35eWmNWRNtU+T/5HAurTCi
WyY0C9lbt2GpG82JnZpx5O44KzbsD/UwqzzrlGFgZfcjxbQbsYlD6rjTiYw6JU6OYJXktQkyT1K2
2Qx10lufwQTYVnfC4ZBUjqWB26Jd9jVeF4iSyXBH+yoHTsQf4uc/Kgn0IHBcLGzHbTAvjS9fKZd5
+nCa2i1yUMfaqCiOE0yplfXO0VimGnwHljks76IK2T3TiQyLR+VppOSkekFqxZ4VXVEGl7VznYZK
KqmxZoai1ydZP3nuALOdYSWe31C+xXA5rbDi7NGJwlCZz0yTIjtS6dMCAbrAajexdaYYYevk51pC
cTO/TlOZuuFWphiCaFslgGApsFJV5itNg5Kr+laN4imhTlhnaetuSlpSrPKzHlEob3ZFSjnsoY9c
cCQtoTcrq7t9wgsSaHa8/BK+Py6L3zTe4tObMYSbBAaxVhr2Lo3lsmJGLqCD9qsuFspdWTiLyTcH
EblO4ElRcQDmEn/jSHgo6nl+/XOqsbAWuogmRdPV4S3pwJr4eawRZJZgOdgXjZYg3fqkQXzMfyxN
LyWXpPRUnvRjpczc2Hxu/g9zZ9IcN7Jk67/S9va4hiEwLd4GQA5MjiJFlsgNTJRUmIFAYMav7w+k
6l2RVU/su2uzsqKJzExkADG4Hz/neLs5be5VlhFphRPsHJeuJF4K/YYnKIZ2eOhzDGpr7peWrs0h
HVZhzJde7m5fOeNJy/XOYWZxBYs/tc+xRqkP2aDStidvL7ABnku/2m7NOMJCwz+g99qJ7zDWHZcN
f45HKctqnwHcUn5nU8Fz7gpbxHCoxQTvBy65m0Ib2/2cPfHa+XwkxeFtcPgcvtyMgVmDL/hrjOvT
DmT7l9XZBXB5prS7n7cai+/t5X/d5NfXgRSYxaVrUkZzQ6PW0vG5wBkmU4esthYG3ZrrzLsS00oy
/Y4EPKG7n/36oJp1hEywI/MeVHJWG/4S2wE9K8bFufaroeEujWZV8hJTgrGpEJgjHn3s4JYt6E2w
8eOXWJ3p7bP/egcbyQpiX3sdU2pm5GihbGpnMo7L4G3Zuf76aF+nhxMXJffHERnvoHhZboOfna2P
BS3C1XaZVKQOv1yaVnfT+1XLxNCfGCmUNqrhLxNppQDLt2SQ26cYmep4H/Y2FrOr69Ptq7/eUG2d
Vv7RlFYj3J0GAarIz1aKc7M8JBuIpO8mOHysaT9PNuSjm3i+2eia7bPhQH/2g84mYmXwaiTYve7A
srcPNMfthxgTjx9lrW/LoVrpOwsaMTgJTgNDmZRJtq8Tj89NW8tIrGPRLa7Rn1uvcwUjPL93Dz9v
uZ+Piq8zZxamkwEnQMPFc5kVnPOYJqyOfk/klntjJGF51TAAOrhmMCLyFANQjDwk2GYJYABkw2NK
hzO3SbblPHC+8rtiGZzc2xcEi/NysvyunJtjLxq9qnBUEWU14vCeABtuZX1en/Ztxw+CRru8qtqB
/+NwCG5nU0AFKsIexSuvxgJWEr1IVc7VjTRpxgenjmeygHjBwB0yI5IEQOLZaqGq0fMuLQdvV1Yc
sdVu1mAadbSE5KiaH3Vnztlv4Ak0RXH8CSfnfZmqfD+kJfnut0V0dIc6SjoMO/rBelkzbeOV3LAu
nop4faDzWzP19601pZNz7F+HjnNixy2y5LwWjKhIps7eOatusMv1Smy3z5jlNmvAq7Yp/oqfel0x
cQcQqG3j7bPM5IdigvN6er/b/CsrV3Bl+m7Dp8L4L1uc6tKShuIVzmJsOexoDx3z6hVkWQ27VDHl
qVbF5lkStyufsb5CbzFpOahha4sCiDI2ClLfqiJ3qsO+BJiwz6vC2dZTL6YMED4pvJ6t0nLihTOv
W9hp8j253nbzsHDeoAJz8GgjfIOtasLb1VIyyseJ8CzWTlPcKZUh68s3kLIZOO4u3SK2nP6TAMaC
qjXHubake2eSdtlFQBeGIwIXEMh5EollkJJzGPo8/FUTK6Ny6mo7Nio73qabMhXVxej1TuZ9AxJN
7+7MGk9oNDAC+1Ssw6TdKYJpUIVVtr7zxH7L/NImSfO3Q077g20ayRoLoj3p5YZSlRnxKpG1XzWT
fHL8JW0Ro82lU145TiuXeA9VE9nOn1AC4S/uONGs0oYNB/6Nj1VpuOoBRBK+42c9afMkwW51sdL5
dnKJbVpklBhlm480ZgKaOKhiGCs/1My1Kx5WMWCYAqvEIeEI+s1ypgwwHvYHY2CWVzkeoCO/1Nwx
cCcqU3P0cySvz7KVOQBxiAxy2Yb1st2U5bjtf/6SbLsJ0f+2eLOu2l5Rv6D3cAW23+FAqvGKJVm2
F8YW6ES1I3PfahvwxSRLOSFajK9WvHQxs2WhbqvSr7a//JyyxJTsRD7FY/70CsFv26kGh2pelAXd
y1S6dzPQYGRqgkmvAezFQm9l82zCJZc3Jdq6wYEddSJ+CMKy/qxddea30Kk/XIFbbt+8yKg0Pv28
kK18jrSWqaLdvWZsdZavLv48tRzEp+J1w6KV0PbJLRVpZoNWthsI2SlHCRFVSYUIH+qQM2h3Q2ZL
xtxPVPHGU2bSvEuFqZi5hjuW29caXhac1hScI0FsD9sil+ZWZozqad7mpBuvJtInO+3qqtqleclq
3L/eEHDgbdMrkInwuaIztPw8Na3S/cha+V1CD5bD/sAMRvKy9XB6DyunPUYy4NXmXdo0Dt/aTZKZ
1TDhsH7VamJbQeUI8IKjNLo0vvsH2d3b3G67vLPVahC62PQPeY+z0l6p0abOBap63RpzMODt/lNQ
KT9ofPYOaGI16ZjGcC0gK/7/Xh84eQXtgQgl/5ojejE3TdjKWIhrOltts9t30u2hDtBcmSRC4doa
/twcfz/stxAC3AjmDzbdDJ5yOPPcfAujxCNsyZ6ld+dTVXOeMtvY4vGu81xrt2Kq8+F9/vsFUaEA
HOAFj3QA06u3FyyQvBhlpdPZAq2i85QUnPhnLmyKDdZ8Wdm/H+A7zs82QrBbnWZ69Hemt9V7IBM1
gEjqvnRuf+4YU7puoD3cuMW29wibvHGfy3hVn4YJqVNUDfW2n1uKrUHrVsF59ME3ejvT+UakUggv
KI3S2huI7h3QuPi6NuEo2d6Wr4tqIq5jjc9DEbOvZ96Y8QhSMSysTN/icCC00NLti+QIr4Y1HFsy
+71dWQ3WSjNbC0oIzDF5OesjNq6yxSKfRG3/Us+Sr9vs7wfx/jHy4NBp6TYVE8NAYfL+MTpp25uz
Nl6lXbHtTOtLICQ7ux4+LdDQxAddg//pejacLcg8uu7Q2+7ttMHgWfKA9eHq57E3J2mbB5gMZFgD
qS5L/iNoDZWU4W0yGRYGhlLoWt7hXNYUg0SPWX71eiwRJG9Pwy1K1kXdtduB8fsbun3gv4E18Flk
vEzUjZRCpZh/vx3gtKxzpla7OLq1pgo7dKvKtZ4ciHgfLsG/X4pH51H2ehEOue/HhmKiWobESY6v
ochog44wj8y24sfvR/WTivHLwMAKuRRenbCz2ELwuH47MF2nLuNmaXdQq6mn3c60542NMKB8G5o/
u7Wmhh42XQK26gdVvJItBr2d9EZ1zmkN1SsJm0KC/FyYAuxBv6liO0ma40JsYDdXUFAL+MVhbFJy
euzatiINUjDIoaojZl7xj9cb3emqyFM2UNuFNRuYvN34r/W8wiEZsa5jWv2082WRpKMPZWYYncwA
E8mhahxJNFxatZRaLnkUPwMUV+NtaVC8hhVE6B6HhfOyjb2mGgWcTEqetM5l6yY13MKAaTQ1AtoG
C9DyqjYHXkCI5QzuldWVWzCnve6AtDsFV8GV08MKCceEvjIQBHTKr7PIocFjPgR/QR7YmvE1fgYy
LxEUlbWJ+7u23naIuy2+uWfkFoVj7qSHDvCuKsgqxpNOtSJLwnKuOvIp8PwyL+8twl7funKW3hfy
LHd0bQMDuhFrV3o2vORh/rTA5o/SYqiAXUFgXKoMAQIcD6a7NjTJRHuTFi2tbd74LeRjGj+2jrDb
z/bij2vzmXrDVtEiBsQ87qrpO4oInzMJ2pxEkJCgE+xT1RpGHlYGQeefC6ln551sh64lT4YNl9y7
AjaL5acad7LC3OWQOukkLtk45j5UfUotfVc3C882mmigotAuaSATY0hoZtheuIglni4KWnnBb6cc
PWVk076nqItmqd4dhF7207OjVwWc7lgQcKN9d+tKfalBXhDd4Hi3ldx+7kUt9fDEufAq9u18X6cl
/GOi6Jc4C+B7ixOXut8OndepUb5Eg7VbFqRsyocRI4NR6U5lsJMljcvXMIvCDKZCG/3PbOKNdydr
XyuhBNuJHaTw6+/sJbPzaKHh3SETo3XMdGs9q9Q8HkEymltXOWY4+3Z65WZ9qYMZo/mJmdRHkcAU
R1Jkps+5kuUXPM4bHLAgnQf4g/cHkl0gJbO2zz2pP6HNc5DES+fCmTIZuSJNebq6pvY5cppd3mTD
9ZqX9Azi7O533qJbJTPWqb6lcriD7ynPldCS82rs+p3dAUHDfUmQ1SBET/3J++RKyOxFJrPvWdei
8UtlEizYB0Z27LcnbzWr/RJjphXU0hZ8tLfUaDFqdz/xkWce+dizmpvhAO8h/t76RXkoZqNckbDk
dDnP9eZOwhxdgxKIpgs0q0nup3n1vpYa7Ul9a6g+T6igdrrZ6ycakqW44mqadSGA6faq72rcjNz4
E+BhBl+pt/zvWJQK8hlDGrejmafZXi61tjM6FFndKAAc2AqibpmHk9WpBSFSNXlbC8Q49b5ktFha
zmAgDN86k45Vu2aQPWlOVqVLMOI38sPrbbeKkMGpU+VDR4iE0eef5tEqyJOq5tzueuwiYy9tvup5
Jy9mV+jnnWNsMzS2txpqMk402RvmS91FBAf6rZ2ywkrNyGP3+25Mk1UHWGsZKWmz1B4n2U4/Wk2b
Q5NORV+7Lkcj6McS+uC6dszctJQlDY0aNURynYr55AxJmwS6ITNcOlw2YlKqcJys0joJtELypOZW
7U05mOd2SYNokN4He1q+6UMcXwmD5TN2aOeBFlFZJHM1ulinNNZOuH19JVOhHhc5E5PplLeTLhgK
OBBF6GaJLZFyWeIrlekmsMyyPjQABYGpoyuZjbr41KX0TQ6Lvk/u23Rpv6hZVkgt52FGAahkHuR8
PyquHpgbC29O11DMHv4BZpfSdmQd8695JdeAIk/1UNOaK5ByND75FBHOpKm8EIZ/fBJZLb52njNf
5OD9I2UHMXBRzPFQmyKZSIbkwvG0Bj21UfhflUZQE3nEZzkqv669wd2w2LPRO07oIzI/9kaT3sDT
gdsxpereRPNwGIfZOORydL4qK76fyJPvUR2s3qGVYgmwukx+LNyQQ9q7w7AjDFzueuXbcaBES8W2
SHo6TI3jmeMX8tASh6I2dDv/3q97/9mapfU5V3HzPK7j+mNggkej25iXAmLBQeekiNq57e+IL7XA
nurxQlNd8bTqTX2wSiOGmQWcfJUiuOIsm9mR9DzzwIPswjlC1I5D2dX5obAHdQ+3y+L7j+bJ0NGW
5o7VPYLLtTf48KmjgSzljl5p63nS5e1udtlySYOr7KoWen9Sg5huamSHnxXyz29IxNgczHYZr8RS
sXjAtK4Nqx/Ocd6czrJpthpwG68+xE4lItJjGJbAHv7Zqil0uXGqPq2ml957QCeP7er1nznwkyOL
zb1EPNHDYXKyfenH9gUVbsMK+wrLam9davz54aIhfteamwII/iaZG9mGMEP0vZry9lH2g0hIrtf1
QvliOIeohD5Rq5rPKE79ij27mneWW3hHg5pfOMpVXHtjYoHMK+078jo4aBeLjQ7GR2E1E+tG7gCk
7V0UNqZG/U5HllL2QenL+GLSZHIDylJeaahkHspefeU9CUBvZjx0FRFMPrj51ezn0C9taWQnv5Hm
06DFwxSW6aRfQvUZ7jNzHNsDliuYWPip4Z6LuFHe3ter2j9VqScj6rhIEUfq3ZGHhgm/B7jvY1BZ
MYpSjXr/+aK1Lvfa0adeXbT+SKHHmJUxndWirTAfFtont/YzjNpmlTa0jJTqNk+ysdpR8l3S8yor
GjREqrYhIcaxoR3csevW28Wr1YCeltBDj/x2bsqm4K41U1Kg2fEcVYaGS+QS2tUQj5egJXkXWjQ4
+Dy5a7OEjV46F9D1YppHGoSI5z2JOIahGdmfYh9RsrcdAqekhlZ0HHvHPdnmrNf55xWViznSea3V
fVScbHb6mSeoCBzackGSl46dPdz5WlKgzTGTrf2b0uKkLEJN+PMd8jDfCcxUlJ+axdDWw0SiSU83
tzX1i8nP5zo0FTj+pVuynUYQ5NaoAdk65SbaKTT9xanXlrlDx7pomE1Z3H78faoInKZCbhos0rSr
674XuddHi5M7qLfroWtYDx7lzXAwFrPaCWMo04sipTobVLg4rOHaz22NCn6h8OMOeXGsM2E3u4RC
4WWRAZNG+ZzNRysRhhfhDpq6QGK5Ms6KREnKkYOND5A5Uf12erO/0mx/dsMq3+SirigsoDgwuwdD
aur76BOaWEou5qFpYsPaJWNqDmZICJdqTUhtHiraFLipc7toonEJzAZvycqQnbTnBQ3uG3P2jU2o
9ZxdKksZ2ElrzD7iU3q8pztpzo1tXxra6Az3FHOr+JjT2+hrMo5P65om90kqnxJf2nlAmlDdTXA7
drEXq4PO4aGzSTiK8pe7npeLWV4pC5nXmNKDQdKjWgZoSXQZVJVd3am6dCKlnCUYvEywv6J4/dYn
8bp3m5IyXjLHtG7kXAmNuUMstHLYiBsfFeqdC4FIRdkI1sN8YMIE8OGm70Yji0+yrTtv17luctE1
dXM3tF2f7AZcT+MzUOOE5oHV7J9VTd5GODmV+6KN7bu60A30wmlzXsS2dmkWszg3JUXLJukoXvuk
RZFpxuPXGlnzYUXjVwb45pRVpPtj2+0kTcWu4A9O/ZlUUxz43aTjllckeSicju4QvlHFcEghRA5n
ncPgdgsg990aKzTZ1L3bQ059LVIsSjo7LYW64pTn8M+cooyynPiCrxCjcyuy/UAPIhxJJfKzLDGe
QN7mPaQd/9DofrV3pZvf0BMaPXflpF/0urovc5hgCYnb3jXj/LHBkaEJbKtpHi09VqfBRG4YxGrO
vTADHD3F0mTQiQ7Cnc10ARS0Gc1JS07jZGTfitRyn4o4Mb7Q6XS6GKncRsiumzMLyPgB8N0stj1t
ltjq6u2lE8cWcSub4zYJxTdRbMnwUlfbqT2b3XMzehouB062GalXpCxntV1nTdipbO6pNa04WtCW
JDdCq2QfCRwty+3LUnbmc5qmfRFg7WDUQV66qRcWfG4I/MWcSBdpn1XOYLoRKs6xRK7O8X1CZN3/
Icna0rCQGFE/cfBOKvA1bxqPWl84SPVz7Yivnnm/8Qb2xjoWQ5Atmry2UXg+D6MnOR7IPPfNEMOG
wrXVuqB0p87lAqkkUAkhzcXcDfK5MPs5CzHjILDNxnL+1vcLa4VFSZ42SFDM7yNVK8yA83Hc0d/H
OgFSJ1CmsnklmIc2+oPmFmO8r9y0PxcL+VugEY70URm3mr3T2grOr76O9kPfleUj7UXxW+isLiqR
7OtXw+Qad1TXPB9WEDFc4PRTWh5oTNef2P3qaTe3aYqFwuwTesLi0JorK50MLRzijYm3VLotd0qO
KAxgpDCJQvw0UprBjvtkdCilVEWYFwRpCv8N4ogwXtrMJKa2MIL7UndDXVybjTFhrTx2Mb4ETN7N
mUsZ2KEtB00381pcI8mPvaAw2sz6WkIb1epw1Lw5j/cUzIpZvyxS9N5+SLY9C8TPKw4nW7P3ScfQ
IqV+5dFAFDa3WKJ6XOKqOF+82LT0sBtIwORNOYIOWcEMzdsf9mqQbfYlSegem0QTS4UyCmocq1bB
OLeN0+8TYrX6bEgHrfqza7t5tHcp/Keq3tkttba7WDepvRwkRKm+jtQiND2/yQdZ8ByEBl1qwCll
oAYwQnNn+D8qzXfxrJBdXuOSIdPZ/mJTZUrvXsFaTW4Fh770N2iUjrKzPKdL9la6hy+wVStYh6v7
PRGxPjsHeNUr6601Oj97HOSUarg7eABdGpltnE8ORwTbcY+OfbMHwO4Ba4wrPff1RYRD0g1tcVip
bvG0OPLyJn+2vKEeq8gu+2Gpz3FVN7WVNnawLLoQ0otVxXdWb8vM2TkQVTPrpON0tzTwkLKeGIfc
IWn32ILk7Mda30QFLKRLEzIXobv02TFp2EoQ5YlD1rvVskhQ2BEkNcNJXg3lJHZJPYus3MkJxo0P
dlA33sVK6OftYq10YqpgY+zTksYQrS92LlpbcaDuVz1IbyjpH0clDukv4rNADKydHWyT6rteF0RZ
sN9TVewaB/PtaFTwVOZgNel7iGBoWF5Y9ic/S8YbG3bsERw4u2j0GPcr0xkuc2NZUJtbFWStETdr
S2rlXe7PE842hHD4C9RyoRVXPRX1QfX49fSzJ6cacc5YfJerHhdsraLCnoFzdMBPfl1uu0ybZgIE
rdwRgZIh0onXtg/KEX0VxZU3P2trPC8yMJKpNW49/EfsaMrq+pvSKWAHWCCQGtSrNpKNqNxId4QT
qjsOqV2M3xNt3hAXImqzDtciTfbotMZYw43C8CDnmK1fh7EummYnFr074tXsPpZjKYwuRIqeNFha
YF9Chuou3VWFw98Qmbo99F+gPkCbCJSEZRfC6cBNsB4ME14R4NZVQuZdBaIlDr+cKbjNtPR5adLs
lCcNiyuo7IONuAJunaygbpgLji4e7TsoSWl9ekC3wINx5wTVPty6YytLbBIHALPnFcICcyP2Pw34
3zLOVe4dQ843Cw87En5Mg+McbsUPDfIS4CEGRBca23D3RHI5pZ/cvFJb1GWZ2ZEIxjkp4drZM1uk
tRysUeS3zWTFl9Akk++JMrjz3rTO0NWw8sPeec3mQGb61tLBHm4mVaYMARkb1WG3athN3QqxQmH7
twbwoRvhvTKdGYAWWTTBjfljsgQ6QrvoxLEWSKDbSdl3bZw0+96s9S8OXSwD34WHmKpyhaHf0RAP
ydFyhabSzCJz6EZEXWUNQd7PRn88o3Mi7LSuXqGDJvE083X9cqNGkA2HsnYXc0+FiDorWuCsi5LR
2ixhNPQO9O6WLvRCK+lagoJ66S6tQQ4XiWmMXqRjluxitoJJyTS7PazjvmaUsAHcJ6FSLwkqAvDr
Vtsi3s7DFzYgpl7wLipiHzpK0WZpxIGew7wCLrlZKxAAun1I6eyKEYJdZOlVhvnOzHs2G74zaCOV
xE9E/jl1ab0z424Op95eHl12i/F87mslo7IdvdvORnbL5WxaYOFKAQpUmc0lJlDmOXL+woUmFGPE
oYzYP9e01HzGyKo4zZrsbuDq5SEcMPMrqpihps7g+ktIP/Ac76FJZEs0TAutF0rl9fFuSDOvZP9V
VnmeG+Zi47Uy2Q9anMr5CuSqsAADmmoJSlkZj5kP4yGoIGJcNTBMdIwD7IWkwDdRNbSxble7ysix
zLJnhXtuwfk8Ep/jYqVab7tvzvVkTcDQltnEV15ZWV9aWBZ4pAzlo9VVzRfVN02QZjXYI4xKiFI4
+Au/VI+JNmFzVHSzFmpEHpdqQN7Tgbs81cmgnamcRY09VOFe90PfnHq7Reuh3OICXMA9arHuPYAY
07A0qRPnWZqrtZuF3t2OasG1p2t6M8xHb9qiNb2COlMD8bhd5x07K60d/FU0AqeKNvSH2jbH8ha1
bBYpwK1IMdUF/jX2sCN8Mc7rpcH2AF/BL2m8zF/8uDcCiccH0km72GHTEP8JrViPhC36e49w/2CI
2HhuYKB/0XmLHeDrBJBmaV/Q3Hib+VR2kGPPqvOGrxCU+83NAw8cr290g3Ww3vjJ1hpAGaI6cB7Q
tnjwOitCfX4OiqZdTK2p/sgBO/B3JVFp0RSvwZwazYPmleIuTy1RhQJUH7er2qAUBtOysKxvywD6
r3aFBA9SzxxQRTVG1MBRMX0ho20qeatE1wj7us/Tll2+w7IUbpJq0T9DEpiXvGqpNVBwbK7FApVm
OUwmWg0aQDX63Kdn+pBW+XoGkXvp7+NsnuxvNu4hxTHHoKYXYSyU3muRN9piUmxeBWwWalrwI3KU
8Y4eQbwzVsJGrNGyUBWO0uezYZlBMQPHnO29EPXkPTl13bOptLIo55J9zE51OyLOg6cQaQs2RBBa
BBwr6MiE8bCqFrTQLBpo7MKGCprK5ofeaovbRRQ0IertOjktBcZGa5YUsIVkEm8kcuZgSxkkyZNV
bz+NlteTwmTW7Cj10HhTPOYRhViPvA/JUIaDSp43HVZ33eR4jrHTpTV07fOAxz5OaXyKxJ1uagQh
WbDKlJ3hGKNnzn0c25ZtJMJJdL88pMk8uu0fdJ1fTTvIYq/gb3DhXWc+1/qOhPk8X7q4dMJ5a+z9
UauVd9I3mIEIqLfuthQ5oelBfHhbnKt1co58lv43PUdF8rPqbTqFTflJWVUC23PyxroK9Uoo0w1c
VULSDErqKF2I3d3s3ucvha7flw3fVns3wiJ1euSqPvVXWOCbBv9X4WhmL0iTksz9ThvordBSvRI/
qsIvmYhaQ7nsg0Ll25r8dkVk3NyNTTtMyXezCvj1ioCGXq+jl/hRvV4Rw6WNgIHzp6I037mpGCDB
jfqsIfnIcoqV+5ch/0fuDZ+biv/eWzC8sW34n1lkHn40m7lk9/6j/he6Y24W3/9P8/I3c0ywhkY1
3a82DtsbXl0chPiXTfhCooW9KU4Om0r/1TAEl0sEFj76VAcJOrRLhFE/TRw0AxeHrb8Nf8YNlX2d
yUcVuU//7//RDPNfwmQhbVmLidAF48x3zg2/c3J4qdn/u/TtGSRrwBroivEo3lxY35EWFJp+PSvI
6JALK4cipL2A9nvr7UBec2v1ib2Pof8boHXt+E2vdYLwQlZ3Zt3ZPcGyvp41df1YlvVMxLpZWgZg
y2QHek3HBhifpMTTWDU3MBcJdan2uZe1EcdNuHpOP2PdlQyfJ9uOHwAP6GM70tECHWldXTS1aoaI
vlVUVDhmo8QV86VvC3+N4MLIy7LQ1y9QkMXdUOLVhYtUE1Gkum8TvflDm6wGYmgpbXpvtoZzQP8C
pt1M3g5sKf4DSkb9bfaV81HX35fm0W9vqA1zBSzSgbYEpWBbxb9o+1MfW4my4pzN7NL4DOzgna0A
VEPY+HF72Syd8R1OfgmTVawdAdo0U/nErhNd2Ah451pDkwalACDvjZVqYhVXTh0Aut8hMJ1BY2uB
6iEtbYjJ0/of9lJkOsD42jhm5qahphP2229PU6CkbBfKjuybcjeBjxxqc5l3QEXers0zPfplqfyD
PMx4u6lt8+/tBd/t7lasp6k7wfbEbgxugX5dkeCRR6FVFJ8WUeyVS02NEhiJsrXX0vqiXMsreu+c
VLz8QTZGWAAXvZiOv/9ibwkor9/L0dEmsvowe7c2ndUvj9FU3Twx5e0AQmqMlXXVnEBM4g86uP7j
VXBkQS3DbYfE+fYqEjtQAFbJZNHsTUpsqF1rDR9Znlv/cJMdDNZxOkC/D2Ho3SK3IEVkIgfzd3NP
w1G/EZhNogxPzs1yijHbTw0zoDfi8odOjPOgbEcjynP0/GtB3kxLPHHmDqMoMR5ssKnN+zWN/Koq
fhhm2VlMztjAI3d20t3soaaOC+HJo4sRaSrHozT94drA5zXf5WUi78ayq7/gGeqcFrtSVEewkksy
s1EY1Q4TOY7Z1R05cXk26yPoMJTg9cxC1PKTzvQfHWf/s7Pqt5ZF/wsPLNPmmPn/n1j3d//1kKkk
q//rrCu/1t/fnF0v7/3LgojTC9oL+nK0udiMbyHHX3ZX9r9gvwu4npwgP72G/rK78v4lEDOxfcCl
sk17aw7z8/QysLvipIHAurmvUM4y/6PDi9Xx760WnxCKaGyxUHId4iHPfrd6NM80p6Q248gHQzWz
zSIk3v1yY/5hf3ob5f39Eu+iPNihOE3AQsJhE0cDOR8yqe2c0b/7/WW2Xe7vI+G8x+cFsYK5iaR/
2W1o4005XNcxSyynfSM4/BDLgYI8aM2HJh7/dC1CC6T7L9Gk2Ki/v1wLxga1vRXnVW8cz1OELQ3Y
Q2HoURtTP6RtAHT/82ZJDiItTlm1XKG5PC7oYLa7C7PqoGvOB8Pf7uL74Rsu5haevjGb37dsM3Jh
lM06x1GTarfSKo/plOwKYzhPtgervPuknD8gOH90yW1n/uUuCBNSvq5PcVTpyR/1wmUpbc71AG8g
R7WbUFHxP+CHvt3sX+fSr6N8d7b2XuHYqmWUssxDCkmnVBQfnFrvkqXXa+DOsjUL2SwC3k+k3F3G
xsNzOPLi5mbV66faE0eNa9mmdQnj4JJq5HnX56HfNzekGB9dn33mb08SJjMMNYhxOuKtt7dVCXuA
F6biyBmfpFDXKzDs0pVHlDYXXpydloQqMugeINuxrbz7tOs/sGk0t5P5/WTaXGo8Hz41gff2FX95
sn68eIk1VnG0VMneWfNHsO0L6SYBLPP7WlLKprcYZpQ7K4ENZICqQa46AXxFA2riuh1Q/vJ8WHhM
hYvSH84LfwOhi+Mop8Aempvfr/23VPvXR0ZW55G8ehgGiHdrv8Xw0REpFQAcTC974LVSS3YCeh6C
M9jd3TkmUpe1/pGl0D/tbHRxJ/4y4Xr/ja2MmIcFN9XMxnp6Rv55A/lwp5z09vejs/5p1uPlb2Ky
hSCdYOrt47ASLOJUn8dRoX+GJHtTCw+nXwAy2Td7PbdPmBCf8Hne64V2sW0xeZPuUKTgAupfTHX5
SdbrYcWRlW4X0ewmnzB92VW9DX6J0a61sB8t88HLk73WlEdfttcyWSMHC/WJuafPVFiMccfFQV0O
vx+b6f7TXPPgRtGSysVw4P1yW1PPK7TeRc9u+J9Tt7ox5/E8sf1Lp4MnGDsR2R9lVWvcr1l/NmO+
GPTF1wE9MNKjU26JAA7W44yRcSnincTofJqvW6bfrOH7vIx7EdvU7xbgrnzauao61gAspbLYIZ3j
uua3i2JeqiZYC23n/jdz57XcOJKt6yfCBHwCtyBAUhTlVSpzgygL7z2efn9Q95yRIA4ZfXaciLMv
dvR0RVcSicTKZX6TdJtGmXaqSPej2nujRtXUBNh2GI5h9d6yk3KEs4ZKZG34IJrhh2iWwaWxr9nR
gH8P4PHWqKo7P/tWiRHN6+YqHrPjpErbbgwfpwEshUEJ5mNZ4CR9zHQ7O9qi93ysmyCzfR2twFsW
1Kn5+MqP3RRsRKPfBiO+5Wb6tZra60xYvwZN2jbNuKsiczOF8QEowEHyc4RwMUTW1H0+dVtDrr+r
+HVHcX7fR0jsS2F9ZyjqjRVM0NzB3gzZddGkO1jZiMpW3yXm0JuyHm/Vgc9Wt15QA3wUSXsXVSk9
uTl57qcSMH4OPdvW97YOhTsIvS5o7yxLuuoS9Obzpbs174qAUXrZe5FQP0cxb9S0XuLlXjB0x55s
rxUbs4s9Y2doN0ltOT3BYwkkhfkH71amiPp+2euSCZ2WI8P+DW5PuYly/pVm/BoDBhgVLvFce3th
lo9KnB1rP3WzWTxJw3CdRtK2zqXj8ncV/bwL5ubOTsIDgm1e06bHsWcAD4XbEaCSOkl/xqXE64Pw
0FSo7PtIHEvzJ18zbkyDgyeRQUf9TRt0NPzTY7k0mlX7GOfmHgWdhyXqSJG8CxTtxsIiAI1iij1j
H9D3pZh/BF9HQVYy7KqH8ceUSdt4YaRYFBESnFYG9Few1Z+wAvsEPMEb23okYHJABiU7xpW8A5kD
OpnvVmmumsrcyL6+SePwILXDFt7CwTQCbxD9NRIFG6WZ3FdWLH3JepjdhkEC5I6rKOgefT3e0DW+
s3hxBSNqbUrdoMrgiPHfBBxCMbQbLEd+QhJDwQkESKTWV8B5D8urDlP+t0liZUkvDPyuBn3wlCrZ
y0G/gT+9awppqwcjMBthOSike3nfXbVD8EhyfECM28WN5vUMoFR3QIjiz5TMu0r1vTScXaEGT2YY
eohKgFzW96b6bC1VvxIfDAV8OdtaL68mSDZKHX1tBEV9Bv2Yc9Jn2d5Q/E+ZOl6IUKeCPKY6OHDL
qERB3nsffOe6MlOrVW0XBYg7YbUbhsO7zlAvXPurpsdfdxhFsi7QeKHvYa5SGxBWaVnRsoJSmfxB
qN+pkaaGcXCfgipoFP0QTdm+y00ky4vOw7b6PsmDL8udKhv+57DnJDVj9mha7WcxpkdmPWiDXNLj
UU5Fa7yibFIji0R7XdO3WhwCw7Js9MDpz5QKgPzJnn8Ohr6PMd+ApbSXbOWgmN2PWQNqaow7Eedg
JIt4c/7mWIlz/r1hqLO8JkqKqa+SFNVIB0wzTdudhvAxaq1nPZ9pzU+7lqGBCZZS1dprpJ6+R6Ld
VMgZ0Qfzzv+Gk2fjzU9YdutNnoQng5RBJrRdQxtvRRUgwFKU3+NGPJ9f59ThELKydDFN8cofer8Q
UwtUPlsNo8Qh/VrK+o0pkKfXjH0726/fSN77nhCMDglDlRZ+meo7QEEoiXNN+vWVJGMOY9vHoo4O
WcdnG3bX53/iqbSZ+1uBKGouKkWvJ+fNXpjBVKeiRpcGbogjTT1mxAQeSfLiZEAlqN8qNdNMyf4k
BYyeQN0553/AiZpMMEA2BLcH/ZnXLtmb9aWYiVbF+MTNlG8jxhRAbn5idOWlgNzOr3Si7hHQDRXF
QI+Kf1hFBKnURZGkle2q8VXWaZ4Zq27so4qnMr4vdSLyt/MLInrI+10l5CxpM/uh7sfyZnXQUrMe
szZiyVInEePi6AxjY9XBdkl0a0UNHVFJ3vKHS9UZzcG206zSAZ28X07ERFGmV8Zh0gZv0vttNqt7
Y0r3aAIfZ9s4NDOm923wBWjBtizkXZf1XjX0XmxmLkKQXjaivU8WVAfBjWVmxyySXspMesKiANGz
5k4B+ooJ4REGwg3yJIcWbxpw6wckHA5NJnk6VjEMXB3RG/vKjL9NVFXTKF7ktDqCRvOW/76FDDBh
J4g3zR5m/MEq6KBanTfo3HFj+GXJxjrWA8V1bVSAQ9P2CiDYzQiEQelaxpe+15MFTrMOCH3eAUHa
LV9JZ/PnTX0nEzFt1IOXZGkYOswpgi+BLmHpR8XSxocgTP70VrLXqJX1bnys7Pm+y0c40XG/NUtS
xKi5UsiDl0yLsZXXLiC5Pt37oeSFsgQwJtjBq91x2x30afypq+31HIy3S/yeaoCM6reo8h/nMvXI
eK8bG316COwgkYjWvXVEkOAqHW9QDP4GHG3nS4jnFf6LDKeNC+OIGO9m6uEH8x78ud00JafAjh4C
ss+KrBfRC7Ia+zjhg5HW4WHQ2s2yhwxg7+QseLQnHDpUe7f8dxG+DMuNKo/Gvh+1G1x8biR46kMV
/RnZvyLurjPrue4RjcRgiE76Fq+MTcSFryaTO/vJQ1KkLkPHx1nYXt2SP6WpO8jTbklk6JO+WDqc
DNPXbhppdFH/+eRTj/h2eyfy6RaxgWs94cKPeaectQC0uZxkRwaht6CeZxE/4hKwy5tvpmIAUMnu
l54RYJqdagw7pQSYmOH8NIUH2L0OdlFuGCUPMxPmoBiuc4rTwkgecgrWGINDcOcLrTrchX1MklyG
T0svZDkj5jjtAsJUPxCeOIPLFZshzDEBS5iaGYZYxnkdPBvCj0l0bX3Op6U7aj3v6tDYLO8GwU3P
zEzwfzDxCzZIouyM0j06UHulJpMbnvmkP52PCB8vPxrryMKBmoFgbdOYfn8h2Iocdzw7QlsBIgPU
AypsBFyEwCuTc8Wo2CXBkxAzrLFp1/ikgZp9oSz9EHCX3j7xnq4h8nTWWiOukCu5lrXRdps08Pq8
xa5KhxqRwhRqL9z1VLrrALg0Y0yI6/LCLSUMvn9eBV5cDobfApQRHyTkFkDUtjWSEeGjkGesuEjj
Gz15kIwQJyBENCrlpQrHb1UVPpaIlTt0YIESS8c+HBBoXCAcUP+wk7HGwARaQclJbFBirqapJ1OX
TOmIKdqhn1NgPvCJAJ+yuRRpZRnsEGOA1EJRECGCqQ6A/ztEkWzszsjCxnncmSVAioFZVJEle3Bb
1zbpbyG0myLRDoZG/0hEj9Qfjw2fTlYPt7bJiZoAa4ctkGurIvmf9JsCI1I3Ck2nycS86cLgc2wh
Y22a822uTLcDuqAOAlIMsIH2AvsjCs7ZUa/Nm6ENv+Ra9CAlxX1bZ7mDcbBXGxQVJfGyy+AjNZzV
nMJR9R+BKT0BMoUBKHnE4denbxfBqhwEKJftRs3Cx04N8HuR0z2eSz+kOvyNawxgagsLwLy8t8zu
qufzlWhFoKbzmMSAl6XefypMYwP9tXMCgC5ZEnxuNSpCKse8z0vPr3qPSHCAG4fOWXzwrfy+NSjq
DK6rkGJNzamBC/C9FZCbJggeq1beEpFB93pFax0l1X5KWJOW2QNC+lt5To+VrB1Q272xqKdTyUYG
kjoZPx8sgfajgi8PZ2Gi2NdMPlHqjM7ot20ZHhD43CZ18LiEWZDrnxSQk6LtNj0IfwcWnfv6l9vx
HmM50BFdtBEt1WyV7luVS3Gu92bDH3RNsqms9kktGbv5Qwz82P4lcEByO8tAK6iBQ4Uu0p7RoeXk
EF4C60+XitJpSl6u7oeHVEqQTBpvNWtyjdbYNHL+HT7SU1R3t1qaPuAPsxdtAaqQ+5egPFNIlXL7
A8QeE8BMwkBWmqdDOaUPaFW+AO19bFTrsSI4e3aXEbCs7D5o/E9LiY0OSLIZRQQaCxccIhpcrw3e
ah5ej56ZclMWBireg2eV1NaF5GHWcyVTJzt2982MKOPJt1MFTK1JzHTk2b8uFO1Ay/+QCvO5achO
0N2+TQTqiIUQ+SauYI9qVvzVzvtwq8WZ2zEiuV5u+joPLuTOJyKHJQvqKlR2yZ7WvfqW9lY2NbKA
BjCQHbGZXLzm8gnq+TGhO3E+Mn9cTmUqQM6PPD70LXM1GpAjM0SPJqdASrvrJT8JqZqtPP++nPRy
HC4sd+Ii0Ok+YiZBVUYH1Fy1PieLf2fqg3ALgn5KgV1HAMiTWd7Rs9lESvJNnsInxEiOUZjtI4Dq
8MUeXp/5/8EU8H8Dffn/cEhocif+9xmh97P7/quo36Jalv/g78GgMP7FeA9bCSaAuBUtc7x/DwZt
9V/gtDitXKxIB77+0b8Hg/+iN6ABXEELV1/m6v9nLigxTVQwLrG5ieE0/SNIy9oEB6UP9LBppSPr
zwGipHp/3UpQrcNEnSVvTgooPsmz1g6bOvuTU9+nMJagiHaMRSEliiN4NQDutdOOsACkbjdWKmzD
muRyulB4rTIOfpUta5rGUdf1BWyzFGZvSry0GH2rsgnonWyVm35M0KEn5fWgYXVeZNqXJFxeAWhv
yq5FGgQ5C8oudgI7hXVv2p/1uKfmND109onalZkb2W1rzqbv9CGEHSfQdK6GIZcE1AS5Qws2SLgz
URedZVfxmz6HDValtx25KejUgK4McxOjAdCDetSDUoXt5wpMRO3RwrNQl2bAV8J/0dUvkPlolUKp
mz+HcWt8kzrA6DtMVicQypY1xE95Y8+Kl6nGXDsw9Ct/uzyJ6TVpB4QbKVG69eYgoz5X2nVkHbRq
eZsp7ZjeMVDMePQbRSgb5LzmbTkqvUHhaAU7yZxiAx2MLtW3qRp22zALZNNBdd08VEWaDzvoSKA6
xi6PPwfI08DN1pHzcPM4j2Hg90P3tdIX0lMMqntb+mihOsUCc3DDUpggjBK9zhyEUu3YMUHfthso
bRW8eyWbZUC+Rd5u9RCAzUZHS++nhbIydw34HvuQBNypeEkIgUSghlG1mwfDdNdQKJaeqU5sr67F
JbBPKS3wJLFE1npBbZNY5SG54aaTJAOIlpwan7q5qqfNWFjmyyhVuY5/46C0+0Au41sFQYz5QoNi
VcMvh+lVDgibENQnzfVQTeogzo3ZBAM+YiJgyql9i6shDESgTbq08dMRKY457A6hVCORIPc4W1/4
CavOBT9BQfBGXxqMwsAcepVFN2qAWS6yWF5Ri2rapBE0rc3cWyplEW73HBRpoDHjjzIJ6Ejp8Tf8
8b+6Hn3oHzLBAnrJ6zFklRi2oPzefsJzg8dphxgh6pOD9twlVXMfh83gTuDTjh3Cblc2Oe/WVyBI
z35EfjdQ0ws/gzyShgG0XIYGb4Ly/V+f81t57fV0Tbwi9/hFeA1hv/DBFwJh92iSYwXqlp/e2Hrd
3dGGqy9UbCdXATIATwpcmLnAQN4+eDAGahx3keKq2phfT1GeeqnPCO/8s6xlsOgNabTfeMkqmBK6
tKtGURXLrV/4PExZJNa93VvGY1e3+m8F1ZVutvRb5i5fiMw6nSRczDDJCy8E6dUZ+/ALVg9qKYU8
xzBA0WRR/gg9h17etP0mjmanMCs0RwJ/kTaY8gtD69Xn9WHd1ZXlT3GhRxEQenyvB6p8UzrElf4N
J4OOiSGM320ZB9OviQ56uMnkYro/v/Wry+l1fRR9ZMXGVUADXfz+BePlAs8H6h160lWwKD77mzCE
oCPGJj2gA2b+OL/eh4br8qqRxrdtg64rQlZLJvrmNowKGDQqcqAucjOJJ1mhcBu5VD8hTCNvMPGN
r4w0sR/6EvmuGUGd32h0iie4cGN7Iax8PNsgc2XoP+ickdGstdfgpzXVhPGOC0sA5KGiqo96NSV/
ZZn/NXasM2uely8UNC8dcGXJsN8/72BRVRRlr7ixLsfPrT3NV7AxxbMRzjYzEU64E4TpP4MXGrxW
1O8xi8AuQtdkMq/3q9KwnpK05DgbSLigf9Ql3kz76kIMWg7nm0TjdRVAnHy5jDNIC1eZTVEEUCsz
H86JaMLtmI3VruiJiJB10q/nz83Hc4oqHz0jGBdLm16sCobZCkmxkClz57AfbnJ7gGQCaMdJSkn3
ijKIL0B2Tj2awLqNYnbBMKirDZTG0cjz3pLpJBbVzuihGc7JELvdmIUXlnrlMbzZRsIyQY/KXl+M
9TiMq9slFCiZy0lgepCMcU0NFOy1UcYwih+oPVQQ6E01qR3Fqvoeqq0+7FUZXr47BSioHjNBCe21
QTXeD8B/Omg1LZOWMYLA5kCPxND4/JtY7cwyy2Gcu/TOAHYAAlRXRytodVEXseohZIohdTtBVV3U
7GUNfvP5pdYDpL/WQs1RBiBGhfCa8L8JFsrczZCfJ9XrzE7+Bp0wLp3BN5pPdd7BvGim3FIBQISp
BkFp1AIwCRZ9dIGXNxwvXYbmien56GLMa3/PYi6XrZ74TEOzUdOp8dOFC1/AuXRnYSwQBBDcytX5
hzixX2RNOp1AKt6lFHi/X0lijwpkfI1xgWYd0TOxDrNaT9cCSvzj+aVWsWbZLqIZqb1iqCaOpKvY
mlfoHdYm17Pehspuxs3vwZh9dJLmuG48JZf9Z6OKuwsRTl3e+PvzC8mBoSoXt04sWBfziNogzltm
mpflUfMYVxV+7UldS8vsrJi9tlZ67A0A8V+1yF8NCNeoyETF2OyNTqI1QBHauVagAfuzeYjMGEn4
rouwy6izjDYWDO38oAxqalyPQSryHejQKnattoexniixNbjnt3F1MbxuI80Qm1cG8Acn3vdvDLLN
0AwyRQr0w/bG7krbhVgaXlhliSDrXWNAz4uiA0JAW331fpkNaFNZipe2eXo0+878VSCYEngMhZkQ
+Fm1TYxhPuadbj/DFE8uINBPrG/zJYMDA+cLzXQ5t2++rYxLtylig+gZ5ADQtetS1Q/out9WZvQ7
6/QOJIt40bXy5/ndXUXyZXcXjVU+anC7EPdW30OVS2qUD7LhZSUt1WSumys8GIeN2VeR1+Ll8I/3
GXljHX9BmDP0m+zVzZHplcm0oVC9ZOzqo11o6ZOehflVQhUNcSUKNc+WVGmn29OAkJf+b7T5f80A
1ikPT0zlz7eB2y+pFpSx9zvtR5EeqaLiicPBZ7yRwVuYhqk1qXAx8abKFD1NCFMZUtxPTQ1BHpTr
bJr/ff6JwZ8xbM6/go8HnNYNxmFLE4DNeZ3bvnn1dUiKJtWaTkNVYyBb5X+02brkSLOCY5Lk4elE
IwbQjQK4F6Hs948tDDiCiA/KnpzE/uyogWn8LJtQGYGo5kKHSj939xHE0MxJW/z83AbclrpDyTr8
Y44lQhyKXaDZ3Y0zmkgZoq/gekQDUG2OGvqvUa7SwcGFAzmNOf3cJMmcAVyy4sipY3vIdzNjit/n
d055v3WvDwVJhrdoakves8Zs2oFflGgTqV6fZtsmUMlj0eFEdD4zf87MUGQH+RLpW8ScGLGUvup2
bRGPtoNWJjzWuVQ3KLQZD7olJZ/O/7T39wy/bIHp27Ralh/3EdZpo/duIXpDx1jgLNIj6Tg6Kg2c
BytQjJd/uBYyS7KJHzZdNkGStPqmum6AvYLdGTJgZufWVkAvvJ0r+vHyeCEH+PBYS61gylDUiMV8
PKtgbIc6vhowhl26SdoRbyXh0bfpd3hRiAu10KrMZwuXtehfwjWF3CmWtufbkJgCWZXnkrXkvLyd
+VXEIzg5XaaIn2gX156l0UEClNdt5c5WD6EZJ45dYVKAv1q5RatIv1Aefnx6snfudC7WpWhac03V
ts41pRE8PWJq20YBq8lk17yy6qn/xxv9fqlVxiugRKs5yulM7gqEaGhqgN5MiZPtRa7Z+zxl2Wfa
kygzy1T66I1rq7pBteLM9jsL+nsu9/e9XC+aR0zf5nGyHnr8yd0kzbUL993HT3dZlQuXkwsoidvn
/dutp3wK7T4WJM6DeErkWHLsUY+v7LlR9wFOgJtSID6qhVPhmYxoj4T04j40IzTDlBoGNMphPWS9
Sv3nL5mqhnnH0iTWFXn1Nc15Hyd50gp3sEZ7W1YtcOe6G3DQ8WXvn364Go14Nh51bCEgCrzfg6EI
Cn3ITAHatJCRU2vMG9VWk1sZzalP55f6EClhx3NoCUvLNUPv6P1Ss4KeFV82S6HVj+sc+llygDrJ
+VXe921ejxKoQ8Ve8l2VdVarmJJRl7rmC3dxBY+3aqwYKD4E+TWsMwN1wIWCZiJhd231fnPhGl1d
7H8trr5uJhw+YAWrxZsgmTHF6oQ7M5k70EfvtkFS6Xdm5iO4kYX2LsBW4IWuBuq4okqxsqmj74FA
n+rCNrxP5v7+JSpjBooyOg7ryYecB2gEjbmgSz2lNw1Ql59IpI232Wg1ey2XJxAWavlJDHL3XCIo
dQFGd+KDBufPN0XMf73x379rXO3kuE0k07UNabzOJFl7GfXO38Zd+0ziD2wn6cIv59/8yUcG8g3V
hQvow01s5iZS7mMmXOQXZ/TlVFp21L5XZWhJP7hep+tZV7KXAbXbXZyZ4/P55U9EZogbuKDSnKYH
u1YO7xIlQcKoEq5vKQjiW1p3P2aJf9Oqavfr/FKraenfb/fNWqvQLKMsWeOaI9we3qQDZt0A69Ro
u0DqquvJRKsU/1WNXvzcPxhi8G9lrPS+5lph3oAsDf8vYghtEb5tJgPMp1eFy6QjIhsNnDUZ+UK3
rYijcoBYeqCO/8uV1oFRCvI8kVgpR1lhg7OJ7mFDpjCskSv3wh4vf9d/yrF/7/F/nmqVZ6Sygr4d
+hGuUprD3WxmgTdOmXoX6pFTYonkWTXiaWkl/HTTQJS7qYdhm6bmpbLw5LlaCgZak7T11zzsjj6l
znUgXK2fanc2/HmjDq22HdHeufDMp5bCV4PwCV2TRujqWIV+MylpQ/jCUUffpRBBtmo1am5Kd2d/
fnvfF31/7S7nBfcUYAZYc6+WstPSkhBZ5YoDP+PgGJZ/s+W6uwYemMGQEe3h/Hr6ibfJ3UNA1DGB
AIT8PiAFU0d90BW8zQrB8I6hFB5giEGeX+VUCAKiQRCgdWeQEL9fBW3ZTEWqi/g/K82hGmYJ4T9a
dZJco2+UJwFku0i7yXQtv9UGGM7nlz8Vdd8uvzqyo9YIUfdL0MehCS/G0Nqi2p7twsFAe5J8eUOf
KN6dX/TkzmJEw5Qf8gN+EO+fGcdLGQth4t6ADJeb6nl6NZG9XFjl5NE0dGpImIQqDd/3q0hRmoFX
5tHiVLZ2Vj4aOzno8G8CE3j+eU4GV74p+gM0y+ltrpZKavKThDoHe5KUEyJVtEHMqB33aYIIhR9N
HhjeYjvr+zbpyi+VIebvjNLlyStp5144USe/EziBy0Pz1OuvH+KkaOuG3YUbh0vkUFc3eqbZN02M
q0E3tJdA4Sff5pv1VhWPHE75yKifh0f8eFO1AShR1ruwx6dWoTNo0jOGWsuF//5t+lmPKo5MbG1S
KXtU6jjAayuUr86/yUurLGfqTVejzQc4X3PJN2/O4a7Dq2ALNC3yzq9y6psnUdeWWbRBGbx6Fsgq
Kj6OfPMRPlQHfDoiyUmqePiKZibSfYWGpy7aFrrqiMUnYpeqfXfhJ5z4OJi1QDyEUc8/rItCXK6x
ecxyyx2HoLtGYXPe+lWYbHKG6C/nn/ZEiEF+HTQPqmG039ejdxNtW1SFCpZSg/wrArCoC9Iyapqi
/FZzhW3Twpe359c88R5Z04BcCVOB4nD5TW/eY4MbiZROrBlEyE+HcawcZLTRLnxpJ1cBBgyDk3T5
w40kenOe4X5gpNvg52CpxR9twfedf5ST2wdigP8DPsEd+/5RkMjoJuwPqKm1TPjcC1biaUS8r7Po
1Dvay8kDorzahVVPPhqdN4vNA3q85n6RiSOZ0bNqRW/ihnarfp2EFwe5Kr99lTDhRiZTTJOlUFmv
QkejzlGXSQqhYxiTXdKJ+jNCvcXWCrP5WEpt+xzPGiy5HBllCT+XXVKq01Wjpgkw5qq61JI6udVI
KIA9Qy6M5ub7re6VVC4MQRFNbxecNUqf4xYwZ7VLy6kldGfDzaRrwHvOv+ET4YBd+M+yyy69Oaxh
FAqJpGlxiRiwDyp7//cslcJLWrvCCq+KJ4R9atsZkKKELGJFF9Y/0bOCXkV7CMb7oh+hrl5D1IxB
mxZAzOt8TF644LoMmqHRak5qNeI7EnfDr7mBFe2gM6E8o2eqf5dSpqhOm81Z4ZW4oMoLtJphzPmt
UU7uDZ0NWjwKKdL6MmvNNsTPiA4A+Su4EWRlYES3qXRLtWzdRqmkfBk7fRdDJdnEqj9DCOkmHDvN
6XkedP13U/tfhUgx7okj/aqyg3grR1Z8F5nREDmhhbT++V986sNhQsdYYlEqAaHw/mVORipZGZ5o
LmAXbWMGAiVB3zcvRJ5TJxXS/6vEF2WUtXpjVZhjoifHvDEkldFEHaQR5VJ/2CpaMO7sfFIDCCHS
bFxY9+O1ofNlLA1i2rbkbsvTvzmqeR7EsbCpIiylDDaI+8HBEmGKVGkZuOc38mNXhqUQNtLAJVFh
rN/8EJdShz0zJeKQZ/fN0Cnokg/9OIJWwjbVSzQ5PnatLLJv+MCMlwBj2vKxv49NHDm0uEwGTFib
rsuNoeymLLPweE86rOtx8KmS3wn2LJUL1lC/jVPVDpyok82jEecoHaPoDWMgY1KK7HcZOXqOfpln
y10GdQNT88FRpQzJ48YsJ/w8jTYOdnLV69+jeSz7zTj7YPi5IdVba1qsF1QR1TB/hVw/kpqrD0tj
8nsT9NK8UWYMc7cZhlk6NItqvIPF1RQXMoSPB1lHIo7+G6ACA7ftVYluM2RW85hyKzGiwUObOH5E
l/yf9y1ZZYFl8K1waa3zEKjdOD7ZCb23umOok8/21pj73wlqZRcgEqfOE1JDxDeGhwt15/3RtQAZ
2k3HSiBWyysRa+onuZu1rVbWNPmksav+4BTpDZKhXZoJnNxKuEIoDiElT0byfmm1TXRYn3SNKeoU
fFbHsvG4V6OdJk/iiz8E1Q4Wf+ngrN5s+4irsGZUfU1QU/B1BTMmJf6DUfrDw/lP7ETdspS3VAkL
cIt/WPbszeeM/iZ3XIo/kT81hsbYqVGfTMCgz8yB9NvRKIMMaISS/kTBB9GvGoP0Cek9PsLNOEpB
tUHXf/rHfUB+E/pOlMI0xxgtv/9NkW+GsOsmAd/JKm7TuPWRcO/nXwpC2e5YzTOmFFlwCUBzKrDh
uviKiITAsAZY12rIR6gbpORzNmwC1ci31FG/lFGxLoTQFVSHPoax6MqYHAWSYkChqweskWO1bTqd
biVb6cECreyU2gj3BqTCMbJwRHWkECe4tG2yLSbN3a6ArEIvuIof1Tkrf1qVHv4qR1W+NxGALpy0
QeD6/Mn4cO0uv5GDARqKb0VZ9+f8IJBQX4P3UxnpeN8ZtfTTr33/e5OYc+s0OS5yuxK+xx+8RPUv
kzo3u/M/4MMns/oBq1SsHnLYtHouuV2H2nEQ2p/mHn2E84t8CAnLIhRgJNYLYWVNnI5bYcQt94yL
sN2RUd4hSbUc9RTtWBv9dasbj0ZTX8gPlrf77lpZ1gQES8216G+uhw1DpSNeJ0UIB5tkmc4QZAFh
z6ypZqtdlAfSl/PPuMLF/n3ckFIjy6YKg634/nsyJACMQsIBS+BP5uLdZbhxY6PCO8V6/Qcif/Uj
L2wDbF+GKVAFjNDMLhXvH76u5aFJGBa4Bn7e6xpm5JyFuPJJbgRI1kGfq2ICKhu3XdmVT+ef9+TB
ebPUKv9ixhmAl+Hg5DgZHGIRPs6Zku7PL3LqJaI2hkmQ8YrvWy0C0bhHHj+WXAxokFTJ53K2HKuy
5J2fNfJnLBS0P+dX/JDwUc2yS6g1YZ1qQGZ4/xalZpoAYUGDz32/uVasdLoRjUgfUix3Imfu4nSb
Y7J+IQxcWnUVqhK/Dfp0qm23t+1ia4Av+qMuaktVY/euMI3yKCHefOG6/PgGuV3ABC70IERl1+DA
Cp1/bJRQzdPjCMsuOTePihKkV+c39OO3zypAU0hxkLFgnfcbOhBe8F7sEVqyEbS2wx7YfagzsY2G
GX9WG/2vHfaYUEGLOI0unJ+PFRdCddB5Qd7TO5dJMd+vnkikjGlhIDNmq/Fts5RZG4jE1TP2cUd8
apVNnlbl1dSE4klUmOxRoslbk1n+AaGJ8NpoqksV/6kNIdWDYgUZYMFKvv9JZWREdb7QL+LatgD6
oXSO86n54tdK6290tTBuqtwckMtR5/hCmQcwgr99HRbhiBhECZCsHxChSP1MMDR6ZHa01roOFlDb
Bgu6ufNiUcoy1T/ZT4HY6V0cYETlUJ2O5UbGxU7mw1PNmORJqmF/GpVp7PKujDRoMnL6GbhL+JkB
7H3ha3bnICIf6V7YhDU2o4mW5xvbx0rFoSE9RZ6PuOmXsOvscIfVHjrgdtHU9xUuJLqTS8rwoBu9
fNdpNV7ysZzV2CLSvijwmZLSxK0aqzcxfEyAS3eZBiapxIZZdrK6134JZhd/csD3R3vGEtxLRB1/
Hlvkt52cKS99duQHnrRyKl5qIDA8D+TtFyMR8o3fizF3qtTObQctf/4/nj4MsyYcVnF1BO/+c25H
uKaG2Uotdk+lGcFzQZz9IOQebxJcgaZwoxRDOdIMj9q9naUVRN8ZR1cnNEv8HCVDnUCxy3X1wzat
IHBNrGSvgKp0n0cw0vEiThFpronDbvggDfjRZFacWM+JhobYIplR1fmGXhKykBvDkvZyFdhgMPKu
Vmaks7D9UD+hzYSnJj3NUaC9bwEXqAbs7Ur/UxRojDgiSy6elTCAy7PrRIurV4tDR+HkyJuEMKIy
hI+VEAdwFKAEHGvD7JQaoaCQSQkmS+J7O4bJt7pn+IVCol2lOFXp4wyHxsI4YOiSoXUyY6Tun5Uo
aTaKiMbfPYK3DyUD6d/hkAh8XMxMThcVvQBTFAgM80tjZcGwNRHcSvaNqWO2Ms9yWzrjyGDILRXJ
RN6/s0jbqqnpn5QG0XhXSWlmudiFU7WqSSVUJ9XqdvYEDLUZN4zAaplE6JiFlNakYoMeaoHk4SMG
GqidR+nPVHEGRqNXaK+gjH1PpwUthyYRfuMMpA6oaKV+y1HXevPWwpYRTaxOrhFvLwy8r0pmOEUK
KdspQ2n6xThAYKarieCx0og9jhL64r4Hzdg4bTHmFRWABu5KMrLky5Qjt+b0tZrekV5aD7hdlE+A
EtA+m6uipN2p5sr9hN8n2GgVO43lVA79sfKLxtwOQlL4+wETIMskFzhU8uYQ97WNUf6q8rF9otPT
D56Bqg8UrMCsr6JalnsnNgq9dsmPxh8MnPvvmt3wFzENhGEoZcmsQcTr5yfDD+QnBp/qN4O+YOjE
fVJMztTN9XOeNsaIOJDV64CCfdN01S7CmqPDEIxPPLai3y0OEYgG0up2mjQK731dHduDpmTZIcGi
JN9hSWBZiGiEY+3KoTQAGxyqmDF5AAa8YkoYHK1GHx8lbE+/YUlm3BuNaMO9GYfQF1MfhyBUotTE
CalSbnQpnkfEBIT4OXR2oHH+hl6+kqTFsRdsIARwC9Noa5Mxz5zpi4d64XSy1nQunpz676pN5vQe
J+4AgY8wloa9+T/Uncly3EiahF9lXgAyBHaYjc0BQO7cKVKkLjBqwxLYAjvw9POlVN0jstSS9WEO
fSkrqUpKZiYQiPDf3T99EV5QcKYDAgIlMDsAVaqeldFUz3Qym4+dli6UiKkWlKLb2f5H2g1pYabs
oEG6aCgACUvg0mh3maS6AqUx4RkHkFzRlJHuptyc3pOyN/adnVLkPPvmGjTrcZBF9gk0NQQPIYv8
KYU1ThVFI1sWYNtuP5Vj0rxPcMqLsPec/kn0hSP21FYv7nlhGJxQUmLzoCeO82Dkg+y2lpfPHR1W
WTk/o5qZczTOFhySJUuN2zmLx3nHTRHzU2emPnzOWlUYYblgqA7KPOvcU5Ys4DZiSzgmtYYoU5QS
zgy7/S6mFMNYYkjTDcgjZ7OAr8yoZhvqItT7WT/S5USzhYN8rqE7S52+UbkO+wWgjAjGQuszJC5O
OUHujDq9CZ1FWdw8NLUInDNWNKp0YLCB1/TuxxGe2aNlJxi/AArH0GFH6F7hMutaF0n4lfqhJguf
QPnCUrUH8ThROemA+SMNIoe9KBzz0dDGId41tdOWh84dhybQsTuBaIcNyD+nJHG3gx6X2clwZm2X
pp3+jTIW8oTWrMvhorBLKDBezo76TKCe4gfZa111A0Z4qXfg+3qYzvhn+a8kTPOgGRncRYUnp6fB
tSnxXexM+iF9FZ3YVw3puAeTCGxJ33w+TVHjzRkEZqdrTmLwp13iZM6DTlPQk8UOlD5OwwPxlZlx
9sGhR+gs1ZGMuJI9yaWNBHedf4o1njqBoFD1G44EKuorfSjQak2xUDW0NoMfulTJvIxa54OS15Am
okLm7RytRpp9xO83X610Kck7Lu2pjtKkEftcZNrnFvDVcDCHGGY0sxIZkjNeQSI5ccLa4fdARo/Z
UPAQqCsN5A1nlcnaThh87A0mTNwERA16ubEXZ/mQlb141Mw4bsBWS9YJjX3Ii5f5yYWVyRYWqYSb
SUtfb71PnFh7Up01cmQ3Z84DWjeaY9ijkvZh3sr0g1m5AnIAjKiHEhsR4OF6FN80NfZfJ3NdnklL
T9x4yspPbty6bBmqhRYDf7WAkaaa3pzWFiV5W8XneqvCzYqDbXfQOueqsm4QUoqPhpsaV61dGXO0
LHXdP5htnl321Wq2kV+v6qrj/6JexT/Tn3QjlZ9SU6RpSC9maQM1hQcVOF4+fjUE/KMI3qRzkTd6
83EAia0Fsy5kvxmXnvixV8/2iYoHClSybFX9zmqk5oWiqAx8JgN+5dAaqTXl51/tdkvuxrq10mq+
jytvaXduk8FsHFdrAsA6IYOyjRt84As913VAAqRWPElxtQecgqo0WkiMxaGjjcuL7KvqTLIstS4c
+VwuNbfGEu3WJMYJmhdUP6p8pmkKuNNkll/NMYX42ChLuyzMNJfRytjGnhyyzRmXEE8bNKQRvHQt
T4VH/eBW9yeYnNyPfTgOWpFFEK+GNSx6S3vyOmhWgd2n3Uu7LPO5VZXO/Y2jNd6xqs26D1pNJ1wp
sM+9VLO3001QxsnIzxuUpWHs8rrVu08lDbT6JisLIwstr4yZW8z+OZDKAcEOS9XFYMFWdz2a+VTr
Ub5q04mSpfQK71glI713rTtgWgEy41qHsBF41yVYIJ2KM4NHyWQ0BYHAsebxXcdr3eOB1aaFVHNT
Ad+uk/nk5Z4eAznFOLBxp0RQ8WOzY42oGnQ3qqxVHzpppr5Y5Tx883TFjggoVXkJ3R3fcNKOuPCL
JXd0UlHQACCjwucKW2NtYzZE5K+DOEaoC4SyqQslqSkbGlVYOAOf4T3pdtuuus0CYTM/H7KMP6nW
38cCrw8S5GAYwPDPs4j41p1atrg5iyXVIiIpKQkhzjFU0bR1c1pQkYLYWajQWstl35Vq2XtuP93Y
tA5Fc5HF95lTawetc9e9PyTuXUlDHMJ0Fp+qdqQFdxzNXT0U/S7PLSOcKvDuNA5gXl8nL8hlt9ZB
ox5+f079hX5DvJRMM/EanWqKt+F5BcF8inva3c++/R31ktbBEqsIm4ZmZ8encBxieX7FBju1wpnk
1lU3OOkfvFB/F3DIznOg53x2/nDfCsXu7E/tOBd+ZBkFNcNUcN2x1rAdrxb17x/MX73Um3OopvVK
QQWmXKvS0n0qRXevJYVA3ijbXbEQlFgb9d5ie/zh95/0L3SHc40MN49nAhj4fkT9SQyn3xzQeS+p
tHRaY1NIqTYaRRub37/KLz9J7MycsHE/Qh54fcymVV16RZ77EQGx8kNJyxkV4gTYdqhufwzp/PrF
OE5j06Ys+u2Y0OeJbrUZ+o2VQ9Zoa4ak7DwpxOPc9Pu39ffzOxcIYsY/Xun833/68OqyTXGf860x
EJv3qRvXe2+BpLjaLs7dpJno8JLp+9+/6N9lOESxs3uACCk3+/fxxk8vag8TLMBioAd1bUW0GK6M
Mv0qbS5ABP3F+/iXCazzZfdmXeGhc+5exSFOhvjNG6Sdqe47t/SjWBnW18nv7Cky7d66r+dej4ox
q96nlVk8GcMqdnNtG4+/f6+/uDqRTu3zwAD4ArOa1x/w5MRsuw10Y9OY3EdVkGp0aWX+ESP4f+gz
uh6/tv3Qfv2vy5em+y8e5V9eeki0/wFArrPH4F9XF3HU6aaX6uXn7qLzn/jRXWT477jGSRz6bNXx
TJyTuD+YJsJ/d4ZqkSDDN8JE8xxl+yeRy33HDWic4WtcrJj8uZD/QeQynHdkXvXzBAK5k8vL/3eg
JudwxKsLFaOqTf4IO/u5DgNT+dsR/eT1id72JUT5dp1BmZttJz9pqUTNsqBksVdwJNoGLkjTu9YW
vXb8wLc7b7iZmjzLIhuYoIhqkeS0Y/Mh6JdZqQ1IYQn9FduR+AkQ5tIoYJUOifSPOk0qiN/z2PUP
PCccVKO1TT5kAzLdHs9IH1/6U1K86NMK95LaM+EHpTZ6L6ZZltQG+8NNPIO2ZyKbbmTcyafMre0t
CSXK09h/P1sjIPKIZrxPvj9l4Tqf7QcENa60xM+e4jlmQy+4B+3CNz9olV18zMgcUZo+FDdtkRFB
EqLfWDrW+sDCrhWwP05vvGWk53zhK6VW2tE0VCuHnYLuLhrzRirRjblR122pxVS8qTq5hV3vnUo/
s3erQ6ebW7H56lYYrUE+dC7C1GheianvALWr2fmiq+7ZNxIRunoFfXlqxU1HZojK9SmuobSs1WaJ
c3ZK1qDm3Yq5iHODis8+tYGjWuPU3nXnxtknItciiN3ivd1U6aFK5+S9nzRNgeTlJXvTAUoG+dV7
yEadP4cTlVp5L/7Wes1z2UoZooxMAV/tcOyIvoTTQsuhieB40BxR7MqkkQ+OOW2184mKYA/hpTUR
W/y5WoTF2t7WMQGBvqGlkC9Mi1az6zhaKnGdxuIyq+VDZtpoVovHY8aYs+QRS1x8Kon4G2xCx/JL
O4Ij1SDq7oVZzlmg0fJ+6eBYGQLjzM91c7egAckB9Iky1Fx33TgfWWplMBfIWqg+fnoY4paolWVo
975DEhxpyIoEJnewBE6989N03ap0UOFAEdIxLow+yL1xoSuRJzl7VF6vu3ISxMDBhL0LS3OXuI04
dCaDZm80L6t21SI8vMizyoFhUJkngKccE4pFC9OuNThCG8llbEzN+yp3y6u47vMvUNicPli6oTwU
fTYiGp9FZCtVj05V6HdrBQZY+V76uWO3GXWrme+qqrajvtJzMtKCC1AzTi0f201merTbl4YbplDF
j9WCXkF2/WKVZbOvEqECyxtynToGOp5yA1+4kkbDl0AoiCZOp0M/W6g3JKLGPZV27xmfizuFVMtu
FYMBhKMHg0NsgOPGCRw4GefTf3UcSlucVqa96Pri42QSZutLM7mLib/i97IKO6wbR0ZT0czXmKjT
jZmaeaRrNEUWgLjRQstraMDVdlS5eRkLzb8mO0VNp6bwIJl2d4IFiPzWlL71pU4sMwR2PVHkP2cn
MMXuVrjdk4C0u6mV9M6w6wrad0KtL8OHhLHtfEoSqpHCyc97bzvz1R8TXTMzUpMLI5LEel/FqmWB
Slt3Gw/J/NSvNdQ1XNfgrfnK0ywuPp7xsvC9+WNIWC3Xzoydf024t2YhEb7tay8FQsiJf+Lkh30q
TqqOSsm2zQ9x68CKjZPiA3WnJiZ9gRty1ujiB0J8rGE36G77xRjlp0w07o1aBii7mp2FXbPYCePy
unskS7YuuxY1raXfSZZ7baqSBJFCatPwqROS0yg3mA21va3d2gvsrEqtqEtssffhIb5IMjPn06jP
QddyGAqMgHqxttPbyoFN3LmdT5Fmw6dGJ44cXXGBK4/1xjA7qBtJyVd3i1A1e2izUAbMSdQRJc5b
sx4u5zHdd7Xe7I22ORSFvNZWgNsxF9we1JHYidKMZLY8Qkk4KmGEDq9xoWcjDevuJ8tqjrlF3Rl5
7LyHvK6sZa8X6VViECkY6+K+N88drQhzdaEiXRVIW+muE/oWHZJf1/vCAZ3tLp+t7F6PWdk8+1lx
xDnPvEQ7UggDtMNot5SshZCZNyZqQZ17pwZWdGkVp7E0T/Fc7+qSH3ptd2uqDkve7NKuuvJQbBi1
oMn5mzIxEVLW68VcNhVF2L5PLdoyGmesRSB6uIHN3DBV6rrjGW8dCJNxhdTiOzOfWQ6MveTRM1Tx
xVTUEWHam56+UbZ/1IAUqS8CTYwx4nxqoX4ZyAEUi6EVkG9ebs1yMoN4aMwNhbK3aqqqzehV18o0
L+okv5clrMKi3bVajgRe6pSU64UFqdBOv2iGta7HTE7iVrQ8XlNNdlHlxc6DMpKWSZKQD+Q0033R
Tix7rimqYHUWZAyWz22LvLq1/YJ6W9nIsE1ce2P3/jejUuVuLH09XCtxUVnJ58ZhEXHqicRjCmFj
XNbh4M/Tp3jO+8s41buQcYF5kCqNr52Z8hjlmm1IQuw4e8A95rQfNnj57K2fW7RTg+N0JgUZsOmm
SIceLup0nzT+de1SPjf0YD7RjupImUmzqWNXbSbvfO/24xeki0uRzQfXk8AUKpM7wr8uzdXYx5Pf
bhOrvrf1+N4GQRCyXXnpqbw4T9lUYBeODOlpYi7XbKESb6dcuxKzvl4WrruEeTHdjjwJfRtv5lyx
fDA//5CPYxLNo3sclu6YxN2tnpgXajJYFik59wYTnnWrlx+mskYVXsZpT3lYxTR0cV8mchjHwlfV
Lu6BlAa+P2dbU1GdTNBCPH9XWh2W7c6EQLLh/MDmZ2y8b51ojAunLMuNrTLJzFHXnid3veTZUWQB
tF6kitq3vmb8SE6lG4deAUxn1ZvCiqr1AGPJx3g0vE2iD2JjTzp0ksEtqt2Ues9iTuwQy8f9VPhG
kOesdw5IYIk0NJJwbOlOnhC6bxxjqCll7Lc5ePowa9YPsY/7yW+La4bwSMS29rFfO1Y9k4lma16M
05ofi649jJP2LLJsi0I0hKnXbdOZcRt5QspiSuOqzM2LcsgsMPVC2zEDYaUwtG9dM1mXyTrdrbq8
G2yfIp5GcP02J2YFWw3a9JyCAMl1HhLaShQ0NnsAGtm6y0e/3ssRp1rKxjTwx8VhG9f7Qa/05aHL
cEHJgq1Xs2hTgOb87ImzypwbW1Xm3n5pmpPjNn44leqDk1Psnox1Q8UDUusQl+255d7MotHSFe8p
bZvLJp6L41rMInLX6T2xrzFAIHghqDkHmerWgxz1OXJHFWqjuEs77zrPbRMWqxLLRZu63U1HsGor
KdHZsAcu4ONpzk56sv6SIJYVoUB+fxB679Na0sbJi90xCaaNhmkLrKLOZN68XNTz3N/WfGKBn6F4
hNqsPxoxuqftTSb6oLEeFm3k15QprNpeSL+kwDuBDAdQSYt60msNjdPlpAcQuhf9WDgY+FRZpkmw
pMoBp458eVt1ZvHR0hJe0Fi96ziX7WVvW8yzpjm+Spx5vembYjX3ZaXWKWwKp7pEy1Yf9XkCNM4u
98CceuBpNI8HlWLRZtpEmaLQvAtNc6lgN1A1L11NmrsSsXXLVts9zm7+lJf9mAUGetauGy1x6kRi
PXULA/mcXGSQ9bbazlnZbbw0u1lTRu32PH+aMQPvZc5g+ibpe72J7LT1xkcxe1q+a/rYZdHWHKrw
2hZGlD7m9VW7YFQchDh3YIp5ocQ5pP/K7VBg61V8me21A9+SpfOl6DFs0PbswQvKymnvZ8VSRtYw
tw+pp3PD2H0lXkZfpY8FbUNjqBWzDSKOWaEbWGM/7Uo3SdovpiYdJ5ggfBUI2UZabKrFygGKDWXm
XNY14OMTa3Wr7VjGOddrGfn9oM0QaYLFs5Bq1rHX+yzQFz3udy1TbX1ruN25PSJzlP+hmpXX3TH9
5ithWjlrd3OXt82eFJUlOwYERjZwszuO2sxJp7nHdcga40nOjbD2jeNlWtjasWtHQwpuYJ4blCgA
9lkbQeZK0oPLY8e4Ga2Vpu9yXTqa0qyFExmV1k4+bFb8mw03bJLqIVNP+5PFdOq9MrR2PDgOK829
gqNnXHG05DHtKshrF2C5VMJId5FUkuldO75UAyMZAGWDld2mpV82R5O20vrA1MNrAU8UIlgXLLFH
OcpmOE0xG2yzLXlfprCCtV1UGZgJBePgrji6UAb7danG5GD2Qn4qiHFEKS6f21jr7YNHA+JNWnp6
WMOn3vL9aGHudl4YQwNj9k3VACN/Lb0hrFeAxPKiwk1DLsuDZ2sr8TaMQbnW6ZF0tYeq0K7NEsCk
FM4hJka5V3iLTXzY1zw2kLsrzq9l2j7ljBc2zqDUBugZyxRECbcT6o52qr6mf9+/kiCun+rae4m7
zttbzvhYzSbeWg0HwWDV4sYgmnUf6849fQAzs/3yYR3SelPGfShjdfTLxA/zYbrpMyuamkZszUI7
CYkkn2vm+84QYW41JcPR4nHCZ7xdsBhvIJ4JSoLgJNfmc1v6lPM7MY1nhh5oTb0zZP+1r53NXC+P
0+RfTUv+IR4WywrUQI2ib+eMLNvnXqU3OA444GnqBWRT3cuDXfWfc73el85ysa4loI28e3ZyvoDZ
D0uaKawUt5Mz0dTbqEN+9hXkqfZoVPqd6vRtOoprmtkE4ZLqGPvTV91vqDlK/PrK0Lp7q2C0V+i0
uFvTnVzVpVBELrtRa8O1GS9n7HGxa9z0eCzo+um/EeqnqF4eZTwvF6aZsgsd2b7X8wawEBtjNd6u
dfG0+N5HzuPT3pTxwVHmEroOZyJuQ0dvdueHYJXtS/Utp6HfceKbwuNRZpo0bw1bFt8RUdzBsrue
0qGYA4U/Ll47a6vFOSVqMkoK71O/8HnYy4EahOfFT4NqnLLnJe3mMJ6yw7LGz4WXf7bqyjgJMDEo
HoelVUHCIhlhj1o3Rl0+0qaqbwZr3A0YXrQY8KS24oJoybNsR32ygsWs9y1PwSbpr1y4OHM4GutL
f+6kgh/Hzz2WjC6YIgxny5DSnXBgaBDVZ0ufwd8EQPmZUiYcAxxVA88rvrTQ5OqeWbjJgh4aIj/N
hU75Nb7ZRuSBtjaMj0sx4jow7yY3f6ikfdvl407hC7jNRoMzvsen7DkHsiMHorp7bx3Cld+XJHR3
Xl/cN1q377OO80u1S3LjXmfrrs/JVS7nx1kxzS6GcsOIBlLaemX68sHUx6jpvWOKnaJuNAqcaTBY
nX2LSyBquyGgy2OTTAjrujGdxj7eg/w+ekz3KLh7KAw9dDzmF1ZyqPzq3vCaDpGmOEJXi8RoZRdM
mI59I0AeWgez0x7imjKbZsi+zlZnbaRazR0j4GO8VJvE8O9oWez26cINznNeBW5qbZQgpcaNH+Kg
vPFWzbseHXWNcnJApHnKu+xLzMZw5REdeb2MrzLTGi70aRQBT/HnNl3Mk98Y1V6nI6lNWTHysaIC
NF0mLHqafzNNTETHnMbERsfiwDnqEUuSGdJsbgUZgbrIjPvylu5gA4GgOWUtj9+2Z+Qu9eK6KPV7
p1Mbj+qF3OkuvYxiP2lv18n37wa8JrtKY0y6NHqIzwllw9+Voxm66DrHFdSTcJPQHiUIi17bI+no
QV0Y1CrZ9/3KdWs1Ic+2JFKaOq3Ks7ZyQUFC6LiNqTlBzuLcjSa5XzXUmBjnUz7u7aqsdvi4tsYE
xr2v7U9Uozx1mn90ZbNBYeJGyajttiRR+Jypo+4fVMJyJTuGrY57dIt142Feziv6pD1/k3ggO3Bh
XGrtVVuri3JSMphoS5P9mU0oPPLaflhZ8ZcqU4HeeIGJ8ZDdRA/Vahkf26SJfJV86GqTK7bbkfI8
1ZwZ8ZTfsF4HlWqjyc4jFw7EpnRN7dKw5V0c+9uiwnPS3xXwIlrlPegGpJ21vDP4wC0fpqDBaa1i
jy7YkhpyS+JuAB+how7WJKfH2LY4m6/TliM4zjWpXryUUs8led9OHMWzIne2guaOwD7PVztd7cfa
+FqV2n4V6zevzfCCnS2KrVNwT8fnF6iZ9M7j+8wdLxMMRBUgxQCG3F16HsMzFd50lY0KqPcqyFz1
ZVTVcZLTR5mnl1Detz2Va06xfmjpVBO+hLvesFlpHKSYqqZbfLqBm7up7P60VOpyYs9BiDBoauuR
YFNPxWL2IS/lNSVIoTV0p0pZV1muuZd2ydphx4gYrXRgjpzBG4v9DDXqWtrtFUE2vGQGHoFCZ/DY
9oKOO/nY1Mzra7biQ/2MggYbtdzFQ0aVIw6oQxxPF7rf6aFyEHcNgB6cXI0HateiviTR4vHXBI6c
L/N1cAOvyu49vXz2pOVH2axvO3wagcj0MpQmQC+7ElthJCZgnfKlECU2grELhnkYPIgmOWKqsJ4t
iDahwkm1LSxEbTosWw5bTXtsKG7YVGmVhgh6nwa+gijzJ3c3Od2e/eCz7DQ9FGkLbgTrLVtS2v07
H2RY8VDFGG2efI5RbGUzC9hgv10L0H+KvzWr4cPOHeQ94e0xKGqFfk/2rCwEfcjNvAwaPYQtPNNh
TCu5xelJt42BW2vdTpqI77rUW8xt5lFNe7Jy6k93RZxbD2vpMA6wY2xbG2tyxPuyKVKm/HRJ4+Az
6uYZP6cothkrbMeRa4q/1MQOx62Uvf0tq3r3rl7H6Y5oi8QC52sz9zm7JzfoYKigXhbWgKbZaGu3
cZK2eZ7MBL9O0y5azUnKq3jSlZO8Ii6n3anJbp5sJogAGIpaqdBY0uWJOvyRc3aXLtlWJmjxYZ6y
ToSZ5WUPxhyDzO3izmyC3pxcBxNxtcZ7qRRfoz/n55k9g/NW7YjnueBp/doRAV+7OcNY6wYk/MrT
dvNSlx+N3OpvJ69dr8UskzSsBHveH2mg/4+BW/O1uu/br197Jm7/CWO2c3LrX8/ZTsP0kvWvpmzn
P/BjzGZ5786V0/QmE7+kMoC59o8pm+W8Iw1KBzZNvt/Hb+SC/pqymfo7tiXEqJmtA2Kk2PGfQzbD
e2cbRPQ9F7c3UUZKpv/nv19Nfrs3v/65NZ9k3KsRGwoqMQwSA9ggXB8UwNsR2yLdwSpbbigxdTiz
0RJ8OmbJ31htqGNWrDE21VqzkvKsZi7ewZk4XjQ6lV3MMXQRkh7JmIUlOFdDr69jC1NhGh+NeoGs
BNCSQZnjz+zfyyxt5tAeaLwMW1TxmDImR6qITVpX7Xml+XOb5AtySaxDzWvlIOje6Rmg1Hq6joE3
euKW9isotFivpmgtDBBNvoWRNvBYwbAl4z5ENm6EQbVAzbzIdEfwHsJV1QFS7awFommxW8U4J/YV
OudFm5UWNceWAZTAIupyw9BirQ4TZ/wUhZ1THb0uNfwmr4r7jSyW7Fpf+ytGXN7VXPM0JjgL4cLx
Wyu/5TmbPSezBlXQggI27jWyAXNg89emsx8/Uu2gV6G98q9VH1s4r1RpLXdrPDs3nCI18z5GmB++
4IPBkAVAoXCPKTAv+0jSaIIS6bQOfqOVoIdaahyrGKipS/fSpW2uEm2pz7YeKsnCVK8NccVquXqk
tsuaA4rw99WKJQ6DaGqmtxWjypmaKrPfN1bWx9DFFPQV3GYYiBPXq/Y5Le2nmaXG+gQUNDPYYvTG
t4oCt6BwffbepoH/suRTjsifO/exEMVF1+ajE7TzuvC7I8xiHOFmtU1JBX/GUwFWqjJc68lOjGlf
xC2PbWNprmxzebEcym1wxeDmNHu7Dm1Ii0VbfHBlEcMktmuWxoQ+CiRCqnKH3JiCOLN4jBJ8zqiS
nq/7wkfzHUi8cFzRVUXZkAtyjPlYl/mY1ub2D+HO75G6/7NRnG8dTEQGAW2KBr6307y2MVh16nOJ
rAPAZeTDRMucHRuUSgW+owM0lh7W8IAURoKn3GIrPHc6cYeKfmd7MptTldfuLRWLHP29Jr2MK1E9
UO0pIx4Nc/TTenTz44f6+T63Xrtn/vpZXbLnUO7p3TDeWC4oDY11eW7wSXTFNjWnMkXexFnneXzT
HExALDrTcH54FO2+MdBQGIbNJ7MxpL/BRztGsi0qgN+dtTInmNLpm9M7yTd/RilsNL9CcZLWPY7M
osSP2LI3cvO8PqVGBVImrb5hEb7kIVZf1dyI2yotOSlPZJgjxmL+V3+x89umWfuP5ehz5jDGaqE8
JhamG1KRGz+WtqZ9Xdj23CrLK65Kx6/dIFZmw16TpjUvBJaZ8IPFMVy/EkEzSLWiL3884V4tnz9/
jG+ISj8+Rmqw+ReATpjU3mSdcjG745QayIMys+9wCo1Pg3IeZJoZe3zZ/cHWwVpXHHg2ymlzdJne
fSn0obtxtUkcHIq3HmKBo08W43LyUi3duvjit2z8xj985a8zUN9/VHx2wrBZ2elQMc9XxE+GIpzA
aeNo1RCtrTF8SPk2NvQQrNt60A1aFRy11Xk28cUbU/2nj+m1g+qv10YzI4TMrBsn2pvX9tvUA9fG
1TbbDnyH1gPKyEy9X5fmvYfKfGWWRk88nFTwsnb9ZqhxIKzk8sp6XSlI9r/G7AMvrMUoN7rnGcdZ
Wn8q/P5emvX6/iW1RuUqRTRUw5AQfv1TemRHytpJB2bHOY+TFrQRXvf4vhkGnh2ohHnYefNCXfwy
GFHhABOIR3MNlSuf/KSbkPQc64mqe3aPaIVXbazRKo8msXcybyFxVgw7OhAYdaUxIvX3O/rf2mxd
/4dto743a//rbdT7l2p9qbJXdqXvf+SvjZT+jspw09YpJyPmCFDtHzups5MJtDtEMYov2dT7ZFj/
4VfS351xevweuyVCSILg6T/3UpoQ79heYWayrbMt9RyVf7N5+t1m6rVbid5LYtWUMoMHwkl0Tre+
vp7GTBpJrxV5EOuzLDe+r+ptpip4X79fzHmfP9n3zq+DK+uct6RqmkfQ22ofpbxSpcWYcyoTw2cy
LsNn5O36QzokQ0Tp8r9Xj/7j9SgtIUZC7xWWrPMW8qeVRBqtX6t6YlTVTt22TZhorPFQ/KHT4lfv
CvS4zQGYmBoWstevknamX0JdyoOMxfCWUCgavc/k+VoCS20Cr9P/lAh+/UzkffkGsSQuDy6YM8Tq
zStKw+o81TbkO8jK9kGRZfSxmDkFl1mezPvff2l/erE3HyKjvXVaTBJkSmAmpQatNh8knrQsUhTO
bX//Yn+7En3aGLgG6aMiXs218uaz7HW9GlC00ICUdpsjREbJRIjh96/yi7dkmOx/aDph5Ird7/Wr
EHN1emI1ePibJT/JzGSyIyHcdhxg/vBE+dUbosmCJwpdRGdf4JuXygpzWOaJYzg65sHmzYCzBiL9
+zf0q1c5N7mzYJisMu6bGxgfql0syyIRgyzBThkGgIghFf/+Vd4cub5fd3gHzh251MXyiHzz7Ria
W2KihNOmsp4Ageix7Jl8iE3a70qC6aQpSTh1l8ys1UuCjWK5kEOlsOKqJs2ZX5Vti6WPWz4EHqjg
rM1D7AXZWBWXS8UDCP9HPBD9qgm/hv3ckyJ20IgwiagaET52SQgH7SSSbxPVrXHUm0wNUEBz/8Up
XLUE+BSyleF82d35OUe9c0Jm9UjA1u5zYtkkLX7/kZzf8f89iX98IlyoBDUwkrOtfmNIZjVIulRj
qA+micQN2SWdyVpd3NZEme6c0dVAIgxi2804ChEKM/8PleO/+OZNDLDnfj2a/bjAXl9fOB0Bdk54
/1BYvcCY6PXTzUn7w1X8ixvGJCTN9hvTNYyoNwtOsjJNIxYBW1gNS2iMhn0ye7R/XUnn8+8/0b+t
pixpuk1yhLcFWdx6s9zkjt1ntp0WgSXb6ov7v+ydyXLdxtalX6Wi5nAAiUQ3qBoAB+ewFRuRFKUJ
QpRE9F0m+qevD7ajrkT5l8KDGvwRdQeeXFvQQZOZe++1vrVMzGMbx9660FV2/r5xEuG8+/Ul/+Ee
SuiBBN8g696pfT/eQ6ODdpf7XNLajb8jbcRjzjnoN9vE26sA+AA4QpWIeB2ExNtMn9xuVG5byf6N
GsyiYC5pxojePPmHf/dz8NvwiNDJsyGJ/bX48efQwtVtZmB6KiwsKNbmIM2Venn/76/y16EBNCGv
3v4cv9tbd7tylhkMfv1gsRHrdsUBy2/+mxfv55u2Y/5p7mDSEDZv4I9XqRH5DY2gib1it75sWyRG
G8bQ21//lv0Bf/8VQx4gc8MBdESzi3+8uWNFkDMRz72GInHr7nJ8yAdjFOtXq/4q6LAuTSbiX1/R
+RMx88M1ObdRz7LV7Zd137KOmsVNccLpPpxxS7mMDxqkJ1ndGCNB11benPtj4H6Q05QkB0bPtYhY
aYYGw5noTwCIRhlaZiWqs4zta4wn09JwIt3UZ5KkeuZ0ubRRJWvcNBPNr3p90YE1e5FV4/2MylaV
r1s/V/IwuYMSgAAkVZ9rk50YBvagESvBoq8unFKiSrW7go6ARbgMzYBCGDeC+W8XNZsnh2i17fm9
QwLDp1TzgI7jmok+rNKElFWMy/OZopTGN04OPLopQxG/URE78m21unmL0Ma6IMHnmX7dinCyigKL
kSw+trlk6pVYPVPUpMqeK793t9gK9gB56TOvRhFuqTHWflZTDCJLwYAu5j0XXNlWidAineF8N+xj
n5AQMX9oJ79D7jgtTh9Bls2OY04j8NrH5vkiES31j4DifC8shlmmCAWRprRtpKymkKjwyXLbLswA
c2fYO2brfRBZ5mb8DVF9sO81OcGweCURPDY9Vm8s3vMDMBhNqk3tIpl3p3VGVqlpbWss8b5vHBKa
esWhDabFO0u1ncHB6Br7i81LwEQZjsXLkBE19GS0dfLZI64EioTBpx3SZV3vg8o1vi7lXgqPdd0/
TGMhjZfONbcHuLe4GwfNgfuM1vr8nu4XegwC5luSkgrAnjHDy9547Hcic+gbufU8uDr7ZDBqbKOO
cf3HPm1wf+Mw9HR6wH3slUcpyi6LehQ7GPJFPcuoR+XmH7HdV3hZRT/2NhqRdSqOcjSmT0Mz4WD1
ynqQsTGRLA8ugfLgNG6dvR4Nt5LMvjHrGkeDVgjja/IO1tAo5kKc0OBNAr8iBn+jtRglN+SJ0RTL
Ut7zoLTte5zZuRs1hdsPX2VuiPVS14ltoBPp84mZeoV82QjMoTqW4Gxuue9W8YF+mGV+UVVSDY+r
arU+G3urKiLRGcx11wQUHMMKxjrp1BXva3gk9jkSRW5sE6DeOq/XpERZis/ePDrmXKI2W8sapZTO
O+8VbAUtnBCvb/EFMNBivJtaE0e8yMEJX/hBPxRX/TimjE8zd+petKFrUpYbMml7Jo5utp3hb0y6
r73Z4fTmuKhcsmnJI0pDhOrd3RrMWRMnDBlzNK7rnmXikPJ5AA/nkmk8ShQbJI5KTaO17h8Zmcke
T0ZXN5fBMvkJQVWbl8aOzaAmVFPKGbiV2AquwcEIfZ3leVk3Mca8OZUnjV7WdQ6aotZYIoZUJu94
MFXLGuctXLADd7osL0gZr4tDSrmnoxTV96d1SsV5XXjLeMuSk+mjmJSVrUQgdw6TTb9IHPVRe/Y4
DN9UPlLIWKFwIE948ULEl1+eZarJt/KJSGp828u85DcIrQsMrV0ht9bEalIgR4+3reznOZwEk/nh
cgP1j8K52io0PAgOQ68DZxh3nQgwa7BrImLEHc3seeifFn9CBDXXiDSZ/ttVc2znilbnLFFVR6qW
KFkkZUIQSmPX8jKt4qS6q9u3UFtgcCO/pFw4M4bAQSCETm78OqOEAncy9cxWhzJH2NFwSjVPmD2Y
GciUc2rcoeB2oq43s3qn3FGR+hNSy7PFxbscm5PGUYNxzQode3bmuBhSpzvPIRM1ERSQro7EbAe3
lUy37tAPFn/7glPLEna6qN8PC5LEe9NNKWP6ltzqk+skPb1lIUm5XruyXyKkR+Ydg8otueiaOUFe
aHbpLXyE+iYv+Ag4TSf5e/4M1ODziGiX/mmuy8u28lmbrVWj6qexPPvRXPiZdb5pE2e8xTD4PXdK
IAQjw/kZn7yXALtxq284Sb08bGbhUKluSZBHLDpNfmG3fvJiIDinDY1C0EY35qEF6yajezHE6GFN
LjKS360Ccc+ST715PlgWGtPEMaZrY04a7CA6T6eQrEgiH520DqojhJ/qafAG9IhmocQD8kRqyI7g
Qmw5fUopoWtX7nLQzf0Mn2joQoTeuRllhmg/1e2AunGzrf4cMmRLOxc9PwZ3Y2S19ixreyLWzrSP
YsiyOcqhjV7ycSBSLwiaupaFBwZMjXT6400g/mSe0ad7dLlvM/1GcMKPxOn9OBbawWrezKqPzKWV
2be85Rt55K+J6k7Vk1fxAhmF87xlq4swtza98TLXGMoiIqz6Kh7VCDVpbESWfJL8Z+PB0r3XnVva
mtNIKX+bD4E77qOabMicqOhNkb4fIXtgHalTHz+W2tunTlKV5rUuwXEy93BtP2rpcmpe0FK0F37V
tHBDup7U2Vb0xngK6KiYxw0zB6LXIgimq6Zs7eLSZ+HJ40XItUBGTlP8kyPIWQcpMTnlfF4r9uSj
h1ckfxpN2SdxPwj+Ofe1k7zr6mVomHmVjTKvAsbpe956s2j/Dh5Kp16SDCDH61wk4wBpp3QIh2N3
WOBIrF1+tmlr9ZFndILhGWsLTg1koY+qTJOep+qSILppP2kRLsGlY6weGFUEtCRnSZ0zMAcog4lo
JjIe44KRK0dfFBWSn9AbBLrgbMzTJHQat2FD5exkP+SmPdqRWHbuTcM0CVIHnWQsLca02VEtnFGc
F7Ppc3cNVIWHPptBjbQ2a2jeUw3GjVuyh1Ekw9Ks8hY7hxO0LPf5wqEM17yzRWgmZxLC6AG+UzkS
6hgu4MKUYGPfOo1lW+RRsXjt68oy60d+nqWPnmWAXYDI0iSXvu0p98i3D8IWfEUboCzTwXU6uXhq
cK7kfTRboA8O1uoWj5lpIWTGU+bAIarKOo87JKLc36o3nup64xvxq8pik4OrvB3ZGzZFeLvhnKQa
+qsdD0PTMFsnO27nxWYKy2DsaUQNeKPp+QEACpT76vPQTESAYHPjAfGeGU+JSPKEqn4bllf8vs7H
xDDd6WHJ4JqeGEilOKWRSKzhlDpKxfjnig8oA50vuWN2zRVaVFZ5zNxokjDrLuuFjaaOYD5EU6fW
nVHb1Bh4gI84lo9apsrwdo+dDh4LhSo1rIIM5r9ecvO5GD0D8glbKefPRYn6yAACT1eStDYpk7Wt
zjFNeWOolUVSUaU8inqvJmguJOnXcUJsyQHEItDEXKjNnIcKd9eLRJZRnPo02egwsaIiei23QcLq
MVzi7wJ/8e+8hr7O0U0n7b1zcLXFWKGWKrZHXFAA6ER/QeJgNoYQLqwHdyAiOcy2svk8DV7D/RmW
4M+NWBlRKXp8NhptHEWmUszGqAmanCNCb38de+AEaGII+oA7VcOq12PbPau5xJyFqAg3D9pngGa5
T+BJSPSCk1NhZGxFlP+lFzeY5O9GCLTbQUw4/CK/ySyCQ7QV9OHEOylAn2n51I0mSlhOa9XlRG3j
Hx3dQfkZEEFSvTD9vft1KbULFH6s3igMhU1xCDrWhJLzpkY0HQ6n1jbUoTFw6LmQfBwZfKEkQUmf
qsQ95tlgBKe1S+R28PK5x9pRbuvtZg0LZ/lStYyxcFWvh6ypNufkLzWTT+l2Q3tbEW3Q3MtJQ4fK
qNi2I6jYQpynUyE+Dq3RTPG2sBreUWpDh6rXJof91rruR+DHmfdgbZ59jlYddro/dgCKRLE8gdNP
gpu1yi3zVI3ojk8VPJCaxQpXMBaaeZw+/voe/XyLGJ4y92Ozoq1CsPCPZTS6oQ4nndOgs7KsR8NF
jJME+BdDpy7Mx0qu48OvL/i2YSRoh+/Ebs/zTVcgCPnxgtNaeGa5oiVDpFp92QzE4hQdnJPbbfhd
1Mo/XEvSM2JKIoGOePJNc4qc1WmoZI4nQJkIPvuG9JxtS88397fciJ/aEQLqJ0KEPViSdqt40ykK
SJHRDm5dXHndM2CH9Xr1c/Wbe/fzRUhiIMaGk8M++XkbsgJ1o+7daeFgko3Fa12I7FbV3Xz+6yf0
T1fZWQZ44T3ahm/7N0TXUtpQ5KAPq6YzUHw5bpimPv36KtbPD2f/82mpINFhouu9eRFI2yvxtSuo
QTykNtY0kBeOiMS9Rq5WjhH5o6n723FJyvzRXwfLvy8o5baYkv1PfNgqxRU7U++er6O1eudYj0ov
Srx6CQ6//rv+0x0hgpDRM0EM/GP//7/raNlBZ0iKae67N9zbIAXPNfEwv5mm/ONFBGgA+qi7+uLN
G2RNwSSGbqWbqSlDONd2yj/gjPJ/h87/6cbvkU68pQzaGLoRl/njryF4bOoVafKh4Q4DxvIME1fe
+0YE+Kn/3dz854sx4ETSQK/O5+V9O5DKtpHGlYO+ggaSircKPlQ1+k9KAFD69UP6qVXH+iU9WmYE
7+CWe7uwCKkIxTVXBB92ulth2hn9Z02URNZiDHdzzGgjScW/vuhPD21fNAUsdDrTjHCcN/cy9dUo
tM/wIIeTecCQ1B6F5G3+8yr/ajB+nX+h6dC+Dm+1hSg9vrTdqvI0G/73f7fx+f7V/9fT86P61nzJ
/sdpzN8QP/b/7K8JuuFYf3D3GTEEErQHoBke0V9iRMORf/DKASuGI0x8i+0wo/l7hu5A/HA8m1EV
Gx9iRcnbpNtxyP7X/xR/ICXyaSjbQHZ5aUkT/xcDdDYAPqf/tHMdpI4eGWzMe7gIpMWfeMmDBWC0
2c/saTKV56OxCSpu6XcFmIQSFOYqFOZdUTlLFc15P3+0VSbH0zyULTHaEL2idoHCiNKkb82oa02a
mqmdpidafZY8IpAqj3kxDHU8ONt81lI/yVir1Q+wy7sGhsAxdT9nK2zWcEBSdKNYvXDB+pI1IO3I
P44S0f3pHyHk7jCum3FOGqV+DXxdP027mDks0JM7ZxviPPwqCg5ZDA0/MU9y1UZ3UsW4lZFOsmSh
krTci1lP2Ga4+TiQ8iEbIqvw3bu+Xew7Ny1Rk9RrW3wtjbW/L82g/MiwjC5yOmX9cyoGj8P0MuEM
9pp5OZtNu1d0cfv1W82qIfBWt96XsRXZ8zBu/r1jV/WKIdDbxJXE02hH+YamOGq1Ix+h8k4ljgSD
ciCYjfqrJRK3fjLTwfWfoMdakFU5W2Wxb032w9TUGMJTzwPTa27OiIyyniqAme6Sj+G4Gi5afGbT
+a1Zp2mJWYzMoXCtbVruIFHpVICZNfrrEqV3zb0uMbuPDHcguGRpfyGF338lzMnMI3O1i/6oPLAc
NDPA2iONV2LPm9vad/W4Y3WtQuvxAhkudq4Re2d9kVtkUYTuNtL4HmpycU9J4JQ3TTdpHqdwaxo/
dVNk0ZY1w9csWIS6GktqsHMC39TzyhzwcyNm+dXFUYhNynPXJ1kY6YfKBHSJuK+p+1h00sWdg4Ua
CEEdjPhIulnrLurQC15Lr5ff0qZv6psSsKJ1pE4ioSSc6qV4HEhWkYdhgfECEdbeCCcfd19T4+bl
tUWSNoUsDB77qKtudO89unAQXQw883RKdhrxAiv54EI8humCdD57UGAEkPDn1opCt+/4zqggR2qT
xqwluLt0eREtKUHIRpZcH0jyU88ErlgEUSiYBqp2/bs2A3N3tKetqu8scnCwSgftbJzLSs6vaqDt
hGW6yLLPg1oHLCZWYnuXYOIVtsqVqfPB9hxdhBvzguTY1LUBD1JPePXrbWnc0BmqYgytKqMhOFFh
D1Gv+6ojnDFN8Zalbf4MIj37Rm/cQ0aHzZmWJknDbYj8f655VhjCFidt7oZNSQKtAIvzNpW874cc
j+dwwKUh/bhbGh9rCRE72cGYAvlqlCmZJPTA9kzewhf6ysVL8JleK63DWdrqfQkuxAgzW4kukkbl
M/4eA9lfY04cFkAHXWIdjJR+I2N1MV4wIcZ0XdcMaizRmfnZYnDqWwqnU4esMncfXp88d2gScaZW
g/+uNnUChTewhodK1bQtwR2VD7Rf8RZMYvE+pKhf7jvILLfmaqjrwqYLUqUuRnL+OojU0IO3/QGM
yuxG4GHakY+2dz+xQuYfgkEvnxNn9f1zH9pfFbFS72bSJQdPkJRJczPTj8piF5TDGKZNMd+uVUfx
WlsjeIR6LcsmBLgMCXAznCDhFZ19ixS4cqTbUjTMVSgDgHiuhl4uqmTE+uHPY8JbP+F4i1U+gfj8
f7aP/7fFd+3Hyf96Rw+/NXnzvatg/9f/2sntPxi075Q6VG27B+A/G7nJZk0Fv9eoDEUB4+ziy783
ckv8wS4eMNAmJcRE9U+N9/dG7v5BecmJ3Zeuj2qAOuPfbOTs/j9s5N5+Cc4ZwqHQw1oAg/DHc7NY
y2TCwR5C+HGW/DQ5yt87JnZvNcdtFS5SDnz+tFU3PFChNRMxQiNrbr/NxoafrsSM8EXWFtiebNZw
jexO8cY71Dca+w3mSbDmRVOhzu8xsfVbL5xY+Qw6INBbC2EWjKkeaOS77/ikDWBcdNsq3P7w9S/V
olhoZ1SezXU5S7BMXLijQzvzR55tWbLSc8SaVISeU83tZeu0+RLKUaXjuacZSNwWvYElrRuKEj8R
m7QZeXTYcK95ZsZAMy3pjwespxd6niEa0JjfrW+DAqBjdBPZxZ2CwIw9h9bYItfLJdUTcmfQ/3B4
AJe90usv7snLWV1Gz7PU0diLkd3WWorsiJocaGTDDJd2q0oek4ypGfjZBWxLXzlS0W9X+j05jJ0R
remwogLptEH7leDsz3mvaG9B51J2vKATg8ZPDhGrpdTWKxoFZsGTP6b2wdmKqj9lRi3bGB4wE2E5
jot/UzdTISPLoXgPZ+RR41F3Hqj9klx3gMJawEEu14JtDX7z09DbdXtaRsvsokpOqYzJxGrfNbRw
/CgNGLtBn9mDwNLZb0TkVQwPY6G0Fifh7+Aoey8nsTsl3qeiH+frvBDjNyBChEo5quiHG4AZBTwX
oSowggYKLoYOkzecjVMNDsTeZmywTULCHKQJBMUgzjJvPVgj45dT44/J65oYizgt3FHSf+DQY/PN
6k+tQ6AUWn5cqX6I38VbHudFo9rSYGny0yAIPYv2qObyWOY6KaJ6wkm2N+jqW2fxkibO2qD4yMuu
oVWXSBvCMZs42np6sD+1DOk/F7um4bRsdn9LoCGadYFUi/5wwNxhB+zg7+uhbNSHmqHCFdGFXXUw
9ZQyARJlpWif7GL8oC8ZL2jAoizHo2cnN2mN4zOyvWOzLuzSruj9L/SB60d6fOP7cbLb4Lj6ZeqF
bV2iCqmWxf9aTFp+YLKNmEAoYG1h0q3Zi2mNxrs+nRIzYmNZUBRO0yIYX1rN87QJ+5msV7AZtLh9
jDXdYp8NVp68AsnLLuVUpV+bfhX3g+OLz8OE5yCEFpS8DEZjv+ZVpz6KceovdK7kI8GCzUfTXnV/
ZhdTavHVZOl6bJ1eFLFikHFhutqAG0VXqYYgZqarfxiY8fBe8j3OEJba/KPXuqtxhCvCAConCQs/
cmoCEmmnCcMLM7UAkrxZYF1JdMF/6hv+BhrM7ccpshgNr9jdoS15adVHaJFtkocdq7olTsTGCmTb
dcYUzM1eOEhNz7aPnB9nafo+G4O8ZkShkGwk/jp+I3CURz1YvX6X1rO45ek2vDrWcF5nzGJU4Qz1
QSxSvRhFz49SHFYQGGl7ClDmGXTRGVY639LVHhqwvS0fOO6pAKX5lFufBjDNlwMO3PKQlRJ3aEa4
n8dfOPWCY2k5dKFmbxyZsQxgq1xD28lVsyDKDzX2/uBgFYVLCmnmMyKSRJOuN/6w2PV2RCiiGItB
o8tSzJsM4m4bYqnB3rTljTZdTg9eBdPkyDxavZjS91xyFjpOsga4aXXc0hS+MshB9wo8F0ZY2Sk4
fW5jFfd5H7TW0VmtqTu5SKugnPcbq2PdchKJi7UXfRGNVVsusdTN1B8GR/pHNQnIeElquY8149GA
vxaCrP7Rh8BoHpCLZudGvrNOUEAQdQKV289OvP/K+tAZwlq/AEMQH6mKzC4WFavbWSBlexu0HUKh
0q8Jq2kHg7qxzKrxBssEeLeSmQvNydmATd4YordDJ5iGz2lqiibeGANQ68yJQHEA18zEmV92jzl9
lk9pUiRPAqfALa86H0siQPfM3pq9Y8vNoaBAZrKuRDb9rb37/02P/4m8+FdnpNtvavz+iPTnv/53
t8P1/6DBjCJt70bufFMMln93O3xrdwwgIASQLPg/dvT2fxwDJmcXi7MV7Hxb2tQX//eYZFj+HzgQ
TDxJwW4qQED+b85JP3bE/sozwx9D74QOMu2TNz33jPwPIyX+O+7/pAq2znYC+Z/8Jqbtx7PY31dB
EU5Xx5c2P+nHs5jqZgGOME1jfIL3FPenLsg/Z4t3vTvYDnk53Rp2+/rdU7j9q2XzvVPqxwbjX9fk
FMkZ80/bq9gVv991gRu/Q4iXaeMA5YZgAiMx7lP22ivCDD4vE5BKkD7iNypHHst3zaO/rkmOK0/b
tvif/eaa9IDSteXTPXRG/oFkqYFaNd3Au9jV8de/7p/uKMcDl+6pzyHc3dtY3/06C0iMR+qNcVgX
PT+1jQnKODWrd3OK9mVtGJ7b5jwc17qpfjNv+Ok3cj10ogI7BiYJ03zzLIOtgFAqRR9PMEHNQysH
633NUQWQT4IW/zd39Kf3c5dxooW34OXYaLre/E5MGCrVllQxzUTkNrmejggnsrNf381/vApX8ugk
2rsV+ce7OYDJrKBAqBjaTHLtNxVFeya6+N9dhdkJqmFMzng2mTFbb65iNx0NF5SKUG6a9Zb5AccE
y21+c8fePp/9KoxoGBNCLWbheXOVzsrYu6pUx+Owh/xQwbxvSe+56HorOf3rH+Rxmb+66Uwp9pf0
u5cQoMMANXBPIFgDNyKQhxIDzctfZfh/aXl8+3D2kRPjOsED3oHOb01Nal0YQcA9jLuZbHPDxJ0w
r1v67x8OCdCMPKxdn4zo+sffUindlqLrdTwbvhsiO6M1Mfq/C1R4+1tYGFjrWQL3AS6dtjcLBB5T
2deqWJhuBsUZbdrFAnVo9PI3y8P+Wfyni+1iC0XiQ59csLfsRyD2ne+fDA9BTWPQm7Fn6iWuTeDR
wjBLrBM+52rgHM3tr18Fa/8Tf7giSnhSz6m1eWfx/LzdSOq2GafJJ5BDo++rets8jJYBK0WYxQUz
+M+prIPTthP81szRl8xd8isUKOtvfjmK7/1S3/9VGFPyvrA7mo406Sa8uclaetvkobOJZ/RzHK50
C+ICuYPXIJytu648OJ0V2Mx/CimOc6mC+inpqtS/w7SSriejmtNvqyl1dSGqftHX/TLP27MjWOtu
W/bS+iIgFwr7sF0rlvcRTS0ynlmoeyIOivwglIt4qwZLrc6qYu5uAdJC9WjmTl2Z7VSjRLezhRY3
CJEHm++rPstc7YlTng4gCxYA1Nlhql0xoBsckRyYXZYRcgx62TpQjZNAlqhii+EwbfI55YjPsDNz
STMy016W97NDwuWlLkkooYKfCTyCqTNFRHjM9AbXblvfWeXWlsYlHcDBv/LkStAWKbXjFeLQDatL
0Pg9LiqzffT9INdRbuouDvBskCBIkORl0ayqOJQEVD3MuefTZUngHSaDbXZfG7+uAcGAx4NKUuYe
kRoT8uxoG61WHxHvoGppcUYLEDquIWLcg94H7XFQPwgxKD8m4cQEVG1lNkYcqZ3bUlaMmT1lyEvJ
TkfXdxtLqMkEBoDW1hQKTUq80qEGL9SEdo5yK9TSAA3dWGKjd6oX796sPdDhetn/FLNcfBUb/O5X
A4JwdjBl3njhBOrkSzH0FKA5M3vktUCzPmWWDu59u7M/GdmMt8AqwPGFiyzBkhZyNueTWQqrw7Jn
zcud7rr5o0675XWTDTvzKFMM2lJ9zk2zTaij58SOkjYdNROYxX2WxeojWksCoCud1N6VqwIqRGH4
xg1JDd2XEoBEdlZAvd+OA0DqaidIw3cVRQFflQq1DwfgasgpW15r6nx0ujZwBhSDgra1kXrmO4UV
/EnjvnFONt2iCaFyvqOoiiQ4TSTo2qEpOqLBEElBmuwWjKSHCcn6ySgL79OQ5t2zgdfuwwzRqapv
EbQXfnsXmInersfAascxHjzRnPIkn62IwLHgnkcm5MF2ZiOPS45Fc9gES/DklmM3xzXJTpA550Wg
ODSGqTopz92aYwlyY+dU+n0TidIhEDAZdYNCNXW8G1km0g4rhUSceTEpyVdplhbWNZrkckg+YtJU
N2kKzZJnk7pfN1F1Dx0NOCLk0aWRqxbM8DcaIgc/GfPoGHHTWR68voLEJsKi4Ksm09y8z+YWpjLB
Y91N26IPpclmkXpHT60pKNCz6cEbCxd5qF8ED/CtK+ccqVz5LkNrPEUJhKL+WFVNXwIb8OVHY5v6
BDvcYpmXgZEtRWQohDYxDMUCWNyGZwa5UuZci7q2vnlgY4EiIze7mF0BYzugU7QeHUsNRjQHZBBG
RqlcnV73yIURXeTbSPRdYnnzUaDDhXsJljx0G1jU4YC5X0dm7tiXXsl6FWsILD0CP6OhxWP4q4Nk
lsgZ5KfG8DrLxYegziJTxGZDuXmROd50NU2qXy8EibW8lLOBRaIl5u0rNW0/q9hSprx28A2+tGxl
1KqDD1NxdRbnG1S9+slWUqcnpu7yIxTO7FPJNO0JvZb9sdqW3jslaedYdAhrtzgwqljeMwC0SEAs
jOrc3HRrnXzUqS4/oiWEwFlTw4Fp7smP1WyvL/Pat/d+VhZYlqB69iGqRW8i3xrJG3OdqZLENInk
wbSDXFy1RkBPqiPykgx0WsdfWomqMR7THQRR8VXQ8Uodh0lbrt1XCjRg7SQV9dVZIhkXIkFMvf7c
mUb7bKo8jjlTnfUfKu0VGRloKNARZst2F8Ibl1tZ4bCx18D66ABrfSY7AFpjwQmjg6YqKkLV0hxz
SQGGnN6cjTnn3O8meeJd9qBFB/3yeTNnbUXA9xuNH3Gc9OVIwv29T+TNawALX7IU70LfKsuh7RMt
3L04rAFfjaLc4Z3ScO9Ej0o5mmUJESwNArrhE3tQjKdWj0j/pwxdvyCDMFk82ngtctQgnCc7exkH
DQBHktNGF06N4xwbRWApJMFW+R6yH21kcMDGdMpVhYpqtNuxvuwsWd6UkyDUYbBJXIhWGhpVnGSq
f7VwN00HR6bt0Rs8xKLlkvcMmpjB39lON7+rmBF+AejV3RbGnnjndStSGtIP1GeioRQuCZg0DzNg
l2dElKjg+4RwGJDInf01ZQ9azyvQrg2j77oj8GGtV+e4oqjemdpYkUNrHFgvQVzRnCZhsridqoau
eV2M1p25dRlCHjcweubsYpixVRXdfbtkaO4F0kkZJSQMvwY9QbEExLeyod8FUViP9gRgj6LvTgwT
nVmRBMhrMxwdzpmL4eqDny/tHC6ITZmIkoP4VAGkhBnktR7ZBKDTX6VWNtRYnK3qSjYwXs9QvpMs
0G3YDw+uAgwPR9wr+0tN5XLvVxmf9qoA9DFlADbkZWtzYw1EujEArau7wB4dN6qHynav+8rGuJps
ZpFEy2BNl/UYGMgZsiy5AwSM5TwfRvNaoYmAREpcyCNrTmkjxC+Dd0ifbTMyvcn9huh8PtEs1d/Q
BQUqrNaqWE8pYRbvp7HavDCrhqy89oJs0WGrYG0T4zAbn5Sst2fQmluHhGLU9wl2lRvZLyQFboti
Z8GsCaoTATVTZ0sYfGOW+kRuIPhjd5FDwg0d5AdXtOLLZpKCNEI8AxxZCvHUrgyqow2c5k3XrhAw
vNzOvkmO8DccA8wXSVpFDx4cEW+InWF1DuhGzReLMfhtlw/9N852EtJh6gyPxGJWDTQpU1+LtNMq
Hnw/2Q79BH2R4YS0GUUnxoNRW7V1Hoi5uxrxj1TROGfTy1b7c0+K68xHRgJGeZ70g18cFm/g4Ff6
8ISGIUC0hcttPG/SSSTstkl5T4EJFtwtOvke6DHd0ARS+xbPyiw5PrnGuoXAJwlr6boJRXtgC4QE
LrkN51qh9A5zTX+DqBhcbhGhvP5thfQZFjxmjS7eZFA+FJbDX7K0ZPUCOrwegNNo6zYDsIrGGO2q
H2YQklAxF0VehMJeG/OwoR54HPrav1ayWvsTyMmkimWtrf5h3BKiiovaTMYzqLxZHvOowPvJOpnA
izN4wWw3MSvmINs1NFGnADXykPmoVVIgSPXBAYy6xVIaI8Oy0SV8w2layCTBoGTPwcPwB9D3enlK
ba8bxBK6OCYzBNEEuoRtMO+2UbtxPg7+YN5gUaId7c8FB7F1VHwA3H3jxcTnIENjmevHERLvXYXb
BAMjcz99MF0x3Xp1SsgEAZ0c4yZsD0dw1qjdVAIJEi7QkrVHs9xQpdl92YGSNktip+dgaq+ZXS4C
e6ylvvQqg4rHYKOG0eKsUJcLiPOEH6gA74jfBfXX3puIPJw6+X+oO3PlyJEt2/7Ks9ZxzTEDwhM6
EPNAMjgnFRjJZDrmyTE48PVvRd1rVq9baLMWWugSUqmsrGQM8ONn7702TR0p8nXUtuRWVzW0cc5i
b/J9TB3GSGmNhnu8dXp7EJRvKeyStsyambhb6z8yzw0wodsqfRm5HQA+DpR9ADgfY9iQmoKSChf5
NyaHjt5pEdboBT69PC4b7h9QadX9CKP+XdidfuFVK3/atGkJoWbx0qwcP2m+Fvq7H2WI/BHFScIc
nBZV+FHXLO1Wau6Uu6pmO7zj9iP6KPRquiQnNDCqeWaN6G45usTMYfcCniqk2ZdxnMtnQTMPTfCo
Vq9xCfZWx1bpQZiUJHJGUiarnARNcZAIjDw2i4mfI+XZdLGGTrgrB5rpU0MwGRHGaO3xlrgvlshO
4+rD7JxpWRcDLILI6VwPScEswi9KfEks4IGF11png37h+wU7PTMq/QdWCaNvHi7q07MLIk82tzce
sflYpNu2nbKz3fklT8r8BtuZ4R18NsMExgBC//AL4mr37lMMnNNVTZpYatEAvkXfvVRmLk6kpeZn
N2vABVNja9Wnvjew/wPODn4HeVsebeAoitPIGj4Gd65cnmoyPhtIefdydu1nJ2ym+8TzaPU1/ax9
SOCw95FtGQDReu6h+8Rxyz+hNDTdzeMtuOV2tX5D3YttzP4YQXGnVEQLmlHZ3+Q1MOqkKR5PhCZL
fqYyN+6Nuhh/dwlDAMbKioF2xDHObVJm7qbs05LZbeqm55m0xPOIOgVuOzOSPwHX1SdtDkVyVLMc
EkbxmxiswoBO37mvSwsce3mrXTfm6po5oow3PsWmpP3kNCFJTnV4oOy7+srpeiB/4nmtSf6khnGR
i7mDDUoLMNGvKq5mjPN+9e3SIGxGlBkFTExeL2hYHuimWrmY5D5jv86IwgQyfLfJ+MBLqpbZ2XRu
eWt7BajCm5g24XGeqLtYIWQvJy+ooOJTQRt8TwWd7CjUcImjzCzEEbMMXVc+evs7Qnsyn7ImIOzE
KTlY1L7cymy78cazIERQUfNLmfpLsxTeNaszRO2Mv1O+hp5u/Gr8Sf2EIOwYBut8uOdE0c2WB3V5
n7Td/GtBjn/x7RqomEVv0x/Yc12zIUrRf9t9L3+GUWMsyKsFaCfRhBQShTe1f2Ze0mQ1jiBnOb9I
QJPxdp4mk2tN1FW13OMVM5Mo8Ofxw/fC5I1UFvwfvFZs2VUVJlDJg96jPCoI43TrDcqXa9qI7HNf
OWwtPMZtM8LZhwapbDucbphmIIlBIn2Oh9RlRggrj5VF1xMw3dCuUM+b3CsTrmJ1fetj/6ubHYQi
Pe3drMYn9pxYrFrz1uQ+aZNLnN02tMGMBOn4Iv/V/N4BWZ22/l+N8Plf7fCEPmmKR8jye24YFMj7
3HCu4lYqbxhU00Dgu3XNF7m5KD7zUjT8n2999GNaUpbRjreeekraso/4Vl7vZArRDG8c3YzKoh96
Lf7qupcNFsFNbZOkwNFwM+4h1BclqPlWzs05DZV9wZkXvzhZPFX2M/pp7FkvgJoJUJLnCLuB1IkO
kuB56d20u7KDSGwcXVWfbXz+7ZvfLrTK5ImUnBxd+7XkDg43HORKnm+4MQ4HmpvdKC3Sfi/qqdFg
/00NGn+Gp43mXDv66GSNl248r8faWMmEBGqJ2e7bsyhy4AD2AuI9S0atSZpU/BqOPuTMEHbexajn
9tUQt757q5nrV6EX5ylTZeDii7x9UYWmVVrnCV03pajn85h1+o8VGtbvPqs46KyZ8mvqsTTQ3UZx
1V8lWVbkzDM3hyWdd9kYWfgggM9TQvDQ28lDb5gOMzd8/oditnHTyGFACS0D03nXg0EJuQBFJvnA
sC2+4Q86EI7dDNWbx0DIOUuddHWQPn0a72Y2BIQHl8pNN7VTUsLVK9SrzeybvFMrPBbVzdaJ85Jn
h2OJVGzZmkw8WkjRZzZ3wjjIzmVWxSMlykE5Bge6uccOaMtfHcHBQCht5sieCmsVzzL4UxWcelH9
V/EwVoLgODVT2D3rFIvbXUYjDwzrQt9Sy4L2cyDlS+AOz10y6YZYDEXV5XrJ2QASye6d4VrpcIlP
jfaT/pzM5Yj3QxT+4N6FxcKHkhDp6MXxKmzwxrx2vb+oK+HVavoIlOcVd7KZ+jHeTha+RrLz4OMw
ivDybQZa71hp8qUlIaUrsrIG34MkBDjtFdWSXhs6hKm0LXoUeEwYJtfLnkY+1Kg+TjTHpOFgIinP
ZrOMmPKEF8aY6Kw2VAAXvLEP2W9YirVWwUtJjoqGONrd7N/0FIW3kHzKVGGtBG4oe4vto6EFe7A1
MGk3Nzo8QcvtCiIIUP8kluguNvYDHmttVQF7GCbD/U4sQt87qO4MjrqOazyZ4D7HyE0dn8s3P0XF
siZt07kXNF1xS3jhcZhhaTUWZ+7zXQ86FGp6R/KPXnl9S5D+DqYx9dl7znhkkCPq8qcc8QCoNWu0
yj2ZlR8WJ4Gwz6umZI10lCleiO+U2gg7qgRmBovPdqrbsw5kOz27Y+1iqY1rJICHoYL/ws4MuzcW
ZdOUtrkK6uzW4DgZDqxrzi2Vv+Ka9iz0e6T7tVO5bfYyG/Cdd7HdBu0p71w3fdSZns2V6WmQ5LDp
4+BEGcSiuU8OgyppFoyRAdZVBTkV+5Ll1J69HhjnqnjVEhD396TRDAqjUFmsyKXcw3ov4y5+RO2p
bWujlR0W6Y58JSzNw2wqbS6bfvTAOuxojyTTSsIxlTZr49zuhph1Mhcmn5i7UL1ob1wWHrYrGruK
7jz5nc2hPBou3riN5Juglo3nlwjS/1Sr/idsA/9rPZam+18aCC6fRfofDAS33/5PA4HzDwuqCWoK
ARnbYRfzt38AJyVZOWa4mzxKMihAfPuXf8By/yH4Bw3Ig6zMCoX/6l8mS1P8g/QFIB4EGnZ2ATLX
fyMtEfyFcftbavkrJOQgtQikYPwN9n8OnwWm0YOeUDyC4WLtGc1UtS60SPt3qAfC71Ypy5yKkvYQ
EHAaYjhcY4Ru2xNz6BDuXK9txkdbN5Z/KbPezw5Cxv34J2mtWp24QdB0VfrNcFDYzdTBygZYvrL1
Cn1wAsmMatLWEW8bt6iGV3acqo20vUzmvl262lybekjCdz7nNQXGoJGr6SngCpbz0NAe1AibhzSD
AS5x9RtEQUormqJaLamLKf2tFf66qPO6LjxkszM590napZslyU0C+yJz/GsKVjjhWbwU2Vq5QGJv
t56QEEE96DUQwed+Cr+5tV5Gn95Tu8uvsWOcoV/ZcWSDaWQcdp0+2OESpNKIqGvfqEtQh8GrEN3H
EDamPGgnZgtjeTQFLcJ/cdLkzWn78AhnRFWbxtUAAqgEC8rdEA+MBRBZRnNTSV+tDBb7watTIxat
4KloZ1s0TS9PU5i3R5+suXp1jMzA8aHYExNOHqfXBaY9JzU/QVcdcl3b9zXVZ2doOr7aohjpA4e4
ZF1jNuVBWV6hIsZb81kpJ9RRknCfJgkYB/FhYd9ac291zEcbA2cY0UFXB6zQ60R/ZYGGwVvHsRY7
PTu2fFjYM9zs5qH6spQZ39lxtvhX1hOJLCPZcSiV+Wz9Ak0zf5K6765Tip8RA90FB6i3pjoSXSgF
LfQYGuMLU7R1mFPT/iHWnNB4lrDXYH7XHrSgSlu28+3ogd2ogxqV7Vxn1sOlyTjLCR+H43uKqYSw
w6zKHa6srvjIOCDmXYyGTptFD52PQoqpjR+JrAX3rNZEZtN0QqLxJwXhZ/7ki+/pp5xo4ETtjAq7
u0KzbLdWYwNpQEYCzaLsd/bi28yptTKX3N4rLjfNsvLxm4lDI3RqfXs+XX4cgDOZjw3Sd5m8Ee1Z
/F8+2870oeyQ5H5Sw8h6bxXYtFetxm6sq3GnmPfBbK166kLqtUXA/TLAsqBFjWWq0W3mygqzTQ5O
oP4K42mQbLbZyD81uu/SF1sqJUBHZ2lxI5sstSLDwjZZPSiQ7MVdHxQ+7ZOJEIW5x7EXmBvfDlxs
apw1rPCxfmYMKLir7dK3DvQg1qc884Jd7o7dzppuVZLEY1nS25fEHekgyodspuxE+h/QTeQpzkxr
K313/Mgrj+B/6Odf5TRrxoMcvawXQxOZC11d/M3CLY0L4J/zvNxlYUyYXpBfVaQyqMOKMqOxwFLp
5WRRCAfhaa7y58C3oDdnMypckg/D6zwM3YlnXLb3+sU7AsamxTSc/mSZI+90E5OYINBK5l8eGeZ4
3dljcFuD7MU7OvF96GAK3peNtp+DwuIqmladsxM8CY9T4BJtGOJsgrFMiS4Oau9FcFO5hg11hAXm
x3M3d2M0KxhBMqQvgd1twhUstMc3p3SacTO2dkiuJuRhup2WTuxai7sQAZ7gJADPc0Fs52qX5cG4
Xxj6f1kVgRcW8c4mGJ1m6ycB87mTsmBt2PqtzX6eor4RJYtIZRwsEBAX9IUHs4dcRf+y2MoKpsjS
LoiI8a14Db86XUVsep59txm47vTDCVxWCAAsn1aLWVIANM6XWRv6yx2Nae+6bfdIJiTdg8MJIhxo
9O2RMtlayHiR4RjmyUmD/jgnU/Iu6QCIjHrywaZ7HdfCIT5wq3vK/S7eeljSV1Pgyd3iQs6QxZDd
paVbn9EJusfUaNIDFOT5V9khAa082zCeScl/4RDotilq4LsM/OHa9ihXg6xh8bczdJlk2lmILidR
ZRYtNyKMYqOkai0rPuUyEqEz+c23j7xJxWLJbwmshZWaStea9pNt2aiZ5VOdb4zQDveJ5U00QPnW
RZP9f7cyyzs5wdgcmP6bYx9DULDYVVBv3N+OLHdTg33ZOyoE7+SO02XwpH3UoxtfZJ3EO9sASKSb
uvucucVsTGW3B6/JaDSxStyjS//l8xaywbQsaj1wRJUUCeSS6IDp0XPkLHHwqxC0MK5EGfpb8nT0
IzgxBWnAaMVDUxXZM/Ki88sCOMu0H7RyB6yxOtR+bz9AeKI9RMaBONBCM2Ank1P1SnXxtTZAtnWG
sB4NMH9rlPd2S5/XvIYhVlxHXzyNncugWmbeRydMM0LtphZFUJIw5zYXK6ey38KZkrzM4vYmXf1t
FAOPlpTQE39ej3k1QoWhUrmYEVMbGoafRA6K04KC3fGrGB57vrkbjAzc6xUaU1eZw6aNJdWRdWNc
ejx+q7YTWJ9kV/d3iXk7xR3h0hljZAD9t9Vi+1doPu3ZynX2Z1qkrc6DSOixzPkQgOtg8qXgh67Q
bjtP+Kl60p0JqT+CXl7AsYOgH8jOlHiy2QgQgVAq9oxNAlCiLXzcfmnesfoaiy4u4H2Bj/BjpCo7
yBJcMbzhbIWesNFYSujDNED1jsZcJMMdS39V/hA28OJPyxvmHNEaeeKDG3B9IGEi+PBW4VYXNVV1
Zf9RtCXFauGEk0i56UOAKSXyvKR4zt2qCHZGuthiK3xu5Jtw7OS2qqasjIagrB97iiTXVU7pOPJq
v+k6t6EVrtRozb1a9jmNxZjNqeGZEOKimRKEFfAM9n99AELFTIfxYMBUOy+JW75Ww60Nnnqm+pt7
K4MVmgtAvRQsTlxV/q3B9aUi87tKHYoT7bQuo87Ns4vhy+yzaUv7xcAVQKdu7w7bLp+wTU5LHkbg
+AECBeH8phSNpVQ9lFs9Le5PNs9O5FmpsZMLrbFxwxQnffMajEV4DEqvf/QH3OAILy4fG5gwdO8C
E8E3ENCIRhjVWance2K9wd0+y3C8s8EPvinUUkgRk//SuuU73JH+qWKukWxZMv+qrNHetreHlsCR
DcxwiItt0U9uf2pqBVtey856mpy4bDl0ioo4oV3Zl6Fdkg+twyezTIKHhul3C/E9XJkzIiRCNyZ9
jfGkWZd4kNqVXQ2EKjuv/NCjU5I18az9grPjYrN+jXyQeLsi8Yt9nYzWrYs5GJ6D1NPnVPrspMni
uSvTcMcD0dZ6XXJ/48BYvowwIQswUkviVk713vtzimY0kt+x6e6DnGbVGodGarrzHhZXAM6vCO2r
twTifbBbzBrKbAbqXeWICyRone+FOOELJ+NYRb1ekBvmmweiSniGa9s8ZF5mPidzYF1cY5KvZR1n
X3k3S72WQ61fRku0e1+Xt6O8nBLKPA3rQn0B5DrMPxd0tviY80eEJCEbcV7KxXuuzL49ObNNMRVJ
bAfmETgSJuA5efFJJF8cleplu9hG/8RSE6aYe0s75QvREmrjy1h9SNoP2jUbemf60WUVPPI3feuM
GB2+jm8IwK5hG/AVcN92L13Lvvme0go6jdvcMK17pOIxCFasUsjKUpwzDc8mJcbNxTDqmHoSO7DV
OpE4VniicYNxQjZeeTYeQ/BwOhooFXUvxDBoa5KlLVh/0AJvHh2Jq2jrjyF97aNFKGYfuOwoPcw1
dGCz79MqpW/PLA+Bzd4QX19DN3D7xs/V4PwH8tU1fKMSgwMQ6aZtDqU9tWdjMuYTPpevHFXjMi9u
eFWtk51K4s7ERklq9dOEgjW4PstFguJ01zBTmIbEHpedEhfLjp8Uzb5P0vLg+dI7YI74hcp9HSyy
EVRzETqbx1/EEMqo4Vu91nlBP7E7eXuDn/sPX1D7SfLojpx+grIz6eTFbENAgxNWVHrRvAsPU3CH
UAOWrWGL9FN5bXHSdBx8isbx+7tJ0Mmjlecve6czZnaKg6bFYpy5Dq5BJXbZHVO89wE/QyxH2v5K
I3Kyom9RxIeseCvTWf9I2LN1xHKUAjtWGGN7SIqYv1nV+Na+HSf/AzMGtETbicN465TpIA7CLnSy
nmHsH6ZG8noYGOOCaCEB0m3ENI+42vLMQCqIvbrdA7WhjDzw6xQqmEz4CPslk9mBmpjcOVrandQ9
fgZcHY50YmuTDEP8nQJCRpMFbH/bvXP0sNb0y+A8UIWdfGLZcwyawgO/vBr+yEsHSxv9LYdMtQld
L9HHBVeOAU9SsD2umzT2145ubHq77UH61yKOTZbFk2rk1XQLH3IhwhAYyDGmtrNc0sndGPxQP6OH
CHsXcPXzgCEai7sdxkVR80XZqrNeDIN326CD8ZzgJqbw1/KoJgJvUNT7hTwnpKNhRhDOhldQyMUx
dhwKW+YhBnMQivsmgV7QLrGzt+Ks+xZYQD8GPCagVgvvDRfUsmkWk8ZvI252WUUBI8N5AJrc8sNq
BRK2+JrHmJrqyrYpIBSFdQp0FW7o2nwvOpf+zUT45TEBk3CUk6U3bl4umGzoj6XNESmkauuvEXcV
KFvGgu9bkg0eoFWw/8YvQYdsTeGM4Xb977lY6qOY3PirYYPCM9BtsGDkYnG2MG7ph2SzQuNz1S+3
/kDn5sARdrMzxDLD/Rpygz4jLEsWUIRrGZvxaQaUsEOVtx6wpiDtU468RUp49WtMXay7zQ11gt1p
rBXfvKWyzuQNrYvEdJetVNMFoIloa14s0X/ZIMlOhWDRqi2S6WUeWL+Npu9OCSCXRzlbODhEG1By
OPsk95G8k9UABS1DT690ZDk293e+8FsXrxUkMCiarRVf7RmpuNR2fJqc2WEbPOQHP7EpRAGPGp4J
ZmXr2I3dJ0CQ+UsPRuFQKV6QdclMcwBMN6/qwTIP89yCEIP+c8I/N2HkNPN9b+KMcmXfbBpaZy6i
wFSxj+O2+ZWlfZ7jhBtJuN8LVVT9sTcMlyCm5Up9NFy78e+Rf0HM5si9IXfiog77fyLX/yd2j//L
ak7s/8+8vf7sP//PT8UKer77LH/+77/9+x+ZUHKi+s//EO3mv/nn0tF3/oGpl82TY5sgGuy/k92e
+AcZCVo/iDQ5AXmMv3eONh1zrAHFrYQBNBnu+X9tHG/NKD5fWJTRAKTL7V/9NzaOxD5u7u2/V46E
DCxCPWwwAcub8Jf+c/cImVRBG7sRb0ym2bNhBz9zQlZYLNOZ5ZiHTjgdwfMmx7ge5RHmwK/coeub
7GokrNnCstjVl9rTWGoY2134gOYALYSvL1bxWJARH4IufOC7Q3umQlzAetbLqXjIUXvHTYsWj6/e
7Hg+5cyWOseb5KrG6X67bqdPix6U8QZ4uZZvDaLDO3i/8dJDpoY0OFyLqhSM8SGfeS4GJUQJwFob
OXghVZzhesTzlK/RmYJr4gAwMVe1vhFJpxp/hlrB1mam6IOpP4dU0C371GGerwnlcv4Mx4bBYaW6
wjwCCyWr3k466o30wV+0WLsxKWCRtnelceNjtvYpiYcPjGT1eigdCzYFrIYjps2zcqELrhZJ2qLQ
dbau8LPvPFwmPFXIFCv7ZAI02wEcbdV2bHsMDViBBy6NYWWWhOjd+lWh0lI3ulZcXSJTZtJYjc7M
Sm2xUaC8FP9eXeoN/py1amXB7gTLFddV889gzJesVNOTbMu7bpiVhCs6IZvf9smvXQf50+mzi+KP
HKCreLl5iEndl5tZJMm9lVPYsnKo2fxR8wg2tcXDM23J4TLwaBCq1rr00nGIEuW+skAIFI4GuSTI
ILi+MURHpMKmgI4q5p/XGQrP0wBG/YTc99qmE1dqj7bCrdmIbIvU3pxcXrYHkTUH5vwba/qBHES/
mc2WviYyVGsJv9Mc1WdeU5fjmkrs8GThGwrZmmOP7HZjOPUZumrI9dY17yt/wBvFjDpxH+MjMx6n
3k0eZEAzPN289jQdmqSYX5CvTJDSaXOnuHLHfXasJctSjhfpAOZYiibesA7kRkFzB0dBSqAly4Lp
EsfFgU6LXq0SB/X5Sgv6khybxMSeFdjB1GHRR//hXmQHoJMZcQThGBLOBUwkBC4XkdBPd6S92XhM
8UdocUtklzxGiKzYwNjSbPhac+44YnnSiMmEL/REHKRgXo4XnzmaRSmWWav+rZG5t8oLyAKYlXNv
ByxpuDJGZuOduJkP674JxLZyNBSXdP5Ix/IPxSC7xqyPsunpQ8/WZR5+ebmtt3mDPhx34dkn//06
JcQCwgk0YsbxRcawxwRGl3qu+DKlTbrOvDrud/WojfLH4hu15YM96yPBAuwPgDKPTEUUB+ZV9YR9
Z05XrKWGy6JRnml2M+L8WI+tfiD0maWgzkfcqnZGzTBIWnilWjpirRF8j4YlyscKi+WTHMXZs25E
2rgx5uPQjadYTtmptukPXtVtyDCSDB5O0dSDvLqdatIrM8ufYrvUtdqR9ea2lUJ4KOC8LN2nwFHq
7BCOYNMvSqMCOql2j4M15FcxED1kRdI17JRq2hOVmKsHi96PmjV4k7BlJEfzRcxd5lu/mzQhfEyp
tyZJNluS3HNmlPLPkgGAMEHt0CRr69Uy5d6VCDzuj9bAEDs52XsRMszuxhSL9JAMILaNDivcKuDa
scFpnlJiXtxlVk/smD3tpc2TnPWSbT/nRTIdMcCpncA5uCtT2a0zM6D0pG5BmG6Mue8OUGZDsW/D
5sNZDHUMZ/AZrCTkTNJB9tPKQZnf9U3s6pXTtfa0bd0i5NF32/dZJbZe2PxGVEzTZw8MOGKykVte
Uz5mKT6QWzIIEbYeT0bTDR1teSY4CmyGLNJZ4y/HevDLu8x3mvfMVzhlulDdCixpqpZpt8fk/GwH
rEXW2n02vJixVSpuQyjr3Yt0rPuicXErjcHey4BlrxId7AiGvfN87WAOYK+nQojt1JirPfYTLg2e
ixaLlS1wSdsLbSAF96zi1iUC9rbT3tyulGutoTQMZyp3u5NhTPduiAaDi7MoFT5blnrAi+Gv7Zs0
9a65UTZHW6UVV7cseVlgPN1GPxLpYXsdDMY/cO7TquyaFz7gXEFH/8q0yM3ZdK5eZ860qiftBXYV
a5f8t+VTUgPlQgTrLInFXUGQ31uFstI8KOjOayKr7ACFTGTU91ngPHJEBceUJtF1Jx19aUVTPlel
hRPFCcqNjVXlTBpr5hNcwCdYSGJgpRys5bMGZDTCKEAcGbiSktLoAdoiKZbqiKusAsbfzhtswyW0
j5H++q6z2QI6ssKLYizeuiAdtSnDDPVLTefasi9CN49xD2N2OynSOURNsGK8tRVdarCaSh4WlRdu
Y6PawY8No9Yy5J5SrpyWhNQcPhZzrJ77NDAOaW9V9yBfaoNVD8VQK69DHIzSAZNH5HXVcww+hTcy
WXhqhiBJ6qthsjXgvsCagW2lyo4Jx9jn3DdliVsb6Wbn4GJ/sjJqSxBebpYryxq+R5/v7NZpQ7eC
qdSK14Uw5NEGY70hTcikMYK0OfZ9ekcXFwcLFzfu7aqIuD6Js05lRsAqwdvANWTlJti5ssytuDUC
AfmV+6iWkXAsM9iqMC4fvHmwnU0M6/XS5+zRTgIjgSY11ZzD1hp/+TLvrLNW1p3Z5dmDKupdNlT5
Oiuq7yoToMdH4PJxQlFDZFVt/7ykOZxQyl/PHo4KnM+MiPkGxDPOZxoTdrerztHCu/BsDxqaW0AU
hNMRjH/GUQkrTafnNrEf09hiscvHJGk3UpXhQyJ4c7bced1wFVPj/SXxwA/4C83MWqULvj46rFmr
RUEDdpya8JKfA38gfj3PM7m1ET4bBtaZguYT8MiVfJbkgH+KarzGGdSKyLJZkx2chsmKTanqLdII
c1O/Oo3fSKjdqu62YRn4n1Y6iUvD+h/bFENpDPAnEF2UehmwiqboQ00azuDGO1lh7O0z9Dd6aIfU
mLboKqrdjY6B1GT64JqNzngFSwlKlI/S3lDC2pIllIBD6OAAxebW3j1aQoHYB3lDZ/JMjwmUn6zp
twQ63rok6bbNrX545mFKHBuoc7wOU4pTNZ+0da6xZ6E8c/lyvAyUYFI3uMFELKPZExjVHEcQVwTW
gQ1l29RufIpLa9zSWGwka2A1ud4tzWCItUzQM1eaEEGUQHJr1iNYNK7t3bIcPJrQj1OWWCSU4nbf
D9a0dQVfeTMtforU8VZZblt3qej8C6AYMEzLTOfMyqga605win5RQtFt7IWFoCjbgK22Wmd+k10T
XbqKL8Isj47tnNzctHa8ywztiMyX2XaTHfCPpw7lTa5HP1XH1Kj1Jsu6F0visWeKTb6B8e8F/Rhr
oZV69acKFZ80u/01WPG0J/Vr/uGNbfaSTPgODuGVKweYkBTYBvvoOn7rG19vcsMOP9rWFOOW2EN6
lOMUTC88uYPh2CexdZzdbtrUcMxeEo7oYjWKRnn0tsrpa0QVe7HjovyYlmmEpm33u3i8xWpkYxuH
kCKLz8SmA7THI5tAUzKb76WGYbJxTPcPrR9Nuqmy9pgbg1Mj0CAz7RbtzsV5sH2elLgZvWWNMlC8
Q/wof5MDGefjuFCAs6umYQkPgdEYGzM2QCo2ywDseqmH/Nn0Fpbhs1/y+wLEpioCyQ18kAoUT17Q
wFwXvdYhGlnnVWrvIUdUmzG06eWeq9ap7hzKGXWUzTyuSKRSsRNPgerX/L7RfiLrwEPDxy/8g2eC
4Nckw8m2VjNwdPSRsLfmHUDlJurLFvK4catkNQCvr9khel8Zkd6HIpmls01Y1uoJYxKQQnSkPO2W
p3BUbvPRFayVVk7bHXgQTCWmyLYZPrEDmOaeAoA5P6sFdW/A3ByJAXeljxLRXguR6t+5n1g4TFto
7quZduzn3nFxKeQDmuemgWuF11nPl7J1HPXMMVIOnNSAydmiFU9mahX1sSd7NpJ5/ot5PMxsHzdx
16vfbSLCYcv65T6cYPvYSfkiMMu+e65J7x1CWvDmIk+nR4D2SAvY6Lt75JT8FMep+1Xi8CJuhr3w
1+iwLEH+AqS/zcu26relYp4qu+6hq3HKzXYSfqYQEmXEPHzVy81tTf1Jv1GSJ8p6ZF2K/6zKCeow
GOPwT/BLYAEvMhwmDVtEA8UoZXFjCt76nZhyiSrmwN5iZ5PJfb3EthdZS+/5W4zzGaoBKngkjSl3
tuj3podwwaKZqnK4imvR9M4r0qpHkU8xq3wzWxVec9fz3GuZ1xxtpP7S4UzxQY6E3Evsph2L0QhT
Tvmnw9pRbIFYmS8MMF0XKWe8TUky31fjWN1R0Vt/6dkPWkSPVLyBT721kgJWDM/CyeuHPMQbtEuz
uGKIs+stBld73Mb4z7OLy0UNa0+P0yBn2+aJ9zAsElIoJjpikUpvP9ZjfNdRBS/ZhKf1C5vdOd3C
MxtZrpr9V8fqNWoI0vxRVTuCPZq9FRkogS+HSs1uXXSNfQ+tc2wArrW15Fcf0xKE+exOaLudHt3J
wfRMTMe+5b0o4otr0QebnpxDdhnCOW0ZSX1myDZRtYbIReNKhMEHyzsczYCEMvmoeDu08/CGda97
xHtKgnZcpnSPeuct72QERHysuNgpJvqgqNcJJs8uylzr4uOrfHTy8VhIke/MhqFm5bXa+n/snUmS
40i2ZbdSUnOkoFMoMCUJdkYz0nozn0Csc/R9p8COah21sTrw+L8yPDwzXP6flUjNUiLFnCSg7Xv3
nnuhMYRcEA5a3+4iwaFgNU0ZXYTCA7hozFg9iCkp4ucEYy1m+CHW0kNr6Dpn3mgiaIa2Z3gCYMP1
B0ylheZ5dAwy7HFrRfduNpUTyE/T4cJnxxPofmOkf64NulR7CidVdx3NXM8umBO8ZKMBuG+OPfes
j7BoxnKbRjplejNmJ2vHqnv17IDSa9drzpWCrIktMuRU02SJdosDsWWTcglm44x55zRcq9AXxxus
xNwMk9i+MWXiHCjEtJcmSwk10grcoJpTvEiq6CdOIO7B47py3xhW9C0Llc2Z4Ye5kzs6Wyk6JYCc
0RJC5JYduXmuqUZ6TLl5Girk1E6el75jFu2RyLH5HNu8h0jFN12kk+yiNbxyloMNUVUwmiTZr93e
NDRjus+qzP4eIS+2rtJ6yPK9l2jpPoxriu9lMIB56RnmzaaghVJcsGPMXrrOSkd09NSQg3vvGsBS
HDCc89NvJDhUp6Zm3p1lpYl8P8aah/Qaa+TeDlyfblawoYh1n1Tlve7yaj2cpDjinsdMMieN+kGV
mFd1rYHHxT+lZ7ejHu7RePPDg2Q6kw/a3VectFe0lq+DKt8LotFqDrtPXcq2V4hjPeTvnFnf6JPf
em1115jGV24kJ7PXJQTW3C+BiJqRFm/o/RwI2yD7M/PQuWRvkHKnDYD6Z81iNmLquzQ40F0jfxWN
fR/r2pkIPEFOREALXLc4zETlOVftmcINgjcGWWPMbwS1vJbAUTeujAUijgoSA0s1XQbxgdLV/KQH
tvjPqf13TfiGLcsvi/SkkVW3MBGgzEm1FnSLVp2H1tBCV8yA6aZVymV6ZbRZsM6tZJ9X8YOekwlU
0nxcMdq/RotRYgzmXZSUT03LhQgM0WpyKkAFekA9Pk7b5qBVXHP2eqJD92E0ZaN49IpqrnGqT+Qy
rqTT2OEjzr3a1+fmxP58A2aMPc4i/cab1VnUaFFm546aznVpFIexcHw3oeKRCdYtgyuFmOjJz+m+
qvX2MGqDtQnMZCt1daWhybI4wgfotFazM2i0Tp21g7JkdLT8GlOHzsGgPOsD7uXO6V4zpJY49uMe
n1rsIc5cLAiqwmm02JSoBkSiwOrfu46PsvER3celMbzyXFnhqeQipbM+rZT0VP1Iv/U70DLrxMKG
TGTglot7qL7S0nq+QTJ9w1ELC4uUe7cxKKOhD0+cALKxLVYkGL1ZjvFqIJH0xyw9lLEWn9oyvAyq
3IEYuBm6yb6zMmfk9oEcoNJ771gwmg8tuR97u2BvcioKVBIg44prT3VltnV8gMzwgld+W1V8QXZ/
1AvOkXCccR3MwP4M7Osqy24aQ6iDEyV3pWjlhjtkwOCrY+zmorV8pON3nAXz1ZwP74EiMsa0uQdO
MU+zzMj+yhN09GamuoO08fFqyf1MU6pHJzidvXSY3lvbPThh8NRb87e47I85auCdlU5nignIBUrr
zuDwrs8kKNGVjHcgpX2rMsQ+MWzjFBk2QrhcWGu9nQHvxsN8Fsqs9ug6dggxBkyOI8OJ1Rured7e
8zGV785Mj+U+vZeN8YaTCbmCI8dVWlUSp1eu7512MdY05jWE6v7sUkuDep0+oFu4E0nw2rtwDz12
cE4b1AX04CujCpN6OuYaDqZBHHc815htqKctTVDNsYzsgtNIhi+FVKceDo+cwk0bWQJ5mK62FEDO
OEm/WUF9VRriW4llwEcWDcbZo9aNY3okFMV6bbW8WYfxfOPKlgFrtKfQSbtvXjSk+E7jQ53ZRx1R
JCThtPPOeQiDhkalYwZ+XNuRtm+hF4s9ZX7qpIhWwuLDKsw6+2w8Y9yh/vVOcWXM921JfB1pyOZt
E7nWgzMn82koQpNmvP7sccvyI5GV6z4p8ebjKMQ5107jfsyy9lkJ3n4xTNKXcSO3vdlNd+DY56NV
oRMOZqVt+4navw4G851EBngd5IAOFceiKKnYaVBq3hOQlW8bG6edm0dopcf0QKuT/mJC+6+r4rsg
iY9Y+h/cfL61pPUQcsxf1X0tr0DCT3vEj/uMA6lpm2B5nOvCUs0aLmWwITwQn5Y3OVvyIEe2OPmA
WhUapUfWUhGbxlXNIWXv5hV4oeiKievAVmfOWnP9jPQqOSxe333ewcYx22TeDLS1fSOeUYZ119Ki
OJEjtu5JrJlqZ6+DTNlAKwiu0qiqv7SZU0DY4+zCXThu3MY+Ef0E9iFSh8LrD6NUxzbPg/uw6qcT
1G6j2cjUOoQOF8jAStuXShRUDOfkxrTknoxMSBzZiMbJHNJTPHTOK+ldH7Y7i1WALYumbvc4E2/4
QCdI30R1lW5Htzni12h2YdQ+4AzF7t+YRwJEVxX5dZTJ8+LZjIHNqr58B6D3XqF7HwMu9LlQ3cbL
xu8pk6RM6bCttKzMt4S4Li8WCrB2a1He4EbKv5qaA1Opb8NtFmKJhSNkr7gUfyZ45+XUXVCd7gTr
yCG2s08uOGzwmr4z63yPc/5FucFaGNNjmNdcoMP+0bEr5zVE0LZl7PHl3TYkiXRIr11dvs/uKD5H
+H5w974FcfGMEergGgbfua6Bz07VwU6dgwL+R4jBl6kP0Tqvx9zF7GsRvWcqNML0w/J12yNG1SmX
21vUuOW2BliEsxs34obmWnDsWaaeLL1/STrR+W7tPskgeeV28h1uzxnww7ytze6Gc+G0xpdLQYcY
NoPayKaIKNjwb967TseFJ+DVNc38ZtssQH1Sy0tNeEJd2teD5XZUEwzbfMsSF1FCoFsq2ELEG3D/
1iGHvmGIISL05OHZDdfbWDkdC0taojrOO3kmR4W3SWYjQzQSpyXCx1cd8pVGk34YeSU5taVz7fGW
PwWgmzdUVS9Id8YWPKqciBGkOtCeBW0ojX6jCED8IiO94cRVWPuZtF/zENiNyv0KvZS7MNCbJ1WH
lDCSZEs3fTwOKFCQXrlyfgQbNgFRykaj41KMc7JfqwwPORtfNpTngaJCyDMWc45p3y7LLrkb5loJ
H39jn2y5SY3RXU73nBD1jm7NJAb32LB0fKd/Pl3r/Zh8mQ5eDUQ/6PAfRZoNOiuCLPZubcHFaOYx
W/UAjAQYh8mVEa5VOxbHjALtNqe0RVhZ2lk7imYTozCFShCCGApi99uU59d4HKm0Ish3KpC2XmVO
6zIhLKwRJKwALNmOqECt1VC31Y3mius8KLSPmLF2MeAHADrEr2VOw9YbAyrNS/LWrB+Lrg22RqgR
otrdINv0M9khX3GhBlORVpuhJFctCBL4+5mX+snQmZ/CHKMNU8feqLIuX2puNrABxnMdJBEM3rAk
Z86DP2nlFedvRlhXbQndCQXNkkbA58m/RwTvaskJgQtKFy6bFtE0JSk12xT9KNHpFeIYTgNFa5EQ
q2WmvhYynbc9VdFwW9kD0P05Td8xniO6pu2sSHItSsfvHaj4drD50bv//yKG/ykWQOK/Z9Pfv8VF
9z9Wb00X/e//lX3l0589VD/+9j8hrOY/JNRACKeQ6aSHc+P/Qlgd8x8uMgKgpKaUFkxGdAv/SaqX
//BQqZC6JFxTR2rwT0mDIfkr15T86X/DRGUtZMF/ChpgGjoOWmhToGyQcglD4v//E0Ux6MJGuelo
bqiuEZiRcJZnIYo3Q/Jo1cVOD81d3ckvLwkenJjWPW59DcGuOkrqF+vOjB+Ck4tZfmtP3guJy3JT
eBZZxwmVn7576oiFRS1cXnsMWqmlxCkAv16TTtxvkhl2S2PA8ZFK1quCLc8vRPk66bXYNbo80ofM
/xuOv7/NPfo5Ien/WdffEjjw70fv7qvJ34qfxuzyB38MWQMDn4Xtz6PfbgKwsMA7/oENFv9wHYE4
wJEW5FVDLPTV/xiwgj+icYFdkIYvTsGFLfkfGhxb/sOUUDQluHBwqgRw/lc0OD+DdaVu6KaDc5sP
cRDiCIuv8OfxSqpQXlndHK+DKQglPWanIOeGMhQR6LGtRHNNnpn6MFTRHv70iC5/zIk/I30Xnug/
Z8qPT+apoPIXgkKF9deAQAgLSC7DKF63ywGQmpyuv9dOF7BhW9yQqXc7Xnfo3S79avMe5vrff/yy
/vzl8y2KUsLisikxXv91pnZ2W1EnTLBRSMnpn3QC26IX0ZY7ChfeYzcZ2Zdt4qzC5DjDwQOlUO66
Vrd/w139me65PAfLsenK0cMVtuWYf2FtVhjU50FrE6Z1YA8PbgCHXqRBgv3BMnkOQynUb/iePy9S
Pz6S5dN1zMWJyohcXs2fFqlBJ0O25hqzTpJZXNHFjF5sqx+PHCK1+DfP+dcBRgCdKRbMsG5YQEV/
/qxWjQoqFUEU3YwRc1W1HEoOWQdMaMXSp3YNQa/VDcZ5/f3vX/C/+pH2shqTDkeuyY+V+k8/siXu
ZzIrA3lCETTOjYMcKDlaSiPoAOd/+l//mcxj5o9BaKPn/TWMruo7C7mnla/pyYmrASWZD7xZ32Rh
8plTKTmky6P++1+4PLqfZ5AFeZZ90HZ5rkDufn60atY5hVg1em1d6O80H3h53H1/9zG/TlQbJaBF
7i2WYd3+ZbRMcd6rtIE9lWXiql3stXZP+jcRTCuq1+kWuBXauYwoht8sEb++Qgz5rJ1gv/na+KJ/
/oGFBezDBFK5HgXLA4KpqF0FRT9/zkWEEOnvn6Zh/vI4eXF8jBA2ay+H9J8/TWpGWiClKNm17eQJ
5qwD9tXQ+x1BDpQwUDfZ6abLoohac28h5hi7roOLJ5Xm12Uh9FUeFWP9m6/16zMA68MqaSJ6ZwMx
/jJ/UhcVcrdEyPRRbU1XJNIummUvHa+JKfB+sxb9qw/jBMVFmR1Bwqr9+RHMcHIjFVLpgGEkrrpa
j3citCJQaPZYvf798/519C6bm2HrLiuDjZr0589yWO0wZCI0HBFa7CxuyfGKIm5Y/XFE+bfE6V+H
r0ShZpElaPBWdfGX39QFhiLGOyzXzVgM18mkZbt5HMUmmxf1lCO88EPXVP6QBxo+gL//jb+u7Wha
+chFgcsqL5bn/ac1CNhj2KmK3xhJk92tj2cIW7MTh2vgL2Z63Vek6v1mwPyL5ypNmzMw65H766Sp
cRY4BUF76wha7oX4o+yJldfd/P0v+2VZdxYUNdlPy9pg8j9//mW9BLQ684uBzxraBS4eVz3Mycc0
7qETkrB4bzB5/9B4/9tXaSBj/nnFYwGSUMpBbpvLpy7P+0/Ps2y0QbMG1a9dUsK9q8AK3X2WKzCc
bTS7ey1DebAbUjcb/aLsGVATKNDPuMiLfasPNMoTnerSHnuyMf/mVf+YGz+txrxoEi0djEG0tX85
z1hl6nXToGHaJxeJfrueDLvEEfRaDZrBK1nI5Ip8vuhCn9NbT8lcHFqCaZjGc/oVw3KFnaJEXfou
rsXfzetfJgEwfFfXueIsaxwpxj8/OIQ3s5uQyLJGxu8+N92Qf+PmbDi+M2XxLfAhTb+OM3qja86J
HAONuVGmP80mFWIOiM8CXcXe7OUgNx7QwyMmyHH0iT8BQNVmjZrQHVQsyakwHYTAiELrVb8ICle8
RkeRpVukn2XDYMLJnA7zdlJuN25HtGOkG2o2B0AbA3WL5wK7zegojCy5Uag9qm4qLFz/s3FbmUB/
QBqRFuabepodw8nrY4zlzK1GT7CHVFz5STDquzvVGCh5raDYmjmR7St9VNmHNDJQOeOYc3dH6wIw
gGeCzUob1AU7OBLkSOHCNkO7puRUDZy+YEa66SsGOIXAhThI/++n0V/fC6s653hP8nIMD+zHX/Yc
RR82yrH4r7WbDOsv7WDwjJvS6X+zKCy7xc9zZzEA4Gsm6AGrOWTCxQjw57mTQP7pPMrb9CxiJ3rT
TM2j6KaIuFgDXgJcODd4yYbCAIuBBHohI1iXICaKkZ7zQExa11gnCDTixikAQm5CAGWXuZ23WRqd
LIUd3YZ/grt7JM6LPS24m/Hu1BuLiRf55Ix367nIM3gBwMIleMxmO3bxt9kcNFChM7XCFjuuX1Zj
5seq0t8ose9LVScvepOSHIkEdbyPbcryK45a7gqTAtGtUWWikp8MtMNOXd8uSyIGpRKDUhDI6lLP
pjucEP0l64oKYLNLOh3UIgVX1v6wD6wj64GE2UxxbxVIWczrLE5H3UfpIm/B64prhK3gqzXd2fYR
DDBIAlqNTSitnF0UTWprS/h9OMyN+dkK40NlV9b8xks31nbroDLBLZi1O83CmgG7ekSSrWX58KAb
Eq3bvJDDKxChPd6cW6KMEJZ1fIvJN2pHc7CHu9pRz+eFA5m1t4E+VXe1LdN700QUb7fAhsg3rVtJ
CqYAMIy5Te3g3p/xFdbWrslc6IE6htvvTWU0JVONwic2T6BZpTFj2IzBpqw7q7V6CqGqv+hxUGMw
G7IDlvL4BN9NHLXO2gIyJzzJUtYVD1+/KSZUBxXAkV3s9q211gwqlT4tCzreuiG+CL37Rptk4irZ
j95Lw4i6i0h2wl/U1xDjF1wy9VHrFVqRsR9JKFtB7nqix2heMJu3iB7MT2PRIyWx69IMmjUDPMQE
csFrMrpQoY0/f8L9dJXnQtxV9HOa1UzYbof4CzUAH9Z8R0yCqRyju2PuCKEz0pssqD7AxNzHSeuu
+sYcp92gcgQb9pwhNXIt46ka0yKEZW2a2yqp9Fs4VyEaHqHI66wwosfzRzMOnMeoFq8poc+QCq3+
TmZV52epVxMMm8/phrtUubPLBLkbA7HbsGq1Yp32PMFE08jh07TuiDWH6OCCcnKwjukePWCueIjA
5IZHLi3ZIW105AQ5/p+difgl8WfS955b1c08yVRkrBghdfxEQ3iCkby/5DMtheyHQN+w52usKOrI
NZsecBO/4tMroGk294GVdasuA83d013Q56cmEU8Jt1QQoliOG604TCpQ/sg+vhpZuFZmNFYbOsfp
Nqt7A+DvgKLATLy5JhmhM7JNaxUKdC92RMq56LlVasXrUIyzH2eqXs0pxagBJfrtoAztbDbRhdQA
UtPM0CJWNsJRLoyD9ML7qu5QMk91/BkNTn4oyuyUdO2DF4tw4+Qmw1S8VWp+AycBGrEt0uEbp51P
DzjxWmnDe6Nq+yWZllIYd6aDmgE0D0N+p7zwrE1lcaXXtvYML5XOqYQNHcavxvzZAGQFQ/kZAWNc
z+50nPTwmkUKrVA/+LJrd/WSV+w5deGr1n4laHXAnGTS423jdSeqbVLMj5bs4FvSfg8d5DVhkLGb
lo+hZlg7MaXf+wVbTHqYJ6p3PYofkYuLleOUAJ57mgoknL0REtAndGanD853OJrnB1dP9S0kgXKF
kiRdiaoq1iVhwasEBGHFGMsi8lUb4w5sgruO2HhPZW5RB6zg6w3KWZPjG24ixzhn9sQbmgfIPihN
OX5maG1xBMWVY27GctJu8g74aJ/TPDBsuueIdsURyI6OZG8kQYUMDIrf2rqGWnZDXiQahhp9coe/
j7uQtdcKlDuFlTyEo7PjqAMbuKEhhK513ceZDlMgvDct5pBblOd0IgKwWyxTZvzlRpF94PQm3E1T
mzS5E0N80ru3qlWSa+qzy0T3InCVHAPm2clelOl2keLcifnqSvP2WjWc0xaI/qCZ6t7WUAyjTHzU
p+EKYT08YG+5ZIS0YkxRo56dD5wmrud2AM1ZU66bjWqTjZ7t0ze/Goz2BZzCEfcV1maFiUCzQRfa
FIso9WFIEMrCCxRHeCHd9gZ6DkzJBYQAGIUXk8sHMjC1TdH2j0lnbDUR3macv5B24LrA0nabJu5H
6ACwZ40NT1pNZ63Sog96DlSKTVZEQAt4IhrcB4XWCoCTaXidVNWHGTXHOkrdo9eRz6Oy4rurQYzh
swn5tKZobQNF9d2pjD6JEymuGhw78P287N4mLPlxDmpeCvYpTjfa7OuLDbbrjWgJ/4C7g0a77HfV
CLOOMfFlAvpi1HHz79spvsZV7R6aarpDhrA3xuE+L6pT11d3RauSF6Xq23jpImmRnNZm5X4YU4ay
NMqsA4hCk+LSlPhOTGajUTeo0sG/RAjd6c44d0093BHLTLNpVDvHwbNSqmurhlYkKvuxpIsZuB7S
pDq8oGw81po4oYS9NaMaJ1I/3MChuUll9RDMiy+LesmeiJbv5Qx8uaymUxQarBtFcRrMXqzGkOYR
VqjvTgu0h5diWlexhVCMdtMVDCWHnCXCxMAYn+i57mrCcFacMuQhaNWtVTD6twYPEhwALzzvkNEP
7UYqe0cECdxrXDLpjR6O5CXrzsr0iuLR6/IPbjZY2RpA6gjXy37TUIVjLM42Og453dTtdOwacNpW
7yHGGZd4rPlbMMRALIyQTdxyEs4pWnhCm6pfY5RZkKliXbpzfzvmDEpKFzmUpIyI2xgIQjEEw6qZ
CRWLygkjXJBsBy/2a7SBILzXlo2KCp/pXWp67ORi1NE65G+j5iHemotPPUZOSzXA2y4cU8J2wQzY
ESqRwcLVhhV9HOlgFPXJoXFKMKFTrnKPXKDRuBpCT53hFPR7EdpQpK0Wx/mkPSN5iK/Ji5frvgpu
SgwEvkGBIcvTg57hsQj3wTht4Ar7dm1cxXp0LSMwWW7DblwU/ZqWPCKNtC5BYFr+kNWfBKt+ODI+
IEuB0+/MD0JHQDXNtjyMoknXLRihVZ1Tq2rMzNigSMAsMzs7YOc7xKXJVjTmxYXxL/T7WiC9VHW7
Azr0FHBrGxHUG6Z94aSx1b0Z5FKKAtayP81swO5TXs26RlsFmisASW+FjXUbptN2kO6FqvIj7OTP
pLAhsAifypFv9yBQS3k/ivw8t5g75jx9lQ1cemt8LAnriHp22LY0fHuwEd+aTbq13OxC/TTbqn4o
feDA47pG+kQNjMwFA+MSeBpjUxZJe4N2lwM7nCyQ5+vIQvlOxC2ZpYWF5nNAVj029zWBWI2mVVvE
A4A+SWVH7wZUtiMjSyr9hBzhzgzlDaDWcu0o7cqgNe1netodIRFhLRrsCJ1TeKURsLMjXZAHRPcJ
5IPjfcPJRg5KiiSLrUBslDddpim5mt3ilDpquBmK8kNOQltLdMan0l0c43rz7Ob1Rbpjce5nJ9oL
JNsWZnZUGvOqMTV0r5A0H2NuJQ+hizUQUBjxEIdBr+/g6zyIQFt3LQVC5djfY+niGwLTshqk/KYv
VqGYOPvVKJFNo4S6jl2TJBo2AY7Ywyu17re+c+USFwMKuXAfnBGrBYyhbVlk807NKjm6Oc620L2P
gFlT1qhv6d/cylCVN7opmjWI/2/2qB2bDjda5GAdQ19zpzL0trINAj8PqwvRztmSDgRg2pEA9/rd
lIiWBOKGDh7Sjg1F83McDGTulg44GQ80U73wVZD+QqI/YwjmvNUpaGduW3+3jewWfj+LP3WkFVyo
J2wlsNem6rO0xluj8uxD5U7Wo2YASTXxm64z4pzWPd6f4zDOZ8SNHdb8cNiKMIH0U09LwFNUvyV5
fyJmB0pNLo+kCgQb5AIYrwTtfshzenrNuJuvVDy8dgXZNUi/Wec4jswsoSfpAWbc5ETg7bGhfGhd
qjAyed0asfW57oJzgatiHHBnV3ni7aqyY9eZpOZr9khKdYNrzXAjc12maAJ1E4R/YiFfSprUWHlJ
/lTP7V66RHFHrCwrSPT+lGvFKRMJ9hvL3Mx98Vjm2tcsaveigyW+1l2ybkpZA/iKec2qNDQf3WB4
bQ01mQDBIRrNHY0h7XUo+GAH3Al8SmaQOwa7ItMuiVts3XZ6CofuqfQIzhqn8CBls2M12+gdFHNs
mqeya2+hJsC9r+qTNQfgPCaIThNGalFxyEnz6K735EOZoDYWc3OpdfEyFd7ZI3umz3XjQLu3W2uu
q2AujH4Sto+4Ix+NuNavanSxoxve1UZ5B5gjRsYZv+pDvbMK5t0s7NOQlQpuHoImAUcSUZJbV9dK
x/JYcYNhq95GHY4YrQQd1jdIKBXyYMCPcwe/FmnNjStK01g7bjGdTAgcfj148NqCW8MuCMeVKqVi
Ehy8Kt9a+fiUZ2iIwszwlcGlVqUuN2Xje1epZe5WiCOA9fkykxXWdoPG2qoJTJ07a4nIhzuqmZab
OhlHZ6sB/erXqRi9Ry6M3T2m8wjyt66l+UbD0sqqkhCpl60sYDA3IuMAfeeQm4xBpvOydi/SAftp
q6W3BDXX34mFY/HTmpYjYw2T88bMmpJqVtzZ2jEg8g3uZCnMTyo5WMWHXIGyi8abznLCbmcoqZ7g
k1Vn8n71AJ5jrGXbWPTmBXMvrfXGGALngI8n8zthpi5uxNCtN3o79n7VGw+E7/TGqRedfHCqLrqg
Dwg3pM+dgTQ+eO50a1Dhf1dK2ZvafWO9A/ozvVvNfMacDfWfTOqjE04Ze/3C594ChO1eFQ+IEdZa
K+CPDjfeaLgVZt5vSQVbaYir9SS6DrTwQdnGai743kpldwGX52zuL2bo3VIILtZTM/br3BNnBShn
ETAn16bSELaGQRu8iyhJz+gQ/TIBRJKUhFPMCYa12n6vG1f6OSaqQ0aTmLW9HG3+CIygrjF24bOz
yzRjeJwtImcLR5XnsoB/0g/PJJiTNlHrPXo785X01icpcfLrWUEpvIrke6IEWa4EEK1okM1Xsddx
0pfRc0ROGNXHRh/2JGhBjsPYn01udp9X4YtJ8jVjDh/bKuU3kQlnbWTWWStOfViOgpLAKgoHBhfP
EJvhBlD4uMnDYi9bAGdWfRf31pIzEuO1M4Mr2uvvkI3KXYiz5z6qQAaeetUXb9zLwve6aAhhAV+5
VbGb3YWLCgqq6hqetSboJYx3FCg3IMeP0ejMF2wyIBOacNqVvcN6lhjcpJIoOelFKO6Z4G9toy4x
p/kzOn/w4y4ZXH5SKO2RizAV14DGzj0e6fnAtthgFNaKhyrnjpfhi79I2U9HOXvPs15oR9eQF+DP
zzbv4Yr8otKPpDc/aQ4g7ZlDW+u3ras/ZuWSfgC93kcflz96MwUERCfi3ghDfoIDS3XhXB1UV8M7
E854qWYv+nBd6XyIQQxPfQYENMPzUxu6ewU5KjujkOMcLlRynbkBVhiXLjoGVx2TGup4b4Ln0wBk
UJUQhLm0vh4ZNPFb9YHj+prXQgdtbN5oM2ebRlS3I7yktyqi+sSMQZrm1dTaIDnSHin8pgZLOxRd
f0A+n+/jIaj2ZSWGRxynAexCz3kxjc70yfQBptaA47FBiSMlMHs/9fLUl57nkx9hYCGbzD02W3c9
qMkZ1j09dn2a7x2M7mu8xOlx1gmjZQKmq1ggiJSLtrxx25dxwswJp3hyrcDHKRKts940/TiyrE1W
Tm2ym4baKe/DRs81BONOc90BuhtXljXoj7YI2BfMirj10EteKZJAzYDNDUQLs9iVCcZqh5KI+pk2
QbHo+gvEfSpjGKUOQxoUm44MmMWGqYbtYjjcT5WQG5WP6LUrM9MOZCUlN03uVMc4xHe6KsE9boGN
4x0DMHUv9VRcF0l/0nIz3ziWyF6zLo5eizbBYm+040TLTerYNAhb9ygcf7mebtAksNSCh4ubN2w/
sKKSNrB9+ujIAZOmNT6qpdLMfQlMELFRHFSYO6G9VmaUMCAn1FH4jdKJ4yJKVMfaYkocKCC5sisB
tShbk7elHi9hB73NgNxPKKAIw6NqzfweRb8Ou8R7m/VhQiVdzRH5dSgFq+BI8lhTHoYAtilVamq7
R6MzYvur68aB2dv1TYBJZy6abwn/5vhieQ17AYJnK3z3zCJWJ5BVTnwY874NfZ22wlObdz+6Eg6r
HbRU3NSJ6ZKnyCZBL3Li1A/ms9eNXQ3TWBzYK5ySK5ATxvd6bjvvYR46l5oLf7iXP9oJTZ22yYHj
6WRzoCjafa/HlXubDRzyjrY3SGsbdG067kugwc+lkzGoitThP6hBWUm3mhT6AgohUsNXbsLKJFus
t6xo3ZqKOImxmbL8xqptRUBDnzRbq9etfUSsiLduRBRwv6LuSD0bYbj+nteQ3fJcd8uvztRa+zwN
jp37ichtQatM6OGmDkdNwSPAwLenLA/EXyGb1Hyal/kCMtGJmpNDBeuNyB4MbQlV1U2jmWighx3c
vtvJhhfAhvieS9wMpIvhi7xTwGRfQCCvoP98aEt6TImBJ622Q9OS/NRVLDeeUe9JVBS3M+XWjdtG
xhVv+zXiVBsN/Zfb6QDu5Ti/thk2ooXiPLUukC+wJJIbF/UGfxq5+XRqBJ+SUHBZLvHR1i4ryVXz
G36hBjuFo9E2Cltjyy0+wOBlzSkU6s/Yc/fgbb8ZYefclM6gI3xX23AI6zN/Yt9TMk8fLK8XT7pR
JfteqHe3s9m6o1nua07bPlcognoy6EHHku+KEVq6vGLKlH5LiA/1OmJnvGxn613p3GIXcOGYeVBG
Q7zi0w4DJHBG/ECKKeKAzjz1Ui/eQ3uEgEr27GAf63bMLWoNS7t1CwgxGcGDxlzobZE2LhrrjntB
KS2uJ9wbie60YaHtcJFPKO3rZCr9GpCQh+S9ioHijbUjr4pYw8BMdF2B50BE7v9h7rx240jSbvtE
2Yg0kQY4OBflDYusopV0kyAlKr2LtJFP/69Uz2C6+2B6/rk7wKAxgihRrMoK8+2916ZidBgmcfaK
1pAPYT947sEieONtHQOLQVjO+IjhYQswLrWwqyNvL/5/ElAW6Y+p49/teQ22MdwqqLC4OaiDqZrO
ym6cmKfouaNizr7LJsFSQBaJ/2pWIQhBAg7Yxq5bGozmMrxTThB2O9JubYzp3akpJCcWScmWyir7
rjBnbT8BzVHmOehkmx9Eks8j0QWZ1SQ9fy0TA6jM4tvgEtq5Oi1BrUvWIOtsxNi3hK7sOiKqFbiF
MC6BW1vJgb8ZFlOo4vxsdoA6Ols1D/j3uWHBhNInSijYEp2sfeAZhjWhBrsztjZGhfG1D0DX2Wqq
kxVtoO2hMLgG5jnjjWsmanXARzYums8rrG3TB17SBhs1ol5GnDvv56gkl5S4PwNvfmNL5ZLFAfzc
KFs/LHTAMxGlcwnm+lDEgbvHrrA4P0ZmObbs9oVFvRywn2rdGsohwBRwNiqd8Ri31JepRXzXwOK4
cri9/aP3U2OHZh5+CUvy58tYLf5StEk87lqM6iW3fKXSAyNozpaD6vRdqWpInm7Cs0D0qTnnJCjJ
1uUurvhJTwcr8WEg90GK6V2W4ZYGEOhyPMuc3Iu2bJ8XWWXX03b/ZVIZGTxSq+X3xsj0tlfyLgpx
VU+RqUFpBNZtaJMx2Y9+pqCRzNFxFuKpt0o8P1IkO+wZYIPB8SbMvFoiWU3Q7oyot04AXEVzgqxi
7K0eGgHU3g2VoM2TpfADrxnIOfwkeqa1sVLfAt60pxj55FtGfcBG5CCbaU4q17kHH2YlKgiKWyhM
nGY1461ZCecwt3ZyKs0QOBA31avHc7cOLPvNKWcrWaPUWh8wvDyEM6+zNigc+iVDaH2NM7u6Zab3
BbJovRnNwt8W0xDewrCvSY74+lqoULAyEBmnbbe++Ep5DOs7/4EWnTFklMf7JEjqok622XBUQUeM
3wWQNPZ5t6+Hsbozx7IFri/6lceEktu3tAgkL6tdE7+aIqQrtu4/VGZR3Kn9I1Wd052eGnfDjtHd
B51nn7AXkVvj3X73kiwJN2ZjUQmlymVGmtpDtUNNxKwvGzIRS2nER29ARV3oYI25beEuOOtsdPU7
YY6UrHtoWFz70+QKotf/Eju6+zLmPtuELW4Gf9PFNmf3oadKmKrtqJxPAuU42Ggks/uRo8iuNcrh
B1S29lbOcXs1VH8CpsHcyKRj78BAgamVVDaDIjOV1Cxn1Wx/jZvZX3Xab6iI1eV960TioDx8ACsf
p+O8Nvs021ORBogVo07EwgPGNw5df2fEFaDVDl0bCbauWVf9HiNXPTEnjq0Oz5l1BhDp7s2FDg/k
zRrXYy0F0/0xMvmoAB22bN97opeU6wDuzT2CZICoR1BwH+fWwpoyckEZVgnP1hHNJTIG9eHp1L5P
s+GzF2UABqiZj9xporUHxyrZ2IUhjmVRTXDkOIjKLKD8JmGWRfun3DsNeV8Qk6FzmyD4fK3b2go2
Idj4ixUI+VhGIycPVefbeS79ewY4PlzM8DDI+cD9DUaXoPKmFtMjnhDjWbtld1OoYhxfk2rH8489
IgCJ1uSJ/daacrm5hZJQluRJJGNbeY/UspUbunPyY6CG4EBHWHjoU48JXRJsUl9UJz6yx6yM56+4
6ZhqR8weyaOpm+GEcHU59nOjbdOMiOJofhmlFd3LjKTaQPU3cxzXerCm4DVzl/mqWRTpvpcm3UsV
3gLseDHk1KDgbtdahwww9h5ITX8FZQIhswCVil4ZfBKCbn8UWfmZp+W4Vk3fvw8Y6u+JHDXtqu5x
oHptz/dB00PsntYCSXztj3SPcwfOT9prd34OPxxxG2aPcZjCcjgSIgRgCZjLsiCd2HQ8r4NKf21p
8N5iJHkpiuy77LCZUI+1MikRhlMm7ioZQFEYZvyCoWVwJiKgnGIMKrqdUSznG8PIN6Uu6zVzlemO
xloGUfSRPDIKL8+TyB8HTs6DXyQuCCWuE0aPHGljuz3BFORhlZorc1RA1T23qkl2wTBEZ3weHW8E
a2IwBmzABTOsfJifZjFWm4xFdEvdAa3EY4uVSgREt5xnT6QfBX6xnSQMvkEQ3HL2Ml86EKCM2tNT
EehvdWu2W5/X5hPOP8q1PSYQvG39Mvv1SMljAq+NTWDWsI9oVzsZcxG8hUVYMLAEVs2fgOuzcYai
TTd+yMWgH9nJVg0oo3NOL+umGkbjeWrr7mT1oz5HbM8rFffZIWCaxhCeKHjb+AyUvFytkYnjs595
5Powat77ec0MnbEz6WMatJAWKXXR9br0bZx/wUDauCnqZ1Lm2JVYVLdlXkhoqhiMnNlKt9oovAU/
1V/AXzALFgStYWm3a7P1gnNXKnZBGclHEXr6btZ980JR8/heMKn8YrgG8FTjVOleWGQ+quqOKfZa
dOobTSLFFRpgcHbTIjlZpqTYRhntS+g75lk1wifv3jQ/GB6Lc2LQmgGfcSADCXbIiFLxgMMLTibr
GaoDMhmiD3lA2aXFgZIIsQrou1oWQ1qf6NLaalo/d5ZlyA7dQnbX3i2Nez9Btoi4+D/XRu1fQxyn
25wy44MVzRPlpjqvHoVVv4O+Lu/AQRnVDu5idfBqEk+Jo1Po4Lr7COg0W+WYqldc7lieC+vsTly9
Lpox92M0xijDcxE15npg1Au1k1HjcmREAaqGbdiY1HFAh9gzMzFP3pgbFLTzE5QKA1Y6MtncZXnb
nlw46/VKae2TfO2SReSuvmlWmunApzp4orAhB90E534Tey3JM6AR1UFPJmtAkndbjV3tUBAf2+JN
4NOWSKXeQAqGHbMPH9jCsKDaVkzuBPUXhnOKmKkAlSNU++JElvgZ+zo4dIoz2UC9nXippdveRscx
Xsqkty6q9NRp7uY3aHDFZeKKdbNTqU4FEOlHAxwxCJaosI+u1/TgQ6Q1F2tQL8HGLgdu9mLSF0b7
+VZyMRSrgTF+dczdklXeBeTH/DpSg0OPQqTWrtsJOJCyLr/rpRt0G1hz+BI3XfbTzsIATcVgL/B9
lIauEzw2bTCkPPJJJQI4MEn6TH2ghBqlGERukqqBY+aa7blr22zPgsaZLZczHjDujSOWX8/ctd1M
Rhyh/QkPw8Q8u6+uRsxt4bkgV4gghDNuaVjwH8hNQzh2ZlOZrw6eCg5PqRudgJuEa27krn2wSgYN
oi5IbtLHi+ThTEAfVvFQm3ptOn30KbqU2lDoHeuaTveTZZfmh92OsNCCmfVB2hDNQ3u+qwM0wCgf
yks1GuGbBQ0/nkofRR7tO5OsY2OS3GWZN93bk4CFWBtg0WN3uSU71Q/HH49EqChhC9JL5fVfEx5y
polTYq0TIPwYk6S/bSYn42JT18DccF2VDxLHVLTFhMaqx2n7AGmpWSVWwmSpt9NmHVlhtTdJ7iYr
VxcVP5NrUKNt+M5qcL3vjPGSnSL91Uo5Qgsv20ueDgqoCZ3l3AwYF9qBuxIm7pZUyWAXa1UcLS4N
a3vyvwdehMkBM+W+aMzuLTUokgqqkFY80OjqwDiq4QOEEYLLrrECSx5deb3xEeHHO9OKQUsOBTDD
DtwTmKFYMzyeeZOMuKs3MyqGcQ7EXDwPFXfPjVuM1P+URnmZHXO++kENAq7RkTGfWFfRaKmfiTlB
MfRCH3UQg1YFDx9x26SjyzoqOaPze2LbskgjIBcNKIIeiwoXkugwuLYNjFSMwzbCWLJj/Gf063J0
Hkdkxh05A/Qhz8GENclvpImlwea/PH0WWFRuWN2XuUzGg2nXOQcHHzR/2Rr1F7tfaHk1hM0vxD7x
CnpKF5culOl5FBP/Dg59IZoX9+Woh8sDnObKq83i3FYE6/qymo8JA9j/aLrEUvkHSzCWS1w6rhBk
tQgs4gHn9/9oV676Dkp79Q87/ewrPa3HwnXTFYN5TD0ORwTWrOXW2XnhUY9+945Y7yEEd60iIBNw
Cz6MQF55YqeFf85qOF0DFElOYyA66DDu7N7awKWLjc+i04gz9CQV4+/+4f8ql/pcFfzv/yx/5jum
CZVEcfcL/vyvX12S76pqq5/d337V/rNa2NXtX7/oT39z+39//Xb0WS3I6z/9YvsLf33rP5V+/Gy5
6/wTQb185f/2N/8B0X7WNRDt71VfdsvfhknnTxhta8nU/Pvc3wVF4bP8pHvmj3HVX3/o9+yfJX6z
pRUQ72NDwRxuYZP/PftngtgmlECW1ef3fMfjd/6R/XPs38iRLhZ3UoE2pQS44P+Z/TN/85n4mrQA
uhw+lljgP394/HI6qkpet39rp+fr//yAkgGzLd/1PHwMZCQIS/35ATUkIfPeBgGTM61GzqwUpeD9
QDZuFcc4esiu1tM3Bxy5te3paYBtkw4YEKYy74BpmlbqbplecY4saktQluC7d21L5wy2TUY8mznX
4tmBFGuuCld5PzLIVQG2jCLI76TVjRtYNnAMGytvqJVw1CfVFda0R9fwdoUmH+57VCuve6TBecWY
cnhwStp0mSqH0OAcM9Uv+UTwJkzoJFj1XPXivd+Du60GnMlrQis2B3IqDzjB9RPCFVpKynxVfdMk
Ky+AUZm/Va3XvthAORMcu0QM6FJxEKacGuPoOi+4bwq54OG4BsBMqiNDHLg22bcKR++nS3ECd1Pa
o05cERJMDTQk0CEL0PtrN3VYhwBOV6CMU4+PdclSiSFBwlyihzE7+aKu+/tcd5a/95oqPtiKOAP0
H2mJg6Ot6Dmf7eiUiH6G25kTWF/jVy7uM1DZTIV5ub8aeSdp1LG5q+peV2cPYxT2rb5i2ewCACPb
Oqi2TA5p/mEeSNd5LQq34rWxhqvwa44C3IeGl8ZwKYTFuolnN5Ih81UY5Sm3YgrA8T85+BezXjqX
SU7ZQzQ49gfINbvntutzxvQruHGbqi8CToFRYZ6sZLBS3t7ePKDJ5BvPD6ZbxbyTSo15YncDZcCk
aYxdim+Rba9lNe0aTHom73Oc3fl4TN4a3AyvrtXRsQW8Cq82UoOzyqlO42fJOyJYXLUfqYrMX3nA
ESdAVmNb9Q2q4LdGWGIZa0NZB5tOZUrdZ1OprjMS29lCopk2OBaGfsPAtPGPhlebrwUuIR5/aUZU
oY1utI1k06RbhFKUAISvd0G9Ewwz2MEvjmsM7wms2XnDQGlMMcZiC2He63TuWnOEkqtaB0zO49pT
Xxk45A6LdT9RCAEhcB2VqL/cyrPuMYu68DKmWvA9Apw13FRgya+ZwObHonS54SRQzQIOqvOMKg61
89oGpQcMFTAYe5tg41v783IIY4DIPZYKO+42sdHyHaSxADXQpdx7vzS8dGti0X5w0qEytvU0Uqvc
QNek5JdJIlO3ergERhudJCvQwbOMFAht1ZVwe3H2FKfKsRfQklc0OwnrCx5JGdkAvsWwjAF7+6JD
0EtR0Ew3b/ThvARjg49Mgw2W6yJuxa1IhCiPYDGnO+BaIw9xKWSytprAdJ67wgMEwio6uL9vxf/V
Bva/253+Ns3+/+EW5ZPj+Pc71E69l98//7g7LV//++YU/MZ4IICJ4EimsCJYgp2/b06G/M20gSKQ
SxG80wTR2YL+mUw3fxMkiSSDJK6o7GDWH3cnWyIO+8SfTNshtPnf7E5/zs5Jh9msj2fMJa0k+NUC
evjj4SlrJIXINSNgFzxIduBaN79ylYX2pYqWI36PaveHl+Yf++MfE+n/z3eUHNjIKFsEwgUvDVvy
H78jAm7dtVjYV3mpSOLEEvvKDDdTrCu8GJStWMl8+/tv+ZfUGD+XdBikkAx0guV/Hi/0H78nNzFs
UwJH0+TORJfSQRNIaie68lazNeM5i2pv69IhhxEvyaMvSHsGiJTI+TmxV3yMjH2rdWTb0xuOYKY2
f//PW37ifx1gl38dqclACPLb8DRs/y8BXBsvA1kEm0EJ7daEMsrW1QzHWvfh97Txr2AhjAmCUn//
jf+S9OM7M3HjGYL5w5NGqu4vaaWkd700VgZun0Ea1boSvr2PcpugcV3FVDpxs+0xHriWeuijGkWo
SXrMA7nTGtAiI8Zr3IRwnT9KxF/jPxzszeXg/qfXhThywD8OJ7EV8OngM/DHd82ZHM7YCxC3DqsJ
PLNtulfltChxgLSTlWqKhPuKMvxyI12l3b3lxdXPiknP4gcz2m9YhZIbRN7MuMQUeRsb7cIl/I//
zGAJ0f7rH0rwjV4XYeG58kzuOOKvB7yCNrkAZ8fvvQnHhEHalp8mPWdZLg4ecKoKZXELOEW9xkyN
cb2kXJ8c2DwPVD3ndzqN5Fe3ix3G7eXQ3ozJs7Eu5Zm1olilcY8N7NovNvOqeFMnsakppJLme68C
PHDpOKCVZDqL900EjXUzgVecr6MO8unmBIn5MWNscg61FdK+x5kFIvx1Ti0SXrQN2/YtJUljIbB1
9kJ/om/YAhMfV8zLF8zKsMtNcl/X2B2TaR95ZZmuwihz0HRY3CK5gg7mdU8wgfGl1eHkf3hGL/Cd
JI3RHnu6WneDlkW574YaPkHYgbpccfauxzVcS9w82MfVUfV1ayGag/Q8zhyloZ5XnYHHSmGCWbve
QG0dqtz0HpErwpJXBnwYXHx3yZ1O5IwRBH7QlgWHv5E6V0E+SQzO0mRQWDfVgsXLuwwuCwPf5OLM
nqMuxH0Yh1li4r/GlFMwbGRIqhjYsowWUEUhyqYD3dvsm2ACEFpR+KdWxZCQ/dIGGI3IhWC1YkbE
F0ayAKiX13jJsDU1pzqkQQ22b0mz5MBR/ey3o22sxixesJ/CBk9rLrYI03Nan7Bn4P/ISdOMi+gC
Q8wE7I6bbPY+YFmjInt1uvQkOPl0dZ2OdXoOhTwz8lsqKIyYNJHwW5a0uvLFd1/FWbZLgyC8IOs6
O1fT/bAqogFMvSFLf9NWwbye+7EbthMNiUdnxvCuU6sX63EJlHCM7uPb7Nv+j4T+K6YdiYvJHdbD
qi1M8yYDq1OnMKV1cpGHgum5d4YKGJRd4WSnspGEHMLVlV4q+OVwy8o3g5VlOIR27D7VBHeno6Th
oSDEEY03P4NouxqmiPuLqYggbUv6mI80iS0BwM482bn/zv2CI7tLSd77jNnQ+l67oUJiydIfGH0J
mxhuxlKFqjuZWwlYlQL1sj/reVHTu/mHmSM4NT0RIzuxhu+4MdOLUKl49jqCf2vC+lCxh3nqDjin
7HumGgV4vL59k6q3N3ZHRokBPSe0CTWMEUmF5Xzg59cTjjUcB5xiqXYtKFFjBhRkcUH5mnR4dp2a
bMpUdNSptz6ev3LE2TNHvsIfDaH/zUTCgoOalaO9pu9GHZSUfU9K0vZ3pvA+IZClz0bqBD8bEix6
3fHnudy1OXMEbAImMU0vOZlqMiiMxfhAX2y9lXNbP6WOoXE1dWX6llUi2yTKH6LtiI2CZYa32+Lo
nEViK6JAoiO0rF/zqOeTp3tJf0sqP5JJlw+Ku+Ka1GdIkrP0jk3SVXdV5XKjqAmTnGtpsapUjWsP
6wrcdbcDMC7VLu9pUdaNaXxWTIEvjTfN296sKYopqZY/jY6OiSgBUP9ZgRdfg8jGq65jA5Y6wL/s
Oims6PvJq8CXwSp/FFmdYPjznXOGokXtEAL8BZdgH5wZ1jPcGxYRqaeiAAOPoORyTFqA6IKdi2sB
aq/hsavhYPpS2x4Pa+gik8Kx83ZtT+DFJ5FLG3QG/NfAN7QdZGfdsmimxIVr38FrfWcNRkG+UqtS
0VqhE4zJcWXMJCUtwMIJSAuY0qkPPTHiAtmPTnJCttB7AQe1Q3XInaNdCr0HqkZzVGlQQhnnZf/E
zp9/+G5iX1JTLcXEUxjeKNwAykZToAICPlvNYyEwWR2Mue9vmNdisSZC6p7lQJfgeejKeDvoab4a
5UQyR4zEJX2Rs5bFIHd5iudvdtSSgSkrx93NjDrZfaLK8W/LGMu44a3q62MyBnNwYEM2wuPAR6HY
jO0U7xqeWD7bmXPfeqT8AAbhyLEgwaVo4PgI056rmmxP1BZdBya/eB2fMZRYd5BY9W40ur2VgePy
zO9FPj/WIviEzP9oVsEWevCHjqIHQHqIQsmVMIxzlKptHhxbkRfJW79fQZRmTY3Np7x2Lx1Rll3L
NFRO+Yjm1vD/uKmvG68kXIpHemvyaX4JRxxGjSXdXVkH6WHQrblZDIBHdjqPgGmSfoaUFGO8iZo9
z6C3zdyx+xicZiKVhseA3QctRvm8jo5vN68M7EOBmGAcYHVP7U4o30Ugt7sywRHORIApc1CfAR6Q
dIPzXGMxwCmBKNS/Y5rdAXYSCRzXrB83phGLnZeMCh8yL2gYvRuSgSytD77xVCdRtGN9jqMjgFW6
WXK7AK1KRFL4F4wbzM0DCWAT5Dk4zZTJ/m7Miu2IbSV8LBt7xhtBLGXFQ1ivGXGF0QlvHE1GUyfv
8IDNO69LJgjlTjKuAzVJMkrJON1nY4qJxscSoe5sjXUiGQTpP9eGr7ABmrDoyqYzHExfyfvGbTi+
a9upqX9DRY7XevI0zNpunh/hxuNKz+gjJJodF/Jr03txsKVXKKYdXcwQ1vKIdgxoXe4Ln9nmjjs5
3eqlwUV7pYYS7rUu6iszJLljAqQpS2ij/IePm2d5jUgk/JJXoFchtTSL6oKajwBDyrF1gPmjau8p
RHJunoEGmqdB9rOGiPjS9DVNo1meQISIoyjazg4+mMzz2nUQZdbL5NpYKSyn6E9NFRC4SLvEqY5d
gvNj1Qx63Mc4GWEfIytNi8BUJo16qIqijA/sJvmDbwTT194q6kdnEaj0IlUN/PaFlPobjqmWFLxj
XfC3R6+WJrnWY30wv0mugefAdQNcA7n5M21t7yXqEUEUps/vvLLya2eG+Ma6hCeGHy9UmwK9k7KW
XKo3t6lMGtam2UZTpYFal+pjopp4Oy8SHZnp+tBa1AgTd0XC47PPKSB34JwfgPaa3+pF8/OxDp2g
7Xv1CronaMvf5UFn6Pjcg02YqxhLuz1NJ7doh33fjNlm/KUyLnpjylBnNdeuT4R+kSO9GqP/igo4
vXMMyURvMrPxDlHiTLPOgHCHpBnOAHBDMXofWvQphTML7JF2zBCT+x7OrJYARdvxvjLt87gIppik
KZvTkT0cCVdE22aRVkfZmc8ZzOxz0ZnNvabk6qrrwqGZYxFms7EqtyHCGnbt6WjoIfvG1RSDZ4Cw
GywSr/9L7aW6Y36I7ZIoXp0S15Y2NyLujM2P0nJCHHED0vEiItuLnJxqp0Gf7+KLRcXglcTOOYJq
6s1heQdRDUWaC8Ap8oxjuYjVdPiM75Kqv5eew84+z92byJI9hzjEupiKMjKSENG9Ib9TvWyXuSFj
4UUTNxuT8rRFJ5eLYg6xAb/foqLni56e/lLWF43dHrmjV4vurhcF3lq0eFgM5n7U9R1BXnMbRF1/
Hyza/bio+Nai53e/lP1F46czJTyOxKpYa7EB6MUQgO/JeObIZeIfxy7ABBHnQLCYCMa6USm4hdjb
aOVYrzpqMEzZ9XyGTDVuyl5+kD0oOIf0zXYMimELuHjYZ6H92TC/DXZ9NhfbhOHvuTGoXYlj6LBl
rK0HxNzq2Yzb8lKUwqWbLEq87RRT1VRrgx61Pht3UFa7s649lxS61ofMMwh7G70+Fw5muHjO6Ffz
8aOMQUaz4BQgf1pYG73Eol8av9e+jtJ8n4vO4LhPF8DGLau7Ii5+6LAKIS/E5dlx54qFuaMK3W7s
b5kdaoAPuNU4ibf3eFIM0nkVvhHhEie0yb+5JScPAOdocm7KW5xkeE6z+QZVz3r2nDg9TM1Q7vKx
IUtYl01w6VP8kWWv5nWbUgcrbJXuBOvu94CT4SeZe2xbg8k+syBxizY0LlB6sr1uHf+F6gbuTh1g
gbOR1/02HvJXf6ahJJMS61JeJushsNQbsUJkbWhsXRX4w2q0Xa5W+EsVTlqBRyQYyUSrgYbCvhOA
vKf5jlJ4c0dzJ+49CphiAj6bMA5b/IXjqx/SpoUulh8nLa4tsuXWNtikzarUu7zw9vR8YH1NuqJe
NzWPyOBSWQFwi+WlAFNbjoztM6BBFBoN4jlJqMIxOEod0Rd5McvS/p67okCdHB/tjopy9oIgfiMh
e82hQezQFT9dIEkn3m1z67O1HIMk2Qd1r4kwdPeaOC80bMnVbTSKJ85r8yFz4BfHlsVeSieWRT+l
BrRDh9o6hACwDahX2Q800WCeZnuP+HgfGH2FOw7HXwtvpBfJDey3AsfVpQEUvyI77WI0mgkHjT3r
CC7BNvCfLBT2NcEmTPS1SVrTzKuda+mDwQdohexq35HgSn+UeT6+AYfmJZiiCZD0qFa2nstrTgsd
pgUv855CXWPd7jyEENyzHGpwmh/kPH9JZDzvWviBXMZkT9I0igpCZJjIZtt3yW5M7uSsir4njJ11
A28hKg3mQo9bk9NwRVj5EYcPskEfYVe95dPk/2h0l575g8UDDq3YPYZNLy9OVANDjykN/ULtvAPO
tBruDYJh75lhquto1ii94aibg5DyHfew2xFrU/UFN7DznjuiJpgr0hNON+eirNLGIFw4GLW4XsBR
FjculPJE/Wi5r8uemj3TwYsRGbF5LFXenwyCgZcuUegYca7uqUnglwUgk7437KeumAxGG874TTmD
+VGMlN0JA1fMHqgJgJeszTT2pTKzVy0TL3xkXst/uAngrh0ByFXuS+3N4gf9PPM26H39w+YJ34/S
x5vvVfiq2tjMz8CW27U0+npPIpQjSBCSiEYzd8xuI9AbUfenKaFhsy3sF8/CfYo1V3LoROp/o0mU
dBRt5vJzMNoerS9smltb5+mrPfOdNmk99LfQo9ByUh6D0CxT38NmCg6ZadpfqmqkqrOkSyTJy5Oj
A6ohXIDyHNuf8kEmdw3cILrg7JnQoi3eoE5A/qmn/iCEiD8yx88+67pmfbNcjlmKxs5ctKehmCmn
VjhJdZfVz/7Q+DfhKdgvPDQ0pQixGSnaWk11OqzLvrP2ELeNR2ssb8RL4o0j+1tPiPF73gLQt4tq
vGTD+BX1NLfZsERHO8Nk1B/ADQexZ0VSpEyrqCMZb0i8jckUHooeHwGR3IZUWmYA8EizbnnB61UP
CaTA+7UhIFpi+6Aikca+CSDGVBQMcjjFOjvKInneO6jq68AGP9BppcPHOtdZdhjowjJ2s5qmPSEy
99MjL7ZtzDG91FH1VNjhVH0no+kMGPwsWZq3qPCQ8CrGGg9DlstwO8qGtspJCfNk9grzotfPlr9V
LCzONjJhSL1SJEMlhunW4sMMalfvqNHrvwUcvDICFw0uftxRPIXejFmLgfRtyBTjJV8XzM40niYq
OaIaVhfJZZ1mCUqkF2HQGOAdrgswav5ZNkOILKUy7R+CErD3kWBAYN3VVsQorTLCwQLtIJH9lGka
pNF9blnmmEfEQXxssNUY4NEsyzJ7b7qRBHubuQlZ30Uk/zLGXIXuY4Q79ycTuKxGB9J0fXB/TTsW
T9jcDiX0dsGRe5W5RDMeHBdLEAvL0Ka7lFPLj8G0i2eLC0Egg7x/DNiqw7PnjPlrV6j8ldtTA/KE
0M63WWVuv09KX873YqisZJ9I7O7Yc5z7nk8Z1/PUkvGmmQi9ETFJQOlU6NzHglmiZnIRtldlhWF5
ImvWNUuWItkYTlnclXmNLBmQp+a4WeVTuUfNWyx8Q3SLJfQSXGrMiHm0YFyty7Kmd7Vn5rqhvduV
L2bg4fKuEsWaThKdvGlk1UwOLd/smm07Ql1YdYYDf8UUiPC8n4oU+MxgMjvYjYuCgO+dry9nsor7
tgjQT+a2ma7DPPDxpl3IGR7jxOqsB9ry+HKPYyfVBYzynjE80RJoDgTjVvXYjmqbERKG2hXFzoAo
rhjjEankMFFqOg8Hw3TFroqW6UhqGdPFTVtvpv/K698QPMbDkMW5fHQrqirzUFIeZMvQxcwc87F6
ksQBLpzKY0KBCBC47gCybSrit2KNz1KKdcLp01unUUY83OsdYt6mT1kU2KiUKTr82BLUkJnN/Ya+
FVy4mPDjTQBZyrvNduJ4VHKHiXu0h4RIcFnb4zWSkcErQ7URboQ5K9cuNDAMzRzamDiRxXwm60bL
cwLYMMKEp9lABkp43eNMEWRHuU7BmjFV9Y+YfAhd3Vy4v44qjK+tbZc/Oi/vUatHSrCHun1wWkEU
16q8PFnJeQpXaVlM4763Qzw90iWneyRNMfnHSinmtLFyqhFBXLZ3bUMYIeZYdbUsW0sU6TJ/JeRl
vWlrmu+DyqP2oG7qwGZDreSLFFrkxCEnj725j733uRmDncGknF0ad5y78mtwpm9JV4It8Qsan38O
wcDI3ow9TLXt6HDkZ/5MHogxTBvcRey3+0CquF4lWNopbGG9ex+APkHzpz2SJ17LZNuThQPYkFnj
SU1z8sWaK/XsR0QLTJBtSyKDR0ZgQPE3+Pii6NB1cs7Os84EMC86B/xNZUdFDmm64KOczoVt7YtJ
cLAyDNO6ysYr7DNWVpi9lORa+dGwEkggGDo8Nu4wmsKNxzRer2OzCM6o4YzqfW2wsFENna8xVlCg
nHR2cUK5l+WWuxoP95hy3t+4shffErkcOxNRjE8OmUJ7HeNhULiUq5DPXF9g520Hlnp6szhS6JCX
sgK7ytPSwaprY7fluBpOqjiQm8vuW7/7H/LOZLduZOvS71Ljnwn2ETGoyenPUW9JluUJIXfs2wi2
T18f5VtA2lnXF/+kUEBNEobSFk9DRuzYe61vKffOY4Dq0pBwKK2aOYQ2CBmGt9DxVBIPCe4QNNP7
/W4TBP4dbaob7n2Oebcub9LbNQNTTgnjId5OfVd/1sHo6U07hniSIm2KR/q58i1F/fl5xugxHTNE
eh9dis6GhzX3PuIBRgParym+ROLAeGjMNNxJHr9VeSamFwdzybjTUGSzs51iIrnkegUji9LNw32C
IznYZPEahgYuw771uyr4EkGPP5dwIOxtHxu+usSZ7OQoxgCTPlY1h5NBpTDBen5U0emeveaQy5rq
NWut8poZJrGiCkPOra+Iz9v2BCMfR7MmdIQRQDRIwLG3S1tASNzxTmTOtuvq8Vg5tTcdbYLW2TE6
nJC7ARAJcc8jEYTbcmjGGu4aSyNmmaXAw1m67V2lFGsem3C/o89BmAgHnLK67rNxvNY+LKZdK4xY
PmGFrL/OAlcPtCZo31cB56PpQSdVTHmK37wls3uZx10n6/Z5NCihtwCBmHOAz5bDh/cp1lziUDjb
S+p76IwS50utR3U7ZOj9DnpyZcXp3Y2Z2uI/eswzbHPYDlf2Jg+b2FhJj9HBn0XKeVSaDyqlb3KW
0Grrfari71rhM/JqsuJQp/rqjDESvxlOAvMxCEih2RF17S3g4MqAPnfLVrcBwzdeRy3IuANZNorU
GUmT39Dlr06DxnV8TMIiBoAIEily3IqwHqnK8FsvdDLfZ8q08W0XGh7eoJwWc21PQ8sTSKPEvdI5
6NdTPRhGiZyfveIcKBMtO7TsOMFRLXY/utqKAVosVv6x8Vp7vhqn3I1eAd8uLX7SiSwmTzudebNT
O18+utFaHUhnFHIP1QF7HKEgVvvoE0QH1sfJ941jVE+uqkz8HR0gwllCTd9niFr2DIYoaXJGTUdS
NibjPjfbUrBTfPGXJF2WzTR2ZX9PVz7TDyh03eelX2qx160iZt6uNVZ42QZ9cNfjwaCaA8ElkeDn
leN+wKGUHwhBcl5EkS9f49SOboKldjj+BsEVEsnlxQ/qlApb6w8iXmq0+Kg5gzhkmmNCMFSUS3et
m3Y7t3FsBGDRIq4p5riS29gkYUeBePS90HzNSxFz+6hUHO0kae+ZYxffnaYbfuiFUE2eqjlCTzdA
MSDwV12NfSmvwqYNO/j045huLVcppD/R/CLsKT0RIrw3rkKEl2NX/TxhrXzVtlDPFqXvThhuBTgS
7Q4Gf/C9TEu0ysoT7s0wZ6SXDZV9l/iQaU4J2gX3Mkbg8CFekeKd1pk5sRgEJ45VgKloldRfmqQJ
WcD7ESPxbIPgCfs2efMWPwPKO9EBQPd3FXr+dAlQb2xDx1IXnIJMDqdc3CaqcfcoynHH4BqMcvTh
gW8xCImcY0ns9mOSWkiKoZXY/ibuaHDJxZ9OBR3CN9egpoKlmd/xBDXWTiQFRaVIdP919FRB35BR
FEPvgRAYBNHuNqeN0jKWTnGfx5x0wWK1BM4gakruFvqtMDEbYpzbIJ5XieGanem2Ufm4BEXyg1k2
i50zcGJLStvOtrSUG2/blQBkkiEhwh7DuA9lIasuo2k8vWtz7FNt0dd8rSi9M8T+51mB2Muk7F/D
BW1c3/bk/2EgP5Mfy3DMiV6IaqjYe+AbZVvh1DUEIMRSLzOsFZn62W3TD8+CuCi2QjASMx2ta+an
8x3gFDJBLEKSPtQGyLXoJKBTup7gEiIdXMxKWIBw1T8l2GPe5mI1ESKxuKeZyo2/jG11sIPOBgfR
cm+oOHVXgkuKha4mlY36yo3OhUC3uo2wTh9E2IT1TpV2m3wpPQ2rNKi3cuiabmtlaXdMllFjouOC
O7T3WbgZOR3DyA8e7UmW1yhJyIleBdSgjjL/BK6oYVrNQf/e7+d53AAmq29gw6ozB+QC+kxQ7kgG
d2myVQlz+kimHlJGpa6yqq8/I0dnFxvnpH4eGylu0yWbXyGhunslGTLBBHBeKsca6ejCPAWb19Gw
8HI7TQ49sEtmyWVxFYC5vCX3IYwPse12u9FqfljCHU5B1Zhit0qEtv8FKHLmqybtcbEUfdHeRyLL
xw77Lkg7arY4qi9ZSlMKZ1i8LUBc/Qd08K/aHKQdaHeJWhcoEly0u2usyN81KB3rpV01CWsufqYI
dKkXXJEXO3zFTMe8zS7FXTa6VJZ/Vub8KpJ6v2yAngTpl02ChAh+u2zVp1OwzIaBNnJCuSmLmRSk
gp43S2opORwILMv/4ZrOmoTyq45FrTJpVwjmOrYgTOK3N6vJAikLps9m8NduJqAa5lA2ixfU4cB0
pLCO/dMUwd+sHGpqxBAyOzH058Q3oJYlZZlE9C8APoB7GNKFObwKPTUvqJAD6xxadMwhU6isDr4w
bqaGbgI/+1GC08sYfktUKoFdUR8QxGO+ClUzAurBgTvszKoiHbWoqwci0kPomEh2bwen6Z8lp9xx
W2KUQSyM6woZkN035pT05QBOMhtnnLZjJNqdYwLGcxkHo/aLmv1VQWI1OasoDx2tMpgcTwoBM8nB
mbHOdjQD2jRkajZbEQ7LOQBt8gF0RMGjxVnhyziN7HXJhNg2obQ6eBbFJdhO3/N3AFwWykKrxPWO
CgvAV5cAYDrLlIy43ayr+RwWAH42E0RWVk8gLBcnD1vmJpyvX9Dmt8SFBTV2g0qm1BrTJMSRiVX6
GhaVG5DPPEizR0E9fy0k4R5Qcaa+RRg7aZtYrwlhQIuhdmcaOtEcNGtUsxbdMWxymde356I0Tc5p
JqdxrETXXaklZ5uRC/nnKIg6BC+xqOd81zSq4zxmwaKLcRJ6G7gnHmSL0PQYecYEvl/m5GiAXWQz
RA4WfXdBJWyrQzvN8D8VSZTH94fjvyUz/f/RJ+E4qDP/vQr1bN6K+e8i1Pe//694JIwQLGK+bbP9
s66EPNo/VajhXyE9D0EOhY3YVIQOK+D/tkiIv2yFBp4UG4qQwA/RvWncNMn//B9e8BeDbzqo3Lpr
6gtBTL9ZIv5kkfhtkbUdmDjoY4nDYNbp4jz6dd2pg3Ltm0qE8akZrzJQOaGiFVcYl1hAN0MoEeDU
+9tnc/9Tnfd3GSqd0/XX/k22x8GGIwf6Qk57YApc9zftK6PevPMd+pYNio/luRmp3M+lxTF+p6JM
cQSi6RVe12tTHvSjrMXdMkYOTjbfr1r2QujXFy+CgXbwsKgDZtQCsDGT83Q5o0ZAhMJn+82JXQfE
Hsa2Ylt3xCQesoJx+SvB4hBleLx49m3SP2sMeFlT7UU7TDseJrgCTY6pbZM1bvMSx/38jewMNAGL
Jo07zm0UehHQrU9DniXDAcHJAk9VJWN3v8rcH0H659GOYn0JQWBz0NhAVYg8oHTK/0Rve4mPlgyT
mZfGsg43F/+Mt9fK4z1UWQqlsc1DwjoYX1sA09XMOXbL2DKddwQXpOJqheF0bNWME/ONy8QA219U
TuUHrVA27ep4UEekbD1LtuPcuTE2kK2NDvkVUM6dRddP76BQjDdNqqtD0oXo0UNvFJ/Kikk+wxbt
1/fRKIgCLcDvWY/0f2Zvb0avLwAMRTakABIDsqNDyfc6OlX4QlMj2lduFwLkaMrmVTayu7OZKHzp
tQ/jNQhyGRGlu/BG6zFVDTXt7JZfOKCUBC20AW+6IIklA9mJrWdrIDo5J5vJBwWal6hdb5UNqcYM
fQlUJJAyxmjuPQ4RgfMHryo8WNug7vZx45s9Cjtyg1h1Vdvfp/M8DI/s3VyT2JD2dQXxbsN2ntFA
a8/PqdHFQi1j6ttca3yyEtow08PaSQ/ACils8P1mX216A3LD6IHGEI4MNzxOnqEOhIzE6IXY4irv
jsvgFgtyC7l40V2XWcP4TQJQcbyLUi0IbUarmBAujN7L+oANqafL1gJrvy/tugF8mPHH3PL57pHE
+PqA8sBNcSOKtK7vuPTcZoeOvmy+t4SKunsYGl5+33q9yY/RTFIIAFAyOLKjMR73lxOUtn6YOLvG
ANWhgzOIGmm6jfd221fZM66mpLim8T1xF4bINGkX1rbuPXvzrx9KcHPDaVJuBqfDVvxmjuRC5Lsu
lyFgfJjXkkOoM0bBsOxS/BL9mXQvEX72MZSAu43LUB/oQCbWS9dSQJBKPHA3e+nSvA4pR+691Y6c
6eex511XmGKzdegrH6qGXgObsm716xxMfrWLwrTe8aQgTBulMNO+n1E7bumW8O+tvjP2sRZIHhC3
dDwqdjNR3CAdY/ojTNLl92PIxOvJQJNG4wE0k1ta423co9hMU1RVmX5KfVxO53bOsnnXzij8vpI4
Apk4nGBnHSvRVt+NttIfhN2qD8atm+A1qaD7Z33tmEPgOJcc58/Bihf50cv8XB3oePpPcZuK27p3
bMaZxSmJy02LH21iodwm61TfHWYfKLg4phqGqtv7G/DqGMGckByqOHj25pz6POa7MnS+PJJCt2bo
xb2K6+K+DWxry3EZjGlIW/zKy53o47DIng43jFnxELrVU+WVP8iNQDhZU+Ee7cI4534ZOCRiHePj
ByOWsBpjhlX++MhcHVpn6tbf3BKv2Io2eoAHfcJJ3B1EHLwMGSq8qqJh0S/YWaFvlXzRN6I17S7x
nROYM32c2yY6i6r/UpmSriESKtcgrrMj69HKMNGPWsw7tX4zayCzsWR76Wa1a63peUxBwBg7OTBI
SLaSrvfNoCPD/YAKBgiaNaeoKzQz7rCvb9FGs7IC9mso4+L0FqjbR9C2ePoXAi9i1+xFLaMN2vXm
kxM7HuPwj5U/X6FMC7e2E1/6RR5DO8GPTb+hC3OfM2yL3CO6ZhBFiK3PZuD1y1Vca0IJAtQTfaTS
g41zAxynufIQBYBAzj6whdFMq3lmY7+8uA3raLbIA2tV8LKI+Qm8MSQXZBanRMOzjgDBnn0bt6tB
YpTWKAGi4XOzMOKgJxlvWtxMG8xNBHDko9wqBTox7r1jjy6YgJudB2k7dr1vrlRnGionAq89MujK
+TXK6SNso4RvKUGmgiq7OjSOdc1p7clThPoGK4JYzRzwps7MmwhSsb8j6j3Jt+OS9Ad78ORDayv8
455pmU6HlxgswW0fBQ/4qMYtJi58f6p/GQbxAKvT2vQ6vTYqOA0S3xYF7q2bRqzcE+382M+OcQMh
nW76DEOiuCe/ttw5msZIiE/xoqwcLXGg2amsHHCU1agv2UC83gZ7Jk4sfwgBkNkskOAilvFBSaJq
HRaffTAWD04HZ30XGwQ9ndEGwpucq7cRWdyysRpB17aZ8MylywoszFDV7ZuwGI+DUwWnsQqz59mO
xpKXGks+6g6T/YZR4Sc1LzGPxqJXd2SfNrvE7fNLF03NU2WE86baMv6srKYJUcpT0u8BolyzdMx3
nQYgUxeB/CQQuF58xjFvjLs7B5X2vOz6kvnrfm74zJDb7mIR5Cei37Fod5nXZPu+deWTbvrVX5eN
jCmixQdYN2J1jNgwbpKY2BZu9SXe0bzUr1NinFNnJ+IzYPsWEDepRznlI/tEPgyHECrkXe+oNzto
C9qPTNg2bVoXOdlvcR1+AcBjnGsFvZBGZR8TQ1xSLaxp40NzbMKh34ymD7fxAq+5deLph6LRSLOk
ztstwQop/Zxm2dIEzcJtC7cCOKwTaHhzNGlTzkpeOOx0GCGPcu0CySFfo3yxs8LclmkM6rRyE1se
KqIgGA6badxZdsWbdkGi017XJDcsSUjN1XTiyLQIicHQJXelBaM3cpGyKUgXp8Ue7YuEjUDiJUin
ThtDPGGSFdtwKkH2QwpokJIXLWtvSB4Fd+qDaALSt+d+8XYhrN32xmHMsC2SgYDZOtd4orq8BSw+
LydaDURLyIjmNRN1POmOztn243j4ijdlPno6cz61jePR8CKUbNlW/pRgzIUOcIrh+nzSfTjs85L5
Pgw+S+kN3Vr7oxgVNgdcCWnZ0nf0ISPYRGxghbdYc2r8ndsA58qNQ6L4JXbL+lFO4iUt6GFpPdC0
tAdN4FdT3abwYLamCo+adRHIBeLfXYdS6KnTkbtnj+WIjEQULShjOnxR3kNa+OnJZwE9mdbNzqlX
FwdCgpgpLSn2TvbDK9Fa3REjLIJwrxjOpusJRUzz8GGg2H7oux5EAW6kKxMEPwD1FOcGNvK0aSWJ
vRtOpPUe2nbNSbeOnZsMU9sl1P1ym7hpAQcZiBZtz6gsv7aSce0+00N1lmqobpcJvVrdRUcBqyvf
JkuvebQ9k4sPxuoosVAwREcHD8uKabLWzkdCkJLGcBmopjgLkBPRSQwO5NemkPDrGFMtXVhfaeQh
8FvH5Dt7KggyiTKdKc+EbjThVCHRg269cUTSMwfjA0tPj3E8SQNEqM28IrK6/oSaq0C/tPRy26CR
32HIIdVEp9MlKnLrkLmLeTaeZ9GvyKz5RNAI2WgxCn3wWt4rQyT2S7+OQnvrmhDG7UAHh3gPxF4N
Yl//0ABRQC3mk/qxmUVkHiWakRskCyh7+2L4wJGSRIDFEuNxza7aJhJINAbqnsV69hcMzehOpqfR
dgZSvXuZ/EDTxC2dlbP7OSZPcKu7MIZ8PStvy7CwGQ+9tUpnhtGGXY7PnUkrvJXd0Jb5tvWG+Usz
uk22+iuGBLyMO92FoyW9C6iGtDuFJiBthyCUWlzpJXgozIKkYcpV3R27oROXZJUueL7yUd6X+tLn
3nQhLAudAK4notKzr+TiQHxiID9cB7WyLDrYSftgTfN4yeDvbVRHdJjLiHeDUyC24CqPDrwxHeVb
b1h9EBYMcexTcwYLPoLWuh8od+K7hK8/3oyIZLczcjJON8BgN56PhY0BLtPwiDvzRNj2mx7q+UMa
miI/kPFFKgm1mMG23xQ3IwnwZ8NKfd0nyM/6If0YhUl6xaruXMlyCW6HtHPoroaAySRE9qEPohuf
VfwuGCvS3GRqUQPE6XNAB3orUIjt69lNbjCR6x29Hf+r7Be6daGtr6euGB4sTJOklcjnzCvasz17
+TUiw+q5I8LhsDRTujdA4I9oMupT5LpdfGANanY5nXKGPGDzN4100QkZeG7JrOx6XwOOCdqFu7kn
F6jy2+nDMkwh8i2bQiOtmSDuIGjr/irgREk/sR12nu/QIyPyMDhObjucQe94jMtouh3WdgcMnNDk
hAqH1qlFKXbwugqKP/ryhouuPg2mB3g2vNW+Ea5Gjqji4J2t5g4cgi6b+KLXYyU66ghAyhHPUXwf
TWF4KH3XvSnaSnxk4rP8yN5NJGb1k5QYSzhBIixrebV7VQyMyt8tKPnqRpnejSlRRq1ohaa2r6Ss
MjYc7CvLamTpVkuL6bIAMiKl/bFYLS+hqHG/WH6M1sMGkzeBCFCMq4TnJJeeIcK0JT1s2QMENuR0
FOm3tibDrOxXp02S+kS9lfBmDtVPM85PY87q0RnFKLDrrM4dy+DhmVevWBvSyCSpCJ86QaVfwtX1
M6/+n+LdCmT3msSjtPfnvf1uFoo5YWB56VYTEY3hfDcxtX7x4rx9DYrYAJbyvQ8OvUWG0nF0dldb
UvXuUEL2Uj71776lsJp8CN95rX4Eq7GJNvT3Mp7YdYeYIjhx9QDy3O1wJOnVHQX5G6OUy+j9K9AM
gRGLDY4ygK5jNyXMWwa0bFfJ4uZn3aXDwereTVirH6ttbTS+aZaOIPDwa3Fl4EWrh8td3Vz+6utC
nq5f2NzKM0Ic7xapiTl1VluvHCWmZdtprIpHhTrmpvCK9KkM5/zWB+24GVZPWVvLK8HXghWOGJH2
3XoWvdvQQtZ4NorVnVboQh+Gok+9r+CF87eCpjBf7Cy+pGaeLrjhmmNWVfXZ7lbrmwBbjgYxz7HE
pas7znSRwOSXiHI60xsOHnEJMiVpVledGfjSt3iovOsxt+nYc5zGssICCJJobu3isBRGEd6TI0lG
w9Cmq/YvfchczkSg5t3wc+HEBeB6RHbJzl0aDf2G0WQBlYA47kNhtMD9LMf2Okd/L7YS+4sH/DSp
3opqbt9sC7vNBDgjB/1J1CGPEXUpn15idTejX82EG+R5iWkrn8dDmUng82FD8cMeai+njorzB8XZ
CsoViUuLOrVSXFl23IPd4xGbvNJ5pT0FutZgrLwSuDFeWqKf2L/tNTNB199GcL7JtgHwGHBnzfot
Z7JxGZOK83j03uAKioE/lwQxfWVfGJLzaMHGJoZuaHaslt1zSlYpLSzU3AleIr8+Lchn0cinzXCx
5NLu0TeOTyneVWyFQUf9qJzkpW9kcclAu+GFjoL4zTQ1nYXAerccMLij2TDBRinOK0TpZQhdtPvJ
4tBes4ygNZDPCU4GR8By2eArZ4g0AcFHD8eiTp8iwRi9NaWTMlYu2GC6HlHMJlGMzJEXJbjy3I7h
wSXSiow3WvHdV/41RT+5gkD78qJ5hVcUXVW6iUaODlne5HvObvySBpP9jBGqtbH3NmI1ys6aTEyU
us/SgenCzsRf45n0uHnVgME29kqEKj9/nr03noK1eeKmsNekjMG6VQTSKUIACyhPgc3UOR87dutN
GJU91I2SxsNyKrQ75RBdYyh1d2Wc8WG4MAds8pQQLpRXhRpGsToTR/pOniA/6yBKtKJoS+FQ3oeg
BbEJqql5rXxGxbvGU/yKUZI/jDsQ/jqYLfaZZ8/F9iQ5/nrFc+fMfP2daSTuTmzt9R7ixswLnMbW
y2808sr2S1kJejA/44l/9nJoYPEhuUyQMvoaXVpcJ5mVBruqFVG9V+QEZSe05mDmETll08MUtc0r
videoBtkfHw/mzvAkHlVFlQ3fRi1zXcQNjFvLvQm/o6qxzbf6wAK4nEOlpae19gpPqg+73hLRnv8
fuRA/NKJULr6znJsvn86bU4JxLgt9WshHH4Ct30hDwk12PTAchlnRw02Jb9hSs1NCUyWd1rOE9Yk
oPVZn986LD3l9dDn/QuFvzYfyZaIumdHY/w6jLUAd2IPcWSOve2LdttJJkk34CZ5od0IXu5Wvb9V
iWksBOxCXidZNSA52dLJO8lQRic7cHtqQmKOm5zGlkffToZe5G8Z9lb9Pg1r3uJU+Lx8FwTlRIFE
DFXaQ63rtF9eW6gVNl03+R8BXLqcUpk2loFzyCuxlE9+NIA3/S8baSX9Nh/CDq5dknTtOWLiRTuz
ufNHdE3kGujg9c/Tg3/OZ5XrS7gEtnLJ+f1HzOsYu8pOPe5a10MHNXmpQz9lwLWibNGlB8/pS/Mf
wBnuPy7Kv1Uu6jSwIYxlwt/mFRTTDGconjahsJpX2ndQNiPuhu8dx7ud2y8BanHdIj4cLNz9RV9Z
1gGcFGvnmLcPxVhCK1QDnB/c/5hBJ+wWs9cGn1uQaOMuSFagaLs0OINnAyCSg4uR7wieR9E6yUHh
SMJNgg2AiMYMctqfP9P15f9tHMNHaStJfrckUtb1GAb9OgVaLMQ7bB/zhjNwyr0NFgBGUbvTXjDd
d6M/3njkI5OeErdPf77yPz9Yx/NsD6METa51FvXrlVsetSGt0CxCrqWwzIvwTNs4+Z4EDQcIxQjq
P0WW/0beYMCPj9YBV4e7D4yL7f8GreugD/RwOxnwQ9K9XQjcpe2EXGfKFvJb20jJ6zJvxZ0VDM2l
kp3a0MDXUPZ7qa2DZVanQpJ4bv8fbrJfmRvr65IO/WSGfitKD0TLrx9F1XZuDquIU3PkTvcSN/I9
hBDKxZ/Rz3/+3P8PegPHt0HgeJLpG8/TrxdTKD3rWpMa+FNnnBSN12/VFPvnP1/n9zflAIsTroC6
yZ2l+Nh/vc48wCPjmap5ODXtdpteUYG9Eo3fllYGe8OfL/f7jczlXO4j12NEyiDgd8JNNTtpxXoE
t+R940mnlOHDPNMEOhKvzKJf6HltQrEx0FleqLF2f34Bjv+Pl8A9xVTX9UHK2OHP//83JmI6Ij/M
GQzhbzBt/5LoYrH2mb9Ss2CvxRh+tD/sYVA1jAsSnb9Gy0pYC5Ak09ATiPF2ODLomBimireaLMeI
PDwhV7UblIyNJzPsXJEB9wmeMhposhnWD9QPY8oZA6jOCaXEKDgQk5VCA7hCkz/bNcC1JkZ7ugt6
w9r/cy4TDIaNlkHCWoOiuq/vXHrTiB6obqHMWpP+LOPZT68qClkXon8QNjurCDEAdoWxzX0xTnyJ
Sk9O/czZgg2V0Q3jwZYAJKZXg80vljiwQTD0EfJrWFzr1jtG/LfGAJbvAXeTCSA88RCrmZ+2gQiI
6B090W9gATmYKe1g3YmzhGrAJZSIOLDO4OP0DF8l61r8FjdTEx3SzJGXstM0gn0j+utM5uqH7SVs
4HzGKTVAxJjh0pswil4qFa2K5SRJPi6dWR6wBBk2U/JKSUssIsZSLv334jrt8C0eCzFQhBhpTcsp
wcvWfw/wWyETVUlvPU6Zh5p3rge2ew0BmeZE42VQnqHkoTj3JL/HS+kk7d2lBXbhK0oqcqsSqqjc
k3xQ9GlIbJwyPsuIac5ygshmmTOeKzboElYlA733eiRoc5VeptpHh5h6hlaqRqBin4wz2uUVcNoy
BG7R0r7u1Qwbb3j/DX3qc5GeAQ15NnpsCYuL01SdGO69fwhrdhXyeK4OEpkXu1DjZ5A8BwD1KOqa
V71k5KK4zRTRaUZ7nwZKvLhex12T2cw5ZmtsbyMDSG0fNTk0lMiSb1E+3eisYrYQVtl864Q+B8hC
Z/Cjf1Zp0wimjS928DdWO2BcpbP5w6lz92GGSIISUgo/2EFCXICVtw2BcH9+WH8TP7gOojIO2AIy
GDqv0EGZ8XeFmQrzvPGcyt2kOqWmjxkqPvAeWaekTxYnmRPJbSZ7voI/X/f3xdcJhc82K7i+Sznx
ezXhjpwPIzky8C4U63tsrSq2mtPt/Z+v8/vm6uADCm3Jfz0uKcX6/v+2FDGKSpRL93BT+TK7WoMJ
Fh7edewLAOx1iNPB+Q/L37qc/72QQMxAC83hwlI4NiKPX69IJxfnegasxyew5WOinPJ7Zntde0oy
hUXWrSADkN6GIPIqWpz6k+Ex/PHnN/2PHQfkG1IGBeAsQFsif1O0INDNJnTmCzHdqboDpIlzOp68
72rueKj/fK1/3EBcK+AzloGDQsP5HW6WIJ/2O1+gwV7q/AtqdTTsflLwAzXUDZReOX37KXn47183
DCkRfCiqEqTbrx/zQgwZsaQh47BRTvf1zOGIBp4ghW/NxPSC+VsZr5y1P1+VB/K3r9e1McgRRiF9
j5LR937/epMaYXpE8hsdoeLOtrW+zL7d4XvFw9LsXb8Ov6Uin34AfXO+BZaBj+VmUr9pHM1mb8m5
/eZC9HD37xQl5M1M2ZtIFQ+iHLznphLltZpoOm5SJBAfFTPitzJ1bbPm5EiyuWi6sQNiXGqIk2/G
HSmfw1uRylVKkyrE1zwM9c4d1fzmBYNuEelabXbNosnkpw3rL6MBbX1cHHc6o5mo5P3kCHaROe3i
9BNu7dKYbYJrF+tRaGHOOZJJx/7Rs19bWzheHMTtoYRlbGhV9d8VGAkQH5FcmstYk8vLlKsarBNC
GBbTxM8Mucy9laJxfD/WE1rBz6v3no/lUe7jvGQ8fO8PM78hLsgwuiVKKfqQi9hhurqMMJIuQOoy
ucd706Dq6cuSo6irCUwntLgmdxrr0X2svQW5h/QRkSyAynC2DsNNO3SlPKTLCtSqxsy604ztH0nN
WV9cDD2zYJT6LYNTROMrVfadDkrDG0E+QysYwPtOZXI6Bnnh426r0NsASftRFF6AdDMfYvbjWdp6
NbSF9rUOMhrJAdbvXdM1vU+WXTWrbWgF0UuakPh9mMtenaYl9j5pMhQ+BvgiKA+sMGguZB0GV1UX
+yS7JZlM95WS+thl661tUMmdmCLLEIg5gFIa+cB0t3LFe+LXACyjmjG4+rlU40Hk3RHpaQFZfe/V
ZDBH9WuDopmvSkm2apxZlEk//z4DGhlf2SmcyOvUdNK/FnQSP03BGr4ow6nB67rAfgXZb72CHA2f
fOQvNHV8OwLuo8f8CsV1TepWY2HNNFSfx2BWwQEM3GjIJJqiEi5v30c3WQWw6dCVRrd7xBlleZOO
5A9siykkRzpAeGNtkQNyM/+UpSzdzEuuKhM3x7CUNJILCEQuXekGn2DHM1IyGFu/3IwUuGXbhFAe
iKeb/iX7/Lcg5X8+9zBjkEOjTHbC1aj563pToZNTZspaQv5ofoCbb3LroTbNUn15X2L+r+lL/x/k
lzoBm+S/l47e1F399esvfO33f/FTPGo5f+EcD+GXrtYNopFXJeVP9ajliL/YYj0BXDvgAZDrqf1f
8lE0ouBkfQ65/so9FeyR/1KPuvZfQiD1tG0O+5hq3eC/ox6l3fLLjhAIV3HEsZHnBw5zYdDdv94Z
clGxRav5ret9a7kq59wtbxs/m/NtySSqPcdpxeO3iQ1O8p2ZvMBjrjyFSlvuBpdaUJCPnroVg9De
i6t+vh8n0zXRdU4TplVbu2OqsfFtTFclmuYcdQ+zSfOUgfRTNFNrr/ajM5Xd1MDZ8yp8tBsQSap9
YfpdF8jBEY0mExDg9VRGmEZN0xDsn1sOcS+foFDV/kBjNwHqdKNgc5vhQDOn6B87kh6Lexh9PfhH
+p3uHnaeVzMpShFpIOW31VtaqjK7+EGCKQKe2BTSmiQ8CLIR6owDMwTbZmKvrWgzDShTQP753Y9o
5RYfe98dusfA61TzQfWjbe4afJSvDEAscWbMoLuTTZOp3uFujUmuHvt2GzGBZbZHMS02IpaYH4Ml
IgUeuSthM4bVZ4eYoT1Iq5gJr+xlBfuD0399J4YaYUwOBlIcFKRri9SP0iseapI/O+wsbR/izzVB
g028DU6a7pvaGr/lFEv7MiS5gqn2ircM8k9a5vONR7RKDLKwm35AA8SK5Md9Xt0CobQdgpx0/GRp
gj63OamiX0lhIUaUnmszPjfEnSnOB3E263yf2nJJ30o7YZToYWGX31vy1bJPavKX7k40sdJX9sBv
2veQuUiBHcTgXcq59R+GsWjk4X+xdybLcSNZFv2Vst4jDYM7hm0AEcFZFGdyAxMlEfMMx/T1faDM
7iZDLNLUy7be1CJVmS4gAMfz9+49V7jt9EzruYi2eH8hGjBJ1a+0SjogxoxBgC5Fyhyi+ykhw9VR
jFyrlTYR8kljoCKD4CGfZJmU10vR4c5sp2i46XnVyGpA5s9Mv42cS8cMIXxAS+3m7exmkxXwRzno
jKoyXwYTAYGf6WhM0U9w8FqcEnc3Tu72SwskevVbqXIkaN7hE1ITgF7mMUrUzKLfFjdNhYM+mVfi
YJJ7J73ZkIeFYcfsth0+6eWcIgUC56LzMoM81Ay5jXF2ZRepMmrQB0Y+39Y0+c8ZU0Gcwb8/MYZK
3GTtNCQm0iKXhtemhy/zlLuqQTamG8uLPtQAZ/VO8MLojWbZ5zmAJvRfvZ5fFfVouMcrLYQEzdzk
l9YjMUd7WyD+S7CfMRrHQ3uVM9ykcxf+YiskwGx3SLlWR6Lt0Adm3sVYni60Dq+tI2ZmX8nFpVUt
a0fbK0J93CMFDO4xaXVkDlpewRqnfx82FhNFxykCkqgHfjYTA3IXKKXScKuPg4YwIs3xKPOjNMkx
DfG43Yl2GW8bYcbFXkvN7GscV3jl3GVqGh+c5TRshLIhQ8aOXUZBQWA255Ai185yRqnzxnWbCV5m
BojcN8oID1zmzh1uvakGTA+ey7hhu42uQSsB2Ar5eHMaDsNR3GRIyce1cT7mFzj6FUDSMENZh1wd
F5dZGHq3S9dcmYdhmAaDC6izhOdRI2Qb0J/xjbs8jpcTnNivad/rdOJHU9OuIb8NR1y4tlVl6X4z
SBKpj8VIICs3vCBmmIE2SicCw9GtU86QsIkuCrvtyCASqw3RnkuPwBIO6FEyVUO3S5zeyHdm/ytm
sDZ1cFlL4Zr1E4248pSmsLAuzZqx3q6jeSY3YuJ0RiyHlnxbIGN+LQaHndycbOXsic3BNC7SqHlx
sBUfDezy9T0AIXgoLsHu7j5phDTOsp7qZWONqMz2SpnewxyG1Y1AVJ1fpIwipjOOVcuytR00hHid
S3edLkv0+wt6Fc9PBuw86ONtNccX41ADcUtzzZm1TYfO7U7VjvPNFR2DlA64bb+zuDU1kZ1gWK9h
/FPFt5puJUejnWABEpMNVJdsK626KIHPXmeOBWxElih/T2KBumCX0KB9HmKLQhbzuEOwQJtl1hfa
WBAOda3uKiRVa0YXfmaNzIhuWcxAV/08+12TTeJnQ5ISpflImCcJOIORRdOMX9Zz6xU6ljXzZZyi
E3X8EH+BynwEu6Hi/VxmB9AyeslKIXinqzScuDmEklNMREkCpCKze+dMpoXWPhOeGUaWj/67BaQw
5zTLyBYmzfeH2U8uYGjGFeK7DXr0tsOjTRj3LIc0nHxEUCEby+CY9LdbbA3U6GNezCSuN/0KoRFD
DGWt7CJ022zouDnTQl1C1nBmaCIQV/tAtAM8jw3ZGMQ3U5lA9PYJmDavCtsFuFOb45JtSYI3jCDS
sNJdrK6v6Vhga5jRMhGGtAdBgObPAdT8VbgJ0qtNVlhNdKxj3UK4ZsRmRqWLAueMwUGs9pAV3Owh
I/OCgI40IjeWFFIAyqttRRHvymglLeL+J5xpAiK6TJeOs63CesrLHWAOQmfcBZM8M0nesDKg10Z8
GpGEs1nepXk6WWZQLIyrBZ1+K6uPc1rWRCnWISGZ09br+3g+x2PvhFsZx8Vwimy/c086bR7tvTAB
zFDLxGRpzj5SATVtBV85UjzZIFyxtYj4w4pW6TjmIMF6ugJrgq5kgs83KXTWew7zE8faTOX6csyj
SyN3Y86eE5Pwa2n2U9PLuTsfsFerL2PZjugbLACL7X1tWrU86w1a/OemajX7NNaAyVy6PW5X2JGj
Q+uXM8EyXNbEo803Tdjqw2NfIQAAttpi/fGpi+bkmCQOUBSbiBZge8UJysbqXiKifKlakYaneTdq
5VbINg8fQ07YzRbUsHNDu8E758Y5SwDXuXyuHXBLYtUXpsPTiOUFbXkcRvOpV2e2OEmoBrKbOW7j
4Vs29AUw7p7E87wa8uGMI1CXHYd6Oq5HP1uMl1lRD9IfKHJt9I1VGZ/CIKTXSGtxXL3d5dI/4Ffg
SoWeRO39VKTyGit8+ch8wDBvCYtH+olpuBX7GtNFchRlktPWOJVDw5Zi5npgDmOrjg13TLSbHKvL
eIXCVhbgotFmtkewziz8lT25ezCwm/EqBgs3/t1E+qMzz//N6AZBX+rfn3yufhLNmiff/1W9/KuP
f/7Lx4H95hy0/uv/7aGj1WUbnIUYqegkGPzXKcgw/jI4bxu0cC2TeY/gaPpfh6C/HNAr61SNjiSe
ljWa4J9TEPkPugCA5zku5yeTBumfnII4QL05BbngTrx1zMV7RgPUZoz59hRkanhfUwIUbHueAguS
UnTumbMFfa6h4X8GUwi4MVK3LIfLuMTTyWRO7UMsFHmV9Igr7PpKQx0HiIOMYSoHQlgijiFkBg4V
/nOFotzzUVMW13yZJd7VOW2qbdbNyZ2ZKyKHcnAe87YyRzT1VhaHL6XM9HY3G0rcdI5eOSBPHXXe
W1UIpl23FutI0SujvyWqedjyrUf6kTp4woLJi6Y77CpegeqJUuDeddpmPjEgPhMpyHzADpqEhoyJ
Yx6NkZyAMdaEtqHiWdrwCbX+AqsyVqguyS7E2bosLd5jPUF5gukW5OMmLmVCDsu8tpFMBQprMeZF
2wxKy4hYN50n3YZz7HNcnGsS41zvbkFN9tAgPp530eT1F5lbknLnemBbq77HoTI7bQVXlw4klFJA
irhccMbEleFWWxptleuvapAE9KxWzVu0o5gPk4q8YJ+ilLTMdGpbLimZRQD8V8Py0WfLNT4AjqZl
KcPdMsqq2o4tFxMYRg7QhRONcvfsyi3fRqt/go7MocADQHNpA4K6KJUNNavpFliEk+Kkx/BjzAiV
02vgD4mdp99a/BxXlR0hOeuSngNTm4/DHDi45M5Ka1jUXl+QsvqKuaYJzchVE304DxdBi5y3QFlm
G8jZMeOlV1NLHsDVUhCeewTnceiOZ4hoxNmoFPUZesos3kaK3nHAl7gytkQZIcYz66E0/K7uIPLa
rSapWQZO03tpJ+gPZdQv2l6T+MnPstxT/Vlip1qxi227ngLDbnU3YMZcNicdTqMHSkstfXYRLXbb
mL9Hg2vPQ4fEJIYwZXIxKS8ifJRpUEwicv0Vmwzcpif2zy/QCShY+Iws/C6xAKk0Uz7X26ZuJ/Db
qEspU4Y0I5O4HhLSxhmvRtoNyD5b7iLOQjmMTK1LT9ps1O5XMf20ixNcqJvWTqPkLGHU41wlqunU
Lcf5lONszfzssUhSuJlxziT0BqA/1LqsDGFqj85QnFJ5mcNFNOXe+KUlm3k8bkb6Bzs6X0xrUfBY
4QMQkky88PfWqj0TTNdANtFoctfNTKPBN+ER+yrHoSz9SJ/NZBc3M+pddM1SBXUMaegYtjogRqbi
agkQOjb5hWxBvHxhSsNpKi4nzTqxFmbCgYa8y9jH3ixfHEkqQ4AtHS+gjnEv99E8dtgekgIIZjMQ
0bBFOVjEjIN7Pd17qNxAVyzF1J5HjI0JBSepu7gwp4idi9CE3vxRwQirUeuFqr/0jIRjrJpwE+5k
o6ecsMPZsfFOgALwGWuDGKi03o63ZNjwp6ZVrVQ9+tzFuUnibno0IsevLkyDnYd0myqPjzvqfj74
sLslcwGK0RNqgcHdlxwnDJ+Cj+rBURzMg1UtquHKjWPGqJ3gcJbjTRHXAv0UaV0JAJWgm2b3Tngr
Jplfn38J4oF7Eq6f9yDGFPCYmU770syhBGsyGcBpurm618d19aKz+AcauLcZFx7ZW7xiBTHzDP7q
kP2Nai1ANsh2gzE645cgPm3brBTEHaPX/gtMBsiz3lIDdxmAWta0fZsj+l8AZMYQ3camGp3kp0Gh
fZHN3NcNpr4KBWbVvvT6ooc0WWgGcaCXL6lpcNCCcknGVGngliVJKq/uUQO6po8Xt/oRViaPTy5r
XtKypIOF+wzQK9EbcvVpLDBAxjUVNa5sffZ5f2lXpBO83YCEjvXgYSnXPTaVjqshT2SbHLcuSrTd
UobT3aiLuDkziiS7qfsqzvajbEfteGg5Nvp8MLQ6QDhmPUhdZpZ2FJmVtBy6zwboFpp81ZkCd2Zu
+nJSJNKlPGx+TO/qtiCc72cyikwPsDjMV4PTAVmiQ7QmfYRKv4ljKY/t0JTNjkCv0DsSRheiiBfW
jxbNNaoFw8ae1ho9Fh1wuhPRPLg5AURbeX9mVjZYXMPDd7uLO7e6UKMyDXzGs3XDDLvFy0BmHBWo
KYTpgy5sz4o6TCoajcX8tUUUI/Z94ilv4zRhxl40T5YTGBOku1NEQHgE8kk3bxqWB/JdlDLeLWo2
T4GyDXheaGEmQFCAmm90lLg3NV2vry6dfPJLEzK9yQzArhMmBRY5a4gfMAqQDtHQYHoC8WbyeyPz
Tzf12NgcG7xmoamIifBm0dvszNYbDsJam7aPPeqBc8JRjXJnIUW9aOamvK/Bst6XuWY+0M70yk3I
KeRS0fiMgEgxdN1MQOmd7RBGGN2AMxW3Rt8AkEBnb/GNcQunC7JQi4+Zr1TAuAWpKhopCwMJ8hvT
QQXLJmvO0bZeEP0FmQ3AzW/oRf/g0Ffpu2m0h6+DA/e5xpuBT4sIEICCcc14LHVH9wtFQE8Hs4s5
qUVlw+etdpeMqZQOT903TOVcKEQMhGjjJ72iQ1c9Z8q1yiDGdcKH2bIa8g6GhjDDuqhCXLypM02b
3kiMe5SF7fe8XH9Khq/JJSJBLdtHPUZyf8DbeuXQA3w2ozm5JUkPXy/i+cbysUzUw9ZFUmbtUa5W
F7SHubNdgxe+NnH7r8qL9gkTrfe8KJnfmFElT414su4qaJsrsymvftARLzDH5b8YeTSEGz6gWMJ3
toeIZ83MEfc41NMG0Uu0/shMU44InSR0UbnM7BB68+HwCSvovifw72NcaRWGM0A3YJ/z1IXDQqe/
mbe9LXKwt3o/XSOZQhBv5XQkYXCmw2VjDkJseZ6in1KqaD7J5yF+LDHSEZ/n6CbmAiopCkGipZNA
9ivET+lu/L0bimo1Emjish8nnUefxM0Rb1RDbM1CFi/ZOANDS/p96DS2U7YA5F74GJ3QTdNKVLvk
CgaGjmzHwNorjsLcSy+rujdH4gF5ZX19/ZxudHp8k7/Y5fiYyNwmnQHL+ab1tAQfxTKnLjrWRsDJ
dap02mXFAD3SCjmCYrfLzQwBOp4bLSqrbGcIDmWCOMB8C2s2vCxyL8b0US6RAFVod7BlqFSQzhtJ
9KBpHFlxQRKgAbuKhB4C/vjrTJFW3FL4jV9KygLCo7N+PveIgBWbfrYS/m+hVSabOW7WQIthKfMd
80myYeICDu+mBlX3LclVUxwLZY1NMBCPAazec50nOt7iLq1SpQV6nHKyxwFQKjrlFnERcVnlQRHl
GSqdnskjW9k0/2QmPF4UKQNBP7eT+QpBb/fdyj0aZXM1DQ9O1fH5EJ5VmMitGaevRTN1amKb2B+m
WqVV4HR2cYnSKfnukjz4CIgRn2xHzQA/jg2WOjvS4aNNIQqzDY+/ME8rak3MlQVMGg63cJ2QxuuC
lIvG/kqAjvNozgMeGKyR8Q8dTCg27HRYbg1I+bdLhwMxCFuZQhMm5ZDQo7Ctf9AuVfmWIoqPEIKH
DFl3Hrlg0rBbDIA1s/kJ818O09otRcW3LbFpociyuIJv3YHn03WkPxxPsgtadbAbGxzYiLftNQ0V
ci8FfRhF4jthyZXCkVMND33TWSE+CaP+zvQhhIUFKYOMFJz4y7blA0cegka+Et0dBAOkY9RF6Yck
lMVkJOvafSX60L4iNCV+biHkP83LGNEvmWHGw6ouhk1JIJ695rXziyrdIx1EyL78OsMArDDEl/DG
6ex7ug9TJTxrydu1YF3a+kkn3QEGQzmRUa3IcVOBK83oK+0f5GwkVuZ0lrGVfU/qSSeOEr/iBoaj
TTwW+LszTEvsK1020i0MZwvwtkuDYmdbWXed2nPyHV0jh5IZ6vGdXbfqnoiJ5tkcJk3bpHyd7yrV
wnKkE5ldd1UeLiRX8qmAFDBk9+nCCBkXAo+OryhUv4rSM8lssNzHIrMnUrg905B7s3eHRwfSAE4+
ErKigHAqBC1Mh6p7kmcnMLW1FT+DSFvb9bS8LT9i0J1uBin6b7Qzk2c4TOlzhyviIcrahRa7BtPW
V45Mz4w24kTIPy6vCjernzje4IICEKK+yFZ0D16aMmoIIGym6gGDXdTzGeD4tsEjhOmdXNnsNps8
+1YvK+1Z9waIH26XyAcM+mgzMPnz2M+Tu6S7SMTqChcyfbSScuecxI/iZRmn6Z70kOXZmYCxbDnR
dz9VDHl6x4NVnIAQmHpAdkNK2msaEt4adYJxAMaB4SFvvOqJjrl0fNrMBmZdI1buzjUK/JWtJH6M
Lxmf2y2GQPsWeE47wiCgjeande65J0jSky6gnShfECjF0Ra4vvGDc9gvijze+K/xkmgOmaiDXDew
YtjFJTEsmyKx+QfliKuKKV9uXCDemAsKBkjyYMGp1msj9KJtp1vR9y4bjHYvujj7QlFsmheqD7nH
oUp0CDmgdJdrMXKa2ngRUwB2n77lCTHnzgxMtu3Sb5OFF5fxPg3LmqGHOuWjam/DZkF8k6iKhF+3
oVDcFpBww3NvKTt85Fkv3CuEWFj3N8kU64+0iVNqKQDsmjH4kA0wQ48ARsOtBQTQvE/klFxGtTuT
ntbKrC/O/lxF8H+zo8as/aOW2tk3fGff3oCo1n/h7yaa6f5Fhwz3soNmTBf2Gjj6t5QAUYCH55c+
GcXBWyWBdElDRfOB1+Jv+QGdt3+aaFL+hY4R0wClskerl9n/H4CohH4gpmPAZCGZBnXEp81B6HAg
3MsmZ0bmDGoFIFb5QsyL90hiRLJAM1L73NKinxknuxLoweSuoulMbd2ZvGG96RqxM7xc3NktFk9I
DVrrkKRnR+kWSO+yTzkDYVpGTUq3J8kcfWtA06cnL/Icqgy03keMY1JtUxeZ6Ik3KXzWrRoAKRRE
QyR+JsNZbRQq6p0hndA8xUNnj342xtkNog0OCOSGTN9JzWy1fcFuiHKrduEfRBXuNV8bCdLxXfpF
fAplQuJyRQdtl8VCJ3ZwCvWEaVCePli5C5db2Ni+Nt3ctDVYzxjBhDVoFiq3CUZdSZ+ckqwSrQ5M
MtNOQgMrjOzG5XLwwhKWaqydZElVBOGAwdfJl/ZrKBEkBPpidnCuLTP/VmSVq+7pDZYYofnInfdm
MV9Ic54JikjFfEfYiIy3k6pX7myGhjlpXeNxLiUjLbsWA4Q5QK8PLVFXKJi9sv42ZSijgFJrJoMM
S3d7umjg6+Gpay2ZIWnv/OBQmUT+0sMW35Q127KjbOgaTZOLKEjKVr3EMkruIsEy2xzHSOaXncOm
mI7rQDbH8HVuxN6Kaprb6HauRWttvGJc7tFmo7aksJboQ9xuKcgBMphF4aGM7uh9EJrQFqRqYkV3
0UEQNs0HBa7n2J8klBN4vBcpSHfP46zYzBmDFgTjmHXHueyVHw2p8UMRqnRi1VrhEqXRRhldskxd
dHkdE7Bmcjn8vBa+A8HESNIeGhQpVLQ2sScqumxZyEGYc08xhGi7HBkFJaa49mjAmffg9S7drslp
rWSjmUOgKm12toyLqAhmQSJWoJudOlODlZXQaUv+DuApImKkbGd+tgiWfECtX/HMuNX0TC5IPiBW
oFu7VULESdArfAJ+r0IepRaYieWbzJTPWohdYNmTrvkqNIcqwVhoCoEsyX6sdnd0kIlj3xYFYXNb
QlRAXDVNlGbbYaRSHem6P/QD7laIVrk9+Os4lKbrlBc1Z1/VonahhLoXM/XZESbc6EV3s3HelxxS
7GC0uiT7MsH7AHHhmWUT0Hia9/QMC883gOXA7DDb+C4kXafzU2ZQ7Z42FSV02lvLHb0PUmgT4OCJ
38+dwUmibUfSIQtyaHdaBiOBhqdhgQtKx/6sS2Hq+8zVKM1QFfVP8Bqt+9Bt6RmhisacXNfQY88t
NyOWAKCWU+yzJUs59hROKY6jiOrqmHFjke66PBWuX5iT7Pc5kPT0yzxqSj8amWPTR+0WfnNy5syO
w2kIZIR0ugXfX+LQWW8bEKyQ3/LQ8WuKP3gcZrcwDTDi8MaZK95kfcFNGiR1Mnx1+WIaJ4kmSKGb
cOKN11OtZ8YTvWZRbB30EquDz5jqoGmX7qHlQRB0gMYBrndrIQ0057QFhusaHLjQBqYZHaMaQ3j9
JSFwIvwajWseJV7+bsBr2XojnZzEgkg8lCK+yCwveentKaYgyDxOBiXFPb9tklndHl6Ffkdp63HK
yer0e9ZNTr8bbXRRAXwuK3oW2iCeGD1GPwbV09CBJpxv41IB7k7UsHg+OB/9ruzRnFR0Qest/FBN
7l1TZOQnAYwmRwGx6qZF/3QPtr1rzhQSGWdb1rK/L4swnwPF+X+GmApuZTsxCKzp/mD68EVl9tkW
PKAdfTXnYovzEZFE0TXLszcYBFoxMIcgMtmjogXrysXccP6zbhZiETpf6Yai1NdBdG+qdGjxb+d6
iPvOoNRn2e6+EXn3bI1ZH2JlajqH5hRdsk3IWbXkpMeAgbKGjhtChFAZW4euX4KsTI8D+lpGekyz
xXmpSa1Az5qG8EJTyKPzMUQJz9rK0WC/SsIYIVlHRUeGiWhAhlPwssnUdYEhOJ5AK8iY5MQjUmXc
h4QPgLHXLNN4RksDuNyoU1sPWlMbupN4CXtcK0nWeseo0vvvXdsoYzP1zXKjGWHIfMh1uyPSkR45
j4cbUZBFsc9jeE/Iy8ZnqaroVNkeYKkUEw+5jzQYFFTTm1a4PR2UrnhRzewxCqE2PerhILB/ssR3
mkP1y6RNOmnChu7wMRlzGkIGfGpkLnmKG59jxvTE9k1j2eERfZC9MMYbDSfPFYPl/t5tjK7yh2RS
l0QAtSORHeF4nyVahalHrEZ0fiC5d8D0kt2WzPnxMocNgaw65qdd29iI5EsnnYh1zWaTEQpUzXJj
9MNetLm8rvDsIgcaMCFtY+Zt1aYpNfIlUcd4j0NdxM4Wrnj8LYNZ426qeu2PLczhuh15iIbwh3qy
BA2CdHnhelAjM5z2vP2MdkycwbqgETSD34JRU7bTFybf9NRkZkyNTyoIYj69LcGpVDTFGh8UY2b4
ULFiws3gkdt/+wv/f878HxZF6b+fM2/ab0uSvy6K1///P/paimIXKiv7LoJSXYoVtPqPvtax/sI8
huMBLxP2GW/9o39Gy/KvtRjGpeniMdQNZFX/XRVrlvUXYHKDWbVj45Ew8SD+QVm8To7/x1AjKbwt
HhiHGTcD7LXOfjtZpuolqCdiSNHIPrf8Je57xKOKdsoJA2KAQq/uzOXf/+HXaNbfl6MKx4aKZGRF
u5gHBo9ac0LyBcQEw6Cb5Y8pz4wl39Br1cR1RIj68v3j9Q7kw1zeyp510HAYmEqwTb69PJ3hVTvn
7AYNwK+r3rHsm4YJ4/5PVrEtFNKrS8bBMkOAOSL2t6sMCyplZDd0wtgQkTjWpP1YYEI/XmUVwf/P
T/XPKqTRo5F38YofMm2rENiDa6195DL1oLSBYmr5Zj5F09IESeZpFx+v9/beresx60MQ4UKEcgVP
4turyo3FIQDcbTeMlgXCtZF5Z04e8p+vQgyC45DmYptSX+2urzxkhnKTtKXbt0lFbJIJSBO0R2Ia
fLzK7/dO6pYnJS0nDoDy0CbcNrke9wBYQEaJ2PFjj+IR7S3dbcrDmchHoxnjm4/XfPus/7p/OHWl
iXyDFxZr09sr80qrqQsiVMgbLc0TXWsk0IQsPcfnbX9yee8sxRbDC4WiwuEkfXATzRq6awFWgvjK
ocZyXS47EnFrIiiL/OTjq3rnTmJ+Y6SFNRLH37ppvf69JEIvF29YC0CoS49VktpHNvvEmags78vY
Vs7Rx+u98xS+Xu+XNObV8zHTVKrslfHSlsZSHxVGWGN3Huzkk3Xeu4XYHDxDmlye7R3cwrAgmTap
IER6eRMPfpouWMf6RK352kPzyWLv3USA3K6n8wFwpbv++auL8prWdvGp4neZmUaooTUvUDyEvhTu
HDChEn9/mv+tv+bdi0OKhKXPWVsMB6/yQPKb2ydmszHIbt9ILzW3CA8c9HgckD/+vd5byl6te7zN
9CrMgw8KNbbMqMiazUxYdtCbuX3RpRTAXhG1n7xg6+b9dkPkUl4tdfCCDYtTtx0TcGwK1RdSa6M9
E4HmDjKfOGMs3NyR3fHw8dW99zS+XvK3G5nAnc2QxBiMoNcTmNwlXR998jq/uwpyf9eWGCHl4bPY
eXXcQsKkh8D8mGSROvU1t7S+/C+uhYedl9kWuM9W0dmrhzCUoWhodzQwIAvgs1Nl7xLUYJ98G997
1G2Xiaitr1kb3sEqreckbUKsOHJQRjA+iqrsJLeL8KWou/gGuBp5Dh9f17tPoGuzHXr8F8XaoHx9
XYjhGc6jsdr0FGb7fFCPtAWfzcZ0th8v9N7P5PzS+fGsA9RY/yKvbqAt9TgaJVsGR1zHJ6PcDURu
9J+8UL/6km8fc4a43srkt+31Q3Kw48aamxC7BjShQT286UqL2JYlJjWa5GLaHRU8XlvuwzDL9pbs
R21DIrHChUHb4U+v1+bVQU5sSpzlFD1vr9dLCkwoxF5ujLIn65q8r5gIPksV3Se/4AFCZf1vs5JN
rQM+hJSMw9IDGoqLphubN2zm7ETPCZVvmhrdxYC2yNamk7arqy0B5sbGYn1/IlaIYa/fk3N1rGat
+aQU+n2nWU3nvJEe5TputIPXfpypj7SB6WituyNhdhFhXxuzH3H0wC8zIRi2A1M/BU/hk1//92ds
FZcylge2ZP1eHs2mNRXK4EuBN4xmT5VmpAKr8pNf9t3re7XKwSM2DzXpgg2b9hgb9Aej3PTHJqTV
TLt49h6rlKH0nz5LXBc/MDfOxsl/mEfjgvuxqCgZD80uUUcYsvxBwN78eJXfNx9WWRNv6MBw8v7N
V0rYUtY55IuShWJfVdjDwUPjFdNVnj6TRLzsPl7vvfvII0tnibXAExzsCGFWcVKUfJEIC8ePODSu
dmqG+JtcQiPPYbB7fYADrMs+uc7P1j2oJ2xGFhi9RIPlqGxP07GqjmvEfufIBtpT5Up4X1lqfLL9
vXdz12pTh68kHYYrb7eDqQbonbfAjdDSyQcGzJPampjZ92Pp0cyNafHef3x71//i253QW0++lsUR
iM/iYS2Ig3MsZRcxMg67MrCbpg1A1zErLqc/Lzsppalg0FojCUfy/PbiMmxm2UrzX2MD8i0pe2o3
waD942Lak8KgIKEQNNfuwNtVyrmrKmGiQUZHO+6tTBQg5GGdN8TtAGD+5Ol8Zy95s9r6FL36XgE2
s7vJZrfCCRgSvIT0wybkAsHMJ0+G+/vvhFnX0denY81WWv/81UK8xwmpxwt65EGnP+hqxZ6pgk63
G0J/7djDzQSmMdsU8xiPf/4qEHdLW4T6mgP5IUICOARCsJ6v/6L13nXeSPMLLmeFb0g2x4RIQdav
41B+csXvPJkePTu+EEAzeG4OPhCcSezewkO3kUaoNjW5eczNEbMk+qD9+V6N5eBXdc2slc/j25vr
1t3ckeROQRVXw6mtGnVcWMS0Em1pHvUhQRSQKODJf/zqvfOT0uKg70Ahgq7EPPj2w141l75nVQvR
Oe6shPzSMam6EzAG6oLBZLopXUYpTTIknyz922O7fnSxZzA5hkSCBOLtBctwLOumYUeJkDHTOS2t
Hb2Y4ZPQoN9+QVah++CtZzLKrcO9BbQpmoqFZ3ZJejjPiNqXgCNufmTVTvm3fuDfHsfeuyJ2F8pP
KDauZxxUqJlIRCJrzM+MNlFYNEpbngYgPc4nj8q71yQsYGVMy0i/PtjECO+r3VFXjC2MbA66ehan
eq6K44askU/2lveWcnj+gaOtH1rnYKmeiV5VFczmZBMBnh9mAhGQDceVPn9SHL5386iFeAUMqXuG
c7C5NAVx4JNZ15sWW9a21ah1oRs224+f93dWWT8zfBq5eToGoLcPXReBNoJyxRYmMejqxKXi0i3c
T36g91bh0eYZYA18Qger8BYZsLtC7JwZ/ht6wtrzoIi4+eQNeufHAX3OtfC1oQ8tD3YnJKVNrEUo
FwSy3V2f9Z2f/WKZGt7pn9+21yutF/xq5y+ruQnRX9a4VIY71yktIpvC+pNn7bdqx6Pg4DTJ3see
Sx/57SJGP5EgDBJlg61u8tHMazdwvpIt2Nbq2IukIMwXMdb+40v7Ret6U32sy2L08vAYGCx98Igv
Da7wsWFZEXncRbCZwVQSHRB6g5mjuwjjoxL913ZOpLe3tDy6BYUa+h0C5l3MNO/q47/Pe88OP6eN
koUOLd37t3chKvNCubidNw4Q36Cg/NuZefnw54uALjMFTCb6p6tj7vXvaTfjknQ1ugNk1KQozySQ
9kGne+SRfLzQWukc3tw1xI5tHuIHw4+3C4UiA9yOu2FTYhHx09iyQexoqGGGo3LNJ/94tffunQuQ
DQUtCdG86G9XU1NHYscvglYvyW4e5ua4Zh8N/her0PIArcKXyz5sbTs5igswiDjMOswBlYqL7SSt
5JMa8p1r4bZxjGJP5Ic6vHMZakWQffFaqTrxRT4SgYCzJv7TZhGjJpAudKOYutO1XH+/Vy+2uwwa
ABAefhKri5U2TD5JWLqf7Lq/9zrWZRhFSWBnNme39WJfLQNyrIIvDc4zVSG0ydm1dkaTn1QjnkRb
Hy7cUV7Vmh5um9gJT+l4n9heXX/yhXlnf+EFh5VKVwzw2mEpsDS68npYWZvFHkxj25NmV15iCNJJ
jlAjXvhp9HIsLgMg4U8ezHdeA84DjP3IhZIUWgevgVbFUlcFkaVzkVqkkuj2HIx1cmaJ1aTXhfzv
Hz+jfH6ABSIfYkh2+N1WpkNgtM4uIhgLb8bOIn2rIKzm41V+/wAZ/KT0yHiC1lDXg282XedogrhR
YeFAopW7TnU8l4tDkqIXf/II/X4HWQq++0o+hNV6eKRir7T1VnIHq0wmWjBXOaF6+hIbtx604R/x
WIzhJ1e3bvxv9y6aVbiG6DWuDJNDKCzQBTlFjQUUtsRTJoDV3zVqXJ4b5eSBAf/xmUbIdFrHVnVU
tGb39PHN/f1xBXDLGYazDrUku9rBO1M2CPJHVW30nKSn3HZ+5K0DdIYWVUO07kaJz+rK37ecdUWO
rczT6LNaB29pN2KWNY0Gxb1mcmxtFIE19vBZPvP6UBzc1lWqyReO55Nvz8FDY6LEkqLqAYanBPL4
YGZw6C5zIQIATuKyyQYE4Jkb0zVycri7n7wZ7zyzEs4jh1jBBI9z3dvb2mK9A0Y+EFyQhw1Qj2zu
IWIY8U3Vtdan0Oj1Rzq4WA6sPDvgrtbd7+BiLRNRGSw+Xny7u2RfzG6QXWfBgIrECFBcy+vMghGy
mcKx63eQH0Jno3Vdcxu3Al3Sx0/UO3eeiSxygP/k7Dx260bWRvtEBTCHKckdlKxgRU8IR+ZcTPX0
d9H/HbS2BAk+AwMGuuUSU4UvrEXfub7VJ7y+dKOEpqO6mcm+S/lcKbD6MTvs6OkM9AFnxID1vUe9
S9J/XsrIGJFIJ3ZGaYD9Fwb2n9lfq/zS7lreZHulOSmUSWyqAxVVdLF/fIHvPVuOXpQ7wACxATa/
vsCqrnN64Gs6RCg4ephWqsl3q+7HFzKzoM/8+2A+gStikD5EcP/kbkrLMFIBMSNQxNbPW70Zv6Ds
EbR/NvP9x0O9M/lRX8QwpBQhGp/m+fTYslf6DNgT5m4Md1FfHzzpToeiLssjKc306ePx3rmPROkp
cLGJCXgUC7y+j/ijsmpcG+b1xvXodiWF2YN9CRp+5t8fmUfSmSWRSyNefDLnZE7VJgPoV2S1Vk8R
80J/E4m/2jzT8UHU0ccX9s6cSp04F8Ysp20hx9cXli+1UyYjHWk69alh3KSQhUVH6o/jxmD8kms/
aYeOteaT89N74xJwZEiaxSknOXlXRjnrAKNcxp1rYjgLYOUvxkqqEap8+jA3VnPpTan4ZHP3zmOk
RIEtgMvmi7+cfA5Az6xKgqoLeE3pga35ylvahUMaCJ1PppZ33lCPec6mBoi4MfVPr2+sMlG6TDMA
oxiyUViOyjiszgSoq48BU9SJ+CTU8t6lcbDeEihEjDkyvh4PRE3SLR4trDR5O2eGgKZU0ehF8V9W
fvKGbm/gyRTusYsi2+BSucUC+Xooy+kMmaxxHWhJVn6hYlpFOey+/cdv5rujsO7aBlxgtlIno2gV
4mjHZjbp8rKjYxzScQpV4J+jYTo5OGISHmFcG+j962sZUpJvztoySmkvtA1pTrkewS4K6g1tatw/
mSLfeyuIUW3nGDYV1ilTGeuW048Z85aQ8usELb1qujlwNiK32+XdJw/qvdGI8m1FVASKOde9vri2
HhCWtHzc/dol53XWm/uhSNwzDRrbhZqBYvzzI2NGJhb9f5IP+2SWLFyoZwv1ZwGAsZbMbEoHbUTn
Bm3HHw/0zsvOEFtojCithYfi9YUtraWnMuM7XqCdVVFF9UDk0otBKTs4p68fD/bOXeQmkpykTMH3
SVC/Hixe9IWuPzhXjp/aGyPJ734iCrOxCSDYhgMwWem/z46s2MRL2ZOw5T5dtlXjVZjBjJp65iwO
C5FElhEjTxxtgQO0XwKoYHP08WW+d0/ZVNtbEHqLNm234T97klTmoq2w4MGvL88N8ok7oFk0XFjG
ZyH2z0ba1ob/jOS0FIZRFwR9YpTZdMZULctdjUMSFnXR8ig/vrB3lhrf3VKj296ENeXkwirZo5Qa
dMgHi5IHtdriRjnYdDsberBY/PXc7bL46X8YFFT83yIkTksng/YVoIGMPvxgmLmJGcUgD9XqPKRO
3e81pzPRKKXWJ2O+czxj4mdXbWic6om6v76vg6caBIh9HVR1p1PbXp/7kNue1jjNfzaVWX0DbtJH
ttD6MwPbxCff5Nu99JYXYgplR02J7+nHr1kYwxHM0VbmLvrtCPED41uffBdUsMM2Q2o/xN1wBfnv
k5Vv+/5eL0fb68qXwj6agMLpclRLy88kAUoU0JQOkdTA7Wfmxu3HD/TtLMCpE8gNda+sfWzPXt9c
GA1jBo6CgE08pt8S3OtpBCmhqfdWvDTf5Ig87eMR397Q7ZxLSM11WAPt03knlYgQNdqtAlpe6VXo
stq+8bHU0aRNYmVvm7UduHWiTdh8Y+rj/330v7t43aZFnX32yfWKRoNNxTZUa9u0jLA1+biL7QZB
Cs0HqKIyGtfmiB7stjgSLdZ/fzz+20nCRBRFSTiJCdMgUvp6fIecBNtkJglca+YZf74XrTUfjNTz
9v88EiFSIkMkc/6G2V+PxNnB8FXJKlnHvltHtfJmJHAFWf29M9lr+smNffuVbpIMRAdbwRsTw8mN
HXJR5MsGYnGMEoi/DmhgzotIL2IicLJuDglY3pd2dnEqrqb1+PHFvv1YGJ1QOiXPaDMIiJ1c7Ohs
ckdGp3Ysv9BbB/YxNPV//iS3UeBis/FldXZONgJ8IR512jM7xBkfVL5aXyZvEWf/w6V4xvbVU+/p
n1bWgP1xBHVp3MhZtTeUpcfoJgEhfFYN9s6X7/FmEKrEJ8Xm+mQXRQbVruYaW3OiIVHxO6rqIcMk
Z1T8LeeeJ8U/b0kpC9O2ZMdG43tTEzYkxkovFI9IiNzclZMHxYq41w7HqHXz8S18712k9hLk8Raw
pDL99dtQIY3mvLWy5rvzcEaTDdQo3QKuss74p4deO+/IuN/afY6rzU3bTz6Fd2Y4tnHcUqJOlMSf
VgfbqBUo/mDzHQMWQXVERPHGAtZKHJMmznvDwBwW2FbW3VtZsvafXPzbfQE7LLolSPYQAXdOa6Ya
oVrD3tgwumq0Fx5G5sA44mMMxxRqC8WORXG3kVf/hwmHgakw4CEz7ZzG/mVGp2gycQhY9W6AN+vZ
Z5On0mfdHYtP9q4nn/sGraemR3c5ADCHs7N7/YDjCUOFb61ZhGXUjnSvHA56M+WfzKCn2Yz/P4zH
fKbRvMmh/vUwNQsUJkEzi3JyFBLITwQeQuwaLRdh5wzaFxKK9TnQK5TE8bLvyHnegkb7x9f5za9x
MrlZrTbTBgkqMOsx+y222x/YGM6HBv8I3dVq10CGCviaCbxRzrj7+GM6WbH+jk6JHzUrOpFUIjiv
b0IPJzHL3TGLoAqP5zY4qh0O2GnfZNNnaYb3Hut/h9q+6//uoJXprnY1ZdHo+/iraXePDPo2P3ms
JxPf3wsCEMsjZTfHwWf77/8ZRUxpYacZfL84g79+rlEHS5Z3hZ12Zq65r311Wxn/425uG5RaerJ8
tDNtrV8nd9GkT7tHW54Af0uTK7kICckEIPDHz+qdS3OJ5xk0QtCR455ulUfaRWgwZAvng76rLka9
NIujNEFmos2VA11AbsuM//GgJxPO30sjdbnVajE2h5HX97OBe0xjpZXBbNTymARwO2YqdBUtp5Dq
F3dBFeCl03xIxo50+8eDv3llSOjz7m9YCHqHCV28HryfpGuJuLZCu5PJUevjNXQoff1klJMZ3UIQ
AQ6WbRQP0CQXfDLKWGa0sICECAFxJvSym2VznXeLvxMOAPZhZbWu4KzvTUMln0znbz4/hgawsVXE
AaKj1v/1Bfr4vGM6zVFvT0tjPxVL4dlfMykNARkpcQf5STbqvfH4Lljz2ctRsH7yDW66GCMW8MTW
AvNFOcPzosOwDO1R9dHHz+6doYjd+4TwKXHiOzy5tJaerr6gqAYH4ZQCkalVBIrSZkrr+k8e4MmO
YHuAVEGQYucP7BDt5B3NC6fTl3HmqgatuUjjuj2IWNECL9zkTk7k+OMZ+BEdx+blbNrzJw/xzXe5
DU9qhE0d9Tu8qa8foiF8IOF1aoS8pN5BKGlA8UCgGGsCPo7VaLcf39m3X4XJDovbysvDflE/eYht
shQI7pnWjLKwjkVZTzuk0fKTm/r2ql6NYpx8FYVvbmA4Mw7J6Lth4oGnLeF40lvj304TMImPL+q9
4YjObuXZtFJwfa9vol0TO83o9o+YxLQ638P3QA8V0pZtlmMAQQxc+26VUED3Hw/83t2kcogwwF8l
jnlyN1NCjVTxGyI0Acq9pAVpzGb4x3IgHhKNtSwNRHTIAPHFv766slnL1NmAayuX84Inu47IYrSf
RODeXgotEBsimyp3GPLeyT3MJxhUM9a0yDDI+thehnCbIrazf71hjLLFiEiJEpg6DU0NjTmnrYdm
s7UMdmY0ve4zbfjsfXg7fcAUoICKgjgaQ+HvvL5jhOoBocHBjMS0Nhh3NZa3Wc+P8HKWT27bmyVu
q2hiTwXxbiMgnS5xPZQeDTFpAaxZJj9VMVb3NkLWfZfbSwRVRZwnBFE/ed/fuz4qIZAHEZ5l/JPr
6xU3OOm4iwjLO1LGFLMPRo2aU+jzJ1/ye0PxRbG+cF4hLnLyWmBrnzKav8jgKFNet2lThc0E0cei
zPCfP6atf48aJCLqW1jv5D3XFLDPdvSKqJ0VPOSh/NObzmelB2+fF+8D6Qgq/7dl83S+hd1Lkzq9
rbyA7vowNgoBgbDSSzpfhystBR5ZKwGP6F9f+9ejnswTsbM2NG3FGcyYSR1ni7K3tK28T97Ft3sR
kppE0Fg2aUInv/n6tbfRMRQIebJIeGN2UxUjJh0XVAwCLQMcaY59Kptj82ilMv7+7xfIIsbJFpA9
MZCTC1zUAOVzWTgPOc4SOaNRIHCBWvI/jEJQm+w+0V4ayU4uMB+peIpt0NjGNO3NdoN8dvpncd23
rzxnGiZCc4M0kIszXo/SuFpV6zLNkbOoeDw0czsYe5X3RXXsKkPKT6bE7bX+TzSXy2A4WlJgNXCK
4jT5ergJESiIRCuPYtVZh6To1C2M+xIx3xar8sfJP358F9/5BIj6YXnb4uZsj0+eVSotCDvunEee
y25DSp2clStQKnFQkfuJyvLLyQXNsvt42HduK/MxRTeMivNNO3l4Umybr25CT8Dis8eco85i9FZ2
0HCY/6xt/p2byubfoZ+RD097Eyrza211/QRa/CBlAgWGOgczpPpg80DCX06PhdVAb/3nKySoQhiL
BQ4ixUbJ++/x0XLneRjGsYpqkqEhsaX4Hs6OeVRmM/38eKi3qzUxTQy8W6CYdO5pBZUcXbIAKeJj
KundcNLRnZTK//W/DEIkmjgHzWCnx2FA5gn1fLKKqICeITBpMDaRUHwya715LwifsIyR9yNmsxW6
vr5rC4c3kouQaeku725Lwu6RNvTzIYXh/fTxBb2ZIHnf7S0hxi6Rhp7T6ra6xxJKcXUX5YDI72Mq
s+KzTK20uWKJ7TU/YuWeYb9ac9sV3/IZctsnrwgp1DePjvMTpZJskLdKkDcmXI5zBW2fRbdbba2g
E1woszTKm6kElYvUqbIGHGBOVikcOHRQQiALNK/SYNrppO7ibudnml7paOfMNf0OU4t49Nlceq14
TN2aCMVTvBZ5nR9dEE7iV13lIvZCkWkxOqysmOoi32lzosVmmK5gEbVITqR70YT7eW/eT0uLjiB0
0nTe/v9UdeZL56aV/KNLrZ2fsMQ75pe+cvvqV1dYUO4M2F/6LhcNeMIg1yXws7HNs3MNWh6sYDef
1mfYo5IEOec6rXDh4K/xGK56Mc1+QIbN66+0cuMl5GZaeo+EdwzrwqGbUvsFK93yHwp+0MwDvPSg
tELuTOWCUhb5WPPLN0t8DkepAsYHnW7+qq/CoWGykXkcRxuwsAjzVfr9w2KZfX7dN7Ywj6XvxwQI
uZbGfulKsMMqMjE0uPYRuVGizJ2ccmIxYamVwC+PfTqI+SArSq0Cp/QmA0jpliBDPeZ3Puy/tY21
qEljEyzzqPT6V9nWSDwAxTv5UzdwnJ2ism9a8YV62Sb+AkBeUew86sDgU3sa+FUdKkue9THRaGs1
VV2rr63TUtPqJ8AjwJRpnQxH1y7z22Ej0VSRMMXoP0GYdIdvuETKdAwJMtUjHF/4clmAW63sAYVD
yNePKUz75c7JFllwikgU4C2w4cDbMasb/aienMWlsyEDRtwJ5FfxPJVn5TiN6a2bji20WhpnPOt2
xm1WzoEsE4wzELnYRzUA9ZyleeoBbWmcu0CSy0cFizhegmyylbj1BjMpf1qs2EYSVgJv7hCpuc8N
sHyTZo9fGyfV7N+GUlZSEJSGrY4LIJncPA0zb+r1IVzHrulllPjNnDA8H7J/n8crKtxqbB1PHdbE
rusXRJNaDlpQT9OVtaUc3fkbc+VkaAE0w0LddODUiQqLwV9B0Bp53dsJhD9pjj3gaWXEv4e+NmAT
57EzbExQZBzas2etati8zIvqAdPmolvxAvtKP0etaakHCwpl8tX0Y1nf09+6lJHtx2IOaYtQbuBp
EuUZnSyrdlV5SUzLP8F49VgKqkdQVI8OgwM2dy/XNXesR4lgWAEKa5iBQsruhlSLhrjRE3Hs1pLM
a1B31rq+1FbFh7qvtBVQQ+Ai56JEpM5F3WsXZm9UrR+qGPzTfKhTYbtA1lOPMGCgjIJcwMUIMQye
nj5Vo/plp4IsVhRjRKBdXG9Allp7SoRqj545XagV2Jym4LJTYSnQuNFXHteXhoHFlS75vKcsGQq5
lxTf7a5fwFq6CbaKO9D+4BNo21ljPw9geNKyCeuytcefVY6zJQVcmfj9iEWhmLCCu3rZWVh6Gs0u
+7NeYrwcD/1Cc/AQThwKXCdqTSe2kdzkTjVCL0IQnZ5JZuucGmndl5AGodigCbGEaIswG2evNc6U
WTF9PcSlvY7jXV2gCfB3Q+27s/7Qxw1nH3Z3nm3mW05SuFeLVMty4VE0NCBwTZQ1B7jBYfINwwoY
KPLFnPc3VQ4q+9hB9MjAP1b40VAO2sbs//Iqg5zHXuar80eirHYvdK0YtG9uZgzNfeXSk0/VH8VK
FB7SStr8wiapxYExsVsI5yWbpgvNad34fuWAPD6i9u7LQ1kmjnExeBCpQqYv7YcrKxBH2bi2Zz1g
28NsxzqYiLlL9MBJ5uQKSUZ6jTmuooXIL67Jq7XkeyrXH+x7L7OrYke4qUdDR9K7Sa+ddppp323N
zhLPhkns+yfXlJnP0snBrtujEP6BX4uUg54W4xpSh1CaB8qttfJiWOvYjpyZbXpY5L7RPZuj4Qkt
EBVuxUthF355ZxRZiTOEFTi+6SwUcpfMd+2zsvQ1fUxqv4t/uirzqtu8EJ57KztN+c/UAnXIJRuR
uVGqt9N6YK+6ymBaaopGdx0+mN+NP+j9DWWrQGeXJFtwMax6wzsX65S73PYoWepffmzlDq2FPfdh
h92uxzNiTUSnA9H0Bm8174i23NpmRXoKPbF0vtar6tQ5ejyL5n5wqGXxGCMS1uqjNQ/O4O41u08W
/bhwUIC1r2Yv7/9M3jprv6fC6pAkpFK3RrHhHS3jh9Evy2jSQw+Pl+YupU0D+iHZJMkC1T3NbHo1
mnSrSu1Ts4Ow7qx1V/92QbpCEGy8bqBfNk3wk3zvLNCqj25mVRmLUsOLjhWDZcUxwqJZN9P6qIMP
R7mTeEt/8LxNMlWQ9+iuMtShJkz4FGgQ6Ffmc0oPhvEFvYfTB/RQZSNTow5VsKAOhBpLHWEPwOEm
o6xIKzLLe1wSEqeP8SyqX0nd5h7RynIqiAa3+qMuiJiFqH6FGcKb7aufGwXxjgIvVmy/QrNwi+Fh
OSZ8XxibUzOtQ2af7tnTSfwGgzkVLwNFPXclApxfTmbL6rhJlG/beXZuaT1N5N9l4SXx9H4JDX1w
zuu5S8ev7BQ8QtKp7VeHToG3OIA0ieVOc2MQzmbj9/ZRDZgJULEO1WOj4/mZMIid9f2q6RGx0VQL
0hbmQUghHkACuyvLfJ87dnzJ6WatsIqU6nsmWL/PWpy71q5Nh5kSbCmrXY+oau94q27tLa1ODhw+
4Ia0a9Gi9aUuKI2QCjRaOFE0DmOT/cphZnl7ManFLMMuZo0J7WLiocCjhA00UdUqw7Wfx+IMR5i7
BtbkUTsGL85PYAihsY8y1FXLeQL4Yg3yvHaPRdXLBWgNoN1IEyxDgb4NBXjTQIBU62Nshb3eOCIy
F2PRKbJL0jumO+NpMBtUQAgkhwesKcmDnSzxn5TMzq3eA0DhjgihoTVqyCNpbo+Zju5wHwuIN2zC
Rlm2zmUbV0tx2zQA3g+GNeTt2dLQo7MfTWksDwW95l0ElVRkQW4PM2mghlfTGfzK2sWrpzW4nPL2
ensORMJXzJ2hjGMDa6cBgSyyFHsR6hLXikUkd7EuOPVofPdnu7pIzEYtEZXNGdegLdI8ZEJ19JVj
gPvW8GiyMJtLsTfp/UaXBMpgT/gQvGuJ2sJA8exV+9wq+SthWPbgCaY4bDy5njz2RZ7HRyuJZyNw
2alQgpF7fhP6etleF6XjpXvXyKHa+MPo4JJtBo2Uvg/vM2jU0BDtmajsDQSCUkC7ABPsnRqr9m52
h8r+WhVJroezg4ETF4DbDkGRdstyZbsJJuI2Mf0kRNHi4rPiebZfOpTOxybJK/sMnxEClGoRFrtL
/FcKbYPPM5SuZDIbVGaV+7qaxLVBaVXzQ2+KNYAzulpB5yxjEqVJxz8LttiHzuxP7PiwlMOYjuva
vfDL3LUOXskcztbdr4vfBaaX+bcDeuW5KlvWkzzNMhM7lu/3e6kSjWvRhzpkt2QBf5wp98Cq1duP
Bh5S77zGNgSiz5ySO+UmtRa0VN5fYD9gcznNM5u8SbW+ETmNlSxgsS0f8GIK8X/tDOPbYPnpJcDX
CvcKzgLJZOjnWVhjJCuDWenWQ29o6zfRFLEfwBDO9DtjhHof2JQ4VM9F38HBjYpBjvWXzXmowC0u
rHxOnGniJmVfe69GAdxFa4zsotHt0Q8bIJMKuUZToMNOUs9EQkfnKj6ndIYuzf7hbqLdJN/FSyZj
RCMVnrpsFp0Doz2Zi2CijcndxzImHKxEXKVwlhf92ZrFVhBFN2e+JwiJlsacqAZFPxwflDFpkIjs
JMFIzX66fUpzHDit5xZZOCQjcxeZDRfg+EyLZHXs6Xe9IfZmlBH5o0k/61yp0yEmOLPwfTmZAFlr
a0t+BPjbtxfsVTi1IZGy8yNBBv4dLR/tASmaRUM8DSzpE2n96rehg2BO22b+BQAm/T5jrLqsbWrz
0EmJ9kbhU7uvY1EukcYL9TyatTYctMKs7/tCaMyZiIzNvbs4JZsCLfY3KduwmgdHX/TiDCnRcE+e
3U5UyHmf05uStXnX02O3oghK2iiFw89aIFi1Qsp4IWTFJdJfNoM1B9SpNJ0bsvLgKRTNTHDlDYm2
Uri9uzzkte8VZ9Iq2A7LSXN3qty455gSsS3uWoh1WeAIkb6goU5FQNGaVt3n4zoP0YThxjwwFTdX
FFHEtPiayqHtZvSdwFIYiQMKKfw/Wm8sfzQp/D+DZXOyRZLcrQCgR5ukpTewnlFgh+HL0itjF9sc
z6l72ZCRi1513+d5ptMlSc2qCAZfmT9JlnAGkj4qTAV+/cGL3eZHVa9/9X1dedA1x8tCwtl9B42D
KPCezpUCR4gdU3uSpp3+ODXxxOcCN/ubU7fzF0dZ8XdfruJ2NI3x1hf+XBxadjyUT0qbrmIXzrm2
y/K8288WDpadry8e3P0xW6/mDoXZvrTm5YcLlLQIbLHKn7kJKQHWC7ZwANWGeyi1ftII3CTq+6BZ
E73yrVcvx6kYzB/zbI0uPT1r8x2RSa127ujlV0ZuaH+MsZq/TGJqeZW6wfk+JWV+n9pwMmhpLIfz
0UnYItkkU/CyUOMzHUuKcNcIL2T1Z+k08aMeltxgflvXr1kjAbMMjSrT6xxfEWlTMOS/9XLo13Be
/aLYrZDQSyo3y/FCVAvSULNeuz+JY8XfVlRYt9gKhhunTOVLKm2vCibu2k+3k/3FUnU6e/2aZx5A
YVn0sCwE+8ASyDVtuxbgZY54awn2Nk3HL37PMRx/XiE5Va3pdkzw7OxGN6ql3rcaSj1KoGAa7adh
ncYAu6btHshc6i+OLGwHQskgrq3e5nM3aLt0CVRxho8W2trxOrmLy6mUSgKPbJNY/d1sLrRwFMvS
nCtyvtZ+NjjY74xOkvaUuCQObs69DnxZSSdEDz4mwTi4vGQxGrBrIPPpI5UX5f1sjMSBOPiNQ2C2
fqcFMRwGJ0DMvdwVZWL/njCZAezOhuR8SYVp7XyPTcy+XypPhsW4ZVS0WE/O9M4t5X5ZfP+eNb3J
osnO6guQ4pM8w+XqfGsmU1wtuVD2XvfS9Clhwzqeu0nv36V+vC70Phb0GAzmYschXq1u5+mLWxw7
3arzMLFa65fX4cPYyTouLyzVq0drHlsZ9vbgIGwyVjEHK0/mUJGKnPfTlKpnzHvrcslsYVd73yiM
XQV/fA47G4UpW/6Ew13MxXN3Vn995tBt3mMsTL4WPY2+QSY72wiwyedxZBSr9qdEeXNBu982hRO9
cvb9lLUuprlV3rhynTY3jalzA9TshIq2rGvIbuZCzgexWTB5wul2Cdt2OxSlpZ3Z08xl+jRBQIOs
ZtcN+J6tn2T44gettYYni3L6b6QJ1oukHPMllGnpP3nz1PwiElje9Mg4f+S2Ms8aLhPPhmZy/F3I
EoHLoOafOrjZj8/Meig9xh1X3igRy3mHvHIyAt2KO+4scwZxEMMe7koQHxz2DaoimD3d7mbilDpv
4q5cv2hXYX+b1gEJB+Ji3CKF9WS6pNCCwSrlj2L4qx0riX+GQ9U4FdMedqagHwfvOxlmNslj6ieX
yu6WPli5iVdwo3E5aMkyXrZjwiZF00c9WmO3bGjr6oSDm6nJXgSlWS9e5lj83kZLSwiFG83BavMY
bf3ULxyBaCvl8K+ypjvElZivAK3DoHZIxaJnSg03CYcUf8mOXdNah9ag8mfK9OMbY3TmKag4H6mw
SrZdW2dNzbF2oBIGU+u4TZiYNOyfe/3afzem1bp3lG8xdwtV3za19J7sxNTXM79IivtW5s1P1K7q
CnwE6tnMyTD0NVAwnrWFQGpgsALT/J91+l051SwBcQo8kynWcW+XWnOfRrPlKEcVsfWYThNLBwZb
un6cvljKc6wkJlp1Dsnsfc1mjEz8Xs+Z1wCn48wQcyD1LHBOGACaywp/F0Imq+ymgE/c+SHEXCab
YRf8Uf5XDZoUxXVtcp4gDkRO+VBieLvsFaCEQyx8/cwbCvd3Uln1OfXr7GLKiS2GLr3lnsiyi6e3
RmweLp7wUrxlLQX0JQExgJn0zV9lJJt+zqX0nb2UjbG3nYkdfS1zlYVG3w8vWjf7Nw7FfdTa1yBJ
gsKuyj70IUBekMpsbCTORfY1qQrUAK2sMZtlw8TeC4tzZwbSTKqvoy/cOazm1lShtPTl0vKS1Wcp
lNmdB4vXDapWZu7e9EZ9zzNuFTs3Wp1RQ4gXiotod6fp3Rgiu7SHy5LuuPlYkCW6d8Xcp+ewI1kc
U7bVmOD0RRz9VFumg5a0rhv1tkeXup0wyVgEy5DqlOp6kFi/dmpJi4u1XnubAxhuUWSJ63Cdzc7m
inMT0pjl2NfHzCVRhP3LTp/tuFXfO3/RuohnWFyOizT0yJ8HXu6yiKsnKYr2h1+hvQkddig/STKs
V7k7yzTizFx/kcsqyhsNFINM7tAnyyxaGlMCgcfk1b/o5lqx7chGa/xixQY6bq/2uvVHoYQ2BHUh
+QqEJ3kKGlt1ToaDWZiHrQCAFues9386dtbXu64f1PyCa1z/6pE4PK6TlvLhqGl8bqrZ/1mNGHsx
nNX1I/h06wkrTd6HsymqFy1j1Q00TtwPSuQ+6CXHx4zUO7ylvjPO5U4MI2qQBUttdkSPlg+BUVu6
ukywN8Lt4Fj81bFwLJINMSADmASwcdW2hbcEAEubZYeetikIc5jV12IBnABAXdUiWPp0eZFWzjbU
cPXa3VUlv0zUTB1DL16H11RT63LF5hmlTr2WaxdWRPSyHd35VUVMre2+i3VyvORnqbaQwqp13a2X
C8/bGeB62GzM3TqHKkOvHEzuiM1WrAsaTKJzfYuqQXf+GKurAf/lOWTG0fbn9lsXj7BOY3dENEqM
mWPN6pojkR7hNO35YBkCmy0LEtEh8HpEifs2rcJaKfsGQ01xOWlirqNFzhyFEkXZXpguPSj5tJft
vDcM9hhUwCSUAVco1QsSNEt9l/cjkvRETc0X3czZt6250qq9IuprhU6dObdVSdUAsvixJeJWVO4X
wHQmupLWGX/REI8Vg2CI1kY4Yuo2qnqRErBq/eRmWgHjBARKCu0wUbU7R/YCozO0K9/reXUM66qM
4+GOpErF2X5tagzsU19+zxZrZJqG4saPZ+ymAxHr072hLP+6rRa5HCjXz2+GOtGNyIYRcSt9EI5Q
vSXc99qZjf9z67ET0AZDF/vRJ2T0WKV5Qo1Hnkx62DR1pq4KC/0KocwVv6cnR3vBVSvAd4pSzeXF
5qs69m2L7LMl/49q2OTXWkSJoq6gSzthMs74oDJqZRJshxhBA3zCyWFMTE9F4IlbUplxjjbRAz0e
h84YL9+tupTaIeWUekZM1bxu3Nn5k5q+NTJvJXINB14gN0AHqLR9oZJCRX1sTPezLSoR6MjlB9gY
VumShMncKmyrloLvtcuXBU8rR5SZMC/1sMWXGYqaHZKnnTt2+7N3RZKof0AoUmkk/AmFQLSdFVE/
XZIIyOZOoTyJB/0Ggz1rU6lb5Q+RZoqgJILs+5gMfYvLTPhrKDgf3PhLzs6J7iI0h5o2KOLMa1mc
xaZBX69cSMsENmSGOnLZufbhSI4PtWyskGy6i4Uk3s5b6ysees7VOk2Xd6R8dEIYnT6yERrHAhWY
t1lZXdnejBlb3ggqd3FW4TzDLZwIFN3TnE4/jHjFXB4bc3uZF1WpnxkyFve9ssxban9VFdgy9omw
anXf7yqyfVeqsQmApYktH/4mGTCP+u1vY8SvIupYPooYd+XO77v8t20WLKfttKgf8yr6axMXy++u
AeHB4cCMr9u1dpiCsGs/TqUFtXci+nR0jcb4GY9MeVwq7xh5UTVG41L339wat1yg1ARxa/TSkpZk
UC5Q23J7xzpnXZNBG+44qqo2NBN7faZIWnyryUywkPkp3u5y1EV+BbOUfFIiu+lru3rpSr2/Qn7Q
4iv/3WswW9itO78FKEct5DDqfTGMGX3z2i/Dg1gqdtapHLWrMt9mmiVN49ua5VOGs9SnC5IjdN9S
yOyKIM4G3blabGU5pGaq8nbRV/a7DFlfG4twgBtOrHeeOzFZ9a6j/T/Ozms3bmVp21dEgE020ynD
BGXJsiz5hJAcmHPm1f8P13fwW2NBA2/sjQWvZWl6muyurq56w0Njl2lz2YWWNtNgKkbDj6ycMiVC
2rZ2GBqJVJaBworh96JcfvOEtmBFqpl5NeXUJzHFFEszVPKwtpOUPSKkSYwDh6Cgrl2ENMK1taju
s01pYOeU2nJF2NNLrh+k965pK9XvUCmk9Mo5brgKj3r1kM5ON3n0y5Nu58gS0RdtTsR9SwqieiYo
n7uO9L8lHNgxzSfoIwPM+FltSbIj/NiSsMCyNCPWQU8aE2s5ShiBv2wjTaVbiEHiHD2vy/M4pMpj
JNIWM+ClbV/LLKRaO+JbkrnDPNZ3JgKlP1pOnlsqzeIO1d5Ku2vAwuNf3BQZBhxbh3hOS9F+C6n8
qftUX4a7QhVdcRma/bq6DdvL3EFGpP+XKpvs8aY4HBRdRy6v2zhWg+bB2dcDYhu/lRm1WUiUeHaj
0J5ltInqLL7TYMMOQduPbRCFHS3+GSgfz3fRSCraXDXvM5FlmFOvEblCBRr0Tc1oTAdlRyj2lnRm
xdqVav3udXV5kMswdpe1bXLkLHBuhGeNxvxKHdySXgcIeW8ifhsfEwk8fjvmUMWs6wpDKq2KqNsh
Q6OFuOhZ63M6jzgFZrkt3FHLlEtI79Uv05ooPCP1jOQq5sDNtyG3RgsgQUEP34is5lh0Cp9ctGND
Siut3PAagPC/6XsYdDtAEWzN4gLOVSk7rllIx6s/qJ1QFi8JaqOX0T7Urpa2UL/mimy0QMEeJ/Gm
hC4/deSQZrwVU//10ZKrHrJJX95mkFwvTAifFi4beRlYsENMTzZj1+8nFNQvKPiok1uxhL6QLZW5
H+mhonqVvSr6fhG9/qIaZfIESjX+PlCbfUHQU8R7+tTFU5Mmxq92reLZJelRqfnTm3urq0Zez47d
TG1gjI74AXC8Xl0tTBEBwI9CZkc1y/F2X6PWuNDiMmz9HjQICxli52/2I9ZRKCzTJ07GfCHFA3nT
BGamxHXQtYm87FCboN00l/JXqBdUAkRlh37cTua0s5IVNCHGverml1spXXQdGWnBnOkMKN7Mel12
1TDgvlfw7i5KUan0kiFk/srqqb+vy5WkVgm7EEc7ytWYlZXGnHo4Durq5RrmbegiTGS8KNpMR6iM
bK3fpVxgH6xMwaTPMRRlOSZtrD0Ch0UZQBUxuYFVoeFS9YLqTLTlAW4UhvVtXup1TnCfyi/YeSaS
UxrPD3cVtXWvduYY7SalL75bNdmRl5QUq3EbjgzOMy2vH/tmNn7CuaA+U2ZDZbltDx9HPkuUDMU1
xujaepXhHq+4eoZ9MkeSYd2C1a0z3+YcXv24txuCkmIM0OtG1CF2ERYu+T7MGyu91AgfVJ7jphcY
hLXJY5pFC+UeA4/LoAKXJCnnaZSV695cMeLDmtIVWAo+wesyC7dAzyLi19vVN0ttxaYQc8+af4r1
V4eMrvTp+IgLcyrCDBFLx7wwM1uZKehP85eYR/lUrysk4zl1kspTMmKfN8ZajOhwWTX1jpJQdNfF
mz5HPpniSVHj4Rt8D7ZfOYQAUJainjs/lnYnvUipgWLI0NaOXcr+ewUnQICUVkmjS9MJthlpFpuz
1NraFVhgw+pOAUeim9hxiU3MpscdqBD6Pu/RfeM0sMJAzlwiXIlu6q4ceyW9MnA/Nl17VufEjUaU
iby8pKB6sBfT+FUbTfytJKTEPARrOFaClMi3wUDJhzXLh6tFqlVyRXZmXk21apV7YyzHxDOMAlAN
mQPVGiFG0eLlhue7p6wRiyc2jOplXAYm0uhJdF9w6fo2cyeA4qNgUuiudh1+zeyoXmBTrhYwII6O
NKDV217WNWnKrqCmnnk5XvED9Fm9vRHDVP1QcsVILmfNNA6wr4cf5pgbgarFQ3ND6Z6eVw8pciEo
NeZvZyySnwu91V851dcnWZtAJ8IaRR9PzyKyt74hNfeTsZa3PXAPEGL0YNFRGpeZlsMoM2/BopmW
Wjy1r1ZaEQSHmGo5J0lvtV6aJR2vYrJY+r1dl9It404+4c1cvsbYQz6pjWUPbqGV82uJTLTwU0xZ
78knVhAqDV/esouvUg7tUzZXquMSq0UKBwrcCcgx2ZK0LFGdIHlklit3t7XDmRsBGEoNaMhT5qqt
1nbFMMtXQ/Tyq65aw73EOpx6rj12PzQ1QmY14RJU+yFtzWPBBEnpwkG/TEhJTS9Pxq4Cs4JyNWKf
OvK0Yw3Igq1f1HvOwvjNkpPRIzC9rDo6T01i+hIkTOKHPEA885BOZK+GrAMv0XCovEIyNKV/XgPY
creYDGmFFyzdFmOpq9Km3ElHLqufEJjKf2bz2Fag8Nf8tszJPINljGraWrR3C99JRznv5pS2djOb
RYPRKfaiLjgeNQ3wIkSmyGrs+XudqdkrFwJ43EmhrI+aWFRYK0ozPcpoSR+0ZcR6RBOYhSJ9rlc4
w84anenc7qvbsQ+bm0Jq+te25KZ/T9lJl14D8ur7ArPuJaqW4ktnZqTYIMBTMGFJqD/FxlLBwMez
80ahzR0fqjJqXuOx2hCI3EEw80XGrd8Papkp7jg4nBfKMqS0k2gmPpomoJY0RubSnZqy/zVCuPhu
cgXFkzfR2Z86SQLZBD0uJ6jMKem9plujr6IXgIlqOjqbr0ZMu8KoJp5zUiBA7Q6DJu5nfZrvC+zJ
akqXMn0FUcclZOnHnzPI4sKNu20Vd51MqsNaZ+VzRUOYBe3kc+IpFAZwTh702MEkkjIcOp9ZfI2r
ZGl5rdRazuGJX9o1sRxiDD5iiuO5qiz5QRYhwKEumvv7qAuBWKQb0N6VcooX8GiD8szdPL/VDUrd
PPlUua3bPrqDToN4biiwetVETw243SBKbDjDQCAyqwbbtyiqPVFUrF9UbFONwFJz6rJjm4gbMJOl
6cEroXDFfc2kK50Ka8ECswe8QepV3i8DJjG+0ui88LinleyzBWB5RCD2npVYr2dfjxdMZBXa78Tw
aH61ayN8NMhieE6mMrwJfaXLDyE+wWhGGAsXdWWKn0SYGOEFkqzTbdmgGLNjKxDYgOZxVlYGtnt0
YMcmInPXW+pNRW1yVCxVe6VIYotr9VGf+X0um9VVzCW8hW8xPoya3b+NspftQaAZclnmtOLJ3KqQ
tqQ0MJDuJ8Kf1UaHSodhTy02qfbq1IDsmaVSXzLVDmiDpcWxt6A19ith/TACKu67Ti3M37WMczNQ
2rF83cIDtzR6Hqh5k0kcrXAukDWkX/rS2JOA7xDrUckJpdiUZ6hR3OQt5ALgMWZ4s1o5nn4rhTiw
CPFajb4TVtjJmoiNXKxGSQW7DsGpU8AA/bFrlCW7wcCTw7Noiklj+bT6RWbQc0LzRq1y7lBm9qD2
c/pjqlbrewweHEBmrKvfurXhUmTkqO7IOQZtE2kqHMNoUEPScnPUv7EK0yug+D/msMsbTy9rsj0r
IT+3VltDEbLM1UOq1eCZ5pUmJwE7bWJsx0nZ3REzVnRaaNcBNnIm7QgoJ7YDlO5wZzJLLMBLwHBE
K51jOC1H9RB3DVuCwr9z12m1fldTgcbPfNKnl0bj1GTxyelNKzEcctMsNS/HDuyXWzpV8jQttMuo
SU3GNRzsiRUOuDIOBoB9LdpQteQ2j/e55ZqtUC94cS1YjWxWHjNnjgCybQDEysBzaD82Y0LADcuX
FhLp86R31U2pJrN+SPNa3ZXK3Ms9wbXJPKuvsP8GNUFJEEMg6gn5eJGV9D/F1kkEU2e7FozS8TA7
RkG/oUjMjgikUezFKgWiA2r5tLdHPWM/8RLCFhxTb5g0Pkb7OpsSPM06nfL4NaQyqgflnJkW7jIt
+FzKElQrODfiPhhrK9d3eAVR0k4HvX2uUm36NZWcQShy0XH2035pvliOUPIrgL7JZUq0KDxr2m5V
9Jj5EsBlksi1yL2e0SFVLmEt0sa21il9lbGcftHjY9Q26zLHp26V27etLCgI43G4ch9A/5aua2kb
7Td4cLVxGRtV8hXQQd+TcI31AGQmUcCMzFBZMq+tQWAdIkpq3RV02u56BGg+eDblrvWAR2KdxLf0
WmftEYTF+kbiNYKHny0Zdk99lEEFCVokuKyjQiv/FZXv6XmO9HnY05O3K9/hVgzGYlBQh+R+TXE7
slblxUESDdku23Ru4iFzYtBgsU1yXVVfOtr4AKvURH1TgEeU/ppkRhgADnGARnE1LXzZgRGi071t
ADksiBVqpT02ns2ZYpJhWyDN6PQ5j33V2PfroE8qzcqVacJQbvYgbafrdexWym8rkcGnMTI8RICm
B/pDImuoadrZU4I8go5petWi+gMKkCQzKxZqxZ1ByGlFxqXfBhgigIz1Pcb0ANAzWgwKy4b+LTKO
Wb1a4aGhtpwgUkSC61WqRsuQFlxp7pAdq9FmQkrNxlqcc96NdI3WnARGjmZcu3JdLttRo2mFXesX
ksdpDGIUVC8QkxFUWNRSUbgcdyzfaVZRVWjSYgndbCG800ek4HNEFZzLNIATC2zXmopXI9My+MMl
MpqorY7Z7Bf6KH/Ga0kMVBL8aFxFL6jROikYYHcgWD+0eZN/BZio1wG3+vlpjOIiPiok3vQ2klq/
tyINha1Z1KzI3ix7QddQiOuJ5Oa1SUf7C3LBDuAj/IrCAN9yKJ2rrvU3rZ1o3+NKsww/TWf1uBpR
Vd+2TtXeT0tpqGA3bBDs1ZbaF6GetZ5UB1BhZOSbLXZpdt/KOOeemyILSpAHxBn6VMblPeGAHhIc
MyC5epkrCuA3ZbgjTK2jp6cZGMc6RdFoav47B2TvjG6lVv01oZE+MTii8BkmRn5YUFadfQAPtAeB
+TQvC/y4zm8AvDUXOKeov6O5tPW9qlDj8ygTCI4S1cRDkuCi2IGYdK6fqJ/3P4tI6yYS6ix6QmN3
vF/iduSEqc3otemX5XdkAbPbZa2TvTkc0m1gsrHoRDSp3SBBk1rgQhdSTo8VT7Nbxgr7BhYDiR9X
7+wHNfrytaqtZHIF0vBPdHGp0Uxdv1xX1eS8ov0CmoeOsdHQBVhTIMu6Yv/ELnt9S7hbMSuRg2kb
CmuUXpqkRr+184zRwx49/56g7Yp1j1ih20sqdXQ9k43T0Y0OYNGyWgvAJ6rKy49o211006L1rmpp
k8E+kEoMyiiN2sCuHWDXnC2YKtmRXLEkr5rmBu8xdfEt1VSvjKjEbCARU17tyR+zb01FVCaJA3o0
aDWhH8Bj8QO4aXoHr7UHZ5hohRKACA/veuJT7JHmC65pSTV80cCKf63p3TwaJn0Eyel4VVS5/pDm
uizvm3QakNpxknE5aPY4f+nirkMGdW11ZIDqvA/3S6WnD0Otd1SepgXSyqKuVBvJXRBNXTU7swNu
SYoZJLLiujh3jdn6Ws+uCaI+mYmPztSWx1LO2gAdd5K2Q23VID4Yes9fx9B5ftTJWiseWmsVigap
WNI3uwI4sUciYwyvR+44ALqscHyYwc39klwNeNViE3MpI2rtoYyBky0gYIA39Gr+NrVz+BiS6f9E
FGorsy7zJAkE5IABVBz9BT4ISI8CetBLk8wc5G0vnH2TTxldVhhCxWEG3/nAXaXG2jjVOuDzBuSg
SayN8LocJqKbaVqegzChSOKHITQZ8kjLuqM2TbZpwAq4TFvgd36CyaRN82DgeAJcoz9pS5O8zTbI
Xi/PLbJc2H9t4zWqHd6VqQRnROZPkkvbNc52lV6YX5RCA8gzIBpy1ymiX73GDofJhf4Gmqm21Oox
s5Lluz2Y4otJQ0sNRLiqih87Ds0J3KGixMvagtQ0V/TyXti9/YB/Y/WiKp0BYKmqIs0jHlI+xB+u
vIKSppTwmlv9FT15AJ/AcYtjC/FqDAS6773H91EfQzjPF+s6VWBEKKD+7LIketGopoGobeYioRPL
EnM1vVAWkILjhrsE4AY4AAj8t7BcYumDSFppw1t2vQdhz2/qYOsqzj26byTHQPLdQUcnLYja3rrp
U0OZCdW5MKj9pelzW2fJoxNmzh1tQyouUxiuylbgmnFKMRWoLXMiSfcXItsrSQNXDQ2UpdtXkB1c
iFXhmxlTqth1TpNKfwEL4YDz6pcLuZoFWhfqdsKkapMngRxjyrI5iA49EIVt3W73ToOgMqzHruqi
1guHkdoe+k3aVTeu8muUEcVcBC4TPIi4luzstiadQby5/T1B+LtKmqLX/LFV6ZcnNqwCnjQL0jP6
JsrdcV2UZwiIvON5QRLdTlbxqM8WUi0NuEuN0hgpGj46lQbxJiud+z4LV8Plsh6TNIRCsCFUTfk6
Jfr6NUzGQQAI3+rMiMENrzLt9MZbJ+ow3ooDRbjpCi403KgZ3RVLHSnAZ7lWu4tuiWvoYu2N7UQA
ji1RkNlH0uqxi3LqaSbS057XuoVW7zpnU7gDKCqjQy46514pY1Q0HIeO/aU+TnQzaId3fkjY76BY
cNYftVQ6itv1uCn3ZatwF+1puwdcVssUGmJaVffaIoAFgBnrINGEKv0uOHJD0MzxUvutOgvp2SsU
aG9Wh+F11CdlCqahFenOiZ2MPRU7JpkWANQV+FwUpb6gJJj8nCMKM8GwKmL0igoCPInZkgG5cBot
uUB/zCmupzGx74wkyxtfH9ccmlYFxu4Wyg9N7QGeAg+j0YufIitFt1viNZz9ZaZktYtiEmNf8BRb
fyWIk1ukdKl4sHmtCKpCWviQNBa5RIP1hQLQcyQJWdirv/JyxlI9gffxUPULCi+bDcA1hgj9M5hZ
SROy6szrxqDv7OnrUgMttusULUYZCpC3RC5XoZFyI0IB5GWmkgoSbwKW7efwh35WYb18rXKR3kpQ
6eoGGKR2TDXW4iJa1b/tcOTyR12XWiHVQzKu1KBh01u5+p2Mb+o9riglKejY2rei1huxD6W9fo+U
Sb2GYjqql5DJ9J+TIfStOJMDz8RMKDpSGI5X+qNqeQu5QBdg+PUhps2OwYEHCIgdZc2peh9jepB5
lVR5YaOqGo9D19JWbgaT9m6mds5xUaJ+2k+87y8rJ/h8kFQzjinVk/teH6khoXE2XAGI4JSsQJ/c
kB1wXORqV43u2lHE2NtJ01LA0mATfKEmmZOCVKMGXqrM7HuzqADDctxEt00OktgdecrfQKiPt9tF
DyiOmsMHU5Squ4MnGf7IairI3qjP3DDkbOfARLBUeXHihc0c1fFigc/KKVcUKcK6AWp48kdOsQ1l
WK2OH2NZ9tx8Vad5QWfIzCmylfmPSDQtKIgwo6QEmzuvwaSX9aOoQAAQZMFfSAPNYzfpsCX32cXL
d2cx15E8XgcLMlGqNUDhkDaCk5b5g0zgMnh0ocw3w26te86gTt9VYUSfm6XbBmoftaT4ba3X3had
l52WUtwJ0rmnjG3YK8DI2C5uNwzq4sdzM1+TuZSdeYjoaC9BLIXdIC3XKNfdyKl5yKpKP9rURDTX
RmCeK3w11+K2gwz4sw3V9dZM7Lx3J4AVw6Ffqb/dwT0L0TZVrIpnE0ujCvDy6q2rtTfz+ol7gfKk
OBRGaQPVKvh8MyXL7adavOTlKlVyQK5HP5woHRWX6xcYxVBAmtrXDajxbxa+oQ4tF6c0CBI6pTFw
thFFeABAyfIVdOmI34YDdWmn13B53GpYcKP9nHG9aQn8KW6AeQDSn8g1qIicUYU8IXfnYjGcBuAP
DWGpfVeGKnSHrBn2VjbNd4qSI/aqhBGvrh/8PBvE/vPhTwnf2/C4tULHt5GxpQv2nlsOh7Xtga0U
LtQrrkM5UObhoIIS1GF31rf0KBx3NWR02c45sODPBz+1FcNijtE1VaXrqJubfsr70UuVih6tu9LN
Qo7coBUhG6nAGDDIuFUkwJqookUws+mfJ9yo4IgGWQnahCSGgndj9s9nvtEp9/z0G51IrAB4Dpu2
4HVElSQO08L008jRPFKlp4ZUmMBDL7yFjRbk/WSg72Uv+7KkAqBNEdDwhZIDeBLnzJM6lQD472th
Y7ip3gr9L2WxZiZCD5IrcVlElFvhzkUAO3KqkVlXmZX/+VM41YbYRtsUPqxN3RRMzIlMSj3JEqN3
kCDAge03mVg68DjoUqSFszG/YfWrnRHR+WgZIrknTGNbg8I4kb4AINlVWUcfHjqgdmcCMyHNFWBx
e3U+gp5z9nUJd7vSzX+zf9hMDk2Qxua2AhlfnKxAu4KBCP6Fdh9CeFCuKP8m9ddCchYcqQTR2v78
0f490ffjnayvxVQgptQ1xMNSnTZR1eV6YdxL8Bg6WPGm9xu7aR4cI492n4/898pmZMRnDESNLfyo
tm/2h3RjtxiVSCQrG4ck9SIC28rBW1f/qNXy3/PEJZBlAyODIs77URg60Z2GHa1Por8wNuibXYgL
mvLTFwu89Zl18/e+QH2b8EH3mIYgb/P9cLZ0QqdQWKltz2nWUxr2qDh+g1wjDp8/vr/3hERnw8KP
nHYP+r7b4/3j8UHlats54WwIG605ksHAxYI+nHgAPGElt5RzzxivfziijhATDHioCafqhYIbdlMM
7Pk6VqYf4UKhy+nTrZLYxtkdao3n1JE+WiFYJ9gQIWzkn07VxSccISSdW6JxO3Bfcda6q/3a6sby
f1iKWBChCS+k5K2dPMsEMDkZBc9ybawGrHPvgDmamzOjfPT8kCsXgKdwQQET//6NTRY43SxmlB6E
gAm10FkPaay1wUyNlQ4+tbDPl8hHi9FRHdADpGVEs5MdZlatES32tkTE6NxPJcIg3hxFlhIMOUnN
mUhyKlK07TRHt1SeokQ14tSmpHKGnBwY5nErouI1oaEHPjQDurLWV3ZXbqbESj8+fT7FD8IXBwMi
ZIJYifGb9v6ZrqG96gYgURdNARidwgr33UK9VS/SXZOHNlUIXe6lDuDxzHQ/eJuIwNJtRpOJ4CJP
EpVRS6rYbtjpXTjYLxrE65SzWIwHzMqGXQQ/Ovh8qh/shi0hw5pFFxxJp6Glm5wejF1OLwt4qG+g
bLkbFP2cL/kHbxGjcHabQKUI6eeTaSFXE6XltudCLRMzqPesS/d61wl1J0oVNHKSqsutAP8bnwlo
H47MQQCFDbNA9NLfv8oQ3P/c4wbmpvbAPRoyTOiHHXuDIkkn3ojtgF0nqJzhmYE/2CaMp5JdIHYN
vm37Yn9E0hbKuwXDlAeb1fNFV6pjgBKscu9QQTmjnPTBHJH/0zEwYatshuHvh2pyVVsno4CdD/fP
V1qgZbPRQrxNaCDd18CUnzPhnNMr/mCCzqYNj3+QQQVFPXmnEKbRYB7ZJIlAQEdtgSNBbQn3kQpL
4Z8XqQPmw8FlA9sbRDDfTzCFdE49iQmGCAL5Tg+OaWqMc3pvf2+FzXFBxWTVQPHNPJUEVEcbF48G
HxgFAYHbbMrA88XpeCYV+2CUTRuP/xE9kdA/CZ8DfJWiNBya0RYY0VqUBmid2PznbU0WzZbT0FDU
VNTP3j+xWY3HmfQdkAWgkeK2RVyn8qtW6c/trw+mQ2AWqNmrHHKshPcD0VGSUUn91F0nlEmTQms9
AItnFIf/jor/WYqil4VJPOnPyWw0EpZpLilyMt3soozVcAy0OPuFXUnDJWorab7864pDixevRhDq
xuaschI2ElDdlA9ImHW95sYW2/WuXubZ/3yUD+Zl2YRFqXK2mVzz3j+8CfnWqM0abuJOQ8cwj62r
gnKCH9ab+e4cnfPm+eBlMR43AHxMSe9ORfFnTpOpKkjL48ai0ESZKoJIoGHvsv98Yh8PhHcZRwtC
/3/dtxHFh6rC41viMoGuW9FSqPr13xc5QjxUwwx9C7XOibqw05kQ22EauFERjt+QntC8Ls2WM5aV
fycD1J8Mzg+LAxIe/MmGDc0YjalNM1PHzw54NlIsUGWmL+D0nb0z2RBvs2imb9f1xZnH+MH6IMdC
JNDAoFBQQHm/PsZETZoGlxK3MmX0DO/HeIaPJ7tdXqHV4ZoZOKLd529u20rvCzW4UfAot/YNR+bp
SR1PWulMWGe7oV6uewMo1vdcoQ15pWjcye9CaLvCrZqYIu7nA3+wZGy0PG22nc2uOxWYxeySrBWR
QXeMe+UmNWThdnU9/XPyyvQcxC41WFbofJ8cWlU9Q+C3QXs5uV3uITOGKLsppUVjL88L48wC/Wjp
cB5TAtyeKEi59+9v0PHBApzKZdSekz2CXgDq8kRBij600mtECJdrg0rdXiejfvz3x2nxGLEYsVk+
xkkAsxIK1pFpAPkHwXQnEHoKKoQUz1xMP1qglsZFmMTR4H56kigj9FTryMwDRzYzy+1AKXzXZ6Q8
Ad02B8gh3eF/mBX3Z9RtuesQoN8/0BUNlQpeIKtTVnXiQ22vTbBdKGOdWY0fToyr/ZZx8E/75IKP
HBVYUGQZkG0JIQ5gB0yXpKucOT9khaF2Dyt0n3Plrw8G3ZxRuOzwMDm3ty3yR8q4amCT6xVyzYJN
G40peFsL4PcKMZuoKPzPH+Xf6RuLg2upweWUs0A/iS3FlEGtRUsHHlQPo8hL1rnJnyF8caRCC18m
7dxV7j8zlJPYgk8K1ymb50rKcPL25sKJI5N+hOuw7YogGXv1epqRDXOSvjyENv0ikTTdPgYOifGf
Qk/KjRaLLmCBMN6ZpftBvHFQOyGk6yax/TSnjCfgmFhCVQBq2ijAPRfcXoQ8/OdP+eM5/zHM9hr+
eKep2eejGmJ5E67rbLrtsClq4Q8pDa/Qnf7WKGLlqE401ewcmdo6p/+MWrmNFU+qnjGn+mh98cb/
z02ByHCyWysU5EJLMuUIwLgngaj+0tsmAwemRhdjx8Xs88l/9IipeHOWcHJuTm7v5y7NVcXtniuQ
ZegNYmvQhqylmM7M6qOFbOEeLlDE13mX26z/eMLAgWU+D1wO0M1rXsI0onnYaNErbtvnUoEPJ8RF
a5MlB9CrnjxAJJFBBQgSjhbncD9sgQHSnYnPJBwfjgKThMBDwYP4/X5CkJnCWsMrFW/gKLF3aBPJ
wed6Be358/fz0ZPDs4ejlWo7FYeT3L0lo7dhsjKQ0qs7BTi6b1WjdV9DE/7yvwyF2rOzpdMYf7+f
U9HNXe8ovKR67utbO+xj2po22F0gRFP69X8YDIsr6m4k1uL06o2GTYwkNGnuSNdlNww9bpfAwv2x
z4vd50N99K5I0TgA0WDmhD+ZF8AlaXYF9RpdN4p79CvsG9Me7TOxavuU08CJMrK11YQ4IU4FmMt8
NJdkZd2VHWBJdwAgeiQ4Tk8xZaldPUDx+XxaH60MKnzgEoEo0bg6Of70HqZ4YdIvQ0Sr9NIVTlyb
4gxGXh+feVl/z40SiWRRcPBRvjid2ySFk3cAqTcKdbuPw+a+stsL8HHmQW2T8czEPhjNRmwZzwSM
XjaM2ft1OA26gsU4PXVjUsyLqHCUR/yc4OuIYb1Dly88k2/+vT4opwvccsgjNOitJ3s5UU1Q+koF
k53G+kst1oVCmzY9fP66PhzFAEIjcD9xaHS+n5WijOa8IskEjA3ZVTlG7Q24zXNGSh88uy0XorvC
5YBK8/b3fwRaavRQomzA9OW4jHdChBtOAqrvhSwm85vWhPnvf54WS5DKkoZEPW2dk2npZt4mUcyV
AFkxkvVC+5mU1j8aU1NN4D4gCUsEdA6P05RSU1CYKNeR612lI53bIRhDSVmWHvgLWGkq7+zMbv77
bRHXDTw3uVOSYp52AZuxhnYzOoD48ma4stY0vFaHSZ/+ObrDo1At7Motortmn0R3uwDkA+ojQw6j
r4IiK36tG76sNdNz3ld/TcjUBTdwS+WKrGFZfrKpkPdtlUGFfSiaJXkpKqUOsj7+56I8o3A1JZ3Y
HBKY0PvlB/oTiLeFxnAL97Zxs9JG/2Zapky/HocarF7aOSDnIMez+ZG3bM42xz6a5xY2uJETQWgz
vv8GOTedjeULZKnNAcgkrR5fycQo/vX85zjZjLU4mDmZCY3vh1HRhB/kVruDC2b7jj79KkEWHz7f
W1uu/e5Iocy5eYRsDXBn+//7Qdqk7Nq+M78PEIPrSrk3k0OhWrtKaC42NyQ4ML0waTizJv+qLmyj
wjCilis3laCTdwiAEIne2fw+DxdObF8VlPGq0MvN1F/X588neDoUBWOVlgPOOJRZoT2fBI8EMYkV
PChUYHOObpA4Cb1hKsZLBZH1wC5CEGScpv7ng56ukP8GpbFPI1MjxTgt6KVIDRlTNccuoh3ZPaSA
PFjtxT4zyunp/H+j2OS8ur656Z3sNzrPERrATC2G2zSBJFG2+ivSSR5k8nMoiQ8G2xxCIJ/R5sYX
4yTqt1WFN5mxQRDjkLGm2n7gQOPEnPvwHxc+83o31MnCN8wwtNaGoSAkTjAXinCPosq/pmzbKFR+
MMSgrkYkOYmLwyBi4PZIMhJkjP1Eq5gO22rt/nUl0JKF+kCcotpEfeT9/oJmsKaGCSMxTOqaW2wX
I6uY/2vkpd3zbpSTXcyFBCGAmcsjKqChi1jWi5qJl89n8vcCoByBHiuOHFuLyTp5K3Ou9Fq0op9W
daP5U8yIOOSwcjcxCeucP9J/S/fPsESCwWCUCGiR0FQ6taWbEEaQy0jritY50jHkjAoMbau7apWi
uQFxW+16cxgOKL5q3pyk2hFp3PxMbPxrF3NHxuhEANmyN+LmyYyLBln1IraenQTYf4O2ojeb2bls
6sNBgHXwTGnTmOrpIGi9oB0cvWRLUziB3ujGRYlBnbP/p7e3wWAkFyH6JgyE6clJrBjyfHZic55c
HPBi4Mq1/RWxFHijMo3P3PFOZvR/Q5Hl4s9K4xoPw/dLXg+tJCtJbl2zgPHdMUF/yBVxLkio78eh
i0tHi8cmdV4Qp+Rpc4H/JBQRi/vL4+3u9uDvdq67u7ze7Xx/d+3x79c+//R9zz3wJ//6cnd0j/zM
9TX/euH7/N3Bv+Dvggv+yE/vjsdb/8DfXvPLR37U84582m7v8pF8/PYju4rfPz7ubo9HPs3l49xg
++vdced950f4Cq63/Rf+zL8ErusdvAPj8rN84t3+lo+/9H0+6jv/5Ri4QcAnPvvX7vH46B4Dj98J
gsALPM/bfizg9/m87cO8K/5wzUz4Rg/b8PuDd/EUXGw/Glwc3cC78Xz+zKwP+4rJe3y7XXC48rzd
8Xq3fVG+257ffPBe+dQDP3px8+Vw+LI9Jh7U9tv+9XXhbsN+8fjPn6/B/wqX/39X//XGThs1Rdp2
EqzS/fXu9vtx98ikAu/VO1x4X86M9F+x57ORToJ737W51rM2dv7989tt9P8oO4/lOJJsTb9KW++j
J7S4drsXoVIhkVAEAW7CQBIMrXU82+zmxeYLVM9tIlGGnKqyahINID3CxXH3I/7PPtne87Uj2hfa
UdZl81k7Z6eLtm4ripZphyF62t3dMc4O/c2QbA9H9+A4F0L8Z37Ej114diMPpK5OkE+/PbrfHpgt
jNPnY0Ray4VXWpfdb9c7krIpOkIS6Xh78A/rhPaPb//y5+mbz9o4MVeP347+t+Optlk4x2/fGEv7
asPE2t1tdpvNxttsruxrZtjeOWyZzs9XV2/T8cp2rreMNyuPZeE6twfHZn16+1vncGD27bcXTPjF
iXB2VldFOJYJ/eU+uQ+sG3rs0qx+O+5/NgfO7B36OlQu0sTB/3YKPZYly/20Lni67Y5/dvaGv62r
OrR5w/2vLQKe9i93u93+Gu3b+0tT5C0M/tkDnW8pnakk+TopT7uHk+/82u5i29/4a6cffWyce39c
zSQDw0B4NjbQWb90T/6D+7C7O7pPJbZtYz8dvvt8AK9y2tibh5uB7nOxIne7DfPO2zPPK9u7fkns
/T1D7bqy7d4yIb5Z9hfvGkviu/bW9W6xQ/vjamA+n6pvF+TP3vPsbJWWwqRIzFQM9tF+wuYONs/9
vPHtuz8sM6+HET047sHnITzs7udPoLydQz57hLOD14Ke4TyuXf2EeT/SC8fVrh3v3ZPrHHY7rPX2
G6sFY43FZ5fYeF6NefV9+pytZ7vuAu4Tg+N/c3enEwabeXO6C237K7PIZ0zYJbw9q/AJq72332zZ
brM77e5ed6H9erd+6PeH07fYfljs76G9w9hhh053fPn6ymzE5m+d63tsLH/ebu+9++0vB5O/vbcf
2EUm2w7tDUv169X19dfr/db7sttvf97fslM4t2wHjufdu/bLFRvR9vbg3rNEbW+/v8Jm77d0vUuv
vnUzb/6L7mZzpUX2lu2Rffl4cLbeNUv97Qcf7/m/V6Nw7x5un56YiM7PCyPyufXi5PbeesFSKgWD
LYZd8sB/zN3N0WXLY+nbjrv/Y5NzLswD+HSfGk0Idu+bTQfDGEqapU2643hi/bPU1lbX3bu2WUX2
93Wvx1yyLnY2P4h18O/WXZmBZuD52x2/sLOvORD4/G393d1uc82f23s6zd07t28HG7rVX3dNVtQ1
K3f3dlzY7vcsyHWq++scPPmrOY3sLVOI7sda+y72+LAOo7t9OnLScbcnl9/5fADW3eE/C0J/O/yR
hvN2xgRHfp4VupQlkp5FRNVzBBKtQZ3mShGXS8lT56UUfzRD0scKQiaKoJ0NMxqGA7lMAiWNg9Zs
k6mer1D07a+1PtQ2EXEMquwnDVEMaunHFKAdojV9uNPQ0HM4aV+6f53djd4eRydDY70Z4af8ECY2
Cxk5Y2S7ynnK7FZNs8OEtJQfozNw/LyD33L0z3uYkgWZ8zyJlLgs3081Vc3BcMwcr6OkeegptEbG
VNksQboFH7HVyuZbH4/fegmUoRrcF1r/NJENOOOMq7t0ByPoUvhoNbNnD4R/xcTPYsmUNJxnblPu
ikKKCa5IlBpLec3R4ic5qyXj7AYd8yL103jJ5Tv0eeMfSwwZ5ELm+J90vq7rikjaOMmrCCG/75Cg
WeQeKfbBJk0fnoJeli61XJVbR0l2YaH/yex+19TZaaKWZjma12kXdbqwS5kQV/gI+wtnsD9vxeLq
RFXB6qJ4/0INEiNBkbGG+iWMfNmaBL+S0f38fCL9aSt4uyUys8gN0c/mkQXxKkMGl3lUJsk3FGra
a2EQ9LvPW/mzyUHaLUuCsBWJdGeHI5Jfw2rIUbhJYynZDDnHZapzpdAL1bC7EisUtuS+qvbKkAxf
/nrTpsyEIHlb/rhQkLkppDFH5kEhZnqcJG18gVEl7JDd0W5yFH6RsdX1G67kl+o0PnYtRYy4wUkd
x8eJSXg/gMJIxo3QJGipmWp9TNKi3EZWeykJ5mPXmiRmMXSiKeJ3P0+jiMR60MUqn20kEu5EXXsZ
VPMhWPT9gJoe+vnd1lCbC4fL9ej4fq0TKJZRbiL6LVMudXa0pBZ8JBpSzKiAIBz1ZFVAWraVpMS6
g9x/FaGf3YbkxiCXnjx+Ppzvd/Z1ZzEl3AnklpIVQ3rzWdMkMlPYn9K0qVMcp0xB4pVVVHtwJyk8
7ZpLAaE/e1WVPBWqpMigxZ3xfhBnaQnUUEabsB2RnpKnPPmahWHgU/OWIDRhVFu4EJdYzB9t2Zql
Rbo4JT7MnPMkhoVq5wKA6IxI7gAiTCwFuKZ556vNIvmf9+efNkUoBUEOdKXZsd+/H6K5C+xsBP9Q
cR5lNhAxFb3Aiovcl5JF0refN/dhTcA/JrNVV5myawrl2Y4tTOjYmBrVsNqEjprQoDVapUBsP2/l
wyRZqwZpYs3M0MDTr2vmt8urFXCDXtADRbQ4N1uPs3lSuJkeaT+p0zfRpa0S9a/241mT5/2YIcZg
QpdykN2oXElNXxND6ty8zoYLL/ehC99KIsk85XRFOqF+ti9EyxyJyFPGTjjX/Q7duNyhTrtwP+/C
j60QbiI5kvwztlQ4Ou+7EIX3ITFqFGOstNW8OhoW1DP1ZfN5K+eri7MLq4p1xSyXTVTh37dClbwE
f5O04z4IxLvJGgBYhv1uVozBBgY53Q3lfMFj+KFJegx/8lpCt1bQnbviM8lQJqWlqDVuG8mdYMlo
jlV2wo2EyuXJMrtVO3juvM9fdB3+3y0msUrck1TWvK1pfJLvXzSbxn4QU6CcnR/bvTN65UY5ym50
oZkzx5CO0Xjfztmew2mx1+uMdir322PhwkGzf+5vXj5/mTc38Wdvo7x/m0lvI1QYaEXekOdpw1Xz
pGsk91xYdI7mkRFlHxp7D8rInr9+3vZ5TODDG64T9/e13aSZ2qx4U2GrOqNDQaL9wzga+7+6r573
5Go4f2tnygq0uQraUW+DTY3E0SPFZfvgwoCd797nrZxtL0gjJZmwvs3iw2lzEHF2Cqe6sJY/3JPO
W1nXxG/vosSNpCbreB1r73vqPLxqm5fH+0sUc2kd9s+mxZnZpagsm6WYZmqPEiAHLSj7EeHz0+IY
X9BS312YCetc/qy5M5NrQQ/HfNDc6HxHgN/+Udj7X87944Vm/sRg/L50z2MmeVu0BrLs61uhRuoQ
w3PgNzqmq7svm+fW/YJu46UBu2AuzovRcd1VVrS2Obhc7Fhgsfd1sX98uY7sm9Z94U5gR3ZyYWO5
NH7nhY4Kgmlyto7f7HxffHHD0cNr/eg63gV2tuntCx373mv+wVbJZ1YkVdGzQOphfcnIyflXtVFf
xz1/af6vS/WTiXKeSa0KYCEjEsrstbrQHgLKUsum3w+pcemdLs2VM6NhGklrFutCM7WnPtjGcCsq
GfBskSILdykP8Mzt+LEDz4xHYgqyhvjrHx2YnWBmuYYPj9f5Eruxi1d5xhCL9q9Lb3nmTv/Y8Jk9
GcMcrlNNw8q9vG8fy+t6r3wPbogCg0CpXuaHYh+flBvt4cKMudS9ZwYm7KZYL9cZozBnUMFifg5b
TnlOYBtO5RVe6JqO6egXjPQHZ8uZ/ZTPLM0sF2nWrguDvDA/3kruQ+7gWA3siu4tfdm+uI//mQEg
T4uCylW5gJq69xa7Tc28ENcpW3twL1kfimtxclAd65A74JRv2xvoIptmo15Zuwu9/Gd29fe2z3oZ
bb85I2+Fs4o7evpj5kf+6M9u6rc7eXvJZ/ZnQ0qaB7kk1DqQq3h2IUiAhiRzU7V2A4lHlFBCQSpU
nV/7onGT5fbzVzs3BGvgjDommcRICi7JJX3fq3oXy0GUqYsjKJ3io1UJ4UJqYni383LBhKtnNoem
KLgh/5J6cNNAo/R9U5kp65M8QDENUAw6lFZRUKalZBds6Hnvra2oJBZxG1iVS879Kqo0A2FqkZ7s
UEg5IQBu7Jshax1xlvNTUuX5F8rKpZu/3It4cLhWcWgnN01f589vp4kS0aqmreBmA/+uPDTysalq
l9+CDsouzcXVhP1uunlB7nA4bqiK1CiFP1sHkBGbxTKE2TGKobAcdMjaLwjxomfZaKWSPmTS0CG+
nxvVaJNw0Ao2OtX5TZbMwaPWFV2JmNMwDLs61+VbknxreI9NXJl2JcKw/LxfPhy+SYUjZYkcBLLM
LYWUovcdowI0KzrDACguDQP8NyELZ6wh/IDInVo9oIBF14Yp8aHNDy8NCWE/wtYKTVciaWvxk0rR
L6kNnZ8v10dSmB9kHSG7D1Py/SMJCGbGolRNDrirFOiDItuAwfJn8jE01GOrwdzPlcy2Gw/TBav5
cbEpDBpVA/iD8dC/RZh/myao6gvjTKWu03Tmt5qc2i8dQpAn1M8vFe/8SUtrVbNOdiReBVKs379k
2K74YUtekDZOdDJcqTt3yzlBuZ30odfPB/njusaFic8LCScKZ8XzTMnQEKe8RFbUMZAl9LpmArZZ
hxfuqB8uOQwbChcKlTLk9bEFrG/8W9+FBCeUZOkHJxCiwJ6gu9tJHio2Eyrfx/1SekYWZJ4sJuqR
JMvsVctn6YIF+7j0eAbSodfKcbL/zz1t8zKMYVmzuky4GroXloFwr6YipRpWhy7hDpQEsnp/uXdX
O0a1NRnYEp769++da1GulFmA6FFbokY4q6mf54ay/eutUHO2BgtIBUW15H0r4TgQm5qTAck92Oqo
UkJ8KOdL2Z8f+08VFV5EwrO2piedLb10VlKjI1/XiceqOGZqK7mxgBLgiJK7m/dT4P/Vt1pTaSl0
IQLCzFHP5ow8i222yB2sniUO90kpLLsAPt6FS8JHg2LKGvoZvBQhtw+1ICiwENKbzdYxhLhwRREt
wgxgzlY0NYFEWm1EpX9qh10gtP/OlP9fP6b/Cl/Lmz/Mfvuv/+brHyXCm2s2/9mX/zrGPxrG/lf3
3+uv/c+Pvf+lf52G16brm9e/HV+q9m9+X/x86eKyOP+ddx9BS/9+Evele3n3hVd0cTff9q/NfPfa
9ln31hzPvP7k/+83//b69ikPc/X6z7//KPuiWz8t5LH+/u9v7X7+8+9Mld9Gff38f3/z+iXn9x7+
z/9GL3y1WX982v/8yutL2/3z76r6D+pZ0BMj7LAKjazacuPr+h1Z+wfJhUQHcOkRLSWi8fe/FWXT
RfyS/A9pjVOsUnQy1eUqvilW1/otRePzcLWzIlefrUlQ7/+9+rvh+s/w/a3o85syBh/7z7+/XxDo
Cyhr1GxtHWUSmjxbEIbVt3qFogMYleS5j8arIeM0S6FAPo0XPFR/VBn85+DwR2MmH8b7kBdK5On9
Gk/7Vu6KGg3rrkTE9z5PKgluZiHF6FyjDg9HA1UF6RhpVvKrWZrC3OSRgs661PbmVmxXNbwoJ8wJ
EZGSkFuuO722W7VT2xu51sxiW0AYj3yOIoWwq9tcnw7UvHT1VjdG46jEWV2e0qiTYdvFXXhdRMkK
97VQO0OXfw5rf1HlLIIrD5QW0ehFa31JEHM0zpNm8dJaXsB3Ntn6SxpsOmAVwAc3Xd91N3HHIdcH
WVAoexjPYBCyos7zrTqqQeZU8nCaw55P6qZiSBwdKOSzlZp6DSFgUQSnbo0a3c8hoiuSvlVukjIE
MV2lI8Cf9bhFHQ8f4IxyBhPLKhdRcgcxEYmym2IkUKOLYjueaRjDDbmjMVchUU3rDVxkKb+C3q4V
KgxbimzthMrlbiejZBs4OVqc8Fcq7sSO2UoW1V1LGXfosgriBIKMQbRNMbHAXbZ9CE6iX4od+A31
ayIkKlqrofA9THKPdM/bCoKeS2QKNEsOJTNtK8Eb40CyZZAadqYK3BDH9ZPSoHArDkHOYEJUH3tP
FQpg7VLbuX00hbbeaddWZdyFeoTzEtijJVAi00165AmR/BT1xoMOa6eS46M6AzfU5PSnJiBpP0Ow
3C1ysmJkOc8Z4q6eTW1n5Vpgx2GuoSkLOjmlaRsSyD7WKXGYRZgRkwxwWExtSek2JYVugLBjJzGE
0zCN22FYRjce1W3Wcv1J0/F2qpMD+u5cURLBb4EkoSJduNC9AtciSRsJ6Qbx0Da0xfZVgnXqjeIw
o+vXbnOi7ZA4tDu1kCkuogQ2auX9bITHykRINYV4hqxukG+kovXVWruBc+0myOm7iSRcD1LvL2Zz
N0vhdUpBD3LG8n6ZYYyZ8NBFowVykDRHXU22ihhBDi9gTo7zdoEDKS20XpX6VakPN5ocvZIW74RR
0zw0/XCv9CKUt/l6VjJuX33wRemGg6gGW0FNFg++9EjfBbtFSZKdmZH+L4NlWuQ5tUV9WZ8pBu02
Agrs8G6Ey5fcUk9ZCmYqNCbTLrqlQfsWOria5lRtsTxctO2/qk0o2ILVnwZzLh2jE5B6E0XXigCY
CdZPSbCog7YmZHLrZING+2s7yRlsc1TBxzm6V2TZbVDIDRbKoqu0PVZS/kC5eGRrtXUYYb8VS3xT
yiE655LhDIt4jbZiCD9RG2koVf28SMDQg571A4XSPCLWj3JlIZFudjB8l3aDXq+toe3Jg17JJq9i
deKPtYSJEojyZomjX0vY3/cjcuKSxc2/1qHo9E+6Mm07BUlqtRAiO9ba71FjDU40B72v9AVoRs5t
Lle2o2DJB2PmpSFdT5SbK6q3AgyPXVUvLvL2NyBq1Y2F/vUitLKdR/XPfoTzRIZNYg/1su0FxNyh
87ySTernpVke5jS8qyTOGNGkjx4l36il12Vj901jOmWxXKmh0oD+KxdHUdJfw6yQgVNb35d0dmC4
8a7BMZ1mbRdYA6LdiB81WfVaxhYsARkSmCVovqb2HkxAeFN5PNmNabkZEg92a8inYYF/3HQxjEKx
2sSC7it5DB/IAMpLcY+/JItjRvk+mpVdGKQHMaHkOCXiLw7BbZv2Klp8LFXZyG+TAIpVE2ujM2hZ
56SK9hia6OTLsD+dblRNR+Qu4VKtdB+Uxo2speYNSFPDQ3ZZ9pLSeFBJe9lGpuIbwvTY1tx7urBG
ew/ywVjv5oXWlEafHRmOEEFCablL2abtJWyPvblYmzitwBVOeQYqsvg1Z8VjqRs/ixGlVUmM3EWM
FAeolbISUwRwfmTRIIteFaZsq9ZUOVAJOy+sZZ8L2XQltoS1VAB9O1iDe2S9eVJOW0RL6lR8jPIg
2vZG7weAjVQFqoyaBLegLq5J1v9Ra0z0EvxzGUeaR0kJLFGNAhkzAB47xw+wA5C3GSH5QBh3Go30
figB121tekBODU/Po8ljkyiumfSlJ4ljIx2nbLEcaWyFk6jkrWv1UUgRQlLbSlUztkPqZzqkVUuY
wMoE8N2t4QB3d1/DXwCfZfxSSOACcJGm7IsE5L0YVLFJt9Q7sxD2dVKIBw302aoBnm57qq62chHf
hlnzTL7Wscylh07JmdalsWkUUYfIvRhfC2SIX9skF64Lqk9QrcqORlYekV0FNKYsmpNps2+2NWCO
6EEeS/UV5q3oanp9MvR+vk3rOdtMSuyz+X1fjPK5A8hpW3k97xJB3KJWO0F9rrZRX6CkX1Sm14zl
rtAFEehp8H2ewu1Ya7+GksGVh8rcJhBu8aMm40HSK8VLJVNhiyzyhzBgx+wpJXUo4lDoKAYJD+GX
gjRHaC3UE7XcxjK9upOByrtqLAE2zn7lxQLhltQaLlPKdZyyqHK1hT8VFzVQQ9Tu4kJjm236U2+1
oUxtUlO4YV58LTirOVXVmtdNkq6gu/4xsKiTQ9oFBkakUReL3vbeaKpDH1rNDt2+2LFywEYr7aSg
Js2OjOS56Ip+V4nakzlXlieWqKRX+a2AnQIlr9hjYzVHOddkF+F+9UpUUuiWEzC1Qa0FN2d7WaJ0
b5bxLSltRwo+7zUzBkEwQ6lnAxw9LZJRaUdS0FZywM/hImb3pr48a1MvQxBXN0G5uvsVMd4KoVC7
0pD3t+TrJwcY6kfEPi2XMtNnNKOwnpLYX5GyQi0dZS2eNebCz1HJfvTTBBF9iu+0VU6dwpbcsUxB
ekTcwC9GLd6o1Ew65aI/LwAGfdQ8cMMjX2RLIC5tCGHKSWm6TbtMHTCedPTQANmlncJ9Kdqpcn8i
0/RlVKcjM1y90od8cPUg8/sMCRQUPK/7HAVuZTZLJ+3YJfJU4shsgF0HKwVJ5SClCMiVxfCzFAFV
KxIITa2xFSt9weFzWhrrlHTxQ4WwtyRmxyYSExTZsx+phYB7ECLPXuqiGy/iFkj9DXVft3CyN5B/
nybqvAKDIwYHOcygWZv2lIkvnRlTjtprj7wtqIl6+j6M8hfR6Bo7NsZD3kgPFhMxl8Vmr/b66kEY
BbdvwviEZjtT0WoGbvj1MyieifS2QL4ueZgJ/fqQQ5lazVm/MZupim5jMwH0G5kCXrVBH4vXeJSN
dBdF9QCOcc7yu1CU0+mIYR4l3IMIqLjNommHKs5FfQMBrRDsMlEMY7tmBBQvabOkX8ekLymTm8m7
Gxw1tJRj26siR0L8ew7lKXwItNKiPYmNElzKuHvvs11vJjhOiSiuKqarg//c+1DIdF8Wgf3NKZ2y
k0FGi49Jd1VQUxk6czxPQDi1oL0gNfgmLP7+SoRmIoqJ+ORItsAn9/5KBJlw6Ckx7h1VKlF9BlOk
xvaYdIjNZaaZriBMy0icZCaBwkkggDTAkQuI4TBXWxdFxvQef/CwEepMeUoDmbCASkTNNvIudJe0
MzPXBIMqcjJcoI9BbEPdIDUSGJEUgtlio4kPfQNLD0LsMN38dg/+92Xz98vlx17lZrvWhOOTRl3r
XB0Abl1kZIMB5CxvssdWs7JHCDRb6DHswsIsGE86AGjR+7zVM5fv22D+4SXDOb1Kla133t8cdamw
dAjNjEDDkyGDIIcC1hd4EIiywc2iCLORAYfCtQNXR2Rj4pYxzaaAsr1uANCxatAfnz/Re//MH7ML
gUfEQSxcW8i5vH+gIbS0QZAb0emZzYfcKMzDhFv8mHABvRGqSjjWJZU9jjDCUPu86Q/3+zenA2IG
koJG3gdfvRQJJrlwFRJqxhh+H0ITN/tULFAiFTlh1Btj0c0LTkocGr/FB4iw0BJF+BoeBcqOccu+
f91RnhrDIEOP2sJlnxvQc3uvL58+f7G3KMPvKwdJFyQFqY/XcC4jCHq2crRRWdrcAN4q3VvkaSy7
U667m9b+/m3YF375pNoSVC8ED1xRdhxzi9H3P38EkqHWiNH7h0DuwDSJ9OB7Vsh+fP+qaZLHgYEX
FgR9fbDS8iFCN4drez+4CkTB+wmcrwtHeD9F6anKtR2oaLguZtxu55WVxjFv3ZeRKa87zFxpWO1+
MqJfwEB3JF1lqZN3CQcowiq3crNErtRmCWfW6GuHvhFmXq02hOxdA/rY0up+i9MAYOx9mWl7I9Zv
qmR0dYDJulBed4287TKierrQ7MpaQXk06dYa7plUfZP9WlGga3JEvDL1VPYW8gI5sY83vRI8NWLg
WVp+jxvwx6LkB3MwI5dbzHWmj18bbYKiTi+jmfEVDtSz3E7P4lB9DRR5nyjFgTB7DGsx8WB4IfAr
1bshF2DAAAUMoXPmIWMUiCSj65tSnXY470/WoBqH1jR/JLLgL/C7kP7CK7W0HceQLLmXovy6UnWf
MvRNa5j7XCH3YxpdUre/jUENoE9/ievgCsDbdh6Vu7i0nH4Aq6rp7XMucThEnZ1eeSipPrBl0fRR
094kc7zPBe2JE9oRVj0SLbM7y/wwsA8EF/qvg8FlJZGQ8q5qP1SFjRYJP1L2V1mKYQZUwytqTQ/Y
actOu2UzxuM+IHHWYXW6Qhl8KUwCBmbVeQv89jQ27iJFftLSyBn7/HGxyn2fU1mtk++5emx9w4QO
h35eEqS7sgHMVFnPxaTtwgUzktTXgOi+Iv2+no23sE78OBheIHIPdq+Ud0o83mcJEKVc8cRW+ibo
xtZsLc6vDOyQLae2zR6iUNrnap25HWl+izqgH6CYZemHS8FdJime9RjAVZjggtA5pjmGGN1zoPwy
dm3t4pGrnUxkFpEjLN32Au6FsQNwXTyE/Tz6dT3BTA2a7AfAY8NvROkqSMrNIhcHPe+9UkSiMlfE
3A2E+EpdjP1kLYMdEDjC62QtXo3TYonMjdDMJYT3bkNa/NWsxQra+u2t0CvddTEJnHy75Fox2wMX
4pNQt0x5Ukx9IVL3iV4duJ7urYV11s9G4lfWCrwaFmPTN5niCaEcb6M8nYmBVVdDkm6CoF/wVCQD
yjJjss0G5MX7lkOfsgBMb4QvKt6xnVr3wi1eml9JNoDY6YSvXdZ9K9XOcBZhXhwxz7tdz2rz4jJ+
7qzuQc+D3JlmfXJb+kI0lg32AEj7XGrULEROkZdXAvS1LkhP9KtboKNoR7pkETuYBluegQTV5aQ7
ccO5TyS0gEuw8dQsPiKJs83KRX6cIQnyif2DVbHD1XPg5tpQfjUrNsMaN9tVM1oBRSk9m13VQV7q
RlOBZtIf2qn+FcgUuPchaXUC4LtaQgrTaIhlRdbd2PZfhXa8G6EMhW1E8ligJI6h4CurWO3gjNQn
tRHrPcLMW6D1FLNHmiPn1rFKyJVQzAcyWr1Mlgz0yxbBCXh6fdBOoj5cw297boGH9VK9aeRpK+Xa
pgo4SbcaXEl8jUs5X8e9dAoszZeZKU0Zw9vr9lkjeIgDuQM+CqGefJSPnGJOT/0cf88LyYtKcRtn
6s2ki05jLod2DgHIZ5kvWsAMTem5X16oUv/aL1WytxJAyBsqeIToa9uIw6YbjdYmLxXtccDhbdEL
Xjk2VcULhzxcXHu9YW2kXH/VhdHKuPADQ4SiA5sEyvgOHLHSenpfCS9GISd20ISjozdJcZ8ZsXbX
j0mDS5hOt7CNoVwdJGGAgNjF1bUoxNNmtpYUt3D6qHI3ZPLP6SPMxdGuWsQOCqI7D5KV1jc4kX92
grRbBgHYqCWhDy/8Enpdwyk4TJqrK3E37pY0CDwAOzdGVZqONCnir2nBSbKPuh5PZwD0CcyYeCxT
bgpmSipdrIVAmgbT1qJlOVax+EWTB+lOFJMWZnBsfOljAQRTq7ZAA0cZUKCUWY7MSx7MpuQ4qxjd
9xCN0X2SVPNRCEQDGHeYBk5BhZQbmh3MqqyAcdjudCs+QDqGiNgFnY2+xOIsYHggKOrHeBhqb8yE
K3M0b7pRVom+BqFr6HggooD9PeyTfbEykTgLSHg/ONpGafPYtcpTPVHx1TXw/ZCnkJ1Gr4W9YtbX
7TTezkN3pc4FuE4DXvEPee5+Kjn0LinQJUhiAt7gvA7wcElx0D1b4lA6kwG79HsWqWa+Yh2xoUuH
07msn8WRMpkBrp+E3gvX8zvAnDGujjyLT/iq1FeJqIPfSu2KgUZtbID2TfUXrvCoXg6z2iWK2y5z
X7qEnrNHOQ5ODZcGVCcTRJrwxlhS7raZqYHgKwLo6WGgTt/iSP3Rh6KWb6FTSdedlfc+GEc0OYQ8
8EMBh4WbDCA0/Vic2haQZBUd8Z/odsb/2kus3IIzbEBtBdy7mrEqYQe1U+yVw4ITlWyZEjBL2z+F
dQa4vpfCACaM0LoJGdU4zUvzewue1EuHrLqbqjzYhXFypQUrc0Wcrs1oiIXdoCmwgDl3W3cD54uH
TgibfSNnSw9DJEaPr5+ZyAlJ3/itXLMK0ismIwHgZvLVNrqZh8nYmEL5OODZnkxFsM0FPoAsFjEA
sFlzhrnamJEAmS0Wxq+R1txJVl860YgBjIdRv63rPHPawbCekFZXcHDFgfoLYrj6sOSNOnszRHd1
Sk4gLR0rMTy1qkWvIWfBQczqsQbsiUAvHEGjARlcN1OytQCd4oLtyuyeo0hmG/Vi7qJRy+6svIi+
iDN0rgerVMPBNgcqG0lPOI7I1n8t+ojcfVUMfDlXQ8/C07UpEit1NaUZHVMOpptEGrVNuljjVrX6
tNtq6oz4qjbUMGaTAYMuqWDwFNbzFtJh7QVI5QHTG64KcxqfiIvp7rT098QSl0PTITpUiqDabICU
5gN2/9QYY703NbGK7JIDHuTqelR9jtjJBsapnyniIdWqF7rmeYqs66SXfWJfO4r2NskybaSwNVz4
gEA2+jQUcaw3xhYhcfN10KLiKgjJmFkFwDjzwEtq+gbYAPNy3T3hT/qKPFB+KWNESeQO7YWI2IEY
UW1HbcBwJUPpquOw7ExTuw1SnXzyJdOd2tCqm9KYN2YQt7eF1njjkktbY0AwmTLOHbER0R7JfT/0
43JkhcyOJfWNJ9RjZ7dN+sLun297cfQoLDD9uExfupDB6awMIVJ5vGnzyo1MaQ0NGHY49q8Uid3p
stBydWn2cpFcjTKCLHi9b2Ag/6gTa3GFBFwnvhl30DrgVwtJlnEobRMUYhsF16+QMgGFEEZ50UDO
G619IuBMFqLuWJvmTZiuer5tulUHq3amYdpMajx4U0hIj6AGu2EMIbuIIUD3y/LFlIIvaqjLDmG7
3m6K8QFAWu2BQGHfLbICJJnFGULC02C3bS9/GzmEpfZ6olTGBHa4HhIgTGJp9KpaXehrS4tv+pGY
a7uQAadVYwaQ3LxpskA5Gr2gboRBE59wV3Z7MPeOWuQGabMW6TU151eb+CRX6DoregICU+0YS6MZ
O3qhsC21XpmdxnaczMXJ4FH+aJooGkKbQNLPOGmzjYC7ArKmAuxPna7RiVPuxVFI7Xoyb6o2y30N
3e9v+tgeh4nUw9mKNuCRl9u64KQaaumX/0vceS25jWxr+omwJ+GBm7mAIVlkGZZVqW8QUkmCSwAJ
k3BPfz5274k4Z1/NXE13R4dUUXQgMnOtf/2mR8M2uSVit6zSYKbOk5+JIcZSDjmjvZ3zAfw3X4a/
Am8a00ZMYckB549PJOfNf9q6Vwk7y/eqmv1zFZBZOor5s60zmoW9Lu+bnHVEBNx2csEDDv2wqTgb
KVmXnMHXaJVV4mRdcGhsvUfNnF+3LGSsYfiP5FbLX6Nq1mfLqv3E9FVq/402ZB2J2v2xZs+jymYM
jXSsrYyPvfWfu3ngcqtDHurYyzcyM9sxiKvFVC8ljI12kukoyEghdbGYjquhg583agUoZhZSzd2K
knzz7go5V2XicuqVGLY5+attz/J1c9zlw4P6po45OLy+zshwoUBPrZGQoJile0s5rzewQs/hMBcJ
Gz0DUw5La8kezYU00jk8Ul+r026Xz8wx0aWOT97eP61DldaGeiERLlbAOkfR2fqA6dQWD2P4Z6gD
pSMYf9+cxZjjZfVjYDxxIQ7ZOKBKUHHVEbSsiaM8jFWbxVZ3Sz7YrVTlS3PMJ6M8ecyL2Fp+zOZY
EbNpPRDkejF1dwZZ+mKU4aRsiGmZ+04akLoYLYCTkecr0kYXUpGLdbjCzbnokTugm6tX2XawDYe3
JrD2KCTZGNJiG1soqwj4Gx77yRquqxNeQn+oXxw5SuLsqR0yX97N/XKVXg7jmNarZxRBNly96rhR
4lu5TeySuX23zgT6EoduJoNl/eil9e4amfvC5J2CypmW7z5KZWiRw8qFqXO+5eZb1lguI83pO6H1
AQE80rkry/3N2MLuOcwLCn3HDtLFDbpo2trswPK5c8ewi4kYVge7AhLwsqJnGLuKBJzRfPTZ3OOq
KD5FR7kYzi2jIre6t7esSbVLjb3oBw4+K+KehGDQZt7F8mb7YDEUj8LSeoYD+ZIZXPbe/zNYRIz5
Vfjsr16elr1LLUS6QUx892V028ew3ayjDKY6lWKJt3a6Fnt4cWGFo3OfqMdCGqLKzvezVOWWVnNe
nVm7LcSGKfxtl8a1oRLXuzvE5LT9sEfv0mNIdMX8PGlm/2PiCKalsO+wQ85wNrPPZst4ybTzgMU7
fPQbVgITs5sXJ6iuNXOmhxk2PCDy0sWIKe9nXA2PZB8zlr/p0GId7v6lX8hBGQt13jwOSGdTO6fy
Nsbj0MpTrq3tlM35K9MNI3ImcHiKkEOmvCk/iMp4Lgf3Thtz8xm6VMpz1UF4NWw+L6H3Q8EkUy1l
NIn5deoHuBX5+CixZHub3Yopeb3nCbyMMlVSmJwN5EH3zvixjno9aUKzz2Fd0FPh3X8a3NmNizY7
WV3509nb9Ve3ODiik09zXuv9pxis4Bx2WyyL6nvfO8BAvvre2MN1F6pNpxwxvN8sMq2XYkwIOnqD
dfM7I5A52tlj07a5RWrjIKyCyYxXZuRjsfhpQO4J9FjSmFV5LsbeIhctv8qSqPug5muaDONAVMSj
vxEOfUMeLGd+DVb9xBXCxdkjsHzWp1Ez7ylc72KjzSdRoa+PPdsxwPNTNWcdFbYKnwBq/xLbPsAL
Dd43bf5h3qhxNe7uhOVcC3N2TlZdfkpwwCP9r5GWeuiZhnltvLqWd1wWed3yiqmL3INTiCtcpEoG
obbof6oR1HyaGJhT6j+OjnMFqSboTdVPY0+Ie4XGOHIN96frV7yEj3He7u153Cv1Us92EEMZkgkM
2UvbzMdaFkh8qADPxWK2v6RsrePEQ0h7/dQWizNf/PuOpfog1fpK4tsa9eQ6RnpUj9bq8E72ck0K
S733vXjfQv+aNyt54J3NG7HWJEOZHmNb+Ub045NGQB0ZQj4z9v7LnaiFQre6KHvdYrxVoVno8mJC
JbTJGJEDC8YqYnc1n1xV/yI9z0pKl7x1Ine5eygRmx6VzVTagMxzuGKPemtzoAfG2zI71OdZuu2c
KNsQTonDzwhg3e7HTb0XvXzdfXgSfWW8jbP81jnFiavoRsLlD5u8rqr9pPi9w/NygYF4gxOHtU42
+BzcI+GKP59uYmA0ZhyTkbq9ep2X4V1uwDzG2D9XJdlmnRouVZ8/2GI5aRxETpmsCD4Q+kps+AUL
x4cgHF/aSmIuO7ofDhyjeDCKJq5E860VLkirfMJ+6913GF+pcj443Xa3ZvKHE6zvVSWOXggpq7Sb
T2+Q1YdwPC9aZnEouDD3TAtQVigibj1Obcz3q/tVo2c3gRn5xp3qjhzGr35VVVxM1cGe2mupfV53
/nQpUIm0ocVoKhHldRdbvdfFhuWAoYEore6RsfmTl8OB0CNcmjyHDLX+mIfutBkzlUelusMiw5m/
As52SrxiP/zRF/tvFrdzcTpZJUyhZJpnfUrKagZCFjzXcn71uXNDk1nz4pvzIZink6mrJ2+lojTc
IYtc7Clyg5kC9RfzfBr7QzGUVxrDko5ot6lYguvmND0Qk+wOTEzTZvLqT5wbl6i3ZZcsbEHFyhQ+
ILIstb0G6YsRcDu11Q+Zj/eQ9+Yjbe5BWfAhmnYpknadr72HW7gc3UcghJcF3VUfwuWTpAKyupKp
DZPdaw5yBd/rSh5YhUB0VmBTOnvhqZM1xaMzDH+56/AlCzxA6bB2dsXViJ09B5KRhMSh1G3d6byw
FSeWvdaU+uJKxieoeubStGXZ0+bK+03M94y8HvIeeMoedANVag1efHd7X9ZlSHFd/N7UomZOZh+F
l53h9FWR2DkIO5OCPtN+JJqgeCz2OYSc5/0INOIOrNDdpMlUlgZ6eTZdmPuTDw3Llf0Uw1c41+Hy
Ibr8rRtpWsO+uce8FQmYqN+czcm4IdqTbLwh0VXmxkxfgUWXB/IRHtVCemFmX0Rn2EkhSwkpb/7C
CZi6S8vXohVH6TAH3DGxt7p+vluc/dzXIzVUwQx4zkYnQu7WJnsnPiaHU70ILCp2q5xiojWByi2Z
kHvvR0ZQG0mu6CigGdp0wXm0gtCIcCQZBq4JLJBna+/WVDJBehB2+7r1i8thmQennMAaeumW6PTd
ctMsWD/wuI2rev0RljsMsTFbnwT23BxXDbuafc3Dwok2YvZeRofjLqqt0jhva/ZrJlc7svq9+bk2
pvHgT0rGWoSpuWQXeHk2KGi7vWAWDJYd6ks3hB6MpU7F6yjCS9ERT9IqA+e2oXwaKwFGlrmAjyWb
zebrtzEDT5BSG5AJlXkgfC9myKueMm7ZyCk9L9lGHxuiIoDfRxqn+oAuO76R/TteNymy62KYXaqG
Vq/3mQePwjRrbVNs6SVaJ78uLrngxGT7PE6gojTn86EMSzYgarmu/4nHrBPbDP3ubWwyDkNnOxFz
171J/HkY7reheClXsZNt7vyQpDifZtwfTtR99Pris12zr9HovLvedd/3HtYptKw+Ikr+V92Q+lpg
PxHV3vJ9r6F/7IV3rVexJaalP+A2fCtDb44qqghITbd1o1SZMjf71eTKTE3dPymPisTemQ3ZysmP
prH6yTSu4IGb9ZfElIUly8f3pum0FOvLYJT2Hek4VurZ1u+QuLJ4tkza7EJejHlnE8dwKRXQRSLf
7L/1WNwz6O9SkQeXzbb2szLyd4dG/gAJMe3rvU0ZF06RY1K2a2utjrjKwnMBHBszWMiZb9NKGA/t
LpfD7s10ojMEGRmad03BN1X77JB2VaYaWAfOHkXdgD95ooUDi9B3f+oie3QcfEhAZf0E4pT7OJmT
esAbBiesYRui0S24ZuZZBX3xaICFJXY+AHPb2wxHs25rK/bdgQPCNvy4bfMRyobqn/qlffc6d2H3
ldKoEt6brA/D3o+ArnnfxZ5XMuQxJ9Nqju5cNm06jJCVI3O4TZM8enOy1pFynUfXN+Pc7KF+3WDs
whxpW2t16i312O5NRZPrdeneDzD5JMOPybOvvWJsxa5zRzj8Abf69tGes/0QtkEfRjOO5yTFUwiZ
wCqzSX/r0xUm2thSq1nOzCC/4Sf0s1Ga29XvevzFw3erR4wbhK8GELrM3wEhnkLdyMcNtm2it7A/
sdHXEDad0wr9DWKWQS1bON3tw9TFEFk7tWBlZiBQhhXJvb+bQgWk0Xx3s/AIHg7m5MqHFncQMrZ8
N/KN6a7ZoaqF2QrrezkOXfg22DQr9W59N5b5I1zah9mjs/DolUAtNp3FG9drghOVf8uK+XNedno5
8Pe1CYgq3cN33x5fF+5bX+ktAX8Hwg3TtWV1FtSU+fhXU2Dgsjutk2aL3yYTRMLKCba4z7oPGCsp
nmR3G5b/ehZfpJG+DKt5r+zMAmcYofhuUx5Le35sIRmF/p4sjp1qRUyT29UvshkHrPWhWvKO/0Cf
fRRVMR5lNj/Xy2LFrVdD9mxWyUvKtA/tU74Hl2yAoeZWlGh1Pf+wm53daDYTgrrust5m6raCPqn5
ahd/NTbBQAA0Z6MN08CQCe/sG0Pnt2z8vWx0vTROhYFue/jKq4mjK7S22CiLU+c7n0tXvHR+z+Qt
txPO6EsOgjpa45mu8qTX4S9z39Nu3FO1a3Ckiclr8KL7qoj8aXqoPQHFs3hagQe4a+7oW46uKv/y
91FFFoSSO7n6p8k1oWqud4Xp3DV+URzDwn/dV8hPo9VdpmxrDz0cLFrIHW5GWf2WWf5Huc0foyff
w3WeKMq/1aW8mCq/Ydn2Ry4kBFM/01DJHEr33YC54tfmck+YLFRel4rPsZb3qtmeKcKmyCrMAx3H
JWxk4vRAncLvOu9QLV7AhQH6xb5nf7KcUj+Y0wbG1szz997y6Aq07l/cXGWv7FGMqOulrOPNMc+1
GhjPT2T9lrZqEqcywPrXYEhaw9cyxYHb+zNKK38P8yE/1HsPSmdNU9xq0Sx3mWjjHW1kam3tu1Xu
O8RZE64cM99BQ45YhK8Su6nmpA1MiJx10R5nT4nk1sKXQZHF+K5/ZfnSv3YtKGmkC+LHbBTBoE6m
r9N5d1PEA3zcStmxV+x30zAv3JKuX2Kjb3tr7OegMhJ14dF2xF+gpQOrsTgFnK1Pu2+zRShhHins
vkbph0+BrT53h5GOyMrHqRhJdjWmEX5aUB3EpNO8cMRLmVtuYm/e/Q7XACpEujH6mRwfxrUa1GvZ
exUk84aV5yyRqCFD28r4ZakySFovY1o/wlVbXdU9FsokGTsIjxClj8TTziluQSisM/droGN6nHPn
zc+K58ynkhv2L5BMNzW73kh3p/D5xDno360HwtXsF8mLQ2KMfn63FdaTV+Uf/ubcyVC9jso9L0rH
tdvdtknR/GibgiAvZt+lZTNEZcQy5Lo+N4P6pBXfDus6ggSAyx7tShs/CdppAe6t/qB6OwCx7I0S
Lp3XYNBgt4B9wfjsyI2Xz6f2stTFSQqDIKqtuEf90JOlpI548/eM9L36VExITDq6wVhXwadhGO+7
p57E5i/xajHmQ5HG9NFzkcKtJhfKT/2dCaxThZjJEA+XuBYtxh4+UyEkjFZ0VBb2ayNDKNPrnORG
+y1vx6++bqjXOmaDpJfuODrkbhWbNevVma660xbKRR8pg9Sp3DnRQd51lFcIXwOiriIK0UulkHnY
RL3FVtBwnDvDeTeWtNjbgzllazpZzHzVHu6HEQOkLbCblO/8XG19fzd0IORVZjwOc3U2HPtb08IU
HY1QHMoxv+62nh+Mrfo+lNN7t/jb3TQGGYBElceFdjEvcKcXv24PoSy6WI7FGuu2ZpUI5zCo2k9d
4BKGfmQc7hmEAz33F2HqT5jm3GY8DclufLwkMOUQLw7pbW1W+ZdqwrtPt14EbzV7RT+sb0KbT9g0
OqbovlbSPCy1l0HrcRCUauPbNmresXbhkDJnibbM9mkOy+LI1cB4LAiqz9URv4vBnl6duUXS0I5s
yDUi2G2DHrKtFPct11eo5uJWdFU2XnfxVu/XkjyvF1IcqNOxduKkYX4dDzCt4qLYwtsW974Mxb27
3yqQkcK7Cz5GEpeZk9Gv1mHNGL3nVOyBMBg6bToB77yTXWHB9urPnrF7d1tJlbKK5o2297luvCYp
Q2kRm87Azicg2IwhF+kqJspd0t1jJzSA/CoBj84wHX5ROxb2inym/MJ3v+N9oHwozRn0zfa7KZkA
kglgbttldvwcYJWIJ/ciixvQJXStExuyO8KguhmsJ0uSE/yweR0v0u4rqhkjd+ZY9VqUb6sFNpmu
NSqUM4P+0E9Nt53iciYZmuViMx4nVxWlFkXQ9sO3/K1Lp85UXmp6NEypu+CzB93D0+ke5F39NNdG
83vWVDRGr9i0+4knvS9dfxtT36WkQ2xTsxTHkOKCDqqqfnvlWrUf7cr6RnYBrSiZzFLr340cOeoJ
UHdPm+nsw7cBpFUyC/wAF+W653q6/T+f4Fy29lZvQM/kg0Rtbxr2iYBFo4uB/X452rYY4FTU4+Rl
dkk2d01zvxbBPJyZCcEwMvMt/J4PLe9r9eadJ4Xm/rM3p2r7Wqx5Dr5WeCcfxZKJMnVYA7wtsh1P
e05p+jIvZuck1t7UDyjf/S02MRs6rqgsNrKMQukkAUV6e/SWnOQ/yMDIQCBiwdYI6JLq2BwQ8Ly6
5jwdrczXw2HWRVCdODNXrvsuluxQD97mX4nWCMNLvYtAf6fWK7t4hNrZxTi6iCBawmAxPquxVAL/
T8aKLNTJE+AMBfgbetTOpmZmHJyUkOtTB8pYDVlDZdRkg70f803C5s/GxXxzfCzwUrQd5n6ccYIi
IH4edfmgPN8o7kK9jNCGUAA2v4BjivVYAMtAMKqI+KBzXrSyAWLrds7OTNXrKl7l0g9PLtqp5nU0
PI+SilHx+tw1DKXPowPhPpE9KTLn3MlK62HxkcgBizDryFQF7boebEPExiZWN13NZf4CwGoXCq1A
iYdi9qnlhagrIGtRW+LF9Db3c8qHZUvtXkNWsEdmv8/WYMgWHl21HILcG5iFknoPk6I3rUTfaKNn
ocdigAojCdcAjFSosANntnwkHnQY1pMJmX1+8eTuOacxL/lmmBSzGLUKOv/ep4m72yHiDjGX0qLr
X9U2Jwbkt4DxlqyMp7KlYr+vLd/juQZ/u3Si3a071/A6/3H3JMcHGzq86NDs5uVU7yPMUTGP4KpG
AREgKruMjQMGYYEafQeBEbWn3tshL1ymZXLvHnqhgksFteeXsSk09Bws3YmZwnIPWf+hspg9Rpx/
EE7wcJ2eG0VCYNytrWKU6G7T+250DkVCDZcNlM+Ay5+POyoMYOvzrJoZcVyWVweMoSQT0NvEkjxf
jkMJ6BytBdb8CdSIljLIzaty5l40m5+QRcyfJal51CXz30xMKiojcezJdT6UO4vhQH8WqgerrsoV
nc0sB1j6XJ1rw1Z2QyDVH7sd9/bYllC840WssNQquLz2XTB61jfDRcQQkdiKvKNYVjg6+Rjo6g5C
KW17ZTUSUl+FU/JJBSWiBu0Z64vrFW91ucLLXS2kZUtkZYulzq3XLH9yXrd+bAFLQNoKSbcyON2c
0QwzqUKY6byNoBw9JK3anVJLbcaOLoIcLOBap/jy1z7worYqw0i3ZvCjqaW6rnM4Xl3HANAprIqB
HPAV8NKab+9+tbKUw7GerKe14u3EzLgkZs1L4CVV5UxfnWVBNx9WLa2HGZbfySEf1Y13z/MRwbnN
dKZgqBnGjILNU6x5fdYF+WAUajbcLUpmY4yhyDN6dUqL6wt3hK3ThFKFxOFvwrtXwsPfGkxqg7HN
GHsMNz77lq06AY/qH5E1s0UyVXmfphHBi22NXjp2fd2fyg23wzhUawnNNpiMNzx0ICaTP2afMrsp
7ifw3msnUD8RfN34sQn/oD9MfmO+WVuoZ94sCd+JiYvKmC3bqy468wqQAVaueoDKeBBtkwSyVPld
Z9oszRkA0AGfAmE7erplZ+ubfH6Ck9V9wrNlCwFPGmuwCofKEgfuYkr2JWd/pHvKVNw0m/0b4Yld
JLiiOPFU1uacVNlmhAATMLl1ySQPtKcdDkp43f1Q7sEUEaTV3TWmN396ZMrR9Lom59CAfeOpIyDq
yeoCvqe185a/Bq+rmthzmqCjB3HdJXJGc3woNk/8hOJEza+MDuTCKfInqDU8zGGXQOiyCiLP2lCG
RdRns/jTQDmOwxJVeZwtJiLdoCoDB7cX4MyU7WUdDmWLcizakFZWkdTh7KWqpQ45C8LvYI+wGqK6
GI0f+B3P38dqhcUbLOsVlXOABQsEgw+mhXJLF3OE6CkMmKKMeHPnsdYee7gpVidL1NgFf8Sopsc5
RC1G6augQ40cnLa54fmyVE3wfe5W9Qb7ST+UPrLloedGiBEncC81lkS4Wuaj9zq2HlxPuH8o+Jwt
+JHtpfMJuY7fbS0qiGtAl1Ukgo2doQtOIC/hoDp4CKMv37JivHcmOU4pHTh1+jitb+20FZ/h2INx
Cb9xIJnUhWx/jMJqn1dDiJ+uhHAgZ938LD2zB6xzUWwbtUkTNe0KzEfq5oXBCUQ7YSg7gdQkuqhW
znw36sH7UypFIbUJqpKpWawD2Jv8gJVaIEFyi5xvZoeV04hZ2Mliru6rlv2ITyNTlkewF/LdFtXz
iexieaHLfZuka7FZOfgzRxNOwm/bkLW/9Sx/aKj/qQf+tqf7/ELBn18xiO6eA0aG9aXyB3jhaxmi
4C5CxLiDN8Q9Q1HIJRgC235fXPui0/d214VJLf3Kh0NlTI97Se5RRFRD8VXmYQZlxBm791KWtJU7
tJ6YKV+NCHgOOFfMfXiGIRH84mPnz46dwS2a8s64d9Uo3gftl18dZBMDRR0p8gd8lxmP4KYwOQka
X31XBiDmVANGeShyEF2YhIJbu5IOR5pl33S5ciAPHgLLPjxWNBRDukOBXo8SUIMF9bdeYg/0rI+2
TWnumI15tbyd+5Jqj/veXLfWgxvaVDEmMEwbtjHMrbMxte4fZvPGk5nLCjxfIGP+53FzGTK3RQvS
JxAp9gvErhCn+Mn8EjtqtARQTr0UhQ4HtPH2AHQC3eiuNgR7Rrk27DCytbmNMwiiRzuzYdqMPlz+
seo5fDpOaOhGLr8mbutJ5m0HFdNC4WsJBvvLiPo3guoI5aqnjcmzlYK7GHPNs4MQQHjvTBcWSlXV
Pwf4NIlrVu5F9B67Ljlg4RYVwGHntjcCqlbIWl/rNtvjYdKubOMGucBvGovsoUN8nPjkth9ETjZz
hXsDRlwVU0B/B2iMVlEHCHKMlUupqJl70NG2OjahNZNVhS63TZFkyp9LS8+eME1AUrRlo38wu41U
gRCo+w8cZcvDVdz0PhYWMluZKfsFta7vqJhGoVhfR6x1mN7Z7QCVtEceEi5itn5Nf1+sadqL/QMM
RX6wgF14iLQieeTLaQVyzdBjtbupOTupn70haNEnSq7IZAJp8ccge4AmbiRiCXB5DcP1Oohyq6oI
SjQCBN4bVgN10yEpa6q8Dd+9IM+PKM2dVzLk62TVq/tReDbFZUPVJaKKXu7TMdcWTaMTQFrypuK5
GNf9EXIV5lm7lw+JmNobWR3haPnsQZHNIlJHeycNjZwSadiK4tnXWNSc7anZD7oH2pCMiz6K0EdR
UA7vQwdBGdvn+pe59zmnMQRqcF3vAeSfir0U0FURjA0Wj/ZQ6ZLdvclDi68CCJmYuV3aTbJ+SDrg
17uOYWDU7Z1+MZttOKvBKR8ZcH6ZmH4QgJibYZDmM4YbH51Vb16KXoMvVDY150g9TJZzEmFhDOk/
p/9SamjWqDFZWiXc9kQ523rddVGoOMgG7vAZhGW+ODl3aRSuLh2l/7fkLbwdNQ/taIz2oeFOGSJc
BwCX/34C8G9WRIcwF7ZB1Y3r1etzSi47vHVunnY5pBar4yfOurLw6zrkvkQ7b4qYIIPCmGIoWeJn
fbtXINijbnSF2A6Tt1fWg4dRW/0wbQGOQju2QBdXT6GHSmbmAtVZz5Og+OSAWqZtrU/2IHsS5urW
hZGxazpja1rm+qSKld//ZxdgFJN55wA3gZwGqe6xCxhuSfEoZdnAUBj4mwsGNZdBnE0LZDldOBng
iCwtXgx2LFyYruMlPd+td5zZdgY3mohN3TniBH0TKj1UBWOCf7aAp9Xn3a3pJWaYdQIxotdsTozw
F0w/Dv4uCEc2H/HeTHutLoADdnOFmhZW8aQhI8ZIY636kOOLE57It5uGo+ndqJALCxVL85bNa9tZ
F5CcZf1hNGU/xiC+eIWNEHu4q6Fo/g4HztNohcaBOcg8eX6sJwqpiJyQXcRtQV8Vl17JN7kJJdt7
ta1mddKS144Go26LxDC64Rv3kAec2a1unq5E0YNJZQMEFBvjZie2nDB/ncYho5iZpvysyrZEFeGN
Aol1WSPk6C1rIzyE9Ogu2newkmNhlsjQIziB1vTu0oEEKWUR+kHde5Ck8Bvgzqn8WX788x0OwO/j
QY55rU9zWws36vntLqZfDb+YTc72EQyIcbCwx/Fqla7U7CrBhMdBIQT8Fb2iCZJF5gaHitjRZBFI
15/pFzL/6K2lQJewNM2X7QFtsudvWxNb+wbQ6i6TeMvbwelfV4g52ZnOntvPGVamL/Ch6o/RDrnl
S5CXNmn8Orvj7FqsJygWGf7HXoE5B7CiHJkL1kj4Q7224WlcTfsvqvzgs+6zFNtT6FMlypobkdfI
8xdDce8tefuRl9bKESIf58VB42HT9gBFEBjd5C95xQAbkdkEUWn6Yw3hd5SD7Iiuy2F9mMT67W/F
3r89oq7/KPP+w57qP/76v9+6hv/+03bqfxhX/d8ZWh1/dzcDqPE/n+r2br7+m1fWv9/dzTfq/5eD
1c0+6n/9H5eo2xv5HwZWcfHj1383r7r99j/eVZb9r5B/oFu75IoGlkDf+I93lWn/ixPXokKwmSCJ
20P+bV3FY26h1jyMbHoTEyj84qCb36yr/H9h/YQqlJ+RQW2LwPt/sa7iof+hvry9rZvlpWOG/Bv8
p5sb4n7t9KZ31kbdGwpXqIxZC6ygUN0FWWGC9lgN1HCoiU39xk2OdJ16nsP4ZjGjQQbwSIFr/xaa
ueucPG9U3qFsKOMuu25XcWHW0r9YPlUotFw4KofK6fESkvvOLgnG0ZTqAF3QGt4LE24zEurS5GbP
oeHa8Cpy9oVokh4gYOzpsgPzZYw83rlLLSAuMXSHgeuJmcYXQYcVy76G46scmINF0LXXolTDsW2E
ZkbiiONY2jY8aMPCJyu3vUg77ZZ4NUwbs2Gg97gOtGqP+ByY2QJF3BL3eFrUNC9d2JxqOZneJz7I
xY98UtDX12mmnO5b64qp4piGML+64VH57o6pTvauMeNTVCGZD90KGr5rGt9sniKpfdCmF+SKlMfM
FToMYwYv8+w4D/MXvFzGYIBlZau1hrese3kvOh8LQSIEGvupHYqgeBHGpuHIVpnZql8r3exvpiic
hnEwA7Xja9XCXc6LcHJfYMQ57XeVD9122HY4KhDgll+mQEm/J+AAP4ve3/5McnPg+kpt+246KOk9
ORA3ThAImFx6dtaUh3F09QP+vXv15HoOUwLsdKynnjgf44SPggEHKW/N7T1AlPi7ssxaPcvMA6iA
DAbwl1p5rt76MszOg7H5idgC7yScuXxu96U+LRuaHnfatpWie1zTEiG+/bphAiUUAiOnWQ8lXSe1
h1QkfTux2QxN+PBf7J1Zd9zGlqX/S7/DC4gITK+ZyImjKCZlUS9YEmVjnmf8+v4guaqYSRazXW/d
q++D1/X1tZCYAifO2fvbbhW6LJc5W62GvXmOZob2XzpmfPOCkKyE60K6hBTgG4uCYj21ouLjDG+z
Rt7szqWLSlQHmzu3np37JdcXylW66kyV2psREaBz3QZsrDzkN+N0CIiqaTZlMVjadRdZUG1G33I+
Cb+FhDWPcRxeWfSOUNn4LQbmJuzaeuszGEn3iKGr/NAUg8mEnBIx0ubRK4qx2fWtq1uLktPuN3pp
lTdTliGjyDI2AMQIM6p06+yuY3SUg8CatVtIOTbd5FROj1M9xfWmMKd6P9JZfAjCcrqPqU+YgE6j
dgfkpXsYCqp3pD7wnnEKp8EXA53RXoSFybXCxxNuminTdqrvSohkmE0ppV1gJXgqq0NZCfUAgbf8
HjBzemYOq+q1Y2vYJBtmoRQS+rwQZfJAm1Zo4GR5MGWeIQZDIUuDQroAo6ImSbSbGDvOn5Zvhsdx
qtSdkyyjwh6+XNMeyJ5qsuqpxdUXjT9DZCw+5kkfcahNm6PChxNOw5r3smr7F1YFJbsNDrfKdldj
LEPZBB6WgY7nczXoyTKVcet8dIwdItZ2ZDdmDMH8TRhQXMQ1kRh6++g2MXDmlqIDd2MZaLGYN2xW
Z0TXiYtbsfi7rAeimzCQJL4NDYxSJRpu9DGPkUcB2GTQQLEJ2ou2OQAR6WbXvtMxXqCirMaMzzLy
UiZsObZOdGESm1CJHMNNMcJx8Vdzi5TND9DSGbdyaMxh+AKvBRHdWjn1AtEwyzDVd1gZNJHRNVUB
MsNe+JLNKVSNpyJgalKucmEN4XcqsCb/4rbM457nVBXJkRiSYdx2KP3rWzdpI7hmfjNHG+YctUGr
c+jy7lMdjoiw4jqmX9kmQ+bltTHYeC1N63tXmYvUL6nsfeZGatfKQLA30bNvITd3ZZLdtRq4+l5o
puUVTgnt0ZloENNVzWACZ3GytUbWhUlAischnlS3iOXrKyexnM9hXgU4SGZrU0cU73hLnE7buZ2e
79FqNM9SovVgzsWWnQ0hFtUBU0uEj8JhsJYbO+ZA7L8m074PUPQzGy/Qu4mCtHvZMnFFxKwO2D60
e+rWAWGbSPa+lVu7qQycg462PFhV02h+Y9Jnr9uB7VOG98lDuZft67AvblyWczRc1Twdk9pkZIrX
iVSt2JRMmpbQLyFGsRPMEmu078LdKlnHuwjlxJOZZJ9nHWtjEWTdVdnpf1tKM452SceWDemiq6pr
eXDDMv+STmzSrieu9Y5p6I/WSKr6WxiwEl/RX+qrn34qmwL/KPPrTRLb3HDLtpG6iz5kzlzwsX2O
MsspIi/PC0AIK5w//i2QRRX8TKIm/g5hWGhfrRG72U2dYxXaMp3TkOHwhfMYqbcIVQJh92uXyQdt
5qihr2ZjCoxqnYSoorPyOyuZF2NErugpgJTIpy1GGIYABqq02xQbVu7h0EStnU1074kjwufXMm8P
3Bg0o5tNn1pzVvNGouZwkcUnsXsg0SW1ks3MqHtLWAizLCOk7e321Q61pPPNxPfk4a1jZ63zdj5k
TWXjfk+sz20926huEpQiK6ny8UeqyeEmkkn5nQkB2xpaPwlSsGEqN7M5JY/jAlhed3h/vveWzr3f
58y2GgBAgA5fmtAMwzs/QXy+nTLcWTs/iqZrmVriJisRgKziIApXE0Oyv6dZBRPMo5wcOxbIDm7o
vy+w/8+q5/vyr/yxrf/6q4UH+39BCU2H6KMa+sv3vPvedq/L6F//xu86msCmP8SCK6EmBkSOd/c/
62jL+gPovQ2T2FKkYy0xMf8U0ho1NglgAH1Jq0M/bEv+rX8qaU3wB5oGO1OCFaUJPk78m1L6LLWC
+C9kRZaSDhRYB1rPeeIg2z07YQ9bP/bmaP3p+IpXQNMxASIO2LcO1O6Qou6mwad/iOouvuZVFN9t
AO5r/AvFRkPIf2vG9nwfKBcpUyDnezLU7F3jKKSL8dz+eHV1/9nIvUYLnXJtfv9gl8ulIyKQ0lJn
3FqQYlFphknz6E/+7KEknzc90nkaOo27NTDDeB8fTywkl/8ivfxzQC6Ni0MI7P1yB19DhWLqR2dO
9eaRbq3+RVXuvZXNUD0zVDDd6PxJAlJx1eYp9mA7ol3UQX7LVZ9uEOFBttd6QGJBQ6N58Nd0hzAl
DUGzqdu0Yq7ooPvHe7xFGW7vYmW6BxliQPr4FE4pRMsZCJ4km82SICEAbv/pGdC3tFTCCvEYA+SC
h8eXc2JpWLuySTdTaj/qcd0ctOZSZqbBXvDs0hHthcbBYnMvbOM8W14bY0YG+dg+Fv7UXU2aiHb4
1qLrjF7OlQt2Af8CvJsi8Ic9A0sQc7PTYIWv3fXHV+C9X8Lxha2bAo2yY5zdRHipsvTTqns0UVXs
EUTIGyec+5uoq9r9ZKrmU+dUxrZt9PqAX45wvyahm1qEl+j4vxLNTh8n4SiyWWECmhLw13LNXjGq
SjUmhp6X82OySOYmZvtrKv3hqeIJ2tlTOh7rEZ0PwnB4DVMOFMI0kk0Wmai3+so/dHrvPAzJkP4p
lBK3adP1X1CDpnc65LTdhcv29mWDr2Tx1JAtKc03N1Ail0/TNhGPTjVAGwmr8gX1RkCETsTYUCJC
lGNt7Tq0nY9xadVXVk+LnvZebmz1Ihm3sgATyz+Odjm9hnstQjfx8W88ZU4tDzfBLLyXrIi6blMT
nF5PDWyJCvJYPlIAyB3ICcp5gVYahYVYfXyos6Sd38fiPWJFZq1U+jnUPXXj0GXuKB77SiHUcbLF
BUFLeIi8Fok0nDZNy4593prMsQNd/yxMrK+Uf1MMCrCsF42HEYkG0Y7RjVs7qLDIaQBW/+xlJX9+
/GtPCVXLj11+ocnXBbiKaS3fkNcPWmPiNGhDQz4ylo929SISD1Vf7vR2qtZVH4vrKgVsEzG88Si9
jAv35Veq9MmD7nJ4XRjED8PH4vNyevyO6NEupYnziArJfE7h3/hXfRYAsy1ypT+2fjCxI8hHKB18
dhKKsBRWn2fHKYKkWG/Mb5TKEyrt0nAPSBvYdY3aCKGYPe6Lq4fgF8bGvE4yw4ayn0w9UkDLGRG9
6qH9AitH0dUOAyfYNJnT3XJ4iXHfHeIGuy7b3ZXbVUsPck4W//+InNxrOwGCpCnyjB6qP6pj71ag
aILAxM5Sp13ysyoM96ctAlgoPn1MdEVO0hxtM+RVcF1j/itBcbv4AS1RLfMKJ1oFqk303fTL7GmW
Zdpv3bZ0xYbiHWN2DziV9gdMlnUqsixaz6m0x40Bpqmm2U0X2sMaCcojmOv4WrcH2l26X+Pcz0hJ
TW7jIsaW2dmNTLzIjzLTI+UZDlVNS9btgsRTRi2NLSMc4bNlr2NceUCytUNpDvFh0Nu62FYiC+/L
BpkEg6rBpL3eDNBsP34cz3p2PI/uAn5n0QMRtywqZwtfkKtmiOPOfrSy0d1oMxCJrLOiba+V6lth
iuyTDvp9NRem+SiEDH9i7FMXHso36xnDLoJOlQS5qFg5zt4JoyjCLCxa+1ED1L4TM1EsyLjJr2I0
us9sMVw46TeLE8ej6BO0Sul7OvbZ4mSX8UzvJnQeNS0a9mmYQvwoAnuLCCi4sDi9c2qKwG8WaqKd
6ZScHYo1lkEu2szHusAIC4QJMbpmUKc0Ithm8Bu2H9/Pd06NzxiFI3URZaNcfs+r71hejh0DY1wj
yWwG67lSwMr05K9cT8W/v2lUu+wxuZRK55t5eiSszYbyM91/HEoDH8fg4vgttQWDAj57qP3xQp7y
e0+qqSs6FfiMdYsa/fSAWZnALHJzAlZSUeyTppabPkoTpMK8pbnFFy1q8QZW4BQ3EHLU3k3i8sKT
c5YS+et1MRc6KOhIUodt+6zO9V2jR2+qmY+od1n6Ko2IiUNSYVoFue07PrgH+FCMs9TcrHy5KL9b
HkJGhLktn2YYGTQgy9Q3L/2wN0UdDXeaQnAX+RCaQp49aFLCiYor3300ma3hX/QPpe/mB6OyjEfQ
I/Z10eMwdKXfe7qGAYzQ2OGut0LrwgP4tjCnniMmw+WxZzNEfPHpbWL1w28bOcROtZmGR6KJvpoF
/PkqlO1Ppq4umkmsxkAU4nT8zrxJZGu9g9XiwZbUDLQ5bvIlbAmfjaUZfIm1CHc1u2XfuE2aUn+S
ghP0otAGw8pWDTCZPmVc5jJVkkZoWdLY/PidevsO84yDuyZXG0wWo5LTM+rqsh3LpvMftRDLVGnh
DwdJZ2DvzCE80W66cAnfOx7Xjeec2Qyd87ONQUerQM9IhXh0RY0FAo9TlCSfYebc163TXXhw3rlf
dE0FqyHPjWU48uyJFsbQ0C11tMfcUeljIdvoXvi4owffAgsEC+QQok8CAChqL6zbARcU+wLZiZeG
lfkWKAiii8nvd6kw070bgy6CMNFAysTWgNB3apwDQ4t5k8LQv56sqPoqMVReOI33rhmPG8+9UryV
+vniQOmAJSAKKPOCfBVZ/rc+nn82vfiRqktA27drLFdMYkh3qOGooeTp8wBBU1Q0WLVHOQQ4ijL5
LRxKTGCmfP74wXu7P2KBdSFk8yjgcRXO2Us9dE1LOoKLaTms2m/VVMzfpTkRH1SocYAVUJk0xAgO
aSI22gRjrAKjtb4NRKWBwTFInru78IOWh+G0euQHUSQshQKbSHX2cqsc0X1W5sExtQBN2VoxfGon
GvZDbcd7WHQMjis9vWEUVm4c13dgrAblzcc/Qr39DUpCTqLkp3Zht3Z6+ckpj50mDcOjG6TDoQSk
u4Fecino9Z2jmJbpsqmgQ8TU9Oylz5u6YZY3RkegzSGQiMH0SGX5Hzy2CC5MNnLs5Fg0zx6lDBmC
K5jTH9sGek2uNY+A6Q9k7/QIyy/Fsom3d4+9J59Qul6GizhwOedXxQE6OAEsoIyPfLE96PN5cDOM
NGTXKHprY1eHJL2oFCW756d+Fj/Mgli+dV0a06ehGmp9M7vt9JSK0v3Ug1/5IfJSHTC+VXa1k5nV
SIrlHBOq2dr1/uObvry/pw8eHYulHbdEHVqOPCtTYZ2SKAP76NjoDRTRiE+v3TwVqbrWzfQFIE52
YdF/+5IvB1ym5iCiqTrOnnQzDhOYsDI+DmgoKSq0YOsT2LMp/d69sHa9dyh6jnLZvYplW396W9Ic
UbrsjOQ4lAgYcTFaCENrxEN4eC4Ube8dyjIsl0fAsixWltND1SK2TLPh40z9G3tzVQQ7q060QygY
mF64Y28rEsT4fDS5WazH8jwbbwyNOJGqLY5QJ7sHx6rFV7y19g8r10F9GpP8KfsO6HaOhHttZon9
Naw1kBRZkhjRygRo+dQXXHYydGz0qHVQvCTJrBLG+gvvvrRjCLzdZFbUgfPQ3vglxicMZgqvEkM0
wl+R3uANR8PJWCtt62dLK60fNbqiaTXIsScctm5nYuAMx0QkoxvDPSYW+xCHBFjcBFY/EhESpGDb
AgscG9o5S3p2OiNAHONwQEo5C/CvLvaoayYXjr3m4+k81MNCD2CylrfbOtZjXOJWWT1rmcIBTrZq
+E0vR9msAKrUWI5tAZKmHePhb4aKks8WvvNYo2O6QigAY0LryhR5IlzaO+wNTeIZVk1s0hz0PdwP
KwFNG+E/vJGMNcFftiMAN4PZJ7yNeJPa2L/SttS/fXxzf3Hwz95Hm2eW3ivhZ8LSlzbHq6VEyBSH
llGDLwoykmYMntVhXcR9DECHGQdcRH2Gv+IzlwegNzrJD9+qJ2NdpXW98NUGVgxZ2X/O1OxIyfJW
3wpnMTb3WAbhDRrykE9BiToW3pKu8uguqUMQE9YCGQb8hce3dWT/EFmx+0KqB61cnPRwckZlJ39V
pg6VscDN4ayHsDXGjT208ddobLVL2yDxzsrEdpJrgYOCFqa+vHKvrgQylLhVqFePKhHuC744PsN1
04FPMPoSXUBB3A6PUNgRIjHpZQn5RhvadiVp8rsgeLJim2GYhwjvEgoBC6XwXzQ7gZ9d1Hig8Tfr
z+2YgveFLk5GonBK8hhKavhl4ATsKtGQBTJ5Rk6wUhnkgXYZMiGlsKzDx3f97amaqHqQ+FgCxrs6
31yWXYGVpnPLoz5CATdczB/woF5aTZYbJs32tQ0C48Iy8nbFojUul46VQ6uTgcjp5RWmC5Ssb4qj
Qdfaq8r6F6zT3uj4th4/Pr23n3x2dUsXUUKk4Hhnz3TdG7osjLg6BkwfNxYpdxt3HP9JaERk9n7C
3/LhOH1zOMrSrjSWi8hxTk+IBrLZmmFVHUeVhF6jO/dhp1XAhMihC9vpc16xyTD75FLU7DtbV+ZS
kv2zkkuf+3w9xh1J3gfD3mND2fEd4LV+axd6eDvZiqd01oxPJdEpG1jdqZdYiXNHr9T9C8c7RFFk
vRc+6O/+HF4Z3P3LLO3NF73FK1kMiLWPY2mMOxVlR1HXIBXNbvgxlSHPuO5MD05h5FtQlnI3zlP/
kPmJfoVfPb9Q2L5z680FNcdQz2Qno86qPStWda5GvTkOVY9QoIKbpOfghT5+wN5ZK0wqSbJ+eZAJ
tz7fa1WBY3QDhpFjFMXGrR7000ubFBTN+D9bErIs8Cd88qqNXqjmKuO3LrBuN4zWlU5WxSrVUz5E
4OgL+qlaVzuHCmcrSCw/ml+6FNKoZ1pMr5HHVaHlzZNorkfkXTiifP7GE2FfJvs6q80XHz/DWrQa
mvx5QrBxoaZ5M1ChCcGjxsWUdLwdxzqrbDvD6VVATMvRZcK2wzLAVzNpZHUApLUliRiLHsraG+7I
00wE4xMpQOWuIOZ3FTIV22ZBjO0RqtAVGXH9tsCDeTUEfuElgz5e2FD8GjO9fiWX30ojy6Bdphu6
sM4KMHcyrKgtzfEY6Pb0Ja1g6JGuk6YrorRdKDGx5iUOyT8Io9cGz8pn1FbaoXHK4qqyA/deoI17
jpGUbz9+Xs7XvuV3Le8Gr6yQlqOf1aAlFt/GhAdxrPIwwN8W9dcdxN4VHITwf3AonkfHNaxfdejZ
7Qq0QVp5K6ZjF1XuutTNCqwdwYedxDf18Vmdf0WWs2LuIbGvsgTyDJ8ugHqrA+DMrAlVMEF0vR02
x2nAXxzEVX+bp4lza1gUNR8fdHmBz2+xIxk06ow8XNhlpwc13AqFnd1z0IpAh0DA6asV8EKyYCZP
r8JLLeY3yxtnyVNvs2tHlKvL812qMvCwNR1S7wwT+1ZSnIxrE+HHTdnX+MDxHOz0ZZgAiYV+SG88
AaDrnkqJDHHIg/rCI/7ONefW0uGnrcRlX7QTr4uUrnQ13i2lH2lXEvSJafxzQc9hNQyZAU5XjMQH
DtOFa/7eGoDCgluNIID/nL9XTq1kIkpnPpq+pl3Prol3SeGqKsaApC9hWhtZE/lRQvjc6nOiHxtG
bx69JOLShvZWY9xxbdZKf4Aa1B7wV83ANYbCqyzSgT5+Pt551RiMMYVAb2HSbzn79pNQy2iZKIRj
HUbZlxgGx1JdQQfrm/LCq7Y8amePIlUGtbPk0UBJIk7vRWGMLMAqNTDQd/OBKcV0SKdAbM0UV3Aw
9Tp7DBhvo5+0F+q35S6fHpnXDRH4Igdn9Hd+kkhJ4Nqk7ny0+km/amsxfcJn9v3jK/n29CxJujLd
X1sxUPrVxn9VD09jmrHFTfUjVM/M6/lbuIywQFxUhFvZlONVXeEPz4K233x85EXkfn5+v/bqS7Uo
TemcLWJTH1Roi6U4ljM5lK2jqc94ovBKhW4noAqpCETLPM/697wJqJzboiOiBvQEvhtfB53PDBNv
Ten0kpxDgqieBGqu/cjoHzZtMPMngXq5g7VUA43Kp/nvUZgZlAzNmQnUi7rHodCeSfhMPzk1ygWY
arig0F/a8m8Fb+jaRUsyA7glfA1VcIdvF3mzuPdxSX/rUKsfajBckOWZNn5pJ2SCeL3K8T51bcSD
EvVKdeGx/9U3OXkkHId5DFIUeg9MjH5d0ld3y0n7ZShnJU9xo1fXCSr1zouh29zYU5QGm9BNKyAd
DDAy6G0qeyAsKyaVzc9SYy2jZupg1GaoT1UlAw2FrQYXhFjC71rWxcv8VjgYdNII6WOe516c9yNh
FuGQFddaizpxQ7pjTOBkVvWfZ9u1yVIWrXk1YT8HJmBqbbSm9dPA6VBOf6fyKn7++Jn5tfCfXgAm
ZZKmMVp0Gorm8uF4dQEIvh6KQbbVky3D8Loss25vmHFBCkdg5WhK/QJ3ZhZ21R07nHgfDGS0rCo8
T9NaVYCfgVIqA27/FOK3lnPa74MxcTcpJk7ILybvvwePY7p1oMzjrCSTqvQcbQh/KEZU7capk3iL
bpXxrp/b9X0yGLQbM2tW7dbQDXVh374sY2dnSz+TgptjsvfQzzYfjDLKPgmc4gktaL1Fg82Sw50L
r3w8rzueEoijptPsdXBS7QpYSXVhCXrT0sa34iI048SJP3OQuJ1ebwV4pumcqH9ycbPtUZxCP7Pb
ZN/qrenNgdkdtCFpdoUj+C6nslgPhRU/oNuedh/feWNZDU6uBRlhv2dVqDEWJdbpL+n1MZKIXMen
KRtaMOCDg3iuDc0EJI4TwzYrzUUjL0rxdSbYtic8OQnuc1uIfgu5AyiG7O21TsDi75v0r1xR/4+K
NpcS4L83Pt2D9zpRbC7/99+KTdP9g205uwH6LDy6hsNz89v5tHw//8PqZP0hHbro9GOkpOfo8Hj/
I9A0rD94hxjZCoMd2KLs/Df6zF8qmf96dpa1gskcKydNApu38HxEF7V2FGexY3qG5rCxcRHbJFst
iPD0u+NkfOojLEmHvnf66lbLR1RJCaJEhC4F2AdPK2uJD2CU5d9MzCEzARLw7/De9Us6WGfz17DB
+v3LuLnK8Qe8OE07QHEL4D95RBTh8EQWnlQgG1zzUcv7/os+VQieo7KIJ2KiBPnyKD8HIFp6pT+0
TOm+5lgrQNWEDIrJV3D0kcScoJzQ05Xo2Q1azul1TNQMjKqmHp+zzCWpDhoofNTEtZnCRlVVG1sT
Dg3dt9Youq0oYvPKBETk77KKMccarM88X9WyBvStpoYV3i0Bm69mfK/Jlu9cJIliwR48tgmCCPy7
Mf99jGmeRvCVYCxQAuKpabp5z4eFHCGFMUO7IrxPJGz+sPH0BBUU6wJMl78y7Prq1RP36fc9fC1k
PSvcubUWJRLtcZccU1x2vwRUrz4IqW+kehdbyht8DMt7WtQYW3y8nMOewFnrAZWiu6DBMw8JiX2n
N3prrS3oCJDLcCbt+YPzTx//ptPNi03Vzp7F4eNs84UmnmYpXl/9JMYANFkhN2EqSOSdoZFZVlQD
QcjhCM6l8p0LFeo7x2PuQfnmsuJTgJ6tjACs+lTMFccbG3SCbR09+07RellbNC+GiOsLS/Fp8b2c
Hy8Re89FzsvhzvdKHV1tB0GB46UBp5aQ0nKligGsU0TC78eX8rQE/udQLCPMLlEo0IQ7vZRN4TaU
rDRXAdw5m1wbi5dooFy8UFe9OQzLj4taQNeX1haOq9PDRENbxHMA4DYgaxE241yBt5jtC0dBX8Wf
82odUig9TGQRTKPpXHI+Z6eTDCPuRKAcpNT5Dfk71gh80zOCgcyVnmlE9dQtZLfnFMeItuPbFf2N
KlOUGz+uCqB+OVAFRSS2ouG40sNkHO/HAURctGoH5T/HtHAQ2gk0owu4qxSgY9jJ+mQk6PCyma9o
fzHxr7JbN5BaD7J0tpZskXbazJgNHS9hkawDhNemIDStbjJjjQamk+vBGebsGQlRpQ3r0J2nbOsk
GDyAhRIoBNJdk+njIDXWiLavyTOPl7HjLmoaXz3kWkXifDbAClniCUOZebPZB/W15XeSXripdVoq
Vk3PAmyu/YxOVUECYGhOV4mvjeY6SIiW3Ws5zINtTge+WBu51Wd3BjRJw8N+F+fQj9kQ+tekV0AO
8TOQ5JtAB/aGAT/C2r6y+mHyb7JetwDcVf2c3vkDhrsnLN09PC0yEM0fdQL/alOJpqx2odM0ORDx
3P+awRgj3n0uou7rSJ32wqgkfTATIFPzqqmMqP0054kWf8ncMK4f5FR1/ZECpoz3WKWK6JbtKpOF
JiXRjJ1LOSCqoGoXKApVg6Z7D6imr2ASjXGC33tS8edKtFVJyCzb2zvMtJq4nuOxm6Dd+Dk/hdhq
977vLIBmFbaDcMsRCVBIxgUNCnLH/DElaXo7aAH4K5qI8KtrLW7Kn0RjJzGQnDZwur1JQopcIY1p
yLtzshp+ptaxeXlKeOMwrUedk26LaHYJiamJd3vC0liox342wvFLGkdBvmkCB7bLkKWkOBqONvX3
aTXjBmQuVKX+V9Xb0rqivwG+x9ICI//GvcDfBLlzsI3Ag3bSi+8i6GyNdEoD29xL4KAQGNZB0AxY
YB03wr8VyJ7NioxAutk9H9AWZy4SFyrPwEsiWJHXqfQdQurrDiYUFls3vardCvtESJ9sV6qCnCWk
dpCHWm6us2v6ztFXpHBIewMmYJma53MIWbeeO7EvqfqfJ8Ez6c1dgnwDGVQ+QiUpMJbCICAMMEo6
uiMxHiNo9ajn2isHVHyAaMac3Y0ignAgU8bBEDv5wQ22ydTZjJLI5BUozdZlGNYAbDUHVR/m2C4V
Up2xcT3NXwyWnWYINhUCKP9uzCe4GZELmYGEergEK6uUenAjVTUSpeIY/bQPRWnC44wETdqkcr9F
hU2uTVjXduBpRB2W26qKbOtA/EDYAq7oLJryTO+tVWvDjFvR/M5htPVucN+3XW0ew5CB0b6QqOTh
nOr5XdObdsl6VBaJx2whOKqe810HFbjkncN3JqPT2sWQl28nhYNYI4/PlaRz5BBWEPlhCrQ5Toct
kn7NnN+NzITRvIx1JNz9yHeDFYhoglrtgq63yLe+quA7iqxj1pimwTZ14Ft4mj2XmdpFQ+4bwYU2
51lX2UajghIJjbWJxlaRkn6202EJgQOTQNUNx7hbdOlW4qs7rHpVsulK2y2/LGaV+SCsvIx2Osmn
31peE/cmR/7R3gDAhP9b4XvHcdBak3sXxpXbP338PTz79KI3IFIFh/IyyUXFeT5em3qzDhwZgXsJ
Oo4wYuV0RxJg5VAPF3qQZ1s/+9ex0M/xveJDvyg4Tz+KVJMlC4PNaKXu861MZxA9zjB4ShTmF2RO
0ecSOwj/mwjufEfTNwUyRhLxwvLCJvSsvll+CG3+ZRMBjIVW0dlM0a30RrZ2HnlCTba151MTkOUT
j7RbyMV0bxzkm9aFx+GsIuBpoAyg82ZSyjH3eyMaI4FKaUoNnlHRaG1zVtd0LJLNx7fz7VEoEiXd
dUoqdrW40E4qxX7kVpa9MXnF0KsNyIN4hx53vlB3vHMURFFcOWoOatLzOTBRW7qOKXeCeNjqD3Wj
xGHQGvvl43NZqszXtQ1SPoOIM7U0CpAZnD+ashHDiKkT1n2Ffd50K7U2SyDAbuHyhXACons0Ff2+
Tf9/7/2/FL2g/37rvYacUkP8er39Xv6Nf/yS1h+8LIig6BvbDG8s7tXv3bfzh0KPBUKEqTJ9Qjbe
/7kbX+ySuAGFy/zDpvsv+OP+YzfOZnxZBfBCEK9Jkaz+zW78bA2TiM+RATLZXnpLoE+Wf/5qe1Qk
IDZlSYaK3uXs0Zr5upJDv4m1ebqwezhbOP45EgfiatC6V2cboxYBmuPn5DTnDmjzEPklIeM6G9vM
1n9Yri6SC2/aaTPd/nVAfKDMyXGesvM7+4bMnT+Eyo29MEwwC7UjrpS4Hae/JwcoSdpEWN3x8KvQ
G2tX+/LqAXhnJ/zeZaVvscgskaHS8ji9rBAkoyIkPSzXIz31mlLV004ZTZvDrUtICPz3R2M15gFi
1omn7WzlGkO/zQk88kqDwJI/Nb9meQ4GB+bJUHZVf2FH/d51RW7HqaG8NPnwnZ5bZEzhUJCnhGw1
2ykBIq5Ff6aS2Dz48FHWThnLT4ngLx+f5dmattxPhHeIP1DGGYgfzr48vWUmZQLms7eoN+aqWpsJ
3YPYki+AMhoi6y4aUN45U/Q6fO0snI2C3sbpmYrcaWqnzjxD5vAaI8N29wCiytuElAgvNRPjBqXW
7Ilg6G4/Ptffpt9XK7hkoEZ1YZPnyF8xwZw9QRRH6JQTsUXqQV7BBA2DeBOSIUCisJz8BOrp34YF
oZl72xdmtaX1TWqm3+lHbdQD6nS7qeoVbrzpMy5VkjBB5Mq/jHbun8xYtkxqopp9QjuRQwlLriNJ
soHotU6MLv8x1LR/SZQktI75RU2gq2iM7EnBjQTSlg9AhptmDIqN6VQkTmJE621MXaQvqCHuP4dt
0Y6YXuP8oeOx0FfE05v+BqxeeaUR/ie9JKZXtNIjWw5soGdz2ox1QwrWnNgdxPioKJt1X2FuunYC
wADxdqynNtsy3zDDyLMzN0EPV0Aj7HdTqazcYx9LfUwzjL14DHmDCIh+yH62aT1+jQn6sXaRESWf
QR801gNQSnNLuV/lXhlaCQX/MC/IIjKMPZR1xDF3vs2mO5wi0ttKptG8yfCGcKVWjBy01J6/9YXJ
BN5mMMQkOC7lc9E3cbENfQ3gPLHhybcAvGDEpJwHzHOr3HjC7KPynds0FqBYzWJwGzspCsxG9Ivf
SA/aO3MaiQUnXVEdSO1q/wqbnn5A67jxT+RV5IiDaInnDV9/68oyCR7cx4Xq1RcJADRedRCJ8wMA
HmJCoNo30zPDmImERUpVzCESwLbB4K6xszszCRqC98D3wpuPxyYPvyRZA3ppxffCJ/amLYPygSGG
rl1PuE3MkfyCJoZQmPQqqb4SeQyjgY4/vIa+EBrmQy3vqmS4wxytqvsEKAYSS1WoeBu2eH2x+Djw
IIxitAbWwl/0iUlvneSzbkZReJXpw6RuidYt2MZLZwkUisxEs9Wq0uMsuDHgP2hfw4zrkSP0Q2zK
aPI3bcOZDHN6FkGUTqSoEMh9M1SyGXbtL2pHVUQ4fRc6lh6gLrTaHjOmU3Nf7jBhRcEL3ofCeCRa
z5db4MeRIqUBb5LpYS0fB+YXkBNXpauT1CiYqPvPvF/EbyadLphx2YSyr9h02X9jDRVkYbTQFdeT
MQ+8ji5A9rVOrla/RgbbHzO7gkVCYE1D9zkK2pC0KzV9DUH9HqdxZHzZkDxA8mA5E54a+Ri2Aqr8
r6WMqs8dQPlybcxNaKxIFimblZMm/m1q19azxL65y2aDAQyIralcTRr9Jxz9rrrTywb8KWNxZLFq
rgkQy6zCCm/oFhS8ffFkPIaWMT9lMp1eNGM0vrt1kj6zsR1eKuGSfgV6dWg3BY2WT0Ee6j/qxnF/
Aq0G8iF8s1/raY1+Z3SqnjCkbvJJCMgs7cGq/jd7Z7IcN3Ju4XfxHh2Yh8XdAFVFFskixUmktEFI
ooQhMSUS89PfD+W2LZZoMbrXjnC0FaEBBJDI4f/P+U4KIaf2HOtb4iHWQcBb2fcEhzeSelnA8ywJ
8HnIjK5H0SsXywzp5ooflpk6DeRc3/nidQURlomzMpztAbPSZ5nh4rAwjMSuXu0HqKqf0IVhAMBw
Zr/ME1jpkKiWJd2KOs425LQRTCvge35aAlmnEVnfaRCWDhke0TLpzUf0OkTguR3/F6YERVSbMWvK
jyKpMwU3qEBOM0iTuOu0cisf5+zSAcKxYTaCw2liEEMA3/MoKBHSb8nRqC/GoOp4OYaRPWhORXBH
bKdLH7XZ4Dw3Pl75ELoiqSFtrMVrzSrw7rosweab+pLgL2nb5WdF6kOw1VFzlzubgGp6EV4KGdax
8DKFoOHpAsckkpQHjJdxCYc77eOwJWfhECsEQiHF1eROiV5wsue29r7XNOlNRqd93CKrSSke8PeK
IKRSMc8fGvLNs71lEP50MQGCXADWTt5aS4bDjd5kDFySG/w63tQDJRkqWCatDVMW2cHqSHB/CMYA
bCL+7aJkdq+s4b7MSPgiK8JtYaprNP3CckTJRqzP2BLjJN2p2GapQyN3LDR6NPRVoHR/Dxp0RY9J
AzvxKtVnQVQaEbzFmefVTn/Z5cVCQFMzFemLYauhvWqlP5eEEPv2vDekbIDaWPMoP4ima+xL5lwv
40OsG591ul/pcUJTzbdgbsSVxrymEfc3ZmMbBgCsq8vZpqhx4L6W5Zle60RhKsHWzXJiO1l3RwJC
b94MgPfV1s+UsYJAvXa4dJWpzxcpuu1iJ7Ug61VEHVkmCPbNwUAK4NuqCRWK+3E/jINVQwBVZbYh
3TW7r319seCjDkRZU4J7TPpM/UibNL0bxyy7xBBCAauvNe1FyV6dGz7WbgwOdZqf5VNqA3qf3fXL
AxdQhEObEJBhulxqJ2g3kSnlU92tfafEwU+91iYlXTiE6sQS5FlHj77dGJntfRt82RDfngTqjCqq
Rg5E6XSf8E3bHzNSldNIG1v/G0G+NfNPpuTXERKrtYXQJRFPJ0ZCMI9OJWo3TlX80SXhAdYxIAy/
3415PD1z9J4QJsDxuyR+yF/f97gU+0ZPG3Uzk5txweqfEZodU6ybNm7e9ldBX6vlMOaVYdxbBIp8
VMm0agMaz1+2KiXFIgJaN5hbShCwi0cnG2u4L4g29gtlf3oI2SSGELm9V14MiHXLAwg2KIC9dLry
KWsRpjwzefeCFbmGtGaQ1kGyzhR4LwmH62e5dMEXImu164ScXN5k5xrXFiXEZ5CLLpnqsFvqaCHo
zd2mDvZGwhzqsSOTYSLTYxEUhDcVoPcsqlmYgEtoHTGsgmpHc24zy6On4/MZ4bXN62PVfPSTypUm
WVP1kHymozUfMk5jvNiBzU9oOan22Wxc86AKIyckx0npQXQ1qlaiQt3lxV5KdVUTyW4eZAUlLRKA
2wg4drqpJIoHGu3TqPXkBeHysNyvkz8jJ4WDGBfnoHxd7azrlyUINVfJ7gK3yyQuJs1n4mSDIeNd
KmaV7DRocDC56S46lxKzV/2Q0cjsr1oxwWrXM2w48IUhEljbsk9AjuUpWwkSzxI+jI5kcH7bHLH5
U9GBSW8zV8UUILs8iCxhqwICLnlD2xHUdspGTSUXGLNIT+wAdX31jIXopsQzZzakqEPQNvvtto1Z
itjplATDGuM8U7PtBNNwPmWZ0YZTb83apuni3n2h5G9ICvS13RKH6FlJ/CO31tx6kNZ8k3qWZvlT
GVgNUUwEJqX+twCrBMFoDLGPFOHqrxr5xdyOOQ8tNDWvFtFqE/1SJ4Q/X1SKDveadmb+QMFF4Nho
TJ+UrCCRpYAExruszNp6Q0IS+mEF1nnTdWPn7CbAemeL57saYSIqva4ykX/G+1Y9oQlp6fFC2nM3
fTawavtDkn2eh8mEiW8XKTkFutVcQ27zf7hLXdxiBm4E1Z62JQtuzu2oRvtL/KXd2eXVYubzTYo6
j640pnqAvLMAqyCaic9dAbkITWOQM+HUMwkgaCsr+k+UkLQ1itX8smT58lRQp6vIi/GyF6wn1MuM
StLhKnVnPCDQVx5XlP6XPg3kfUCjygl59fo5je+cfKMiJiaqrIAtQrJGHKwT4kBdPRm7SMWG9jUd
HbkfmiqYomnUAXJqnO8TkqcE5H7VBx/s0XQ0O7LKeZDaGWt5urdohKoNtEt0LzoZKVCPkd4jkM5G
uQ3YMXpbl8MFiH1Xgp3G51d+iPVVXoAH1HquCRx4amZZPdlFLNbwBcTzbESTQ9zm7afZgwa9o+sh
rhyrKx7cQFKCNezRmaMcxFvOmhSYrKa0eT4zXeHqCKwhfR5jo6QvF7TeRaaBpAuVGbtPRt6rWzUu
y0OXCBZJXLmotYIEZAd05Nm8dMrKSXdNa3QiTPPUesCQjhOmsTluXdK6tr2NK2OiSFQW9EEoVzbE
WcxCfls0MbFFts3KWFK2JiDeMrsgrJKiJbSardNDN/YcAwI21Nc65GJCz2qXQ1xlFd0Vtouq5sPO
pz8Frf8rDv7DWG0o/706uG+/yJ8rg8c//s/SoO3/gWWRgg1KGI6BSIz/VRq0/D88FPVUAKgXUjrk
9P+nTsfy0Ono+Kf/9Zv/qQyawR+6g2zUp7Rsgx70/ppO59ho/6kEgQh7lXMcC+IBJeTTspLX9XQ4
IdhuZKplS9Qy0Z8nFdGP0VJ11Boylow6plOWeCsro5naMT13liQnuTwYB3iuE+fDW8+QIIt1RAzd
BgVP27BnwotOrE/drNlsCqt12el8XtAMAWaTX043LZBZ6l6Qil16F+6irNTFAkH/53NPtvB8F9cN
0YeA7eku5vR77Y9gchX7n8pPiKzp3NLwz1K68Z/0CeMLs1Gv451otXXOwZFIImrS2+O2DcxRbpK2
QNQO3EenViFUjgRV8Vm2meRUHcCuJLCcHfL8mJb8oTAG0eaGelAib2zZ2CZ86yOLCJO13FIB7usz
ziqda0fDIBpgcr1ni1vZNZP9aMZ2X25nKbvOBbSU1RqaZdMexwsnidM5LBtKYFFOJ5/zfD8PaGl6
L/HOgnk2HjKrIHZpSI/9FyH6a22pKrmNEQYS+zTNHBrJ8JtvVIHVGIWBG9L+z7/4zTTcGBRL6Dqg
gkFQ1bUYXWDH1i92PGqXhbJzQsoW+AyRYQ2Og0hHN7ONrGqMY0j1hyZqncxId0q6jsPDyPKmCY2l
tgH+pPaibUdu9BGCdbGEJubLw4CUWe1FLkS3bfDbJD+Kkun3AT+lT5ZNR3WSEPmCuEVJVhEqIUKr
emo+HpBawtGGA41mW+wIO2khviSC4ZQka89SBCWXtqsEWi75dfq6ZVVNvne6KnlsE6iTUYPIrdwm
Fugj8rMH9FEw/eK71Ov0PpKssMOWlF3/JRY0atbcugqkLPSG9ErOZnWX5t1SRJ604u9sj+aP5C20
3Vb2WrecY1mENdWWk0FwKltGwFcOUZ38rv8pAW5/bhWtXjIV49m9CDRvgmjP0Z/SAcBUchaHiQJS
JcDvRaXVjrvMnVKMt95EsJk/aRJoatzAI+6NpWCIySFodyM5YHfz6HoHa2oaQj5qs5wjDrrgS+Fw
kdNERY6SHMyj4qZIwZgSHinlp76FErUxqpkAAccWGMSg5cnubPI6f1k3Yzq80TE2vcOM2pW+F1vf
ck8AWfOFTQ1nWjKNuh9+hhp54zjoGXDtqvjJ7WZUdj4KvEc2NGzoYqcxtKgYuvE6z9sgDhujYOuk
iIY/2EbiO7dZGwvOD3jkzZAQyxkpDH4ui7Ai9iaECA3+F7jlfUquzTR6YT3U2fq5u+pe14o2J1Wj
tYnN7Rhku8HsFtZcUKzNAcocqZTrQR+ecoPYjHJwbT+CH4RIZpGokUQK7UGLHsUqCedTpMRv+nGe
vsUEpic0+h2ysOVEdGiV9d1XAf3hhUWWE5SuD+NBMhQ6nq5gv0rYt0EI7bCYTyJ3YzNMhDmnkfKa
+RMaEiKgEaG7DOrUdT8UOqe5zejGHmmhC5HQoU6oDznxRT72EeXC3thX3Bmm3DY3OPaVqcx2hTaS
A5rn/ARI/htCi0h7W66zfiSJIqOqaYH6FoQCW2wVqo1jphqRPLbbludlnUx2SBy7/w1xdFdGkqN8
FWXxUFCbkMmYbKipUr6bkwD9xWAKcQ3l0eO9WSa+UDYn5S5JXfMrqGFKcNBerWcPEzV6QmQYl/Po
IHdeKqnuSOJA8DEw6RAVlc9lvcF4U5IESSHd3Faxb9wVZgZmBlb9HciBYSJ/nBM2h1XBdgbTVgzz
2DaW857s0gBjbyFB3uoYlyOSfdCFFHYZPztmUscIOJWyQlNY6MRtq2bjVnQ2Y84acd6b/mJFMiNg
18zTm4qVKmN/5xoxhxOauY/NTMC7x342Zct7bWXecMXrSrYznVfhJONN6uWbRDRFiE1c3E2ufVnk
ktKBX90R3JTdzKVH4Ve7JIbpHrL4uiKYl93cfIB+TUNAsQV1/eGDNTvbSieaVKAICMekAYnP/A9/
K7Ua0gVdYzM2Ut7GTn1ht/oeORuVKc7/SWipj6xx7OyK+M6r/PxRzOPHJpmIGeWHcPWUFJm+f0n0
6cwozY86Kekx/J5QsRvE00fIYRyficD5Oi7jg9dpbtQOM28kNpvzwV34ZCGqLTIn4VJpZ9mSf60x
LFAB7iNOgRfIq+zvaH12VNHTA3RP7QJ7fbdsiHrOn1GwTQRgDXPUDSrZA7d+kPwLhogxgCyzvyZy
5TrgtrlivIdx38vztLWuCTTlLGu5UQn2nWWPWa4mG7BMiG7jsMY2unTRn3Lq2NqUvjexOfm3QeWa
58siXNaVVIsmR//ieQuJ1Ryv0NzWckeB9zIeIZMOwOysgROmmm+KrLyF53ilDXMHBLt1xAuqmYPQ
yvxyScrp1iPmPnQliUT8Qx9GbbrO+6x/KIfa3ZDpQ3rYnD+ObVYdeO2r/qZ2r2KhzChlLjrzK1Lu
NelXN0K3b9MqyM4GeirOWSA4L0JaOwe78EjWZrGBTD7fEKiWUf/qL007fmjNMjiXhOfEQWzfI6kj
CyktjVujX731jnU7tcRVlf5YfXbMlmuX0v8Qaywni6vPZA6wVKN3u6b+3xaRCDJLbZyq6u6Hsal+
UBqor2xMvmdiSIkU6HX30CHKvNFb9WLmibWXWrWp54p5Z9ZEWfDpqYBCuPyuauNGmbmZbyuKjef6
nNT3wLkLRGs6sAZV0XGCO/8h50SS8FEVw3VNxgvdEk7xDbC/JPSzkRJbIEjCTeF7pk9602m3Bk3s
iIZ3u82y5inuhyEsxuQbxM3PukXLN3TpKN5riV4/4EOzdhRRrBdCHh5zqE2PRamhpNRt9i8LTakZ
JMFoZ8PWKMczC3BhJMHNnSeN9blgK8GZ3n4hLgMELUAsNrJbTpDaPbRFVr2hcDfOjGrcyOMrMpzE
fupmfn6ki5yProQcnetiqYAiWtOBOh5fM4dzcKXCgiFjB3tNwI9AWHxbV9WynzXaq4Xy8pCs3h0C
kuJD7ybmi2MVd4TSPQPN/5GRfHOrgbp+MB1O7kknjbjfp4Qjm1HmSMI6XNRK5hlhfara57Xu9PWW
CdU0JJ9zFX+N9bnRPwAPGshMMhARJpHficn5IZN6mUpmQUoASKslyreyt5W6I2BqlY+VLSXFyKaN
UPyIJd0+YpTjlpK9x1ZhaTaEUOZVdS1bPw3KXTF6g8fySh20pujXdmtsL0lJU7lhTwDv7NpZtN6i
0yOzsiS0mLyeJATlaCDm9v2xFLecSDt5T3axNn1yyjIBIzSW7KOsC3dehiw/W5mEhv3Qlqjnmg/k
LREmekVFXa+qD+imC199GERAFOkXctoSWW5UPMQ/iMryqG7XoNWzrWqId7QToBiroH+JzIlIwQ3O
aHfCWdu4dwSusl3W6VXs3IYuiQrdAU81pI9csx7zym+eUVg0+raCBK8/NVlqa9X2eJT736n2H2ig
fneqvc6S72325dXBdv0bf2pe7D84f6IpgRIJT5Hd4r8Otia/AScNmwmylgA3Ez31P0+2aF7wjyL2
A8pLe59h8G/Ni/0HnGPk9JyT8T55On/rXwlAf4ox/pmM9DZFAusLjfufTrZHaQiK79WvatAXOkX5
eIUy7Zx+SUG6TTOdzfpEihNBqHqwh4s9+2THrAEn00ByxqHvvK4jy6Bo1Z4J0ScntSG/IJpMt33w
erjBmwZh6ngTkDDIYuFk0oSR2kvdv2g6o8qDcDU6E5BFrismF0NR96Wnhi51R05xm597qIwd9k9A
DA42pFI9YkLWanYbeu/QXNRmI6xdYomiYcqZgybNoNzrIqIko6WoRbfqra2DvdaGFzahBHL1IxO5
s1aPbRUkn8n8BYJisd8ewD2WDf8egFzCUkcBDkr4iUc5+liatomeWKI8NnPCZ8c8aMnpW0vZaQ4G
JuyyVFo7a6CBuHWPpW864pTB7bUiHnjCvLYJ2zOIwCqSm3atnadrFb1OOv+liSmDRWqGTkTUvKJR
P/e94T5jThnLp8SQnRPm9jiVHEfguVwQGlcMYVUT2b3pjyV9u+Asc28dS/1Ls4zmFiVGoGiXru0A
fUhjknic3v9Y18oy7h1Y1wsk97WPcGwpWJ1W0F/IMMhcFDKW6gZJvF7szWM7gqK6uMR0T5OiVuP0
XB1bFzLwU6aWYe1p0HEZaG8EWloSyMNOJ0xcCo1buXZD2mNjBOeH9y09tkt0c7Y/jmsPRT+2UzgU
dWc4W2myEDdBJ+XYeslpPqmz9tiS0Y/tmerYqvHXrk1+bOAY7trMaQmTIXH+2OTRjw2fqi8t0mSO
jSBHuTSF2rU/RH1de0mHVfU8rf0jI1bpHW5Q9cOw7Uc6jQ01RYXIk620z1G6yP3svieaJmOQC7kr
CmOi4rq0LQXjxbSe1jhHA/e5XuKOmh2HTjSs5XDIe2qyWbo25FhuyemNzVGZ8JjK6XnisEK4oOyr
b4AyMoJqrM4o0bc7y60sXIefjf4oig6LkhD6k4GdHiLQ9ntqlvE3LEPVjWfZJFofW2oqqSdaYJ6s
ho07xI7gv9n4GT8bHXedRnx7Futx3wBTDFCoEOq2fLE1p7nBodsTLyJbzAFiqKlA6W3sBBi5JIec
FHpcfWFSDFGYhRGm0GlWKFJ00pF1AslJ/yZdMom/lSN6trOmrM3qcg1Zp7/el426r5JVP7ZmuWfh
0JniA2mi5l289hYNbeliDphCf5FwURZ2r3QX8FXk/nPuJO5t53bBc+152CGGY5OyLqyu3qekq9zI
otZRFRQUi/jkPI6JuAyS76aaEWg4dDwBDRerZkUdm5+OVY9sxaepeBxTwqaYymg4P+Z1kXzqjw3T
AIeADeAKDurGnUemvikr2KQXoJ2LMLWwMIQc1eUh8PPyUTe52jb28vnjMo9WejOUqsWi5bq9uGsn
u403lq65YhP7C1HXZkosKdgjQlmSdu3qEqlNhxcWNfHUllZQAK+PXeDq2BEOYpDZyCeg94VawFJO
molRlptmyFOdkOUk7cOkFuvdBSQ9bjQblgn3O2QH4nfoOtfYHAXFJ7+JN35L12s3e9rwSaMR86m0
pdmDZtDweGhke2JRx6q65mnhQOa/SceJxlPuTaGq8avyu/aymRLaawmEhS4UczM1G4Ws8I4BS87L
fOyRJ7adjttslm6xyRxaPZuGD46Om7V0Ix0YElijGXjnuPWObfY41dN9e2y+L2sfPsO1T08wXvod
/EvmZGnzCvy50OjlJ1KVhxiDfH0Jcp1GiCTKoN9CPKPrD4o4x94Tl/gU3LjEs3HUCMB8RS/QrdIB
dVQROA04WiokrHcM6yn7lGU69bRWVbq/CVYpAiVj2mHLKlCIj1oFvMzUeBJ71TAwm1L6ZM3oV0Q3
lWH8GGWHgOSofyiOWog6N8uP2VEhQSENtYQ8Kif0VURhEv2oRe1RWzGwy0uJoUJyQW4V6otiFWK0
R02GNJqU890q1ZgI25Yha33+yf+nmMMGDEryUsxu0SQemGykl7Erq2sakoQcmcbi7R0lyoFQGFP8
IMG9uAbL4DyaVKc/Fb3Zfks1pugIo6j7AoGKUulc6/rHqc4xR1qwh3/YiZNCQ/Lqy8JYls+YWPpD
EK/dwDQmnwzhT05rTiJrEFEGGf1u7hbjCaUVaT4l58cgHPnb9H6tsQ4RSC53gviwH0LrBpw1TAOo
POzubCxyBB/p4AU3tJmyGY40HV9686ZMKeqlK7UuHYw9hWHGTE99iamRjybjDM1WPqyywX0Qiaaj
x2tj3BpFbHcSIUjS9GS4tmMZDo7QD2kh029q0oRPPFJjIfIuitm/JbHEKGgNwc28Vh2ntUhDRjQL
0HsVxtTQFkNmfRGB3lEwnpbO6C9Hk7Pyh2UpnYn2nzv2/lUCr1lcuYk2YFJiAo2rB6yandiMfm5X
G094U3zeC63V0RgksNs5JTmFftvOkkqOZ7coQWCGBBVELKs5EFbtF5cVMsUW20tufPP8ZCT/bp4T
eVUXMT4VZmAqVFPB0XMzjyJGJ+haMyHaAAK+JoWWj5GFBghSveHacbeBS4NUbZk6Pd6jrejTJ3fp
NHtLSm4FFnQeKg5tVChyznxjQvnGZZY3opIumHUdQOzhtS9qiD/3tq2srU4imH1e9zU1gJCzFIHb
TFwF2r1d6ziD/l2CZ0b7g1oT+r2bY0DZ4ICyuzF0fCALV0HWxST4YQIR14oJot11oKXbQ4aYqD3E
+pq1lAbCWJxtiSwCfsaiQxffgcDtvctE5ECYMd7UyZVJGHXytW61NtikHTYWXp1TdvSA6VVuTbQ+
4/kU97Y10TanUP7ST11fXFAmn8UHAAJAFFu209gWaePrF3FDn5SSFGP3vJBIb3YSZkwRMUzp5lgL
DfGPSidk4iyRnJ9DBrIzPfoDh6iwcpwxQ9dmSul9oitqPE/4AM0zasuc2Hqc5xidcnfGBSNmcBQk
7NIMXRjMGwo16MJWWVh3TrVTzHueuSAiRB8yAg7aXHY3ORNPcZnmZv9dYxt9QIbnfaYRpJOF7c8i
2xmtUuaZ5Q/BvB2rrDKjhYLBEtWOm0A9WFD+8NCG+rrxlWZt594gP5aOJvIhjRujkK9Zxhz6bLWn
sG08+ZU5Iet3zgCEillFz/BOoXn3bzqv5zM3fMgJq56kkOzW+gRsZWzKfktLTv8hLV2wgw8yKiQk
cSHedHusUeQ/pPBtgQdNgK/moSvO2CAQBiOdie8tDhxmvYZ189EmMZhf4hh7qG1207seBaETtSMq
B6jPxuRuG/zxdw1QjB/kySEzKAaXRPFgsufLronpgCi21LTSYIoAM24VkZp0ZcYAUSB6yAuDuGMm
fk9PnxABeE1EoULoUUcmWhlVTi/Yqkihpx+svk36Pf08inzDNPf1pT0WMg/nNCYldxm1vDoPxrrx
kM/lix0OfS+qg5xaF/RK4UvzUgT1DOsBEFG6HXpvAPxRG6O20XTeQughrXW2dr34FDH5x4qN3qMI
jOjoCHQZsMZ7RFKKBMoRIiiKNRWM3wakLkaIxrH+TpMJgpiMAZd8bYrGntuNTJBqbmeVkfq5WiXr
JZK1N/g93ZAOGCudg66f0N3gkDMgnyVd4BQb1FpoWsNqsrR4O89Wt1LqcPw+uiyiFEaFlel3aTvH
zi36TtrgkUnmse5FVOd8+4GtZ06NM2kb4qH/Z5nJunn/8n//MH7vmTl8efmSfFHfvrSvSgj/sc04
OqG8MM5WIDleKejF/yoh2BaGGjb/4Cz4OoOjueLfMWPGH/xZCgtAeqGV0e74dw1BM50/XHYk1CPo
8K2t7b/UHn/t44KhCgVyJWqsIEqKbKcORfaevW9gLYkGQk73i1+zH0jwd/xUVHnDR/La8+Ab/Pvc
zMo3xgK03jOFjJ/sOWvskjGpHNquIy9TXT4O/fDUO9O2DmhrtBTA/zkg/yth8/S2uBSMEMBjPFsH
XdHq4vnpghOKmpgih0Rq5eo35ObGZ4E3auHvb+uXq1DEpMKD8h2mHI3/EzdjLpJynPO5Bc2YKsRe
TPAswPY7hpHX9g0ensmWi1oPdinwskgpXt9LzraoMNpKRaKciHtHs92VIJHt7Crz1QMZsd/6qWjf
ubXXNqf1otAWTEYunk0gBvZ66z89wHkBKjmyAYlsl1hNcsq6HR1Cbeto5nxVwxB7Z4RQY/uplLVe
zyJDiCtZRB4AqFt//6frwSjWY0JOuwj79LOHAWfD5RAAJaJ750q/vjQcKQ5oMFyFwB5POXjx3NZm
nk9Q+4FrXRC/KCITNcTfuMqaBmjZODAtYJ+v72cQY+5mft/hEEuluEDijFC7C6Sa3rnQL58Wyhtw
N/QFeFk0HU9Gem4HQ7IAn4wKToURe3BxFmDqiPw4s3YNyL8fbJ3L898P/DfelgMYBKbNypAjOOj1
3ekeEs26BzzQmXa1dUnM3LW2re0qdMvvDMTT17U2TGHxrohpw3dRPJxcClxXjw+C2LARJyvsHGsf
jyjFf39DJ8OdwbcCNj0m29WS6B19yz8NP0QlOHvYSyLFMcazOBmuCHTdEsW3LbTK3/7li2FrRSvl
IaIBDXIyGzrslptpago8DoSCpgFduCHwLorGrPdSpMU7L+uNe8Pu7LiMxJX8ePopSzXavuw5Sa0+
OLU2ZKkJD6ksLodi0IyoB3n3Xl7KyVvjeZowVJjVIYwBHD6F6SIjzhHdcvr0SLbeNzZhRJJ4v7/6
HCljMuwpgBNd9ctLSyn0cDxBtbrm++4TvbT3fdHl2xQF8HYarfadT+2tm1qnJqr6uJt/oSfb/jrh
l4Ad+OCzXQ9HcVvQqvsbd4VSjm5fAIeV5sPrAY9+MZtxQObRJKhp4Z0poICbc4SyU6EIFcY7o/GN
u2INYyjyvpx1y/H6ep6t9Qufs4jwUVBb922xLQzit37/rn69Cq+IDQb/W3cCp62KYK6LwZldEckG
TQV9+JY8TlXvfn+Vk3mJYcdYY7MRsEEyAqSDr++lcwOFPYvNPPwSLGD8EpoIjsPOsuJ3buitS61o
Xrg7AHNpv5xcyjQSbxk9ordROGEqs6d7ZQSUENAC0W/6t9Dyjd3TW5fiya0QYB8f5ekH3C9DXzR4
R6LYTR6anlitIaM62FAA/ctjAfYVMASITzpj73SfFutGl3F4XA9YiSdCTmwoGEB//I0bYl53WEEc
a72t188utWqaMKooI4oP6rBo+mJcm72Mk2u9Cpp3aF5vjLxVg6pjn7ZhPDonCySmC0n4uUDKUig9
5OsaDnpNZPfv39EbV/Gx8xIKxEQLX+7kqy01HQk1n2g0tk27zdXyCSGn987wfvMiluWwg2ak/0Ku
ygYjT2ODi2gQTLZZ1dpklcvxHdPuG8MNVvd/rnLydvCIiawq2xLVFUJYvykQTHVUDgpz9O5//9R+
vRRBlHQ3II/6jLjTyGAHGcssB3DEzmgutHMCWiLCdPIntA/aO2/ojWutdFNGNrpc+F4nbygQQpij
TSmScrF9KTyvuurGJPvCOeK9MMNf3xMM2nVtMiGAca2TJ4gWUasp2SLXZV7dOu2shcI01Dsz0K/r
uu0C1IEqAhYAf/7J6aOik1n4lSeiFMjHcDD7un6meOV3l0gusFgKaEN/DQvH7GNxAFmZ3Q5bP06P
J+b1kYOVOdZJETW4+ENI/O1Gw56FpsRks261xjv7stMU7OMFVzQN+cvIUYguej1V1LwdI6V6GSV9
ENMitZqAvJqgUaB7g9n/qI00Uc5c5kMq/kOn5u2cN/onUzXqmTbR4CLt6hMzaiozRlkRpP2NjX1O
o/QqpuIMjwzoPGkt+uVCdtw7qNVfhxywFzbK67FXDwz95Idvc5WQyMFyBOiMhm2xQJLmQLDEXzUK
xc474+Gtq5GyiyRhPdfwyF4/KtUWSNfRrEZj7nXg84VjPra27Nq1huqk71zt19FHD8bW/RWYC0Xh
dNtgxlme9SXrH4BvReRK6qLCGmgzcoJzUDwiO3tvJl+X1P/IHY6Dz8AZQAQfuzDGvPX6BvXEXVL0
TLQEAhpsvft9XlAoUgPcZJJmMGSd+99PT2/dI18vONeVPcM57vUFex1xkiZZDrNx0kJqqE/BlB3o
qsSRKJzsnbH+xvvjYVIlghgPUvQ0A8qCw+xprV3iCQMoEmqdah60WYp9bmfWze/v7K1rrcshsEUq
JZzvX9+Z3zjtOI9FFUH6nbapW2uX5ZDkF0VJSt/vL/XGW1uDLnh6UIfZrJ/Mu1VaJa4fqypagqah
JyW8R9NXkJ0AGEEAqEgoonfyzhr265sjeRLmBdOVg/kjOJkbQQf3C61DvgVXqYNaynjr6KOxDwjd
wDNk27u/epNQ7tdN+3ootn9JUNRMEjtSxPgcwFe1JcJvbA8Zio0iHfWLPBbTB80EbP/7q/76FlES
6abtwMnnF87JHlSRTY/nk6u2OFDPFslCRm+nRBCB6+P3l/J/+faYv1AurBQzE+rTyQO18sArhqop
V0tHP6CatcsPMmh1msfVUn0saMPcCyVRBGXIYep3JptfxxClBsarzs2uFaKTGy0ydkNZI6rIa9vu
UBelExE+i3Y4WMb8mnZd/kCehPPeHv+XdRxWMFkRDt8/GCNmntdficA9iBoGDnSDx3E/+UlxBX3C
f+fRvnUV5lCbVEU6bqvd6VXpa0GKP+sy43xeOg39yLbFQofb+Pcv8JexQtGLD2F9gsjVWEtfX6Xr
pnYwMAtHBi2Z7bohQ7kMuSEDGvJ3LkU9hbPiCjw6XYiKpW+70ukRpZaje266QFRs+p1bPdems9/f
1RvPjg2WwyqEBxCo+fr7P9VtSiPzvczEEjyRhoWKktlmA0YHMvvfuM6Knmb4U+863YaM5prmVS0c
jNSIaliP0+Kzix3oT3vhf61b/zLQ17dE6YTFjlmZXdbr+0m0qVVO4pR4HUywq8qPBw0SEYIzMRna
fqo1U+3oPr4XCvjmc2Teg8nlElLtnkzSwsqdnJSZEntUIC8gOuRfHEHM7t95jOyH1kMfRMRgHaQ/
va4E+k/ruSNwJdfqHUq8uIAjjXLYO8PihDPI0+M5rsQhWM5Ay+jOv76Q8ERdo7coI5qXCQlKbkpe
adrWEDOKfa2DKcgo3lSjGQLl78+8oDLf+QjeeqI//QSn6LqgmJTXuwYHwl5zgcGSsfnUgwi6++sD
8+fLnMzLrsqmWfFxRYM1TYcy8B+tsh7eKUm9fS/r9OGhf2L3//ppmsTKahCh2WvNiWh3vp40ePC1
QH/ntb01+ik+uOAAGP7UVV5fpwItInoInZGTSxfN/GTcKVhRVKXY8SGY8mR8ZaTVe4eMN2/PoO0A
yBB5rnsyzc894dQ6ZjT67xnN3HTJMYYnvXX7+1f1/+ydR5PkupWF/8rE7KkgQb+YDZm2vOlyvWGU
a3oHgiTIXz9ftqSZV/006nj72UghW8xMEMC995zv/KsdmBgcCiPa9ADjxddP502LQceS+10CAzvq
2sVB8AVUB/WqnSx/+VDhZUbJBqKeW5DzK92MgGxnml0+k9Ghd4Xo3qGDxa//199o/g6XSIp4mw76
nyp4uyNcs2XDItD55G8h8WvvgmD9zX3uz98dlbuHopo9UUAO/eUn8lvtdASpTKyEZcSKNiwb7KMI
IK22/s0edVrMX6oMhysVlvLT9JAuovPLcVwtejI8SsmYiJJkV7RGv+/kUl9nnkXkfFMPv+lPWadn
//IHfap3kHAQ0CmpkYd/XReF27mAgUcdFwVOguuuqtz2taIyltRWoVS3YITMp8ZXYbstO78Sjyga
R//IncHo7v/iGvUD+HQBw0xaJQxCfvmeZYMDrWuxupV+b+xyHw+oSTPjNrP9390oWSa/fHBokqck
4lOUAucqpPSvHzzpmyZRSe6jrGsMdsqlMabwGhW5Mzw3NjpyQgiDmaAVID6QiuaYynddr+WUBYq0
wKktCBu20m89dI/8tVgGiXOuTtsBNEyLL4ZK685lquie4QfSA6qZmRjQRfr2s1OUyjvXfR22UY/F
S8dC6j59gD2MKZnpCPh2+p8AhzN0SsqZEBE6uiWiG+pUY/LTEPk6zld5S7vvLkHVoooYzUaSPNZm
FR6GGp5JGaVFmSdvTliNXr3llArmLjJPUh9cru1iF8WJxtfZb4nAoregveSScbtk8MJ6woYMqxrQ
8ciaDhzkhaE+B7rIIhgVCXQymqvUti+HHGxEiyIZkPa2hw7iAyQvYXJvwxB/b46SHHgTFhykfMUH
bPhEn5HcVCUxdCMcpKAhyEsinBQrUVQ0esqtCE62PkEf17p4srWd4ePU5Lt7d/7UhuFRQmZ0b9px
Dv1dv3j2cFT8wCJWSxtaWw+JC6rf1GnsbDO3YdHvnWX0wqsSOEwY43TVHc60vl+u51VW8MFTLNbn
yaTk9C1YWptEjdwyz6YURyEJGevafMLkWD5xCBviwh4RVcdBRpTbWe9DEL70YDbKo5DNPB5TzJZy
O4Cu8p4LL7NccFszblbALOmHw6WKAJ41RQMeFT3e63Ob2Ng83dAMzPInw8lOflg2ZXRzDobt92ax
medHNlbM4jtvG+KoBHRFcp8kVQCE3O0Cn0QLocULVuq82JImI71XLTPzpx46r4GVLUr06bZshgBi
Dkxu8y7NFLpZx4BEcN2UogdltfYmnwfl3g8JTRVOazUg4Pa9Oj3Yo5lVXAg7P9vO8OidXdqaxvVA
QYrhcphz/Q0NVGLB28PEvcEb4crPHozxiw0qD6CSx7NFq+jwAK993vQ73PTzBeL7GnG2mM31SRpT
D8Vb4pE+qcZ9FVs1l5fIkmX+LCD+wAgZWhfmkpuM/WakyUjqU4bEb1s5jcnahnlkbzJT2+8WtsYm
csPVaOKQ8VgGdIVwD9ZhW1wPCsWkKQgBAcC1rPYe/yv5kPjM5dE1sUFvMyw0QPqcoXVi0Pmut6mr
rnd3TWeKzxTkY7EJUuFP+5VC3EVEtup5R4CKeoHjaTuX6RLwh5fV84gHYM2i/EsN4ICybK1v3Yy7
bNM6bTif+Z1LzSUzaJxnQbKYy84hde99xmRmbEUt0EI3lqe+I/J01UPOZRg5GiGJVLxEo8odDeD+
fmhac7kkFEiomMRQndF7xS7iRhIEQHnVtWYy7DDGuktU1UFmbiZjqiFegmey4zQB2X5W9GOKdC8v
bHLmjTUjD5kYxsgvClJcahR6elcoy3lg48+eulAnd+zdotw2g+cVD0YDXuYwBAghDzN75g9pOurF
nWqpz2kaFC8hQIL6fDFn2FAJAju94Q6eGIjYyvrTFIn1kE0MqiMmWCcBaComY08TvU/jWSetByAS
IfSthp82PNXdYt6ZoPeuLZS5TTwbobOesw811xO5MtXRqLuwPbiJLNeYXlB/3yncL3FbG8GPaUnC
9rgoPfb7sBhFftHhZ3sxMtNN991SVMYeVVD6aaPN7KIxQEYHA7J3R0jZRWdEGTfGYGflfVFcpM0c
WmfObLpPXmYOHgnZjnguTAp20HZBZvS87DrIzxZQXudoc+v1ohsz4scGty2NbQCVoY29JJtxbCdY
3edoxmtzU0PgsTYlSvYpMgkaD7a4WufxLWGc318OcP4wrY/ZZG/ZS/w5Ssik0vFgFOtttdJS+y7J
gsHPkaSYk+F5WCApDM85LNCX8Eqlrj3E4Wih3LNQHJd79pJJ7Opg6AQOeMTzFmkh+eLGg63r9BkH
S/nWTb148iqiOnaOZdQIIezKYm+A5STlVo/z1NOPsdP+DmbnUH8DbirDJ+zgebr3K17XSIPKHKO6
tcUdLAnTiUWROAWGmtDuI6qiWsamOSfFxu9dmW1kUI7JppFt0VynzdRVTzA+bYE9uwrWC2IAkvEh
Ux093rnrOCXhHpxgeYwJAxZiIVUcZiBUCO0oDHOPHlEFL0Y1ZkBu1TSeOUaq56Oz8uNtwyA3hy2S
nDKJQlSY5aGp9dr+kEz7F2qmqX6dM9//7EMvkO+6nC3ETxNSgi2OCsw83Wr0XBK62nMf2TYqG0RC
UpnhLbvVMBza2k71Wcc7asf5oorkxBZVhB4JMELJk+i9Pr83gtG0WOwB2t/c1AHhA8z5p7vScrrs
vsZW4BytFg7VGqMVduptMPlN/Q3YXQvCbYAXxipZi7y9lNk8l2dDJ8PqkKZOiKhuBecHzp56Rj41
hoKqiQVmrUNoD6ttTd9VyFT/1VXpgLti6urh3daB5hXKk8y96uGcfTptAp5rNkNC8XJkG7AIC2vB
y+vhjdpivnJBJnngOlEMeAHfcEygWd4/cjPCrgHvoZn8g/YqyyGefDGta1nTS3zCAzOk9zCj/XGP
qnqurqWz9taO8WI27Yt0sTPMTmP1NMP9Xu4WcKPGho9f9G9MWxXkqXJxxqObi948mqQfkv3ejGiT
rcW3z9whX4bnLlvpyQmrqCWm7WA9L8yVzKLGL2iea8LDAV0ME34qNglzOshlEqiSg9zqrodF4gWa
u5nfPB4cxYsZZcC9je/EsBjz3sqAQewMk79w4YgciCt1ZWVdQppsoG1h3vKifjILQaZMXuA/T1eh
b9LBKMXj5NkGLuKx9S8wVnnqHSrqNF856dLSbfFLxxruM4F+BAv5LNROGX5n3fhNUQR7Uznhq6FM
c3j0k3lu0McBzKowcRujuz0RiZvIMKDZGnGZeIvZRmrOAvO1IzXFeO7bFGOwtdTLw897+/8beP/z
pBT5H7HE5lW9/sdnoxDnXkGr/6//3L++tV+A9af/+v+Yd1FnME4hf4M+EOKTfypvgVKdKjxGs3TN
ffDm9Bn+GR/3N9LSGGshXYJcTaX+v7pbG0mudypXfuZ2ox+0/op592tBC/UbshWFOYrO0yiL/7ev
tQ/ZLT6njI+DtC9uHYyeMDS9bqsHYf8m1/zrX2I0dxIr0bB3GWBZPuOJr39JdT7mr8WmVKYFgPUQ
Zwod522XcVH+w1f/L3Qqv/RR/v6XkLN5fDRkzeEvhWyAqbbWLpiTrE82oiA9Uurld3rHf/FxPGTT
J/80rSjmZV8/TuoGspdU/m7u9weqofS0VeDOEFlb/KaH4ganWv8PpTmKEY+6nMYyE0fYYb/qiQAV
Z2Pqlls4JGB+xlb1yWXY13m57XUVdOClCs6AdB08qOCTPZ6jfGLMDMvFnjiJPCqVddJKbLomHaAO
oNaoYnuWGk5rqdr1HouQaXMA2kTIFm0jxFWaDSURoDZeUGXa6Tv0hTDduu6IockAKfAUugntvhQ6
qXVl9DP/IdE23o+84Z4aDSZo6R0USPdHvuYG2ZR26hS3S40XLLZyw/pwDJ3DK8ElXkbGPLtuDDgm
DM5g2HiYLIQt5yuzbLyHURHes7URRXYnyh4IDGYv/jutUoa+ExdHDNxcCUKiMv3lRQ/m9JwNjg+m
p0hkFklM6UCFub5it/ZtsKWZ23NT983hs8EpDUfd1MvblCT6SROt96OucveyB/DI6NPOxjutA4Dp
3KxTLJCtA0sFcZf7HIB+7SC3tcbbMPb+Q+LU5UOiXGTRuIqsIBIjuKcIlE8xPgfoOnE5WlmtnrnJ
jdcI3PmmG8ITvzu+aO6ExOEdCTUXFzAe8MTPjg/hQg2hepZuVb41Q56/8daMr9kCLZPWUwvHMWkF
xkw6KcOrbw1AsFaLX4b8HhxGFRrBdBPYIH/5P+7nF+o5y8VntCwDnh8bwJbd2FeCnuatlOlU8GXa
tBdEP5VPWgQLTO1SX68dXNp4HVUJahrDXdyUtfNoTRpokTUu/VsehupJJ9X82JdGAmbbW/J3l2H8
/YAcodqJRc2Xkng4uGMc/yY3jlRfBKH20HNzY4ML32nz05zn4n1KW/hKaPdcSHagd29FKnpyknDx
G5F0g6kEBVZYZ33eNvQiVG5cVKJKzBilUGfFOoS/u8Ej3twqMxzHmFRzO9mMchF+ZLVcIqEvrfV6
q9c5vWlqLj7l7GdvqdSpfxfIPH0evdznhqy4o+NXCfDaLAYB4FE/Mrbl3xftusXv46UYlOk/4COz
uvehH+B7zLk/PltdDUBM+LP9XraqmePew9FNXpbGqqj8FtwAdV0Jac6c6CQrbziF76z1XWMHGe0I
JxNUq67TRnYwUL8WQbl8B6tA5mvVIySPSNoqASwlFW9ZxV+stlYiuw8rG0y6FNItqHNHYwbCj5Pp
QRbT+lCy7YcbaXrZBxpbnE0ArP2X2u69WyGhHsRt5XMl5WGgWzcylLfmmLhAqhI3GyKUnmW3raC0
s9I6L3Q23QrKB6IWjlR0Cfl7MHj1zdKNRbtZwJsA2xoYIMV5YdIYAGpRi9imxiFgvtXT80rKsYpm
3r93zQK6swvx3IbAjuJS0ckaLL18BhNymAglXokdOGvaahOWSbDF99eMm6AzGyALbTEamz7RzqNk
y/xOLRlQN442cDg2HMhrQAqa17xeILIOng3N1kwX4vzoy6VtbCc2/bUs6zAIY+eTtBQqe7kkA1jx
MR1jvuZ/Vz/YRsF/wTKLk9fczE5MlzSzf6wWS0WH2gZn2IL23RDzZeAzrcJs2MLNr24FKaMVsoJ2
psvSEDc+lZgIg87DcS8r8kOdJO3p2XgOEYakIBd6R4QanPZmCcpgPw1uoWOwANjnPdyr5/Tz5xer
cRHEWjWBr5ELOoaBcKcEmxnQihsX0qtzEASibMO8w6bsVERKAEqT9ZmqKm6AeWvJbkM6wIi9FXgY
rDL2Zx/P52T3x2XE/L2dLL+ZwdhpM+R+2Ls3cjphGZNV5u8OqxW4qhjDfFNlAcVWUY72RIdwxlGX
kSH+QjxovpxpZJufBJu45D6RqnADxLyYNmmBsjwOTKXvR8+pgL8FDlhcYhmpTMsmDHVk6zbM49xm
IExyxjS8g7EZSbcxR3IV7apj8x0MZR1CSAEnOGxD2GDnS+epoYlWRYPvT5ssN8zPMWl7DPoWkIVo
IlfLDiiucaoLqN3OquyDsYr+WDqE8IF2g94/yQyKtZ0454xhqm9mWYVvBmXodyvQdD8dY0iHzSxV
eulSJl8p2+zsPZC9dtq2Qd7bMckNeb6pZZU/cE0332Z8gHeONaNf5HSnxm4Hld/UzU+c7IK5Gnem
9ZRCA4M3PRsJwY4TLYUI+q8sMRlirDTZ27Y47e1mM4qkfWvmar4l793eOLW0bjgW/CuqPHOOMZDu
hOH776THYY+2hmwi/9ZTozzQuQ6uoR2e1jlcTugNhdt0vH/N8A20fXYX4lFedpLo1Y/SSYQXW11F
/e9LsXLs+uxfkWOBsTdICoATjV4ccvBPirCEa6BjZWXyqE6YYbhKjCsYn6AXR0O0Hsj4xCVcp3hX
m3Bwr7XV5O02O5GL3cbijZxOPON08v3XvD9BjpMVSmDneDIhEoB0ki1ttvrI2Tvs8WJCSDZPsGTW
pvXa/iQor4AjMT/+JCtTx7KcTIIoO4jmhXpZlxOHeVlydgDSWeAzY0jW176joDa3C1imSJ6IiXHX
h/2Ly+Ird/4J97ycwM+ZCQJ65KBgHfH2UWieINGCsLYZrooNO9oiuMKPUbQ3T8yZ8+94DTI29skF
gtal7i6364RgP2kTiqpzBKyRiSUGnAIGqwesmo6KzcYfHdBcjkI1IPXY7fxlBLpHz43PRQw49AlF
duDFIu2JqbFh5y07EbK7kx9YcSpvJ7WGRFikszndNoxsylurd6rpfLDQOAEtS13nVvj9TKtGDPx2
NnvUwEUurWj0J27/Rgp7VBmrAZowkFh7EZIDWwSClut4Zk5ZnjeTTfyGzNi3WDitZW/VnE/gzIRo
MfUOtnGulxNQGdqkoeKgT9c5Yiguv3XQBHWEjZWBBXlD6kbRNUf2gY37gBRSl1DxUUZFi1tQHMsR
Ty+rrdRvjTELb7Og1j0rjB4b7ZyVNcRlyKz2tV3wxnGQGOJWDEKlu3bC/RYN2i/EDQwv7kRDv3B2
4cEOLmRn+tMuV17hbYrU9JyrDMvEsllIFC52o7a86qqmIfkqi7YH7cm5SC8H/1e2odKePiTsOW6Q
+MaDyFG2ElFG+8HikD8987ikQc/CmujzpivcAsYzwwda+SWPANg3JJswQDnJXRwOnHSQwxxL6nwm
1zROB1oE7MFmu5jHuaoMuSFKtgoig1lbf7tqjWpMTaietuGQ2OGOIMbpUE31qY2XAeUoN9iZmSJY
SMLf/Nka/K1YZelskyoUA/ks7lDY17mqxG4MDbEeIXyXvBh4iTdMmVVzZoeFNuQWni+BQPj/c4st
B7/8AZG/SoB3nACX6F3Ttd603Cm8V3SwGPqThCKEc5nwXe9t6HwbqzYBAhwHU1qGzmUfOAbPlVTd
s4UFEpuxORTmI8BB3b3meRHChXSG3r9hnppxTHUpZzD3Oq/8/P+WxD88wSF14v/dk7hppRrT1+qL
I/j0P/l7X8Lw8P1itw0pLX0HodVpLvr3JD0c/BDCLOy++CIEc2iaGf9oTDjib5YDVczHU4hIzDyp
vf+RpGebfzNBkeGlwL9DfR8Ef6Ux8XUoy1/Aq3hyYOIppDvxJ80y/KRqdcyCE2fgmMuKNb+dhqTf
nVD9ZzXnCJdgxyGevinzS3P0st9MoH9Kqf635uYBHJL1sFd5romaUvxq+ENelTeZbXkxT8pwcACH
qUbh8FcbfZwk4ACkE9bEljDkV27NoQ9ITIbbNZgY7gGNWs+163WP9eK9JHk3kKOj7fmbSLmS742u
cqedbPxto71h/4ef+V/0P36Z5J8eHVmTbfHTgp1zePe/9iZ6byEliMFu7HmLrg+LmVveDpe/Aw6f
Uuh56cVY7UK4Z3ymBE7FsbW1VZ6TljX8Trv4U9D39XukZ4Gv3GNag0ncZS39UWuFdHGouTPTli31
vG5D4om5Ty1jae60lRVvRUBYAzqVgmCfsl7bXTNMBHFBX1DmXnc1YVaty5COCw4dh7gymMdvoWD2
IbN3UjfOBaVjv/n3X+FXmSnfoIehGrc8OggcfXSSvj60UYZD1QtNBxdkWB2lzWh5B68lpiHu2pLq
rOQGWsRWmofzpsxMQkv+/QNYX5tYpyewTznzaGZ43XgO3ts/fm3TWpQeEd8UkG6WcLueiJ6Oa2qO
qEShDai4Z6SdnZmJMxk3INxDh0sXCeH0HMbWS+5KUTHFVE5leFvbqgK6LEWfq8e//pgsN4ws4mTD
oN/29THJsAYCA4iJyU1Y6ojh8nhvEte260aTy4YpemXFEk+IOBQrKNYraNwE7ei0I15XmGuvt8Mq
LXvjYY9SsOTsWZz/+2f8qd/4sgK51yPbpZw4eXgR4n19Rpa5OJmt2xiiYCpJ8bY7GReZakNO79lb
Ny4W7109hU6+9Zc66KEQV9POMQLhH5qxmwBokbZ5trbJ+EbsNuSgjhnQee9Wb0VfoHrwdCnvWlf1
QezZ7mRsmt4wnI08qdUQeoSpsx25gU/XcnYTdy+RXiYPehzmBz9xCbgzR38YNnBJgvQ3C/mnh+3L
h/e5aIUsYjQhtHjNX34gf60IpBpPrbK06IqYBmPKDM40E65yZp1S9id9RbEwO3DBF2E+ZcFkX0gl
U8rCFvJeTHqO8H/zWGhr+NL/+Fz4GDB3nZgSCOMxL/7yo/ShmkeGUqjO0Bj4TLbm/jirRRcbICl9
8wYdi7ugn6CEOwd5dgQo3hbbAokaQobgJmzMhHihiREelzlK5YkIHgaRjyPT+2+LHT6HjWsfK0hF
3MPqEd61qjt/O0ipL0IaMxHzGejEornOLYfAtFxwGZLkfe9tE0R6QIrUt3ZqPtAGNbHtVw9VunpX
iyQQIDKXpdgaSVvFromINEE4AWAnBtGq7rkJzTtZLT8mpnoR0PDv2pRLuRF1253PSC2Sbd055kFw
nd4I+hTnMpA8CXFZ2NYV/leWS/ZRSgPa/tTzvCxVP9gOpD9kkZH37mVINMNuWZcUsMo4npF0d7di
ANundPsPK8S1e8tL74cVLCWxPuah0sV66eiqp/ObNCTEpn237xjSvTK1tGLQxtllUufWBnK59529
/GywpbPxQy88YB9LKdZEc6Z7BE0TdkwwZgoFY1y5KWkGFTCYpx70C1It434tIN8NhWqOlbWke0uZ
9a7OfVAzCy59X83zXdeKhxBQ8bUAHnQKlbHAKfcLIQByb+TNBX0X/xnFkPFdIuKDE2YWZBOahAiY
Z+7sze5Z6JXjJ+P7/qNGR+5qssNIq9kPla5ujECdIhCS+r7L1PecvL0d07pPW4t+2IbkygcbXQ62
CybdW28NSxZvprS6FfssF/G4Y/wMqGDwP3pUeTehM3pPUifBZycJ6QA9Pk+RpzLjyim8fN8Nl9w7
hFOPR89fm0PWkiXkEntmukN47CzRTLHP77B1wE4Ap2KcsCk0uPHaS/PbWan5mK4yOdptXbf7uWjl
1QTQkNLJ4zK8htPem+b2aNNI3RhL1+wFVcajvST7tFnt8yJNZtRVswOoKjNIp60rZz9OWXNUU1od
1oX6AH7q1D50/fROmSfpiLqNfMXtLd8EvX0W6Oysu4DQuntXEe6rROWieOVmgw+7bbNXOi3LfsyY
euYKLwkKAfVEo0EAKKhzoI6mxbkTCMNs48kr5psgpJCIrVO91+MWBh9fOmPBm4TuaFdqz5fHbND5
fiwcJxrr/DmFW30PNzDZghzv39hYy8PsiP77KRX3pp9mgjVMGq3WQguJL525c517cckG+62nAo30
4nvlNgsgR1LuoUczRCke3HyaGWql7OWe5pUFE5Yca9IKL5ayXy9TaRH24GKNFFl+SWzdSIigEx7Q
+ZjnNoP1ONems+/n8a0z1/HBEqxYqjehz+YcENkUDEVc1051ViXzTT1PLwqh6w6ymDxiB8zcGJOO
u10FXbt2LfPbkAFDHM6ldRug/blLhwne/jQ34GCXZi9rsnCHOZPfdO+aw6Zm+HvgVnXDv8ofC7Mp
DqU/ueBbJ8M/prmNitz39RsK0eJZLVUiMATUBUy9rr1aJrIArJJ0DUtnpDJLdA0fVlueendUrC+q
XKbDKcSW2dW0HBKmQGVEhpSHwKyR1UO56lsbcOK1Rn/6Fq4pkqJFvdWO+xn2/YzWyzayc1ua1X0t
+/JqFMX0g0m/yd3XLtoLw0nDfVIYGSqMFd/FavPz2eUczJtEM6lOOOce8Hd9yDwfn8Hktnc1SPLI
qeyAVCeJ6mo9fQma7/G9Lub16Nc1/UCsIuHGh2251cWiYIuSbsnp4Sz7FEjXlhmdfbCAF+oIZjYh
VaDamkdRBvZ16WZr5Pq1viDywDtYZlaeCeI2LZXQM1G6QCcAt3joSn/nuXTnpfbMbfeTutnI4TFp
uuSimqU4LqRtPBLPq276ivkYLT0dMUbz0u1k5xEwRQZOwL+2ZDJU+3TABMkNbH7Ky0ZdkRgyucSX
tNKlYzt46w4eW3+NzALImZyJwayhrH2CAaYF3Zns+3Q8rryBQoJWXriFoXLgn8MdDZpPxszTZc1Y
awv8X96MxVQDSAxIsPJoIqb98tg14JPcViXgd7X3jIQ33DkJ7zMgcmaDY0IpHg9mYWMKXlyLwmq6
TaUoL92JqERrFhKoelK2kVVX5NjAd8mPPjECj4Q5OhdJa3gXLWLBGEowfGb+tNgTHjBuCbbxD+TS
Gu/Snz5zkOlELIjgjLszrU7v1O/0E3a0KKE5ugmbvDgQbQKdue/QFQ9K7rQMxLcOnwnTCJj0xmCH
F0FWk8njqHG6zkexWzClFEY3PjAjsfbABL1vXeuKndLdeFzLVnz3QbMPgY9TjMwP69PtQpY/cTQ3
iZPKPZdQ/UK7bb3qEmu8yt0UYVyaD0ew/R1xHR2ItwYf67mdr8u1gsF4mFTvbBqmtAx6PPs8x6f4
gIT0CXFueGbYqXFqqhIh0CUOQTCQ9X2g/uV5XlF1rayTvSzm5gw16nQgcBLOPl17ZoVCfHYMAe6N
aa52zmlvCSb4F0Gvg2/Qt7w0ltCA97MWFgItp73nza7O116qIZYSm2tw6rGSZbtEvbE626V1jUfl
Liaa4NJ/wSjtH9I+sXKGx0lIx087FjoXKrHemoJvZtLKxz417WcDb2kW+XYxf0J58m88olYR0tcj
U1qtWqJfgvWVxtB9TVJn3HEIEXwT3mMplN/HqUrvJ7QOP+a1LT/TsMtu8zwpdx4RGodgQKWK6I8J
UNkFdKatNddHz1MAhrvsQ2GnPZZkffCEsA5ziH6QRrLyUp1+M9T2xhJNcF6jMu/yA9hmcPwouCIb
t9o9iU8DlYXD7ULjh9wXerUIs9BI94i0YIAoJNOm2i3zD4vexbkQQ0Pl3hjue2fm631iT8qhnZks
j/PUGbdZxwV/YzCkQtUVLu4zxj4XAWdd3qPR6Z+IP14Yb9fBRwaMK2C+CjScHX1gptKYy41LLAyl
dg27f7Gr4NrISz67ajKdxrxYNMzCE4VxJFzqpI9u70hcMC3aaMvH2Lp0CHW9SLEDeu4TwcxIMTKt
ln/k+hc8OBZj6yinZZeQxMmftF1ZqF1o1FqfZTPdykeXfIWdVY0hJ6aP4pr8lJMBik1b1g5CpTIk
9yHpF/4Dqds+vJ3yDoYfK9TrskOfAsqMkl50Hv2/arlhdZQpIM4FkVPRY/PYzCa63h2NfTacVATt
YRxU+GBlY/3B+JiUFIq9HylTA87XuVaXelzTG6KUS0IWCTSJZLEuI/tOOCZx5nuIJcamucz8sSWw
1wo/GlMFU1TYE1ee1O9fOHmziw4F/4Hef5iSDsgsdI8lOlk25qA4N/BQeHsyQbFeK4QSF0Vo9cBz
ixHhLhNFEr+CGZJxn/p6y3QrefBkMIzotFbyXBpA8vNmYm7O2je8XuzScKo+1GwHD1U/GFcakEZJ
Sd1jnqJBbLwmHFtVzBUT4UIR+Om3UjvJq7kGaM4W26j3Mql0G0N0DB7mvJyb/ThU/ktTgmmMtWEr
tbfCBRB8zrUcxSPxM69hoej8Vt+4EXrfvdyYOo5yRVqN2Q7Miul5I8sk/NiFuiiyYOfNsr3TXLa5
k2DCryMT+SpJyz328agjF/GiQkJGkriLYvt0XFeMbHJC0UoUzg9Wb2t3v5b4M8+NceyQiI1lWHxv
kJRe8Co3xhnRW6Pacz0Y132xuK3Y0rAg5EZlUlbnc7ZiM2CkwHgcxbf5GBAWaaFphBvDNmqwXkVD
L5i7e+8SgWa6hiRirGOUZHNvyc9ts/YfEeYiojY0v+g26EZ33vl9wOW4metMIm1QIbdys/Jvnc7K
r5Z5rrYIifm1GGYSAtCdxMyu6JtLPCvBC4J2Q2+gCNpbgqW9OyI+zlIgzje9mYizThTGq8hOwyLl
rHxhRVUMBro+z4jabM72NK31PYJhjoaaYQ+Kcyd8YqRN+Hzr9fW21Ys8H7Hev2o276u26qYfIb1I
h9fIaA8icxRbXgZCMCrqmpoTrcTc7UtmcIoMq7UwojUY4c7z6DbZz85EnJQxGIgZu8yth99IoH5C
N76U1wBtKCqQlWEbppP7iwYKfNcEidcaIh8UGtHczKXDPJUguYuw2yNKYZhRrUbI0HosvNepWOHL
q7kiHc6bBBg3nxw+dd0mKwBgK3DTGvfBCpIcM1fGgZar8WUUGuSQgYjm3FxImGZ1TLD9W5a/E3mG
QF48mX11xmDDMfZsLSBnT1LOlLjyNURToRghnO4LpRvndTX8Tjf1px6aD5cSuhlmwUC4J8fg18ZP
3+R+a1JDIzwo0neHhEHIj8nQfi6zn97yKDO6pM66BZHOhZ8DHRGxt1oqVm5pXVbeUlxbVU4snJ07
+jdyuD81aXk4kMEYu2icIej49eHMPphVBxWDw6QvHlJ0TKQNmmtYsAIRzF7MaVDsK0eb+VYhqWoR
UffTEBvMzP+buvPqkRtZ0/QvYoPeAHuVJNOUlVSyfUOoZejJoDe/fh+WNHuUrJzkVF8MsMBBn260
iYxgmM+8Jt0oNi7VzLPNYoNDtBblAH4OZeNVrTEUqooVQ78gQiekEfr6Nne60Q9Nrd3PaWJsbM5z
6NxSzZQpRi1UHI3+AazR88+i0wvGSIHOfDDpX1tpFB8BFqBA3JrO1+ulv4sjPYsSYgrKRlhRHeFg
AYEN8TOXYicCeu3IN1UeDW7r9PrpeahXIV/flzn/+z/Lv/MNoAt4oah9Nlb5z1/dx9/qsil/tut/
6uxfwn7l98AL0vTsL/xn1Onb7kc9vfvRoCP3X84tyz/5P/2bv7Gr7ycBdvVb2RVEsO9+hKCm/mwW
LcDJ/769dOi+tj/yrxmf5BcSdpGpXf6V3+0l2/5LJeeC9izbcCZlh8rj7/aSo/6lciCpxvJHBA2W
v/VfrjXWX7YCvgsNffQ++QeoC/7uL2FoAyqNbWpQyUUkTjde018ynj/+H7seVwMuBmr8/DbqL3jX
nG9Drq201+YiPegVLxD4sWpHCRfnw6J9I8d27rcKfNI0CX/aiVK8l61a2re99BZF7SP9+dpTCRb3
+kgoVXTqdMJHIzypqYXjok0fFovGw1BUy8sdUiSkBf6POmMzOOmYhFB3/rtMkOEPkT6YkZG+s2Od
QqVkGS4Exbep3X8ucjJ6Jxi+KmKQsUfsw5/WaPc+HZXIVYfqp4GppR9CLyPuMd3ZEukBlsRTYUnG
XicbhhXQTaNPtIOHR9Spxa7RaPfslCwSx6Lpwn07yO9DhV42Zn7agumxP6ENKrdU9ehWH3BUxPnP
UtJvUyvau0mZNIxkZfNeJcd9KxIRzjutSRYPMKzUbICBpjsEOIF0cfwAVv1hZC3v7aEpyGzEDVSk
+KChdO2BzHRNFG0w7BtEc9sZS8hQYCJyiLTa+LsKOg28WivfJ0r9IBLlg7zAPPM0NQ9zIYU/HQIK
cmTHeShDXPO6SWCN4STqFzvNGk8peUrSPCW90AvpOKSVoAk/fIZgiH1PPe91ahkfFvA7XsLqsRrk
8L4ggD01ha1+LesiC6lXtjoRmhH9nQ1tCQMLvNBuSPvmxhizL/JgTt8NkNN3WHCYp0Yxp89lJTX/
qGVFKDgVuHDiAAh7Cpc2qmT12B9S4l4QTlj5zlTqBmvxuY5PgyE5j04WaTsiperGKgNcYvKiet9S
yXAF2f8udgq3EWr2edaD/GSnCnZslApv7WYwv4e1jV9pbabfUXmhQNdWfae+xTFHk+7boUraYzuq
wO0wPsvvgqGVEqAflD9AqZDX9JQyahe/bfISQw5cnMmq4tiXUoDbnJ2lyRH37OJdFGaLI/cIMUse
rEUr3mrvZlhEd13RvYMFNvpG30duUVigc+fIduXa/oQt8INjExRL2uTm0HeAt5ZePomPTeA0nlZP
T1Kl609ppqW3VhmBSlKqNJe9rpkCGkoRYryfBA2y6nMvZeW9UWn2EXJm6xtF13wapSHex0psfbNH
PD691JHmJ7NJg5s85gOGoTl9gkPY7EH1tk/J0BZ3OdIs7+Uydw6JBP7JrUfDvlVrg+MB0GNvGZX6
Li3r7HEkg/usTRzZrCvlOwvXHM3Hvz0pcVwcJPZDrsX7YrClT2Vujm+6QiX9n2h2cfaTHtKRiT7n
oacsehRGA752/Cnj/UwUXuLl0DrWzrTR+p0VRfHmWOtuYhuppSjKH7Mg+JzKoyf1lnwEhogge+eN
+M2ezNqMj1Wd/+jGYXRNRyv2MEv2OdK7u7zIOg9mTLorIBa4+EeN75UMwBO4sgYol18g1YzxrPQu
iMMHNWm+B7LW/iCcF/suRtos2+l6Gkj9rY4Kt/QhbUyorXfwDLOseRB6GhuTD2RpTlCytHQjdiiU
BapTes0guo+o1twi3ql90+o0/d4GmfmZRNR8Q86v31SVsmvrFjcMyXBxjLEB7pojvg9zdqwqPT+K
GWbnTkNi9W0SG9/adiKIHh3TpUZ3KLDh8zPsTYGvRf1H/FK0h0J6Z1bNhKaaiQA06LThvqtGgLRQ
Y+4cO42+JCCBH7Vq7u8DmNj3HTqFlQ+VMthHtWQ+5CStFAglbW+U8x22TndtYN3aHcIc41j8o07a
iTZItOsX68YOZ2w1HuNTENRPY5gpHioQb415vA1Egdq+QMae0kDqNsk4kmFX6U1ZfalGAg56gbtQ
ZO1tgYnHm5pulN9Fon90EiivcOiSj7lFsUhkcgFYKQAiLJREpinfUiOUAd7uSnkkrwwsKz8oSllC
tMqxuajnbxmwrlE0Jg6P2tCfRC5Ur4jBpvaW4UNzW7iI/fR2uTOXWvT9rFs9buLKLd9LWyDW5Sku
qF4aVdXhwB3hIIlZlRWbyqON1vCxGOXxO86L2X5oGvONE07KzdjGTw1RvGvVU/keTC+USsDRrkAp
wYPPPvgCIPsxpz1NNR+vBCVWFXlXtPJTVkvlu55C5C4eq8/wtLLbtkos3wpDku1qT3dJQr6cE1eO
dbJDTQrUcIpG3VOrOB+NsLT2RRHtiQ5Sb+6zT6HAj6vUcTuFBDaRJ071m1Ad2Y8jktqZCvSpDu6M
OJz+hucWw9UN7Z0GJ29vzsMBvTisPMf2QA0y86PcGR5bMFpUPz8AnQsPGGNhTltV4x4ZWnvf8Fa+
t9oQkH+F5VrS2B61tad+mD8DWKQy1CSVF+hDf4e4bH7U+yZyy7HDjUIOCo8YZHINHeRdnRyghZUP
4dg9NI6a+wpE8FsnQaxaRz8FO49iuo1sVTlm3UAKrPOOIUfORAdKNIVjJZgmxcBcZdnlJ1IKqqS3
ttzVXCkTXcokeEwD5SG1CD/KrukRZ0/wRbII6Gk4j8AHuJhq/MWmNg3ed+O8Tzr98yJPo8U9KLt3
ET3pmAeoUdGmvNH6SKegrUVgjXfqhNeQH1mBbH2UkHc8SHiIqJ6aIoLwtWlE8Tg55WOhAEQlxEiz
4iNXt7EjCYjdtm8RQo6xi2zrKKEKrR7botc/QUA1DkMTHUfHuQejiDkogAeln+61Uq8xoYh4Ac17
fIL2ZozZeh16CWlDJMWnsAZZV8Y2FHyl2FNZ3YXxJ57Vr30f+omKeZvjpBiEsy3sEcTdVCHA05r0
aduHZg4EN2N0azrTCcK9P+Ls3vT1t06E0X3YO+OTNERvCEXhQmLSHlmAP6S0lD0I4wDFNV47zKFG
cAHseW4uO0i/VWWkPEFD3VvZEqdFCSyAITA+GIOIPIOKmxeWnfM0qDlrOTg/DKcr7juQurt+1L8B
Rcz35WjVb6W663lEglY8ijS5Q6tBbrvdoqKiRh6u9ZD7O9QmdF906FBhBVZG8XwPgUOFoEwvIX1A
+l8z7tMOe+qECiEWhyeJbjvtsDiYpJM+ket9Sp0hdr6BzZnU4Bdd6X8tEzrLng4/yoVh1/x/kC6B
EbuWLz0NP77/OMuvnv+FX9mSqv+lwPCyMevULHh4Nin6r2RJkf9CLl3RUGZDbhFBqf/kSqbzF4kS
1D2ZdEihwEEG8ztXMoy/NHIlyGIGwu5our0Ki3eOhkJWhx9goeKj8B9b/ENWWI0u03BqHlD1kwS9
rVZ01lvaG0T8ZVPcpvQgv2M9FO1hoHDd/LFGF7Bs5xn8r6FRgQYLSM4HvGhVK1DBKjhNKuin1lQY
c1UX9zFKApBAlGJDAOfyUAZfgf43COpVPohgXaSo5GIuHdrKy9NxxrNMVERi0rAxK77ZHwWXX7N6
xsSBslRQLFpV55QwS2utYVYKLro3Q2dMnl7p00aJ6Rxi83sUFAkpMSGlA2P0PMHt8jBMAtpirphB
crTgBvb9JIsboqHqVBdRDgUDDryyUU26OCychgUVtgAblsn/Ia7WVaqZJUmFNCLSoYRPel2cEKMp
932uSW5JT8MNBjyGXr9RKKcZSAoyLqXr81GdbKBfazIqYOfJDTHncvEzK46CsvuvUs9/K463fJ3/
FA6e11VF1s1EHAxbF0BM50PZrRJPSm4icqlOEQiH3IwOyZxWb7FMQmJQjSGhIGyDqkA93geC9+L6
VC/sHvbMchWoTNdQV9+VKC/BVYvv2hMq3aol4bTb1Bp0ievjnJcFf81zAWwu1cEFp7Uap5e70QkT
0kRtzuaTaDWZoN1s7kQR1V5dRvbx+ngXDiAtwqUspABGto31ukpjGnSJRduGOPBohmBtJuARHwzq
nxsH8OJQYJ510IAm9garimeGwLMmbOQ7x6H6ltXCOoR2tihcperGSJc2C7grWMiWrBp8sPPNEvSJ
01DiZhEnW/i0V5XYRU1HubcduXmfE2Uv3vUi+igTut2R0OXe9VW9cBxVIMqUaUAyUwRffUVLKpQE
4KWBS64qIXHTwb62oulUtfn4YZE+8SQzzO+uD3rhxWCHLmrZdHF4gVZ3AN0SbEDREXVLoMcIjpSI
4FAI3HPdSDepkLpDVzvGXqBN+/P6yJe+rAZ2F6Y5yYCirq7WvI/Hrs1sxEUKkoBM6eh0ZanhYckq
bazsxUkiBefA1LeB6a72K9oeY1Mrge5SuC49pZqT02iOyj+i6cm3qll9lKci/gjuGgjAq2fJ5aNR
KLUQ1bOf2z9/3LFxjHelLAzdLSLKbw3Gu16jOKkf4168cSqVZYeurjvAyNaCoKWjjc/w+Q4GfWGl
tPDQBsLw3nOqrNtZRmL7qMUFQCGzO9JalTC+Mp/QfJR9JbG+I4hRbty6q4bJ83UEiJy3jH61jSvZ
cl39MWfMItB/jPgdSHqzm4PoAzgtx4+jMMRwtZK9hEYaOJXk72TIq73UyT+uL/qF+5DgjB+iUtPm
6l+23h8/oO3QL5MjXXebooXyKRnprQYfaW9SA96jdrMlbX5hK8OzQE1IXkJDWBDn44kCBKBuQB5r
y7HagwvSPDSKYj8kfd7YyhduKZ0AlBiBbiGh3mpqc4/tqBHkuosefOguHoAqPKxpeMK6tD4FuWEe
K6sXPyyxCLT0ufH6/UzjCf83qjxoKVirW9LU4VootAldM8SFuCdC3hmzWd8YTpS8fqrQ94iIqfvj
NbP2tRGgqwra5bpr8QI9Cq2S92EIeEupHRX1BF11AXagk6ZTqBJUIPzrm2i5+Van6c/h1yKf4Eil
sKQkyou9bNlQTveUssqNSZ5f+s8xusmXJBSiBSzLxmrryJhSi2jShF9kysLAlJVbo6EP1o31tM8M
eG8B4mEbQPvz/fp7UFrNvDKgzenQnO9XTVKUcFB45ewurQ/wD8JjGsXIgFuJvBHtne/X56EQN1+M
By1LeWnjI6shUCGra31ZNGjoqWm4n2f1K0X3YN/0zFZ3RAmgvgvhA0f6xpV4YXUxpX32n4BaQHZy
PlEJT9QGXFfrBwbN4kijOJOqZnPTQbaG/j0oPrw77c31jXNp0CU/ZOuqiyPe6h1XOnBQSBjV/oCO
0QnN4MyXG0D7mNOmPy20ot5aczdsfNLzJ+55ndGZlnnj0KWF27+KkwJgEnaa4iQDF5qqTlwaR/BC
pitXqEcuegbjzqHysA9noW0s8vlt+2tojicAYgIniGDLT/vjtu0CxHcAytU+xtmA9yUpvAMQ5rhy
b6HXX83yxvtyaaqU25d4kAnDOT8fz4padE/VofYVuRPwdUMLfcqhcgHKm8BpsHJ1W02q34kUXMP1
T3txqlAkSNWIR5Ul+f9zqlkk5RbKjrU/WUNyaxWVsYsQSv+ILbnlJ9O4tbQrUsjvtYXXZFM+oB+/
VsiRe9UsilCvfSEglRbIlvmAc2b4AsYsPpSWCZFFIICISKXuRD8iaPJvkoAnHdmEyVd6OKobX3sV
Zfz6SRREKDAsnCvKHedrgPxiFs9zU/tWPnzgfNl7J6TEECYGcAxHhVtcq+YdXAUN0XgIE8kwaFRn
o27j5rxwicFGUWGn8EAs0ev577BixBv7TG9QtMORsXWm+SYFiuEpZhlvHK7zp+DXlCEXUtSBoktU
sfrsEhwWhP+S1s9Dy7nXB8jUfSDaz6/fXIZiadpSIVrSkPMJKTx10WSWre/UCqqcsZPtM3mipdqZ
NJaAlr8uNv09LWBHENh0e0F5nA/YBhF9XrlqffqKxb6b5fEGKfbhNGhJdHj93EyiIxMsDYiC9T6m
uV5MlLAbP4Pc4sPzLo7QNCasYzvHCyc83q+Pd2lzwEVVYL1TIQLbcD61Bv3lodTMxq/qfth3ltEe
UUQRbqAGW5icS9cRYR/+TWgS88fVzQvuh+pJFLV+W5qq1xhz8b7EyvAx0+E8pATsbqJk0GPaESbX
9Vk+1/P+E6P8+oIm4RF5P/+z5dVZnFGTNSczhleD6sKpcYAVjzgbuZPVt9Awpe59PDXBtymOmiPq
No58bMM43YPkB0UZBVnw2KKGSbshtOxbM4P6tNOlKDjpSkvfP7Mme+MkXQgHSMIMAy4zimnUQ8+/
SwBttVKdrvEHtC7vaTrfjcCOIIkV0WMZt9F7GIl2CLtwKvZaMTpbl9eypc8XDEMLKl6WYiDWxmY8
Hz8zkokiJkJmFprJSFkiuYVKUEJ3Cn1IU4HQ0CCsKQWN81XQf/SarmubnQ3n9eBkRf0hMWbt48ZH
XNKy1W9anFLQd4P7h3fv6iIDZVL1qLoLP6CZsLeizt5FidXCGA1i8Lu1BI59yEMXoqj9VoAteBOh
G/Xl+q94uYuxazFMVobyLUHEKnfsdaENTtlQ+AAt4dIkdVwWSjuoTSfdVLioHucMCy1lqouNo7pK
F5dN7DCiaYPqXrjqawrvTD3F0juJocEBLV34+cDDJWuHSoTip4WZ/akxh/B2dAIaW1pvqo9KLA8f
ri/AyxsDTXqwSjKC8cgsLUz6P592+mXKXBbo/mqSsJDkUemFj0qCung5bQQwl4fiKnUw3wJgt9qE
nOYStgdDIRjb/lOjBeUHyE3gLo91/MaBu/RdcTwl/KYnAMF0deBw9zU0MNrCN+RFZmLChaEF0aMO
1AUd7Zsd18XfgdWAEVdx59m8oC7tbd5NrmJMgMCXrZ6YMcmbKXUigZpypN4GJoiTWA5lt4Hr4cM7
FrdODdk1nLB7KubagHahbFS4lsd5fbwAbmJZJT8/ravjlaCcYsGWE37S2cVDKHowv3Nkqrdwl8qj
kqWvDxKxDIQyS4BIv/6FH2uPFQBGN1LuJyY9djq/PULbo6G4rTXOt3GoAIC4vneXvbmaInEQ1mrL
vYpSxOojozpoDXHg5H5PrcnreL7vpyS3qNo1wW0iKAf3uBn+i3OrsqEoODMuGd7q8elLkdgqzAjf
atvgoGVGej9qTbgfDYTJJKNDnhyEvuINYd94SdmmDxAyh+/Xp37hLPHu2fghUGsCwLT6EQ1aQ4iY
tch1673yz6T0+UGzxnyvGnX94fpQFzYSrzWCAzTZKCQ+g5j/yHNmWaH2ItWVj+dI+KNRneKmCFSQ
Yi2mhkaTzNXGZ710My4RJ1nOUvLBoP78TmoyFUysXVQ+FeHe8KSqDXKPHjbeVRIGIHKm939X3KjC
jykJHRrDDFpPCwMr869P/cIqa0vRyV7KxMBAV2eIvwOwC6qLzw3ujG7m1DTDRl3xtAAmgHd9sAu7
maka7KpntRNrdT3OttZXZddXfjq1xn2X59qb2RyMI4yYtzwBMPikWD5eH3M5IasTBAyfFoqDTKsF
M+l8pY3FxRvERuWHaaW8GXoj8Li/82/XR7lwGVPlYYwlSafivZpZAtUDeJYhfFg/mju1WnoTpHC0
ZovgDJlP/h54Kti4h9mOkn+xfQmGuSHoRS0SA+dTLDSzjozRIvrWguYux0nJ7aMesAkQNOVgRuVs
buzfCweGWGJpaVJ5Zwevp9v2VomsI2UmK4doh2J7vbPTud7Bk7Pe9pD2D9fX98I25VjiIIaqDVV+
ffXaZL08y/lEJVBY8Nby1LEf2mEu3gmg/Z+vD3VpbksCzLNCd4p1PV9NTTSKkFKLQFIrUnTJ0BYv
gly6xV8MFRLkpDZihuWorzYoUsKKYaCER2lp3Z3iO1mJbWeNv/ituInOoSAtnSygaxH22GY53NVK
DWaRu3j052myNqpal3+ATX5D4ZA9tJqw0VvQwQ1+AObfBSKOWXenIvuIYGuX3wkUOXYGfndwxKzy
c1Krn16/3JjMUAahnUqosho96bJEHjrk0AgxZqRwbBB4jaBB3fcwvbns842t9LLysnQ4UXZZ0Az8
ydpkx8qptRlG5ng2ThXHOF2ilHFUPBn7iQInlFMf4cAzzairjlKefJw6YMCAIaFlSHa/4b754nri
x9DdtajVokKNQdP5bpNTTG0cvXXwLR3a+3pMDBTX8PW4vsiXRiFh5ArUsBYiez4fJXDSAg1a0/ZQ
0QBx1ibwa5FbPF4f5cUhRSmKN5SuKT0EZKhWo5TMEcFCVfVGgA0QNhEAVWoD6BzcuVcPtZiDqbqM
uPSycqsrT4QW1xpG6R5KHcWXgZPxwZ5QLxyq2NyoDL6cFWUbBwuPJdbGS3d19ThjjhKtPakInYbz
hIh+3OH8kIRoUUCyQoXk+iIu+/3sOqBsTwdo6Z5Cr6Bjff6pjBpR0XjQAd9P5j9SHvS+MUxiX/cW
vZB8kDYW8sXhZyQaaUveTjGFG+h8OAUbN222RtWj+ol5bmFWDwgUtI94mC/m6E1zA/onjzxgxDPE
0lrSt47jMsJqwoBUACwvrBIi3GXv/hF8IZeA+4reqV7PBdu4oYJWvmvBkf4Emb5D4kGvtU86/GKa
YjnCyCCCUGb04RfnACNTpBM2Hjf70g8iqVJk2Eo0OVcffBDVnCpZrnl2I+l/2/AWd4iOVm9wing3
SQ2EZdG0P6IRR6FXf3rCUPxDEDzj/9aQpLyBatBWtKQyGM5Q9jTTq+SwvU0wKdhjdGZu3D0vo1Cu
fIfzQ0sVgBnNhfOlN61htlpJn70Zkkp6qBVwM24+15zeLOtAvjaGIMEcg0HtPdw+lOzgAGBciBKx
tfEOXDhm/BbQIBqdK50Y8fy3TAqamwV3s6ei7HMqK6DLQp4QXeSgbXzgS/OGiwSJZ+lcURZZfWFV
LZQaN5jJg/oS+Ykd9f5Qpv3t1OvFPkf7Z4c3T+HP84APSA/PNpia11m2UxtZYD2sOvETIKIXaw8v
AaYGtltehznOqQwUpIgC1K9ERU49wNDcuFcuHHSqifTtNThdSwR+vr5CWO1ihSZ7OYkH6IGoulek
Srpp7EL6MWJmN/hp7hRPgEUA6wZBaFsby37hZgO5sAQ6VKWp0K3KqUkAgxO1MdmjKob4h4yK5xg0
8wf41PMP3ME2DQkvHORFVpHyBLUY1DdX23vI1XRyggAXH0keopsUkaUbLcek3pVMAxQ5zaBFN7TM
U7jCetBtVeEvLDkJB2+HTHTDlJff98fNFiUovOLvBrpnka+Xs7mlTFOjJCHMThi7wLDqJ/SYg0Ol
9rObTdG/eCUJLXQW3FbBFqwXQM+SGmBiPXvD0Km7pFvIDEo4wgBGYOH63XUhqsIqgzoQuDFuFbxS
zic7hhi+O8LWvbFbQOKpmDUfZyYd2RBExHC/s740hVZ7NjJJR6SdM53oSjGQ80KaajDaaMMm8uXH
5zFDPxAkokGc8HwH/LH4mEspSk8bzwP2L+7D2ByPxLKYAvVzdlMUDQYHUd0fqE9vLcXLYIt61CL2
BjCRy2Vdb0w1omlEAg1vbPT4aKEyeSNxJDegsi9PE8HPgjpedhfW5qs7DAmMRhOxbngcK/XJDiv1
kFSR7iUaGilpulC8r3/hlxc0wxGsKgv4Br+U1TstRUi5qFpootSQ5l4RjLOvaQga8aXF/l8MtURd
4FFM9PJWd9WA4DbslAJ55yxX8H6yOTfo5bv2aG1dixeXkbiDC8lBCk9dzQpdZ5wwosCATaLdjdCz
kIzO0GDHbdkVcRJv3MKXdiVRHUhgGmZLreD8lMiqNODsRV6nTpV4Dx4423N0hduqTfIOCyu01hQt
OCD6l7w6uFiCZSpcHE2VnH21pjMdVXRvBtY0Vmq3F1oK8DKS74u2yY60TLYaMhcXlpYM5EBkUF80
1BW7DHBcU0zkhZLhaOH0/N4JDTK6LChOZizq79f3zMvLlnLactiB9qh0glaXLS2VqnBKxtPKQdqr
C5womoz6bphzXBIXIorUCdO1ayc9paWRHK4Pf2m6ND8pbnHfUxlZHUdEj3ItzVheVUzOMQgM7TDp
GoSj1tFv5jHc6pEvn+s8atZps5moB6MuCwJntW/FNKR44NamZ6Z54I48QGiJISyJBV8beFrTWvvQ
DLdC44ujksWZVAPpy6/LXBomqJmBGgfErUa/cRbnvCghehL2FKBn1lcHqHhb9tmXvixKyAsyg6RP
tdcpyphoDnaYhocFelm7HXqF+wZgir5Tot78mcohPi6yghOPhKUl5gK1Fb1//dcFBkiFlGeUtVxF
Em00DXMbqYYnYy9zU45a78+KFHhCmluv69qtpOjSbqIERULGO0INfHVN4FeYZTkVRU9StembjNT5
Hsxn+UUBXq/tmrRM/7k+wQuXOxUvwAJLecAEPnZ+L+G5Jsq80zRvaBSNl3GK9wYxrx9a3bfrI12Y
GlUCjTI7FR9ektXGxfYuz5RytjxUv+6Spvhazkbso0aeu0llbrXwL4wG8BrYNWEJyK21hG+ZZrjG
xrLlyR0qAJ1GNcLqNMXDJ7j2GsRSNqKOl+NxBUGRAay/lAzWMh51FUS5KeGqNE5Ktrd4od0hkSQ3
T2DVwfTuN6KAZ1To+T2AgAKwErruVA+ttbm3yDAZ1WSyhbqY1G+jHtvf7LnJ36KHKD/Is6b/jRdD
/yaKkvAUi67Cvcdyor2cx8MdiYBMfwEWdmYH9iciWFLd6197+Zrrn0d6o0ObIhLnS5zvK0fDQ0Ip
osDDhsg8cjKFq07ZcLo+yqVV56ToXP685AT856M0ZY++ZDIFXpwM5UE0JTJ5ufUeRUf8iKV2Ywe/
vATpxPHCQMe3FIBDy6/5I7LUaPkROjaBl45N76qZ5GAcWmp42+DPGhlW7sPV2kKTvjygVIMIHPjK
vHCcnvNBdS1pksjEDkSXMxn1NtQYsabU98QZr+7SENsRNhOjAIdbamznQ5W9M4MgbUiMs2i8aUPL
gkJalf6cocKVDnJ1i93l1styYX4GySHXDwyJBRZ8PiiSrLhxwq4Ha2cAcJERugoHq3vK27bdaBu/
fE/AAdAKIgWl4AqM/XyoRTLK6EI18nuzjd2s74x9JQ35FyXHXm1HF1fbTwPWCjgZt819bchi41Bc
OrQGzzYgFdJD/mR1KkgHzQHDSKSui7H8Icy+fhyGuUMgmnbVQc41weMNSZR3HZcaxHNLvykwXsJD
ewK80PL8IDnbfUDVJLqvAN5sRKkr4f2lOMESgbPnTSCro/J5vkRllmlBOEqRP/YTLkG1osU3sSqk
R8QBZOQMBvxd4jFX38yDKh6Ceojvm0WtpKoa9b7Sygl6/eIYJwFWHeUarcukqLtHVYqKL6ohaSrK
uhptzUoat9Z2+XqrG2fpg0GToLJOL2x1OoUO2icP2sjv5OKpFHJ2QtEiWvhTiGNYQIOivGkPaScQ
kbTS9iDx0EJb6OyHrFBDHxCJ2FjNF7cT9x/8QtqCNNX54yoyXcBjBXJtupsMVnQKi7TpUQSkoIjC
vfYOzY98/8rrkAE5QjwK9LGWas/51wtaHPG6UcJUTFPQsI0a7UZ06ujBuC9Poo/Sjdj3xdmFBMcw
AHepqJncwefjWdXc6UYAv0pH325fQWQBqQA0YR7s0Xv11AivGQWiggY0brWWRMJS0huF7vZDZSx2
M+r808Ev6MnJpcErSkRNrg+4rNXZdloajsRg3PcgeoiMzucmkZc1uagggFhtd0BEXznpete9uz7K
iyuJ/zgHjmIganGIxi1Pzp9PSpvUFKQW7kWMKmiJfqOvTEXmi9xCqQb1Hi/Lp/JdpEo9Mgr5FsT8
JfKX8VGD58zAG6BPtNoxkRRUGuY8jA+7xzPULrx1ZmRgNaNt3glJ0kYUGhr8y2NlUN6jHTbdp5bA
dDMNBvf6Ulxa8AUpC7WS4gYN7fOlEOAfFCuEBhOqTu5WQrG8oim2xPkunEniBXaRrS1MtTV5S66i
Xg0sfOXB9Pf7zkH4RgK8iGlV73hpqb26AbcsMPmaurBGl5z4fFYTTBFrBM7savQTTpjLF3dd1Wcb
a/ciMllGIW9YQG5cgOvoUxlyACKYWqEMrgXf7RwA1IAEMTUaeiZITLaq/mYCbLRBcr60mAudR6G8
AE99LXSIjDgNnsnCWFtpzc+NinH3zjCFvJ/1Skn8VkPh5vomuTwiZ4UCHxXtNc4OD8we3xUYPFU/
D7tcx3BPDqtsl2szUPUkaDcW9uWmxDiXsgkoGWonlOzPP1+uWumsFoyndqp0gHnXnug2Ghuzevn5
GIUWIyAVHHcwFz4fRXeQ16FGDS1qDtHmr+3E12pnehhEl4HcnCQHqwi5MTaAhC8Xk8BLI0PiKCxG
K6vJkQlxqDvOAkb22bEL6uSoy4Ptx3Yg3xp2Nm5McznB51cq46ErR7kQCyPDWD0XNN1zRzQO6OlW
L3zdGotT56iW7yhowNH4oxZn4E9TohC2FRwsU3kxNOySZwtfoHqry2UKcZUEUI1VoJqi39siATa2
hurXjZV7E9jkXaj09T5H3skzchUpIVPS3snYpm3EBC+fTE3mUBDuwgAh0l7dB20P3Ak3EuQclD71
g6pCZ1ZprRvTwETttWcFiUferyX0oFS0rnA2cThIaoByRNi1hmcJbXRrZZKOqoFSmNK0w+FfjIc8
ICIAVDmfBTb+fMuaTFMGMKNsJzaWj4MnC9iZ2R3ayjZc2WbaSIEvLSW4EU6mARyJkOf81HQmQnBG
i5BDaqPjhE9o5k0YqPidom715i9dAwuBm/o3nFCgDudDxVjG4zTIULUVdr5DIIfgFzLqr19AoAtU
EQlhKRGvzkc4TGEUVLXhDrB9d0GUmbjdTYFbB8k/Vo/rx/XhLt064I+AV9ElYhGX6+GP2AMJ+lRF
3JkIp2kqIqpEOWRpIbmSXDc3DRRvt1EKc2OTvAx4KOUxN04BnBFaU+eDKgJjUstqdTcIF/0dKXG6
NxiEd0cZNZ+SntyIaJBU5R/1VBI3I2psn6/PevlU65sACjExBg8mPO7VXYuiy+SkQMDcKZ4iL5Ox
OM27Kj4okuO8J+cVJC+FAy9fDG+vj3xpv1KwJcLhubSY/vnUtbEpSnNgve1MVHtAbOp9kk6PXaP1
3vWRnon260nS8UXJQcFGDfTK+VBYUcqpKYccxcYZop2KTyCEybCzvw92YFYY4uBMhEYI7uSeqYXI
JE55XDzIY1/iGFgk407PhcCTAoPxEP1lYZE+xW0z7MauxAXcibLFGwRI3qcG1bKfGSXn1i0qNW+O
gP0R25arQlAjMc3kh2a149fUHBGNogUAdsNI5q7YibkXG7iGC5troQeRA3EjEHGtdnRbRnPZz5DE
qxGKUJSa5k5zstZftGLdqEJoeHLMCmk7lEOyttgCDCmXxqc6r6P/vICJ1wfY0RpHGIGtIfoix18m
DV1q7GZq+duQKQ1SmUndIakGEnWnGynLgfBwr7mRMyn6QUR1ZRzStgveGDHuyzuVkjZI5DqrZuzZ
LXEKc6NC0o6mC8yjKB+2opAL+5OmMDinZ20D0oHzTZNMc25ENdGcJemjh0569jSMmJ2RdU/+9Q16
aSjYOjwWHAcQ3qtbQMs6IRROIVsGqCVfjSYNHuo8FVm7UZi9cMstxKD/N9TqwS305YpDYdU1jE65
7VWBlueSDu1I+lBebItqPI4oEW7EOheHNZZaEwkyHlurxdT1EDGVmBnaldkXCDw2eBUkQ4efsyw6
8dlxYskP9NreGPfCytI3RdmPEhMhxroHHdlNMUb8HlRAtfyYlpjR/1/SzqtXbiPY1r+IAHN45XBm
dlAOlqUXQpJt5sxm+vX3awH3HJFDDLF1ANsvglXT7O7qCqvWqnu3eRXq6s8X7yFPFEk/wZxEMm58
DKSusYfKr8mxnoqv6HU4Fw+KPkRczcz7ct/Wzvu7srWJVKcSYHEkCJDjLlc/DjDhfKtlR/q+ld1v
BwM8hRMiRWs7cG2qFbLeeg2xhxY1oLYb7wPaeeVTUoVHE1J7pjQ2SScNldMWm1MJWWXCbaacITSY
3qOiHc8IKjIqlZf/3F/UzkEklqABQuuO3HCLMx0KZ4K9LiSDmVvQTjBZXBBrp55bw7WYpY32AZlK
6+t9o3v7BZxNnguaWSS+a1dC2cCNK5GYKCwMbpClZf5ZYdL5830rex+RnJoggqIle7bxIpRIhT03
LK1rW/0rrIT/ImvsfLCb7A+Oupyik3knjEXb3TKcAUzqMBmnKh4oeCJLUvjzxFzOsoTK48sXRQjN
/ByuGHj05mTUhl7YuTcapx78aQBQvWdGfPk05aER3Le0t0nEz1IBkJlv2jTrTYpnbbSaEc+oQZ56
WWBzvjp9+GJsI+U6Oa/LlDUfiSO/tlKXljva0GFAk9n+INBrzi0R2LmC1uak2UP98AeLkuVPQnWZ
aW4WZSvebNYuLKsJ1dBXcBWTYIU5zJkHH2/vWkk2/f9vR57N34Jn+d7ohoIdY2QqS9Os2tfNRoD6
8ZZLVs/uU9cW4q/7i5PxyyasI9chc6Z7oMPOsDFKHRHdjWLhLmeOXiMD3SVfhmTuL03sOK9D0VnJ
y1MSWl7Q0hCsW0Tt8hf9tsxUy7pUqJx8rXcfUiVLT2rdo1oeLycpCn+Q0e2dSFm+BtgE0w8c8Wtr
bTmkxqT2nP2FOQAPjtoHYwjV6/2vuLd1cq5MpWZGzeqmzaWlZZH0unECyZS8ckKqcX2etEE5xwlz
wu7z6IX/3Td5uzCqLDqFHQCQ0ChtJw9SrddrDR7ZU05uAN13bX8g8nM/3bdym9rIWg6iDgxmyvLK
xh92xaDHMVO2DJA4+TWubfNhSLr2fdmE9SkC54ooX2eTY6XifN/y7SfFMiSZ1JJxWgyMrTfOFC0d
9Zb1lYUzvDYUI/kCnlk8V30Dg1GEZKayWO5BO+/W/VNEklVHCaJl/kp+9N/OJpXNLo+5hbCEDBEs
KD3chj3d/SJPxIFXub140hRYTvztr3rZ2pSWRDaUPZiaKxtuXC/xTlADZ8GU9j9nBWbp+59zzxwu
02M6z6bouCWf6q2UjujCPc8G0ZwkJi+w4yz2kTzOPmeiUA7quHvHU7oUOQpJLLKFRScaJEHwbOCj
o07zPaPwglIJ9YOXbe+QgMWgIPWrYLMtfaUtbHhMHYIy8VDtJu0drwq6WSd1GftTkjRuwLRcGdz/
lDtLo1sEo4iccQQlsT2ZFMt7JrHZOSUan3M9j1HB7ozTfSs7R5F006VRT/+Rjt8m3jEbxy76HCui
QPTBdUokO027ewvlV/bifIZYR5ZO+H+pom57bojniMEuuOR6qoYBkRbCoLG7BN6CDrZmlmixwdj9
4meAqWc2RwZABFtbo2WzJGZd8trFpviqZZH7RC+r/KIoowJdcpEdnBS5Ket3To7IgrKgNUUvcwvh
dVB0z4tlhg3Mncd3ZjpOZ+aMnRPUMNEpb+rxxMx78TRFcfHBjfUj1sbb3WQmgoddpTnD1Kq1CVny
eMhVb3bA5RfR+M21Q7UJSmbizks1R+Lg0+4akyULNhTJpO0UYDEukyqWkiHgBuKuJpnNV+0y21cS
Ve3g4bsdf4CCBiE+OTVP2RR+hrUbKxUHxTUxF0E85gMzP8N0VrkSZy8V83PUT9kra4IEaYotZoGV
6ZU5uO27+zfl9j5ilzaVfKEgj9kCDEDQKLaxQIYDD+/0qCZafY6SJb78gRX5zhJ1EgOiVrN6GkjI
OaO5WwSjLvqHhFAXBAU1v/tWbt20DFKYoJFFPValr60YPfJjWUkJzegoc6NWOTzqqP8+JfYI3ZtW
9d3BBu59PHyYQYhkMTK5hX5HZgdJMrCBYGmM9kOvZfbroXa7Fz92rAjsBzgVXTJcbj5ekToQ3C5x
CVYOJVxo6Z2nfKkmyM6mwu+16Mje7buwtic/82/v+FzRTGYspQycWUEO2PK+wMw6PyRWlTKp6X7r
vdg7uHQ3O8ckMT0vCZ6jWHczH4EygKgh5iuCSUfseUiFdxpNp30wJexcS6ojzP7NJcce8wAUolAE
lFn/eolOXC5dj0xsgBxgggxGTcPHAMbAr+wPHrxfbZ2V85S2DNk+4JAwMr2JAifcYwWTbxF07TAj
RzJO0d+cpemts4gB7rqkKGm2zagSFsI7N7VnfEfdUS/8NlPTV/0S658X3YBZdE7hxM3yglLSNAAt
NsviO2wf/H4Us7/MhdE9aHY7vx/CpEKRYEB4J9bjgx7l7pfDZ9F44YWlS7r+cmUNz/PEdQqSYrJf
jaojEAAg43E71HnuX+ebcyg/HGbAYUie0S0AQUyOMY2k3wHic9+s0S2/j2ExX8u0j4HMN106nMw8
OaK+27MqkWBMQPLvzexf6cXElMZUBJWizWdvmWqGHywFIdA6uhS9ooLR17Xz/aXufVUKJswdm3Qi
wGiuvyq6ciJsbCUPUBwXQZvqc4ACdkepsDwCce+aotEDpgwyQXK7talx6WYnAhkQ9CC/fCu2mlOW
jGEQN9r8Un/MBkKpB7k72ABZfFqbit1oNEfXzIN+LNyrQzctGKx+OCtZHF8Mrwj/uv8Vb99TaRDI
osn8ASwQW9iFMlFu08GsBNoUpYi+mpV3AeScPwkUVxARXLpnJDY7WHmz6p/EQwrIUdPq4EXdOUBY
AfPB0Bpthy1ni1eAEqxKNwu6IXGCNjGqYJnM2rdgv3jjhV4DSbpZHhjd2VVcJzEhlXUevi2spSt6
JhXRZwkgMUQXJw3HT4vmdDReQEjc/8q7pihSgddkuIO4bL2rTcmo8jxiKmrV6Np1eYQCvI6Ii4Ua
6h+YIij5BfUgQpLv728vEfSDgymFnIJoaDwf/U33gjLLdKrK9qjUcRPiEv1IMjsgvdA7k8KtTUVF
KvFJYQb3C9mWGmXWtYasHJ1iz/tpW810Rv3EfGglUgE2qaO0aO+jAsqWHF2kEhQl1uYbIiJbJTEP
Wqh//UEoULfWKurQdSgOijo7b62k6udo0iTACWw8+OKkcVNYUnDLGFTGx9r6Yx4uDp+3LR+0wsiv
9zdx7z5QPCX6s4G0UHZZL80QFEjsbMqDLNLrp8KxmnNV6wgzKy2NNK1AfzZOmwPXIxexeXShBP9f
o5tHN6EqN7TQaAYTotYFaWA+I49NGF+VmfOYGUZ88TJHQ+LK1LOv9xe8a5tSFpgLMNTAI9cLdrVp
7gd9IV2ZeqTAEHH2iQytk9oZ8aktxffMK7UnMdlHiL29Q0T5WPLhQtkKzmRt2JvL0lUQZA7Ufoke
ZnLfz6mKaDru6gj+uWuKaO3XMymZmtamqGrlZa2WOeME2vulUJ2P1eCMpwWRp5dWlbiYhgc+ltxE
8vZvFsVHm0xG9bIAUF1yWrpFOY8TiMx0ctrLyzeOXIyZd4I9oIibm1FSE0xtFXcDR2j5OBdp2/he
Xnxomla5Gmgs07PWlFOst9Pn+5b3Xi7qkJC9Yt5hbE66p988HWhT+AlHC0+3KFqge6lxaVq1e3Rn
W8pKo5DuO4n7ZWjiqvV12UgfFMs9CFX3bqqUSqZNKil+tkNlc5hksm6SBb2Zeo9CjyHpM8v41OTl
d82NjIB2zhGT200KxfZKhAkdI+J+Vr5eOPrcSA3XMzYTZj8nsxPvoftxDwpqe1eSgRQYi2Qdg4HP
tZWeUfsp7pBLa2GUeVua7Kc7T+GF1/KbE1r1cmp6p34z27BYHHzUvYeFCT3muejq8IZtFjiWA+xF
bZEH5qC39cnsk/E8dVn0YFlZ+yXta/e760WIkbVuMZ+6xVWPpBn2HL4cvweFAasHUclm8SJrYthH
s8DmkTuRPoMMiUWKej3Vm7Q0kwPfu+cb5AtK9A6Omqr+2l7aIN+YoDwYuLO3BFpjp5d6hq/fDTF/
/97sLY3RH5J+qkNc262pdnK6pDIIe7xE973KtZnjD7uH3C7nMwqN5sE5ul0a/lWyd9I6o7q47ebb
ZqstYRRlwTCNH6K2E0+9SqCZg+F5d39le5aAYshFwZBELXj9EXPJ6+WZHQq8aS2uo8plBxw/XIp2
MA9O6C1jgER88A8daflibv2e15UmxeCCiFVJpq/oug2Nb9ItRvavG5ePM529f8Ypn06dJ5AZtS0B
s1hp+zotjEsxjtWBN7z1Q/wYSZCKS2TycgskzFXFMfslww8rSf6pKq0xO+VWZz7YI+UqPyzq7nMk
6jI6OE27dqmwSIUJ4AbbVq/Q6fv3Q5oFEKD+nBQlOYM+cF4Ji1I42fYcFMIyPr58n5naQJZA8v7d
oOw9+l5m0VRZYI5azpzgiGheOqqvZwNFjT8wxasGPR5egDxpfaSWUUT8pWxzC6rxYrnJwo1pbKRM
2iMBqtt7iWA1/k6+2BLVv3E5HdyjljAxNZp65Q8Zg+49MW7QRJH6ANrsqJWxd1vkqwXIBjgokM31
0trERtE5b6RetfU2dtvqxFteXtw+Xh7vf8S9lZEocDokSPPmvULDxnCZUcsoSiSSkoh5haUpIn9K
ku5jn4/lAYTu9n2UMBGiZiYxyCq3m2bqc6Q4lZMGttY0l8FRureN2+ovhULiAUC+SL5/Oci+7dJr
ekWNv6jTADbTwafyYZ+tjFaXwOec73/AvQX9bkpu5W+RTpmYfRn3mHKBHLzN+jC9wuA9/MFVJo+i
CQmOn2l1Y21l4inUIuRv4ArLpmev7N3XYQubqIXK8w+nZLy57qujccKdsyGFRiT1Cn6L67w2GnVl
ofLcJwFdtH/CkNIN2AAHEQzmzOZQPWry7nzJXxzbAEpJ+uGWWZsLIaNCdNBM4ABouksXo70MyeXL
hM8cHBP5hCyEEe3TrNgewBZpVjNusCKKemgBCIfVqYFQ+NsUK9MbwKVHHYmdu8w8AnUFIlFu2rYW
BvGei0VDnsWpPTH0ZZ3sOHb8OT3kHNn7gjx4FBaoZ/L6bdwUffuKOTY2rPGaNhgirQ8KNz5qVu+9
r7KEyRQVYQqB7iZZMuKMIW/8bZCPoeojW6L91ELFLH30mGFVyaVKDMIEQTx56jWCLekE80l+LUVZ
nsbCFt/v38C9DyzRCConlKxq23UyGTFHab1N4GNXkrfakoev8XdwE6nREfpx50V16I7SqKRLyRTo
5kZ0KF/ZxVInATopaMM6TQsWR/Q94OV2gJpICwEeecvDSxcop9Z4S2HkJrm4qTvqdPBcNWPOqk28
sz6J1s8mfIGVJulBdnp75Q2mh0GHMfJOE3ir7wCK36nVLEmCYkL8Numa4QxeDZ2WimF+T4NJ9/7S
bk8s4D1ZVKXOxyK3KRrDwKDEerj0F8jhvlDmLc5MCirX+1ZuTwiUSQ5pEveC7vIWySGyyc4ZZ48D
VO6NoGjSBo6sDnkdhF/8+6b2FsS4KjkZXFW3RO1jCclcqSlRQLCuAHpjGHmkwh/ctyIv8rochAUK
wkybcwo5zWtXCcsoHcEhnoISKqr3auulF9uCb6olLbxm/G++Eynl+66Zj0AxOweE95vCIoGQ7DZt
MhSGy53JQzA24PFFxqX3xKUzuvnfcklRiiiz+eDs79qjYvprpIIrsAnyEFwKO6vHXtgWM8ipKj8V
qogePb2Zr3aOuzvYwNsrTt5AkEfrVZPkMNtEpe7hFSoIjtH9Dq81E7rQmi76KUygmqdPhXR2ItKD
eGXPKHOp+DCSesjF5AH+LYgYMoOgfJqmgOH48qxnAvF0dMkDzRbKK1uPqvcJwmYHMcXOrQAa/L9G
5af/zaiqt8AjwD7QBLXDU9Us7jP9J/S0+zz6cP+87q6PCB1ef27GzRhyn+XtONScVzRx5x+aNqKY
4aIZfkn0WQm6gqNUVs6LB8ZIAZk95MpThobUdbOVJlxC1RTnU5BZjKfQcJuDCQbyJ8JPj9Ke5b7c
zWCP6AzpAJnDb3axFouHYFY5BakzNyeinP5swjx5Gp3Uudz/oDsOgKzuFwEgLS/eovXehaHSDZWo
p6CjbfO8QKlwbkODuaI0TTXtAQoc5Rpqavm6MsbwwPaOi6OzJxthVGCoh2zOTaZPqWi8ZeS9Gz92
qCi9nRoz/XR/gTuHE/lkpo2hZSLW2FZCCJi0Ev3WMRCxIWkVRXLlea+DLJmbg5Rk53Ay30e7Ujo2
mAY24YyXZNlceXhPt6Qx32bDQjFSLZ8Ki1ZfXqfdX0ox5AdGd9YHrwHVO+lHNR7c9QbOqrJQlUnG
wPYmz4/LXA1gVu8eUmfs/PufUu7H+rFgepvRcIbSqbxAprA2ZVtdqHkjA/6cyOSbAgbuZDIb9YEC
XhGk1PwPikq79gBrAsIBd0ThY21vBmxRjy3xkDlb7lORT8nrOI9qRoynqPjReKI4MHh7IFkgbVnJ
z0a+vG02dW7cjJO2DIHWoosSIY3znHRTf/AS7ViBcU5iiyQTEDDi9bIKNRxslHVEAH1E8iAREE9a
qx9N2u98POo1TC+CwuFUbmtFy2B0QuNVRT0SlKZfDKj6hGOUfVFakTwvWhseFAB2liWHpCQ3BKUp
3tn1siprrBL6uSLwKlO91s6gnOPjufrbO0bYSg8CXhxpZwtQXlw9azx7EUFvdcm7qO3DJ6WdEzzz
qFFJFs472Evagx3b+5ZwThCmwOEks8r10pJEEcQrlgDOVLg/4PvNTxGTMQ/xDNF2OkxH7Da3d5rk
i5KjJOdkPGCL0uy8homvuhiQgCqmsx4nzVNrcmAo3B4heHd2jdYKICpKbcxgbgE/s0g9ED8lR74c
mqcmNbRrFpOS3PccOwviFoMEk2zOrGlz5BcrVVpXY0FTmOfv9LTtz6lZoSwYH5Gq3loCKgLMGjpH
EDLm1mfQp4qdPq2IRVy1fWt2qvXJK4pF95Ox8eKDZf3S8Fx7RKz92iUIknHBm9cTlq0hQTBvCkQS
VwPs36VE5i+J6/hQWZBeLTRYHkRUzMPVIqaB4GdOLIijylQlha1VK/dDZIl/9otidafM66vP4zjP
PxW3Sz7NsTn8JG71wOg1EKA9zFSXDT8fdWMJ7m/Q7bViApDaAuwYkiZjCxAZhmLMjCjpgySiVOPH
U1F9zugYRX4BQYkPrTozWN54cK9uWV2oTVIYYpYAYlaO/Obx8vC4XRHXfTAw3/VlChcFtuPBWrRz
LcTcXxMx2hdTCuxe2pF5c3sOjf8Up61tf8li0ztwYbf3HLptckeJ3oBVfavVPcUMAIw0F4IK2tjn
jkz5PEd5fjKGrH/OEic6eG/27NGOBjBCV5wzKy/nb4Gzicx7pqU9wVdh6acCTtyz1zB0GwOb9AWa
WQeB+u1lp8KNFjlZCQ7m5kHtBjoqeUVcmThJA8yh5QaW2VG0vGdFukqatbTbcdXrVSH+CUIbHGYw
lKl3rZC/vdCNag9O7O1Fl0REksuQB5t4ZBMcDEurVRHSskGku8mZklv73gybzFe5gy8GhkhTxKhM
gdMD3sIH0hkce+41hP8oiiE5XYzfCgchVkLy6cEOq+iv+5dxb2kwU0C4BM2lZERff8AaejUmmYiL
a3NyTy1k5KmvlxUUZYad/3y5LRmIcPyo21OyWdvqlFpwYGCmmjszfub1C88Un7LXgzKXR5pSO06G
A0GsKpWaCBQ262qnqcQTRCRvqlAflMlz/FCPK78Gf/TYzNZ00knTz/cXuIMggMCE4Bgeah4GQOXr
FYZaM3m9Kn301AiAikn8schGcYpL7pc7W+JhhhrsUUcb7tQ16nLp5kH7+/6PkDbW74QE3VG6ZUgG
btYtimHyIm9ZcnZUNAKyvlESj/AUjO6P+3b2Tg6BMkRdcigNarz1Wt3ccQT8XGQgC3Xigm6in9du
jWxsPR181z3fBc0QdnhmSVM3pmgjzKMyh1CacQ/9FA65S51CYZC67bOdjcPX+yuT53DzBYkqYYmR
gZ8BinC9smXKEiRjZZ5aWhpyoeA0ReLVjT8si/Yw98gSx7Hw/MFYjgjWdo6tjMHIQPAArHgT/YHR
0PSizQgpoiVDQdzIezAntOwNvVf+plFY+pNTT9f7C97ZypXVzfc18mhelpGagwH1z0Pm5vOzFkXT
qfbEEZ3L/gJlJVqShnJs1t+WRSuNOuPfJjVKLpNpzwBaKsobgucY6fTx2c20I4kL+ZduN1SiUUEU
01i3tmhJJ6wmyDg0OP8y1QYC10ZvwnFpX9za5XWlHymDK5KFLSlpPo0qFLIJL54X/d3nqfMhX5zw
0hqCsdT7G/Yr/d2uiFIfdW9iKZQQ5Wf+7TWHwSBc+gqcjN25xVsrzsXjEIUmAOKkeqNNk/JPP7d9
oHdO9wQjdPXBGLN+OeEcsg/JsMTv9dD+J4rN8ES40f1Hr5USbG7NqMFF4qjbuHefmKQjT6PxjbbX
phwaRiOchDXPpx4vklgKXvC8BVxZATIK4HCuzpEolzN9feXgNb09bdSZcYYqLpn2x/a0jXZv9Znj
QF+l1snsN25Wv1dLtRl9qvbJO22ZXe1RMO4THRi+vVHUZFRSOOqiyEBsUQzDYAAZmakA97NtX5a+
8Z5J8XN/GcLwxc4RU3KOD0JnWklbsmq7V0N7mvBW6ayUzO86Qx0o7Wi/tZSq6fysM47oinYXJ5NF
wCGAY7YU5KrStBC2CN7W3hoDYEb2pUBDw0/0Vnu4f9Bvjw6Lo68Kbw+Qcg7P5pyHQk9N+I+ConfM
S68v2b+ZUrpvUertzvXAsJ/VMwiqqtkRRP/2zcEyPooOHRUUCihry0ZkNI3tcZvneplOXjaFr6qC
Ny4OR4hyyqxuP95f6q5BNJZoXVP2ArK6Nkj82sxeIgNm12meHUb4/LxKq1PRTvolTgAH37cnX7G1
C3Ep+tDGQpVFprGbTxuZGiovNZ64QAf9KWmN8cnT4N+ZEXwK4GXKP1aAOa7VUC++ubTfX2zddGRR
3eAHAIPeZLORnjeCxiBJoG3SV44SKre+Ubh4L6/tTxnzHRdGzMrXaSL6s6Y3+eX+D9g5xKsfsH1p
x0bRitHpg76hk0ePBAxJXwyvOms6GnS6fX4IJ+hf8XsBtNKCXu/spGWOh5iQCJC77gJoIKEAcfsj
JMLegvB2XEjKiXDCbg/sOFp2PTQiaGxa9uGMo5lDgRR86r1YPYNKBKV0+hMEKpJofb2ghD+sNVOI
QM1QSQ01M/PLEX7Cei7UU6wcckjtLY1RQkIGVka0twnIhrKdaqtWRWBlUfngKjjSuK+W1zVIzdP9
Y3HLRi3XxoH81QdFkWpzLvpMqQTgEkqLFFJU4i4a2X42K84P+lre4iP/a10QWp7L66yrCInH0O+8
dUVsFbTbBCRDoCU0cabMXH3M5tB+VUckAtf7P3P3i0jJRmj3DErk8s9/e/9pu1EMynsR6EnfPogB
bqqpjT8lUe4duKWdugmxIepczPqDBqRSvTY1DW7kNZrOZld1d2m7ClU6hYpu3abo8ZYlenB6LS7o
rUxcW9U9uZDlPjGt1R5szY6D5IcQP1BvIwvYPjvNzASugJsuqETuRbiMxfJhbLNPpLYGo4qR8+IM
hyfO5guTAhCvbruqMfpvdZFGYzDFiXh03IF65TBQdLNC5WBtO86YmQGg53gK0sZtu0MtKvB48zgE
pW0gQMB42OOSFmmAwkgfMFWYME6gDg/NEi+BUSRHoMud40Sdm2octmUqtzn0wmaKNqlcui1JpD65
ufGjQHTnr6E9vF87vpAcDvwjF4xK8BaJ3Zh1XapJCHFzWRtn0Wf1pyVskgM+gN31gDGnyIxuEh3h
9Zm1mtyMSUiHoJ2K5SldxvEc54lG0VSpD3ZuJ0KhVgMLBqMu4Lu34VfjeGVBB2YILDsuPoulK5/y
0DM+aHqm+0ONJFWZaJNf9ObLq1LguymlUJfSQNl5Gx/gKJwowOYD3B6NFjBtQ5jbVOl5jnvjIFbY
dQKMf0h2GOA8OP31B4XPWHS9Reev7b3mompFdC3KtDpPWfyxr6zs3WDp/SucUREM9pL5wnOrqyAh
Ovjaez6AiJrZcsaUgUlunJEmXLdxq3wMqhluPD9fuhGpCS2fvsSlCVY6nqEPu+9qd3IIgNCMDjNA
SW/X2NwNc9btfElp6npNn9DxHwwEqWzn2Z1R15lQHjspIXxR943uXRO5sTTCYVglW15/75kpQqFb
gu9N6uTn9qR8MOYqfXffyt41IaiWB4gojCHytRUnNRLLbFG/M/rIOofhUPmQ1zVvJr06Gi7f/Yqc
G94RqkUAG9amvGhOBYpeQ4CmMfSJWsh0bSKG6gwJ5L+weg2fc9U8yvv31seDBZKCE+PyeK2NmoVm
CbuqxgBOjolDKboqUIWtvxG5dSS1sLdACt0qp1N2GbZ9u7xdQn2MZ1yONsTuo231SfKhgTTa+mxM
8pWKKghyLX3MjzpDe3cC4Cm1AFwar8cmvByX2TR7OBaCWoWTPiJ+D+qhExeRaOMZTOEROceRvU3o
HmrhZNQp9pK6TwO1GeJz3rTVRZ099xINxhGr2N4uMsgCkpD/yO1c76KkEhrEXA2BAobtC1J7aGKL
0EQUoK2Sgy7Jka3NMTUmJv8zHRgAEBT9PM6W91TOFMGqOT6C5++aolZMaxmMKy3E9bKi3mjghwQA
YNSF9bkXqK/EQ6GeJ8V++fgeHV4QG7TdZDq9rUZkg6eMlc7ZrJTWu8Ju5171titPHtfjct+l7Dku
qHAQRiSGJuvZHA4eILe09GEImKEytXPJ9xzkAMKRV947hCQCnHaYmcBdb1xXnCVU2k2XqNS0k/em
ktt0Faz0qXbMqPNFtxzd773tkoKtjEGStjLrtN4uF1l4uGoiALNEaBfVFualKZFhCyehHxQ9dk1J
fANCrTszInR2o1JfQgJddS7PGWKhnzgYgnKAlR6Y2tsu0Lm0SKiMkjRuPmMbujrav8kQeOHQPZak
dR8V5VCgYHdBwMhtnlG6vluwEuRcixvDIBRUDFBcU7tA98oeROUnVZ0dvGl7fhiU2f/Y2uxTb1SG
mzoAGCAayK9MMbnPjjK53/ucmU5FjZ0gZarsD049/ToIFoCXU+qUQeJv6Vie1n0jUlwUVY3q30Jr
Gd6Kejc8iAp2v+OvCVw50wzcZm3GyvNUlCOHnuHmNH3U8sh8ciOTSyzCpQnu3+RdY4xgSayGxCBv
npUWiFcVzTU5wdCZoW/UVvw0960yX00NL+//gTUAAfBTQk+ECPd6aRrcVeqQpb9gKNUbOxxRBJmM
pyg/pO3aWxffDiEbQHpyJGBtKdRSR1MYrwM7lEeBuoTtIyogn+OhUg5w6XupAbkHKSRpOjo9m/DD
XprWLhO+YI2a1RdlglTAqfRMUl4n56HvVb+clPy0TPmX+x9T2/OOMkRGpBG6G27deo2R7SlZMZJl
9Ym5PNsj4t6VNVfXVAyQugvFuuaFOb1r6iH5G+qk8LnV02Q5QdOdnau46q52Ghnf1FAU9qvcjst/
hTHM/93/kbv7INsC+HAaltvDDPF4nWoe75+njtbHNB5B1+ZK9I83pEeCJXufg8YMKAsAk7INsf4c
VslMauPwKJWhBz8t/uFidzOk/jrYB4S7juap95YmoS1EuiATgJyu7fWllvCUTDzt2QyRWGmnX0xJ
fl717p8kgQwT0jeTuSdMl2tTXN2Y/iRLs5sUFYY5E/TtYi8eP9LWV9Q/uKXyqXBhAmKya5t+VVJX
kCkMQj8tDR/gH+gfSj0xTugZxuf7x2Nvz0DBybwL1Ap40/XChsGJI3OkQDzIBn6ko109leZMJh1l
CGp7Q/7tvsG9TaOoSdUAuBYJw8bfDWbTu0aSApXsTOUxynX4oMshXrikfXjwSO09u7DOQXBA4UCm
JuvFkcw71WxiqxrM4UOW2b0SkA4Ozun+mnbsyDYrU2NML9KO2rxLjt7NZQFZbWCNRvxoFXNzzsOm
+PoHVgACAMMhz7pprzLRUwxFlFCMLLquugxVrD9GiT561/+bnc1Zp4IDMpEnMACaNfmzO9VAt+Lk
oHX3S15s0xih0Ey1UyIoCGI3J88yvWTQ0H8Nat2I5yc7rybNr+octzQ0efa32ifV93GuWvFgVLlG
MiJiBvtNUCXf0bLSjbM6W92jpkZKDD+Po2dUSN2h95nR6r+1paYpfl9Av/RuQdY7ejO0WSl932wM
/hCWxnISzM1m1BZS89HtyB/ObZUtn9o5b8OD+G/nlsnxPlhhyEIolW3qOqPVMSY5INsbltDhukUy
f2yryH1QRy/xjU7rLi/fQmJADssvDPm2c5CFpenV8D8EEOHCFz6Oaus7fV0f5cQ7USD1OCZpiZ+p
gm3LDXrXFOlQq3R32pbpMx2oPyGaGiDA0V+UmvClJxc6OJ87HkSOUtBwpupIUrdx+4DuWyYp+ZhK
KdQLbTftQ1cXmm/pS3NwSPcutuStpNEDAwKh59qBiJxSCpLXPWc0s6h6FdkXgz7wQQCzZ0UW/iUP
pxzhk6fnt7C2VvRBV6KSJl2jKn8DJx1Tf6QkHtw/FHvVRRmr0KqXJN68nGs7ltdnZqe7PWzTiVAD
x6vEGz2dtH+sUCvnxyYcISRs2i4aX49t2X9EqX3+kdq2op1NLUPV5P7v2dtHYjZqOagaMXywuRTA
FOsUrCh+xqBgtUSa/gAM9r9S648Q0XuW4H8DpiUHKhiMWy+8GdVJDRfk0F3KYF8Hje4WlLLZ5IcI
iB683XtXQu4liQP1MKaJ17ayKcryzlC6QOsUR3utR44DgnFIlepkQmWbffBSxc19yP6mH/e/p/yb
tw6VuilehjYKL8QmGp27vO00FG2D2FJRF5n7HIEd1Hjeal5kn5hEn/9gA2mAMlnr0AxlPH691NhS
XFNRBmKHHOerOIoDlTJ0/rWt1wdnd3dtRJVyYJ8S3JZkIUff2sxGqw+q3uwfkWuyT6EVD9fBrsWj
JTmP73/L3RMDehfmN5AC9DfWS2spBRPO4mPMbgif40ox/CLxtCcj1o46G3tLo6EshdCpHAGfWZsa
4CbqB5gCmBvurKsY5vQU105ycbqw/0vB/kGwsusGwGfB703YRxgpf9Bv7oaQb4TVlNGHgs7OqRiE
6/n9ND3XU7lE/lh00+dyMeefloMsn2+IKb3Sno3e20ZWHt2Wve/8+2/Z3Ewqc50ZUYEPBr4NVPiM
bEISbEGBEkd/8Gzg84C3/OJK2AI/4tgYkMNhegaWNnFKzFIDtJl2l6adzPP907Pn0OH/lZdQqnxt
n3tNHVOI0ch941nJTpmuj68ouqp/37ey10MHKC0JGCilSBjUZiNds+0mZRLMv1aOfU5Hbb4YidsE
4P0ZMrbd8ZVlpNWruASO1zXWPPuUu6b+0mbCYYaBIssVrHf1qQwt67EnXz6Iv3/RMmxdEuhYEMIQ
fXLGN0+1DmFiCbMYE0t62/9bLanz2lTnebqW3GMGaDtkkIvM6bjIdei+iXKz/xmbRnZBbjf9ntSG
VkCJO7nGwQbtHTv6lWSOGvtD/rj+cmUNO5BGuRvoaeskp2YM3Qcwmda3jsnaA1eyd78lJwC5AQ8d
uMi1rTYVsDxMswiSYZw+ZiiSnEo3DBEBUxa/SRLz/f1jsbM2BppAC0NBwOjbzfVuq2UhWmNtSjPP
QelNpPyG3dj6WTMmNztwJzvVF2ihGejGndCY3U6bmpC5joPLtFEauqZvC5jTS3N0/LGpy9egefVL
kqlf9WnsDmKz3XVK/jYq7TztWyCO01VMiOYMIFGIHANTT9OrmwGuVwf3iGRhB3AuZ8wlNJr0C/by
zR6WzCbNhtZwoUsjeWhmofulUwvfS5EvVnrXOWlhN76PFFyJMiboChjzi2WbsEyTkrlemN2Yudq6
7RB4U9zT3BLC0y6xZ38XoivPHRwXByd2f7nkZEAypOTEVlvXcdMG1D111mHRlLdWGVkfGPJyn7wR
VRQ1bjN/WWbn/3F2Xr1xI+ka/kUEmMMtye5WtmTLsuwbwh7bRRZTMYdffx76Ys90q6GGB9hdDDBe
VxcrfeENcYlMfOhZi7fzZXLpZTgTRxFB/e83nKJZfRgapB5IxSuza19nna6zi5fIJwQNqptpzoKn
Tpb5hTztzMVNHEr3mWNDTnN6VrskSLWyBB8yduMUIqlh3iaEqBdGOXMjbNQFelJUCzZvluMbQSDA
2hcuoxg4NjyLVNYyauzee1inRd8lKaWYCyt6dl4s5GbIyMxOwxldz7oh6XQ+pp0ua1gGrV6HZhrY
v/7+7oG5/L9xTmIZOIFpAzCBCqCj1H6ay2TXKKA1Uzk1F2DgZ6dkAuPBqIRE8DT4VOlajKs3sFRN
PWFcjvWR3WSXSprndiHaqsjHsBUxEDmpILkWypRKslSDTUgvzGSLc+15NyxtE6dctVfl4l5iW527
2QhxqcpBlEb34WRQ361R4hz+lGzr6kZfEKvuHazGMEhIL9zeZ7fiViQA07x5sJ880MYKLqLvaUy5
NTrnFQ7JRrj6XG8w6opYVF336T/skE1+yIJlAoz/JLCefDSixUxoZDUWDHO50h7VPPHZ7Yr88F+G
IgwjOQFefMq5MpbV15at6WZ0eQ6xd6njxpf+zqut6sJnPLdiOFShos5/qUVvj+S/Qmq7RSXe0LbL
qqmbl6FZxTfsOpy7qTKS5/dndW7fb1H7RgJHgeT0vfVn0XvDtPWLdOk/w5EuXjTECf7LhCh5kcEi
/EaOfjyhXtcgkPQ8eJTptD3OHU045a26mir90mtzbgvCGQGhjJgD2ownO0LgQDIbPu+4KgaxR0dd
uypamT+v1tDukeBKLlwc5440OAAmtYnU8BmPp9bCNRc4EZAH2HMTq0EPPqRinkOfCscuS60U/901
+fH+qp3bIKwX5U5gRgQsJ+fMlZpSM/4nsShz/xke/4Tp96Bukwm19PeHOheQ/Wuo0+SDPDlvckVZ
RffTct5naaY9FLWnqdDFNTPyeqe8n70K/CPXXRC/P/i5xeTdRKaU2IGa+Mm+WZXMbEVdLt58ge7J
LD8UTqvHurms95mZXvJWP3cYQG3BINiqOmDXj9fSdJoUxdcJyLetQwGyHczTO/2SbtPZxSOL2xhj
3JSn0V+DfVNT5pSPnGwVO6zOqt2UqoZSdNJdOHfnNiebctOeo+4AYOx4QmmCUhPmXmzOdVhA4izL
ThayCvvWMfdWbmHbkaI9/f6inf2KwNPohwBuAhp7PGhulqYUHXVBAHr5QfX4TMD5uNRCOzcK9zB7
nxok2I6TrZEg82G5WUH7Yi4VYAEMZJY+KXfvz+XcWhGzokwCvJy0eNug/7qJ5xWmrTOy+yUinF8y
Wc0hrJ1FhF7u/peoamOgQQLleTHewF9R1y8Gl+KFp3xnL526hDrjX6J1nTtSBKRcjxZkZaKQ4xlt
du0yHXQYQFrfI6Vub9GAUx5UmZfXnleLC0f4XH2IUABczAZJYMyTx4ymnQ68AnIk1sggMbM1OBRa
5t7Z2prupgScvrUqZ9+skgZL7lbY0dnJYTWXSybx52ZOP3nz70AIjkbR8cz7aZzMwptI7mxn+GnZ
hYxKAC3Ym+EzYQhpf31/75wdj8yKUjEuxsD+j8ebPTw0hp7xOi1tr9w06UJMX7rbqbHXaLSW6QJ8
+tyJoAm6oSQQS3jrlJ4lix9MsNfSuQ32IujyzxN+qf8hDEJvingLjUBCypNZGUWRWsYM4UklphZW
hhTxovnEsVrwHxhrEHBgrLF9Np2Tk4ukbrkW8fGGI+f2SSidpA4bIxmfi2VaLvRMzlyUNA5okYPQ
QazztMze5R31sGBTDUsdd2/JrgqXQk17BNFamAueH9GBvaRIeG5QtA9JcNDm38wHjjfImAxZ4Rv9
hM6CJr+Z0reu6nYcIj8X2g/XWLtDkAzWhV1y5kajkQegkCY2+f9pw1yBcqB/BwNw1DLIWuhpRbVU
KiKh+/7+/n+zHykZbfxGcAc0zWHjHU/PHbFGz7JUIZpcdNHSAQioaa5+fH+UN6dsG4X3jVUDgkT/
53iUNG8qCvYFo4zDdOOCoHmocAPZEyN+TEftr2XMt+EQXrBMSlRbFnc8nCisqR1VpuI69f2Dpg9t
rI22xHvVsA7vz+zNSsGXIUJAbIorhFfhNBpZaFomda/iJpiHGzso17hbZHmLqtal+Hz7q44Kq5sW
IF8E5hSpKaKjx7PSe1F6pSAGQf0MLZdhmfAmrOQ+gx50SEDyhqi0NNeKUnc4BfNfa/Ztw5MaInYK
X4wy4/HwJTJeddYB8ikRNtpRL2s+qnKjjxKRxW3V0Otq+Ul//3kN+qMbTp/H4HTOSm9xDitFE2+W
RlEH3Xxfa9h3Wlki9v9hKFJvgGsUwNk+x/NzVx7dzrFU7K3eeuikycXiErOr1lsuPLdv7hQ+JeED
mpKUyDffneOhNosqFxCHivVAbF16K+m+mmk1zKFQtvZUW73zBP0i/fz+DM+cdYAXG0RgSyZBwB4P
2/BT2kkYKp6NGi2CZSS+EHX/H77jNi1yHh5wYNHHo0zOLMiA2SfV2FcHy9HM2M98I+wnEez+w4Q2
WABXGIXSU99asXhaYCdMyNQ99dEqOaQU1Vxkhd4f59whp+wEVpOXDmn00yn1FLzTwlYIeWXlzm/k
73kI0rgcg0tdpHMjbSQ8xPmYEBX944+HnnCgUS2pY14W/8oHpxI2MtDvRumov31j2IR0q1gjoA4b
OPR4KMEm0SaPAomjsimsx0k/+Ct2xkhuF9fvf78z1z/dEDjtbAq4MKeUSrZANqJTXsWidocm7JZC
l/cmUd41uAN/3MQp8vLCmp0bkx4B0K5N6/dNTx4TOCtjhvicdlO2y/BSCmU3r6GBN/ah8v1LjfFz
Z/rf453ECXORsJojFqDOYPBaq16L5Gwu1/6QWGgypOlBNfklSaNtO5w+CZQ02P0GT94bK5KK99rp
9KaKTa2qdtTG9aigsnI7z767yW0DAyp0jzDTF5E10w16f13fzhnW6OYTQhoJ3d07mbOXOa2rWu6x
CmGx60KsVjz1MDxGUfSf9Hxqrj2TA/P+oG+PyEZVpd5Aqgxr7lTqLjAnm64MSgz8r0VTotJuZvKJ
0EQK4q+vMvYs/6G2gaQSwx0fkaEmQGNH01wtZuelG+clnJ2k/FS2nrpwRP78XcdLiewnTBJ6eKAr
YB4fjyUdt9BWZgb+cu0zPCU6X4aVVudfi7mq4f/hCBw1XSn6aJiN7h5wOU9uDtHM5MUS2dckyO0y
9NSqntomLT+9/9Xfvh0k2ASIXBmQXfzTI9yMNeUQ2+VTaJb8JKnWRTq+Kp/fH+XtoaX1BDACmSXK
BahIHX8EzCH7IvUJcaRuQg3PNCcU3hg8D7l6Nafev9BOPDcpBiRnp2oAUHrbav8qHKyL29oNJc/Y
d3t738L6bj7oqe9eUjM8N62NMgu7E8WSN+XOebSrlc3TQDdukBrr0yIPQZaKsAo68dAN2qUS/5+w
83Q3kdCjyg0wiO17snNRb9KpwbFzfZmK61nM9UNAUvjca1BtMGhU9rO3JLAFk9Hr7pMhGL7mbtDF
SR7UX2Tlu7ddL/xbfazI56ygma5Vk9o45krxsVBGRhuruQjA2bb4mx+NSe5WpEXK4ZTq4SUkzJad
tRBu+8oLtSDXn5rVLG4sDDYfAq/X7ypnsV4XQwsupJbnVgjEwoZII/pDz/V4Jyyoa83+aDXQNe3f
wyyCh2Btql3m2y8tQN9L1cVzwwEzgmdL53FDKh8PZ1VZkOht1sULbkQ/K82ZrwacLtB7sPxwKO1L
9Z0zd+YfyTKPC5Mo5rS0n1WuXfWj1iLGYY4Pad8aIVVU+1r50yV14TNvAkNtaR4pAMnXyZnS7bTX
cwxx4s5px3XvN4PaVTpJwo1oOMCF1flxJ7LsQoX/bf8aVS8goLxGaJlROzq5P9sae9k2hwSw4p6K
8pXsQLUbwBtDWYjkM5Zv0sDNT6EDSVXUyCl8Lr4KW1sUl4TU377K/BS0o7c+7/ZAnFQ9qy4p/K42
21ifhuFVDjYa6n4537XGlKKuNlgvSBFUWEOYU/ZxqfJh//4teuYc8VZxe+rUXem4bbvvX9da0K0J
fOuui1ux5K8Km43QS7P0uvE0EfmZXJ8XNUxXqvYu9SHO7DPwuYBNt3XgiT7JMOANOkY/D12sfM2L
G3cSj6Yu0ltwDMXT+5M8OxTNN1rbW8nyFM7TQ4imm1Ij+lLhWVyuwg4HAHxRmYHyfn+oM6eVus+m
MONvNdLThmk9GFDzEd2IBx0DmsOqtVPP0+wA8jT6pdx1Znop731/SHBUx0voSwv/JZQ98Ur26Jm6
fpKRHDquFmWrttyNnTP/LT2X8/P/kwSjcDxi47mL1LSkjYW/rrFwW3pF/bLeObl16Yo4O7ntoNIL
/qN1dTzUpHVGltg5+qz5aH3JgqG4W0elYUa9ZDCHisB9fH8Bzx0I/ESobpOTci+dzE2lrtLXDO3S
1ByyMKmr+joYs1+ZmbWPMJ+XG69zggfEDy5ZBZ4JMKhcgCXdbDnoWZ0EyEgbdJ2VtW2cDLl7IMlp
I+S0/j5phIxGQWaDCG0N9pMrd2nKwXLJumOhq+91Vaz3lmEksDSXfvf+hzxz6PDro4FKwcsE4Hcy
n65T9SpGkio3wVMSHb4mniYsIlC7vYQFOnOJEgIxLTp8MJFPO/n2YpgQKIwybi1r6KLZkM1tO8D6
QwpI6258tLNe0nGqbiq7yu/kANju/bmee1E2ShvZFSE5cz55UVbfG73qD2JhgBsFi+7nOFLUa7Ta
PrQWdRsjdf2dIBoKq94NDoTtl6wLz5wUWJQksIQk/IY3QmJSX+Y+w6zdLqdi70p7+jA1AQDleZeV
QXH1/ozP7NY/RUw45hwVcJLH5xIV9G5Ocq4bNCvS26J208/j0GUXRjlzGBnlTw1Kd0i7T96IYjBS
jwCEOWEa/HXUczcMrLK5DzylbnP8Dj4SwShiwPXSvXNuSxHgQTPnMkDs6jTIm/0lnVqdkoAwnKu0
VX5cSXpLIpPTVZd1Gk02w4zn1ar3nj8XL+9/3nOLCcOY7tbWYKOeefx5TZkXibKpEEjDWrlyvNeG
8HhfDP5vXUvNC/WPc0eV1g/3HQhGgtqTxQTfY6dVxqWwsm3msO6q7sas8uxhpQlw4ai8XVJ68YxC
98UkCDvlxNZ+0MqxQYAtmJLlKXWdJCpx0AjB8jkHFNtVLLKkiPyEH/L+N32LhyaEBsJE+QONIMCo
J2vaJKIbUqG62HME1n556mQ7c9BaLlqcv4tQX0z7ylsnZ+dpo9/sdG/JDx1pTb7P69QO9b5pZai5
pYUmoAbrZ7Sn/vuFH7l96+PEBgwwlQqszykgEh4dr7zvCllnE6Kh7SyWW3PdXqIhr8Ohnyt0r/z+
bnU/0uOPA2FPaajPrnOVWe0l7uzb0JyfAQuI3Ud1gM7I8c9AUcJVQgyoXtWWe91r41fR4eC1jHax
N5A83clkvVQ6fbvpYWhvfJFNlgoqzvbv/xWLitWsM5F08JyIv+VOW+fRCAuUM/UD0HU0IIO+XeTh
/Q/+du8T+9q07AD70EU7zeaAmnlWMZBvDxiPRDQiRTSPbvKhk4VzoYTwB8JwvLYeqSo5xSb0TWPk
ZG2HhSMRlChQJVpvY2DUJOUadokVmKGh0ummzxAjP+AI2ZBITyBkorFy5x9rq43WLrAkmi766vj3
/tC2ZaSBbvw6mS2GFJq/+C8o36plL3p2ZthVevehHgv/Unb4do1YG4cPhn7E1uU8edXB+9ZJIdmU
gyQXsifXi8BKab9FnRYQJsfy+a+Xh+yEEIJq16ZyeHIRYpjMX+/lbexJW7goYKrgaUXk8Ll1Jj7b
hcHeXk5A2UgMaelw8fIPxztQ5VI6S+vha17odXOfm1bifJ3yCcd6lDNKGAid70yhhgMv9MJCw2vS
KQeZ7D166HJfTJso9dIW6otJO7EL69o109DX6/RelBkF82FME6on2vpgDeCEwjRQwedGQd4OKabh
vZBMvvcI6jF9XodVmaHuoTu/T6STfvASf7ibfE0XcV0TD4VNkbZrnBeWV0XgCrt6Z/jKwa84AfEX
TdrgOPiV4/Z3NcL9WqJZTUu2X9NKqlDAmxU3ZV7QHsxrhMqjoJh1WGHIwAW32LoIiT12Jsd9rzX+
cKs1c69fe0U22I+B2Qtz17QBareW0JNHa84NdYU4GVYYlVG0HpUx1/+2KrSP/jq/AhBB4QUMNiUr
2hHHKwTs1ExNlyq28LIgFDixR84oSgSTg2BXLKm3u7Al+PuOjyz0I7SD/4AjNh7D8Xj4pLhGB+g7
Xqk2vnZ2o3Y9ekuP1YSe/PtDvT1a5KbkqMgnkQCQER8Phfy/aKB5NrE5NeUh8Y301luw4SR3XG6h
oFxKwP+0vI7nRl+PXcXFt700p5Ueq18swFDgepfE0eaHxWzXL6YcsuGQ83+4qywr+dGhvStiIthE
PBZLbZdRTZlmjTw3CZLPtT9Pn3mqszrMaQYnt3bbGj9r1bRNyOPSfBmopTxmc031JM3E6j8g8kyi
34xiui41iWoc2ZY5R23uNnrYm1mQImYXOC9eZ4lXB2ft58ZoqyR03NJRu1IUswhXGDMvbVoOdQRA
Rv1TWVP5SZeV9rUfgcwhJTH5L2mHwE3YZqK7ppFbrHFWDe2TkJr+CwQ6kt0qSOQaektFwL6txhdz
sIcX9N7cm6LLzV/LiFNJ7Npr9oP4rlU7Y8baJVQFZr0f1tQvaZPIxntKx6J7wZloLUNfS7oyUl2f
VbdlbvifVyh24qHqUt0JS/ap+rQO6QTjfPCaAYhNZ/dFbAq9ch6TEs3wKCDs4uAhE3BT+MH8YvWp
00ea1YyvWltmHQStNlv2NUcA6U1Ugyhc4VCZxwPospKqRpI/FflmNG0byfAwIc+kh0OFaF1ojFRM
9zW1iedBk6SvFXYhfeQm9iLDYWzF7ToE9fQ4zKu2E4Ke2IX9ffrSbiLpRLI0zTm7UDdO9vfEMQMj
DApsdlt1Y/RBcQdfRHpRu/AvLgx2mp9sg3k8tQQv8GHASh4fpr6HRbEMjoHvqV5EczF4ez8ZLgF+
3mDhtvbGZtfHy7QV8BzreBi68XYDlU+PDFml2q7yxXxLpSnZOYJ7N2zNYP6UCGe4dcemQy638O0p
LHxdk5FRGc0lvCuh7Gniwi/avvOGyt5UwU/BmggHmtm8eHhNVIR1z95QaCNNPSdoUSZ3M+fLJLC2
tTt74wEaDeoJYnKq9QoBFYmyacU9D7LA1HB4V32rXmbM3i2wU1MKpkJUUxqbQZt7YaeGVl4lWDRQ
2VK9bkati4P1k3Jkbu3qzizTMJmzxNjlpevtu64vxc5Ik+GxHTvBny7S7coJii70J78We5CL6xjh
IrlU4eCM3u9Jz5rqEFhjVuykFhhP3BRetSv6Ofgg+mT61irD3ihyiZMdmlr0r4UOLzUabY3jDTqP
Dz4Jt0OIxa3t740aQXhmTTc8JAV8+hC1+8m9lpXMkl1iKu1rXgv3wUNIDGNiOLBBDESGYyYJQzmD
giL4zm7M+lam6Tze2frgv9ZtYy8Y0LTldZeunYjyNW30vd7681c6f/310s4SXEieGM+D7fdOqA01
yo65qD/QQaplPIsVN7jG9/MEBQu/tiJhevIeEji7ik7a8gwN3rvBJICwDiVpOillnQx+iEcStese
tezhQEqF4GZeLOutKMoKADn2J5GHxM43zgG/0AQTcDPogyMg0Za4oKhCq6d9I+wFlpo/y0+uoLsZ
j7nTkIuluDSGrdfmKk7GMn0UFdHKx8Fv2m+p1NF9FhgQfqa9V/nhnJjT1wplSS2uzLn6qevd6l7V
SBWvUa6V/uuciVYj0ulEHoGCcF4p0i6fxqL3H1If29do0frgn5Uf/2luFSYNqG+4X/vakGWka3bw
WZ/XJN11AC5VvFSr4YEeSkxUeTNL4VwwiaSPFi8RHwajSs1o7uEUhRgVCwk0x5qzsHSXoHupS7/7
OWqFvuzAx6sHYGa0HqzMcO7KtTHzOBia0grbBsYv4ERN1+Kgq+W+LTXkoVpUIKw9jUXvZ9UXyy+S
d4+/ujEHq78ufAda9loYw2+Siardpf68fnbgsCyfPUvgWIrtutZFWdVO2t20tE4TeakvZTxmnvuE
XEv2aYAa6dw6OV8vJG/eSHRtl6E6WrlZeeD8iI+tNfrYh1Xt2kvewn68Q4q5DG4cYddTNGazO+82
5l0aTr0sql3V0OjA9WYZreuqm6tX3G+7OWw8TzuksscrAFma9Ec2V8lDPflNgdOR0l+dyuy9sLQs
8TRMmCtDfTDt2BEa6aCGVsmjrTmFGbnpYv0a28LrQ3uAtxPOiLM8mKnfskXzsfgk4B+bB3Slitt8
THznzjMSwJFisZV+jRuG7URS5pkjQ1F5lRk5OMrebQ3Eb6U2m5zVOZcfq2Qrq835Oj8nGKYloHuF
q8IyyacxCmbgV7Nlqob4w7AxwalhmD24JELiKhkz9QE+vvtdVZPXhv2KZUu0mVO1e6RrhjG0WjbV
jS2t/FFotiActwblfQly6e9HnSZbnHeLG9lJro8fhsQssicTP98m6mRbFyjR0r8NSYkMP9b6cf7o
WWbrxwjO+D0Krmr+5NFwqKLeShOwOcIvatqpLgMbs8yKvdZWqR1JP0nX286e2uKmXG35j5aQrl4X
UtTLDlOfVN83PnKlEYhmL4gTPtka+vMsMIdatOkjdqei3vV2lj+gRQ6exEwxT7uBf+qq7CATVadh
LdagvB+FK37TofC8HYj+xdpr9oCkgFcs+vd5orkbomUyOXFr5NZPMm1ioHqR1mFFid2NNt3CR7RI
yiRqVNIDzfEmD6y3KQsqjLbT6zeaVgeCo7haUyRXSDv3JtsOeXIgmB9VanofRs+wv4ksmLKrVanJ
fYQbPBT7pg7Scl8Vjf605M66bFKV1QdvSlmTRs0phihZsbKtzUJdS9Mpv+ubsEyEIenwZI8Y1R8w
r63mm2WcqyHU6tJ4Wcu252o25/RmRNHToU9h1q/U6uwRLalqeskXtMzDafX6Hs83fKGn1uK41DBS
mn1p5/7T2Br4cM1G7zkxYOLV32ldkqJ5UE1ZE2ld5f9u58FpAR401QvHUh9DvF204noyE/0faa+N
ulmH0njCP8MadrKr3ZscQT11oLfY+Xykuv2YuC5Ro96a7vo0tVLcaoSmRBQJyyI6pLOvPaGKZy3T
9I6HsCu/Z/NYm6FqlP4Dtm1mhkmy9PdtwjaPpxk5rxs0rLoaCoDtZHsnDYIrdx5X6EuY07ZhB84n
2adTPwaRagmNhwoiSQw8rrVvg7TtUZCXam4AejX5VhYLlm/NuGHCA6Pvv9j10n8oUmPRQ7dtkXPM
h0RXN7WhUPXGWCz7SnRp4zNvBHUdeSOg5ZspG9MssrH/VkQFhnZDeOpAqmLXr8UBx706h75Lcokc
4FIjKO9IZeP43FsvbdtwF2brkP0EvivMUGvsQlw3Q7aYYW2NRfWYNCzLdb2OZnMvfYRNPq+E3Nld
TSclDemqrAE+l5Xc0C+p8SFfjTIIXatMUGrjWI+RGI3CIiPofVi9xbq0oTsuNH2Gyax3INLWjipH
1y1XiS2XNC68unzRCymTMG9q9aHTcu/7YJf8MekKByWguV0+KAlNIhKCm2qvskAGIWgC+SXTpHpS
9CD73Zgb3rxHPnUy92uf9zLicUrQuPcUrJHanUwZkYK3+0KJheKDMFM9HP2Z3dF2znSvjGYdQ9+e
jenOMGYyxI2HYkeOapKPuklSFRpCJR81zRiqSACn+T4LGVhwYvUE2Xels0yL3rYPRlPr3mHK2qy9
UQ4sii9ZlhHBeXJwvnRS1/oIK0vv1V+pesSmU6Aa5ZnIXYZVVoh7pN0TP6R4PEz3TmoPXrjyt4IU
rKlbBL2pFeFcmxYFD5Fp9hIPtU+z3Ve6JGnHrJN3tGXmkSjN+YM3LBJrr0R3H0mo/OvOHCYtqhjt
J2alApVjgSxHZxVWsbelOSugTkm/HNQaeNgvS8f5rlM2D8JEtck/oAlKQSyb6+knL1edtVOupb5I
wyvKUNqjcRe448ralIb1klJdQNJMy7UrFIk0Px7M0bYOXOjNnbfJJoTNYui/qBY4eFLOA/HA5Cdx
MxfETrqVpMnV7E+ZHsnGSdtIOZMjY/QrjJ9QFbRtSYTB/jWsPM4Tyx/2SLpUH63aEfiGLuaiwM9k
zRqakNi/QZLl8cg7G6S0UeB4wFNR1WlUC+lPtxa3lLz1RznXHOgO2Amyed7NWoLKDpepaZM957Jt
otLt13u76swk9gdRLGEGVI7H1bNbqhrAzICGj4NKDwPM5QFCRkOjHETEeEjE4I9XmakZ3t6oK/OL
U1EDPqD3w0loZl1/IjfK8p1nVH5wl+b4MIZ6Ukz3heXk+XVh8GKFyspQnE1omXzSu9bod+mw6t8x
V2v1fSLMtj3IYmq+ePpMH4kEQjw6E1lU1KSIv4VOMCnMVLuFfkGv46sk3Mq/Iby24KdTJy0PVK00
N25ol+oItFsc4Aqbv3lPs0ZLQ3fTasPPB59sMrnaxU+xMbvQJuGgVIUHApAPBzZKhJ9G95wEDt+n
Q2HotRMI/LBD0wXFiCH1iSor51vemX0TFZgCcSOxt3nPqZ3ctXODdFqnd8C0TDpVGiUKr1nC3Oy7
+2ou8jFsSm8FqQeNGX23ls0buWvhWHtbUD4IEycAPc7aQ+NiZAHMdVLDj05mbsX9UwYv0h18gzCy
tZMsxCbHlYfEnYD90dZRPrEYHpxhDsT5M9GzTbRmu6MfNpOw/lEV8mGhiV1Ut/e1Rslnv5oD2hm4
pHuh44zzCJ9PUdcvA6/YDZ6Vd7sahKETAkqHSVLC5+FOCwI8R9pVK7tDgSzJzWrNkmkgN2UcSicv
7ciCeLKGq1XlawRPcTYiqxrGR2dNJ9ClgC1+NUK4BWlB5t21dYNdiln5lcc7iCLVY8Jd/nVwep4R
yb5cw3x11zuuB2Jrq26JT3D1NX9VeZo8tWXVvHZrqZV3Vj4uGuJyzgzt0kK+ZmOvJJEMvPyzPi5L
E43JZLq0lPzgVorFeWJFDCtqyQX28C9MD/+UcX4RcgHkkgNeMyJ7TCwZzY7wbs05AyQO/0bdO9PC
C99mfpXBbKMtGieTaxdEXEqLJf7eSxR0rfvbdVYnuHVUn76kmI2w+sM4vw7ocmB712vtz9oOqGkZ
o+1dG7U9mpHfWdbjbBlLRbmvKe7mXO+AdOaperZrQaw5CskyTz1eSZHb4DsftpZZ9lE1q+TWbNCh
i6Zc9laczWlZRKNo0k8j2sENqNcWvEsWZEN6q9JhSjCrcac6pKjZozI4O+tu7FK7vkFP3vmVepmd
x1mvyMVdYxLe1QIjrI67zO2nsM0D7fNamW0dOVQL64NZ4jnjmkPph07lwqzlT1ASK3XSgW4s6yFc
vXGWHLtAZTHb0/7B+5d8TzXpibCd1YBlOJd6icF70v90mn4w771yLbqdFfTur5kWCW6hqypIp4lO
wy6XmYynQFJuyzECUrzdJX9ktXAh+2loq/nP0Ai2sS7lplUAH6CjPZItv5YkS2+E7F2FYgnCMNFI
QexLq9kALHGALzloeqVxMXaD/Vm3Uv+3ZywOXhZG76exHOfOu5tKu3+qBjf9ilabW8QZWUIeUrXt
1psVa71f6P/31z5hVxAVhV78Y+i5PvEIZ9QUhtYfPplqysRVrwOwvPITa+IA6nP1u5zMSe5yorOc
Kmhlvc5VMX4fPFlrEbYmuqICUwZUYIqpna820psKHbXaTeiM9thEgz94T1rr0CJBJdoGCpugZQdi
s/MGbj7fuIfMApqzaoTlhegQZb8LHATS7blEhrsCg/6zx8joxyC7NCeNyqsiBiw15PFiWFAC6frU
P/oE+744MQp5SOd0bGIis0JSUxyah8lLbBbDGxX1IG80aSXwxae93ozOq65GGgRuIJHftLLaq0PJ
NVPt2ll3fjeuS04xZlu7ExUGcm+ZgW1me+VTWFbd9AIHRWSRIIj6pM1K6wkOZu2qoTnjh/DfWt7m
caAzmyNjEVrJhI1tR5j/0pSNhVv7PA4/tUo0D0WTiX/KvE6+zEuWfRuImKlTI/z8uTFQaI6SSqyf
F2zLzTC1NWithe0voSVWISKzwNDbIz/LQiMT5n27kOfAPIW+uVtmQxxGbJY/tkvdf1z8jJJLpzqZ
k1A3vIotxech1lIeiAgxb/Xse1iphrao5yeua+oIctam70r7P/bOqzdyJE3Xf2XQ9+ylN4udAQ6Z
zEwp5U1JpRtCpaqiN0EG7a8/D6u7d1pZOtLWud4BGoNumRCZYb54v9eY9XfRjHWDcil12mBYzLzy
F4z7rnHyMm6jPspPuBH0361FGjcJC+jb1NSQ9grgk5prvwps6yWGjVJIqPboR9jmur7KPZQoe3N2
7wW3w8FPgByeNa2rkw2MFicLRWNTgmNx3NFVsZb2CixnLqivZTYENGSq9triGpqeGt6CQCDTS+Nz
m9jVVa/rw7OXN/lwJubCHWlLjo7lq8KOm7O0Tdwq5AqOBfbkjfUm7YRXn+S0Db6mwPwHj+TH6hRL
Secak7LVXo6WYxOY86KpIULA5syVirzLR2V5wWKyumuiyMm3VVWBGPf0bs+dbqljUppsLIJhbOWd
3/WV9VCWUx9tFuE2zYpvdTdEgkW0WU2lavdsv81WmmWi+LYesYFPnGH0xNRaUYOSffp60Tiq0TZL
wEiocBbOTqpWg4xmcXWj2W0/nwJrmLcLZTJtvoEbcwiDVKR+DOa+ADMW08lQApIGRap2zJlWAbcv
S1Lu/KydKy1IXMUrwlkaUxm0fYHfmQ6r7rJoDTHvY8/L3QuTnuF3bGyW+xp3tj4Y57WETubcPYmj
cswo01QxXrMEQIWETPuLLs6qNuDAGsug8PDDDfK8Ne4ts6ZdIcmEWBsuSqWdicSQpwkIRuSPLVrd
3dzGiwijtHIK7tLaRJdzXJqXcZ7Sezi5tdjgvhdnmyixSAzo2t6kGKBx/j0ax+lsFsPytcjZR8/V
WhtZlqi/5Y7ydzi1llrv9rMolL09q3FPJ8juo20JwlrtOmqWZ2+auMQazaJvm8gQ5aY0RXZNSKxy
aTqNedvRPE39XtjONXLl8rNIRyUNq9yxGr9TdH7lNJM/HtjWUHEnHM0IDGCaOS5aLoxWYLB555tE
RivVuJNrcGQ1yycK2ewh6V0OQydSmphF79K4SrFk2wOKLD0aV4NVkecZ1yxnVhucF9UKn4xcUBx4
VvoSGYPV+XKAkRWKYYoLWjB6V/qo1uvJR6Oh31OS2DdmMTld0BfudBrXjeb5jWMpJ8UwS/Mw2lDm
h77s030x68l9uYAgnSVYO4ptjCtvSn0/cC0xjcb6vHBZSUILdJsjIetyzhLHjbxgptd/jyuQlW1R
n9XWpi9mkWzh5cXXUKQK8lM0UKmm1rwd1Pn+syUm57ydlJyuWq6rJ5D7s5qWUstCyEsvP9NoYElf
H/L0StE1zvO2H7osrGQVPccQ/hpfDC27ITHNaMLcYkFRolJC3UbzoFE6FlUuQ3uIuoelqCC9tg1b
hY/BYnuPcFF5yZgALxIqQxLQpIgezVzPLjtJ1RAsozBoiOPtsuuXFnAvSZuqDwc77gg2HMritKh6
Jd5qaqecuux2dohRilltusGJqn3eFUsZ2IQklH6T2pw2XWdpZ6YpeyfEn4B6i+svEmbdSZOt1+px
HSSt0E4WEHoaCrXodxmtMMvvk4ly1S6H0QVdF7ICOLNNDme2WCqMGDqfx/Yz0x32snOnrT1KImvR
v5aQML7UJl6vQa4VGnWAxNPCi1N26h6H+IB+W+f4Xh21l2O5pNqGlVE6+HjMZPqZXj+bO1sr1JiL
Q7I8SMMa1SCf7drYSAWwhwpC67PAqSfzoS4gcR8SYpZ0v4VZcj4rs6cFwiu1y2FZr5ZsPlZygFxa
30VEgKwsEl27sSieO58eGn3csshP6XK4SYD3mHLrCKxEAlfL9MuCG051Henl8rWE5eCe1GbV37tp
Gl/Zwt2mcaN2+0nRgMVKu9UBBMw5N+EXeN659ObxkV6F2+xRR5UHLkHiq1LE7AykqfITeanoV8u4
dB715CAhh3IFuGw4f0ikchdA24jKATTHMQuumbmRhOsle9jETe5u2FhjD9Rm7MW+ht0FbNQUNIBm
ot+Ls7YwEjZLc8wuZjOaPgvO6huDDyeFvCX177WbUOmunnln0vBqZNF6WV9C/W8oXbMpAiI3+Jqa
EpLl4z4M32spvIIrqMM094m0MNHFlgMkQD7Ya2OMAPXB9K0ne3IoG/Q2Sl8gQ+D6JPH5zHwHkw7v
nI4uaJ9bmSBT5NhY6mZmhlps3wU5ATnEkvYyqeJS9Wsb6zBi3W0Zh3Ul5J3pkQ126OlodOFcIJzj
Cmyjzm3spSEZhNjrZ+gjebOdFe7VIS6jHDZ6m8TLzgNtv0cebax4scVtZR7oNe1n4Krel12Oiixp
tRhSUeyUpg8A7gL+KJwdHA92XIXmUmEtSKWnFdt0yeE+hqrbe6rwDTHO1nYwZKlclIDOZNc2eSGb
b03StsnFFLsjGQVdmlPlEFhpzOyiqZ7rYVFMCoyTIYbD2V70Kf3oObA7Q/T3ohdi2VG1NLHiZ5EB
mcmbYGviT6cnyq0uJ9PFdV7P4UT5cWmzD4aO0KrsxohtMUS+iq1ogXXoLIw7k3zd6kJUyqQCvnDo
mPtOtRFTkZ+pU1lXqqI8qEk5lifZNApn/bkyrQ8JZhX9ra0NC/WV4i5u/c2pU516hn4fY8jGQ7rg
97VijVztl1HV9taU6+O5MEHPaRU0Q/Ud7+phqQP6x1y+tm1jx9H3yFscIqJxly0OXUUC7kNOwor8
6mqcnReqW0d2MOE1P32iz9Kqd+Vg50MWRJ5dap9rpbFUe1sUNAf3kTYMdJE7Y3GXr8pUrwwearjk
uYIrm+8YpqWNGK+J2zNHIiEEj4apqCxuzcEi3yOXOpIY4but2eH4VFddBupCKwWXh5y3g1qi6x1r
P1hLr9yWll5TafRjYzkPXTS0M5xmqQqWlAXRwv1iC8N2vvS2mztyl9IgjRPfnOys6UCdUrN8bFxO
ma8e19UonNzJSA9Tmhby0poFftgBajdcvhNnipzD1KLR2KXGMJRnKrdyc+dqUzqGBZj5cm03/P21
r7r0CHDtJ6nva5zGU3FnJ6oyPUXzxLFBk2T29i3zm0eztdzbgYf3w4kmB47MRNXpoQCpje3prPT4
ONudkw/7rhzJDJFVkY4clX2XXcCASsS2Hp2+Pm0XdcnCwSqN/Klr80hwt+3cNgTuNNV9C7dk8bOK
+nVjKHPp0MQAYAlmy6zcx5wVc4M1YDaddbPFFWZROV9DOUlsEbB4nj8TG5J8a6dFa09sNoF8M5l5
9FmJ21r1Y2UY7zHbjPXtpHoEyNel0fuo5wvClDj+zBAzs7x+irs8crhgGd60jxu+KeDcmKOTmOXy
tbdEZm1UyM3zDiamdo/iCFzJAqz3/N4De/NR0ShXtFDjYpO72fI0C6e+QQ6t3c1urDrckro07ESS
VnQPqBH9RCC09emdJOcV9+0rF/cOmMtmV1p+ZEfJk+ziTgsGq5WDXzbN/FjqyzxSyA6qutF6XbzM
+JA/jn0+nSp4WxfwYGr7pO/wuOdmZoeKwbogzDI/MbJMQBKQyxn9n6EI63gwDzWrZ/QXvadv08wR
SbxmOuZnhUMY5mhKOg+x0TSlPyR6I+nPlZAwGoCfL+WiTXdN3ThApk4xVBtRwGffLAkt35uMHfFO
VdoOMBorU/IgLCeZaWgYsA4KzYblkfB271KBnGST10P7CNHIvYnyUsu3cRU5zk1NuPeDILgSho45
WV+9eshnABir4x49W2UVWOOUh23sTau3Q+7gyxznwGrjRNrtWSe1cR9FhShPBnVM9iPs5frcQrtE
LERqcXx7bQV+gascjRo8J8F7Rl1NztCsW0XQ9FEWgzd35PRy8Fd0PEXk4OFvOe2TiDmbwmkuIXBk
3Nc5jXOPhNt+ieY9UFZsbjq3K5MD9CmlJMEwLYswjZb+foEf0IXcHecvpa0lL3jXu65PgdmdGnFj
attZiPSplSP8ZDdJsivZmCk9S92tISrOi6S9IvX2wH2JOyvO+975qmeIA620ExlA7aEBQ1eVNq8c
KsIOmpJ8VZ9g0Y7DaihMxRfRIm+ThOuwr+Y1fvkOlU67Mad5upKZMTS8kslS/YQdaPHj1inY8TQP
hlU8dGznnoeb+k4Dxnygow/lYcgxow6YloDV2ZI2hxi+oxYOaHUGNrc1fNBaUvE5F4Z5p3pTVPhs
+8wbvZulfqY0bZv6Ki2gxzju7II7XgeHu+5aWskmWNR0PwPInjvgSAqTx+uurS5eVpqfpZ/XcWtf
YaqDz2tZs337ypK7c5ik83yVwsK9NVIhykPr2XUSRuaQxYGAZyDDyIpil/YO5cXWbWmEr4gBIP5g
9XEDcqlZYqvpZVZu+8b0gHy4+gG5ymkI+lnrnypOXTMoNBxwHlBTVMtGqNDcQNkSJw7VxEtxQ3eM
7kDfZK4ftWxx03AxFffZqTvXCISopiFkWWObkJVVSXj71HnmiVBreT5M5FgFGCCBqbtlWZ3qtQJg
nWjc4baUBvonYQ3tN3ZP+ll5qq7YEDi2ysVz0tygzYh7vs+ydtlnsCcKEFeFbixMoPy+TVrrTptw
Jj5onHTXS6nZVALv8zF/opBBDMdRycXvSKWaO7Y7qgo595RToK5N1m7LKbFOhuzDUY6J9rj8YnSE
8TeudB5uR0ekd64nwi6Xyg2aBsTZKfj0rVqD5pRD45hmIw5STMg/eLSfqHjroD+Yn4gvwQ/Xr/+N
ad/HGmdQhC21SY7wAaPk+rYmT2BX0rX/9aHIRYaXi28U58mxNgvvHa2Y88YJGg0qgeGmchfbeb9L
NFF94FJyTKBdDZPXIPYfCRC40B2R8ZKxqVhwgxtEWVP5eUQ0Qu6U6Y61kMPVrL788vxYqcGETmNq
Bgfw6JPL52aJII14MAZm/aRYhunEZQf94P299VBwl1Gv6tif/jQ/ELGXTj5lXgBZj0TZEa63ESFJ
LgaLRm/WWh8QJ9+YGhpB7ToVPLoIevOvp4YOF7zrkPYHni2+pKaab+IRNnna1x85gryxvkgvU7Gp
YkdnMh7xQRHDiUYoqRcAfbS3UACc84J694P395NZxjorPBR5TAgbO4VjRW5jtRbXQj4mRYLYR1Vv
netjBPaskz/ndIABg3CHQGstJxCRyh1OwHYhGMrYwaQx19ZiH+owZW5/ffp4FoxvkwMUPc0Rk517
noNIgxfdtRDng9SDsAJXyzB+NatEQ9q1TlMXGI/IZ+NoID1L0HGTcopG1xlMv4sjWGWj2ugPy9h8
5OL58/QhfQXjqJV4y9bpHa1BJdE6eifc55Ukn77QQKG7ife2eERml34ULH0s11ifbFXq2sZqRc8T
vp6rWdZpEX0O0C9Hc88bp3oWtKm3lDgvQGElAXyQSPJ4GD8Q8vy8ZzPuatLBmlwJzUfj2pPbKlT3
rBFrsLYNcV2B6E1nW3pNs1Fiew5UrdS278+XNx+WmGLmDFRj5DevHxZKyWSKnMaSBNlAyQ7RHabf
vJ3qwfalmYtQ1wR80qr/KOT3zc90zRBZ1bUO+p/XI1emICConLwgMpbyU6GU1c1sFOCq4zSWl+8/
5c+bAgJeXJDXI5Ej6tg7JjW6rBmEx1hV7O7UcRY7baGT8P4obz2RxfUWYRF7gnbsPcAdPQJTddhU
J6tFL1zTueqr8jDDjv/gUHprrlg6ui+kpM7aDXr98pbc64SDG1Pgwdm6mOQcXZgwgD5ruDGo4VKZ
0ehTF2RW+P4jvvUiMcMjBY0YRUS06yv42xGvZCpgaM81dxn18qnQY6vcFJ40xs374/zEN2cNIqt0
kHNaNBKNo/OiUzTyEGbbQ0iAUBBHWFZcJrUN7QnEkzAYyJ3pra8tVMiL0XB/NZ9y3QLY2i1sYEwc
Uo/z3vtBpz9LdzmIMM4OTAzc/Ux3CJwbM28fqfIjO763Zg4GjqsrqwGIf+y2mWDBkc2IWAO3V4ct
aTDXEXlBmyq13Q8Oro9GOnqxeIku6Sx4sbFdW2FRaoRAZHm0KUVjnrz/Gb451BrMqmNagfXY0QIH
24riNjK9wFRS8ws2FcSfG2nzqUmTj4LJfy5n1jztfw91dBhRdNg9XScvGBIP72qdENEYMC0k2NuC
lkmg5PuPdrxr6nACVwk3Gu7V8Nk6Go/7DsZufd6HozJqO7RHE9ys2dvmOoxBw5iGrROD5xhz0X2w
kx2/1B8jYxKEonA9dY+Vi5neo2jU9T50u9z9Xta1d5LT/8UsX6s/WINvDYV9osrejPWgZR7tMTZm
/MUs1R7J7OB+h1hvBogi7uTQKh/dHI4/v/WpEIutTsE4BnPyvt5WiqJv9TSGy6oY0zntF+1TW46t
T6fCvinc4iNN3PHuyXCrNBefGJiLuF8ePZkme8JQXG8IJyWFKWm7O+uHdAIlBR3UuubvoJX3wSd3
vKWtg7KdUJeZ693POypMU2sQ0qnhZ7p0PM90xcr3A0Yk9y1K4S0VhxWC+NSnSS/c52SexttfnrKU
NHyK3JgMnvlo4Q8xHbV2LmVYzq3cyXxb1zdGGfdXZeJaIX3XGs5I/dFDvzGH0OWzRNbAVQfN1OsP
dugp8BlEhnmb0bSxdWUJqFDt73GbwiZ4/xHf+lhXLb7prm64TKbXg4keagi1mQwtnBcDr7THi7pN
uqtIm5OtFLDNlKZWP/hYtTfmrsZ7dZhQKoEfx8blRerEapw3Ej56q1/oYLi0YFxbfilk7e3FMI53
TrLkp5ns9GuhZekni05HKNDrCjJx6JtFXpkCUyHaCKM6MnyNRPGPKug3/0ooaquPICTT4yk/cW8n
SjqDmqwizxPSXXxmibVvC6Xbt7ZVvLz/Wfwodv4uA12nu4PiBT06TAb1p/Kug7LYzlMfJojErpxo
cu6l1w+3Y90bF6kODKxzZbjzOvDdQkzVwViACZE1RYc8Lbr94NSjt/3gj1on+U9/FNdPEu8xTYZi
8XqGtICg+hp0FOaNXR6A5cqtQw763onTfNN08xLUnbTOO3VpQquo4XfzoYei77npq1H9Qb341nwl
kcal9EZyZx5788Dsj6NapwW9jEl5gFAut410h0slsb7kTezQg5rEB9P1rTHxgKAcxkSWA+zo5MKM
U12UMZYhkqEMRow+rK0q6VxnszvkPs09QIcyMp0PDpM3xyVOYPWwhLZwnJum0SVfEsC4sML5gf6C
rFZj2Z5oUrotCTpaRU22WS7MDz7yN8fF8nDd+FB2H3/itUymtLcqGap6YeydLLdtqMYyO0TIwDdD
PWs0TVCZfbAVra/xeKKx2jjVMMzG1nE9DP5WJ49QfnvdQAKCleZwn6ZTt9F727p/fz6/caSQ/4OO
nDWNi+SxsQD80sKS3tKFdltnoYcN0Ql6AUgWXfwdHfMQdPqkB1QLBlasvfFBfffGq0W+ibUUuwp0
vuNShNJhbnMtYSoVmX3IbOj0LtFNO4rWLpSVDr1PdB856LyxjzEooAuFwiprP5q/HG4Y0XocY31P
jxkrFQ7sGdA9d6I0cKxx+PU1iveRvp7bBDGrx8em262GzLYrQ7OYlUNnd+11Atu33qqIJtNALWS8
nT1nvnr/k33r3QIGUOXxYnXSmV/PH4mUwoJhL0OlX+RurrVyL61GDZHdulc6HHaUg+18/f8xqAni
saYUreX060GbskvVwuKwtvOkPkyoyP3WtZSXuGmmnVrpF2TtzvkHK+WNCoHKgCms8x51HPpfDzpH
mWMXZiTDOio7oHCjv5Wzi8jW8Fq0qe8/4Rt1O6kXiJmZtWtW0HE5IqEV9sNIDTYjNjbQlZ1a42Lc
KvQ5fYmcOzDw8N7KfGkf3x/5J8CQ85BGKXmyq5PWmoL7+jnVatFjY/bgGwEe0MWYxYWgSfkdUca8
TRqDsFSjaa0Xt4kaxOzwliF7KLp6WpAFfk/PZjw0+lglG1hPaAje/+veWlWc1CwssEzuFUcfgjWM
qsLOzbnoQmZziU9HVRTb53TOVT+Kh1+1+vvxMoC4AWop0wjSeP0y5sTVHCG4xSQQKH1LYmegg1fu
Ul3qv34ArK7BkEkJZFMJl3k9FB0lo0sQioURvPMdVfCnilW+Y4PhOuO11qWnl3n466+TeFyM8LDY
J6HnaCGhdattiN19aJU18IFW9ZdjWs2hF0E8MYmEu3l/vLd2C0z3XM+gvnMJi3r9jG6lLvUwV0M4
mJG6n5JeQ1TfyXtkkRqu1GV0Ydd1/hGU8NakweaUkBc8MFcbxdejDmnijTE6gxDw2whsT8A8K1Jl
A3FQWT0KjA8+yTd2CgPasGnweRIWcjxe47ID05YeQ2uO8/PGStuHVjfnHRBb/vn9F/rmUCgacWgj
Po0ApNePpjnY1TgxQzminE/i2UaUqPSQwdNaVE/vj/XGazRRXnN+0wxcff5ej1XVJoIUtBNhLuJo
W9njt9JM9T1hajCWIW1/MDffeDSsNXH8pQWMv8TxJYkee09jWB3Djv0qhPSX76A8mLDN7Y8cxX84
vB1VQWsJREYall9gy0d7np3AKrPTaQpllsx7y8DJQKRKf004MU64o+y4jKrVVdp36mnXILexOm+5
VMc+fkqxxv6C0tvE9cBo98Oa1eIYVnQbR21/4XIFPGUqZPsKTcs+jnP5kVXZD8u4n/749coKBGn9
nIC1aAYhm1DjQqvtathDEbosS5+sAyF21UMNyYMCdp7iR4+j+KQWKR4ksIiUb9KoUzQimAR0m/en
yhvHF70BGmkaZY5Di+v1VFGVGpPUlqmi2VKBh1S6qxPTgEMLZC9sK/L9ongdgsva+OA699bIIPXA
2nQmcC063mGsnnT4JJ7CTHW+kkVhUqsv8gKVuRVqUi8e7G5I/bHz+g+KzDemKw0Rukzc1piuuv76
kWPEYJVstCnEJT2BeWbnPimCRmgJ8vDef7tv7KL4b6/jgIzjdXL0jIYsYoOTcMLHIVp5++ZY7iDx
TH7TT/Ae56XdO0IfPnjAN5b/usmQTkFNoOrHiPqsWX2b14jdmxm3ExWyLDRuLDz2yzhV7ADYfTTB
+w/60ztlNlNbWmunAnDv+HICN6DWJrefWX1pd9FpSbXTa3PcwbL81S6hzlBMWFwrKGDcn8LqmqwY
7MzBG2PlY54ixUv9fHChIIFvf1DDvPVUuE4ZfIKubVFUvJ4pldbMmWsrc4g8GLy+bM0+sGC1JDCY
xuKDubKe4K82BwwFgSnxTwduhZN7tBJdZDOQZLFSSGFSX0DOzmwkcTWmLL/8UbH3cNfReX/87+ih
tBgjhFgYc1gMeCOYSMDQw5AEHHu1eH5/qJ+m/+qRaFMVs2Nz6/jhc/m3K6ude9gSrPA5Klaxl33X
hB1iy43slXkLED4/qFox/uqZvg4Klr5ay3IJOM7JSvDLQ7uqwUqC2YaXhp7eVDMIniPhzb7/fG/M
D4YyyCRYH44y6fX8sJHBaRAaVwKUJMfW6mjR40UHW95z/ujO/cfL9J/xt/rqj4nQ/eu/+PeXupmx
+0rk0b/+6zx9aeuu/i7/a/2x//621z/0r8vmW3Ur22/f5Plzc/ydr36Q3//n+Jtn+fzqX1BHIBm6
7r+18823DlHPj0H4S9fv/J9+8R/ffvwWjNe//fO3l7qv5Prb4rSufvvzSydf//kbVfTf3vr6+//8
4sVzyc/tvz23X/9x0hXP1dd/rP+cv2zq6rn46791P/2ub8+d/OdvjvH72jMFoyH7AMbeehiP3358
Rf8dbMHgi+sSAIrnZKrqVib//E2x9N/phBCxxsEPFvDDTrer+z++ZvwOKwgYGFhE5b6Fpd9fb+XV
5/fvz/MfuA1d1Wklu3/+9vr4Azwi/8tmiyZ7BPMv2llHcwcDExyLSuVEsfpyG8nGDltneFJyTHlG
NIy73prvQTbv//by/vwz/j7sj+zHf28zjIunLffF9QKjwjg59kv15OI2NY5yp4SxtFdoIrzar8ao
foA5VD4jgFFuaq2pQwQqUp5IiIq41+BXiyWSnYdJVQ91aDbaIQN7igOsN7VDmlSFtm1xonykLR+j
1DPc5pvR9+gs+2bKzuc+Hb4n9qjezbhOfVeyfmcS6dMTDcGRkWl5f243WvxSteV9a2po0Uoir11/
QdL/SIWeXhVeuiMrBlEKbhjQBvVRSpoLIpuQB0fqpVOk2R9v6n9X3G/aehn/j7/m7k8r7uK5b/tX
q2r9/j9WFZTq33G4p6YBiqcx4bB2/1hVP76i0pJZCw4aiet6+2tVqb+vfQwcjfkJgzb/D4/1v5YV
X6RsoELCPJ9GHeCX/Svr6uiG4OJETXdghX7WFUrJdXS+cRoVSSrq6MoBNd7oSTagqvoyi3beN66+
N3I8BqSF8L9142iTf2sVcaeohNSb1rJBNoMkeWyTB2tGzuotJyneLKiwnDjohxdU219+vNr/nWW/
rXDV/3uS/Z++k21KPfHHGfHjIOAH/pxlzu+rYy8wME1prgjsnX9MMu93dmXm3oon0meFePPfk8z0
fgezJteKBiztc9Dr3/7x5xQz7d9J7IMjCFAGn3TlW/41+f8HG7cOgnVcqlEKMt+5RDAe/7eWcn+r
a7I4lXgeT6RFeUN02kHg8oo5nEbnMYoTZ2s44tRru50KjbRR9ymwZ2hOT06aIafTCxseM7a5HkLZ
2Tehn92PGeY9QgRzPPljcoe2MveTxNpFBkabJcxaLbXsAO0yijCdJPT0rpsNXIdMeTJo0JpNw4dw
Hfsa6ig3Hk4QIGDv8Sg7q8am7Evb9qezDvE9gYVuTm2O1366qeN8Q6SSH0/N6URkKvJh/bxa3c06
91p4alCZD4qGZtSbg0JxTkS5rLY/y2UyjmQqLbAOIxzGxqmA1aaE8JFGxfOx3UCVlJ2qxfwZtx9E
7W2+E1qzFfSG2qr0zS56xAZjr+cS2jDdw9SKyHR5QtHj4yytNU9Scl1J3UeOG6wD/d743Fdfm0aD
dfEwKL2+wTmSvotXbgY6gj4A+mnbq/eiKHdo8O/73HxZEtQeOfzrejnVZwR4Xu5t3VyeFR1GYBmB
B7ACDh7uOc5QgaZ5297M49MRq4jAy5K9Od4YU3Q6JtX0yRFG0OFP6V06ouU5LRceKHBqPV3C/DaC
SsPXMOeas2ROci0ye9sm6l4xnJ3QEQRNT8mQedcw6dVPdeOKO01J+3M6f5+kxCKqlU/YJYTq6D5o
soGeID7rZnMqMVKv29ss6QIgdJxk47HwywTJhx2bhY8EfV/Ac3W8LxyU51jxHSS39k2Dh1m3jKdc
+d1NPhsnw+qc4Ir0U9t3gRhLbLwztQ0J0Lqplvl2NDPxZRH9+M1tHuha+tY0P7d5tsGV4Qrj7KtW
X/NYr9lufWJU8JOONp6Bz25ZNnVQNg4285hgnOlL4Xct8Vsm9oVTX93PuKH7E0T7fYoz21ZkRGlI
FdFXX2v44GkBHIqNUw2BVd3TsghH7Txdimu83A92hEVIiRJtZYckmXcRaQDGWCORU7kvM+sa07FP
kFSu0Q2jBDk1YeJ2OaCyZ+/GujyJygy94nljn+A9E4C9kzRvIvysN/gCAiKW9y4+vpbzNUNFWNcH
mNeXqEcwMm82Lr6GOmZHw3DQ7dr3vO5OT7zbtHhZ4kM8Z/d6c+Bbz20Dog6OSxt7eFrKL4gkbDM7
NZJ+M1G4EROaaCTb5AeOS3/qkUTBFziMivyiIXhSJzEFZoJUlf9u4O2EBRI2WRgrYSI3Y75YifRe
zOpVu2QPc4wV8WJuSQzzNTsA7kfkM4lgBauQL5156FWE19zhYnDdOCfGVJw4EVLP0tJQxNV2EE+u
wFVTNCikaW81xrRXOuX7lDrpgUvtlZa354bov4/4TJRtn4TLnD1iw+fskmSVihsXnp5J4KBUECxh
zS/aIuJHPPHc6xEjiV0RVSiV2DfCytDuEnMYTpfJ7S7LxUNFKCrTJ5eDpdVOSYBXKJZ29O71zrpt
jfomd8fz3FudlbLqe77M1qc1Jl3ze4xghB7dWUbO99M5mIIm7W7yGJO4DnMUlLxDopz3ubppoR3g
uPMEoSgJZGljN6J/Qc26LyJ5aGflNpIucoXsM2kjAaYIEjnfEGPh1/UB1qVaGPcuweyKmQTEbMfi
OZp6RMF4/dSDflkZ3/G43oyZjS0O+q2FgJimHx5c1FerzDv5Okbj5HOVUNDethjQ7ad8DtXI7QLD
aTGRQyT/hF7MOdPaJII27dZh2tHFdXLV23UV01S4To+80VI2nbjMMwRXWWwiqI4k1k+GQIPm3iVa
qyL1VjrOiUV9gQiOe0ZdmEG3iDmEjg+Y9aA74jFzCrRs0WNbniqt596I9GvTFaznwgkwA8Cd5VrH
Zp3F0Ux+ZW8U5zJVT00Zo6nbSeOlbgMZszSwLDTEYS7qkzIenuysTDaRG+3Bs07zTt1ys0eiz5Q1
ntOEjRvhrQG5GBDAz0fI62g5UXyfF+hNpwi3DEdLdur82LGf6Y7yGWXiBhwclxzsC3f4LjghVnVo
29zxRotcmJjtme4uZ02Z3SQWsiJNxVdFLeri0GBu7zTpUzfh/JD00xmNvQ3mnv7Q3qb6GQFpeEv7
TBJdXTaLe+2a8WdMGRAHrCE7GKV16OtvBfur0NHoq/ET6taNjvOVIvMdPicBdg+Xno1NWX3StWdd
/IiH5JPSsajF6YApjVUIvy9bf9Cc0CuLTeK0m1yJL8Qgd06tnFtT8Tl1phNb3JdF++g2M1Zm9Xyg
ql59fkFeaBdhKhfVCMbsYpt40rmwmzgBmUMHPuDssCCn8zs6z8qYX+uMfUKegAzKOF72zbQEpXNR
xYg+Ey8ASLjA/QVrDz7l2ftqzu02FvrGdVsXyzAZExFQ7PoBAWsmTnpc/uOGMgMwL7DqYTjxqi72
0yIjXc7M0eyivB+rL2bR/F/2zmQ5ciRN0u8yd5QAhv0KwOEb3Z107rxAyGAQ+74Z8PT9eVbOdGVK
L9O3OYxIHUoqKzJILAYz/VU/JddKF9hcYuTMBDED+05ZrbAe6ukRDGOY5M63kLmF58b4Hiz3ddDc
hl9vOBi8+V7ck7AnKGCFC77GY6QYkVeZPCouCSIVZJZSvEtLYcGjmWZD3BfCYvGmxYvcy7bnXRSO
BFO+orrxy6jTUyuzPVH9wR+UNORsssnsW4yxfFK06IHEiRa2QxMmbeR6U9oufrMW6dZgqUqGNST3
QzMKjvRVPzaWDCO5HQkx1SMAL2t8GaxpT5qci9+0gKDSVXoqk8R0rW/Ty2NdV5cx2zMoyzx1Fuq2
tbk6YNOsKgdfOu2IQHmRMR/TasvuADdSuucjJkDiRWFW2Nu1BNEs00vdCW9Uld+TTvTctQN3SR/o
nHxs9PKBYO9FWPKqJDWe1qh8143cK0brMW+Hd1X9KUt9O9Y/2qIf5v6oxZ+xOfqJXu1ndfRh8iAk
F9t86FgR7hqVbV11SprT5HxE4qBOL+AVcaoznyw3c3NAeavcatOqyy7Pdu7KKqtV/i1SqLgv+pL7
zvzZlw5zChkKcK38QZghPreTe2cEwJCeaB3xq1ruZi3hc1F+ZLcNHuQ78doVZiAi06+pfYSY7ZmO
XHYCVp7HVvuorQXJVCKIyviYzY61Ab3j1VH2ozq8SmN+RCS/S2sH1Ek3nbNkrxlErIslqKxSPUtJ
/ng0fnVjC1NXNdjJ1DttUEIV3qIaNbumcCtfgPBqzUrjFX6wcsH2TX5VTbubVxQEaGo+cakDcDHa
fSEHqasMTat+dsiKDk571fqT6HgMEvEwpj82waIV9cOtGSgl4qCv1T0GnTRYgbl63YCNyx5fWnCJ
rkXOEY64p3fRpjL/YGm+GFO3T9k6nZUibUq/j5ij5iychglEYaGZagMWTFrg+VpflbUnuReZUzsh
LlmvJKdqnsZSqiw6+o8VwdeZ+RXQd/w4Ge2rm+kRrJqZI0Um7utWOt5UPphN94VfYQhcyT2xZH1M
M+VKsuhDUp4GBvgiOu0yLPl+rr9NgDmRycGhvKHVCiBggq9tb2aP4/pcQaYhuOuLut/ruRskq9A9
u3ZOatEftK57GYx1l7rLq5mAqbXFqUi1I98JHyu/l9XqsaUJJhXJSdT1DuuBvBkRj7Jvhd8Y08ya
LakpsiHqCiMkgCtYiAW8hCw5tpa6aQya7VZrAbqpETgdn7J+3blKHnDQeVq45MpcBv0tXEwRyR1I
HVo4h6KAiTo8003JXndUk82crdvMACugxiYVmsMniEfVm0f1F1vX7t2qWP8BAqln+AwGi8dUbVMm
/P40apBaFBAyFJdT/gkwSsAmUNqjDV5sF4tl2zaavmNIad4oyMDoosfCWumfkPAwp75rnru1Y8Ul
fT3bF2WR+UWuSFYwadTQmCraQAADratqsJfegkjgn1hOYFVuCGmGrX/LxUgq5VVCWgBuw1FvulU6
rYMMl0jfr53e7OzRfJKKcnac1uWBd3giAbw5YYeP3MefMXkCan7tcOyrJ0zedqK8Jg7Hgayyow/F
cu8zsuOeAOjtaSK/LJm9hmLO+32RQ+Rq8prlwLA3TV0fcje62p0O8qNuzklKGgXA1T22eNTB6jsl
G1J0gwgso9E3bZrTFl5WnyReqdbI4v5bM9d+5+C+9oWq+XPK1g1+zurPdqZsIWL3d4NtVKA1CnYG
acpkd3TvwOM4XofLwQGgeTAn4wlKaxJggqz9gpOWWVWBLcXnJHpaIyoQK6khlGBuZ5eJKdUa9tTp
e/Y/20ZDWm2azAeQVHnMhR1uUthUnQZb7TK0+R6U2UOvupeS7V+SAj7Mp297JapurNDpujiIWu3H
coq7arXAvwK1u70sApOPKNk9Aqjg9FenFlmWKrnIau23tcEZdxi4bdFaWT7M2j5cQCL6GoFJzkT9
R9OJt7nTrnojdgvsvrptN4NeXSRPNsbVn9Zw3jt13M2u/YPFMcgrRKvJhP8XfWK62onyl+O+xLP2
omv9Y1cYT6Ysk0O0JL8U2/pk1vxRl/27rYxXOPSZrxjiUiZE6rsV4njMq6CmmwWc8q6QAxDbJtBr
4FLpd8kh/kglQYr/AvTCNOlky3vT8hYqQeo84/KykcjG9bVTzTiEBMeufSlQFZqzoiiks9cHARR7
pxcfjTZSZKBOtZeaw6UmS4wbtigCa+xPBDmTs51V2HaAmJZOHdLH6K2q+tLzCemL8qm/HQnT8SsB
h82wdm1YaCyJqyjbCjkc6jh+Rbl+pCbyHJn9Gd5KYBZsppr1e0pHXFnUjgFJiDza6oN24HNNtQcH
5HmzOECGwARyKr8WDSVCuQHn314+8Y0c7C6a7mwn/knZ5sCIPRbtdF+p0zfExzbgznLohw5ZrBW8
YTtUraTxkfzZtIO075y3Liu5QCp0qqqhZEMgItoiiDPtI82G+xQIr7lann77kAirBSSUAQ8ybofV
OCjEeigMd9v1Jk++dqg0/YiNwVOL8dkUJT0Fpb3FAh1ODmBrbQ5SfK92SssQW0nPZaWidQGkiPTs
GH1o1ElRZsAnUgN5Q+s5ZtMTPA/7ZLTYStmfVOPs6B04jClfwqHZjzqSBnChwnPHvCUaWdzFbFGX
KdLu9UY/D04JL155Ydoz+aBeYCyamQPIgG3rLu6b8c6u8cjHLXi5YrmhKTKQ3OyIxju3Fb8MvnWD
sgbazNaP/hq0tCk2z9My05ujN1LbJ/qSAmu8bU4UneGBtzaOfLBnEBrBbFrzQ9ZPyU3NeNRBxfJf
9OVtaCB4k6GGLa6ZEBiSyocT+YVPf+PK70wS+SqHpySV5ynVf9eVMbBizu051htYriY0nOc4gpqG
IFUiNLV8eY3NuKh0T/A8xaGdtfUuU3r12kbVkR978ImvPVYLd3DlJdkMsyI9qcvLVEPNrnrfhN0K
LaC5wPhgc1X6M3VdIL9DykbqLbP5KnBoJQ2M4XbN1yJw5taP4SYlRfISmfXGoTgBkI1p3pmIOWcQ
PRDXOSLr2fJGxc++axawmCDYArOZjYPV19duzNM76j2XjZ1W4YxUvy0HeVjhsHq5xH1gVln+1HZk
akvIJh4NznmgAKqSAVKQl5byV1n3G5O2lPtsXPCzo1JUtsFJZDcPNk0bEwheNcawGpPmBOTa+APM
/jOLfP7qCIS9jLMA6/X7uAwlejr7l8Eqt52ZJh7DxuU8mj2gCfKon9RcxD95hdg5nttS2aVt/EsX
Q7qNG52ikdysaTTjsIUociga2B+KdZiKF1PjHF0D4m6wmDuj+TjaCVYHucsZSG+pkYCr+aOnaB85
JqDSTB9kXYV6tob4fjiQue16SsbmVdFV+p2668xL7E1tcu1ViElxZP4MSbe97VF0zDGRepdkR0VT
YZ0bvmFC5OiKJ0f/pQ8EsosGo/R4dauJLppWP9nj/E01Fl/Rtt5PXX5M7bLYiTW6ZkZ7aoW2VUEN
8Srxv04Dj35xuy5JkV67Uj2VtitDNSYArbR6+lpE70C+7sRwdctra1W7eu32UWTFF4QpRnDonMW2
yaTp2XarfawQqP0+M6vNpGZB0xZno5enNPpq9MdlNG5wG9oXqJtvNp35JpDlkPQkFDpnys6pVPyV
r5IyJEqgUOZttD25s3F9Q/M4MGzfaRoKCJGrg13z9aPEIZBa+zhFUMOM1HxXVIZzFUAnz2KDjkpP
I4dzTRvTywbrY5HmwHfbxVsuUl8bSkoAKMDNzCewmoHJWjbwiR3REqo4papVOzi0XlDCoHi9mu1i
dfFvIDhRzqgIwtjHnHpoKvQFuU4Ph++rjLLOMwG8zwqMv4SPTaNMrVcN771CT+JBXSAwNWJj8eEB
a7Rl/+1ZfRYY9spytEZuDHNHzm+VoUFNj39ub5VFe4NatVulU9+GggV4qtZrA8Xc0IvDTKtLtUcH
PfS2uYfoBGsF+vm0ndzXnGdHRurDWNYfOTZSfyI9SFX7nmwrL/TwWN+WCuWpttygXskoc+EzCY1k
MrYttK9udreV/CW14qN3k2CN3ixEiXEK58X5nd0gxYif+QiDck18a1G3lj0ecqjSSYl9cpOLxwTM
LyNd5w0Gmxcl3yzZR7ebNniEfSt/79NnFA0V7kSD1K4aa4CmcO4LM4S5ekw17Wy4Skg/CpJa1R/L
+Kep+apoJQUOdK/G6hZKlBctMHCS1ghAdrJhM338ucDwoMkoySveqpBDLhfQiA8i+UgE/S5FuVem
+4Ihs59b464rjV2qACc2rXuzenT0z1vVn1iSDTnka1lwoO8MZTuC3fOMLr8AaCNpwRGdDQOutSKQ
ehdghYZMhw/QWuev0oi/mWHHnuyb+8IRQdbGD+bkHFZWvLZK9xD7GEyUCUBXVeByI13VvrbTmfAD
vYYvmp6GTfwjmSW0ud+J14qG4gFSZPlSL5KL2/uGtZb3qzKqh9mo9oq85hOjCNlbW0sOIFGcg5FO
d2pXIwjHwaS/peuwT5v5qRAfxbzAMbKvU29sM7CtlkwCLTrG5ruROruqgR0zuPYzRWkzP2R1Z+Tp
FkzrsR4ukTvWT1qaoDeBFc5s7wbvLHs3sKPHNIOvrVuAtpWtLpYQpt5mzWc/F4KPvuMP1X2b2P6q
MPQsr7PxVI031JEoT1YKHO1jFIcFsXfYKyNEvW7w8UL6k3pgxgO4mHOUoR3L5rSqXDrEyeQA3JUy
ub0SHyp2xwlUaDaK0E6rl2KFxliGpvqh8AnP7pr6IAF0Z+wfEvmEgeoEhocGCT4gEc/OwYVkmBKw
ddo2KHhkbsdCQ6l36fod6bSpZvKhgPbWylcHamIMFx8W/Ql9uZ5vsvN61kyOkLMeqlV8L1yIfZq+
zfRdYqTnrj2ZOROsOidQS/FOirKWOrdpr9jbrXmhN8uNXln+vYjOLrU9mtXRLE4Wm09lVw9IRSHN
S14Nv7h60ftXEW1Swfevsa8Ak498h05Rihwiih3GtBAgEqVCyktHL+yQMuiYbp0RhqAgZ7s0+q6e
weoXI8Odcyd4buNt687vevaw9lRGKdRoIphnzV1VbZ109JGHB52FJWWNEqHhAnKW2pe2Oo+JXUGN
Le/xyAoGFYw/HNPTXPuoCKUN4rJkBGhQpVNkLkR8+xW3P21n67jLOX6xfdpQprkn10Ddnxb0GE8T
bmLRAkLPStXeOHoEUZ2BBqD8CB6ZI1jwRuY1CR8fgN2t6pR7Y+k5nhV3jYZkW4x3/TrUu0ppLkMS
fc5W/aErHG+H8RW0SPuagcw8YARgU6jlzWlxu/dcvkGp6z21739RVH/Xlauvg/KurBGQS7OBZz6o
TlgqlzyiKxaJ3F2WbUcrlNJZXrNcIvoKteVDLa5pv5AKbzZjW6fPEDQvi21A+43KUPZbKZbUW5ja
3kTfp5xRRLv25qYk9F+ODNYa/p/L5ww11X1ZtJc2O+uCAifmHqvSEiOJPDgSYSTuSn261/pfs65g
DOj2wvl0hxQAm+uL9J4UP3OZbmOvyzY2ybwYoO7rfVLsF2IJ0ZuYj5X5iM597kpQVYRxfGFSuWWq
yFB9OzyuRZZAf9HfXXOGgfDuTM1dY+mB2zBna+lTsFuHBQX8YwG+eNG/q/jLQD4GhVZvXCHhz0Z2
GrZ2dUYxwIqd0iOVG9PdpPJD9ipVirO5K80+v1RRl79ba2SF+SLuecMGipIHZ7MmWwdNwlXeOWnz
UtnMgfrxPV8rP8nXkC6Th7hM6G+x0t9RD768ECd3itcD3VybAcpv28NsdGW1ix2lCbLsRnEjv+ch
iAbKYhPCVFxGyzkz3k75qhX3XK1MchXVOBe56xzhLk1P02p8WirveeXKq4Y+JN3uZxza/ZJFirfk
8cDgC83fRaD0O0zfipQPrpupn4OpWLt+HZ2DBdPTXgmmmp8Lo3aPyJlELEJkiSeLqiJ3OfWj3m5w
LFlBFZG314AnPihmdF1Hzh+jmTy7BGzoEUXnoNJN5a3q411G/8oD0JTIBfJqp5c5AaZNvxUI+FT/
pHwpRUiNobEzALm0rEqeMyzzrhYGg/RYTaNXjoYuj5C7HjNgrVtndpVD2Y6aubGIIYQgZJvAKLsd
RuFX2j3gF8/4M43udZ6dHUnOT9KBYY7v38Pn9RKrK4cwEULcp8djvVhTu2dGHMZOG3Z9sm+Eeje4
6tlOJq/IFMurhZQHiiwwIbsJBQ6dGhSrom5dnqR721qOQOyp5CgAOO6r3CxCtbEpfJmyongVY2Nk
G4FOAjLDEEmgAicaOSjpQmFViZ/SfKQMGLAn8mWe8PcGGU3Ys1Vs+gaQt6Kb1oY5jn4cDX6nnrkD
Ku2QR5EfOakZRrSAbXu1upq6qDCiMSJ1l8i+NLFot3qVkfq2UvFs980pn0t9w2Gz9lebYL/WcLqZ
GlUGZY1YQTJ0eGzRXTZo+to9IdWEvuzFGnY6HcLMoWW54poQ6fLQTi1TcgMAVNgITsc4nR2v1LXH
PGp+0Veg5ecqgtHiF3Gtv8+ggX+mm8wbC232mxmtqcjb7mdNVXqn4nX8zTs48TnRxwsEUHuj5x36
SpkxDm6U9lTy5/AyLBMHq1XhX8E8xqBpTXPlhmHm9wTwzyuSQtx3lv0yuYhkRhPtMswbYTJW+jtD
d0bTdTNeRkEDqoGHlhrtmV6fRi1C4H/uW5wnbHWLYf7AL/U7qVpj2BEDwenbz/pnFzP2jnE8/GYf
S+EJTPQDaTo8J7Oyc6OBHgB3bdHaSFuw+1ir3awa1Z2lIDvV0Y57MbA2SvNQtd3vYdLoqXATzo4M
JPnqyhtBDfT+DQNqsLub1X2isDtT+3k8g1gz36bKbWtf63v3R00lBTmGqkxbwI4hwgel9mlWL0HC
mWbbJArKb5S0PcllJlqchIul+N0Zdv44UvJwnSrZM0JZAfbP68cQVWWoUsrx26WbHoQ6UhHD2KkB
VVWmVfYABsWGWcgGjgIGl5vscr6bgP+xvRC+287inWSVuNA6Jd4Hjjb7Jjcph5vXdis6U5xLjhDs
cxr2VTUfGBHomab5AyFjDwk8YgJaRC3JVU2r7+j1QCCkHX3btDLdGE7Vcd86RioRWfFtpZ5gJxLY
H6XhfDfmVG6YaatdYOFvuah15X4VlJZts1WxNxM5vlNEKD5U2SUc0KjZSt0Q1P2kyFeb7J8vOmHd
99rShxaAUOTKxrSOXae7ZyfX7WBqBrwwlMN4uktNpCfbueVQYU1fxRyb3TZVFE4uEV3phGMq9dD1
Dt9PEWtXbaD1hC2aXW8i+vA8zmBLUKewNPFdDIz6dMqDMIVQ0YV9Pb4fkYChP2jTfW5Jfr+BLp83
aqzm0MVoezLBJPFncmz7FpUECP7DNtdjzKRKo746UbR2YUufwM4oC+djyod48tWc4suAr5hyFTnG
H9tWvtUI0qGXLdE3vnxB/wZjJ3Jl2ibFTlUhUkTu2Y3RTbrCHYMhsx1uS2rutd68l1Fb8tWstHQT
NXmMuGFpHBZrW3s1iki/R+JxqZ+zmkI7W3k+3tjOEbhh9H4/x0ayUQBEaryzor5D3UABz2hewOgb
0N2kBDqxgQebKrStjObsqNJ6uqlnTEOxbdk7By/yNSpk+tBwymiFXZ4ztpPYPuboJ226ZfYiOhhP
TZ3eS/Cf2ySvKOGlhgrCJaPcaEUnboTw06mJ3+bcNg7ZbL7OoLcvxlDJe0H3I8s1WSx+LcG1jqId
MtJwbGl3fbsthSEAhfwimgqLsTpxE3gmrnEuTNoVKEaaAHeHltGpe4MOvSdrhKuRy1JjV4iNJkWh
eFA7MT6gVUHonrolhauvkkINkjnrQPoqhtkExVA+J8wSImc2vLIo52OUL8PBmfuWNyJWAulozm8j
pdyabpchrBvmvrxDjFVazjyexmb/O5uT5YQk91WPzMx7p9m6K5FEGJsIMoWE1WTXLocoGgYW3sPS
2Ccd8S1LEnPtZn27uHhnetfZ23aN5u/YrV+r7QEUeEkdhTGeGFsaodbK5aQv/bJRhoJ3LOuqW1G7
dZU0vJ6EM4+XZTLljnaJ/MWpMzSnBlAeRYmzHM86c5LWi1I1Yr8z5fdykGmY3PTYQSTXpez0y8K9
BQlrKvqGgZK9o1P4Jc2c4gFL7Hg3GXb0WiuLiuaWv2lIDX6p9FqwSlnvuroM3cmYQ23qaLll1/js
muObK1Rn08w3ebReivHFoYrb9uo2tuhNtQYEpdUeml3XStO/wb5PWWYw+49rNWT7wySJ6OPWoZ92
szIivdimhjGrRAhilnyU+ayf+9bq/C5fP9B6kGjqWX5Fka4CNZa4L2aQC9IS2kY23Tp5A7N0YLJL
JDaNLCn5UNSIeXFZY8yo7HRjz0UVsGEY+GiwEanyHvo7hOsSPQ9iKq5i9JcPEeeawYJtYRtyGxkF
0PnzT63i1kUCa4FewiLzgHmwarZybjB64ToZ2jL6XcWac3frj21x1wSrTjV4mxWB6ta2r6qzeuAB
zXfwn+2vEtTZVmUsecHGofMXdfaW0k6LOY8mlLMqaMTr6nwXDWOHDhNLa6/OE2MgqcccoJchuvC0
cTqnJKbA7RSl1wFrI1tMB3N81oh0N7D/oBwXV19BJ86uxVsHWzYl4Mp3TLOnoO9FYtFtV8qLyMcB
4Qgf29lWC+2+myu5z0SUYfkc6SY27D57bTgj4PpqUxHglJc/My3sF0z0FrzwCXU6TyTtbLMrD/hf
menQykEwyjVXegOpNWjvc2OJvnppc+lqa+R4VCjt9zLU609eFPXBXdWFgjzaZRlfTLcZrIw/8GCY
F4WVPITQW9DVOcElBkSRPChLVW3oGhiO84hQPieDtlvl1L8PdBAFsWuym9aL5kpTcXpCyao3FEex
i07ke8H5gTexVtAMB2weT2Mk158iz8rTrTYgrAsqYD0hFOpETFv1RxXv31qTl1sWhAuilbhji2RZ
KV5q8bGWs9NdZOzuZJbfOu3zYW85lXYQMPUwI8nq1Pa0L6fZslxkjaGnS+0rFVB6KG09e0+cvLXw
vK7DcaTyOlCktemUZP1oI9k89YOLQSurGbracnihxwEPlUzVDplusI9U9WFRnB90K0Y07LEjqEtH
e1Omb6FVjBepRkyo09x2nztrbHa1VczbCUDqRqnH/kFXbh8GCR08auySlXRYgbJ3DrmlfqVHc62w
XfHOULKia8ZXF3MxE13AkY/jlkF7hZjnMBwiT7/ODyuYSe6dpcKRbqys8iUQk01uZtori8nXyFxx
z2DY9QwEhs08k8GqUtIZ0ZLxjkRxxrswm+v8abmL++DEpyJi+JEcXfM+KpPyEHdu/91Kg69TdNfm
6xZF27OtgS1AF62hrd2+5qtybEmArMZYMXI5mhO+w26gws/AVFseDZqKgqFzTY6T0Sp56R09pvFY
QW1gg2L+YiphvPPliLa4FYuUcYlt/nJbJXoZyyrZFcgZzM8Z0kuv6FSFjX1mBTZBVSMoigpIt9F2
vqBmt9S6XZynLyoi4Og7qxbfO/rBsZXjGFXoe93M+BhA/76gg22g+Rs0HmNPqi1p9oNFnq93kTO+
KCSbA51Sm0Kg5ZvL7/+5/f+pLvnP35Naf0l4/d8lv7a/61tmqv/7v+oWRvg/abH/N0JfwiTv9J+n
A14/iyLt/4h7heMwVn/JCfzxZ/8ZFKDQ0yIqIAQpW+sWM7xRgP8ZFeAfOf/QILfc0MBkAf53FkXT
/yGIOpuqpsNSgE2Buf/PnICiGf8gE8bO3waZahHL0v4nQYE/4o3/HrXCtqwTU7iRssmpEsN3/4bA
iGd7TFMKdZ4JpzMw6PSyOMsqZU2jUXjcujM2rUySNMdzK6avllgOHHrOSQxWrfw5agea4KReXmkw
Xre9rXebf7mo/0EY7K9B4T9+wFv7Cz8ckBvD/jszY5b86B1cseeWcXSjifGQ4fVY0Yfb/47c+Nd0
659/le1wyR2NOJ71tyT0MNkzvTfr8EznT+2Pc4fXVk2y/4Z3+wdt5a+XnKwumWdYt6BfQJn+NZnB
Oc3CUl8mLxNGqa1mcS4rk/le0hrsg4tuQ0bozewNQ5Q/cRZliW2xz3fFEXOuifsmrvbamK+U0yfm
Y+lwxRXNJSfBp4cx6DW324aK+KxBy250PjZJtIWuZwbu5Krb//rmaH9Nz94uGSlWCwgGjzAR+b8T
PJfIoBOF2vsXTjvJt83R/35Omp7KCasKrbRxvXTUDtJgjDYaS0Ov30pnH5bokllFxT5+W/SQmqvx
yURy30y4p/+Zf/3/4aX/JXg+//PlyftdxOlY/mt46fYH/rkmWf8gaAQX+M/1iKXnnwsSqVNy64Tg
eDpvbI4bm+3PRcnUCMgZrGGm68AhsWxWsT/XJGJNBgljXCMqI00CT/+j0OlfHynC0ESj/ojYkfu0
dPvvKG/VyCQVHZZJfROHDYy+iGXj61gYRzpyhlDgV/qX6/IfrDC3y9D8+wv5599o4ac0HAJYxt+j
UimdsHNG8o/9ung2tBy7ONMvJXvCCPIoXM6QzdiwcdVf3dH8perdNUubr6Vsew90ddiNNL1yhs8H
bGFt/1bDP930GO83Ru+c/+uflc/F335YuGq8buQRLBO4Gxbov64eVIlEFiMp2snimUFEWUg0gDbH
6YY7yuOe8t4ZSbYbnEE8dShjD3mab7ukm1Fp1uelriyviClBmHTQYVg/2Y9Jptd8wPozLV/vZkoi
AM/m4vd6q38wP33oDJ2ZOPUi+oi7dHUucQoajFqzsJ/Za3WDrW+mMZ6eaZLU6dwt0V6idEdtAntH
rAxfUgxnyQkSXeZmtFegLelapaAHZbiwGU0KtlT+2OntdnUx23RCxnc0RdiByrkedGb9Qdp2DKa1
QBvvE40+Vat3goSN40M7TMpDHMVW6Ap2TW7FCGu8iXvtatPHMaobVxnONq7FMCo52BERWfTfUa7k
v3v8UeEYKzIYBNNakwJdFSWICUn6SA8Rvveyek0Gw92DDntbjebRJANTc6bwe0nLW44ysMXAmW/t
dl3vSGS7e1COL9qtdVqVbANbyQVSXTZohiOYEHdpE6oA4rDUKgd3ap/jpVSv69TMm3KF7aEpE4v9
XIgv7BrUUi/6lvvn7lrwrJdYbRP6xSvzlCIilEn2PadKSfA4Su/MSr2hkxH8tyniJG1wSb5lBL/F
rkRD+tCq5t50EbBp7YqMo7MUNpb6NXlsBbmYOuo7WsKZB6KLeCk8X9wy2KIXFQhXXjIDzt29u4pP
kjFlQLPW6i/MPfxVVOVGK3RqqdNuMw5rFVQ9xuQ06eqzeauBnPKa6VRzU2xyrBVJMWKMW2hxqpzo
h6LR+JvxwSe9L/QsT0WZ+Sm1NbSwlfXDSkwqKGNN+jhAkbdo9AparJ1+rBlZ0E1JHBJa/1VRBv4p
HOVlTgr9ojN7v1sh529Fo+jHBBe6vdbFW2v16mO+MItJVBsdOTajPmj02Dh1IwdxUPGoFGZGt2Jl
Nwzdo+bsYtb+aKnP2qEMJl7lxDcnr53vFRoUGRRphP+69FbGaF2STNOfhtTOuDhmuS873Jk3nsk5
IjYf5oVrftmkx4jGLKavQlYJDZncUwBGysasWG5K10XVz+LnVpVX/N4ZLyjwn25YSNFFuzTBKtpY
3Rx02kC0sWuKDV63XdeVcuOg3FwLAxe8OTbmVlRGfVZUd31fhD2/00FkPBTLzVjaJUx6l4kdgcDp
7aGR9VU/HjsLf0RpLvOJ+Y8BpjJx8PbZ0XYY2clQRjV+FZyyLQ2bdVMAhRmSGrFjOaWz/Www4zP0
3rhzq9ne9rUD/yu/DUyJZA0PUxnpPiPWUO/oRaVEF+PLDATNo2ah3/SpkQb5KNvvSTJyizvDeo+i
/qVchpTJbkUk5raH6E2aJ31gBPULfYmfqyibs5Y7xs7urNcMVsgzklL/0OtjdK57LT6xBKVko3pt
k8d05vaAMS7VQOVzVzNJJBbrfBDZz/BQd+ND0zaMMNOquBdZTj9vnbR+ZJkLI6Qcz3BKvayImk+m
EDhls3r4QevXvHSx44tpNCqmIps2WfFv5J3Xct1Ilq6fCBNwCXO7vaEnRYq8QUgiiYRNmEy4pz/f
Vs30lNTdVdE3J07EuauqKImb2AByrd9q9ZXi+re5mriWRj/o2Xb2shf+uRJDiDnNvtXp+GS5/ssk
7GeBLCYASmzSa8ow5aHwwcbXbj44D71nTyfKO5wj5rd+U/KC/HCmGl8CD/ChcRIEcKyTgJh1U8VI
wujOPEL5cCcOJjuHMNvzJkT9dfDChue6rwYfoKL1DrZXg1zmFohrmxSZAJZrm9umFbbkFGgboisb
8xrqzsl2ZWKo5mrphSrWdaLtJzWriSvb1Z9+Q3jsogFvbcyC+VWYOnsdJkhws/Ld1bO7ydpInX3K
lw9T7BdA82ESfhdOqnaelSWbIY6lu5pKsO1Ke90JcN9Z12WgN4lKxXXk5Q0VxmUBelTS3zv5Fh29
pO6uUuP+oCa4nbYiMskTYXMOJLwcnI2am/EmaSd50ktf36e5caAqu6MTxSwMQHneyhbdvLNstWyM
nNxdGnhAYRWJQZuKEr2tJrL3TnUJy3lPK6rJxw2SWMFwjkaMUstoR+VZfl3g7fxsCYC768B8451D
S+7CU7OzDYnh3PWwrOSzgdirgvgo4IYyvjKJ/CT1On5WXR9vLc74b6wb6uzSGAd3Ct1DXbcsmpvG
BM0ewAD+gPTLEgfHUN02eeJ/t2YcAZScL4fJHx7dtk5Ocg4NmhzP3zYg1NsmNh+ySsubfqrUNghH
50K4nnAeFtscAPiuh9/d9aJ66YAOQUYJeeE0UPIwZzXFhiWcbj1F+TVpuSlKjyHgNTGPNbrS2L5X
lguzOVloX4soQiTXtJfv0JpehYLHEzadbmW8i6v2VvZLdlOMKHeHIrmKOIEwbV+qxyZK2lblwCFp
clrc6EwbH0GVmp2l6ZjbRMPS3yS08enKx37aucmVpWPvxWPuwCxV17ciav3DbBAIDAVdt7ke0WBp
QnQRrYTRFY1zzrHwneTThFjvCPRSZ6tHNe74DU3Vbv6Z0bR1xKmuzq1Txs9Zz03KK9uaRol5lwSG
k503w/QAfIZ5iIo+yACSLQ+znkxKZ4cs12VNPBvLV75Buj9d+y38kRt8wg0SOyjVEu/KarqbRU8f
eun04Ubb6XUnHdSmpRtv+gBpqlXReur/JG0aqoekHYibsaO4sDRW83XJpuRAnZs69D7B0HJKuivS
KPOX1MqWXY9De11w/J27YdKI0mIz7aK2y0/IqhpscVlyHoug/7CmCyE0Vqna0sY6Xo8k+u09IbsH
H2myHg2pmnX6OPZOfRwgENYLoaz72LuIpTEzwwtSqEoWhT5QFllvTarbDY2T+Vk5lneLbSqgBcfz
r3ySb091POv9IsI7aGdo6EmhZIqKD+G3yU5Y0B2hpEw4QrZm8OmuUk3TTE3D+7ZyZrUx3jivx6Gt
DwN99TfOVKJNFNmV9FE61F34NKIIwRuJOscf3HdqJtWpRxkdUB353IBz3qfDcmEsFNRJ906EKnpF
PBPJMFI5TeMlZ1p+H8L2brNmMPdQ5j0H2xJFN5yk+fNgODx7L1W8Hdv2rMOLWHtMr+o4Dz4SDyq/
nzr3maLe+CXSaG1ETmMNjnf0yE1eB3fSrce7EVsa5aXUTm6WgDJc2rMNPEKWN2cRA3yqLP+KXp/h
0cWA6oGUw2qV3Y0zpwyEVpnz7lbktldPfo/H2qWODQ40F3vPiJNrzdlj0QTXbUm5nnC7rQ6t8spD
Up734PT4G8tj7iC+VF1AJgONGqIJEViiY63CLN6KkJNskPln0xlSRCLvvTDBtyrRT7Nq7hd2sWtE
gT8Q83zDrSWfVCxxl6QuFHD11DBkn6pMfi39SQdQfXimYpqzoA/InLdKpsmKm2/s+3RXkP5+zLOk
XSPPbtYl4bqHLNFiV81ztVG5W6zDdmpul2p57FQd7ciZyldlP+HcS5EdZP4d3+SFqemum9JuHiAS
UfVXnKC+aZqVr5J3K6DEvKFIcz0wbs4RwvdilgjC7ZRqDw4w1LzYPOAVcSHUffMU+IW8KjDu7wXq
vRRRmUjb4Yiqq7o0ZVVH2j371WKoL/Rw/DKMRu6dnZX+Ck7K341UJdJoqA/phSTOmzHaQRKIh3Fq
3oGucM7MumdtCvEX5sNqErhAx8BDBq7tGyKbxlWNmAPyInwLG7Lnpy6bbqmkhxYt9S7No+VcYyVD
w2518ooGz009+ixcfScoy7awzYYOAkPekSrwYXEt/6oBrLuTWVmtHI1CK89LfYI8Mahai1K96N4i
HyNbroppinCDqEt1+He7XcaN17LgrDyInRVW0eF7WlxmX4jbR1enFNKjR+VGpc0HpWcXGaRhyqfO
1jWbudQXHTMyO5yyqTmYNj7ExjrMdaNw3dkGUr/Kx4ZbjxVzSfRnWthkJSL8goqi0Ga9aMRC7mDN
m663X9v+c0wn7BdVRO9kk02v4zjEt5N04x/A2ws4vELGwIS0IjIfGwC80m4qVLXPhP/QV4Few5Lc
d0X8HfL5sdQyPfnqwlotrJGaAvUMT8fBhXSnaDzI9i0r+VQFhPJHCiaBPIGynW/sy5sujLHlyRzf
Lc0OZltVPvYRelBgxRj11VVcOcdobsp17oZQr656781SPRZUwaJtEfaehvJb4Ppgw8myoJ4UmBcr
k6y6jE/WmvjEZ3oN5ueS5PVd7ahblnX3oQuni/aoXlbVND8IhZIsysP+VbkFW3KUBrDpBc50jQrJ
zy+r5iQu6lsERN3CvsTnG4AML5cp4oFt0OHRiaqJUcVyXdGGmp8aOph33EDbQNIjFE+MwPZ0Nbpl
vuvZw9eghvFcFNdjTQNvGSMMC9zgiwrLg59qvvQkWK4o0Gl2ix3jRuG9uAyW/+gpaT0zc0MOe8F8
JEkj+RFiWlrjPjMnsvM2S1P0L11hTmGBXLah5HQdxtSuK/bzDZWfzSkP4CLXvtfYX3q0AnvEHdb1
Ar5xRLTT72iBp4icXfZjoev6x+J1+a7LsTX/hFX+I5Dw/0uK4wLo/nsM8bH5lv2Sgwfv8D8QIjSE
Sx4roag2sC+Bz/8IQLIcSI3QRtTrM3riM3YA3P4bRfRJvAs937FBC1GLEcT8DxTRDf+L1ExoiAux
AbDl/EcRW2Qc/ZpeJ4hEAiXDihY6rku00oVE+XMCEsGiQAHl8GmEEw33MvRxSfTxqO3NpOOeFYos
W1T187yAunhQaZlYEDq6/kcSu2X6mtSJ8fZBRzE0j9YyFy8pKA9CZDAP1O3zUlBewmj6zZDIB7/Y
OgFKfKpdoWpJnZnW1BSYYOdki9s9NhYegdwvPXWHawPp91RlwbBFV4VRZxmSMsFW3drsD0Frl2v0
psElsckKxTZHCoGgZWHqyxxYcsuVcbSWzAPI6dq8G1bSRhtLtg8b26ZNGuuLxKpdr9MqS7q9jgTF
6XUvPcYlQlZuKA9vXyO3CJyznuZ4n8hu6tfBWENph5r8ivVA5ycmKEqzCBjoQ7fcNMqykbH38irp
UpTiZT3OD6PdVAl7YzO/Wq5iZZj6gWJzsldUgbQfrc2JQp+RFM8iz54yKoi3aXApApd1Onsr7L5c
x440QUZvTeDMG3+a0dA00zA+yVgF1n3MnEBESyLQBdtS2Q951TriesjSinRO3bM0DEtsgfX1Sfuq
bfihtUUpMZL9eejeSSlNGIHqGnMYyabNcrg0jSGyH6fxVdQZ3bmSfJV0jZJALnfGc9qCUdoqxpVo
HTjsJaPneO1rR57EOMAiG9TGN6kNMvqA6XbINkme8Vvo3G1esRtJeqnGxL0f6W9lFGWwOUEZL0DB
wyAxRMdz55PhMkztjZYes0wy9v68idK4rbaeGOz2WAYkrK48JIKn0G0zb4XFNfpqULLGG3w3CYMj
scQvEmd0uCpJn/K3ApS8x+SA4gUwoK7a1zGr8k/VSEzKOAhT512hQr4DGSAfywysO0yetf/NaREQ
nSgMGJNd0muClXU0Z/O2703ebjCeIB+2lUjll0YU43dX5cZFm2uTzduXqOKRDSRkfogkQZDIvM1f
lk4OfxlOzZ7zqptrJlvCrzuUJy2/GFd3WILkrAjQsNetj/FvV8fxdIfc0nZA98bBeix9YpWOkeXw
sGknYqlWVcVfSssypmqnm6Y7pFPFTLLMz0dR6+4iWkHXxF/R4AOa3iaVCP8grRnBwUpJD4cLhKWS
1btfeOUCu8bShKPcKjJ1iTgRMo6fJ0l+vb/BtcsPXuKpeaVtTLu3nD9Dsvvjdl3cNhFfjWP40iur
4NXwx03X0WVDfFcz2MPG7VlVryT6JJ6OAIf6Ou8pefbTQWz8zGq56fGRfnU7Zrlj7Y85+rc5hKoT
eX/PNfEy8NPZf7VgAK9EGWqQt5ElE+W9/x3pE3tPnaj3nECpgwv6dZakg28JGhO0vCse5brRjL6R
i8m1qj9T0EYqLl3q0gKrKm5CoD06cAo7o3pGdWZeDYn2mH1tMW7rPLFfpsG5mEkLd5svORlpTRTe
qNCuv8ToULsVomv1hkQvPpdzhpsXKA3YlF44d23qpNp0SpXPYKfxsRUjDesGX8eqSpv8zhs1QgeU
hx5zNB0JdDKH8gvY4mMkJ2Z2hSItXfv2AHIYuch2CB8YVQDXEZLv0og+nPkRJnPw7aHVdxXDyqZP
3GxZF3GauatZYM9pnHB+IMDCQpiCJO4ucCp15UQN3wFQ5pOZ4paQi16c5pB8PDJoGHkbPYoNMFT2
MDeUrXINo/l2wamPdlIV20g4M69j/aWgROdmdudPOx+7F/AF6gQXgbeQoUfUFoOsSl6m4pJM0aVH
DV9+xW9P+k9kzOsUk5CGwCo5FvFIBEJp1L4puHUH3ZCaTvhefVp8HuhskHpcWYgP16pB1rqmE5on
N3eGdsQwJUveZqX8NGquHnljs6s3SRygMGzQLcI2AD4Bq8jbMW7jYju2bbcTaV/FvC+ChVJezgSX
6r4qv1piH8cTLmHzI8LdiV8+zNBLxu2QfAPK8A5OVbtvaNAU8nMrpMU4s0i9SBJ7fkSdG6BRS1tK
2Im6LDbhrHW0jv0cQiENgpulLAs2rCra8yYxVxU60DXgCTY7vDaHEuD+jf4GTV2oS75sK1k98d/n
6jtHY46cswUFBm/QaBpxxaWg+sjwotp3T9kl6fsAXWCp1WD4xlYgIcO7hZ/hI5DDJ+a77poW5BTw
BWHT7MfJa2QX4ZsVTSNGpb75ruvxQnTNGcFmZGFhAQ6BETPuC35UgUkpz5s8Ptvl0D74CNM2KEGn
bNPFY/Mx27r/BJtt73jDA2ZHPHs3wgv0D8fR4SOApNl0o4OEWSVLeGVqopE2XemW1E270X3jzuG3
qpvbe7wO2QMvzAooPF1eCmcUZx1Jh7dNk1xHZbH8oJXLeTELpgu37/U9Ub3xupnJH6xtgBPCxNLh
VSdZzfsjjLv+pnLl8rRUlwJ07NK8GHTfNcOhoIM3flVMZGTclFYut3nh1MXKybqoW7GzztdSJcFr
USw87O4ykEzhiXrcoq1zccugdPqM9EhhDOtd/xx1AWc/rwOcWlm2LJwnCQQhIdPurpbVYNau9jmM
85GbiBCv2gt3I4L8acdpULwUgcaIRuHMcPZFPYSbxo7Lfa97AtLacEB6pVql7ftZRf1B60p8VHmq
TgurPDQdVZOXgMqgXGg+Dx0JDTUTGkRen4G9mPgOoi9DjMx8FZF+bIMtIA+dVykS3q9ue9HSkw6U
A/uKKfAPietTy2bh1O+3DEFEkPg8XBvHAf2Fx6ytD5dOaRuTegp0nZZzjMXMctF6xzhZxwlh21o2
Q4YHFPccmmArjGH/jEusX0s1wFUjlIHmSLreEJ/mBtbDGGZOT9RJHKaY7joSLKvAKZ03lfnOm/HC
ebozMflk1ez7zV6wOFucATY++BqQTJKKMTTmDrXelF05yQSd1SSzq8HRDZyjy+u8uIrzuP+azX5z
z4kcDZg9R3Wx2BKvQbBVxsmFjrp5x/0uyr2taEbaF5Nv1C6c6ATA2kVsjAfpke7zAe2nj0GvWQ9L
hEJ3HEWA39nDSLDy0YCCTLQ+hrssHoY7MYYVjnbwTvKrihg/JlGfW5cBr0fNPtqH2aY/hpdJFpzn
pBH2OqOS/eAh7ntwsbzIjd/44pPh6CaocqflGrpteHK8Hid0GCz1gBo27iduScjPnZVMOXAnbp0K
5TUUE/soXom0L4jCq0BOt5Z9qXiLrbHLgILi9hXVO/5rfyFUoeAMxfU8qXs/kbCNtrGB7dhGGTqm
wZsgJHDfX1AZaK51VMw87CV7z7ZKMeEDF1XyW1en+rHMF47lpe+K684xwQcwERkqFgtvIpi2tlMe
WDdFWTVvLO7o9nMqhvg2WhMQygQGXa3wlOVglTPWXZSnzXwJY8nIFYJC4iatawWUOBIJAStbjXWx
q+ylxfERpjB0ZhHWlV3nEXYJIyznxOIDStd4JnuOh7wX65RMs69jhXcd4AS2b5RZ9Ezykaz40Lx7
1sCHzTEfpHdyG8S4ZLqGPL5dQJTISnrKfY7AOeH4Jq7/7BFOvA5NHl4FAzJ9ZFLG/+IRCPqKL2wg
4ivO3/wMqmfllGqCEnLa+6hVxcxvLBP/aKwAk7Xr9ePRLu26WAtj7LekTyk4H38uAbJ0JvcKUOI5
T70o2Xa4fchFWEYVIW0YYXOAwKTFqpKMAk108umJMTvbmT0dOf+jIwovfRX3tQIOtCCdN5WkanFj
Yssm5jPGXnMJilpeSC1cno0zGx+jtlkeSeIJSbYg0vZciiJ7d71E6QuNH92NEXfYqi5JKLAvLwvh
XDJyYIL6Q+em3SPjNwl9PP6raB6zQ5NcFkKp0hwMnvuCah/S+qTVbZswlEfZyHcRkKdqA/cfeeiI
QiojdAOY3TDGCo1JkHyfYmdFjbz3M5F/dDQhfJpBWA8V1sK3eCJeIZ2TdBtyvm7c0KowuNULNRA2
/PNdwOP7QfSjJVdE6HhfNbEFzVrJRXoIScey3bfdHL46nfKGDfT4JTiKrywanYB/V1E73w5YYdeu
xGMcFeFF8A6+tSLF1SJSrPaGw+D69QmydkJqQAvEzE5Jz2uoYUpSfLWBPd0Ru9MTC9m9ZGGYfiGD
Mji7F6YkQ/h4WKrpwPQ23/pW634VzYhOoGpHib+vBy5lOOn2wezWd67ldQRA0U6U7id/MseJkuGd
nJ3hCzRiuA9TBvjWJl0JtvW21y4yxaT34qulDN/V5JD0UyT47VZLvFTnCEz+oIeFZyRJTZGv48yN
Tpma3COnz4cc0/SdntIBDtrxtkhgJgA/ZQVXNol+eF3DAJG5FnmMrwrM8YG3ZHldReYSXJfhqCob
7k7O+hj/s+fFMXkIefBVZTEJ3X2ab7zGYbRForWuWPyooh66OwIg6630xuF6xBwmNH9qmLV17AKv
PPu55dIGFKwzDjR/2zpW9RHlJFhlIYGccdkHCxMekOMu76pBXOw4+sZXfX9fJwmQYeNYp85KU4RJ
MR3pFkkkISlzKdbkTrfINEAsvR1t9MzXtLnDrOEgOdk6Ge7dvv5Gafx0YrzQh2IOuisa4+wVKjH/
1q368nmo5NASWQqkTQqDF76M+YQjCIEF44Wr9RovaTbiy824l7g/yfXsMu9ATlL8HbG1eqh7W/Pl
e8mwajpZ6rMzluD2Y9ba8VbDiX+WHRKn0GGq4T0ZY1/vGlRNoxXM38PRL2/7pmkMZkAx3PWhxUMk
3YXXPdmM3bs9ESS1sgu9MMxq76XT7IR+Z5ya+sQQw0hRR9AFTB08vXNKCVxlsaBwG+N3Dzsfp8JI
m+YjaKp1ZBgnDEXaIll7DboxTkTw7YYgIn/bG3/Ytbjy/Bble429b13Vjt6JlmxWfIPWmz3Z4d4d
QrxSeT6dZWKlx4n9Y1VobOHMKJytXa4HIkmc5NjOkt3A0TUZSeSZfJl0mJVkSwai2AaazzwFjvPS
IMUncRKxEXBUXNylk2rfRFqTOpEVvXoiQOSp61N9W05B2B3HzuLBCQvURU9dPVRkssQGU7gJ8vEu
8wcruZ3JoYBWGWI641B7IMAd93MPSbCb0tEP2FbseUPWZfnAPEhw5ei5LempovteiLr7Zoq0AzFr
hx/TqMGwjbds58wqMRWU/p7J0yJzMSYHaBpaoqCrwbrhAGy/G8cq7iSszJpIKzJOiclwCeWrKrW3
5i45jmU5HhVL0n0FgxqGJGRswnQuvy+ZblCrQQIcHVmdCy+aV06XSFjfihcFDayHUIGhjAzrZo1v
P/roRpsMGhGytG10CKG8Hi6i3P1kB8t9uAzmayvm+aCM2+s7+j7nnZL6jeO4esyjGsVNUZV31SyP
dOSme0wZPOhRUJgPf8TCelpyvdinNIz6cUtAk/W2wO1+jSp90+RutVWAn+vJC7OvWVrbD12XV2va
kV0ANDt7jRErHKzUgBeG1qNKfGJEgMrmAzMz9mwCrZi22ZMV0YJBdTWYpTiyTtZ7Mh2DN6vKyNpK
PXmd8y2RhBrkGx0keBHkIuojWI/ejL07H430rYeePPAjM4/gUfAenNCYE6AfeawcU6TzWf514uv5
SmXIe7fQX1Dace+RubpEDhGcoTDZjd3FziuaFPsw9sgntqaw1DlWwwQ219RvofSY4cr506mmcde6
ZfZMJ61hsEqyjY5FfppQLl4X6RLcuGH5ZbGY/mui+kIV2U+i73mCSJmrb0uMsP449c/ar2V2ZUW1
fu59YZ3aOtKvtAESPiC8Qrl3OXPE9FaLCMP8EBq73OjE5GbDPhQAd41Z6iyrpvL5HYH66vYuWyrA
VHxHqACk3fZPYRUwAcI2jAuxYiBBiZ/Z7V56A8Bl62EP2sCo2RYSOsv+Mrc+/vJB4i5L5eCfrdrm
f2CxD+5mf6yeOHG7YRfUGbMUzHWK7qZMgQcGlhHUdE2HYltrlciNkgxVK/w+hI+IyZmaKyaTOCcP
ruM1M/khSxffKZkTuF3IA/4Tuv8vlLD/CjGnfIWKJ4h+bAu/aUsRtSQjNssP1L/zKaqMLQ7z4kvC
5lQK0aZMokhN7eabsECl8Nc/+6J6/18R7gWtv5SlewHNwdQq4In4Fa2PgqFvHbV8i1RfX2exZ/bp
7CCxAHQlD6U1B+WV5sFKCr9a54ipdn/9439Wbvzy84MQzOCyevgR9WC/l/aNkelSUhIuYpehumBc
Fkqb0KoDj36YKtizgINYxiM6ulWIoZkY9WBYDFDBfNmxTVJejBIV/4VcWUZiv2RF2JoqizrqA2Af
MGMjKtwoG73LJq7wXD/8p79ChB6fi4j3n7M3+L09V4ZC4gwDDF9sR8ptZZOHdpBxls0/Eiq0hqcm
8p1LnnTMXTRZtv09x3DZ77oQgBZxoAFiYm1pc4Knsqk4JsaayzO9iYm7F9LF/OUXfTvdqYWa2ZUz
5571N7XDv9XFchcwOvkhEvOIziE6xn7jbCyJTHt2aA9wnaQI9rKTQPkWye02hDwAI/EdjlMy7RV8
RwSVc3HTkiR15NrT+Oz3RVXtl86aBtKKLt+C1WLdvPub6/ybT+TyIcnBtmmEQSfv8Dl/vVVRXBhB
VSYZrnCtAw0YFnKiakj5XMwe91qO2UdcaOgm2gK5yD/vCvq2uE/cNnWDLVXKGG+nsENnPs1iif/m
OfYun+DPNzNxeVw7wePkItp37d9cPU0uEJ3JtkCIVnIPeMWMTb1M22bYWjNP+Leq5aptRkv6xXXq
4qBf8d6U+Q0KISXPSAFSgY+tITOVbNiMWJma5YxIwx5JoOgkb8/8QgsBCUhSwVD8PQuR4MCOuzJA
59TnhU+bRjuQdFGxczBUt9HeilSFBJMb6ZPVKX9A0AfomrWQJ+tpiaxvjRyj8X5EzfIUT54glFDr
5u/q53/3rASYe4TPsiW4Sn5AA8+vXx/EhWySFqGORq82PPzxUu1dEuz2TgMGecO5IPCWZ/AxqPC6
OTimU7+UN3EtJ2Qp7UyG6qqfCsbDsoX05p89HiPEhzQoVFnrjelKjzqI/uhXw/n2r+u43N+8UHxy
Hzd85GORiPmn37X/C9wKMk8APKIVJnljZRHbmdHZkhCxPilForPyveu+0+yEXZa583mJg7Q4CTKv
Z/SYYXgLgdFn+7iGol3XDgLWA+dAQQBAMEf+rqK4jhRb7ql+0xYG9ikiC2Q+u2T1ZAx5tR2Pm6gz
efQNiXaxHAGO8q9wFPb89NdP2a/nQejiiANQvfTeCpeGrn+qyBudefaLhGz1iMwjloB0XWRTeazs
qjkFGbKY1FYB45BPksNMauXfVa7/NJr870PEJ+AiU+IjbGrYBF6Zy2n5pwadRU5iJncZSFxmvdoF
qM6Zg5cIWOQPVorLHPpH1PTyK0kTpJiWsru8WdFM/RASBQw9DCKj3wl8OVm7NOqA2nijeatzznEW
6CQhZW5M2i2V0f5emAIBZsu+niGuWaxqWFVuQjusD9a6/+ur6/5+eWHYvUtpvHPx2FDB6f76ywkZ
pDY+/XeWqxYBsq5RN5mSTw/IEV+zCKNbyZzQOyVhIb81dg0iGoZdkWztKEq87RjX2lkpO4hvZ8Dd
zTDn+aM7TZp4ScsRj7GZ83Ngah4bOyHLcw0BVXcb7ObOdTZF+N0XB+Q/mj10oA21aQ1wpKAZF6f7
g5+wz63/+je+iA7+9E4MXX5jpAqBG5JC5oh/KvsuLfQsQpXv2rtQgx7EDWuQ6i/wH6qEeh2Bng07
7jF1XSLhy/ZCAR2zVrCZ6RZ77d8ZG3+dti4fiB4wPFYuCgVa/n5v16t8hONM0Zd3Bcf5kXAC65E8
lpoYGeMkLZmBwfxlaAfC4IQuk2w7Ej2cXMVxTey0MLo3qxGuPUejJ+LPWkYkD5GLFtyEXuE5O9MU
1WeH1DU5i6atrg3xpOWjjWKRFfHC0fKiaV7dphdPwkA5rGbbBoD8+V+tQTTwDfZghRQ+4WSmlyYq
yl2fWNwiSrfpikgONlDRq4JI5KZi3p0rp2/WI0w8QtnFy7J9pTA2MxjXAI4le4XkrxxJx6t4i+iv
ca34y8qfJKpb+V56qImrPmA3dHYRygV2YZGYZKsilnKY2kTRUZsT/7apwyr2j/WcX9QCllugl2uc
L308A2ojoGJyL4j4INWhitEyNwHachdN1tbTFRM4mc705jRcXWK6HANj9vNO+78mJvp/0ArtM0D8
e5nQ+lv1Xb3/WpR2+RN/eA05SP6Lpw67mk2sIa9RnoM/3IaO7f7XBf2i5ZJ3UPzTGP3fOiFczgFv
JV57/2M3/IdOyLExL8a8nAVbMpXFYfifGKB/f8vzCvR9pk24IUInaCL/bZhj44TjngaQrS5Pj0lI
1D6Qe4+sbhFnBqbxjjy69BjiyTpowX9DAR3d9zqPHolytaAAxvKuJTAF6anof1htSeplOJNirPtL
lHXZ59s27sQ9y16xSafhCVeavzOdX/7hdP3348FlPfvTgXX5VdiiOK5Y4vmNfh8PzBCzbrSSKI94
yN69rqfYBIL6yJGTb8dyJPQzI0BD2bM4kzJMhRIzG0lnQXgvvCXbTzhWbmZPqpuo8pD+de2hcfvm
FQUliUWJtew7nuoDDTD0kZFX/jr29viD/I0MX0ygjuDR071tVPZ3W8Fl6v/9FxMuxxXzduyRN/jr
YWU61dp5GnbAYBgjEj1V30gCmcj/cNRhnmZ1TFy725O2BDDC+LjL6QE9NYh8T0EwZnuTpxAAf7rF
7/746X8uKf3niy0wpV9eRkyTyNV+21dL2+TuhM2M8Ymf0BHsR4FR01+P8ejulsBYjCu1/Jtj+1/8
UJbzKKbCmrsf1d2vFwJU2yD6biDE+aJfgb1gmLPFwSHn6Da4u5BHB2vEFPc3C8W/+rnMCSznLlMD
Q/OvPzchSC0l0V5jQ0RuXFCGdBot9SWfOu4OW/VvwHv3f319OQd/PbEj36e50GHH8i/eYkaV3wZ1
kq38Ol5KamPq6aTYPTsMGal9mjOp343OvR+I6Z1XbGFqp4F/9pJQmKeu8+WVHU9+gMkcTsNzRt/s
R9MHX6yIEC6VmYTezDyj06tp+Io3C4AahLGEKhJpNj1mEelLle5/9IGczrUk3XIksWlDEH53aKcw
4SDs7f7FQPNq+Fgg3HLeZ7msnxI/WjikCLUr51DtiyANv12adzpkHlgy/RS3be+mzzqs+0ux9SCu
3LqJnmzdSt4YDfmohAFFPch1AzZqCe8kUf7x73gTyOnnLMQTl5O6WpP1tFe8z86REOU3njp/6zXk
bLZdN1CKG0gKDDFajm8ckDROMdMTTdeyPzzQBkjjBVhBs+ICThTu1PgwEYpR/xMPzLGdmfRtjN/j
yWo8Egi5kc9WPLa7PqfikPzHnLK7CXVQlYQn4i7Ls00yK+d64BGqk+nAfac9wWZrpOOslyPO/sZt
DkmSdC+F3X31W/TFBMBc4BbyP6v7NprlCzuZIXu4j86q88hozT28zVHPk+vJLliReSfvByMJ1q7I
tevXNlehd9DljG1BQ+Ks64/eLZtrX9IyNI8IqhbD9x9WvXv6P9ydR5PcVtql/4pi9lDgArgwi5lF
JtKWy/IsbhDlBO8v7K+fB5S6RVbzY402E99MRIekFilmZSaA+5pznlNYhYLKzKScfoKVNUO0hBCS
WYJnH1MhjyHC7zcY/dYdJY4883Jp+O044qOLGoi3EH/PExRcw0aFGYTrSKR3LPa6hHGo3eMPpBOj
OzK/kvpinA9A91InNjaeDJ0N84gTxBu1V1o3U/yGOwQP8lRIhY7L6ifUMPVAnFt71MboZUptdlb1
m2dr0dYLsyuTee+O3MZ004PIWXXQJG90atMt+NbXtpwt3rVDZpgx3OLtqcNthZLe4QhAQDOlxR1F
aHib8EsnVuj1nnVDf0G5DZeuiiOAgrNCig19cEu6FJvOKaLmIoNimQulwXSNmMe6DJKOsQ96yy3f
kbqzI408RIcvA54URR52HpJXtrPllXwbwDAPYUfQEIQidw3YyEDFn9K/SQPzlhxn7daZdfNlTDxt
rzmZOGEBH64wmXsXALU6UDnmsOpCqHIMYEt752kiORXgh7aGaOMre2holqLiLeg1FF5pFGzYTY5X
SB20rwXWgm2PrmTtFn28bypdb/1xmt6ddiL7qUu/sp9DtVCcVKAOVgtzg47hsdbrq7bWHuhzJ3/0
kO8EExYYstHqY1LU6tZrQPfyoq81Tui9nnMg7ZuM3A0Iv1703jNcuepYi0FTNCMySoHB4pJxmmpv
dngtAuI8azqMVdHGxwmwLSrXdJtVxQlrsYlJUSNFEI3veGtXrrFZ1JEIMnuy76ZZbg0jwcDce3DE
bO7NFiNwjuGmHUWB6CR3EcdCHoPNZA5m5mOeL9RqOZs2PPWIwJyAEhWwpW+igLwMowOvxA3UrLFr
ZGA5iuA8YZIQrxrLOzZdYJvnwrTmx1FA92qt+KUfG/3USze39z2iD/5UJY+KJS3gGpYAoiZZQotZ
kzEk8S57kajrFqeWr7tBeFXQqCyWqONYyPvCCMeTOWvnhtZY29bSpqtBr8ej5RQvqv9iaQHBpcI6
S9kXEblhlTH+Ee2uzU1zR21g71wmWxuHEfY657D1mWhdVQN22Lku5Z0JjW1jdcTDkiZ06ToIsYWb
0XT0It8JTq3XqSzzK9sknsr1CFNEPJAS9wpemWQrodOm3nHhOtuA4m/vNjJMNpOo1WXqAgzzmrDR
dhUQjGOM8hyZIlUY3puyxl4/AZTE5m8nNyNv8V6vgvJcR+66t7QCNxwCH3hPzhnPNRtlEFu9MioY
JLuk/LDvRxWIlwdZD7kyj3Wg29eB1y564BzKS2E4eC40j7a40YkgSGV3iHpuelojNyEYdyhBXIve
KnZqzq3LuQymXWuIY6nmx3zq7jzVo+SZiiNyK06hOV96beTnpZ+I+WCiy0SsXcebpI11dI8D6XgO
8+BWlcMTZ4nm2/XE4rPn7FSimC7IOk83ZmOcUCZeBG3ygAH3OleaozaLohuUJ8TwXBhyDwqWbBNP
3MB1xlMNt3A71Zxb64zTs2idJdFR41saq4GSBUXn4oILxGuWZrC1zbi9cXUtxw0/3TdqlL6G3HgH
vE1eG7OXbplVK5aRjbspcMD7etNXh9KovHNmGvkuysd+5bgBwMLIVgv6cO2YZnyEM/iALPYwwPNH
3OqhBV/NBY9Ns/4jHlzpQ5wm5FTAA7EqRaLq+EcXxNdpTpZnTVNpOXjC3MB113IxxucDl4LCuryb
XJGeEGcGm6l7GapAO0AtQOLfHi1PDes6cxFQ96FvIuI8oI2xj5FdyzMet8NZhaJ4w5Kjln8EuW2f
Srvu73JOUz9RXoi+JQzOQ5e2G2UxrHairzZua17rbMC/JOMAEi6x6U8i1FRhhUIV2u+8rlOi1jT+
VYqUaWVOjG2nKdR2rLsLgAKLiUDzTpWrfSmbcGdHLF+yPjmr8d7GvYUcL3Og7LJ0uI6zrt6Go0fi
VGIo3/ZKYa5ZHQ5fVQfevgow0c6mAyqiuVOl8o2qeXYMzJbmPL9VQ3OLKCUE15YRPWTIi7omuqVH
ghoQgeBjFa8v8gbfFIuXcI0vlz8gRabaIL7fz6FD+F9gr6yelLxQinwfVco55NjynhGgQb/XsS8E
HtF89WA/mCJ94sNdM5e0HzIdo9pSIzUuqgd2tgbOQ7J+g3ZQF1YQP4dUV+s2r5gmxvpNast7gzyd
TSCy9gqJcbmd9PFR2SnoTFCMLbqE9dDYkGjt6o8+FFumVda6UdFRC6oz5idIWRER2BRZmcspahxa
ckaYMR0TN/6i6wUolXHYVItEx3FAjoZTmG/NwXtStUI4CHehz0O5nm0QptX0wjR+G9nOuAW6CGtF
PbrINMHDkF+ZW7uuiJzzIAtt4rWwzpNxh8JfofxLzT5d26X3NWm929Zr6y8jCSqgY58YZj0mbeHs
o6b1rg2v2jU2sWWZFA9iSYYyNQlEILbuS300/AjY33b2ooFbiJgiJOP4S+A1+SW66oOHiOQsC2yb
CU04PrAQOUsriyBwmdzN5FjNfSO4sB1cCkKB7au8N/AxiNgIdy5D48VAinWmmV56GbgFvmPiSHU3
nC+ShtUEo9BxQnY3hscmc/s9wOEr4AT9WT+N1rVU4ipAx7GL8MR6VPSrWTnWTcWXf+hQ2O+gyx7s
HEFD8OKk8UB2HqO9MkW+KSKHFW9AkINLGyDdgktshrCtIZJd0WSAC1fYMMmCWGNg33jkuRWdqQ6G
XkCYLC6yEYi/Jsxj58YuC4NXmJjmXRgsAdFJnpzS3uqBbpWnxYvMwbJmdR0/13wwfrhwK+vJuwUU
QAZF38T7UibxV+b+3L9N40Mpbdl9EwK2q6c/WIuD/HpQ9AyhjHaZNipic0jQ2/R2fzlHnbvG7EdZ
WJErUb0TcieG+YKRCQHEmmwAGGBWR7YASWQc7fPSPh9LdmqDRgFmaEhFVq3oLtPG23gjpn7dQlyj
NC3Ca5j3xPKBTtmWXjY8Ez5r8VMpEw6Lo11GNsJWzEcHm/Qm+MMUNchmb6kohk1L2GonUNHDidGY
T5LM91QYbb6rclA/BqwbxuklqQ6JYUMQDwGYO0gcO9MkPGAUD0wfFiTk1hhUvpGt/toN5tEZY2JX
m/ws9gZ7H5vc7i01DOKU7q3xuoMz7ZziHjL+PgxecBv4Vj2DgNUKy9fFdFmFI5kyOen0jYnHoJis
Q51Swmm7pMzgfSbVCdPWCrtSdWzmMxbR92NT4smkH9T6+8kLCAQ1jr0kg4Rn3p2WKHdbEaguGUVa
jJp3gY4odhxmslBMOOIrsm1RcmaDtiV92gUHMRjeJmQBvk4S+NpOUedXfW4RSh/1l21yEww89sLB
xyLka5AZDI/MoOy11Ad/QAsN9eEWJf/DDIZcucckKwgnCeOrSN0YSeV343OF7HINR5CcvzGcN664
bVH77PvprBLAQPFdrgSpenCkUYnpDzw7m/Ugjinuy9Us98rLDzSzvrTuaycnlQhIPmDrUxDfg1kg
HqO3DnbX3JgVT568OWhevxPJHTfZkj/2OMNnOsST+Rxa0aVtHUtEHhu3+mqPuti75hPrSLnqm3Rn
W6dRX0I2ZYN3tm0f+7ywL4MwOFiJwHs0Y28ekupWG7JbHn+SPUg0W4SFhy7hPx4LQdKR0XFXqlMM
yZ3cIBwm5cHgMbPCRHfVgdD4I86hrUD5vXC8lsYHJrVE5nUPaA7kZ1n6OpAefQQRu4ICUK1Qcs8r
DOb035NmnoNYca4XfdyqJyvPW091Sf8iyup8mIjSdq2C8MBJaIeI7OtzELN+MNv5MUexpK1bm4Si
aAwN31FutckMat8xH9W6RAeAnEe/1nVruCosHYZWnZL0ErVvctDgx4d8FeS2QulyzMBX3X0LXWIf
sAFCq6alZxbdxtNAxDS384QMFZVm/yXLTG0vAs27zccvNc6AJ72MhrvaplII0FMRrNGo68rsK+ri
SAGNRpGqtSpjQD7q7hoZmHmQQupnQ6FN6CqCKzMaKBKFMJwbaEHyQMrauUFreM2tjx/ZIBTD0LG7
TDJSZLNq4UU9V9nWdKKvSJvm29wbksNEPvE1esglV1RK41kGE3brGel6SuuFI1A2mvEaM4BAAcvM
jCg1bao1P4i8kGwZCYx3ZVTFcMiDurjVgYAt+IMS+2A6cWQgtmoJ2UOd2ZNWGLQXOKdDvzFFc3Jm
doIiJRpVGCZPDFdnqR1b3pkRGOle2OOBfZs4t6RT7Ttnrq5j7JRoiXug8UqHSU0+4dg/Y+qSu5gI
kDXJoJIGuS7SQ03/vUUB8VWMqUWYdVSfBeYUnpsyJCJYVt37xPLs1YAfsh6mPqPmUxb555EorPPa
RUC3Egv1vtGm4QTpILkfLRJ+14aYKAWMUrhf4lIUnKCpTE+kFCB4Jbng0Shn/Y7tCliJBHnkJTkW
+Sk27PzZK4rZ1+NvXg3NOsWpnh3DkmJP5o4TXKaFCZ8OwSsxoTNOwz1E/NuqSIczpwVZkDbl6O2D
qer1bVnLAOcDz2afHHB6pi43Dl0QAILK4xcHxNtCOyHs2DQeHbPBvkKfjwY0td51NrLwbqOsv3Q4
VKEha31xoOoQ/TIDHTj3MsnzRrcI+mKwRCDTsHUWM2W1qLXWOh/HV0QBhrcuTREy0KRNyKsBNsTw
hShSFJALitcsiLFEpdOtiTquc9KOxsfYLcIL003MrdYZd1E0of9F7PkYEOORMZdEhWM9hNB7N/lo
r5zA8lZT0HdnaOeTfVbRvVOv45ojg4fNcq/qrYMdb4cEqN3bxnxtI8iLGHEIwMXtQ2d43iUV7XSN
05HE1EhLb3r6v23v8K3MiekRlBRB0Qins7RoyOm1huKwtOO+REd1xUU6bSI7JlMt0ojg9aLUuxSc
z/qEr62KLPlialaJZC39SgceiXXdZD1GBOGkl1pjmDuBm/8Sdoa+YdI5EStEsAthnRGpZv2UXkRK
tXsz7opT02faDREK1iPnQH07FAZ5x2HMkHqCchLu+sHA0GXrCRj0Eknm2+TprbsS8GbOK89Lr+jd
U+JOXOt9HPTh1mrM9hhagngzj51gWgfl2gLytNcAwZ/rmhvcDEPgnIsUKCBOW0mjHIAU5imLvYtp
3zZr04t8ngVGXMS0wNQchpKcNqjQ2zaZDok1j2+zRSQRfUNKyYP15CvUEOfQg00/anOUPqR9qO6/
TfT7qYcIOw/aYYiQlqswqlat1TLYEGV3KUd9YdvAxPaZCcgzjfCOrT5N/VMwpvGZZU3zln7pQrl5
BR5NEaBQkYEFWg9Zbzbn8tEtM4h9g6adglHLN0QdVk+2E7gXNNQVjLfGU+fYu6ZmwxddGogJ1fwK
bZF5fGBgNWpBjOFKceUJaj+GlQ5tdy0qZj8qEBc1ss+zCA0c86bE+sriMrsAzEK0V2tCCvHCYnjN
04QVba7EPTzu6imdQvc60FzC0EVlnM8jXuwVbLn+0sOxB0i/yRnNzkYAUV3Npbr3FNg+QhvbdqUS
BLx5YeVU9F3kvSPrNFyKr4zKM6ousT4Mr2Al4WHYExgKt3NuCAdibaLZ1WlyHWtXF9rLSJgRzOnS
lGfMX83LGiXcNjQXNaMxN8lmRuT2h0izcZOICmpnnejlKc9FelFNlMLUCunL2HAnxxgCr6tWGIeh
tY0XUevhgRxouZksA4kxmeiXsuAQ/qa71FBQX2Jvx9gD6v5yUq5FxFGl7lUXB+dtKa8SPOv3Zpar
8xxGBpBwXQfo38nMvc4iIz7gsSl2sG/4kBjklYfU9vKNtaSwkHUXWatsIowVtKO67xICVFcQUgK2
Kp0VXgwmYsMmB3WRtxy3O9W1cMuLnm/ZNTCfSVxUe7gkQGiSwXlVE8+FVeeo6qnClVGeYpWAudWc
nNzdvnCuAxT0KK1UUT2FU+VuxsbEkwpBAWw/LQNO/MJb7D1Y4yy2I5dFV6h7a2RC7oetMOHvKzKf
IuDEmoEHKbIEomCb6QjnOuW8iTpxZYeJ/qfu6P/aQpsN5r/R3v/r/yUAuMWq+r9ee98Cx1C/PcTF
6zt/fy7eflPR+2+75r14fovZNfyA3l3+qD/34Zotfkd2I+HO2tC3Aeeycv6LB84vWWSGAZu0bVN3
EUD+m5wBExwmtWt5NhtQ4Ez8yl/4XWH8DnoZmq9nUjcauvmPiOAfFuKYQA2w1ChSJDJSLrIFAfy9
7CnwtMbV5pYA+x7G6mqgRI9XttczScZ2h+qRGBPjHhu9+QADaxkoD6176lXW3rPFWumDgR3ZKg0g
ALKpCb8OZPIlyR28i+NYAlqcVLTGBhTeuXbOjm4wu1syHvJp0zmGu09a45P1sbGoHf9eH397RyyN
CRtBW6zzvw97RLJZHcdKitQfeBpCUnLzE4aDEmAA3aaceEIGbevctZ6iYZzK7ILVuXXduVW6m5c4
39YkQXdMxCnJrOGYJdQsLIDuWe7JTUCY7V4V5Gd8dyl9ul7+9jNbli24EBwgKuZHBafbMI7WsL/5
k5nnWzXM4yYc8ocB++M6zmsaQWZYn0mkfvJBWayXTcgslmkL+8NOmy/JY8NoJKDCE+M+TaaHij58
JSh8mKfh9rEbe5uYur22bDL8qq7wzn79tr/JvD98VxZVoiGWixAhw4fvyqmrYXJ6fgT4Uc7GNiN4
pZYovowCbU/GEXNBndLQY9nzTmiJtiEaECsoRqmNbU/RWRTznDSr9LXKB5CxJgysX/+EBjfux6vJ
hhAvbZQsKAOdD/fH7BRaDgWED8l8iHtkVUhaqeh6nuxLcV83ZDYkV3YL6gqMJ5O588x8M+0lcShf
p4H0J2OnhZzN/N+5c30TmJTpPU2MBDXrsRqdVd1q29i7bTrrkzX+B/3ocmuT9gFH33AMLIEff3T4
vkWRGxhCWq2kWBhB+ZYFmdReyuiiZ+X8iSLlo5ybF2Tja6KvcZBvSMP9oBtwZQ8Zx0PGb9G+YaBm
UTxVya7sh3yT5WlwYXTmC5t8hw1rOeCqmVlJD6x+mEwhQ22JycaC9plQ5j8/Bn6qRT8E+EdY/P3H
J1znuQ3yDX4qrxl7jn62oGWlmj3P2NKftK71v10y/+j8vGIAd6ua93d18Vx9DL/44YC86t8bQnve
f+M3tr9tu+LtWRFQ//G/+W+oEhO/Pi/P45fp+ftD8dvv//NQNOTvgsed6S1qLI/AB7Qgf56J3u/8
S9Rey3qPX2Kn9u8j0TTJ1eBe9P489Qy+x38diQuR3sNFwHf856/+E43Yj9eLA0IFybhtoRBD+mLz
Tz9eLy2PYBiiIPLGHme7p9qx27iFFp8cgevXaezx9OtnzHIB/v0QdAwbThGH1XKkUyGggP7xBSGH
ytTuqU3DMQN0LSwN6JT20hdNsP31KxnfdErfvRaZPDq3AOK3xTJCMfLhcaZbbpa4irnHjOU8FJus
svHJ3lYeo4MpX5uoN2m+HQPK1yb0Rj2ZI9/NdfIoxDZvcEnRcMSRSmGyBCJhJmMrbK2OGNo3s2WT
VOa0unu7wPdyntlmdeloAYsfjW7Up3xfMhJdyaDUHU3la52dmece896aSFpoKcxOwAdsSi0X5eso
mmLcEjntsK1i0MM3Yui4HfdF3MpwWySizfw8JYbXB303oQ7JXRaigdPlLRs1G0EGNkv65ISR8GtX
xe1ZE88Vs4xkLK0LlrzOKZRxQMPixK/ZmPWE0bJwQn+LDG4afer32bLXaBla6npWkFl5lSV6cFHO
Y2p6RGWlNNF04XyWvh00EuwUOvbSPWceA7dca80M2myk2REraxpzPhgu79cw7EX2VGgRI/ZmgA1b
n41TlyEB1lFuw/IMmP6cuVENamslR5gY8BhSMZNKhp2klZOvQwjGL40xp7DGHUSYNKlWKnbTGO9Y
VzFI4eE/EDMdYqa5c1kZDyhqSikZHSVgx/QHZxhTNhuVwXg9WztxgDhz4w5ymNUWL0ypNSuSEtkC
MEHRzAj0f1kPnrlJ9baZSffLtahyrpSq7bxlqJazKvUrNKGYCXX4Jq6+QvA8AYsqI+nMLKpq5PA+
HZLp5Fdz53T6TQAxN38MEy+Z2w0YHiP0q1kb2ues0Mra485zJxY1uIE8OE9J29FMoqlqG0CjVVSy
M651GM4MKIWc6hvH7NocW7VmXQEf1dptK2LsdqM1N481wCVirft2yrdVs+Qh8j3aHMRxx1w4iRti
Auw4Y7M/KzvJ94zBJ3fNICYIt/AtmtcZ1M68gWaEAWjW4cg/dATJNRIDM7JpEAnMt8IrbQSPs+6N
AOyxxmeNfa5IKJlrxyVBuis9p14tG3fiRbXQBcXmyXhvDi1pwzqUMEIfyXe5ctK+5ds0lxKWYrwz
3+iWYScObS7LSzAornmegRTLzmLY7iYman1iSKNbWBgYgKu23Qd1vfxWknrYwnBXGJc2TF4y0sdo
sOXGcmWAZIkYSX2fMA8sVzExkNW7XmZWugdfMoVnre2EwxphQfPSdrTXyADhFqBBtPRjpcV9UC0U
IJ2Y5abuMtVtMOS27FvcwJuB0gYjxuV8W8qRRQysnrzfSdN1APQEUSWYAREaiiOnKlC5RVO1NyaG
6QAFULH7kPmQyUdGJAGwVdoSoSXrFjNF3+nsYxNZ7Bcvib4NiZbM0TUNnr4xNZV6p3RhheyrLh/u
UnwZ4UXAjeyyujE6cQtYnMt3A73WSh7KMmBlYqoRadTatApZJ09jwQxNo+8RvbogsQ3hmI5+CTZ9
mxD03VkGqDZipqmITXzNRKIniR4dNMNlrNUMQfRWmJYNHmaW7CpAgdUodbwovJzCJjOJydbn21hk
PWGXdqUNq9ot6rOU2RFg1nmQ/abPO0xIWPBl7qci7tAHxdng+FMkI+t+0MCqjsxHiYJhsA7Xqi+e
EINVOYkfFRwmEgCoCcVNEJF26xfAj6bya1T0k0GIrFaEHtflQBdkYu7KQeA3JKij2i5Z6SryNoa3
sC4QKuIGt4KgbF96psQxegdzgv85vI1G1Ob1/T+vlv7PssR+WVP9N6yPDIGw+RfzhPi9aZ5/O38v
i/fvy6Rv/9lfswPE70vtji6eKt6lMqEW+Wt2sAwIdAOBNAE8nBrYd/9dKHm/UwwxOCBixEJGvQwc
/iqU7N+9xQzjwS9DZGsit/8nhdJSl/xdS0j2S66u6ziKEGAtP99SSH3nmGqQYObB7B7w1YnnCTnh
xLCrUy/CispPWoul5vrwUkQRYXQVDk2N/FgioftM6roeD4202vWAYppHgnI/6Zd+/iLUYw42Qcm8
5sf3Y1RGrRY4SyXs2ZdGDAwr+Rd7lpr+566+n3xoiJwlJzm3Fu7XDy8ydqY71/lw4MNVb7aE6Vca
5nA9Ak7/JDzo49vBgOBIi+5Px2JtgYz78e2A8hmiYCgPLLQkhpowSwFfpuVf7c5/+YZ+/jIUrwYO
J901P7whRShC5YTVgeG9eddFTbBG+KI+mY8sf8j33z+fl2UaOlc16ntLfCxbE86Uka3ZHhbStOsG
xalntjbcqpSf6jCZVf1JbNt/visb06hBaeHZnCXfDHXfXdsGYctN55jMW4N8DZJDJwoa5dl3N/zp
z5//e1PBz94Vt7aD3h3jIdXRj98Q9PeBJ6q5R4GTrg2JUBW/FNQDTY9xXaaffVO/fjnaqx9fLsub
uZ81sdeIrGU3bMi1YpFxhZbbQmrr1p9I+j+OFh2+tMV5u/RQPIXsjwF7s93aXTkWyNKH4iuejvil
Amy3sCjRjEKJSYOjnEoN8apNfNaCGvBsKIhdc6+HKIP8CRN7wwCeTXhFbIDtm/j0gLmhWT7FNVC/
dTQN8xNnEltDgu/afVemev+cZrHUrpvRMHjtlsXkJ1/bx1tY6ovk1DR5ZzSpGA1//ByRT4CHQL0X
Ta3cOd7QXORMcvcTCVufzDL/8xujN5Y842kO8eUuz/jvn7CB7TZ6NrV7kGP6Bk+As+6aqX9H14qN
kbZj/OQJ+LN3xstgc7ddZsEfr3rY6KKtQjjwcIb8eeinHVmuwz7Tx/Tu15f+f95fvDPc/4zDDcwt
H922I0ZbO8T+ZxMvuwbbRUVexP0nw7ufvMjyGOcE5NjgUPjwRXVpYWNXKPfm6Gg7VK7UuUMutr9+
Jz/5zPDmMGjD1gZJ4+OjyTBjTaBN2feqrJBeoo9KQpxgSS3rT6alP30lXkDqQtcXs/SPV4MMGR9o
xG+Dh4nPE6G0bVkWyE6GyLz69Xv62Qdn6IyE2QtIOr8P11096QYMrXw/GcSDhZBH1rETdZ+c6T97
O4xaGHgz73HFf+TwybTWWyfdD4VLWSrtdhcpwTlSdNYnA5afvh3qE8zdqPthHP/4wYHrYuM/ZXsN
Sf2uBLjrg1ZzPrnYfjRNcdTqyzuBwcDUittd/zBZIeMYM75K9qXjPcsqmy4qp6suBgawN7gUpjdR
jdXXX39NP31Ji+PdYsKJ39n48X1FeigNUGN71LMgvMKo2OK3zvc2HOb9NCl405oGguHXL0q9xR/7
42FMQWraHJAMeSXCmh9f1nE6FaJP2rWEk7qoEwcdYwo5bquWm23wg7Q3ljgOZbAIr9STqTfJi6dF
KNsms2ybDeWsflmVxXA1DekMJNAum6M92s0XzOaERLs8gogL5+cHpWe1wbbP6Gc2UcrmnCQcWHjr
usL1dt1GmFVk6jTdKenLPt6KjBT3GwxMeGJUraOfz+aGdtsLjJxllUz76JkMwUK/MWLcCOuYi8Za
27URXBmNIC5IenV7xAtiyk0TaOWdNmpVte2NVl8ys4e9PmPKW5ljpF/oRqc7m7bmw2D+lQ9H05jp
7wVYuHDT5kFPDEY6xoc+I4OiFEnwZJvTAjgQvXEoxpRUKWDw1m5M1fQl6yxH+QmBLD0/ThK+E1eG
1Kzt9JCkNgZN2zAUPQOUSJ/O3VIxzyewjYwSXFydzYp8rOu9V+GMWlV14zXrMHJQDHB7wRQOa7js
e6hzE8rYmSEqUREO9pgErh2zcFcO0SZwZutLr0eC39L2+R9RO6WXDY+zDLafCm7rekLqAxG12iIq
T+u1VoziDcb1IidGKfSEwKmCrG8Z40WbKStZFV4xvWlTxUwgyFsYbF2UQ3nTsXSfEW6hgxkawHaD
iCyUvQ8JHSn80lNJgQxYRkRhZcV001l29wTtSr0QgwmAowTPZpP02PR3CY67G9AeQ4Qrb8yliVeP
zByiHQcR9as6lu557yRxQveep9eLFtC8mKOBzVEkRLlrXEiCSK8dl+a5vrO1Mgv27sSZV9Wq0re1
HOxhVfVtt4uC0enXNffaDb7FsFmbqjCPygVXOUl3BrWSiwsXVe0jpf9ITKCWpO2GMl9OmOuK/C60
lYZKa66dLznSODxPnOjxGhgr7QzhAYBNjYSZOBekal8QEzi9j6Mni30zsePnLkrkW6viSTAbDKeZ
EJSyys+SPOUWz2XTEtwzjNkfYUVeIah2iN8YCWCVzmNYikNf0cbfE0PDpz1LwB+rAd04WOSsSW7l
kJtqrdFQKro301mSkCfCi0J9ICTMjUJtWtWkfV2EEGAA7+cTDVJY1KPfBWIcfQ+54o56KGQ+0i8B
IQ4Rjn7QOUgPwb5nyGMbhQDHRTL/NcLUxI2kd/ACeaYB3iRrAnVFFutorgKh6X7k2s2jLQjA3Nsj
fDF/AmbzkIFVg8UZoavaehZogY3dp97D1OkjfsE6RoBbhkia11IPU2InEYjcVwC+8pXyBEyPxOms
cUO6Xf6ajojIwRNAn2AqaspLMCkkrzk2sM2MvFRgZ21R8de8arCTBovs1+O7CFd27hKU2ROtVq9i
NCuvbP1CG1VvEgMAViXxApXdwmeF/JwQrgCZWvmsxsdXCOhq3Fax08/rBpx4DPMuRGlbRzIbHsYe
Aq7nV4hKpYkqSSXBOUmgDkFHYWSAQxdCRBc2bLo/T+B/tKn6/3P2wjTiu1PNf1bPv6HaiNW0pNH/
z/9xem6eX9+z3w5thpCj/X788u2//AtlgNQCTAEUA45YgWOZP/MvlIFA1MH0BHQYp/4ymfj38EU4
v7PNYb1CMUZNY3gc2v9aU8nfiTrWcXNzctJB6O4/mb58ABtp7MyXEprm6sfjVwvCGGtD3x5lk1wm
aY4dNT+m5E6lpeXPIwo6U/uCRfJyZH5qNCaKRkbrzPGQDtuI9M3qtRgD+lnzkyZ92c19Vxj8/RMt
ld53zfIolcGWZmqPSaUfCdQN/agEMkqjVLDG6LZd2biroMlpYSZ17kqMkbRvrAjm7q1OjIea8OI1
g/qj6MWz5aBmFprr+E5Li4q8Oyd0MbtDTOVsM4UaapyJeESufwMftrwh62/xJ+vHrIufLHM+znMJ
ED25pKR5mOYW/vnYDPsia8N93mjw+zk/N8lCQSXx8l262FdzzHEoNPWyvIv07K7Ou0snx8cdtRGj
WQQt5gCEpdbE69DoD6Ib7V2R6beTJAqx7PlLp+yrmfPpu4vyJ/OBb1/l35XW3x/oh0pfqMrWVD32
Ry/JtFXPRJb9dcqh7sYbbxAr1nW+DaKHaIQVR/I5W/YnVvuHMkSpbI2h37eEl8rB2GW0P3lovzeo
6/P+a+fgiNDGk1rm2SBewq1bDPlhCCsygw1qAi8x+k0zoekZwGL6qTVm67mesiVK4M4RBaoHp7+u
a+eTZmDZ3v702vlQTNqj0vsUh8FxCoZTluGBKZJruzEv+JBh9hKJh8OGxaAMHHS+XL+TMzxZcUZ6
/ByqlVT1frATxH24nodsh0bhtSOybzfju185YfYFmDUeLZCt19EUnroQ+f+vv6Vv9e7PvqUP5Xda
emCQNL0mPZhF6IzoUh5j3fA9d/Qd09jppBm6zTYNE8ziXvaEK/zBJh7EW2iRRPtWDqu3LOXyFXUN
no2LdpV74txDzu5R3ITjcPvrH/WD3ubvC2phL3x3h0YF4LYUb/ux67q1iIltDr1N2nO69pSPagxf
G8nl87+pO8/duNVs275KvwA3mANwcYHLULlKpWzpDyHLNnPOfPo7KO/uLVfbFvZB/zgN2IKtxCqG
L6w155hmcZcq8e1cN73jh4G4UXtsNJghMh4Ve6yND6psv7roF4UvPeZB17SsJmyTFg/NDK3jyfqo
miEvF+AnF+ayjJGHOHMDsa53dCAJCa0OTUskSaXPrav1iJsg8rZLCGeCB1pag1im2wR7m3k7uw2y
JiMMMrzyg3aPaYUCVJosMZpY+NLoSUyTW0lGWh8bX39/bX7czP3r0rwJkN5dGiNJato07IBGrCZq
8NUCdZiwCta0wAFK/MGQIi2n9mfn5GJ7qjH+RVnUVTupGLYyRCS9yjg/aMMRB6tSAfq4PHVA7S1t
cn7/zi7IHn+9tYuZyicNKB/TvNoN1nyrTuY+Zn8D/55Ak2bQv+EW8N16GoX7JMAAzEY21rXVKAuz
C5y35cZALD/2Wot4WfwUV+AXmrr/bBWYNzJzqgH6Etn3wWv91WW4mMN0bRJ0bCslTvf+CdWibMuR
xQpN7ZBIq7NsR2Am9MC6l2VA5No8OqZKsq4MScsMNNL3msCbxPZT1uFrCYJTy04qs3x3UEl0DPX9
MEavrFNvhqmc0VfKIrk1AvvEP9W7vyzH/2o0upTSQQ0BZ6sq1W6OWPAmau42uU7gqH4nzvKjNoAK
kbt1RqW5J55+KvVVh9+304QrWqbHKY0c8DfXAriBWe5uhkIkYcF4ZaDFlRTBNQ8q8YOB863+9rN7
8WLMz3Ok9JlvwVpo4Kbj5TAPc1uikUgiBO7DrHvYsH0nHJewooGFfyAlN4VeikQoBrqNV222jR4M
QhLAqM9kfEV+i97bzxSIofS/U9m/F4b4QfGl+6lQni2JzJ8hSdddE72IjRSyEiHJKMKe5pIetDcz
o3MpZt8pSPp+f0MtTb+fPnAXswN4k9YsVKncyXHoAAPe00rYZbr1tdekTZEvVsxPXK69Bokd29Ze
zPVVjvThgwf+rcr+s5N8MeQDSa47mTtzlxSpiM0BdU+fsejRpSY8lywpSOpGnZJnkiOIw+dEUV9L
oWrJ1zbwLFoKJH5Vs0VobG4KIpxazhe8bUjXNdKi2gbAh5pJyD3AGYPQGqsM9QbmMwLKNiMVEbS+
Slnvs7TfY81EIkxolAu1TvMsPK0r8C4HsxyIpxSCTerLpLwLJksz5JUVSkEWgKymRHG+n810qzQK
pv26wW1RiTdFLQ+rPqyfNT+Gzqz5Z21CPKUUwqlHQJ+kxmOoJE89g7itpsUhC5RNGQbeOOg1qUPq
0+8v8IXe+K/R7WISM8RmMPVe7nbiyIK2Caq7pleJo+rV0u4UsURsIbcrpcbGKXQ4olNsOZ7OoAgs
JiQZjaUIygj1xQpLluelmq1CP6AS07a7eiDgrx5ZCP/+tb61eH5yM7zhkN9NMn3RBlWvdP0OeuWp
7o9Gf1KgkahKum/qILJVEoe1wQBJTmxozbrAlEJgAHXvWCwYCOpYjxkRfuH8Lc7rq2R8mklAMARz
jUfbIaB6g5DVGSKdipO6qWdlnaoB79Xf+dSiUlzCiES8pHgGnLPJFFlysA/jvzf2ZFGs9T5zJl/y
BPk61RfFOGXLQ9ajNzBIbZedKEy935+HX10zadnBvDsP/sw4B6Co3mkCCE5MJeldkidkdmNi3kpm
jZ8EnzegS5KGCwy83JmiK8zWupO0+SUS6mCDzILtf5aTrSBWBsUHUlcluc9sLFzqppnG+aMXu4wU
P7toF1O2AGFCDIKsRW2VQE8orCnYRno8HeG6+KyVMZWCMHeL5QEU4c6A7KavFljFAcFlcIMRnb4Y
ypHobEZxdztkpuDMs1ofrR5oipkXLcGTInqXMok9AsR/f471Xwx8b2vQd+d4ouYUCZpFYrcmtnhw
O1BYbaJvkiaSVr1FlVAB6eDVxJXQ4qNgjC3YtPVOS0iNqw7xHN0YlX9VdtNGg9DrkEXYEp5GhBWl
TpKaAYzakUoslpKBwCSKOl3p4F0x9cb6koNGDFNijLCioqfOCs54DQJ4OTKhOkKSbAgvkO1K6GUn
DflCJaHUiTCL2SW5U0Q6xTcEWdQQ7KsDyRiFS9V500/pk1mH52iQ1nivMyj54bbyg5Mp5F5M6RQb
aRcSd6mIuYOgtNn6aPl5jpZVvZiPa9A+jy2IaMc3isDrQXfCh00HzxhMZfX70/6rRa90sYCRqkQn
tiotd4BXOF8lm4mmGUrmvcyHi9/S/Q8wITtkY30dVbnG/F/OjgSy07PybvAKpdG8qpAeJaLyklm5
7mPloMwhJe1K0a5GuT+oaEOnXJE+mKJ+tSu5JL4VQ5mrRlymuyQxHymWPbcj10AThwDkRHjGLfEo
y8ZjBotjTJsWoeMSaKQLOVwUslwrOTo3GdKTOLr5/Un85Su6WJkoDLnhCKxtF1dSdCVNscjw08vt
ra/k5EvqwwPd2spd3JheKKkEyMU5/dGKuBVyqI01A4yGgZ6a0TEgz2kNXyn44Ln6Vd1HulhQ0EMy
2qYVS+Bl6PfJJLWATzXBWkmR9LGIGrcYgG1D0K9aYibQqxLjpeua6Bm0HJwxHdWrsCvElTB0OFok
EYMPN+IHM8yv9hdvPN53T70055EJ1qaHvZZs5VlaE3zg4hQ9GmaxJWzENTsyazQicKTwA6HBL6/W
xQycEbkmyagLdn4krVtgQWKmhWRlmEStmK6viuvGstxKMxYgiO3H/n3T+Gs5mioqKIEOw2Y+m2H7
QZv2bRL5yXh9iWvkomtDBZ1xZ/T9PehaVIIt8emguM4gFdnVNdRRtCT/mgnGPmeUgL15C9qFTow6
a57SCguAKniF7dfZQh2/6KbwgSboQpPxr8UKpcfLiU8sO7QVuy6kUUcNJ3jGThp+kyYJClhfNBs5
qCQ6K8oqinpEicEZ6cQzSuBDHVEN6CVF3PQm8BEqBtGO1eVw3QY6DQopvdF6tMh6/GQYbOjIKfRw
Xn7Qkf7VjH3ZVvVTAW9Ha3Y7qervtZZsOcjtxD+SKlPW2ZOUtM8DJX9HndSdqrYvBuMzyAg/pKYQ
njJdOFKkR3CLmGcVENSyCExkh+iHr0HOqvaDccP6+VR9KR1DzTmHkDi7nSyR7WaJ8VGqxsSJxPyL
UnXsnorgSmfjS4Z7dQB0dpDQwtuGCCZBzXh5jLB3s8mEVfmPRs3irBug9Mnt+u31/a2C/12BETu7
9Jewv/zLtPnLnsD/QpXl4oz8tcgSlkz78kOm+fL938v7lkylntwMiKMGgkhNZ0D9Xt43zT8MjQhx
nd62iIdqUVD+SSqWzT8Aq5iL9BJYqaYso/Cf5X1Zp7xP2R+tDl5uIOLy3ynvKz8d1dhnvY3/70bS
gPAFdWw1eaPpwrCjJURGMdgkJiKhgoZlRvVOrkTjS52HpemYqCYRA+Nfm+xIyaT2PkrN5EEQtUcI
A0i+qWK0JMG2IwpqesImo41mhNdoNymrWpnRg6PTBemabE+5hJWUWk8jy67nQa71G0B0SF5sFXmh
6ODJk9gqFKV5Ow+NRqoy4XfBAdSPtmv6MbgJSkMi4C4lMYEqc7dYJ0RUmkEeqZDsiLfZUX4LKPfL
/rRRco1qbqcTEOjGMpG1FPKnG73WpojM85zOtKBUGLSF2rBKT5gnlAGNPrWa2wEXqJ1INfO7JJPi
a+Dl81nNC1rwRKNtfCWtUcNjXVVmPT+G0pg+oy+bdhqLxgNwnojOYjdA6x8Eh4RRHHxSpBef/a7J
V1NZ0emtKeYmUlgcG7By+yBLQ6+V5DUaa/U6MLTwCMlAqVFiL+ZXRZkXONAobwYKU12ekPciaA+1
qtMuNaljJOVgbiZNgxKd6pH+lBIfsEmCQD2MxljtF/nadWto9NiHhZpKLUztxHlt6ZS4apOs+UDV
jiTTjK9+L+Ngl6fppNKl3xm0Q0hbF9Q7Ipvzq5nksRmif9SvFV2w3Mzsq8eWxMtdlcY1rPcBvAKC
u6C2y9LItxnVfYaKXrqCqyHfY4I0VgbeDBuS4Xw9KxZDlJ6kYDUEtP/uJMbNTTmXst1LS3Zl1ViI
SYGYzmtFSAoiZlKV+0es9lUMspj4OUeoSnFbYjgi/JSATirKKjgRALsw+B+FQOz3k5SoiGT64BFQ
BwzJuaXolvQVzpiympygLQ2HvX64UTkB9piEUOwy/ZGwNd22qHfBY+6oC6p4K1SQUkYPm7KH5OVo
TLIJLgx4fVQN4MHhfeTNkJ1ZqF/aMJcje8CVD4qgiMgrM6W1VbO1s0tdZYMVT8Je6RKSaeauqxtY
QXXWuFE1iPImSMcxB1iRdedBF/wbWsl5uZo1yef1+qmkOiyalauOjRBxNSEdmG1LRx6nvxYjPUIa
NEAZRjEQGMP8YGjAVelVZT2EGkQeh7TWxLsIHuwMkcYcPDIjc9nGX46wv7Y0slXsCfJ6uxIqNGCY
jHpZ4CerYIefg5J2Fmrgmkuid/OANA8maFW4lgOjdpG7GuuFbc1jN1TicRK09jGw4vIYgeEVeJNE
2juaNJhrMiTateLrZbYp5yT3gCrHR6EbQiiiQ75Pe1ElLFfIZtpNXCKCd9UqXGVzgLYgn8IWnGQo
3IuSAkGt73ARDa14o2qFzKC0zIdhroLxVHJr2Opar20Vv5S+GbC3rgPJhziHc0i+a5WmHewhbWXJ
DSXIFJ6voX/DkeTXV5VmAo8pfNIQgNGUcrIWjA6bF4TZrW7OXLmmFdJziBBp1wF977H5wFOyR7zf
tEUVrSAbRRKuC50qg5DPpOdoIdGV4tAVW4CrugZVCnMW0TfEnQAQhbvIOBxIz60Zs3OurIEoTPSn
O4RZBA620ciTGg+meubmmg5yxSYW7vAMPyTRa6GykUGxGGV2yUlH6MNNQ4r9XikU+dymy6YeGRLt
oBwoDjCnnjTUPhEJnDTZnMOMNoe1hbpji5XOVymfJ+lJ8yXjIPYVlb00k/Qt8ijVhSdYQHgjWM+W
qy677jGvUdQXiZaUhL7G/5WbERDpqDlQD6gfq3bsJ57Hvs9pJU43RSPfG5ER3cLNGJ9KU68+m/3A
EoVzv2RSjsP3/cx/ek3yXwSSQG0qouleaA94WamSLprQX69RnDQqy6/I0PI/9Qjv5Qg//V3/codY
qBDQp2uXCxgB8MEfMl4jWAJo9TB90nr5Z9aC+IciWQahQgb5YfLCj/jnCmaxm5gYLESRFQ4mWMqH
//f//NB5aC7+/17dLhlLifmvjdC/vXTzooBlBU3UQVaJt122D5GEGdLXjEKZmlPho7wIrI/Sm0wV
qHKm+R6WtZh7Vu3GmkcuuObvUhLGWSAbTqt6wHWN1wQuqLi19JuqOuv+ibpc6VPj3Rjzo9lB7P4S
UT/OJ5ri7WulXkvqwQ/uen8bQmM04GwBq3yJwlsTvhId/nJXyfjczhg21fjcN/uEj3vB38/RVTMi
fSbRBxigVDtydKpRDxtIr+b2BCEnIGRXTD4bOfP1zWA9aNFVIXxNahoq6qlG04h/wM77VZkegUSq
/Van9EUyS+Hp+d2o2YnikCguxBu53obDi9xXdg2hSfIbqGw32XQbKnezuCU6XZqf+2RrhKB3N1m7
1ad9MKxrfs+w0stNvHS8D/qC30wfLA2QqgPQvUiAT60BQ6raVWgdpMGLqfOWmzHcKcNx6s8T8Gbf
DcPd3D9BPU2bnICXlRKfDQH64MboqeF+crVgI4y75c8C+34k7aFL7soBGmS8z7Jjrp1q9bZqbv30
GIcbUKJx4oWmB+Wd3MhkdgF2TvquFjZGactwgaSVXK6r8PvO8D8wfvwv3K0wFDAeQP0jkYjMO1S0
7CB/PTTc51H79cs/btuX9mvzj2PEI/yPq65NpygPfiZe+umv/3O0MLQ/eK4lnFpIxzUGBzZCf6qZ
dHYuzMXfHWFsaX7Y7siSCdFhwdAohiLypT+3OwLjCEJd3gxLBuLVFiPL3xouOP670QJJFCMZmSyS
LjIGsVxjZ/W+Ni9j3yV7SA+eKnJEAUiG2g3SvRPG271QVV+HkiTVeb71SQBZJ6ZK0STzWrOq7Sjm
Dq9z5cu7U33+Pk69H7+W0emv0evP1wOaBOOdgaRrUZS9fz1D3SIRnvrgCZlltRIC7NdvH9gYRK6Q
sKAjMvPx98e8KJ9xCtlCMG0Q9wYuAVH8Rcu8UWTIjEKk3E26sNckSHbZUD8EE2XYFhigV1cjcNYq
I0U6Dx/0RnJ+/wJ+LGBAUWA/zFoS8ALtTsxcFxchC/OOUzqaNzPaVQtdI0vZaaXCiNSFraiKmp1H
ymmSxXn7dw+8GAm5yUQuP1PJxVxBZHFIyqGi3MhsRqGkoGQe4GQgwOxvrWaAHq/f0g4gkuSjBh6T
3w9XmjuYC6xI6OcNtHkI6i6OHfeqlmfgL6/BuNoKf4/H5+02cwwHeYTtH7ST5WmndmO6+lbfRmt9
W+/1rXESPOAIruVYnuAsn1++r9xgn9m09rnetPzT8uQtCzy7tXW+8bV3Xs+6m2/Ep3pveapr8OX4
8/A0ndP9vB6vxxvtGGxLTzrNp+Bg3Y/Xw7mI7eksbxExOa3Nbsg2vNp7PfNLX19po3ij07mcJydy
r9kbO6YnrHwH/h//giG20T1y2NbiuvDEdb+qV9m3eFt5pAI71sbaaC58lg0iObQA8xfxJG2nm/Fq
vBL22V73jIN8FDbietoBt/RIeea3Sdv67febnrYVVooNUPmsnuCK8ps623e+bfaF3dlAIdzlZbDk
3VR7WvLOLboax3SUbbj2HW2rn8K1dddsBjv/4B5eyjPvntw/ryf+lQWRpYHxuLiekdW1fqWRUbNy
r+6gm+4rp1gH1/3naKQkS96uTUUhU+1xP28Cb7YjT7IlO13Nm8gr1nyrVznx6uv6tANWbNfO7WQP
m8Cl+WHzCS/24DTxqlNOOXw7Nz8izB7sa7aeGBZI+bi3zrkKJsMW3GEjuLAqnOVnN5vfPzLqxfpq
uW/ZrRkYdSSLMXgpbb0foWgZD/BylOx6TImaV7TBXEK2461V5OsB1qxbTDH83MD83MLqOnz/kIW7
sMvC7dv/mml4yoO+WVdZ1NI8Kzqm76mnLVSqDs14NuNoscWtLw0OZMti9/ZBitvXUC7p8iPatxHD
olE2GBp4jNQ9wpcrP4/Fnc+F2rEG/PNDjoADLGlguH997u37qhG09e/PjPbjMPZ2BywsGMyHGKXw
zl2cGX/Ox3iK6viaytVOUAVaV+FN3IYHM/tKe+yWuFjXiJKTIkhHWZtvm8hczdW2RxU3N5Ujz7tY
/AJo85Crw50R5y9FYV1XRrSTEmvfZe0jxkYHJFdq558jdXhq2mxTAGzVpnoV1d3JIsckkh7MxbcC
BuesUl+oynG2/Tlc61QB/G48jG2yilWC/lRS78IrLem8ti09P2C1a0BN0HuUEeC6RdGlsr2PWWQq
KYvEKr1R8vwWjsSOABD796fuYgZ6O3XE3WJsNDh1DLjLTfeu/JjFZofBKQuvxYSpBlhTT2dVBeP+
TWyNZh+1a0k7Ty0J94H1Uf18mVL/mnKXK8YFYwZkD4I5na3wj8emSqNNYyv5nqbl47LFjpx4HkqQ
yITKa2xkb0o19JQm/si8dXG/LKsy5j5U3izNSJ66fJK0oTabcdDmq7iRvyYZi/eQUInVHMjoABsQ
Ia2yEGDKyLbiRlp/cMp/PDoxlSbQIxyKPMYqwUyXPuBSpUuYd5R9KimRN5Ma3MSZmewJKxRt0RfA
LSuc6lYrjkUJenuOumOiFateYluFQPyoq/mLqs65G7QzjJixfC3hldwBoYk/EGz+/JXqsmpg94bX
drEmysmeKVLWD3dUgp+okhPMgtubwjMNrYb2RULWeVTl2K5S7YMbEzbB+5sDPyolLtzfOFEW661m
LV9/d2PSWKlNue2K6zTv3BT+rFf283blRkZJ/EeNxx29k0pVc25OWQQhNgMTP+Vpt8euQrWv6qyD
UTDi17T8elX6ZE45TSzq3Ou6ThrCSfkvecjks6rDxDbSiNYkit131H9PiiZemZUaX4P79O/V9jTj
RD/Ewc4ywv62kMLaQcYz2rE64WEZNZJEh7zfkd8hunPetDdG4J9EvdcAEir3b/fPf2AH9ENX57+N
n7EsAX+9NbJfwhoi5/tayfID3zc7mviHCaKKAgcbF5KFLQax73sdvoJDE9sGkwNJIG9z5j9bOzrx
lIYJgPWfjLF/7XVk7Q+0pAo+EFwX/CQiu4tCyG8LIz/eyQb7KKYdJmwA0sayG7uYnTRy3mKDECJX
D81uFcfZtyKLo5eYlcwhE+BvptQc10rfz6vc8rMvKrElKxDuKshYa36Ww5pSCWRrWg+Dun13Fn+y
61GXHcZfY/D3FyfzmiSZx5sn/eIRJ8cYDvIYUZ0oqX07KIesnVV37eilRdczukT+i6BWFNqbFuHW
XKaVXZVR6RDJFx9juq7P2qSoZ7MqP+uElNCHHxR2bfPcLZ0Q9UHKFppCoApPCq1lcqhqKklOTbFd
tEdYEg88xWjOjF5Yo3iIRId0qKVuqeuCYbeBb7mRqhi3JGUVXuPHQIr0JFKXOCtVpVpbHDWhDYlp
MYz+a2qWrWrDCF3iKPRh+sYumIJxnmSjYvfWpD9PNd2xTBDjj9StF+TI7ydSIQmVDR0HgEf043hl
MhbHULJqsNedh8zIo/VEEpOVskaEfST4xz7DFSyt+7RnTnsG/rQ2wpuqT8i6IIvDuPXrlWFgbWAn
Fo/bKqVu34Gc4tOQTR0fC59J1FSlmhu1ED5IH1/uwcvbgMfB0mTYw+RAXtwG1MNbEu8aXn3Sk0HY
kgkiIdj+YOr7ccL/fo50pnwmMOQR5tvN+H5MRzoVZjXwbWPKVU/QuKS5f91lh9TInmf6I3ZaRR86
mH9cN3NUboW32gVvb+HXXKh8AoCvcam35Buwk/ZYRouHIYNTa/eROL5ocqx85RHGsmpJQXGtZgwk
do2c9LUssuygRVMB5FOVz50qojbLwlA4gNOIHxENJffhBOqpqpG2jvqkyW5sIlL+/TP6ZmD44eLw
BhjbLGVBp8JIvHgDDCtsz4MEMCogMJIQln4X3mbUfS2lNsJZV3Wn6A4ZGcZKJ/ZtRVwHz5xIM43Y
gXGrNeHgaAL1hFEvqCzIZbOZaeKB5yXfZErRR+rNdZaiWAM+G7uZrBlHqSC2b6CItNZL8aadp/wK
NF7udkRDfPAGGbh/vPlYhr6l/UIpZKVhLcuQd7eF1gsE39Kjctma19RI620V4YxGxPdNknXXNOaP
TDz/NuotC18VWA5HI+LqUh9DE7Xw+4wjlnV9N1XYN6dugJEm7IqsUbzfX783MdQP14+jqWzeDDYn
BGL8m/AN8BrM4bpyQag4aau1q1KMDCdXI8GNM8Vc0dMp7OIsAgxMaP+P337/Ai50wBwYhgTDEu+W
utay6P7xBHe+UMOBDyo30K1gAQiq2Ocyf5saM5v2RqM4PMns+KHy2l1VLVENFSONZpRO06EKRk9l
bMUedVVhAAxU2ru5TyZPjYlQEfAiunKIAUFPgN8BNKYUbpIq1dHCdWFKN05AU/ouG69VM14yVSXh
nOWEboXQKLyht9CuxoJ51xMoh4GtTDwjJsx0RunvaWNIG71FWn8vRejaR8aOcNDYnRKJth3btHiI
wgq1UFH2ABq5dCOAte8Kr7+14PrtauqHddd/k5pG0hgrf73oOr68vhT/uP1/Nz8su5af+b7uwiRL
JRlyKrsO2kcwf/657lq+AjJngdj8KZz5V0NKlv/gCRCXSHAaUwuz7K91FxId+C0gLvCe6NRz/pak
5qdWDJOpZnn43w0nQTKaZQUtb2+QUedbGGWV+1FZQpVoTJ99jZnZfwRaOOzb/JBYytO7c/STJZXC
G3g3nH0X3S3HvdixiKHatHJT9Pt+Ws3dLpVuxaE45cG9FJobsZKdK62tX/y0dHXUiI0xboxiJ4he
p95ULapSwlJS09Hnr0TN2V1Kc2wqkaVfDWkJGMPcGFaxNhN2XQ4ZjPvFojeNn3//2mVzGQr+Gqv+
evEXi1TD6voMpghawGg7il9j7XMakVPiqVPqxPmTNq4qjMR07cdT/yrpG3ps83AWKThZ44lsugHl
v5GehKfoM/8jldRm7zXLB0k+HFthV2W3RnKfsK+tgR8ou95Hj+HkuKgIf36uviXq5MaRHW6pTm7y
Y/4MzgKdx0p0q1W9njbUCNzSbbzOG138YrZ2oI5nB17gmW7kCA5ddy+/EuzPhp3ZjecndniID/L0
1kv0H2lnOIa8ktM7eTiN4SauqHE96eUpTe+Jn85QzSr3pCpS9yBL/RFGrZ00VDXz1J40F/Zo01+J
5coMVr3iTunuudHtYscYRpGmRJp8IyiOQarMhASAPyttSXj1T+1koUW1WTxXynUyXSEQJ5LY0Ddp
fccB6cG3teRKje6U/irGwFixMjmp7UOV7xI0U9qGErgebiRMNv256q7MAGHkWuy3Sv9FLyZXFuyu
32QF8XerZMIYNd2Eg8/60SFoLNuIqld+xjd83yhrLbkJ56N2TLWVCq3VSy1Xu4EyT6+/9MbSaR8E
9ag3DNBErNVXVr3iDzmjoSuxna6wAkVPg47FDJj4i/pKeBuBcrGTU0nWIVoyhNsSaBL0Gqkj3eAP
QXBql5Wjvxb+lfkZF+BTvm44sY2+FcbNcBt9GpG1VJb0OCCdEoMTYt2pIQ62IgMotxNmZ4T3bCLc
RjhGnSsVe6xCbA9edNmWAqcmAMXlPGEUMFyBoo1uK6T/pZulOgHs9YEKiUJBPl5l7qQRYfbQTZGt
JCdd37XWQ9OvqpW86r1mq3jpLr23NvJOW1krYGmeBeAXUdk6+ZxHH2hyfyr0W4aHi1XcqEtZ2KLv
2gu36dnfYc3chFfKSTsqO8z7p3yXH6Vz9j9RJy9HWwapd4MgAmTyJBKOlh+6h+pUn8db4KC3wVrz
4lN9yp6m29yrj2iR/qdHXJbh744oT0Y6D+xw99IV1eCd/jBvq3V4lRz1g3ml7dKTeCDL8tE8KXe/
H7QAD/5YqPpr1LpY2JDC1UmjpHV75arCXsXl5f4iU+rROpEFu9V36R0KorC3s4dpJ20BkHlsrTc8
Art61e343IptwbbZ5QfrVVn1h/rcXpWraJ+fIQBoKb3yTegf2TOOEinILgT7wEU4rQ4reu+B7AUk
rtEUEFFTOQYyocwLyeHxbUJqZPKu7e6zlDvDNXo60CgohqrJ7ZBkepKn4xvA3eIcTsXq2mgAA626
aUugkvapPMjrAF/LeGj7axF1Y7Uq27WmbyRimnBM7v3mAJjbwGRW2dO3KSc7124eEvoV38Yld8CO
Mfx+0wuH3LtsnV2DL0LvRC7yS3VTnaz9XbMGXo0mQ5McCNTJsd00ZCQil/tUB7SfJnQBq0wAe+IQ
cBtsOcDVXNA0sSApOCbo57UauwTbsQVfYCotirSVKdNW2HXVV4vRtyi/WZ+S5jUtn1rlQc6/BeK2
NjZmvBlf5eOwF54SwdHIWkINus70XRlsOtGuv4qf46Oyjb5RhFUJu34NPs9Pg2H3sTsKdvZ5PIvX
D1HFoLUfk+e+c4KM/RDJlRv+0RG07Nt+uoEZxD8wHXFDNN/Qf82v0Wnyok2wqR6U6tpSl3lEcbhI
1qbZL3le9vCo34g34nW6De+UT7jX7GgV8kimx2LTOTUPUet+QRri6qvEDa6sM2dfQq9LjDsmrMrp
uVdkF30KUdvtVnHTVbLON9qxpuGERHAlXxPf871JV3nJqagc0SkP/WpcWVfit/C8D9yY3lPkcqHs
gcPHjrFNP1WeddU9LL1oGlsuBkjVG45MelvUcavINne8xXJr2aEzNdz8LjM30e+P05V0Cp6bZN1a
16Q42dNDw3MQ3OUhIjp0NuxDpvyz+NXaVzflU/3ETVDxB5ZRvK5nl8AT03JUj9sTMhYeHSf4Jq7y
3Ivu070uCCuz35okUt9pRPqGVxLY1OJeM5C7u/wCnVzowZZuxOnWpJh9LZ5JyTTzG81cKTeoXK7r
l/ikXVefpOvpyjwIHiO0pxxk2nBQotzWjt3ZvtOdYFPcCJ+MlXZYTibiXcffPbdbi++OV5UD1WAV
rpKj4ZT2k+RgcL7TV+069KZNtXoandfRM1fTIfkC3ih6al+ic3ryb7tPfe2AkUYwp5+THZ7L5bdR
NNrNO+YsN3SGxlZfEmXdRi4a5BD7D+6ywZM+k4+GZNVLUCXp+yVhtZwoYig8no46s7yw9emG+25k
DiYAVmU1Z1s23tdVv+dpU7/EtV18Ei16r3tTp45V0HjLZ7xutr5qbsuj7rvgqBIeWVdYY8Qgv26d
HUgOL8GSJAdcP6fgOhIeimdj1R76yB47J8vc4dtQAbHeQrwT6d/264aQNkKeldVorWT6to2TPKse
VsadsopZLelbXF+Pykb12q2q2eY6bbbSqjvN2+5UnfRd9iDs5/Nw3b/KGhSITRM67F15IhvaodzJ
0MCQV74STppdyzoNR3LDgDWtK9MN0i0VvLqzo57E4gNdja6yh85txmuIXXWzn9uzrNgEuFYy0WUa
kAVXns/+dCJtlo645A3jrnzMb5N9sG8PTbIrygdZeiqNz1byrAuPxqdgTp4a0dhUb6nfoSMWdnMX
TN9oxuaxF9+n18QQ3jV5ilyr8KC1FSZBAstIOWzi4xjbLFDJc9VNDxdgiuwgtcMvwqf+rj9bj31a
Zk5RVc+F3BwMC82VjPZDBmIFczxBBP01+2o+GTfyWTxPV9k82jjNCdz0X9uX4Km96a+DTxVgk6Fd
U/335LEi/hw1K2tC2WNnvUlbx4+eMdgShAacG+C5TWBSEd2rKMOSbZq7i32lvskFcsdvza/tFxXl
8/9n7sx2XEeyLPsr9QHNAOfhVaQmd/nsLh9eCJ8uaZzMjDP59b2UmV1dWUA2kA8NVDwEEBE37pVL
lNk5++yzNr1tG5fjabjt79x3/4kiZ1jeXANXAjJWN9tHFlo3GEk2BMwsn0LcjeM+I8TZPsB8cR/l
T5Fej82BFFL1FJ7N8avsfsj4Nd7qc//mPoC7M0Zvo2VH9XbFImz0ZQ+4MqDdbCa+4rImwDBW43kd
dmmDRMlUkveQ6lOlSTDOJ0UpnPnZTUQuRIQ4lbgqUdO27mKNAeBFIXlK7W76VzwQNx5x4pftBaSD
yw2jcVhEj4A6m/Ta6e+1tVPYqY09nVF7TfXcYUs/uYfyTj+lOxZ98rOXx0ObVDquB+Y2MXEM2AwZ
pdosVMFwK+KZQjTbuuO1We6amonrdh5f1ponTMTmO7cbP1p6cpPoIf3OfvJu4zEBPLMhvdTvPq5h
IEZkOxvLcXR38DEaNsry7ZThpo5dCxTxhqzn+remyej2nvW4Rg9eT+pmzDnHZ1r8GUFj39un/gH4
mq2I4/50HMK0T7X7FbmblAbQO3bhFb2d1b6ItokB8+JvP7DYVM2bWiUF42aZeNa1U1zP1ZcFjsS3
uZ79etP4cV6ea8AN/vwj0meuzYACBoP43XLmbGRkten41l8c7bce3IEHdysey0/vTgHH+ajeRrWR
r+JJ3jkv6Qp7qT8jf8ljl8yP1sc9Z9KWfdIXkUi9VZpOi5zpfOZrdmjKLaA0OCU+aMcucaNDiBIp
nU1KDOhivQ5Fc51ZFt7CMYbSzK23X7flPX76ajksX2ir9pMXbWviy3Pak6l5Hp5yfrd+E75aN4xD
73Hps6S6LszHAeLFNJc4Yr6dhWNiw0OnxZa4oBWcWjzseCDLb7n1TgULFK/Bc7jr7itMiXuZJilt
Any7p/6DnHbBDiQB5Oo6cJ9bdS3cmHlvUG/BHXWH4lAn+stlVeMl4Ha+Hp6ah+rXgDp1wxOOv11S
h+Ub+SX+FKf5nYRbrB7+S34qX9Nb3BBw/mYvtrJDRNbyj34FVV5l8aIuhY1tHzTx6MR3cn1jLNmZ
j3zMoRnbZvy/xBKSYAk881ow1NhgPduYAwDqsHgw3ojgesG2wg1Q/hLoFAHxMW+L7oZokU16Rag7
RS7pkolHlbObjDHOx2Zr6MQkClK1Bkjpd0t/DlW1nYb6pnJJ8gYLZr1NLf4h+Xd18d+Sx/6l6PVP
0tjt5yiaP/K/L6P9DzRuXtyS/1oXS35r+d0S3PT9H4+/akAJ+f4P+edvAYEQODP5X+Wyy+/0d7XM
sUD449/BWsmwDdIcLdk/HJnoXoj4cOJRzDxmmLRO/5hSen8xo4w8QOgeHsGLgPyfahkx9H8xnQQw
R1aZBZfa+zflMvPSof1f7SdESyd5kD/98hfw3P+uU48h4ZcGwfQbAUE0xbizlIgpg1iU/CPNbuCq
WVSFsuMQ7LpZoslKE7MlbUL5Bqe05U/UAnUVsXYJF6/ke9j6+XHso6aDdFWj3aaExApWnczg3s2E
/mSbJ3vKS4Oz3imFEWyndB7WTdFWRMO1KULhZnRYKvK8EhOIYD2h2xRsajHskMDp0bMncXKzoteM
94YRMtsy26+G27QODmvEnQ5mXMayu4nBycdqA8xzJONjtxhrmx+HaewBD+W1vZJju/rfOezPd970
PryWbNcYm7mR1U/aBmW/G6XMbwazgI4D3wBnDtms7ZV0CprCdvHXiu0tone2zdKZl2tTpy/CIV/S
c711OIweVIbNImTEAUlG93MnJ/iohiuwQ02d0Xwg6AE9n4lO3Zu93QPgWlSza+c+aKE09dOTAZ8V
gam/5Mo0waRftRO1atv0ZPxsrA7vLoc58dlbUmhxNETaW+Af16tZxTbBJzSfUzS9gSVhU8plvjxu
wlVUH+yn1lYy2i1/TlCN7p/FLNe72l7oisC7ZI9zZazuoWez8A8MEIMRGOAeBpTE9zQHIzXFuosW
nTVE4sFiY3vQlTgj+tazGVzC/tk2NjwKc26ApJi+YT6rovQ+oGOiaxZgc87emHfj3paFc5aENX6X
jFd7jGazeb22VfHrtNl4Hp2Z27RoyWTcsJBpP+TSdX+CYaQdFyIzB6bJDCQ2rTdafTIoZyG1dpSX
SfAwhP4GBpnlP+RYBeE9uI1rpMd6ClkmJMZ6Ev1N2VUmjX2dBazSga8Pt2Mamju/NpWzH2vP+GB3
ZiGtlnCqdG+pJqeealVGEZn2xVXrZJFP2WtChboJM0NQloK/b2hjh5R4QDsDbj8GEzm73JdzR95v
F+gZZg0Zw+YJ4GnfALsHIpvetr2tU5ovQiK2YaQXcW6A/Do7EoxLNqhsUbomlVe0eB+L7fJzQmW1
8DIidBfXK2TZ8WQCOFuPIPYhAChbGwOvWA/lNmLjKIi1Lm15pUJjZAFh9In06ksDBryfVqV5YzQM
Mt+cxnWzp9VpKNEAScK16tpwneDA5pX5MlYVyTeARfL0o7LBvJ4H7aOtmjmhPtdDaRTeWyNFVF03
EyMZMpQHraIv8gBU8VgFDaE4M/4L99GsL0VyPqkUXXOep+lWqSEYr1XZsDIxlwMovQ2xpVy04xBO
znbCxGg+udphn9UuCnb4moIFMda9BH+MFQzIyGRTeO+VMa3Zdqi11SW4lfyv2q1VnpjO2vjvGWAY
sNUwBM/k7NCNGcQFIigbZJmvLdTe0+J3YN2D3jPjeqqs/mjh6/l1x7IOb6agRODOaowfEKrlbNxF
hhmyyMUx0+/aNHeGzyV3ca8XAlWIc7cQCa5NJVgUr/H/+djNukcYUCWLqTJ0H4JJhuUuj9LxwSfJ
oOJzzzmUcLRQUBJwNZ1E6k/Tn8wmsctOR77NsLqaiTKaj5TwrEnixmVn64n7qaifvEKIR1Hi32RY
QETbtJhhw37pSBgZBGVvTXeX7YEHIAXd9yrC4c0tc/UtgsIcdpM3Q4jKWAcoGNeRPY3QK/L5Xdus
6GEJ6eri4JQQahNcN+1EWUoQ/Cbrq8DYtpOouoeoEfBuB7jXdF5D06dxvwjeLGMwJ73LUgvwh9vo
5Y5nACj2JY8535TarW9yO4LqTKGDOsaaKvGZ0UAQGzFyEenjCMrR8sdWORlIxUBaQSyydCbBKKzq
itAyoBT7cTRBjKhCNxveTze9LZu+fKF8bih+fJtDN0pN/x5MUUDbSmgWqM/IYGCe5UK89YCT3qtg
sflvvqXeXb+AtzEtDSwt6VcdApqZq5O3EkcSW1btz3yANt3+uqx5RDRd2ZwtHQ3L1mKRFXmeYBk8
t0XwZPR+28EqLqzlxlJZeUvyc/pHdgLhpCEA41liu5j22uLBO/jOyBw1BchsItIN9TNOWnxwYh4g
S8DSWSPImBYqu2uNCk+1M8q9o4cIy3hxeans8YJ4Yx1SLLtgYC92Y0wqgJKATQlRI710ZCWr09V2
hK33YLGF+i4roVEm7UDNsTcuaSxUOn5DTjezK4LOL7bfOYoY5zozmkKeDwFjtXxQMdIvagSRgrSy
PL3OQRpdxBU9c6axYDSQB5oXS8/fDWmeaoWzdOMWURPF7OUy/OjttQUYBPpNQ8YiTDupCX9HXRw7
XyVziztq9nBLsWKkwmcbHC7v67REj5Vr9nAcoX5/VdzOKK1rwZFGTJG872zr0gYUFnMWtTohA4Wq
u+O5MD8K7REVHIKeWjcd78gXVQ0phVPQz+8VgNQv8k0ITp06e+JtdvRFx20c4znv3PxtLXX0U9nl
xPCGEsGPayfjRXh6YU00iGqTqzMPj4Xf8nrKytXeyWw1H+NgDWw5YO+uKR3CaeXZh7C26ZjaN9ta
WIb3FPK9mRIT2s3K8olqc4QT3dWnoGqyS1a5xdJZ1uH3UP1UuASiGerIEu5kb0DPwaYOJyt6G6NC
3g1z6dVxCISJEz6S7Z0N1zLEXms0AlmiGO7TINX9flaOFDH8AZa/C2ypzEtEVZug9jifWGJMNfgm
yainNKxaw/xuTLF1lcMvTwX8triRA8vhQitqlXKe83SXlXl1mqIwVIeuHCjSJp83er9ma9rcrsJY
3sfWuQTEYXj747S4FzYuhux562miBE/dHPpwxlmlPcGFVT/eLIzXMiVROlsy5W9AkURfqpGli1G5
Wn5rM0iHZO2Ufk9nI6p302o4p5b1/ssoy23dDf9SHMa5Wz+ddggJtK+IWgfJ7Rg8o6EJfLNbTHUe
rMsWymJ3wS1LzAov3MyBEk8VoI9N3rbFNbygHpVS6PTK9Fha3+p27B8aStqfidh6QndFVz91baU/
onEufrJ+jsrEHIN6BGzpiA89ZchNNR3/y5A3y69Ui7ovJrKU4nA1o+c2iJAkp2nAcgfeMA6tqf3m
Zm4fpPLnNh6lhT+7aFVxFp6w/tjtsj5FUq8HVpclr1gb9sdoGvXjYFgNxAIS/hgK5DQwzKYltVmX
RV+6Yv+eaY33GQxZxKcPCeFLrW1bxUO5RKfe8amx0jzNy5gKM3yveVJu5mBg113mRYXCgQWpjpue
uIXNbNo41aJVhacpWGqG0lkx6yTCPlTHZh1gC4R00MZLqZDMoRSq58wgoKDO55luOpvD+9Z1bUjV
dotY6K5r9ISN1xMMVNflSKpCmW2KsJxeOddMg+unAtTecHgDHFjZHIpnpxvltnArr92qy9Nil2PI
yJUwPbwkxJgyBQhbb9q17Jn/KrtrP0D2d03sk0hQbKccz9PGtXvjNZ3r6duXvvlccGIQONT3aGqC
Qv9lKUr22ru1GCSKv89se00ZNmWVvOxiZJ2BkabHAoaXvR+DTalyBIs0NVt5UN7qEls5LSAShNWy
Xw+arI8OfdE6FM26gNm9BtTUcVuUPue9hHEdp4sb1sxklPGcdmk/karuqiv+l/SsRWEwX6LWgurc
NAuTmTLMnG3W68W9mau0qQ9ttGJj0wZxMcjVAMnYQOvQrrwRV3s4UrXHY19DdyjDhgue4b/8nefR
j7bpRM2b2GHrUrYuEbeL4TvFZ89Twnq8M3MBqX40P2Zjogscc8UsvDRq9OEwDfowViZ/6FZMs/PG
56zu8RF676TOkywIXGG6NYyoekt7e7A3AdSqcNu7YX6GzqZDeBRGvkIJrGWd0IUhqzdlOv2ulwRU
XpJlFrHqdM+wiV7jkMpoIKTdrhitrI0H/MzOTHTllnZPJuHs0kSq1FuauK7ITkUDrvx85864/5Ix
1TSXnV13PEZ9hUoXmiyFxdJjUwYORsNurDtw1uw6ryo0eNhs5qMhICFPKs+q1R72X8sikdWHeHrd
Zd54PkCzZMgWRgOha2gbdsc6tLdwFzq9r9jnvwnmYrR3RRZaTFtmI5Wb2uMoS/phCWbU6NkSZEaz
MhAHhMZ2zBoASG7UhSPyBKqZCZNjZLSlWCUF4xFHck3NKcyIzST9kUnaWqaIwFJaKmFTyG+OfVix
2Jw1JW1CMS4OKLHVYxap1jQaEo+bhaQKZ26aPQVN92z4pSyvSN8gUsWpVMmRUVrKTyqlOGXHzGPp
bcWyBlF6Mh7nmvJ237UD88bFH8roZljkMqOHhfxo5RRFDD0MmJE6uPTEhE/ic1B0HBfCt98tV2WK
ueBQuf34oqsS0Vf5CrVbRp1tX9m5GWUvZqRJw1LEsZCmulTAXlgVZZSyVJboYC2YeUSEA2paEswt
uNsI/w+3qha4ZTRJwfmu9UdBbAkcPkpPp+L5dZ08t5KusiojoS3UDF68FIWgHcbRAkBSDeG+Jm84
vSI8M6fzqeF249AJivxoB3kWHDIuZnmbTmRqHNYwU/WNXadCHLj/Rcb3u/fzLf6mpT8qws9B2aRL
4G8IqeG/9gBF8l1oCT5mm+ja/p5Se8LJ6Ufa/kmdgAwa5ZtNfQs0Zm1ikzA/jWsFv9XGquq12BfE
eOQHNRJtgpU4v5g/2qyFyuXVNPv9gM9oCxgXoTmjSfxTmBOENtJtmyjppRE5Vzkvbd30q/TCu4F+
HeNOIPo1mVetkNKXBT4mZGh3SC5pMuLC47HZL58ucdGjzdP/0I02sXVlReb9DrBcYCVGZKZy75op
kcxJ1FAMbgSgnxDLzNBNx2mWARFAajHH26qXMAIszojqIZKqFc9poCs8KCIdp/fRy3geN8Ja1+Bx
XGk4YaRXHnmxU9nNuxGD+Csxtmy7TDzVVTzZRBHvnEikqOFqFFZIPT0UXMeDbpadps1tadVRT7Y8
UDrazPgW7bheiMI7lb0Gq1JrZ5VbmHlZCFHTB+Kha7/PD3bhKmtrVz3U9qgC9JJ0ubC6re83UfFV
Kmm8hUFd6yslOzJY0f0k5Bze4noXiqbvT63TkYHQO2Ix9v2SOUy59DAplsIIcoEpvRYoUmpsmMNb
QQRBqJgaiymsFWLuWWEJg1bpFDM7PfuEZZX10B254AeeNK+F2KTBkBaPoJ0tzdm+shoTlA4jFG8i
ThaMm2jsxFrHjJvb4a3cO9HsnEiKHZizih6HgPIzAXbZdtrHwq+Kz6nJPMY6ncL0tAwtpW/brQYD
ggHdIfFV1d2GfhPcm3NW45odq+EjBKe6X+duDPc23yh/O7drK5OGVyy3svEoCXPJsz417kIgrpmS
DrGy3pAsdqX5ZNZQPfumjGZkAKuHNzCTJbQtEAXFtiXZIowFNma5dcVa3SMR9NnGq2b/iPwmp3iR
RMsx/S7qdzJ5ZEqjE/W3YpX1sjNodt8EUKUzDNSFfUSfpzZOBxl8WIQwfi3Wshq856Gk1zIWHBKk
go9XkB4F/D6b95nTEh2R67ymn53zgVwYsrDQ9+06ij4qo7eIjiFWTdALSpR/bKkdcIdAdj98+Y02
iYJWL1fj2FnLayvoD45LlM3nYajJH1d+29I5ZuFMKVqOsGhQxLJyAL4TmQ14iWWc++m2UnA1qr2Q
bUchJU26ZycemOX7iW/UgpGRoXxEtn2KG4ZFZJ6S6RaFq8iegYFSWty3li+d286wotHIkgEsuNqV
Ua36nekP3gWT52WdesIwxEaZh6jkb8EtlxPhCmBzGFoA8wEjnrcm82XihTSqRDPMZvNsydrT29CZ
/SHRfumyPBCiGamdXFozXTadO1zyJMjuUq6xc/0UuTMfc9K7xlYYAzdAVOGHC5y0SkbN0ugVveC4
biFe2SgVzoAyvncbYm7bfdEHq/U5Vks0PsKIr1mEyFPP5cP2s+CxKc1l/u0IM6ZCbauBrvJ6EoGH
aZKOhham1pnHzUOTnHNclGC6hu88ysfpxlQtnV3rBOZobQLJfscFmlhnjKqnybZL5rQkIemvtGiX
9KO3/XJ4LtO6R8AUZkqXwBgYChF9uOx6plZBE3nuGwV13j172QqEbYUyl//Ywphy7B3Uvv5ToCKK
76iWAgeA20cCMq1wx+Iu49GQcGkpXfQG3JpSCddkv3XXCoa6ky0vLZSzYj+GjgSZHw7BrUlwJGpY
YKNgGu56oP3XfqJtY/BiPrj6mMrV11cDZOo86fN5xOk459Uva0X6V0lhnXurQO0RgKKaraNdykOh
AS1xuM6F2md9WeRJhF3BOEIHwF7XGn1wChT+xatKRZhLJhWCM5ksV2AacJoQooojLPIEM0WdbNGH
c4oZannqjFDUm6nTU38FSw3mG0uSgF9A2oZURbqx6iSMIODRllmdjbUBRQmJyNRvEaS6H6OovAg9
qTSeyIWPJAMBhVV8QWVa44gcbZe8NZnfjza/U5xORn+DVJQxmtUTKdyT7HFnCJLK7xtbkhrCCCDM
mLU5KS6LfKp+ZNjM526NJiMBrkfC42jApudc6WD5t0Eq/lgoofwIQc4Eu269GRHAnjs7YYKRYWuQ
4fitnd7lOLcdRqZh2lvWtlim9k02juIHrkb7sZhgMSVWv1jftGnZTgRV+Vg2ZLYTeZwbm7X39Uso
2ReLh9UjIqzviQpHTL/MV6xxKsLEVDhSp46Q9Q1PM9347ACiZElrDT4kC66KSBS7/R2DwScPgOSV
hyUwe+xDa8BjNpqrOpQ8/49pE4TkYyGzP7o0KMTjwF/+7SkRH5FDeHfGvp2e+miBvcahhr9rNDrv
3hCZwuuzzimnbsE3maA+Ntt2qg1B+QPBZ1xaGXJ6rVl8oMdQ7noTBYKYrnYG9M6plVKJrmNB1zjl
yH9J7Qqz3AqSampogm34aYhomjnyFEtzWdX/jk7GNjUiERQhDoqTkXpc36KtU3p0xGiuMrE0WMXY
qH13qYaXRMsMxX8yluk5ZfySH6PKyMgtrMUcJrbFjRu7RjDdzJFBTkZfuMUvfZTweHdBBdUlWDC2
lEyAByMLdHHbKGM+2vAIdVxFlfjjNWTEx0XfMLLxlIe+4joFdXIxWeaaFMoMOFOqEsOccH2NYwiV
BOo6p19+1Q4Z3oy2R0CSZVTRYJqlTevK2QjSVxvWc5ZBX9vIQpgsXtQh2W8RxxKbb0ZGpc88jKk8
Cg0jIZ+cUAUlFUQcD6XvP6WTY54Jx4lWUG1O/uC0puYpKlZWnSqUpp+Swx05ZAp71vnkSDuOjOGa
V61S+tugyT9HNDkM9tJenMbU6m7VUGP/CXxpPFRrJgQCuVwgFnZsv8UDOQzPrWuluDIyx1pipzXo
6HXENOSWujB8ULMc3GRGaLxo9F2EaQQBODisANhM/Hs6f4v0nBlxPTr+YWWVEM81aehdbNpao+f4
Sw3yaCyG+kgDaD/RvgVX5G+wQ9+5hTcnZqpqfGgzA7qNPRbWGhd+s4Lm1U5bvHer7P8UesS5YRJV
8BOA4y0f/b7ro8Q2L0owWgwToZDQvsderZFx7QeNc9tHHsYa7fbFm19X5sNEE9bvXeWSzNrx+k46
LKIAo1O6nl3mT6zN5KBPEH0a9Yf0PnYhzcmm1OgMk9wbFoXyx7Hu5CeBdBq6hKm7s44kC8WmquT3
32bT/x/m8//PJZf/gVN6VvjBteIF/tej+muJje6fBvL/+T/9fSpvW38xYI8c9EiT9x0cwf+Zytvm
Xwyg2JBgTcUGF+OztvaPqbzr/MU6F4svTN5Ze/kbS/YfnCTX+gtwpo+9G6HcdSkV/63dYfJx/2ko
z40NI4i1RROQlM1OzN/YF//FVl0VKccjegSuEd0+eoVar4yhy466LTC7rl2ZyCqB40OG48Kwb7S7
Csqk+skkHNTFubJB5hYmwi5A0nWL4MiIQI6kO8Cb3VAcOg/ziLl/YGqIR7n7zMQ87RZmwdJaFkQU
mhJDT3fM2Ned06TniZsoozvdNF39gEdBwKhdjHhifWVRWRSTDHpnD/N9bS5ITKOE+wh1g7PJfmrx
y4bW1Vy02VVr5C8zOCy7UBpz6zTcglFE9W5Io0C7hUpqoTEb0DXgPaZfFu6o3Ne3zeyBUS3fQPxc
uWOdXWdMApO+Ho4UAbD2o/KU2t4QD756tE273jdFRf7mMFeHaa1uoX3YMBWr6yCQp3AReIJM90YI
72FY3KdmpTUxF7qiJZJyp8virjAWRiTOkG5b2d3XhmNcuUydyOU+FKNBZQrzch8V9RapfR/IgD5O
c/6qDF+Q7Z97kA5rG8W0gZiyA4UWP0+UR85Tls23GmUkcuWjGS1bPaiD0POW1uko5jlulHMMzew0
ms42FMMJHhbTYTqni2BVUxPwJDzTffMrdfCCtoQLPXXOC0tCKIVYT20fxmndvtizvfOW1Dj0qw26
xnWrbWEaW6NrxTZFDpqn7JtMqjgP1r1aeqxuTW4fc63CpOjWI9kTTzU6V1N7GJkJCmBMVjJPdYaN
57bbIi+QWAMSPYYqgUR8NIbsYDdAgDz/huppJ8pi3wSEambUjUlWdtdKZ9eMe7H/FU4E75dxCJ/G
m2Wxrsqojl5k1DENyw4l/ldQVG5clTLKL4eN1BhpBwF4vxi+YTqcighx2OoWEpBsfMBMBV0d8uus
am/aPcjt9bLrMxax6Syflbl8RLj40Iq63TI0p7XC6tqV97U/3DF2ww82PqeAglKs5+UMBvXiwrB7
8KaFtReKUbMo1EzGU4iGXu9nljV39F1GbFroIuj43IcDlJbAPDDhfJxH+2g6/smRbCIYJXsziwV2
dTAZY1Ii7Hh+zlRetyZ1Pbx8/xGNkh9kkidDaESkVh/K2VFxSkm+rAQ6CBu3ozfgT+i9eC3syzJz
9qQa4oLptIMlfZ0WHH2l3X9pmnq15t+ubZyXhkwuJ6PfHt3vNQg+266/zuz8m0ybPDZm7xnvR/XN
FPfJa9PjHFgnx1tOTs0S1KIhxZM1soAvmDyxL3zrjgoIlWF+AHtMZ8jAQFbzS66Lh0zbWyGdJ21n
D8oyHkXD04LZztYLuhwoRFatGZKX1i6slj0Jv0XsVtGrIxks5c4t2c+fq+bxXvHot6HETd/fEAt9
WAvpkiSMsdQwD1Yxjhv6q0Oq5E/QV8ci/LGrzMdVI5/YLb3q0tLc9JmbJS16HomHHBLlwF5F77Nl
N+G29Gv3Owza8Ri4pE2q+eyY2XWayaSra97glmfKbuxn/gFzyBBsl25gsmi/84imxNvYt3UAjK7Q
2tswnjhpw7iyfJyxjl3dQeltjmCtd74cnvXavdhTfTdamYrbuduX0mJNxexrOjrT208RuOJV5S+h
MSU+Gye6jF5F4SShLW/GILSScBSH+noqk8g/Rw2mwJc6JKyGZO2dsvIlMSbnYRQ9h/863pgwIurZ
Ppdti/E/Tbpw+aYNZweOrgSLjosfJyoOXT/bW4u8gp40Z8ZreFrQRFO3GWJH+NcA025qrI1ywPnh
8NUFc7sivts4/Jv7wOPLNqwF3xLG8MB5e1bCOnhgw/BOs/3oVmj2dn2wHP/edofXweuGJHUQu4jA
Bb3QcqzV7m2+OEj56/jTSUftHawUG0cWD8M8ftQy8/dTF10+v/ClnZoHZhDovan0Yt+rP6dcsAZR
MxPTJoWtgXDqceQGy/g6DfxT5+KgNjGfHHoj+pqIwtsMs3NFMss9R8G84b1+9UtrfRrn/Ny5zRfb
mKeo0d8LO/7AX944zo94z47VGAEkGBiMWsPZbIcDzMKLetQeA9LMaTR4u4vF3lWKEpi7Y2ICQBKH
ZhYfI0Vc+Vp8GT7OT5KBESMDIiCr/maxw2+E/iZB7kEjbp1z49fsrflVv00LdTdPLjcTMreVRX8m
K/R3i33xOWsLh1ODfEyO93iSOvuYJ/MtLKqr1a1BhIoI0dsuqaiD73Uer+Wg7oRjukxGDPTkkVw1
emou/6x5bSykcIS/e+Es59o0ftHJWE+a2AdYrMd+YWLW+sEhjYIHrC43ruzvcfx9Qjd+tFcL/nM4
3rqWF6NrDknfzddhCAs9LIODnCz/cp1323pmwhX4WwwCPWW1hbLl2D9BYd/zcb5wcLWnElG9dIw8
xmmlyLAZHoOJPW4sZitfd46MBWOOHObfObOe+rSQcW+M1yDDb7k6aC0VtHlyyrdtUcR1zxhK23LH
gPkBVZ4g1y7UO1eW94AormoVPpCjC+V5HVhjwr60WV2NyDFlX0ycK+yDxp3jlt+dHaKOp2xBNWtx
Q0XDjDJCiPKj4JVwvyLu167GSXfxKOO5Vyg1+DjeLEf3XO7VAbBygZmoVNvVb7ehNd7Wl7KrH05E
AL1UsvuD/n6QK57gvHH+1HLeGm14zcByPdZ0zxgbzL0LnzkBPn1hHA3WjVDvvoG3cc1j4etkKccj
tqRbZoj7vGdNMupZRAisleOh2zHcwrweBHEe9Ucvc6DgluuH8EPUzhqHQjaExACad0tQYIpe32XK
5+RbBb81tj01FXwk5Wdnu9Cql/k6L7gjbAQ3x0b96It676gQ59TS8Tg3zomJt0v/rCADDlhBZgDz
+0bnF2HLw/W+VujM001F8tR29L0RFG63r0O/w9wxoY+sxYsXoonq5luPvhW3kbjR2WzFFrC7uO0F
Tphm2lkgXgAFl8+GME820uSeg2zYpqNL3gD0mm0mGdXnZjsmKquKHXSYS844bLfeczHX1QTJdpwa
hXW1jC1Zg2n2Os162K2Ldoj77G3EspE81h4UCyndnIvZxVWRs5LkYvbvizDuGpa5A/sT6x+iOHfB
Dmn/lnPu+n+zdybLdSPZlv2VtBxVDZAGuMMdwCAntyXvZd+IlCYwSpTQ9z2+/i1I8SxJSkVW1KzM
3iTMwkIhXHSO4+fsvXYveyYUKAF9EZ07bv7k0GFYRQYqvcFtDLIuqbfaeNOZAY0SZso7FJQ4XOOR
CKYmvdQAdLapcu9bQSQCucbDPDFPYm/ZxMzoEfTXTsuvAfqxFeGCLm8bbMgeRjhdlZQCPm4FM3cQ
7wTO95Ke6ZZ1EfsSluOBL65dxSedXZ1XpQ8JuB8uDSHjzYAnuR1ZmK3cvBjYlra2bI8uetNtZxi3
2TDuobMdM9zaQcGM2e/kc+nY1tEZh1vG/feN7W5rw/0xMN5G96PUOi13SEZ2oSZfmFlUsQNkyKuF
rjfN+IRLt5BMARIGEwXGn8YsWHRAEk64dDrb8dFrDWdL2xhwICt+W2Ii0pN/GqdQlxk1UCTHDUtm
/JSM3ZllIUaTloubBOEhUEBv3TCIXcuwoeER5CeJyTgwqToIYjNuFV88t1Vx7/v5aTx1C3gDophc
omTmO/C9/ipOqzsc6eU2meSxEdOj4dD6MiTt33qc7oRfn42xpKWuL91kJnCtO/IM4zs0hztQI0Ak
LfW18frz1qSnhMjhwMSWJIjhaIfyNNA2UQot6ZCGo7aQGquNXXRXfYoqq86M76KozrOcYhjEEl2s
2LsMFCq5lkTFgRExkEIeyKlJNybdwI2R4hRNEv+EZLsrgfurbYIfPmqsvXKwM/NViVGArOhNK7z3
wwP6gHhPV+1LZyRbVXunCEzcM9Nts33WJrThQ31he3FKLwl5LS6vIInPy0qdUHZtZRk+Fs7IqmOW
3amZZu2J7Tr9Di1vd4Ksc7Fvh+qUkS6U0SLqTqaupRpnWT0QDmCiR04J66jzw6zGe7+yj5NsiG+I
vCd0NlCd0pYC12s2jqMOxBbhcUkbYxd1RkqZYk6Y7PFp0YOp1zRqDqPE1ePSod6Yw/TYpKVga6yu
QhteEmMgZnxk/ppJ8yDb7EwU0Se3yjFZuHLrF9LZljp5kiVvo104UEuHYDfW3sD/VVMGYoJCk1Hv
YgPhmYEvZqrq9KpH17OOQj9fW0MVXddh/NUS6BTsTh0yha6hr1gSR2nsbZrtezPuEINotqNOYF7I
MLsKQ/XUKjTp6CsvWoO0gqoudgbt/WI54qCuHRp4yezSJsOIi3Z6v4wgiBHYkhn0iFCTflkWwLhD
PriKlce0ns2M7iUGwOie1/UbpPdLRpPsL2oi7ojLfUZtWqKQCW91/m2S6YOWoBdQXhE/Sp+9q6Ed
0NwbtuQmZLskma0vocWk2g3LcKstgaSixNyIbCc9E571ZMG2WjOHmNEvaZO+S3jbzgHWwBax2pwC
y01Sc6Mngw2Et61o+K/p5m5KfTa5xmMcXmcUgm1qHXG+YSWM8rsZDRHbELqYtUPgLMNtEaybqH9m
1kf+y9rvKUHkqW+3VyWUrAyVg4WE/yTs6dnJSy/Hi1zRv1kJ0i6yqTkty+lgF9VBm8wjDFftIr+Z
mdjqo2fS+bdE/ZgHmLPpELAodoh1tCEivuj2dWs+jkPlnzKl2uVsctE4nOq8Q/7gVg9jz3zPr+ZP
FTP8WBLewOrtD9NF0UjouI68FBlzFs/Ze3l2OhbDNaoVheg+upiL4hg1+K+VPEeDD/Mmv2+K+i4r
1a2XFJ+swcJfCVFJWc1JN9vbMJzuaCPQ4PWaK6eMSGD3BFWQGNJtKj77RWutumau2ex2j3F8kTXV
fU1/fROETXIi9PRcz/ahatia2lRg/rBs48OMCWbHMFOF1tqf6WIrNJ4pWl02xvkBxSBpvI2HpJn3
GAZzdGjBPBj+NykeCIsne726jvop3PdB+ngk1RYyZXaOVoIw1JTNde9fhjXWLOX6h5zjIKCWa6XD
70jcz0oTqImZ7Y2S3bSpqjOny9Y28hrKzMc5e6q6K1U+2Z6DDDHJN47R79qSmgRGG+5z3BaRhVS/
vUBm4pD8W9yMHRYR0i6RCI3h7SQd40iMR7tp1ZTsqr6n1nfMiwm7V5G497IhgSPjD6ymurZOknkp
KbepLJ7VzPTHyecL5rIM6Lph39Ul5nELCLm3tvwe0UBzF4VFvcunJxWjl6sc5zQZf8TpeBrTSchy
87Iqu/lCzYCTCuPZ4hc92AzSTNN9zKsZ73ibPBc+Z+H2U38xTfiObVuvhSYf1yHVhCSRWADjIL22
9Hxr5yQZzMiQbl3sIrwiARNlt7G36POh0uG3F7woNO/FjzqEoDK2FDpo18i5Iw70HJeJcVCNEx91
K60tciJM5yLBj+kbMywndfs/veV2On3+9z8J4jIBB/2fO8u34Cjbf5w/UYPm//hfu/op//b9f790
fv31N/xqMxta/MtzFi8XizVS5ReMStRz/7KAJdEyRsTuarmgBf9qNFvuElrmOUxBwNVimqLZ/Vej
mf9k2rjFAHo58C1N52+ld7zuMhPEqCFeukIrjF9M1NUbZlIyJnQFTJOqcrbESYFJYR1KanZG+ePq
xWX6Ax9JvEYM/ToWhjaL5j1fJVu9AYUgU/EYX3ty6S8OJw5bxZqnWyRQHGmVrQNkpIRpBPG61l6+
oV8dTmO6o4PMJseU5Pj+iMxAIXOYvY1rUyOZUbix6/zMSUy1e//H2guV5T+euJ8/djHGaRMWLc14
9w3USbhQkHtu3qYpnE9BMicMddz0zHXD88Kje1oynaNXeq9RkPNCn5jmlO/jkYlsxmRopQxJYnKX
kLUo3a9JVN05y2pTtsy4HGxbo+okvZUY9t1sbNDe4dqP+hY8h4hXbNDBtGVbNeSs4heiRbOasxwH
bl3RkOLvocaOdpaID8iYjzVWURlFz5m/eBW8oVy7KJVZMdX277/1786KXrk+L/vvddvV33lXyuYf
yBefcU4W+f8HLlBa5C+els1T+/SP7zmyqOniKfv+739+xuz/ikj788//et+VvfDPXM2ASEhhiyWC
+5fZcxkQsQSAnibvkX+4/zF7Ln/ov9/uBYXmmnhCEUU6BPf8nSnSL8Dff55iBy6pRGBiIZAlrxAO
IEOul2yesu1HFSnIFYVnhMZexmFdXs0JAln2y60X9Ks0HTMQCkHVGBE77CBT7CSy+dKZnTQ41Q4J
x6iAhFHthcwr3Ecx8EkGRhlpXQ77ls+T6CXOsjCYHpIucT67pMpB5vKT4sGV2MFobCBtowtUFUzb
1wy+W/dL20tCPlZ+7SJ8WYOGzatg4yXTxF8S+n1/b+mgoL3NZJhGeNTUsfEjSTu6f/QPQuiuK3MM
I9LoMJwJ9vZGJEDMMoIyMFXKskjOXEYFcseYPASI3xm0IoYoDzdzahIr76QTNb6Ss9tcKTPS9imf
3lCiu5prNR3KqUqKJ7c13YiyWMsAsqETueHWcgyy5XCFKoZeSZGGYh8P2eCfkU/Z+tSGZlRPGzV0
6om3zzXvfA/BCa4KwOYSmIOKjDw8xnVcZJ9y6Vb9l2lsxvq+xgNjrct6XPhpAw4AVIdhInCAe0Uo
SaiYtJwuGBeI8NpDnfFlzLKxPPXHog/Px6jQTL0HCKgxUCNlTEgzA04hFswmcqLT1oGLQtCm/xJV
zcZHtRqwIRAV/cVNMbg8GekqLusgu/UmC0kzN4bJDOLrlUDtXvY/TJpriqblPHXC3lh5GYb3BJRl
utrPcdgyQQxklmNR6FU7yvYsrYqEfyvyyk++iZ6254kqY0w/FPOtnZ3Ei2bhR9XZ+NZo2Od71jQ0
2Oxpk3u8dGR9OjpeQyAwsYGh7zHgo5NtBBq3jE+LNq1RVIcDbKM4d9SjZ2MYOQkQvpcHZCuY8pnC
Y2MqZvoAc+el14MPt6C1veqaajiGuxIWEabmQVvXi3vptBX9sCXhvbsX5eA9tmZWfo11fCnq0nkw
A4aBKMOlfV2wlWLHFSABsWVnozs3u/pRVlFUX44YER5LczRvqwBaa96X3mfA8sF58NPNpkqLfWxF
YDoT1i7fDZFxiwB0XiF+S49TlOJ8tSdFzK0ay+s0HOwvApzxuBahjUok76JgY6Xk9roDhsN2MVlk
ZFyCMDKNHfKCtczL/NQPEavniKBXLttlnIrqB0nw4FB6oTbNbN71adts3U7oM01Pj52aqG8CN7/p
GyYSIrXHH0UZ18dpgltSkFBKd9Be6EBml9w2KBeKtQf1vF+hyyhHRjpxprcpCjx9dIpUgmagXYuV
RaF4PEYRbaCNWw8o5XvPb5ILnLZjvJUaH98jz0E8PFOZeN46awbfvOh7ms2bTAWG/gyTeOL2TqMT
rTtY9Ap1Nj6iTc7szrhAedTMcDr4pOLAXLrNgn4ouIY5CX8kUmtSVHwmwb3uPZSjUf3VJUHYWYV4
/8I1rS7R8jdFxb1nuLXex8Lo+RF12/MweRm8o9rsLXMrknYuSdewaV43QxsCvYitFlFKYIrHwepr
RoU0gBl0DaU98ZbHibML7SLKnzLU2fUhsYciPoGwHVjbVDt+xtwiXLhMI6GW/YPUFXK5IOkLsZZd
EIdnVBQFo4YR7S3NP7/S6XcH43Z8ZZc4rXatLOraPJmrn/4faVFNeBV5gsc6bzOuTkNYHUmlfY86
7sUX7g/F2/KhePkhkRSiNnoIh6qUnhZF56sPScg0OVFO5wNIbmnc03M0mdOVdftLtEJhEHwv/m+P
s4gyXClt134Ly1ODtUgToETOmVV9LcNh+mrVYb9+/2zegoeXs1G2B+qdGluLReHx8rM4B2Of6mFh
NvU05eWiXfOKNL8BMT5S1SXN+eTzUrx/UOt1/YtuhKPS7NMWn3dL/CwNXh41HXLP5Q75K5HlgpEG
M142qAECT2eOoYHG0V6Y4JkZd3s0gIqSHmpJqvGn93/H65L/18+gosXdTfCHrfVS+b4Qlnhp4cQS
9i+BvcED9WNwxqc2wJo41afvH+n3h0agpOGMyfki/uQn3/rFkVzWTRTcyJ9Iqvfu8B5bOxwb1tn7
R/n9fATHYIOF/I1t0W9hFU4W93ODAFx7vA+Nhz05DHL/bFr6Lu8f6g8npJRk78KVU5CrxetLN08k
LTPrw/VZ+8XRnazncBDBB1uPP5wPbTai1pAROTaS69cHSdkOtiG6MkxcPsVPYGNnbX23vRIJQcB/
/4y0sHgWIdg71IlvCkRaRJo0HOBkFAyPBg2dzRxAgn3/sv3pjKhDCVxZIN/aenNGpaqkQXwOfh0Z
E39odjRHjkmfz9RVRYM28f3D/eEusZlm66yw64J9f7PP1BMR7LyE3irRTbcTkP+3dEHS7ftHWX70
yxURgDgpexBLWBE5iP0GQel4QDXASYDgU+jAmz5Mjrrj5a6NvjsUufn8tw/HtgDesmcpoexF/fby
rcVgJyMcd3CFYiN6GCtbHo3UE8e684oLOU32BzjP35dIE2o+4BoINcte5s1FDOYhRp04OSvHC/Uq
bYMnIeB46N66mDQOBdF/hCz9/SnhiJaUfPBZ5tDcvz7DIApkhFsDvaVAhDUDyVjxiUBDZSbV317/
OdSyaEio07RA3jz1ys6bPo2RdlJ9j/TAB1I2lejuHJf2fGDF0b3TDPIj+PyfTpCHn7fAkhzderPw
1joNWEFoZkL16WmLRs1WAFDb4blp9u8/Lb+/AiS1s7rzTzoj3MjX19IJWAApen304kF3RJ6+1JlN
f/L+Ud6+AssHTWIJXJId6JS8LQry1m2S0cl45tM+/JrUibH3rCzftlPaX0JO8Xf/D8dzbE3MBu8B
C/Drs8Knnk60TJBCO/G0Ce062XeRPT32LCvdynaC7IPL+PtLQG2wNO80+R4sk8sdffEBi7rZ6B3t
uRA/c/Kxck3pLUInubPFOBxqzxsAV+pq+ChU5I/HZVUxl/Mk5eTNieIPsAD3J3wChsy+Q2dirfPU
K67zWrXfJsvsb40Cp9L7V/f3ZwYeibId4Oxc49/qApsQFwd+g0dnuoarBxZHfhUDKU/vH+b3t0CQ
Moq4lnaEx+r55txSai9L2cJboZBBPjQFz6xBxR6BpP/BCf3xSNwSGi4czDXf3L0+NmvGeJYHy81q
PrOdxsplz419onqQDB8cbPnZLz8HknaNoBFi8SJQ8cg3pzXqoO4geHAwP92LFOm50TjfhgDZAy2M
D/K5fr9VtFAZSAi0weC/nDcrCeJ7cEhG7tFbAdVqjjADDVV4H5zSzwXp9Tkth/EUZ0QPW/2UKL94
/MOwHNMQiwhimxkuWKcHDyLGJDARaqMA49FPLtc07p3w0ehdKLCVyXQc4W/olLuJ14NhmB/aaDeD
3HQ+eJD+eBGWksLkGjhCvbm9ip2m30jO2ik1ggi/M3eTxsvz/uP6+6tIXB3Nar72KJtYe14vAW45
+LCtM3fFmM04K+apuApgnG0sF9/c5LTVI+4O+TdTeRZeHDWzckC88VkVb+7vYIC26OfExTeAuTJE
wb1pvDT8YHVb9myvbq8liQfnI4/MnPfjZ7/+xe11QAwkxoh8qp7y+puKcFYBF0roREUiq6pNzbzU
uEDgmdlnSkVSf3Bpf3tlljRWhGz0SflGMeR/fWmduYmyVoP2qHFZnnXBTNvCrq3xZMwnuKJzG2Xb
92/m8je+OWOU/eD0lpkKIv43L2nn+WUUssyvKofgknvbL3ygc0VHntxsxYP3wffxtyfUkuz2lmh2
xeRWCPH6BEUp2582gpVF/NzGw02zKorxb3+klqOwolLEk4JmvQ0wZprbu2Uo1SpNkgapfmHB/Leb
tVUIay2TrHyufARY71/J3zezFuuB4r2jfOLw3puGQD63ft1jm14lHvC/3BofI219yj3nwl3Mj1n/
1fZDxr39HdS+7qOjL9Xn6xupl7Kb5hAlqkmc8Osr27YzcTIT4YMj4K4tgquZ8HeAoAlKkytd0UZz
qja+rhqGu0YjGLGv1VDZz+9fhDf3l/rRgvTFz6CiE0sh9PpXxMgmck/O2TrGrAwcA+UavfBx/feP
wmiOhUDaQrk/J1UvXtM0Caa5jDyU/2M14c4My407M1h6/yjL/uHFFbV5fgASLhUAJarDv74+F/zi
AwsRNmNvJpkHJq/2nlDZR2gZc+kPJ6gv8Qf6Wg3xbkr9vtzpHqHll/d/xZsXdPkVSyY1hQ9FOTvG
ZTV+ca5KBCUiJISjMg6MG74fPfI3CVtqZxB11f69fSlHQwdrUk1itbH4wC3398XRNI2yALd6iyCa
YUTCDUDvmWAyW2lncOPN++f2s1p8fYltRj+8M3iXyMC236x3ozX7NXpYILnSNQo05L2HnBitgTPs
e7TY7aGLicnaNFatp7sK1a7Y6pz+/F5jXawubNgu8QLi63v9hFrOcjaQsloAGCKw7npdZCEkx8gp
k+sE+p69nkKrczaCsdGXKRW1uY1hegC39q0ZSENL/Vw8+rFpx08/z/R/nGf/pLp7cdN/mwyefx+j
b69cZz//h7+kAK7+F303dkq/zQYN4iEBvrKtN5mP84jYPPh/SQGk+JfDptF0+EAu+oFFnfDfw8Kf
w0abPhRhSywOjvN3poWvywGEBCyjLGKmhghE0eG+eRtquVAj8rA6DwcvcrDPism6TGyQkd+w/gqa
AAaRe8eWUozocaTW86cX1+rq15vwj7zLrmiAt82///kmL41fwHlLm54NfTx2lG9raEiOaZig/jyj
KVSJjehr7d3aWEq700l5YXkARifUlV9jqTCAOI6aPLNMtmDKA6umZbHSTYYY8oOl8U0dvEgsJCfF
BgJpyB9+F90K1VqwIM/EACtn4xY6IoYmcgcS0uKEIWoYz7W+aEZpNzsyJz3y4mU2EfDZ9FF8hQsm
wWtsh4ZzUEXTWR9UNdbrVVORlcuXmNWS7j57Ah6W1+tYIlObWkOVZ5GO5m5jFqacjrI03CtjZJT1
Y0zKuT1aiVTNrhd1hHzB5ov1dUpCeOoBAssbFhu3xxzUEkGaqt6LrtjxRurqgzu8fEX+swQqZtqe
yxKI5oUSjH++KcCsYrJsYxTWcUZANp72eVv6JF666NiDirHMNtRZ/h2kX3ed0E8gG2qoGnVS2WMb
fdDgWg716qfQ/+ar6rpUwFQyb8smTOr+mGprOArf6UlwsbImPR+GmUJqhsRRfo501YbBB/fq9WeW
C0D3mNOmWbKU+L/V3PlcGDqHiXhkT6r6TTfXcGmUTkxoo+2sqrtZEUGJHdKOxn0hiF1eT0bs9jfv
34g3Tww/4+f8g1vAa2art09Mltt53+RDdTRHhl8HrCu6O2UgR3R5BRai+KBFvzyAr681t11ZPJ2e
oCf1tnkp4SyGOAuzo6iLhMQc1L92tTjE83D8YFOzVAgvD6UgWfMOMA7gxi5LI//9xTe98gNNEqcY
DwnTh25T/rqEFlP8Y+Y0RnZf55k9n05toewPyv3fDg3h2CHYjusp+Blvv++GtlPpTQ06VMOKwWDo
bEDdVAp9WUQzJ2rEk19vq6Az6g+eqre3k24i3XvOnOoJBPLbTaphTkGDfrk8NEFlkbHRZrzpv5aj
EFL2R9eYjvNSYL+8zHzDLHLM+S/aptP+tlBropKmA4SvfVMYU7ENjGb60cp56k9kwHZoy3uNpjj2
shlrR6y3MYDpY5Y6pPD5JfxX6bRgkROb+JJyIkmosjX64sI9UiKJ7SBQPNZg9cAatP0hJZv1ofL0
cFKZhr4ZPLgLYw0vSXbtxaj88JYEVEaw0A18kK67KhpBJR9MYx5bPE5p2qybuup+eOxZvpYdCWCB
YRH4I2d1wePwNetKY6/MpD23xhKQnSJ7yRO+dZLObgYoAbHxsU6sdu/OnnuHcdK9BCgBXS7A3DCW
hbMDDZud1SOGxggTExF2OQjCwAC5ykf1XmqrvgkdTFoTCIJdAXnnoPMi2KP0uB/KZL7uwa1s9VzU
G1pTPia+hmSjpgifyq794bSzxlFi0wan4Yg4YzDmDZiqZO95VHmVqnsPUKovCWOxy4vW5UpYBrj0
VVlaJ62EYjcos/zkWwBZhR7pK9RlXj/VSSf2/qScHaym4g4JkLudTcbIfJ6tr+4gJnx+VT1tpyKY
zm2VXDV4BK+V23YQGVrr2s3D5KYvzP5HD4Nh7S4CdZLSF+Yq7of8mtGMvXL4JSDggsls1ioH27bq
GP5+UehSijWd5Qqt/qQOIyphFB8+eVfMb/b4uG/jLJcELelxy2ox4F6vMPCE/DFM722FhtuTxlEE
zXwGK6W7890k/Bz3eerTnPHiywQ/263l+vLSIN/wU2ZbM8aeHo06mOpjpW1s8BE2VkzfwE9WVeaS
0VxV4RZdPGl+NTYSvfH6Kf6WjOoowMI1SyYtchBv5xhVrDKUHgYP18VoI+c7FP70TVnYckbdWIxp
EKYbYC6PvWc7j/1gIGMMawjKoYFXmiYr6VmFWRODbabPclLWaemCAY4lPh9Mgf1F5cCgxJe1M2FE
rsHgANkbYWCVsEbuJ3smlczjDvX27BBBFQE2A2q+izso70I0QCUxBZ/T4sg2rMn9lpGjD8dRhbdO
jYFaqHQ9OcWzrpicDmVwapVTdmup8GGykgY6ZNzunBqf+GSN5mcrcve9gj7VBl15NgWduQZgf+kX
/QC/fR63Mk2I+KK3u42QHeNE9yeeOtsddr1lgAfq4/liaB1vLzD+n4isLK5yOTW3evazi6iKgqvI
D6azOJDVtq5GwvJKbfyMB1eI8ocankiLZA75u2DTtkWi5rPXmVJ2U34Yjt9lGQmk+EvPPLLG9NwK
2zg5Ekebpo9h4qfkU/YTk4oWAq8i3JEJQnheemUeP1t+bP2ouHOC5EBJBM+UK70Z8qptL9wYiegD
LK/I/1TjfzOzVTRHcXTotSmSH27Rk0VmiKnRt5o647kGOUWkTNzV8xUetWDci8htTDx9jZXufhVm
uaE7vKnabXv7dKQ76q8wspNgi6AJ/BLsTBvZWQMKhrSCvkNTEwOs2zQdMIMdjF8Rng4gCt11MWX8
DT3d1pockSg5D63AJltuLDv3jIbrbK8bnKPJQU1cgpxoyLHAymSldn/hsBLb9rYqXML7VhY51vOn
LkQOvMp84aAhMjtvXss0C5qtzTqq14VT4FBVEJOTc5gl1XxlmxVfWAFu3f8+g2xKzzNyA55ETeGI
hq6Z73NGCuBaYwtkHfGLAV8lp4p89ThWFtemQezSr4kKaA+zQO4QbCQESlZcuM19U2QkIcwpxHKE
Lk5/A24vSA4dJrP5qs2hBd9l2i2wCklGsfR3MomnphoWcBM31hcurzQYxe9IhkLCXuilF0dUgsQ/
mF5fIjPOAFINejeb3KFw6+SRVxO57uj8XNOvkzt0VPJGshmKozPwWBPyfSOtaIeeg+ikLXNUXUbg
+boa4GqtFau8uXYhbQJh4A5X+c6muZ7vI7PoG959sF3mNkdwMQI8wwJLEGA4Y1LYWInpPHtZ7GLX
AL7hxAG6lBbvoBM3vbNXQZXu0KsFDt6l3k6wemk5YBKQoVucqdRKgoM3Iib45I3uUH/P8oHbYrhm
2Tcb6q6Yr+XAP8Y928/YXTyTeA/ORJ4n3ZcWcSaTpKoggnb5PPmF/Z2g9BZfp5x91SLWZlcU/KD6
qMvrmdp0PmWRtJubwGfBXIMYGFnHwjKI7ks4Vfqib6aZKxValfQ/57SWWbL8Lov8m0pY5mSvGg2e
E2gOmyob8N5Eg/lHRNnCUDlM875CIe3bVdFuimaC/oMhd+ziO6PywgcniK2tEdHkT8lH6Pdjk1Sn
QZ0CIOsq374A/z9+UXnj31tT7x3IatA/LcgbN7Xw0fMqgxmITjk9BHg5e6CVJwfEsSmzexuo567q
IKOtygzjs9eNT1VPnySt7Wjvu7F7biCyWg/2xHMmyuZUj75xaxY+8sXFI1uMpIxo2yk45Ghel6wr
xGB7ziWJF3LtRZ7eWF2oNmFFckXt0AEj38DpthVpFbvEUN5hgtu2Lb0AH5IeWViASuKn7M02vVFu
kG5cY+7EymArOm4qTHuH0HVTiau3Ks4dBej71Jtt81QQCH8SZYl1ImHRb2MEqrsoHD5ZE9jWlfaC
Zu3lugKFZKtjP9bTAYRSdRTZgJO9tdNjTxt3rVqudVgWGqpmXqqvtOZSBMQ+feYlqqXJOiCzuVtd
F7OFuV4W02mNX26bN/F38Er1DdQ9CNsWUNBiBg1lwWa7gdnIUAO36r1KO8slCt0tz2ozB0Y7haVz
GQ9AU1SOio0P3myR2NRaPbrQjhivoayzbdQWZGfg9QnBTDnEbmxrOsE/PN9wz+LJlp+Ez2Z4RdpF
um5KozJXHsktuy5q2n7F3qqucFr56lOC0U3tIG9m7mf6akF80Q8TgYEuiy+7TtXA5/QwaG1y5eZQ
c3O3phgSHdZvFIjEzoCXKW8jPtaHIIjEVxkU/jGRgzgVY0rAHz3UfnFMM310lZhI+AqANtcF7mXm
ZXV3GIN2eCjaurjCIEhBxdm7N/hULb75mglzDpgZpGjQi4dISPceB+F4COumuAGWSrbasrHfQB9u
Tk0Y/fj26ybazgkwrzVYGwKUdVnq7dQPZDB0duI/gxr2PikrqnBldWULl57sKUgfNrswRCsjsQmV
C44v7WJsntOIBbbqzQi7bmt363F0WrIC4ZYdMqBKq1JKvls9nGhc4lEdkcUFOv1siur6S+9Gya2V
LnQ4r+rmBykDzQelxJ/tFKMnL9zWMAlrNbOKFIwa+xIG58o4uO7U3KPjbK5Z0MnZscw0vqxHgj3b
biAPYDTTadcM/RBtg7jCEGmkZIHYEyhLEGnTeB5IHRDt5YXDwPWdMJR64PDJNJ0QD4spMLYA9sen
rHec7Ugr9rbvMHz1BIMQraaCXVOPal8DBNk1UOLukjx9suDNn3CCql8XbLEeuLSVwixTNhsspnRg
zdnT5IyF0x4jXn6s2Dftpe5Ii5WOrIhRTMP+As1sd1VF5nCvI/ScLMf+cA8ssT0gZ0jO0M1n52We
nRvV1H4bqtY/12nlXoo+BNQ5TurELvCVruTgkIkdBQfE/mAZwdAIwIdxfYZUm0eMOQd7KrM1Tkqd
1ZeqmI0nl40Kjj9jnr/xshJoaEqdf06JdnpCBTPs7Q6KSk6Byel0bgfwVwL/lcHA5iqCGWJHbMcy
KN7VxoqC7/DO9AGWZbip88jax0067yfECuyv8uZcoMzeWqr8ir5rcHejSyCgwbD9VrML3vQZ7GL2
5CQXTeq7GgFqW012DIDR70gA8K5NX5h3LXuAA05aZy2w5160Awjb2cUw7uu53UZ97Dyqxm8gQfxE
erThvrBBRjp26Zwqsy/3md2orZVFJliilshKsrXRvQmqH6gA1Tg067YQLFiQ4g5EMfGOQJ78bCN3
2gGngP6R2yZAYlI0erc58X0NHc5FzC13GJj4LfwgGL8ZQjkz+QY6lLi61PC2fW8wB4LqeJKTprOZ
SM6hYZoE28wL2mo/WnL4Ng32Pey45JA0OjiouIDt4M03OpXOD/ZYxW3PPvIiZucBlFGTw7Sl+Q+l
0aZA3rhNV16KBrv/+ZTxdq0MEbjHMBtN8ENO7RJWAJdHSUI5J30V5cq4Y7DvuXug71F8glIe2XYJ
FvALtQ+AmdYDGTTp7IYhiXic6qrZQyRdQvmChE2ZZSWf3DGFsaXI70pyX92YCXEiM7jC06gQn5Ee
lDdDOFJHVX5/lZfVcJhmoPhe7VhHX08kXlIn3PomfEoMDyRcjhYlHfrKh0rXcBVkalxigvwUt1jP
dDjRBDTTUG9yLyVvizXMrVvnWIU2P6Ivs28sZfBuQmN8gHFCmKA9OKQC5qzXE/7iZJ1rbWxTtx8v
xtqZzni3YZn3tnc2VqE+xH7yla1xfI0Q3FuPYNqvc7vlWecLxcRZ6F1gBhRlPCdkPooqOYXRQbCk
SKPb/2Lu3HbcRrIu/SrzAhwweCYwmAtJlKhUKg9O25n2DZFO28EzGTyTTz+fXI0qWyil8PfVAI0u
dFeVKZ6CO/Ze61upXwM+ofyvw0GfjTVGv+KrpbT6pVaKwQw6njUcMmI+SWJ4pXHKIr7k5ZYn2s1C
z9CWLS3rZSZCJRI/m5EYCnhMeVATtRTk9LGC1m8SsqowihDekLktuzxWxsCqyoGHMS7WLX6auGuI
l8zy5gMjScIUTdzRsTafmGxadvQTajO9HNuwrofvYI4bxpGK1JBdW0LOqd2s/gr/E6KSnbBBLflu
8/xNvQqohl9t/tgCYgXG41QXDwKp/010+tbqJLYeTPBaR7hW1h2yavMEASc9YylcIxzi6FCU0lLY
LXJ3za4mBoEG9ZUcXW0k3IMC8ClOvfK+N0XyCuuSFzBZiD6moUFlH7FdJQBGAlbWoydL7/S7yhkM
Yw3dQ9yWWFy3TVKjchGiJC460t3ghGjdSUsDiE32hsw1HQ5WayNZ6sRirdiidz/IHyEhUpoDOGoi
cvLKwqxupQ7ZyLrxutCLaVduzzpGvc8F81p3C1xXBVyAH7nlP8N/0dZZYfkfrEXUgRjdBBVMkYeQ
AICUKKhvIyS+vbSw5MF0m+ZV04r5VssNIaijbfsZi0QHY88daInAMkZ2TYRyb3/Smnl6ddq23NIB
LogoNRHOGJpbfynkOD94amZar2mFPa38doH5QLsRE3OX5V/zJR/bL5iJTfjUMJ23osw4sbKprDe/
kABzonxYJ9zY23bQcAVWqARX9jhbT72V4EByPb26zfFhsWIa/VCvTQC5m6QasuRAyyiSt5HjAZDK
6Bx907GAu6HJYtfD6XLsZ8PmC5ZnZjPGcI1i/6RASoXTKcQbZtR3z2TdD6MiDs0CLA5lpxMgRgtz
MyUtqR+UhtN4nEUsntMBAZheW88NX9qj3mTFD3ollBy11AbrIeuEAum9MTCTVfXaMfltN8OvPUwT
0xm4KzPFXjIeutza0YHpnJWzTD6fBpcy6aCMhL9r1GTTHIELN2hJ8ETBfmthOWjUjTa4MaT1oMBw
c1W6f7f0brJsSjVYw0fpd9Yx77TSOcKf0p2vZAAZ2XEZxzkKIicnj8iFylruyhzCPBhwhYnt4wzH
XtvFCSSvW19xwz/MhgkVZ13q6NPXCT+MPUJSm7G1q39tn1m4o+lNi/0M9l0E8znCB+YQ4iwYBLT4
fKRX/Eh8EKsfXLL8aOrVC2K3debUM9z1ntSKg0e6TgoLcRncB1PrjIZUInxxM70BI+YvllAzWygd
xxKL4URmjtyDP+zTEFcweTe2yT5+SSF7fwWcTioJEUpsHntAHeBJKqN1vZsu1Yzp3sAykB0zjLjG
QdViwgdn5rEGc2Ju4ZxuoPuBWPf8yCweSOKp9W3lWi1dkIxaeq/6fC4OniZpfev+6Fphz0rDbGOI
5PRsy7T0rLUYyrYKGBNE1s4TeHR2lKY0Cwh20MV+TvAzgD5Bzo2VHknUDXBLfqvFcD87jqCf059g
I2s2QQMV+r4WJTz8pdcd7I30mLv55yLQqFWQsBbP+enaqEaJDO5bnich4tPIrKq48KbW8N+Rj3no
g60zNyfwyVmY7DkReUW3eayr9FAIk2OXLqXtC4sxBiFqobShQhbq0ahy8ZrFpgPoo2C31rCHN5sp
SFBykCO81ExIolMto4OiUEkH99AfGxt3jQmL+CdWTDF8HDPf5NYRX6HzF9dG2vam2bNlEyeBYJLi
qQBJzR8WyWIVR5SYH1swGbSHyUsEAI2A+8ZoY9faNuDL1Vo03WI+orI6ES6j2iBEnSc6DazJKG1S
p5wFThocHV6rtspoLJ5SCMqbPJECkYDbzYRryNGOqeOYkq0dHo2QT+Do3y6UulpwGnxZxxJ9pVrx
4V8IarRaIGgkHzIgxSt4ilvyfNTWfdFtlb5w1jQ7/INo+skjLnE4dc4yyc1EFCfKIOqoCLaJ6Yzk
UhVpGW3GVmTEc0FesFYsfJO6KQcsoSh/YeZR8zFzu2lHb/EwP4PJ31PxkDUV/DUVtX7d1sacGvFk
5D16GoW2V5GVaOsKN6c2LLdamzvYFuHjD4AiC88IUMOM5d3YKgA86dRrBx4uzb/rG6tCMla4zQcr
FVn96rdC0zaz62Q7GtlpfcNW05gPeJB6dwvQ2inD3OgL/QOhHTNGLSDdy4bwwCG9UwsyJ9oKoi2P
k0VUh90WxKUsFPvUsCWiL7hwvyx9ejaBfqR/nN5Arkpo7lp+8zzgWItWeAd4amnTdP46m5aqfbPS
DJ6lsAb1be7tAcQdtyicDdG03wHjWhlFacXt7uHEzxt0+cazmxe8bxU8leloLLL+bnKrX+kRZSYC
oKmat87kA2g0kioCGcDCAKCTN4wl2mNTHxKixqPRpfn87a+Xs2sEz6inNz4O+W5x42zVGO24hCUx
N0i4HYPGYNFXS3tjpAVRTTmForPtGjqJDIXq0giytE0PyNjRlSam2ZWbWJfTfOPMRiPvTaJH1CHV
ylxfUYr2OCXbuErZV3bEgQxiU5IFCQq6cpMg5cF1t27nZ/1aVlp6GGZfyT3iYfJNW32Mf5qVLRY6
z0aEox5jE50dBTLLvWEoUhQvVtPzzidkdJKy0hQQRVbAdk9Uj8Xk5B4MY+AW1K6VZztjKeRuNBpD
EjczdB70HJkp4t87wNmnVD3Gw/jAzDL9mdLbyWDPESp3tAmrqXAQ6zymW8a/dNY1m4yHbZ3682c1
l/Mt+awMxRlENKyf0IhZvaaspO5Om1HJdea7TnFjL7g3tp2Fb3eEp1UZ0efEjW21g93pkbBX9VTa
rNNFNN7nFj2xe38CeLLFdsQTAfo0MXdTPjDPim2wK+06R/3KOdSFRjRwlhCxe9MWnuZuRt0jCYck
UDsUcd6le7Yb/ifLquAY8QaT0S49veN9TSti7YqlVd/0ARzlumsTYW8FLbGXRnnRuCGaNjfWf30j
/hqVTkWcp0GVpOLJhlInj1wku3qsrBmvdcMwtftcA5py7v5aMV0wiOLT0OhVup2EDsVyZmeBjUOz
zCFGB9hz43wXDTz5EeDKWYH1kqyXZVrSvcGt3NdDbKUgbc2u/e40RtRtBr54rD5Ojk10pg77lFl4
1onqy9svtSA3IkADvUDQdKt6NDoS03uHSpmbrFOzSZVqYUmWaLsVc0RNrAmiPh5G8KPEF2JQ03Y6
oA3/XqPzSWJ5JXvvK0A4Oz9aU+a80WZQ822rdRYUPD6Lw0cqInv4IKl8l4cI5/3wEbCf4vXFCr63
wFcNt2QG6suHxvT4mw7SIuRsPk9SAv+4ia23tHRmXWyTE87rYC6A8H7wPckzPih6QqjIiv71ot21
zPPr3Zjmuh7aVntqCGuYv21/wxY6mkbCPKRy3qKigZToEeMJV7kBSxHztgPZ3JCLWi3xppoMkoI3
wmegMB5KVc2AHm2vIrlLFaQBBs7Al/5rUww2aP7ROYl4GA74jAgSHx0KIjkq+YF+aVwOT0TsDfUj
m4k52TGPtT0SEvvRWqcwcYuwxjf/JWuwsPOI9ijT6WFPTDnCslAecJ88LVTATq8DbMfQlGY7ht3l
839qJJuoEKquWTpW2CZZyacLVQYxVyN/9nIn9Wz4DlaHFUBzRKydkvvmqP7a2EZn0QsYh/yIUbye
nry6xqudyJ7nrPRKbhosNbva07qAaatpmmzWuU3C7dOiU9OE+inNMhwWV/vMoKkNx1Gf6zXM+TK9
jQYCOSsyqoeZACRDkz9cl9nnK3tWrXyRrqF/czUjVW/6jBUIdsAUO2AD8UJP1ADMLGNM8l1hyG/+
0I7xy+hPKnoFC82zEdHe9H8yYJlUOHdQF/bNTFytuWjZQg87ZhRxMEugkMdWUsgDXXRa/Wmmn1Wv
5OnChmabaN1tSUJKeRehxai3S9EZ2bPNnJ+FPiO3mHiPOHbafGvinbAYH1J0fY/jxBk8nBKV56zL
WTFSzNOWHVUrYsl1LR5MheSJ+eTiD8AIVQRltIfHtzzWEWPpQ0WEUfutKPtmRlglR6JHFqZQ/aGp
jboKGzR2JFurLFluF0KVjbuaTnm50oi5nudVNbI9w2GsVd38Utk5SWRpWdrjsVBdaX0YMD1ZIexr
1mbFDj07pv7oLDfDkBO9E9R656Hx1bK5TfZJSxbdQxq5FrpnJNFQxUYqFuAFxEKe3vrO1OYDe4a+
D3RBT+TZtYm2CGgDF30b5Cnx6sa6H2HEUepJAhc3PZkhGcnfZOLIPCjQVGj1vakNnfCPWmUmMWkt
+YmPHiwcFiDZ+8qgMxXgaftuG9T+FvpbfJLWmZbMpqYmh6eZdkNVOOZTZwHoey5Tq85ep5iALhxe
TNwfYFHwjvpEGzt3v37A/0g8+rEq+M85KeYPuswxeYO8Xv3s3v2ndj+qE7OlPf+H/j8MNXCRil2m
Tm1f8yx/Lb//r317+kv7O3Dq9G/+R2Jqu4hFXeTTOnfuZKXk9v2Fn2FR+t8m+mMqO93C0/nLfv4f
ialmCyIPwOF6qNldpGknt+d/NKaaDcAKoQ8WP/5I1E24GP7v//nDz9+e/e8/NJ5/yu40TMCYy2yM
93/qspgQIBovshy0uX0/xYtCL4+sASQK5KOuMb/qVBifXDPHSJARxYFkatzyEjnrmQ0Ng9fZ3+no
4IMB4TOk60FtfrueD39pl/74ZX9K8/75ZWdeglhLdZTsVhbCr0ChZs31bTaxYUrpsh8NiH5ryleA
rZKxuBjm/Amd0yeigcTW0BnN0hZiOEBGk9zo7Ba3rAGKxktL8F5FuG2OtuqKeO/Me/HPLz3Ttulk
scWUr1nYR2yFzaZvaDGT21e5WfzGZyRmijlVUPtiduc2beNNp9prWr6LRz9zBJtk0PhEW2chHUEw
5249bggCsgNPQcNp4q4I26om4HFkVlOLcTg4KkqueCH+XJ3+OfMzdwLpScli+UYWLkRql0zIhuRR
ygqFjd3aWDt8/UNC1h7eRdeVV1bEP8V1fx/zXLQIQ0M3NBhbYc2OFbxyT2/YK/NjFV3zdosLp3Wu
QfUsYtz0ZcxCQPHxYakRH1HLVwgbkjFMl4jhrZWRFYF4au3WRRkWy9BtyQy/y/Jx49sagclWOR39
rP1WomhCJmAwadVEdEXAafxpuPnnIpw0j7/JKTWNEMvWAQ5NGBqRE22SBogu2m0OWyMEFFfeIKdh
Bgo2Ze1GTvwR304aSKH8gD0G+XyRbAEwkuRtZlN8o4+Cj/HSTwdT1fNebxFuZISEgq+Hqfz+C33p
vp1pjGHJJF3u2SU5QhMjGd9WjA5T6NS1+/T+EU4Uvt9UkP9cldOhf7sqCGVkbqVjFZLRxBT+NOiL
S08L7bxG71XgXEdlXbHj8KvNUsLV6BtV3AwFQjh96hHONckcxOSZ3lcZqVgaZNPnjiZ6KOu4DzE3
07mnBQKyU6qdCZY6mKjvd1A847U4CcgzwM8KlWtQRJGxHbqlPFhDr/ZTPaUbUjEx77ViOlj05VdM
DmrSaflM4GM6kurgbUfZmPfvX4tLV/tsXU9ntpqO5VRhGS36uqpxDswOYAe9nt3t+4e4tPJ4Zyu0
amC4+PPE5UYRs01ypW8QABTrruzvalk8j1HzxericjOa4HS9wpyv3GhxWln/kbv+c6PPVtxai3rX
otcTZonTTyvHTtnt06qxPutoCn8Ug4eGBBa/e1IGzpm17mvhwyjvJOpmZ7Jh9XQCMeGVC3Hp55wt
wZCVyZSqbC42XfXbkXF/zowgKUJGAi64LeumRCcSKNs0V0ZfjYEmEOOBQ59CGmXdtZ9xaVE4W42H
EoRDoYsK5pZMQvBEZI8M5E00MvqkzNHcJOy4gplJ9CoeFaLS5jSG9EjDev86XKglTvXP768f1k5L
G4jCDnFguGuha96G3bs6lKQXb4BdXhPtX3i2z/kG0ezxZkF9DIcU12Y7Ow4fe19tdKE+vn8mf0rH
/36+MPD8cSZN7oNzq/0MfUifbiIYops0Y5qMHLHfI3EgPRAXzvP7B7v0Hp3DPnvcPUuhFsm4kzHD
TMPpMc+g6JJE0ocZ7nUGLmYMIrz+2fdWs3GmtLzyJv2i8fzLm2SfLZmuO3tkyXTaLknoKiPNMdd6
5S1fZvrwx5rhXmCbNZJDLbabHe1pSaabGIpyhfnV/qZ3VGSrjguPRnBM/LtyjuhAAuvrw8Qeiy1Y
cwnIKSGCbbL8+lumezTskrje+b0OuEvD0Qx9G7VaQxzfPEHJGuv5XnVAg3bvX17z0mpxjm0oaECW
JjkAIcSM+TtjXTK8FWd+49iL5m9bm+u+YvafAw1u8vxAlikuw66PSJmsSS6gp9ChdmbA0zh7AoqO
qTPy8CVd5KyZA2REvDcOsXzprL/RdoheVREJ/D7Awb+wHe2/xPogN0XcVVu7dxDL8onJ4hV2s5T8
y84tT2I6emg7J0rcB93rmxR6NWxvgu9ceKbzZBzbfpjvCGU12F/SJd/nc+tR3kEYX4D5R65HxEpG
GJJDBbwjBGkRG9qy/YNm1Iq0Rbd04dd7xcz1jdND4ve5QBBdMGIoW4P8ZuQPP31PK6ag892quJ3J
/ftCV9Q9MJWavDs8kSKwncky1yis5Ulp1DAr7FMkjGs/dhXJInUptzS8ZLczMBd/NIkhZzrLQPun
FqXa25iywzZQhGEcmkvzUTElq9CEatZtkzr+x7mFLRIIizhJDjozWJBDYSDXqID52T7yeuiLnN6q
Vf7SBIVnNvYtAUtrJmz8n0YVh72Z3+T6AjexnBJUDZ2j3GEtjD4lc82cPprI7+6zdqj3qsyRtEtD
61ZdQ2OEgQ6ysNWQ1/G8wlwxJmFLJ0HblIbfYHpIBnu3ZKV4cXRUbiizMy8jXdXJ7p3U9bWbmGbi
j8qx859jWvuHRrl1zxCIgFBqsCrAXDi0a9oDSF8U5ETk0ahUEWQ3k/ex8BATIjIY8w8llDsImDX9
xJWTFM6LBg6Pnk1rZSPIWj9jgjSI4mUsEhqT85JYpFPXGQkYsSG1IvSJJX9JZwe/h5c1n+hVpa8i
c5y3gvjhFt4DU45PqtOdN7p4i7ZlUzh1JGkak3x0Ekii6CW06qRt9qjnjcyoPlhFUXyWRlUSBJUb
mR4S4aCYUItOx26YldZeDa2xzxgi9ttkbJagKFqmSsVUkZhhzz7tPuaxDUPWBI6V441cmSnW+0er
470HoagzF/CS1mAYjnhmk3R4zFdiLvPNWCP5LnzG2g5Ul4PdVARFIIANhIhGJDFNgWImZXO6imS6
fPFnWymCVhaHeL5o6p4UmvxyZVt4tbY66jqSXK14Z01jDymSQJZHSQdUrPvI42EHpvTTjksAx5Y9
TjbexdQOMEZJG0nCokINiM52alWd3o+dcJ7I7e1fSGCuu4CkUp5DHh25sSeTYsjRzfSRRh592xY+
+7eKd41pYd64T1Fflz81s3XePEmTdROjSvihZhM5sFB9YyAOQVaZYo9P8Tu7/rcOMzEQztbEgSet
9FNSMdIEDT+b/QYy5ISrxCQnaKVEX74qXfZ3PWiC55kBwdbAn/3RaUBUrdpImvvOq6I6iGAAAZ6P
jTvAd4GcagdPSt8nPydp1whTPZvMCbu+geszfexEAWh1okn76vI4IW0pdKLQjKpIt9kYm+TMVZ75
ZWj7KQ5KSd5aocd7xHKNYOQkVB2iVyIBSs7pFCJjdQ0ym8TyLfObugtJiJiXwKBFews7ckTpucji
Q6TyiVWzq7/owj2NlBGYHJPeXJhYxwAjzdqtPlst3HeUWrN3SwxC1jH8IWAIZVbDcx4ld0Lx+nIj
VWgjBXcw25CFgTBvSVcid5cNsltih8puTsJhPnGrm8n3f9gV8/+gyEf9rYBzWxPEBal3X/pT/02x
Iyi3Xs3iiW5HEIqLWyU/kk4ISj93Gmdc4ZMlnqR0Yz6W0qPlq9XWF93vCnKyR1bbvDXIzPMLRTas
k2U8z+0wRBFrOGsmFAEfPasex/YtFiLew/c/gRcKpnNboRrN3u7rhvq0m9stOl65z1GCweU0oyvt
mtO+4l/qCMf8s2Ka+qItVFFVoZOhghi7GfJrOs9XrHxnXv2/CzLnrOBP8CH4qIPKcCpO1gLIpjvK
CQuNtURNkVXtU27n43aBuo+uxrfWU2Q6N31DaUgCSrzNhB1t0OKhorKw+Md8BbfWkiaf68EVOw1/
7WbKWxrOtkukck2WEdv/5UZZXkuYN+Ks92/EmaX6n/M42ylM6Yjqj3DeMO3H9FZHULKyAcdtUsMa
tglujaCVkGjBsbd7ok78XR6p6RY4gRG8/wsubJHPLYkMG5mQerTWCTTQ79PBio7TWKcvmmKOOI9F
y4TElKHGnH6XLnK+slc0LlTU57GpM56gIUbsFEZpqr6TZdwRB1I2jCFwCN72ZoHs3pZ9pFYD+Tif
iIlqXzu2K/Qj+3nQd0QYoZNa/NYFLLQwb58E+Y5r3RoIWnOjQX1m5w/0CMLMMAdTm8uP+MUkG/s4
r/yAyDfniwbA65CPGNbYpJsRCwh22yt39sJ1tU+tpN9aD6VVpwC0KUHifoKnPMenRhH5ckHPXA4e
CqwX9qlGLRm5Mrb+HrfITK+8exdeb/tst7I0Vdk5JvsH7APFF4cxfDBrzbRJ67S+QkC6tLU72yY0
EyBo5bUplRsSwFQjpqhEXhxryffJnN0rF/HCibinxeW3iyjdJdEknNcwGUzrVrbksTcF5ffoUGS+
//xfegPPGV0l6dNabpI/i2w43iKZs9Z5YtL3nitk4y6fnzUk5fkBhEzDs1f5e5Qr6U6XRvTjyk84
rYn/sla6Z4uZW2uguelQ8ZZ11b6O5nlnYLl+gIWcPCqJ7KynofupFGgr6Nnbx1QV9uOiMJrOLWsq
Me3/M1jR3+uRe7YelY3E9jV1WahRNq+8XM/WhY6cuMorbS2KijRZfx7+u57UOUmSbpibpZ0khMUz
xzW+M7xyZoVECWrrh/ev7YUnyDlrQXSzIBgLyzVNxtTYYkxDr4SLYZON4hoM8NKX7uxNr2e0RxlN
brqKk7Eyk7ZCl9mJKyi5Cy/aOQIZwQW9ALxuoWIUvnZ9/2PVFP6hzZnMj7Mcr7wGF5Yr53T43960
chg9ZHiiDOOpXgLUveNdLrWjrOflttBsmmkzr7fT25Q4Q2Rceb/NC18B52wZKadiEtgxqrCIdPU5
8xJOCB0gOxMtt5YXRrT4kAXsYza9o0zQF+SEhK0I4SFhKVJadouVoSXYL0qyn6VXVZ8RnbRYlxiN
arsUvayioDttqHG/x0wlclZ8Ex/Wbq6L8aEupuHFnRKm4OTO4shCXQJ437UIoTIjys0dOWXszbAR
YyM3IC8/IiIjvaOwGiJ+p64dHpOozz6XM6K2lYVuYrlyQy5cmXPmkd+NTLNOZl3E3RJk2EJGKBLT
WzP32nVKavOLinN55SG7MN+wTwvTb3cfugZZDF6dhJmx/EC89bgsomX7kt7l2iDwf475V0uiAH//
pby05tpnC57upHNaeYyoyj7G9dH3j3qFeJDpf4TeOam3fRv729zPXiPkFi++TWJwz9f6CubkwqJg
ny1ymYjyepnSLLRaOlmprFzc0Na8NYo8uTKQuXSIs9YrORK6Nw2olhjF9fsoQXPbwU045E6xXPnK
X3hCrLOlbfFKmHG9JiEHkM4rRzUErBHZbd2Iej+poWcDaGlv79+yC+djnS1yJWA5du6eDNk7tmtv
1J099jLkkBNC//cPcWGlO6GVfn8IY7ecloUtUFjQcHoQpNutvJIY2Y4goV3UoeB+/zi/fvO/fG7P
wd1+pzA1NZRHInLKQ1qThYb7AhpBZREuR4T8sQeYe9Pq/b3gxX9AqFcErqjqz31piNdqLHKqSPGj
ZIuBPYMUWK/TP8oxLcMBWmpUh3mMbj2W2fOSJBiXu1yeNsn4yTRtWs29zMCkdbu4KuhI1YUdoB12
6XsM2f0s7LeUFiw73KRj96H54VARVq+7sSLBjAJocuLiEQU86aoEGQRuOsLo7lusXa3hbBYn+up2
icIyiTP3/Qt26XU9B6Z0eV2hZDDYBXg12/20rFJ8Do2zdvLK2aicqUHcGHrYkDWyHRQmftkqwqqL
XA/f/wmXnvWzQrAanMJfzFNiSOHKr4a7lE+LofK10etiPWgZ23K8FcOP9492Rk/5uwqyztZDVw0n
zVEmw7xz9SPOkyowo3IJ67Zp9uNkxDt0TQa7xtZA1w6EN5noCRbGQOp24kRrpvuf/Fgj8LTImnVv
N/rWAvQWkMW7fHUYtZxGhOnGNnJjwza8WCEeq668Rpcu1dna6g9+q7lJL0N3mtrANEi8ZiEilaaw
n7skSx6XnAbH+xfq4pNxtpLOMzGkBZYCSBHsxS1IETsdBf83lzC9QzIkAwCGrD3E2Nufxqyo1gt5
xRtyWK6d7YXi65zunmZ+Asml42w7zdlga8WVnkj9ykf40iTm12D5tw+jaht/MMhfCKWQtG8NkRAN
PTaBSyIRCSuTe6jBZAXINtN9YysiMi3dubLFurDkmmdLri4W/FQ1ZYxu50gaeiLJ9QzhHzkjzZXz
u7Dk/irLfjs9mk6phW4tDt15Nl7MyJiOehu9tShlhzW9k2v9pl+4oX9Zcs+Jcd5MqLBNpkuYuYg/
lD/Njyaq5sPYdB2O1sjYoaXVt2MuxWZJp+SxNHrtZAig5HNqSAwOvf1VO2lzMEjXvJlteAyt60T/
5bU+3YPfLoQppdnNYHLCvCnTx8igHSwWI2dkYovP778rl27n2RKWzF6FG7JPwi7O/F2HVZ48bM++
t3rLvvJlOz0Z/3aVz5atdsz1ySVhLuzatL1xR4EOR8v8rWEX/s6CvLLOpCBb0+ivBW5cOqmzxUYr
8CXhVU1Cbl8HDMHIbnhkCQ934Cy9f90uiW9Omrc/7g0sncHKfTpUrhZ/pAVb7Aa/MR7ypqnXmMUx
OKhqeOK4as+QHaH4RCy4LT3MnG7ZbyZLEKnsQmBa/CnfWKXTr2kidJumQR79/o+89CKdlXu9r7qR
4VDC9gl/IzxUePOpO2+xSLZrLGtq918d5zypJXLwObiS9bsRs80wvZgPS+WLbUw7bR0XELreP86F
+3qe1YJTBY0Y6VB0b/tlTy4YJv7I14JmzIsrl+zCyv2rMfjbK1cxDcQGijhhGEbcKZ1vHTtVzsF/
dwKnG/Xbny6cYSp56suwcfDrWp4Hz8zgC+HNTO3/u0Ocrt1vh8hAn5h9jn4pLSUzJTh3d2293HuO
P175vF66C2dLhsQ25zVzzknEvncP1xeJWXUiFmHRv3IXLjy454BmLU4WsNh+EUoVdZ8jQt2CesrE
3tFbEPJ5dA3le6EqOUds89Obqc/MNERn+eS09Z1MAZqLSss3Q40ryrG8K2d06aKdLRcLzJ1lhOQZ
WiXzAKNMIIe7StBFiP0rh7gkIDgnsnfSIFOjHnDrp+j4Rm0ChTAl2jodSmM3ji2YytPIxqC9ECQY
IFYNKNebpvBcXOTe1br8ws07xVP+/gR6sU1boGQbHVenlLfR9zBtC1uIr5HCHLYy5rTZD0bU+ygM
erLOKvHVxkdZrYfeMt9AF403OHXKFZaeGXI+Zplm7UlBA+X9V+RXrfIvX6Rfa/pv70ilJTbbezS7
JmAwfAH4Eqye2X06bY0ma4IOrtYa6SGiXqc6oQbAvDFHhhMi+xGvoW1vkG7Nd2AeltWYWyXTXlc9
91J4u842IMwU0RSgvQS0F40ySGVarfosPjRje6uGol1VLbiC3pKkGZnL7YBt5NmJvWFXSDM7WeoO
3EG1GzrN31iJNO4mvd2I5toaceGLfI5fzGuVGrXgQWH+b+xTsIUrMIvobqEoYSUxfmoL7hfZNP6V
hdvSL6yr5+ErKDXjzJviNBwXH2qX1QNrTFShQ4yhCFs2k97Lne3ljr+uIw1GFq7ynsY9/b3AtJNk
w/YRSYrHyLhZJ3xpxcqdar6oY7rg5kIyfoKADesTXXhoJJCiFM+QudZkPn4tcuK+V0OlwUbMvHZv
JOwLVgU92O/xEDUj5KimebCVNtwjazKfclNMD71y7O+xKmOxafUBCCSWM+c4MoZOVn7XQlZLTSO6
L/DEVZtB88cPktEqWZa1U/VbTb4xJS2rdTFHxl3ZiVNiZJExg8DbdwNMuQbvtHRKrmwTsZI76yjU
E8aHUyCSTEIL8tycaHd8dVvNJX9qQ7hm5gZkVujmytMwdzs0cjYTjhAXNobZfmng7RA76iGk1FTj
M4/QbX3mpy3Rqy766XOlFx86Jx4hujFfbYV/X8uhYZQ9k2huNXFfE8nhaEwWWte4rcZS11e5HlsD
pKmWeTznl3zvc0jGUSpJqnfMPuo3iGSaLRzA+NXAf8RcM0qR6tlJkcfkQFvixe6UcUMSyImd5LVq
p5P7mq8EuSTpiuykRqy9OlKhSbjpJhn7yl17fLrih4LVAERY1Kfmml759KMi2xP3WjyoDynmXEbl
np+f8IOZ/6aiNgf1Z/t5KHXLrDalINNjRae40FBryQYYjK/l38u6sV/ymV0oMemZG61duA6fvTTR
k9WI6f15TGKbTPnRm4gsWUbvU1d1UEoG/KzfUhCKNQyTHIdTI+dhTx6l2a9Af6Ibk7Yytkh0eh7p
xXAYUzKFz1c8kOPLLEQlbxLcaJ+whyY/ofgaya5siwKfatFG4dSVqX3C4DCWt2ZkGCtrJG4X4ood
wYOTXQ+pIJvHj+w4SjRMfaLSLTsSbMALRNppl0GeWpnmYBpBnUrLWtuxmxxHiM6CndqoP44yXtx1
5XTeKjH8+JOEXJIcPVFij9DrSTf3w7LoAvamzMugKnzUWxgjy29JZxGQMvWd/3V0/W10yvxb14Rs
PHj+TMpmlvvubgADY64lMW3YZVtySRMgd7cj2UPZlq6W+jIPiXxt9f9H3Zkkx61s2XYqOYBEmgOO
shtARLCuKZHqwERKQl3DUY0+F3TfsycGJcbX72X3mumCQADux8/Ze+0l2WlkZ61drDj1DSxh3tnA
OK3yG9fhTx8Zg56NiW4MvqTTcasckP4nlHdMvtwWB9ZWtTU/KKu3+eKlsXrUwq6YNnwVzllq6NPk
Z2UJHoqAsPTariz1FKpmOGfkSF6jgccw9ZkmefdR0mkZelvmoYy2vTa9o9Nc7ctUs14He64D3gUI
UCosyO7usyZ5VGXofAO+SnYCFsGJR+J1XQRSrKxQSTdMCnakHCwRq3ZYX0YjEFlgAHl3C8hMzMSG
TngN4N+s5lO3VUBQsTqQuB0vFloKNWZA6lbEDd2b4hFJtAYcNotdskcrTpqZbTZQAsdVn9NZpnW9
uKuIv8oGG2u504d7xHIt9FEvtJZdQzPxKi+mbNiQXxrD6fJWXItVD5CYZI4llCoKROAstVoPcolr
YFstbr8zRVg/YJlB7j0I5wIkWebuYq/ovw0DeXabRXeW3Zx4gjGPPjIEMc0uB41i5O7GSHkbPFg7
OyX78XIwO5dQ5RAkrjGF0UkbdqlxptRSm1tuHdlgHbc5XvJhVEEx6ooks8J69sxWsHSBX+UJNcPg
nkKPqS1y0S3ugNd3OJ+WLHI3iHOsayFcsB9w3sbTQk4pZnGsxLd89Q0SwthrcNLxJoP4idwRxAyW
v31EF//FsoZLt2g+RcJO2oBUFO8cq2n0veDf8yYg5tnYeplcm4UjX8M4wioxpASWblLbsE7BqunO
DoBiGWHxB/zIsNxybmuAgskOTx5dzyl3zI3d/MQS1moAPdv2zA26Eiq556URs/dC15sN3RnxFM6j
AaasCK+bRDrXoCj1Bzzy1d2SCZhqjQGRCw1j7qEToPkTor0qzQsokgiRJBFDN7DNLHNj9rX+7FSe
qrZWh9QILVVz3YVGT8jz/IhgcZVNeGn5gEVTg11hx923fLKr2ccnTKysAUjsS+7l/HEVFBDdT0Oz
PaPDCIZZ55UN5rrSMNgmrtACo8/UHYq08S4mfOsLLONu3rsYFkmdyCzgQRgjx5naM/fmDVu6YDxV
ReKk5BFsBi8vXwjWHR6WqiyuiCrF4x2JaKmhBY7gqiYt1Abf5sU5EYAcJVylaox84UyxglCnMJjX
GNJeY77dZwqD1tgU6I3JNkk7wHHzELWwyMsmK33hhV6P4MIJT01V0uxjoqsumGuvrs9O7umeaxsE
axfJANcYwpTR3f23N/BiUDW4+6FMi8/odfjTYq2sP39cgv6hAhMHNXIaskpCPvD2qctipSf6qznm
3bXH2nVaRBBMOpedZsiUd6Rf8Yfzx2HYDEvnVMbrBdmP6tsMIfAPzrn2qZMnrx/f0p+6kmI9ZP1S
VY/C7GKTOKy9M9AVK6UUAZki2c5O9O6ltx0G0P2QB3XRtScJcsOgz6vp5cjF/1BfrjEXv15coBK1
Nbp4+0EfHyJI+sBhYsws2Sh9GMkDcRBWstWgLW4MVuXTnNi987EZ3W1tZmUgu1zbZWL4+vGf86ef
9+AQPkH0LOphtPdihI9sRIO9a5eyu/KgJOwRLuY+We9qF1GkHLniHw5dP+vuXx4+22af2UaGUUJL
s08GPqFAFhM1BwvWKar96f/zPZJvn7NejSB8jBGuLPjVbZwb+SW15RDURpLdfvzw/vSqHnTvljys
sxae5R66AN0Xz77OgRhuyaw7pq750xUODuNdCn9HY3i0t13tsU+lvElzvUTEMovTj+/hTz/HQeet
KcqcmZnJACBpANK7kAqrqdJ3uEKrva7cv8uZ+/dIiEjEtz9H2Eqzq2NAEFEWP3GIPQXvita4iL81
CUjVzO6dI6qYnwPP94dmkjjeXspu8xbKSRqfhArHJrHz0Y3jtcM1kyZYxD3IebnCItouLS/xoEm/
asktN+J4CiSbxyfc3j+KsaVmSfrsYggn/RNsWYnHR65BB7OzdSPUCyaJAEGk+mKLJppk9jyxb2Q/
1Ts4uNnGpi+NYq10TkcNxmo/m8VWYwq5a3RyBMiPyK+jRU/20qmzy5BAXL9T83gxQFbYxo4oTos8
YzycJ+yqpblsyzEtthlS9cBRSCU4ifboCbv5WEtmfaN+99AO1sQmylMkdLm2b+yyO9WpM7cVqYgB
JsYuAMCTBiVAraDPMu2sS3oAP7pOQebGR1Nofr8wGoeZKZkRNUYbFuF+GDtPBq6+5NdMCWULAsVs
9xA+yMpx+9zTURt23dfBGIrAnmy1d6t64AQxZ3owppZ15aX0p4+0YP70Vx0skDKOut6EBHrS5o2+
LxP2JLScRvDx1/eH7/tn4s0vi6HKdI08UL4+C5eAX+UxISly7nccgo/JHH62CN//skQRvP0cFAbf
WMZLdtISVAOoBLhsHdFg96QTvYYt+twqXUa8tc2yrcowelY2iuN0Eil8/WU+y0ENb0K3jfbL2OPE
7LzwMoxUsqNZgScz8m4qM8/BTVavreUlu4+fzJ9GXvrB+h1XISiknHnPEgJEHZHt+cWQjbt/bNhL
79y00n6d3EZe5NDCTryE0YyRCJN92/VupO5NV0hk+fSgR92bsQXMuvP0v0rX+fdy9o816pcfDuL9
Yi4eDzV0a+fWsxViC3qlvkF0WcBD/bvMlf9c52ADyCJRZJFtOPvYm28806j2mdepDRAscu2tbL9E
uBo+fuJ/2Al+Vku/3FLhDkpvISjtRTsNFzO6MJ+z4rgzXIHvELPHP4/urwAY/290i+vhO2jo9vt/
XX6tu//aqfLb1z6pyv8DsAub3+vPsIvge1mQPvIr42L9B/8wLnTrf3RqUJuoyzW8lNzQfyMu3P8R
xO+AljCFp6/RqWxw/yJcrFwMErIIiyWll7nDugj8C3BhEaJmrbn0JrF8HtZd/W/4Fm8XrDUHU3Jl
rmSYxJg57xrTJYmqKegKf6xaCcTFS4KwrzHDJk118sszuflnhfoVWLFWBv9Zt35eigQrk6sIXZfS
PaiyssQJF1N1k085DKuxlcYumbvsYnKG8gJIGvQmRM2Pad26exxR8ZHCSL5d+f+5viMtif8SEgZP
/WD9HGOAqNHS+6BmI0TFRuxujclN3F0qh1UZmRBPwSOY6RNFbFKOH8eRfu/IwXmNUie8wX3VOkGb
z6RqpJlFENait06zC+nbANdYyH9hd0vHH83YkH1Q2nET02XikbZI7uneDpVB57dtyh+EES35pjBS
ByAs9KMH3h+XjDazCV8iZx4+D4NlPAq6YZckumism2UeP378e+gHS/K/nggARmkyC5HgHd8+kbkW
IcmNKc0P+ivk3BAUDQzYcmgV1BaaLA2n/GcYIfpXomQMiQhcJ4utrmqO1vYim29LMRrGJgVQv4MI
FtlBl0T1K07+2tmQWUH6gFWmLh7CKLLSfV4o+apPhqXvWfL6h7A3xjiI0zx/sVRMaIQ2uO10AoK1
epqQQmP7scP5zmqKFqefi6tsMyGKpTENaPl1bY0+dKCHqce4i/FKn1V8NeBDM846s4ZVENPIzXai
oN8JdN7C0qDhi4YKBwSIcbht9HDxRg+/T9uacRvERTI5+KDK/qvIWa83kMf06rRThmNfwvR2tKDr
pPsFA6qbnVROPNbbeGj1ZZe0k+MEerjmEJaL6u9tKvHoBlrehKkLTP1Xp3UMG2+YYU370ZkKWg2t
g3QKrO7SbLM+lPUGJnDXA2hPgBPHbSIyuP6Ja9LsWoDvEbtg0sOTpadIyhwm0QQ9XhxJqUkswzlN
CHjhUK3yu8QGrbx1Jq3UAwOQAsxRF4PdCUEznvHKDdvWOb5wG0YHGfTJbRa6zkgpQCdvtyTIX3dJ
Cu5wl/NWFH4mSiM/DaXM8yAcgLZv+xpV/nWqpzR8MLsZfWCRWyODnNyUa8MmM46OnzNS9VpdadOe
H7rwRS1mnOzMnmKFxBcyNzap1thNsGBKigMHeOiMU7dwwYRAiK+3psK2pGXhlOzE7HKc/vjl/91i
5LLkAh+yhQ4b7u2r36XWnA1C9ZAVCfmxY90MOrtrrslZoJes1gJpQfy2I+e0Rv6vwh8fX//t5vzz
0yNGCRGU8KBNkJX59vq9rkVJ7gI/pndebolVMMl6UcmZYRb6vtK99Mjp+WcFerD64hKmpe1CNCE1
96AMs5sY4aZOMsJYjtWGDnvvt1PZnidt5X5V2MxPQmMxoacD5JgJUqBfUcuXagT/uZtmnbSzNMx3
i6XJc6ml0TFny8EIeX0gpiCP3rOE4wnDPMzztaGx6X2DeKbQ5vKmwrG6VzI1tyMcu3wT4VpGoDzF
gDgLnE5g+siK7s1lVxVavzdb+nwf/0Dvdwv2aoHV3IImtRKq3v5ApdaVZJiSG4VWscF7mo54u505
PSY4+M0ibFEfmOxHxLYTpXqwCOs1lHrhAsyJ4bzdAJDsQNbMzGIQ13fOdw2KaYLvzbLFRrQxU8gF
dZ/cmHZcMdPCLTcHMATHp8ZCGLpTdgttxNHMfF9osKoDVZGtd+Rw+f7ltfQ1DdOBJSohdB3spC5J
284Qrn/ysNQvOvCofTiFBQfmMr5PFs3cf/xbHDT4IFaS4GbY5Dlb5LzyzRx8rZqDH5R0OoHENTc/
kZzjwezGVUrkDOEzgd2MuPIIGYiuiYDOPjHiI/ydYA5t9/Ef8valoG6hchES8hiFDK3Lw6+WwUmt
13qKRxo37W1Obu5GDNn88PFVfp7k/vOt/nMZkGeWRay0i5Xl4N2TNojJMWPUrBE/cjc3BUwCTKT2
HVCy+VWZ0Hb7rl0eizofLjherfR5UaYYL1J046zhRVbsyfdyt00PIuHjv+7tyrn+cQQoUjaaBti9
Nff27YdREzHWEZXekNdWkIVqucB+cj3el9nwGKks3bomHNuwQXwg5qG7//ur6xxUwM3agtzvgyIy
gcYbmYTtMUXt9WhLQxdPVpasHk1O+MEyVdplNhhjEei1UNvWWcYjkd/ryvz2x1nLcUPw6rNwW4dO
Kmj9MUUe7wB9+hJ4cE1M4aZPm+mmqm0O2GmenBCwNmw/vvGDBXJ97paASWl4FqukyRf29rlL+IpG
W4+QNlNZJai4hHjMo4bSaJBRdkmt5mw1lC3XVmEz2S2neIRGbSVZHsCMxDZjC4vO2Md/lSnW5ent
46B2JJCVnGfdhs5/8GepShnd7DGv7erxJmqke5toE5qpUuQAZRVllZNDDjCWfmBPvwLusPWyIsDc
u3dj8tt8G+v8edU6VgulU7qCmXLLigfMgMgnPe9BNBgEgPm0+rUqIAtEOkGc6fGTHaOf2eZQSvZ1
SNYTz4KMt8j7jEsqunBYRcJtprnEOygBPiTGpQDBgL0cmIEXP5Hr26aYolB+bYVVd5FfdAzPduVU
z1DuQ9hm/egapyNerykAFDpMQZgZIUkyYJW2hP/UzyY9/WsGmm6xKWJ7gPhScvHzbIAJ6puePpC3
04fJNZlzjNa7WjdORVVjYaaMqhl/eQbOeDerrfux8kaCj8YmJWvLDI0Izug8aCsmeyip5QrZ0rTS
++5snqd+h4VGR8IZJ+4Pt9G0eeNOdvPJ1pUHDYNafgrQEk14qPum/W6EsVP40iqY3degOM/KtKPA
irRyCfJB9Q9knFRPeZh0390IISs+T/gnYL3b9HtMYys8ZU02XebEa5LYjFr0hZ2cFLaFTfJBmFEx
7ezFy9sTmcvRJY8jzCIazyBNULbp8zX9H/07LeiJ0XIcX3FeGuQDN+N9ItSXAaaZdOal0hh/kjhl
MDxGF1/BFplAAlAPKC8BzVxAhjIm0WdbBjslnIGI1xopxsJfxmLRuFd5LZOnAkHPHBj6zA/aixgu
SB+qFqSaEXv7xSY1D+hXDRVYL+fFD3VLnpbg3haakwhN2DTc7NusVswupDKxGUYrxETU6Qg/R/DM
flbPQ+s3GFL4/fIOJUc1q6/pgG7Tl6kQzwalyjcqyxk0ql4sP9B8RE9gbSCBZ2LSp9M5X/MwGO3J
hxbHxnOlEEtU8C9vNeAKeQC/Ij3DYRrVm6zkmdOLAoPLcXKZrvoBUrqv1ViLT7kv5xV+Su6BTXAy
vrHKlGdW5tohsGGDA12LuLTdGrUVEZVtDpwYNBs6zh79eBTtBorjDvpOZofBQD942MwWfoSsz6bp
lHA/RuBM7CW3oVyRnEk7a7MgYULIuwkwn0iYMOakottV89UuMiR3lhPWEEv0xFjWmNnVklJPzQ8z
n+KvbiXr1remRbk+2Y/usC0EbOkNmmbOwADu22ybdZFyz+C5mrlP4iCBKaRCEGsS5zPwAZb+l1Az
kbE5S2PXZ9x5PV2p2Yr0fRbP7MVKMhQPWphyIuhDPdQ3w4LSgFlsRlmF8rtDCEcxVhNK0dtmF6hQ
zAQeEqeIqkTrIkkwacVwfSFy6Ykz3JjCXwnlVcbLOm2QCdjFiWEPAs10n9rwQhYSc1BSu/LBIyUg
Iqoh865AnnUufphIrAPV2qr5BZP+otGI6gkiuwST06QmE5m2iIynKHGzZNNYXt1QXqf2J8IyjSGw
e0X3AMp2+mTKvJrJpXWVdppZnvOlrnotDFKv0l8nu6eRPYDN9MlHc+y9lmgevznE8XOsXTEJdISi
3FUIqXJfc0s+pbyX3rOhSfdH73nhU2GVC3DbXK3PdVo/O+l1D/PMRNE3ELWXW33SPCAEBCs4u85x
tWfditiBe0m00iaMLXkT6clS7Jo0tvoTgybrZR+ZtUtAMI9ma9Xk7Iz10HCurAfzzsMfbAUkQHUL
XWwCbMHpqPG+ntleNtWgd/PWnFMl6FpbgAuiZSgukkS3at7YPq433Lc4l4IgkGFK8nshxpJ5fw4D
CshIa3Gyz2NcyF7aJ72vBKkmW5e2/Aks/iFGJ2GD1q5SOe1oDOB9W9Y3nxDA6Julm1HuT9kkzhLe
CC8ocvSql/psUmlDKoH9CFBB03ZQr9h7u9zkYJJ1y61G/vN3scj0M/8H80cHhW8kfaEpn92iHT3U
WRl6wiRMIF5HMqnjYHbNCg6WjWBaxkKiBMvb5E4nc3E5tz3LCJQ0ZHntGjVxeFUj6R5hg7XvprCZ
P6VEBDk+J73p88BAuz6bO14WTJxqRuDPKHyAy8VZMOiIEclPJqbuHNFB3KuNTt7BD1ZOndlKyKGu
wdJKqNIQR6TzppKMa1VjaVTj5MDlbBvSeDeiyhe1GwnZQDxkRXVmXMMwV+PFCsq+yeOQmGH06zbJ
qGneFT52goYEE5B/X8plcUYWb0FfwocYxMiH8DVz3icN6Q6XelN6q7apStHwJ+YaykEW5OTPseUS
z4wgOkTcoki7N2s9Zt3AI33Gl2NL2Ef2cJuhttrpoA4/Ncas3S2VvvSnxB1ml8bUsRPGRixW0aRS
aq8t2TYfK+1iVCEGXzPMkOp07V0S2pIkwQFmDSE7l0jlu+9Fntef9Wa8aQd4TdQ0Z1Abq2Ns2PeF
tEUv0tYB+FuG8+7EqyrNS3Bx935GFC0IUhaEHrIIFSWIO1oD5ZZ8OhFkaSqu7LI3jpxl3h7iftaT
kvpVwFymzQx8+W09qRMUJkLOiKBwPVxxcVjvtbk1A1spsbNtItg+LhXf182WdGyH0FhHSl0cQg7q
aXHHjIkjlWkTPbn1bPol47Gdy0f+yJhyZDUN89uPL3pgyPvnLl06m5Ygu9Yy36mAu7IdEG4SqO4l
UNu9SfucIq49mz2LU3XLhj6iEgu0WIV0nku6TxqM99ir2yN019/cvkl6JtGXNPq8f2TKv0xltDJx
8ySM+UOqVKOp0NtbbxwHOJfW7DsxHEAxZ8fEAAfA15+3T2vBYFJgeTDxDttcmTk4uVPivUGCN3wr
eRvW2KLW84Ixqct+12t9lq74tSrclxDP1ojXeP4a90Yo/YYVtAyWmkSh7dQvpB7qFiEVYa7UpWeU
NrZTp2VTN0d37HdZrWvPQnZsK0adPywziShRnIIYXbJ5m1WevAStVhFx0js9WminrWzf6oZqoKe5
ao/mwsy3S2mUEZqqup1WjVhoBxG92I4ckKqjsSnwDY8imcJt1TsEyH/8trw/3lvooAVjOBsbL92Y
t59EWgwxCQfZ6Ku2DD8TLpBZfp6XJAl9fJ31/3NwZnI4vjouB2khOEm+vY7Glfu0JmM26XXiPtgM
2IZ1W9+qqroNzZEIMXZBoluNFrnCx9f+zWfPV7hOm3glTMM70IlwqhdU6USV87GRr2ZG/alCu/PJ
hDNxzpjV/fzx9d71bji3urT0HUaZjF2Asr+9WQn/jGw+qXy1TvwXpLcBMxedBGHN2mZUZhutdfv7
Av3NlkCYCaNGq/1d9/PndwCcmrxoxnAOn8HBXY+eZedW0w4+GEM8PnyJl7IlkrBRevmgcmJKO6W9
KNJ/d2bRgYFNnOgRKq64BCDnnXVFlZ2mrVl+tQbLPdLS+GlPefs62DqJi4LECwmR7lAwkVeUaUmb
j75FHswKXqvqCM5Iiz/FstrsNbFSZftGmi7XqbEKdidnPSBC1TP6TaEZxN3MJO1oGxWPKiWpMVZf
2jqvO+SscEYDyxNJ6XeCF3pDEzdXR5oAv2lN0Jtb/3QGQEKikX/7EyMirgtknZPvNWgLCXJJ96jg
WWQUPd1vwmnuQcWhUo8Jijil3yxea8ucHhI5MUgi00ZO/rGXbt29Dp6plKyy1prTsf7+b/+kPuaV
LInu8j2P6vxsEPBLT6axkl9tF3um79WJVwe5oSWfHOFGiV+3WeP6sLPST4WQKvFHVx9u8VOA/xkj
wSiFgs4mqj1jJnPdST3+bhkgCAIwqFgavBiHGs0fY5jXS860PTQt/jb2djpsQ7IjwaYog7ooknX+
0rRQTM+W0gPwmGDnPFGkDXNY0DV00sMwh/cK9jahJtUcPYSUPQjZw4lY0UjJHwxwxHO+RMjvCT5F
AEXYKbYPMZoEMDPmLbiZZZ6yTTjyxp2Qy6Un53ZU2I95MmEiiUPZPscMlu+lnhWoMcgwbxlbJeU+
dyNi6GXfO83WZO6mETGXmksAgMxaNradQWCZ5uxH0qWNvanB0gCM4VxpBaY0sVh0obAvBDPwL+7Q
Ll8H8CY5pMi2IMSu89DwlkjT600xwr303bxMw8Cak56sYjXCgCW0ytzg0IH6FyncTXhuokBZTi39
omdc45dEpH4Bp4mmMrTg3WmGBZbFdbrsB3nooXmSq8Hc9TQPKEkXWccbybVrP0mzOvRz8kyuoeWt
hMFmzC84yuBeb0RNODLC9wgjhOHVl/QpLCCQlZZpWMniyvvrFdjmE3Bth7a2a5No9PbVXCLPgBcb
r2LjWN971jRuEQO7Pil785lGdsuRz/P9im+baAlM2rWmIczDSYYY2mox24J428gjF0jWTcI4eQqv
e8qvxC+YL2hHbvH9RspQy2OPk4xzbGDnb28RRwr/ve5XQJkEhtbDVNpQUTjNkeu8L6FZ09HUSd5W
tAuHxj/CqboO2nnvOyBpkdWIFCsbJ9ZIb7UnVdCisThJnLIpDFtZaOnNx8vM+94nPQA2NnqyrBoc
bN/ephBhvKADBn4/9e5OKend6KqeIIWJ6unjS/3mRyQL1GMowJHBsA7BAcLtopwamTt1lvk+VlDX
NlXkVFvX49BmxVn36e8vSHrK+uMxeUFx8vbeyBMVWlvpIJ4zK925NPtPQtofD41jzxcNCQtHrmes
K/LBio1KxmDEwsiDCuigKKrK2e5swTvTFpwKSVkoJbtbQQ5zg6V4r3e6t2A6UvNDbVtatyHQx/yk
YdjMNpbTiNS3szSud6E1qKuObFUtcLAlYeAjEO4u7TUrDQTmIPJPKq8WwRh1+rEe/W9eR0jyvPrU
ao7nHr72hYo7fZZ0xiJa2GetmrLrgmDvjdFYot04VhSdTaMmt12ZytPcmJZjwIP3hwzKShNFh7VW
XFReb3+0iF6gKs2Qt6QLY78lWWA/Ec71ow8zxLJ9BGlRIDH4+E35zcdOLWsIi6AeBnSHVXPtOTPY
Hdx/k8FLuTCNOZNxuhwZO/3uKqiHGDzyra+F3MGtVQ7ZeDlXIRtxuW05rvrIHuq/kgGudYJtm+T9
OEQOcTI+fOvRD7sK8sfgT61b7fS5qIMwlfRrSmttabT2kQXsNysIWHU+at4Xw+CteXtXhVVjlWtd
WieEmp57vZZ8rsa+2Okm5pMj1/qptDz4whzEoA5DRckWZBwsV6wZDh2vYvTpLX2hz9+eE9fHhIIC
4DSpAXBLXXNuaM4zzeibeZsmgJAH4tLwKdhhRKsWQfaxP+o3n72LFcYjx4nDAZ2Qt09gIGuhSbJJ
EbWmhdcuZvUTFyjap16vZ+XbYrS3mDULsanTJIVF7a2IAXUsmeF3JSwHBMZrnPzQvxxGJ5QEvcXJ
UFAvqsZ0gLibxmOXFcZ9M0edwxGl056dLIHLJqpp+u62AzrOPIn1V5o0+K+rDFvY9uMP6zdfs8sI
WF8HfgaP6ODRdKQ8YQbrVmN9+LU0o/kUOLY8E8O0bMH9lPsRjcKRyvn90XTVhjDHo7nKie2Q+OTm
mptPEZYnswTlE4XRmsiaoWaelsZ32Oe2SzqIi3gYute/vltPZ3OTkh4Rf8HBhhNN7Dcp3jyK3kzc
xExDrzUDV1xEyOLJjL/rhXqx+vrxRQ+wu+sHT8wvknML6QV7+OGyUiVFtDYwWVbsqnV9zVJGf0XN
ltRBR+1APCtJF4sfg+rp6GNSQG9T0S36RQP64LMzGWRlV7UZl/4sYqPd0f8lbtN0FQRuRg9jSq+5
1q+Qic23KnPN7/DwWZrJkeekFFmTtVsas9A2M/0Uex+PiTGxr3fzZbGE3ZEa4v1igyCBgkUgXOFT
PzwTaXmO4dSlsaspoP2tmeVbisZu44VJdfrxc313qZ99TUL5DM9BoXoYFJWFaZHGxGXAAusflkab
9pjeLY6ssfW3LywVCj/j2rdgpuUefiQJ0Q1EVnP2ZNwCE0pvQpDkQCqFptfBRMJ00Mi6u4P/1e0+
vsf3Mg1eVldf1VuI1k3+hrdLFxuDtEISrH3PzsV9SZzsRs4MK0hPrk6WebFv8hLFnrYwZ2XKJa+g
EVW3etyA5+4j5zRLm+6qq9bl4+O/7N1eafOXMdjgG16FwocQU+EVsuLWQTpOkKFiV9nnVpTJI5BM
42fz9M2GwukF+fKqH3YYzhySCq1MkVJSGZM/VWj0donuabHfO3VubB1m50+9k1dPYrJWFZU1tegH
y3Rkji2raKTrZU94epkh5+RksCdv2j5uv3hT5r5UaTXp27gcSxLtaAuX2zET4l7TmuG6cLu+2VkJ
pnBIGnOzEEOTQi3MOftUvt5odnxqjo2hyMeI+tbXkB0zDuQ4SFhZVzTtTh+Ue+mlTVjSK2EEgZ0+
5pQ/m4lQm25saX1mS8cJPsnUc6fryDSNokV9xNmaCDtb0RkIxrh2HiqAbuIcjoFZEdGaMSwZW9Wt
9AIhutMxszEq2V6ezqekeYTMU1nrtaAGO9+dKGbWzl0BSzUMFuxH0Q/ZjNaj10zDNwJnFxC0RZF6
G9avGl1g2xJxzvpTyx1tUaaZLRriMiiGoX8J89D4wpiv8zaDFpGbVKiJoYk1FM1NXxA4sOGHIhza
cTAcW3CT1m5QkzDNsRsTagR2BDiGjXrOqtD8gRrAOF8mA3Wn1mY1jPAKlyhYiby8ZDqnp2dLmhHG
YaOVQnEjo/6eqSxB64ITLH0qHAfwSNCjwCmw5xxmY9lx8nMS29YI45UOVzfr9r60olbs6wqhcGAN
PbLTsS+XT2Vdike3i5tnJu35uFl4F9wNE7cZPovKGyAJ3VhfR4RVvGLVmMQWIPX8pV+Ai26api4e
NQVIYxtnvav5sZ1JiCucVkkP8QyBLZqAdFo6CHLBvS3kTe0VZLsTUrVFCz2vdPMdGEVdBGYqmp6x
K2eJACU3YpEmI9SLsro3fphJj68ipE+sOP2xwmGd19yWXUDHm11axNh4o1FdoqErPHAK5EpwmMlw
FMcAwmnhFZVG2EoPRHeL3gzfspmSYRSEcSnIrQiBu+3jfJxeaibx8iI2Qm8nlN2ZWzW3TXpRkZzs
bNLEbJ9aFrmbCphL5cPbVJfog8rPadwYDwrlRLXt8glohgI+EQGcaL07j0iFByzUHjRj+iIvglHv
S0dwvEFvyLOfQPi6JEc1+oLOHS0oHVqM1eDqsOxY+Lkm5PtTF2pBq9OKQRiqGY/SYhzetkvzytlG
nRaZJM2hK+YhC+JYea9U0lqy6Yam3+GCowfUWyYPZuh6VN3t6LjNLmZSz088a1Xu4273kJC7qJc3
ZcYXCTe08b5Zld08EQDMma+PpYnKyNDrc33uve/zOEQsBfDs+Z47O86CSrmN2gxJGTP6B8SmBZJ2
eBn0RM6IXRchrj7HMp5dcbIJQRNpFTo6zgSRcWSL+t1G4TiGjtOCnFMUngelTccAY2DKDPo2Np1y
BzXJeSxtl4ZZSpv3nAFkumwce5ru+MbCu4Yx9ylO8uR2LKNMna/6qxV8qLefacOl6shu8Zu9mrOq
cJgQ0YJmS3u7jVFu5SV+hdE3ilS+9EgE/Mosu+cKwMrf7ktrwWUgrLVRjDnewQEEFyZg4ZHTjhk1
oMd7E6OHVi/H9uV3NSytNawzHt01xKlo5d7eUB+SccxoHSUDjAtQ2Xw3X3IQa5uYjKUzPqruBnrE
cF6b9bzPYUY9I4jh46ly18/FOhpZjOZkmlF1GWjE9sgdnuEQaI8V72N75Om/n4/w11LvIjN2OdxS
j779a1G4VDlIEQLKGcUHRojGnqLTTb/T8LGv1eQ1+0rNrk8Hl0D5ZKrOh9FUf3vu5Y+gW86EkEpG
ZxTx9o+w6kqyZzKCKApD248QhDZuMz1LPNdXg6r1Iyeb9bD+tnDgchx7GXrr/FCH9zwNjLhch0Hb
EA+SqPKieJnMJTvFO4ATyUvCI6/Eu8YMt8cZGw8N1Ro2nYNpQMYmo4mEzpyhgU5x4UW3G60o58tS
kJAdeqFzMoaLewcG29m2bsjW9/Gb/+4ot/4BtO4Qjhoez/egVKzcaB6XCe+TqKASJKpwzuT/sncm
u5EjW7b9lxoXE+ybwZuQdHf1oZBCoZAmRLTsGzMa26+vxci674VcKjmygBoU8C5w27iZdHeSZsfO
2XttuXpfnaL4OWJK/gL/y3l8/5qv32uuSVVGa8E2UT4dfWldq7La7Ns5gglf0NXOoWEj2UE5mnon
VrjfSXxHN9QwcGgz4+P8ZnrbZ/ljup0EwFNtBiERzQzSR3KERdDGpO0+TVPgDZdeNvZPtB2q9GAX
Dg1oV8/zqzVJ2NpZ7ey7LkuHx1wrzHulpSi2MIisw2F0OuPBJR5WwABxbnArJR9BeyZECJO15hJb
LOkHwA7Tv62NZefEDqVEw9BFfGi6IPuaAGtGOccx+XIam+B6zUc/25s2KfUUPEV96yfFAll17hsv
7ghLOszwnEidqawU8bQsmq+LZ2T5rtas7pvTU98yAJlszms26iUFob8LczJxTdBXJAEePCsdf9FW
J5TA7FeJmGMKZHo9oq4SH8c68+toIV2n3fsWgqhI4P071TV4490yeMpcTrWkH76yCTPXVmRjCA5E
c/VU1655Ndd8O22ckMmhvjkVwP7G9Vgz6NlyzkPhcIwGJlc3X9GNUcAEhsI5ZicaojnSf4lGbKuY
B1s/sY0YbzzZFi4WWlj83TG0HK1W2KwcqAPrzDR3XW9m1nGwW1Z7g4qp/9rCld1n5FnHTEALEvRm
9H8cqfEYuV+6QF/O0BT6u7HQrZi8lkKeWNve/HDsbwaHX36X4xhmTcAIa4i6jYQx548ggcqwUCNW
/8511xPH7DeWFRTRvNuMXtHwHBsF1FBPmWZ5XCsoxjAXQlx1w6pfogAW/NeWsK02O4USNd+64xy0
LQQlbK+ef7SwDG2R5cSwz6zeAQ4msbhuctmUbmbvO9scXQr0JM333lSZj5nQcDsGSUeOn0KkGmeg
jJcr3ki2uaWgnxXKtC6/d35iVahMCvGIfE7dO3Tg1kj2tpj3ZID6H/h72t6OttywG52iFIcNpPUL
2TYClEEb1Sls5uuOIOd60yRk3qM4tLiVL5e0kRd3TmjwRb47yM85Dak9vel6DDujCXZpIgmQti0t
SkdUhVll0SAuNWXjhHH7K0le2dn7y/nrQ/32eXzPIE/A1vVj7wlhBkmAsB0FXdOVAByg7o0hU7FT
2Rf4h483582ART3IQAtr8vF8UmIXDbp+miKS6fKzwdBbtVsQMX9cvGYicLBBYLslD2VfVxpAKjbc
eSIlaKjTr8VM4zqsEkJZc5k4XWi3bn2nU1t4FyRLkYtZ8WKKaPCW+SONo/kxrzRdRms+Ee4BzUfL
EUFkSRolzE8vy7Rc7Uhr3PYHB1/jZ2nOHmdx3WnucNwWV9B3stuyQuZN3IDqk72v6+jniykRj+Qm
oKUoPTSGEaN99xeBYRUksUykvBomiQIntvjf7fMXeyCKS6as7PH0822M3S8fmFR5fkFEpxOhNDfa
2NWwsUJCtCbG1OuIKtQzHunNmXe+5gSK1Wme6wsYB/bn3Emsj+VI/OpHSo/e3icMEIcrjTzwr80y
YJLtSo8+RcCnH3ZeL4L23vMK4e3YUXP5t1jmf8LP3/1s7pX8+VNh6P9f4OL/vTn91zb+q5/fvjZt
86eN//df8beP33L/Yg76L+++hatftxycbozwcS9uBv3/9O5b9l/MEdAbojakAcf8+/969y3rLxTo
2C/ZKq1t1PSPvPt4EV6+qgwrtlkpHizafdsR4uhgKdXot6yeW2It/YhdQf7SjyqwWJBqj/hd1HJI
0gtVPtVeuxygVckiRiSsPXu+dP1dReTLj6HIDQrxrqoecjUlxE+ijIslUp/bJPFKVJqNloCVJYH1
OS11bAaVnImtLAkdYqkqOc/KGiJq3RsDTTRtnWHWydFv+HuiNopS15i6GCba9IuRrfPQVEHxCUBw
+SlBj430etW8+9abbMzEo91d1fUwfaoXld9o47BsGax5ejVIQ7n7itSjLAb6Q0aJNjNSHZ1FflE0
05NIBZSCsesM6U3Wrx4GMcbJD8NIzxj7fdPMh7UDvnhpjIgHA3umm5QNFRGyvjN0Lu6PqXxK8+5H
NcmyADHa7riHptwJDU8GeF1EQpEtghQTSjrpz/a6WARizC07vHED/dqBhGgXRhOVSblQ3g3erhF0
9fac71Ss+UqYISnF5RxyQHYMolSX0UWNrusXuPgaa2+ZdfYM/H/reFQj7RZ/MJSGMl1YGiJxH9io
kTYF663SBOMgTbRRSlWGWtWopvuRYNqbvmdqYulagYJtWHqG5G1QlJGtOgRJ2WLoycHrJ+cu75vl
2fcTcPic121SYrO1UCH42ImEz9bKwjQd0lub1a6MPMNLijAvu0mPhWdlT/PQJkvUuD1NLsCNAaUf
HW8tar1asF8M5veqHcuDvgaJ2C+BUf6qKeJ+5HhbxcUqe9yMZaO5P/m9RB1LMegJ2IWM0T8UxHPL
xLgedvgpvsmF3O29qxMYuLPJIEXmX6RBvZe5DWmNaOQyi9KilB9zJjKo3RJiCtCL+sknneC6X2So
IbtCAqvwkDhl/8nu1vq+8ioQApw0avYyxDAXcnX8L/MyOfYh7QeagL/37f+/nP6bS6viv15Nz+XP
6mvz48/VdPsL/l5MNeevrTFDe4Zxo4sWdcvSAfGp/s+/aYb+l4sGhGYURleGwltV+y8sivMXRT86
chbQTcK6nTP/hUUx/kLdtMFMNmkVf73zT7AoL0tchy7BJmAyURUhL2L0ykf48zxrpF7fo8DtOKGZ
T64B4DToWnNXrLV2cBqvjv/4ZW7/LhL+RKMcmcD/vh6ffFPIoo6jR/HyeqXpr9ASuR5+uDQlYwD/
IJnyYJkQWu+VO6oDikFUdJbDi5y5zhdO0TYHC5ucRF7mCzXNd7PTlRd5NRixNpjlDjNGc4op9PJw
8/tzOgh0EJhYAW3H332AP875JHava1NUKOo8+SzaKbvILBFE+SLEienS6ztAQ5I+ITnGnDEwSrz8
RQy0uPraU9yPQSYO0zy7BxOUCOc2v332ZgxJ79+Cl0ep7Zt5jP03ERlPF0KTozueg31jxtPKyCzp
gy8FhScN6TyysnK5HiYSWXNL80/c9ze+JINSrgZjDc3O8dmZhajGRZTLqLE8LQISs0FAyjKWwwKe
utV+vf8dj9Bhf39JHhGTF8ujC3bchsI0nlIwlvjX1wabZZ/j2UaUiwGmZUjzpaCFRoNjMLR7y+uM
IE5W6d6Lynd+eHqLz3CyOs6Z6SKNZueCWPF2mTZ0RcR3WIlVNXLtATSX/J5B8n4WudNAizFX/76o
W0Ocvf9l3vrteEAsWsob0uJY6yRzYVRO1kFFHnX/qpGyPNT9TEpjWra7ZjDd3fvXoy35otr6/etR
nwNMQuXMzPc4qWN1XGWJqisjSvn+gmD1tqFLag63ea7j6cLGk9Oq1Ycm7Ic5PXfR2X8ZGZ5dtiId
oJvYtVXc2IuPibZYiyYPbb/pAMhrbo7uM3WXXe653Ba24eWnVQvnixhsrT5P7TS7zvo67RkymXZ/
AGNcXmCWLKydXIzm8yBNhdvJAZFzyHwf2GfKGOKawUnb7zysQxedJdOPRRIwM+o9FzW47VNRhLhO
0fX4S1vczWCSP3QwmL8Kf7G5b0YlaXMFMp9DME3BnVqdxtxhottiyVvFkGbUZ9TCs63E5yBvqD/b
rqR6Mdp83NPZAjLtyg4S7lokwjmzh077nuSz85k1DfMzDxuznG7tb0ltc8Bxe7l3hpDP/rgW+lTs
RlTXZz29c+cqn+uKcQTcmdDPdcG8U/oPtgzIKq+zFC+LZc0ajpJE2fE8oPeLpynRv0+WMJ9sxMbV
rTCzzTa+9DMj2rZcNDAoM3PdOlnbNkzrHFh+5krdiUZayDhnSY+Ydi1ubLEzgP63YQMp/NprPPNB
YlVYGImNNPnaoDI4shLPR7TwMuF+WyrHv9bMgtn2OpaZR2Js6nOMHruNmu+UudzZwHiXkMTm4WEy
O5bPbM40UkZUbj/1E4VmOHb6gqi/70ZnB0pAPtc61rcoJ5WTBX7G9p6NXgutB8JMxmnW6DMSxUR3
0zU+7gWyBvDdeGKa9DBtVtL8ejTd075QIGaYqnlphSvYYmSrGW5eR4L3+fOUM0HDeVMU0BgpvxJk
2q3Ff7b15jHounWKZSC1pwoAEayoOcXpbTUA66PAg0Kkalx2Iaj2+RFKgR1ErY84HUGEPj1NANdx
u5J28dXrkHOHU6PEbeb0i9thrOx8iDvkC5M8DnL8ZsmYH+10RZcuLoa5OmSDK0gSSQbSFkbV9kPs
Lmly5i7r4u6HYuqJ6HSEh0sw7w1GO0GaQ9hUzM6TJFvS3ZDl03U+VeUvcCUijSxjrB4r15lu3VUf
ahaQ1fIjhKTpjYlig8ginutpn2J+ZGgMlOZDV5vWAyxSbdjhM+7Os9oCD5XClA9rGkXjPqAHUsST
8txvUzM2Nz5t8AovZWOQqc42ZpJtMVCPL06T//BGSOJh4GYSlTr3596YWjBPOlkU6c6vMpzjmad1
yOmZwZwP6QppzF9mp9nlhY8BKi0y/Rc/f5dHSnUbkH+ZjF9LmeV6JK0RWpiCExLEq0cC9s4pOTBF
sIG0S4TYRhNPdpKS6t7oK/KcLHeC0Bwb3vjMye0rl1BgpvdDAy1Us925ilRd4fIeUl1TMccyHfc3
AQPprtEq8pB7jhbfCsvBpyQ1kd8qTjr4GBnRqxDksj6Frt+6X0wE/xwLS2LF4gYK2s6rhLCJ1WCo
y4mBD5vQU/zUqHL5WE+dpx/Gzk2zaOrqsw6d9d32btsHd2mEG7FKjU+a3QWP/coLFRopNIRwWJop
x6AbjA34sjr4SQpMtrKV6tMlDhUnDTN/Me0wywQGgGkiFSPqiSu+z9Uw0jzFe8U5azH7KzpKzkIN
pRM3t5Cw8bFvJlYGd25K3JJ91j6Yai2Zjeu688NRq3pWVA7tYRp7R52DWOV4muoonZQ1BhjXaXZZ
UQHC5s5t8qaLUtXMGGrHojHDyvdGzD7TrI/nGUz/D6Wd2z0LQIEG2vEyXQAJ3pZqI5uKQ4bnTeFv
Tq1Hk0nLp24hnPfgLObwzORKVOeWmkS5MybN/rJkremGGQ4PuatNgxM6sj5xrRYJ361Z+/Jn5mXB
9RbD8pyRu/jdBewyQX1okc50Bt1bJDU17Ptx0pZL6qfsg+6LqtzpdABNwAip8wMclCwiWKrm81DK
DHFDH3QfCiUsBu/NpjMxKPevjQE7K5EndV/uR9fpLQ569uz/4nZOzd2kSgdgDPYtFZe1vSw8VKn5
o0B7CJWB5yaGR+E99JpWPa+Zp69xphmAQ+ZqGvSLlrMC6He19dlVXUxf0GGWCbsJrP61kdA/ms6r
27NkzGGL5CBpKhyvVq+zzcr5qiv9qY7orRLC4Ae4VZKFlyGkYYixP+/M0ccINFPH1GONZMuvWwnF
vdDQUqCs1s7F2GIPnMS8YqY2OHFGWach6CKSpLkq3KnXdxwm8N4LLyN8Z/TWbCW7odG0A4j38oMo
52SJBe58jfZekjwsVKl9NJOgXNCasKpHNjDFKjw5JFJRMOJn7pL1m1s2fbbjCV3u60EX/Bq1ZCtf
jLFL96vbWnMoWtAc8QBoV/KnbouzqC4F2iZVw11bGi8/r5E+ojyoS++b7yWlxX5AtkmIBZEl3sjk
uobcW5JZXLSNUV9tX4EKUn4WNsOFOK+8sgzzLEEVE2gLL2VKIz5Ufbt+sdyV4FrLBqSHpsOzftVj
Uvf0RjtsNZiqWFoHrWqecGOSDFBWrf/dCNIsu8Kv1D2PxkBrYE0X+86Gp1eFKrfg5ec6tlAzGY3v
HikGP10YGjGxG2uB5GNMfqW0wzwSXjgH7V25trdSN7kXeJ87J57qMrnK/cH6YcG/3VVg6p5r6BEf
kowZOxkrlrytSs28BrpUSLa96slztfnWzzXUnU6eKPrG8Ed2LDDlnrkRm4xuZXs64+153hZmSFwv
KgphNaMK01YbfrZdvj45TmZ/0lp7ujQ9NFecKHtSMxpv6J+mfsF/JbKaOIoEBc21TXxND23amR6n
1SiI9YO/dd3S9V4io/AH/P7d+nUegt44z8hb+IQEzGRdNdlumEBWyy5hCiuuhOOBjXASrE+BQPho
ig2ippqyylFxc14NsVDxYullNVxAPsdvSCijucb+9v8hjzFYfiUDWoAQbnkHeW0UcBNVMRr3a7sk
VizqZX2ESASRp5+d5aZoBUguCXImBWJDPA5H0zmQd7M9NW04Jq33SUwdKzPGfBfntZc5LSwGI+2D
fdEkaiZ0itCgAUr0j37qy09uYEDPqGgmdaFetP1DnRFicZb00vnCQ+t9ykAhXbDPQaKDfjJrsTH7
eEUoDQUJVnrueqGo2lzE3uQrg6abUNk+IVEj2RWAwhwce8i3L/TKb0md0ef8QNcMEANRtOYXSBps
iG4NaCUSkAM8dhQzuwInAMXac0rzm4XwCJyCLvNglwd18U34c484Si4ga5Cf4efOiRW9tBd9xgJX
VcGdjiwtgNJgtuk2w+jvVcJfiFswmx5IFikwAY5wTnq7qJ+W1jHvtuHij67Wl0+GpxY0pGQGzYCV
8pJSrMMHxEFET57w8W55u7qqRGhVGvHEeTA1H/u8RRBbeTXIj0LPrA8i6218bYy8IclNKeu7P6bT
Q04OZBvO2ULNpoqBfCiTQkBErRNotxLS3+aWM5tz4pdZkixNK3/YpU7xt6ql+7gYiQnfE2riRSe7
RQ+9YfSZeJKgFRxmj+T5aKyZx+xKy/aDuCGv5rbQEllRHXjdD6BSqGZbg4giZAr9SocvHY1zP3Xd
M7et+gNqUBNUEbmp0Wgs7lmrBnBbMArG23nJqNSBS5KhgdzVLmPd7JcPmjuNY0TAVKB9xE6CvzpZ
swlM/LgaP23KxZ+MmSQSf4hz8KBSQY9hrpO6CXMbQEHsTG02nbXlNO96W+Xzzq0qGjPegD5SSg/M
vD7qG5GIxfSn8FMPbe9ArkpXlGsT+9gvNcKMDPKu3XHIvDgFxY3SssQTGimzbHiWZNLijSxJkpJJ
idmEjn1dkhJkTDJCPOldIwwurb03zjPrgJsjjfV0UpM0Q84lh/LKwrO/6PpHO08WB2WlaEmi8gfa
PdUCoT6ehFDXnrUQi5UGkm20RJRaWuz3VOj8v8NEOlMSJpo1/nRTG9ZgWuOXpTKuuYWzXOUZJBgE
u5m0kjx0RsTk4eiO86fCr6crH5SHFaKLLM9LbBoQyDg0n4tm5IEjUt6+G8aZRD06SI+joQN4GXg1
oQsrMT8npomsqvEJL1oF9SCtls7c945QksMcW/Wu0+z5Y+Kh20X1WXqfGC9rpAq1xBJFZMeuyc6g
8QRtCEWgG2nUBZhfi3G+sxcyEELwqcZt2q7OT2UoSnyRZEUorbr+FViq/47P059vin7tnmDTDtSD
2MSyA18TrXAr2q7+OPS19WUAQkYumJ0h9vBRNjRRLmm2h5lOvCyJo/pQ7jL23CxuwD6JOCHz8rFX
0p4vTTnTueuL2boxqsapIt0qWIkrTxNnqyQJjXGNkblhT2JPsuupeQ32t7reT7404bnPJP+G2rzI
z9piBiOzGN34AIpmKZH0yjGuhr6A5KX3zgXNUdfGGj5mfPEmyK6CHrhLnLUuSlP+dowbJqNtPpVO
5vpxrebyu6iM4HouGnUFZ3cakcxKd43aoqueEMXOxHYl2s/CF5jFF81JygsLWrsXTfWISrilcr1e
021NmZJiMnbUSQEUW5wNVcgB1D+YwuufAo8IxTMUu/m5svr5B617i6yeRQ4ggn0tT6FKYNEMA8tJ
v9mDpXPDWjTGLtWRFc3ChwM6VsZU7hBv84MKjEkcmzeXn12qBqcSky4LxNgQ6DFdYa3YK7h5Zxn8
5JaC2S6/rrzFTrxoQ31VaSm/dpaN+Q3SH/tXIRf7Z5+b8hKdijeeUbxxmmOQkX82V895gEDBeuES
YZDgWGiKD6gy1wCPfU8mX0M+37kEa46yGzzyL1H2BYBdT83pEy4xe44xXpl2PPZSv6BP4fhguNIV
CbZRUzrOSNbPWzGXpA/1EPn2Y0FkZdTiqK4O7KxAdhWiRbzyK5SEXelJ7XJGbMy3AqbB2pOPnJk1
8GsrJVz3XZlZIWIHQf1NaZXr86yUuurzRXsWc609V4j2/S2G3WRXX4LGQqaOHyIK2DlVpE1kBV+U
xbCke06M3VfZqMTb3v/FjDrVQkMaujr1b2yjweCQFx6x0/6ErZpeqf5Dzb5dhyrYjszMjJK7qu/b
NKoMIunCUhrFg6Mm+0vPSzyf4yizfy75tN4JZudpFFTMcDhNbSSptjAchaQr8enFCE4gIclz2mXJ
Isz/XLb+AxIYZlW5bTNYt1rIWJwmhp50DoOLRZONzvh8skb/KoAnxy8+Ztm5JTHcRbadCUrSZrC+
eW5Ry42S1jfn8BWdMfY6STJc2ZBD2IBA6cOmrRgdimTWATkryLCoWGi/hX1RqAMAC7eOBoTtTK1q
XdzQSwZPVtk1sFqh1v5z4vVyS9QSfaSXXZbQDXIbe18LujVRU5vyR75QaIYrxR5811kfPtZrqmWx
m5blF3w0nEzzSQXWueRlZo9poZXs9KErxUVW9JSSoS05X4ZObziC6rDOp5g/9dWHqWidb7khgRB2
BJqyGTZD8WiCnQsYW9iAy906QU6fpgiseSSBkR0Mmn6/pqXwr1ZK+x4wds7QjePqVW/UbhZv7cmM
gmNyMp77InFig3/ZpcA5m9hWRPaFLEuJB6fbTm6FxHBBc8L0xQW9lOKSA8XSh9rAgTISve2uVxqk
eQt4NT2FsBw78mGDDjRaFc4jY8L7me/W7KdB2yA1Xo8hxHI5HFk+xOuUqfYEGNccv7H/DmqPsj67
nsskdc6B5XnNedGC+Agtjwy+XUbmREkwIETYijC7L/8O0dDQG6Vxc+ko3iK+W+8m4l9u/r1hXru6
9URTvIJ0HZMT6BESQo9k/34D+Y0JAwu1BYpowwpTIL6caCwMhsF30XzvdDe9WFckv2SFFpeGV9NR
WlWwGzAlnFBmbmOL/ydK+btnbdGiQzXEWAwh6MuLWgjEOoNXgB4fpeswUpZMsBsO0mm+icRY4t5j
g0pKcg7f/7ZH+qn/vDJga7RTrHj4d15eWdeSrZkCJ9UCxwrlvpqqLKxlp87NdnnEbWFdabNJc8BF
QwlGaLhsaU3rkVj9Ll61tDvxSxzlpv/9gZBKEBpoOeQuHGd5OzCXWqorQaZb2d2VBObF5kg3YZrX
n8M4jVeIPMEzYW4BbKnG89GW1VlgI9olFJHSdcy7fZd2Zuy1nriFP5fcuUnFyclq3H/+qLB2WMyk
fmuGj387V8g+WacWDHwJTHmiHXeladYQ94VX3ohaS+63OLcTE7AjJfrvHwguhe3ojIcQlHjbxOWP
4Z4tathoNXcssBX2RV9fpnAqKolVUBQ79MTJuWFC8auYIMR5M5t72cPafP+5eT1h9KArI3BDFcad
co9UVJrj962Vwkxc58G8yMVgHJbcn+9dXa0nkFz263eDYcimvPcYIyCffPl9zUG6mrTZDW36v5d2
uQUfEkl7QqP55lU2KACCXEaZx7Cn3gEKIDzOg1ZqrLtKtdp905byxLj09VU4rgQsKljjt0Hm0dtm
OyN9eyws0SDWdt9YCfTGbUz1zwKOtmfEx4TPL2YhYzJ952g9qWejTNdMtRujbz4T2xdpU5Sa61Tk
//hJwL+BJnCbyHJ/fi8wfzyODjUzrOWA3gtHlkutTbxzsyr0nRQEHbz/0L3x66GVh+cMRZ1//o4O
+eNSgVHNPoynDupSYYU4Fooz2ojNiascwej48dA0YFJFpLrh3gHSvXzg8BNriKe4DJiqeVd0NIfZ
UP1v82gZENIg6joEHsRN5qw7h3y9w9C1tF3MxD3x5L/aisCbmRtJgTfN3yJRXn6Q1HOlBta4i7QR
a5U/bpsSprXLapb4nsl2jq00ME68CK+2Ii6KJTWw+AehNsd+BG+iNsm3R7TZzq8WJWSYCM1EnZTi
eDFdcmx15cdVzlzj/dv71g8PmQLVggMAAXr40feF42A5xLt0UWZbXggYOoiKIkOQpdXmldQQ1U4o
/G4KV5qXwwhGyS885qKJeYqX/dYPzzOmI53gXUUx//KHN4YE4B5nraisczi+eXtVQ1kIs54BXkrH
4mLV/VPC4de/+4YZotBHTIFK0D9aUV3O2lYjaMyx03eHZTRFtCrdgQKdBlHiwROGzYvFfUybE3f8
jd/dQSKGfMbh3kN2OXrgVaIxhMxcEtFcj04Xu/8l/RtO202af54VPGGALE2otDLb5a6Uu3SwiSyQ
Znp4/wl4tauwagGyQR+EtAi10dEHmQu/rGWNQ3KzY4SymWaO0lTpxYTJ6/1LvVpLuJRluFjRbeoM
+A0vb3E1idFUDvV+2ZASI6oq2TmWfkqE//oqPEW8TnBK4Hmwr7y8CkiwzMZm0lDO6vJg5nV+N5On
8k+XYFZgw2CtwlyAFutYBqWMaSZgoW+iDjofcv+6PGR2iZRhRArw/s/2+s1wzW3DR25vEsxyrDpP
CjFmg8WlNJkB7p86W9ur3Hd3dQFZNlgH+mQVUPMTWJnXLwf7MiWAbUDMoaF6VPPkQsIwN0Gt9Z5W
7pct3mSukuZqNCZcCsrUw7odFCnQp1bDN24gF95wLLj0kTcdPSZINvXEV0MLx3eePwEmBTJj6eXZ
+7/qW1fZHAyseb+tYEcLn5OA4ne7uo1sJJjXTet9mQuSD/8bF/FQJ/Oq46H2jhaYcaBe0NHSRr5V
2mcgGKpbMOX+iQfkyPWz7Z5I+5At8e9bVMrxUWawZjnWoO64VYN9Y00jw0Rqoiu3E92utlIrhqeb
Hdzezj6CfQaE2A8l3DGnMAmZKpqz2jHzSx+v50PrjP7X93+EI5Pv3x9vw3NB1gA8aB4TZExg1CDO
ijYiU/yXnqfiaejEnTut7aUF3vai6pc2Wp2BFr83ecM1tDbQ2t4w3bgp1v7WJlPVJD3s8f3P9dYD
ToIIQAhc27hvj8w6kixymzlyG9WdUe/TNmdiM4LVC2q3vFjFiM20gTe0BD/ev+7rFZfygkdik2sy
w/O3P/+jpKK7hnvL4KEAL888m9zJDyJhnjjp5DC/f6nXBxeeCDzQiPccbKWoQ15ei8nlqK3EzwKN
rxEOdVCTybS0kDKjkFJgdaMxzeGy4/K7cQJc7VWwnoqG+W3veHHS5kNQZADvQ0UIZOloayd0nDaS
YuQ92iZJDmZp7ioKj9DTQUlU3PZzY5mDC+YV81fUGe6zzEziEl2DAoRxiDC17EPp981uLMmaq2WF
jgK8hnufLcxnUrteHeKj4bzPuh3sDZlIgsWFfkqK+sbzQqYJvgXf19nBju9bTUk2Jd2Ajt1N5ycH
Ov0dfjuycRWum9VLtEcD7cC1FiBNev82bnfp6Ad0PMg0W6+Ah+a4WMAnqDqdQUFUG/bwbfIT/YB9
07yjitDvxBKcejPeWBvxZ2ARx3fN0vJbLPnHE9ogKiIkwayjCinhHUX28GFpbOtE7fnGewAbxQQF
4+AOMo6XBTaYvDAQs0dNJsQ9rFNxZTN8/UDqh3EiKPkI8PV7CWI7wavGNgpj+pj2PMNUYIHBmCaV
kUWGVUNWgaKF50FDmqEAXKpJNxhW67wqudkdoPp9NvLkil5UcmmO4sTa8/oX9gxWHNo/v4+KxzCp
rhLgC8aaKBTNKA52T5VJBEO6/6fPDSUDokxOvawCVCsv3/7ATIGM8ApFaYXhssF3FkO4ns4aBLs3
BOG2Jwq813eU62HVZ52xkKD/Bhn+8dzYWglF2+R6NkGx+x5UAoEARrJ5Tk/RuN68FHlobHd4qqnh
X361nFFfJeauirxhkOfOVh6tJUBLELTFief0jXu1VcgI67czGrX6y0sFJUoNr+KJGYmq3pMhZB8y
eLQnrvL6HeebwAviMaXGQ9Lz8irEv+jlPPGFEoQz3CZHXjbMOSI1Y/9J3HI8Uf+8+QP+cb3tz/+4
V94sAHpLwbeSw3ovXH8M0ZUX+2yuT/UQ3rqUxVbHPmsBX3SPSi0Z9MkEc4rHsJN+aOPMjHpVyUsQ
KfaJc9Vbl2Kfc2iUBZvD52i/S82pm40RoUbRKfuc7JYktObauGl1pcXvv1xvVF2o4ekbE+rGuAQ7
6MtfkHQQFFEKrVxjmMY34bYc06HV3nbwUIt920o3Gmp7eCjNFU+jaQ6fiT1NosLpRB02IvFjhcqc
cb/qRIylwjjxNr5+brfPx/NkoM0OnOMYA11RMXYD66s7lwC/sILtU6amJ9aY1784hBRsD9C0KKfx
+738FZhD0zSCpQ/dqKsPWVJX50K4a2wTA3viUq8PQpupnUqXLXjrsR09R20+uNjEpgrJ0dqUMSoB
7/Pso6hZyKBpQr3C8huN/nKqfn3jK9KS4iuCG+SsfgxSA+GwLnZPnvi4TG4SNmnaM7I21Nlslpce
Utc77nt/wVO+3pijPV7iCW4PnZuQHkS8NdOWtml/6GgFPhliWk/c5tefbuNjUmHpmxnbOP5V0kDN
na7Q0UnTH+41PW2vB51eUkaK1Yk16vUN2CiQPE/0HrkB3tG9FnVJftWcl1GlBcGzaZZ+OKLDmuNJ
t7U48SQT4yU71fd+/RxjlqTX6RgsjrBYjur0AkxgLTq6JK2w+wd/spY7X66uPPHltg//ssiiqPvb
181T9orW0Dlws/1ypv/GCPFinWsk2gOTPLTT5I+gxUYZM5LncE7aohsGFbKv9xeUN74nx3yKZJve
CGff7c//WJGJyyEkA/N2RAUd7IJ2KHZlNqf371/ljceFKpJe9Xb82IIvXl6F9VGis1MFo1xrvFPL
+JGmbP3Fqdhm3r/SW98nwIJi4N5hg3aP1sdFpMCxtBEJIxbXfdLV4zdPD7pP71/ljWWYphW9U1qH
tHvM4/SUte2w5VTQ/WdNgqA0FYoAAGdz7AGDi/MySHduXy2xbSoEFNUy7GZ3+q6cHsQSqt09si/k
8MWiIoMW93/joeKx2s5eoEo5OLz8tUtj+g/2zqM3ciXt0n9lMOthg97MkmnlSiqVTCk3RKpM0HsT
5K+fh7oX+EpMjRL1zXbQjV407lUkyWAw4n3PeQ69d0Qpq0pW1nWDEniVJ3TqpwajMC1sk1O4HeRb
8hErCFtVtf787pw8A+4Ls4Zl2XYgMi4XB1bHOuiAePkxDujHUPGSGwDIZ5NaPxgGzCSD0EWky7Is
3ibKkDZ8jIliQp03UhMKwx2sAbTneUq3muhNl9QpF/Gnhux6k4XT0dTCfpegMN8oUdduyAF3HkN0
Bf/cgP/vMf2f2lyu/r+bTL/8Gv7H4ddxaTR9+7f+dZqyFfsPDjsaV2SPsIeZPYv/OE2x3P2HTyz4
YWq1HDhnd/+/RlNF9/7DC62ygvAhYPMzsy//dZqCNvkPyhwVqynV3TnExf4bq+myUc6OeyZf8Pqw
TLnU0BbfG10FnkOWaPuSOtLdAgkfnwfi2ucELTyBdqt/t5uW/Al0iP1NEETOPVWQ8Di0los0z4NR
+ccdvPvnY/CnGXWxdvJ7MLTyIqv0wjjdvPXR/1ihI6KgtKHBi6RlvXs1RBGmbaOdg9F068yLu/ga
sdGgRA52bEbCcRuXh44Ioxvx7DI+lMHOzS6mDBoUIFC3gyciN5IKR8on//PL+3BM7JYAp5kULPvv
F6vWolAjXcZs/MYvdtEKTOpGrM/Vg5a9j3+u7Y9xmMd/fugsp++HTozxod3S0tuKS7GpLo6qD//z
zBUtOKzzfo3b+MdQ88L1xxOju6ymRsRQgKq5KHvlrOBUr6PVj2q9H3zDtzfnntybI/mPjYSLsgru
BfoOF2giL9DiNqZ4TIM6jvXXrgaIvIpzolJFXJvl2s5t3d45al2KtZNRJgo0KH8rjg6FWPds4z0Q
CrT52bErwHMBN5FhUus5CR29VSPpzQn8yFZeoybGirNOpm/B4/HliEOnxcWjJMktEFGopkgk3Fe3
HUjRa6CpWNh3NDTgUySUCkmJZb8EWW/vJ4d+hY8evSSWklP9romm3lh1vEAVsBo9mUg+azrqddLR
fpRFQ0sqNpr2Z1MgbKKsMBn1RgJ3Sfwc1eNDKYkoQeae4vxoWF8e5Ghr+PfIITT3SJDLp0hFYYwX
C1D5hhpT/lu4+JD8jJxatNElyRTkznfs6V2vaZI16tK4uTIqrWx9YwbbNF47s8MUs3PXoCeAeU25
KC0/s6Op8Kdm1G+G2OOyI4m19mrKAr1BtYFgZS26NrsfqZf+ZYFgfuDzKsnxHWkILcPFlspDfx9Z
WT29hqTs7XAMTtfwOZTd52/ncvGxOUXSlgbCzkgmnbT3U3k0nDYp1UB9xZSQ0XFSCYMl/Xvl0fU/
s3M7eUPfxmKdw3TPheFofz9W5oSYOJpUe1UH1kEGK2fbUo/W0ccRkKab1q6yb5EMowe79YJfaRlj
fOo8Nzl0TqCZm7++dJtbTNnVm2s9J5TQuhYsyyOXngt7i19v2AZaW+7r0ZnOqEXer4G8rCzss8KH
theUOLrC7688xAMg9C7PXlghwd1GjYKs0cX4OGJQIUiH3bktUaiqhXdNpk/2+DdXOg8/D6zOxDgq
ZRx53g8/oQMGq5wZL4LIPX/w3BoBf99hVbTCM6fp93u2t6Hm8+JMJeRAbS+b3+4wumGMHvelijrj
boAntXX76lx8AJuBP05V/4wyT1k+YS7F3iU8gOBYfXTa0n4pKkStuLhrsNUkdwZTNF55tDKfP7+B
74v0jMe2gyMHLKGZp3pSusZU3cHTcdpDUIZAD/VJW3WmPWzBp+GOc63wOwDA9ljbxTm4Kmen5bUy
YyjOcwbhvEPu8+Ktwa2bZn1hGceeVKXXTJtcsVMsAj8o8dR9fm1SQCQWVgGTDQi5E8lmcnE6rnBB
lx7GQ4AROwxoOJEKlI/1th+c4lWv0LdhI2jjcFNYbJ8vOjyWfDnjIH+V1MCS9VDSIgY2PBo/rbQe
bZ9UIdCK4AbDi6Ex2ToInOcs7hwpf04Cu/Aqxt0RXeSOQnh2OFoaHu2+5aZFsSH2rsV3iQYcOeDo
cQf5VAbwaXaRFzoYTGol+MLtC5JdXIWJu51MJ/Uest4xb/QqBXJmJaIJ0dyThIN23EBKvTG9TvsZ
G9CN2cxkTn+RGz2uu7GQyHMRfQAOAIJf7gZ1tNQtjTkIC0DQjCdplu5jQWht68edPvfMMlX0kJPK
dN/TqjLWfN81uQfdHcWrkaOceYNaWXp+JMAr7cNCd6abDm5pvCdL0dDvwnISyT7VMtXeBpHV3/IS
YHwMbC1Fk2DW4aXMaNH5xjDFIQHIRmbx9jWAPSjRpurKKFWw5FItB2tXioazI2X2jEeGQVq78/Ko
630XgnoNT6hETKEYkqggMskSYtR5LuM6MwdMwqHjit+NU2CXpMzNN9+stHrjhSrSE8AroOBiNSME
LetcdfB1hXPtbJKXBOuSiH6dBKZ4mmzh3idJlk3bMNdxx8N4mh0rrDIPkyWGpwz6PMhop7a+5thd
sk1ceAiMi4GgYaBAjvncT01hrY3Gi9eQPWoybTlKYw2TGp3QCHPjHMCrp+GVVgoMPrmNkPsiDYEq
YqJOcX9Sssu6XWxn4VNXedUzzkjxIxk9YVxWRlxdDdSvSZtPG9refTcoP7HuJHN07JTkGzUqvMep
1sPfklSEeBNUBreJQAmD+ayUyA6J3g2fSjioGkEbHZY2J9OTO3IiW2DEAy82ziBn2nQRyl1hNNOT
bc4FAA39AOu1JicUGqoebbvWiBCdm040o7Xd0juOme48EXGqX0okOv2qdApc0gDoZn0gtvE7aOv1
tDEsdl8NXmdzaxRTFT+kIQ68A3s4N/qZsOVyv7SpCG9FlyuPVgPqy+/JKx2uc51cwmvVa2R7FVn4
mH23IfTNz0dPvRJKDSfekbrEMOk5Q7+Z2gBcCGnLw4MgNCHeUNczbzKgB49e0HgvpRLDQKGflHwH
7coETQxQXL4+Bcp9BfmFHVOrprfRCJV/1ea5+zXWBusXLUXvtxG32nOTBZhniE0U+kWtTPwLlizt
eI9dPgXRoXjx/ZSkBMfXKAy+4qmk9FWIXG66vJAk46Q4r+YfL6uNpePshOJulreQ6psbUwpcaKVT
dWxL6cv8nNX31iYmh/xBUTtv9I2mtzcsZFSb6i54qQBsOassqPWvljtGT5gou4dxIpvBrxzR3yuN
Gx/CdrC4lJAQDhDgRfit52FhsEhdlZdRJQDVshJwAWPn9DcujPLAV5QBljqWB25Vl/d1PYeoNz/6
QRJA4Lk9hTs1sZzXMsEh4hfVqJjMBlpJ/hg0zW8sL8O6wnUUrLNJSW8q2InfIrM3w1WZjsNdoGFC
9VkuAKwmVp7fhV2I9SfB/QEGI9War0YxhuHKMRKoDtxLQES50oufo5XGOAmN3AFpUYPqx+kuVNgB
rF53lcWSth5sRf1OsZiTa+JJc6dkCXACmagkvqc0ZcYvjqi0bq/Fjhb4GhmSMTdQ6HsLEfR47WWz
wbSdZRLrJHG84ZLVSjfWuQMJeIPSMYV2XMVluelTQCB+Lgv72Zb0rslwDJTbip0HMF8jw/ChJOkE
ByDK05cEqsojWq5wQjNbp8kWjxR+yyrKvRegYmmz8ZrQJJA29vrRj1MTn8qodjbvnlQmVkXSoW+r
CTzEqmkAYwAlmxOLCLmerQ1pHvZr8hAwuQotgGgXZU2TE7Ze0iLCkOiFq0SG6rDmMz5cxsZYEndR
6vHjGPN3NzMa6GeqFWwnGmUgxg/7CRa6SQwktldkrLRz0U/DORjOYJe+sMkDDSePzEWSnfAX97gl
jU2EKuLaKNvqReYKPkvXgrVGmtqcWmnUtb5NQ6d0L4wi61kvvThsfVVqTGqg/Bo+yRLL7lbqjk0i
lnAz25cd6AA/VmwvWNn9aN/TGBU/MrLJc59tSXulx2V0n1NJx32mhmAPoqC+ppoCIXPsQGOQ/ZHV
AhNXX0lsLU3VwzCBasNnIA6+dr3V3Br4wiNeK835TZVkUleKGTgHPVGaYtO3c8KkMNtpO2Sj/BZb
on90JZwV31XqsVuXeiVunci0f+bsIMglFZoBC7DKtK9J2Ng/mimYfqMbgtaHIRVptl1VJbYW187W
ugCyBzDBlQ9qNght14mK0x4E6B4z0DCWzUanBTxciEoZ95PeuwcgOhwCTTUZHhAUROqGq7DUFasI
x2NOoOPdYOfWDwEOLfDJHuGQOaZD8xoD6rttc0CpvtIjYNoMRR+8ykqO3DKLBiaxI3m/zvMRCEoE
wemn4qTtzzbjn/U5tCW/2TaPVzhJzE1bfM3p46Y0EQI33zace56bQan5tE5ObO1aHSj0auqVBEoq
mswbK4vCcGO5Al5wzMp03bluiWdn6oTCGgF1xG9o9N3DPfB+DJWmfcNB7+yTxgbJXWCOYH5EUhwS
M48eB2y2yToji/EeaxtF3z6AHbvmexke2jBPXrC12jM50s6O7JXiH1gKHRavoiOQNW+7+M4aBVqu
CiVTsiUBhdOWIM/hWYvV9s7IpISx6JigbVAo4ygLm+F60qMnz6qK22KWlDY5gmcAP+1Ub52CTyZJ
GoZ5qNI8gVMsiAXY4mbq7sfcdcK1ZNMJ5UYqQ84/57IaCN4VwAealN5WVjVEQiOOoxsdhRuZaKY2
ZBuseyBkRMtSFSGdsH3k6+kXu1ea6tJsKn3c4OiSlHlkGbcbZq5s96Gi6vtsjAl8NgnkmZBahj6v
R/tNx50f8omyWAmxH/uC/A9/0qz4QC42IbSKlklzTVNBYoZNbfls8q4mBLhVBRUeySqsx2N8baSe
+i2ZWs1dCzuGX1ZaaQTPUYpRXduyFdVlXAu6ADXtl1XVpllwqxdJdizVwlZ93hrD9YE5u7qvTgG3
IMSyLV/TJBcUPbJBl6CuvC7Ku12ArKTf6J2DtApRdckXoO+85xBgxR3NgfYm0SIBisftm9T3CJMj
mUY07hqHo21f52buEASNJ3gbSH0YHpJ6KvWVAnsFLbxbp7eKyR7Dp/QR7+e1hYgMAGPcorYY8l0Q
pwns0Gou5yRtXeyI1GUJUTFJ06wsa2tYBSFk8K2Kg/81H8f0ru2MiGWKz/uFErk9qwlHqq/2DOO/
VOvefQwCqxUXY5U15bqb8si80gcjyMaNKCFtxOsS53fztVWBv0AZN02xxXBMESnJCtYqbSiDH1HS
AS6mImDcZhMG1ZVed3Gz11unwbeb6O0FPHDdQcSlUrPJqzL3Vpo56tNmRO0arsMJtoyvt2NzR12M
cBInUJOruhm17xkmux9qyZIA/bNQs01NaC9GLpV9yEo0jjethjQztK1jIj97I7rdiNDi0xA0Uc4f
tafotsKpPTMF82ELWCRmo17j1V/bFKUa3yKJ5rZt1UluK7QG5N7obv/TjQeM+VrP+YtSVat0e7uN
B4KNUptzDZC6yvcocQLqHM38oNUdsH2hlhcWRzh7W/VVfO+KbsLmB3Nf+DBa5V3V95Prg/824PR4
o/PLawPQ7Wmex88c/IJbtjIgRUe9rPcYAc01Dh1h+imrFmuxMNRXrxDjfiSq+R4PiL6xJHmO+JRc
+55J4QJFca6niCCi/N6UzDI/dm33kUNsOq4C7AfDFR/k7qjnepf61hj0ty7y3w6rL+BpgMxp8QRe
bQxuRgIziTEweyWDrBAOgmAOtRVPotHALfdlFomN0c8XJu20CS9hX+m3bhA6xVWoUKJf4RpzvuM9
9mi6cUBWuQ1WeCkUm0nGAgR1t874AJRlhGURNH9U+NAxYjBEUnhgAUKrfw4poLwCEsNj63CEhVgR
iPESSFDzhAqDuZcYkWHusGXnD7lG2QowZJzJFTbhGYifNMHXzKuKh1kfG6yhLzhXjSdS4QdtnX2d
IjX9xqE0O6jmoDqIb1LlOVdz3kP8GPUTZ/PwSSnK/ABoEjmemg5PfdAatV9yOL4uU0I17nq36wW3
Eh9VRWlX724NzZ4ezL7PXkdenIHOuW290D6fDZtBaENR7FuJsdX1RPMqyF34MQaOF1xS4wjUK1XR
jWHVEtE5rGZy7Xd+RP2cKb39LZalvLfEyELkoBO6TgwcrJSKRwBzVMerL+DT3KMTjMXXrDEkT4a0
hXqt15AYLkInCndZIRTOOOhBfbcYAOR45jT+KProVRUsAZALjPgKQ7nNHiF3p3UH55IsJxc2OWER
RmP6I7ypxxrCPsTLQnjbFk5gBLcLrsKKqAknX5MuXzJXi5E8sZy0J475odF8b6gP0WYYRGHe2FFo
a7s2wZp7bYKPKDdJnFB2G6Qnn2PH6JRHneDH/GbkDqZrgjCa7CrU7dLeVPxQZ+N2dX/v4NRh95/Z
Q3PRZ1gsn7FlafA56kjYvuMOub3Rkrz/HeW9YW5jtUCrFiqEcOHcwuO4KuHcDRdWYAYU/Kjs+pTx
i0fTpRV1J7hpe0vkZX0hhqjr9gWfjOSKRndHKltd55dWUXbaXs2LgWcgIqTYYWXnHemvMijZLLml
g92j49tn6PFgbQuA69FWm0zZXgppTPFmqAwDFhj5XTmedNNLDpOSV/UqhgBlrRVb1NFFBP+suxCZ
llVXXhwEyTfKD7n5FI0WFXnuhTPteSTOsE2V+WEHUzt/3mI9vGtbA1gXYB8FOLaa9Q8lYojvHJGg
U1fWlD6FeCvY50FNSejac8rxYvY+wEqoTK4T0zRvUoS2AX+zqbKdE8pUW3tipGGRsvGbNxZF8S0J
2/i5Z0bFqw6Hy9wDthLehDIqmn1kJhy1yT1kb6VBcqx2fBrHx9zSKPwTZ9J/jWlaouhRSnD1KarQ
FXZSp7zCNjAfMQ3QXVd6GpQGfIXc+u6a+FZWQ28VD6ibVWtDHwF00v+i1q9bZdYZLx0hlr8wVI/I
rdTI+Pl50fGklOrgGFPp+hD2gTxmaWSEd1JQXrTdF8wm2jWuau2ZKmPytwXbeRRIuNRkkYegsFzU
hidZje00ei9Rag+bdCSHpUi1M5dyUq99G4QqNH5XpE5vQto/GmZJalMEol4Mytpp1tBLgn1h1dJ3
dJr5cRfLM6X9k3ot47EVR5iLHl7nBr6/KOlEbesOUfAyec2E1H8g/2yI8D4DytgGvf4UutG4VQB/
nOlxnF6ojgSGhgJbZu7lTFn+szNYD60Z2W2SHzyS7XbRGKBHfKPYES+6Jr+x/fr5HJn/3n91BefC
NMophCAO1mWksUudXBMbFT4/Lz6kECPXPMg5hTst16UL5uH/ZSiEMe8vzSmsYRSGQQUlU4orveDL
aocwXExYmmfSsU5mPioBpgkbH/z7zJmFxod0Ebb3jsgPbUG6XEYv8haQY/fwtxeEJgomL95ARsHL
8P6CqDa1gZzS/KAqrAohR1IOo+FrR733zK376Hr+HGnxjkkJh58kvPygQEC4gF3qrQ2v/P355ZxM
vVlagZGVNhMtClSx7y+nGrCjwEjND+kgkm1duPmtEHr1MlaN8WVwJ+Xi8/EWBpy3pggN6Texqoaa
wFo8JWRHad1OVXMYh0J5EUqZI4RPFOtbBl1v3YIZ2OdSPAQYK+7URsitUoPzBflR218nu7V9Kxiq
79Js1TPdttOXgtdP8/hxAPvwACzaXdoo6r7krTtYLNC7RqOzBvFWuZjK7sfn9+CDB4sAitfPYuPL
fxdTqKY7wpdZVod2mONpCj2BpIAu6vNRProezKS85tqsWFkK7tNWK8vBzNpDnHpERk7ZzylVslVI
A/zMSAttzNsznQXOfHGIIUD9uVw4ORwCYGmaQ4pTeZOBEtlTxM9vOdZoe6UKBgyWU3jTKEn/lNY1
Ipl2KG8IA9B/Wb0QZ9YB/aRvOvfdzFn3oOPxQS7/fk6TNDV1bj4Oh9DMY1hqTs/xyAtje5eyDzF9
BKXYfgIYSPuoot2xtpumhHDHe3Y39IX53YYiqBOvGACnHXqPNGmP4kJAc8QbL3I9Nmt8N7kGdzTt
xL6sjOxGcXJCPYxMuXWtoQT2auTpo2Lkhet7WIhw4huT+bXnG3CrJAGhv3/9sF3U1Wj7mFMqzeL3
l+wUFbLoUOsOBkd8+JtaddPbOMlMOD3rvx5qJhi49KPRXhEntxgK+pibTEF7SK3M8Anss4kxIcq0
qvPt5yOd9DARGMyPkIQBuqfa0qNbKpawNCufDrRVNpNCFApbULlByPjLJmZ+n4BJ/nzEk3cGZ6CG
PJ09B2oyvsXvr02mscIKqHFtjurA1ku1b+xwVZ+APnf/90MxR9356lBSLJ20vasrOc6b/kDus+oT
/jds8QCSY6U7wZkndvp+clnzZs1hs8YC584L0h8bKWekbBeUbncwSRC5VdoiuNMai2C2TIcpNvXh
pqyUed/fvkhOmN+VlNOEEoXWmihj++nzC1/4n1gt+DXOzNbhlInRfekDHOHnq0pU9oeY853fe469
BywEnVmnkUOxACtbPJI1otX2vQNje8OJ23qqs0yl9OHt4N+qL5//pI8e+6yVAeUy78GWBh4AHANF
e6M/dJ0aXZtIyzdhZ1WX1JfPzbA3leu7vZdn4T5lmZzNUNyLxWcmt8uBCN9OHhQHPrZPi70H5Jt7
BjybxhlvUZ9z+HE7XT65Xsex3UgtDxBQQSs+bbPhi+LUEjitPlLXd/oUJZbqNPlvE1AmtUSO85eU
1Thj1tyoV5t6xZM2KMpTCo764fPbNk+bk0vBz8muDmwRH/X300qXPc6nyJCHYcrz3Rj36ZpUzvzM
cr4QVb/Nl1n3oyJp4rR7sgykBSfxkRjQA9nt9UapHPvLVE7ltjLK7D7E/LWqstaZo4e1L04c1XdT
Z3LHRkkgWuOKrQP0/Aqxm7nn/CXPvMYn+ycep+HMe3adrgrGrPf3QNPrpI2meDxIzerAh/fZhuyy
FwB3wV1IgOqZdf6jW25iecB2TKoULu73w3l0FuaG/ggyjr5CFMh4UwpZnll4P7goJDLUmlCvEK23
XHhrow1UjIfTQbHVufoZNbtijIwZCKzc6A2Ex7+eSGwfDPLYWHkdloX3V6V3ClIPrxgPg60qlwqU
bqrMZKP8N0Zh4/XmnIPbtNgWZKWIMkUQQl6NEw8n7ZXXrCjOxkif7D4QHM+2OQNlBGO5y82QpQ9u
5cXaIYid+rKrLPng2gDQ/Nakq5NRQNu1dZddaHBm/aIxg0NBAdO3GyO9JoujouiElGCkZnVjuJGx
UtyI3bCnXXXwXNf5gEX+b+8Lu0SCKamom/xn6X21M6vMA0XTDuRCRFsMYbqfd2Z45jU+XWMZhfUO
SgWFPmPJlakV1+hwIWmHOPeCXdxjiYawWq29djDOXNDp9EU4xyprzp8ZXsn5p/zxuYtVo/VivbQO
rkWxfcTruOqd2r7xzEpe0h431p/fwJN9CnOWoVSbF4al4O3I88d4UD46hEWqd+C6tZ2TWBjp9Ni2
QZhMlUZ9PBp3JRWi758P+8GH1OGF4SpJM2QNWiojdSulqly3ygFhlL5nVWiVL2Vly+CqYHYTzJaI
m2JMyu6ri1y2oZkcgmXGrQ50wVa8QwNAXK7A7FAG/fynnS5T8y+byxmY/jh7LLaj4WB7Be6i4NCi
H/nGqx0+Zk50ztTzwX0HBMRp38Yazudn8UIDz9IB9cTKIRk0gPepXkFoxNVGO7KuvkR2FO0MstnP
LFYfjMrU4kny+UaquNS+apURCDLjyNU0cuVCgA/6lSSx/hJDt99pXW5tEi9N/kl7/CH/t/hVfKD2
P53SCCOJMJxpMoRALL07zVhNHjiE7Fiz+70gooOOL8kvCBlIj43VsXv66wfoYdRE/TmL/nmQ718h
MAcqyFOZH5ljbBH5rt1EiOvOrAmn0wQrHdpWJglOM3tZ4KPzV+l1a5dH25p+erHZrNUmO/cxWy48
HIBtToG8nJQRCdpe7OlpIOnkTDjWsQwcaMuWTcz1ZPigza3d3900DHusO8ie8KqwrzXmy/1jHYAw
LLWSfeoxa93qCsiVuZJCBGf4AW/euz+3XfMwzD5Oeixz1PEWy5ujKWjEOuYCeaxZuelqN4m+TN6k
y52iSeN2tEV8Q4vA6329trMvRLeOF14BgPzKs3qLTHUq8qjyW3075RqxhRxz4D5LlHQ76cGz3+WR
2hAMQjxPvFYKrf/qTa73VKuKxmYT5gUQ/VolIuPz27ec42/XxdyegVukbS2Xs6wne4OTPbcPYjEu
rmIzwvu8bCfzFqmA+MslajGauZjhCCS9IPcYrWu1dG20rbUuQJScuaaTyTc/q/lTxL7DZLlYTD72
G62WmU52rOIEBm1qdKvAq+ptOvS/Pr97pyOx+5x14rPfiQr2YjEMGxJoprEKjyLl2Q2KzaGu5Gw+
YTo48737YCjwLVixNDaIMx/t/TzP8gp9KhSHY65K/SotBjpKVWtdssLbZ57SydGVzSBeBlwsc2Yv
1qPFDQRsGTZEfSRHqLAAcUvSRwq0/Uh9wZCsLTNSOP645FaDFQ9+9UYu10ZtDNchwSq9H9PdObO5
WK5Zyx+0uHgFHnTSOGpyxEdNZ07LlL1IdbZ3nz/Oj4Yx5/VqNk0CzZm/Qn+sJbXmZn1dGskxqoW6
rr1MvXONoXj9fJTlXpWLAbM9f6TnDQTn38UoBYFg+dAWR2C9sNZStbumNCKvkMZ7z20Glb8xvHAz
jSWyVgjtZ/oQy0/pPPzMYWOxVF2oQO774R2zIy+CUJsjvTDnOsbw5bOsdDvDGqO1sBAkJSG7qM+v
+YM7+27QRf0q0CFNT61bHNuky3a2GKpd5/bnkBYnmzOujeIjBkSuizVtSX+wbInOnWiPYwhi+nuB
3gC5WhUjaNA6ImJQRoWaSY+dedrthK3YcJAtD7apR3FwYu2ntGZ5m8+v/XSJhf0FvO1ft+SSCxo3
6K86PaiPJjJsiOuO9eSi0kNPmGo3XSusM8vfB+O5ZJ/gOJ53qNCN3z9gckucKOb4eKSmNt1KNPt3
VeWQjeXm6k1pRucAEG905vffRlgvJm0Zvo5oAJaQM4JiC8dAHXoEAKBZ2ziDJuZHTYtCqe3d8IeS
DO6TN6nKzzaRPfqAqdqDdUyx5A1B9qWWzNY10XreBbkFse1H9gC7vsKzpfpdkVgZfyx1tnWZD4VP
OJLz227RaJy5bR9MUQJNKQyyAuC6XNbTTWkpqdY2zdHDTo4oxW2uihmZ8flkOB2FMyq6t5kxSoPV
WpRvumigFwDR+miRyLjBIK+iICCH/b8xCvAmkrbhruDiej8FonSwWxN53dGemnSlueRmIj02/val
xjGs44SdOcEmHoXFRGtY8qMIsv4x48i3VUmp2aBjjc68PifLpcGbzDePRXM+7c0e5T8X5dlbUcO6
7Y70OZRmA9wRV4mRxtomEG19ExtSvUA1N6Qb5PsqrkMvPbNjPnmh+AWIMnFKzXskJvj7X5BNI+cd
Q+2PbaiYV2M/jKiSCQTUM4nIYhacf/703q/QfHdppJDlCwqIgvhc33o/npZ38PvtaqJbVz6juyyI
mekmibraMvaWhUIkjMbinFFrgYr7Z1jWDMqxuAtPq2rIU9qutLTp0I5GcU8semtgNSGtfJvAHdRW
k+NEl44jFGS3RtirFzambHZxcZ6es1K93+y8/RSLcDLM2g4BsMA43t8BPULrlRNJfWgnF3xNn08r
LaIgVkqv+6sO5NtQXCvHedytKp2NxVAt2tk0r20MHVhadgXWE9Q5YbBH8XnugL5YKN/G4pTAbOZU
CXnJmheHP/YXBkxdAuJT9eCVkXBW1jQmd0UcIG5la95Hm0EX9UMfIz0jU55GNMrfXhAKkKTVNbHd
gbmGgNLtEfRhIzFEqRpXCpEft7nlBcodAeziEi2R8qBodMf9nNn14JpV8/j59Hz/Qv5zFTOp2WBt
oei2hNGNkV1L2idMT1triJiC8HVragQWVHIY7yc5qNdYWarXjLSvm5H4gTNnsQ8mxyykmOukrD40
3t7fRRJXldQ2punQa3azbhTUZhEbJgwZdXFmtf5wKD5uqN9ZrE/2973M21ZpKzLtI9zbnatMFx4x
WhdEyfTrz+/q/FL/10f0n7v69r6jgpntXYsl20j10chVRztkKD3XuKTLX02Q6KsG6nHuJxQ32krx
LkM1jP+qzPHvyHiKPcqQLLD6YoEtytjpC3weB5lW9Y+YL8eGf9qcq6HhxZQ28bnW9Ud3leqGMR8t
KHSftDAKKN7ppPDK4XgkBCpxL5shdNehpZ1jv79fuudrmy28fNRd0A20f5ZzpdfAv0eVcTAJWLRX
JEjGWwPKynfd5v8gny8Pnz9/jgvr9D9DQtKgwMIun4iHxZC4Ptugjyb14MZ172x71yyrDRao8H7w
muGQyxKhc5REydfeNMpr1tz82rEEhBj+4pkvyemkAkUEzMGiYcIxbvmFRlrZs9+b679oHSKkRkTx
RdOc86hTv8AWGacPUS3RWeal/uPzG/F+p/N2H+ayGd/OmZpxogyalGISpEIbB+GK/jKdAvJDPCTC
n49yOpdMkFf0ZZhKsByMRUUBGMdEeI8ARqVU7kqVHkDbuj+KsU3++kOBQoU5y+rNdp5u4vtlR5cN
6TNIuI90e7W1FpvZ1gIVvyazqd1/flELvc5879jyqqBSUVRAw1uWz0La81XntcmxFF7+kkhaa8gn
9Y0QqH/rHsKXhhVtg6nWfFIG22TZb9UVQW0IPXGawERECxwp1bmd0OndZkqbrjmrl6iwLKtgk0KM
ldI56XEgDHntNVG3KsZGANmmO/r5PTidPgzFELy/qANZb97fbnTGMrQskR3zRmY7dcqLTRGa51DT
p1sta0bWAZCyqB2iDXo/Shs0gA7ypjz2MjWua+o89HfVAYuMFeEFkM4Leof2zFL/waUBQkb7zPfT
BFGy2N/h1LNCZ5oHHSzyXqURX/Qk0ZwZ5YNnxZ58xhnw/vO/i0sjH1eRcowrzgBpsIrCCmGBoujb
PAniMxvkt4br+4+XxWkbhDxnDfiqyxXdRvHU1VNH5Vp1BL4nr7V/uIQ3XRng4m6Z6UQnsr8nJjTW
LGAKKerYiOBmInKIYgvtPcdgO8F7kSquT5mOsEnSPLGBsvvFMJM7qeYPxtQ86JJ8960a29qlFZEd
t7KVgWAoDTuJ4XeEKsbsR6X6O8fzQP66TK1HScmh9CvWHsxb83nIbx0DVwVi4O9FkHUvWWnxG5FF
dKuamJIHBKn9z65LqNcaSZyXa0+n/XCBilJ5ndSsNIGVlOZWVXtRrSgnEKlYulX5oy5ULjNCDJT5
6L6HyQ/rVr9qHBzkdA+C+KfTVzoemdyQd8OQUz8rIBWTqNBoOCXn9PjcJ1/VUq5ajELqKisSNcS7
o4pgHWMxVlZ60uo/BPW5+1aE8ndh4XWmBxNgd5fERh+tyQUnULeq+5obXYrzm/znG2IOpOZnLQnC
K+m0cb7u0//D3nns1o5lW/ZXCq/PBL1pVIfksfL2SuoQsvTe8+trUJH1SofS08HNdiESyAgg4u6z
N7dda64xIwpRs0nB2nEcJk13ZKoVKIVDHdKsUnOmfVCHZ953Q5Uei2T+cA1m0htsbCRsCTQuL3DJ
IHdMi6x61imCC+wCxcUJfljvYeoXl4U11xqHwrANpRZNhoxpe0ktzG2lau0aHkbgllIDj77V8p3K
/r+b6sBc1RkxB19shj0PQGomi0TewUJQjxwCPyxdQsqi/EkVMrgZHu4XAcWAgxyO1XPWVwUPsgqJ
tJ5Lq9/3vh+WLmZMiJNBXiFyWHIkuqTs9XGok+cSv4c1eGfLHacOtb4/HiNL/9QUJyiuI8C+yEgv
Ln++quABKyrs6Lhkb1Pd110paawdRKLxSFDih732k5qtMXjivP8djp2nUMHXaUn6LAQyJaekNzg9
/Co7mQnlgV3h+XrdFMN4/feD+fnaQi9DRGS520KuAE9keNlzq1WyiwFLTp7DwxQ0NIMjl5Hvt02C
ulw3mR5kpFFzHPZQUrLIGnQre84VJaGKuQudIAjiba+2+D33VbT+vWs/PNl1EUgMGOk5J8tT+bBB
oWiTXk0SQslk+lZlSUQ8jvrQreWOoJloeH+EBP8QrDj7vaoq4UolG33koP72HCRcIFP0QUh79lJZ
Cj+Vdhw84lh81ogiooas1pmiNd55KkjhBYZM3jrlJ9qUXsSrcoQV+vsYfJtVPNsZAZ5nTGCS0vME
//KmVmeL0mJKJaLpUv3AJH6XVDVfU1sT7QpkXVurr/Mj3/l7lz/dl0TSjtyvieYdtplhJxpxDsrP
fj3l+5JaX5wFxRTCVJbXlzH+FUQs2/TMwKxsZcKEP/Ldv+1C9Jm7AwNP67NK67D9Xk8CdPeK/Kx6
VeOOOGueYox97Bb6KYn+eqpzx0UuSGKLyYzwfrlyeoLkCMRS7ZlIbI1NXRZyOlOxap3khZ+0M85C
SFwVqdwDAHMyRWTeAJvghoatTZDHzXkgmPpjYwkwBfK0onooVcZcpsKn0zq76nvxGgyIedLmSnvW
ZZ63aijKwAk9oSI0J2M6V/d4H8YY569eNhG91us0ciVmm+LU5RgFLugcaUuVdIHHfNJRPOIr3fQo
yL0cUPLtUYo9lMH0qkCQQTebyFPp6IDB7kyvoprAk61kC8XKxICgq8WNpHfAZTIOZB/bdGvsbBGG
pWZrlCSV6IYoBl81aqCdKqHf9bNasrjI81RW8c3JxHOMo/j1A+62e19T09chDlVoZExcJ80CCk+n
PC0bm7KU7qmmJmwDZBe8n4cd6Xhkiiws/ZAIy1TVsM1iEja/IT4hdV/WxeBT8VsOg/o8VZ43ghjq
UieOcxVvVrauHTcRRIxSn4eXXh1b3Y5KTio/S4FLntNUQRq6oy+HV5haG/eFTAzW7gdDvR77sDuX
GJN2nyWWcGRhITVm6h7MOZVCDwJ/mspbjlzL4oClkh9rW4CuzwplzlTgtlH3WGVxZdlGbEZulBEe
oSh1Jg7ISmlVTutJ4m0wRfmzGg0JuawOAp2rG76nbpKmqE8bv25ekiASbqxW0Kr9kMmgGySlxXI2
tKrhpBGGZnIyLMGNTdd2sEUSz4xeKdDWJ7vFvLS0s8K0Xrqml1/0hApXu4KB4dmTZwzeekj6GCFM
31GKDWIGNFsuZ5ROAT23tPU0TVHoSEldvMLZESo3zoX0Vu+7YdyghValVW95+ugYQqFFTDovtm4g
dmUjIR8TGJcXNMkNnLFBw2S5zy94cvlnEWpwHNbrfHq0vGE8kc0w9ZygqP2zFvJtaFujQCWFWMXT
lRG2seD6cSFs217PBzw00ujMF9vBcwNLw4I+NOF9uFLcWg963oIxaOokXoXNaL4kmEWf4cUKZxCA
lYBZCTH256xSxYtBa8ZH4pNU/Heixo4Xj53xrsYtZWJswN5VFqcmDucAjqyTBvvTp7wGnWRH8gSS
BzIGd+w46OGOKFVk62pTXWt5WliOWGMKTEV/q73G/VSC2y5yrVhR6ylADQrD6LZMylw8Eytctt2p
hTK7R23hJes6q/33xEt74X4UUBe7gSj5pRuVzTCeJeVE9fmEGON5ACg9nltaLERX1I170ZNeeJqA
iKxse+pXpVCorxXRS0woAxHW7tt26oYusKlv0JOzPhARRiDQFPStQaZYcPLKz+8iKuRqu4iFWHUj
PxbxaC0ISth5mrQbcvYQMHgOeNCBRr14N/Sm+WPiBQRORgtmN8lErm89Ra/XehFXynryvBrbTSEQ
qZaNZF4G5FD3vOUkHOH81oN4OHZcMNJStqLz0RtwmYZPIfWbvIlLEFJt1G57pS4ap4+rolt5ghmk
jtgKY3ySmmLyTpRBPx3VSIuoqMLY3kbRpZ8RRKteVaXG5p58gH4C7yyiJG/wAA0OBRQQUD0wrxCo
hDhxC2KKfQYGPdKuGDuFpCZx42lHui4T960ajcKK+Ix8atRDoLqpUIJxVVsEoDsoReW1P3RCtsua
tIhPOz2wwouqVwzk/0QydlJb53vKSLMydCJhSl6DwDPOTc/E3rNQeqGgQETxK1sqUuOMHirTWsBW
G+u8Ti/PQWcKH21TIMoeQ0GBnISTPQyEJPLOetj0437IJd/foiO2thLmdyEeWjku1mKj5LIbK30r
r4d+CLNzFThz6NSSV+MGlHcQCkg/UvEf5WaKt3uAOdcWXRpUME/0qYKdehYPEv8a/EHOD7dzcyhe
DWgKiBNlUn5rmU/8YFHf2zimn3QQ2OTQv+7EJi3tksjoI/lk3IQlYYhHGOCet2sAfRg2iJfktZNK
9PlyEEx4+YwV+1Ufy9lKtvgdbmH54Ql4fGBoAjiEEA/3MnhV6lBTNvPDsUSyXehXfgxabA8iMz8h
i0ANP3om6nWAZfQax6QwQv9UMfxmh5STO8PjsW3XoKNuJ87Xj7KNK4y/FNlHfQ2jxgIlNoZPXm0C
G6Oc1yrsIpiGcGO2kv9nmCr0BHJn1lDTx0aSHcXDJxWvw0aFVA/C0q4qrOndkhhFMSO6Ao2XuKKL
a70dSX410FBDG/oUzwYPKpbPC1WeblH3WMjQvbK5H9W8+DDrTHliE4chhU2q+gc78fKlKDFUdnUh
jBhZBbOnzVgVxjMfdyqcojEGTrs8iG+FIpRSl4tFKyMXboCypeos/Q3oJff3RpJWSlgBRVXDYChs
LQiNwCZEkHQ2h4oU4oHbE1yVYB44U5Tk4qqh1G60jdZKIKSm5JbdqTeVTe7zGnPKSvTu5FzHtaQc
hOiOWmztbtSbMic6gf/6qoEh9Ei8zTddebDii37AgxOkcYknkiI0p0DU5Jsoy3Tq+kP+K2gf7amp
Z43vSLkQvrBnqKlTWxT924pC7GCDXbx6LqQ9OAJvHKEvcYckrNKYBXhBumoRuwDzQ0jDy42tPpKQ
cFVPxOu+UsRAAG+lN6bdt6G6jpOC93mWs7/amD6Ij2qYWPckg9MA4mLZaly9ImPbKIHGuVBI8gcO
3ToGBWIcvubh0KQU/EfJCV66Uwu4KBfBkAx5L7sQpYbHqsbPmht0XuKikY0xtM0YIBS0iRbYFi7m
yhWXOghfhaX7D/o4Cv0u6XuMmdS89GV7rKxEtQsoAulcII1nJpcbVladTSDCRCVon8pMSF/LUJj8
LawucRONIXhFSsfHvdKloQ52DroOJlNJc6+pfvNUgBK5tHopKLet2qq+GyHvuVUzs7hGGFVcZmmA
1Jb5y10w4cG9zjw5F22K7OML3RRe9VJpMI5SUzbTfhCg1YOhwcu+iQZTWg2SJYDAyiVr2BGDnmAr
gN094U4iEjgLu/ANcl4KEouAqb/xWjmLYAwWqnLHxq1G4LQmGSwECQSenY2SXRpEqxVK/8dJ3dRj
TKqjT9qe/UIPlfcsbhL5IvEV7yxsxJ6UAPt3a9dUld2xoXPADHWkwvdrYul6NLE+R70YaXfEPETj
JDTN7NMfnUcdGUbPvMnYa3sHTkg/Pvbc+PFNGEaj3bQ14J41Ydy6JdNCNnAz4LYe2f0I8qIHI9ls
uGqwmiD45+PeiibRe1KJPU27OJCK/CUTdZB44lRO7bo1ff25MoUIuvwwBdeKWsqghPpaS7Ytb78/
5FxBDw9o3IW9Dmz0PkgsgzgbNjG2GIyd7qrmkD9ZoZTAHIMf1q8gTcjU0OQm/0XAE8ghUxSlV4M0
Bv154lWF9sH3a8XH2EO/BO4yFMV9yT7jrxqrkpPTgF0DfHMDBiotcYzaClqUVnslGQJ/3Rdxo98X
0FtPwZjrt6GktsqatL/0AZ5hrHCd95vYbZiKtZv2VBit61ZpY3dIcrUgfYRfMTVqSntiJXUlrLwe
klkELbOZsShF64oEo0KXKr4mR++eq8TTLKF87CRUqYgdxW44k6VkMi5HtYuHTT7JFaYIodn7jskK
Fl0SVUPEziWPraM0cf/eRqMhOEjH8qdU8oRiN6a4khMqacULX5Sa096wApB2apq+Ko2Oo5sylnG8
Vsck9k/hY4RnUUYw05U8HnIOstxeXhsdYVXHa3PKh4hlipfodXsu6qZR33dN0Jc7XjHAdeh2+lYU
onHOVUIQ1gIl7KNdV43RO10mhbKjsRtdahpYyA1wuc5Y1X6jK/YYV/U7D2XxFpZO88w+LeTrXKSu
wlL71EdapMu7WBLUEQenTvkjeMJUM+68JdYVXTuNeKuybYxB7LlmV2FYwJ9YXw1iVPLkSEuh2ICe
qc71qhSHNUY6Q+oqqTzW9uDhiHJSxFKBW22iGY7Y+0lDHfwkyyspStKzJEWIb4ulLr8MQckZ3hkg
gxyvK6WVXwuI2XOI3WvVn0TVbtouzB65gUUrc8DPjmoy+MOFRh0H/CIwXI7ll5xs8jhy8kbV5Dt1
l4KFD+S4dv0yzSuEEpZSOh2sM14VeuzHdjCmUwgwEZLChjq3vtqItSxujAT6zmmRs/PEYSWJp/Ek
yZep1Zaao1Z+lNrtnODksSMKupvUbfQ0aOLwIEpjnAFZHZDw5ticV26OnfYAKk3QPAeTG6o4ZbIB
p63OP9h5SEKJlaX2r3Etqx+WOVnXo9ZL0S4RdJB1Ag6UPOZS70Es2+kijQQV5mgjas8dqEgV+Kpg
5mv23AFNZpRKzXmBkVl1LhfD9Kp5ZV7tq7EH+41/ILBmCLY8xzl1Pnql0rtVN1qF6DTpzNmTzVG9
SbIBJ+uKadqv+nocIZ9r46TbMnBe69SEeTW5XVv2vdv3fXqetFTJUivec/rN1rKDE2ZRHm51Iwse
BC7sL4bnT40DfFOk0hvUFEtfEcgRRnIavIOrTZXbBrNRgXKjuj9DODt2W88iqbEhEjp8lNDXuJ5m
g/YCn8wq3BwCteYWum9BRJ+pV5GdoHa9TcCSBU5ekJti68LygLHlwUlnw+o5j2Iz4LkihxnZh3h4
s4CRQ9SKYPqvWqFVL3gvGrM/LaEJDh/VuKVSHGObWpZ9gD8ERxuHvCMwnpxyCxi2ghedw+k0hB1Y
gBQWIshIaV9J6ei7idIRb1eEoL0L+5mkqOqpQTmyF6drJSLlPKdkSLJQBkj5la+FlaOpMGy2gtRl
ykruydRSwZyCUoRxF17WBd7fKOc16X4YQlInnIrt8xD04znp4/4ijNLR26nU75fcugrhHDyIPzqq
knePFAB15FqGIT8T4zEFiIYkG13KoCivXRDW3t6aJoSXo1Hr2zI1yvfJg3i6kqneFOx2UoPUtfo0
vwWIWJ0ECnEpO9fhdtlJmVQ3EHRbCmObZiSSKVhivU20qNYugGJgSZT2OT5BCFXSbScPXH9J5qon
1J9BJ/UUyPtOWo2wFdVWjM7GSVKfh8owKBKIJc5PUFGB6sgBr0jbGLS6t1u9ax6nKadePzeMlKdk
EJonA3ANXAgVlbBHy7VKtIdAr29n54i7CVj7qaUUfbCqc1wGXC0yjAsvUPXzKCymt7QWGtXhzyo/
giTW3/qSy7NtMV5PwAVrqLShIT9TTRrLNBkMke3lifJAFM+/iTsoTDzOQ7mzO67/NTA4q7ikINyn
qCsX2FwKROkGWw9071UjqoN4S3pzVAENw4UkntF67CMFpzKXgjo71VE1AxbEIaDeKHrVPFRDFH78
HhJe6NeJfSG7kAlNIv9H1kLS9jA+WsTsdJnfZG/sSHbrf6SpuYbEOpm3Wc4zNmM/znZ59BKH1xL0
uCOtL6Ozy9YXISwpKyzRMNrsjafU2Qg59jW/Uc+aB/2K7bGQnLDdFIbbbH5vdhmTXra6yD1kiln4
qkCriUKxzaS9QqjcC0JlDxXMW22lj6rT1t3u91bnP/UgXLcY6flXfYkyxjrwKq/p6SuMNcNgfO+B
zSQMewOp1VOP5BrmD/c/N0eA8LA5MKeiGHt0Uh9kN0lSZxQ/BCMGhxgcScH93jEy1Ict9QJxJbnr
srdB6C7IINCS4uCRyMsGzFWzlq3b30fy91nD5D1ssMggsdeY2bwVMSlwRjMLL39vYZnqO5wh38RA
Wlb4AgDS7I2wmj2XsQmv/XCkjW/h23k+IMZBKYtu5VuhPbl4jRyflL1lu3qjusZG2P2d2ca/F/eX
JhYDNUy11piDnL0hI19V6VsgHdOnLcoIvjexyO9QSSjBG6IXPH45ZTPZru3kvnSr1bS3rvzLyQn+
k9X7pVPz7PiyjjSKZmug+9lbYLYbNdyULTHHjZpnm8TfZsIfCreOLKUf59uXFhd5M7ka68qIaVGn
ksir1n59LN/742L90sJiFyZ0zH2AyOWbKIhrVVB3Omxmz9vH9RH5ybc06OfM/tLSYsf1KP4NjXbM
3iim2CEIdUaj4kaTuG11BkbbEaV6HWXvlXQUrPTjNoFAC4jRLCDWFtsEcfqpIBecvRk36Dj26X24
z7FZsOONekNUJnajM2D0N+PpaB9zUfpxw//S9GIdkJMZ9VA2s7fOem6HO96Afl+5pvIm+ucCZu+q
8vQf7B9fGlysCnTNmTJWRvaWsuKs5p7afgd285F5+fPH/NLMYilM5HKNFMwXW4i0vr68BIbtgv45
0syP0/9LK4vpT4lGoLTEy95SA0sHbrRhuP59uI5NjcX0l0dVQEHPcBVQbJsV0SFpxlQ4A+Zax8qr
ftx2v/RmsQAENcZlSaKt3HSMtfZkPAExTo8MmfStFewVyQUzzyULrzF98WXKKfdVeRqkN1kf+ks0
X6BjO0jvkx5N7hjM0tqy8c/IRSo4LmWJw708fong9bvtoCJZj+p0sFNLV90qFzpHQh6HMLQwj/xQ
eZ6JB9cETJph3cyCBLLjVFMf7qaK3BZiXJfeC4JRRA88LYfYMfC6ChyC2mHoNqVifqRzyMAu2gjy
BSUIGJd0Sm1cSYOlgJXVpuzEGr3pJaYwAFlFr/SNzX2nKfaIPAz8UkyL4HkrBISKZwWC3cmTSQmw
AqfXk6ly+306/XwozcKSGfk1V2gcdsooSWan8/FtRlsY61pu68/1o39nXREd3gX5OfYwx07Cb198
cb2TD9tMo7QJJYVbUIqpthw8Td7FyMAVpNn9Y7Zp30Svh/cTxE+HjSFDh5mUcrlLn8PzcB9fmTv9
EumeQVTlFB+02XT3PT1ydvx+KYKUcdioJ3W1hkKEe954M1l/isIBPPb7l/txo/7yGlnMxjGvo5Q0
MictwjpbkK4E5qHQXMZV96iSLsjaZyt4/Wzz/7te/pc8q+H+Z9fL+/fsfWrfk+f/+l/vWUOebff2
v//5b/7tealZ/0K8PNvTz2pxGZfD/+t5KRjKvyjTnJ+MkAm4cs2T4d+ml5L2LyS0tA0/ACg2pMv/
9rwU/8WCxOtp5iqSsZ8BKH/jeTlPuP+3d2kUDUCQ1eHnwYAw0DPNx8qXmyCpdkKbMQYkeX4viS9V
cPVlOC7/+ZO+WlgeHkvf/vzlJt70qh+bY+/BEd6W+p9QfPLjS+og7KZo7Vy8/721z7KVZXdA9c4H
hyrNGKDD7mix2CZ+HHnuVJRnYX/a1so2NYFfqx+lka56Bbjx8EyCdpV112r3RwXp3al7YXoe47t+
uPXbW18Jz4/8qvmd+O1XmRwRsBxm5MbiV02gSky9Czy3FgW70f6w89ixdMIeAHx7ViK6mXkiNX9V
uMTQ64j0RBWmLhULIFoWj+VRkLGOIKhPFZdfu4YUkucxsdAABttN/2wA/yO75HBf00ggzHJAanGZ
mjICo8W+VnU9HgAN2cNgwhwHWw5MydRevq6iMD3y5vuxKQA8s8kbltJLsG0eKqFodZHpJmhlbrTJ
x1t6FEgw6sl0zB5vuTrmblHVykCSVYPfu9hLjbyFkkQAzVWbXLuweDOtgKQlR+bHT61QB8kNh8wD
AuXFSQRrfwgUxFWupfEK83rD2GTGZLl/OQvnzlCYZKgqEkYUfYvOFBrFs8YoGy5ROH2NBEH500+k
5ZxMM7x9mFYyqTGvidwyNjV3hq28RpkGhf733/Fjb1GJgTeDU8gkPVyiRhuUapyPhovIQkcT1Ml2
XxPQ/stWTHHGLbOrziVJEMcOW6m1gKeDh0KhratwE5uTjAtZcewd/a0v1KawnLn3wZNFE7pY2Cgc
uj6gLhUDE1F0KounexBY/pEv923G0wo1KWCcgdzMSu3Dvui1Xkdap+Nd20uU5JWShWOqEriSHwZH
Ps4CXchCXrS12DQsCEQp5ckD4C4Q9kF8nZqGU9bNtm29XWTUK/iyf3KctcvOcPyp2DLP4PXpa2nA
K0rvt0ZCamaYnil8d0HJriOlG5AESHdD9LcbwfxTMXqk2gwdLnyJw2ERMZQhgcFPRQedrxtTeVBM
hAMhFTZHPsBPnxkZLxpBlg7Mn8VkQuOWJkqOlthTUv0sRkx4KiBuPzJl5xv111NiHnom6wxjgjpl
Lct1cTikNo5Yt4s5irGCfgpMv+/kcx0xvl2Ygbb7fYks24PKyc2CJwkACwN8zWI/6AJFBWpWjkTT
Se832RaLj7Ws9fu8NNa/N7UcwBnJNIM3qd7FVBWA9+GnEiKtEJu66V2pSwW4f1N1U/mZ+HCklR+a
QcvJ9ET2RYhkednwCwUjSWNCSBKkO2pkenfspAeid0jOCgJrlYTX2D4o7hR0a0MD/Nm6I1GBlNGT
bYECbMM8QfPyMMFpRaAmBSdJ1W9TmFUpTMRcdyQoaqaFuD7iDj3iQvHS9I+S9DgAjfAKVL3jZhLf
5D7CSuCPgSg/1puVgStjHL7lTfHE2bHWsKE5smp/6PfMmAbWL81+pEscYR6pFgWPdDfNJ+tliH31
CRng6sjoLqYn35DbhEoNNtUbkKkWu1Ak6W0jy2PvqiOU1q7qrowkH/6q4IVV/NkIJxV6di6j+mJD
HfSxqgW17l2N+iRMi8CvJ40Z/QddYbxgk1vMFv7mcDrqqM48AzcMF5tI5RRsGam9sTWPrK/D1+w/
fZlLBERu2JAol+AdpafhoMThb4jj1m76xLqxcEY8G9CXoMsC+xiPg3z2+1da3rfnAYQQxbtfFVkD
xmJRe/jUJWnCVOhqM98bVfVcZjJiQ7jgApq6khyvhLebm3hQR35v+odZSNPcN6ls5Da4rFjVAGNn
aZwxqpqCzgTBjTv2urz9+1bYS3ABoJPzbfrw2ynYN4pTJXRunPrGOtKSdi9x3hx5p0vLzXEeRzCW
sIKBRENJXYyjkORdlddp70ZYviNGwyqvHGX/EhqHuY+9EZOueEjXyOpl/hVFWtV9Xj9aQ7JVu15h
OvUG9VrpbdEbq1CVjgjXFynHf+YWqEBuptxNZelbHZXcDlSKmp0rKbUvI52tshewysVFFebzXhR7
1zoci+3EI8m3M8mvr6hr1SoHByY5doRJzl5//y7zgHw9vRgwUp8UPHHFtPhViy2+UiO9IIneukbf
qlisKYbNERms0YEdW74/NUVFNE88XFB4Uy82iUCy+tZvmtZtIXVhzZnnw1WkQhHZosWvu9XvHZt/
+GHH2IeMGQrDfODGutgstML0qZbtWrcLTcmWPRknW4qLtp1eZA5+NeHppIjbYJCvCxHA1u+Nf+sq
pHcTtD9AGOp3WVaHs72pvMoklQ9CNc1Q3xhqwilUgYSWN7iCVccqAb/NelaVTCIbWAIbI2+5w+ZE
CdIFqkT8QqLyIhGaB4TP+JcZsIjrUjyyX3zbqj6xkOQx8Nlgg1y6RAgCDpWVacQuEF3KSkehO8va
qd3pTd1d10bYcZz1CU5zvnnkOvJtZ/5seb7/MLws9MV9LhGstkNJFLv6aCADEYrTChmNMxXBU2Xh
TQFB68h3/LY30iJX1TlHyQ4JX+1wYEOlHgjk6GyLSHGdYoT53Ux54v4+Wxafj+I89gOuACxBhb+W
NdhwkSimxM3UzaVIU05TE8PUaz3VB4VaTm7QmzwY4uLIibOYojSKJQszZm4TmP/ybpdpACZMfMxc
oyjq1zBp4k3KCYdGWAsU4mb/HVy7/GfVfY0mLYZxbmuGrfEQ52SD1LPYZDqu354So5xuCBRfebgC
3oZTegxS+VMr5NjUWQZIfZC1uOl4AJi0ou4R3VVKvJmkIHquFCX423FjPoD+43YBB4A9c7G0w6H0
MYVn3DTco8x1qtTZH1kci2TdVmV9JMSwKILWeO5T+0iqYxarYBCwZJiPE0Z7ZRelbgjL19wZhUoM
IPMVC6VehTzrShxDzWqxRESbdlH0VfZIpkTo0Bi3Y7RCIZBjphgaRgAxJqle0OJk0buZCdVZngRZ
vwqysOkD9OqyGrnDXDVx0k0ydpM+uvkjQcVvH4jOgN8gXqLO+tXlJafsLaTUBZ3Bvsxy8kTMcKPP
vSM3jW+rCegPRxnrEv0MkqrFxq+PVtnhCpm4lkX1GgL9ZsjcngeMifiuFJ4kTh/t7+6/fCbQS5wy
M97MYs9YTIpGMLtm0jLs0DSzXPWo6SgGHI6x2BfJnXk2cDGV6BppD961S/oPfOHW6yw/dcsBH8jM
DHx8gCIy11057aXeLG4wc5EdPwh9RMKYvTYmyi0oIcPGKGt/O1mj9Ocvl/b8kzQu/VT8sCUv6cep
iYIXT3a0cQmXqDDSesxaKuXv9uF/Os6tEVncfKh+pvK+hLshVIRpipjfhXsQ3piUS1/2EVVTf98X
to/5Ga/ilrMsqMdNHOhCpSZuEcrTSYgcEmSJlP0Hc4UbwYz2YxVwWz08U+KAAr+ksBJu2V20Ngfq
GTSDGpD/oC/0hBALDeE8c9jKJHRwqTHWZU1LyUeuiD0y6DI4liBfHMmfHwZYGa527ISs68XE59xE
Nzg3k9S5cCVEcYGd8VS6UhM0GyJS8Q7y7LG3xLejiznHsUW4gOsdXVuM4BQ2fh5yZrqm6bWUJA7i
Vo0FgYqaKr3922FkA+EOqQGYgR+0DO7EmlYDNxsClzgiDyMpKzOKqLHudH9v53uXmAu4cs5wBcoz
lrFCBMaqWOeEIDM/1h+KnkcAlSiU+OgrS6Nw4P335r5/Nogv3N543Woz0GYxgolU6dRpmTSXd8a+
YpfQ1mM/WhiqZlTExmMfb0U+7eZvm513C/CIZAEI84rz1v1lGUdjFinCmAiOLmZlv9KlWig3Wink
F01bjZotsWdFrp+m1ZGY4+IxwDSdpwyzUbGgSnBvPWx4qKSuGShPYqfsvZMgN9JdbPjRZhpGip4p
J95AQBDOS0mJXDzf+yP9/n4kEeHBwGzGtROMWcabSSPC80sEzzHEMETVa01Buk5TKersMVUIhRY4
BktHptSnfuHrC2iZI1yMtpgl2Fvm5AjvLyY7td+eQvsytC98+zywzy/fN3f7j4e3/c3vn/gTzv1b
q/PU+/KNp5QCxpRRdp9K+/4qt299u7Qf+IeX91M8Zed/ft+sHv88n5/cn58+333c3J28XfX2kd/x
qd797Xcs7pzyoDayNv+O3H64v0rt3H66f7g/eXkP+dsH/veU2pN9+3Jxvbt4ut359u7avtxdX+9O
z6+vT53z1enmere5vt7Pf7fa71cnTzfnp87+Zu883pw7NzcnF1fO/uPk5nx/5Z6cfBy5K31OyV9+
v77YwHlZ5sYsL3XPns4ervbbs6eLp5OHh83m9uTswbdXp9enq83+dHV9fXF9sb6Yf+L+6ubq5GZ1
vj9yo/q8n//2WxZXqjzM46JWPsfyZf6sjOXLy+37pW/f5ozmZF+/34aMZWiH/C214vb15v32neG9
HebZ9od/809hXz4G9sfz4/nH2+PzVWDvn6/4+o+XH3z9q5uP+4+33Pb56/7q475kwj5cnZ4+Pr+d
fNwE9tXbkfH9tJz8rU+LLQGTcbi1Gn1y12fu9syd/39t26vder1xbMdeOfyDvXW3R5blJ9nvt4aV
wwVS+PmQ4A7kufSQaXj19nHycpHS35frd9++PmesMvv0cX//fPl8fuRL/rgnQMf975T24kvGyQQ9
sielzcJ8gWhtX4f2y8vl8+nl8+Pl+duNaN+/HZvK35JTy4zFosdhI4gku6vRpSr1Urto77Mz6prf
1HPoXs2f6iS6Hy+nc1w7PsJLa++tKrc/1u+5X18HffkTFgdeP5SJkPT8hPxeuRGvjQv1PP/QN/5e
uSLq318CShDuxEvKBstdvVUulFv1yFNubuHLL/g8ggh+oYpDMTK70Rx+dhPgRKrisuN4VECthBb/
9z6KhiOz6/s9gpOGtqgOJnbNCX/YihU1UU3ixHOGqpv60wqIPPVis8GrG0ec887vu/235ngEyyI8
N9RzXDOXXiQ+gj2txYnUUftJ3LRpdJ+AHN/KZXOMdvxt+Di2EfoBBAU1QynVYrkKddtWVeABb2yC
YG1OJIY9Ke6PDN/8EQ4+0twK6XbuCUQSeGscDp/v52Uu4HXmdH2ZXctmGz6VvO0epVBVA9unSMpG
2qPf/uUo0ioPjs9IIReU5SgijbCUqpVNJ/aGbJ/p8EnqToqv+qry1783NXdg0UGZexfzjyAa/pvz
MH85nZEC49mu5oYTyEZ1D+N56K70NhHC0Y5iRfTPCDAa6qaJGj+1bJSZ2fC38RNiQHNwnjwffxLY
wcNfkNRqRdI80Ryl5+UjFNhC2JaYNvf4ZKrPv/f2h0mDNw9+U3NYjeWwuAGNFFCn0Bc0J4jaYg/h
JD+TKUI/Mmm+LQJ6xHomzSbxruOdcNijiILWVPg/nJ3HkuRIlmV/paX3KAEnIt29AGAw5iycu28g
4R7uCk4VCvL1c6yqZqQyqqRzuncZGWEMgKo+ct+5tHUg8ellv9NsLah3giabDqxVMJH+3/+of/64
ywpH9WWSJtAD/m0LX+wB8QzJSlQwBXYuwB1EzNwZt4yB1bv/xUddaufIkOimeL/tJqK0mqxamQsD
yaGvsXJ6G/dhzcHgbzK1P9mj//lm8bv+4cN+ezSNvCtTWzJ/BE18TjqzmZkOwjn+f/6T6IOSPqIQ
Ytldru4/LAA24dVcTcWUU+15VVTIwbsXmedfWYPvyP/F9cMPyPTIHy8mM789fxuTosqcuH6ZlToJ
HAN9p+e2dmWu7vYnv+vyVn9c2BRzya1wcuOzkCP88Xdt6ToWZsFHGd40/sg2hgk3v4SuklcrOuqm
/pNl/C/uFsVjnAPAi3kXW5s/ft4UqMHKsciL2lx6j4r51UPg1e2fLK1/+SkuKmYcoi47z28XcDSC
rp2LksHg3C5umwJcYz0Vf+Z18i8/heYrmiBalFRb//hblkyabeBVPOYXKkg5NpiFzdv6Jw/Dv7hD
8PopurP5WphZ/7ZueetttBvmwzQpvF/cQfyhXDCoZT8SB5nN+Ges8Mst+O2RQFaBSTjlcCpBv0+d
dKkYNHq7CMW0BoKIjoepjWar17/ochLw/PcL65+PTijEFKkvpG72it8bvLmqPKcXfJqzWEHkFpks
QmgnwbWYuyIe3OBWzcyc/PcfSpX1t8iOBhsqRuxc0N2S1we/N4WkKjZzK01FP7GXj52R9jNIkVxe
oSu0xhivQSZsGvigbzg+V9e6C2wgStfO39XaVnhJGTSDF3qtzO9FYa1BONrGggC1sLcI+Jc/R5Ml
6oeyS3srdIsW8r90B6tKqBjILlK9nT2kLAXwb1K2Zzgp1QBHTeh52AGzpZ+iLeaT2TvjWy0LJuwN
0XUqmmRrJsLbUiR90rY/bV58XWKP7QMV8oo2rHwgCrEtmJwNy8mTKsnSdn2slTKOQ3aRerWOaE86
wJ+vQAuMY1NboDJKhqmunHwVtHOsNAC7NDrFLZq6uokE9heHQZtLwBS97n60Nr2FcJro3IVyLNsr
5quZnM7yXvMSZnhMQLxFcXFM1eFIOAL0RzjqhXVeXX2tTnM6+TQmlPJh5KxF+1JmCrSkW6TTI7XH
8m1SMq3CmuOxDAUulvcTFPk1LleO+5AgL3/FX2WEn2u67ZoY2zL+EobWYsQzj+Vj4FcWlt6N9F8G
bWt+IK20y7DONfsRhFT+AvlU5uepcz0ICAp8RNiPVnuoxFaCZAH3tEVmKhfgfF2v3TnjVrwKgwgu
klnrT7vehdMXASxZAGX4BvwlFst8vY1u3e89KZiYdyuLGch5EQCS7K2bD5rZDUxCZ+BQd8LN8rfV
cLM3S+s1+AfjYjpHrWQQP56QfX2NiFCviPO5aAzRMXXu9AvUKahgVwAQgc5Yhef/LHQbz7ZSCK+G
iokeK6rG3CtDaVfyw+tmJ+Mnl/aLGsDJzuvoXFepdN97ZE3euVUdCJxJef1daU4gWpiaUQbMDDne
i1SD4GHaKZaS5rh2y25zvdSAotJvReytqvZ3auysIxioTIsl2QFCKt0anEiUfFhklb51HKeu/ijN
pYJqo9pfE7SUl6yaigXzsm09Czz13o3OHl+QUWhPeW/Yn6JBCRumW8swiEsc3e88DxuQLLcJxKDU
2OvOnhpwNLo1WUvU4BFyK4NtdqMRTPyjL1flhC1w6LtR5Z0XEeD5btIb7Uh1MnOrs8UD9J1pBXLx
RWijHrrA3bhbpSUeFDv8o1qD9RUnvkmEwTjBwKjWBeZjZfsSAI3XmztzLRwc2A1DwA5CGtNxEbPt
taLzh7/rpo37wIQXhMa89KCXzNOFj2bb23Ndqf4sKFzmO2hh9q8VU4QCIMLCeLEbKEZNrYX57YHY
DR4RXKUldMUQ3GtZsOH+TOfihcbF5iSNsrTrvq3cd60pFnlEuNac9TTvICq6lvwBP6eykzGV4lhu
PcBqdCC+jLAFmcpEQ9SojrNJRJFs41Zdj55yvirXX+7dvgFS4RdqMMOBSzCGTGANemyaW/UI/D57
1pRt35rzaLIo11oJNIS1dCNZ5f77Ziz9TV2wHkO8wEWwQ7DSOglQzvqkrAUMVjdqa7DLLaaYYgsu
VgF3KwW2mEM8g7lJ3RrVNXEI185RzofaGDcMs2JbnjmEXA/az4qp9mJozZIYmulsoYlBTpMsflnc
mWvm6/E8Oc7jZKhxiztrzcCnYMp7M241Y2HKHpsy6kxP2HAqNYhFNoveiOZuQzAz4zOtx34vhzNT
XOJXLh2fIa0qk2/TOI53m9WJH23TaO8mNd9vJtJ6do2lmmj2GADAeHAukEY4OmuU22nzlQMkAQLS
blV22+vI8mn/r+sD3lWIAWVXiM9uzuvvjkdrjReCcnWACtSoEPBCwO+W6tmU0wjnUzMvg21L8Wj3
o/uTAL7PE2vCMxzpl/ENKqa51YrAWXb+iuna3LOow6kcrY8AotdyYDIIgHk5l9V7BvcZRJMWeHux
UFKIc6tv65PM8+nTSi+2R92mLR9UPBY9Cbje107RgtpQmFvkO5cJi8St0Wnt0mW4QNGF9leMRzCX
ewCe6kdWpNoPRDLaz1Xf5ptLvv0+t1BTQlznjOdG+fWEriWfaCy7WHMkS77Qisuchaa0vfVIPy68
ipPFlBYsl0Y+zsvEw+b6jXrQ88KG0GdxIizzDM8iqIz+p3DVytZYpJwkjlGbHM0NnuqaP2YN3MjJ
MSLy4/S53/Sg0c9bk3MO7yWo8h+WLlP4XetoNXG3VICgyiIo7wZ7lL+wHEyPyyLHT3DwaRVNDTeO
542HN+wAmTxysLkfQWY5E9u3sTwLZRVvXeV2Q2JxEjWRJ5z6W4ON8M60d6USCGODCq3J7nJkUpp6
h51nbdGi6e6OdXUZ7xva6qoENyxg6s2GDNd2Hrg63jz65Bxl+YRnGPtNIIHNIdGxbVhjPTsfg3P2
9FxlCxyjLuWbAihJyyxxqmXhlgLx6U9ztvZOqC9dwyQlwSwuoa6AG+R7m63CrYRUCEFZmVliu10N
D2nsnOfU35z14GrT9IB1bOBjJ5a12EAAi94Y72nhb6RzKqzQ6kf1bvk9v2Lws7bd92vtjZGtFkYY
rdL2X8Yx9XkMRAbNZ2oUP8BGrH9BJ6oaAD/xCBjKPpielnLzfo3IdIZYE5CRuSxjsERBMfuf1dyY
L32/eGdbrcU7TZDhVhvF9rnMbfepZYYYMNZWUM8YvUkxbd6C4hoSWzpFXQE4MxzWLLtJ7ZwQyLwY
OCdpqbCrM3O3gMDTdeVjiWBGj9UALZVIYC6LEHqc9jEBNPvopNFO8VgOcGN1QJNsOpX9ojPeoMJR
Vum6d0u4WZEzihQld1UuGQhX4ko/zgn4gBDRt5X5pxmUtgc+pi+1pFRt274F5F95rHG+tLGO9P8B
mqIIws0RGS+CHFZeiPVQqWSjxNfs61Dbiw23oESb6vqVsJNeDQlCte1HmGMXxScqiisvxazwsKjN
Zdn1l/1waqds3S2W3Wk8zT5uPMrRpwTJR7XBcwT3Db6xAOkHak8rTopmnx0vMwpoojO2UWaZ+7Fy
TvSsRn50VejFeRqxYM/RWs9FNkU5LObgHmtqQ9vZs2y816WvxaNXwoWK6NQNpYjbDmDjkXa6tuFU
OPTurUTesR27pt+qk4fdlwrLfCK6iPLAN6vzBfis7aapxYwZANta/sgwCDuJQltlLCzm/0+KWNs8
ObVTyl92RpCpQmOAOxvVVAWr3QRFZ2USUhbrfp78HPk3eowg3Wl6ros4U53KT3bJ5Nobjqtduhzo
6ffModpWugYntJf1eAWVl8CP7cSeHsBVddMZaOtq/7Ak5yRIbpSWw473topkbcUcgM6pUBrPjvKD
w8wWYd9bhDxpNCMHKR6AXA+AomezXAuSb70UL97kLzqExtzXX3HOHAssUJsJOGg3OqQM/EvHP4JO
BRYNEBBLFkMgFwWBWOPHxRxtYcBHLAEPE6TVoBE5DJwk9zgu90PNPv1o9Ny4K3yGMxdn13FQ+6KV
qR6vfe6pJ8Mot+3OzqgAdkcBOQ819sxwUO4B5/Yy9eWnaTNhwNrNTdJbWq0zoYJp3bNnjnl12wPt
qHfeICZni93OSfUTybAVJGoSY/4uO+RINTERaYsRefYks8hZxfDczna97sSEFuzRFxb0MiS1Cl5n
ldrLQ66CzgazLRQcSaxp2tdxMlhaysmMMrHSbSDSc4ESJeUIajMEiiT4YG5ffuyYnyacCry0N0KD
6GK86fRGsbkyaVb1iWprtZ0xBvDd70AP1mpnwe4yf7pNM/jXrVtLdd/52OLt5ZBXl6hx7NUzQ12Q
18N+rqv1ZTWkamQIkCcdbmsoRx5tS60AlNZU2UDKF+St/KWXfkmoJlFeUZFwspu2QLYNFNqqjq3K
1XY0C80xObOMsV7jTOubKslh+xdXwQhjigk7XLTuDH1pB+Ime3rzcFZeby1IZX5oDYM+/WKizGl2
vqPUy1KYbNG+N9s9VEIsNkJRQUVDj4Crj4XDGvz0lWmQXa8Xc7Of+swwRWhL7+ICbTuDnmzLsHgy
NPLFz3bFkPYdIV2/Ke8beqeR3iyjRnin1g1E5KLyOWqI6tdkkiWg2dqsPSuWzPJrZwruzHrptQWh
KYC5DRCsL5T5KLmJTTITSBpxmhaN/mFA1YR43IvZksxISq/db/3SVj/W0TeGcHVGWV+XhZ/m12Cb
EXOuulkCzNHmrXugT7H0b5NmOeXZUV0hn2boJph9lhn5W1hl/WDsAzTD+VFMJftcbgFRS+Q8dN+p
s4yvhgcVK0y1YfKO7ooxUKgL0ykO2JaI+yDIRgbEbXQiUa9bc3UWWl+2Ud4JJlsnat4n1D+WxNpv
Io2ikqYZd2ODRgB010LO2vn5wpbTzGC7JrztZv4PPxHyWctqrVaRc9IHhUuQ4ZgFNLN2WdXHAggv
uCuRfKcf+WY02akgs/TPo1r98mUpKWqcc4zim6vMGk3nRvHFtxvNNuf5um5Hh+wTOuzU7Ihp7SoC
LG/Vh05feP7HubPdu6x2vAKEE0R5j9huE/WzM2Va9w5aZfnKl9lxmgOk0cC/9wSAsgj1M5SJ2qj1
k+cPGxsXMZC/Pk2Z1fbfq9CtEuSxDEbjztWr+hn8VevtlklP7+yuIVfPpybdTV3BABkXrPgWLKkA
mBd+B0mGd9kQepmc8pif7p8rvfDlGVty0vfKCuxTuhRFEJaLM125zuCwFMbGb3a9g3FKiCrQ/Jaz
gcqWAgMnw1h2/aej8KWNAC8sd4WHsJnVU4HDbt0SxHU5tiJLeD9Ez6YmnFdS3Hbbb9NSPeGxmm27
evXh3Pp9P6ah7Uj7agXYbe1a1ZrjfrwMXoKSwxJ3D6Kwwv5j8zAGGFTpfW9DsVer2Xb7ye3UFeRz
HyAbEOV3zuZ6DjdjTsfdSiVFC5eyKM8ebOk8nvKgnHe5iamb0Sv9A7RyYx5wcWSdD3o/ELPhrZMn
iGHWOGd29JE+BVUEwob0XmYV9brMmU1Inv2qPt3ZcH8tngCWoallu+9kvVJj043+2hssjwd2M50X
ORSTQ7qMFrtfMJiLZG7mP/uUMm3S52rx9+SUTXczaDrUQIw/Fl2EaZWvvzxgwmzmcOldgNCuU2IR
VDtXZpDOGzzvKdB3jl6oByok8CjtwhgeKt/aQHWbW75Es9FNz1jHVUxczEx2xDN65rfBB74XubM9
mNGaA9oIDavTv/ulgfsGHbNZonXW5QaWy6Dsqg1F98WNw+8XVG+rImZexbvvQH+M6BnNKmTovng1
8trsIs+UHJ4i6Bp48UZpJZ3S1jQ0XaW9zc0G6Csq29IwDtKBy7hbLUEUUpAkTtE4NoYRqkUZXOJl
tKlgN233gdlTW8eplmb4pS3112jmcPZUO70aePF6UU6+zhe2NALzjJThiYHiuQzxgHDseGxsnlxM
XfJHPcdGJcSgwncifPW+s4YCT7R25dbtIYTYvwZLNNg18ezcWumCoNwlMqZ66cuyDClGTucVA+Vf
IGJxggBLOz0aMzpfEN/4WBk95b5DNenBFjlT3Rkns5qzBjChaH81svSAZLdD/grzwCvJdwj6Y63A
Fo2z2F7bXTYE6i31S6MHXR0Qb8DQTEtfMVKHmcZ5swarg1YqIFoJy6B2xsYiSYChk74tpjG0kQ3v
leZJXgnyM0sqktK6drd4mDU2W2MhqgV7LXxsluzZoZgJdHOImMTE7x5PwfTXMl3Mm1VqBzW7eqGR
Cjm+dUcwRDRb+SkWcQSH41cPANoK7bYWdZT7nNtolAcEclIaojyWNgjh0K3zwt0NXZp/ayC5ncjx
C+d1KTHxivHswhUAp4FZi3EboEDc92rIbpRK83IH0SOdr3O/qth9ar+ao3LoTOKusuuuiBX7LMpq
hSNHoY/bi231dGKB8U74UrPpkWTKqZ9iwSwrGLZ18b5g7c9ZhKarNg+BQy/1bA8DM7a5aMefuBIs
1Bqxb8sjiekqUYW0RkAxNNdmphPnBVYYlRYqMo5dPXR6tdY3QP39EoB7kL/zMFZr5HPkGrFLUrS3
sq6YcOdwpbbzKfQ3bBzEEIwLGMKMvbarxX4OWqzh0xQPk2QabXzNaCo2Tizk0o1hYfUADimr/9Ww
IKBkMS1DmxHBtsZNMNSmHvZCDnaITqZa4olWWrMDFIjNnYdvmxW2pZ0B6kwbOzhOreZ84YCnkbln
FKriwBfifpbm8hDU9YkyFI4AvD0S8z5PR+bVgwGouD05qxlDZa6HXWfiNn/hE8PHN3tbgdgtN1ff
Kfzmv2t82vJoWTYrO+Ij42A/RbailochLccpUqiuKRuNlneT+mQwEQp0/cuv04o8n3DxDHx8ASSJ
5eYE+JrIMZaWqe7l5FlPLI9BRgNd4qtyuLi4AGGfbpivp44BFUzR4NL0XesUnYgNbE3esPPwngqz
NU2eBV9/SxlWzXdBu1ISyiwUsPDUi6ra58bCq5cCR208fAsq4UbrOUs4ZNi2xn6VUtqlWqI9QKvN
BYd7q38aae76oUZlBk/VWVbLPr8wHEJTNd3t0lAFuKbpq09kDNOKVspUwbnYgEWc65mAPCL51ZtD
Jx38FtamZa8S/ug/+V2gcfwRT+XxhjhcinsaG1l9N5Bt3OQe0X/s2RqVIkDwn53m2SKqZV9944G6
PTp0qbA4aUbLoLaWV1d5iblAbCz2Bb/hZK9U9CAslNPQHLzUd3IONC4yaNh1vF2mabNC9nwCJH3J
yvMgqz4Aze8S9jqLd2Ln3F57h0HmcBMdzAZivFntKalqB7lYUxa2S4BduKvNQ/Y3Kfb/iH9z2301
D3L4+pLXP7v/uLz0E1+PIReZ/K//+MOfbtXXgA7169/4h+O/JSCGfsq8bX5/zR/eYvyvv/61+Grj
n/LnH/6w+yt45sf0Naz3NAOqv33c3//l/+9f/h1f87h2X//5759wLeTl3bDra/6RbINs/h/6apdv
8vfX3fysed0DU5E/yxxxxdf/g+H89SV/g+GY5l8uvBlmrlyPKSjmzP4vC8dw/4LLDNJoG2WOgf06
ndO/o3Ds4C9MKqCcNqin0Vp1eNHYkgz+57/b3l9oiqOVMH26rRct8P+EhHOZyPpDo9PjC7lMxmCS
yWShz3r4rX87gq4fqoqmWsq+lb2l6HtB4we60inKGdulXjwYJE+Bm0Mbt5wKOBaNqm0yYk9N7WHO
S/odKw64Y4T5k7/fSP7fVyDbx3Q2+zfcDkHT10bwKmCEPdfFaEWDzsLoaO/Vzko5aenqx00bnP2s
qHMxRVl+YStUnGkgZK+zp7b7YoCh7ivBeNemHfS+XMixVfNp2msez82injs1OqHfO9qPtJPaFaSr
gOK8N/aJ4wGNZ8goi9beHU62bD4G/fnSbCvFe5V5yaWqOhfNHZXPzH7u0rT+0W50I8gU1HEDieVO
s/2rE1b9YI/5cjvrUz4hCzDljdcZzodYlXk/eS1GQEXmvjarXjYxJtD13kT0dKiL2f2Bt6R7DJQr
T+yYVYh8XJ46pFIeZKywWTT4W1PhH9KWML+niJoMgqpoMLX9YWZw+xUphE3Zrjci1cUg3ua9oo2c
1CvlEcRR2w1x29MEtZnAosfuZOfq2XJlgQM41+a8Ja0qZQzfO7uanBE7LJwiELF/GqUzxeQLy13D
7nrNrFlzhSO2EaW2hqeKnd/5VnfZ8GGy611a/JjL4NnM0wyJnI6pWE1d1qtIJV0xjiesNlFjG+PJ
resu1gf7l4ajwDEfHPYzt3nUHM25DjISHMpYTNU4bnO1mPDAHKsQcFmaKpzJaaIe+sdTkTtvdA2c
O02i+9N6z7oiUen2Kcb14exDHMcraLT3a9N/MhRHlQY1+KF0Nu1kZnW6Ixprf071szsyeRg5xfCD
Ki4Ec4ugQQXyu7s0qbBAnYxbuNdl3LgtY+p8r53WT2Ps4oV23hYH7HVLp+jeF82E84GqD14pmr3a
JtLxVXA/5CKfjdmbnxfFhVP0116scXui5KbOuleLs2rG/tQ1k0pMR5tjxE0cNQSJ2ArpkT/3+Gg4
A6A/czHnUzrT2natzH7vrLnfjzgvx9nQ6ddb1i87S+bbXrU04ezVTW9xx+mvceArZCj7om4IV5e3
Bkb2wTGq6bZtmJ3FC2kxYiXXF52X4LebC3GsLVmH40VtmK6SmDg3BM14x7sdiMPbSJZB+9zY20pg
N+M161ObMjcTK7jF9E5TQFahdVu3G2CjP8Go5IkuRjyylNknpRYMn9LG9Ep2xhYT+xlPtrCGY5rm
ZIrM/TanoeqMo6FjwcSg3NvsSSrfsoH0XfX6rhLF/YIg49J7noNfPD0/g0LDkWlbplM2t21sjb4K
mYfASIgKRzR2W7MHGs9/6a1Ils1933xEa5fx2mC3zhpNXbPIEgKh/lx7IjjOMLOIznuqEtvGgOpm
e+xAJUjlOdvG22buhoeaYYOT7rXw5tuy2Jm06s/0Jesztf8C+akRPLrF3J+xR9IopBoel0lbTYzT
TO1IO5nqctuZh2ae7J9ZQwbVWg1McEzjyF/GLnFoRZ19szMftBwjA1HZV+bWXjOXnb/BIbof2/JN
w+Jw17WleUOA0V1lpPg0ycXDtiKwQSBxiw8us4we7vUVSzo054VwYWZuuxpLeiC9L+NhpSGu0c7m
+7TcwXYur1JTRwsqbO/DLtf1aUFDozPr5z0041gCLtbFOWUSYVdM8xz2HERXJDE2awJhI+uM3bft
6EqjZLgTRvGRmwfb1kjkPZNqvP0utIPr1lnstowQwl9KMLX6gAODZ2SdzVdrNpWHrK/pLDQ4fN1j
BbTdwjjAtYWOeqnNO8cLcJ7CmiDUpZBYJ6iO7MtIE9XNw3HAxove9PyilU6x03EEyJ0iavTUoYy0
+RG+CndAYELH8LTYoj52FobZHCeXmHGSVBKCbXyw/fwWAUIetY4yd6NV1jdIHNUd5jviRU8l+iJT
ex/7TVJ2dfw75LlWMrjNLlfpK/CoY2/O8jCsZnCa7eDg2v5Jd0z54G1FYmTltNdm7+jJPpFC089E
/X2SrmLtdrpw81isfZuIWTsh9/m2iuLOMemdDr2W4hUsfuqB6HaaMRvg5fvuZLt5H3tMOocDOoNP
svcCQ2PWKfgBGeJZFgrKDldaSbuRYX28Khis5e6v3fdglm9gYMTO1mrzUWvIxPQKCIdc5q8cuwfq
wkZ2UHZaHTZTc95yN/dRsmTeDt+INbR7+6w64e9oYfZVOLFXXYwlTy1H+bHwvT5BMNJf+d10vazD
evLqgBjB+MEiS1B3zCXjs7A6ve2GabbidqrKMHB7aexaU1nHdZubMkwF6GBf+RV9DXvCkKrLjDCv
2uw7UKl6cih8HCp7nullWfoN0/FULUyctnRBlXKcraObDd8qq6rEp7VGBh60/kVxZGMy6eh4WObi
TDNUoy/kjTj2eYLpey117vvNsW9EMHV32DtS3oe+sl/9rL53JHZFM3KQ00TWc10zVJn0/dQdt7Vq
z5mRrkeMeES0zKSh9VAgflcZ1intjP4BcYSi0U2HN0SuuD1hFoYgCf+i8Ys+93YxDuzNeOhnrEM4
Jz6owaGgwj/gFDRtEFWNJp/JSqa7QuWMhMh1/tV0FtntptniXOiVuK7xoSCklxex55VnVlZi1+7B
mXSdlpveH3W5dolnTmgJsgena21w5DYXliP7WOlWfaWoPexIa5ddqjdGOHDxPfwvXHenM6h3uxSr
c+gJsijCm/5BYWLyPmoboZ5/BPZ3Xsz1DAAsLG0tcXs90cFCWUjFIoxaTnStjn0BWCmgL+aT52G2
hjWSZmVJVlTXTjdHuVitE/IbG7PwZYwpfdEdnKorqnh20o/NvpyW0xak3Q8shbwfU+rWyYILREIu
9anp2jHt8PlE0aIv690qz4w0kh7mewutHM3jt4XWPzwuVEM4y/mC+gC6i7ME6xa1PMj7yRleaPNc
K6+51Eic0NWHkc7kgDu6jNJa/gzK1QSbpLS9SdHbaPvI06sDQuVjhYM4XQU97oPgM0P7G2cFDzFr
JMkBwcQUz4N95ovdVM4fDEzLrskQKGbGcu1zlFEdHegQB+v9ujr3l+qCu3All9HASqqwr4qJHndg
VEkWqHrne0RcAl3cWnX7vLkNVqof7ebsR7HSFW1rSpwj0wISURjDj+oX6vA5hqLbRbrWdKGFF93F
GQN9lIEgvamPmpl+YnTx7Lin1Zyua8LusLGMgiZgfT9QmdcGdbZgYynJNU4rqki6xyaTeZyNFZat
nZWZlHDTDRO5fG8L47HUvAPohS7eyCUwxZC/snk5owsFV7PW7m72smdpW7tSn95RET60svqlBvGd
Ivee9eKQNUxzdGrYDznRykqpLrac/EeazhN0irq+Qh/QJZYi8J3wecJXLYgNvSb3NZNscu2wz6Yc
FA2xdcWNR8rk+A8B95psANt41yoToV4yiwpZxzT387aKBM+SG+HQtsdpPPJa3+V0rp6atq8xW+uf
hWeemC5RC/vp6tTyxyKKODXEUU52e6KOuNxiaza/mJdtE8py0H1oEunUhs9UmBn5lcZKxsPr1I3c
JiBxw9A/wiLEr0jST6xzik1FVdw0TjOcNKNxDmsmbApjHCfU35shHGvN/K62wnmvljRcWo1mVX0i
2uemtnIH3BLPOdeMaFDeYOQVkFtc5mwrSpJNhrqO3d8bvpQVbImY+ipqkT4wfGGDj/a23Uo9muCt
0W5mVCyxdI0Pft0JXNJ1raQbe+6obnVV+k8ShidfZtFvvMFJCYo2f4dgD1g4bxsPYBQoYU7ji1GM
c+QF6rY2JiPJtqrdK9lrZ41GGljooL7uA+E+IaquL8rObm+2XruT3f3FrdqpAjY6P3Yw30KIHeYm
VeBC/sQ8L6wCP4Zgmmy6u175CNHGVVKiMm/aND912PJhl9zkpxHfpVUVb+sg29tCOpAPS3Uqm8vO
tKoyKTFNlrN/kzNneh5t1SfwSY1rYhIXweRssAiWxK3aa0zV3ktd0ZpZtmu8/Tjw0BUeVVHJw7jN
xXHq/TuOANhpW3qWs2x3VdsvL3ZqkFf081eDvo9sR9C2lulJzQ2BPrLRkOa3IuQfMAnLrGv6mffU
iBDQmdJlOXc26yR/rRAuya0GXl67Q3qrdOm+jusoSM4D9jYoYbtMkx9VTkHYtwS/q6JrhUVfMi7t
o023qdFLtvLA/T/MncmSrEiapV+lpfeUKDMsegPY6ObzfDeI34lZUVDmp6/PMlOkIqK7MqWqe9Gb
KxEpGRd3M0BV//Odc35PZvhstdUTqyE9FwWzSMM/BR4CX2954rXmPo/GBk53rbHxpnPDoutAOm0z
P6cKe5t+qO2RyVgVgSN8WdA7vMZWAyuUxwYiGApw/M36AWB4kJzih6Ks41m6ByHTs6xQoOghwspB
Z8ouc1Xzbnrhzrcd84x5OnGrUbEKB7xYS//NItUxrkP3XBGu3tEQlVvEaoyhvZwUJXXsH3ipAlo+
0eua7zYXjjPwd7zASJc1cg/c7lrXlPqfKXcfa41X3/att+6mwvoxWOMbG6P7sUGAQ+B8pIb1xpXO
p1V2TlJLdj+Na13d8Cm7ktI85KZ4h1xkNO1I9uWBle4YqlEs2LdvLSAieFoubm2voKCWxffAllP9
oh14PWu7o1PRGVcOdCjbvuuOP8fyqnnxmC5ZpMM6OK3SKD9aFItb19cj0RI13NFEF2JUqtX/ks0G
qOA5k+Q0VNVnq6S0iyI2+31bNcEYXmGgd5YzORUuQV0ZmTM0cW6HNW/CEx2f6tUaecbSRtu0h3vk
4vECZ4PJnJWMfDoY4yVs3HfmtLOzH8PiIy8HhgIbb2kAVjqW+HNd77zOXtltS/nqdc63cdHNKUPj
OXctQkGlAgvcj62xNKaeelULVjb324uB0+sEYeIn/tD6jxbN3pGoWnHirVe8SNcr95zwjLtwW1l1
/cHvIjd19B0D5WvbojC+5rQaHschBDR2BhdhgjNfta3mbUgi/AsxHPIoshowySU8PiI4cgOCKLt3
FDpxHMRWnXgYp3seKDw+wkvZ1m0BZhjtNOmz6abwE6rV7Q5Er3ua+7b8NmpPcPLq3aObW5jac208
tSFD4YCjAPAvZ/peSXdnNw44apUG+0yk4hCUGu63Leo9eH2ZRkpt+SNFrmwce69C9zPbm9rQS6xt
7X3vle3fmKMOAXZaemNzHzLW0RMX3TQP4mTbADoQek2y0PxX7FSwppSpB2rhO6ZqcMbktqc6Obip
KmSiGJO4ZlfjF9dWLn+MB7cy74McxXTyA4MmUTLBburC9T49kgtv+2wYYtDgOvG7qjtXWWgkfWPq
E5Vo/pWRTveBY5WvnpN9oZkWj4u/frmEZMet4xuHLsz7kwvmltShncVzzuuq6qRz/QopjwsFO782
8bIx6ewG2X1zEwTSHXWop7YF6KD722o43nvbvmomftj8BZfnEAVVDnc4mj/d0Q/ObPJDCDB3Oxaw
tkdXKXWg602cyA21PyVN3aUERBQSloPiQnaVzNKMB6nzIYydpcnpqNbFsTec8EcrWnUMx974rsa1
2OMXGA9enytSXULHeq3Kxns2tZ1FpRHyuvLJa5UkAz1tgknSxHgmnpc+ezBS5gss90ZiNkF/7Pxl
eljMuXt0LOW/83qp38PJLV6ya22yYER/QBO3n9IRhYGGIYPJJZ7B00Yh5pvsvDvLgR+keFbOW9LM
6fxc1QhBMdnSRnitp15k7NLDdmcuyn63oXtul6Cjbq3IHI5fbVqKExVv5j34Ghl7TrZWl6odoX9K
xygPRGy3Dxl8zJPDyIaZAHLy59w6RnUFbrKPmXULxIV3wnPulRB1mGmFyYwJbmxne9lwA47g/d3a
8v9OJvj/cORPIPU/G/m/Euv06+f/uKHg7Gfb/HHw/7f/8O+Df/PfyJ4iipnkV2ESnmHiMJp/6eF/
/U8jIM6eiGYi8Inj9DgxYcv5x+TfE/8WkGaGY9C+pm2gDPzH5J9UfUg2cbXCgacSk/Q3iQXN4+Hv
xiXkkv80u/zvsWF/MDgx7CdJEPCPv40fjwuiC/zBy0dTe76xWuZxaPlrl0de2/vBfl5rqEapjNA4
rFUd3vQEPmF/7nPzzWzArgMUbA6RqV/cbXMWsItvzd+0zlEQX0A0splg3NP4BRTbrHYUbFLvB/7E
tFd26kFQXXvjrZbzIeeuP7RgbRXWH2buzGFW8Q3ZuvjmmaVfAKUb3rs91BIxk4VYRNaydFPS1Yji
dNQHk33wZsN5BlAdw3u0/7ZMKjae2zmzJzWdSHryzD1DpuDDGskmStrBmvrdyAFu3HtpE/5Sbeph
d+Ic0KL0GhxRwlWYy6GvROnHEFccXpE+Zklufgf4nXXU7p3Q96YAjCzXqP/IlMvJSXFDwjjopmJg
aNR8cPTyJXNjLwfZQI6+po6LqO7VXXYcQm/lEuHSfOaQ8ffzhm8phjLxsTUE12ZrCjTThBgyi40j
NZa3jRukvI62rK5iYk4X/9DQXL5LrT7PYzlnPt2qHTaeq2W4jhfqYqy9C+rPIgR6+XPYhJsy54aL
OqgJcechn1NzOHGWIJvYkT6ofUGuzHM7h969Zaml2C2yrW4Zj6cLOEK9mHurC4lF8wpHfk4cztSZ
yMDZjddtM/ec+uzv5tB4wSPV5mu/H4Dg6V7Wetg5m7DgdGsxU35Q5eoe1lqOL1u7tGPcQKB0O4yP
oT4NahDfhTmuB5GSqha5MEZ47/rSn2963DWfuZMBZaA8zQe8eGt2JOLZft3MvuhifMrDI9ixDVjd
gpGEg98zabYM+WNW7vxzyr3uo4WXuXX8ujh2bubfjEZFKvOYTYimcwiWH+XC204hpb0vVaibJ7gS
IIV5LXx6aPPuxhkzOmqK2reeVU2rbdpZ67YbVsRtSLKsemvNvnvoOUd6NKjP+oiNJCB9NivJSJDb
lH65TbH8aDuo2jjEuXUY21akke33zZSUC3Ox3VjSJB939ALHzJLlV7OVOGNKw37rzDF0EwiP9heo
As5RBC5OZnnbbGSwz/4X20Fri22KxR8ZM6gDhlwLfIqNxn1HRDulpJUAAoT1NnHVMTvLdrKpGWKN
dlp+BYbJAtmP3Jrc3bSwVt4o5z0GKroqqV6Xt4G+KlX1qplrbSJT7slr3frWAK0RewbmxndvNdls
sr5T1/yHt+s/Xl7/eQIiFD/52bZFQtzVmwvHepUw//Cqoi17EA6H1KimB1eIo9dn/yX79D+uQF8J
6XB0GoHR/fkKTL27fqy4Akxrv/nsMcv/yyv85XUbqnG2G8UViN4u+B38Qf93rkASArt0K4ATvnpM
//ApmSiV3CquGY1+YrjOsSv7f3GFv8UL/MeaEeARdQT5w1jnWZqgMP8SP5Ap6rDtMuU+GFpnuc3p
gHredBO8sz8xzBvRdwqKgZE9mHYgb6VTpDs2SvWt6WZulwS2LpmkLmPzvmB282OdiXX76E2qS4+g
beCpqcvG8QLNTtChSVKY9S9upT/7iPkNuHsYyiGrEoIGQ/cXH3HXVkvndcQKhJt5EcPPIKzOTgui
Mjv/4kp/NhD//UoWfTWIaBjm+Yc/fx2GY+pc1GhP1qpe0qBHzva3R5k3W/LPn47/84Vsgl0dzOt8
8X++0FZLSC7JVM4ZvaSBm7Xn9q0I549/fpn//ZPzOVRRuEtAo0u6z18ewoXhSLCaCFykKSc2gSyM
qoPPRXpHPLH/4lp/tkNfPzsf+gG/JH+wt7f/ci3wu8FhdmtHeAFOstx3TNAXxSFC36DX//Pfy/yz
B/pvF+OXukZP2lihiQH48+dXeajIwZIz6Gnwj3pvwmZeehMaBPwEX/701GfnoLmQVPovPN/XLGX+
6j89T9T28Av6zKs87pC/3o2zo/pMSUYtneWOL745sfte+7D2Y0y2GTokBctxu9b+T4sEnjMKxfZk
YyXdDZrShMSBhsKzCwOBEkzEZFxxrIW9a9Oc/Zw7GmThNfVhooigiS2Ww5vSHNXrGlrcLS7I9ku6
FuZnuunwG+GlSNI6aDrGPC7cK3bEeuzw9Y4ZopftzTQM4Fg14pIYz0uptuHUBuzpos6bp++kr0tv
72fW/EokNlZHpmvernZ18ARqOeOo5aR4NVE723JmEiNs7K+z+D4oVTzUVYqR2bBTjnizZ2xnoa5K
jV2ExZM9ZugmAqv/IuQYRtkSUmaXrYMC7ocifp41uSwoDcryzqir3XO3ca4/LWjq+1UZ+id27uHB
lXl7gm+RRwTgeucMjQltXq55m2g1Wf1hGj37llOVBnVkYyI4ogcYsoKpNRwGpL4v9lRzK6r2DMx1
20gUazKsVbPcq63TCWUKHSfffp2+0mBsb7qss4GxOvEYolY/mD22ptZ3vEuwAU8YE1upOLumMTDr
Fu29FbZTs5+mQYzP2VL7RVSCWyMmQ2cvtxqH14xxVk/0bpopTTbXsT8ao7byEbGv4uCXgODOz0r6
WR5TY199hlt4LnnfHd12Sfd50NuPbArD51nyDj+YWbqvm/yKnRgRt53tv1Gnnl6MPuyGuOEAe1EF
ufZnvkxrrzn4JkuQTuexxa0QiR5mPXJUKbEnNjbEROUte0mAk3MZQwxdOKtQDC5DRpb1FnjGm7I2
aNdwHPVu8soRbnjlOP7A5uHatFJ2wd5DzMQPW7T97UhX004bBGJGg90XJ0tBJT2NqBxqv8CXjqj4
jncf5kF3mtOQxUNKAhhfKu4d+zDz10Fo52ZTsVepoePCF1Bd5itWtkHQSS+hKX6GkaDLO8SzZLXM
dNY2LDC70j+iB+HX526e8vLgdhOncjrgLWHdY/3X5Y+JHHET+2c6GMfVDev52RNu+UWC59Xot6T+
qZZYYBJkyNqL1yZ0X7xK9sVlsCVD+7Bg9JUAIpXf0JZLNSQOY6E0mVjVDw4nsSUmP6imHtHsqYWX
vcC51rK3fJdV2Dv7wqIowk7tYS+dNXzOnabau6uDwdQT1vBlMU/Y01GN3R4962GhaJKts6N+4+Rz
jiXVZ+BORnAs+378CjqCTd2sYK64LPU1WN+pMSfi2x2ZY5KWe9RrYLxqGmYt4PRGEO+fjfnPdsQM
kaZTYcQGwPh7b2MHiXxVbzSEAHfG2J7k3p8RirWlNoILeevuJ/zYH5Atwde6dtSb+stoHwxvGB6m
seTnMPDSR1bfNefCo0b2y2cuYR6kLrC9ZQZeF+mkC/GyFr71neeIHDs6L7npUG21vgCrvLdS5V9N
D8NkynL7URZeGqDjwl/vOAB3FF40uaAExYAGYaiXFq8rrfB2RH17f3AbjC8J6cgOg+1aNL/noYPA
hsIJnyZO795BhKp2b8QoF+s+xzlm7pCmCyIZoHe2i+sUwoo6I1uZzmHn7Y5G0W/462H1Hzldzt1t
b5b1+NaMBOfJpBO101GTWSgnEdgemHfzit6nZU6gPk6Z5YWfWyaOFcxfolwm9Tlc1XVG9rw6pEcF
0574jtW4IQlBOscc06GANS+nAwOi+WCls9kxESrbnx5RFWvkl1Z/Rn8wyORYjW3n1yGiALC48ZRf
MaU97uDidUsb91WOi7tbS6nOoTJzzIpjliWwJOtboGxvu2DgF7fGCo/zQrJ7BcpbSPkwGGV+GG3b
/z7j8ygY36sclAl2396JNg/s1xrRIJZLpqiYyXr/2AL6m6cO5aTf4eTaQi+CclfzM+e+cjvX5H22
e3/YLOfBHxzdfAzkk3R74rbH4tEjjGQnmpGUHs5/5rd6zGn0Dgq3cx5m9o+XzqynR05fm3M0u9lK
j9acwb9MVnYHju09STUyI948hdQbmOmUlohQBotdty5e9uX1fK9wN3Qew/evS7Avx83MjstMJ8bb
ULVMJ3tvXm4AEbNjq1WY3TJkZzzKEbw/rZbRPjcK4x5PzlDglnJHd0oC0YYPdTZb4Q4VvVHndWnq
LCaQHUHXHLKxiTHR6U5jwwrLIs5Wr96XusYYQJjLViGoEaCLVNCmT1PI03KcKrJxj6wN/dFl3NLc
9WGrDzg6GfJnkHBRycBh3sPsD8dtNpv3DLPYBy6u3t9nTiH32gjWMuFtO5262jN5SjxX51Fl5SaQ
RT8+ADNM/qVR+WLihIB5w2W4YMtu19B+coZN8skCJCqwka9sKHoRpWtaPNuVFhwJUptaJzSUbYQi
i0Bu6oOPv5amoXJhOxL1SBpMGVzeYP5mtod8wxUDx+Pbpx663bxUoTeTsWK2qXxyGEcrYOlJPDe5
a8gDkgqQsxZ96N+5dAw/GRxS8NSpzXnd8vyJ17RZJrmYxu7YpctYflQMv+c79A+SJ7Ts7nBOOMGl
IJ+FEREp7+NNCwjDyMMrGRAM0uan3gRsS9mJgER0VRok4JTLeRJYa1tG9vFSDXXzzSClluduCmaH
zBLCBnbSLhTgerU4O7uDPv5uXB1ADWl/IPi2IniZAW11adK5dI9FwEQ7MfvSnNl5MqCnxxTHMuMa
08VMk6ZfnOI7hsrOXL7Ng1mwjPWoo3eeuZXNTb8EiCbUJFFot6QyO5Wp4K8gyND92AjmQF7JBkRZ
wgEr3rV9ZR4zLQv3lG1jJc+6qmCKOlh2hA5dZU9muo0T3py26uJga3oyE2S2D11vYwel1pdAk7n0
TF1nbBZFeQ6yrk8kc5lkzuxjJ7B35s5WUewX5vsMaj1OTVTKjKe/ibpROHzDy3K8aqu7OnB7Chsz
L7hUZi30785ABrUmzQytK4Ad0KUla20F5uinupkepwZL7i6drCo8jq4/3OUkG3w23aIqXiQj7NQ2
rTeNVotDQEeIh4i56rLuZ7zc9QeRSohdxD6Akel2NS/WoOGGrMKZLmJFKrjFnW7NEdat+nvJ4srG
wAizk6w8kLW2mj1Mz7P3UKZb87Cs4ANfczVl2VsopEosjeWeJc1DjczgOwAPNiRi+CW3M8SnsThB
EDMT1o8LqheZPI32bizSvhk6BGW7C8O5MdAc8sDaB+hVCP/5hg46sV3ct8RZyLOzGen3xqrYDDaW
JJspMMctdgq1Gs++zANQxK1oWgxQ+fo1lGm1/rQIMeq+40Eyi/3oN8aYiLrom2e3ynmFDJ1qyWsK
c/ZaDG+Ttgrom2DOh+HVbsmA0dAF8YK08TKuzRVdVWI94zRLT4ZZtE0U4GwKLqwYU1zTBVhGvtN1
v6UDZhkw1cRdWZ3WqroZ6RiWq7SdnQy9XCcrrUanau2qvd/m2bEMS+ijQtQvSu8HtvKayVBUhBMP
gFhgVu83d2A+bVYhpgr2kdsGUJOlHDfITHicrZKYqXnTwV0AggTcZLt3o1g5QznN+Bs5rH7lkQsO
vsJZqUMFrggY9hvbz8pdLtr1NAtse2c3zbsr/auuqtwqsx+eo8ZDhyveeB3tyl4iyNvUitvSBJ9i
jyoIYCpWCgQBYaY3RfsLp7CwZI62DPWudw04EI5ZfdJjVLvoGv6SYJ9AmvGAonqAm0YqKzbQlFNt
5A45V7oRh2aW3RTP9QR2YHizb536kpSwS0AWgB253LQfRY84H4/oy/NuoIBEXiq03Js2t+z1xGsx
P3GoQjSj80sUO7Oc1x+sBiVq9tbYBVK2sM4ZbFs8F7rhqnLIwSAm/1hmcNKtUJ4+ktSSz0/B4mAM
6D0LLbmsu++dr6dbG13hkPpVmKQtzr/I6qq0vYzQcR9iGkiV8uUyj1YiR8xWcYp7yt/Rv1l2l5YJ
un8eUhotXgYZMJoc+D79XWer6sPmUFwRktRMT8tU24/Gkupvgcb6vcsXb7vJcjHcoGY6X0tjAdRm
TiPk7TbPouIxHvr8yUvRslkmnQJOZoT+MqZsnXedI5a7ChfTEQakn69nk2qJsg5ksgBB+oG3d7zH
qCX1ialj9d1Bdxvw2yWDK0O1R4hOq1u3y7dP12R/nlhDb1MZWYDdI8+X7+Vw9crhmm3qGL9cXkfd
RPNYNLD+DFGqLQROr+8hY72OJUD76mKX8+ydypB9/KBd9gzhSLtBXfGvYTjtsQsN+xVa6EmZS7YT
ovN3IyXA8O5SBIdwyrNvJdO1F7WqiYcrDZa4I47ose21eOtNjqyQ7NU9OLqxqxdPCyLK2vTT6pXP
gM68MshFf5dvLZddVNapnZPP03voqeJ33dZkeFlLuBxCJ4cKmFbO5SS4MSYG316B5ovhfm0d61C5
nqlfW8ddzzlu/WQzA2vb88i5WVzTzho3s/fD05ZxWzFXL6MmE/KRLWlL0JnpaLZe+DeaTbMBIm8i
o5RlzdQKhuZy0kQKsk4E3LoHb1r0pSqq+sIdbSaIm+WeH717tK3WfJnx/6WSbQLkRYlLrxAh9wa4
NfFC3fabF41Js/wcOvsUOPW0sn+XUbVJ+a4pQ0K8dUoHnMqmoaDpfR1xkrV/BMKvdnPftad584F8
pNLwQiWh9AkJNOEnAq1xbBfFjMpY9JhjtDZYMmpiGZDAnVwREzS0GmCwDN4MoyJshZPkh0cERHuy
CPFnaN558lxYKqAIBNKHiAevejSKYPk0+qwhlgo83zWyBaJgrS9znxLzZpu+eQe51hyn1a5g9wZ/
JzqMs5KKwvtBF0DJVTgVmGIADDXnvSbxBm/+No4uXULEVXjHcuH7SrgJ3HEP1FL5OyWM8GCzoBjR
vPADxEUn09fOW/D1mJaRQCURuFSt7L87q7wBY9qOGSLBqV/CMcWaaA/kYUz63KzO8hIi4zzmlAtA
jbtL6u3IVMH90UAWJBNz+Oexnr3DNml078WbSNnrri1jrZUysWidLu5S8IwI3/i8N2eDhQeFOy0i
/uepSpq8JiajF6sf074AN0YLPL+vrM3lEW4155jc9RdnnIYkUIiGab4WB3fmveaaqyKyx7r+RxqT
5Vu9llZ1qHh/kFbg1tneVvguZj4I/C2eNV2kGRJkMQ29+ysj7G/HSi+/YaXBJh6UTyn45nSLQdpN
rpvn12Ct/OfmGrhytS2O1Y8tCNX7Cpkw7Y0tEPUDHwePz6Km1cf326p4GIOaP7fGuCe5BpMsHoRM
XdmDQBwcaLmVfphBrBeZme5XWzjEQfTMRRMsWSMBJ4XR4+gHjd+RDSPCJDQ7H84Ej+e+yyeWo6Gb
fkypN+5CQg8cs8y6WFPVwk9oQBGPE4+ObwgrnnimyG1wg1/eymRqxT5kxwM5AB8h7RYfqV7nJ4Zg
nCXD0pU3AU+XybhSj3TqEOfTJ/loIcRtCDa7udiK5zQEiSfv1N+FpkyLvUKNLqOl5ibY9ehJNjat
vHNjozD9izshoIK29dmj15MtREaEZ7P75c6LOIgt0zNhJ5F6My6IeGVzEKYSJ00KnbWvKg5q+iJq
haG0MX4O65jiZeA8/isdPcPcGWljxhJH+t5N++1m7v0WVZKY4Pw4y15/+U7jHHB8kLoytsV6XAeT
S+OMJQzIEFP/aBkK9KLmiwsrMe6qkKpE0RQz+yFzSO+ctgi7qOsovAVS0Zt7qwr90qrxi5yI6XYL
rPXJmUK681Zn4y1rIq2d3UP+iJO5PK7pUGOlddiPH2Atx4+tkL5/FkOz8LYlWvuWmfzK9rDl0LRY
OEHo7HAk56fOe+NsOJ9nQKedVc3LdMxwTP5UbCqHiAq0JpkUt0Zk4lxLAqZTyZaazsD4pJreBvbB
32nY43voPY6Ou4qa5TrJgxZAxxecyW5l0Mrw2PdlMdIpu4xwjJbsbvM54O3Llo3cxXJb5WvYmLmZ
FIzA75d8CiENR5sXR0eROKANzVL+HZxTC+wPiR+DYQH+SgTa79Y4F8Wh1v54sohvCA8pe/2vaiy9
A+aF6suwnUAl/myZ53QrSWbj8LDOh6IL73ksH6ucyUFuO+G1N8pNT2E/Ou4+JI9HkhHEIWHvsx+6
Vbixsf2mKkxKPEsfijjFuNcaAZwC6PS958gTxtYYzEvU8pW9kXDXkVK1YVl8sluE4nQqnZPX8PPv
xWw0adKXAdsmeyIjMinydCbfq3YYDNqz19+m2Rr8ZKD5q7WaxzSvCjfSS2Ddr27RmvsNGb7eZX5a
P9uDMx6K3ip+23WFDSbVKRvPwGicSGJHr4GS17AhdqMqXR6FPNsiQs8kOgXRn1+ZChoArHZc3pwU
yiIioqC8MW2JOX0ca9M+WZsS42HcDBz4waz7ZodfYKyikfyhCr8VFgZ6p/IVB4pJU1Q8CGNKXxaS
/PCrF9lGeqprpcCHAH23QRZiKNIETutDJWsb6G+w7ChssjU85gCly10O6rlGWe8u1PAEa/HDZDg+
xZXRFJcSfslNUtAl/2hjljAO0CneF3iDSSAMOycvCTOyRFQrt+oxM7vgRXmNIPOVO/syEjHEKEtl
ojqRIEFtUe8yZAGXzZVXPlihb/gJM/uR0T8fWcQhtZu/sNUTW9vZXfc1MabbftKu29YP2MHGk+Qd
uBwlsACBMMqyHs2MXJQkraT5Ylx3u8fMsU19DFs7jYdBSpw0RnMPKq+fR+yTzM07Yf7aCvwNi8R3
TSIDuVSxXogSg0DMy0vN575f7N5jAm2KPXuT4tYh3XU71EbWP9JlOh5nMAKOUX243ZNFVTywrZvv
pK2n/JqPqRgoCJ//l7ekP4FtBSFv8Ft2jFab6aiXpbscRNvMzo3tSiPJPZ2+SRtff5OS4nQBlmlX
TsJM4Z9G4pqHuOAmfiOqiS0j6R4GWwOT4BsAgGqF7BtrKNvJuDK4GfPTaDSy8q3oGQfwbvYMyDKC
oDbP0ZdsSHkx+9U1JrjGJkNQ8xcXq9IdqE/3bOAveK0b5aKssWL9chpQ1LopQZJ5VwyHyQuCHb6T
gXNwoPPmpmVc+DysmzPHdVvZ1qVwx/B3PXByjUQ6YijMU63ngy02sD4yUohCzSntm7DvhPVxkRXc
S7v4OYm+2FP4aKb2UGVV94nV2L1NR0OdRDjMz8IWJatrPdVR+itUynhsDN3vSwyHZKiEbm8mCJ1M
DhY2oJhlpWgN5BhT/NLmHHbxtJRBDjOYkuhb5U3+Xqa56nfFWHM0Ez33M5py+MpU8B5v0ktKgB3G
RfInsA5mWvEtttAjwzJy0MDq3OQrfDmxtCAqeiXGRDIIuQiCPrK9g2OoPytYc3UaSzJ9E4ev+s4Z
OjntsJWW2ApJ8SOy1NqMDM+pg0JIdepwcfBcyj3fOPkVqOlVfS8kTIqSCEMJPEsO8jzn8MfLimoF
TdLTbY9m+NRdF91sCLjzvFBVV8Z3Db8h9JllrKXVF1hYNmdX9Cbp26wo1otuSnmPoYadICXFV+WK
09t+YTZaHUpCRM1EdgHHs7no1/JsmpP/YVZWcWPMDa6RviULKyL8urPItDXPGWGHBYQkTldi8Iru
O6Erstj3/VbP70qhWURdOOfFAbCWxbYvMBNMRjoj1TG1eVQzkWZ5WC7Vo0Se4zcLhqx+MEk0fSwK
a5DnulxbI2mkb7xuWol7kWVbF4mGsZFbdY3YSbGRPbxZnsVGJ/SW20Zt/rtNLG6WZMbgAUzK2rtw
L6V79lGEha7DKM/LYDrf2XHyCbmuqfojWtdrq0mb4wuwBx8vhfY3skIBwCF7s9J66diKmTE5AGbL
YJGgW06ApOUgHJHU0VFHsZL+SRRyVBPQ89amS3csfZZUsN16/c4XZ94Wvi6rbxW/dmQ1hWU8I4rW
iCsTQByDO99+nofAuA4dU51UpmYggCF6Lq/a03QamjCrjuRHqP5Au+P2UroEkif1vCyvA2lhCQZq
+7Iyrn5ERS+/yaHrj4QoNP3JbwaFl7OXEGCLa+0gBplRNinZlTun1uWzNNcuwNdZtVvCYCJ8bgTb
gduaxLL6aWhTQo4IkIEkT8mLWfcgDHSB1r0mq2aWGZH/1eB7vw2gl/o0zAo7UtPwfoztsNanfGQP
8V0h4qyvhifN/EmnTTVzyxJAEq+rw0jfDfr5dSJ1r0jSpZCvel5C9sg6uFoRF/uKSheMzffbFBr5
44DxE+mLwKVPO8uakxJbfnTy1m4jp6y3t0LbDrTjUj3nrmKu5BD+afDdeWD4zDkEmd9E7/Qx4xgl
LsOcmcVd5Rq5eMrzlTu85N7yb1yW7FPTrGZxLlGZOZPmfPrRGljjF9zmcEc3SwfMpUPvsbB4D8dz
NzQPQebrZ5tjvxN5xqSKM1nW6jHLzGW8zJYl93XVZp8eGyFNRFPKrLEUhc0BR69fJBiSBn3NIJzi
rGdxiS3W7eUGG1NBIApOUJ20y1g82Fltb+TEpF37Ttb1fFcXnuA0nlX1uxQQCJEw9fAyuP9O2nst
ya1c69YvdBCR8MBtoWx7303eILjYJLz3ePozwP3/e3WhSoWgzoVCUiypZ2UizcxpxmeUL4NhUkGt
GblEsD/IrqyxKP31aEsKnDu1iWAwjrwhnKSIFIJJeZPcENCLH/ntkrxGz6/WfkZDU9Ihr5cPsoFj
omjF+JYD6rzNaCxZQyfO1+DF2yuDsIngc5I5oGOnlAZvNxh6ka4GNbbof6aXxuyfwrAm82mKUnkM
00b51AS0sbUfqC2dMhR0foNCSl+kGKiLWJF6NPcV++VQwou6IedmguNurGvUKHTC6qDG1nZauNGu
K0VAP4cRqFuav8VjS/vqTgkMarKTYNBe3SrmhG0bDiSzLhp/3/AmJmuZVPJeaTQeWQFI7mJDxay9
0UlO/ObKAqsw5qW1dvUw/lE1ZXlLWaH/kPV0Na9YVnTQG8T/sjUNIyaQCMpkm6dCKZSHCjAo3YZt
fydsoXzIZS3fGL2sb4qcP1WQvXedNKj0ZEN/VLqOlS7fDlU2sEq0FMpuJ4x2o7ZSaF2R+unfiRSl
WzxngdLdkNfXpep7t6aem2+iMRC2LZXmLu8aex8Acx/WMTlo3iuyRwCfxFiKT0ri/5O95G7avLIf
wrIhUgWjhz41gx7/RBb3atBQPpnHtHklHCfvjcC5FyzNzYRvRF7c9ZXkt+vh+90EHXWOV3TeVP7a
jTmP9zjpVL/6HfXvcecmz6FcdTQTBrCbCIzSLuV5dCw9+IGbV3vq+NIrKNrGnlYXo1kBAc5Y0UJK
ngbqG0hnhkX4Syju+E2pdDIjgkxbuSdcObwWo6jFrU8GkLnQktw9dGpDtW1nB+ovgAz1zhWaW65V
kO9T+0sUP3meRdSBQhb5qSOGiSdF1G1VoaqQbn2JtKedgM51vEC1XpPRzfSN0TZmsalCKv3XbQIQ
mt7yEVyKTXPAOpkoHls8ihxQADnCfQqUP34ZghGAt5R0Nwp+nU2fJKfcNuNKu6bur5FpQ0rSBziE
+u3gwpYh8irTN8andfFbpg+3hR2VpffEOWnnbcdCYaOU+pTcIouAbmTr3TZBRaG0OqR1+2ZkuFm2
N6CB66Ja0x8aZdSIOoM4/s0WL3hESiMMGI5JCS6cAb+JlO4Y01lsDPmO8yJ6cCG7B3Sb1NGT36Sk
5fkU17puQsdIXK+6AwjhhsQPVfRPKPh9yaWAfdU14Z0nGwSpKdTzqCjBTw+3JrLLCIgPDftiZMIa
R8J7XvejVPT0WPrlT5CDXeKA8Wi/66HOoeUievtQZbXdryPyW7SnhWm2schKpE8NVp+0IYXnwDF2
xxPGuG/qvnyUgwE0syJSMhZtUm1tV+K9AmCudcYmtyefHrZ8mFWaufEVPdk3FucwEAYhnkicEfgt
+FuI8emaexi4bNqr2jCa+w6AGl+pAGG3LXVrYngTWUhWYAMjhcqLJntQQ0257VPJV6+prcv6A01m
hLisUmRQUNKI5E7LViHTH/DWKMp7r9R09gb4UvCb8bXs+uMPt4y657KmkHLVjDoqZnYzVhuYZq7t
6CYO1ja3KfJcyXncHohcK28Gnvc75eYDEXpdJe0AZuZHk7moOrDt3OyB5rVoo+lRa+GiDdpVFwGT
e4eQXt6k+ghg2+ezQEfQkiJxylqioclsQrJeIo7uw5YJ2uImyJMwGBh7cqbAYB7JQvjDM5UEcfmB
20MDtoRI8V4v/eh3JYQl7RJbbf0HnvIWLdv4M3A/YiNxRKvZ5qrU6BYHdR7zJC5g9xOlpwzniWMg
onJJZNwfQ57syrFWXk2kUckWdhmch0F8o7Qv5xTUuf+UNS8ZHH5u7o5H7KgTjiBnGnMsJ23okh+q
yOnaGekata/BnhQ1DkBEoO8mRPT7hk4BFCISCuNeoeNrbxoi3usI/uWnBfun3Jdan1ckIJBz4LUo
E5niF/f+9WBV/bs9RoGxDWz68jecuDaFWFyG3rttldYn1DAlOqQdvVS3VCeW6QYHvqdlB6z07WCX
uDay1Q0fNWIQ/wR9qv4orLaSKAZLre8+lU21A/2HBnHN8KxPn/SFzRFP/oUQamcWNLfXgqNLKkkT
+WFCz+xAG4RMXUa3ss0hH/d0TtiPhDApA1E8K3huk1LQbOwKmCA1lAMcFq3L2/tE88crX277n4J7
9RcQVH8Ag6Nw7mS2Mq3z0Oo/lFzWnodCQngYxiJM7sk9M8kWElraEs82hlWnpHJ4Qy1aijxdYiFG
ECh2/VHymrwOoZ+Vh6xqXZMu8BKobNiSTKbJAow+yYSW6EFSe7ZYA0r2wE5oUHA34whvDsyTVL2p
Ta/9Ay6lHRw19l0uE67W+grYWmYcyJ33j3UkNdnu/9T9mDZp2XKEB5GarSHTt7+tplJpgicC/RQ1
qbWTjSa8gdTR/QBbTh+0KsS3y2Wpp1W9poXeEdpoBl6U0GaFylknt5XfDOpKqZ6GQLkFFsRzdzxc
tnKm0JZcpLBIhFq6pWmzgm6RI1cw1CHZeMUHGfAU2JA4sztyubn2cNnUmVpXG1l5mxp7XQdJNRsQ
9Vl5XAEDX40+Lzbhwpl3Hy+bODNnton2k22qjAdto+NKXp0W/76how7+9WNuvqQ0utsLxdanVdAW
Ik1Cpb5MpxNLmVUmoz9OLYwPBoUC63VBN2kQ7QRlskg5LJQHWye1wZbQNZnbHP04WZ/ax76W86cA
r2zos9SS5O4qJKzXwegZrL3R/0ysq8BeLEeevvVxMTJTpsAxtiyqyGHLHRuEdxkB/hk0mPaj0xI8
FPJVWu4C+zYMbj1v05LuNRaKr0+/2FT2TA2boluyIea164pHUhMiNpmL9knJmn2b1gh7bC4vi9OV
ZwuEQ3WZKmvTgB17PDDg5U1QGrjQsn3fN2+1dXP578vTRz+aOT4QK47OAiqRDbbssYGK+KnZl4aB
nErjFLJw2uw91A1Y/xP6Q6PeF/aE2v5QqreKhzGxxUMQmguacifrhS4DWjI4LBTDghs4b//IEsq6
7ZHglarfZz6wDFE/DaFROQCwHhSQQaQSlhTETrbDZBTpRkMWusUXnOlEG7FN7aUvEyQP7buyeM87
vIFK6x5Bo98MtM83nXFHQo4YpV5S56jVD72lOuCWbhA62Feed5t7/dPffw9+lapzGDAZ9A8cf4+y
Gsha0cazcut/sly7FvhgeqjRZp3dWkbjeD2Y0LR5pV37XtKnHIH6j6LJC00MZz+ILXiw25yvijX7
IFCWxeD11MwWCSWXurS2bfh2hbcm0rGfFFWo/vl5eeQnx/n0Ob6YnH7SlxYgpRxI4KNRvCrdLbiR
tSv8VUeyrSm7feYv7N2TbTUzNvv2ve5R4dxhrKU6hgubRKbJc+LyiE4OCIyws0xd0TiV+JjHI6Ig
cggbKB4rMehTv/MuBxRb4AteNnO6jmmoNemp5YBA7W8uL+jBX6ohuLh47dbDkIrfoDKJjSTV6zia
2dtlY6djsjXBpcvJbmiAyGZjyhO1kGrddFdSIHYyzpKntm+s4oUL93T9YQbFLgifqkHXzjTmL4sh
qz2FxnuIHqb8VofbhFx5SoUA1cnNh5nrzuVBnS49HAmZJpqpZYfundmgOqn1a7vwCKdhFdo0gGW3
3UR98hjZ46ZNxwV7Z74Yl6PGkpAF/z7fXUFgEeqTFSDV2T+tId/Fff2UDnCuU+/68shOLNEixJpg
UOjUGrYx21TSlKVCRcFc+ZX5yP8y23ttSQYuBKzk12JhJU675ugu4QpWVHNyMOgAp0Xt+KuJsi8b
KvHYwtDWNZAVvzv6QFJB9s/cJO0HqpCby+M7WY6TRc1kidj0m+vzLdYU6HF5AotZqEEfoEVa/+UO
0d9uZAu6EA6NobKV6VWbjYsw06DYKejrsr/r8286pOooWrgCz3wpbFh8KyQ78dNm5z6JrNyiTRin
TLqxJn2l8sqM34fm7fKEycrpN2IgZIgo70E+T595zW2tDpYcK/iZlSTf0Idcrwuz6A9xr4bXQ6P/
dkFwUcNLrClv03000G5Vkr3ZKKHbL6zOk30HCFg2iJVahPpwcKZT+ssu7ypwOb0p66tQ0UDkUQa8
g6KmvqhaGx9GtFlByTfpgsdzOtGqhnA5uGDgABasgmOjWkM0h0wHSfcaKYrypyJGdKRuXOPl8kyf
Dk7VVIMlQ0MglYTzHkpv0IuxrCnky5jsNoerF+jAuhEHRQ7I/n3Z2LlBsTYhKmumht3ZoBK17aBD
EQyI4vyB3s0DLY/U/XU37aJa88nRzCOIk0QRDMygmXYa95ePFnlqiLZfCnkljtaZ+1YVxZo3u0NF
8iatf5IUvDy00y2uogJMn6FukEZivRzbQyRIzdXQN1djq5UIJU5qfeGYXfVS0i6cJqfnF6YAsgh7
ahLFGTk2FVSGp+kVDCq636ODTPxvFbQDWJvBQJiIhIRx5aGfeU1m/M0kMb5wzEzL/fj4VHVWynQK
mIp2smL6FpA8eWITd9smS0KrWvE/2PP/TM44eSfhWX41MZvMXLYaUy6pUE8COd1naGes9SFrDiVF
Xw7wnGyjyuknLNHC6dL4Xm1E8bd33/QLbLq8ea9x+SmzX5DErutrLb9AJkwMCki+yYCBaunwEZvF
wn10ZlfQIKeriKZzcivzFlWqhAdCeXh5MZh7WboS9m2ScMtW/492pjP3y5YopZY+RRk7ZL3WnXzr
ktUOICUU8cIlcW6FwFXXkTYTHJtidp0X6Ct6jUwmtsjkxyL3foZQYv96u9FsxzUn8xqUOR+Px9L5
EXVuMa+ikmK0VaW2jq70FSKPxcJqP+1dhr371dJsJfS0tSI2yKw1Gl03wcPIwvN/1ZJGFWPiSCVx
iuZHRe2pIS2ZPnOGYVrnAiA4xX+YDTJs6MGlrIb3pvwSePek/zSxL6qHTtkJkmtacJPBT+53OX1q
5ZNf3pDsb+ytDsg0+3F5vv/EQma7/ui3zKYBlYoAFAvTwG8Zsp1X32XiOwDJlarf0IRo6Lugf47d
azdsSZJujAhM68KVeGZZ4REYClVmBotrfiXKraFmRsl05CWUa7UBbtpSQ3F5oGc2oyFr3Bgggog2
zN/4DUWi9ENPxK6u+K0gPkb97i8a5zYFxMe/NjWBhlSOGQWfdwIifd2PKJAVWh6pxookEaCr4TGv
9GvqvX66Ub6kfn56PeEZAsQnAKkTeprHOiVkAgq4HqxiFdZYYf1UI4VOY/vb3w4JMzyEFEEcUqas
7HhIAyLF+aBjBj3wGx+hFcrSN0E2bHh9LgRG/tzgxytyOlogigjS1Ob/dP5/Oc5scNhF3vrEGcLO
tB7RNe8PnqJK3TvKBkW4ReoET5vouPWuqXUfkvAbua2kIIILTBQuONCoabzFNGabt26Zd79gLtnj
Da0H1MObJOeSNeRanNx6JKGwJZsW/x5cWpvWxhjobwqNkg8oDdhXLJm+xg/t2pcckHyz61UjJVSV
p/FOU8OewhQ/KF9NY/ReqqAOv5HMqA8oLza/XDOsD/Qs9OHCAXl6dvwJbIJ0wbXjlp7tVz2PB7UI
KAxJin8CO3RC67MIQB8Vd2F4MJWFE//Ui5xeihbhRcVkLcszlwQHVqVmAqiNZI1gg9xHcncruWlv
NW4ydXT/+nbWQFcoBBwtkA9gRo6XmUDBoJYr2+K9KK/8ZqOr3dYc6dtPFwydHjn8ddUmt26aNIyJ
2XpW9LKtEEuyV2n2TdWuQ2PhK537+7x6CaOxAfDmZg5xbtNr6KFKRxVH9k9NjhtI5Ntfb0loLP+a
mM2VFMKP9CgHXAl6bMhNrtgtjglMlMr5y5bODIYSKuJw6nQhq8rsuhqpWA/NClpso8JQRRtOVZdM
nJ7O5AO+mJit6npsu46WLYtOSyleJxGqVWEmuv1Io/6mykT/cnlIZ6498oksNIMvpJjkI45XGlrc
Y9RYqb2iQG1lqPlVjgoaMTn4EtSOAOShguUFnMETkpOO5dMFkqXXiGisTfoLZCVcSL+c7jOD1A4t
2yYtMbapz8LgdjmGcWCCsJdT7UnTPPpBSzq/q304+h/WKC88ak6/KOOmnYL0galT8zD7ovBoDUlp
hET6N3Bvwsr83Y31uHCQn15NExqGpyfRhCnOPXupkY9wM4/SsJXW/ggyQam5uZXUbOFLns4cVgwq
8QnFWFxNs50W5XQK94HvOXkl/4QYvnPpsEUUhk6giTwrV9bu8tI5NyyVq5BQiRCTO3G8csYmHVoJ
XBfs65c0p382MOHHLR1QpxvCJh+hAaOijFfVTrI7lh95pWeT/zDb0EH2Mtil4Hw3sISfTL2TF1yw
06fnZM7ioDIAv5y8qmNXMmurAK/iW2DV3A+KLjdRxf5r+r3KMWnoyKYZvr6+PJenH+/Y7GwXUncF
W4PSCyds+itK0ba06F0h63Lb9/WWA2Eh4HP66TjxVUVWeeLynFdm5oAWpDQp+mjhgcatCkED29Bd
54r0cHlYZ+xwVeL/wSciD63OlogGZa6QS5JXoQWicULriZso/rhsZPqxx27SdB//a2R2hdEMNgwx
zqvTB2hFyB4FzhUirbBtR1zB2P3t9+XzZZNn3kw2iXXODFamJp946m2QdxQd9gGPsuDR75StRqNU
X6IfJ3soRbZUBYt3inEJ4BXrQIsWbu2T5WLzZBfwQNkPMlmqaRV/8Qwbmsrjdmrx7QQqnHVn/rTR
XvpRqI3syGSj1nGRDq+Xx3zyLSebFBHwTNO4b63Z+dJ3NHqERoZ+VwgU0NChAnEuBxsPOaeFe1Y5
CY9gC5cOa5bBuaxOv+XL+PzQ0ildQKsRzD68jBUanpt0fHNjaDLRW4McYujd0OV17cfTVEO5foE6
aCThFvm9g9Tcle4v0zzo3cJ1oZzcF9MPA3pKzkWAJJ4fsiNamlGBlIozpvSmEgAL8cjstKK2l2oz
ZJWHDKo6daaUuweS0dT7DNj1gx8rEqTzsnH3SWB5/lXJITSs8CNVKOaFgkBD37frsh1yusClHrln
0GWaI0cUOTv0/eOvF0mhfjRmQMUeaciwWTiBTs5ZG30hJhwuLDmsk0xj7CptL4kydHLCNTc8oMZ1
3rloQIyt2MuBZ+wvL6ez9gixsXGJ8pEWOf7EUTm2cmVQ+GT7AMrrb16gQHbYCm3BcT+zbEmpk5nA
xWXDzJ+7QUxTA3QixjUUd+zMn/Bfdp5kLdy+54YzBdG5DRU2iDnbkXzv0ec2Cp04/C7rn227NdTP
3F846s5b0WXWIM9qa571CwIho1OhhI4HDn38HCEheP1D0H5e/jbn5kzjRUDmD5+Fw/v42yBTwDXo
2gGs7AARokBPgP5oKMnYyNAsOEfK9KGPjm8W3vQ84CbiuXOy15GJKTIziEJH8TvxBjnChh3sh/Jj
PwjKNAeqROEFSor4p0o7c5tSJvga01B2k1DJaz7QQp0nTjvi+ezI8FE9b4rK/azAIbyMvhf/NM1K
34NJoJB1aC3zmxZm8o+/ny+iHIIjWchEyGePw6JhP3bCDZxGG9auTzm7ne1t96/rhpipr2ZmWyZV
3IiYLmYoeKOdf+/VwtEjlMfct8vjObfMDGQrdINsOxnZ6fr5cvzaWgFxS5MYT4LiOdKCmvaO9lLx
xENX/TkaPgfgZYtnLjTs4HIRw2Fti9nlgl6ryofsUeAakaJPRSuhVef906eII4WU2m46YkkLrt6Z
Uf7Po5fHD2+fP3f8l1FKriUVPPkpvexgERadk/AOGKxkj47Fgh+0ZGrmolgjMZIiIkgRZW85LV9U
21Jj/OFrC4f4mY17NKTZNMKErXU1xQ6Fq2uvqjZmHeyb8a+xpES9IZ/ilNu2gv8xWx8iEKWGkto0
c9a6kcs7l+Zz8GPby4tCOz0ZNJtnp0FVIcw0c2ZGbZFWCJupFy987wxUrdXnywbOTNeUY7JwTImz
kY85Xue5m0e+kTWRA8jhd1An2wwQBxW7C1fQmcU9pXohO3G68aqd7VsBwNKXDApKgSrcEFgjJwFw
LP0kxUWb0LCwlU59U8rhprSBLKDDT57x8aiQ2IFAkEaArukcg28Bnn00DgIJhRFBL6BxDRDFcoNo
+d/PJrcGAU88CA0c6rHdsfBTpMlpsaCp3lEjfZ2hbuGZ8uaymXMXBsWfMjEY4hYyoYtjO0bV23pS
ppHTxnhduU/A89G2XjX4b8AAyA2gKlO4V6qHyOUbIIDeekY/yG9/5Pm1NpXub/rmnsjt5Z91ZrES
rBNU4uAdUyszm3W64As9oEeNLb6j45I++Wrhw55bRqwiPikNg0AjZoeIPRZ9EWdYsLj2B9q1qvua
lDZUkGqpCOLcxrC4/BEyIm4h6zNvxjMNw4NDAD7Hy/c0Ga+9SD+AMl0Y0XkzU8Bnelroc99s9LRK
tTgYHS8bHYM8rh4ZK0u9v/xlzlnhnOJyoXKYd8tsMOhA2RROUPbeVTf6xOhCkYS77bKRM5+frAp+
s0weC/j3bPEjiJILNeX9aTbNXqcjkO+34DGfGQdDMHizE0kyOEyO130zeo0al4xjdNs3SCvbipIl
EZt/Gxug0HWqluD7k/425hG4oq9Rn0I+GdoHGmnN1YgwnmkNC9vlzI14ZGW2mAfQ2WMbYqUdYJAQ
IWhglg4S5X9i4TF5btoAI1PfQgqKQs7Z5wdbLA9WHsS03kUHiTYeDZSIWwe7ywvgJAoxTRsbnw2K
53Tiwail4mp17ceoHpf0SwKBIBN+NdjghnUmMi+QTm5+/zc2KVCl0JoozvzErd0SOVATmwBh0RTF
I0bq6rHMiFwlD2DTLls7c/4At58iLeTypwTl8foj8q0bmQqvUEV/AyWAQ9Kaa6Ph4qQo1mwXLv9z
n414HwEOixAtCijH1grXoi1DpxPKGydVVALClr5RqoXXx7llOAVwwKvLU4BqNqZGh/9gSxAJRGbs
pthbmKAgC+sB4OaCF3B2QF9MTT/li7sZIK7D2Y4ptbRfYnrO41Wuj8O6NIby++Uvde4wIg/KWYez
wRebjSpos4BBYwpa4MEaTERqlzoLlkzMRjPofuvlLibKvLefRq8MCSF63tPlgZz/PP8OZFqSX+bM
H6hSH22sWJ20GnkTaGTBnlTpv7haSU9PNZqUN5Ecn50RUHzEmNJbAqlKe56KYlrbRcvWB+Ma3aqS
tRS/O3dYfLFnzh6MgwUdx3MzNm5Oa2RV+pmTtR46Y0rxzZ3UwQJvh2L09vJsnrU6qQUR2ybQM3dR
utjTKy9AyHHM4ityi3n8S5H7FV06iSo7jbVg7k9OdPay58T91960hr58PaVLTchk2IOX6wzAsyTw
bLImANI+d/p9QoRdB0YUbi4P87S0kqP4q93Z8tdk0C6ITMSkS8cdSBWteBxUuG67mtFS2pFVgwMY
adtUByjcl42fPSS/jHm2Lwx3Yt0n2CZrwsqBCSh66WFAcFfWO3oDk793bo7GOtshWg/p08+msSo3
ngwWtYK9SDvy5VGd3YdfRjWtrC9fEk691yCSAw/Bhjms19+7qqHdxgspolySovhTSHiybIis08mD
R02N6LGxuI69ttII4SO2m5P8BtVVmD8RmqF/2X0J91mz0kCYQcdQxUHAvgp/uIbhtN5Hmy2cP9NK
Ofkplq1NBQbUPM4fiK1CjVeT17whgupXYoFaaOgTR8p44W44O79f7MxWjQpej5g+Q5YUeIQjssE1
DJPxO0zI/8JPZekRDSXIS43lzIn0CkIe0LdYn9KAmi8ihSsQ4QtGzk0bHhC14JSonqljUkWfgFaH
KQrKyPLyGz12b5raevv7VYnjY5P6oYjBmvfRmXkr+ZRgxA5qoumLIYb4UEJ9RPjTVt/0JHq/bO7c
w9qweXlR9oMHhI7J8cL02wk8GAyAUIEst/WBOGzWfjNw+YarRgLTad7G3bpyt5ftTn92vgh5i02+
F9+MxsRjsxmiGG3jCS4nKbiBv6TtomoQK5Hp1YNVX/nxW99kUFIXK+KmP3xsmOJQmSCCQkwTv29m
uEBhsw5UxCE8MLcgzGrzRvL7D6lSgbSQ0lgljfUO8nt8r7t8WNfhoDlVFDx5qvq9k7031SqjO8kY
xl3Ugt3w6JBZeKuceiH8PmaGEgauUzF/QMZoNUpTL9OqUF/q/L1LPy5P/emNefz3Z+ceIpFoI/gy
j2x5F0lvpgLQ7DFOdrq1zr3mr3fNsbHZ8tLCVIOxxmDceC08H/gn2CbQQZeHdOZ2ZAFzmvESQlkQ
Ufrj5aRUdUtmkcABZewrzXzTo++q+iql/arQbyLlteiuq3YLpE2JlnL58pnvNSWZKM9DynDKxxzb
RiIziwu1RnpV/iZH69id2LbwTX+bukOVU4n+s653G7t7daNq69q3i8EA7XQ3TfuIuoWpx4NE/2z4
EtRcq29Z1PSnbwDDRMC0iuCq1ijooSFAum9A7bYh29hwEJhy0mzbK5uxAQe+7rQHJXcqf1/g8g4u
ePsOoY1dS5tw/9wB9BBTA3TkFLq/7SzNGVxopuGzVu4H5Oh6C5n06gfNRetIuq3z74n2qyqfbete
s3fhIHYepRRkOOLkuTGv0nQp2nnGHzse+mw1BwFaqmnM0GluB+8GUZtYJKI4vkZL65py0/UQPulw
Xy6vuDOb6GjGZx897HtJijvMtsO26ciSM4/PvNRZbN4ND/EFX2XhA6sz3xqAc2RVHuYyWJ81Tf4i
vop64DCto8hIGg2fAg7k5SGeXnhHMzuvcwjyuoVo1+qgLQzHy8EdU4cZIFpy2YyinJ7I0yXAC4Xw
z9T0cbx/3GEA9NFgZxh7tK4TejSf0/gXotdy82ia0gqI9hjB2nrvygiIzFZRP4nfrzrdAOrVrVC1
XeXqbdfvKjBqkpQveL9/rtzZlXH0A2cuv5vQuAFblImAqlNbVyGgVbSIMceeh+zS/IoHeTURZk3v
YQy+Zzn1wMmqRjch7W1nCEBD2Y+U19FzcW/BZCzNO6Uyflyex9OiNwgCPDR0yoVVk/Dj7BAgWoE+
dcU8eqOCWrBjR6+Bf0A2UaHGKIQbpplPFiFyUnl28U68vOk/YYUszNbZVfPlV8z2o4KWhBm5/ApB
J4HmfhbUeqawqxcGe3bRfDEz23/CglUUu52+6kpbfUpHWUzVPvp1r48lHVAQWhtERJ3IVYhegp3c
NI3brMJJT6dSA2vhwXLGvWfukYu1LQqb6ZKaz72wxxzGpb6Ki0eUhBCFVrUYnjii4fa6sT/M7Jvg
+/My5l8/9B5Osv2tK6kberk8MX+O+pPF+uWXzOaffhdVVSt+SdWOMNf2DSW9aTTBzK9swPxgiGUQ
cJJyL6onIbbeeNcPr5rkrhF2bIhah+GwUpqrknRHZW0SvXZCUGm9VtOS9QHoi7dmvrv8m8/4oNPs
TR2/hg4zdF5/DiuqMxFI1SkM/nAVtHm+Saq/Kitth+a347ajU1NHQhW8XC8cPmdXK59sgmPAkphf
nACqjKwNRh0hG8RFmhpF30RqPyHVxgsr9vQ1NI3xX0uz7+JZLjTgEktUQPBOoQfF39bAo4zm/9OV
/o99WEuWZltDSfhoboQlTxVrl5t7TImdxg9as+DD/6moO11r/zum+a0EsNYyB59TMCgmLWKgkPzH
+CpvYCsGj40UbpCPp4bIGaU7WewU9coLrjUbr+gttj/U/M20Rv7L9264JR1OY+99aidOWGwydITy
98F+XFhoZz/3FEGkEY4U7J9t/OXJb6ixS+UEP9iQ3LveB+JbmqB0UQeue3UbKdq2FyORHHMN2vJ7
5P4sUXl20MPajXaLTvJST+D5lf/lB83OjdHXip5uNn2VogCfDbkjC2g69k3lKw5CN0R0rivx0NXG
ygz+/nonRTX1lTAfIPFnyyRREqkL0G1eoWxBvEq6ddt4U8f5QkHCuSFixyRPMaWRTkp4pSqiUtnk
Quh1KXQkFDNWqAuiIzDAtgW7KW35/7o7l95LAIzcsEk0UCzTWvHCgM856hPrZIq+EH+35n2s6A4M
oZ9wzIQwzXtPXWe2/KbWxlrpM8fO9Gc0lA+gWG9sqMrAmx6NTr4PNG2rt9FCiP78rHz5LTOfools
uHs6s99MQRF9hzCWMG4z0BxwcdXOKUVyhU5gkyxsgTM74GgOpn/+ZQe4BV2EKeVJyEqEh9jstsGY
brL67xPHlk5rBAPkyCN1PFvXMSUIcjANLwqvACg7dr2QDTg/gV8szM5TuUXcU6QMJLHvPPO9Vw9V
so+6d7V/TLIrqhY15abLlpbQ5GfPTryjcc02DbVKno8mKq6g+SqP767k7mJxJaUPJZogNVVl1Pot
RbfOfjJ1KsMy6Cknb3T8yfSaR7QxMFLNYF+42j6ByJ2l9sIbepqwk6F9MTOb0BJJnMGczCBE5eTd
zkdHKgXu9pTR6wZ4eeEonrz6S+ZmM4nTr8DD45aKsgc52UrhLQXigfcLlSQCH1CauRmdLP2UNZSh
uwWP4/KUAiA8ntI4TGK5jjl21cqHYCnuIXPftrH132y2/51SU8jHZtCjI+QWM8Zcf6rq+9D4GN2n
y/M4nRP/eRrprjo2kQXCF03PV4tGaSU68NvSgoWluZo9z6KsFjApsND4/k7teev23tUkh3B5INMq
ng+EGhvqQGgMnGrQjwfiFbTcW4JPUpUqdFZUoaxbuaipg7mWjKUajXNeMj7AlB4lZqMC2ZpZQzVB
r0K+DLo37fBb95V9Wu+LrHeMEG66fS9GgFU9PokZ0+i5E2a1s/pnu0FV7dPW7oT6mZmfkooK5YNd
p+sqy9Zady2ZPyyjdKJaWfBTzx13Rz94cvq+nNuTnlaMjCh3V6RU90o4EJDJ6p+qTc8p/yCiKD8J
3sBmp9f+MAaO1Il7y2/ihd9x5isd/YzZVyLQxSsT8uLKLwhEKEYteGM07SGC9AWLBSVbrw6XOuCn
o2C2NI6Mzk4mL1Es9CcxmoyblEBWlw6rMkg3lIk6DYg+ob5a5iL1bdqcJ1ZxEf/E1BTYPcczrmW9
mho9C1LvylV1FcZQOiUKu9fWXWzep0P5WzOSp9KQDpc3wrlYJsf8/xq2ZoeT16pxzCxPb8mXpvsm
K7//0Butl6w81CFlPiMMv+sCUbFGX7gD/pT6nw4at3CKxYiTGILZZLKL/oq+qvs82fiWXazRrBE3
sgujogVstYrTrnM0O3z24wSmbDf6DvodCp4cBVyyuXS+nTl9mIx/f9Ds2/tKUxHYZDIM2vaT9ltH
nVObLhxxZ6rvrCMr829tGEXrDlgJueta9DuC4Y3uca69tWr9KGHC+umK2KmZgTYWzhgB805RPBye
87BeQxDO6g/FJoIar8bxY2E9nF+IU2Z9apu253G4Kk3zJB/4Jlnz2g/XsXpQ421L31GPwtRAUfh1
ojmQ8y6bPReWY07+Nascr/9opNHIRrl61dkEGSf5SJ/HXbCpqQMrq7UFtTZzf7QhoK6S3kqyRKZD
WfsK/ngsPQFOVkwHlltIeLK2rqul3zd9+JOVSp8XPpGY7o35SUQ1V+FLzIqhdetJNTWqW2S0H5CZ
rqJvw7iwROQle7OFKGVejFgE0xEG/Z5gihx0K1/e5jm6hFdB/tpaz7p+C2Td7xtCkrdIf6AJ/Svs
14H8aOSLgItp+i+Nf7ZkjdFI5DacPo/+kTbjoYzHLRqpqyZ4VSQnat4GTSGq8VIM/KKFu/pc0H1q
bfj/J39e6gF8TO9lWomJttY4Nzexm28N99YlIZbwXMo/bR96yEK44T9YtQVBtql26s8d+eUOlLie
S7NW9dUYf7NjsdLTD2DaK7N4NaxD0VeOaT5LmrQw2PmHp6EQXA99A7gKCs7JzP9pRUfLomRRxyIO
QPadjpoE/UaV38r2KcsWDuB57AYDf8gh1G8rAs7ZzC9RS6S9W3QHnbahhLCB/avYzcqO9I0aL9Uh
ze/yaTCTGdKw1PiegOJ0mOApcQGQwKlwSycbogwQP/JIFZ4PpKDdaI7BwSvTeMEtPjNIg/ZCqBY0
+wAXnA0S7dZi0rGJnB5GwIpV1qwJ1n4gQxNeIQgvry6fZGfNAZWCoUGBmPbn8P+ybMomQ4gaGDfX
93etoLIa7Vbgf/JS5PtP9OjrlmRC6S0haztdnDbhxOMT04NDO0kb0q5ZUhJkIMyESmDqr0YyQirE
+w/Pfa1SAOXvirkjpzIoz0hPWsbu8nhP4hzz3zFNyJcB11Fvi8bldxihu7L+L2lntiM3kmTRLyLA
fXkNxpZ7pqSUKvOFkFQS933n18+hBtOK8OAEIXWjux6qgbRwp7m5udm1e1Vvn6DzlT4TJ/XiAW4J
L7u3QjdVdsjkbOzw3pFWqhsXR0bYCCE21xOI+VHlB+iIpLu97W/ASqPTgORoJsc7GNd3lWqsnNMF
dz7bfSFAe6hKGREsq5Tygl1U3FYQeCTBXuqO0vB2fYcXTXE30kxmtuuC4af2nFYtHU4OhOlUtA6F
ukuqcKt2W89bCQizz1z4FENYYNuAwpqi89pxbul+RRNjcJ6mBnTql2mtlLJsArgtzIoAD8RXaiTr
XVbO+PEArd9fUr0/E/+f6zt2kdT+8kmQxP9nRMgmgipAntDk1SLXjLLRGJLrnaT57T9p5yQ70470
ox9P8sdsSKJ9UhT9fQNAqmOqQQpvYtRS1+oP4sNZ/EFCWC8DtN9CXWbV6taS3SoAomBvDe/OQkkx
eHHCmxJe+NbZojwVGm6lrP0AsQDyvz/A4pqkWweAXygOqE2sT1bKD7AixDIVN5V2Ghp68gPamTka
BagwORW9cxr233VjJbu7uEtF68L3kEZ9NBB9ZQxJPgTN4wTpqhp+AxHf919ke59U+7paWfGyn/1e
sLDjqNKVXVaxYM17T+IPY/GQ6j+vu9niwXR+mxCqqnkpT0hLYYIurFx9B9uW2k/dBJhhDTe+tpj5
/z+JsXqK8kGSs39aND7m7bvkyHt1dfpoMZCerEeI5E6saTGE+1hpeHmigqofenRXeQrBlm05K2F7
ThkvY83v3RPCdu5ksWHMuzdMz0gZ6M6jad4P2SEEUNLc0sa5/rGWtpBRXMad4NGbGXnPt9DUygS9
Xid2i+Il7L/6EV2ItbrJio1fx+DkMyGNqKR9hw3kt+lII4KNViAV7+srWcowTlYiJqYqfbzeLLGS
Jtontdd2bbOVuz7eKNrKGVpyCAqKIHx0RHiZmDrfMwAQOmL09PTAGPjVPqU/Mf7Toj7aGne9d7i+
rMXNOzEmnCYlMcyhUzDWe/3O9F8iBoGr7tt1I4t7d2Jk/hEnX8gjEJGcYcTi9lG7h9Tco4qNpOFa
xFtcDc1leC2MeZBPcDe7yXyUyLlJC3Aj+feh6zcjes+GsqtKdWcHHxPapQp6rFPmttV21J6C4Wu1
Rji6uNzfv+IXScTJcgFRdaFU8CuyiMmWr4Nxq6HMvcazuGQFpmTSeigXeMAIbuI4XKVmDBQf2h89
3jr2ozRs7bUq6tKOkuXOr2/69oYj7KgJjVuNSGHi1j4KTM5bDVy0j1agFb9KsWJUgv0H9gEeDbOa
wLmDjPAPyM5sRZHpH7ZJOctYJLl9jKFyQ/sSvTraIVNS7fzYbh9seyp2ctSP+cNgWjV0VnZilz96
iWk9IHC576juFAXI/fqJ+kOuEzTFANgCh8uNTC73UOTnKL3badPcd502yIckNQYShEov9K2uZf4a
sfXiNkKQyLDgDPgUB9PLABHrsQaPLZXOYx+qrsLoduPHuz8/aBSQ/mNGyI+TGiGlxmQfR0/rNlqP
kKKVb2DeeIra5Pjf2RI8Q48puUsdtrrszU7usvghKR7bNSDrYhJD5gQ/FMUx7aJE6yMxV2t8Qtc0
oh8tdBil3G6Q1OThrCN8Wz1Dy7jNYdKr1kCfSwcMsrSZitzC+0XOiiRTFakN+Walom4zb5cqQGSg
UPtT8sw5TaPOwiIZXuSRJFzJRaFAiW+xwrLy230RWT+TwtBXHshLqTCs4DYlFSwBoj8/YV6rBxJY
dN6LeX0XAtL1s2Dl3lrcL9QeZs4w2BfEGqbZBW05TcwrIokcb4fhvVKqjTkw0D+Ua1OYS8tBqAuQ
BxN91GuEPUOGKS/HkRslRkTMzl+65Pm6dy8amNmideim4HUQMnfb6QwpSViMMYN+25uo+f43Buif
o1JI/BZHIB0/GnxHZwQSXsF/qXQhdBas6UdcdJRm10KUgEI/3x5ye+Gr55WallWE9ttQewcl3Dkq
xYB0ixiqZnz2o1nE537WxIXi7W9W99uwkFZ0hc94bMLIpVVmX5lLc3VfXQGdLLnb6dqEO0OpE5S/
A9bmq2/w9Gy1YSfZxn40VjKkOY6JdxNoc9qI0BnzRhc8gVaJZUcTwJXKUjyEs74PFfWO/kvVRc/O
4JtQTyf3MqwB13dwcXkAmKDGg1DKEaeZU9PRG6/D7NjBEKaU2jaOLKTqtc+Z9O91U8tuwt3OJKrJ
hJ3Yl4USPc3MeRarKzTX9O6t/Gk0ocW7UbUfeXk0jBdJ/WR1KxfIfEYvNnZmlqDsChm1iMvTIZ8l
kWOFJsKfKuic7N8SfK8dH/R+f32Fi6cZKTFCBcVB0Crn0S/Xu8AqVUyVDa+sWqmOnh+t9U3XjAjP
bTh9Mi55jMDm9rn35E8WTNDX17G4ZcQ9qDbn/FKUEZNGy0Hykag0Su2P0g9vCghzwUYf7f69rNYm
mZceIlAk/seasCBN5q3d55wwlMdJpOV2R+Vzg+wbrCBfvM55VIwv19e3WNZkyAugODAYpkrmDThJ
nZFolNJQwiQaTi/9lLqoBr6iEvw5k5HIY77EyFCOzQokd7R/NGfcqq2+be1iZyGRfv23LO/1758i
5FJeF41JUhLCHKN3S4ks6hER29ZodsmwYmphowGOMKo3gxV4KQvuWSNdjm4tnoM207aokQzfBsbR
tNKtb78jgHx9YWvWhM8atnbTIZfKueO9bE6vpf/P4Ks0IHgyObdmdrxubiGQMRFpsjDIiriEhDyx
LipjUnsG98CDHCi/tdK/RvMBteSVgLkQpxHlYLiA/JeBeJE9Rh8qKazSeaiOZln1yexhs7jN9KOS
oL+l8nouVsq2S/uoULJV51kkCGiFhdlpCyLcI2om0/NQukE23Kk7NOp3XVOvjFku+CLEqBSi0RaC
EERk75Mls/LleZyzRqB54I7aIPWHj6T+xoutZ/OP8WgkDhictYwg7qIZJ6xt8vPBi5H/dCMY7VvJ
3jR0FnrO2Z/7xokZUS+jqtXCaGYzHil2VD8UtesVKnNLK/F/6YZDBsahG8b8OHAy4YSVjtE2xcRg
51RUoG6hKIZtJ1PLuzHRX6ShDl/scNS+e6XZ7MeMAfYgMttgoweIUK8cvyU/ZWdpyvEpORPCT0GI
WUGEVOWaGN5D+R0KzmSacdG3BvPlTr0J12pwi356YlA471PtlWFuYjCHpqRNEDZ/RX94o+aR26fv
SrBy3pdebGCNfy9QSDqlwFbTBokgnuD3hV2DrWlgfpnzXHgj95JMwKZt45Rfr/vS2jLn6/nk6gAH
lQ5dwDIZ23opcwJNYH7OA/sgOdNziQ5cn61CReelCCnM2VKFHNTwBk+rMy1xC/XHUOwG9Jv1G9+5
t5wbS39ymtc23ZdGgnD7Te+tPLcWY4INdQuQkVlXVLgq276Zcj9nmxvZh6Dg2FjavrNdmdmjfo1t
5AIz9Cse8D5FHcieubYFp439weukkM3VzEKmRB3Wu74fAYqkesrIhvdd96OC2dpevYVp8KOECPe2
t1CGpgDscIkH6c31r720errnCCTRW+aZJgQop0dHwMh0dt6zkTCAICs6RPXeluJDmU6H68YucDLz
8k+siRW9PNL8pggN6lPZU6sgu15WJajuF4KXG+T6tk+jbVapD2WwL5St6lo3ZvipiO4J0uiuI7oQ
PQ9baatEKz9sIeXkd83t6FlAAhLKc5+XkOCipMYuDLQn47J44mpY2eil6xusJnO1vFVtWEbOTTix
F1RSM5/mOLTi7djFQIFGq79BY7IMUVV2mo/Xd3sxgJyanH/SyUnW2yZWST3JO2dCwPJr176a065X
aK9/GRADRjRQertuc3EjOUNsFv6ki8ShECj6cVSxyqR3UHOs73tvDXe3uJHor1JP4jXuiGAmxVPi
CSgGOuz1vZzcWcMHST04/cv1hSyeC978Bm1kBck+4XPZuVaVZj6fCz97jjXptgzKj6MN23HbPgZI
xl83t7hvKHyY8ANpvKwEc3Lj900K/tnV2rK+q83cuTenNbqE+Y+IURYP/I8RwR+KiMJg0GHEMIat
E5fIisTbUl25P5bdDmZIuuOcdhzh3O0S8q4simFF6PT0peoV5imLm7APjhJswlOsH9vCueuNH5az
lhL8P6Z595CgUHASx2NNlIyQO3bIkVtt24RvioS6XKXuu8BzhzY9pMZ7nw8HX1lr/yw55cyMBTQS
ripDbFB3JU1iOwPCN4VV9NT6NfVNeYofyk5BQNVv6pWXztKnpIgL/glYELOAQsCiZmtIIK0opkCx
6LU3E7dD8OO6Ty4me6dGZqc9jR/DVMt9gJFOcpzNUEBw7ku7xGBro1lseThMVMCyyHkZLAdhj/Df
//IHCKcip7snJSk/wJfSvZ4drOnN9x718dDU/q6tXlT5k639pJt83e7SYTxdt3BO6qrR7FTjYxpR
jk7DwTaH7XULSznWTOVBiASSycvnfGcrX/G1uh457vDAaspO6V4j6aBLxxYa5IQZ0uvmlryT4hCi
tDMWkNrNuTlj8qC5DQiZinKvOL0bNfB0RO+5FO6uG1rauVNDQopcF0bmg1mBfL/IPrZT9knLppW1
LHk+HckZg8xdfUGzF+peotkdGVTQ/GNTTy6fs7952J+amFd54veG3CRl+utl0b9yW1rMpPOmdFvf
bcrnco07evHjnCxIcHInduQy9Pg4Y3yrVB0yFxDQ2dFmWEty1gwJbj1Ikdp2MTsXebeK/dolD1X9
wQpW8pyl70OZmB4IgymX5E1DNNmT6dmc2cTON530VhTlsfezlft5ydNM4JiI6ar8T3yIeoFsTLpF
aLDjCG1uT2mZplCi1+v+vFRH+yVQPXOtQyAqNlTlJrKyFgFGdEek97bUDqqkMWYjuyM0s/0QwMH6
TYMDuRyrvdP6O58jZRe+m7T2it8vRmOEB2DLh2XeQI/53Cu1wuxp7qWE/KlhTD3shk080I/Vc7D1
OfrsjpuHJSPz4YZpHTef1mal56Akpg+nP0A4FqZTJqmVzfUu0oas3cfWXYYSHggBP5V3bZ7zXnKv
7/+Sy56aFM6G4fWRX/j05p1q2IfNtzo85L22nZpv1+0sQe74zr83VzgbRuaMoTUTJo7GEMJ3nm2K
Hm5Lq7r1G0jOGI3aWs03bYoPfZ/tIjWEnOePp2jm19HpjxASJx2hArufN7hOvU2iUr5HI9P+MRnf
S/PbGDyg1eLG+qFu/6IAh0zfLz3QuUkr7LKtjUFMs56QqkRH30IJKvfu1ehjY28j81vUba9v9lJq
fWpO2OsyJyuTaPa4fjB9ycZy1+kmc/BUF+c6nPKniry/dnVWBCRMoKkmvu3CJowcu4baEZWr7Vhu
8+JxkqHbWaOAWVwWDzuN3vOskCKczyCc8lYPsVOmH+dD0ZWHQfG3dvlgr5URFk1BSjeTTYMJE+/z
okoDs4pKQoGsoPN31KRtiiCA9zX8U/n3efPmdhaDvCbVZ7E/HI720ICuJ3Nodo0BocxLFz/JZu9a
yn3drJz2pavj1NicNZ3cu0oYF35gYSzr6uzQRYqM2J4OzVqLNvZ1H1wzJSRgcTyVeqpgSusfrfF7
Ij2Tra/YWApeMKeR4akQQwNWEZZT01fNIxyiaMtN3OYueJMNEksb569Wc2JJSLuYsnEmJ8eS3zAE
qjFb5j123dv1LVsK/6fLEfw7KjtdzjOMGHrI1PGHugw3inFQlE/pWG7q4aksd9ctLm4g4oeo7VBr
vmDq4rLxkRijWj8Ej3q+L+SbMPkE595/Z0XwuhFQdTuUWCkyRPAUX3qfkuk2VNSnJPDWLvH5Swh3
6Exaz4uN9RCQhFAbgJFQIpv6OSShu4qxuB5iPbNMNi0UaIl0oyNayvVj3PoMinqq4hp2tfIbFt4e
/ARYJuCzoIwlHumhAPBRzD8B1jXV2nXVtjBuOvgDZet7t4quWwhVc/sR6D+FNeiNhYOm1kNeT/OL
IDU62J2kPfJ1n3RzODIOcJf65toAy5yEiBvMxjItM3dcQX6eH7pJqYZW0/iagPp2vWnvqNBf95eF
0DFD7GaBcqjxYdE9t5DVdTJWGv2xQHov/Md0HDZRslKTXrMh+KSehLKVltiYeuiz7PfYku4Ve9hf
X8nC+TpbifBt+jA2NL/AE6ooZ7rfTcqbUPuowEX139iBu/58xybYfxXI3uHY1rtNLj8BiGijwl0H
Sc8fV/z41ASorvOPmen/3JBKl7HUKp7VUwWwatNWYxFDbqc4W09BGRFsZx7ku7QtnZ1HTfwm6If+
BrFQ536wC35fguj2drLL/jAFQbTHRvuDIRw53FRBmcG16XiIAVYRZcdwmKBrTscYuG/DWbOOLf0L
0Ed5re3ipFA3hjQNX7x+kt8iv/bvnbAY3wc/sbyXuFW1N72FOScPJKrAvWz5BztRzH+9MJ6erURl
IlSyu+xQFEXWg/3y+8idBtTDDpXXWN29U8VSudfqWAkOiu8HXyqj679IValp8BXmwVsx2kq4kXwP
bTS7Ubsj7cBs30dV5KzcckvhBEAUAD/e46C8hFtuKrj8UoVCqZc128Y4VCSthX4cyvtC36X2h+uu
tHQwTq2p51/Yj9pwjFSsWWVPJ5oBtSbY2JQ0rptZOhmnZgRHquMJpxkxo0Cfl77E3oeu/V6utr3m
vRH9FUIfcHFkppBxCrdB5RmBo8HD6Nbl90LbqulB05/iAPGU4k6KDsCHnPLZNFeezksvScbEf5ud
V3+SZ/UNqli8Aqjraf92kA3l6YcEJRqz2xlGt5H1p1raNdAirOG5L1j3yCZnul6VoEnDCbDmuWG7
nBoJOFbqomL3Xc/fp27YA4ryu9c2rm9Nf9zZPANmqZGBMZvYeOECvZmC/HbUrMP1L7xwL539FGEP
mspO6MbwU/ReMaFBNraSUQBZbny3zeMbNV9j+VlIn1g499IMHJUtkSLBM70s1NM+dZPc/JgnyNDY
RewaqffYSvlPugrHeqw/Frr97/WFLmHCTw2LFAlGqsS9pHRIpOXTjScnpDh2armNpDcPstlBUlJk
cXQXTbWV38aB5N3JVhIyVVvUwU9v1GTJbWJToaSeds+yOkbHKLURttSholOZ+veatyA2hs+dTzd+
E+lBeRv0nXE7ynLyLEdcw5mfr6BKl1yYXJQ2D/AtAwlMwZMif6qboBvANUld53pg2WW7NogK+hva
LPGuquJP1GGejeQwlbG2UYY16Y2FSASCBMzdjDgC2SGECNCMk6SFckoakH7RtODg1NZnU1lDqi1E
IsRT55IPNQYSYTG89tFgGiVfb+ynjUkng4m3NjikgCqu+8nF0P58OGlhKCooHHmGjp0fzlrp6YPZ
Y+qW6tvAs1KHTX1bKdt0uu3kVwjx4IQMgqNWDpuEGQZZe0rCm8A/ypqr8u+u/5rL3Z3L1LzZIeDi
bjGFBEhOoknCf2a0egqG7diOmZsMfxzloSI2kDgCK443icQ2bdBZ2gCsAIURKrzhdjDeVfXzsDYz
epmSnpsRQg2pilbWOWZS2A56/XF04pXdugxmswVybBOCHmiNhZTUSMZQSQ0s5Fq7G+XXbNqC5j8k
E6xUN9c/zNJitFkvXIdJAiF0IWc0zcnjy8BRiphd89xkIS3eJk1XFrTgjPRBNXBoGAHtJkodWb5h
ofKFGXN8NZBEDZT0s9NnDKUkH50a1D0DOonUIWpdwTcyK2D6m8YIPzbqR72NHjzl02AVrqStzoJe
XtnzUJRJ8waJH1jnhcBDj0/TK7lMXT9zkGTVYKQLremJcu0G2pddMUHyM34bunSf1MCgjI/Xt3+h
w3luX3CmyJeMzmyqlFaEs+/KblOOEjqySvA4eT+rOtyPks5YFkn9sFZIW/IymkjcXrMiJOfmPEDk
OWCUKav5Jrxbw+5BTbdzruINd1O81uW5DHss87ctESgS9swBByG2tKkBNgt9ynCnhXf2GqZrcU0M
udGxmOnIxeIg1HsUmE3SAEaYNoqcMxGzb8fHpHnPpMPKp1t0nRNb89E6SbuGTq/b2MIWL0hS5B+y
Qop8NL3c1a1vE1XmUN/nYI+GT9cNL6yR9xA4MuIDZCNiD0N17LC29DwDpfbTz6SNmnFRMjUY3Vqr
0iuLtnjr4x7UDfnP+RqlvkqzqC2QRFZrmmYHVT3IBdTudbtp/ryrCboZJCdWDLCjYjZZNGOp+mOJ
rfpgKg8TKtT1oGymdmX/FppA54aEM1doY2UmA4ba9C4OHqbiMGj/qvZuoFJptZsuu6PxIauf8/zG
rndt/HL9+11mjpjXaahxO0NrKBZsMsNJfHLDzPWMHhgUA/AoTPdzU9L6mNWFC8V3vDassXD+zmwK
969GmFdTHZuTnuydaK+k3tHSbo1mra21tjghqKCKZkTFwMyZhvImhI4saty08XfF8LaN3rmhvA/t
t+sbevlkPdtQXahHkHOMiImwuMyi8HXb1NtJf59qnTe3O0TVzZ9b4yJDNY00hunt+cicHPtxkDtG
XBTe4Xm40xjcjat7iXJbXA77su3BVbQrt+fSITy1KHw8w2hDhJLR+5SU4lAPX6WUsWTb3IdBupFW
s6hFayoPSnoeMxGbcOTBukVBXLG+Zsi3Y2ZBUgPIf8y3qs+Izdqb+eLbQf6gGbYGrohkmOTwfDe9
Xu27tlUkep4uKmAz11hgqm4kP9jRCw+o69/uItuZrSEIBsqGNPTieghCI6sTD2uS87VOGVfS368b
uHB/DABdhkkEUUfSKvV8OV1eW6gqwdufAT6latk1j3X+ORoRU0OxIK2PRb/GxrBmUtjBJO15nql8
I398T+j3QSadw0eYgLj82tmG66xNk1/k8sIahXtPbaemy6hgbobh0Vb3mpqTbB+u7+NFvBJsCGmZ
N/lTagXYCIiLnr93eojFhm2prxzmJYfgJUb1guIfLiEcZrCtsE2H2KmKT4mWulWx4hDLm/XbgHB2
zbgZpzSfDQwfeaUryssqI9naGmYHOQlIjTFqUdxgwg78PWofm0lf87EVE+I8Qq5EVDrmbaoDc6P7
n2Vn5TssbxMYanV+gzBSeL4Gb1DNDu1j1hDVG5iZq+qDan647lOXoIDZqWxad+DCmR4UP7bewF0I
CmlWsIq3fgmxTbWdnLuudSPd2pjWUyBVm7KFTq/eyuWKRy9uIaNbILagYIDF7XyFih+bMYzr0sby
Hsr0ya5XWgyLJ+bk7wuO5nddF6HuTmgbGb3Uut1ob+TpIVmbv1xbh+Btpan5xjif/rxKNqly9OS1
tvHlm4jvNEMhrXnqEkywcPiZKh2mfuA7DVC7mgaTXxs/eqw0VxtvCmMbeY/lH7c0ZpM063SgRwQD
TfA/sy6bspNZVcw0m7wZlU86gKDSOF53waXNOzUjOEEaQrcfqpiR1TcLjhSz+3HdwIIXgKKmL4K4
Oi8EUWFdHYoAERDmWcr6VaEmWW5H/WZwPl+3snBasYIXz41A+C+EFEGLZmhzNUmbRN9lFAmDKqY5
E7jXrSxsFq8BE+5v6iD0WAVPg5fP0toMwbnIeXWsFzlYofy5WAUlD7jwQYQb8NxSjTs/kcFMrAsU
LHB16THu72Jzp3l/+r0xwf7MHD+Mszu/tKtOQnPng0Wv+ixwmXmQkw+6tvL3Z385azjMf5/SBcpB
hmnRwDxfgtTJfpj2eeA22k+l+tg3t32wz/ptEK4YuvArwZCwV77j4XNIs7tqPjFvehta73qyk6s/
/eTIE8CKBOQGJAypp3A+tDSTEYLvmetWfzbhtu3W2skL6zgzYJ9vWNpEijmCXXcN62ny9ozfFMCH
1tpNC5+FKjKf26CuBvhf8NzYSxXPaGYr5UPiIT2sHpsud1F1GNbC8YITn5oyxbfP4OSaMmAK3io9
P7T1bWev3CxLqyFr1niwzgOkYjhO8kDv20bjo+jf9WJjZ3dezawBxbp4xcsuTjyf/9TS/PVOjkum
mhPNYCzlaItFGc2HNbqPhe3i2c1HASdB40osETd938V6bQRuynMjftXNXVSt9DIWXAwTQJlhR5yJ
gQQfBuTs2Y0HN0Gi/bD1jV9AtB59yJEZvR4eF+0w9jq34Li1LOHs23bv5FbhBK4kbSPNjfytaT9N
a4MJC5+E+jNoHQQGVQ2E+/knaUNNDc2pDV3EkBTpU5i+Xl/F2t8XPnmntlmQKvz9It7X6XNT/Lz+
9y93adbLpsT56z12EYHDoHe0uvKBEERqc3S85tHWp/qmyUFFlEOw1hVcNDd3zQHHMNwtfnxC9TA5
EUQE5bgz6xyqun3IqfellUB5eSappzOMw9I4kKqYytbJhKRX68UMyz4pQU3Ded8Xz61a74v+6/Ud
nIPV+R2DKQSDTLpj4ALE0n1cGvQAdUwhO+a8xJk8vPRJfTeNcXXMuzp01bH/ptXjcBeHw/frti+9
AyV3qFqYj7eg/xbhVb2vDVJls52Qzriele3qNbT+HPDF1encXaQCQKjoUZz7tx+VZpKZM7GC0e4s
ydg4VnMXF+GXxhrdjmK1hdDjXyyKtyblaQIESzs3GWltGDCzDga9fI7sYtOs9cKXvhi356wIzmS3
LBroLDWNfoGfjRLhlAjdgO3gPNONlyN0nPqNt4YZuYyq1HBmIABRiAE+XcgHuzSqHLsESuhlzxO9
qvKlXXuBXj7e5mo+sY6hXh1GBPH9VKh5W9ijD/tf+MXyXBmO0u44+Ci3+tCFPneMlJYQ1Jto4dWH
6x/s8lCfmxaShqIZFGRzMa1aw82gMHFpMtL8Yfpj2Of5Ei2heKQkTT80SgCDp51szPhLkBX7Zq1t
cekcZ4sRr43KC/uo7lnMpIBMBJ4B18CH2hk2aJ189hWk7qp+U/fOSsC6dBHMzikRrEsA+cR7pOjr
WJ501uYljNhHhyr/7P1xkXveP6oH3LkQ2lxiE0u/k7rZRumY3bE3nB9Mlj410lgcyTv2151icUG/
jYk08J2jxeQqGAu0H4a8mwgTvr7ieJcv4fMViT18KzB4ImsY0aV7T9925n0EL3CWavtKva2V3VR8
V6V/ri9s0dtPFiZ4YRBNzqh42HRCNdtWSfRgdKPOwziXdkzwrU0PrO2jEIBT2csGK0faQ9ZeAu+5
7MDrrMxDrJmYb5mTtDJwomCy/JBPZX8jI6PpubH8ldT1kgB9/lQziTRIixmYOP+IEyNMLxl6b7AO
w3mQUP0rH3J907SbQTt6yY0RfrJQ0/PlDRrQpfGkJ4xibNRm5Ul7iaMRfsX8cU9+hZNpBTPo/IoB
TTVtowbDRoUtN/4aDE8pKq69tzVRvOvWwvOi05ysXkh6gwpRl6LG7hh9VE0kM44wTG8Z9r/um4sH
AjOItdOrZ2xK2OV6amE38LAj6dTpdNahmJBWeXQnPIC7wQx3kZUtiua3UCBeN36ZcwHJB40BisW2
uYaEVx1DfcaoqNiOS/uWWbVtQumrH7R3M7du/HbNoeZL8zwzOTWniyjbwbLLfFSR+UnI76wfxaBs
fW+j1x8KhgmrrNoG+T7N+ps+2F5f59K3/L1Odvvch8xQrkfVx3CGmlGpmTd+WO0tFcwk9IjXTS3e
6jrSErwuyS8vbvWkrYc2C7Fl047ZdNq0sdsJtvxkOyL4ZhTDbv73Va09xkpy5LcC513hEFo8M6e/
Qbje6dk1WdLzGyQr8j5Rou3vUjPjUTXlnZvJEFf0kj8d4KAab4tQrZ7SoTo0vL9WiPv+n80Ah/6/
TSrxcaqgKkRhhB8im8Awmm3XHiPru9TsY2PvI1nP2HLPJlFsG9bC12WijbNpVFxh1JtxOsI3L7Uo
hO8oJ0T646MmlUCe11TDF90KsLjBe1KfaRfP3UodHSeFKZptDt/hsou1f515+Pwv8gzmIND1AApP
C1O4TiJp0KS8qOY8w7htzfwYtAxljN9W/HZpvxi2IAhZNPAvdAOspAgVO5pTwo4QO3j258xCIdxo
YIHx2kR99aD0iZrUA8vYfxuK/J+6tl5K3YP0JdVevUbXVqLTYmiE/JAJEOpmVB+EENwlEhdTRWs4
rtOdp3kfwDEdm6lEDg2ZJi980dt0Zwzpzk9WMoZfZTkxVPFIoyA8S9MAXRM+bQzPuAZ1lBsXz5U5
HMJK/5aM8SZtPkxKs1X84AdiDnMdt6OP1xVvTcQt1FfqTW3EJGrqxnTern+h+dCKP4nvYlPXNfmv
CGMfrbosmxGHDgeEVbqXVBsPMB1sPG94zBlz9eI1sool/z61KORNBVoO4zhhsYimEkkwfVvLyVtI
3cRY7ZrPG3ptdYKXK1IzDWqPrZhs2unDjVV8LvqVG2jpvjtd0HwGTnKJypCCWnEwMhKCo6jchD6c
UbdewONnd/1rLT1KTk0JDpQnTRvAbBi7Nfi7OtuhJWaF717sb1WkpEa/3RTtSthfNgmTPChZopEm
3OZRX4QxAtgEW6/EUuRWsXozOvKmNZ1Hz4SeK32KpWmF0Xspbsz69IxfQtEAcd35nkppZYyBQhDU
dCC3lv0Y+ms50tJnm9fDCMJcgxIRFXkhh3AZN1zfpjUWz+nY9QD7CBjGNkwKyCL8BkXOGmGglct8
ySmRhYF4nQo+L3UhAFVFyk0qdygBjE+xtm9Q/+n/5hKB04srxNF1WkPCV5Oboc9Co0f7sP0qTY9+
8Bo6r6a9v+6OiyuBbUalK2hzLQq34WQNY8JNgm/Y4ce27T5HFVMp/bTi9YsXPkgUC9YXatEXEG3G
jzxfHkZSPOfBCHZmfNdn+7E6VO2zbOxyZafxRjDvle7TX6zvxK4QqoJBaYM+mObwke2dOLrRyg95
Kq3s4lIIPl2d4OuRH05+OosSBZZeuJVm/ZiNHp1Qz1y1yKx9WLTKtsyyFcjFsl1APjT3IJIQT7bR
Z6VW0+uHuyd1w9S+6yxzO07Skydlm0yR9qb58/p+Lp1qDvP/WRQBaF6Thp3GYJmr5b5rR49Ou4aN
XLzdT00ILsnjRi9NHxO27TGAzMnaBf6z338pTJf2kopwmdesHOilEPkLTK/QTmY4XThsnlEY9RQZ
uElHK9l4gyjQHeJ+q4FqCqvhttHTe7kfb65v5opVcTNBaQwxU0ysdHiaCgj6n9XgcyU91/qxKt1y
DbG1dNZPFinWLh3NaWNw5SDqIsZ47gKNOcPgL07CqQ3hvCHdl5u+ig09rtFH3Bh6sFGpaFfjdmyQ
nVsxt7Yk4eCNqR2PpYw5K/iagO3Oht2qlseva0RIQUwcfu7+z3gdsS2gxX5T1tyhbgsdcLhX1M5/
Q+DP/B4C3N07uZJ9HHI7frSGpprcsfKlJ7q7tMX62O/vgzJJ7hrDhqb5uvcsrH2muVXR9IPTlGrx
+QVrZ8xlNrxeKcDceP5tbQ0bu1sd+567quLi59c5D1ZuckeEzqM3WeVaR42s70vjXrJL9dlPjbtk
6HmyVc5h7NR+S/ryMMCWvAmifFpZ5kLEmYkpGARjwJzZVyEcmDlPH3iQWabGzBakU1wW1zdyKeJg
AtkyhssNwHHCde5PpdcYPjlZbt45zXGod3buJtabHshM8RyGnsfwSqd56ePRY4RtcCYPvmDNS0wt
bfR8zjil+8Q8SOSdDKFeX9dCeDFPbZjnDlIpMoilJiNWl1sIKQZ/O6UPXvgKGSWj+u1fpBJQudOC
ZLRkzjSFXazr0TdbjfdoqNzqwW0xvNvhSk65uGugWnn64fmMlZ2vKC31MAgmTNgKLv+9Tx/GZuVx
CQ3TgsfPefJMfUwfWCS/aKKhGmMYyJnSCcvXWQbymyHH3WfEYgoIAD31Pakz539Iu7ImOXVm+YuI
ACQk9ErvPfs+9gsxPj4GxC52fv1NHPEdd2uIJjz3eWK60FYqVVVmHvxIGrc8k/VRpla6kQCF7P3c
DA+BVPU32vvmRylzf29awbiVhhPgVcFyssvbwN+Cbbs5mmxsqTfybPwWD+A1Y0GfRF7bU7MAvair
1ukgm5s6Ssz1ULFiFVWNfVMN3LhTpd/X0MQZxl1plcGHLa3khqVN8eAXVX9NZVTfJ4Zq8NoMC/Db
xakACVFTBevAtH+4YwyK6oxWvg01uKJ+bpoo2tC6jW4drpxqHTkRaJgKVEgB4Q85GAFHSNe81gwU
Ppi47rEtxuBgOaW1ET4CHa9pXLoPiz4vkHIu1XVEyPRlvjy0UO9Y22WTQTGYhqBIFXm3LZmjtmbW
iXTXBGWzR5axOzA/jYKVOYbkJUhG99ixqgezQ5+RaOPTZCg8mpr02i5Mfx90AvxRRWVWlddgErcd
JLnWDvq0gP9jqbFvmyQCVNdpxVayNtqlo2DvaR2mR2QfjWcZp+330Xf9u6ro6MawQtKgX5+SxItQ
DaVryLBS9BWasfVGRlugrN2zqyRtrI8mUfa/NI/M+44ncpMrK0LADMhBsjayPHlLY9aVYHHOk5+Z
7/RHCTr7V2m17SHPrHGluiG9wb83N6HrovE84eTGNwYLhRUSHtzeljd25JRrlY9R4ZVI976J0mYP
XRYICeFjRQoAcNyk2/ppECQ7AMntQ25X9UMsSbkFKk3UK0nIcETDV/edt6GJWq9CstiFtvGuAzhO
eRQ8tvcuoBm3iV/KApzvkw+HksVTEKfZY56NLF/LIiwOTV6W3wLKQuGVluo+aCvROJpYw+gc7TCp
3yX6I7dyTIqj35jkOWsK4h8g+hqBD9AeH6BxlG3TeHBWhm/wB4eX/qG2KsfctdQnwaZsSt/yWIa8
64rKeGh3SVX1D0nRDq3XJ8K/7hwjBdLIaPZ+VBiWx/sy/wGgTvhMMC+hV4Kb9imwnCpbZ7xNnnNJ
+ycbhGrfRQHu2CARZu3JQmbPGWnLDydBRgE4IgY4SBiH5VveJeLBF0HFvKwgBEznNL1yuz7YjA0w
3kledc92OdjKCwyV/+rbrt9YKCg+2ywCoCVxUSzyUjsH93MaifCJxD4kvyIn7LwAwfmzPdjGNvcb
Enpmbibo+ff77pWooDv4SaqEl3WMXXWF7d8GpMYBzk2nxylCM2OYFu1V18XmtwGdT54dlxSf7rh+
Cg7enN+mCg9sEOY4/aH0IwOug6l4gI7fqI5UGfH9IMcm9yAxUx5Kl8XbzKmRL3PGUCH74PTAcsj4
J/q6upeCi+aQuolAYRtJwLsMb7QMCKVwXahcfQSuH97CGzZrQ6XDD57a5Xak4G4ibdaHXsUL0HCM
wxBcRW2E0FUMzN+VVKZPPdz11pSV3XowFBxyUZRbNHrEN7TI5aPhD+GehcTBcYjBieCysN4EBDz6
yTC2WzDBxd9SURkeHcJmA84KvgflBPjjWOC0a6UGjqSfZaMnBLSpwZYOHEKQtOw2kczoJm9jp9sV
jCmxclPqjB5gxJXwOrDN1Ws7rJIQjzKF6rBTgJjVa0EltgHAvyYrHvB4w6w4eXYhFo++tqo3IBRP
HTWsgLcZi5Uwq/gXyOGBpezzsn4tc+FvBqKKb5z69b4Nk3gLHobqGwmMel9CIXmljKbeKK6KNZkm
PcyM8Y1ajfmro7HrcR7nD2gM4NdBLaoriGOMBwsbEQziRrgkbTFXCgAz4J9bTosew8gYIN/lSzAp
PI7R1kQtwuLfbPFmop48spVRePGwpUuCIrPR3NQuOFEJIJmsmVXogcqtqZZsVLsSHPCJWmqsnI16
TixMX3CSywuawg5ATYGibjN8L6yfE7W+MCFzQZAQiv4RSXJP6yXQ92wISU0AsQVy5Wggm17qJ1bL
isumNxA0xFPrY3Rw2m2TRh7UiKJw30dvPv0py4W3+FyggqweR6cicioIuc5tRlUIwuKpfJ37t1Hk
dWxbF7uuuvGXHnVzYdepIW1KoeM0iHaqKhvquVHvJDg0SyKDc/vi1MT0CSfzJ0tfhdG0aiM/9KkD
nmPy96VxhgQXXnLo8ZrIjs8t5Ghko/ZUfxPdVTfsuNgIZ6EmPQXU+lsJzPgAkYL0gH1q47aqtDKt
dirZju515ybHOoqhNRlBPdZeX47t55bkxJTek6E4r4o0wWh898ml99BJtJZaez8j2cEbempDe3kR
RHmZCGEDPIQr8M4hRARR5miuua/AsmJc2+gsDFsGvQpAA4lYIaryzMzyYtnvB2jy9Xix1eZ3jiaB
y6NfmGi9fcjlcelXUyeFCjaCvHYNMgvHYKkZam5PQlgAcD20Aluf9L9Zm1QgesDL01a/YvUcqpcv
jGLKvIIkAMTzuvoVoqDKHyq8ZlKxKUuvBsoEJI9uttRBObtX4CLQ/e8CcKzL4nS2RPIixvOW+Efb
+Ldswdi0UGJYMqF5CBMi0xBlh4nGfRJtBIjE2lwSSVyyMf39xEXksWpd6uLJ7Oa/yngT53d98fiV
FfkzU59ezCDxKToMo0C4Vjpvbv7dT1edWqofzO6skxXRnsqRZYcBc2Ang+YLeZHtQl54aaq028go
8UDyKaaqTDclBAYr59X6a0r+yTucjEHzpzK2wSRXYAx1dZTNmxJPsf9weTkWpun3pXuy4sLP0A2u
YMKm72ECuQ31hTthknpAZyrydQjBzrfUYDbxYKaoUaXWMYJ4IG5s869FWqZ5QtgGGB5YXIVepjdd
wy5FjVM+pGhm6e5d46FxbgI0sLMFrzgXD5xa0g5hibg5zABQWg3mjob7QLkeZQ8g/s3/vgt2GhOD
Yt/E5IqUz/m82Vbhl5mEpdZau/R2pNu2+8raAxOFPnzkXtFnfm5C9ZArsnwU2uvixhG5V6dfOet/
DDjaGJKszpkbTt69fcm6LQuvcn/HlmBLsycRHVQASKP3GtN1PgxuRllZNVMOju+6YGuUsSeXLuq5
2xA8o8BhoAwEbl0tDsyLEXDYDrW1EJDyNNjGbPDA0mXJzeXjOFfEY6eGtA0GYWZF03oyVNXFNZJK
8TFDUmPD66q6B+LTX6kWhLEtY99706rWbHS2CYvICuzCSxH33GbHvfx7H6J6bGvBSVKTMR9tHF0e
b027B5z+MTCvagiJ9dZC1nHODZ2a0moaWWGXyKvA1NTQG5GHDpIcl2d23gLIqyY0GBBumh8iCejJ
5ZQ6ratdkd+SduEwze4QZPD/9/vafSAysHSpHr9fZj9lI9dBhmyJ4BsSLVFJ/6a30WNgPO0AOkLo
iJ5/bTNiI6KmBQ6zldsyyNM5ePwYWycAsyJyVvXI0erFPTuAGk2cX6Nh+XZA7m+sGmTGWk+CAJiA
hyjqxL6xbhtfIPG1MBdz78PTD9Q2MdBpzdhMc9EYby67D9kxDTdhDl3QY1nsyVLzxezUn8yH5gCQ
c3QE6IBQWURBrIpqjxUDoIX7AAmiy5toztWcDkwLXjIhAR0ZMDCJhknyUhu3prngAWb36US2jr4E
1C30fdoZmQNGCDRcSPs6jC2E30vV39lj/ceCDr+PskTk6OlAnwCUCpLqueLbLHlPqmsjXWrHXhiM
0I61L5jqShuDCaNin8voGipa+68syX/zpb/QK2IPvfQxGsGaXU465NUyL+HJwrIsTZq2pcs2VtTy
sfIDIMQgxeAZyLXiNW2fOpms/39D0vbzUIBHETReuDZrumb5S8qA7XYX5m3+jP6ZN80f+qYVcVFh
3gK5N9EEqqqbobspGQIoqPZYO0G2l0c1f7UJgMlBeg72Bb3bupBD3FHa4DqJrqP06Pd3CXqPbesN
IqINiHyoR60VKsEeXopfObdTZxZy7wTwPW1Gs36MkZ+G6bA6Zk24MpHoD5cUVKYf+eSWT4xoM9rS
bDDYdHKFu5N8p9IKLfkLpbPZA3ViQ7tlyiwandGBjR58M9lEatAsbL4lC1pQGHRFERkGLGAuPd/I
V+1SU+3szkPhD/Au/lt04Txey6ELw/IUXVeZK58lXKqXplBrA5MrW3FQIIHpZnhE5eQD3V+HL+zB
SUsSaFqItgNPe267jLtKunWPAqoTPKQuAbjnuatK5LKL67biq6w3H1T/Y6xf0Re/ocZfE3bipQJq
XQSqE2qYf8oTGFAOUhbGnkorBoc0H8w9bQ0H2vRFfO26ufVyecRzmxJTDelcABxM9GOfD7iPOmui
QsWmDD0rBpt8djcGw8LxmnOOp0a0axG2+6igMBKSfyKOgs4+cQo8JZ+r5vXycKZf0s/YqSXtjPV9
OQRtg/C46MH8B8pHAIxWNopEpP522dLSxGknDTcJS1CIQbwoPoJgz+MnzjeXTcwdhAkBD65IcITg
BXO+NrZdllXUobUs8z94BMUc1J8LVCRNrxMfxNiWwY/LBufH9J9BvRnKTRp0E1cwaOdkw3r0K0CI
N0UR9LKZ+UX6Y8Y+H1eRO5ays2mR4i3LNpSus+SJ0C84qpPZ0x/9DmTgwdUOK0S9p3LXFguZ5jlH
ePr7099PMiMcQPUe0kV4kvSQRIPcq1y6lWbXf7oNwU0ByKv+PG5llYASzkKfMn9S9bCS/asyKYqJ
qIMeogFloiWw8OxBRb8rIA2A4ANhez6moM45clawKKzryAceRW6zoPO6xkLcvL28C2bn78SWtgts
UGg7jsL8hYCAGgw98wu+4DPz4uRMTyxo76DMHTKqelgo0ZEpj4V6yoNHRVdZuWtQIEbsLI9WsAW/
NXBdqyxbeFHOBjTc+U2Vjh6WTwGN36XManzsQCO0OumlvB1eaGSg4KykmwMc7Wco/fXlY8JZescA
gspXUw/CjQV8H5hpaaAW5nz2gAOuAaQCiG4+EV9zO+jKyif4ovZJ2puqO9ZiwWktmZgO/8mxIKkY
yiih6GaW/DZuwKeWydtMLXH8zp6Nk5Fojh7et3WjEWaqNqmvHN7lCEaso+wjtq4ceXRFAuFwGVzR
Ml965c2ekhPbml/u6iZy2mKyTXJwK21V/JSHO/DiAP7yhTPyx5JOZCtl1bqBgqWwdjxFTa9e0mRf
WC79xHOSc65yWEgowtFia6Phh6YLpYnZo34yDO2oi94q0L6Cbddar9yFjafL0zS7IC4BaxPwUege
nAZ5sucyKSF6U6IWFSE7ZDqgyl7L5Mbw71EEu2zpd3FcDzAQ2eKdAMcC2IE2lDixZEImIAfoATyf
XLXtr8QHBeKtATmoOt90ZM/Tb4N/Uzj3KMldtj43TsSGQD5RiOEAbnE+Tp8ZmYQMLuZRVh8qRG95
/x3NZXe980ziauEgz50woE+BaQI2gX7SdctzPJPcqdHPpib4fq5S+aMnrufkqzC7auN1Vf97eXSz
BkH9AkAH+DkdnfnHgPynXfg10jRufjVU3yqwVbj9beh2EK4Pnsd0WEMeemFK5/Y/LlEXYuqT7rRe
kuZ49vHMAowkpmCwg3RDezUs8kDNGgH1F9ot0MMM2uHzdRNu3yC1iLe0otW28sdDGZq7KmALKzbb
UALyZIggAZSHPKZ2favOnmj/ptdDlNwM6m4EX2yoqluwqm3Q67oNy/Ae0qWPg6xWIvm4vHxzhxxw
ZfBPAQzkIil8PkgmxoyVAkF+Cf1Do79u85+XDczOIhhwUYxAJRh51HMDsU3L3iS4Trk/7qbKXWGY
2yBwF3bEdEF9OuEnZrQLzCRQHuVTXALtXa+x0aWbbhv5RL8AfJ4UyP8bjnaYrdwCFy36QFc+YroI
fThx+lFawO8t1aRmz9WJIe2lErk+awoQ6KxyG/Ty4oOijTN5quldw9dZHu0r9wslPRdtXAzOA2V1
nUqv6BphqhLJ+iA+DuO7yfaW+kJ1FVrEKNkjwHJs/doyCJh0pIGEjZByxXuQVOCKXEqEzu3oUyOa
r2fxCC6iDEZS5t6brHkQ2ePlLb1kQXMMhGRpDgk5nBlI51j9nZMsLMVsDIranTMh2CBHr9fwYnOI
gk7hVFbum5kDK3Q12E9G8yLDB5AuhzfGDZJp41deeCdW9ZdLiNgzcaYHfxePaI95rRX3Cne9yIo/
bV39rJ7a0RxeoMyuB0VUvLJKlu0ie3ho+zc1ins2/pMCz+fx+MflFZtzQqcW9T2RxSSPcxym2AEw
YZIYaB7jv5YuxMPl1Ii2LVK7sgPlY1it2IFF1oMYLzhIyRIl5ZynOzUz7c6TsCnnVUd6DjMFXmBJ
P3gp+1F3+8JcAFrMduadGtI8Nx2shNsTNg8Sratg+Bh9LNiNXzxCbg+CTSChd2wEVF8o6QHmCwI+
JJWBFNczAEIGsrKn6zBpzWOd8dt2kdx/Wm5tA8KEmAg3QUX1STvFd/KuR/89TPDytpyeycXoRWHj
pZIAKVMiWXPkJFt3znsfvNvFEpPCzBKioshcBgQLIKo6iQNrGyuNbFwiJhiBunwn0aVhfneWCLJn
dv2ZGe1OBPg3oDGHmbpGE3jd39W0/FVn5vry4Zo5zmdmtCuxbsayjSYsZVLJGyixAJbtxQ89Fzcq
9z30oixc9TM3I8c7GFU0IG8/19KkZZilrHDVS1a+UjvfhM2v0AfuvHvClkJP8Q8RdbsvjPHEpnYb
G9TonLK2J5e1VuOTih88j0B1W9YLJfPZNcM7AXEtAyuhTg5YVCoNoslQN4Cp0w237ZgeyzFY4BFZ
MqONh/Qq4J0JM329K9m9rLZJuL88ZdOyfzpk0LfD0wdSj4iYzv1U7ZfQGEPz/Krt0KsfbYRCFgcg
ndSrv1CjgXwVekRAyzwxUWoXigA5MIIymOrDbt2wPYFodrKUP5idMjSK4Ncg7wsKp/PxVCkBTMJx
kYUBlA7sHQN6NJ1g4eafO0uWiVZbhOKYNh2aGAS9bQSNARSotHZ+iFS4pCCto8NatAKglx6JxChf
WKm5kVmACII8EaHfJ0id7FgIzAz4L8MaEktCpeWai7bbRmRcGN6c4zu1pHmkceQMwAQMLxQUCGV6
nbXiEIB7EDfN4fL2mxuUjXo7GjfBNvLpIQyqEz8RMZKiRQ9RWBNscpJtBiUW8slzu9xmeIdOulV4
xWm7vOSNSPIImRgRZ1DA2EE/MnSvGPcGub08oLm5O7Wk3fuQnBuB8MaAMmMLZg+P8R+t2LTk6bKZ
meAWnKF/BjTN60l4YRm2GeCvMOOMd7wTuzwvFhz4/Egmss5JzPwTx36SJpD/IkgspdmvARBx8cab
Tbck2zW7AUAX9T8rmouLYouU4ZQ1bYr7vDkMoCTpF26FORNgskFiB+jmieb8fK6iNBVNN4Hf6+G2
d14NUNSa1cJkLdnQ3I7qO4W7DjZcuqXBe2eBwWxJS27O66B2KkCoD40t4PjPx9EndgwqMdwGQC/+
KNLwuiVQPSJym4CB1CldzwV/rHd5n83d4hOeYMqLoRlcj4GcXMmuDjCuqC0Asr2VcNhlmnsg4l2x
YgMEJvRvL5ucO6unJrXlags7CQoTZ7VM+S36PlZ2l/7TFtYmFe625emCW10aobZyVKEzzWeY1SEv
8lVN+w+/MKpD0lbveWt+M0WQb/xI3KboB1uY3PkF/TO52t6HWF/cJwUmd+RWDzUuJK5AydKuof3w
0ef+NzO3biACsNDGMHeukXMErTHygLgptWsYciz2UBiTL+yu8GwgfeyN0Ur5vy4v41zCDH1UkNAB
LAVAcL3vgwLI2APdDv9hsxszZqshYWsoau5KQ16l8bfaTQ8OcIhOMOwDp/nnsvnZXTQlspBBBaWB
zgbM2rZVoEJG8J7/U8cpNk60tYMWV9pHasiFhZyd0hNjmtMnjhn5YAVDUgbcegV7jcf4ICpIuBhf
iarxc/8NS/MBDpB4kikMawgBqDbdK55xxIXQuO7zO1mbaxXWnjsutsYujXD6+8l9k+GTQJMHu6Es
9naiVtJpPAeoDnBl3fTDsEK73H3Qgg5Gmnu/qZ/Sgt3xqKshA53syrjxrEWmytklZibIgyYUO6iY
zr8JaNpEdc10fJC5TsKtAG86XYPqwFsiiZs9qCeWtNF3XIEFI8Toaf+dEi9N9gmKIZZc+0EG5Y+F
rTt7l5xY0zxSPoCBgEzjisBgYg7vPvKkFkQILx+QJSua8wm72DGcZNpJDvpRN0B+eojGFozMOteT
oUx/P9k2pHaa0BqmJWrqdyLq67Bh69Z/BRpuQ1m0icKPDL26l0c2V5ue1Eb+tzF0JQXZhrIsJqu9
k2xJFB3AWLmy2mzT8nqP6BnlFbkGKcZj25JtaBQbN/gwjeA+CQ+Xv2RhjnWJ4Lo0mA+035SGttc0
tMGNGe0KY0lmZy4YhKoDHgYgDARjsubReVIVjojx5gm4AyV5tgdgffeVkfwxYZ8vJDqeI1Dfw8NV
bXCUPEQzafjqj+OCmVk3czIScm4mJ3Xu1gNGQofgoKrixmofrcxFGwhb2JlzxUb0wEF+kwKCgS4g
bdKoqCuDhAJRITjpoOg2OpBa9xzyyul7P24b/87pvIy2IH/YVEuI00Xr2nyGCFUrqjBQG7mlnD6w
8Bi6q664Asdv0vwAIhvnETTsrY02q25zeTFn3dnJ0LVZrnhXNmp6I+cRGMrkamS7IGrWQfqSCYiH
ry5bm8tQns20djsGQViEKV55q3C8ddpNgTZXp92NkUJc9UiMx8Re93KhKj67kaYOx+lAkE/YRkMk
nSly2Cz88JCpFiTs1SZzjV2DIV4e3+w1NBF6AeBPka3UNlI7OOng23gtOyFEMRGnGg3dJXhhjPQd
19aCS5kb2NSfLiCvAz4fvQw55AF1DJoj4Ce88lSc/KxL0a7sgEXeaDsvl8c2V+JAzdMEtAJa7jZk
Fc4PZJALtzIdmEOnGt1VcXFdV2W+duqgP4AQie0aRv6po7LyerfJ16QHh3/hj08pK5Y44eecKZw6
2gMovuYTH6yd1qRHlJWsZCKOtClXtOQ3yeIra2a7ovI1PUchTTDpaWt3Vi2D1nZJiyRi9OhmH0X7
kIOtd4BIDkN1flMZkOTiC3vo86rCJlJjaI8lkGjRy6+Ga4dR7sOmTFdW9RS5ChzBh7xbortasjP9
/eQ+5nYjoSqJlPrAV3XzNGRbKGQr+nZ51yxZmU7MiZVCdqDTdzEaJ2m90AVoy3qiJirjz5ftfN4R
06xhe6LJ1RRc35xlFELpoJ5Gkzx17UNm3pVLvP2fD/e5Cc13hU4xCjGZ6PmPgB8stQ5ytDP8Gpeq
AJ/vcGBOTBtab7+VzPT2kxqEJcYw9Qr3xUOgxKPpNgs561kLUJihyLNN+ijaviaWDP3IR0K+Uata
vlHy1y53YvOEHCL48SYxFG3Vm7AYqv538p2/VGRL/NyL/bsMkKDLqz63u07taIGr3WfoweuQ+mLp
OkgSL+AgVEIxiC6MZ26+UHpC8QeJI7CmaX69qRG4FQyZKSXu7PzfpLOXLsaZzeXAryKc58iscF3+
WwEJkQ0ZwsPGKSCQ/WxC8TPk6UT+4qn8RohflMmHmjTbWD6YbbVHgeO5scnatBTYtHL4iHLpWTD7
TQxEqQQ+fxIJOz+7qoHKGaD8CFlZcuWPzZWKrB0pne2AvT+MS9XLOXPQEsHWRw4Q22Y64ieuIs/B
8dBxLKaqxuLbwH0QxaQjxEVXeZJAjF0OFgWvSQP9xgxiyYFHacu9sefdMYBIyEY0Y+J6QITmGSQa
3IlRS7bVi48k0r2Tt3RJpG3ue1EnYRCZpWiN0Lvh/LH1kUfG9Ax4T3h+bK6NsT+6UX7dG/XPLGqW
9sgE0z2vzxBIz0GB2KbYiii4nk/QAOncPnCnQNFQkEmozHVHmmtgu9Z8HNaqFEjjpMDddju0Mi6t
zvTjn4xjL1BwfkwMhZpxIHcqoxkR2vStWKvO3Bum2HITnbSOszUa8jJGHUIetNPaz20RLCSqZg7g
pB4PsbJJ0RNtSedDz+BrxtRHDOcEP7rQ9WxwWP21K0Ej1+/CA2gwABI9t5C0QV+S1kfW1t/Q8FBa
Vz0IkrL3y1ZmrqkzK9qR6rPQAv0iZrHlB9UDYlveCXdz2cbMg4LAyESVg3OEdJc2WZUao1FVqA5l
Tr+NATbwgkBYK15bw64WcQwlhi5eJzmIuHtZ97foNEPyxuqcY5U2D209DgtfNHdSsHUd8AJOCWu9
RkYiv6NoAAQ1qv0LlQQvdW9907hvRIdaRb9eGP7cTsUWBY8nXnQ2tsz5SpK2Qll7etIUlg+xlLS6
FiD62oRlXn5rIya3iBTu6mDktyC8vpGuwSEKES9s2N+TrJ8XLABkTi2cV/RonX+F77hh3/ogpOgL
1tWACKfEXAUspc+GAEVOHTcKJO99nIVX6OHCpotkjDKlBZD5gXOpnnsSg6iqNjj9cNuArMFnOza4
2tL4aJZDFm7iEb/kVTWrnnMRWevCLya2s6weNsHI0heb1c7EY2M9mzU1fpVZVe6ENOxXx/fLfVIP
6VqGdLwOI5qiEuL7oReAF+2+CVS/1Kj0+ZmJtUdghnAdcQ3TZQziHg9vu82SlWsD72Xz+8z5p0YZ
IbYU2DnJtl9qYpxJOcMiCAKmy2Sqy2vzL1tGu4bjtdIMG+E+kGCdNW8Zfw7bDwjeRcjBsBu6KN84
d75xGaAyC4p20GVqR69L7MGBjESy6kKQq1qTskt8xxRdaAaYiXtw50AOC/lsHHS9m7ZLwJcX9eiE
ThoBKrdDVHyX7jvj28tHae7cotkFutZs8ih6zqrLFWmA7UlW1O02dp8cmIjXYUW9hHwLerpwv83O
3Yk1+/zEjK3dSqlgrR5BIG7bm4Tfl/3CzM0bAS0+mpGnfhRtgeww7gMuoD3Yp90/Xc/6e5e3L7ms
84Uy8/wGhHQGynOozgJadD4ciRYe1U2v89zv0HP6oxrQWXM1Ci/oURnc2PzYAplaLNFET6G77neo
IDhs0DICglML7V1ac5+lmEVWv4zNU18cAwnyAS82Xky1t5beKjNZASAB0KY/SR8AfKPj5BsI+KXo
osMeqV+AW+/JyozXfrSpY4/Ld5KsAlhlt26xu7w35yKCU7ta6C9tUAp2LsbpVvUu4v2+G5ZwYXPb
f3ojYTJRt/qUS1V1V9sJiE4naHZRHcpuP5Tp1Decs3Eh+pjblqemtL0f5wG63hABr9wA6lMB27tO
4plp8oUDfWpGuxoDOZSjCmHGB6i46O/7+F2k+coffoZgz7y8QHMuH71EEO0R8PlU71Ofsv1V1tU4
aYBqiEchhSecB+U/NRCYZkuJfntuPzA4e6gdEdCY6f7eKo22VGQKetDHWVueKJ7sESu3McqHyn8F
FtygN03wMeSr1N2T+FdV3Ia8QOVm57ZXJv2pjNJLi6dk3GdsHWVLHDxzm+n0+7T9ysqKxE6AeACU
0dL02mGr+AOpftTRQuTxuydb9wC48cBeg9cqbiHN8RDlVlboYCaUHaKNa5cMqGZM5LFeHT+UbFiH
FvHiOtskOS7f5HtBQAe0Ssp/HHKM+9fMBeVovzLZQx8sePjZyPT007Rt3tgFQZkXk1CmV2CjwuRv
kBpSck3Es0y3TK7beJ9Dgy1I19nfQ7AI8JYwj34pcC3pb4iyRNIDmSiIBoPrHLlTz6erbkkyb879
nhqZbu6TR2xcFSIDwBABgPWtrj2n3vF0S8Lnztmn/p291CAxFwicmpt23Ym5shycIBpgjjly5TKP
ktseYDmx9Dqa27146ptQBkDmFxXeczvNYDjMyuFtSdwCcXhQ42MIYjpqfSRLrBszfgPX5e8+YnS3
Iad3bgrAWJlGFKYi+cQCBTgn+IjzuwBci2QFQNhlLzWzXmfWtPXqpB0kRg9r0EsZS3A+Ap8fhdRj
tpfS7+DZRcvLgmOc8fVnJrU1kwAiZ04Lk7YiG7Nu1l1+Yy5tjJkFOzOiuZuxk9JXUzAVdKlXJkcU
HDGtHpjW23IhpLJnVwznCZhZpPpQZDlfsTSTNKHDNIfJU9Qfuui2zghAemsn2NDsOZJ0FbY/q+xn
xK79cc+JWneUecTcuqAijw51sFV+sraaDZBVqz5pwLS5RUQRQx0vvOvE31+CqJb8+VxtauAfm8yO
8PsKPQoCzUuW2vHyR2e4G/7z8u6a4RWdlBb+2NKiMeUCozNOUYpf/siddWW8RUiHitqLw4M5bFS0
Lci1sDZ2fl+DnWnIVqX9KJz3JA13xdIVNOd+T74GItLnCwXlMr8zTXyNwDSjsBpABHblxKZXtQcQ
k3t+996ofuc491m67vovVBxgHrA5RvAyA+793DzIq0nVT6GpX9734tke0SKSH/tw4QKcPV9/zOhg
XmP0DVFFMJNV75Hq1kGxz8rsK4f4xIjmEB1qhD3amjCVxvcKvNhNtGFLRMFzvmnqy5pwFRwMVNq5
spq+S+KpLB2yH4l/GBMIRR4UB9lsfJXnb/3r5c06N2/A9ULuD0kjtDJry2PWJvp7gwHnbtgY7t5x
n8YvXMETdPh/JvSlKewOcu0FTKjyJgm+lWxjZAune34UUC0HvhXJJj3XBPr4sSZGh+tj3A/0zZTX
aglNNmsClRNmIk0IpKm2LmFrW2rkGEXbP6ELeoivUXW9vBZzlUfw8P2xoTmpwYHWBWRGsL/U+/id
IuderQznXzv63rQPCa5Fp0kXbM4PC+8cYKLwgtTThmVRNzRHI9XKUYcg+BUheUQ+Lg9r7qZAuek/
E9pt61ummyIVD5ZWf9MZewThzlpmt6PY2NXC+3tpNNoiiSFIQtrAlIDsemDtu+g72qMvD2f6DS3S
xiL9GY62SHEzdJVlwkYZDV6UeJS/Dm7qCeuKLBWIppm5ZEo7nBYvlW8VMNXl/1jGMal+FT0eirvL
A5p7zSNfZtlTfzSCZP3RNsoOSijQfloNiO7QMwnJFsvzm/aKl2zl2wovueKWu2Q3OP5NyIOHsFxA
nM45vdMv0LZIgS5YkDHgC4h7aId/WftsE5SojyDhyd1tZC6NeHLU2sQCWebYICUDnBvspeeXUivG
sO8sB3lCBRmV0EuiF55vEv/Y09HrxRtBCrnG2/Hv7w/gD9A1Dww+FH50YG2s6tIHjehvN+W667Te
tf3m8mLOzCSANZOOFBStBEgUzkdWpLzoywiCZKyMVrW7ZeYuJB6qb54TrRFoyaWU18wePTX426ed
PEaYDX2JovexdFR6iSzQS3wYm2tJFmpRM0f7zI5297YmwOg0/T/OrmxHblxZfpEA7aJeVaql973d
7RfBY0+L2ldSy9ffoC/OdBWbKMIGBgcHMNBZSSWTZGZkRIhiCcTXSYAC9hwNf3HAnxiRnqpBy7y6
xrV0QzEMFSYbJ/w26TiZFfkD9AEoQwp4CSJB/PvRghW+sVZO4ZcbtEWvh4ZBvSq/Gqds24j5TZ5r
1k2RfU/MSekKjDjQ5zARc6X9q+iyKLOtqDS20D0nWEvdVKjOmhR+vcdwE6hhzfbjPv8BJGbk9oe5
iD37oWAf52P9a0i4aN4h8eBqiUeIL7lmmolfswCaFMHQoXoBEUMe1c3uvJGv8Q0j6INDhBo9cXA/
nH4ub63QAZ1T9F/RjXZZ3BkZXqePgXFx3s7XjQs7DmBkaPbiuiS/p/I1bcw2gx3L+ijAXAsxs+6b
Dck/DvamYNpQT3Nj/hqHpwalT1WaU2NBDhiOJdu+PvDwchjfIWallWlTXGuOLYEp/HQJgRdpp3qE
pdX1HdyakyTbBWOS3lhOnu+yEHIYbdU3v1zqp4/UInTvs7B4Pr++SnehoyukK1DRkJs0SR/2TmVm
gHt2NwMgx6X9QIL32Yu7XrPjlF/yyJKIqKMNXnm52dcBLBVTG4e4wXU+ZL5moDwPdPrG3Qd31Fx7
lDF6ZFFKKcRNMAXuwCJIuJtpu9oBAK13SfsXXVZ8SfTX0NvEaw4H56lr7kxr6OnCkBlsMn/jWUPE
OdjZzKhnH4n7aGbPc3gLXPzffLv/zLpSAEFZN0/9WvhngXsIDF/GvR9u63BrTpqyhjKlfDooAx6s
tAftQANLhrv1yptpvbeWt/POqLfDkQ3pkLEMow0YpYBSC16KZluhIzSuA6TmMuBiX3geGcsF1/EE
6DyTrjxmFph8seAZt9fYALBwnr8nq47jTmdFFOyPYj8J68prRYBkzhXNnxj0zAudLqgy2pEmQdJE
UJd0pWhv+6pJ1hA2Oi+q1zwigJyCHICi2nX+SylTxpEh6XwpwnpMLLGRZ9TUXeNn2t2Eznbto06n
GqVIGb4FqhUnsC0AW2XQlZGwMlyDFBfDaevVdzyLx+CJN7fALRRNHFR/HuVQ7wGE1kPHAA0DaQVz
6qScFBmKJfl1YN2X3lv157cctGOOTEhrl4FzM58WFP2L+n6073v+0jWbdbmz2Z8fY+j7ICHhhEbb
Wh7u7Bj6HgEHzIQk96X5lHcbQjYujpl8OZwPB9XGPTElLRuAZyRofSwbKT9G482HCPamaZdoYDdW
92rlN2nCNC8GRayfmJSWsTRcF0S98A4V6sl6W819H17Xuvax+CunzyHRO/tcQymt86UY1oXAsdD6
tfAf0L1LwseOPpbZIbE1saf0CNRnolQj2jJyHmLTQKH5h9Yxao8cWIxsgIjhtcM0X0uRiSA08GlH
ykTFxG2nGGEnXe9sL07aZ67DXIk/IS8bFg17CH0QgI+keKhHQhs7ASA9sQHFND8cXeVMbQDEZuBt
Q31Ofsw5BO/iYMVwL9TCIClvP61eoxn1V5pAwUw0uwFplOGFBbW8CU6LffqraR99zMKc3zWq7y0q
cv8zIJ12dLTsea0rFJiqBxOZ2i7ugvKR6rSAVZ/72IwUVn3ecZzb8IMOF2v9GnRRnmgiSnEcCIWp
/zyRIoqmQ0rnAp6Q5tXI3kMIqUNqs1iKqNRxESq/CuS4CXGE9IesyE0Kd7IGEy17L7t2x3YzVJ3m
s+gsSM4UuLo1jQCqQN3IQQWk1WnFKT/IkQvi349uAv3Yoi0QAvxl0JfMfXYWEPlOmi+itAFMjxjh
Qh9BLlylyVp3xQzgVTPfGUZMmmun+jgfvqqTGa3j/0yI8D5yo+zToXBbmGiXW0iqsjB2AZtsbzoD
UskdJFl100SqXGwTYG3RDkVdXC7IAtMGrSAHPQa67Dp/iG1oDpdLbPjXyM8dmG7P+6cM6iNzkn8j
xDvAMANzpL+erEMWvAZOvPSHVoclVn+rT7+kZDlxAvqhFYbY/N3P9x0qs67mGaT0Bb1+MYglwCfS
MUa6sMKoCHp8Tvs8tS8ZvXBTIF6f8vwv7hz2pyFZnLBjE6uqDonfXA68esYdvmw3HAhMXzOCoFy0
I0NS8SG1CfC7gLZufPrNKJsIU5jQA9SEgDJDhyj/g4MFsydyxJmAyudgd0CIO5GLrlZPYpNhQldz
m1ZmnCMzUqRZY55bNIUZ23wwjLfOiM9HsvJ6BuAzPrFgP8fV9nSrNrmf14nAHnUrVOEMekXyInYy
+2DR6cqcbue6BjzNrruoDgdNU0C1hg4uAYKBVPwn2R7BzOysNUJvJndNUUZefpgM4F4vzvuoigcA
ncQZhOogkQkH6ciddSCIh8ba28m/fLlbAl0NVIFhRBnm04jMLwjefQbmDRhh7QYYtdgmN0nw7gb7
0NtYAEzUj3m4H3QKi6rwOLYqh/riABUhrA71VQYdzvbPh9LgVoCwQKSDUE6uXfQ2X9u1RXiMs+Gz
jRvkw97B4Ga36YLCBzUoM8NKE5PK7/VpUy5cACAxFETY7JofVQCR6nfGdudDQh32RzakhesmDgqv
FTYs/4IOVjT1HsBV9+V4v6JiOSRxY2xNe3vequpYdPD6BvEfpjCAFD7da7OzWug/wGgyQnklAlQ4
56DnMzroy4xk7022HbdDm90YY4LC4lJZ+/M/QJXrhXqDoPTBU0LGlpelQRxW4ge4uFiUzrbDpkvC
MjLKV7vWXDOUm1t0ilBmRqnZFF/56A5gVg7jYcjwOu+zeM3rLQSvuwjixLg1ebpJUGXIHBmT0uTa
1GUyd+j5me394sbj9FIQTcgo1y4UuoMADAs+sVN/jJQGZV1OiJiuBjWHEQXkB56ZALliYo96muNF
GSqf1mTFq87vRoDM4NCSuU+UvK/9WxquD1VtXpk1wcmJ0RRXh+JVZpMjo/api2XaGXZqwcUKyFBx
heJ/UZPElByGojHagruaXCmsqha66RRuufmHsxrROkWOF4X1i6cbo1B/rk9Lki9o38x0EBHBTMzq
DJEfbpzsgXP0997/YlNhgB2NDg+HqPzehJRb6oz+jDoA4EHBeAule06egSDniU4hVhXmv/HjaKVb
gpHt9AP5BVkyp8IHWsEIULTTtmN4G9qv5x1S7VzQ/wj9YYxloLx2aqUxvRr0mgveUcGP3PmYgQPu
krvB1zyiVV8IY2oYMMCgE0gBpRTMBjalPcW6pcY1Sy9M+7acruzmgfmaPrnybD62JMWCCSAFo6P4
Qla7X/vwKh+BK3NqB8RKLYstjjGNptvbGNmYh+FX6739xYLCQ6BsUJX4IunMerKuYygWFKy2oeHG
abcdkTnSj/N2lOFxZEe8ko5SLjGMEv1kEytKrnLvys13xqA5m1V5yf004UhNhWL2IYKcwZWZf1tC
FHXnQw6a3tT5WNCfspdbU6eVqoxGQGw84Id8tPmkMAnIYk9WAqcq9LrcZeNbHxS0+3amuWkrwxGF
XQJgJlAOnmSnWjJm5x6CpFgPaMK22bMxbYf2ztPVDZUOiUcq/MGlSs6BJUuHJs1tRGNpXPj9Bwn5
z7AEu17faXaYzpIU932ZZEvSw9JkP4AFzq2+OUIwLC225+PuN95NrulB8/c/l6SLDV7CQLwmFlzq
yM3Km8jx+w2v85d2cB/7gl1nZgv+0me7fa0zeo/5t8jI1u1E3l28z5a2365+tgm6/MLlOjYh3SKI
Q+9oU7DS63y3w28Du+0Qblv3xqRxbzyeXwJVAQLlYEj14WaHk0CKnrQLJ9viwMaQ+XvJPjjfrPmF
2V0u7Wb6dd6U6pQGQRxo4HG18ojc9nCX3JoIKPA2xXzXWHegQIjOG1Cu2JEBacUKx2iXooOBzi/j
3LlexrjsnB3/m+rjsSPSaRbYDa98Bjte9j2r1sizHqzin/O+KHf1kS/C16Ovj9F/wDSFjYVVUV68
zW26KSyK2fhHomthK9cNw4wuVDUIRLClc3NKOV6AC2z1LWgs3+YhMiFTomtJKiPtyIqU5CGeMaHo
jQxMsXX8fDsmEVBYzLwnyc4lz+eXT5nuj4yJfz9aPjMtJ8cSILfMvEkA+h6AO9+F1jNNN0N/6DLN
VUqzgvIjug4MgKKX3wflG2v2cwsY1nOq4/RWHpO4rwnQ3m9anFOnrLaBCFSz4tFskP1qgYLYH2+S
Mbg4v3bKfXpkRkoJXoY+RAJOsQ2F+nUGEW7723kDykcsaOT/c0TK753jVIULKofNan+4zIy6/jCF
r677aHffKBBLUJ8ijS7XK3fUkVEp18+UQ9O+gFGvRW5HXQj3w7jIaITLcewEv6BEtaP1I/NxQw3f
54xuDPatMetnjlHpLm9A+jy9nF8IZdgc/SQpYRnMTL02xU/i+YRn2VPbYibisTf2582oPigm5oA/
E+wHYJY4jZuqHSvejD5qIXacgdmoWlfNHUTlyJEFT/qgYVr4fZURWODfZjOegwcreAOh2nk/dFak
L5jkWCynC5ATy39nEESkRTTO38fw47wZ1TZDb8wTQx0Y7pULy/7UDPncwZkK9Q20Yjx3t0KC4LwR
sebyzePIiFxUJnZrUruHkQ4jO1X6FHZxmD+ACGrIr4Ymj1uu4yxW5d9ji9K2Nu00xOw6LPodOIs3
zMYOsKOlvp5+FbWupaVZw0AKCBIybi8TjBnNc8Himb84mpRrKaMhFPAuNDSA45SiYRwNt18YakJe
PzwHGL48zIu9C7r1DeydRVRMZNrPQ7/EGRi+Lolfvk1Nh/Jfvg2zn+CWuPaqaefM66gBhKnyjNCQ
gJaE0MoIpHUObeZSUwDgCTdQ68jACJGgUPUj96NRJ2uqWuZjW9Iy90ARGhVk+zZtN0Xo+W/W/qer
Q0mpFvrYiLTQOLZTsgiYfb0AlpBacVPy28oAj/BftcBRjbbRCMPjGuQHp5kKVxNCh3TGwWDFHpiK
af3j/LZTfpwjA8LX43tBTtIwqGAgtTAICNi5w7Io4a+Nu7VqnbCiKu+CoCSA+gE43hyZ5o0RdzGz
2RUNy+/t9LObduedUX39478vOdNR5gZp4uD1stJN6gwxDZ7HWTczolqyYyvi34+WrEYTJqkw/rdp
8gvu7RMTI6F8UxK8hp7+wh/QeWDoAGcVyvanlsqpaiDLjHNqcfNNN+wcluzsQJM3lB/l08jvu8mx
O17C7cGEkQQDYyTYU66by1TtlwCYU8dGKAP/L7lRQ0mpmXMcU053WKEOV0f1/Jj/DVrkyAqRChp1
4KHiacMPO91V1scMapfzX0PBq4tHjpCgI3gfAlUu+cGYh/yywIKPzkLtXuAd6rO7bN6DBoskF23/
DTu0GPdtCr0c7Fe8hM7/AvVC/vcDvhD7GkbeA0Ityl9005Mo8V+a4W3mF+fNKLfRp58yBUpqZhCQ
G+CnZdGI4Gwon0Ld1UW5iUJBwy64PCHAchrayeIMoD7BY74GN0//5GUXZn3RDNtch1JSnfJgX//P
kJwT7GZJc4rSCSpO9nQzTS+LcXDHt746uLpOiXIrHdmSXnRTk9flEsBWjlbMCpKJNtOcpRpv5E/T
2LM7LATLZlc0Ggq0L64Ju+7G2C2+l76mz68yBtFFyK2g1omqkHTOrWnolkxkhrlodpltb1jgXbC1
PwxWCEqHORr7VtNIVu4xobYKAIgYyZJHGZ0xybKkxD2pyTaJY0ZojzhOBkqou6S78EiUJf/i4hbl
3W1hXwdFPOrUMpRvseNfID7yUT40SM+tjOMXpM2tPcdrGnvTri1vaHrTd/s0f0zwNjm/4dQ2UWgQ
1XNoBciVIKBQxjGDRsumwjDC5KJtc5+190Z/Rf0BTISYZm+KCFPbGrPiA8p37t/soQA/CJoI6SQr
Camr2ofZsHaMX22xDqgBQxaBzUZ1UQ8CTAr83b7DUNUmyHMHt2N7Wj9Mspr4ZWh0cjb9DVAGjHso
h4GEBmMtUpLtUKOow1VMcJlNVI9vHflotSyPqo16ZEQ+82bUvd0pxKATGRiEU010sTRrq8pvoiEC
bn7MOYXyE9MrQLCTjlmFpxmNmvQnA9NKEf6q23vtwIUqXR+ZkmstlruQKcvSajOnZQxtlOtsprE9
T5oatM6MdI1n+doUvQ0zSf84ON/K3sFm1BHoqE64Y1+k+7tdr8tYJbTauMaW0Euf3OFSlU+aj6P8
/J8fR4arlMsacMOEK3iNREHnRIEOLKnzQ0oiiWlVZm3Bglc8TBXqX7DhhhH9mzZsCMo/kFOLjClf
SQpiNl3bgzXZSPvXPAjve8uAJO98hYnW/WCPh/MZQ7lwn+bkC0hRZbm3Johq7rH9bM0PK06E8yaU
YSaYEoQaG1iUpDDzrcTjaQUTQ/vTwQhqQbdT+v7HNgIhawjdA+Am8R45TfHMH1KvM9oKOkhL4kZL
Ypr3GLTIg9it6zLbnremGDAGtswTutoo8AlGz1NzUP1NHO6CRsut8ig3kEu96wSNeRag9btp1yIi
jB6s8t7pxx1ETDSni+IYPzEv7SmT2zmkm3usqLszUFoGFRuPQ4B2HfPONDQXFNVRdmJNnDlHx+eA
+aGiyGDNcR5HPMXWcQteziigr8zBOYPixHUy/sWGPjEqbTdvAcXuaGOFaXvXphPuXrqrty1WSTor
T0yIuD3yK3VIUxkl/DKMh8TbDWTr0DR2zRsveSuMbVYbUf/LqYxdTrc0+0ZzJiCRePFuAuDhsqvJ
/2mm70v3THiiCzDxtPny23wPKjC/tUJlcgaMvlUdqBErQNZeKxAM8B/euptasq/6Z3eNEXwAB+um
4RQbFW8N4A3B2I7CoFzWMRc36SyhUpvMUe68+s1NPu7O7xzFIfp7KB9QYJQ/AnlOvTRMZ3YCkD4M
trMP5p92uVvSYTPX+1knzqhI2CempAjqAGcifgNT1IpLAwjQQ1jvFx25pCJ/nliRggiz6WPYDbBC
iv1s3w3ghj+/YsqPgrv6/1ZMuHkUpZB5a+w2g4HcBkP2S8Z3NNPAjFUgDGAI0fEG2NT+OvdBaQ8q
Zo5ZgyAztxiege7atir+KZI4s64dzAQVuzKDMJqpKxGrcsuJZSlvG04JLjVHTDl0D1BwbarYzP9B
IQFM0Fkbg1tW+xRWmsRsGpge0Q1GIUa6IlthnpQOR1F1ZFEJ0llM7TIQS47RuLAorxiGFXGLiP/4
KwL1/GlU9tMk+VII3GS93jf+vWl9+PPP8yZ+z9lLOePYhlxvH/joTZYJG047PXusu8yTJcoBsB8w
0lWMTjw6H3355ltPuId3/nU1061F0N4lkVlg6tCjFxn3d0sFSQD/xU5M6Jz9zDB6C9xKxL36fp68
uxzT4ud/t2Kfnvxs+SzNOLW8AT+b4xVoN7vJeg2z2Kg1KVVxZuKsBnzRxB0EFXVpo6YuTdphARx3
8Vf3NQvD6nuK6AAzm+vQK+wKXB7G2u8bLAYFI/F5J7+mCfDig34WFxQww38hjZrKrsLAeAZgQPnU
mFd1qfHua5b4f959YcLDKJrkXcXbrE9y/P0BvZawSze5WexC8+28FwowCcwAK4VSGUrtsHWajERH
04MAHrgXssceFJ/FznT2M1TK0hTA3DtvjTseBeH1uOmePTcaNxto1ba7VZexVO5CpxaYcWhigXlC
ipmRtla+2HC3a/5tCv96XIz9wmwNOO336N7pjgI1MTSmwcQA9BFaMKfurqbJjNZEdpp8f6WRAXTJ
h0Ur/2ppbF5EZjkCUjh2K1RyGmeAqkqJEcC1snontrKsubfwrL5Do37IMFYZDn7sTIm9nYaez1BP
Z1UdGZCGbKKxK+hzErDheVobrKBjFuRgJ7nusBKf54s/ALmBjwG1mEBOfR2rSt/Ne7Ss3BTPlxby
p2VYglPdICTq7Op66Uvc50pMmuXGX2BXsJq4K4NNFRBTYMZOV9Ow5hACEdiBTfmR+ldJtufJN6/a
n49RZWgcWZFCAwoXPPfEhAkZHositnqQXFgv5218vcUAUIUpNteHiqiAbJ96wgZA7VuHCzBue28z
74aGzt5PVhwfTUSMRHN4qJKHGC+FojWUmYncBhw6x0gtBpd6YJrD3o5s+uO8Q0oLKFXhBiCEIL6k
j6QB0ygVx1Pg70I3AYeEZvBHuWRHFqRrzNKhU9oWsDA3DxwE0tOTmV+FxRCFOiHhr4keHycUxCbg
xbbwP9LHSTjUJG0AcfP1FhBIszskdFtPkUcg6bg9v24KLsITY1+w4H2S9rWAZfddXNk307Kvui0p
tlZ68N3d7MTNcFdlcZMciKNTz1VF+pGjoXjfHN0MoT0CqIBw1Oyue5TCw0OqU3VTJYxjE9LTr6Vh
klgrTLAyZvMFWAOQ4qEDkIc7g2wGnSC4olYslhMnCx7z+Hryu3qui8KtAc7ZpO1uGO/N9c3OD2S4
Wyh0H/4lzkXpfm+NCS19SL2ZPwZPUxFT7QNkJxyhgO/hdiiW/GhJk85Pc+bA3wo0J5jdibitSU9K
C4GAN9kgxQGY9dSCubZtYfsCeeQMkVXdmJmOk0tRnECqwCqCkEvwp8sboO8Ms4OOC04tD/2kq2p5
tMKDUdyk47bx4zQsom4AQgL/aUr9qp13ZFjeDEXA05FzGAYqPTT2lvNPPt5ay8vQXlp/DlA8cVLW
qMsX7P1WONmmzW5YfrSrfWnQLD6/v3UeyVusq0t/EahtCgI1f70r6yvcfxP/H3M8AD+msaba0Mfr
J+02BrzHUJjCJzTtg+/DeJlP7+cdUqVhjIqZYg47AMROSo5t64FOd8TkD0lc9Dr77N+M20Y0NVBL
oXO6bkEXo2MdUS0i6mSCsR2YPkKkkJ8N6mShQHBUxdM4grd8Y5gvjRUt4eWkI0VSLKEleNp/j35i
4FjyD1SJVmP4sDWGqIrZrv/cjv66KwNQG55fSUVqtMAvgNK2EBPECPPpRk5NyPJO4DPYZNC7tJbs
Nm3ugZi+Naz2snVuqensiIfr4HmrCipeXJw+zX5pDcwMVwQP+SObwwNGqyC+EsRp9uos9sEw/Muh
fe5TesXpEOMcB5GDG24WaF3kK+Skghc3pweXuRvX0rw+HcVXxg9DWGHGHzcIGQnSpzlvghrBSxpM
NhgsLS6p15j2pgyz/BWvyfWdhGV4kTlsOuTuUsQ9G6cpau0RMq/jmkTdWtBvdd+a93Vi50lsTqNX
HpKhYGBQnubxsp6dGdqii+/EgU3bXyzn6RTbRjX/KsHe/C9NwEQ8uPMyR1Pm2/8EvPcu6mkprpaU
sHmDs3p9ZGFvISjM4j0ZuuwCYy7DDgC1obo2ahbeFCZvNE3Xrw9cfDIMpQEngScThNFOI6XMR8ul
LXr81nCJp4Lh/FqamzLRTVX91gaQbveYFEd/TQw7YZBauvni4cvHjrro/fG+NjeUUn6DNZ0+MmYM
B9NlIKvwi3b+h9Quu63nCS0MkxfttpiL4XIK5v6xLBpUdkcQ+r30mVvcd6XB/mlDY9UsiSpYwAvk
ASkvOIHlYEmZ6UI2BH3oYDGyveGv9tbvwou27fsLx0EVaCEkiZbG5X9+wEMcC3hUcT5Cllf6Fni8
opr/uz86PICmMAr87fkNqvrYxwakHD666UgMBPoGBCcomzRGGyWZucn/vKCEwV9c1gXpIv6PnMiN
jncsE+0o4ndbxorb2mER473mSFdcV0DQgCyH16IgcJBeOnXFu3wqJtShyRRnBjbtvDm/YIoTCQ9C
UARios2F1JR0OkwUcni8hyP2sulBIQ5Na2aDCJNHveVobCk+DrrQng+oj1C0kbuE3HTbkifoRNMm
4vX3fr4bm22uE81SrBmsoDKBRRMKPVKMFV6Y2WQRVup3n9zkusaF7u9LTym68JWXojtM5joyjW06
15p10lmQvnpu5v5Y2fCgtosLn+eHpj2c/+rqL/G5RiJBHF20u5aW3brAh65Od6EDQpj5m48S7J8P
dEG8haDsJsSMBdfNqR2PWy3lFexU1sPqzVFKfozObZhTzYop7h0ndsSKHvkDRalhAYSrwsDk/cJv
humbwd7PL5miSn/qi7RTCj+xh5nDxpo+5gmA4dW2DvIonQ7jemP3D1l9YYY/lr/IaCeuSeHmg0bU
yIgIZxeynsOGdeamba4c3afSLaEcdLRZxpDBvYQ8ee1dn86RU8Tn11BnQwq7pVmTyh5ho08fV3Jo
pg2QzLormnL3oFiIaUU8YsG1cxoLjNhZ6g5YsC4EBt2LQ5COLZGorAXmywJugey1L5+GBGqbQOiy
8hlTp+fdVPQ4ECrizg0VeBR0ZE6yZugAmW4Q9qzbOcEDr3aALuzmbpNUYWQC+mfO1+WfE8t6kNQU
t29sOJTapRtx4Bfr0lsBrqbVAaN84FshQ9zz7XnfFFeHYysyYKEPKwIKLljx+re6jd31hvA2KgZk
kF1SvZ03pooXgbwXY2OCwlaKybW1ioaYQBWVfdz3kB4KUCt9/AsbIGGwcDK54tV+Gi4TbjlhFyJc
svqjTq9HEK3oTnGlGw4OPAhX4nYuw3Wbqc+nbEY4CLgCFeg/lOt1ZP+qsA8/jcho3ZnQIF9XGBnb
5wS98+xvCl7esQV5pXBFWfIKu9fo2gidSZ9dJjq+Z9V1BNACAJvBIC9aNadfo1oC7OkJ8JvRujbn
mPF3Huyc4mKZXv/is7t4hKMUBEjZbyWwoxMDlLYVOGnx2X3zsCZx2l8k9st5E6oTQ3CJAHX5W/Nb
3pGsGbk5rkDeWOV7a1zi/RM3fLv4j0mwI+G+sD8Cc9cEmlKv4myHVahUYRUtaMBLS+hRlvho6SKR
Q1DChlp2lhw6PMQaHTBFfG/pwQNDmAgH7xqaa/LOsUpWDnZVAEzgs23jdFFCMM2GGZgZ8C9rC1gG
ELUGUFMTdLXX4p/zq6uI9xPr0jWPF4VpEOA0gGudo5rcWp3GP+U6YsAGsxxom/hyk6sM+DCiag73
kLAL42OeHw16Q3WHhSI5wMCnGcmPkTpj1ocw46TXEFnk9OAlu79YqiMT0i1stQ3SpUUFPCOoeqcB
GOD0+bwFnRPiYx3tJqMHz7Ej1goliKgJPyiHalmr6Qeqqv0Y3MGDC08ulInlZyuYqgoD5GLAYkB3
rc3wtKMYG3Ciur7Fgxv2wL4N3uO2eZnZS6JDfSkqTifWRbwc+QjlXJ4bJgKu4vl+CIMnk3dXgi4r
dXwgsjAPPlcIxGF/fmkVGfHErHQGZmWe4jEFp1fncUiuS+9mtt6d/rujm7D8+g3xDgzAoeJCGBy9
Nen+UA0T6AHNIEcz1aRRwbrbyjei0qSa/PR1HUVzAZR6ECvAG/DLm2Bk3VgvfoHu3RC57Kadn6Zu
2UzOhQn9Coj6/jnOViBNYAvKwdgFckF+biu/bNug2KCTbFgvBX00hvfzH0m1dkcm5NK7x/w6TBqY
aAHj7N03h/nxsMTnjXzNeL8RMzisCI5hSH6cBuACmu9pmiFJ3QXT1s+HeNLdIb6mPFggGCnE2xl9
TrlUVrmGX5sZ5MsDHrXGhWdvuQMaLv563hGFGcivi7IJxgJEcJ86giireMgAH6jYixdeOTMk4J+Z
pXkTqqwA8w5uOzSyUN8Q3+xov3rG4ltFksJKmWB4pEseS5PdTqsxXFhmYhzO+/R1mxK8OD6tiV9z
ZK0IvHw1HGiy11lXRG77Y67LZzt9J6t9WMaP88YU4QYWVxApYB+BdduREnqetzTpOoRz2KSgUfgx
Azrlt0/njSjCjYhPhCFToHpBF3XqEcDIYxMIlrIZuAsvwlUmeMBJSX6dN6NIB795tokQ2QYsUUo7
Cw0rqxN4sCDZFesbBQ9QnmH0K26sHcC/KBTphibRhMNPP725EEQ5Kl4AltigK5dusnQ1qpCm4JJ1
WjKskekmCwZFzOQe4Eh8vYDiyR1RTPFvAsJZHE50ijqL4FaNNzLmDgxUZ4aNOxkT6KbXYbqYJsN9
rZIBV5HM5O0hb51ijbmDbGpW/kj3bCqhNcCRWa+HfmLXqCD3t521pOyqDTL33l997Ld1WXf2uNAr
367M7/bSkKs5I8MFQ3hlGB6rkJjd1bXQPCwKAxRDaeh/VGYz71aXLP9kxuI9NENSPVF0sr61BWFX
bljMOw82HloC1Edb1zaNqznkl27p+2+8o2B3KhZqRTObxiW2UqO+bTIAmlezHNLN0pv8h2D0HHYg
QGsumL8ibfdTUN1PdT+uV+iyTsl9CGTpHUZdCN9MoEoco7mmzUXg0eW1ZT3dBRkHE2hjgR8ABU1/
TzMHWgEJAd15nLIFA0CrTY270q7Nt6Jbk4dmHDL0TwKvu6i4kccQfINyDnfrYYO6Fa2v6rZoLvEZ
nXTrhMXyr93ZTQXWtKJ6Bl1Ri3c2CMN39TBkH8PYlfbOCPoab+IgYAXe5Sl7s91pfG/WFJoynJL8
H4g1ONs+ZS6kNerSuXbpgPLb6CdGdD7kv76hURMzBVNeAJgEAB+nOyvDQUWNDlzJdrVuXHA/2Ma4
X3Nzn4GaOeHVv7mha1ypNjNKEkLrOgQhm1wU8ZI0cOsKu8wpdj7AR2z+c4gdnDqyICX1ti6DZhRs
qSmkY41yiab64vyy6XwQy3qUYsfFYu7yO1MgvobsdrYfzhtQXDBBUeTgtIDeFVoUci4agVdt6nFB
caOxje8BD4L3mqZTv+lIjfJoCALMXZWEKXZh5fM1GmmS2fFY2NWvPnVyfL9suGqziXfx+V+mch1k
o7ifgd4OpXop4ZdpMk+pC2DExF4Mi0c+1TQaFIclPP80IH7A0dqSfiwa+zex0WS/FjZoHIHA8Jb2
srY1lnSuSMHvZaTKAyGt2KOdAfRFq9WMUp2OAd6keHiDwhtdgFNfsjBDfhbYBGSq2A5eQ3AcUk/z
RZRG0FjEfRK20O8+NeIGZdZO0FffGOSBD7uSxZ6jMaH6JuBh/c+E9DIMAVn1kxxdumH+Xnh+nDNA
susJHUwdu6XOGSm8zIY17WTAmWE5WP3lgBu5DoWguB8RVHRwQwLuAQgfab0yvtgceU+gEOodWAd3
1d5/oiBWdpM/p3IFHcKRKWnd5sasisVAiTJpswPETusy3XljPJo3lP75re/ElLRwsxWkvEgw2trM
STz6WQyG1bJ5dU0wuRv+5nwSUB0bYNEEqTGEaoBml4x1acPZEGIJp3aTDVnUUmjkHSBDFXnQS851
QaEMvyNzUkoYrMJdagPmliqJMh4v5kfCI16+nvdKFXu4Z6LAYrv2104qWM6YV3qAjFCIHwCQQADa
sFYdN5PGiqwZu9Sp6WcLLrM52KYIvffdR1/HnKxasCNP5EG7au3Xrvgtfdp6/n5yih5lf+tmBSUe
mkVJ/nR+4XTmpDDPFsibDyUWznF+lsFPzNltWkwO0fzbeTuKbgaY+3BnQM8e/WFA+E9TXY/t1CcM
I/Ic527lbULvkdlP1oLKRxbTZjcu+sahKtYFZAM4dyjYgQn11GZIwbGeNgBTOE0tJvqcq4axJza1
1fb/SDuv5biRZYt+ESLgzSvQhmySopFEmRfESKOB9x5ff1fp3DPqBhGNkM6Y0IMiuJmFqqyszJ07
lfpdTw1HcjZIEWseykGFHxNlx6JIfQlJ/Dho1oDWgDTo3V7Snoyk81FryOXb0q4+o8OxVapaRfyp
BYAumBhofYlodq3eVAlut5hSi3KbwrThZIiUr2riS6FX6ZWfHrOxyzYSaStXMKQpzbRskiFoDi+e
XHziPDEHyip5aNwW3YPlV8fre2bluP1HhNGEmUVFamGZlDIHXe/IfMtJku2NGV1Js25GuBjWjz9A
4h1ML4IjWkEXtsylY5IIxkvFBQkR9bmzjqVa7a+DrC0YnedCM4aelDcpdWW2wzqphbCbObkjbVja
1uSRla3gnCMsNp81MwpG1iaiImry8VMsHxTtJsvui+kP4nTB7KU+CjUCUSvx6c4ivSQf88meBKdS
oYm0c7wy/H59tVYcE/VHSlGQ1qEXLVnEyRBbpVZqCIQoJ3U45fp+sv8pjK1n/ErDlSivwr1BNd7i
38WnN9KsmyIRUrRxVBycLuhv8t6pZ9fKDTPYWU5oP0RyFr4LnLArdnWRVe+GIU3fR7MWndJMzYqj
T3t37FZVp+9V00/fi1T5vRqPCPeqTGaHRW4gwdkMQ+O7cUH31d6MokklcRAZ71MH+RiPIoh5GzdN
VfPsUaR8IwoUVlzmKrAPPjQaySS97WUt2Z+SwK8pEPByM+T9NOS+pzeNdDu0ArBqp72qDvrRmLrh
WPeV7V3/mG9PMvD0rKBsTJH0zRhRJoUOUVJSVkSupDq0VhJ8ticII7lf//7QdaAEmxPyDgT0pTsc
nViJ85j6Ytr1k2speXQblqbt0q6zpQ+yZhVfTqh9OZrKi/jyEJCekYohpdU2nMrmrrDN8lmNW/ub
XWqkcK6v4NvjILqkcKqGDf0WgfxLLGIbx2x6OkjL8rHSKCUx17ifjnopbXyqVSALNhfz/kxNXQp9
BKpZWXnSU2aG3DhFCu/V6B3TePaNXr1ct+mtQ8SmX1DLXiK/1At5boGaTDT+mvxx6sov1yFWPxHa
LRQybc1549grPePMlUAMfbDLfO0pYQZfmEwbN9XKmx9ToGRT54M3i1WXn6eLHLJ46UR9ZTh080uU
3knxa6DeGrR4R4zOrO5mZqTH78oUOuaH6zauLSMqBmKyNlcLSdZLbFmSrD5KDArEjGrOutzLosN1
hLVVtAXxmxAKsuKbvE9nFL6J7/Wi8pVZb7P6/CdnSXh5G2EjIUa4rOdMQVLUc0375pDcyBmDC+ab
iCjquh0rK0UYSAGHr6RzpWiXK2UbRRWVtoL8x6R4XbKnf2QDYeX0wJEnWyAYBjL/XSJkFW2DoR/m
Xp4/+OG7qHqwnH8GdePBuGKH6PBiSAAdgPRwLpwBQzLzNsmT3BsY8Kh/Nrem3qx8bxwnA6a53Sl6
LH1o3nTtRA9P7pUo6w7JTs0ftW5j4uLKjWRCLuBTiGwUe/dypdTU101SXLlXKUcl+zDYx8L6pJu3
svHiG0xMoan3+sdfNQqWhhgQAMldFY+Fs5BFSWCqBwOAfXxvGK+h9SWhoex/w1gYNSVy0BU2GHP+
6HePpKzj6P11iNVv/8uM5YCAepwbqN1A6PN0UJT0ZqJL4PchaInghPA/vVwLh2INel6hIpF7Es2r
kWmRo0/+wIpziIW/bCIrJL0DRDrXrkO7c7/xOnn79CPEJhXAHnMI65YuyzR6pLuqOvfMInL1/EP8
mcIqKY6dSaVm/HZ9wdb2MsEqImGCAsY0scutxZZz0q5ucwZgPU4945PpppapqZnoDx4n3zzKW2PL
1jYzBjJqiB4BJOoXnqyLw8Ipix4/Y0bYc8riv7otId41X3aOIXbi2YGptVriVQaGlLvRP33zSQ52
cbixEVaWziL7Keafk42inn8JEg6qP9bSwKVl3Elm7Gbhe5M+yNBxFfOOmVHVvOF3xM5aRMJQOokE
0GaiRK0ujujQqAyYnCa+lfN+lu505geYntZCupi2xMZWPhL9GjyRHZ3r4M0wHlvvc2JxOffqbkJC
nNel/qEat4oyb1CEaIBJr6zQUuTqXBwlWaYrhxgN6mGb0MO0K5XctaLj9R2+BbJwnlWpOK0/AmL4
ELzRF9PyPxi2JnQJhAItGxr6yDLGlZVhNMcRYYJYJdeu7Yag9K6b8WZL/0QAg5qtaP1eXJxtV5a0
ylHyHitnl1c723lRUseTN/zBymoRYNDqzZhukdcXf392cvyiLgmjSzLhVcsYVjqZpk/BbwdlNOIz
5pcMCV+d8G9hi9QUoVGLCVZ5qD1rXb8zcsbvBRt+dM2UcxT10pQpHfwu9gUK/ElTlo9K1D1q1hY/
aRVGY7148uu8Ehensh95M5ozjXh9aty3o/ZgQR5Rs+73tzFTkYnQBHNIdOAtrJkl1awNUaIg321B
NKs0lwLS9U325urhw6BLQ0xDykohfroEUYsq58FpQgo1jMPgRHv6Mo9DAJcnjV9GadiF4ZYEzxsv
uoBc+IDYLitrbClWZJFOT/U+Kv8K/HaX0Gmnpwe9PqJ0dd1I8RMv3ChxAe9rkfqD1YESxKWR1lyY
pdFSqLXthpjdQqOm3KPbcDRn+6X3s5vrcG9ZsAJP1BEU1IpJPC12e+gjstyJyVwDacYu3ZcmZftj
EXuF9TFJXhXlOQw/O8HpOuyalbRC6kwRIoSAMXhpJTHyEGU1SWutPgUh9RlRMr5rRsct+g39phXX
RPKJQiMFDDqpnOWuyZN0rgqgTFW+zTT/vksTZIyqfzqnfb5u1RqUKJLIsLO4MpaPVT0vmsHo2S2G
2ctuo5Tdgx1O7X3ZVJLbBtMfeCqaJh1yT1ScRGbmchUH1W4UX0hA16q5p96KnDXZst8mfbND4EkL
bjwh65sXpAN9g91DigtVfWuXWIHlzmn+HCkpnad5cZjy/PP1dVzbHXCkhW3idl8+kyqr7tNaDGCw
e+NHOo1HlSnMc1A3bmwnh8bcUhHbwlvESs3YwKUKwSuz6B85bBlKOp5GMvCNVD2b9W+HLz8X9Jd5
iyM+5YVVpQkLauco7UofGNN7KLZUGFccvwVxmWCfqglx8iKQzYvJQQMPG8ZEva2057Y39jDufv/e
v0BZrFyQdXUSi/z+GKoHufY/d231oM3fg6jeqP+s2UMuUNAFCWZIDV7udW2e4niOJzxx/5IODq1k
khtuOd+VG4bkHGl3/iGhu7z6dTqvax/VIQSilF0of5KjT34Tu7nfPFcRI103/MUqnMUmh+oGU385
r3AaQ9gFove5mcuTldyn2t/1UO3NHyV18X5L+kV8i+XNgq4BQQCBDau48Lmo0ndy0xNxJI7zXUoR
dMyjDfLwmgMkPNN4PBGmoYN1+ZE4RMxub/C1ZIlu5S7fdcP0lZcIXVXGxj25th+InyweaSIjvXwa
Rgr0vNyiUBJbN3AJYULfNGq6kXZ4K7nCUT1HWVweph5luSNmsLWpnv0tzYZ58ketfkLhavqoSLNF
57hZHimqpOQmreYuLsmGuHkdO4+qM/TvzWyvDluC9W9rvotfa3EYnGgy/NDEeAn9nnQ40uFhzl5g
hMzV2hWV5unhsdm6B9Z2K0UjrhrUvnT1ZyRxFnwrSO5aM3KEXlm3t5Gp3c5Rd++n483EUfTr7pTo
9e9HfKJO9S/kIkjuC3Py8wBIdDncVjfd0f7e+jsIV3sqiXm0cR7XTohg7ZKk11EKWPbmdGk556nQ
CFAc/0lDkXysPl6/2VYPCG3PzCcVb9clSUQNjNyZaoEADzk69XKmxMdRU6rQjUvD/6sN+/JP1pB0
E7IfvPzINF+eyX6aej0Q7KE2j46dJX/O5fJUlKQcLPWhnRATzLam0qxaKfKc6HGhnLn0NGE1j0ZM
V4RnURTQZxnVxPxOLxz6L4yNrMNq/MrHEk4NwDfcO9WKE4akcnf7bUpL7ODq3HlWcIiT76PlStq7
yn9vqQfd2nANq/6HY8BB0AVnc7GsIXXtOdFFGbWxXEbHPMHRO/gMk7m+YdZCE/KF/4VZMmMaewrU
Thw6uQ72QfsqUSyoikM4zcw43nCpa5+N9C3fi7QRyi0LkwJDUpjuKQK9ESpR49t/O9VgeVI7hsjR
JMfrlq06MRrhdB45lA14e1xuzMDpbYp8fC2z095F9UthWwykLoZjagQHdU6/jLPB2IrH2NzqcVk1
9Ax54Vb8lok2jcGeidLs8yB/mhPtuSQ561HQOly3cm2bkEuk4EHgTH5sEYZZVZ/7QQxUUhmJWxr6
P06bnSisbQ3cWvNdlExxKRY5eGWpXhi1GpMBRzomKbt/KSondLVNOd/VdUMggkcUVy7f7vKLxd2Y
DXkLRm5BIGYgehHDoNdV5Bo33oerm4O3PikePJboAr2EQiZnmoeZarPZtrZyah0tSB8INsvR1Rll
AEW9jxvbNQc1eae3Rviihmp3Z0Nm//08DZlGpPJ4ldPkvDwURlR2tiPxiyR1+5F4mrY2Nd7lqMhu
+OlVk6FTiQyaKDouqwOxoYSpXeE1CYNPmh0HbsK4Zb8Jv/r98PfsqK9hpnlqkT8pPIeub9O3X5ZH
K66a9SZR9EZyxtAGYyiJdTyqb/vBRCK+2AVoXOb5y3Wgt/4MIPhqVD3Fa3IZIWr9YHSaQ33Cb+5z
8+uYBW6a3/AgpzKyYdPbo3cJJWw+i1eQ9yq1UQdKmZiq5+ydgmBx60LfAllEYr1hNJUiSjpMMgma
b47Uu8lvjwiAZUztg2uGrBC9cgsfQrdHLY8BqfyEvhsz7W8yKz1o0lYqaMUU+EaECPRk4bCWhcNJ
IagsFbLqeWP9RVX+aPk45KAMNq6ZDZylEjNDeguGs87stWxyw1I6NNK4940tnvEqDGpP4nYmDllS
wCWnn6SmMlm1ye892S5s1zELdL46//edlUKVhS5rUkiICCzfcUFV46lSxP4js3Qze29bXhI/2EW0
s+uvZhkebHqC5t/uUxFOCQYGuRcF1pu92Hpm1ISxH4Fqp+kHtKFe1ZKwR5aY0EYPkEGzWxY4++vH
d8VPiJYzU6hQIq+03CO9FsRpN0cFrT/yode+pdNwnInIJ2YGXUd6m3llI/5CWu4SPyqCZhxBau2P
NLYQk+wl39jP41dDJdbbV1u1+S3ARTiStoUPlQvAsKlcayBifBcP9Lh9iix730ifrS3C+OpaonlG
f57ggCxvls7SO2NsksJToC1O4fOoTjvZd3trI0R++25jJf/FoZRw6QfropRL38SwWNHIXH/Sndnz
Y08yPmfOJ1vaGmnzNhBRMAlRITYldmmLdbTmcAiDGjdSmXfqVLoa6tfXt8bKyUZCSkjYUgUQYdWl
QWOVkmigp9crbVV2J3mI90mLdAtzm7Z00deMIXdsQjkW52z5IqSilkqpalFOD0rXMJ42Q6qfAfxl
VobBeqLvGQ8Cg3AZ6HQ1HNza5xSPRpO7pW/cWZnRHqQpfgxl6TFrdOPkq8O9Ikkn265vJbX4WFXz
Q6kGATrwnMImfKKGpBM296eCETi+REQWyFq/cSLfSqdyXUP6FvV/4hTW5HLdh7qHwpSEBb1B5qFU
shs5FILx8q7smY82QomOfU8evwezsYuVQCjtbaQbV7484gJ0WJMrI2G2LBs0pU8FcpIEH+AU9JYb
1C8IWx1/e3sBQtMso3Ig0CzPZZZmVVZOAY6AOMxv5KOJ9P7m7LyVcI+yB49jnnYWtJllMN3FVa5o
CTDFmOzz7qM1CW5sO97MlZDT6XYTg6eUkrGHRrMVa66uI89KgU5MsWxxJAystMgAW4/RxBpbbyyV
uzTcogSsnB7BMP8XRnjA8wgsr1Fh6oCJCuo7qfmuDbcGr694bVES1GFUEruid3IJYVeME8oknJtZ
v+j+uz7/jLBOO77YzWddv+n8jdhlJd3AEKUzPOFsz0xqp9b2pyguvLnaFfW7ZHIjkt/KbphPuvTV
0dx2+Cj1N7+/I0niazxDoFgRzlyC0otbZCVEPuoT8uOkFacxMB4j6fPvo1C7ovlLZu+ry6wNEpOQ
LVOmOBrptK/b6baqmx00343raG1TaMwUhWoFx+5NGnqI7bAiHmJT0KKiNT+I/X/fDh0Hoarwg6jE
LcJlNaYhoDcbNrf8QTFOGjMF0g0b1s4PFDvR6gVFiM13+UF8OrILCqfsOsaB5LUpREbczbthbW9T
s4cpCPmU225xkwamXTjkQ1gp866j1QQRE2V4TsJd7v+oh11WbMSxYhstriL4IaJ3DfUHcubC6rO9
nfZ1TT86Tc4ampxWN7rq8NwWT5EduWkcudXW7KyVVaThUBRlZShrBNCXeNLUGxUvm8JLctGta3/v
Ay4XTd0iD67sOFG3hDUiLnJydZc4uaaUfhjJIpSspdM8qMgs98aWVOcaCkVYcpCsH1fkYvXspGL1
0qlgyMjdyEDprRbNld1AAzBPDORyoY8v02VqZ6G2FvLzpXpfyqRSE6qhH5TmHt1+NThOWyy1VTxR
pCQ+RclhWXCDn2IMrcyqWcV46pzxSCbeNZ1/NOsbMQvqfNaRuvHvth/j4UwG+6HE5sjc74tFHPq8
GhJCHC6m9sYKBsaMbyk6/fwZy22OWYpQjiJ5uwwi9E4LC6RuCy8g+YAwRBrdRvJDS0TMbMz+ozq5
9vzEYJ8g+ivtjv38GG7587Wtcv4bqJcbMjHGfqxyvfBUf5ZOTPxSH/XK+P7bblBIKv9r5sJH1Vqi
sJCYGSfyXuJPRiDdWgiOXYdZecX8LMFBzoe0QgPWpS2TI0+IbYvDRRjRlranjMwViR6rYktBcc1d
iGLf/yP9DKjO3JNRz1EUZkrhpdp8k+nokTjxfh7Ml983iF41yk5UTMhzLtYtTZQq7sh/eQG5Z8sJ
vo119CAT8aKWtBVNrCwehVJkVYTePPt+sXhwG7NUC8BS4/Ku64KneTKPVp0xjsM+JEl7I2tPCvTa
tFKRMn+nKu9Ns74PGsOttG91kmyYvhbdnP8+yyVuK57dTcfvMxv+p6JX9nqtnIwyP8VJ+NSQ2Ujh
QVrEq1SbQkRENrbsygWEpiCji9BXgeG1dDlDr07J0EJOzBvHzZTbUfEYK5iqkZdJRHVfrn/olf1k
468FAQ6CEC20lzt3NoN6ytApY+oYo52N45T+Nfcb/mwLY3HSDb9IUscPS6+Ocnf2j/kU7KrNpsHV
bXRmyWLLBlU5ykqDJXpytNsvEn1F6S6M99fXawtFeLWz8xeWDh2xHbaYjIALICvc8uxT7Q/XUdZX
zBRCGgxFRoD/EsVW5thiG5ZeyjB2hQb6NKL4dLgOsm7KvyDLOQEhYjryXItPLz3k+mNm3cSTN3Yb
bIjV7UzegMYluvPezOGqcsuPR4sFkxqNsKO9LbXqvkNlmzZ91RsU/6gOW8meteUTiRdaTIh1IGJf
Ll8aWwkisDRl23ZM5tO5l7P86LTKx+sLuHKDocJCBhCXD9CSNVglVaxMZcVeMNUHxgsfC//bdQTx
cFvc0gjnicFiKFMLFahLQ8Kh6dRaIzi07ChDSw1hgCQc6C9v8q/DFHf4xSDb8H9vMRHopc8XEXyG
4GnLRPucSUbr6IRYbbTrnS+6tve706B/7WTvd40DCGlo0aODw1v6/chXtK4pCHPK7vNofvHr26B7
rdXTvNW0+fY7XQAtHXpTIE2VDtyZSv3ZSnDZW+PjxXG8/EyM/DYpF/OWQxF2mSBr9H4u2tYkyhjv
5vbJzI9S+KkObqrhrlTvgmaDzLn2hc7hxME+80FFkMdd3QGXlpM3ybdoKh/96Ks03rTxFvlnFYvO
P1iIUJmoVV1i9TMz5DlpXIbya2vHN7oxPxdavZfqzqWytBELvD24ooNdEPVQjePPxX43pDYOCnFT
DEPmWtZhsD/65f76tnvr9gQGwrOoGTCcbaksUMS9PRUDM5i74ocxvVTxfThBA9l4HK/tORja9LkS
GFIUWaybojDNUbMEivJs+hEZkefrZrz1qwwAx6nyPPjpGRZL1clVmZdVXHpFvjNLZnF+D/RHLb7N
mM2abJE113bBOZj4Zc52XFYVYdehJuTZs+5Gya1hPRtG6VrybbP14lrbArAp4bTBz4Phtbj6kLMd
ciNk4Spmb6T1UQyAM8IthYFVFDFOgjtJ6AcuVi+sC4O0cVoyhOp5clA3c14ka0uNdW2ncYX/C7JY
NbsaJDwtIDOHs7htou+zcpKVrSFvqx+HGgPxIrkYpvNefpy8LBsriYCxE+Muo2H3hqcpsqXB+NXq
zAc18LONI7SKyPBnyqRUUuBeXyKGRpgbss/96md/iyu2sbxKupWGctcWx+vbfHUN/4WCEnAJhZhe
28RFwXaYbpC6q4bSdQzCug2Y1f1wBrM4rqZvVF03AOOne7P/0oUvZfR63ZLVRTMZX0J6kemoSwoa
AyX0GqpN6anqcx8fWuMkOz7kEc/cYvCtGoPzkaE84x2WSZiQ3vpByzBmaKJDOWleDMNnZCj5dYNW
P80ZjPj7M6eQZoNtMs2y9JIuIzfmjdF+Uky3Lf7AlYpul/+aIxb2DIcW0VRFZJ/nA+OHtc5+zefg
Tz7/GcTipJIbCxiOA0QfvBjRY+Q8zuNGXnH98/+yYnFmGt3pKkNsZESrDmFw1yXHCsmKUGfOzOaT
WmzXZUBytmTL0B4pjqGpdMC6PKQvdRA9A/NRMr6anb1rrWzfz/quMrsYSZr+Jpmd/209l1GDadHU
hRbYT/faqR96/eg3WwnNjV2+nKGjpsgS2CUYae3srPBRbh3X2qLPbOzxJVW1MouBYXKAKMHOafe9
fTDUk7WV1FndGzQgwXsiC8Lo3csdrslTGCojKEP5nZkf1bTv0+fUDzwr2YrnVlcNOjEiH7SpEdZd
QoW61SDcXOLo5A9atU+zH9aWL12NTM4gRGh0dl7jIG0128caM3+182+j8lfieL393h5UF0LNdSe0
vnS/7Fk4IauX0mLQeYPVEpJHUbcLx5GOWHcwvhXG63WsLcMWXqIJgl6uCtYurI0bajf9+MmA+qFo
X9TyoVf/IBamUeHfL7VwGFTKkzrQQVNz/VtqTZFLxfLA+JTb61at5LuIJH8BLXv+oSeX1N5ZwjbY
1/4HI99ZlA/n+GbsdoV5U0R49/DGl7fIw8KAN07qDHdx587KiHwxjayeXyevvRPfOuMHwxeYdKY5
saeQja7qPwmbz0AXuajCn5swSADthvqQqc9lNTDJ9ag2XwYGM2fD9+uLu3HclmU42NFVIovjlnfQ
h+kJrdvyJZWsDau2lnJx5NDmNeY+A0YuvhuxV7YnC124ybkJB29y3GYrst0yS/z92REP0jKURg08
f3qw2ndF8UGt3l9fubUH1PmuXBzsvkrLyhEQ8/B+nL5p08Z9vEI9uNz2C6c72n5gxj0A9ti+zpP0
ojixWyrhM0o7DEAx7qL8sUzpEMjMrRMngtZrO3/hSGpbreQ4AtrUi1ct6+7jNLizrOmU6tGpdmRv
LnOEqM29Mcob/nLdhxF/MhOFhqufzuDsy+W0uXZai3OOJd1L5e9yHB7DbD4oDJjJ6viBztuNbMXq
XuFqg+/Kc+4Nw12jQWBMY3HiDEYCVMM+V3RkX7bIu6sXwRnM4mAzurJ24ok1baP+kNm2Vw/RY4/0
cab9CJ2tjvLVZaQXlNQsjAtKkZcHwKxbradHkrigFcKZied0xxb9Nnl21eJT0rvXD8O6cb/gFre2
jnB/g5w75614leDC2J+aYjc3B23rXbxl18KRkPvzg7EBqEveyzmNVKd2vGv1R0k+6fqP/82ohROh
XUwqMlFpn7q/LP2Yo1433ivRgxPvrgNtGbVwJYKX2ukFQC0qXfa72P/o+MhlvRT5/aj+iVuhfiM4
sARShi5+mbMD5si+niX06HthZN8W4SdZM7w4mzzTClE6osAyfpeD9L3vbJV0hRVLpyLy0LQcog+K
dsolsGE2RjcPAEeRfDtKzh3u8zmuzYc+DLcO29p9c461MBIFwbyQc7zIqCbHMNgNxXM335Cx2TuS
G4Q6emv2HxyBc0jxK52tq54FZZVGmNek/2T2ndT9M7bMSfHR5N0StV7bL+LhjAAlHCDqYpdQdde3
Y4qYhzcnB8unwfarat/7U3FQ1Z0dbKl0r15E53ALX5IVllZ2DXAVMaWl36ah6qLYbQcUy5x7u9iX
2Y/ONDcOxep2OTNy6VLCtLVKTXxC6cEej31B2hBGg7mlJrbm/s+tW3gUraA3rSVH5RXD10T25PAp
mTYiZfEj3ux8cu/MUaRYhqrY5feiNNIFZsUNU9jFu770X4i4Nq7sLYiFC8kZ0msXbU2AVfr3nP59
1Ww9AlcXSjSEMPRBNKwvNjgJoypiNBPEI3qklPBLI49uvKUgt3pw/wV5Q4MmycWsjhFXaE3T17n9
EDnhbUQyd/zWSO/jSHm20X277n1Xlw6WGKVMoc685PbmEAls5miTJpq+1s6TvtXaubqRz37+4tOM
cj71kgixI9O8sZ3oMUyokweFtPenP8lroCBoU5mHRqVpi29khn2E9jG2UO9M3cCSMjfq2lMVbtXG
1jfDv0D6Iu3ZWWOqJgZAcsmjrPz0n7adDZe6vnK/QBZ+TibytKIUECOl0zF1bZr8u49RuHE8V92p
QR6cYUAWXaoL/5ZLTTvZGjCT4PEGaeiFGYPRjDHyZmd0yyS9GXjyXd91KxET6kX0CaFoCsHyDYEl
N+IQPntBX8geYXi9R6rDrYud5LxeB1p7PgtlMTrHUNui9XbhfRKUP8zMdGBrGd1en7KjlM4Hn/GZ
aT3ftPoPqtHvDPJT8WTex8ZWeX3NTng6MBVFxyp/Xvo+c5aHfIghq+hd1e00htPslSFx3C4pWgbJ
qPlODpGIum7zypGGgA69lNI33QdLgpqad/nkK9SeUr9LkXD9Nky0Wl7HWFEdUKGtiqTvT63dZRa7
n43GzDoKQeakP2U9fCDQ2jubGUcnaWKalDRKTySbrDuFEMBT5/gvGndhDpl94kYBWs7x7wv2iF8J
zitd67QJLuu85aTK2ahhd298N6r3SZDs0B1m1SfXN50Nv7niAi7AFn6to8oqlyZgYzDCmZGMyVOR
l3KlcPp2falXLgWQKFTyPOMFtTwreUXGxWkIreqpZwJdGPRuGkXSTpmk22qKjEOdOoqLQMyPdiw+
XMde8UEX2GKrnYV1TNnr0D2ieCXNpke/jKXuylbb61vDFdbOybmNi1M6xeQHm5LqSzA17yyCnSo/
amXNaBREYYub60atLSgzCOhlQUQNIsUCLGznWk1HjOoaZuhWmopQlmyOrwzuMUiB5n9HKSLBRd3H
H+W6yzYe3GtLCvXMRjKSxiOUCBdLOiLg2o0S3L25rN14rtsno22qXWQwmGqex24Db21paQsyhJyD
JnSCL/HofOsDPcHailbGvnt1mlPn3yjBQ9RuHIm1UJl+kX+hlv1wc5HpRqTjE/TR8F3F6L2pCD8b
reklqv8p6epbOIrfp1K9neQ/eBpfYC9uy7wxSP+S+eI1Fz/1jOUODOVRKmov6VO3nC3L7Q3p6fpG
WvuUQvkTBQmFDMryJWLHlV0Ookzd8Z8pe5L/UYmS3RRseICVKxp68y8c9fITUv1s+lgDx/aH3UO+
K3Ial6onKTnY6v66SatQmiZ4pUifQc29hLKkLuk0A2dToGAYRNkRJa2KyTe1cmPod/ZWk8IqnJDG
YA1xcUuSkW+UmfGztNLJQXRTzaaCXAwsmSkrpndO5ii7NPIfypQpedftFKds8ShBsorMEKrZ6Eks
GQZapdJHORH1lNmjkOZBS1feGmGxatwZhvj7M+cZJ7nmywMYY2x9a/vkzo8ij2j7PZHRrRXWriZZ
u+tmrUFaSNGKwVXMb1+yw/psqOxZ8B8H5YMkeU7wxZpvm+FDRnFn8yG+5kfPwRaXQ9GpPhPDoZ1Y
MFrC/m89RsIVRqSs/ZVKoesPd5Hx21xVhlbyAqNKT7qNRobLJS3DqJdjASkp82FU2tPcRoduMA/X
l3GljRAcVfR7yCwkmqGXOHNXTU0lbnd1YC6m9j6IKJGhaALBeqcG3ynA8OqX7J2RbbVorC0qaq6C
cMdxMJZ6ebEcQy4vOesylTLGU++z6KNsvXbmKbBeci2CkvAHd/xPKRUaQoQM++KCoPktiBuJNVVC
9X1H12KXqfuQ3pOaaZUb67qSWueo83r+D9ay8m2PIZSRhHXVk79DdHgz3889WFQf6yDaR3lxq7Zj
5cql82jLwet18LWLUCgeQi1Dl/NNbZUST990MreTk/Z40heHex+SketIgZeXG6yILbDF2Zhnmndi
BbBe++4ER7VNd2n8qar2I1POr9slftTSlZ3btQgo6rmhO1dw2XrlVU3/Qo/jD34+hU4YlGTT6Ta4
PAuB3AZ26fDzGyd7r4T9NzWTdn8C4UC/YJYBaooLiFKuNaegpISY6C5FOlFmMNl1hDV/L7iQYmqN
RR/z8kD7bT/EJLo8S249I3enBg3grZ6ZNe97DrK4p1GE1Oxa5Hg152Nl3WbpTp1tmsU0Lxsfs+/X
LVr97GcWaZefBf2jqTJywNRRchV0Q3Rl48OvrplFdzHSNnCclzxtssiRpdakbqYA4hCN05EXpB+V
uPkjHHohOZUI8y2/DVM6OC2C3mPb4XCUiYP3CVzqnaI0W3mH1S/kIF2LpyNqWwbDkhwnaWPgfxy5
3rfmKY52RvvDKBNXzj9o/svvfyIhnABPGz7Amy5tZ0bsN7d41ZTTp5YMjrSVXlj7Qr8A6Gy63ANT
NdtZagNgDn9ZGFFZp3DLZ29hLE5OSBG0yWMwJvPgxM+a8Y5I9/o6rcXR52Yszk0pdzIpdiCG/j6M
USu7Lbud3mz4yS1DFgfGQI9d7TRQaq05ZFVyYBKzm7X1xm5e8/yIMBBDw/fkmSl+jbOoz5JUpx2E
ExDDjmw3dD4msCIT83vu/HN92VYNOkMSy3qGFDvdRGwLUokuu4mmbmYe02Yj4lpN9JzbI+w9Q6no
d5rKgWXro/nZsCV3qLg3Q2Vn6snHXml3odPy4SYKW+ZOn9vezYvokKbxu7oat36Ztfjh/JdZXBST
bjTqFGPyaDuvA81v0VwcUqSNrCI8jbru4kKOdM/uwuwPeFNCXOO/39VenLWQp16nC65ZED2M47cK
Daxhj6DExJxr5f3/9GWXXdV56Nstfcakfq3wNg+QsMyhTnVbMigbG8henDtTyae5sFhNGllrNXP1
LnAZVXzdljWXe75ui0go783KjATZ0ZieFNVT++e2eVGT+2y6ybZurC2sxdlL+0qZx0Z8o3G4zzvT
rWOGrPfNvo/Dp7h3GOzXb5i3mvQQykZIovGGxctfno+6aoupEnw6enX823TSsgPr+NnKgtuYccgu
00EMLzHi94XjnORqKg+/vb4893jvEdRQ1V4+oXvbD7UC3pIXFCHu7PtQ2BxHzxiOen+Kt26DNXOB
002K2GSXSatfmptWQ+yYzBH27FB6pytE8kZLKinyWiaFJIjATaG5n+TGlaf05rqlK9v1Anrh71K9
bps6xdJMeYjLfVq95v4GxIrzBgL2pfZz1toyq52bpR+NgskRV89xt5P0fewc/P6u1TaICKu2MK6L
LgqSgMx8vVzGfkoUI7JYxt68UadTWLzGw4fry7VqyxnE4uClkhkkfgREHu3j7qFCkA8Rs3m8cba0
fsXCL14gtHD9MmaxJ+Z6cMak5MMgL5pFp6n8OgaQ6L9dt2cl4CW/T7FITHCBQrE4aFaS1+FsseMc
g/F3VHDarRGaax/lF8Kb8muiRs7/kXZdO3LrQPaLBCiHV6nD9OQc/CI4SpREZYmUvn4Pvdjrbg7R
hL2w/eIBplRksViscA63JkgwjfuZX4fDgaabv1cCuCVAlMAhEhgMp/sO7BR7XkW1LaMmR/MakEwR
/1JNqKPakCMpciI2aCfHbBki98l9H92E2ld18Tau+/O6KLwt+Dn/00VOf7opnYycQJciAkAigPb5
VVXsjOItcm7r9eG8MNXeiIl35JcF8Ks8nxFOGDkHfAUad5beRrbJH2K2tvk2wAicZvVUhgZfjko/
JKERT4p4jQlPHbh1Udphm2EdrxZTV6lWLR0KOnhRB8D+g02fmoEX5jO1AdSZ5ADCBucy+HubvY1k
UtFED27+LXTo4fz6qbwB4MhECztGbgGfeSpxROjLwE+GMgAHvuDcxbbx6FVZ7C1GTDzNVLFOmBRY
dA46GSpLxMD1FqzLycIvh7XYLRYgsTXXn1gp2fcc6yU5UtH5EZZi2Gnmtyag3EDxFKfFltLNkI5o
Bb83EISfX0qVKR6LlBxrz8p5mUdExGizuizr6H3EgLHj5roaq8pIYCPIiwMJH72gkpHMKx4nmYFT
zNHFaJevXfAaoTczOFjkIs01obV6Hf8TJoM4NyNdmsCGsDbLL1hVY+xyugDv04G4dWwE60/b51Mc
GqZuUETlq460lMe0c7NgfiFavhsvjKfuhWd2vJIbQBJrts3SrKctWeWUYv52Fioyu/2aW24fm4OX
NOVyHbR8S01nU5j5HQ8/TD/dNOGLYbb7YrDj0Wd3dvuccRdVHjCugW7pHwxKQEkCPAuZiU89OI5R
OW2As8n97GIY4LDJ+Ktbe42/Vp5KpD5/g+gK8qhTF2ANaIl1DLhQ33we0qfRuevr/fojW97+QR0b
oHaWgIz8NFzLom42uhX+syzcZMGDMAowhKgriyu1QRQA2mYBTCiXAsBcT/POhRTTLx/wLUkJhqUU
wC60ai5HS3cpqBpJ0MH2R55kPWuzrnBlCKfwrLXj3vyx5l8aDn7yyd2hEHOzWstzar4EQ5/4lQ45
W3lIjoRLXq7kxlyV2QyHalZXofdEzfSpzNddgJX9h807kiQ5t9axVhAHYVmb8gLtGkvxZdKNQyiV
icSQJWAZHMynn9phy9nsDjWUIfmP3tmE9Y4MGMnXof4o3fQfMXJ40paEen0JMeaAeZm2SbiYJfmX
o3skRLKKaIxmm/QiyGZPHbuohsciO/zDjhyJkPbeaKoMNMLQw/KgALiM7BztyhrnqFos4CXjTQdf
DJpwaU8yWk6p00BI012Da6HvrnMd44Ly6YjCDxyQgPADvt7pvpPWrMqAmwh6wu/T8pzlQQwOBsxY
3k7wE7yI7eIppP9QHgE6+x+pwo8c5a/wcFkicL7gYgNpwGgmPnqgz2+Qwp6hEJ7+aAIFHaPcT9Kh
kI6zCb/qcvuldPA6IU72beIeujtGXc5G4fbQ0+VayMpbiL3lOI4t/uqPA86nYf3AJPPGX8qDUS+b
0Btip/h+XjOFVZwIk6w74Jll5wzCaHU58R6xR8yYplKmXL0jhSTzBp/J6lgzntwremJW+8WuHktM
o+bGj/O6KAKcE10kx8YGwxxa/AUNPX/BsO8uGJGBirpNH0Y3y+S8AL186xc689Mtofj5kfn5qx3N
jIr9QrnRR2sDbQCPqXER4tulIPhEN+lkheGUAYUVumUAMqAheJtHXRuRTg/pGE1I4fEqgx4Fd67Q
gY8ZggiK6Fi6FTHaiSbi50fLlYN6pgGbIawh2PvjdTjueG+L8xR7I00ajU2o1w2QhcCvxLNIvolG
alEvGuC926XZOMNVR3SERKqwAQr9J0K+hbyhD0WPNbIWeTyxOLKuuZcAsCUAkDIv48lKUB70dWLV
XuKPVOng5tFsjFYDqVXnxYPzQOlHy6/nnMcZ15xfzRoG0vl1OCmHTmSyfADLs2UfGrqLXH1y/ygj
vuDIJhpjbtohEhLwtgtZzLMtK/a0FMD/AHHes/rivKvQrZ50ZglKaXylEAgAXQzeres9YWUykQ1z
vpyXpD5Vf1STDi6rI9pTE5IA4bxMyDhZcW1pGrxV9+6JCUpHt3PrYZyICIQW9HFufPLW119GjPnN
5pe62Cx2POsgl3RGIR1jzEGhP9mFXo71OqVftGk03bpJ4YrVzUAp5/j9Y5R/NRZ2AQixt7H1due3
R7d0ctFnBDHCvArjbjMXUz87QCwNGcAdgW2a3/j1prYvPR0elvJCBIIqEG49tId+znPi8k9tuMCQ
ZRtCzYODFE1gfA/Qmn9ePeUu/SfpU76zt4hJpwmSlh6jRX0Tt8O/2PeRBOnJ2QTBNJnCnfeAgg3m
72BNynSQRMor40iG7OvCbih6B3vkVR8+eL2zW5SpeTViTh49p5olU7oGAUgeoC8aSPOSa7AMFnSY
ksVZsh8cq4qtcMOH64nctcb+/OYoTfxIkuQazKiYptIVp3Z4NL2NZ26jVucZ1AbwRxvJMziZTZqV
QRtmIGaYt4Yzbmt7a7Vj3FlJ0zMwhQA3Gr1vryX9aOaETZoTpvsCyVEAnw/h5Qgth+aH73xHmfP8
KirvjqNVlBzFWkVrSrnQsH7N2GNkgSbjPp2eubehAzgZWl0TtMZAIqlM7K116tZgyEsyoLEFZpKu
CcsA/pUns65coRMlHS6f9fY6WcIWkTIzxH69k+V9Li89HQypTpJ0xBxMq7BgEJKYga7VK2LkiTXE
Pv/OQ80BU3o/IAKjeRUAkUh9nl723boA4RXjnYkZvhkjSCL8b6N3P+h6c5Wn60iMfLpsUg2ZyFGt
wVfMhszs2k81GVWlaR+JkA7XGM7WFIjHEwuf8vHX4h7Om7ZOBenoeEXnA5cXK2XXRWyW2cac9k76
6/8nRDo/i9uFbBbrZM8+GMUo5vf3Tvb+/xIi37K074sRT2U8zXAPFfZ2Nbw4IDogNs16yS/nfnYK
dxAJPCt4yd0vJNtX/4AihQ3/z3hDKRbuQnRihiLswYB34s2vZO6SvrkuybWFUbrzi6b0bEeyhPkd
RcUGsfMy6CAra7+moOVZu+rVLBzQ2ZrbMYo2XUd3nk8/zktVXrZHUqVzM46WX63ixZSxL277YgDm
eu79XWVZqCr5YVyXpY5eUuMRZNTJJp9TFor7fWyB75/HUboFtlRs6Do5dPYhnafAr3uLC9Xs5RDy
DWVvWlx3nQjpNI396pq47mAf0S7gj3X1TdtirREhJ/m7OjSWKfu9Ws/VdB8Njy7RODa1CLSKi2Ii
4lTZsVUO60xxkJZ1ivPiokxf0Dx03s6UN47zR4a0GZNvp9wKIYNUywuhY0y4uyt5Grdt81G7ugZk
pVmjHg/ULSAGIx1wepi63kP/k4MLLsD8AmDF4mjazT3ZdO1lXhxMXdZYadKoLrvoCsWwhyvdp326
ltESQBwxP9zlMuwOeZPQ8HB+DZX7dCRF8hBeWSEBXy84OM41+mVM/pYbGhHCYD8lnjBHAzZW6IGO
2tN1Y31l+zRDcrXCVJl5YZXbAWiDNt8M2d4NeLyWb/+g05FAyf/0k22UjgGdqnCxr33EJUk6eahT
mIsO1UW5fEeiJDNfw7Ys+LqiiSIqH9Y6T0gWXFVcM56nNIUjKZKh27DpIZsgxa/2oQMk53tq3nq6
znQFoYRoEPuzUbLn8YHyziOIYWu2waBhZfaxn9927ZY3rzPmsMkVBk1IejUPj0sBkINd9E8PmkBM
JQEBRaBsSrbiAmKT+SIRjwy5w6+95YuvcxtKezySIa2mg0q56yEXKh5NubOh9Fswfh3XrZX+6Nxt
p5skVW7ekThpVQcjG80+hUqu++4t3y372Y+utFkIZSAZAMEcEJhI/cv4g+FSeU0t9m5YeDJ33/JU
Y4NKSz8SIK0ac3OXtAEE9OO+pJeAZAK4yflzq3KweKMDPVH4dBSGTzcfQ6NGHmbweM7S1I9tPl5G
HtpB1qnwLkcMltxmJogBbHfQMYaqtghtYyF6h9C7+4nM1eY196Kaw2H4j0HwgO4kbl+VumesagUd
oIw7mDy3MV8kGQLoeoy2yx1xvOxNCoSfzFvBfOfsz6+iwhIEwx8wEzDHG6LUdLqKAzCGDRKCJ93E
PCjAWlIzBg6bDqpIHETJqZ9Ike6NOeoCPvmQgqH2+7YFCmpX7QBx/zQgb+0jcX1eKcXagePGAfqE
wIgBsPSpUvlYVW7IBRP7lG+bfvjujDzxDVOTp1aKcZB1BM81yDjl8D8AXDLgAcByPRftez2jj93q
7yMdmoaqXR65TQErDmODzYnPOArLA+JTz83BP52GtbcNu7J4NP38fS2zYkuc6Zqm7W1Z+G8NmgDj
efVv0ow6sTmuXczTLjqUg6dDlVHtpw3iZNH4BQoRGUBgnm3MD3eghxaNkyxq1rgefSsOEO8mIFDK
48LXAbApRQq8H4zYY71lHLucBxmoAylNON9F02Xq9fj3ZQEtaqvry1flaEF390eWFEy5xJ8L34Ws
BZCsNL+o5yIeSGKut+O6cZyHBXACvbE9b7S2wq+cSJWs1gdjejPwCvAEtBT4LDwobmyrGb6kabjc
hCNx7qzU936mjIftLhsnMGdWvpkeMtOaH9hS1agr2FaHQic3D5E193My9ANqd60zWSDzNCLrez5k
/paRDI5lRN81jyvbaS/SkmQvee0u1aYzxnxH0tnT5G0V7hqzWDiRaBXEmK3cQOpYDTMMAYC8eiBV
c56m6ABAwtzds+CmnjXdgqqTeSxMCr5ZBss1JgjDRKxtx8zozZ8WBpkfJ4NUH+f3TSdL2raFGGXT
lZDlZI+je2itfVom/yJC9KmiU9kNZNu3WwfjEBOOW+X94vU9KN+1hFZKLRDOCR52TGDL0+tT1BSE
9XAyprfsS2bGKCUgl6nrOlKNQaOxCpzeYDNFe5qcz7CrqbSn36tFmnhZ3G9Z/Z1O1bWNwbxpqX70
VpBYbpF4tLxYwRmTleT+/GJaYkPky8gRHKe4GTzfk/1pWZmj1Ttiw8A9sAVzzJsZGWznRZhx6KoC
TNKe+2T2YRWbJrniHjE+gqJ6pNbkb4GQYmg2V+XYjj9HuIUj90691iKr8KWzk8cMxAfleuuNiVVe
0uj5vOoqDwO9LcyR4XICFcGpqBpj7vlQFjTB4BEGHqYsTdIa7x1rKVO8egZj1BValRIBUgQ2VLQJ
4jo+lWiGNSsdIbFwfo7WlqHq3q0Xvq6GohMjOewUtLLMaiGmbG7TYtOmN1MB89JhBaitF5RvKAX6
uIUisZdHezWxqiRDV9IkK4NiN7dNXETFdbEsz9H0ltfVTV9NSWeSt8k3dnW1Hjz7/fwWKq0FnbsC
TSMQzW6nXzBnA51dD1fT6IKJ4RW2HPNm35MfVNdFo3TYR5KkmA2ElODWEpdgP3qbqHzP8ykuuRnn
ePOQiR3alGmyQKpYFNYJPh1A/+OGkHQzsmXuHXEBIiDmMS35suknV9fIoPJ0rghb0C4G7KNPJrkQ
FwSPNVaw2xTlC8cUrbluzu+SMoJwXVNM/oBZ1JT7b9GrGridgUDXzIA2dMmX1ync9et1CIw/MEBY
wSbQjQarmpFBb/NHpuRIMpKC4ySCTBuURw3oCOHJ2q+zc+uku87erP5d3iULHJ3x3tlJBRiKxtyM
9OA3h6jRheAKhm8Mq6IchaFoAcMkH5WoHsSjHV/Dmqssij33Z8of2iI20pjZT34ar9nWApNNf+eV
V06zSTHY2l1O07ZlHxXZNsXu/JaojAtdvf9LmwKSPek9ZaXU6B1roMk08zk2RYA6ts2gGcJSOSIX
HY+ggodtAVvr9HhGvEGQXk008cyf6/De+gFA8EIM0v9DdyUua4DORi5yi0j6nQqaymHgnssoOq8P
EfZ7JfehbohadVLg7NAWCNJQQPdIznsgYTNhGIcm9eJdBF53EzTWhWENmmBNrLx8HwN1Fa8lAKMI
CJZTVVhZNVkVoReLDXVE4pVZ5t0MjLvL3uzoxulH82Ge7OmSLqPpJwvN67fzpqHU0xG7hfKggz+n
HwDeJrL6Ez7A6A7Z/GGme6rbLpUzxWTefyLEz48ujq51FrzsIKKjOY7A9epvybrJZhPNbyFgCrf/
oBFgSfCsx6riz6k4pyudIeyFuNlOXBrd5NzbLmR9PC9GqdWRGOnanTo0LowdrB1QfMCnDvo+ro03
f3iOjEOrbfYVv+2TnRxJk+zEzoi9ugzS8LAfq/cVOFI5fcHdm7dvY7htGjMOf5rdAfiL8Xk9f0e/
50RLd6G5DmnfLFjPNt/b5uXcb/PopjYS2u2zahN21b43L/22jwf3expuc/cj7w/pdE90OPwq/4J3
t0BzDzzM5kob63XobPVCrIFRiO7ti7bZkOw1WjWPNdWJQMAGuEiQy+PdIZ2IiFXdYoEHAkzf1r7n
1i4c8u2SOhozVV6ToH/DlLENZilUSU7tNPP8eWC9uCQWQOhsKcu9X8bcT2W8pHaR7iIypVtgyY6P
FULWIJlr1ErxJqD5qLmxVRqDvQ0Y+QJgAbm90y+xinEK0nKGKbNd5HypaWwaukZr1XE5liEZcImu
vC5fxeWQbdYgLu0LuwJoZbMD2oD/Dw28GKhG9gucamITpaWdABGKyxAK9Suuh8ku4mIq/sFxHsuQ
Iw5qcASjkJGGGC0C96N1sIf8W0CHf8n+HEuSDBKlhsDIalx31fPQ3PrjHV9vzOKOPJ0/6ModOlo0
yU3TkHXo6MYOpeVTNrhxBf5odwOCtdXdI+rWuBWlzeFFjwcZ4vlPfJi9N/pjZYmBH+8qLPaV/eDr
oBJU/gJoqv8n4vcBPLp37MXpO9aJdWNvK/thDxurT6huDEwVWx1LkbySTezSmRgUGcGIbU9DDASL
8xujWip0eGLIGeyrJsAET4+nV7ZIOXoWQhHn2sO4KUXTqS4VropDfmfCTXhXJKmk4xlxTJ8NKD6i
KIK84n7FOCbFm8dus5i3+7EuNwXbnldL6QCPZUoXi1+Xlg8vCH+erbFbX49Zj1HaK5Pu2JIM2S2w
M9Ayd16oWCvpMgsFSa7pOSbo/OQ7xBizokdXPN4JaH6eBVwZ/VksqKz23xwd+sHvlMKpMA/YuSLf
h2ou5gQlN+Rl1VQHM2YxJw+1aUxB+uEcL+V2Dnww4v0IAfDHvPfWWuIoyxEn78qFxmX0yynWG4oU
0TRcuPw6Cp5G8+CHj9lUg4m02gTA29F1fX5eF/GpEdixsf8eiNBPbcwk0dKuFJ9aDVvCHi36gcfb
bOKNwn+e34FP5wXAu4KRFH7ZBOyF/AQdImDfDrlfgZEUfPHd6o5xWa063tNPZ0ZIiTyRcoWH+bTP
GHhv/ZqgPIE59/VyaIYXHtkghav9l79XB1SUNpDsHVSQ5Jze7IxpGa2IFsw8+0qRLlvtLDkv4pNj
hi4Cxwt5f1SpLLlBpB4Np0LWAwnd9mNxnsYVUNc8trIsrsmr52/PS1OtHDKqeMZhisMOZGQAp26X
cvV6lKlI/+pZ2XWY969RpkP0U5gBAnQxnWti9iqSq7AWmMUIzRpEP6bzFizDw4DI9rwmKhG2Z2EO
TzjNT89Ek7OJRzhSSd5OfgKM0hGeRgeD9engYMDPxdHGexQg+Z/S0z3BoDEwAmhiVQjB2bNTj0nm
PRquk6yOprD86UKDLA+mAGwQV9CfSoeUpHSOlsrFmoVIIvwyrA1d7yf+en7ZVFJ8oN8APMND6jIS
BnJ0bS4eQ/Kr8UT6hj8UzjdMKt20dQgGxVXjjD9no6EQkMWRjxJHFOmJU1Gdm/m0DiCqB2Izny5n
B9WYi6i5MNwry0v4uvWRLCnYRxFcoWnp7/XEwx4lPA9FGYDGnAqPJuCUtjOtAcTdJHmwD8ID3pMx
ShoaQSo7BHsSDBCd05hdliKE0AFdbbRAEBq8EvCY3/LMfTivi1oEwl3UI22gnEq62I3Z5y7gC0Ec
mx3agWFmcm6/n5ehsgvRRYy3F94JmKA9Xa8sB5sGyFZrFLG+hUhnBR89SIvNvyaRg01gS0xYHiwd
jz1JzFSULPJ7rJZ71XTRDXWDDWbtNXui8HInUqRgF+UO5lgEUvoWQ/ukB1mB+4PWVFNvUa4Z3iEC
1x+5UHn4ZCReETUzxGT+OwE7ZJXG3bDRDu9/HosTi/afHFxGp4vW+mPjFQxyqnrYGN1+5V+c5nLN
7Tj3QYka3TbITnRJpYMqUlxNJ3Il07a7qMrmVMh1xy1G1ZJ6juKiCrczd2PXeTSRJ/hrKwSIsOWh
xwHgPsianWpa85SMfARvC3wXcMmamIwsTp3XVDeIp9i6E0HiyB25QR9N+ZazQNDgVPQpII59QHm3
uVr69ksJuGmNXoqVjFCWQiuFF2BwXO4qmAyMjFsOnMTQlq/ANduM2TTFmMOKC7O+cZCUS11bI1Ol
IkiR8D5GbBF+SqiUgQVE5GKqE4f7ADmb4znfRDXoHTpNZlhx2uDhf2M/i2tFznKSmfVdGMB1IEd/
GdI6j30LtQAn0GG8qDRC8BqA9B5sdcjdnm5atJjtzEpotODdT8DFGz04oETpHc3KKRU6kiMZR24a
rj+TGb4wDfbEyhI7oJtyWHfnjV11QUbH+kh3MU9zZKoo9EnXelOWK0ASd0Ow9Zek9S/Brc6B7NsZ
mwHDm9N6RZy/bfIRbyUMO8JCEEh7ct2gBoqwmCavkwhjBJZRbu3F3Vp283heTUUMdSxGHlhI3cmq
jApishzPoPQLc7on12w2o21dNK3OGJXSxEUsUogoIkrFEMI7brBwhVIwC7Ntrkz3GyE/s3nY5Hj9
nFdNcTED5RlVINSDPNeVDdIyBhPdQlDNIfW9QZ3roPt6XoLSFI8kSKbYmUuf0QgSgmJO6myOV2t8
BEOFxhSVingeMBLAvoPAXVq1kdQLnUG/kwxh9mAG/MkhuvE5cThPnsu/X+ZgaPLxAo1AE3B6eBuC
/6aNB2Pn6WMq+qqa5wDJDreNw6e63gLrMnBvgp8mAPlrOu7Pr6PKdYCBB7DCIsSxZYz62h261FsA
ol6EdwVyUTX7TqZtaq4a16Fy9I5gboOaIWDxpSPde5RZNkFLUuEEN+iK3vDGj9OljKOo2s+hFROq
u8ospW5IQETYwCgAzdDpylZgSqyZ69ZAl3Te3IwffLDIfQkq56odvZt6GvxkdfNnvw8eCeMs9src
OvQuMy9T2h08t3d27djROLOcl/Or/rm6gE1HNwrCYlGBAlz56aeh/oW8Iygykq4bYi93Yua7sT+j
msJ4cbCbdOcxQEsZ3RR7RZlY6Jjx6psSEx8z2tbnjsWd98vrdANtn/Jh+Cxc53j+eji0tpy6gf2n
rMgRUNdjsEGtFKr/Ktth31gv9ZoYzU1LN+dXQnWOAw99m7j8I3CjS9bfBsaIynlVJ1ZHi4vOrNyk
dHJ+0ziV/y+ioCCipwi4ifJZdkMypHUE5Zp+vYkWFKW5+ewH7Om8Rp+bNyEjgBR08qLC8anZCAVP
n5oiKl1BBRqU+cs8kpth/rmkPxzGDmE+5rE3mQlquU8W4VsP8OgbwzbBLTNZmoBftaFAKMe6og7u
eXLHdN96FiNLiqcms2JnSAB4mHU70E6kaMlboucp1zhM1ZkDAjtYUXF1AoxdfscAp5b4fQYLsrM4
nb4Fwa5u14To+uOUih3JkV4yYRfkRtgYSNvPLyO/n+uD6WHcCuWx6MZqdy37h1gOQI5A7hJuGvWV
0wNL4CWNlOU4sCGwxZFdNwwWD72lcZOq43AsRizvUfjtjmMxWGAFBcDQPQuaeMSgRajrCVP5Yrge
bJNwjLZc/MY5oDSaCM4cv03zG9oD8Tq4iMzdWG9zHQe3UqMjYdJG5WbfDLQqcL25Ztx1VzbZD4Cs
PH/mVMHNsUaSpy+HbEAnGzRa+p0RTEmNQcK8uR7Jiz3/i4H/0UdmbZwxfMeqDKIy66MNL3j50NvP
nY6LVHmMjqRI94MfsZIPHqRE4SFq35b2Dr3mM9Nc/spDhJQG7ABvMIxeSdaWVXNBKB57mZNtoumn
aRNkW9+CASAOBtlZjpmEiy4QVRmEgNKKQEyDZ5Hs8UnR2LQPYBCI4rdR1cVFn21DHTzc7xF5Oaw6
FiMFiKMFvBwjghgD6fKXqfRm9DwPZCy2sxcsTy4mA9MdwKlrL0aLyEQ3rRXNX3Els80SWRmG+MK5
MhKEBFbzGNrG+Moni4hmpiEK0DLdw9SWHJ1OUd8E3+iyRo+z31ctEg5W+FSkRfTAfaDyzDQdPjr8
FlRj0bnxXnVg4h3zJit3meHOI4pNwM+I8xH1roeeIaG2wd00AMS16ADCbTtmuWM5d+otY8wddsFQ
+QCtXZ3N0AftfZt2KwhKi6qv4qkdgyTgXrvr0LdAsxFzroPb1FXM86mN4gV1wduoH6019n1e/zBA
Dfq+mOVIYhKghTEGPgleVdxdEVIPXTYlbtHa/mU5B87GDjLziXUzL24md/HvrZxGfAvQBZZtA25X
dwA+njboW878OHcxh+ZW6GHCrK2ZvuZtxIObnOK5mBTMCe6snvaHPOuDHS9mOO00zBDydENITWhf
BC+s6LIxnqa52lv92OyoG7b1rojGAdVG4rIrdEXyr6mZF1PCuNGCashuK03AoDqExyYk+fx+ZSvo
+3A8KKpmQ3o7pY8Bckth+Xzee30uCSJiQBFKgBIjTQBqqtNzOBSmm1sij7nwu7q5AGheYe6W7gWg
tHFbXKXBwTEuzstUnsIjkdJFw8N5CGoDiZcebcit3eXIgrQPWbt+nJejXEPUHVGPRtsazvypatHQ
rXNdQc7I+wuG3v+mK14Kx39sJ6bZLvUy/pElV775UoO4V2ScV//CCr+Zy8PokmQJv7rtdl23Qwmq
dB0XjOKRIdqqUTfykU/H/IjkqdHhkfVoEEYuMLrJuvuG3fT8e5Z/XZqk8HYLDix5xjmPMdVqt2Pc
2BtSvo/Vt/PL/NmTn36FfbrMmEIK0zHHV8wlOh3Tp34pN7XJkzTfsPYtJwkZNO/WzwYEiY4nupIF
sLCsd+1hrpXkYw1WAi9pO2PnkvDAUp0YRY4XcvAgQTXZR1VTLsylbPbbam1wEzL/yY3A8Tvn/cWY
R5e+g2IxtUuW5A4eeSPpD6QBORYwucO/Ny3xFb5AUMZjDSOIp+ubWuhRtkrE9LR7JdHPMl9ip8eq
Gh8G/TovtxgjXlZdqUa5xEdC3VOhJk2rrHexqdxbLwrLfx/zadf0riYKUJwbKCeqDkinY+ZMzkCY
qBGmDcBUAcEOZEF620fPFDc/vQvBe9Fv6XBDU12z8Ge/IGSiciiWFPegdGzAnDNFUw/zGejPfigB
WX6bpgt6CX+ePxjKNTySIx2MNIqapQqgWz9cNtW3kW4t9nBehNiG00jjVBXJNnpQ6KBNBaqM/cNq
NjEHgPh5CbrFkgwhtIfAy2soUaKbGl77UJLwIQCGL+ZqNKKUjuRovcR6Hj1AaBsWqKpAmTq8M4If
xuDHKwd4WBqn1jWz0ngAnM7fa4cTJbrzQQUCXoZTkZHTTZyFyPbaowvKnbuF3NYz2Tk6XBWVKRzJ
kcfRWD44i5lDTm7VV6Ct2Y5+tVmrTOMrdGJky+bV7E4mxEwAF4kwbpTTftNSXdv558EUEIzAEwU+
OGMF4K4kBy1eLTFDZEBbwlbUTVjq7mxA9C0xL0eH3mDoCvmrsDNuiUnmrdMv9ZeQ0fnKHgQDJOvR
/3N+I5WaH32RfbqRgdO7CKTxRWE6PzWp9WMI3E3QPJ2XorLQY72l42bVw9ouKdY3YG/R2IK1DgOo
3QPaDnJzRXD2jvr5eYlKvUK8lJESE+GFJDFrSdnmNpLAhITpruhM77Jx5hJFxkoHEK7yJZiaEj01
6J1EOHi6hOB3G7NGiJom57pPm3tS+8l5bZTuHmUpYT0geQXV+amMPC2LcTVRCeiAxZ/1GKa/sM2L
cd4Bt82K7m0/j8dJM+ej8mBYPjTDI++JIEmSaRgRaBU40r8ez+LAGpNqXQ7Udbd+PWp263N2AwAs
SGSLVjdIk3u6gjLq+pXYNUp7NF6NzTpnseV/9PZNzS7r/uX8aioVO5ImpTcCysaVUkjLke8KwTdu
jsg8DHGjw8tRnnfck4g1kaLFqZfcpLH21VALvRbPBFDzuHMiuiHovBwHIykCa8OWN3RxJ0vHb9Iq
2KXForEcla74AOS/0JYlrOfUcChtWlBi4RrK8Q5N6fcpzDcU3fdmRDR7+DmfA0eN/CnKmSDQ/dSX
t4Zl1BJRYCfDcIMUeb5PaThtxgWwsNG6oMju5fbz+Z1UnXI0AVq4hyARUe2pdu0ctREx0f6b+SDc
6mk1JFnH0u3UWj/PS1J5MNGeB6QCQYgpo9MZNZgIIoM2qC8687u5rKwHz7EVgO5qcMOvjb8Mdx7J
GBq3UJ7EcxBxqWaBlWF14GOBTSCpCO7sU209MvsZLwMkw+s0dhyGcu5TF8W8/uItd6S8a90739+v
3bg7r7tylX1kfUAEi/yR3KNuhcHkZsxHsGR8NVxQCuEVX2eat4kiBW8hkkDrMHLfAYY2JXfj9ym1
PfSSJoGdx/2yb5p7Xjz4FLmffe5fmMO1be9W4iYMcYb1gazDeS1VOxyiu8CFPaFFTnZ3mC0Ka3RF
isakuzlkO9FxO9574bVTHBgncRD0mrtX5fVQXQMalIujA71P9zPEblpDBY15+HW18DC5p2hmHwBE
FfBNNuhAXxUHFI4Azz7hkFAdlVyB3TUtZrM60foddlfd4oZgietzwCq7Bdk6SDLtxzEcUo2Wis4A
XP2o3aBzDai26Mc6VbMp7KmiFHLrZcfdO+bFczRhvnjGwxecKjeRl0zhrxB1NBQoNpb310DsYrwK
PaKYV8VkIY7vqfwUaCwGGwF1RO1LRr673UOe/ThvOypHfyTDkbualsBLPb+HjCFyH2x7iimYDbj5
vfDKa3QkXKCm/mXMlg/kN2N7sg5tqYMfVRjTyRdIzgFpHITGIb6gASNwBLy0YbgF2s6VP/KNhy67
hRQ6fyROpPSIQrHsN3kEBgI/NTh1lVNOq+U2idFmq783PNa/T2uWCgpANj7mSN8+dKbh0Z3tgeY1
Tr0gy66tzC0vgraZnd1UueZlEYVMNyakCMmA0uugKOqhfxvP49Mt9/nc8EYkGLzC2xtruGuJrgtK
KQJnCQMIgMv4RN0z+7RcggXOGLhah85G1hddGeetSnF3Wxi0FgST4sXw6Y0/LV20Th5eC5Re2F0G
Fr/rnthxlKearVRJQqZPYNLBN3xqMPWboirtDB6e/A9p57Ect7K02ydCBLyZotGO3ogUpQlCErfg
vcfT3wXe/xx1g4hGbJ2BNOEguwplsjI/E3ZUez0ns6607NGT/yYOOR7SFYo0tVzPv4sZm2rFHcB3
ScRrSfwlFsWh6jlpQ21Np2VxS6r0xGk4IidIleQ8liwoueob0SSvd+d2L9RjbNE/SHGElcq9kL3o
zXWjXSXti6+vgJ+XtuJp5Fl+2aZyGfglWYk43BrFrZQeZUnYaMqd4b9I4+HyIlnKCgDaTyghg6fO
J9OlUPW9ZBCzbJNb6o2ayU9D+8Vq863nZbs8rO1a6W5FMboxBfOqktxvl8MvjRUULxYKxlQu/vgK
J7WHoKm1BmO56da2XgfNt+VMwS3axIBNfGOxXtfemkrV8ojJRPSp7g7baLa7hX5QfNdjxH2kfekh
egqD5PRSHW0i3bvRpQ7mCo6rubLR3PdEXaMdLGUq2E7xrKRXDgJnfqEori8Zbc1uyaobMyeXP5pd
RZN5AP99MK2tae0tdxejQhdSBtxFa+JzS69BSceJdVLrIPGdU4NKK3CrBrv0TRceJRpRNcAAVfjt
czbowiEejqp7i+fRv//SAHeRY/gAJswh/SCPvcKfLhg46OFNVJcJJj51fmslSK83wZ0Ruj/ayKpX
mvhLRxPsGDQKoC5QtZ/fa0qZxoFcZxu1UPApTm1DJ9kF+SNC+Lg8woUECSUIWqvo+IKDntNc3Vwt
RSODG9dqvzAH2aNp59S8C626PBqI5F+OtvQVeU8AbCEUJdyPLsXJ1mliF513iycFqc/zh4W1jNGJ
GG0ls9h31UNriZu2cXcebcjLoRfm9Czy7GgUMtxuuukxU7kPnRtu6hTYUuztFGNN73TpFCYUl9fk
dslyneW4wjBCe0k4H+pRuVLpxXLz3/iC5yh5uY0S1U5yf5eZT6PuX4+dvq/Etero4mANmeOJYiWb
dnZapGNQyH7KYEfhOxCySqjsvH6q6DJfntSFkxBqCL0GVAAV2s+zkTYmTWP2JGmu1FyVZrvlqN7o
hfRLSOuDkPTH2F0z21iApE1WUFyo9LJ4PM3fLGpuGMj+EjMKjhp6L9qV5O3L+MDbMzUP/ugkxldN
uEmtnRy+YBZl45yrGffNv1bRJa/mQYGICre3irPp+V3bKFbvCwO/I6S6EO1V5Yuh3ZqlSyv+2orX
zDkWv+ifaNqMQtD2QxHQaGemMSaoxa/UGpy+V+187chbOhAoZjC/VNwmDcnzYbmxPHRNM/LoF+sN
6AqaLc1TKuXXvhI99Vb5eHkFLW4WDh8ZKhg8Ohot5/EqsRcD3orZRrIGYHw5thy7qBFtNb9FCAcl
Xzd4ctPXwETkLvhyOfhCPkul6k9s+Tw2Bt6SWNI0B7fogRUPbyR/Dbc67YDZewHYJJhBah+omc7r
F1h95b7pIiUZC+bWBAWgiQNZYHC8PJKl+xm014Tlg8o6YVbOh6I1kN3VmmZuVVrZPvB81R7VxHtM
TM9yWq2P936T3YaGTnBANNWghrbvDSSGnvaCvHp9bLNkWEnmPy6q+ejBjX6Yu8DzmwMGkoGkIWz4
uCWV/DaW7A4n60J7h5d5rYoTl50DWP1hBbqda+VebcoN2uqHIHkoTf0QabXt0jsN9eDaNfW9LwtA
6tc6fMtTpykG+h1UqNQ5Z6WtmtAbLFZB2mImH1410Vvo2kBJ0Cp+CdX8qAZvUqXYst59kZN4F4al
XYprbI+lhcLyQCWb5wjJ7ewo5YNIQURbbhMoEHUCVeoPgJFBplflSqq+HIl3j/lBV/xINU/uYOp3
RdxMT9hQlQ+m5B+qNt7qsbG/vCSXTiw6tXTeNSrB0NbPV2QvKkIIURVnH7AoeXUIovcASrG6JlWw
eIJM4GmeA2gnfSpTpgM0rjqEHJ0VritvfXx+dppY1iQSQvvSmoPxVWok6ZD4Rn5TGZV0Y+qldK2m
OaJ6kuWtnWjTUTxf9NZUfgHIChN0XqDFpFlWtMmqoirtNrhxs/dG+C3XWwPZZHlfpPt4bZ8tTfVp
xFluM/h5WVmTaWaYfivETSxTFx7uO2Wt0b90N5zGmT3y3MQVs6ohjiDHO6EAdWb1G6Gvjlht45Ti
rxwfS9nFabjZCuoUP+iDjomM67exRAUgf+6CJ1FwMjezM2t3eb1S8Fz6cDQN6PNPylXzzGIMk9BI
Fe5YSiCAM5Oy78t9Bdqr2rJl9Kuylgtl6wGq3g24Vb+KeSk/CJo1KFe1kbT0KnOp3+mRgrFHQ6HE
26njMDzKQyYaG2VUlPiB06fY512qGofAjfofkQS/YKMNnrL1R49j0DO96LoqrLpzZEijJfr8beZv
e00or2IxE7bBtGyVVHaR+GlE6d2qxeogV100OGJiCYHT+mFqbKreNe80oQiBDUpm/qB4qvilkKX4
TRMT5LgEyRzJ8ivREzdqILlQEbM6PDZJp5C3DhYabbDo+A1mc9carqLZsSh4P6QyyB2qnuWzUihd
7gxN0W2bsBa/w11gr6tioMMMSjxf32l+IV95HbbBdp13dbxJqk7z91UCMAAQ46QqIcXqxMsSD1Yh
I+xZx4082lbeg+8I+7TgaELp/qqLfAvtQi803zMcOTZDY1i/Iy+XjoliBXuqBINjxZCxrgDVo/VU
I9ZnFxmTbHtVOIQOjn3NBvwgzoP0YzgZukTWo9vAbRDRwI9F+51Ybv1DCurB3EReVf5qKil9zvCL
cm2tGEynNgXrd6wxqU9GZnh3mGeI4cYb4gxKhDreqEgab9sywj5B4rJPO8vct6kr97Db62NSN+HV
2HXpkfKWfBRrit9Fn3eBLac+JrdlxboSSsCTV5o20BNPtczcykIbeA6yjSkidK17K8q5UB6GVDI8
J5JF4TZpWLH2kMnZm1wOQF9cUILqphzGonA6zNayx7wP/Wu9HBR1U+RjAWmnL4rJnCyrtG0f+d4u
9LvqTtBG6Vkt+2AE+owVuy0rmSw95Fqb5tumkxrvVqhL5abv5GqrkPr+hOpe7JHVAJaasx6SlYfF
4qE+8TvornGOKnOecVnWrJkEH+MQYTVX3vvFrdx9i4I7JbLT8KBkv8vRGZQb3VylvU9Z3+z85i1D
ZQey56TePjtNs7a2iioiH4AffAM77E7z3iM8P1B62cuEG7p2R+/7ukgCu4rBvqvZylG0cPChlQWC
HxwZGt7z7kEqiGPi600GNEOy5c1eu2k6lb0oovqwZsC3cKaTANPF5D8S8PmhF+eVmgwG2UAWVegw
UKh20ZSIIDRackz91SiV6BpOQZivnO5LgeE6wV2EtqZ9kuaQhFirpFqgotUA873LE50u6mFwv7hK
sLKaluaTWgqahDKuHZzt56lIPnSc0gVYabdSqZ4VanYliX0T26jbIp3EodU4oydFqT02ercmarOQ
b9G/NIG/UNFBk30WvVaGKhg7oqv4P1diw/XlHuNgzflyIQlAIBBuvspDAAjDPAwFSDP3c5IAqd6W
2gEDCu7pL8baA3EpqQcgQZbKTPLun6/OQe9zJfcCWH7M1VtBd5YS3ACJaFODRMcWVff4FX4YDeC3
O9XV7YGr7bvbNm1hx54X3aSeZFz7VWsdfE/3t66be9d+0AlbSY1bShWVHrlOVHd0Q2MdkXC5bP01
Ys5SKYrZAtwvT4BfUL/ni8Jqg1QTG4ysc50agT/afpxu4/G7r6S25H+HOiPHTqJKK8t+aTWchp19
pqhKE7kMCdto3TZPvijDsI/XjACn3z47wlBVUXXgVhOAZp6C1rFSDa1IStxSnfYU/z7ymofL6dJa
iGk5nr4ispKN7REiSSK+sOs/ynXw718qU2eaVhCqpVPd+TxGWYhGG1c4SJli/pRWwg/PjXd4Cqxk
7FMe+Wm2TsLMygBNEJd6bRIG0/Q8vs8gJfjBbWjZsbVV2q+Jvr88dQsnH8NiSHBZdVR+Z0sgKagZ
JlqFzP3gO1lW34ejsa179UquXcdIhpXbZDEc8hYTpXXqqc3ChaNe6I1E1u5SY5XGeKsVOgQI1LwU
/zZfM0laOGtVOs//jTZbFxAveiEciFYK92NX2bL8XkW3tbbz6cuka4fR0qeDngFxkB2MvtNshagR
wpt+N5m56P+oxtYy9n33Ow6/WJ3rFM17r6411pcmEwkIYE0W+DcKU+dLUlV6quVeVICxgxGZubk9
xmpvN1G4GXxj2DR68/Pyalk4MKgJkLlCiZ/yodnnS/w+s7JJnSHLAIj1+r3naXuZnNi+HGdpZKSH
Cq911I8/CQuZw2AE7DUQtdW2Ha+RFbUhzvglyeEa23M5FB00Tl+kIOZIWsVF02CMgU0Z5VsmioDQ
XgbQfLl7GNaqtEsLRIc69n+h5mBaPYjIoySw6ZC35PKu0wtHHvWNwe6LzR9J5dRroitLqSsf7E/I
2RIJmhT9mp6QBsZ6Rf5ikbeJfbJVhegB7KmdTcRaelyTwYW4jy1r07nyCrJoIRmYwFKo6VskHTSS
zpcpDcq2DEdmOMYkNUC02hLK21oQjyZA6cvrZi3UdCCcXASx0MqKMCkCFX1xMAvNEUhc6z6CrLdy
5SwdLQDxoVjgv8YXne0EpR+s0hwAnYZtunVxJ3BkIXsW+m4bGsnWjIVt32crV9DSNXcac3acGV6o
+21IzBg/+7RUqAs+X56/pf1toDSgUn0EUzHfDC5oPrUaQCvmmovOYoySPTA7c0U2d3Hu/kSZ74MU
Alo7dqCRx8aiRCG8BpF1N4F2BQO7I0/dt96aBdrS1jsZ2Lyyn9W5pI8RMGvd/6rHD6b7W+6PQbUd
4wc/edbbfy7P4+I6PBnh7BYP60AWgymc796aPTJl27F8XZXoX1wPJ1GU89UeaPQQlWkeS4N+RRdS
Ro98ZWX3Lp2PpzM3/YiTLZXR7ZE6iyDwrG25P0jNe6k+asEvXdv+xaRNinVA5EzO/dlwmrCpDSlj
0lpaAaFYO0pwwC3Jcl8vx1lcfidxZiMKK6uhBc2IlGm5NdEvMxc3nRTuotj6prnqVR5Ff3NanISc
nRZG2mnhOBIyqSmHuo7vP1UDqpk0DrVffrvW2l5cfhCUIdgBz6CXdf7NBq8yY9mYDidPsOP2Lgd/
1gaPWrTWKFhcHAAgJiIfkmXzbTW67SCLCYGq+KuW3ArxDpbyJrW2BfWkv/hqJ6FmWyqlEGf0CqEG
4UaMZFtOmm0cX3nURqLoRlvrJi/urZNws8WoBIovWuU0hWKxi3z32uvWXMQ/O1GgL0HB4b+zN1uI
SWAlgdpMszd8T/WnASNxv7fN4apG1H/cQdJD0jDOD3V4wBBuowcvnfWk1w8DQm2V8OXy/C6mCqe/
ZrZGQYkiDa/ya/DDaspreni2AU60rTw7168tUjBZhG587afbVQWMjz7P/NkD8AO3QFQwYC3O8hRB
xxrKrAYUD0z5W4R4uVx0d0JDbiJF+8HK7DEtnb78nloxlGt3zatwOT5FGdQ+yFOAs5/vmJZOaBcI
8DsaST8qSotvWWynzYuot7aaKKhMQvZN3B+qXr6p4srpsNT1AxkLsZ/u/SRVNxt9pjQt2FFG33Zf
u1R3XLl0BnMSQC9eXUs+Uubd5n3E0ui3nha9Ub3dunp9UyarhiRLR8fpT5ltM2C0WMvUTERqQW33
t6L1Dy8zsfAOK8ttGtP8i58Gms14DW19ImGRqhmkv9GrYmIZkNtV9kVvGxwc9wXVl5Bmgb/WOVqq
tkwWJxMtFU4G+pTnHxswQdQWFtPtKZmt5ABF3hXxMZG2IfYPUXjvD3fJXyAvz2JOl9LJNTqq7Kym
IGZBIb/YysGgxI4eJh1wkaD/BpGie7o8w0vX3Okop5ToJKI/BnnSSkRErjIUrqMcGYbM9vuNIt6G
8VqlejodPn/O/8wpFInzaK5UDKGc8zmNNLsKsuqQA2Q3rH8uj2npvvkzps8IhrEEsjyNaeibTeYW
ZCPY4gXPicUwx7VW5uKRiPka9DUKWKY1h9XEsqRnDSZIdGqw3Rk3ovioqbGdG19M/SdI3Tgb7EB9
y9z7Jl3ZH8v78L+h5xibqhe0yBwIXRf9rpN3SdM4CbZgwV8IKUxWUh8IJk6fT90No+yhSclESrJX
392Vw0b2bmWxsyXlKg4dY9yMq6bIi5v/JOZsNxjjGKdSRkyd0kFk7GKR+jC1/nAnaNc6oqTuVhec
QPpxefksUSHOxjrbE0FrCk0sETdN2k1pHcv6TtM53DF5vAHHKQq1Q1XPz3aNbLv62h5Z/KbAyEEy
TVZPyuyGlej/gTcEFR9n5UvThY9B1206/zUW1hSlFnfjSaTpl5zs/bpvYzStiZS5sZP7vqNADs6F
dHt5PpcGRP2Y1aMAOkW79jxMJrU9cB0YirEA6cEIQ+h8HudoqqrfI6lZef4uRgOviQME/9R5G84s
ykQSRAhCggy931XAhfqbRCgeUYXcXB7Y0vzBGPxvqNn6VHI5Rt6HUL4AETlSalrOkLydXNf2lyN9
FFjnB+dpqNkcGlrqt21CqCy9ruTvsvWg53dNcePnvyJcVMfvovQquQe5/ZpFT4hPWWs2rktn6skP
+HAoO1krNGH1ipYyqU/2niRXonkzGUua8kMSrHWflq6k01CzPKctXLWywMVvqtH4HfmvURrYmd46
ucDCAYfaqvHK9C5+SAqVgCJBfH3SXBdCXYiq1uVDptoRTPFLk/tO0f4FfwN87Z8ws6xJMX16aCph
yCKv60zdjYQIeu0Aom/FBmxhDmFTo4CoA3+GDTmbQ4xZ/+9zGVZXbWNXtZxOTPC/8IyHkKqao5U9
BLa2KlfyiYUXERJukANNOrQUFaepPl0nKOP7SeJnGy0LhCelSYxNgt7TygeblvtsO9A0pBM7ueEh
JTXbDmOhuFmi8DBGNERvHDFAIwQdoe8mFY4YGyCpXGFZy0vjQo+fyj1mlZidzsZVZC0Vw2ICu8El
UCA+x02LRC6OdI2GFoF2wA1iG8iqHWnCUUFt0DC8rVYH+3oM7dLrqFx1jqt321E3voiZZJtmTCU1
QnkpcvLU2kRy5Fw+NBZOQg2bNA7BSUaGisn5pxh6jKf6HChjWlW4eJKNhHYcvif14+U4S2tNg/DK
Pxgun8wJjTYVqGLRj+/rvYbXpOsfPXCHyOWo9cFgH/9v4WanbiaVo2iMUzjvJbN8W7Luwvbed1/S
rrVXRf2XngEIWgMGxOQWxPicVpvkRdBXog55uXNi3OWs2g4jyalkAL52pR3H7DZbI2MufblJtBtQ
B0fSpy6iJzda78cdFIfSqZV4k8b/pMOXTlxjxy0c6h/i4P+JMzuQkPmluyCxjTTz0CL7o9uaoNrS
uInzVczj9FKbb1lO1sk6Q5F5AcxXo9eXpRoQy5AeevVB6BFga21k8Zq6RVB+B80+y3eILaFjuzfX
Sq2Ln9EAqzbRW6c25jQVJ+dSohuhngz9xyKtxV9R8d3QdnKLqCWGUagZNPu4X9kXS0fGacjZQvVr
t08rna+oV+VmHK3nRBFWTtvFD3gyqtk56OvK0GktIYTCvyk0JBrRIG3L4FaL4q/tquLkUgGELf7f
WfyQBjyZRVmPq9ysmUWj6N5L/97AoyT2vXtqYFe50jwLnrmzKFTW6lv1VzCns+izS83KrHrILUbr
V8eo2BZhD37xSWjeXe/V9G+y/Fkyt6XyJVdXcsqlF8FZ5NlGCQRZTgeTyDhUOEKJck/t32h6eF/q
2UuVx7uhe4Luthe81onC50F5ldo1zbzVyZ/VQiJFH7IuZ/Kj4j12H8ExOrW1ScL79sOIIR15i32t
1hx+F88ilIsxNgEOL82v2mHwxD5ViepLTlo/G9WD2+3CdGUhL90hyNr+J8pc+zMK3SYTNKJoKnd6
w+26G6WDrH2XK7vsvly+QRayB4oCIqRgiJjY3sx2TWAMKVR/jiLLhG4T7fX8dbCE51JMbUhXOHfI
dqz5Kx2SlaDzp7oKz+j/89vbzMnaF829DnlQ+hr10hvDC2w9Xbn+pwN1duBOcDzIDAh9kAnOdgu6
cpYHAI8cSXrMkZaSy+PQrrXgF1bHWZDZxtASPXFrhSBj/1DzSo8thBnIwbSVS39tMLO1HwimBKJg
imP+9MuOWrhrm//eegkAIwC/6Y36waE8vyPSAt9MPCxYhPFGjV/px5njdtCQF83XPs7ivEFX4nqn
mPJJxsKSwVJnIqFy935s/ym6Z8N71up//wpgQH+iTDfUyXE9RnSUYoEogkGhNLYLc6u726L55ikF
LfyVBbd0xyLhLEHm17kjxPm+otPtVfIUzkjuS+9npxS4U7/q2qMxHqRu2zWID6ysi4ULkAKtYUCJ
B09DxeR8hICOTTWeksFYqzFvRcPG2GaAnc2bQg1Wxre0gw1OQQC2pGRACc9j4dqaya454U6xHc6i
oyW9+Nmb2fe2Vv8alW3JCXz5oFpaJSwPxKpImIDvzA6qodBjL+yIqAFYFGp3I6goM4yuI0NM+p9C
zd/39BwirYimUEK3ifroIMhfFcj4Y2au9TGWR8UTysKZnp7gLBWrPNnNe0/LNkNdxu8pHPGfZi4J
byC18+fKkF3clbPYuwZ6H9/E42jc6IOMPYMkWf4xaowss80e33mkyROpwfrZL1pHVJJ2JX9buJOA
N8iSNUF9aTfNZj/X+r6CFAGmmXYsxVW9etCy1o4hhCmZj8zbt8ufYGktT45b8F/J+VVrdpZ6epO3
eUU8vy7sKEPr5VtPOq6LD2bwF0QVEFOwRnC2QWt03twQ1DJrlGlsY1FKX3vZH7aykd+WyNQ6gNPu
sFEIDgx+BdOx9Iw2UMuY9Dh4Kn7ar36sQAoNQRZrpe6+mqk4PAHlkJ7HoJeljdLG9bdOV6KDrCba
70JrrB9wVttt1TZKaPf0fI5qWmlv7HhvsPU6MZ/MMNKivZCpXefoRev727LVo6+aLyBaryuVg3qO
9NsbFeodkuRJaw+bhZsJ1xfqxfQjqUnMXcxaz8ekfsBAGo3Yu8zLbuJUAQxj/PuDDo0RwJf0/VAG
moPeoSqaqEtHObVwO4bjIcrP1L6t6KfSrSz7hWOO05Tz25hkKuRP5MI09TM1mFhwhQ2NNR/wZKuu
yp4iar9PMv/I97i88JcyW0JChINkD3t9DigyhbLMCxwcoZr+FqM9J60tNYEdJ5u2j3aR9S3LXj3l
NUxXpASWmNmngecYoz5vIrFWCKyiKFkAqa8EJ7QeNPeHHLd20e0C98oq9ojEBhbmxQ+l8RZ438bs
rlrjFix1d89+yux26WvscBqdnyII5UZDXKuT6G8njib+CI1qo5QHObnxRgd6uIdMCdjY9C9UJhHJ
xkITyD+orjmR2lBcOFcKAGkXeYxQu/d93RazlVNuKUvgFmXLQF6dBDZnx6ps1HLi6hPSmyJZt4vl
H26yN6eFXO7C4arEdUg3VsWkp87iLBuehB9xoIQ8Bi512sYnqZCb81O6aEJMZ99k9Va2YkfTH3P5
UZZ7x++vKnULcODyul64QM5iThfhSUzVQORcNcFtCnBuxhie//Bj6hRocQxxDAg/oJvLERdX0ekw
Z3drP3Reb6hTyHIrZrtM3SfjfkJKSMYhl2o7yI+Wd0s1uC5wD3nMrdfLP2B5yJO0AiuIJ/Ps4/LA
yOM2hgApird55lT1k1nTPR+3IEZSjuzL0Zbe5czwf8PNH1VRUES5K/FVQ9HfKPIhs+6G9tgUGyHB
Dxgan6u/5uKBhnOiv/eluhZ/eVX9iT/btBlqC9DVGa43HjETUoOvORw7cTMEL75y6PFi9sKVmEv3
zemQZ1lCF3A3yNMMy/Kj3/4jjndq8/vytC7dAKchZkl13rbx2IvMqg8nPwNFJUo7DRCElRxwzyqn
L7tyAyykPhgRQ4mGBIR+4xwhJnSS1Y0KoPjRuoK7KLambZU/A3dvrH6zpVDUVtElAmSsfPIds8pE
dQevyze98D1LHW0ESxVtFdhy/bgGfFvIdCGtTxrW8HbQ3ZgtD7XWTBSme2gTCX359Ib3+DYMf7XF
4fIHWzpT0RenfsLZxuNknoRIrai7iBVwjzUatsepoUIVU2MVjfqqxvhsqERulN4S0xtdMGHqJmHT
xU7h9clKo2Rxek9+yXRAnJx5qOyqYquI2JP7/WM1/sqCtxpkwBDRGx3XLs3F+bXQDUN9TUXKfja/
pqZ4JWINIINGjFVcQ1Ad1KffMst4E2IAQ5dneSEaaRF6H1DyEAOaC1qJAfI1ZhYWCEEmX828bg9y
YJawoPPosXWH8ng53MJGBwlvQAHkMNU++T35XhuYhQVvQwxH026KCDSXJGPRWKtrmpNLI6NZh7O8
hvgBhqHnHy3Ac9XCTqjYSEq+98t0m7btsQ+MQ91UKynXVHKY3cNAGiAb8GrHHW/eTmm6jqZjRSgz
rA+J0e99Y02Qb2nioITQ+GTjSZ/0WVxfEAtdwZ02rHkmY2fyjqMVBiqj8c/lL7S07dCJwO2UAwXq
wjyVKSi65XnZFWBfQD6LzTWAiq3VusdcNPZiXd5FcoGrZr6TXPN9Jfa0tucTaSAwS+KPtTF1l/Nv
RtemCX1jLDayO2xrd9xmdYzMWLvTi/K2033u+cpOBOTNEm2fDn64Ug1Z2OjTR6R4BRwU7b7ZTV82
aQ2hXiw2eafDC+kHBAO69o42j79VQyGxRaORtpcHvfRlT2LOr3vEMViUrVRwMWGqZHwXeQylMfLQ
l8MsbYdJ21aeNDpgF83OsAQKn2C48sSYsvZi1/8qJO2gjeVBV6Td5VBLTx/8abiMTM4vMpn51iut
WB01ynFZJ29S4JRqqzoe6E6o/U4kAm1tCidpXyOyirb19v9j+NlQzR60mFcQvmp6Y4sONYSOoNt1
uQq2JBCGDYf5fe8Jg12E3k9DC29cs/y58iMWsih4hQpmkqAjqMzPjnHIjCMwBa3YwPl40PGdprbS
7yy3+CEN8lXoKvsG8HbjW57N8bGSpC99bIgEk+wJGD7Ytef7KDXLwSwto9jwLrrtqv4JldQnwRPf
itH6dnmgS8v3JNTHcXJyNw5DboJlMQlV53CqhzS5D1vd3+ilulaLXTpmTdqcAACYVxTPzkclD7Wp
gO/n8qAgypPuW6dqvy6P5qMQMD+BLPAQBpDVycx39tkS9AzHIZLzyUmtUB2xuB6H9yY6xLFip9Wb
X+vXuvcy5Ee3fy6k99DKN0V8K+S7ZDwY6V4dAGNuc2+Pq1anrFyen78qdt486SiZmGiOz8Ufq17z
1KyF8S3BnsOVq0m8zSD/Cq2ny5OwGAcnSrzfJ6nJudlKb7VKS08QJR+c2DWaEmFH8woNvVVzgcVI
DAku2Yfv7+y894W8dLsAfz9465gXPqHNM7j3ffLj8oA+LxyoQh8V7gl4gOzP+cKxerwzTZc6U93F
OlbQNVoWrrtGZV8aDDuBYvqHlO08X60aQatKnxdGm/fxNWmpcJuVMhxfcI7e0FUrfZDPG2+q4tJi
gyQ6VVdnK1Vy0S8ZXUoOpeGSPzV7rTE2eramH7U0d2hnT2qfCrzUOW0Z3RQlilMe371xSNx3OX67
/G2mw/h8wzEMiOWMBbYO2e35t8HwtB30BKJyoiHMaLsJQhD+NWJmdqge1eafy9GWR/Mn2vT3k9NK
ktxAiSOiBZ22HUUkW2PDuRxiOls/DQh5C0tSNfoq811aWMrgjRnvI7FR7oTY3ErZN6t/MuRXeWyQ
L2l4AhZr6mmXg37CoCuxWehazQOwEw5Vs/O1/YC4UJ/sAx0wCmXHfI0ltLD8JmNc7jZ0oqm3T7/o
ZCbN3g+ttleoPVUFJgs7YRSdaNVraiEKYC/oIbo6sRas2SJ3+y4bvIa0N9YSR896yLwCdYlwIw/h
1yHUv7TZqybETuQ+wnD5hbP9NWSR0lKcAvWtyx9Wkj9/2bMfM/39ZMhVR1XcnXJwy3oUcIjLa5SO
AyfiCrRr82vaZNctEA5rFLZxd9v3w8oxtjAZPAipJ3P5wRScM3XkHsHlMOsLxALNL7zbPOT022oT
VfFaBvc5D5ZVep20cZHLRpR7Nu1ZLgUBbblykw1Y4rV4pdr5KD4UhvdL05v7qIiMFSTBwsYEYoly
ABBn+jfzVoBWY6WJJFTJAh5vQK5d12mxvfz9FqYPfQLA2vCs2Jfzh00XaIEZyjLahtmXfHiK0/3w
73Elk8giuwLJIvRY53t/1MyocCOt3CBG4PQImCCriyCy9+9dZYlDF3zCuKE0OZ+toIlbr4uJU6Ah
joa5qxyK4GgKu8sztnCjTc9AnetlEhCcd03KlAcpNMdy4wk3evokF4cRg8Q1vsfSd2Fn44YoknSh
k3u+rSx08/rCUEv2dgPBzzw0tbULOvVfVzqYM5byBJaDHmrMLprIUxM6gsxZMmKq8Wi4hQ2P16RG
9heTdhJndsUMCWrcmU8cN1F2/uQ9YOgvSISldjas1B0WTv2zIU0ze3IgBZGmhGZDqAFZAR2D2k6z
nKxAJ1tqX0v9V1xibb0mcLRQnz6fyGnVnEQV6lQZ25KoI6gfNPYs+Z9BQrCMgyizDfWITh6P5LqW
QdIfESq7PL0LBwXAAazfAHlO7bXZ0VRaVZmGqVvSTwk34HRASP/7DwgR06AfyZ0jfbI5Tqhr6P3U
sEqxQxmAxRnfwvg5GFfyhKWBkPLAh1FMHstzbYhWjpo8S4NqExQ1RKBNRxp3eaoWNhaJ258Is3cw
rhAjEoBEyK2jVsW2UAF2+5tRcKRyFE2+puJsMRRKrnToo1abuMVimDaXtGamuXAXcV7/iTA7HoS+
EfsiJ0JnPQTxVkhRxQOt7NqpstJoWooE84UCJaLvIOimL3aysJW+Z1kjrbkZkuuypv5EEvGeBU7t
Hi5/mLVAsw9TN4kflBmBLFZYJ2GiyXOWvhIohbX25wLJBpa1bFCCUKe7T5vFooGPFHFXVLjsddi3
vRXZnS6gVvhLGxyUnevul6r+Gqs7XuuKVtpAwBtzZR0urfSTn6BPpZKTeS2SshGHgZ8wgjNv9Uc1
W6nPL9xTaCbQ29dJHSY09HkAQczSCIvoalNLst2RtpSuLUulDRv/8odbOHBPA81b66YwVE1kMhJx
APKNhv21GlxNr2Nexpq6U/yVcsRaPPl8YFkmSK2nE68JD2nulCop2C7RNpJg58lvY22xLB0YJ/M4
vyJNDbyUVjOPI8YOIqTzn179cHkG10JMfz9ZC1WtVCpm63wqNLj710S6i9eQF8urYQJ0U92SeIOd
h+iKMArSgFFMWIPipvG2vrLv1yyIFhe1Sh8Mog5QqrmFAh0oQxgbBtKHIsjpxLbWGrELEdAKQ8OC
rBjkyhy9FkWlGxfyUGx0EnAbkI6DgHi1khVN23/2WqW1BtkWPR8uvfmbQjWisQ4ttcC8rnQEfV9G
b7QVRrwQ8+beX0OILg2JqhKPCpPuwidcURGr+lj6VPD0WByf9bp4GXzr/5H2Zcty6kyzT0QE83AL
9Lh6zZPtG8Ijg0AIEBLw9Cfxif9ztxbRhL33xb5Zji4klaRSVVZm+/eJEaRh/hhRTjy0XlAIUSH5
KfM2hGbCkbs2Lgx3f92TF2ZuhlwYc0VmLpUoh05TJEZBIS4dodEt2zbCA9gGOoQhpfV90wb+U2I3
zUteNs6K4YVDAUk5qN7gcYYXmqNsIS6ypPcBuYhy/ZD6mz54aN2dUdw25EvHwQjyeH2cC5fVhTnl
hrdTDN+z5za70d30+oZobFM0LaK9GGohK+644CDQ6kAzmgv4KxILythSO2B9FQjEls1BVCQqgSq5
PpyF0+HCgjIcrywdaJMNGA4DgISSqCue7Oq27ob4uqGleTsfyvz3s5MukyBAheg5AlX9sZN1SFPI
yjc3Rg0eZnTzXTe2NirF55kLed5al23UT1pzX2Vk2PRakz6yKXjUKTdXxrZwimODzVUkyJzNJ+Dl
2EZIzLHRgTkRPNLq0OY/ArHiCUvTNxPu2SgXg4RABXOKhgzVaE5t1EHV1gllv5cEWKNn8fddGujQ
ODOkjCUxE4A6CQz5xR6iMIX+4InY7uMxe8rESqCy5N5/bCFivpw3vxcFgIiwxYfnXB79f0hxoOAE
GincenN3nxIvjGk2DG5v4WhIW9Qq3wv0wOvaSqpmobyHHhPo6mCLIlfzgSpN8qyZELJjC6VxMsRl
V8WpG3b6m8k/8XLjDyegsKbg13UXX/K5M6tq7FWBw8zs5rH59Q9WOu9ma278jn76b1aU56Wsy4BV
EmNDGLkjaJGoyvpo+Wt8iEuXB9qJ50ITykyotl86QhJQkAvZGIyn/6rLvayeppqEog0niYn8dn1M
v2MR5ZIH7PWPNeXMMzMbCmU5rKE87H4Ze+LcEK+EvkXlJBNw+JYFEvKpfeBG6kQO7eqTB+jmAQCA
bqNrZR5BpLw7ZEXlxrLl/oYT9uP6Jy4uLmCTv9PJs/7M5XxYeWlzGbj4wupBkrsS7cT60z+YAL0R
VD0cJJlUE8IvU59UmARnghyxIOi/71hYJclK+PE7LlNne6Zxg+Qn4gNk5y7HktcWHSt3xB1GzI3g
7z3eB31mxkURbGXz3fSCsBF9NDBAU3Rxy63RDmUzbbv+8+Q/lFl70Az7iOTDvaMnMQvWtF+XDqHz
77Muv09mntkkBfpua/LO7dtqDbi15Nvnvz/bP7v4aruwiW3jkDNxCFnVYeIi9rJjUTwkAnC7lRzY
kuecW1N2EmQYtMIEjgEtWl/Gdk4OvDlrANCl2/XchrJ/3N6fZMMwY2B5K8iLhZceic1xxUEXkDcm
CqGAp8/0kyhAKwuTgml/qEoMZTLfZOqhL/PQAt5aewdwb7jd0UZOtFl7kC2N7dyoslpdYDV+4sBb
pXgtyYtT4rV0+w99exgaQtaZRxphvwpqy71eVCDthxVGNnlToc9NvE307+UvL80o959f+YlOGiwU
BKSmOg5GSL9ME3i2xhA6lKFtrdzny0t2Ni5lydA120n9t2eMHJqQQLoATYJXwamyiljOgiMlaL9r
QKWDZo0vYsnzz+dUWTkzA7Ld0jGnif6Y959Jv2uH4/UzcykIOzehbC7N9OpJJwbiiaF8Er4ZjtCs
77z2pUW/BCoDKwm4pZMJ0Oe52geCjw84umbSnLxLYM4ttZ9jIb9RCJNcH9HipFl4r4FgA92/KrZB
pomAtgru97zx33Ow6Rm1e+tnzoqZpSQ5Wvf+2FE80UATX9OWsJNV+WvXvOZ9cHDHEhQLY2SN78Ok
7UzRP3e53KRylgXMI38sX68PdumleP4RinfaXmXkUp+vvNG675MMelbdpijtk+amRxRJNg70LGqY
v252bY4VxxTEdMD4DbOktUJkfEJmAIblHq5bWRuc4ptWXnMgPGGlLSMfwxheLaizWwCQfC3JTYIy
8HV7iwfl2Yoql4Beu6TJvNmevcmSGBAnGryj1esfrKDlCq45U82owsu0zHQopePVSK2TPuycNJb9
rWWsRLmLITz6S4GzRFkPWVMl3spTDz2J82Dy+q21zTA/tr88N/bMexAdeGU8iK/jmnbs4mFyZnOO
G87igpR3ljcy2IQ6Eyl+DU4fyvE9KO74Ks/hUggCjWegjNFzCCyGMjxQe3tIB2P3Of5tS2/77La1
7zl7s6ZHIBH/fsXObSnD6k1tGvsatuwyCzN3w5LYhg6XJlf8fW1M8344mz6QLOW1CymqKOvLTT34
kFb6kbsmaAs4+uytCFHK5j+NTEWmQiylb9p0nkV2X6c/PfGag/cn0FcmcMkv5ro/cGCg1cdlejkw
iOzqUvNQT3Q88HyWd648TmBgTfiNyXbXR7R0Mp2bUtZqsMuh7l2YgkJUUn/VvYOT/vxvJpRlojVQ
png9I9IxwAaTP2jsezP8PZh3BmX8b8rUt3DQ2aRKjNnn8t7eFDoYYo0O+gA5Spf3RpDo0fVBLfoe
gAbInKGZFxmMyyVyOfOBZJufZ4P5NqHXNZrcIW7leKOXFI0Y1jt6PFdsLp23YOdAuIhS3Jxhv7QZ
2JmRthKF3qoGD918onNoO8Sl/Xx9bMt2AN+3UPsDFk0ZWwruJRsNEm0UUHmARHsB9c5ASyM2rjjf
/EPquxDgTUTAaNSZ0WGXAwKioei6CZPYiK8dA0DQQsv1biAbECJZdGOsSfQu7qsze8qFVTGaSnOA
PXPa1zK0zDjlnz3jlrK/RhujOmGA8GEWrPWgN3M5MLPSjJLnRRfVBoLDjeS3CUTBzMPfrhOsgDfA
RGiI7LCKSaps4pjjVELtvEAT2gko3HaItbWn3sdJA+4JKf1Z0h5pfVXmw7SDAv33NurZbQwRYwh/
VQysmA9srY/y41F0aUhZHemnGRAxFupH1ndQlVd4I3ffrs/YkgnApG1kaJHf/NC3aPiA2mvC7+DS
p8745Yrv9Rp/z4oJtbt2CHrCzQkmzPFQOAdL30Ff9/oo5mjxctvMCzGj6JFMASJ7XrGze49pzahz
w0eqLIdMB0dpPq1XUjZLozg3oVwLqVXowwTEPMBnIM9i6R7ULJump3/9msJILF1HYggEGMYHqKtV
cl5znGi1dL6SrEJwjGahW4CFnqTk/pY65ooHfDxyYNG2AHpGIdFGK93l3NkjOMXBPImYAUCDMr2b
AncnBLq7DllmhbwNq7Vq0cfT9MKipWS4kwZ04r2Yb1h0t9fNZmjyL1BgPE2uWGvw+ngpwRRYAEG3
gcQhkvSXgzN7n+TJfCmBvOWGpPzJrZDU0xr3ZZDJU6+LuHbH1+vOuNBcf2lUcZVOb8DFquO28NLp
QTDQM1T+d7+YosD7MnoeZCvz7dj6JcBe2qNbd3cQUNnp3qteJnFgiyN1vC0j6cqrYdGBz6ZCWecG
MKIkqfBVBp+2Sd/eDYAC11mzMvrFGcfZiFSyhVtZbamz/bzv/QH7pBq+uNwObQg5QH8TZB7TsO88
Lbw+2UtnMR4pc3ocHe4fKK+5DlLEwseoyuozt+jWN5rHavpFhXWDzveVcGNxbGfGzEtvagI39VDE
RTalg4gNJXvSHfQAoik3HT8Y/hpXyeKKnZmzLs21aZs7bYupnJIklALaOY4eDflarWZtVMpTvNdc
XRMJ9sjAg1CzvmZ5rOlfjeJd+Dee9uP6ei3u/bMxzWM+O6kFZOmDHNkh9I2Y4ZCbccN/pAM9lMj3
/TdLyuXZabTN9TmUcumvmqDUaYake6H+3wNisNtxsgCcik4YqHJdjgjNkbZXGAFCNssOkbu940MZ
Zh3ZXx/O4hV3ZkZZJTR2IqpiuBgYJ3qc1LmxB+eBtbluZdkX/gxGWR6a23rn9xiM253QuLe1vE9C
HhjfuVrU+J+vG1v2BRDWAzQEnWZdid6dgU5BosG/wa8caT2iG7cLrcYLM/r3tMBYJHBX+XPBZY4N
LxepcQfDSlzMnpmDldZ9spp3b9BA8vREqBEZbMX3lk4lvPfR2YieG8Dq1Gm0JlT1MkS7tHVC0t61
kOqo2eMoPrVrFI1LkwhEtIUWPrQVfdBup3Y/+gVFyFunaNYUbWrem2aR7yhzHkCixV+ur9mSG84F
SZBYgfcf+PXLiZxhM3bF05mXpdhUZno3psP2uomFyQOeCYMBhBhSW+pa1U7a+lMBSGqgPebitrDA
4cFiF9kLP19x94Uc19xjjkcDekdQq1bfW22Nm6xmWKisAP/q9D1gWgz9xZDl4zZHFsOzwFisyxE5
sOmJOmsAMUC0MF9K5IrWS7RnoWsDTMJq0aOo/Wp0CAH00kSx3ymK7LOXjmRjcKlPUJ0j5IUmmtzo
VloftNyqvvPadyMBHuhnEHXpL5CxmO7SEVVYQjW+9YvcwdPH107SasVdzw2JFgOnhkcwizTf0cLf
fSLlYEVOZ7BPwPT7WTQYTAP3TT180zXNeeoa37tryyABI2WV7QEvHH7mvVtZd0Nig+PYm+O0ctLd
X+7A6y62ysw8sGnQNjKdysOkZ14Fhk4CqkebZMXJYchJhahbOXroCG6O8TiMrgfUgU1lSNw6MHfg
RbfR2TVVdrYpDAZh1073OsBsZSY3JXRmNl6SiF+iH4IuzLwiy6Og6AMrSiCSchgNa7gpDK06dWUl
X3wysbdOa17Rv/0AU2I/1NQDUFufJhFyLwA3ZGZWs9aUaW1zIcsvvcf9aDJY+dQj2b1Pu8BAG4MJ
3kg6IP0PQEHeso3tEikA/dXdne2U1sYt9OJglNTclAZetS4kJ4/YNBp4BNruoLWiOTpC+IcRMAyB
vNWQbbjQev6dJL2RHsHgVwKnWTEfgvVuXm8au/Wso8wGM+KkroLQGsBUHFVlC30SFIHZs93mxZNJ
0XZvTZ14qVgLOh0tCLaDSIAOaDy3D327078MYwEyoR4aHG5sBylAgUaRFFu0f6Nps2Eife6njvvP
ZTn0YyTQWfNOJa/2zAZ1duROFdmCiGn8oXspMDUt+v03lUbEK9SGAjM2aOLWu6mxYdNsnewdiomN
f7TTJnhB0F3tRzAomElYNYl1O4FALAhBJIa+DWr0/DSYzKNHVHFsG0I+pr6hjZ7VYR2gyhhaFKLw
YU0DD92rOWPYg7IW255S+y2vUpJATYvSo1bp+r7BTG05wuwfbclsvJWI6dGQpMmLIywjFiBzue0t
PmxRzzaPXUabfaLx4GTJMjdhNSVQ8NB5uuelLJ7AwTwdAFVHrnsacmNTJ6Axt4cpDVsWCNBPOY5M
Y1Z64gD9eEgCDPlgxM1kGb+sXIDwphM5widhDknopkNysjStfNa9Wv4Mpj7fjMFEHkdZ8z0g2MZP
ELUxGQ6FP90QWiRxlTrWY9MZWpRXoJIILYx26zSCADuqpe0XsFbnZuhVLP1sFgWSoCxnvnxIKK2O
gIFqSIzqvHy0ZRc8c7NJHyqADD7LsRu9rU6sYDdJM6H7ydO6U2aUHi54J083FSfuo2Al1K6lr5XG
iesle3LQwnFjam7xq3YQHIZyCpA/tu1ObvyU9kHoEl/IZy5pGRVFw4/u5I2xU1XFhqBNaFw7qBeu
OShAgXZhZkmDUrISZcnAqxy/q3Ag9FSPtQl81kMVjV4QA8UBvaDi1Wl+2hAqDTMcmX1Ijt/GtI5p
fevow7frF9RCkx+e5mcfo8Rina6zLiXznVum4C14qWgVF96XYbDiqU9/1c33JnVOWYJwk4N6qlt7
1S5eW+cfoMQXJRTZfTrMeS5ZHAvax31DY9qZwJna0DEy9rbNN26ZxRXqAODoeV+ZgPmWV28tjB8p
ipm4GDSKl1GApjUFICq4tdz2G8nsOOuyrUW7L335XkNZJWxFveFuncYly8KADStByKIzIFPhIeTF
u09NwAFvBhUuD7hqoIPvnaT/hq1yFPRIUepYGenS/Qz01f9MzZ9y9l6pNUgd8B5AcY01cR5s9KLZ
1OjCgVDsKN7cfDdkx95cifUXonC0y86vZ9DuQO5BmV6il3aCPDDCR1x+ziTfoJK3nyYd5FDUi1hL
nrS1vtGloAs9LWBVQf82ePCUuC5LNW0qe5jMuzyS0GJOzQyMfIekjPiapMpCDGlAMAppRwOvFkul
pBc062xmjQi6rO88laG31nC05B/nBub5PVs0HINmU/sw0PMmR2OiXd1RmXwqoXOP12DZxNedZN5t
6m6w0GQH1sjfqW1luQDnwL0NxFhExXMr37LiPXVX0oKLU/bHhNoek43ayDQJE4M1xO7QxV27+0+D
UAN7mky2dE1Y6Ntvvtj33us/FDcgJDErc6AQgPqGSvliAboxEmLg7ZBnQPdAR6RuulAzjE/UZCeR
8ccpg7R0I9dKYUv7yZopxyAgiLYttauXWCWavnWzi0RngD3gm15tEKhp2bTpypdBX8G+LnkfmtwC
aIWBlQweful90LHrO2u+qojx0tSbcvqmeTeIU66v15IVKN0YoOTCfkWO4dJKn+GBqSMGjAp636G7
MxnCxsKV/veQBgtY4T92lL3ksIDLnOgYDcif9drbd1N5qhEyllRfqREtOTnk4X1EP/NOUiuIg9ZC
BzbDMuH6P5X+dALJyv76rC1tVdAz4t6Yn+d4wF7O2ih0G1c3Sjda76XoM6Ne3Ax5ElETFaN/MDW7
OvLPoNhRD3EZtKQsvWAOErowH46U/oRi1XUbizOGLvVZfA99687897ODbjTKvgkKDcMZHojuhIm5
Al5bnK8zA8p8pVmaCz4mXZSifIxGqtBuZFiu6RIssHdis6A/FNhi/A8168txuHneZDVx5x42vdl3
lCBT4/BxjLWs0A5ZLfmpmBpkQZnlVEaU+nbxPDV691pLyKcklTHsa2uit6wFVf7m7+f4/NuUDcAn
vwWtIFympQJw1eFQa3JlLy9ABOfxQ15pZixC2V65QRq9yC3pg+2WTDZehdaz0XyWZrYn0OFjFPWm
6idj+qNwspVQdsmBzgyruibAQPtdPmLik8LYSi/bUmNNY2z+dvV2PDdhXq4tn+rMYK6DhkGqv3Fm
7tOk201eFjHPTkPSpOBbdh86Zn++vm5LrntuV3kxlFYLOTUdQ6u0h6b81mhHj71eN7F0BgOuOkvS
QqsVklyXQ4NuwuB7CZYNnU8eHpnOvQu0iP7pupXFNTqzojhgD5YNUo+wIvMfPjv0a4CXxd/HrYyj
dwZV/n5snB0ik0txUtbY48J80+SJ6CvevbgQLqhAUSpHP5OaIG+B2/EGE/XfvoW0nTaEY/MoJn0l
5bpsxfPAPItrF6+Py7WQMsP5IDGKsXuq5aYZH1qycrEvmkCOEFcHgj0Qdl+aSA2fCy5x2jbj7/Dl
Dgh58F51/+JVZ2aU9fanCr/rYSRNcXBsgvaDve2+6dVKQXvRec/MKBMWlDqyGVUKwMy4r9iJeIde
g4ZPdN1554/9sPv/WLGVWq8McjqVKayYXjQVJ739AjKlwDj4w8ZYY0VeHBGwfPgPMjbAz1yuD3go
3cHqch4Vximf0KVSkEPR/kAz4goGeTEBAPm9/7OkjspBosjHoY1RjVHPtr5747B3Y3zP6IHQGmHS
gRePFeSa07Wa4OJ8nllWTlOBVEPKKUEPZwaIwFPFT1b/NvR3VXEamr9H3eFaAufWzPUJ1J26c0t0
dboUQEmgWO9baCTrD60MNQhwr92xiztrjmNnEgKkE+a/nx1BCCqKqkiwcjnoyTvbCGXwTWSH6664
eM6dGZnd58wIcVveBwUWTXOS0BiekDO6bmDe/6qvzzUm0MfoMwJOeUMTJiqQYmNtJryd+ZhFU1re
1kMQpazbUa9deRMuufu5OcUVUm4Bccdgri+SsLTTbd/+JhlcgxuvDUtZHN1vOeQsYSfwv1bZEX1X
Y4l07L4vttfnb8kLzgekLFDQS0dyDkMOysKgP6uznSnXaMQXyC4sMAnN3d9zxvkjrLmrehBBz8cr
3aQaJFXKm7R8b+0DiAz74kbPnjQ7BDVbbp8K84XQKMlWguqlCT3/AuWA1xO0V0mOL+DVfTk+I7MZ
IruOZFAYFPk/XIsoLmBjoQ8TORclCvJ0Uk3+gPM3H+9N7UdTba21dM7Ssp2bmPfd2b7S2k6Y2mxi
rI1HWkCV1022HPx5171jMel5bkfxQwLVG9ZT2OHBLii/9toG3Z1p/cty0B9H42yMquB+WBPjXjhw
4SaWCUUxMGt+0IaYICaKgABWjbYJDeOb6MEuDP5B43lIUBbsV/bAwqa+MKdsalHnZYlCFnIkafvQ
UBrbvNgKoD8RQa1M6MJ5eGFKcY0JIZkv3TmcEdWm5eSYdu7m+pqtjUZxjVZonjVymBDV/WS8j8az
Pz3Tf4jLMBCQePvQ7sBSKfd+I+3ArSdcU4N8RnHAyQ+UryzL0gvt3IaKWTMgQkU5ww01+mUM6G8c
pFUIWvrP3KtDM202HORPEPMBx9r4eH0Sl17HF7aVe2WEUkfgSNjW7U8F20hyLNm+zt+mZtNlr6mz
59bz2Bwki2390XJXTpCF0+rCuuKRxMpsuxkwu1VqR5n+o4X0LMnSMKn1t5qtEbOsWVOdMiizkswx
HCgrDOunLaC1TUWoVzcoL6/M6/zlyn2N5zaCmLmX0gZe+PLgsgpmCj/ByJyxuXMa7aQjxSV5+tAU
GdJdyeeaovrNjSdJknvfzqGX8On6JywcnRdfoNwEdeVrgUEw2mJAxcT3pYHCW2uAN6hZ6zZbnNiz
wSqbBJQ+Va9TDLbPnZtMS7fMdo5WIEJilmhA+/EvA0NSHDcs2O7VyFFPp6ykYPKOnOYAmsOpRjF1
d93E8oD+mFDOljKHXro2wISBSvXghYxMSDGciNgV5O26qcU7YMZooFF7pmFXnFJHITxvHZgayz00
GHXrBpJ0trnJ6RNzm5X9trzdwfYG/Mus7afymcIJGmnqJY4z6BJ3gP3V7lyxn8JiFLel04UOIKOm
m27cPI1KwwxrKGj3znegaVYi5sUpPvsSZetnmTF0k5gjTGA5JdRzKLro0EnUxjJbOWDXTCmrqZsy
4G6GQWsetAxdYLI4idu2DwvxEzQpa3O8UNYzoR/wvzlWYglWgI7cYTA3au8DtEh7tFHP3MUpyIBe
AvcBnQphvsa8sXgb+mBqgpQ68iwq2EibTLevWxhNehKOyFP4LntE34BRr1H9Lp4rZ5bmLzkLyRyn
QWObDUsp8l85mhOEFureyvtj2QjIXaDX7QO6pJwoud9x4ugVjyRHeOKzbdH520xfU7VYnrX/mVFv
XtIN2kQ8mBnQWK/FNHkAq5AMVnI7a1aUO9ZHN2o2lBQzRvbO+IsHDwWN0+DvhS0RSc6EOP9/zixl
R/nAvYwGOmEiXD38oHf5d03Q5p2S4qchrGxz/dxaG5RyblUl9wOSYOoS8ssdN0H+AoaAMt1etzJv
zQ/XaICC19y3D0yAspccr/ODbMS7ukwza2MzN43tMf+nUPLMyjzWM5fOhyADSAVnUQ6dJDzhdia0
rRIIwgGodH08i6d9YOMVP1fC0U1yaakuq9wy5lPP9aArZKJUBJrWrxyuEdxrAEf/N2tKCDDZfYZM
EzxiaPmNlYgubFgHKmVhAMxn6RB7lG4eVkFQr5yBi85xNkxl+/bEBrpjzla04zOr0BcIUA+ddqVp
RddHOP+Q6h+gMYIoA25ONGEo82l7ouc0x9aiPnBRHDq1dR6OprYhyADqUxdXfhBJq9xfN7u0jGDe
Qws/oJVgQFacv8ntFKwEcH4+3AVVlLXPqXFIq28ZG8O2WJOpXHwgnJtTLrAaBFpCFzDnZeA/c+48
WoS1vk+sB0e+5vm26iNK/sF3zm0qO08wkF2WJWymHNrD9oG2ZTg4dwgNdO/RX0MILD3AzZl/35vZ
Bl0cYpcbYxjQi+47NRJB+Ss6ESy+6zTkO9OwsE4zizXYDQc/9tK18v1vwdmPHvTHsLr3ZZO4GoNh
kdA5hVz4X2v22uBdqUFc0G+wPyztMHIS9i4DlLSNa6fficraQbo4DIJ+m7Ai1qm1dbU1yuh50Ne+
TfFu3nQptTR494TcqJk8UfdTMazsoKXgCJAJqEYBPoE6r2KjbaEZ246woWXoxxoDqoVdJgXq12W/
ASDuDqqzcoUzx1jcP2dGlYNJVN6kDylDiOTVr8Ugd17WxwyA3Tyvt2hLjIQNyHTzmen5TeH8ssh0
axuvpa6FFsjRKKhjbWs6tQndXd/Xy2549mHKwaW7aT8IENZF1gAuWu3d7PdC7Mrxu+3kIQVXBrv1
AAfrD9ftLi40xLtm0lBIr6mAC1rgEQxkMuZjoHvH43vTT1GqXqvGLR8kqCfizALs4kPGDkjRCsg7
bGrRjhHE7SI0um842sYctOeAqvLFzupYeECSTtnK1C7d5HMp8/9MK2eYLZH/CuYzrHfFMW+aA/Q+
Vlx5eRb/mFDOECpnSmuCxQuAyoUwJY4QEjJk/P9lsf6YUXYMo8CVlcjYRDkZ4i4oNqXbbSQ4m6+b
WbzaziZM2SMo0vVeN19tfn5wpq1fPwU4/Mmp6KEWue/XGifXJk/1fA4qk3rE+pRG3Mlb1z25w4/r
I1pxARVoVhSJDNgcoGr1y2Ddr4Zxi78PPkgHbdMAY6nEpGD2Rbg4zUOg97x9boL99e9fPLUgeANq
IPTEgH3w8o6CSkztlR12KdfJSRI3tIzi2WEvrs32rVveiGGtg3r+xQ8XwJlFxQeaytWbwIRFdzy4
0HYH2kDbO/UPcFNcH9ri6p8ZUlZfBnoKHAAMZf593zmQvASsaI2XZ3E0QNSin2iu1atXDZGTVkAK
GUeAxAVTlcNBH8FMlemfdLAM80lfWa+lKNTwgfmBBhkwAmqnlN3XSVJX7TyofWe/+0bsBigerJzd
i14BbkMEn5BGASrv0iu0OoEcioupS90ybrkMi7LB7YmeiHRPszbU6pU3xOI0/jGo4moyXrO8kjDY
1DvfvGvbDa9/6v6LscZwtGZIebemmg8t02YemQatCh6DzYyQb6YRBdNK1Wpp51oe+LIh2jczRsx/
P3uApV0ZNJ4vABUy0dUrNmawVr9fsoDCPTDPM8k09u+lBQYWySCg6FRBCSSaGBoL/gE0CQgKvh99
TZDAdZVA0u4MazISWAiIiFIJVFucIZLV5Mr1s3iJA9YCmnnwgvgfetgKLoqkkWBuCIw3r0Ti+Kfr
nQR5IeZb4cQZOYq1lNbswsox5CBYAFkTHq24wBVHSNquyoYG6vWD+1qDnaS6Z/YOjyzfz5DduvfX
DoqF0whPfdRPwQkOvTk1S2maoHlzDXA8600ldkMAumKA1gXupXKtLrzgF+AmsJDqxcsD+OF5D5x5
XpmzXKAvFc2bgb712fh1svUV514czZkJ5RCnucDJ58CE0TUhhINjLu/FGrnLwlnng74IsiE47NAX
rCyR2/SFlTMYmSy8DVP0JGM4ZItCw/WLYsn7YAgvBZBjI4+hXrKpUVkdusxmfqHjADEMVGyEvbOS
ECQiFNib8pZlz9dtLq0REo5wd/TiA/SsjA30GKwgogcVs19tacIOpdeunKlLgT+G9ceGkjybnAzg
fQIbhIFeAIKzFtrI6dwYt215PKFBa4ozvs3Sv090AlEE2poAqCLcH+q5FFCWB75sQcp3lyQ/8+G5
XlMeX3QNIMsAtcam+pCs0AeIYo4o80acvTSBEabWd68scMy+XV+mJT+H4Nz/7CiHeEZztGhx2KlZ
RCwoqN8ZfCXCXwJHAcJtusgTAM0LVPLldtW8vBwgPAjvq+rHqUjYPgHRRztZUHPQ7XQP6btp1+qM
nmojO0CH7XMgwXpIp7R6uj7a3xl15VDEp4AtFT00KNyoOSDDplZikAEc5OWQlmEXeN2brLP0wSsH
9n20KRotC8k8KDO4DolFR/27jGRuZPXoZ4QsV0H3+PF6R4mHrv4Gl9Np8DvpQT7OTeswn6aHdNYb
zjU27MA22JxYlvJXB8SVLXDSTOqhnjr5Ax1s5we4hYN3PppI/EI1+C0PpMHiDPRcj3lCDDhwGw4Q
cAMxqVnc1/38gkjY6EOgQuTbmoz1L5lpYxqi0UHfpCDEejBog0CmMXrzaIJ24x/AI5g+MJHN4psB
5HUuVxK0QXWq+/AWVN9PpdHudI2ekjT9h8MXpXtwNkEZE5+tnO/OkFYuK6aZtc67Z+BkGVEFDh1I
PF53h6VzEWJQSFyhDuqD80YZz9QYUnjVvMsC6BQEfYkk0eg2ceOJ5rlNuzGc0tqMzNKQoQve8I0J
vMnL9Y9YCNgCpMln0WzcnignXs5plgysBJUQKCJrxNfWc8FICNJnIV+HdFw5MRdOlQtbyoFpJ5mw
xxG2tOAYtDsn47eQsyw9bSW8XrSDlAhCHcTXH2RGC4E9OKWY1zwz/cfRRI3Q0cAmFbjgPZhch75e
n8OFywbcaMiHwdOxlVQFCDqQHP3JGFcAdVtpAQYp1172CwflhYl5yGcxh+Bg6BvBDRxJSKUVkL8O
jDHmYk0VftkMkkqIo3B3qiFBmvtGPc6ub7ff2godxclzof28PlsLPLMzldwfI4obVGnmdMXsBo33
O1GBHqGBfKL6wTBerXLngBKFCVTx7noAq9Z8Y+HpBeOISkGSAhSa2lg4ZVpJyW/CareD8ttedhV4
8++Ie3SzuEN//fXBLoTBAcjbdXREQlUcs3q5bpWAcu/Yzi7P5CEp7J0xDF9QBripU3GybRrpk31w
LPl23exvngblpoHdGZiLkB99HIpdqfGZHAz+QsGU4tevuIxAwFltp2Dad74RWiP6+ov8W+r80hv+
7I9mmJnFO47euHLAFwPkCW2/EEi6253cM7DklaZYSekuORsS+Ag9Z5Y8tCpezk0JnK/eOJgbk+c3
EkX1uh6Og/d+fSqWVuDcirJz8smnPXqusTk7Ju9ssJGC8tQnVhfqbj4ddNqRJ6IHu9RLqogN8uG6
+aWzAdKgNvpmwU6CQ/5ykCxJNTQSYUcVQ7fjZn1nOf/wWEBf1x8TShBViqKy3HnTOnr+KPTqqchk
NOO/ro9kabmwb+a+UsQujkqPY48dmbye4k3SBkDQTFuTTYegGlfMeEs7dFZuxjsObYuWOmONl4jW
tGvowmRGU4dlgK0DZgxHxnpFWmcrMsfd+qIZnv2eiTtWliQuQRmHf6ThI8Ncz/kYenrWmWExcPD3
gJu4jnWn1caozQryAPVd6xbkER2aIcHXyjqZgutD14dTIrzpaBdJBbZrs0jDJkiad54EoNfKjIqH
3OX5SXbt9BjYkr10RTAdBQrlseBs8sO8ckHrUUOeKg0txv4fad+13caSbPlFtVZ585pZBp4epPhS
SyTF8t7X189OnrktIIGLmj4jkZDUR61IGy4j9o5jCtca5bTAvek/FS0NeqeQi2Il5JJlB2Po35uD
XMHCy8bggn81B2yt2ntKNVoxkRuzRjYovK97oESLUuWvhdxfJ4Ugrw1Bc6RyVty8NCZ3HkoLb9zW
dAd44dlTNUHdaRUiExKmXQGivjxBId6I2nmgoKnKapqb+TjVupSRwYjLe2VGcp0ADaT1yQTwHge9
nP3zmI6S11VZ8ksIIglAB5GOB0sBfMILOvKqH2SCfFqCyQHJLR+syZbQ5KmBIAqlccYOVNPloQNp
x1pF+ueId3EfGEl5N9qlMJoHyeziHDAV039PdKPgSfjvKDizlCL/WA4aRjFY825MDEAxdd7tK3RN
F5k60EDRWwieep6YfIA73ah9Da1sSiCsCxF2lwG0UekKafFRiAX63sx1qS9lNa85eSbAWUH0K6Ny
mH8rsiyARCoNkiO5tJMjWggBakRzZB1XpbiUa7rmfJ3K4lIXWRePmdFjGUujAuBLl2YuEN2e27Sq
HxtL+Bd0Bti2k7lxli7CPRe6AvLCOR1JlLaomZyEnRlFf5Iw3U9GWNpA8MgdMQdaSmUM9fftTb2m
F/EPADMGdYUa0kLnGr6YAB+TthiAVPUIhhSrcPxp+PCFZqkY9ZpmBIgXsmpIGrNO3nNJ6lgVMRxB
mDLVf83TvqdWhQLcVsFDtwaqCBEl4bUG3JPbE7x2ek7FcjsaF2XhKyy1VtUGy7RGhq0m8BFyJHCW
WKKZreL9llNZ3G7mdd1osYDFBCgfSXNsaLm6PZvr2/WfReQpCtGSKzQx5NDIPOhAcR+GbZ183JZx
7Q6czIJH0TI70Zr9FisW5N9RLRDEISi+CO7aql9o/VqSxCktoBoASZutV4vev2LqqTo8KaYzNQtu
zMIZ4Gm1ofWVacwwI7MOHGN2Cyux59muhifgSS3Yg6U5sTNyEuvkqKvq2wQ7JGYR6ayRhCXgNJ2q
WYi/r8oB2hmqrdFrqvKhQBdYrSIzrai0oV3kdq3tS9UkhrRw4q7LQQ4cKVaEAfxpqPoJgEQlS0Ah
Ed533zVAqlTNGf3vf3Hq2GP5/5XDnYW6QEOKYmDdJDl1Lb3aiZp/jFNzA4O2BPmzNCfOrQ2yampS
A7ljzfI/dCR/SIBSkKZOTTIUxuP/38S4AzGhgapqBkxMwKnLAlLriVPKz364ZLuu2WeQBP5nBXlV
Lk9J2qkQlIw5MbrRAbgqEa3jrEy0iZL7rC6BHF8t5HOXpLK1PjnvCENCDb3h0K/xZkhFu9R34IMl
kwR0lQx+pBu2mXt7Ra9e55OJcpZEDAdDBD8a4vxethHdkUjqnpK8gpcs0LZY6rlfOi2cBYm6ukcD
HMSl2kQUf633ABYDqcwSL+JVOcB0BxEVKoAvODSGqcilaUJGXreKbeijRgWtRAIyWnq+xPp5dQVP
RHFTyvTE6gEeyF5o4M391scVSjvANZDTWv8XxegWMpF45QTKO+BqOKPYyeZQZjkUlaaA6Hoqfhth
uqlkGXhaMI+1Oi4orGsvG6cC+RpnzRC6vBdhVRBYr8VS3ehRs20CcZ13b2BSvNM1nUghjmkm4pqk
69uH86qFRhgsgeRXsvDEcX4fqjEtwCKMXUyF0o4rBTCMH77mL3g1V8/KiRRuA4tMLro2hhSRAQx3
/VoMY7dLEHBqxcIFvxrgoPwDeFYIapFz4vSKicxDHWSQJbSO3Kd2Ikdwvm0Z6H21SszAHgOFqP+i
i9lCshwhNMAqWSb7fB3lTq+ydMA7UTX57qgPJZHA8KUL7UIe56r++iuH51yZQmHwM4E94iQWuMPe
kage8o70phf7PdXqT81SndtHhG3OhZt4IpLLWo+mnGuCApEpNswKbXi/fUab6j2WcuR1FvZvSRpn
WGezZFi3WEiVlVQ+BcKjbu1D9SlEx666AIOwtJicYR30XFdzEbL0vnJmwZ5yt53h2h+B9lIB3jFZ
7EBekshZ16QUWEUZJEpT7LZab8dW4AyzZAe42f6YvaTReKd3S/SZ7J+9tYXcnZDQjtWbBcQGIMPK
qhQvT9qCI3mtZtSCbwdQQLS/432FW0w5N6BdImRBI2EX9se6emubrRLYkryKC+QUQJ7rznNK/PjB
FEOiA85c2xrdWinBExvR22f2qlo7GQy3znWUNf2UYsK9/ph1k1MmW+SoF4RcXdUTIdyqpsoQa0OF
GSfJRqlH4I78CzA7PF7K6BdSUa1/QXhnYKvStke2UcASSv1Xo/pEzAlAcxZ27+p6nQhiCvzELUpU
BVXSFQShbokUaLwMlKOkL+iuSyEq0DtFJKBlJMtBCXMupEa/GkCxmCJRByr0kVd0KoIb6b/elnMx
nAbBG3SgJAr23pTl3slN0XemqE3t2yfs0qSdS+GOu4ACICDCYDLmLNtZfKzTiFT+x6C9/xs5AN1m
tcd4x+HkmGOpxakO30dtweJuqqvaMkqiDK0HyL4lUu1L9YRJAesDlSPAZwSpwvkOyQw8eVSRv+9w
DMLpSUEHrmGHAEUA/DUiedzahYN3eYfOJXKblYWKngSpCHumzwfEOKS1gofbK3j12P2A8engutEs
7mz3xlgYoD/HJVLSjzwf1Fe0v/ien1hLgDeXfir4qFTUM7LabTwFcc5UWgrzKE0q3h+SYgMIr75F
mQUy49UvvO3cntSlmYQoMEWZGrCndFnmFNwsVk3XjRq0rbSp61dJf5biNciRJwXaaGEBr7hU58I4
RReJclAIM4TJqS2pe0UDeEZERNPta3RXPNW+My9xRl1dypP5cZs2DWBCjyIdbnjaE6WLyAyIbfgf
vb9ahAy9tpaKju4WCw8hus6TFKHMwe8LwcC2FWQUFDJaSM33FSBcerurt9nr7a274vGzOsq/8rgz
n0eGWsYG5OXJS6uSVDxk5TsiDGoVe2Ei4+iaHW2sBYV17W4je4vCPXineKnkDudYjkKYpADXg4fh
x8CTt8D440ihRZJyJYsvprq+Pc9r9w7QZYBLBgYJ6t7YgE5sCqg+5mSqILBFk3b9bhTH0f+6LeLK
87YqnsjgE4yVJpdyWwvsDb1+mvPZ7rrfoO5+V1nmYpLupVLdlhpI7s3Bq9AblcyvqDNcMDhXqp7O
R8GpzTiNQgwDMx2GkpbaR+XnD9lYuJKf0wiEeEMAd3knCJFX9x3wxdOFIpprl+V0FbgDlRSSlqEx
iPmxllOVJZnV11naafG9MS7kJq+dolNRnDkqkDCsjAZTFZGfrsuaBIatdF9K48KhS5qV0f8b5XMq
kdN0habERjNDYjI9x5UH5O+gyIgAWoi2f2mMwAlFWov/fW78fEs5lTfWMHozkzoaLwUybuqSXV9a
SE7BmZmkNQ3jdGnyOSSAJQUjaE+aPNr1SuEoin/MUb0559rj7StzTdmdLienBoTGL0uU9EINKD3R
xic1aYnRAlk6/BPH6+i/j/zZOiIONyQUC6NM6FwJzG0VN+gLQ+SRfQ9tj4Cf5JadSS+3Z3Vd1/wV
wx0SvEj3ksFuQDvHK7+Z9mqrOqJcLXiw15y+09lwpwIwEIHYKBAjNo/5wIwSexWmRqyvbs/nf1Ep
fyfEHQ+l8qcYuNwoFUNCfkxbR4te9dmWDU8Z0BXmsjBRo3No45F3wbW4ap+ABY7WDJSoMXKZ8z0z
x0YqZjUA6GSqDX+yRB09PZnjNd6/TbwyZn7/KJRq8zr3amX3dVdsVLzmOnWcCe7tZbiq2PDoDNAu
QGCBrvd8JEJYJomZYCSC+AdEUUPtlsK2QCJMXPKnliRxB4gVaMVhBkmmFdDCcPLyuRDfgip0ijJZ
sBdXr/7JrLhTFCAJoHZliFxm6qIPCj3mlTqheKgkmRah5fxVio631/GqB4e6w/8sJHecYJ0FY9Zx
nDTDAw+j0DkiyAJinfq13XcP1oQYvVs6R2x3zrMOuPsnQjlVY1V+1IGgA3hW5YOBakBR26bNazpL
TiMFbl63aE5A2uUBZa61tUmWKiCXtpRpwhP/Q0n1LjJqLHMGTucwfmYgMQhjVNUxooWXwZ/251tT
5Xwdf9T6KGkwVaPu7GiYIRPC5vilSnRaW78yBQQZ5bBttcSrZP2XAW4EEcDa/TjsxP5bQOE8dOc6
FT8tKaR4g/GUUfDiyH+s6njbNgVNrSXC1J9M6OWgGV4hnDOQ/XDnsFIm4Ne2IFvSpB0MHh3AH6OG
qzk+4JqD0NREcXM/PoKnWB+eB2uji69GtwRFcNUegbzvfwbBHRKpmvsaGwV0e0EHn8zwjuA0AhHM
ZHdiBQzUxh47zVg4mlfNxYlQbrsiOUuKNITQpCZKhZnjTbJcIoeDqrx6Af4zNz6c7sBtb/YaxJRd
YoC6KFQT8CpEDYriQwmkXfX4Av5V6VEKh3ygxhC2m6aLwobEWdT9UaVYVUniT9aHCNrZLQDsrb3Y
ZmZLgtxSp4d59NtfRZ9UO6lvfDS1GVrzCGChzp3APxa68pBYdmEhcmqjUehIW5ZWh1FUPphfzLTa
BLHWrlBAomwLo0JmqRKkhxFIqk9F3UVIOIE0a+WHpfmaNYO/SeoABejF4Hf21JXI2inDfMgNK/Vi
YbS8Jm9AYiSAam8wu3yXxY1hI0FW2xNa/F7ARTRsfN0C4RT4GZAFtMx8n6JE6A7U6MZvYP+Z+6yb
y440himjYb/oDd31NTXfKOGYuJpviHaOmk8QB6KPfygb5VfUJt190UhRZlvoVsdb2pzbc5uFz0Lc
6yQNM/O+TfvJIIpaA7pPn2dpBapqLUcV5KR/iljAbVgFrIfX6ESUE1slSJcrKxxXpoWnM9SuGQA9
ZRQ3nWXVR3Pup2dwDVT35jiGdw2aMjdmn0jrCt04Tjr04ndUyf1DUdTiL5BdWWvwXeBf9M06c8vJ
qCY6T1K7rpFQ3wQJENuABxkoNjLs5gsQJNp9WE16CQBMMf/yQdbj+qHe+TRAhcVKMrMyg+FLa3XT
xZOkEzlsrdxNzAndoLXvawCl85NuJEhpyxMxY1l6nMYmeFB9OWRdH6l/aMC1dY9AEOyuemVm70Yd
+A0p4qCMsPC1YAKU27BWopqr96KftBuw0Ap7S28ZbI1oxg7QCKZvvdFVWsxglvdu26mrlhFUnqoO
qGi0bHD2fkpxrgHdAbrgtlBJO1V7XZ1Nx++G31lsfiZ1tzNyjForpvVtydedHgvplJ+yNGBZnFuL
qFLArjRmaECUGtdXmoQWpgUW3kp1a6UP0D0qQDHjUZyIKUAnBAmRelHkC5Ecs8MXKvlkFLydbuvC
FJG8pkgsHwBx5qnCes68Kh7s2/O9ahxPBHFqtwfqr4AMOYC5q64jeZf0pIz9nSYKv7rIJP28RIt4
1QVBbbbCKrdME/nF8wUW0sQC0FIM5NNhq0g/UD618SRBObUBfEe7H/ex4fz3s2SkEoziD998w4WK
hpsunSBTrD8YCdygvepgZTS7V23pOfz6/JDqAEu8CfQgPtIJQpCJoSYDxETiczACoGKrpXuoXdtE
/ZahuhE4hCRpYYLXDBkwmlGQDO4E6YL8ureioOzbHEQTc040QNiGbeSUiH9ur+NVMSifBcSECEF8
RVLQTVnV+3BvinlVJyAAE/Zy+31bBvOw+aOvncjgPHAEF4qlyJARGGXlSjUawSuwuS0s2LULdiqF
zfTEKfSnSekqCVL6oQZsYAVu3YQOsl2PwYKXf/1AKIh68e6F/D3fCxfpeRkLAkRpQ+3Mg0YGKFGz
mmnVFGutanWSI5ER1qYNRqSl6/azJX+XE09wJl4LAJuD3Bt662WRoeCdTBRA8gX4mLOMuvFTti/J
ga62D1v727JXS5U8P2r5ryxTloD/BSEou4dnCqZtzp0aDaEYqgimsrQH2jjgELdHWyACQa2LU9DQ
Brc11fGNcJG2zkgHW6I+iYlISirYA/Edw9bsbmEHfhDVLsYla3jnQdu/dPGcIaSBOAimNZDKYePq
7d5G/TdtMK6Z/B2XQSMKN5NO7mD/M6rEzmlg+9SwTVouaN4LRCME1SIaptDWDCyly8IZaYAhRvpn
JOa0jlIiBXZtEego/alxpYO/ErKtTjqs0EtInr6WFkXmbwAvnguLejHuCzB+jEQICYiD5AfToPn6
/a6g8CsVIK6SaO275eqzpynJCU7ORL6BmkCXXkuAD8ddeaBwswptGe4Lsq4Isc/PaJWBxlKpYp3Y
tr217b293eN3LvtyXeKu14Tgl73ruvgdWROvJWvPI48ePv7nB6Lm/IM8Eg//eY1fH/H38Hcd9t/x
QdkXxQ+bfVBKbPrwYK/wtV1Bls0+8E3xxf4K+6vsD/bX9vhw3H5tS7vEn7ZbfH1t2f8F49wunIif
Jsezc4oOY1FExRFOgyJLFr8lWpiLY5qZRCMFef/ncCp3rW2QyYlI5PUuCtftjP4Z3IqaiuM/zZvU
G7YD6cixtEXy/WXSwDXsaSMsjE26OC64OYznBFx/IlDhdE5hpvJYZ4WQhnT7lpGEBGypP1+pQx8W
KkQvsE9xRwGWoOI46Gj1hqzz0xACtcHXckQIslfb2HTP2zV2SrAftw3NDxb/+XKfC+IszaDIYzJF
PnB+SfajsoBpitOtOwr+pGCS7DvDz+3bm723nP2dS9Yjm7h3/6mSnUoqW3NKR3M+yT3cVII3HPLq
OU909fD1tV1i4bowJCw4B864gpImkD1jic4XphvRFS43SEOVn7FK0ceG2KzfTG/Dx/grXbD0F7uA
44ezaKGUA5uOjeD2Gxg0Uj8LRUjf3A93/ef+0zk8BYuq+bJahFXxgOoL71BgYTYu3tyEUunCOYvo
USPYa0J2WF1CndXCqfp53T3dbDYf+Ecg/gLBMsPxPV882ZfTQkZ4Q6Fe9u7b/p8fLrTKHsqFff2j
KJiyYBrDY/pjjf+dff/8cBzi5GS3o1AbD6vvh5W9fYBy+Dqubp/LC8OAoYIIXWfERaybVuTMaFa1
muoXHTgYaUOh9KIfjUVXS32SP69i3JoAXwyNoUBKQnaCt9fiUGRJNmHxmTaDrsWkHbJwy67tMEDr
JKQAQS8En4CLMGrFyrIqAgdjQrbb49bev7veK67Pq7OwxRKLHC6mcyKJU59iHki+FULSdr/HtkE3
/YuNQcexBM8eHMmgQD8/Q1FhFXETzUyAbb/t3T/Ew3GgqwVdewlZgANwKoebiNRnRZgUkLN/f/94
fn4O4KY8Q/EwZ2XG7/EniHZ2Dl09fZf06ftpIOzn90QmErJfFh7ffqpd+aVFgQGqJkwoZJmHfazR
oAjGTgknhV2X9R1MMmwkDOVqBUN5e5kvk6g/0/8rjJmiE5d1MGAFtYoJg/mH4X+ElcdUV8xA3xZ1
YQLYVQOYtwng9x9jwwWjItIiU2uB7pR5HczbWLNrz+4/cwF+3IElmdfX8kSmfD69wErGrqlayESh
OcEHwO/wecRsE3igf7xX7353v9s5C5t4meflJssZ1q7q5VBMIBgasCCu++z9ooclpXL1vp8uKado
jUCSyzpi07P3BrGgPe89nNSXpWNy+TTGTYezUHqU1hLaTiHozXbXHiKbhdNxEc/8nA4dLjqqNFDJ
w7fwKXGRC8n0z05tDfIGBnLHdmH8S+fzR1XSFbsDC5Wv16//iVju+ieKn2WzBLHsfCTkraNvRyAX
whxMtLVZ/AKP0H0ksJTM62jhdRDvFbCvPzFVShBQ4ifWf8Ew/SCWXWiBk4FxhskEFfEMYId/bgsO
kb3/+cDFYZeHWVSYSnZZ2Qc+8WOHX38u04/zjdXCNV64w+y+3BgVXwotVH7ViWejYiPDgP6x3mwU
bCwsCHB+LOnSCBR2pPkRAGkAdVjAvYAfw61LUVipptZo8mSCf+IUFqqwKOQVsz/QDVOT9oO75NT8
5K3OBKOxVAPYhoXYFgWVCqcp2zgX4tBUYJAKcheQgGQ0oz35g9/NZMRnwLwpB2MgGIq3u6eP60dv
7TgY0vf3wxc8rrUL3YMgZ4tY6OF43D6sOvIdIBb/WvRfL3KNMvwAYPAAiRbuPWqQzhVfJeha3Ali
AioxMr/53w1RVvNH+hGsi3X8WJLaS54ne/hYor24NChombDAEo7aAzTTIwF4LlhI0TE/olWVWa87
2NPnZ2ZSsAZPE4FXtVral0vHCj4VXE2IA0IJ8Ek4gX6otmgblQWie/NntErX7rz6o3jCpjxG9AN8
G1QneMagAKpa8tuZEj87Esydg5GGtwU0RTgp53Md9FAX9N6A6BfZe+vt5Jiuh8GTvGSde82qWtAJ
F3GhzMnjjmCVa50ol5DXu9KT9Na/yfQxoX5jy/e7YSfvDFv0jIUr/78IRYU8ei1YBoVLatVqJ8RD
AKFpSo3Afo8e5l2/+mzAYvKdb6EBXbyzvFRLDiYfA/8z179iOW8h8q0IXFAQa8l0enzIvkUK2Gka
idvh1+tkZ+sXlLQsFtQz7XGxo9hUJK6A2oEW5PMd7UTcmZlNdrZItdE+ZW/yzH313drP93FKprsQ
a4zkEYlfxK3u3NauF0Hnz5xPpHPeSmU1c6UCeptMGplRBXGEwQFGle8Invy6BD7802Z0OVc8DyDW
lZHH5k5vkUUoOQE4EYl31Xd1lKHO0q2+lrzxsXgbN8DTohU4CMmSirgqGI4tLg4CCGSfOcFN4vdd
KUBwljkoinDQS1N5+VZ7TMmwm1zTtR6G1ejFzmL2i51VfsqnkjmtKBi+L/sq217Mjcib0lXvW0KC
XRPYOjHJS7PKvQdlrd0v7e1Ps+2ZaGB9gGdbA7Ejkk5A3To/WT0YhgCOniGnMyLBGaysO4Wggcj2
XQAgutE2cdpt9qDSAKlagJsf7wcPyPLQXjnJ7ps7nIGt76iHw+zltFjLJLBf0oWYS2bT58f4c8sR
p6L2/aKWem6aVCk6kCna+nEkhgOaUkc5vJfwgVAC6LW7aNPTbB2S+KA9pI/WOrOhBjzhuXC09cJl
uHA1QCMAxY6yblaDjyjwfMEsNBGIRani8do1ZBI1RHZ8u3SawJtkImAN568FiRfqnJPInY7AQhFW
Cl4SWgtudBRQgEgrmm+DXYXroH5q/w95aWacuBU/myTnzbTgqEFBNkR2m1zYlxkE/rHoSMW3KANN
FpEyGy1S3u2JXkZFKtiBYZwtBUurYcfPl1YR9LnPRz2kvV0dAmIQc2PcZY8AI6CDG3/rNkoOkJlO
dvnhW3EGckipSMxDRn4PJPi4PZjLDAw3GM6o4Zm+0doC/NQT8oEaa3ZTJwJ4yR3Yzz5ax3cBhlLR
Ai8DMtEL4v/XZUScfG7X0TYgV82MxZiQi8xIc6hd2UmfASXz2K6k1ey9AHTATQmoVuz2AMSuTbfK
qbVQ5XipFDEME7hDeA1HzuOiuaAO4HRGLRJR7WejkR6F4utoGzjmOvyYD+Kd5gU0Cx3HWktLF43t
NncGzyRfnAbUT1Q9JDcOikT6N/W78+Y7lM5IVNsL79WuiXDLlxTipd8Gd02SgEeDJDd4bflDKE69
HgugLaPxTrHjdeYMjuVg6wU40ooXfwfPxr43KZCO7PGzo11Lbh+8K7fgfADcwYssPVN8dBqz0M8V
VnNEpJ353e7evkx32ox2sB236rfsqAQFWPk2eVaBt0TFzaHFc6JPANm9NKIL84QlYU4s2vlwLw2R
G1GazmXS9fCzQoUODnrjhRSqePg9E9NuwRlJJjcmx+QZnkhAv0Swpi6M4ML9YQNggLlAr8MR/ImW
T7JBqjkKiaFhAH2EK8h0gHoX3A9k0fe41HvngriZVmqcpjKoN6n2lO4McC6QKiXlNlpn9FX+lF3T
Iv6CdbtMyXCT4wxKkuVAHNYhEw8Qz+JGpOqvDuv5x7yLaI2MXvaRL4m8tp5As0F/C7wc5mSdK1qj
rYSyF+Eq6+/jHTpdKjwrwd73q8AzLLx/zo4z2BNOVWYvHaYrelVSNEQn6Ixim6lzpsXU61GKzDal
ySruyPiUuxZF1Z3TAO+UCngWtv7MOp33gTvOpNkuvXleXe4T+XzcIMZRqagj5IPO6cFY6zXMqWnP
tPAGZz2z8j+JPt2+0leU6Nmc+dqTaOzjLlRZaFIQFNaTZGO8gXL4I6HV54jJ26EzOv5ruV/yLC+b
YnBnAVsEZwU9aBrU2flOt5GMxpM5wHvRTvmq3fkt26hrZV/DpDmoQ8lJt7o91yv680wiv75x2+AS
oRqOihNV34vVaMd30z547FcpyfYjhfam+YPoRi+gfTI2i7wpFxmG8xnza53Hki9GOuSHa+HOegoQ
+1bH2E525vMUOPPKSEhOq2f5MAsLWuoyJOVEM+1yoqZGKUwSX2FT9/qdGK8Qq9Hoz2SRDv3rd4M9
buQtoghbeb695j+4EOemEli2CAwNPJ+D84K/z6nf6YKc1glVvehVhW3CHHfFXkGotBUc0Mesrd1o
q1DaKP+wZ+I/vwHVeD1uomf/rfpSF87AlTuG8TCsYMY4DZ+dU2kAxJk1LUXdnP+gPkpusQmc3kJV
hezCX3ATuxwIXYoSLl8rVRleOR5FkQ/DI8VPUvpk9WvAE0q9lSdUeQJy9uRpKO1QfxWedQAkeHxs
dsDqW3DSLhPdTKYMJCMkBFDK8XP9TmTGfmhIzVglUCa9Lb6MEemJisIWk+CA78w7EVpU2LYuXuiX
DttlVADRgLNj/ByM44TzD4s8UYFKjDVGboVEq8CRf/m7zrU89NM/otX+/vYZu6gVwas/aL0A34pX
WuyqKZ8fbkVNx3pIBOYLQ5e49Vu7vgPJkkl1L77XbYOGCJPf2o1OLK/8zmlJrRfw+aDCKFqqdLtM
SGAs6L1B3pOh/l4AsjVxozRS/DMWmaIpVAtIvkKhOugv7qKP2xO/fGPghHEqtKgBaF9kEBaiFn1V
f2WbhBpU/RTt2Bm9JUzjq0cKPjccT6Q+8MLI3R1VrKrAF6BE5IcaHmi6/ohosEdjVoYwSL733WYN
PEnzENwtddhcegVsVf9K5k6UVc9h4OthQuvUBXD/d7ATP+tj7BkLMcVPcz+nrs4EcSuaW0nk1yEE
AXnCeiqO7uwhhwb/WiX6V7bXHhFb0PoApET9UL8s8Z1fscaYJ0rBWA8a+Dd52MvGEGpZLbGh++Kx
vTPv1RIZj4oqPrVoQOP34n7aDmsdebzXhaPEVvBi4ieSuTukWWFhhewotW+mRu6EmUiebisGKT5B
zzG5NYnsZht9xF6f08WAiv3rt6QzjXKirCIB/HQhXgtodUTBY7C6kwD1dxzsciN4kbvoaF1TUKgn
QLwAFxOJd+449UoKsKsWulF/yH4jnj/MKwGVf52L3saOlr+XwDavGoBTgdyxSlLNDOQMAgcqgcPy
fl7d91t0TdwrHpKy4m5RBV/GRZgX0NtVREV4eRE5gXGaaXqfwez6D/Edqv6hhvoNuMZkR/nyHxfO
Dgs9+N3Tgc/Lqg7AY8Dr+0kv1FGOoe87CkqCMKPdIXeBCehUtn7XrcGI+x09d0/mkom7DIlkmLe/
crlJ9rMRCmUEuTnKzw7tPV40xk1MvsSdjByQBD2/+Eh07ZqciOR7ZfzBb5PQwrqm63mnbBW7otbB
oqUTrZtP8VMmxm5aabi1j/OClbvmuZzOlgeIiJtBbcDZkNDkaO3Uh9G2XB/+8vCr3fpuuukfJ7Ik
ky3g5caCisBiBVUyr/ClTo9GLe0SOr8Nh4omu+R+3ig0WlI+zHBcyGGOAupwGK0XF9v2sZFoYQw5
DbLb8xNS+W60KV/z0gnQl7ad1tVT/AIKJHhs69tnlytAxnGFCf2p7jIUFFlc4HBlviXPeTvCV6GD
Fz2mtuYCUmGlH10wFNF+r79FbohDZbrN7mUizYreHsA1z/xsANzcRy0yCz3AAEZ7jwLkz2hbr/8k
O30dHxQkbfWcbJZQwBZlcvpPkaOx1asB+m8f9gRPVNZd7Ope9JC/anvkFQUPveSSE6FWc2G27DWI
32mDgQ6DGYGx7XJXVtUDrRHYbCuD5Ssd3c52wh9tMzx328WUyTWrgjQ4FC9AwxHXc09TyYgQc6pm
+CubuqeA5rblr9qkPTzeoCVSbNfuwvSuaULDAMkTvFEQePGO/lCX0iQbSkIfU4tod8i//2pIm6/E
rfKQ2bUjP0L4aumaXnUbUN+O0i+A4oCHilvVXE3COSqYeXmwXNUrHucVAxRdt85usg14xWQHsBz0
Jy+5S1fmaygozWMvujp8Qi5bU459loixliBB1NH0q9xFj9PmWcCr2LjS3BrZKWOD8PZOJvkhcIXt
A4s6lnyXHynnhwqpIjwog6EPPhN63nDoTrwHHSgL4tjrLJOAY7x+l5GgtyvHf2+8yUEzGjnu5Y3i
ag705UxeMxyDfhPYLZ6vhJgAPe237wQ03E/eEsrllXAA+M/stIPwTAegCedWgV5EAKyAAPVyLGUn
eFE+xF+TLet7NUAcuHD6LtU1CtRNPFSAlRWpSP5x3ciEqfYLnaXrmmP3GyjvH4odfhXoQ0S1fI2y
6C9A0b+2e3O7RIx35SEMvFoMPhTYghiFzlT8yR4gBWpVaJFK6BabgJwdngO8aVOvG+TjLSq8RBR5
0R0Axg/Ce00Kp/TiHXLkaKR0ggUlc9FQgbmjQBHYimioAJEeX8khNSzT4mMsyt17RJW3xnlCasvr
nOdPVtoRPX5mjYPkPcvZAkFKtaNdSdJN8RS4s6M4xn3umc7C3lzelNMxoUrzfH3ESQqGgeV+BtDq
kMEBjI7TfqQiuZ/sEpXaEVZiK6yWFK586SMhncmAT4HAhLJinldyrNDjVlhRSuu35LdK6xzlWP0R
TaRusFMOpBqoSsLfmw5r1WxA+vb9Lb4v5j+YGji/oBiEAUohHE8gT/JqYgIMlTl2cUol0Iyge9sz
N+JvpK+TY+Gl2zyk82b8HhtXJgurfunooz2TvR5DKSOXzZfExrkSGWaLp+viIG0zD1RatiigJE1D
4zraeeaYjAutkVeSjOciedsqGR3ARCBS9vJ19PicrwN08ryyrqLyG3vthQfpQXpX0FFUo/no6/aM
r4u3WIcTA0e7ID2sc7NS03nA+8CdGNLgkWFEYqEPljMfIhqtg2fLAyLWYLPMrn8o1v8ii44FOBkB
p40NQcyEMQYr9OhKrvYUPofgwrDVTeWV2ypGlQY1NjT4Jb7VxFq2wJc2H7COCOpgZRVUGhnsHp7o
of/D2XX1Rq4zy18kQDm8Ko8me5xfBKdVzlm//hYNfFgPR7DuWRxgXw7gHlLNZrO7uioKwUHI11g/
4/r74o1p9PFOrC0o7ZoS5qH1bLWOfZu8wiKwVCzkfOBo302zHxYzbpqHhsMHZ8/ymdsgoeLPzVcG
jIIrX1rFZB584N0MMMqaq1Fl6WDhaCFpJqo+gK5drzbMyA6IUorEOX+Gwx3D3gY5iBm0Jj60ycZQ
jzCK99UH9OKaNajx4JVJqOSohEMsJ2EOBbLmbKvY/TPE3nQW0hWxPp1yvTlJjnzpzDeMd6+ly0vf
F5ORMrnjsF4aTplLUaAWIfpfEGiyRl0IdB/1+tnp7OQTlYlk9fOuGaQCtwx9uYDNYTDedX/yje/1
2zbQoes+/2EhmaGvlbr4JYMKpsxQNEfiegPjFwutq7WKRx8TJFy2ctH0CBIsuhzqp53+9DQbOqD1
lqy769OYS5fFT9PUZ42zAUSvI0wLxy4zmzvGYA7oeznBnrzlq01pWPpoBZfBzB/EXQBEye/RayGR
RRr5d+20tneugil7ZrjUUF+5S3AoHjkTF3R8+WJemxN39iBartf7tcb6QmETLkwUTwXgWUgz9/oY
FcHgB7mP1jHqqBVGqv4wxwit7NLOtzyeuzvFGmB9tuRD6K2idsgfpy9HUDFDbA+cIXgCU5vODUWj
Vk2QGZhm6jUda94le6goJJvEjJ0u0H/f46UbArkopo1kcJVD74zK1DI5rXtUcqFxZsw2KglG4AVf
tRs+BefyHa4t3Kmlzn/yiB2IW4BO5Zvk6fffsFDLwJNBxDQlZp2g9UkzKAiRBGITFb9h8tgv8aUi
DV5MqxnJvWR0WzBVWJClXBuqXvIuJIUoL0DnjcwyUq+VMGbanOEBGRrtyeLf/FfempERZoUdfOUH
oDKPGmqtm/i8FkRuq0aihtYXbiVEaahLUJ+49oNZqEhjFz0JdtJrRZc3wQ687erKx11YooTeuSwj
0ULHCUWba09u05yr0rZCwjPp0j2afSb7mHn+TtmDFxOV+n32mRvZNvVWE81bN4ZlJB0EsYc3N11x
5Hyocok1Gsnxhn/13zCkuANO8qKhmeebxXOPg+sOA5D/XnYUD+HXaty83WQo06KIBJJ4DQWGm9Ic
k+EFJuLmrw7NmcXg8IMGgNLgfKZ7ydxDAyg0FeeJc/VgA9pzDEOW6EbmhooGP+bbVyuFt1cz8k4F
RQ6knkg8aRrhEsqsmljgao47WEAocYsdiGrLre8GPBpRKBLmDoLc2tG6TXmR6aOtrpEuJ9pilAdE
WQmkDOhuDP7cPcK5LQE6fia7mb3Chp4ne9+4K4f5Nhkg8tpQuQSAHSBIGk7eD0MF7S0/NSYHTe1U
543iTtmmR/8EaNafPNCTSOcBG2HMNcjzwl1JTBOuDgw2gBqKWqwoJK2fJAjc3EW6iJ5oMVb8Lp7f
pUOPgreRbDAn3rlTpiPzFQzQhznDWjz9Bjhfx+/r30DluzEbgTxJw2+QPgRggHxc16TTGvE6G1rd
u7xW9V7w86s1k0v8R74ZRmnYxyHui3DT7QtM05j+DgpvSBa8XOfOjDM9dcDHPAr37cvKl77ND66X
SgVQBiJ5qchjqfUzePY2kWr2TxgzBgcT+dBGe5fYa861cIwALGeJfgdaqujdX6+2haJ2PUVw5xpk
Df6mfJ8xkVbpUBXQg6NklHv2bmQwobay0oVTdGWWfIQfmxwzQowZWBUwJAf5rTvaga7X29HonqtL
tV1tO97mfIAF/F0lHbY5phrnikeS2eiBAxwd1oe2zQHnJtYzx8d9/AxhCDO8uwhebaSxSTjj47XL
Y8mzfv4K8it/LLoYu7L1Q+z1jLqJnuyhC2qEF8364jcgG8IATFnp3XY7rrnV8mYDQieTR5RGt+Mg
LKAmNRSVMXDSm5LbHTKDecvwYvN1Ui5dTYEWjywRAf6fQeo+7jAwyjcciZEOl9q+M94HZwD4Z4PD
4Mu/wOjwdUFzQl5LLEYkKB/uQA0bTD4CZGeMHy2+Y6YrNpxY5y8RcF3leTTWhKwWOo7XNikHVnPw
vssBjupoi3+S7WABSOYUu/RQbQBFsKXN2oVH9owOgz8XSe1pKrW1rPQwyDrBXfYQ7ZLNaJUGe/f7
yVz00b97+Z3d/vBRqYxCeahhprcVu4v1xpawnH7FJdesUPdKnIcTJ1Rk9z5mMzj7O77A9SVsfl/L
ypZ9324/1oKWsN+mA6zEO98B0ctTY0JKz16LLgtF6Ctf+O6B/bDTcWIbxCPsiGcOwazd1haow5+B
/Dn/vqAFr/tOcAHGRhUeEErqgvA5rS3DXkXDkMMrSi2N7I8GkGojkKkc5ZXZy5fELNzfrS5kAbBK
CNGQBqgoClBfi9Sdw6jy0VSy8nuUno3MjlF803bpppGBy89dIX9UnNI4D7qG6rS2W33E3X5KzNxj
yZoEyXkF47jXoZNteA3KOhmSAD27Sx65Xg+smDOQCOiRFzk+GEIEADj2vRXY2QVSrr9vwcKD6to+
+X0/PnEF1dpGE4DU7bzZ5szUFl+4w2Tzevqg7j8V5+1zxeBtzL4ySJ/Djp1rcN3BoP8qcfoAVu3H
fsvpmiXtOxT+/qCvsrbG2zyTaLfjqcyi0UDQMddrjNmJqaURn7k2mUt8qg79JVZMeQdunV6fHe2V
MxKz8g1BWo06C2V0cIzg80IGHaVN1NOvbfdZVYVB26GseOmRuO+eC0OZARoVQX9w6LcRaJEkFKQq
sztl76GlwgVRGxLWtuC2i4CfQZ43ID6G4KdKVTeFwR8LtcVDUvNtqdP5/WS8Zwbek/xJy03hXG2i
Hcqqm7Wou1AhQYUR1xdSMA20h3R7p9ekOhxKFHU7dOgVV7t8YfDmA1tQIx0D+Mxh3WGrueXzoJlr
N8uSc4NqB0yLIAuDKjgdv+IqUzlGw+ZHb9o9ZAhkfd7JJp6aASozyJJ6TNqo9hq67nYul9RkMBSM
WiN5s9Nm5W4MwCuJIqfam5Ml7kOT3whmvp3s1CSwbNUMARzVixwqjmbumG+eoVor0/YLmPTrH0Fl
+5FSSrXITuRxhYckTta7tvXNZh9hKlnbq3r1mXzteD05lqa6ctV+L/D6Sr+2TXtbVavgfYVtOBzY
AcXXV7RXXz4kTz0iNdTlM6bbXrNzcd8e5nc5Aj28wVn+20qkuX10XP8KKrRCdiWHtAh+BSBhLxWE
+0a9fM8edv0j80d1xbs2Qcfud5v8QqjB6C7m5XHckCd+Ayh+hFMhiiChOrMoo0BK5FhBxdtpQRWn
HO9jRf9g9fCPfP9U64xm1BZ4L000WIGS6+CD8qHbxmvw7QVYIirB8Hzg1TggLxUqvMutpCShL2Z4
1A8g9NTHnbqxEidxMHMEVhWMfzLwh0GfO/2BcVbnQG4/AcyjRIoDAXknhJ/r6CdG/SRnnIwjL22T
wQSCze718Rzt53Ob6hVjv/Gro9sLqF5S/UZrA0XRBSzkXEpFK1USOAP0Ru88dHHbWId8ER66HSCZ
R7DkAUBdugLI6OoJbebMAPoVyurIB1fnyG8Twusfw1/vQDJD5zNt8GMQdYHgi3u8EgJEuvYU2/j+
7LNyBywsaPki47By1S6kN9e2qXuvU/OIS3LY7p+TP5NncoFV6eKpe/lQP2dnxCOtdYedrOjxWXEK
8hhffQ7fvsKvfwIVhTpMH5U1+RaFpV2E5x7TA8JecjBcbowWsz/z53KNKeAWwYgaFhATEGtDmRqV
vesd7wAgGoK6QGmndSYyatjsEXqPTWMlp3HN2ML6ANOA/As8HPc8fb37PuiD8kKBXuChccInEVyP
O77T2cspeQ6tIHaROzdrl/mCT10ZpcIrz4RZrmYwCiItJ3A5XYVSqNu8lE/Knnf5owSNezAwZFuO
lGx/j3AL9wr6DYgnKpl34gHGut5eRZvH0s/UDIMXvlPt443qBdAMf+dPgTGe88fIlDbRS/IUXWJn
rY605NEY8ILEGtqlHMDy1IN4xNTm0JQVLk4jvwe3NiZxJM7sUpTOmhhDtGSGNdkFjgoCu9RCmH/K
ndVc6jaDxaWOlguwjYACY57yegf6tk7zlsGPqKw0tOJT9qDu2A0PsSGPTCpw0Kf5hxT22iZ9l6E3
UTASbNY75QIKQTLhJd2JmKTPwOqJ55+hHhUvN9j/XjS8Nkx9bjCER9oY1ih3n9NTb5IO24u05VGh
VTeKhfEnW3vkHvu9b0jmiqctHGSFRQxXUS8DiJQeRMGoMqEggQqu/8B65UUm5ni7UjEBNK159aIt
3FOgs0WDC0j6628aZf0EepEJpUgIz6EnzbxpvQnQEer8q+taiBkosP+1RfkPMycxCMthC+jj7JDt
1c/QJhhy3uaPBroNe/adXVHZW3hfk6L+X5vUweGKauIHDjYLK0R3p8DNGJqElkvYh4dW99TV6vba
KimPZViOTAiiDajg3v1gH5MAbaRpAySsqYHhkzNSr9usNZMWZgOv1kmrDRdZL8ntiHVCXKix0DKD
ZIUhXvJtbJ6UcwOqx9+d9HZMTQKDCZm8wIg/YhL9vmlScY55LSqQYUs2c3gfzeyt0Wt0uKtGd6aP
+umOnM18u0uOoPl4vDD3oVe+gsvU+f2X3H5i/BIASMFmB8QUaahcu3DSl1pV1inQxy7TOuqZBTUx
/9JKumyK4HDpneRjJcG4HSOCSVRNsHrC2wk857XJVhuSUR2hRD8fw91o9xsoThjca7ETP0B+vBaK
SKp09aqgrFHnBgSzPjwY1lobObUL2LHDbevtfMA484jsbmU/bxyYmNNkkkmCJg3QoOvFKXhAdWxW
FYbAgSCgBQHQrH9jwGQo5+56bzbe8LBc6/jePphhFuUoXG94qeN2oT6jL9W8X48Dik+b+Kju7+VP
foNxP49FAQwzeI1p4Ewx0Yof3yK7v80CkIRuHHkxi9ernfJACeuyh/cc0QHuzYDwUqj3yGUSR9kX
u/pRdquttlljArmlBqAMUz4klcyQl1kHX3VeRxiej/lugPvawqXQk69yVyFSoSnXIrGJ9eqJ8awO
kOG3CYBgabOar5P7jHYyos3wv32gnEyGaFDAyvg5bWNJrnIB1nMrgwuFv5SF2dijhYlLt9pFx+TJ
gLTYis8tWAdtNhrwaMGDO1akMvY4VAI5g/S8IT+or8qOUCQ3hn/SIh03BJpI5uzxnM7sVRuDZCu2
F/z9yjblAVVcT1VXwTYYxP9kj/UuPQlboNFULFsrjdkQKr18YJ9WzJI/S204uIlkYErgeKiBUscM
Clgo/ZYwy2xlsN5wO2U7bzWL+WrMCYoCOrtd7TvfrhRQHYIoBSETIAcydTWF3BCNSl+UpItjd150
KA7FA76ti7IUUtkE41Wdq9yvLJS8da8XSqyCZ5pjedSE6BTDD9uUS6FeaJR4aaFB95JvUdreY07N
hBzS5+/Wbh/+KED9tEaFkaQdG5AgVeijTG5mgdDrkfAdKYfeq91koz2A7MvqrRZjcoJT30VmuVpZ
JiflZr1knIHoxWPEi3r7y3FRRGLWlij0goqd1HvkTbWv3QA4xw3MevGocy/xZvXz3h4iPEtQ5cUH
RvcXstz4YT9qMH2KJkOPYGZMZwkc8GdwmhSeHAPvl23yJ7RJvdyZzGTjA7q9Fj9uQVIEO440EkOn
KDcDK3RtPC/ZjE2TDKJ5xyLCXMG4SZzpVD2LtnyR9bfyDwpdVmEB3e5gLmmtMfTdEaQ2HS1ILB4s
FBADpjuiKZs2uSjAtTuPMAVMZ6TseiJC6wjIEXbju5OZW/GD+vTfEXhY+A/LKhW65kSbg4BYlo7Z
IT22NuCH1im3x1afMVZBDlXz3u/rSpfWXmQLHxwPUh7oYYytA8RCffA0Y/qGh7QzBP2gIo4WeP4m
WB2Km6v1LBKMqO1FuqNicAVoPzABkF/yw7WSSJbTIuRKQ9xPXnA3HSKkeMwm2GSw1q09Sm5DI5Qd
/lqjk1mlgF5TyLClke5CTD2Uu9CO9nhr2oEzO5JTr76vFxI6WARzMOae0JLFIPr1+lRmVgZITZKj
M5vTIcW08mdtTbb/FL4y9ir5Pvlz9HaqoFLAIiEWAezZtbmgjVN+SLsSajkWh8FPvOGjB/Yk+eTx
vivXOGJu69IS8O1ADuJyBSiEp+1BwLrJIVkDH7UFF7SzlmhATmrLPID1aXjBXIPB30MxbV86vpXU
evKe/UlWfWjhq/78ETc4q1oes05GXBwD1B4jiwWozM0x8QRGDZE3qiNzP4JOpDVXboQF3yV5BQQz
WZUUqKmLFiM4VZrMsKug2+YOGcbMXvkTcswTd6jM+IndQI6ADLVgXhFTbnmlV9tVrN3aj6CyvdAv
ci7u8AVam9txtp8Aqcxbw5/MgASUvCFIAx9d5vyRtc/Be+M9rmwCufYoj/u5Cd9UwD8O8CQoJRTj
YD/eQe3H4e4ijNSMJzXRa/TrUZnMUQR94m3/Ln6Sn1h9cPlDZ2jmg+BkZrbqCwsHAJkeytSA2wMU
Tw8aZnLeZGM2od191zw20COBcNSuOjFoBp/EQ7P6KF+4k6/sUUEat2auDgXsMa56nix2H3lCYaZP
JUaruE3sxF5ykow1/KywkHChFwbhC9DggXGDhrHOU9xLQgfkGci/RDC3cOC7QqJlfXAmqmZ2dw4s
wVNAK4ICj6rHXrxBpm9lLvR0N+N2snIHuqzWhd9VlxyTX7/7xMLDGb/p769TqINRZrMiZxV+nXyu
Q4vb8oC89AY02Qt7svODb7Hmn99NLmUJVyZJjPjhhqJUyGUzwKRyeY6seQM+21feCI87ziAj/r6e
hbq4i2wBXf/fTa+uljqB0qzVTcXDdPdHuZ+f++M70jAH2izeKXNGI1njOVt40GJ7oVJGmLkw43cz
VMcRzKGYYK2BGd4DIh6HevpnsirriLn7p8EMLhzqNBuoCUKGZ6VA/z0BTh14jE+i7Y9LDe13Otoq
mh+EtdyhQG+lAJCATMj6xjnseh7Qccl+HnTOVo6Rrh0YvXG6HkDjwngJLQEcrao+bjkLDMMH1RwK
3W2fJ3yU/nF2fP1cmv4+tFYC1G15HWBvopKjcmQqF6WVa89I4iAC5Aa/N3lEGWk263fMT+Dx9dU5
Cbg4N+FOOgEmYHWufPjvVVAYB8YddLFkGhT547VxIYmZOpOAc8cM1CsUNcf3UTal2sbVn+vC6XdP
vC3mwxqmf0HwTWhh0KK/tqbIch7GQY9eUI3TrhB0pqL3L8+FQ3hT5M/CURTMoIFVidnNhid9Tu7a
FP9C5igrkJ4hmSOQdjQ1gtiPOR/00FyvnzOUO0K8ymLPv5swHGStrJbsHeWIKtAAIB0EoRU4WqjU
MUqToItqH5MLhmj0l0EEJa8+QaDtMdq2G8HOUFDK7zTQ3aMxetI2mtPlmHOTdUj6NgAA/f5zlsLA
z59DD8zIhZ/kNaNlRr5THRndlMBK9r6L2kK4FbzosgoEWUh7rgxSqWUwTFVZxFh/BPZf8MVh1uzc
ugpMjY8+WDFK53NliTd9Ggm5898dl6m4Pg+ZL/QJLA5GC0VLHUwJXmyfMKmLRgnvJObv9paC+pU9
6nINu2FQswr2WrPdCbu5NzQ9Qc89P4oG+1aA/RXqjOYBnzhEWQe+9g+h/eoHUAcqD+tCborvH9Ds
G96Gj8n2R+A94VL1FZ2FIDWYu/7rqpFMaghWJFzgWURTcERxBynbBBnVZHBm/YTWyd07TjKG9/Eg
ChFNTx5mNk4dxObWepG3EYSIAOIsKZgJ0hCzqHjFaZhaHZS2hhPzr4S5M7I+XmLM50cWuPJs0Cbo
OSLlwwDlsfN/VwSBdVCqYnQFZX/8Q5VYRJUJJX7oaqPB9QXyoQPoeWAWrcdg3xvCo4CzjKHd7N5N
Vof9bl9q6H2hjoQpKAxikZGd6+AZDPLICEVTG/we1GVgFVY3ifFUPBebxF6LXcvGCIoENHQYxaYB
TaPgd2LUYp8Z1ENnVzNIppBtZgv9JHc1NN28EcjSflij3DhMlWCWNSytsmQv8Bg9PKZmFOny8UXc
5vHKsb0FuVLmKCfCxEvFcWjq4s1bmyUQClCYUFKM/KBiZPx+WG7bU5Qt+fqryVwMoGIHW4PXWe/j
NnEwF/BMsOOMPR5Xq0E3dw5ljvJQTuzAYUWW1j531vSmbHuQOQF2JoLYI7i0Tv1wXj2TN51UyiZV
XEX1SR24AjbVc+aGJumFTUa4g2COkIGuoAVF5+ggv2Lt3FlLnm4iPrEtguKY9L8gxkFF4AGTZM1U
wzb3oX0mb7a/59F07OwR5Wuv2Kx+zpvXJGWP8lQp6tikJJ9T3DMAFg1IVQgPWgX+dtS8CD1ma6R7
1cid3/3oJm2h7FIu2w6TljEV7IJzzFZj/f1Octj/x/zB8vpI8o4pKSg0UP6TQvIo5LQeEc7jne4r
24MVBGi2DARHtdW/RZu30Ou2mJL6fXm3ycn3+v7apXxIywUhFmOMqhDuCZmoMvq7+r22OICG8lR/
OK/NpQuLMQe9AE4GZRXch/qS/QwMax4hlpPsTNs11pHbTMbx7tmHagCZq1EO/GYfPXzJ+vQCBgQ9
sJ1wG4F9U7t/WK2lkjBwlSti/ZBaJngiIIskWpSSKWKuSHKxBg05Bl0jd0ZeKurSGaPcxYAWYLVj
QVQznzp2LUAtnV5Mt2BODMwAKARSnhWKaAE1E1ujnd2rbnlCVmhY8hFNCnYlW1lc4w9L5P//eAJH
LDQxshGWKquH2jreWrm2sprbjIzsI1IiAOsJ4ds3UvCHjUTNxMZXZMS/jxEamHhiOArAHfJG3YHZ
c0b7I9QPg16A8UHZ8Csp9rJ1JAgSYhKms+nyLbSusqob8RUnj8/MXjBKPOAMzoEH3w0OeDUkPWQs
mLdCwnauYbTYXJ3Num0EkT0A9BoATB6DYjTHUZdHIZcUGOKV982behdkAL5HqHBMH4qN4e03YdaF
19oK7llg1cqPyNb6lc+wdOtBARPa6MSpiM7n9acu+QB1yS5qjAz1ebs8YrDXlvbsZ4sOVAn6JF77
hzv9yiLlXAo/dVqTw+L3qx8Uo8NJAxa0BQ1bvdZ9uB0KIwq/P5ZHveyycpRBvBBChd2Rz6HZWbHJ
pCAbv0yO8rkSGRfOJ9iyOGB5UcnGjlI33Jw1KVtDrRE3HNYDcZVMhy+PGLGT9/PLirGFoIinKuDD
MIU2Hg3vGCO5KgNwHuOxpB1ZawZdIBgLIcjzFuuxg6O7Yo+EdSrsXdmjrpvEF/NZ4DNAdgCMPosO
YRa3MaOA8pTZaXprCWdy8ZR6sYv+SPcr1kmI/806demMwVDJcw7rnVGQB8ThvbdZNN9Vk70Un7UR
fq0YXLjFUREF4w34pgA4oFUZeIavZoYvoIy9B/B78GRHso6nI/oBpQuRMyfVPYwCdyhF/MMgI5Eh
/mGbOiBzXSt8q8F2ce519AMM/5g4vfWnU/S1lujSV/1pivqqELnn0yEsGzCn57vw2LrMnjmvNX2X
whwWBGFZFhVGjPxSVlql5QF2roiVGUw2LWhl0MsH08umdl9Cu3jW9vx9eDdtYyQzyXsyrTjvLY/Z
947+/QFUFKizuRs1lvwAYGKnswxskuqMEHliPwG+0msrtAF9Bz6V80CJayvQFgqd8ajpjyDst1Zc
i6yW9mUUmBW0FEAigDLbdcRN6qiaI7YGeAXJC+IuKmrdIUTgDQiXgehGZgcyQdZZ+9ZLL0XQCP41
TB2inIH4VTPCMKZf5g2Ly50FbIpwWOEAR+U/qFuQbf9rkGZg6YMmhuA7DL4GXlPpX7nO47vPwFFO
Jot6B5ibVvZ2KQT/tEjiyI+kQhqrrJM4WIx3rNF9+ffplnkFzc5BWOtX3oKyqMVRpzSVMX8ptWQ3
7XAD1K+Xm5mjAQuFxSUYrYaUhss/iXe/r/D7OX/rPZiYAh8eeqV0K19Cn7CVFbiydpE9ZSs8gQ0C
A+YnzCBib1m7NJ7gykaKfJx1WZN7WWsTLmYMcF2UN1AvBUqHuuZCbUzZTsXCZQdFACP+DIGrPkQn
xkwtTJ9u1mCci3f4T4PUR+1iFbz36IyQMUyUZQf96YXXm8vkFiB7/5ft/bE4Kh1qKqSstQ9bhcX6
loy5uERn0YgG7eYT4WsizZ+Tf/oo7wKrxUs9QV+a/e+tQABWkRUCcAURDWANqZM6+iEHDZwZ2anj
O9mf2W637zPyU8UCrvwSnEpHDJBW/L7224k8WJUk8knB/AkEBV22ypXZ5xKhBmK0AKWNle0HZ4RD
S3oOATZM7rOoeePMrhF+3AJjiGGwqqAJBL7eG8yXUCVj0+d4Cii8MW4rj7tjjMiSNyDxnM/dpvcy
CBqML9znmujV0iEGilTVwKvJsmiBkSzrR7wY64LQn0wkAR/tGFpzgZviGIut4bviBZAkLxSRTnWr
r2jiR9QxBhhaA78KAKXYb8rPRLyvomnm8Io2FdBXmsfGiRRL5wWr3PuWirBMiJFX0+GFPApIaFRE
QWOL2iT96FLlsVX9FGaFC8j7Ult5FjTTvzT2bEwbZG52M5krXrVw3UHBAayFEAYlmu9UnCxmjk00
Bgkp6zR3hJcHE8W4eXNddP0dWrkma7JbvPBWAuWiNyNjBZ4MrHKAH1FRY5rR1c/akdR/5mfg3IX3
GJW8Q+S1T/KmPZd3cqBzX6uwmYXEEeNNwEwqvEQmUajbHYq8gzKVCqqIe+0wgFX/KXFLN9rXXvrA
GQ1UvTbBybf8L61zk/fV4HwDWsBR+mmeihxCEzasRsz3dnHA7A24GfN3XIIAMjZuWKwlViTWX7ux
AD0QpHV4QRP2MSqxmgZuHrNeaPCMZpCX8/i3QXIlHHhPs5HnFU4j4FKKgRP2lA1KMo2BwsxaAPlu
vN78DMCUNMBUWdTAqU2Xe1ZtmQR/nMX0amWghmALTo+fAq4itwMkKwSZe+LkCNgMVDSkDQsuWHH/
Dz4HnD1wsoSODL+FFu8Wp9kf2FFtjOCx/pAtDtMVR9lB2+VLsXI3Bg83500rdM0L9/G1UeqTR5IG
SmxitP2YMCSo6LNb7yLcWI0NVt7D5K4c6NvQdWWPJmvsSp4IBcLeY7lRIbeenRmdQ4Fz96ShYdju
uf35d4u3R+raIBWkp6yAXmkKg8pFeGoxMgHi4/t8XSbkNnm8tkMlNiM7t3E3wU68qQED3vWYl7BB
unAPL7KKzWSjW6Va+ffrz4/stcriwivl2j4VsQI58MWGfMjB8lGVFw+tHb9kFiLWdoScFUk3FHgx
u4k2hz/jiT/yEE6L3n184rWa60J97Pq3UPdTweax4Lf4LcFjZ6GyDA5uTERBOw2kq/F781w+Mk58
uIT7wYidNe6PhYTg2jp1Z2jSJEkJ+RKTJ1u+o6a6BqQRh2lKMhavfiQvzFl1VytTxJGoMIJxUSQD
ePejIKlR0YzJxonhW4QR+TU3W9BsHOsn7lBa2ab4rJDXr7Vnb4M12GyRZ3G4p9CkpNO8SeMrRso0
kmyOzwp0lDJr2yKpFo0ZNJWEfsK3wYXwgHCqT4Vee/lKGXRpo3/8AvQQr/MfbaiEMZnxCxgXIPPK
2mdW+46pBicF5Xrx4d83p+Gpfl0dpFm4N2AXTWkByGQUYamALSliV+cMPjB6s6/QSIPW0Ct0NoPN
pQL/qpslxurNeJuHkM3+a5IKk0Iwz0PiY6ms0W84N+hM+dS3QNpzBvMig3Ig9vgDc2LdVT5f4q20
W4HKBv+RkVRM6F5vMi+VUyi0PqoPzrjjH4AjjE2wx7i4jhwUl0FEcKmdYfv4n6Mm1vvXKnWCZ7Uf
pzhgGkyl5qHeb+M/mP/FsIjOff5uaKGuQHb2ryXqtOa53CSRiPVlgOUe2uccNWzGKjB0B5HY1lnl
GSVx8Lf9pL5krfqlwvWwB3m5g4TnWWU991AE2PgX1n5r3FUlk4WL4WqBVFwQ5THqewUGhQ8wBWT7
mTX4Qe+em/tgXhXXW+h5g/cQzy/MKSCNvGnoA3+ITnSFDzelZvvcOPwL0oe9epSAslr5ckueqWBG
EokqwSrQvSzomlXanAUtWAeDO+HSmwCVt7v4GWq7d6JodVAPbN9ArbSWQqzZpTwmymUhCRLY5T4S
K3zMzQiayzxIvRVA2gz+IL6i6Mo6ZEz+X1YMNDsYQAgrnUa9cUOZ79QpVXDHeuWO+2wgjYkQxD4A
XhZ87Zj9/JaCAVpY4/pYStKAc8RnxfQg+iw0yjaPq4EFyTVc6DjaoVEBTndgT5BS+qhsbdO5qxK2
C31auBHwcxjQhr41yFuvow6TSr04VNA47d7Uzqp6a/TAmyk4qReBshy9LBDggFtbeFnZ4aXQ/tMu
9W25vI45uSZ2vcFRjswdrrd90RntvrVao31ZEwBdeMNjoYRPBFBt4DJpnLZQc4PCdlFraB+TqGtP
4YW7y/YJkegbjQF8oQzaWOy2MFlFX1nrQipM2PgxjAFOGUyjUnvMxmEz1BVMNwrYe1jPzwFjm63p
BF4yV72ke6HUs+PqM2MpbwApGUDpKKtjbIKKR0KRV4k0Y4tbUHWijqz7l2DzEu61dREaEkvpWPvD
lEglCPGgaoE/Y4UlUCoo+B2k9+Sr2E9HcKVPtmhLp8RmX4OXcB1FtehIf1d5812nQSg6skoyJoUq
J0QllEPuvjz4RrFd/5aLMemHOeqVwfVzm0KREJuK6SgOUm5GtIeMkiHcEZVpZZfus3+g3Cf686ji
ogWOcUdUKa4PKV+PwBTzcYuWPiiqIYzsSvpojtuBAzEpXvHSawf9EBAsn8fTiu8u5UM/TVOvjXLU
0hyiFi2yEumDt/ICVaiESI8fMZ2nnSH17gRAkflWvhoMFy5wRF8i4YHiFwoI1LHh+HDgRw6mJw8p
g7/n7AZEC7jpTmi/S57opufY+X2534BlypFhE5NTkKsFboPG5GncmHB9BJvtPWkCF5hZLpH5BRC5
RP5pkRGS0cpsdEE8+YD/sQv1YSuc1sc8yOH87YdQflYlgGANKX6IdEyNx2SbhnomG3xrqtCrAVLT
fYNebaUz9/mDsAnXmMcWItbVNlBfvRjrRBsKsg02hHlBdPDcjEbvxqZ2x921VqgrKDkbv+/9LW5e
BTwR4AKgHUCUDjrvay+P1DKBhFYKV/Py3R73bX+KTxDSuIePg/pLBxu/3X0y5jnGc+8fbHM4YxAx
AjG9KlHX0SDnLB9PWWtUNaTcExdjBH8iCENmu9rN3Vw1TvxFJdVWsOC5093v1r9b/vTHJl2S70QO
c7ZUpM6UKQimsMX7KtdDg/VkT8ZRlycI6BJC6WQj7Qf7EHsvJ6jEgYf4AgFyM91KTmXn4FoEs/gq
SdACMBf4hL+/iQ7pJTvUtSA3aFwdnxkr8ARwhxbn9AmjdeBriJ/AXmudE1aXTtU2MAG3x8Tb79uy
lJt88y0S+TYM0tOHManLXMg0aJeBA0r0BJAjh4RtrUedBUxBJ0Hnkfv9bnOponFlkzp3U+r3tazC
5nsASuDd+MSephP7XJkvoEEBDBIR1ww9cYtdd1eZRBculyvj1AkYNCHWtLwnBQ0y51JY/mQkDgPB
pgGyKpwegcNXXa0oLR48wmv5v32mTnsAFgu/TGCWcWdop0l64SUJOr7Nx666F49QSjPlvYIKPL/a
bV4MuD9tU0G+nZDxTgL2Wzhy9oxOOhLf9zsZiE/Z5Dz2xB41Q3BEMEUkTxeItOr/QNeBuPPzJ1Bn
v8/bepB9/AR+L3Bwsda6m/XRZozvo5fb2XPpKJ4A2ojffW153yFOBeFLGTLd9It/7MWpCXrsO+jb
4FoN4mqn988CuFEU1HXKbQyRArz8QSjqG/92xUAYCy0ImCaIwet4y+XpEEfs+F1d4czKnRD63rHr
24/8sdS/0IG4n3QQzRvpo7rau1y636AJhqEDCDZpAChdG5f7uk6qGcYFwi2k6WjbHrM36AUY0hm3
ew1eo94oXmqodxPR9M3K1i9dcD/NUy4/VFGUySNZOyhIPsbnZB9jarg0/o+061iuW4eSX8QqEgwg
tww3KFrZ8oZlSTYDmDP59dPUzHvmhTAXVX7lhVzSogng4AA4oTuCSgKEi9jPVaQ+v/04Dyt0qhSC
ECsvyFrMyMUkaKKPIPBHIqQBx/rdgEglvS1AK1od2WEEzY+OFLnJ4OHQRY2mmjQAR0j8ZEhJSr46
GjAbgEkWqgk6CDT5HG7flgSVlUilEni07zv1YYJwVQmLs3yHocR7/B55/Rto0M6P//MgOz3oTnE5
76q1CbNnC6tL3Uf7IrtavrXBcjvs7sAlhd/1kMXo8WsKEnz30Qxw53hp9wpKHc2gCbpD+qx5qLTH
GVheldin44uUdGP9gnNfyNmlXZZNX+nrF97G+/gRfHyQ67PBd4UvuKxQEgguhAvbJfcQM4lBTDfI
Tr3PLBT/BQjp4KIPIZOVpO90Zxhs7quRoPCR3t5aryi83zc+KDbcBtVQXndZmS5S7MfSe8cl1P0N
HTl1x3xll8E/ycoHBfZqIHH351s4e82iCEWRGr4F+WeE9VHC8euHA2mC8ANuEr4Jt1/8tNxmJd40
j4o8QCEo6z75BL7du7SGOs1MfAISwzk6gQhE2a3jW+Pnb6arf8ygRKleQmXtHEIeHnwoKGsZX/X7
d/Rh78pj5o0+82UNx58b5MwiOZwhGws2FlPxVeQ6uUdn8w+Qk7GL0H8v3GRPbkskMV9G5KvnHZ68
sm0kuKSczglnpHncls6wLou9f+thg4f4ATnk5Q6VU68LOkvTO4Rs6BW9DW/oukgyVuavzhuVATqI
9pCvpwhtcCa6aA7r6zEGVZhyZXSzr8/sO/qBnlIl+6GFmPgM7SmdNB3wNcAKWLzMVkqN1XVx12ST
9WpdWaicrZpDqLtM2w+QvAWpF/GsBQUn8Kao/Dnvsr4eFMBcU/QqkrVwlVwKwuhnpSBrZbCj35vE
b/IZXlpyGgkxVvYMhHHxT+WWc8rrxSkrjCuzosua7MlQHarq1/mBCOqjMJINCnfkpZ3dZN0IlGQl
Vp3Rh1Cy+zqcblvD9rSwGRCYb3xjlYdszEf05cmKHr6GEk4/YJ2GTRVNWCHEXOaw2o7N3y009ExL
8q7o1UHta7fpSsnKic647Xg5IzVzbRiHEOMt4n03PCfTS5c8D9K44tfQ1zqqVXrKQf8i8oLcqPI4
18qe4Z3Us49FtT9yMgegbHb1NroajPcBL8qkR41SrycXBkGxdw7S9KJuoUdgxSl47z4qW7tO0B1n
dIVEkVTycTYXlyuo1SVRiCkfF7dOLhd7D1o0x0TuWoUCtqzYUWzHqFaFR6AQn+TsmDhdG0brVBT2
7FYFekmV8mgUhaSUQeh9cGv9B4Yz5MnQRpRKASYdXrrqtl9weTZ2dmZ7M1oZF4+mbXB+78gGxlnu
3GlhHQ9AVPPF62zoXNmz5pXdVEtsVgbE2WwUW5WhtesM0idm3qCg3a1SWXmXcP6QNcKzTlujiZzF
GpRVidaiSj4Eo3bLXsb0JppTvw1/LsneRAa7tWQk0sK9iC4eG7IF4LXiSYmyqu+tcK2TT8ydXdv7
sYXK/PXca7u/WCgbaRu0gYHXmHILxbqZLCUDjtnO3mIc40ULeoUF51GEjmyDwq1SbhsNTdHHAUr0
6qpo52wXdcor7VCPR0h/V0apLD4lQ+ROoVIPyTBVBUoO+nBX9q+1iRp4FReeProgKTueH5/Qa2zG
x9360DOdWn0NtKE+KtpT2lyYY3y3NKNfQuVVt5P9eTzZ6DiDLPJlSJMGeFk77XKqf6us1jXsLEi6
9GYqSSbZZWJr/NdKeK9odySjNIGVDBoqOKfHpv1d049JuT8/LPGJ+2ceeeIS1FAmaVUAp3PIj5aB
NKVJC+USauBXJM/RtDFNVlCAfdVTqxwlFWT4rXSVjNRANlpyekC1CXyVto62UXbE9itUz/YZZASo
LJ4hXEY0y2HfoTIYHE2nQA6xcuLMWMa4us7r3cTutApx2+YlDg/nZ1ZooBsk7gQYFeoUywQkhzx3
KuZxVyCKUDRuz2wXNBV/Yy9rT+nKcYJ2Ts6rGMqYdcmwrmMNpETzcwgbdgu5trJRknkWLtYGinMt
acMqtQIpgIfahQebjK+pOXvFaB0b05GMSnjWbKA4n9KmSgGhMEyiESGP41homu/fDFuqRvY1DYkL
0gaH8yapAXndz+ahAhRRi1/gpULiyi9gG3X22EEup/u22J7Z+eeNRDaVnFdhNJ76ssFU1rrhdsQp
3awBFS70WsbClLkUQR3xOko0H69t1ut/T42/zssKwpxAM9PpV4ackUqiW3uKjl2efA+LHL3kbf87
hV4Sc9BDZUNHJG39tA59iPK+GAjFnB/9isc/UDffw5PDDAotqrFHy1aBEJKGumrbABVXbAVmuVMs
P3MCsFf9xYyDcNAEHSDKfA2dsyilzEx9KhpgquhxhnB2YJSzv1Sg0iaGJFAvqH8x1C0YZ1bZoJSo
XUKHS15f6sOlanlGcjXmfkmfQE+TIcGfyG4xgoDtKSa3yHindZC4XxvEtIsiuc07TGTld+kD012r
943yOlIPLA2Quwq769k+aONF3N3TJGisyySSxQFEO3gzBXyKRlFmPdYzfE5rRj9G1n5YhO2rKZRk
A1dvypsSQkDg84BGIxhaOPenVVGpJyVgUtrvJ6t41ezl7ry1io6OLQTn9pxIRwAe9cKekbZua1y2
OPwX5ZvGnkP153+D4ozUcjqbdho2RtNqbpzftUq9q+ilqRReW0pmTrxAf2aOs9GujcM8g8C3B0fk
qeAgUFChaUieQ2KQVaIH4stoKeAGxCbHTloFu4616JZMYy+PwstKLyRLJDpzLVAE/QPDjaVJsjKs
lzUfWFxPzaOltN/b4qbMup0FweUY5D6S80l4fdoicrtt0Y1CTTsg9sXkxeXB+YXB6Tdz5V4kirfM
Xj8Uu78wDnRkoALzf5uzT714h3to16+9j2qEAjf07Cp0DLLuxtEeO11Ghi/cVxuw9e+beEiVRUWE
wCYeRZUeTGMCa1Q88P97YbUbIs3VhsDQnkvnrm4QInnuwWEvey+J53jzDdzejoolm5wGA7Ys1wl/
TMZ9zHAgB4aCE6wKwrFxbeO2pa/n51mKy234itKYji1wm4W5UBJUh7sSFHJkV0HlS8lyt7KQ6DV8
DTeD89DC7bIZMbddinxQ0mIGctUHmQoNAGvaD7IXjXhpV90kXJygS77eiTZLq4yLWirRmlJcVL/t
oOajd/338wMRFAviNIJcxD8g3MV+dJqOOhOqBjTnFjLBHXlxnH2jXOXGzZBA2ubFIfu2u7HL905G
yyF0Bhto7qqv1MxQBoR7PB3lGr2pukvyqMQoY2tUz4IUoEJNiTcQ3WcQOkAdOMoj6ZcSCbMqUjVa
1hKJ6nEerjvHpckurFCQoUOYuDvYZSCZXlG0eYPIn66DTbJ2LoA40H1HAqv8NrPFDQfo/cWdq+O1
0VaumsnqwIX2CYZfFLevrbv8Y0PXHOTjTcA66nORNEGiovIlGg6S0QktdAPDbcCpc9holcg928p7
17s1vYILd+2w9hTwb4Pfu6EPoLpT04DEP6J6cs2SSk7HFeLLvWLzCdxOnPQ4y9J4TX/Xua/G5o4Z
97MxfWt6ydElnlIHGq0GiN2/BLzSxoaE2oScXqlctdMdC6+L6Hh+PsXT+S8ET0sd9UVd9j0g6gI5
c1r5Y/Y3sUGomfwzCr5NPtdCyAWvozDRodiw0o/my1jKaCG0eigcgGUG5Oi2we1sNdKyRLGBkrH4
Ff/fa419aGgVpOFyXZj6frTuCojo4C1RSg5EoVPZQHPnIURl8yUZ8BLKtOdqil0nG9wx6Y99+KqP
P9p6kewBoUvZ4K1ms3HSdayZ6TisE+ose32Z9mRUg6okbu4Mt1Ft7de8RJJp/nlTkQ2T23n5NEy6
usISR3lWwrchq2O30+ddqf/QhjwYSSUJKggfp5BDAS0tckzIKnOL2sdG7nQLZjYh0AUm05O2VNeJ
Vu1tG6Vc2lOizYcpwmfQGQQPITSVXUd5QUOua7dQp7bG3fkpEO4WKCyoqD6AQg7fQWVMydynpo0W
8nraZ6S/n2JZTm11Hl+cy78QYKg9Xdyhwht/iQGB+pLRvMF7MGV729jp0994sQ0Qf9T3Js2dCUW4
oRV6SQgVoy52K7YcilgWdxb6sQ0Ud+ATOysTdV3GoTsM1p09vnSa7JwVv6s3IJytFFa3qHOH8dA8
QoBUd0dUHjG0A4SdlxZBRwOyRhRaWbpOCsxt/yIEq3+srT3JKjQAw8hd0OVuHAbUPzWTO1sHvb6p
6d8cDZvRcj7AHkpmpwpAC+JTxXDDaE/bQXJ3Ea7bp9wjgqIok+dA9CLLJ3tdt4LZhykBLcNsBVTT
vfO7SmjyGxjOsdTEmu3UAgykIdy+emtK0O6tFA3pLgwnCZjw8N6AcYc3xN5p2cwAq+fCnbObCgxw
c/SzLReJu5QBre5046WtSGvw7ARQUnxLxz1Y9VyKTF8iyZTK1mg9LDYwZoUDgKUwBBVdP3mUP8Tq
vMvr9uH8GolhQNkJenAkSPmSVvAnxzm6okFvqUO2QJ+RGniYiPZXBvcHhXMUBauaCHkJUAB25kFz
4se5TvZp4UgiD8KTDNSG/wyGcxV9QrOotx34WIRSlnhvhEVgJocOL/Q68hdZQEA2d5yDsJtwNPoS
cFF5ExNQ8Q2Q3JWVtsjGxO1VxL9ix5owdTmCvX6D0g+U4i35zySzQTaoMsSn6nzUAz1b+sfztiF+
FOOoQlcfBAlBKXJqg0avxN04hmD76AITqnh90MWocSpvqvLC6XzIT/coJogm2ZjXiftyVv7B/Sw3
2th+ES31PDCMedHQzYxShXCS3UCE18oNBHdKzoPSZZkGCAga+wpGUdGDBUdLUo9NzJtR7gtp9Uim
YCUbGbcRaAExp2yAyZgKPU5V/7w02f78qgmtcjMybhOYVtK3aotFc8rrJi9QXfNIYZ3nQYRX1Q0I
Z/qgs7CVecY4ENV3DeXYwgs2RHdbLJg1QQb9YlEO5yFlU8dthGxU86IngCzCEEH17AK6Lz/OQwhd
+2ZU3IFl6SHSsDZ8bo0y36K5LsJy31vXCXQ7/gZIB8040U0d3ZWnGyu14jE0dAUkL3T8puVp5JEC
zY0TdCJs4+U8lvAUBo/MP1jcUjV1m3WWA3vIzUuEDSat8fXO19HWAT6d81Biq/gDxS1Rm6EMpqgA
pen9lR7NXmrcTzkIGNQ+ehua7Ihu9mCsQiKZTrHJ/8Hl1s1QGXRhGaaTwMf3IOizoqdoGiUZHqEn
3kwkd8PQ0YEU6uvobMPvsvvKSFC1BlFHc1c1ThDFu/OTKTbGP4NaP2fjBJd+6B0tx6CyKBiQIRuq
vd7+MCxZ6agMh3PyWjYOdq1iWASVNtP69qsTZOXYQ1+mMq+7etWvjv2fMYEB9HRMha3kYWIDy4mf
kvEIMk6dgbOw95YRynnsYXF+T+pjaXQS3yEgjEBo8t+1Q7vtKfCkWJm15ABOWnBvpr/b0Il29qS6
HS4kNVP2efUwDLPrDFBlwZOzGsIdGaCoqENTYaD3k1F/m3NVlvI+b1Jg0z39rKKjRjtkWOMufeqG
S9O+68r4Is2eLesHayzJNhFvT/CGaRCag/os53V0ba4g5oszr8lUECd6Q4n2db2FQtRxKn7OKL5y
YolHEBoXRQcb1RDBwVPjdIATCwlJGjhtRC5dGgdt99rqv2pL8uYVh543OOt3bDaL0s9p2oYYGq2P
VXHME1BWvWfNIR/uZm2vEZy1H03/VGd3sxH65zeqcBE32JxfMOyadNZ6puv1IbNQiw6ZHST1e3vX
R77aj/9xSjm/AJEnLdU6wEX5rzq5MSqvhha0KRmU8LTdDIrzCq2TWlmlA2Vgy9E0+w+tJ5Lb+nnb
QCb3dM0yNXWqIgFEUqOFDX5NQZBX+ZbVu/PrIzwdwF0AzmoVmh6Es0HbGUiX5hFyH1N5rRj6tZWr
z1ZD78/DiG/LGxzOBru4Yn2ow8fo4wuyg5oepFDb0kBEGAVq4yuQVwrduFclu1ps+xtczv7IrLRt
vwC3QZVaM9QX4aK7eDz6YQElQgaWWOdnW8TvVQoqphptE317RSnqrc+PX7icm8/g7FIPl0Ifu9WX
Zf1FZVSXLerk8gmNPMoigRJeaTZQnHHmjlmNeH1BqyD/MGE4TYrHXbVrxxfQNR7+07B4xnXWsrDQ
1zdl1OyiOPGA5cyeakiunkInAo0sC5LFaP+zuUU0jMlK6Qgjree90f5C8VNV5n6i+mb31KitZHcL
T4INGrdWTk9ZRyeslTr+IM2TNVwS53kMY5T5XhbVbu56yR6UAXIrxtpQMcpyHV6RuhG0oZRrrSFu
U97kemBagS4LBwn9158R8l06Zhyj2JigTQIpBXdGpGFJu8fzliGuvtlgcJeKsEUFVTFhUGqm3jnJ
iKbBrBzcMiegfsimm3pMb9WufW/0EUXgxvLUhstRWVNaTXKbNFrsNU2WBmWmh14xINsFle7cTZ1Q
kRwZYg/4r3HxzUEhGFvNuMaHpupyoSCLkVXGTVRDUun8jMhwuAsGWF3SKqUwK8QUD3pYBjVtXQhC
SGDEe4WuUVKkX0GfyB0cllGibg3DodbTYC1um/t9B84LUK1Nd6olVTEX3lrBAADOBzABgDPyFC8a
6RQyA7aUMS+js1v2VzmSvFP8OIFIrjg4KEJW0C5SyFrvhEa8AV7/vrnVRImjZOXaajbTeq9M436U
tcAInfYGgTsbszg3cbBjKieQ1RXLrrJCn9FDacg4Z4Qu+7PJFBNo49F7OhSaps5UjjCNIr436yBB
RYWKO5IRJIPsIBJa4QaKm7VwIoNaFCtUfYfWDNdqVTePUolHk6FwM5dHMTgC1jenklw5yPwnKOcs
ZM1eQreJ6mUwlYIF/kuhbzyiGAxtO6io0BA6T67m1CtB26y3t04WpAw8qbrkHBLQEhmgIkU/2ypx
ArZdbnNV2cByRgHZFS67Nu/nb9Zje0O+hTsQ3n4Hew6uGMfoN64Y532HaFNvcPlzljSsSLXPkMhy
tEEYjcrY9BuJLnvNn9O781jCbsktGOe5QeTFBlzL1h5Ox4WEfQQ5ILAXuta3/CLfV5fO4kKoN3uq
d5HPoF8cgljl/CeI9sP2C8jpfkBKU08sA+azTLs+vZxnxEge7ca3tJ/ngYRprC0St/NA1FiQMQIS
SS/hkvu593X10jRROqIfGmtXg8allgUvviq04lzconKb0LaHiAwKZrh1y+sFl84HNXWnyEUoPn7p
nsL7y27taE/8n2EQyXKtusyYuM1JFpaoA1iuoJYY78JH61v60vo0SEBROe8jLOhd6tu+4TVH8772
lR9oGT7uwQ4K66689oBDHIzh4FM96K/NTr1TLhPZrV3k2ik6OEHtA3V0g6fczax5YWmOZkA63YTJ
5M3SY0vkoChUttb+B1OD8tKphTVF3mXqjMOjCF1zRhFbvg+lnQjCx8cWhVvnBp3Q6D0GChpdVZCs
0+waWq9G/KH3yOxnys7Rglp9WtT96OzMWQ0k1r3uEz6itMXnVjoLlU7NKfAzHTWgbbRXUQBmZmV1
IKmKUmx2EQ/d3qiYV+GVqaTjEZVGf5Pe2n7EespuzmkDmU7UR+IjtPJuVEDkjCrFvJAlHoUPzC0M
/0bockXPGawaT/LG3rXt1TI+W4qF9ubvbfqklgezPtbL/fkpFl0RtqjcW0GpJpSVr12yRq1csIVe
jtlvRcte2ln5OI8ks1ju6GkGtSwKG+Oj8zdTe5qHhy78/Z8g+GdB2md9QSMMhrDFIwnxQn3ZLVnh
n4eRLRXP17jYTmz24zppxk7BixzXnd4+NuR2MINR+0i1y1LzVSs/nseVzCB/0Y/iadDUGLCR+b1B
3mzQ7kzych5D7Fv/9Sv8bdi007bKK6xSMqJmdagR7lC+2/Z42ZjkLbUfWjs5nEcU+8o/iJyPmR3W
ZEYIxKa+DlVctEEUIrtpCTFQ3Ag+RlCgf6lIKlq7RRfvahh9fFM6I8IjjlH27+dHIpw77VNNCHVe
Jj93KiqAxmyl0iC15c+KO6vXYTb7RNH92rqNkK37b3jczOXRMrN0bbFn9X1j3IZsx+ar1H7Nw7vJ
aiQ3OKHxbQbHuWKqJilTVzaEeVhQf39sWOvGTFKTJ/RGGxDO1bJoGJHyBkg41gG6vj01cfD+tm9R
6CExO9lice7WioqUMBVQJar8HZSsBN3yNk8POrlUOkluSTh3ZOV5o6BY+RKap107V1mI6xIE7c15
vNDAHlLL+MnF194NCmcOhUEqBWWUqLG9jm+bw3JA9uqYX1eg6UhdJG6hUebrx8JTrvOdmruQGQ2I
ZP0EQkC4GG6+gbOSrjcUo2HYAsP7rY579zNq+j6+PxITpDa1P3jmnkKafn6BHL2nXywmGP8MyTcI
yw+338AZEWKjU95GmIcefFZ+Pnrm/XTZ7sEn+Fa/x3d6wCpQX9VacH43ii/Fm7FzFpUVZLbaGrig
zLQVyHhPl92BfIQf4ExBbkndEbd+Q5b0FqTmOg3+gkX4dO5Xi9/cU0LDYMxJgG8+XDs5LuLh1Yh6
6hTIs2vf95fhPbkJFzd6Oz9w4abdjJs72FOrrUxrlU5MQZeGKA2kTZSglSWBJCifD6HN6ChD2wNq
uHEwNW9peGlmHksHd6klL+T1Y7/cOP8M5vPo38AQsw3BirdOYpR7WUx/6XjJOFrsqvrvJVbxuFIR
t5WVzAqd0QZ1vQdvUKFi2MTDDNS++lBCw8/YIYTe6Gw/WogbJu3u/IoJiZY2W+Tz3r/Bi6rcUfo1
fjp7tUcpXsf0O36gT5bemC10E1/Vt85T75WrYt89GamX3SlX8/78V0i84icf4+YjOtDkwWPBbmoN
e2XUdqXhQYrpb86tzdRyHqkE8fUQr3ZTN4UbWrVnQq6Dya6EsgXkfE7WFGuZAlDU9L3Vgrb36/jd
ZMHMajeVCpCLQpbb5eM8jalMTU5XL6sMrTtTNDN/U6mfDL3ft36MwJtZ7Wj3jBZQiY+TLRnnYkhf
q9CGwDC7fo+Aw5T9Qim1ZMFkU8m5E5Sml5DBBYZD3HH5PubHfNnbqPWDAOVusSSRGsl+54vRzLlJ
+mFduNwOlD5IoPxUYAumx4UM3uxcTorE6mXH9OffN2Zf2bD5pMHiZUeUb5MLSNxWV92lE2Ruct3u
UrfVvft595Tth4vRNSHbfH7bCe/CfzbEp2/Y4KP7IEQuEyNWWBdElCIUKHEvq/l99aEmcUDeD+JB
nphn6BVTNwiuVnb53MdH6lx29XOcBVSXDEUGxN14zEmpy3zlXKrmXR2DDukCrZvZ6Pd/VUYDQoZ/
h8R5EWsY83hCt7Cnlu9oNsfNNEOutZR18IrXxqbIEIKXGI1np+fAnOqqllkr1xBKXHOboRjpeH71
xbvrDwK3g2c1JottwfoWLXXnpMbpUnohNa6GUnGzyPTbkUqO1M/o/1d7+IPJ7Wh7TdfVK3tdUtQv
jFA88bICOp9Olh9oWxm6WxuKvriZbZD3pDdydInVzWWeo9ncLRJFfyP90r73ExqqGsOertRxqn4Y
XZzdo7vSAJkV6IdcVAIkh3xpUblaoZWs7jv7N8oKw+d+Vuc3aFdCbqueQO3KdMXx5g71CMyKokPU
0XCXd6aOW1vlsGs6RMM1nefoiF44kGJ23XXbJeYqdmNMfu3oyftgz1CZYo55WGhr/IrVOoX2BssR
G1LMINWnB7Wi+Z7V5oM+Kc7BKAn4HJXkW+kkimRBxcEIGMz/2QxPLzOHC0VpAGYXhBcKiv2nxc3T
Hsfc9xrSiMrVUj4hd+YMMgJt8VnwB5eLshdzrBEUka0RyAWcKIobZpbH/u74/oPC3YwUmhWgWMKO
qEFzZvZeOOzi8Nf5PSGeQh3sbSrkElYGndNtF9WOwYoZIH36EC17dXxazD3DpQ/9GXmyU9q3Zq1o
+5uDboPK3RmMVcm5mYAatj+T+jnRUtDhXSrDUWcPzJSFQITLtUHjXEtGExOc10BTlNdEfzfQbbXQ
4D9OJO9dpjKNQgcgaXUX9rfEuZnU0u3Lizn2W0Tmi9IbkXOpZClw4UGgOyunIehAQDN2uoBV7GTZ
0oEiizbhfpkmL0/im36Mbho6/6Rt/jcH3AaOWzlQNNKmJ+CyibRXo3ZnJXGp7hrsapLOqKiSHe3H
/46MWzarGR1bUTAyJyVHS0nd2D5UzquCO7lGL1mMnmAjwMY7v5CiWxECWKsAKuii1U9RuM0doQaB
oFKsnHfzlLtNm+3mgnlj2YMXqNjHUXqY8xaN5urLeVjRMtqrJjcKCkHqxJcwFtAzgtQd5OPDFgcs
vRvMlMEpt3jwOdcqkqTn4URbYgvHXR/CmJqKOgGOqXdj1gat/ZR2MjcpOnC3IJxp0sZ2lnIASFT+
gpxFwvwhA8UC2BXKSxJakhuRtvpD/qxFqw+Su5a2KgtwcEm2jNXkgG/EYrGbhT9H20X9sq+HoCJ6
7HHmtVAXQ9OwM3duqL39xYSCXHtFB08AHwDNFKNK7RLN5JR8wM96yfLSyR7owvncYHCLVuem3rCV
M4PFBK0y+zFCK12KW/sr6T8MGZ2U0ERs0EuipsGwUOJ66lhsnZWROWKnFzqCODEoht4ms5S8QUS3
PgSm/wHhT3A2gn5XWWkE67J9jgtzV6Di/G9W5g8Ed1hb1aIUvYJxtFUSxIhO1XPnWcPHeRTh/nVU
okFRDqSIvPE5euckSYq1GbTnjnnESmECyMWCRJoOmcTUhYawAeOcMOIyCykZwJzhIbS+aTa64M03
NK36Jj3G3V807MELO6gyh2QIBHJODSHsi4qG2iocQKp9RBs3ncygYJINtH4zv3u3KOvu3vhd0KSa
pdliA5XOTYjSBIvuGfmWZhIYkXvfwnDJ436cltlY2S2ipThknbFvB5RZ6vauYsTtweFcTLeqJmNI
E+2lLSq3cx0WRs7Yr6jk1el/k+6COI/nDVA2f7z3g8pLSzRA9N2E8JmDPE9lk9epAMeTdn8eSzic
tb3WsFf+ApU7mQua5d1ggE9ihCWomn0xGuZrA17d8zDCISHV8el+wHPIwVRdmc5aDxgTTzcUcjnf
+sr4rUflHtW3+/NYgv0LHlOy2jjugtCJPjW/Jk2MGiXF6F+zD7cEikvjcKMnMvK6dZ05Iz9B4TZu
MRsluBBatL40h2rp3EZ2RAjMGwCQP1NBGE6gsHM6jNmak5mFADBZ6+foY1w0AzSmj0sDXcZQeY/b
3G3tUJLkEfgjcNwSB4VhIHRSeWIsJ4wtPWo6tJdReHA1dCfLuKNV7KbFVXdVmbIyJ4FhnOCt37Px
FXOEshDUR6BEbdiBdSBty0OWH5eWScb1GYf9sl6bgXFnYBFbVtbGANLQfWEcTeJ11p61AXOe6bgj
dYHensOU7s2ld7vexoVUVhEu2GrbofJ0J7ikmWNF8AXzfJ2hmIrYB1Ycztu+qJLqBITz8PnaW7ys
68eUOQgnlLmkjptM7VXr5HjXpqitit1YGx9KXL8km/z/AUePLyjViIni99PFROHFMo+kR3cBHtMm
2i0Ve5clL4Xx0CqlG9IjtKRcyE+eH7Nwo6Bg8x9UzrcoVUZGlQ7oq+l3WuQXxMNFdafW+6h0qxzp
ZBmnvngh/wByNosOuyJXFgyzaa/R1+JMXj1JLlPCqUTNFYgxLejafqm9mg0aVlE1wlzVpLuZnHjy
1XqGuL2mQ03NQUcrePd7NEMhM2YaiwXer1LGjSAap7ZK0JsgxbRwHTpdztzqZoWNC9oKcNUOI4LW
xZu4/Hl+9UTeegvC2YySoTxsGea1EjbyJvY9I3sVgl3UGxvJuSBqsNO2UJyhdCpI28IM47GmAPX9
U3WXmC9x9TB1ewf94WMVZOw6zt50db/0hzHzUECaJD6REbmJfN72Ozj76RJbtaGHCJ8HtpBKfy7U
2UfMAVX1k2RrCFcQqhqrFjTqZfmnDEPaCEX1BCPWTRC972aieFW5O7+ConJcVKX8QeGuRLFTxZmR
ASU1c19r/Wl+s9WLQb2M631oXg4UUkzkKmHXGvWm/tVkv8PlrZWVc66zxjv47Vdw1jpXqjp2PfqF
9SSgqCUcS6+vTbeLKeiUEbfsJNEF4dxC3xesA1B7QXvN6e6wbBpmCgXesjiVn7Um8juU/DQ7UxY9
1EV3DWjNmqvW7Kpyy0FlaR2zKsYEmxCSrIPJN11kzDwGSWjmIskDdfERWvZ96ma/m8O8S67Sl1/Q
Vr8lN4mv7XGYvWRQvVcPMnJX8Rz8+2F8QTTiOnU/jfiw2n5gYezqy5HpkjeLyEGgFxQKyipdX2Pc
ui76OGdZoaM3vHmuVfiIFGQZF+YSaETWGyKa5y0U54uSGVKWi47hdG2gIm/BwBZwfq/IEDgXlNdd
NrIFCCU0UVqtdpksmyQ8ObaD4LxLOk15YgyASNIjCDFiIxjzn7F6SCE6rVyE7ZUmY3MSWQH0CT5F
ny0bUZvTnQC5+XxOtdUKjJ1qBzWaDWQQnxlMfncTEBGsAgW4EvMNkqER4+WQwgog5HrR7tq94/jt
e7J/mf1+ByVgP/RCUHC4OXVRGx3ISuFFLnsLz1mGUuZmNq9DTEA1qsJP42ZMjYtkkZz7Qhzc9SH7
oNk67P10Km1rRDFXgmHO021i+Ub6ZpW3Jnk4b4XCBdugcA5bJcq4crnCYYMVz1IOVoSKclk7najs
GlcyUEdQqA+ZEM07HctIsp4OJWKGjp3fKOq+QZ+l/RxGz/3i6mZ5yZxvOfANe4dGEUe200TwBNIy
NuJ4eEKBmfYUPputKNbKGXWMq1rP6E/0jsYv5vROikelduPFR3WPjU2h3xIZL5dgm6/hIxtV7Yjl
aya3I1qK9yfUOVENqiofdlX7UWvKCLJEGCtpOpTx8NbFg+10fD0b2m52LMTbqqFytdncQUDn7ryh
CM5UQtaIHq4OiIQ63DjUUbNYM0C42Yxt0JUGC7grGvt3nwQtRKoTe3ceTmD9J3Cc67Ji0Bckq060
MoJ+S7GvdWVCKw/u9OZ0OA/1eTRxDgUClrhcWjq0khH6OJ2+GNTuTeigEH+8KNGAMXogbHFNyH75
/UW5H1J02pTBG+r9XPN+8MDyB3nByH/PfXale6pL0XRx/otEc735IP4sVZzMGBcDH7T0qPr+H9K+
azluWNn2i1hFggl8ZZggzShbwS8sW7bBnPPXn0XXvVsUhDOo7VN+s6qm2UCj0eiw1u/Zjny47Ago
LwM7V838Dw9iLICBdgCMl4IXjDueAzMxQVdAnrZSgIO11/Ch9Xv7Gh2c1H0bc7e03XT2Lmv5l6Py
67p/iOV8D2kGpCcB9+I95wGwLRiAaPegV3LDo3EXn5aDsxuuM3dyncD5jtJl7v5wjj/aA6DtdJft
2p83AEvrdrMXBpc/TBTFYj1sQE/g6aqDN/yzQbAuBnB2iA8Lvym76sT87h1QltQPTyzQgL20TpV5
+fEf0JY+iSWfxYYsU7RlRQRmLYgs9cGlL5cVE3WzfpLAbbSujuZQ25AwvQ++fsA44015k7y232Iv
fDSRA3bZo/FaIZxEO4J/FQWp++f/+AncpudVarKMgSkahK0uELp+aifDL7/d5ef3t+ps7seX0MNO
Kz51TX++lsFXi7qVPi0BF0M6hDHUebAEyuE83eZ/qIc5FOtAj++v5R5DX2HhKt+NR/ro7O372f11
WX3Rw/OT+NXvbZJcU4M+IiOG+ubtLfWs/fBT8ye01rJ7EC5WYGbWPaA1yoBsBLc86L4wW4WuENxG
vIdzwFhV5UsKrOkwaKudSWJkxzNvsnwUadTurLArtFSoiUfRJPk9joJJVggQ3sG6baCORsA7gULs
Z8Xnyq4sG0Qw3tLhca13bqoaLpwy5nT2un4snVvaugwg7Xlxs9CbSvb+FV0o6Kg1oL+pY5SNO9PK
BGYro4f80bymic+SY+Ew5IOfL2+wTAx3hkcLQ9mtiv0NMWi71OUJE+HvShM9aJ2MV0LEdEp0alAL
CDk2uvA5lSLgaGvmakvAL/c6P9qH9zTIjtMTfdL2+mG4nh6Uc/Hn0fyFqGOHq2TXggd68toX2akS
e8zNp3BqN0kLNAgFq5uCD9gf8AbG0zTZ5V6NMUpvwjSnO+zV3XJlHy+vt+iNs8Y8GhrJABKE5MVn
u5pmTBBpRoJF6EBZZk97hTheB0LVccox1xHPt0iw/sD8akBaGbaNKO5CatyAXeEl/qWUASQkva5n
HCvCMOnzewgfLisnOrYWyBGBPGWpeEzxMddsOsDYwKqSaJ4nl1WlzXaTxjKwl+WsDi5LW3+Nv463
0riQK2F1O9cTpGVddywwatu1ejDTwUtjYFJEb5elCdcOqqErUAWCCF9tam3QePVj2cHlxGhha0+T
mkleUKJEPziiARmLDqi/GdTPtsGScgZbaNV5ZTm7YKByF9CeOg0N0rC8HoriKhxBUWHEB7sx3KXt
vVID322je8Q0ry6rS0SOAT2QgN6HCwLgIHf1kiFn+tA3HbBEaFBNnWc44XU+Z/spnA5aRnZFke3s
8VErLS9X9X3Wz0cAhbs1BSuAmZxA2edF4IPsgdDUh9+T4keKopbZV0DFzc5zTEeAOmQosNqSME14
woBegfhYNw3cINwJSw0SKUzFl2v1qz2eNMcl3VsFKszozqzcqbi2VCnB9uoveFvcylxXc3NNWqHZ
qGoLmaxN3RjV6UJXPDYGua7s1PJ2cs5alrlOj46aXf8P6UOyFc4duygLyZTMEN6PyreuTa4s+tRq
XZBgLHIKa9eYf142DmFUsJXIH72Cmu3UreqC1YsiFxQVbykSl5bhW8xyx9rXwWECeE8d+Flt52bq
HhQuRfZ7nK9t57fka1ZTvLT43HsI9ZOMqRO+BkygvjOd/naWmj6ZgiVMAzu8q4tXVckB1vRSZ78V
+iiRL2gRIzaSfBYcuoGiLXdUzFRr6oj0WH/y1CAaMqJnvNIJOZpgyrZ3Tor+GFkNV/Tk2srkwlIj
1rRqMobOa7PHaNjR+GpWQOmi78Ab6ZZM4pkErtahNp7SKNBpqK5xR8q01aiwVbSj5W3mdorzWDcU
3J7gRY2/D5Ws4LnuF7efn6Rxh6kJtcZi8dpyVzAYzTkH2Hpo+6X1kI6tm7ZnQ5fcymKJyHGDyGzt
QuX0Q6uWUaQtYks7zsDmhZSc8ZJg5L7P9cex/4PRQQC1yfoXRO7ewZMNz3j0taDNj7ObxEiGzjLR
EwRayta8IQBeJ6RwjSZQxyPJAmXJPENB3+YPsy9BAXGs9cNl0xVcap++gLOiaB51hTlYad0uX4u2
qo5ORxrJVSI0no2a3OIa8aiwcm3higd2ZCz2LPO+sWIPlaRdZ/xDUy9UQtkPY8a4uAzeGSSdnU8L
ttKJ1cAmi0fjFy2On7qS7uYEVqtVEuNZv/+LuX5INDmgPYRtWjL0a/cYegsrkh3ClnmplA9EvFfo
38F8M55Gf33y5opRLIOOZYLGQgVPMrdSlu+qjCtN4FSwdh8iOLceEr0aydoHpybFAYlRYA3v1raD
gvkTsNmI8nrZ/ISW4RAw/DiAmYLr/Hxr6lOMBrKVaU4p3EHRd21428R7mnl6MfuXRYkP20YWZ+pD
4YAEaoQseynVu7mrzk5s3feLs68GdGrqRHkkRgw8LWSU3anN5jtQpOtBbUZXfZYntx3N82+Sb1r1
+2I5m2/iToYzVOPgxPimME+ewQL6PVermyxL38PxOUcBMAUU86iEezNN3MUAtFvI3okFOurL3yEI
9Ry6+QzO35al2Sd0bVkFwdvgmFcaiOXC6dmWcaeL5ZhozQEzj035saSlLUrUqSAnZh5V9zZLjyXm
rqTd4aLwBAp9COL22jCHKdZ7rOtA39Wo31tzh5RoaH9jUXHQszfLAVUj0FT0ufPz9qUlw11vOi/g
nHK1Ir1JZoyYOjLwCOHh2nwUt9klCviTGuGjVNMl9slAnNjSfW5j7gCTKtMs2VShV9qI4zZVUZRe
aQgWu5+R++78afBL9NP8i+VgN1duMFCAcpHnqIL+c0rQ7ldXHliQdsAMd000X6Wa5A4RL96HIM4z
lYkVDnMC7ry0+GWYy50d3wMA1iz8fn7Xw1Hi0cWG+iGNu0OaMWpjtJriQOg6Xq6u6rR7RWtuHFXi
ldYf+uoA/iOIvzrKHBB8Zo4W2ih+a5E1z1Q/73JgXr/UkW/T9BqgdJd3TDScj6sR8SpF6AHCMW7L
0hCdi38bkZd8Okwg+tLQzlAAkzkzypsUQJGKVe2o+avv/5jFb4LxWbwEQe7q+FafSz5GZKPbb+F2
dTFJnRY57pt2TAq3Qf+AP9Z65BtxlB4u6y3a0q0obksrs8xoYkBUOrJjNmiAe+uPIHUHQJgMvF+i
FT/ROvfVRCaMFnmmppzLGhl/nRwsW1LfEl5oG434MVZYTVbaIcSESrbvY+NFKdHxbXaBwgD91REv
1dDJNlr7laxoHpLAjlE3NAw3HmUcdqLTCa8Orj4gbCBVyiX2qDr2Sm3CjFs2ehmIHa3O9lrHPI3d
z1ibHkfQTko8z2qm/MkBsCI6KygyaV+IVUZEKU20Uq3qs/7NaUAh0JZJBqFF7dc6mX3GZERe4n39
EEk+RythFWK2aqXftWlte0xZaNDEI7hQB1NW4FoX7It2moX6lo2DqvI3Za6NSmzrWFBgQ51j9ssB
5i9R+70Kjqkk/WObCaJAUCKS/liqg8T7rbfjF+FI+1oWmp7X5PNnPamW6PpYQ3g1J7s4MR/SYZEk
+IVLuRHBHXySTIlaLnCwvZXu0NZ/ULPMLyPZtLwoFQQ80Q9VuFOvF9ilbHXkSXbSo29jFKEp+L4l
flpfWRFQFdRXBVNx/+BqdOTsCTjY1mfI5/Uraid32haXotXjrZOHuyLp9zZ45hQaSRqMhF5tI4oz
yd60MCZrQFRErWBCDJHMI6rOzi0ou+8uayU846jJ6Ljn0aLOj2im4I1F3RVLqWQeolXMrBfAPkBM
1eQ/Tcr+aQ0/pHHRS8PS1sjWwCLUzhZFCTM5OlHsprI0p9CNbLTibB2UiKqdzdBqZvl+ioCfUv1x
1PZqil4GUOJeXkLxbn0oxVl9GZU1ydbpLKUDQqtzTu2fXTjetjKzF0UVzkYpzupJEXcpAU2NN8yx
49csTFGM7u47e3xlZLzp5zH2GOZPrjMrMWQ7JxSO3g6UzhxjnQb9bP0DWpFULYdwE1AOSuVP07vS
Hp08dsv2Mav+SJFihav6IZBnvq+YjoG7GgJLbT/WP/rOd9KXXJXNKorgqB1nI4c71qjC1qHaApSt
83EEWBAfQr9HK65ruOb+h3Ke/fZ2CXKfPSonK7hsOUJ/uZHNnfPBGZLZLlfZYHw3s2RnE+eY67JL
VRwcbuRwD/LFBCFl0UNO+sMIrCsSGDQwH6pg3hUPNaBFcdntAW4qiYJF1bhPS8u919iIxxytVrHP
ZZBFvnIIA+M8Phu/831xmDPwRXnNH1BxmRKnJlzXv0yZBtqAvzRaYdgsLsMQgik5OxoGMmt/thuZ
euvufLlQN1K43VNIF+vaajlJszfbWxPMPTmaxJfWB29BxcqAzfsabzNcSM7wdNlyhKdjI5vb0SK3
h7hSIJt1xvWcQYhanwCAsm9i63BZlNCXbkRxuwhICeCTM4gqlHGvADOGzAnI09CwYGXoODS/XRYn
27v175t82FSFVZ8VEKc5b5V2X6590zJnJlu99e8bGWaGpBGSpFi9JsbVcJ93B2Zf0X8Yr0GDGgp/
qo5+LpS8PotpO72LaKriFiquM8VvqvdICsomKFJg0MREPQwNjfjHyai7ocopQVRndi8a7a/GsWr8
cXlblPaMQfRgWKrXQntKi/Lx8j4JA4eNYO7Wi9sCv7kGDjESfE7tlQscSRe6I/qirAREw5b5D9WK
rarcFZSbNJ4tuoYqKgZfJ2LvgMk4hcO9Vq+9YqoE72616y/H+0NB/gKKCjWKhjVWSTqMKPTsxzBj
EOvyIspkcJdPASYDB3DGADzFruFlELrqrMpSRkJr3yjC+ak560yjbyGk7yuAWammFxIaLLaG8KuU
BUOiBhsY5Dp1jS4+NLty57dua20mM5atTg7lso/LuyR8Q4+3wZ46HQnI+YWYxz65q6JjKyvmiwBH
PgnnDvY4dmURr6OwRhak5rVBzsx6MQGrMLkZCmr1STNdOkhuG2FoBDxqzSAqQWTJabzUld2WMYQW
Sv4yRZhuSGJ/JCSoTMNtWwskiYmn5srusu2Ild3I5ZSd2ohO1hp3LmjxmWOUaS3mhnQOpvIZ2Bye
Nj8XIAkr6bOZyjJcUuGc3+nbTLeBCYTQJR3Qu3AuixvbfAeflB/bV729r0OfNYdQlh4R2vJGZ87r
KGxhDqCp4QNI0Cb0vu4t1wzrnWY/X15d4TW0EcQ5G9VUx6aLICiyo+OMxyRVit0K7nJZjESfvy/d
zU2UdGYyVeYqZnJCtx6nlwiATQqq+1rfS94psj37+/eNsCg1UNevISwhf7QqmHQvZMcQ5fx6BW4a
d2q/m1qgH8uYR8SBICa6TcwNWwBq5dxcmecAg2KI5btmdBkQk9KJYZJA2VM9d/WmPJBsxv83R0NN
AgMLrSz2Y4YBuMx5nvXfVd4fLy/7/7IUH1/E+cSqwbjk3GD6e6jugT4xDrdDhnm/6MoE1L6t7xXU
SqwucJgkmBI1eYPK40MwF7i14JAxC4qlWOq3hun7ziLuNFm31mxgAscOKoW5WnLf5fPVQCdU7NSj
GeVHXX3Us+jKMcOn2vo50reiJZ7aE5hJdDXYKCSNJNp3pfa7zZqAsdStS011hxa1jxUxZKxlxF3C
sHCjCBcWEstJzdmEItlwN3RHlrzXaBMyVJ9Ns2S3xA72Y804B9uE1eCE69uzJuDifGzDaa9W91p3
a+BNodgouzxdNg/x4f8QyHlW1qiZZYywjsoIAT/kHFpVw4jmFFwWI7VC3okWmJAdhvVc5Ldg76gp
wGxyl6lo/jqmqZf3vQ9Q6FGTVgtWK/sc25jgJzYByoUxNuR2uRWtHHTzERUBcBWf2jDeh8aVBYvH
86VPfqZIa02JNxSnKfebfnBRtpQo/nWBIV9bRxXRLqnafIFJsQa9RVEaAXgN2JwW+a1dql4bMfHD
mvq5OXt2edeooFwsvKV9MIH0nUW36vzfIyp+/g7uOiEY8++jGt8RdUu1Q3JlBP4I0GiNorkNyyR2
gUg17y4rL9QdZNvI1akmggbOA4wLSVlq6gjHnJvMOLD6KZVBVq+f/WV70QZLTQMvbJWnRRuWFmXQ
GYM4oVWhRgB6BxMUJtTAUE5EfCc8tZhrkdxkIrXQfqqvLOJI3/O9RAqxYVAG1JrmGwuQsPm8Y9Pv
y0v3NVzGDbKRwZ3LyXIY+uYNPKgiQBnCbKT9VzItuBMZz3UWTuvm5JE3IEc/39TZ62Ul1o/kN2er
BGdzPTIDjqJAhF3cKnYPMKnAYqeu/a9zyJ/XigtgRuyHth4zb6rP+vSrxEBDfk91SUlDvCNoMkCW
BdAAFicln62RzRl2pCej27Fd2km2XLxa/xHAQ1SE8UxnNYWAan5smrWuHoWPZAgl1vv1isFqga4d
AGkU6F58zxazQSvkrKsVDgyAlWh3h+NdqtD8ZSV98cJMJf0FssTuaQkTkLm3WRpKXhFCRf9OP2mq
jqkrbiWLxBjV0oCihEUYEz/mqtvaqZvLgEqFFm5CAMixkDKwuVhssut8bgGviQG673TAcE8IQB/r
/rKNfw0OsJwbIVx4ZUW2UnerECPb0/huGR+z4RmXjtv3rWTnhBa4EcW505KFWrYYEEXDk4WxzaLP
vcvKCG1jI2H9gk3YjC5cq1IGSBiN1zw+TGAhnG+06ltrHYzktRwlRTSR89YwUQz/jRP1BSGhm9oG
RH0OAqvyqdCBWIKR7yb6FVXvhv09Lo6XlRMu30YarxwGDkeE/6hqzYc6+6lUkqSNcPEwzbeiqEIM
n59K9ZSNbFBgbsNLx066epNWCK2dN9t4TYCSPr5f1kdo3itNMzJugMvjH+PFoM45XVjnJYMBIkXN
basE7dqywEEmhruJGjt38rGCmMw8Gg4mAXU4BdmVSoSbs1GGu42WxCJ0XpVpduUNkCuO7LvJ3NbE
0F+QPZte4Vk318sv/dH2x1eKccDEa05AjL28pIKWBJxmx6ArCihCRn4OUa/1Bd1zMWYFMp9cTX78
3XrDiPshdPNTCgLHwHlSKolQseofMjkPQpXBiGoHg7eIUK3hifz33RyfdeLcRtMpiZaE+P1IPzXV
wXK+OTI4ebGNfKjAHa08dkbFoBBh0RvFPDKaulIcReGt4VBc5pa+5oC5W2Og8QLyGMjI6xUU5wcy
TituS/vfz0GbGJiDWwL8l7Xek599oJr2Ey6+dXJvsODSl3R4zEIaYQaE9uTnlEblfz+w/lkiZwBL
rTOF5RioKsaXobpSnW+XrVq0cluNOANYUq3KB4Lf19pDNfwZdfC4z/shl6V4RVchwTMHsoDL8qU7
cta0BFNVcIDq5Gtj5JrkMKhHOrYI/A6XVRIZ3FYUZ3BKVIDwqYa7qHSkcZbU16OXmsb+/03K+hWb
61AZrI4lHaQAUSfXBg9lWQtYWv8iBNgq1grig36Zz0KWnjhW56yqgOgFVBoGwNEi2aCz0AQwqvf/
hXCReMPQjMMiCIkxsbTosW9hIDVNNdCNP11WRyjJxrgV5rxUC3inn9UhFbJ6iYbjYxsrL+ZtMh1C
NRhkxFWCxhiErohfV6BfEJ/+Tc5v9mZK55jEyMt6g214tWk/J6CkNfSlcTHh7oKxzZtzzDaHbGe1
sq7v1br4d81WNmd9dO70ckQp3SPF4vVmc7c4muS1IQomgPxAcSUil2jzAEcsWqIC9rK2dTDct30x
+EYLnNqkd9A5VQKftGvC1Ce0AcLb2EsKQqLjhSsQBgPQFwMO9/MmDjYJ7SVGqGSDIIcyQG5X9BTS
7h8eAjpeUut8HjAQeGjcPlMcAyEnIrIwIJguY0Ppd0DlcurdZaMU6vMhiIfHredyjCoLgnS1BeGv
1oTdY5FXo4rHHFgwJSdabJsbcdwVglRkOeclwmgrnlwwjbpZoh7ohAg3s0HmEhde56A7drrtq0X2
SBDF1Ei4YHwECReAb3NbpxdaqE0xxfMO+SbDeaiqCNiO9SlKiW9ovzrA9FxeW5HXR+8BJoBUPOdU
fnbMdvrJ6IrV65tj46pdxEAuGBcHUgN2dkCVqH79vwnkTx+1Ur1rINDJSiSF/zBLdZMSQaI9uKYx
vVyWJjrrmMAEEyt41wAnw4UdaM6rR73HY9WYgJdKLdQNZPzhwhUEDgh60mzEnvxZtxc10fPVOjUy
+YUVzGbqNhjLB8R+93hZm79REu+6MAOM0h3idOAKcqap4o2QZW2HYPDoHLpXctaBfudOr+NN6gFD
jLzT47hbbiz3W3G2bue7+fYNvbcH52ADAgRjvcHl7xGt7vZzuNCnHhd1iSp8zrqJU1iiKPx8WYIA
fsJE++mHxtyBiMtcJ2BT7jx9Z96EZ0BO3HW+fbBv8qv+TfGHq+psuWDKgZb5qQg6WagiuhC38jlz
7Uhbo6EM8g1gcmbZicY3Yan4JUoVlzUVALevmlJwvqAcve7vZ6+dZGjlbEdMVOKYviq4AdO58K0J
SFlWuM9yvOH7DjR+mCrDECl6Qny17GWto0LfZ6MpH6i5QOZDweXzR2ShttRGixdUkvZXoRkfc4u6
SdPvegIkhIy5w3yXRIAqjH5dVl/k47eCuRAHxfga7zkInljh9vGhwARrNx0vCxFtpg3nqllI/6Ks
wC2xWjlNalkIpRV7v4RAL9lT66e5SDycoLNgvfMBNYEMHSigeeiOtB8NowcijqexOwtEtJiq9+I0
OwxaexzS7hCb86NVvWFs11tYgTFx7YoUkWRiRairg6gU3bLA8OITnopCiILmY+B3dJmH7tykZG7e
BKAevLymohvL/pDD5z2nQm0pOmxgMUXyoMdJUGvV9yVU/YEwt6p/zbGsXU8UXFEcAtXAGAkanDmf
biw55icmoBSEsQ7GFH3JD02J5GAyhXe6Xp6ncYg8UiqhRzQiI2gSeXs0xK+kGGvikL+gQYfRJs0M
GAbd/JmMd0P+exm9qd1N//0c6TpaoINCy0YXsM6nWTG2oLCUwPFY9KVqj0ny1sbvafXWq+8y2AxB
eQ+yDGDdmGgOxhOFc7LJWPQzrn+sKFLK/bCbUdMad1p0q5k7qu0oAXMSeSGyfKUwX7OVyznXKQUT
kwosNk81dr8m7145tM2Ofn9QnmkTxG3QPEu8jHD3TOBbrPOe+Me5N2vJUI1ZJ+VphsFc82Sorq79
UJNvkQx1UXT86EYS588ycyxpvErC+8cFkV2l/hhTz5Bhjgt9zVYOdxjYZOsTXeUUHTpltcPgZm5x
pd93SL/59V0deubT5QMv0ezvFbJ5uoVj8v/WMF5n8TExW76UKYim8ofLcgRTlLBKpCLA5gOMOcJn
85bWLoHMPOHq3VuedtCedqUHqjB6q31nj4uX7Os7gHmM7vJ2WbDoKtrK5aKabiWdL+kIq2x/suEI
CDnm7C6LIOtv8IHcVgZ34gY108tUgYxhlxGXPIND3J+O9Nj64WP5pI1+4emAyjN99iPzrjF/4P1L
umf7BdzZyxJb0ZUMq7sQcpcu6g6AV56Fho6F3g11c5QoLFtU7uqdTbubrQkK24/Wvgy0dwV01aAd
ZTcYq5hHX/MzP94j39S7y+war2y/XGF49j16pjtZYuh/Wf01YAfEJib1udXvYptZSwQnru7NXbkP
98fcszTX3mk3tdcC1C0w/Pak/9aOmHUu9sne+mb9wxsdQFT/+QRu+aclBPGkiWuzT67Q/UqsI5WB
dgsPKniU4NZVAzSMnLPLW0Or1XLVsvrVN38cYwBdzqM1/Lm8tUKfuhHDebp0qiv0dEMMmrvb4Seg
I8LyXJIJ7OfS8FQsC6igDua3gQrEWVG6pNMShZDFQDeQ9ah0Wmi0+dEx07NGNA1Yo4dEBd6V6e/O
in17Hs6O2fpLY5yVhO6U7G5iqcQfCmNmWNJ/Pmrdh41DNNo8DAe1xqUCUucevAhK7jnzcQbZtvW6
1Aeq3uiyPN1qHl/8B6CgdPRyYjH45lW1ceZSJ7g5c6rep7n1iPP8D4EdRnT/I4JTS49SZZprBAWk
0IMm8UZtr6aYqGHHWbmKCpk/EjqIjTjOWtve6ZRoRTDSkXEZB8xzZ0gEglztH6x1I4az1tGqtKkP
sXBWqh1YuysT1Ud2xFMmv5INMgpVQhIHXgaRpvMXz3NjGAxxaDJUMAytBRRqbblGF/wLQRxYDpCZ
ByiYQRAXcwtnFU3WISpF7U37E+l+i0ycbuzi0FOAm5snXmQB1eVweRVF5udoazkH83jalz5Je5ms
mprYrCoHBmOj32RjI3GQIu+1FcHdwkoNcN06hlpKjJRpdJslbgFoJ736dlkVkUvZyuHugrgGXhcY
5hBAoYmBtrdFGyxT4UZl0MmYOmWiOJ9fk1JLWwOiUlL4QAWuGoIxXq/pTln8flkrYUV2qxbnKZsi
tYAIjOeDcuhntyMuPXdHI3A8cltdgx7Rz9zU04Jlf0Vvo4dvifeN+bKH2nqWeCe1/QbOg+RNP/Zq
t1pmXwR5EYxLuRt7xzW1a4WhIfLXZZ1Fx20rjjsINUA35pJCHNDWn5QVeQfIoUCGGGWuSmiaAAZF
XkjDIeCTJNpYL7rSI+Y26t2inyrjTNmPRWYtwtXbSOE8lePEWU565IPifD/S4aAophuH11ObBxW9
Y1LM8fWl8GW3NvK4l0RRYzwgHKAVsP/oHxvZglfdV+/1FzCRssGtmKc8z756IDf1rtuFZ/b4D9uH
tJe9thUBY4iz2EEHq3k0Q18FVYsUME2x4VkyOj+h49oI4UySzVak/F3UsIx9lbzEwCm+rIYwjweC
G8vG9OnausY5lCUFP8kUri8y5bYu7wqG9mn0qb7Hxq9muLWAjledmbJP1afLgoXmv5HLeZeQaEsa
rSe+XRioRFDAtRERyV5lQivZSOF2SWmGfFiQkPXq4sYofxvzifS5Cz4kVhWARsuC0vp+WS/hadtI
5LZsKqvaKarVLtorJ3mLhzNr30zZXS2QAtRQ9CWg1RWI93wdZFArdekIpFSh4iW2vsvG0k3p7aDF
kqeQYMgVIjaiuI1iKUiX7AJPoQno4Y/a4C6H+LzslbNx1zRufmTefO28aZJqncCdrIQrmPNDbX/F
JvscpVat0utsRFISyFMUZSQwZC995BraysgbgKH38q4JrPGTOE7JTh8ze0whriKnXHnQkoOmPFwW
oclU4mwR3W4jrdc8a2M+jJi0afx8OPeZD6RS5AYDbfjTGbuGXqv0vhmuzeKujW9b5vdwbJFkdUVP
SuiLcTKUQzHcyKeWtVY1lWVE4bzy2Y1+C3qpx/KH4T3Ep+HUHaKHfpeDIPuQngpUZ66ib62MWUsQ
XHz6AO6YFCHIvMwUHzCFu3DaVZEfOW+Dc1NFskqFVFfuom1qNc5iE6J05mN4DnhSzDV+Rbvf6ek9
2SUvpebHR3Y3usWpd+Onav9DlhyVKcvdjZSWaA91sPN97o+Gb7DWbfIgZt/15PmykckkcbdiZpdz
V1jQ1Zi9Ibyus6s5e2jnxzCWXRzrieDu3+0G8mOcaCTQjaSBpIaA5P57l0oCalGWVwObs4GngkkR
u3OqtEZFQmNlSQBBihneYpphyna1vluK63nyoRx6TLzFMCUXoiE4psBQx6EAkq+Gdl6uaBmxtq0y
VJmBOK37Dfwb6LlRekk6AOOOQUZDN0k95liHvLpmw1mJroEKNZvXln4zmq/WeB8XsUtmIFSzfRr6
STkEqLuP6nW67MbStxe8fHR3No4JDa/7EMjFdAoGNB+iru210/MAXJeu+0H6tYrm2WAPqtLrubm1
O3U3RahDo3UBTMIyDyiwHALsdA3IdggFCH+jICFTlspiIg6AB2Rg3wHgRuo5KN+Zsgl/0QpvRXHO
thzB5ZqRVVR8AvVNG3n6mLgxOAGYb1USzy4UhulRS8MMKcGI2OeLhC0j8Ah1CMsGxwX45E4F8Gun
vSrjqexvkqrbXT6Bgpt5FfQfeZxj69u5iPEGxatJeVZtIPuSJ9Zau6UPLsuR6cV5NXBp6lVrrXqZ
6BcFKCAl76W515doX9n0SKUQUgKBuoaxe0As4dnyBX1SIRENAcfdexoAV1l1jJfvM6gFivo21gIZ
C7lgFdGdRimKViaQOvnrPy/senGYA1B7M/Tm6tscLsgM7MZCYh2Ce/+THM4UK02PjFa1e69wbqf0
nGlPsYwyQOAoP4ngDFBfdCfWa6xbFxoe0UfP+ofRAx0xIOCnkDlFsZgzBbLoFisiLJYR9S9dsfhD
FT0UiSRmEOqxkbLaxyY9NGhUsWIVUlL4N70DaYxsvEq4GRsJnMdPlMgh1QIJdf67qgMduJIa0qSX
z41ECE++Y5ilznBAem9C40tnHkdqwPNKuvMla8UzUtG8HmyjhCZqb95GA/HBAeBf1kNUb9ruuk4+
70fTYOQYFb0eKBjLObZO5px6IwAlu1n3q7g4ra1mRTTiMa66mBlBobvwMEXvRwNAJ0d1H46PXSqr
E6xbxEUFnz6KC9uLISk6R8Hq5v03Wj7W8w1j11l7jaqUlgZDf395EYRu4sNi/tIpbmwyCdWhSMhq
k/G4H2KQG8UvoBUNU8nQl2w/uTPcDw5tK2c9w2ly1zf1dV48XdZEJoG7NsqaOXRSIQHDMGGxJ50m
sXtR3v/T1nBewoqzBVxlWKvMVJ9okiQuXUbq9s58Nw1K4KR0N8Wl27UPDsacL2snFc45j4gtmknH
EAdCfcrDBp3AXt3f5ssdmNmmxPFG5bpQiESq0BiR9cLVj5rDl6pD21CLGUo0eDk8VlgEsYFxbjQ9
TxgO/GE9qP8wU6eDtxPA72gwJV/YEelktBX4ewdMoA5/8qZ8mpAL67XCV9GMKVlQIjhoW1ncgo4d
JXmdxoOnnVpMEzM3PVU/7HP4+I08NO+lZHZKgDSAFq+NapxrpiHg5bQC4oZ39SZ+th/Tm/l37bjV
tT17euCbx2fznslcnHpZSXP9++Z4VzbJwI8CqXidBuOfIXfNs3GMMjcCxIpEmMiVbDT8AsqpVaVa
TJCFQqdfJLW3oKUteaDG/vLOie6frZx1Yzc6RWaSpV0CObnuHK3MuI4ALzfOsgSRTAzniHstavS8
W8WYqkfH/6Huy3ojx7U0/0qhnpvV2ik1uhoYbbE5Iryl7fSL4FUbJUqUKEr89fNF3ttzM8NGehrz
NEAhUUbYQVHcDs/5lm2F7NpXWfvP0Bw/zwr3tKn91BdQSOkiT42QNYoRK/FQ3bYXZtzu+INzU3lh
+cU2/OmZ9/PLO9uHwaQypvo0SEN7lz/B7vdxjIeQJCUQlaMbkrduZ91OQOVfsbv/t2E725+xbzJR
CrRs2y/Kv7PsIeyNb79v48vunW3R01KbxDjNDW9vA930aIbjrtyeZJsVusQf9Ha+rGO4slgr/6vr
9hcbinu2oeDU9oq5R9uoi/dNaB4dFOJD7+SOkXw3ACugX8RIn8CpTrg0WPCBUAgD1HNme7aAydWN
JsDOXYm7/bFh27qCd1hsNUNcVjdLv2+ztZSrfolJf6jqL1biJxmG0wNAdhGsAxSmz3EVeoboDWuB
tg6AJa8nFjcdvLOBsYLlcgbH1M1SePBESZqvFCdNenqbv8ZJvzZ9tnK4nwNuRcGLrr1dTlGTbCCT
u67VBt7ZJDg2/EL0D9xeCXoXuOEE/gzhiW28meaThzuKGxpzfQV4aBjkRmJDH1Pt/T5b66mOaHeL
LAnMBxou4gAAyqGbwlE8Qn8hGsdjrmGZ0a1tq0CBcjM5QwoLlmW4GHSNQs2jr0lCRgdqA6lprSud
dM3G7bectEmvNi1ZZdXGa3U4NhvtQyl+Jaabet5nNnT62jCv8rhpX/Nyl0PB0kNU0fA40JesOrYW
aEAp3N+7bj23xwr+iktqjIhX2zuI3hnZuqJrP7jj3RXk3WBpsGPLFeRrqFnHvljT/sYf06a2w266
cL1tlV95/IJM3wp6H6Dgry9qseMwvevrDeXXTb1qh6dM3aJu0gY3dFpzL6TLCp7VLdaPMUFMrXwZ
HAhUHJVOwUFJSkiSNA/G8J3TEjLXGSwWktrbF7CwM7+11Q3hT/YCw5wMWhawIPNyvK4FNTVnO5A4
KF8s7kZO/t1YDrA/IF0ZSRRSrKlaN36K6RdV/FvWr6Fvq8f3sY+q4MLIjkhjTcM3v35WUPCBjtbU
n17IDp7XbTBH9ZTmTjIYw4aAVDFC99C1jsxWocH9lV8/AC2UNmUC/dyvzvuPodOJknqydnEMlIXO
6b6Nm2fCLeQJjBOZG7oR6RjLpAzZxRCORmhc2ntI2SaYYTdGDoLsFxvhJ817yEU5QWDCVhdO6L8e
LD1zuRQnmGB1AWpspKI6ao/CCLPw/saDYWe7fUHh6H5I+i86/omFJqoOP7V8tjA9vnhU4FD7AQ8C
UWjbh/oe1qUNQtfomiZ03yXDxbIuNjTu4moF21pI88RfnQSf7A+/PMbZQVdMAx9zhcewIiiNoeks
9lbYjFXKH75B+z0MYnpRhw/B6+/f/Mco6Nfunx1zMCeCLARFvQxCUkXz2EENrOtCaX/Vv9Pzn+1/
v/Tv7KQz6gbKSS7qV03YHJzI3hVpjX728bQak2w3rGX0VUrpk0LWr307O+GawraC0cc7be7gwLVp
0x4Wxwnyj/HTuD+wlRt9JTnwVS/PomZmQ2fnB36XBlvbXWXzwSbr3w/YZ6foT28yMM5i5GLpQFES
p6Xi5c+Gu9ZGu+mg/TqoJ1Sc4oDNT6OyQloXkDX2Qa8BJU2V09WJj/n7R/nEA+/nF/xByTsImNUF
p5I8gsGrACYxabup4vqQxc/1ao71NU61EGWWcEj9cIpUCrR/vHWr8Ob3D/JhEgc20OEA49pgEwD8
frZ4FCkWZlgZwqhFpJbfRz0214HureX69w19GF80BGIooBUeJO1AgPt1mwqYZp0HwyYk3iBX7rWw
GUpsK/19Ix9H+KyVszVpTbZm84BWIKoKbW+N+CzkFZR+gb3d2FELf1kUr5ovdsKv+na2QttONTTv
KwX+59VY3XZuqr7StDx9xS+bwFnHzhYkMpZkMCQ6RirD2LC6b+4tYnsVhBYXvqeyYu9EVvMXeczP
ZgeoSxR0e8ht++cXvboCTGbSTKEcuDIGkMCsOyV2lv3wxbB91c4p4P7pcqQdC1LCC15ggLguNufU
W+Vb6zskAfML/6a97nbuvt640fAVEvLjtez0Xi14pKGK454kT35tOac6UEFZw1tig1W3oUZ4L8Ip
sVfgZSQnvlL0RVdPx/GHgfypwbOBlHkvSyHRoLcfL0pkhldB5F7RR5XOq2LrH75MR3xIDJz18Gxj
Je7SKlqgwd5N55hHU2iZsKuPnLSFqcYX+9rHwv2vrf1Ibv00krJlfIJYEogzsXn0V9MLZ+GwJFZ0
up/plXccEBgV0fiE2bSsvzq3Pl2IuAtA8hXAyQ8ssMXkvLV0owCsAqR1WqtTFsv1vurkp9PVhguo
c6KGOudFBG/0aRfgtSLYku+wzoi8hFz02+45u6SJQDrk0Fzm6fiVx+7nkxWOSChdnEK9c/sH6WuZ
ez7aRWHpxbkCsD7NYvZs3erIjfqjfP5irp6W3Ye5+lN7p89/GkyXWGwsCq4iagHJMsJsM7SjcgV+
YqyMUOL298Wb/Yg/OE2fn1o8C2apzJjXEPTQf8yXsEeeOoUS5xRWqRebSzgcl5iuyAYEkfX7HNHH
bksuqi8Y/qew9UOvoZVtQnAGb/ocAyhYN/jcPm1G7MIx33359vvX+nknf2rgbAsAskxBjBR7+Th7
QHnzsHeqqDL861YCniq7AHgXlPIFeG+LgxR0Acs0FLlVsc67KoL4QGh5WRjo/qg6tal9OzSVuPHd
Cak+Un51wfgY5p/G5KfHPdtAptqve8M6nW7exntUT/A789Lipltfd+Gw9l+aVKu42trbOTK9eI6W
+OZ/jID59RGCs8DNJs4smIs31uhNbzwSeeWXUeDft2DY/H5wPh18JFhgKol1/cGLuZrcvqwG7F8a
ta5Wd4d5Nla/b+JjgvjUGyhHQOYNRFzXP5vkc0txPT3tyNDydkEnP8hD6u4gQ7t8H8P81t2OkNCP
ylSkv2/4023rp3bP7mtVJmob/h2Y2KW1cTp9gSo11D6XpCheft/S52/xXz08C/ZgKeHqMUdLfnBf
lndOmfz++08r5HyJAuUCyAvAAwhaz3AndOgKSHr1mJK5uxqQ9Mgug/latSuzZYfmK7jHZ735ubWz
bbDxOl0MDK0twb3MUz5+hXn6qoGzCeHR0p3NUwOef3OSgpjWv39dnwWPJ+UsVHdcAHXO5TxMa4Ha
3yQUJFmeBzfm42ooU7BZgjz6fUOfxt8/teSfLVQ+g1ZLa7RU2sYUtUWBjHNd7Zv8FVYxaW7ZAJey
MW6n4F6VLXhw7XhnTGAzuD4/ZGz4YsZ/ROxiqUHk1IG7MHCmH/RS4GDU21OL56nfzdAM4hGgoiHk
FweAlJAQGY0vbgKfLbHABwAIzlABEDRn4aRT2lDb6gcV5ZmE38dFZzdg1yR8iH+86H9/mf8jf+OX
/5jrw3/9J35+4R3KKDl0vn/98b+O3Vv7xyV7enkb/vP0h//nF89+b/XGD0/Nx1/65W/w5f9sHDf4
p19+SNqxHJcr+SaW67dBsvHH9+MxT7/5f/vhH28/vuV26d7+/vOFy3Y8fVte8vbPf360ef37T7Ch
f5pwp+//54enDvz9540qR/0m2FP7+uGv3p6G8e8/TeMvjDUkQWxwZqC24mCA1NvpE/cv0HVgHIRi
I+S/LfgT/vlHy6Gf/vefDv3LN0AXxIBBSATJbYzaAIWF00fuX77lwrQT3gWufTKi+/O/e//LIP1r
0P6AuOMlL9tx+PvPfyTj/rVxUehvoexy4iVSB+gxUHt+jajscsh7s7Ss0HJ08VA7QR3haAX5xXSq
AverHtpFQa1FNFmg+U4FQFEwbKOXDTRhN4XujaQrAgPQ3nw4BMPY3RT2/NgNkm/GTJrHZubBriYs
v0B4CjS1P3LkBIeK79sS8nil9pz9FIjEdam16QDM0yGstqbtXGrAoOp8SDzSGZCimEy1c8GEWMnM
q7eVGMfUHLj+PtPKhN+n6w8bHvAFoD7b3ZnVfNMGvNzP+OuVTYUd4GuVHeZDLh7GzJ2T0/tKra67
Yq7bhgG8PWPKpsmPSFMAQr8oFDMG245rR5YsFEuAK0pRuisodMB/rynZfFV1hhNSZBcAKITj2Yhs
8gqwym6LFJxasby108ai04tis0yF7byJobQSg5cG8HmOHVl1AIA+A0ZQEQYrQ1tMe3PIpy123roL
W+iybtRk0SZRhT8BX2/nSO2xoXgw2oU8WwROp2YX1DCtZBIGjOWyBWEDWloUfP7vWpjWcyORlx9H
G6LN3OuD77k51ltRLt3NAIR2vDgTlCKGmr3P0BBe1+2UzhmKV0Mhl/XE23ZTwDKIxm0LTXZhtGu/
6bpvSgzQshIuuMq2pruhcHsXguAD0vTFMGjIhjB3xylcNGQnNFIDATmAaAeAh9fgcsmNKl54RQDX
tZs2DzUpvbBnvAj50g2xdN13nvfebgKlJ9QZ11d6ctwrq0UdxYOvy4ZLO1j5PRGrAN5zu0mjoiLt
2tt6KAOlbJrbNVWNH+YY1G8WIyrOBrNGRcS0Vj2Mv5Ee9avY9TM37m1i3kI3k0HxqGeh1ZQoLbg6
C7uZrmCHY8IVVbcH1XSrYYSFmaIUvwUTYbw6+JfSGfULlPJTNXo8qmk2hEbV062TK2ffDpkLxIRZ
QMqpbGKaMVBNGshxQYqz2RRNP667APkzTwWrZpqMOxv8t1vHy8ZUQbGJAL6ZFQnzmJ+M0puSglfO
A2eyWEOnEUltN7faXRa0UIAzhgWgHe5rkNaHynwoWKFXSzVNL/kELHGW21Yf+nDfiIFxMDf+4I49
bE7LYpUzkeEfOGmqlpYJ0Gi4HpcUuL1g6XC5smobeH2J/10wlhNEcS0zGWflIVBk86MltBENYzE/
t1bh3k5aPdYwj42YyeyDCSA8yyfQnaH4vbKJax4DR2QJ/KbJSnnNlHCwedO2wSsaJ8/c9/0M+U6o
ba09IDGKEBPNnaHsWRQ07BYm73oVaCRCkT1MMlc+EG/U36xJdHE2OSodeJMa88yh5zKYsUUgle6Z
9QNoWkaiHJrdY6nKi6ry2VVTwPI5C+haQkU98azTbNSNsI+zU12zktXhMs5lSsq6vsykzGKnHv0+
rNUsDz10mWUS8Gqqw5b39Z1nzfPa9pU8jvZE33rgtHaLL52oMb3Bhq/EWEZ2n6kiMmdjvIApz0wS
lRNrjyJJA94kfKT6ePaC9lDUfbUrigaoUKMWK+4AbZNJ/UyUWPZFx/VrTzkrUetC8a7rAL6dHfiW
Dz6BVJlmwZuZwVMpwPetSL2M25Y1amfVoxMyc0k7Vn+riePC8EZVgoYukY3a+rKEiWLJF1tHpJf1
fY+lfuDQtMEdkLT6CuVDkM6EE9t+bm1wlBVZaM19xiI1cMxQ6rS3M/ecbmMYebsqsnpAccWaE5w3
RVg2ZGvRXMXzUo7A7GG7Y/3U6bicLJb4JbljcvR2um6qW0t6aRMo/yJXgoRUcCseLUzdmhfVavay
OONZPsQTCfKNDbzkRT4ZHthAjrOyutGBGd70YvcjTiyJEqUtlyCF6LgM5wUzqABmMGJ0QHaLsSoq
RXVC3lVTMgHowxsEoIHTviAd/50NzYYG0wNl7OAYxY1HyqAMi7ySqdd6HgDipimjKZ+79Vh3T1Nm
L3uy8PwCAG08rG2LNVgLQyLt0e5AH8/NdaexU1Z6OCyBtB9IZuZJzpxmW/itFdpz1t3WJV0eS1iI
JRXEC1AJlSiHSgiWhI7m3y3WPwTTcqhVcPRHbFBiEq+j6FHas6Tk2BgT7BYqrWo6HzRxIHaAYd0w
d9iNFJIqi+Nf2czMUVpWzy181u9HXFliG3DQOG+1xrEdIPumSljV+IHEZlZIZ5NVOBuJ7QfXeWbl
R+bbTixx/b5irPQhNVhfyDpnfeTiAOYwg1HN2ikD46aD+cZTozlgasxHhXwuy2wzqbZHmO/O2O0k
u1+yet4K39TQRVr6yBjAIs58yh9kx1snrkwJIRPKvY1pdfZzZnZdanon72Y92nTnLoP7ygtmHQPW
GFcCzJMqhIC8f3TyGiZ63rC1/GrZKppnd3ya3WpX8h6U/Cx7MZViW5HhEPP4fJWDdnxDIDu4UjM4
o/kAKEpPO7oJAEuM/dEtvvfQFULevrPJ95oAPN262dwmRutuaI/TBfuyj39cd4WJaYAz4M4714J9
Sb0YCwJvZnZX+azpU2uxywmshSlFWKWhqNkM7R5DDGObkS7tpdKLvLNr437gWFGzP+RROTHuh3rO
w0rmLOWiyxM4TtrfrIxw2CRMbhG1CD1pWDsG3IAFgoiwCwiLXVQ3HrrSxznY2WKXGX229yzWHQpR
TdciH+aNOdR9XJBeQwDTX7oIOSac3sFMXvCMzAlNYwamsZl8esj7zNzlhU/SIF/GcADDwnKFldh5
k13owrNXBSO2CcMVVkPIMIBTgOwznQaygG1M16751OyVX5lhTVmQbyeH8ohMhWEipaS9sJZOndAR
ZS4+iTpLgDYELQXckjq0fJRpWwiFRifi3mtriXntt8Fy4FlXrHTuA1gjTHFbTb7EEQKjLbj1wCVG
mUZ/OfWkG9eMem48Y7G766Ly7D4qIT72iExqjfSGb6rIIo2/4mWew6DXJzd1MWPj4plHwhEs/jst
KhjT2EiAXjAAId+Y3Uvzpsja2Q2LjuqUs9zOYDlFH4EyAngfuoqOlbZ5CVII7duV61X+Nzhyvwub
vPPRs29UkPmx30CAtMCxD2zc2DVPgd2NRmywql/V7hgchANw+2A3/p32NKlifEq2yNatTL9giEgK
fgNxfLGCfoWb9lOtr+GclIeQtwXGQ01RJUeRGouofMRasGvijdXEjjuP6YgBP7rEu3cQS6aza2Rp
k9MCdPS5evMbTWPINdgbueAkpV5drw0JZgtGol/Pk9bf2lmPydQ89sgNhzRrgVwxMDa0BOksQCTW
6Aqhqrsym++0rcuQluUFvOxvcuGNYTeS6QkuT0AFjeIStgH5BnHKlQDFmXndQYjizeJB4i8w4jSC
t5bp63J2XuzaWhFu0LXi2rpwESwpX20Yo5cZ68xkXszNrJshpG1Xh0NPsHMW3kbkHs6eOZ8TbIQ1
6HuI6ZURM6eAZyPTzzMEr7FtqgUhWjBWVZoV3nC9zL0ZrLOSq25TSd6QK04B2L4idflCEcFeodY1
3lIYmUgY/HnQCwBp6IrkAxCqBspTHOjHWM92c5M1doWy36xj2Y/+FrTVHOR0pY+BuwCu5AViQphb
Zt7O1x7YLVTkYMfnRF0pQ+ZLGjCDxIUnqutc4lcAYAmEuewN1UHBKqjKtd9p3BYKhtO1MZxiQ3JG
LqnmHswo5agPDpvKN8MROa5cnEelK/ihyHKA4ZDluXQsIRLaoe7TzqY2sBnb3koiypnLeQX9RyQn
KCNDUsi+KcJJiiKxHYZduOkKlMYAzGVZNcETBgPslth/cPba/a4aLRWZfj7vG+CRYML74HEHL2Jo
Z7JpF4YIovFWIpNzZMsGaghiqczLbsHhWln+NdNjG7fyoW2g8TpRedNA0juhEvJrnp1Btws5aqjd
0m3bjGpb2Pa4UoJNV0VvXTCnv/R6qZPBy/t7gwj7uq+XPpRWNcTtYhV7r9dF4qi+hWgta1aiovnG
tUi24kagkwUh+JGWvrUvzNlK+8ZzYEML7vZS0f6qajC9taXURg6NQmQx7ye3vAIcwrxwRkU2qtNs
ny1A4RlGG1SJB1eZOgXOsrnW4/wq4S64hlSBiheTWCg5gQiHiFuS9sLFslNhNoBNVhZz+Y1aCks2
z4Nrc1H1vZxZbUF0cgKqSCljuBV+UOL60ATO6QsaepGXDv6py/yqzKx2jmavhZ2tCHRcmNgRiDa9
KC8aERVO+5AjT3UwiYPZNuUEsCwwn4Y478iD4D7cARqIYAwZM7a+yfVWTxoXVmava79rL/tJUFwj
q/xSqyxIsMM11y4SrGkhDB31XkeB2vbmZzGZOoZTJKbdYkCfr+safu+OLoMtyox9KMyRYnB4yYtI
uZl9N/e+ueKVV99MPfgjCtTXdNQClVCq631ZObeYDAh+5LgYW02GvklE5zQRn0m/GSV4uNRYOM7n
CuOLrBeg4thYTn0pYB83z8dmGf0bkXeICa1y8B8aTIzdoPwR+Y6u20soOUa2WJZbX7tdROVMnjO9
LECsDuW7OXr+g0eWagP70vn237jb9HoE+TEsXbM4rS5YJnWZvXYDVNtLajyZfqV2/yZppSskOoD7
s4NpbYBiHi55MB+6yjtUpcwiKA/miBbKK1w7q4M5m8vl/zw7d8sb/PfbxNy+fBF84O/jb3/r/6P0
3Yka/e//nR/7kL2LkAIUT+yP//Uuypen9o/rt04+/5A/+Udu8JQAPH3DPzJ5Fv3r5PHtoIgQwLaW
nvgq/8jkmc5fDlTsnZNuHPAHxkkq6p+ZPNP8C+KNFsR6LQ/Zvh/l/H9m8qy/TpTGE6nxZAQCQyrv
f5LJO2kl/VKDgJIraH2gf7qoEf7A/53VIOSA/WkUDO6isBYEalS5AxBLYweVGUI8Z+0I4xEX0g4+
cYF8dLQB0T7ljcfOD/i9Saf5iJVRNWFNaJvCQSa4q53y2e65yGLdTUPsTaW3opBYj5sMyXJcoQz3
jdoIs11cdeMf3wgU8hwTyZ6X2jLjBTGKCAX1+X0xA9G+WZwW10TZzXe5240XvWvX144S7oVnLvDr
83mHv65IFeleVEfeae9bVhTL3TxVANrK4dVZAI5HTsCCU6qL5FY3TvZeeQXKwCb+1lgQmQcZa/cA
b8XYv8ZjUTb1sXTla1WN9EBZM8ces60N0nfG2mbDa5Nn5L7ESXLkI8zeKpPyezJLeiiAil3Jgkyb
ZinpQY7d8F6S8nlqSLE5/SVE9ejBqG33lkj12ots2U0dirS5j0fGLWM8zjNx33tS0nVZ1oDI6uqZ
4sYRa2rXR+Fr7Ko/ulG01Ft3Bd7Tj6f0seEfDaunB7V0r7iVPdMaFtqI5EF3H+QQ89n11q0RmHFO
RvfdqQx+H0hHgGiJU+MozcZYu0NRH90gKzaWWczxCAn8eKbuO0Z1hpWmQCcMQnDBhCCuuWKLU3+z
DbzmqkFWxhsnlZYNup2fHny08LxLhuyN7Jf6qBwP91aOGXfQnoWeEDw+NECMHbyMjDpaPFa7SJgy
Yz0VbE5aZMjb0Oypiu2ssF4bie9UtZ3ZSLeRCmIzp8HrF6BTBaf16vRyq8L31npuCFDDS+a+V5Q9
o1aDFm312ojqWQzEiqze5eDLVs+tPdJ14KDL7YIXbPfNs86NNpoIGqVd7r37/iLeXScvNzbHgDAk
BdaVPbzi+u0dHLdeDgsBGd7ikPNBwvVQj666bBcDVapBofRtD3dGZlyaLOOg0vTc2lCkL/JQqp7d
iH6kSVUoeiSQedqZIwwE6aQApPOl6d8ZEOCN60wYR3dc/KQbbP+iAWAkyb2AT2FgKw67Vo/EBMv2
0DeGTIxuznYwlbP3dRsgOLWk+F7W84mCOpebwK6LCDT+KS7oOMMQaaD5K1JY7rql7ZzFrsWzNZW+
/WrDQQsJtoV3VgioIU9A4XJjm+thP+ZdF/ncH98q5bKITkEOQcI50JEjCHzMfWhUKUx4n+N2vQSz
2YWNBhaSOrV31RvKvu+kr67hp8ATkVtFHzJ7KZ5gZrrstPbEzmculM9wC75ecpxsmPXyXhTETNrZ
6aeolv0U897ID4NnIm+ulZGaTalCb+ADsvWm1yfcUtaBLH12HXCghqJlDC6lUdZQg6ihxGf01r5e
An3Iuxn4xMyykasDNFWUhgHxgakqIiEmDkt4HL2FYageZLLcX5Xwnkiowgk8etI+Gi0YlQbHVQBk
XyPSLs23rDvFQAR+wnslaxvJdKNMF9xqNrLhL5LimmBiq1ThgvzCljWumwRtcPBKm8RtnhkQWx5u
zRZjm6i6FWAAZHZiZ12PJ2xFak9YEqgBubFVWs4GFO0ski0SchNx7ngf8MtCmuah8nj5rTYyAd1m
4jxD38ABX8yC3iHxjALF+h4p/WawkAEKct/emJ35bTC88j5g1L2Xnbe1NQxw9KiKW1q2HAWV0ceE
I32szWZZl1rBul61xbh1kLK+QyBcQEF6BBZq5OOl9Aq5Fo0Psd6scXWobKhGqAqqBqNZkb0naHZt
1DoAB6Cb+kgY0gldT5l9OFREp53UZRl1fskQ/GVvYoQlTkGQLi1MGi+eLm/kUAZrSTroVvtY+yOO
nypDHnccQqsQ3v1QtdbGHFuULcVcr8UMZ9pBGuKA9y9DyO2zIGIA7RdL2aZ+7/ffcmhmhd5sutuC
G/llns8kKrLRjwU0/7+jIFzuCo3c/AQdwGSoc0ifzj005WvkIwurV6EUSO0a3EKKNKdQ25IW+iSK
JiytfowNTR5qnWk7nAVEF05q//VWI6e/1y7LY0tY1ka2sxeLEjxr0bZDDbfSKUj6Zg4SF/n73Omw
vLNxepkcucftHCDQEf31ibtj84w85sCmjeEtwbrLTrKpPnf5jjUNqBJyEfu65xgOs8xnA4QK29zB
J1nscLOBPZ4pLEwo0+2vCwM3NAQlwKgY8wKoQKY2wpi8ezEZTUJwd34hS+4jBuhuh6ktN4J3zTcw
ZfUd4lQfOh25cVoS9oEWqJOHnbNY29FsUezxcm9EMUYR96osh2Xtalg5zSZ4y9nC9Rq6W1NiWRmL
AeIB/4lkFJUFkx0y3OdCv0B2usGDJCTwsbcaHAsCxdONmOh2gMXR1puy4AgpSigY9jmBdB1OKpx3
1cYqnAqX7PyaSQlysquCHeqz9atUJg955iK1jMxZBs3uaDJxAe1sq3nLzQUGBU2ASsLSYRZXDk+F
1PyyYcNNky+oS3Evo6CnZOrNFnkThPAJrWAIbQ/DGh671s5vPXJlNF6Fqwfp6NZDg6glTv0x6Grj
tYLx+25Anf3O8ubvZBmcnbFMYKhnjmzTwC2bKzaA8LLk2NQ83vchUmMK07Hk1yjbOzlERZBotboy
O468v5odw0RCu9gDHt1flRS88D4jmO1itNYuvj91SXMpydwiid5ON60Ci7SuiFplRXPsCveuXuh8
SYxsisU4sRD+R1NUBHC9wYHraLvZY60u8JnFJB58B1lSAXNP3M6OVPSXg40DoGys26KCKUCjnxHB
LnE2l0XKA/cxyExM09G3k04YBIsW5TeTLUHUUXZjl9RMhQjyBFlQWCEtEJJDmEYiIxiHO9RA6A47
TZuYyjZTLh0kDrp6etbTzB/rSnFQff1SHLVrzhvSZM5xaIkNg6A5uC67IFgNHAp7QVDodxGIrVDG
dGO6Q3bsrZIc4CE9JU5v5Sn8KpcY7l/u/2buPJYkN7Y0/URog3CoLYBQGZFaVm1gmSXgkO7Q4un7
C86dNt6amebMbozGBVlkRiYSgJ/zy8SbA+dQtIHaXdGJI1Ht3W4yKmcnZ2fdA7U7e0L7AJfyAChD
+mu7Wx1gvWroXz0Ot9u6IHQ2StnWT8IeKcJulGHPPDW2G4Pftcm6NuZrsNTej9Ui5KZh8I1dv5e7
PkTCv6ZjfxjXod3ngb/sHTKm9wGIKuECqk7wQ97I0MXsP/JI35B0ciu32YkByD3wC9O9KYoGdkLV
txXUfNQCnx1CWmPuDIP3RJD33itpDu9FR7rNZtktIJcwTl496IPrLmymoA+7gOLmuMDQAJYLs+SB
LS2tKvZkW+QRhwMyucwnbrXlFZcpdzuqxlj3m6iteFqBb4Km40GTU36eWkciDpzHY2ANwQGFdH4w
RGv+RD3mHYo+XOEiHfRbdHInWT5uAOHV9gD/8tmUbfsj8+o6NvPuex9SLSbEWjxuzCsHJ1zERa2Q
4v0U3GlX3htYIeDLJH6tvjGfV9O6Hzw4wcbOWnCtNThwMAxdtPo2DE5o9D+A2MS3itPtRyrX8ESM
G3eXAmc/Nc1MsryZrpQsuqXh3A5lauTRX1ngiTON8zkMVHfyReU88MTqk0Uy0W2gO8xarTXkH6bf
lxfXlCiCpnQg02R1l5dpMNrPXG9Gom0lj+HGK2XsLSu21ITAqJq3cwCSClWjycnReb9d8+6t9skV
XfNYU3f7zXIATGLKZNLD7PST2nGq+CS32836MGWt8YQ4e6vJB3XSL1eV6ZGZsH9zU7OEpu639WTk
vXhF0uLe51SD7eFrWrBmUK1oKEhqjQodBA9zqM2jbwBLchoN7eMkw4aOFi9drnjcNJ622tdfjlf7
PzkotpObT4Re4JGTD95kbxSoc+dJKyDTqJ39t3kp5h2cLJl15qQsAsur+tSkYfGQO42ukWr05hLn
gVPcytK9tYxOJp7fbzdQ3lKy7vhO5Be2TBZWpSfDQsQwMFh5owgA0+vPstD4EPt+OgdLA6Ijhw4k
K5wJhsTlt2buB36KldAB67Wm44Qs1elnx7/aZbXJzKhWXtKc05cxLcVuMdhO6k1jNvODz0HjiWy7
aTxmnZwuIjOry5QNn+VYW/ymR2O/TEzjGRQ277tV/pwGQVxUPT35m8azh7+P7/VtXf0utufyJhu9
eTeNdRijsYIaqWHioMJul6LPb4W9zV+l15V3lVzFbyvU1uOcZfkltIs8GRufoWzNs93imPWR8efR
b9bvq1V0kZOTuLHwvCZbMc67dU69G99ys5umHbA1olZOyJKkiLwHUmIpJUFAqIM25HanUfIfV3+y
3lLX6CLPX70riUtoiD1cpnL9ybuzjLZGBsfaF/BJstyZYb2nX+st7eqXclmfa0ja/eD1ZVzk60uj
iEDoekzE0/y61H4Q9wBx3/Qst7OqC//BWdPmFWIASNd33rZx+pbWW/Mwuj60o2fRjMGjcKtpHF3a
8Weuad0ua+trqVEaLIQtJCOdHpHZecRn1EW1L2hmezUNVV8KfraTYt7dt1vxDMRw8uVIkHs5lx8V
Sb1TsWz3IAgUE+Xd15qbX811lsoN56VbOCVDas9KJtuboi7ba2TMd6Nsiniw3Od0Nn4vDffgpu6V
uXxTs5r2ZMY/1K5CguT36yWF/rlBWY/n06Np3bF0sqUYSvuG2K/RMt6taeYFY2yXeQwKLMilz+um
LXZhX1KWVOhp125C3ZQZ0+RgavfGKAMAC6HpisyKO8ZSyC9TNDR2L+nOlOa601SKnja7yrG2jhfH
ndSPRflrCT9mojl3gVNDDrlkCJflxcj8AEZgCr/TWwIrHrjZbqqyG7TRbPuh88Pk5LqZqyBCv78P
KnVburV7H7bNdCiYhWNgoN/r4I+neXWgII1ijZDb2Ps0DbmPx+ZceOF3JabnrUNVhIvqNs/D85RT
DOmOP5zM2zdtCbmPWtJipsgHN7yoJoVp5dwEybmTIW1CwECGU5yLduHNZtb1bkHNvkfg99ZUxtkI
i9c+1/Ot0KvxpNMiiClS+e2VxX7s7J8EHZ4IV5FJabHJDW55N456TuSoMcP1ctoNlvUOSfSeM9/G
g90ep8Y965JjLhipoEX8cVOl47WbmvF9NrzniUOy5IaIGC2/lcGioy4sxSFb5o/ZbJLasLC3sRZm
3txFRkGaijES2y/8e2XQM2sH0o2coh6TaqjqJLBnuPogH1jpt9/c4MDsBVSqpcjoqZc3nbn1I2af
8WCEzQ2J2hoAoHo1rexQVwYwey4Sju03YwgveqyWG9scf4HPXW3e67erv92IZO+8wE68146xPerC
/Kb6jtfV3H9YRvuoXOtXLer3Ngy/5jX7DRl9mWo2Fwf02wl/Qz+fAs3cbVeo/DKChdCMyKdtHD6l
aufzvG3cbdpB21D1p2zwug9twJ1RpFjeD/jnmBXN9OLXqtghlvGTKpMlg2ZfJWXl4Zzr2hB2t9BR
2NfrQVQyQQuJcHAkjcA1DpOukaVhhlfiBrkXW53hHdts+9nANcZ8O31Uttu5SNtvXMznoZFHVau7
JpDLTlbTfnQqjtXxlEMdUkBvgAiUXXWsNglb2CjvvhmNuGJPi4rZekZsmYEzwbDnZMRupqn3Kkeg
5+unktk889D7zhSIaVhDyjcOKqxvggmWkPAcj60iCmdortDrbhaZv1WbjowVyXA9Zp9e4XCImA5T
33wAbEpf/WGuYrIU9+ls19E0+frIHP9obMYtz8OBr/LkbcW9nXfkfG/uncB+Pyxof9egei+y/mnS
HJSpOrsmg3TYjqgItle9YTRZJYl6dPKQsS7kY825FeXl+mYv8sas0nsxyquqyzxUJYk1YRmeZFam
cZCPR8/T2YvThLi/vfGbl/Zn9uE2mpqaiGNlyaPmVXZY7AyRW+9z90oJJKy0mUbbVvmfXWezg5dX
l7xvUA5olLZ+IoXgFZDQOvSVYd3IrCKNIDDFQXTDUiDiKWf7vra6joVcmcN+ykcfSKH1ExucmDey
lgCQW2NxCYep0VW8lqJ6JySuOwVBu+VP3VI3z36H7j/ta+sbyJg4Vs1oP4RQ8+M9h4k7olTyOYAR
rNrRkuXZtqPM3ajBHSl4jdFopCV3DK9vwgQpFrKt0SLrDDvtt6KTaRIuBf8cCtYSc0Sg2TVe7Vx5
930TtizfAx1SY50H89lH+NmcVhSC1alwC4VSqp/s5dBIK4O5WsMcF6yDPCNB7+FUu5ogzO5uttvM
viNdqD+XNTfMrphHOFngC0feaxNOrNAuVDiSH7SOKL8ylIHMh/u+htZrSHxJtmwhdLJbkY8z9Cm5
Hsul8x+BBDfzdrWGGsy1ywhYyPquWpJqnV50VWUgd6Hd3U3IM1bSrJtsOWilgZiyoSIvAfS97D7F
yMRyDqugMxPSTIk07Eqz9Q6DsZh3tBi562FFonOQwuxuXGRJz9e0yQ1izk/d41iOa3sKZgFJYLIm
1A4/wLMj5iwkylNRYZIHWv5ihfPGQ2M6M2Jh6dUWYRyD2RWRm5eye9UBbPxZG+VXavOH35stDKeL
7GcvuBFyQ0IaUbwO3RAERW9eltabvtn+0srLqtzuJ3dvF+6AL/xW7tBTSmb2xZTzowj7HA/YVok5
crUAiUXxn54QV4O0r1sxPcDi9vyvUiAMpOiLvvptojG1Lrf1SBJ4wc2plPnDJspeI4Jw6T8eK5n3
UZE6zvSyaIBwE5lleMhyflNHe/D87rC62hl+jl7dauOxZrE9I4qBeM1yM3izHDAgBeo+Rg462eFQ
bdPPpmiyh7QHYEh0zZ/nk8NqOlTr9iDmAFDR+WqJ1u44uMJwPKwwjTjbrVwcXWw7XHYKUNAVBCj4
r2A/d98XakjL2ZCyLvNP6gLtOGwqNB1hHVrNN3gCAotzU8PE42f3Ne8b8XtFgRXGwO2EVpQDxq+E
i8mHphDN3V246OLX1gz1sncL4lTvK7czkjlQvnUu1nwTu42jUD7ZlW/f69R0+iAyTItwurwmL7Vv
UJ3tW4XvuUTi44ttv23j8pYyBqbP3VxMY2IE2VMBxe4j+m1NTyU1EugpttfuJ9o6DaTcQwgwg9Rb
dzfSsW1Fdt93H2adcXyzuldvG6/tpAj7zXivs2323xtPFPW+hFiBW1dTea6UTY/iWmvuAsIDEGlo
vwg/Zre0u1twpteRTu9kQwynP+usb5BKTASdHRYV8K7J1VCiVElN6y1flGHxymrM9mSHVrYmc1V0
V8W1eN2Uy5lvjZuLimIsPky3dz/xjwx3xjwZzhFFsa3Bk0vyCuw0q/won5RkkGqbxyDLoJsJqUfU
sWbGaB997qhzBs9I6SFCEZ4DcFvk7QynYTUcEbWcqTZPo7kyt26PJqONwFCR2clM5Ye1qoMHtvM8
0ujj6miU8wBgjqyax0vopXqf+3QpD2IuTWpjelkUuxn8phoPzG4NiK4a2ovdth3bVuFVbR6Xi913
QI8WLfdyKnKHOJcesamqJRkxXTNOt5JvY4icTDTphWEvGGJXet6vdKp68IdZcRKRCFJmsemH1Vfl
NiiSFarOn9L1PefeLhW9hJ4t9W93y6x7ozVFGvl82FNIgn67d/xtA8oj1evJBFc1z0XtrOUZ+Fd7
jKo6v0f/iSZinI1wQvHaAugNaUvoCA2zkgd4A2kIlXwUaOkTKbjdI0f5WRDXGa1Uu96WhWFGfRea
MeoCH34ym6v5VLdhjUWhKbeRr6WNMNz3C1jNbywNRdx0vCh8d84Tnr84TFNijlIL0em2DvvQML17
RroevRLxlJYai/0Am0hWJYo1WkxfeO87XLSh+NW7aNKjpU/RFPvrLh21J5Ohqt6strrdGHw6p2Tv
zb31JKylSwzylmO1eVOs2qV55GrmQJHrh6HWAJH5+kiTGRWQFRhAqm2S7EfnB4BqFoVqeOeobS4I
Z49ylWJfeMb3UW0u5IBFTEDa/uxGXhYadnAIRX2w5h7mpVAJwun5vDDFJdPspReNfq3uSD3KRXAS
SEOT0rXLyG0aBiucECWxcnJjbJOKylgfBaK5JJJumpVdAMtfNGZUBmQljRZ6DL+tCLZQjJshgdAM
D/z+nJfNnbOYPtCXDcMUZBuQgMpQsRm8xgDYdv4yDQTZNsE7vYZNE7dWp6NiMS00b1RBqpXsk65c
cYbWvBGbnDG2Uyj5c2LA3jUYDvOw7quLbpv2xZ3c+lau2Wvdinzvr/otZMWc0cC7WF1igQ2FHOdi
deu7IPUDxCQ4dMghQhNZXAF3TRkBzrWtVO5OKGt50H453WwKLHUACTgMg7uTGTn4rlWd/XF+dOs6
0QXiq00fWXlPhmmqXSsKEfem8cB038WzUmFU191jmmLUCErfrKNwWNBvjWhKqy58airg6D4giIPY
4AjE92IiCKK+xrofTRbSsPH0vhRbhmsUg30ryq+t6P19syzNM0lsbaT1QjxPutoH8EpMKcZ2HheT
8KUCFQCllOj9vYG6hbbPPBCODe96Htok5qwkZoxZVjy0ITub7IZDZurisa7Iw2otxhN7PWVWRTlV
Lk4qL96FIDt9aLMjewwjecrUQr9CwIpijeoNsHf+tHPFFjDojhUrfze0LM+NU353KIR8Wir726Ka
Lh56l1iqWYH7zWZ/8Lpsh6Rmr9vNPq1EIuHN4HQy06fOmped2ZbzsRfTdtCFM/4K/fSnVUpG6qZe
k/YqTKsc/VaCgJ/m3g3ukFWwRWyyulRNSTMDf5o4fXZC2brshQnsYrvMPqFlbz95M+VsstBDXqus
S+125h61XNIxi0RZm3sIv5aPlINqXKS6CKM62Fb2iW3kI+2HIh6vxfeumF9d12rZ9qm73dbJiMgz
RsOcg5gPYv0Mlq28OI1XxE4hfjl2zYzqqOYe2TTIeyDVnl+rt0t7mLFpoeNhC4pPv8YwBZ4MaGeP
UIwugl07CDHNB+IZ3OtnZXQMFQiM2ZIKGo7X7VbaTXDSq/9qCMrGKxcdBCQik7vpBN9UiTpaOMAw
q3sEMzYQXInvxdTLQ94Zz1P5uyR3vGvCHwGKKd7l2wb7x3BdZ033Ulz16ZaVH0PL2Fldtqenh7Xd
uFlr78EO+a33dlCdrh1jd6tMH2t7+iqKZ+UV96XBcNSGImGLOONHuBPOMCVrYTzYCNWO9bCycDj1
l99Vyaqz275X6Yee1Hs51Ls1JxutneELWtNP+g7l94SCH0X1+tK5NoDq+tQFwX25Bf4Nu8udtDe1
a5DdG375vS8x8Wr52xzQLIf0FybkXe3mrhijoDSovJoJ53dchi3MSLir733tqfsCofkeem29sepM
sY9l2F2K4GMR+qPoLPp1nFIITEICeaBYLktn8j1O4d6bofl6387qaLDdWzcPH+pxme9tL7/33OqV
yLmTpGKITjSy2/yRZCkxHdNl+goLzcJay3CnjOLOrUgPsv3uVQ3yZujKJMWg4DD8la1B+Fff/Ohd
6zBlFdEJ2TIBWDXyPh3suLKLt8xvD+QrI4MYHkNTnXurQQg5H7cgJNKvOuLVviuU9s692ZcCPSRm
L2tqxqSwKlwE+Y2oURooXLQTap/E7ywbtkS9ymA4OI1IH7tqrndqNfZbL26GsfxVTPZdqdpzOAmU
4UFTJIXhTViTuOsrCYARmBB7xfJlLSVTA/v4jtpY97tTQn1OUuZxCikTQaFWRP4pn/Bp27sCjva+
M6jJhdeYn8Ixc3AfWCz3Fs4p4IEa1nPyiWZsbXHxxsG66wXnls0dgP/cTcd5ja3BdWWeYLwZ6r2P
CGYDkWrJ8zjbNQ9aKAVknrmGgvW3OVmSclJYwvu5KvvEheEKS76xagaY0xwx2+Q+UZnxFjDuxxKx
0TEY08hoBEc5+bYeb0+xteQGihhOmO+xw7gWW7Jgt2vSwxLI8QQAO90LjIQod33jYRzxZ/XNDDRZ
XrWKbntp6iC4oB5Hh1hSZSDSwwaWzy5RdomJxB7z5BTcjH1THuZ+OQ9Od5db7htH2xk3gx9h58qj
vMLW2CnLO5Zq4CaYRf1IxYrz0E61e23tneKgTC9FZu1IjjmynICtTijWU32Q17CmRX/ZwxUsKQYr
JuwuFltgJOiOT4M/X4yhu6DAuDU356SG6o2TCMJ9SZxaveqKqvFlnBVIBXM2QY5p8FMErdvEo4fR
ZQfX5/6ahZPfFmFTXIBXw9sMPPdG5i3q4omZEC+YK356DnMcbprfZchxCXVWE22YM7n7ffBoMR2T
2sqqjbAoRKCqg7sZzO9C9MW/eof/ZU3+N8vtf9md//RF/9/JKq/u6eeh+/VruP3Ufwow/z+0Rlsh
AsP/s7iSS/OHK/qv/+FfWkrxH9Y1fCvwTOJDPccmT+G/tJSWzVlKFoXnc+AK/Nf/0lK64j+QAQTX
TCQWA2SG5H78T1d0iMzSpgQdsaXAmRBY/y9ayr8ygf7NFO2jyMRcbfMpNqfiNR7hbzEzpr9ZnYm3
LDY2jFs7pELMpYWVNWlkKZRxkZeCR1Dt4YUPW0vOqEO79HKwR7sL/oev/t9s9X93aCMd1X98KwRB
IikVJjpR0tL//VuZRDu3vYOWiQjbFc+YjwKv655WrHj/EDTyT5/0R1JArzJDN5ltxk1o9YfWJIkX
lk4+4RSc/iGV4RrQ8ucPdS2p/CuvCEj2+q387fpWPmJPYD7z2sQSHkBiSGeyBHl3+VztGglAsCDO
SXxs62cjCNNvf7sR//VI/tM1/fvH/3FNN4FU1jP5eOnL/N5x2jCpsxGSz4Ey/e8/6vql/pefVHgA
TY5FuMpfAUp/+0nddapnhFFom/B2XZTv4Ir2GCDspOERMMDjl7k//Pefef1F/fmZhFqgVA6swLSD
P348KJNSuJIfryjLDuE7HrWdbaDqQlRn3BmlaUepzLd/iPSwr0kBf35sYIY+c/C18+vPTI81a9em
HHMrZoBT74E1Ys+UIyq7/ro07hUySyfu/IYd0LGzMFkRG5qnbu2C6fu6oa45uhnBKrva9Lo2wXy+
QZDqwnjuh814aDxqS+51V4KgAsmr6QGWG0z1v790/7tngPHdx8gYCPoW/5BQV2WjpiBwLBQnpb1G
XSanA/R2TrCUM6p/uA2Dvy7JH5dMCIvLxW3Oi8v54ze1biJcmuC6zxsby1bvIRiParxSjyqAoo0c
TFdpMonKwGub2f7Fd1sbZbd2dUZ2QupB8xgqBR1Z0PpGlhz0BUuH52OdGHwsLy6q2ONEBAqjTjcI
GRd4UF5W2VnXxLVJvU6Lv9SvWy5yyoky4O+4YHgJIj8TE/MlYsXftm5w5WBtbR4aWZdL4loNJFvi
58WarE4ARuJrWtWPxpR2KgkK3L0JyYBN/oCeT8xH3QZ4n5uutRitgVO+N2rR1b4uBJNuF2Apiskf
Mp47dxJfY+1KFkSn2dykL9Pcix1m+AR1IV6XcDOCHxaqXugxNn62JQR/T9YSTIfuOgBFBFIjQuXv
YUw8Aw4VGdpslMwUGMEHnBcPrAvpgIVK6FfX5qS5nadJPQLPufVhVSNYf11t/ms4gJjGbo7BFG1U
S8zEwm6IhX78Cdrqr/sRHTEdcFuKlYkt8DqVyLC6Cv3SMp4wTv3wxOq/5/XofVBywMSosHvcaHfY
fvR2Qe94ZSnnwy2BHbtizn7hW5wfJ9Vdk83atPxeMikiWcSbi9MWz+XjABYnk1pp923tw1RFk/LW
56Jr1BjrTZnPm4E0bhegTn4OSh08bT7ldFE12SszWRFgAu8R4xwh4CvEZlUN2zWbAYmUK0WmQdR0
Pp0ARuhnik7kyf/hoSMuDltp5L+HQlh5UgijvMC11APLiwNqjH2YkdTNepJ2i5y2l5o3xhOnpV9h
qicje4wU1ojtbUkzczp4aJY86pyVEDd5MNnEJWw1g9cBGUfx2qSd7cdBJhC6NcVcMrcqFhmUrVfB
SBmSey0E1V8nMdae2vtT71EpGIA+IKtJ3cWJptqy+HeFIGfjbm7qjao46CKioTvXQztZt9h9cWXZ
cPhyAv/gZebEVup4S0JQSfWDHup82eH2VAXidZNdL6Qk9LuekVvsDQNNUjywN6zHtd9cHhUBnhzh
KhheHQ6xlT7wNXfibZgGhaVvK/0dQ07/WbVpZl1agQx31mUjomkrYA4nuK27rJbQK0inZ4KB0VXO
t+WmOy9pbG3PBzGN27IndWPwAPhTboWBiN+raTb0Q5KmZ9ctXhWsJK1YxjSKpPG2NoQ2WIL1NiXF
xLi1kYyu7wvjzrRrdOu2e90My/IrBf5dTtks+SvyfXgb4Dl/gU/gIROkqlf9nRJNPb71Xiqne3uw
S3lvdvM1koEH5SyAgYh6T7PRfNSt4by75pDiVfZW1dFPw/rC7tw1WLtsA9WFXhpq1Wwz7IY7boHw
3dSr9k4FkqIQy6ZbFrFtpeF2WpaOwATDL7iD0ShVieNL8dxYiD8j6ERHxoYOzdvJ7tnlJBwWodv5
2hcwCaEB/0maxbqbLJM3CC9N6PF3aGv5gAVg/rIA66ePtIbOgeRs0rT9rjyv2yiiReLdmOAgU2uz
QVudW59TJ219ssdzb/LjaRq8RiFGbW1tsaFavrivS2Nc3SQ0weorFPA53dyn1EDcmuRZ7r1Uozsi
7sf7zSnYuEJHjvTsmdwHGMLDLFBholVyDZWkRTYGED3L8NIKL5DAghbShMoM0LKPfDF0m/5Svq+u
iaLMAtHHPj2MnrefnDE7KGD9+lb0urSP/Tr06nl011rxHDXeW0l6yIs3NeEFXZO8DX0PSmoprdS/
iv+ys+rGZY9+D5lW5pTxYhLCKbdJv/bozp6FhH4A0ZrcZMZAyE4LVfuZyirdL3NrAcQ161Mvdf9K
aIy6TOE6XEWX01tqEEoCxUFqg+/tOrsnYwT4tpLtclcU1SfhFrThtanX7RpMk0k/dLiWaQzZ9RJM
T9izj2kvsxM5YOGIsq6uXnrWWeTao2WeEdPuWpIA8UmQ8j0X3zIylBPhABlAfAwuKoKRBI8uDD/K
MTSizc8eu2lw8yMSJLwXYXqbExS/Q7S2J6gwi+bF9M5GF2TRorZpzwuovPHGFFx33Z7TFUd04y89
WPI6E2toersirEvMsMgP/f6whoS8RGJyuTeCrMJ6PPX7vKzkHunPMfVbsHfCdJB1LMFnX/fBniCP
+kgs1Xgqu7T6Fi72grNZTId64MW1LDBRYVbxVvGtDWWQWH4QafRelml17IjdQLLDEWDrMi6DdNJ7
312K22JpCFWimuBMBodDFoGVfhezsA41AqcwGgM//bJCqgAcg37Qxv4RzHDSZB5Z39sSSHFYCVjw
e9oaxhqeF+iFWE2dqveUyJd3IhP0C0CkHzNjBo/Gujm7elJ95Pjj70Lqq6Jbnvu+/bH4aZdMbfWI
NPEUZgQeG3bx7ls+YsQCX3HNKV1er1VZkXyUUYuebAS3h3Fqdh1q4mY6pUgj97krb/rcesF5Svih
sjR4W0vcDjj2sRCpewMXgCaU5T/ODWoBRmaDK7ImzI80dwZUfB25+xYU/F0RNIJgS9jgpIMJBzQi
fyQCBv8umlY+N/ZErlNgDq2bdOkSQDFk+qHyVm8/tBNRV+P2cqXq7maADPDUFhDWszDBhlRJwvAF
vfqSs31XhOkNMArBAYXVn4i72m5U5t/nQpFyOPYXaVNunfqhEbvN9bUyy+zKPpv1RU+N/M2kGHxB
eBlJHYJFSY8iAdMQIOOb13t8BXuNzQl0X/h+FovGIKNRzUPEA2dfaLRGIFmJdCc6edI5sR7uTD9s
4f8yrxK1Affz0aUNdlLm77nx9gxp2P8Mc4inhmhcm0oLbdQ/0qDocPMFbQTYdC/nbPpY3B798yYf
S/ZdtFNXlsVGc52YmojpzSSbyerQo3tbtXd6v9tTAoiwD3Gb37e70VvcqBm3mGUHTtAYdkyD6Sl3
ZztRFaLtvFkfIbSzvfTr7wjrg2ensW7wGhOoaI6HWuIQJzDhNnVRtvr6U4QTS4zRPxsTkpoQg24m
PwYnfVlHRXdq250pBLITQhk/a0xZEUiEFQ1teofoaufl9NM1fSvPmuQhI2XqAQL80beM4O0MXuW3
lnmQJeOyk1YBTI1CMpELJDq9zX+MAZvMpKK45mOq3PtQq48rZF1/m1WeJ7JZkx7eGnfkl6a7EtbX
bpLey2OliVHKSXkhU2bcSW/cbUY4XJxg5X1LZjb8j435JIfnqrZsRlOeQyMMmNIOqEMmzI3eTMKv
QhXBuNIZJLNmUEIxRolySwZmx4/MzRy+mJDrlz22qJeWgVgCrjWyOkDA/FiPaMhyL82e13xp3uXs
2ZCtSOO5avXV+oBYJSBRbLbNX8RxWBs88AjAZ3HPtXGVewauhq2m+YOjlEvfVLNLjIX2rhAoOD6Z
Qu42foStv+UHM3fb8KTRPtwV05qKvZUK9VCanU7jNg0hx81e3ticwGx6qUeuEeKj5WSWVXg0Fh+z
F8IBzIENgCXehVA6X1jCqip2zQq9b0HQzm8uYwWrOzQmVaRr+LNbA1quCRZAClK24LYRDOIs9/08
+N/DcRE2mueVSm8Nk3/Xg/JwGXFKvBRmPWUJDgD7KVjzSsVEgxV35rCS5tn5TvBpzY3FQQAKRSB/
7/Y51SJeKSN+yiLFC2G3QQKmBF+/wRJiMHc3tEjg0xbaTCTYb6y+z7rWEM8h8E3+n+ydx3LcyhZl
/6XHjReJRCbMtCydSJESSYkThCgD7z2+vhf4uqNVRXZVaN7xJi/ujUsUgESac/ZeeyXwDYI3AeBF
xTsAzrTqVQ9nruyN8E/pm7RUu0YF44Y87ZIWG0oJ2v2dEV2aVl+8BBZCe2zz8qmlKy13MUD258Fz
6hrUUs5TcmRNwWrwElJrSzewb6LUAi8yy77mH4c5yG2HpQt1k9llT0iFo6coyBiopsydryBUWMbc
NnGRLNkBATuz7yPcL5uYZzVlCNJ8gk3WNI3yz+FEl2YbdH7I2hAkIxd32vTFwXhhIz0zEcbJdOou
W6mq3750opdsyPt7zxbDi1uo6jLtyslibOeVtQUQo5/b2mcXmObVvE8adAlstmdnXJcDxbKVjFG7
r6O5M1/7MPKelU+Nf5XqIGbeBdEzb6yptvEyGYg+agYmuiIrHR6UUxW/kj7LmJYg2qTrbqymm67g
UECRGl34CkuKrrbIaVVO794sftfupF5E5uuvCORLSJ1SKZqwvS59GhZeTZWqMwYmrnFKSz7FfPhl
dzlWizlvEA62dm8+qNRp7wNfZ9FVw0Ue0oHNwYrCkNHvlW4TlsvBTtdt2EC8iyx3fsVqV9xPsIYy
IOlB+uQXsvrZI/q4Q/2N14mvrMSGhT3gaxZLYG54IzSmlNbzINsZAzy7oGvmmK2MzZ6lnefAIvxG
qxc79wm+6UYZ/TToNdqsuH6mEKXoBpdL2EZ/8mi07jur5AyEkqppNmwR5m+w5RDJDa6Tc75u+ynf
N7JMH9EtmM7KzMkNMroOajSAxeqhT0fOpwJNVblymWmDbZrm4lfll2pe+zhq6S7KwIZjAZFkhtwy
sSNF5TG1KGWm6SayerhKpQZjmPYuYlfanWWxrlPfn1e9OzbJbkyMsVhlSerykNuJQ5X2awMB4NCN
9IlBVUEClCwX4RBDoLJkqh8sqDRIldjhP6Zo7PizjUtvcm7LkIaOIHLtIrRFXm0NWZeXfddPwW5q
AxMxTGubl5meAnOXhHE7Iglv43af9NKbPgEHaRfNKB00Az2pg7sBzSa+BfTdhh5qrEfzQGOiqlwy
n4o36KFXLycjo07m367VAEnyCj9nj9/3xoMbwl3CR+MsQgO/dpKdLuvh0TZqIIOOx22ywc6re3OO
UCdHNDKAXlPKyPYisNJ7JJmeIgOpET4SP1w7DCxJ7bhH6RWvnKFhOvdZwjmu9bsZX1ywHkrbffYj
TWvHwRo97YLUl92uMf3kxz8X2Dijs1HiwK0cpZfK8F/10FxkBQUniswTn/PKZUZBIGiLPRaF4Uzl
/IPSqxZS2sISZMO4+qie3dsxyp3lUmM9zWBcrGRjxZ2F28QeLjCSB9t/vrXlpqSgt+TYtnNU1Ha6
JhV6KfXSfmVy98PxmiHAR4lV60yF912Z0l1Y/xZASE860hNHl7KsYZHKIsKVgUvKuGB9yzU7RWvG
mnf6ro6AxQBiPa4FHtbTVJOXfIHDNwa2x4ZpkoWbFO3VA1iU+BIefpIx1xXDlocfX7RUfgHdOE1x
W45GAKetNL5K4GKfmmAOzd3pX/TuvfKDPFfi/6Q+qy37aAhFnqY3nwThRlrT9z6ipe8U+AaLLsAs
NM/iv+iU/2cD5oPLweegfC+lMqkJHz3rJMBz1412tPF0lmwkRsBNT5nownatP672rDOvdnmcByVh
z6JdYFIrlsoxMX8ePm6sX4GMhI427Rz6zY+q8Gv3CR1FAdAmNKYXZzDM5EeFX3I769b+b0n6/3cr
/we47b+G2XsUTF38aCMms/9Lfnn7L/7brjS9/yjlUKdXFpV6/g+D5H+3K63/AITh+7AtbREipOgY
/B+Is/0frYg/97BmoWQ0HSjt/6ddKf+j4LcQxW4zMcPx/SeI8zIk/h4yktaS4A8x70iia4/jITqt
qq4D5rrO5Ygq0DZyShUcnv96Hp//+/f+bpq9NSOOL0NXzOIRMLu575p2g2TX6WNWdiKze7BlI54q
W6CcjFRVP/hj0T3KuB+uO42ZYJW3eT+ueuHhQsOUNRls1xzxHDYTaxYoaKo0Jns0XBcIHa45C2df
Q8CN2XWi2bHAJxD61hv6EOk4NqHl8x5jQhRl7w4riPLG98w3zS8DNrCnPklGpNKDU8XEnrXel6ig
tbxSgRbomvP4ukpM5FyqSdw7t7MIUT79ZI5nCJ6/575lSAnmR7rXh58sIMtcp4UJs4ace1RQt87s
flH5Y6DPLJ7LzHb0Bg4udDQVzSGxX0PDhaqge8bLflvh7bI5hnqDtaXhiW99RPSTnrm/o34iuROe
NiGOLyuA1LAED+8viKKut3L8Ic2UwVMpvGEbxGmx7XzH36k+I9FUt2dzkPhw/r7Zt6tKSuKus3Th
PXU0zaMKZ1c/kOQ4W9SFCq+Ptknq5Og2Mvm5SkBn0nexE+p0Er5Z1Rb7caKFjLnFPbMEqqPOpmSV
sSSfPuJl1kFWw8MH0GQ5atRs5GxhF8Bz+y5EoWVJiTzOGitrFRUkmRPDCVCNeucwboBSZJ+I7aDY
yMEJe6VoO3FDcmHrr8DXTc9RMfgPCsbrPeYyb7oqaciBQkiCpUJoTAY+qhiv+Y61h7TJ1jXo2HQD
CvmwLjS2JNW8NhbVpMyK4SnC1dGvy2wjdoIWSL+yamVP27qIp4cy6ImOt02dNWs6F+MOeHVDwZ3D
xLhlKY1f4PmI6sze62iD8vbEaHpzFnawJbBXOXxi2naCuZg6g4aQ23EGsKuniXrwK4LT6czoNN8N
T94OIDia3dgcNZ3nw2thdQf0F0fGqrNpMJakBCJWbToKK+R4fo5bqlujYy8gTinofhvlNkur+h5f
z3xRAzmnKTkYHTzJsLia8KpswaDGmzFR7Jb/aaJ4eyp0c4nMZRgtNpPDX+o6CSq2AqrrlMNqyGJw
xWv8C9GGCbN8SFU5FNvTVzxKv2I90OxI0Y6wYRK2abrW4SW7sC6rduqDdcU39qBTx+X4neV03Mua
MLEsxriLPjJML7KJ4sVqsBPf3Ua66X5YCM8fWzSOAQwlf7pEO46HcsgTyE6DzghvpS7pranaRufW
mqMV7e1Xs2Pn+E8KIHPP8kH+dUpACIsaXfFK+UIeKquxE1SsVIHOvI8PRo6m++5aWqND0m8Rw39d
ZuqLxE4p1qxmSAR3bTe2W2+SXyrA+p9TSRcEgXR7Zg4/1hYt98aHQaC94ygBl/VoEOjAsQzZZcZK
iMm0qXtRkd5rD4wVIbNd+R3fJ/LZgZ4yXU81pv2+mUTLwmJb8dfTo+ODx6yRa+C7IPXHhBp3+JjV
1M/sLAp6IxYXs9GR72A2+OfG4IeXId4CLp20BOPs8DKZThVxtaWxSuaepEA7wQCeDDgYQ8unrhsF
Sr30w5he+rJEYo4nN2MqzMKfmNiiW+rDgOE6F/k8gFp5Jjn7w9+2HG9cXr8Q7tGSSsc/sUKrZaSl
YbvRnQDgKa3g369is5e3384Ry4p2+ATKoDZoTqJXCGKz/ewUA5SEUlrPp1/n0dFhGVl84pKvRvDN
gMw5vIoDxdKcR54zWIlsZ2Dg31etmV34lTXfjnYSXFgK4TC0B//y9JU/+JDYfKLWQ/9DKd06+l5l
BPQgbhlIE9jw6LpIbSxemBU+Cds2vtGGxpI0lEF8f/qyb2evvzZEb3esLNzr6Kv4osTRyMIJKjrl
LssMfWE6QHm6qam9YJW14weQfOlFWbfBvums/lI5ZX2dxGZ3kSDH2GB1bQnaGCjfBOSFt25D9f/0
zzvaF779OkYVyxMpK6CAj8ZWC8UjI20gWHdQFT8ntt3dBw0bCNKJ5/4GtUvU7k5f8aMRwAq4zGZs
2t4tMGM+0s20zIAkMp2tqqyZr9VgFK85jI414jTa9WiBPk2NO307feWPRoC9nGgkIXWSOeVw7PVW
VaV0RIJ1qqCCp2CuAaoO/caIFMUQRDD+NnTj7uGfr8qoA/uNIpSp1Dka8ZiYa0qNHaubwI1GPT34
PvRZZW4ht3SL3SbqIrTJc7Y/fd03AejRwFv0YTafNAc8zn6Ht1uPdTZ0dgWfHQ0XKp24aC4ao4LM
bdt5dcVx3deg/WiObVs2YFc4A63+yqL7AnBhMozVkGHMuah6If5Ekub/RZYAIl8HCYTudUchm4wG
b5pfo8ya5YXXVY1P4Ade+rUD3zjdchKbh52Zuu5XFDOESDQje54LU9H3v2xkNqnVmM0NSH/LrhFx
J/Dyd3Srsgvcuh7uF+3aj9IdrQ72uXRu8SqraS/rJgVSk9PzWSEg6zEJKEwAK5QHHoW6sSM4h8iI
5ky+ofnBl8I5GH46HzPJft7RQmTBq+8QNvAde7K99oNh2GIp6C02skW474K8A0qZCNyyKQJyrYpr
b8K1TLFbXUzQ0C7dqYPTHVrebdUKeddbA+fLM++cV3r8yhEDo1amCqQoux2+8kkic8rRCSBhye1f
MXPaejKq/uX0VZYZ691V+PsImTn1MLQPr6I8wCW8fbZcYclJI3PDDA89IGs6MSIiVq6YbkzI7DbJ
BDDuQXOKM/vpD1ZEik+c9kyNl0u4y7//a1PU0hqPpgnyvR0b5jdTIpWPPRncnL7Pj3btnKQ0Hy4V
U0Kujm6U81uG5SClmlBqe6dSaEKm6DRdXpXtJmQz4eLc9S4LJbCnyTqC7TdGn2Uz01GMEnpj2VTn
TyFSDSAqCLM8MwSMOMXpuaDj95MqXzrk36WCwxwjjh7I5ImEjEKWVVraLBS5FaKjEvFzWQzB7Uww
1OUUxM9jK+wzq+px6ZUFhEq5uezbuTKa9qPpLReIV4hUMpDxVPoilYG+K2gB78eszuFNIX9CPRux
g6KnnAVBcxWLeLitEWdtdB5CID/9zt6PDH4OEjuWsmVj/vZz/xoZiB+mKMor9koGCBoUJdhMkJKd
ucoHRxbF0NfacnnotFCPPrSkr2t2h4OxqmUUAYGhfVrVE4EMZtXLfWbm8+eB8/732UQUukY7CbK0
xNDXRIBOd6mw8q3CTJqt674KccIW6b3E1rvPqwjlXVVn308/lmWuP/xk+b1vJ088A5IP9/CDGRJc
721LdWAYilfFSrDItgzak3okXuL0td4vs4oin1jOckQHkg93eK0gUzjRUfVxbIjduw40OirE1HqE
lm7DAcvYW+jJfj190Q/HIayHxVrB3OK822Yh6HbrUTAOvfBxgW3AUtPMzjKB0ZZOCTR9UtPMtcFh
CjnSjOoDJkAf4h7Hix3hlb06/Ys+euQcoKl1Ul3g6zhafnMoet3AOYr2ZiN2QTVSgzJKOm2rIRr9
M5uqjwYkTXpSlSVlICblo88QyR5lAY+HLmERPnQDQUYQgMaKLQcBR15yURAGkWyAW6ArwZOc4uIW
oYSqk7qwy4TUiBhdqQAC2zOmUC8Nymad2mEbLzAmL4Jxn6G8nrQdmhenn9QHkxdy/LcODqhxbuNw
wGRGYDrJ8jE5vTnc93EcXxTu5K2KtCdeqlbpJ+l3MZ43qZozY/WDky6TBWWOt5I5T+7o2hVS7yYQ
rrGi2dpfRRg+knUbZ5hfhdFHxn3rpc1Nm7B+k6aV+sknsCHz16R28TWffgpHKaBLGYSfomiNM4uS
pqiOvptJJ/5Y9iY1IpVHX4cqJnO0DJxVPepHt6mbi352OTYIq912s9F/K6EIwCUyp/ixwimHKN5j
j0bejDiz9Xm/3lN34L2QocThmLPC4fshiU+kdhAE9M3N+Xs3tLFNjpk0P0W90cz7ofSwOI9RhR7O
m6zosuSgUT6efjofzOu8XnbuNPds8103cTL8xmucCKGjrwAFoXNBQBKcy/r94Ju1JcdTl3YI+4vj
qSt3p6l1CyYR9L5BudIVPK9Cxk62MtAonNnEfHgx3jolBxqXtjraUOaZ7bXK1QalWcSrRH3B/suz
b4Mczad/fniUOXlqeLBYqr2jF5g4CeEPwfKB5X51GQLE2CbowM6UoBdr2/EiY0staQziRjM5pB2O
EyeN+kl1y4znYcaoy3l4Cru+sS6jqGhe7Azr6qWTSFw1RO9t4GjEJdaQ4Jccuq5e9W36w+1MCmq0
yf+AJCHrEER0t+aPoRfrCyYrVGwi/fLvD4euGEG//GKTLvzhr6a2qN0JLQeaYYg1EUK91SRKdWaO
W17m0QJMmVAtPWHSTKl2Hl4lzSrqHgFXMfLOXjdMrPtINuajVYTODdvZcxm+x06nZTaxqZrxGmiE
wXY6WvERQBoNe2IDBzI1VHAZxrNEwb+xwHXsg5oEpijzxxthQ8IP0gRcXzKixYkGC0liEs2X3QDu
VycuaTaNi63ereXK8wJYCYZ1o7w2b2AfNvWZPfcH37kNjYw2NmN1sTYcPifc7aNZOr5BzmZScTpF
DmhMQAf//Z3TK2WpoWfkWGLZwvy1Swzb2uh0yhEXwLy+qmfC4h2zbs9c5aMPXJsWFTWX4u27dW0m
5UYNPpsuHP/eph7tEkC1Z8Wb1MzMaH36lj66mMtWlPFFn88+bvCNsxZZTWjlqgyz8CYaovqyaKgr
qSLwLk9f6qN3xCeOnpAJhYXh6B01VoIRpGJozdptV7lZN5dpm6n701f5YBtpuzRMqEBTrqNFc/iO
khCAaT8ym/T4INbs+OtdMYMVy5uHsck35DlVZ97X+/uiQ8Pn4poUvznwHY0K1JI1iEGOewHnWrLq
xoWDaIxnRvj7F6VRXJCM7LE15ux6NN+YZm5S6GAl6zuR7oTh+CGBBaazNUGY708/w4/uCLcRKG7B
PMCJ6PAZdjFeCoOYbCAeCO0r16gwSTTnXJUfbD6p5iGVwiTNYJdLHM3fn1MywbVHGoZmvG+Mn3UK
k2OELXE129Vw0UGEgLSR1iD4IYoOyOqvdTwB7DcKRQO8IikgBlFt1t1PQKjelxFW8AKmjZ8aEg+8
M9usDx6/LT1a84sMinrs0YYv7QsrykgWQCAYLqfEgtaK0w4eTVlffj/9+N8PYYoGqLsUUzFn4+M5
WGmf0ohJoQQRI7aanH7fZNjZGuklvpnAqIMvoPxafeYWP9hJHl736B6N3KkaG/HYek5xhuva+hEj
697xU5BgZ7G7zwfx2DcQ5FYOyrY7rycJM/FgP09GUuz6FvKo9NvuTN2IJ8xAOFwF+WFLb4mDCgKI
46B7AmFpLHuwPEmFqMr7ZsIO+CgIIyPrMsh0/GXOMTygGAvMP27D90hEhm/HUDrauLxHuJZ7JGUY
4hZsUKp3MVQvjglW4H6JEMSoC158yiF6UOJpmW45avlWA2e/D2yDnbGntx5C+Wm9ELfR+JPpZa1c
eK4Lp4Y8xXXceHVy1YPJ1hv6WaS64sJFwqnn2Yw3RJhYyNlAc/5O58Z+oETO0XaG3nJPrSqGIxLU
+U9w0xGBpp0usWroUqFFH4G1r/mVk15XA8P7JkVfiDZ5WNq3bSGJ50AXMj1bdpyGW682nWgd+LCZ
eE6yvKaEiPQd+SCimWROhp+jrPiSXeQmNf+hp28cPwn0JgNfi/HY8cInh7Q8vjrk9eSU+J75VNVD
7uLFK71myyaNxlYkRtGTqFyQVlx2pvmKFDR/9ShS5mzQQqF2GJfCeSPG0EDWYBjqK71gIEtNz3bf
dAdHrxFmAhCBK1WG2wIDy3dS1tSvBh6f3Iw4Za8Cvy8W0XPf7/MyNzajKUoH0HBUs+toHBTzgIbm
n5XVlc82AWdw/wW0p1xbqzCqivteslld1YDHvbWZWU6203kc0pkiXF1BGoRktDJN330YQvo+HJXC
cthHbqj6tREBDd2HkOMesiEevzUoNb6NE6TbClNAHdm1iQ81q39XjTR/Jn2Fgcgz5s9zGhcA6eJW
/3LhD1k4+Yyg+EwGJThfR8HqBAOygAgRFDrmulLTNG4aw9L0yYOg/Wr2Hb691GnMJwog1nwV65Ac
gtSJezKpMImUFL6A0LrSTofdEOLU2kg8X+0660v52SFu8B7Q9IRkw3SNZ2yD7s+4rBXEZzcI8Zxk
E5y/sVnIij4ZR/hqy+GlMSmO4xowxGNaxdknZHdpiMt9HCWcSUivV52C6sV4BkXCG4Nxuephun+Z
0GFLDLiYPwfbBncNoKy97XEXvEIgHm5T5bSvSU0Y+qUzmPFllbIPnIkOYXCaZvOF/FyEyVUdkbBA
TRabCJQJsqULXMJbbXf4l0qrKMOdTbC0jRZzDhb6NF3kNdZGUlMJGw6xSreRCDdDVfo/1DgbLImZ
Qm0yT74drkXvAZgnzHE/GmNigzqa9RfdG0TNI7LHZt65HaBTNboki40EOv7CO4ZopCJSnVQw0dXr
Avl3hKGwLZ8IYsmLTVo1GBuBmunXzkGOD7wvqjEpB8qd102GAHI/Jo2drcrBIxcHceWUXUeiYlKp
PJOMR4PwjOUjnKznpG4Qd2bmZF3zezGYoBfr/ySmk381Ow6bi39y6DCQN8OVRZ/Xwd+ApRUYcBb9
BiJDcJMjDP+bnQfFTT4RyIdayvdeRJH331ThAsV3YCwmKypcGA6pr0EOJDvIJLvd67I7I80KBVRN
tl9hIc/fuqVG0dW2SXCrwsZKHpEEeRy2c/skqsHKORTo5m42QT/glNHyu9OH/ueIKbtbh03UPVAN
mO+9KUDSk6MUmVYRMRzTHoECyzVR0qq/qlyFDy+aamJ0QhKE7vIGd3LbmGG/GeIZ/H4ZK5uABZIc
ZvI3Xitgi3cCLhrORNWL16FaXDGGB+iR6nhFknfDMrVkdSR/ulqL5ykWGOcS1QR4zomR5JPW+Mv4
jjWPuHQF5DwggwpwppE+DK5FadEc+5FI8KhxrsZyxlynKuJrEL/79karHpY0hhDS1UQcpV8Da6jc
PZUu9dWULTRYu0riB+FW4SvnNQrpvq/cH0SeJKC7u/aLkv04XwjHgqY3kPGInVf07bMIc/9tAlro
3XF1WzvYkYiNFDPjAxPjHwCn03OLWCL5Yltz+o2Z23NvBIEh9ioty+Jna/tJeIFJo0KOOEzphIoL
nlZKsMKugnFnrlyI5l9q5P/dltMqrZVq6gLI5NVEbk2HgJlcOoijwarpARXxaRYTOMB07G8ivx1u
rNYPPxmVL340ZjN2K+CR0y8c2FAt45LKMxjamLA8S+HNXmFi8l4SkWR469Khvg5ZtNMrTdNynXgx
IXoyB4PWpjXrVqutxryQk+0v4WN+ckcfG1sl2iJUYl5VwGQPKVfGyImYS0lcn4ZiU8w0uslQmsgW
9TIJZ5HoOu8HFyD6pbWTJtyB4zKLrVNb4ePgzrXc+40kBBU3fkoY6VWwpLBgOqO7mfhx1jADRKWk
iW4Y5gYEbz9dkLlsENnlvcU5qODnrKas2cwK/6PpI2Xb0scqLhp/wR0bYT78VLMiSyNhroR+RSoq
3U1Rj+7WDww1rCO3JgrLKZXfk1DTua92kWdPRAF79Q3m0Zm8gAhzmCCB9hucDFVCg1LjuKkzJe5l
NlOKxi9nhYAWLfqUTA6Bfam0I18iomyw+NksHKvJnJzPo2nSkx2Fz98z8H0CVPYdcVOXIF43JakD
d8GkoChGo24FAcH1EFx0Zu99qwKIOyQ8N81VN9kLZaCqYVFG3AceL1gct2luApmSbQZN5k091IA6
vRuHYtL0NUtSfgMUccValmIJvMac4G6I0nHJXPGwJu4qZYC4cLBbm9ugcdPuxufN/dK1M3ynoknI
6xT7zhePsDvsTHVMQDdd9+wHe8JUooDwGgZ4r8gJMPVg/SCoLEMvyJ7PIMFiFEDGYFhADjBcZl6/
82S5sb1Y3tpN590ZcdtC3w/DWwACwV1IPNd0lZM19lVOVp6yHTDHh5ocGJzJfUwohtujbFzHUzO9
sPlzyxU+YhlvfDHUwUqYEfiGshoJ9WKv0twHEwTHpBIJk9YM+3uTdLZzmzZhvvZUN9DgDsWmKyvv
T9zYxo9O0uYU8xRq1JCVhSONNdTHdB/kOxkNBKjjfTMvdFwPLZFdBkoXmkVy54xeWj3YjRhxQbWy
Dx74PsJyPbaBX6wLvsMUPrbhfsczE6ZXJeE66XWqcN2sQKdP8bWThbVxH6cirbETpnFymWihPhHL
BrendKpOrw1yt6qVRHVQf9JknFcsd1mSbSudetam6qq83Uus7+7ekcTVX41uDK80ETHuVuCXOia/
p1YooDqwjAALxse0NsAdRgSvb2taDOkqbQxFqjbwxEcBxnHxpuneZM+SZPGqar0g2cIZTKZN13vJ
M/IoTI1ENognsI3BV11gsCGVAVR8MeId3+ikJM8j8fAZE70rP+MoYotl4fIFyWgNMQD8bviUUzKj
c0UuX7rShdXl2P1RqKwgxKTdtrGbhcKhKg8lDb75i5wsi2xDbg/jetKGcwORz8zw7jUEEacFAWIr
9lUd25fQ8HAYDY33YGbO4O4KXMq/oCkEzm4eF3h5nWqZX8hOo2zOCzf80zuxz29js0KK5yRu8TjO
y8XRNmzCwZU/WT3HJz4mjeUF0fh9YQ2aOkmZfcbRG/p4O/36+5KicIdamzT5TAzVvhh6crIdGJps
q0uzB9NttIAJ8IxHG3oDzY1SXduvdYm78aaeOyNYUKJmvS3bsbxw7CJuNmpgU7ASk5YzuM/JaXa1
nSW4mBGoYchzOjAW8GJNmIjZFHfbkoz4dU1FztZkeGBnXGFGnZ9Qz1e3Gi27dRHOEwQdWMFJdp8M
YULKOoT/fhOYPXRnH1hhtkLZoEhZsyb++/8ZzCB0gw6VT0GYEcDSOKyIN+yNak0PppHn2l9Lb+Tw
YEl5w3GdxWOA3MU5Kt3g0AeCIsHxJpMu0SUDPA8XhPNEYiCOIZ/n4GqKz4N4bequvgpFT+YG4ZW/
bXsM/73CQ2SdcBR9yEUfelS5AjIl8jqr0RlpGe4hyTe/HTge6yhX4PRPlxje15U5UbvmIi5DL0VN
87D0oolqtAqrZfsa0H3OTCxHwxxXf3KDzHspMvnj9PU+kLNpG4cFzDkYWlSWjp60VSFrKBUlJWXT
Ocael7er2Zi9duWm4y+y3YavNpBlkg2y6hE2anlXLfzJTsOEIlEuzog59KBhpMY47pPZod99+hd+
VHSxUbZT2kWhQgzy4RNBrykKEIsImIlfQFgVpjN0kxi+ee8an9sSGUaXF9OZEfi+h8lSbaPvEh6X
pdV+eFUnYHXki+KqVtFdG6M5uKukjQE3Ft68axwSP0ibgi5QFWBwT9/x+2sz+BfRqiO05dHKOLw2
nDIfLCnXrmdijotkcC+aPmu+NzL/wa7Y/zzixF81BoCu0xd+/6gxES4oKZNqpqRHeHjhMTI8q8Dd
zd8euiuOP9mVJfwK05dHBFs+pd/oj8dnnvT7EY8OFlEOzVpUqu/wZ0ZtelS10HFaQWxdYWvhoDCz
Dyp0FN7wL9L96Zv8YMQzsXjMLJZAPEHF5fAuDRHhwMabvm7IiN8VhJZtgSukuFfZbbKm2b65cUbF
SilBrHvsazuWFCSe4YMH+Gc3o9i9MscOuZKKvAU1pNgVn/6RHzwUlkFmQPQodACOtX7kFcABlrhk
zb60V0NCsVwUN2Fs7URl/jp9reWtHs21DLJloKN+ee/+Gwhpy8YcsofTF8UNgbe1AefE8CBMho6W
69ZTwTNIKCPYW6Eglk24bu6eqdW/6d4PfwVvhEK9RxlRc5xYSo1/tXCQ22k7WFQmuB3b7Io8ZNtd
12GkvpDxMjwYVWW+jH4/p5ucZUcBgZNsrHBbuL8MQ5AddfqhfFBzdcWigBIuRo9FdHn4e3DEwz9Y
TAx9jLi0wv6CYp0NRjkn7n1GitHGzMJyASS4bMvnaZN2VrWrgN1e1HHcf++pBW67svE3p3/Y+5Gx
/C7aT+ii8LgcC65rOQL8ahkZcZqlm3GGoe5AB9oGgWsQUFSdkyC+n4yQutJzwEOC7JXG6uFzgPAl
KgYifXMCDZ8nWlWriNxY0sW85UgQTOyu4+QN+e1CEjl9s8sfPxoUiH+wCTAiljbi0UuwO+S9pT8h
eR2mel9XoFmIFnXOjL0PHikjD0MCNhk4V+/EdrYdz+aiPgw5Mn5NkFZ/romO3ZHOAU0HHM85T877
ngUrCs0wPhSUyyy6h880oUxhAFNApF3VwZ3OhLsBmgX0vwVFfPoJfnAph34bns/F1Sasoym9zyQE
cMUwDtNu3sxtQyIe+pkVuL9zBvEP9AJcgcHC/pb+NDd2eFuBg/usDwWL9Bhm1xApyudQZWlJXzF3
P4U9cWfwcwYcZGRVXAyz/CP7qNigsxTrEm74usNUfYWWG1AAyJgtFRt/Z3eqxJ+ROMMVhKbwzGLw
4eORFrhdFlqcEsvo/2vW6b0ROWjA10TtKv5N96i/NovB3EVini9Pv4n3MwqNad41qUaUrh12kkfX
wjEHOQICA41qkd3VXdIQnjE07W/k5GmNrgtlr0yCObuKRxAsWBzJP/1RyTBpt/VcVxkpYAjDNhbt
C3lfhl7gndl5vIkjDj44JBNEFnhLTwe94nEzE1RL40P8CNczrcHpOYjGwFwPeDnIu6ZyPW4Co5/S
vW3m4bBvR0gUj4iJ4EwQROhvRkeTwokgokbqwRS/q8oKAphTVlSqyQJET04XCP5g2sp6BwarJetU
+ZFcSdxJgIM6Px+uMm3Vn6CCNgkZRcG4Rc8VEszb+cCVRoOwyNuGLoU886G8NdSPbh2n0NL/5gko
WBGHr8f3M46rBei1mm3dfoBgS9iVcJMXag9WAV+ny+It9UNCaxMSFcodayq1L4SC0ydcPuN0U0WF
AUBysJ0vTefE1ktKw4F04nj66TgxxcMYLCWY8ZZXv2L31b3EWQEKSfRqSrcxWccNncUo/HJ64L2b
RKlfcqTw+Cb5Hx2NwxurAj9N2G9C/hAc9LxaO+uynoYz8sj32yr0A5yPLM22mV3kMSKBJ+VG5sLP
iTu/vCGs0Bv3UI8aIA6ZqvcRPPb5car9nFL3wqJHctd0JIuUxaYviyKlRqc98ufGFm82lQ5fbqGu
xPMZVdP7p4EDDs0sPUvpaX0s3IFIx7YPWRKWpFLQ7Un6CyDt9vZfnzkfOtOgi8Vr+ZKOBhM1ER3z
sVJECp0lsQ3xwBoAZ1SeGbXv9m4QYyTJbDikOSTz5A/frcE/l82CTxpKMrp0ZJsrn0rJdoKWVezj
YLSv+6VbtG5G1VwR/p3o3ek7fbc/4BcsdGKEYosl5ljgM4gcH87ML1CyMHaNIjvBwXZ20zpj0FPC
a8etMkxvL2kUfj596XfrNpf2kERxTkIkSz/+8OZH2u6diAx6q0NFZhxmlE/0GP0HJh3zfvTBhZy+
3gdDZzmFOoutCuiBe/Swfb7yPE4ptrQEsF+Oqfo14bo/80ad91dZbNychBaj5rIjP7wrn5Mw0Wx9
vI7sTD8nlKmTXegpqvk1u4ZwGzdJkNCgDDHgRIRT9dsZHylJJPlqoLaEGKOw+rsiarqfhjLJ3FAT
nWKnU0VHTmmePluOPb76RtgxDwDnNjeNHOYHtGzyNoWg5ewAnjrAOufCaoA9us7LWJqese2SpFeb
mW8K/ItpEFVUiSbjaKSdorsj8AvqAhQtQb8/N4z/xd6Z9caNbVn6rzTuOw1OhwNQXUAHGZNCozXZ
eiFkS+J4OM+/vj/Kt/tmhLKs8n0uoIDKi0ybwYjDw332XutbtzF6wODVyYyq32GkscKNHEbDXTOY
DbD0IhwmzFNBIOC3JvTJNY1nafpuGobmhhf9uOTHCOsRYC+Izbos9RvOJENxV9D+mQ6jDrLWYx7S
VmuU2GQKtc2YaSS7t4C2mGs332akWeTDhSCd/CSC3s032hX6FnCdS0UxG8WVogRg9PqpYXDV8LBA
6pU1ETJjBptNqfvnprRKpANYHJrvJQPovbDLlmivKJrrX1vG/2BQ/vHupf6vQxsunrs6buOuOQKh
LNqmXyAUy/hCFinW5UWfxmOxHA1/gVAEtBOEVzqPP1WnqVoc5f8JQlE09QsWfXtR/fJH2WBpdvyT
hKLo6hdkrfQ4kB5z8NVc8UfJDcsT+a/KwaHngRnURuSNQ8tdBMDHTyztOaKbUkBxEAO1M6Wyx3ur
Iv7TzztcxQx6oVo1FcGBVdsStVPMyfMAjuytqqLpkyLzeDd+/ygQHZa7ortr0tA7/ii5OzWKw3nQ
04uw2fGqnn1bIaDVJnuWbDMzam9SJwx+ViP6g9/vjse7MVYC1GI0ViAYLjJVCorjS2NMpLQ35sJ3
leiBaR8Ywnx8TQh8qkN4Fb+/2PEm+X4xdNb8cEjIkdifKqBLKC6CZGvQG4oJED6CHEBf9pPDwd9f
hGQPChrW2OlRO+rzGq6zUvq6jLW9UiS9P9uGcfv7Wzl+hXMry2ubXwraCIJ4jtnH31vZAO7Ota71
04UJrxCGM4bVHZKI10Wdzy63d3p5TfjaZyUKD8fRsuXCuJdxD7noCUHJLP/+L2efwsIcHra4pklK
VFyvzEzlXPQVExZniMP7wIFGsWEKMi5+JvUZEvh8MQKbu4vMgDy9Cjuo9LtEJr6m1PPoTxPtQ69E
Q/QYG33J3FlXwPnC+VXmlax0Xh6uBfXaaUbjrm0c/iL6O6uh6ymK6xQIxL7Kp/lyGmnN7vVuZsKo
6w0z5aLGLrrqu9Bx925T2/MCG2Es5spYecgTA3EYssMd5QDQBq3tbG0tEoIdV0bZ5KDmLfGpY+zD
2uCHfg9R0JZujHaKccBRXSi8ZToSfpr0ApYn0bax+xmQ5sMzZRssc6yVWPIQkpw+U208YmBptdYf
1Lby3XaR6qjB6Jljr276Wc8/qXDYE0+WBE5TDn90Q9hwxenYxVJkKcB3tJxqsKYoMCWBc1SmH5IA
DhejEL420e/6/QPwNzeJspB+N6cUeDfipBviupFt2lZAJlzaXTd1me6AUkIXNtzrHNnSJ7f4Nz+c
A66T0nEhC2FqO171KqSLIiRs1Q/4SF6waOZCc/ysKj6xr/FUMycCDIMFiP2J7fBkN2y1kpkxG5cf
28n0QINJxuvcKVN3VRUx/um+JLuuh0Ifu8j5/EKhjgbip9t31tSLq5ioZ+fXnf9PgfGP9/PVf11g
7Ir8paufm6P6Yvnhf9UXimN8odcOqYj19/67sWZ+FRjk/HyhzarSmSYNaZGR80L9Z4Wh2V9MxOwc
qfEwLfU6ZcE/CwxN/+KylOmoL+YcHmHzj+qL4weEelrniGOxQy+fz+LjHC9ZoBvEQoNy2IzTMK2N
qVyZIheHVk1uDKUxV+iz/S6wYNSDzc2rx2CorLM5lPq+H5V6rQUhSdPSQC8cf/39o7tEZv1lw+Cj
QaDj4CkwCGFLMZYi66/vkNhuBn1pL27nQQu+Z0EekF8FViD3SsNIt+VAVb22RSP3djGrRJ+Obp6u
LEY7exU20+2MGW2NWrS5U8DTihVpQabPebHYldowXyPiQsZYhhFMJcwC5YpERaSgcyH1H7FFQJbf
FUHwymHNrddJVMtgFaSBdq6Qjf5JZXViHn+/VQsbhsvUHNoERq7jW20iIrijEKdnpCrW3Yj4eyAJ
eIy8oNLsHcam+DbmTbd3wD1t8aPE3yX8GSAJU+R0i487vlBaPbmKA6FtncB1XihtNa8Ly09e7Ced
mPdPysgCYgA/DP/PODlBRg7vWtWNo20yzON1Im15z8iFIHKWBTTR4aqvJ+d+jMZ6M9e9eTW7pbNP
ZrvwCd8LOy/oAGK3QREfrHkaNr9fMicOTT4dH4gWDAd39d3sf/I9WsVoZfR1xKYsm/aW8OfRpye/
5FAQTSDR8DyoU3plkl9y1jDqPxfNoH0y0KeCO123JkhBIt94qdKK5WBx/GMibXRNglyNjY30J7vI
xzA0zkLplGt0Rt/CBKjbZGQg3snc9tFWmh7MohR5zP3MYcZP61w7pATArht7UKFDdFt0mINnUMoQ
nNMXX4cmL8WqUKYdGtx0Y+VCvzZgz29HQm28MnmaSNz16kJNHgoxZYhD8vShwVnvSbvfkiVperUy
3EUoiS6qAf2+OelQByyti+8iY8DqYIV6n2/7wn5ORKjRZUv1bBMgE6DD2PdQ8YMuupdqlW3VWj2P
OS87q6EnGN3NTfAaxhT2+6J2UwBBU0tuF2G0j12AXQ/FV2vwMQQ+j6wv3Y3bq2tXS+5sWGKLMlon
QkExfw6WzJ4cLa12cRUgTtfIizGsUEVlONMJXjVVNqwHctkJMIkG+cq8Gnm1lgqCovl+B2jbtIYT
OIu9W8UPatJOq4Awmt08yurJtWrzUpHZdAhLZ9oSxAjvPKjjfSTGYqeYVfMcOGAiJOHSS2L5piL2
7KxLKRcTYwlmEVm9l9BhR7ixfoMr8JzBYbItrMz6qomEMOQeLNtkMVOIJi0/R+4Wvbptlq51B+ur
ppS3hmgzX9b9N6Tw9YYci2GrdtP8zc4KgG4U0FcZrS4/Hvo4Ws2N6z61Q/DdcYbreVJ7IqQ7YdwV
AzHkjtPfxQMJVH6EE/ouGRTnLczKJDqMDFovDUOOgP41/BuwWNe9MtPEmFK+e5xF42WoE8wOuFmX
t9ZUEkaba9ZW1KSvj2N7C7KiIIK+IqIFONGK0SFNn9Dt7qIIvUKYaUSiTA5gTFTFBBnH/IijXkSb
ShsJjgHN/Ko1OBlcNc/WxeB8p0BKVlkxfM8iV3lVIoLyJFFf18IonkaUweRk8iXPqTqsrcQKtrig
fypTu2ai5NIVG+orJrg/tErXvdEthedgmveKXveKJOzXQonEOrNo28xJDhuIhSTp5x/6WbmJquQm
C0RzvUxGTBC4+4w2DRT2EuZjF7QvaSauhRbQnq+iS6j2wybKYudVme2fSk/ruR/ogmEfwEoSS+ZJ
ZPttVR3biV7QtQmigOwFThSHsQ+iN6Oemkv2GpUAqi7Svw8ziuFCSy0iA4p+F2MGIaJnrukhETu0
r4darEkBeuVV3awagVidNTlclbAINmkSt3cTh7QVA2HzujLEmqOMtnaTrPdLcn0wBKOnOBdVnUro
orG65q0xPsl8dH8YRIDvmZxZ3xQK5acyN8i5peN3HsiGrKguSyWI9tCNdqKZvxa6C1lLc+Q2g811
5VT5z6lkVNM004r9TpyjMyPz2hbBBn65+VDjEL1FoHZGbBi5IFIGN+loz+etHAwQl9ZOQ3LnJcFk
Zata05MdmmACF+hfw1Eoi6h7S3lGn6ikFWcVZLq8YigTopRT7U3WItEypoQg5SHztRCqXFsbLgKS
ZCwfYfoYezwHPG6ZedbB4n9ToZKT8FTX4MmJGVsXQcZ0NbTS5NplMuTZlv4tKafzOhjsfdSwjaF3
qVa0X6qzyJL9WqZGeqDJkV46c2g9xhgACWIfxvxQBI65QcP+vXETL62V6KtSOtWlGYbZbu6zDjXV
kJ9pNscZ2xncu4GspnQR5X1t9LbwVb1pNmhsKaHUMXCxoeA98UUYXxEoaGwKO36ESk0gmab0zLsk
IVk3hH7Rz1k6pysT2+SWGY+1Ley2PlONJvbV2AFVUUMFoW2EbUYJMwuqe3aDz1/6HLSjvdSq5NuQ
aPG9ShLUWxnOw4Wryx+0KOMDI8RybwaKuBuTDN1D6Op7bUjeXKu67TKXpGG3+za/V1R0OfNNJGV1
QbJLvk9zUvoKo7QvKlsj2azug6vEkjcSw0CCAWHFwPiW11R0ZmDuWA91N+4z192oelGeWfVwnljN
lT0JYz1MxmUZExChNIXw0riu93Ypyco0K22Hrdgmkms+C3r1hhDrDk3UUK7gxXDerutWucFTgW4K
m5hnjDEq/TqONkES/MiRuftRE/C6q6xsF04hw/C+fEQAXjxrVVXexzq6nNgEle8afY121xRbTGH9
as7M5JCjxUbdHhk7K3VDHlBTZ67dR3szquwbs3VwR8wVFjm0nCtdIp/MnNq8YoRXZQx9WN+8+fqd
kvfpoaDiu5/c/BYjkv0y6soFWWD3eC1HT5uC66rvS5j2WfI2mbK7yE1LXqCJjnfOSESw3QYDZvYx
Fq95E2dvdtgNl1VfLS1rzGCYexBIa7l6PSZu2Sy2K8nEu1LDeWUrZWLvm54YrVUStmxfGhM2or7J
yHbO+7Do6g1H8MY51HGfKxwfQxTrVT+pKHmDXtG2LURuVRLYMWYG2Srw2VGlQR8mgpneoj8oca6v
RNeijs5opmXbrjTkz5yXU3ZR9clgHyxpVLpHzOLcvGDHWjTyAoOCB27KLna5i09pW45MRm/L3Jbn
WpB17E8ugU89TZX2siVc1NrhQVUmxIq6Gu6ZhFYWIwSjHm66fKqApMQj91bajXGYXU270MwhfOvw
DcYeYv7hVgcOa16yzDsOMHW5bcYoPxcoyy9tyaB3pWPIAt/cBaj57TDpz+FE6xLLzdQ8MuDQ7jt6
Blv01NllmTtsukiDCYqU7rOatsautgtjnSeOjXmmn0keaXG3petcdMR39GrYkvPH+IrYS1SNM5rx
VU/0IZAfwx63gSbHksFpj9eh1guy2qOJtInVXNiD9FrCDe7t1MyUa2li15o7K7zuojjd9BOh4+wy
6mHuVOOC1ql2Dm4q+G7HNUeVVl9sYz2Cq2lNoDh7k1snzQUzfxT3QVsGZ+S5BWepbleqb5lNvicP
c7g1SOY90zvMNCtd7W0sdZq+oxM2/eAboE7rcuBEBqHSXwuGLORT99Rms2RSD4NiEzBr+VE2enwG
bkTDihnEsK30wHgEBWs8UWsba/6T+Ydi2IxjkILjxVQK+9XIWyJW7Lgxb2053NYB+eJdkT/IiujN
wI0fY743L3BGfFLJZaqIx2aOHA/7BQVrD5JHFfq41tPma1/1xnmRT+35jN+GjLkKx0muwtrUrSr/
GrDLJrtEn52SQ6xW5Lsy6ANPq8KMjHboMV4uSIzwWlT1ZzJqg2SNCa4nxiqbW7I4iBLZaWmnKRdR
0Db6TTy7sLxnzIkvA5J/8hFC66UOleqgIj/3c02X+7rUs2+Rm8MwbyBdIGAFomSVdwBCIHlkYXVW
9i77O4SiK4Kf4j11q40HoRyIKSJfd1wyqIiZNCqB7amkw06oyEQ0iL6oNZGg/3DcZvoWmRn2ELtq
zhvMdy9wC7+PKZrlQltcqVFB0kjc1NGTFRccgFFbh746t/pzEmRyP+lVeNGCZ9rFQX8fVrW4N/AL
boYuvGjysfyGWSTa5SPVgm+VXfGstJEVcI7O1PvcYVvziK0coEPVNKJWuRWNyYpwkuRFol5XMyW5
5PmVF0zRksTr+PhQaOlr+AoWTb6/UFDbWM4blmLLl0N71pcExqWpeoblNML9V4/GRUqJvI5E1V5V
mpRrvgmRkYzHXJI5QIYhZmyc8iUG37AqmfMVjUGSikHjGfZqPjwReKv6qtPeGEHIH0Hp3+PpyoPH
lOgbnGK5026FyUNjjxjkpqLc5ToThszmlRrZVU1qHKGoDlEmXhi78typaqpPIuArAwWLVruINUvl
Neu78Sptkj3vXXa5IG/f4pEAxFVp94676yzSZ/yaMar0xrwtdi1mtYQgmcElnheCxTbUWkRhpVk2
F3znb7kaT9hJJrEzoEJhBFfWtULkmyMJz22MaK8It71xVXkztDHzztR5DCuG1WZTUUwa9XPYhMNK
SZYIo74M7oievEmTVLsYpZ3fO/pcke8n0ukbtjvDZrxqBis80nJDItX4gx1l3vZkRXXTgFlWGbhe
ppVYwAagdhZn1KZzoj0qntYnPHHqfEzLNI7MNGHxExOGjZr3q0vIZUa148WJnTwQFJR4oqLkpPju
z4tCRjtKuvRAVBpN4HYcEISb+2xsz7EKZrcT06gl2RUAVWlxmEvqIr8nG3b0o9HG5JJEjcAWZyrG
LYbr+HGQnS5XucmkdTXWOnY0c2KTr9jN3UkTlyPOEggmo7FugOJ+540T+UgNcYsBRt4Uca/6Jqz9
Z1ygD2WGo4fBQfIDN0xzwI+ETbFKI0rWZh9mya2pOOl3kkQrsVWzJNy7tZH8bKmVH6PRGTaxNYQP
FLbKoXA77byU/fDczU19NU9V46tGzAuXT5YSbNfGhkmepkH5MBf6T5WAOuhwU+lsZG0RVq7yMtgT
uqSdL7pjH7VhcYgTPXl9b5/8URP3rpD8338sf+ZnwagrDqP2P//j6H9dxD/roine2t/+V9vX4vJZ
vjan/9HR39z85/u/Dl+LJcDi6H+s8zZup5vutZ6+vjZd9utT/PO//O/+y3+mX9xN5ev//sfPosvb
5W8LgUL8tV8LvuMvfaYPURq3z91L/L/+T/384zhP4/2P/WrzCvEFnqJlw+rQIX7SE/x/XV7D/LKk
DSz9KEToGhr0/9/kNfQvyAKZayLG4MiESPBfTV7riwHnCQSBQDZGsPyf9Hh/qc7/NUS2GRsvA2QL
xQdEW+YHJ027cLLJ3dRMsEWVVijbIAzla2y6A9LQ2hZnI1xZlJIzbgfYqSq1v9FOD2zVUtv3iVK5
nko75q3GtHwbhi7dXh0B8q5z9GSrRzN6XWZxAdTGIaBGdMNqV5rh4tCdSPTEfR++iDys9k6j3Oez
I7zaUfODJpfOkIEB9DFOKhufaKy8cMxSv9plrm1I5cV4pGvfjSEgiALI2sp1FgByVOUGmyQvsedR
z6zvxG/UFCt29tXRSO2hwkkxuYUYevhJzvncLuEbwPCoSUpdvIVtTqp1VvfkGHW5eS0CtuOl0+0R
CjTc0JMG45V2Ia9qg5P6tjH7jiBmtrHt1LTEBCIeSQefnVom+7KSs3kImtHGXJBmWBJJb05Qp0R6
vzXg6vFKaYK0vYgAB26RvOgXiVKm0BxyW3xTWzse73XR1fkef3B2oApqXoPIyrYmWUg57RzaqKtM
r4glixDd+JNGZOCtTBhIDrs8J1X7J7C51EYL1WPGkg9Ek01u7wdDIK1qS+vKDO4gwU0AH0RZVlq0
ppTtqv5tiEZVxweMRL1scB8J2QWa8qq5hdJd65UQAMf4wULdXedx0DEkpVdVO6XKy0M4qJ84jsfh
Zax0WRF5LG+lGAw/1C2EPKanY/HWLhKk/CTZ9ktTU+1M1I96rnYvw6DgJJesoIssEU29H6rOtTyA
24Vz7swNCl2byi5YK9pIRKtwQvgrFm0zv5rHkMi2wXGfu05gdMYv5h4g/4iWKq01aUKOWDq7DbWa
ZIaJ0I8uY6U3XtdRkly0Zmb2Xy3owiwticbhuxDRRLcgkBN5LHXvPrpuygCNaeSlRQOt26hRm96g
aXL6r1qikP06BGXdPNBisx4CpD4vkUpH5aoq+vJpnNI83s42nAK41RBVqtF1B28spLh2StK7vK5U
ZOxb2Cuj+2aw02nbd04rvcHGUmzVgmZeqirxRIao7fwk0DOc6GLqbXQI9HEePI1uz+y1Qmncs2xI
528tSQAXVURv7jDrA2mcipuCZbDHWI/Xda7MYMvzcLhyIuyBu74sp9XsEGK2MeypvuGsrd8LMemK
HxCY+R18BtcmOTUqvCbtOGkM0l1zym41jHH9tMrn0aGFDyrzroqnoPF6pKH3STTrybrCP7evC4oF
zoZlGBCbOFRkj4fVMD+rzlAPQKzhOVBRTWF5FiVpBWJaxpBUyGRQOc6GbXmF/orsDqAO6XyXR9hU
YHuxFleDVmnEUxdxh49sMuwXslkzC0AnkXa+PtTlHRrrsN2XTmwRLdDJCGdlxUGNpo7VbzjLUD0E
hCTLdQuCeViVBKs/l6k0d4U2RFfo8nqTjFeFN3pn4AIGDWoqDYMDRNNeQEoNrWKTxz/BhPY6Q+e6
LvVRP3NxJtPYC6vkzXZGtdsMWYGHrHV1GqP2HOHEjJQsJogDVJk/hSpJ6GNjM4xQF3HqVIT5g4O3
HRu4FdLvmZ3ikUmt+D6i2lA5uVlx6Gv5NBDuLgI0rQONcpzIccwUmz8dRmtjtNDf5rGZbib4BeEh
xdYAMS+srjgzuo8KGysIApdnaBMhh9sXdgmi06kIbwEjEmCPpbZBtVZhNYGWPZp9DklAtrGFSDzP
co+kE6YZjOIKP+/Jco4PRkMG8F6v3AI/Pkj0rPUaRXew9/XEMUbF1uiGAIpCrEhahW1fR7OnBMSI
c+wZJq1G1+dYc72E4aq9dV4WVlLEbB8gmOQqDZvhSVahu471yuD43OkqyiMIvUlRJlgVqxDEY3lt
D7qRmjgFhazoBa0G4PlwSDVOT6Z1GZgqBvYRj7XK6qhqvSG7UTEVphspXy6ZIAY5whJdOeE2Hm7L
cVzRWqWHuk+EUhHezmtRO8/VfNTVddzhsx/WUdgDpdhMnJqJW0bO4OvIcekyZimW9K1jZjNjQrUm
SQjDK+L/rlt3kW0MBymigJNEbKTWmF4TNEIjGbSFKytEl5ryU0SGJMJ5CMfq3EwWQXWea0+IwKf0
drIVutnC6SZa7k6d38aVazOJiToVKQMpjhanDdnWN4lThLjsmaoOOwifMxbbsWneMqJG7pTRRS7b
ItDEzl6X8hX0WxZuAs1qWk+bM6hBhTHqT2WG/vBOGQaikepMzhTyeTnlvmzMwL7SUyMuD6Gp46gA
/hI4PBaRO+M2D2TET5DRwPYcha7ntmr48Pj/Y9lYfiOdXnzrl6klAIcaqc5VO3datupkqEJ9oZPb
bGymdMQeDFWOO5pmjPto6FFr7Y15suR5pHbhforZSM4p81VBQBR/57xVc0Y+l4lVjfr1TFq24Y1Z
HaWbaswt6ybBZGD4etzrxDAbkCQybS5dz1gU4peDBezWGSbnquWO3IeQ9EyHTYXU88sMz7J5luH9
rckzTxUqcnCsan7Vklk1AdBQxZWa22nlzV0rW47nVGQ/SZgMC6wUHROOSglrT3ZjiDGacTQBq8HG
Rt/UePUUE2mMhgl4LKGdGA6etLiOymXTMYunwu7ib5nWYkllcufMTM3G2drDvq3iG7eM8lttAsL7
oCSjDZBA6dNMP2PnwDqbVfRHMy/U3PrNLLiph8KRubsuEtlHfuO0FQ5MVn8THOrMNtUtx7ls3jhN
2sCyDRrSBryYJyIevawyK+aWppr8LLPewsbdh/O8iliL03Uvxyh86to5e0qsURjenFh8UDwHy2+a
5aJcF5S88R5aZiPuwhxLklxJIVq5oTYMGFqP3bgpSWQOzjs3sOavGk137S6eIjVZz1VB/Dynx0p/
yvWoa67lJHIMuaP9BCdCRZfb0BTYdm3MUqHXUtL0H8yyR9lDQ5GvbR5AcRmajPunLsEKy+7QQAGb
HLfrdzARMoNIFhsy1qCGE/nUiZF9C1jb6oWMZC22nErnaN86JbALh/jHxrNmm3E3U8uWWzQqpbNW
AjZSvzZCwegnViZzQ90VXWjjoD/m2Zhc6Zoi7xz4xJMnAs7E6xagDoNfq6cKbzVewWpBPdxEk8rf
78DKIrbFNCp/Ip7gUXVbEDdm1HWdPw3CVtbZjJLtKhVlm15pGhSBVZfm7g6hg9KcTW6WvEOc4s2Y
qd1Z0KjOc4BIDbyVqJwnvBrd4EsWjUXKeEP2oxrYEMemdOoWYHP2ZrUlTGAwAazmzmzeClWM92XX
a9s+UO0IYLssv+LKHqaNwezwW4ZEI2Nih1ueeTEZDkGs3gSABq5qRWte7Cimc6BhidUBsTm0OmdF
BYChGyazrxx20oquAque3rPKFlHETEYad1D1NZF/c4gqb6aptkFoaB7myBxpRze9Eb1wHq/ERmQp
hBfdjARvWikbd08DkPByJU0ORdujLw+Bd7Tguwun9wAHjc+iriYgI3aFNLClXuSQDV1VUlcHtX3u
WAXcGy3QIGs0tYB8hXuOV0PR2ddU6e6zlADvEhLIxYpodnjKk06D0DMScxx8qtz+LqL12O0gT07X
Vt+x8UyhmexQSTIkkFFguWsGOOMP4BlusZc9enbs0AreTrfQbAKGxdAVZ+3YAZ4YSjsCHzWysX+i
iTsW4iHzWr5h5GlIxzBHI6091iekpjaiOpyll0JmBW9OKfE2ioHPwqGAz9xiM2MWX7dz/4nodZGb
/vUciq4RAT/BSWyUyK1PeYpFTX1RwXbDxJel4HNmEd7Sh8v9LIu4ukTJ4PXUyKgZ6I/NlBR/avrk
EyDYZlgglgQETDTH985ruprTmC26pAdOZ1Kam6CZmre/9Aeuf93RX6MlPxiOlxtd1I6LVhm34ql1
Zs6WY9CgkCk7zmXj21UDbqqzYvdch5+jgEkpQNUF88i3QBXHhqJV0J68CKfqHcgA+mW//0THykR+
c975y9HfAciAg+qdAPwXPW6bKExDzbjw5skgtp6w512O9/Xmz6+ySNqWRQUM+PQqqYYRwsYN4WFS
nPccjExKnCD/xGW1iHiOV5HAm6MtHhacrohJj39DAYCGmD/GnzTXUKixX+gOp5Zquk8Y9RWfrNmP
35yNrQ3THl4oYfFXHV8NOGtgMYfLKchcHpFJmOOanIb+M7r8sWpo+YUwByPYxkyLvB4F5vF1eshz
vO54NoIg75NNoQjq1WCqmSwYZb5OjTb+LOXqWGD3fkl7IRVAoLAsbA4nD4NL+hGvVon108qbNyiH
xrWIov6gRp11p86D/MnrZgRuzzr9ZD1++A25VZDp0BmIaeNwdbIHFSQJuRYzTwKCsoGdehQ0i3Gb
wUKrw0T/BCZ6ogt73/IEGVJ8q2jscN6fSLKgspXI7B1qm540eo5nIy+GJJume9FDD/e4vn0TiEg8
OJUT5Ohf7OAyBm397fcPyIcf2Vy0+Ci6EYgRu3vqKpsaNdENRUgvaZ2lJslnjhDMeKLQU6vUMlYi
sz5dWX+z30PctZFOLRsSZvvjlRUTdg1XgJGiaIV4IK9cY2oRJ8Q/E4Gtoq90wZ8lwPOAYclPguI+
/M6wN1SI1vBmqG8+7DtaUi9nYIZEWW8HBxQaUcGh0GnewsjkCPNH3y6+S6Gh/GNWZZG/Q6zv8Y1O
jdWpSOAwQXM+PXRdTxhf5Vjfs4aZRO3QGfzkgid7w3JBXiFseIsIFJnjyQVLNyGJvitgzbc2/dBE
9H72+a56smhoG5PSxNt6aQfjtv+w3zlxFpUYX7w2lagFoOpBpmuY6hQDihpLHT97fZ0smF8XXC7H
Yl3m3ScLxpKoN/qgjD1EjPoTCuD0cWQLomMi/C6kDwQyjwf19z/eyUrhogb+ZtwiJrp2HFcn32Uj
7Hpg8onkRxleAlownlt0L5n+p1EKy4UEXiq6XBDz8Pec7AXgp9HP14CWJx6LVQZlwsuyFpmEnn4W
5fo390TKksXxggsuHpzjBTmow6TGHAJWYwAJ9v2mMspTH/PgZ5c6MQXwdPPOwHOGs4Ju61LfHV8r
CyyRNAYA1NLgjrQyAYvQmkPbXySVmJOzYLbDGwaJweUsOWqtNIEkzXNgCwfbngFydlFqCOzWf/qr
oo6BrsGyxUIHDOr4U6GKdMqkIcpbnznWBWpNzJXTMdZd/unPL2Wwcjgiv9uWT74AJHXRmEfARLSq
vwdfe9/L7h7swf2fX2Zx/umI8i3w+Sd3lMQoBvOIlnmrJYKjZ5atzcQxVxhosn/jy4MmhF/GYKWy
iI6/vLhTbafHUse0V05etDAZoQsQkrb80+/v6uMjDwuIERQbNS5DVtPxpWiwZGmtg2Cj1kl2dJt5
vkdkaHtYcMmO+UZ4IRA0/fz9VU/OA6xZinBeDuBKWCAAiY6v2uepAvWY/GB2OLfwVM6alwPamSu3
aVmnCHgeEVig1HQY57ROJT+pVz8+nyAL8FdQoGMvoGI9vj7E48GpFEIeUUWV+rWtZvpTkS21gbQk
H+j3d/vxatzqAl9TUYZz3ZNyS0Ir6Vx7iRurp3tFKjS+rfb+v7EXfLwQoz7k+cJkcuhClT++LS0Z
HAbIxDuk8/j+JDA4+7eeBAtU/ZKKrYOb0U+/vbYsxtgSS1ilNfd+zG/0UI1dz9iKf/rTr86iOjb5
9ridjyXM0LZOaAA6XVVNcrY821KNz/6dZ5uFgHWRepR3LgXa8ReXCcFZGAXfyjGj4kC/Fd2amR+S
qH35/f18KBzIg8N9r1F7c1riNHR8IQElvU5a2h2JqSU7WB8IUj7dqf7mIqDIFhsyffOPF2ltSdJC
QmRBZuT5rSmi5o0nytz88a04y1nacgE6L9io41uRQ1ExCRoDfPFGeMP7JT9UbffZyfLjkgZCQdgS
xieDjeI0epb6No6RPwUrvSC9yDe5t37bkSmPfiNdAjJ+f1N/ezlzKVttShH83Mc3FUxNHiBRXS43
TPfZMM77aqJhgCRkXP/5pSwHWgjmZkxgpw8rfItJYzRAOqAk08vP3Lg4qCnH56KKoYH//mIflgRN
AOLlTA7opHN9OPGBW3Unmt7KKglg9oNw4Cwbsfj+8CpUjSZiCDYG1gNsqONvT5lTnD9cZhUvy62h
4+qXk/PHXxxX4Uuj+7e8jnlnHV+FDOJeseo0ICxRhbjbATTrOStL+yu1pFl90nT4UIRzNUQcbEIU
/JSOJ0/s2BmNQ2oprpI4jR8Mo0C7oBrV10nrmbcnVvhJjtqHX4rrEQeInoQ3BXXdyfVUcpYrRuou
qRS0lBVL730kZ8nuj38prmNwO+CJ8CeebHgBR5siQc65ijIF8IUqR46DJJNXqPT+9EoESdJ/WoIl
sceeRi5O7f9l70yW40ayrP0qbb2HDPOw6A0iAjEyOA/SBkZSEmbAAcf89P2ByqpKUvUn/1y2WWWa
yaRMkcFAAO7X7z3nO3MDCXTgiSrqLmO4hi7eB2MD3vqvX8j6rZThllgqM7KaUNfw6/v7As3bUOID
WZY91m6AwuNFEob6S4Ea4SSkQYTOMIjqUngMOzHzGYu5YErRdzRq6vpzTMIMKClqVb80VOUIPLc7
oW+Q9LJbnLaApLtz1/bWN6uycZ8AXpZnRyvmh9ib6B3Qfpzu0fpV4lhjk8oCp045eQ6OmVwz0qbv
10Z4H31cl3W0zySTBnKTrcc6HAyUp6EVfZV4yuNAX05Z9+PQhGd66hLaeW0BGrHUUt4Ps3Cjs2yL
0PQZAxpXdaS781oiaDh5AEXB/5vRImFFgE5fGVzRj7kf4WSzlg/6OmrscTdHU+We20Rq31JHodxx
nY72719/HL/fxy5tB47kdNCWPsyH+1jmOPLTDi9yF1HDykwpGTx9eh///nQiIGYvZbpIuxVIxfvP
PORyYAFnezBdUlx9Ix/Dc+l11JCDEp5R0n0GXPv4tsiy4qCFqAorO2eBjz30qhlyWkTk8VWQ1n6O
XmFuIchFn3Cv/s2rLIxOdKus2phgPiykqasks4Xcw0cESymeUGbNllLc/vVH9HGzW3K50JjRAWQh
oCX34VUgx+udjNWQ2X1XHVNwuHhh85ATQGF/etD4N2+JExoPKKU/hfDHciFLRZdUVUdw5aCYflWw
LUQMLn8tAv9RMn6iZARo+afP/jcl4zl5fUb22z3/Wf349jX/cKvrX5YJCSdObglODwto7R9udecL
zQVueCpWi16XwW3yD7e69YX9A6kPDwKPH0/Ev4SM6hfg1svBcql3VToBf0fJ+P5Oxd5rUSnRsWYP
WdSUHxESTs5tjHkXRnkJ8Q6Zs3XrmNgzDcBvn9h43+8iby/FaQP7PfepSxnzQTLJyi6g63tNMDjV
HjHMdYoPJHb1O7MJj62jfLIR//5yXHKWE07EKq3Ej/VtJlR3GhKrAUlp3JmhuzGQZGDrS/MFjXwx
p0g1/vTJ/5sZ1e/XklfkE2ZdZEdi6vB+yewbaTVTxyvGiOnpMDBS7+sNBp/PQtTemuv/mtcsl9JR
YRjQCeNO4NcPGzI0k4Zm1NQETKAlIJUs2yRau8R0iggEtRZnR8uR7Z01pSIoy35PzNEt3+kbwRhP
xWRvS+wTuu8M6Ewmu7lUzVBsbD3cl8ixb6yu+KzW+zAuWG4zzn/UlXwcwBGYj7y/NimB1VruRXmQ
Ku2FXdUn0kCunMibToWD5SpW+3UPuwDVpVZu5kF+1jV726/eXbLlB4Caw8MGNILV+f0PABKXxIjc
zQJC+dANlmOFlcwM9cBDbZ8gB/IBdO49jSyyTkEd65z00DuMkfWsqsOxikZl1arzq4627ZPy6n3L
5u3ScKgkMxtNM0yGt+rrT4NE4rLS2GLcDrwns7rNHNqYDyPDkvu2K1XEAGLeFIbAfj2QY2SuC2Ea
V39958J75O3/+fKwEIGxY00BWrHIrT9cngUnYCYJIrYCl8pPJZ2sb/M0WTHQHkfdK/oiY4ubObtC
GlR8VcLmjgphXodoIcko0od+04uZ68a49IYvEwcGE2pgAjNCGNnfdWEX4hiMkpXLE7L2BGC4udpP
VpQ9wWjQmSHdmTKMFTJHBzOBEaf3wxari6Nv0gkQ46YiHKw76RWiRbCe5BfZonX6m8jItRe3zNNz
GVY1Q1+oRl+bOmkfJf88MqNVX3BID+Is52Z21iVmKQR5Uw1poUwKHedMOAVSpB7C0QZXRGRLudYq
5NRWUZRnZ5gwPsSV7H+gi8H5NdhdWK8c2WTPUmnDhyYrpz3LUGZs6nGctyU0wCAra2WrJk41Pspu
0tLtFKrTQnPove1oEhni2M1ijxN2eXZlUW36TBE/iL6Y7khqsW1Sn9z8FNckSMEubH/q05jWhNa4
nJdlWz1OEcmvIiMjAJvMVFvEZ9c8z0k/99U276r8ZDRO+zPWB4AGMKAeS9DoCSJWpXgqgfecy9kb
LjSnRRyg5Tq5GAlhWgq5UOtSGCmWLRSq2aqBmHOI4xbbbG9W067MQ00PZIJtx0feTLRG7hFq5Ne2
N2xjne7mVg7AszZuJMDjaI598tCyE01E2M0LQD7lMuosMe1jgQBuk0agGzeudHBIkhc4zyv6+XEb
cC0htRLck7aHolabvRclgjeJSrq31wRg19MeU5WW7bG6Nght29haVQjWg9iyslVfizpmK8sK91JP
kgl39aSr4bo3MiyNnV3Nq7KxtcY3jfbejKxUZY4gx2fdrNPOJxW5rw9ZQwW+6ed2ii5IKFfSNcdH
kwCzLL0OMxO5WzcVyh1kIryODS6bdVlj0QG62CvJizW7WCgBZ9hzUKA2rgLEMNb1qExhvHcXy2m1
mE8bZzJ/uG+OVFlj1M8Wm+qMs/iittz2gguX/mwWO6s1uVfhNGChzaN72s0X2WJ9nfHACsO27p2y
yI5K7nW7xHDJO0SLmK+KxUAbYgb10ZsSILbYawekPsSQhPY1kvZ4r82TjhYZQ665WHMp+MfVtNh1
Ywfjbr5YeN3FzBsvtl68Mfkmnr3qXi6m3zAtHxUwHCvdmPJdLtCUFotJmAnhi0oOUqAvBmJg3OFq
1nAwo31RriMQECNHVEzHIzZKHlbzuurHg2sI5zgsFmUljgGcLbbltLLNVWWB0KoM7Vwhl90oenc5
ad1JW2zPCI+DKC3GfaqSJDgTrrabNfdWcXAw6xKIRa8UQVXmyiX5OLgNieZA4dZq+6Fzin1bueIi
H5MyMEB/ELeJNVu3CdAhWPdKx7SdQt7fE+OTry2srneKqgmYK7i8xzR7qRffNyr1+ee4eMEL1s2n
ZvGHN4tTvG/L6yjG6GY4BSt5sTjKtcVbLrkma+HgNzeK1N4OaddsoY9gR08WZ3q5eNRH9AliLd6s
60ORPzIqNQIbW7u++NulqOhwWr9s71iogmbxwjeY4gcCADmh4mG90xfPfIl5vsy0NvatN0c99q0z
IULxDQ2rFefmr2amm5RGVXm0rQxTvprOHJgzLTuHaZcdoZn2G7hj9aGP225N9BAh7EPl7I1pOAk0
tUFZ5cmZVL/rIdEwKKI9BhAgTFgBrhTDuV/4ATEwpwN2YgnWgUSO9g0z0HA89/UFPmALgsiB9u2L
BUyA9c4JIiG/Mw5yVq7e1Jda1hCHaRIJv60XtEEbca2x1S3Eg3lq8h2CZZQ+YgTEAjthGVZtVHec
T+Zoe9dl4U0HhDn1GhEoTe7UMR5iFostkhZ9q2BeOWntiFUWJkO2wBmGBdNApt18NiE3eEoU7VwF
CXFX2VjejBG4xbyAHvDLmH7EyPBbMYvpKTfaEto5aAi7acdvee7OG7DiKXl0SmWcsLjAk4hxoqxd
kU9bURjWVV1RFaYLhgI58hxoC5rCZWi6qh0j3RDrQ8DXgrEYYg8Ai65W40rHPLOLGG4F7SirDWmy
BlmA8Vds5MY2k93s+ebCyGBLNl/HhIwFK2vqk1rkcuPiXvDtMeT7o0XeJgtuA1XkS1/Oh76anzMB
AabEMbMSvAUMkeGLZHnaoHS98cBEbtXcuDJQHSJlbp7R4qbbqNbB0ICkxTlEIGmfNFdzbF/Cjrkt
JYSQWuivkeE26x5b5CYuU8CsYTYGkaahbJ+UVd2TRWpB6F0VSv0yLSSSZmGShCrp9F5/MBPnFQpH
uC2zDnZJwr6d26iGuJzfiimOobaUw0qIVvmhO+lNVKKr9gAWCjfON0Jjb4Nwmfywa6Ht24VkQPqH
d901+UgQiDt2q7zz3HVUtabhexWWJ1WwUOWm3QUpFsclt/UFK2/3HL/xXCYLi/u8QF7ikXvdj/TG
fKLasM+4vIp41es8MruxS/P7RGnrfO0BkRELTaZxpXHX525Xr5AtXoWt3YlNnJnNOl+gNE2UzATo
xfltjl3ym9coySV4iqxbEfCRJEf8i1C1ptj7OmfELQJMMXPVb7GVPfAkJPs8Nho8TUTV/cgsl1vI
i632aemBX4P9HbeJCCNnXRVQlHzRZVqI7xUJ2SLcoQ+izUyC1tPo1tQSiUFNh2KXZEk9hqG25oSa
gWNB41essDbqlwh6qivUS50KLKGpHkJbGdW1sEa9BgTk4U6a6iS5q5IU/JEmhxTfC0adB6MoTRz9
biN/yq4Dlj8oY2X5BhTyym8sKe5IW6TWi5v8G4LGbm3NOauQULQTzAPzTABmZR4ItXJCoCjpKLc2
muIL103S7wCq8mgDcMXYS7s1TkUTuzuSRNsbbyrIzkvYnx9T1oCVxG9yO3bVxijM8SjgUDS+rbYl
S5Yafp2y0dwCXBmO5GUPO0Bm4iKZWvMli5cK07egU37DSe7+zIt63HKXz9eDE4W7MlrQxULWxlYf
YXpLnnst6MN+8nxQFNCZ83LGCN/lc0R+ZDZdpXpk9zeJ507xukvUgi3QttaR0xp8W5n2q5EGn1jZ
XkHAGFUOUkedRYb0m+yUOW46blVRjk8abqILte6s2FuHbasafoN9XPdjo4yLe9zW46vD0eqH6Nzp
VsPA7q3bXDR7V6s9/GtjhENbb1T1JZEjazhlUnVbR2UeX/XNshhgs52sFevGYhqq6GfKcKpu6pwb
YosTUTm35PcBdIHAvEn1odzoWiyfSEL1niTfO97QvyjWdpv31xpnhAOJz+1NmczKNp/y9uSgIH+U
LvwOCuq5Tn2sK+ODmCbEFM2SzQKDZSa7uSYwptqbRhWZ1J0zqs4iHHv7IU8sCrFmti50+mL5KmlT
e7P49zOyQcw0IF5NC89wUyaGDLHViB+s8Ihw8Yxohbs1BEO+O1WilH2gJQgWp4+pCLyRPFMc1lb7
QARvdFU4Lpl6ONaym1pv0F+bU9ruhtroVwURsVyIZuIHZWgxp22Y+TjF4m2vK+yBjUiw7kPZPkal
5F1yFK9vZ6xPX8lSJAZVA939U/eyYYdifFerE6eQUZX3Y8GG43jpTP6wSHb6kBfdys7beYsjKF73
EVpne5AgtggY3sXK3IBbneMLWAVoYOng4zBp6iCswnnlhU79XUfz3PlhH5U8Mp16N8dO92vy/58G
4WcNQnDU//X/pllePefP3bvm4PL3fzUHwVh+AVWMAxeF1hItw6n8V29QM7QvtKff+tS0+ugo/bM1
6H5BnE8z0UWbBPl1gcz+wbEEY4nslP/MOJJzNn/h73QGlx71vzoCCxn7TaDL+NQzUU7+lrWi12FR
Vc508pICwmzqLGnG7uSPGit2L8jbEsa0YcsoNn+6Pp+20ZYXRkm+AF8XhSNv5kPzXKWF5WEIak5u
jJqsB1qGgI30R41Iq9Vfv9SH1vmvl/IYo5Chgqf8I8y5z0F6d0PZnKrQy1dZ2wPttOzkkzf0NpF5
fykZmyFTQZjDkZxP+33vKYEa0al53eGHUCRWMTcOpGrl9w44uwPJ20NgZbmm46Mk7xboZM0iYmNY
XvFDD88JFLfNYErbBqJTN1tl1qnjiBgmC1ufHf2yNjrSmwc8PF+rJLsgAK1q8T11yp0GK/8x6+vh
O8g75aujGAR3zqz9fjKmPeuTwgHFG+PpJi10/d7shvprG2nOMYrHFxTh6nVTlsOa3GXgO/Qw6pLV
pRi/ebOGuPhvfxaMz9Fsg8C0Fxjm+4uka7LQtUFtTxmGj4DogGJNFvtnoRDv+1xvNxcNdR6QZWbP
jPbDRwGE1IzoUcgTutmHvl4b3TmuB7E17PCzLKeP0RDL3QUoGeUsCull8sxz/2faquwiOFMilKdw
SuAdggKI4IiFBuUltedrlAYC6yViixWy6NVE47jr262cVN/lyOU2V3r3jK9lT0rGD0KQN+Sabgvv
kl4FncAzTqlVBvMyxiVuFQ8u2uMO/Mgw48wxTlpz1aPnoRqWNyFW4Fj9ZiaPaX+Q1Qr/qTITMeWo
m4jc2dRoVm7aBeByQORsNexDo/0oQZBV03WWUU+GpxSb2pheT/aPsH2Y5vQ4JDdV1wa5BkyM0lA7
49lcDXZguNGG1h2/fXaM/NIV+q7sbhqwnJ/cLcuU88MzZSwCPrKZKEIB6L+/uF3CXlqRpn2i8aNt
+WNgu6UapFn5I8mqaTVlWnKyo/m5oE7ZOjONorjt4zsty85JKdTAotu4XhxEx6qBnlLQx9La7knT
9aA3f/QayKU8NWfQcSU2UIJ+rrKkylaeYt62S2RuGxvGSpMjLc1B+54Lq91njtUfPQwbF0Cgar9U
am3dkDZwa2S22AMsGPikymmrlyLe//X1eGvQ/nY9liA+2L461+TDSCCjwy7Szm4BsLrG2gEWFbAe
TYdZzNbKLI3+pzeMLOFODuOlL4ynSJY6hpJRJY18gQWEdr1MR7S1hdd2paB3wWjWezCcUgzqLDa7
MZR8544gY9PMPvtAP0wIfj2ZSzgE0m+cyu5H5TdMRyvmwranYhpM1PxRvZKRZ29bMUFycYdym1M6
HwcXV7HQukeHMPPtX1/E5YH8eA25pRihaggeON+8v6eGkr4y+ardSXFHVjpPSY+45umCYVj5ZOf5
ty/F1sr0D7yJ+nFLKAHf1XLuupOHjxqD+KRtCj1Tv8YdptK/flcfAMO/rixjRkwaeBWwhnxY81St
daWFj/uUC7U9cyJy10ZaGNdD3w5HLobhZ/HsrpyhyU6xpkJ41hsZYB+Zdk5cW5cT/Y9Ab3H34l7W
P5kKfhjMLD8dsyx2RhWpAWOij0aSCNL0IDmQnKKGDCkZ2wMNLhXzGmNznMOD0a2dCLq61xpPYZ0Y
a+Kow51VDkNQarO9tfNh3gGrBYA09+o5sib9k8/q90oIuTAbt4OefhFNfihIwGzENhHn4lSNbXVT
lA1YuWzMD0vLa+tMMfZ2OdsnEC+fAf6XT+bdDYmkHpYNxHLKBhRtH6YydaRqnROX5XHKpLuBaCXW
ESnSf3fnhWPDbM7kX8j3CELf3/ai92h5w3E6FmozBmpBUGfqlMon09Hfdl6T4RZrtYofYVmyPzxc
kIbtmaCk+VhMGkevptl1s6qhnnHqtTL8QfT/W6eR/z+q0qX4Ud62zY8f7cWz+D+AVkL386fn/zdB
wuG5/K+L5+nHOxzT29f8IUhwviylCF4pA98Wp4jFi/KHIMH78mYcw07FEPANrf/PU4fDeQT7ISoF
E1k3zwMf3x/HDkf9wvSSgEHMr87fEiO8Ccn+db+TtohijkRjajPkAYss9f2dmJi0f0nNYtO159Je
yWqKIO1qKB5tJ9vFeei4fkQIZQ+2renOdWR1yVGd1TUDqiiFHKsoDHxwKWPUXbRdTMTjdihwRZvx
gq92oB/2lmLT2QCt9C3X3oZGbTgu1Y3KfT9qak5cuk697htW3/odHHxf6MBJbDUZf2rHmon5qOUo
oii/vU468GmIWmO3x8TwnM7t7ICOSLvbliT61pnIO8MOrN4PphUV2x7Y3XFQ1LlZG7HC4HGu4Qkq
ZTYYm6KR8WHAc/JKwNce26nE1KaP0UGM5tivJlt0DwsOqyAkq663EkB1wHOt5dvSa+88ppl50Ml6
3ZWZt5edrV2ZagI6iFNWvJ1jRXvWmWoB/uwYEi3zwudRpO230u3FrmL64kMSKHZv995/HsP/Zj/4
q8fwZnguvz//+dz/9gW/nkGDJwbjGU8SR87Fukix9usR1N0vuMMwVaLsQERKLffPJ1DRvrD1oFz1
yFzGDM3v/vkIKvqXxW7BZsFpg3h4ttG/c/Q3F3nRnzYeNEFLfi9V0JKdQK/h4zGp6mOg4J5z22ax
JQGQ5a6vRiE8ADE0D7reUpF5dn6Obbe6BlDrXgyaNb6o5TJQTkOqxBgYQoTC99xAvf2qj+FwS3dR
vyPtTgTdIKe9lefpA13qOwUQ9b02YDMaYxldQxCcj2YLjQS/xdj7Rh9NgV3z5zLN2r3RmUxs+pYR
dxK7h6IFZuy3eWJESEsIGFxzpgo3NbX+U+bWsAnIkhPOesGDfbMKbezWkTnr9iq3DXmpN5V7xMzV
2H4YyuJgdwMos6a2W8cfhZihBdqGk6/UnDa4bw5SAT+gJDucWSLzIc1VE0+NKa4LA0znvlW77kFC
nS782mS2WZAEvuVHkReISmljViHPpJicVWtqwxoMk9jbpLhbfla2zKNrdSQQJI3WrdAOktHcFnzG
2bRj9YipYV2oYrwanCfP6K5a+opTChbLruuftfEN+8NwjUz30Ev3pcmmk1HKTVgwO0gOlHn3TqGu
rKxrNsPo0GVtbqHLfVdCpix1MzwJoqH2nej1y8Z0V6aTxX5jSAByqf2iq6N7wsJx4FIBvTJvR68W
G7PvAs7N04aJdvSSpsBDY+G+WqDpVohZxme1aL8DXocbUnja19GSXyHs7AddORRNRHuWlNObQZvS
rVWP1fdStW/tEr7KrN1TDd2iot5NvbbJmiaQJFutSoXf1TppIx1gx55JBd96DqsmSIUrdlNB6QjJ
88YWxR1QvfpEN/rZMiZE18miBWYpFjA/qHAhcBYc2o+giuiyVMmdTIdpgK9qRbZP/0HfhEOj/qwG
Pi8dCqntoBZS4hFulo3rY4lV2iIYXSd9t6+NNn0YzHA6jI6NapkpTP/U57ndfSfF7bZh7BKVX2ur
Jfyq7THWYzqL6aS7kohyAXN3VExy58J4yciyrCZ0fUsxSHtIwqk7lB4Db3806qI/wT+Vz4rqlFey
j+hxG4B7rFjXEB8IjXZ3O5aJn6TlmlDa4gGqTe3rvfCtGNRFHXXniUYEwY/elZPWCOAnuaOh9Kjr
CC+M4sYYpnUR6bfpTMBvPpnrVhfXXZQnAbAjcmpoURw7YzRW8A6+qlMaYHwDfF3FhY/S6yBz3k8n
ulMp43iHGvVkcEikiQFmuDDdU4Yf1pf9UAcmJ/RYWvJcZI16mJn+rDI9qtZIkkjf6BXVB3XPL+bs
+NBjnW2hSwC1GdqWsQ4hR43McIr8pLQAhCnEIeUqzKlRb3nruOgmP62i2yJO3H05jfodqKzomno3
pMHCpTRsdwo8Z8jhN7cYYZPosUgaGKw/W7oFd4xt6w18czLKOL6DnPV2sagfRWnqQV5gAx0NGOoF
Ggfb7bbDyPUgaNLayFSMqx4M+zqUDC6WqE9SBFUaANLt7NVsmDtzDN1AKwcKX2k6LxCNnKCLh37V
iFn/Oo3eTZSVu5BUKd8S6S4ux5eoyK6hqpnMp+x1nBKJWbW3kokSJltwZZPqRsxCwhTLDp5Tmb6G
XDqgUI5ci9B6jftsP9XZmnntA0XVK9DW7CUr5S5t2OmbgbCHmmN9YSZrExQB1/8yMbtzqVk3iiIF
hILeWOlmtxtd9UlteByZweySrPMrsk6W2oMAvLDyS4bwZRla59TJxRVvB45vNSfnwjK6TUqkKNkf
TG8rdAARYpqNHQ47hw7jzozJECHvsGp1/auX6AOfuBOHdy2YmgMxanFQJLpHJ2rpNrdhdJ+H+WNa
m9tWjTkD2l9RXdPtAkMJdlpPjHDDYmuSYO55V4YhjHsxgBMK3ehFS3SeXTPmwk2QbWGy+dVMaouZ
RNaqyHuiUWgEsvSQoaYzB9pjYyCLbowVDse92j3nWVscTa1rXwjDGUYf1ov1WupKSTRBaNJ+0xJs
XL6bwdkr5trZJlrSnys41u6FXlXafZc59Qrdl6JsCxUOlpd256WtFPt2ExpXY6O1q7YhuYKVG1WL
MkFwbKz06Ghh54JQi1g0PJmfm3KIg6EEr6lkAzNgS6qAtiEyjj0tXc1KkA9l1rQdSR9+FFG0MYvi
bIbtrukiZAe7auzzHZkR5c6YQSv7PUugjQJl31fDzsjtn1gW6iMtIZVcZ7AJvgROGCTY93ZuO0DQ
UDN4W7wX6XGOa4pau5J4LpHscQl4D9ghHtpxGPiBErBG0lL9UD4vQcpByLD/XummMBidQq5btW3X
ZF4CVUP2twnd2n6I1AwUtpHPdxGZmJuRxuKFUWfpg5JASoYEqWxNI4kOzJRjWOueclbyZrpWEld8
TSYbpmVMKcLuObnhPjMZg+LVtm/aRilPRaKWDy2I8pdYs+fbZDTCtWqPcl2aoRrQEQmvOIjna7tU
w73Upvn1P3VwO+2//89/I6/+qzr4W1K8PL8MP95VwsuX/FEJG1/wYGAQ9QzVwzOz5FH/UQlbXwA0
IN22aEpgr1uAwv8Mi4UNTFob4nj8Vfg+HY6wfxxGFV3/gjmT6pmQV/433bW/Uwm7xgcZuY1PhAMv
Zjg6kpx/P06jahedtdcz9dUqnLm7CfkcGgLyO3oZXozznCrbuElS2KwkHwe1ZlRH/I8NiWMV6K2Q
oTZ8QI2HCCVEESZDtfdGtUHZgAy2bAUylETVbibHfURseXTQiG2lIAenBmboOSGUK9cFnViQ2XlE
3tQjS5j9qPOsV7M0q7Uj5J1DDFCAqOIBpbJDToAaK9duGlXS75yaCloQKf1qqF2+nxiN7AjqWRho
c4mgbU53gr9yK0xkiZvBoBzWK8Xe6qGJFi6s9FUZWRXhVSCMc5XYqsoUT6bWviA5OBp2cc1HqjJ7
dil9XIyDVccy45phf+RFrwjlCLypvHYa91wbwOop2bsjsNLUIX4UkSzHUj1MfrLiTKVfRDGVoaRI
3prVqO4rdZbtoVEz+wQr0nque3xIBNRWq1E1b8taU/bDlJGWYEUQyEHYbsqizIkYUnekOEK97KzO
CRoQxkEzsC0ORo+gAEVoMM79a8GKdi30SVzizIMIhI/zbGOxXLvZ3CEiK6G3yPAe/vW0soVIhU+M
ge0rVRwigpJXMyi5fasY415TY3mpERIDM7+vjopC4HY3QjGkIUj7QmGWU5eRdteDwUGB05ftazNo
xAFgE3uai948TnZsfCN5hu0hbYodQMN+zwio4ANMWhXpk27EvmhLsW7N0Pa90NTXGANOZNoJTG/F
zEAobAJgUUntqwOiX+GpIkZvhx5vlXmMgSzRz3dDUjDqaSvIdqljXRdurBA1DEt4NDprI2KRHd2J
gk9tLXMb5TDTiIgY5coicPsVqWv15Ka0CDJ3osIhfmBvjkZ6l/bOGBRzhUDZZoRE4VIdYtRRRxiE
2t7wEL/VvOuzm7guNSomOn8QLdjYUcsUyiDNPA0o/I526mmSOlQO7NITqXthk1fP0zD0WyJC1G3d
zc0y8RzsnVG7ag8ljmPa4DUmMuQwQvLcznudUwn3tYu4n5QsD9kdsQPmQpqkoKEqUl40RBYOgTYh
DeZBefByraQI8QgP6SrvuYL3fE+3yLzlxpm5UxzC261svDa1ygrQ3amMUFr5Gs2mclBJyLrhSKGs
rCZ5LAvT2ZL0SImkEnWmxmO+TOPi00B0F8oZIN9CWUKmPNLJrEhVNqNVacB3VUkhnRkxEdMDjR2P
xLcjMaTXURFFvl6WmBytEWGIctl0sbdtimonIR6dx8Y+kJ/enNAL7FoYn7fOrIstt8GZgfdt6pXP
FZ189E/NboBPtm5KFHeD13+b2D0vCFa9MXvzBWSc5Xep2WzjesqrlWdkt5oCDtU3Eu3sNtqTM5r2
A4bhNDDATe8Qvu16p3jOQl0N9LLSzmMO/DFV5lejUfqXoc8vs9C7q6pqKyb6Va5trt0wuozn+b7w
5DaU2TXV+vOgR09T79yHRbOWJXpdt0XE51TNRtpyA6dsa9kcCumcHQEnPml5/+roANHLegg3Yx69
hHp9CRct/pZYjk1Vlzv+jFD2R2iLG3Jqz7LCyZKPymOVaMEs1WqFtmkt7eRYjMnejpUnpR+cK91U
pk2S1I995K7sBMSaIeNVJeKrGAEs4mQFE416IN1HBCZiPKw/5Dj0EmahCJSEyIl6YogiHWdVS2He
2q0ut3k6sTQyKUzuSLOzfgoTBbbiRLeI7ypsBNPRzbl+8RCWPhk956iFkjCVIyFFs0WT0eFogZsc
L4DhAX0Gr+sW300jE4FRE5HGmnGBl6LyQ8XLDxMhb4fC1M9eFJPYoTAjIApw3jW5hdGW9iZY0dfU
GzExKBxf9WkpiC+8tD4kaVpy4FKE71jxa9Smh7mOCLwtwSA1WGphsyVueGFUNQPUgT2lbZwfgIhb
NG32dTwMd/DgjyNPhu/0uv7UKTxPXZJeFr0jd0gX9JUT69eDbmxUb7jKibb+mUUxuOKstaEne9mS
F31OE3bP1EYt6fANAoI0xpVtVFsn8RhQzq22AS65JKkm0In7Ul2jfDimY88RKp7vVVT2SN9Ex25b
FmxaLRlqdUOQnjF/66TWb8LUzX+4ucyR9fKhGQ1fS8xcOZJ91rZbomXqV7fxRj9pRpOgkqz5Psue
4wnvdOvpSk1QGFHt66gnb+M4OHWLlNSxucFnznqr2Gy9IcAWFp6raR5jpFaJRXxiPuQvGJuTW1Hz
67ohtK9buQz5cNdPVRrUjn3dxWG1UTpP+NFiZOg8rA4x2N2DnsuQmMGaGDXw6ompZycQ0pyT5lBZ
ZwiRV7ZVlwEfNscvt97qCg8cMtB5pek1IZZT42wQOI/PtVrYyTptDXWjNg0E4UiCxfMJJ9THg6TP
p6z7RPbjHYyW1EOlF2X1Ri8WcA2i4U4RxGElBC1lGJFELVbDoBVBWnLCS8L/Ze9MlhtHsiz6K221
RxocM5bNmZREaoyQtIEpJszz5MDX90FEZqXEEkXL2LVZWS3KqjNbIACHD+/de2648bt4FpJiA7t5
WVaww918wcoyt4v4SS3rELaVChoqNj5jW262PJhrtTZRXbcLN1db6kXlsg/jpdf6IKbjBdDVKX6A
FWBeyE6dG6G4UJPhS9ENlxYi8QUp0DdFNOTzoLCuhQj7OXadfMYhsZ+POO5U/D+z3IvTH446EASD
KGZmiUwueIUqROXRJYB34ARbJslLBDNvhiWCuheYdzZDywg1+azNtHuOW3ybGNKZVfJkZfbKlyGH
QWvBMkWIoT8StsLMWbu4IIhjmCt6n8KetB4gv1/RrGg2bqkTh25jk0gUwgY9FdoY9c2I4oZPGSYe
cFCZQ7dFBasTpqp29A5Mb1jEht+j4/GDC+H08SZxq3jdDRQO1Tp7QmuCrM/uLcolpL6Gy6JvvMvc
wBxkVATPOUgZP/XkKFx0ndvcdRQ+aeOWqzJzlMuha34Ay1+VJT9FZUgqad9t2YZZz1EtbBIQjaae
wRGv13ngrkSVr2vipWghLwxLfo4Hr1zByfeXlV8Gc9SxF65iPZpGWi+h/kb3KbFiU06qxxBATQ26
lEXQLMMvLaGjuyElnWVu2RQYSogWLyW6kMbWLDY3TbxkYSuyYWkFWka9uQu1Aq+DzUul3JPyADA5
W5vY530sOUor6VLrMeSwHAAvL29EyW46RW2ZstoYBpUImLVSJ+R0ELLqZuFAaQuN14CUGN1xLp1V
L4N0WNHsefSHcGiXkMz1Ck2Io6RXDk2ZbtbRCPO3djioN2okFJV6llVXq1Qdw+Ra8QddPNe6Krcl
7toaL0M4pPmnIEI5NdcbMgn2olDV0Joa/Pb3gtwAKeZ6oHvFzk3sHqJ3XPffSPG1O2VhEfGEbVt1
M/kZqL3/QwofvD9n6YpgVb4iCheJryXhTm89lLw6T6W5V4AwXWSqGpRfigYq0UIqiPkAGI/kAiF9
GcOHgm3trrBaOY8VZrKppBiEmwkTNR/VGiJ3wyml5rBBABHRg1MWZt17z1aNNibETkGlKem7rtr3
RkolsIqD4L4OgbAaBM4sa6PP2oth6EK5a8NEwCLXnWqjBeA2t37qptxrC6ghpaANqXzkEi/OFM6E
fHZoS58SthX3lzDEI9xuHZXcvUmoOmcSTam6rQ6H/d6NTfOLixhXZd0TDgaZ0YrapU6FK6DtD1um
nbXYlvljxjhq11EX+cG26yLGFzGuDqtWkNXP2aCgss4tJ1RArRfC2ICDKLTH3q8Ve4cpzGImyrSQ
4CUkRzHBGHVUFRtfVlK5pbxLXkQqS6dGwmyV7mdh45fmeDeE6ooOgdKs+bpUkktpI7QED4V5Qyed
RQ2ppEYiFKj/Cl9glud09BHq+9YV3bxQ30mhYVnwRUh+raYQHT5LmDOqbzoCDdYdavs2S5I0L2Pd
Q95Fopv/CSW7eGkcJt5ZnnnVA0jDIV2wKKT9xqu8W7VBe70YBwJRrnpzrDchdTnxDUOXgxtHEng7
8dYEh5VZObTDxdhF+V5pWP7WfFxWj9bco1UgHSUiO6Vyuk9K3ajFIoqkzK5VNHMss0h16JPiYpkl
TVHbc/IdoO/Wwly2nfcIisC6DdU43eIZpQI+rTZVHaacY4kwrToZU2+J3GUUDXJT69PBTtParTPq
6rVdqvG1plbdnDAv3mtVeJDCG1Urn9yeNoorDYOkKCKTo4rxKVpyjJUg88Di8dnNW+Gmjz3a0QOl
uJZIuwZJ95DRjMLSYHnNLBik+uImljEQY4ZuvsaX5W5KduGfOes1Crotade7IgFhQzbl0F5M8HtM
HzVkaU822twqyZ3Fs1c17q5zMQgsCquL7y3pvzSxZl2FOVb30hMo1B1jP2pdC2xcfMv89kqL7J6+
VHRT+8Y8cKICSIndSiDzpGrjByG7kno/specmMChAGXag0ZelqWBVbrTIvw5utO+QFppf0ld/tuv
/deHVar/Tfzv1dsoqn+XqIRAVg3CgWKTY5mTiOqvEpXiEFEFYHMCJqFggjHMP/qzRqXbf6iQcaf/
oDf9Vdj6s0QlnD9QaQvENnTeAeVRDfsZB0YQ1/UvMQQZXsSD/f2/X4OxTYdf9qpXCwEG1DBELdRB
NiIh0zkSCRGN5AG6Cnd5r5R+fF8xpRtXnSrNuBM4nVkkQ4xnnqjo1oB1KLFuuSMQYn+6XQL9CrdX
Gn2vuYP6xAft6zgFUsQGDMCu1v30Mfcb6bI1MFgGqS9E/N+qF6J8hHpj20iUiOptSZHQnk16g132
hIfHJblCKsAAJfQfMzAe7DDp7UUiwlbe6XWGWJXECeCuZPCY3dIZ4aPPCnBCF+BfPT4OznrBaqAE
dIf0Kabg7wY+0XENCFVhxNR2c5QkIw6pLvjm607C/jyKVAJlo0ApLoUVqkgaDarvLDgRAaOCAJxw
Yzt43GalK7rmasgQjSlzw4B5ED0ZjSxkMPeZ5K2NrbVYloxcK9V6CWa3F3dKgUVqXccG2MayTfv7
xC3cemMoTexelyHRocugydh/8NYtddU3rZVtCKhXUX90TcwxWfJbkkBQHkD+ybJeNmmCZDen0z8z
gqHYyIKVf+YQEMKBMK9KscYf6/g4RvWMboWOAHyuyEaxOCc70mq7VVPFxNJjdSbrrV2miEEI9y2V
ENLsLGoKQ90lZii3qM5NutqaqL7EFAd6/Dp2nS7LMA1a1Z01GnuFckX93x+SxaCgfK13vmZESTU3
fCOTd0Oh2vhgKv7ZykOJLPGmxHIKqx1FxuCCFJ7uVTBr/qwpKq1fpYrLgdgA2U5Ehc7krGxSr+OM
lnVp5xCpoJDUR+ITrdtU0OCcaxaw5hVBLuw13TzqYuI1S2K3WNrLfuePVr3HE11jqm+lwVaQvyM3
VPdN50akpLKQ+ZgIqGE+zsl53YEfIfMk5QRBalD2YFmDdUMdM3oid7Vx5sgWtAdrVKU2j2K7uB6V
xCmpP+bNJWSD6moIUGiAJUNGNHNr7D6UEtk/Ib9H6j0TSUwvwekCY6sGhf/DDqwIF5CwpTOrPN9Q
Lz3AtzXqYSkJqiYL3trQeeTZBlNcEqkMlnLAlc/eoY8wz5IUT6lmZxIT8ygJD8EHQJ1OXdr0K9t5
ZVC7IIIctw/SPFl/nRD/gnOOghjZD1LlWiA9zuY+21hCczLVrVcyUtiFN6KwnlkH2xqDvu+qcxf3
JL5FRWcP7jhe2eG+NHlntg8XdeakAT1OQt8NfldgK6TmGsJ6qbnmYydT5UfsRA2m5kj4hI/ZGoLL
IO17Fq2m6atZVTuKD48ki27dPKXXPjn7SI+VMnhKqhI9lluOTT9H4xD6S70g/EGR9JIWcRaQ1qBU
zJgc2vJqDY2LA7HdtcknkyQ2MadtmYVzvlYq4FZdvnDW1XwoLgLeCMd+nq/fA90bjW5HxHWpLuPM
ED5OREKLSnrVHDvXY+sCVFRd9sgvgdOl7k6pqb0m1OpywX8ZfGv9sq+S2rpvuzxS8c73dXLjDKbZ
dLPY9jJ2V27XAGuonKT1Xvqu76Q3971GaTkA06QLvkF5w8FR8iMIHqiLzPQXrqW4o4lyIsRduDCT
StU3futr8Wd8Z062ocmP81KJm7q6AxBAaH1AiG54YY9tHj9DTnP0AYNz0ZR3cYAWZVF1Ebo10t66
MvW3fJ/M3swXDiqcpSS4nPwlGlhDv6OjHyd0CNhysQOya+bvpZcZ7HQBxXvFJy/qLGPtNCJw96HI
GpzrWkN4KYzBIh8e097UsxvHS1yMnJRp+namECZYbKUmGvuzHWqNtpmm3tRbtmC1InRzne3431KF
T6vimD0oiFRSkILszDSprwLqjxnVJCMmkbeIqhgpL+cpKtZlTi09y5yXhjrDU4dMRLnrSCKSTKet
cUPRu+2vB5mKl4AcM2cx9jgm2GNKNCJ6zO75UaRCrVdD7+FR7vHLTak6KijLoDX7ZO8UytCvWwvx
0D2Zh5UDxc2yqJqTbX1naS3Nf1UQ/R1R/kaV0Urkx1zBxirvlAQGEoxDbhzydO8y8ST9zSRSUrAJ
osAZiNG5B5NIQE/JB5kX7B2NMr4pDC1I1zqHhocuN4MKX6FRhts4Asw7G/uOD6x1ytBbam1AI5Lq
DnD1eVXZJGgRRFPqWy8B48VAqtQCwp1XiCcq4pmziTrFVPBfT53YJEywBNXEoCFebGIP4yKx0qhJ
poMQdfbUy1ctJUI8oRyqeSpBntwGSYgb2zTCaqUavfTXPZVIoLNZheM9C4yy3NpxLu7xaQljIeD5
WleiniKzRVc4+lqnSfsD6HRJXo9XiWfGMd0Ppw41f5FNbZxD2wkCl0MbgcLO7csCfVgyPCgJ1J1V
wnOM90NHy4/YasclghmevaiJ1jZ41pyXE3c3ppWzQsaCCEoLIwyWJpXbYi7h4jg0f2KNZD+20Gp1
yKzGgJKTIiigRcW5MbKo6DH9G+JH60TJ5MJPaNKrnNyHZdaipiT01revk6hzohn6JHNKtvK7e5BE
PiDULMzuuqiynuGvIBotwS3AFeaMgmxpJJ5qbnN09LDnW7o27W6sgCgJQ70tsoqTHok+eHY5Acsv
+LQyZ6Upnn4jZNHqu5bAc4z77Kpgi2i1XV+wr5LVwQWbXleUNJG67kq3lOELYJW6jpcN6X3UcjlE
pv2DjPoqoryfe1/HKcxiroa1f9+g6RQXvj2G2b7pirL9mku7/2F4glfaUdhJgLHHSrBIWsvsOCZT
J5mpbGTceWSW5iasGpMU97RqrEUR6RkCLj8VyY1nDLGyiREV2Cuny9n5Icm18gNFibRb1RBcbcQD
WbkyG4X0XQ+YzoJvmBQzvc9wlbThQK0yzZMimcVQhcp5Du7zRaSdSugdyq5q41e5Ym8bjtpPhTYO
zUEkhV3cauSYVncUYyiz0U+tfrgJOtmlkWk0bcK+HdRd3HPeXRWpltlQvKveWpJQa+H6QSYR7UIn
GtyXECID+X+Uf/LrMdJxOoWKUpmPmR7XyTXGIkS6JnUCrDJEvlVdPChLJeXEVwZgySpYzO3ayrkN
Cj4UjdsQGCrikwjQxrwbfR1fVxVEP3zFVJEcR8Q5rTVYPwlrc0XYtVLmzb6oVCgNZeJPYMzItkkK
c+RQzRo351/p8bw3u0Cv4O86RRQmm6q2jCtWWML92PkQka2MVvAZK3x8w+6Kc6vt662YeZBU1K3O
yOL0Xg9Dgf5IM56c2HHQ35i55pF6aSFRlEi34nndFs5L4QVwUJy8MfK58HOQNqTRKiiJTLO/sinv
HNqsNoj/9kT3wq5lkKswCBKTfBujfLZx/9/bJP2oc4+izQ0ZIxoFVcvLRmqr6Vgvqigfn5gRSxIL
3UAlU9yuPHQfiNFIDue5ruj+2o8hwpWWiQl/NnurHvFjq6sRLWCjK9aUfwCh5PSiPiGvwnomw5xi
epDATF85fhX+CFx2Cqu21FmVLNTtzgZISeEv8EGqX4Rp9WRftd5QErSQDXd5mscZk3Wrf7MTzeYA
5PdqMbctmp7zhIxJ3Jh2yPru02pM50FgjRs/7QiZs/ACJWuiQ8nxDdq4ehxyOnFzFVhyPVNwRSbz
NiiNlyaU6vfI83BVISlHYBklEdtUQ+laXP+51dGu5aAR/LJs/Pec/i9tUlictlPf8dk2/3PZfn17
Wv/5//WnwcFCXW2baKFd1TZ+ehX+fWC30FCD5kM6QvCHTpIULoa/iIvGH+QfEQ0NUVF1OFBzzP7r
wK5DXHTw1iG1Q6qIO+KfHNgnquOr8zo/DH0366bhMMXgmziOlagGk7Xco1ocDqB9gJu5y1oqxUpF
1sTcb35NaevcAX5pLhNR9eZsoLS8jgcCyk07+w70gMR6G2sByuuSmAQzNUYqgX5w2cDpvRwtNQKg
kpd8iJoXtJCDqks9dY1rqr/uS8Z0d+0P3niLVUJQBDCD8qoe6ECXTmOFM9YmAFlESauc4rohWzZm
2X0anewmjFUww2ripRvZ+It/LpD60InzJi/90H2vmrb6jtOlqP9n1SK1b0gg/3/g3tEmd9VHwzvN
37oGpn//z4GNt+MPjNEYAH6JnqaR80sspQgbB4BqTPadiURuvxZL6X9gH0PlCieSio6m/z2wFWFM
8iuA7PAHXFx15j+y70zogdcj23bISNCFio6YH0FQwjTyX5EM/bJV0tQZxT3J44iSq6xiNbS9sfhW
hF5AgcQ0AWUIX84jkpWhI4sRDs0QarG9zTpqyquQDpAyT223XqJmx7jD4c66BrSPqyZTddYyPx40
e4H3M0eurDxXXT0FHWt9/kXVRw4vGZng/dIbdeUWNxp5hJ4RdOlMI9a4WJJxStahVaCt4ihMUQTe
zCTyB4pyja6cjN4GLSgHCAzvyyIsS+UJ7rV7CKXfVLPJa7CNqQdRB85iVC2DHM+AGN/W8hCyETCh
OjoOOVzwGDCO2M4Vb5bDYzKdR0IPYFhL3CknvV8f28ma4Vsr3q+rCMFomTR3JAAcVQyTinJRWYTi
foLyLLMAGb3UaxzgWhAs9S49Z/17Z2BwKxY3RjiQo+nHKRCtlpI/W5nDvaUWAyyUvHuSuqPopHu6
HCKgElXJjPB0d43lMWAwCJtWaq1zoupkblAumFrREYq3r2mmNt89NXfh8ZDMjZeCPlo6A7xt3IF1
YsBpSM8eWpusARTb+pAvwyKDrjb0Vb1sU9dq5+Do43wxjgI9MGwpmFFYRKjuG6kRHfCUu8iB9WLQ
Zqrn7Tm+t2JhGUVxoYFSubUCTz4HfsJBQKlb/cUMJ41KGkflPAJcls6MblLtvZoF/qz6vq7y/scb
s0xOExxtIEnq01N8+2Xh3MabLi153/jZD2/ML3yFZzNq7kaJvfCXU/O/m4t/GR9aJzkpZG8m3+lf
/zX3/iS1EI2o/VyzeQFMbb+mXlv/A5MUfixW9L/4zn9uKUz+EX5JHK/U5qd5+e+Zlx4AFXvmcmbf
fzTnvpWnKhOkhf8goH07IGx+MLqmpjx40EXz2N+hkPBXCtyyruystRun/2jO+PtC08h8Nae3HXlb
I/qBQ6sNLwkBwyFbcaiZKsQ/L/k18k5OTEcpn39fhQf/+ipZUzXUgJziUNhIOprMONjERM6VPNPm
xRSdAIZ2jlCVnQkiq9F2D9jHfvyTb+zvax99W76txZZZuMaBHgnVcCW8kjJO5oFWbyiLfnyNt766
v68xrZyvnuJY6X1sRrpxIJ39PhLI2Z1gr3bFXWn4Tzri2nDiof7JbD/5ON/uNP++2tH87lC8QLSv
cbV2oOAaz9SO1O7VRDaLCjLShzPJGqfuit3067vCcUPblEbTIQ7BJBv1xkGNgjR75rqPTVKhgysf
nHOBK9NQ+Nsj/PdNHS+NsW+JkhiSg8oqr2cT6CoyN2Onff34Ff2EZ79zAX26y1fvqIfFF9mdYhyG
Io8/K5A1d/gcNhV8uGdXlfYKE4u55NgLbtTxf8DT0zZJozxL4sMRGVnRmad6RMT4950eb6NSzy1q
T/L6QoZgrSDp+FonWxkTxl71z/hXFjqc6JyCw5nReWK8/NTAv7pzGz2gg6cZut9gfQ1EskprBaNl
BjIzWdD72xboED5+yife4n+kPLREZLAX1A650gAg9wIgr+hqNpoTBb962f909OtHc4lqtQnsv0g7
uL2G5eUpD8atpa+IRqO2tx+9b793J0fTBoZNm3pOph0yKNlD7FODoJBC+0Y7Myn+fCbvDcijSUON
FaWwzF4/WBJBBSLdRK7i9vsAwNL2bwmZWWH+XijFNsivTI1A+p1Kere19en01uaj2aMetrZZc1OU
1jyNdokDAjr5oQPmdaodswD/tIr6zfQvjbs8YYxF34ndhNgYrZCB/95zOpqM4s6U9P6Ec4hTIt0J
xJjbbSSR3BnF5uMrTE/8ved0NA0Rqo3QxHH9a3WCguhZbONnb4Yzv39a6N7760fzDqgCr6Lr6l97
LpLDJGtxN1cqncUh65ZNcSZX98QnqB1NPnTvxpyWrXMIeRWYjemcgO6EGbbtrGHVq/W2LpYfP64T
s/ZxFqmpl11nd1VwnQbwKa2C8nKifg7M8dLpx8eB1pflUTU/OwAmTsV7T3ASULyeWJXWy0y7Svxr
BIg3nqivsVgYs6wxMlo4JuYEJ7AQcMWa8xy4JeDsAtgzreVyo2XKReUXk+K7W2q592S5bT9TAPNi
ixy+O1hOFkILFyPoz7QwtVkdFMq2caJuYSoTXOvjJyZO7La0aWy8miBNeuNqoytI/mIJ2LaagT9L
cAXb9kZ3sgfAjNh0fpTEriPP9kbhXY7RYwRMaNU5jyCE5o2u1WCT43MRryfWCBB9b39RHVd6qBjk
p1nNKizuVKdbCe+a/wEGFV/fVSiMddZuP77/9z8BDvZvL2a2rmXYdaugZtTYquTlGn6RO3OKz4X+
+eNLnBojR5M2i63Qep3jlqYa39rBWcsABBM98nNhVicmiWOigevkSpKYaXzIELrQyWzu1ag+MwG9
/3wASL19Pk7cUq1OzeQAhEReAelTlp2uOTejat1jjAnOXObUKDyeSQ3a+KOFQsxo/J2QkLq6m976
HMT+qhbn0lpOPaejyTToEG2MvRcfFC+p8V93K9UX6pmBdOqPH82lNG+lIdI6OkwiPFp6fkat5czf
PjGDimm6e/WNhuNI1wkR0EHt62FXTKkZIxSzWRzxadhsRs2wPzSD2Z/ZZpx46cfGwIoAtBiXXHSg
5JB0CHfaeDOOxi4Kz0RWnbrA0bTpDqVHl0SLDk2rwI03yhWYmMeqZ4ZUmvuPP7tTB6+fdK5XT62g
tVT6jhEeRNQY28jV1HszKfMvNhL0pR3QUYPl7gXWGvnAavQkekpl/fG1T72wo0/eQUtJU8kK2W9D
/oW10McR3uptAUynJaqD8Ivfu9A0Gl/dY1yWKmiNJj74DiJNO7kK0I5jnGDo2c0KwdIZpNmJ0X2c
yqMIJ+4N0AeHwS8mmg5Pr2tMeebrP/W4jr5+8lT6VveG+KC1vbYvgMZetCgxFjDCs4WCO28d4Q8F
3JF6Z+7nCCD374PIz0Hz6sGxFiMDlF5+yLLouho1jO0bcgUE3q6Mo8LSq8yd0boLxW+SZYm0OlIu
i/wqF3IHwaE586GdWBqOa6KqTT+uVLzs0NAjntMJbECrQ2Oz3DMzx4n3dhykmJG7OWVp5wfIq5Y6
U8x2+Fx5RXlmnJ/4/cf5bNgiXDyQSXpASbBuVe2LpAgtFbH4eHSf+vVH04RiFabtNQaszTC85Jux
hPl7E5A6TUyvXn/sVGRrDFpykPAjabyr47IN1OWg94u+dH58/POn6fmd7fVk8359EVHGsOIMC9lz
07rzILF38O4ACDjDgl7+uhXRUoWZikr1XI7iiQ/pGL0I4rK2fMpnBxIZ9rF6aAmo0fsSix39ckI/
zk07p17M0a7AcwGMYhnjOoptgd2uZvDL6zNFgqlj+e5zO5oOSr2no5OmxaEhZikjSgA/BmEMGDns
dotHfF61V50xPGfpk9vuBvjJQC9mUn5XPH8u2SSWKYhLb1s2V2ra7vNshYrEih6EvUWEQvUb9MZ9
D5WodWNK2joe5lWaPTBhOpF3wX9V6XdZBrdKVmHKvrfs299dyY+D4toxFKaSyuKAzYIdc5AjiK2S
Cl1YrJN1j+eNdALoNvQznTNLxIn9NG3gt8MwzByQFkHmsP9ML9EK3CDd3rtmcIO54TKivop6VUfc
4xL+sfp45L8/L9CQfntJGtSFX6I322uliR+YJIIxnOEm/a15gVTft3/eymFM+aXh7Meobec1p8kR
p87vPS9ogm//eoQAJ0Im5OzZ/bTaYzhupdPMY3mvinUu7uxYhx10ZqyfeDkk7L29WNrVHD5q290b
5fDgsfFVPAB2YhO1xto05U2VButatVaDySf8ey/naFqykAHHWuS6e9nRB2rIQppVA7CG1ujGM+9/
+vX/OfOBgn17V6ZbIo7MGjAmQfItCdhe9fKa9Ic5jbszK9upIXa0mVcjqwvyQFX2mLF05C02AfZh
VVBIOjPITl3g6LNRAEP2BDAo+7QOl6oVImLoSCFM2+VvvYZjQLuReYlZ6DrPiCJbzrMJ/HrmyduP
//rPXe47r+A4p3VyVisgv5S9T8euVO60hEKZvVLdW9mvxuDebFZRugUbhz2/no7VQ/ZNM7eVPPN+
3l+KSHR8OwQSTad5GJvKvg5HXEE5BwiIPmE+R5f6JPxsg1H+41s9Mdh+5v+9WsvD1vNlrvIgrVTO
cjHd0DDzsN1ZZzaLJ0bCMew8JqWlbMNe2ctcbiwcF6X1ogxnfv37SykSnLfPqY97v62Qku2HiNCY
aRzQZj73qU8P+71BcLRO+5rekG3Cd9hygo+7at754yE28e5Nz8qsxZnt1KmXffS9J3JAh1rzrVA3
vh3bcZd4zhYyyHVT9+vCFJiO7aeP3/a0hLx3S0ffvQX4NLZUybgqbUSrsEjXiNegfs1G7IkwqmZn
X82pydk5mgK0UdFqEwvRtBIoPaXw7BsudUAfmKL3LAWxq635Zj6+sRPD+Ce38tUw1vyIUB3KCPsS
Ia1qmNtpzRS6tkrLc+zlE8NhYgu93pB2ArZO5wzKXifZRpJElKLaZL+Tt9uiPtdxOXHu1o7TDgRS
qraruYr0y6upZlc1V1yBKSaC5wVuw9Jxzqjq/GwR79SLsqdn+urZYQYP/XwwCO2BOkEKQY0JkUsq
ajgv+08FrkKmOwUI2sev6sSEMEmSXl/OArtgZQ6Xq6HF+O29aD7VZPT83h8/mhA6x6yG0WM60xrj
pqusRaPJr557ZlX7WcN55/v5ySl+9agqmaNBNu36gOPimx53ey9EUx87/VMSrGI3IzcNcIvnpgfw
cdhCBnSkRrzFEn/h0feUZrryA/YNbBYmr8Lm45v+WU9872cdzSCakYlOLbrmQM/6iQyghyiPN2ov
tqMnLkVGVB14wXnUTo2f0NsC/1mQqrYho6ogZqLdKCQy5UqsYckK554Hd9GJKfwz4AJLiRdhW39G
JXz4+Nce6R3/qh7Ann87ADDXtnDoyuYwNsXSLroVlmaCGNncpGZ2ZwbhttNBN6TlBhX8bBSY/PJw
Y6gREaUU+PXbgYpX982x9blTvQR2dV/icnMq8pCSeCn77ALkMdET8UKLle2gyytgXZcuScJjq32y
6JcElr7GYxHMMg5LGFIk4mCjvu4LnM1nbvLETGsfzX4WCdNeU+XVQRTDHncfnAEZL7XYyYDSqgf0
w+Ca6jkpo4fUJVQvETdRm22czP2aozjq834/iJrNs7wgi2EtxdSO6/FPFBF7HSui7oexIy83wJFm
lVT3LTSyWdNYd52WGCtvcA5mjRaKsLxllKvbMEadnuCux8IegQ30rXrhT/gARQTdmY/vZ6fonXF4
HOYMhQy/PGiPQ6TC4CGMYQaRRhBtMoL7TQ5DpSRooYDNYt0g88p4kKX/TQI/mqcBiZQqQMpZ5Rtr
2Ue7dqgwGQAx69Rs3QzuMuSlZeVwEUfRbRpk3WTkuRlKY1XhkyI77+LjN3fixVlH07weWdYYqLI8
YEFaIC79Ac5yh0/nOuaXLJysWDaJdd/Jx48vN/3Z9x7Z0U6v9I0eW1xUHmKjYErQ1nnWPYpWf2hV
1UPgju0xyM9smk9d62iiNwvBBs+wikPgQr+0qQviGACC6NfNpoBDbLf5w8d3dWI5to7meCrqYuxC
uzjEsXFNbtyNmzr7DDH9bEj6My/qxHo8sQNfryN11dRuIdPqENjWhatB8RmBScga51p42/fNmYd2
6laOdoEwBqieirE6xGP+CXtUshrs8db2bLwdKbFpHz+wUzdzNIOHDrgrpVI4zzRAebvhClQIRWLn
YjQxpijV148v87Nt/N5wO5p7bSzP+ggmaB+6n2V248YaqAu5tKUErf+ltT6X4o5CRhPf0DIcia6z
0vIZb+NCS/HVGXcmLD+je9GzftbAIzaMTUzLu5bukwXB2C6854ZVPRbT3HquyzgNmvd+89FUWhRA
PrzG9w+un11bRa4zWD31diTo9Pee/iStfj2UlMCtTMSiDtWuaG0DdZ3utm7F5eSKXiCr+Pjpn1AS
Idt8e50mHNsQEKK797pk30QKSJ5iDdh5hc1zocTZteKNi9aE/xrr7oNLmHqk2Hddda6adWICOE6U
h+xr04hU3H2poR2o5G3Up+sSjrXQ6psBB+JiCO7P3Oupax1PNmUZWIS/BofEO7iEqFVavQqh4jwF
2jxMty7DZdQgo6/GGKfzhMJRHsNGn3tTrlgWr4tzw+fkUz+ajHBrlj2u5uxQhP5VbOnlmsjue6zC
B5rhKz8mFwsIUhM9o56aB3DCfe/bEDjt/syTODGDmEcTVZHjCzSMsjggcgZdEt93TQeC2lV3rvSj
icy9k0WI4JhCYk/IV2kVa5y8lFWTDJd/oPOCMELms7qVw5ml+tRvOprVYseUOgy0gk0CZxcRiGAu
8LIvaz97gbl6TiR68tkfzWuM8xGiDDDNIKu+ZFlgbWnm4SSuQ3fhSHVJIvSXQrcfuzSdUb9tVnbJ
51Z56Pm15szX/dNA884EchwJlsCC7ccUqSoPdZ9rLbnaeujBVU002kYNzNFEv2v1/j6z+msSDO+T
wom/m3CMH84MgelVv/cLjqawtIDZNSImPXgGabeDhoN/UdrKtWJFAiS/DeItR8eeFFee3pEb3l8I
UVpLkOreglQ+ZyUzyFJnpqETa80UF/F6trNJABlEGI4HK6CXC12dtGJ1Y6JMmLlSG2Byy7MCmRM3
fhyRlI5pWuNIGg+ufjtKZ14E8QGJRdzW85pA9okKEJR7XeGdQ1oQTrRsRfGpTc7MQieG+bEaOh90
rdSFJArR1q5QL11mZfXsu0Q8n5PUnlicjKNprieZuSi1UTuEbfS16/vLsJN7Wa7ODJxpgLwzcCbh
+et3NYo+AKXUiQMpW/giiaVbBCXyaow/29KBNKlLmJW9gSLMgXxQ++GZytqJbfAkUX99YSD7sR42
qjh48Xjfls3Gb/QULrx/O/j2zhjcez1vwBvkVbT8+F5PvaujKUnvRKEA/UWeKbHnQ+qYNtq3EJRz
5N7q+JuD/2hCUk0j6pMISStYl4s8NJdDIe9rhyJyQmHv7Is7dTNH+yxpy66gOyoPupS70lN/OD0Q
QxH86KV7Lp1uciC+OziOZpXi/zg7k+Y4dSgK/yKqQGKQtkDPNu04tmN7Q9mJwzwIBAJ+/TudlcMz
TVVWr5JUPVogXV1dnXs+8H2TUIuGc2GMD9XYP+tO/ZQ48Z6Rn1osb6fwm9QMePr2Xl3fh/mbiIY3
nIGjf3uXc2G00aRZHMEt5YwM7UnaALZnGVqlOPoWs+Z+9Sy9EK/+J3vWYgH/q3Y6J071jfTyrkuI
xzMwkM1sL7qVwSx8sbnWmWsW2plbfTqDgrKVAHe7MMs8Z4Brt9nKRrSQEs01zhbK7EVU69aZZPQB
oX1T9ycCn4tcG56gBNik4v6fltJc6UwVGiKAu3bO4GvC+jIOmau60joydLh78FJZeWVLH2YWI6iC
wVQtTBs0T+ypI9qjXGyniQ+N0Evbw5HYQgPD9REt1UXpLDqATM9o6LT2uVAJsJXOKxQ14HpPcOaE
G0jZg5BDewq4SfkbsA3UVcjKMZOQr1fZvCkOdiMmR0e4fdZiM3WBURhg9KKi9w58rF3Yq2PXoOZn
h3DUTrvUoS78KOmJ8PDVzOFJ3Kda5w+Nyna4Z4c/Q67fCzt/qWAc4BYFbEL4BfTDu55vYM46rond
F6bzXNZI4eIDVNPAzjbsgi0YXNZtcR8X0QOKu9c/yZ8X8MXeNFc32hrMwyjsfc4E1gVuhG46bwDU
yROR/G7X8QTWEVzn7RyW2QlPJVw/dAr33fDYT+L3lEZ0h6bm6RFdzARiguZNtej/h0G6L6OaazCN
Ke0jjwyKUh6YFnE8ZN+itn3XLR0tHnV131XJgSUDh9voCLsfCSNr+GGE1tES4/v1MS6ljnOlUxeh
qbUE7eKszP5ZGWHvdz3uSvWObJjcFmYH+hNSG/jpBwreVy4bSxT1FJbZ9R+wtMRm+4gzgRo0wrDn
bPXamSf5bpL8e1LqTyZaFGG4uJbGLK6v2V4S1xBATkCSne0ie4ItWIuqIU928QBz78HJGpdkU74p
KewharP6BjipBs/fcK3KsiApI3OdO5W8KyKQfc5Eo6iVxtZJMRjOF+YhRAt8SvNf1OjZoUg+tJSA
tiSRstpmWriwgMCfYIk95B/X3/nib5kd00MzKQXa5pzz1ENiLm0NIm4KS+ZInkCz2YcJf8sJPnwD
U3Aeo7Q63gLk4ndCvTuQKm/Svq9W7gaXDlBzjTxTOXx8hOGcrezi075tRhAAYCNnwKV+h5s1XKTA
/xuAElJ5+GdWPl9/CQt57VzZXgAlnhKwvs4sE0dBqlcDlhrTWq5HLvP3q9gxy2uBryFMRpZzFon5
LsNvcA84w2ztFl4hN04pn1ns3JJYgUjUiFMI/zDtmVuJC1NBEBl7+RMWIqh2q0q8sbgGraeH/VHM
1cEp1yTJC5u1ftkOPl31EDsKwUGb+rOMGECM4zceFVuzVy+smvY23MesJn28/q6XYvXsUVli241F
U8Rqnu15Cg/Fmp1Mlr/Bg2QljizdXP35EJ+GQ8emMPOoYGikDM9F5KDIqB3rErKvMo5di8J1KmnO
Lb+YC8Ibt61eOfC5EHYBZAFpuXFhWEF7X70YBgxLr4/7T6L41SyYBZ0srjuGBnB27rPcecng7O2O
st5aI1YcyFzMj6CW38L7v/qWUEu4QlX3wwXxlQLYcC4n+atA53+tE1TqbVvdDKrIvYLWsPyn9Wts
1NNOH0dcOOftIaHaW9TBYIzJI0R+xsYMtXs9hiGSgUslQ5jTRlevvWU/x2F0gq+eC9+Bxu1taIoG
i72WlgYnxrT8eX3sC998rkpPow6obOCjzzTs7+0CObmcjH2cdLizW1Fe/Pl/ffF650r0Mh6I0xt4
hoX7vTCKjolmeLrxzPqTiK1dE8OdCVZIXqt7Kum3jO+qut3Dgp4AgCVaehIJMIsOVGIw3lYrH/2y
wr/6UZed7tNERCd7bwk95Wc4WRY4cAnUtrKT0+f/lmTPhevFiBaUdKj4udebPSwj93lK7rUneNHD
jmljrHX5LZyP/+wdn4aRl2DKjBMeA+EuJEK2vgvlSwipmcz2bRffgMz6re5WxrR0Rf/nBPjpab2i
eRxpAi8Ns7xhcEYQ5RH7ACvODXzXMiVRvsvBn7BXkrslBdSf/ejTE40ScJMY6Jmz4km2E2Y1+Y6T
QAUFYUDxPYW9gXqVdgUbDQdOcjUc813Fit/qolJoE0DPrPt+BNHl+mpZ2i/+5Geffo4eg8GEYzRD
AU3/aCpRbpzWOIQ6CEC3vRhMV9GfhoR3Dvo7DtgH+/hBsWc6Jj9pqMx957R3UfsdyL37Ecaklp4f
cMu6WqVZmtOzOKZqozfhWYng2mr7nJXp3ij5aaqdh4wcKAzpnNzwurTZmtqjDh9A5dBNPVQb4DPT
PW+t8mPlNV0e+MXimivW9dhsUwrvtDNQIN2GF/avsu+DuBawu50MFNXL7FfeTMdIwUKsiIFRClOe
+v0wHmMDEMvUyKZbmH19NMx5hOFP6knJBvhcd3zrRFOzNp8Xot9c+t6CCZVTynAzoHV3LRzTCsbu
StwOF3H/Hb62T5E6Db9gr+8N4Xd4gj1LmBlaFryMdZikkQgnhetvbCnvnZOlp1YZNvgg4Rl+pvmd
rWwaAPVs40yRd7dWp1AoLIH6uofNbujTOmE7eEHUL7j/m1YqbUvv4vL3n6Y2sAV5QUnawtmA7Hkt
nkQa3akYHnOdeL8+yoVgNdfSdx0ExZAFtOeJkbtiopuxJECftMrrSueiR4D9HGF3gtprLWkLK2Ku
pZcw+zVFWrRnPep+hjo61PX0MV7rgFqKThc63Od3pkqZ6iW42Odhir5rTeTpsASKYNEONahZbrPi
pUEpX5eNp9JbXiUuoMR+6KgdByNC4kh5/b0uxeW5Ir1qwVeMNdafgQl7jxIe30xgCfqJDetMS7tr
C6jREh248LFC0dYSrbq7/uSFc+Fcll4atoI1RgjmSNnLvR7mJ3FRIvP+u8TNGigP+doC+Xp6GnM1
eoU7y8xIcXtGI0guKnpXtAPaMUAjQ3EHZn8AvIbnuobpb1eedRCqAEZHs2lyN0Ha448p2UlH+3F9
1F/PKmMuXaemBV0BCPBImsRdAnV8o3TAHtXKSlw4+IHv9/e0svhg2eGoYRzOcAY+DtQgOErtL70U
6W2Uj+cGfCmwOHEEnk7SCu/B60EDTJVCopmtnY0Wjnwwpfv7V5RRTwYctKvz0JWHpq49SCl3OaCd
sM4uknZTsxyXJ5DLdPZTqcjv0hhPPWTc19/xQtZo8MvL/xSPRB9qthC8OQNpc2hQLCQZ33O5xVMI
cM5wd4H6sTjHOiwhCaCoWf9QdiU8ti37qPHSg0Ptxmzu4Jm4p061XflVX+9s6Pz5+1dVqAGNzaWg
nmdAocT6G4wYT20u0fPawB2vv+1pdpM5b6tav69XmDHvbQYBAz7GoxixtMUmykGj6vMbR6hdPGXP
qyXhpdVF/h6WLAjvexWqc2oC3s2hCkz7e52z10iP9tdf3dKimZWQcM+btrIpIbez2Y3Oxhsg//bt
ZK7Ml6URzHIfE2CRzBgrB5DEbJs08S1Uv35OwmBynq4PYOEJc60/gAMoGhIcWeEWC6t8QH3AYO/2
aMRDs8dKnWXhJc0F/0VVsbisZIKeWv4A2sdF+3ILgtzh+hAWjt/GXNDvtEmm0aRCT2v2uw2No3KC
uERLYdjclc+D2OSkPTDyAvPdyDVJtBtH6wWW97UhHppcezCL5uekr1S0F2b2XPLf2dKBK4aIAHVv
7vmQblSU7FktH7Sc7zKKm4/rg/66ggKoxd9zGy5t6L+henyeeHdjF/ZvmNw9kch8VCzbo2jurX69
r/MboJ3/fhK6HMEutjAiBc9xoBfAPE71l9QJIVuybmWoP7ehOqaDna1M+qXpQv9+oN4aJhgYU3QW
sX6DZVu6bACM2a74ypxf+kazuOAUWoUiSMuDuBp2GYShhHXHPFO3YDF4bbMyExb8Kww2iw35JGNA
EXos1rz1E/TPwJzYb7r+IGvplS31wc8S5Qd1jRMYgTyebvVBwX4oekfrtHATqCGvz5WFPBz4k7/f
aA83k75uExZk4/jQKX4eu/godFCc9Og25sQtU2jQZevDKP9dC0n/b5N03jigRe2UVyh1B3GyQz1m
Y1XTjmbpTVwUG97rWCP+yggvk/H/ZzNwg/8eIa5quVkNWhgMA0m8ogw6Bg5aDH8sVDu/9R0KCBlu
iwZPmx76qN+Vw3TUxnxtG1iYUfPGgjBuU02BexagRe8xSTS0uGse+hn2YhoPcbiy2SwlL/NmAoJG
pRSnKBKkAFZGLf0p08nNOQFMLPat1jcu7uwRTOKM4RbqEFTQbbppKvmPn3MWc2qzhB9Cm9lBRyxo
umz6VJtdskO/WHKCCyWuayC94X4xkGZt5i5911nwqWrdqMF+NAMp+DaNxEuhx7cNe5QT86x3QK7g
l76h4IWWaE7wikHbG3lx6DL++/rEWvqws1jUwecU6yFTgWr5TxAW3JLHvxsgflpQ4BJBycpAL6/w
q/k7C0nTlMFdk0UqMBU7aaZ2T6zhWBlv10exFADmXQGCp3DWjgwVWKPOLz4gVufGKfqLrTHufFmD
UJzKPI9c8FDID8ETekL7F8q4bdburv+GP3f9Xw1xFoTSvG/RlF+nZ+di/VlYO1ndwvv/ctEFnfxT
yLE7pyXH+W6fU4hf7D3c84CedEewcMd3q3c2TbkLh2nXlDchWpTL/nsG2zRl/pzAjrQ7jmbRWzQ4
cPzbyC9XojFYEz8v/7HknYO/xZ+yYXt9PH8uib4Yz1yPX7Q0TlUfp2crJN96PfZQ8N934ASlzn0J
ZzDAHv042wIk51e94fPS8GAlVhLTBcTDE6EEanU7yLcJZuco2LgOGmoGKwAzz4P3c+qUuOqHddja
jfLSHJhr72sLzrdAZiXn2io9OXzg9aHXw0mbDX4WdGsH3Iae+kQ/rOaWS6edC6nr82kHjfKoh/UM
id+I4ia3Lh91LJSHZvi+H3wrhh1+Pfg2RKMJaNnZLzkedIv6eV5sCnEYjGd8arNau7b/kxB+9cku
SfCn0xfJDFy2Oj0SxRYG9eKACUbDOxzzLn8QChqBXzS5w7xk1Y++E64NKqdlpbg4jz2YFkNm+6PX
JiDauTcVP2UPCmD6o3BGH5/fzfLfuJsvZbwl6P+jyUee9a5qNomodjJ9KR2/JT9ARnKH4gWwCwbG
NZ6EB2N+T8UlYUOG7xu4oI2NaTNI21MV9ThDISCHNbi5gxmUFyLLo6CcjzhmgMc7OmhRsbw0B19S
bCVMJ2FYcnTkHUZ2WQKMHEPt99CjhpBsBIn93lQ3YdwcsAy68ZDF4U6qlyhzbllU7JotvoQhPZSZ
vQntfcmwNSAjXVkvC4fMedsCL5JCg5l2cjbjZgeL5QFti7Libk5H34TeSKco5LwBWgNngy0mypRL
l0J7QIyfZniHH5zTX1WIbqtobT9bqHTBmf7v+VCPFdAuNSvu4OQCVYv2G/di73bLH7pweMYtdA7g
D9lBznsXJt05QfOuUWh7OpJtDVxbpKpNzp2VdHEhobdnO43IQom6LZGBVpENiMBHgH/voyo/W3Hh
GZkCpMZaSbCXHjXbbEbBWAUXJRlYMf0IZQUrw+4U5/zb0DTPU2vdryr1FrY1e5YCQ3Wg55OgeFLO
9l2e3FI6fQB592+7sz3bUgR2sAsrVgaqkPtUaT8M6jyNNPX5yE5d2N1fn7oL72vewWCB8FcP5QCw
CKM4h7TQ0gKlx0drmzKyzYl5B7Xgw/VnXULRFyFq3sUABhpwPDyXQVSWW7vgz/kAoHc0QNdcr10Q
XN7+V8+YhWVAp+UQwu09MGR+LBHXhJkHHJC/SpAT0DXbwra/ERj5jeV0Ri/uv41sFny5Qbspi5w2
kNR87KrmoOfYM0X9KORaIWBpYJdp+Cm+p0lnw42MtUEBrP1E8zfCI7/JnGNH0r2oTS9hDdztFVyN
mLGxJ9zLXx/bUnFz3oaQqaapiyqEtQ1uebddMgH9Zw24VE/J6xjjljyP0RhIEvYgbaH5iTLfkE2H
J0Kwc8DwVvg8st9HePWvnBWW5uwsnEzQdCpAv9ugcQZ/MhqfiVx4uKO+5SN8lvuu3QjNWontC1my
NQsoMOIG3whnkqABk/BjMBP+C/jp+KbIFEFHZVpMe9aa1po31dLYZlHFYH2WFmBlBTwHSb0Eb4jq
2a8msQFo47rhOjgVVVq1krguDW4WZDregRw/kTIgNjjcvgXvSdjaddaNDnRhvdFyxDd3rI1pWgnP
C0Fz3kIwsVYfqaAAS7XxCR8qyFS1R+Pw2lxdWCXztgHTaicEZoCHxQi51egqsdfKZ57sL4nzIPbU
uGUgqCOZvr44FgpI8z6BjheFJdHsGXAjB1nE2iuEGgupnkHkKdSyyiuiofYjh26vP3Dhi83bBlIW
ywbODlWAewMoQC/niLp741PnqzWXrqVset47gH7CFnIWqwzKmJmwoKxsl0mI6phTlv6IPujt1CZi
b+a69YOILr3PhfHLydgao2BhDcxbCGghWh4bURGIkm60cdpC4LmvYPlAAah3nOmQypWW8oUd6Q9m
4lNQJaC/5ZoF1mhfo0vTa+CsGrud5BCYlBZKnS5Rhv56/ctdEq8vdiZzFkiMqQtxca0q5At99aTV
oe32WrGmNl56Z7O4wSKI4oiOb2Y1YE1AD0X1/pFoEBca2m08mHtzzalpaQnPYoYNMFDCQhhft1Dn
uppqe7do8wtvW1+T0C2VF+cNAppKxwbnuTrAiYkd805qMMFFl1upwsGzRkbBS0PfkywETKgYBEk/
8ovYLm7v+inbkfjFaIA4xZANxOeV2LKw8ubdBKOuSVANjTqA7cqhM+lbXdhenXWIx8Xkr569lx5z
+ftPU7KmE8sSUzVBB8rmK1X5kxxE/kHjOJu24J6ofVK11vh8fVIuLIB5ZwES4lDLs7RD59G+ky1M
kid8ze/6mr3KwmSZNxSg+6wzG5V0AURVwi3BVZQEqm24TF7//QvTfo4xmUQOjlyN3y/GV2UZTym/
wwbqhtM3FjOvTMnKvrX0nmYpR2o7kSJlKIOws8qfqBV6jqn399QmPoqzK/nxwmYybxgIC3TStc3U
BJwL4gmaAvAMK5K3Ggt7w+sQWE4Vbg3WosGJ5rvrb3DpC80CB0iCPdf1SQbllB+tCWbkka2APE7y
l+sPWHp1s3gxUtieqEjVwWRHZ71nKMRZ7Qv8mW03pCtxfCG2zkXgUxdNsUYjEWSCDkDMEtAO0zr6
t1c09zePU9mLkiQiGBv9punEXTrRw9AKuhJZFt7QXKrdEadCMxmpg9ipd10SHeEPtpdCPvDVAtnS
Iy5//ymqONYkoZvW6gBSvLpy6yh5yeE+4zW9Fp+mKsLFLg/zoEpi0BEL6XRQKXcw4tNjFIDQi11f
0LmWYVjwSiuIR0iJvtvr82NhCf8xef/006Z2EGEiChFog2FiC85Tn2n9b7zr/Kk34+4jSjnu4JQe
GytPXAix8xaXqotHhjy6DTRYzZaguFul7pFBO2dNfFwNTUtPmYUMK68mKKeyNijRi++hzv6QodOH
NDoE06r3df3x+vtb+rTk70/LCqvo0qloA5DUbhKcSXjf7JpUHLNurfF36Qg4F4GzkPU0BiAqKEU3
2ceBVzp7IUVUAF5e9ScAze9su3QgerHH9tEc+5xsNYdB5KHgD2BZAIcqs0SfZBO28NtXVUs310f/
p6/gi7SKzMJLA+auboZtE9SZ0zmoOAsdF/AyLJ+JMln3WNiiZ3h8GjnlDrAQtNsCzqnXTwrI8eZo
OhXaUxNDa+sj6qcpOkRo043AzmMbocqgsNrnKYzLWdZrD6HIojzoGv1haBt0DahwdIpToknaASEf
X5qZooHA+A8ClpXJulTI+5/gmyHpadgkglDqFYi6WqECO2rRMpSnUBcmFxBrV+9Ajoc1DhsUHNyH
Vt9yMUJZo4F1XpINHZwA+dmvSDTGv9X05hpxoZGiYxlByO0SyzfiLvUyExkECgWPBgDrAfYyZxd3
UbvypRfm+Z9c8VOc0KvKqNuMioBNwJ47Fk7H5QAtKnMzW6wadS3sJH++wqenENsorTSTaC0PsxuW
Bbgv+iVpyTdcgxqwj4dun5oJWmei91b7Eev4OVX8vbVasQNteU1F/Wf2fjGr/yzETz8DCTvMO8JC
uwWucycbqAFDTjqwMssbNtkfWgNkYFNmyH6h9fKrOG49ILUAkOt5tQ0TiVoykLzgrEPj7OH2svAT
Et52jWSewAHOdVj7fn0BLn2Wy4v89EttuJ5kOgV/u6fJNygZD6lmDK4NEadrO4l//SELHcvGXFUO
THzCswHmJ45JbS+9wbUO4QlAvgKqhop7uZPvhMX28EM8O7Fx41QCUOKqIG5P147eSyOdBdoOp8NI
y5IYDXvjj9ZKd3nZfh/q/gCV6vVhLk2+WS6WOBKNgq0TodJGqgPRq/zG6PmaffTChvRHi/rpS4W1
iso6SfJAdKafVXQHGkDu6hmkEQoNU8pcOeguZJRzLXmDVkz4ZkRVkMBjwIWhWOlpRXOIm2IlGV+a
DXMVOI2LsuZ6XAXD1EGei6Lnpq8axzPqHdLyl7qKI/S1WRvGut5NO3lftezDrOS9U44vg13LlcRw
ocvTmIvAQ7iXV2mGagwMIw4t9gK3lnybZVvp7FrRfMchJHcTtMjkClpQG0SnzN5fnytLb/kySz99
zTbKQNiEGW+Qhc22KdN3TsIHtSbwWZjrc+H3KDJF00jB9cRubhsjDoZMu8kr436o7TV7m8sO/UWM
m0u9W2hieUF1ELTi5ledZaem5r66bCET+ejhrJBLVD1Vw4+rVfSFE9Zc/p1oyuZyQL3T7DSYo+b3
2Qhm/VMF65hER/aEdpjKKFd2yKV3OIsXpoWwnOWYHGCfK9eOnH2VhImnCsd31nxylmbBLGJEqVHX
VoayD3KQdyeOTnHKNquNYEsjmOVWk17knWpRjKbhgA0w3deYZ1mm+SWsHv9lGutzlTjqz2YSh0UV
gH72y4xU6k6VNvlAC6+sk6+PF1DA/r1OzIqxltlYJ6oAy0KJo8zCXSOrXQkbq66cdquHrK8nlz4X
gU9xZaVovqyCwrB3pkkNFy1rMGvMn+0SNHuIe1Rb3Kq1N/d1ONfnau+oDgcF/9MKyaANB8TGz2gH
VFCznfSPfmjWVulltv5/lQI8+vf7g2W5JkjWVUGbJ3u9s+7Ty7gehl+KyV+w8XgoKMDLBtpwU8e6
bZtm7d5paXyzxCJO+snWLMyMrnWe9KrYtXD2KvSuhbmhdmLxygRcyK/1uV5bKCnCLqurgLSJHwo9
sNAnEHFrM4jqONjRq5abvpaKBnhggfq+4Uec7URRUBdkHtGj/DmsqYm/TgD0uYO7cBjAQkNdB6ah
HVFU3TXNtNbU+XW41fk8VEToG62spg54mHHP4pVHO/E0atWF8JG9y4TvcXFhQ4VkP1OSr+ijF/Zq
8KH/nj8UVElNwSI+qKT1LMaDRWJ3aPyqOKXopkORFulcR9AkRu5HXtQbO2U7dXG3WKt9LASAuQqc
Dw6sGBonR6IOD1WWdu8aS89h2X5wQYMonDYm/adcWJ+LwVG75YpzXDiXODBqZniAuOZGS+lmdTBf
R2R9Lgcfw7okzUjSwNQb6rZRdRHb4maL6ED6uddD8tIzLn//KbOYJojwdRLj7KPHmlvCaW6q9ec8
I+fVsvBCqJwrvKuqByEnGfCi+HROpx+J5YWOtcP09zSL3eHu6blLVmqDC9dZ+lzkPZpE8LDDw1iU
Ih2ccHMxllCztT+AlPUvq0wKcqxlcSxi47tRrbXOL73HWQGIiabIGNNxZkmjn8yc9hV6b2zR7Yli
m+ufail4sVmOAZxxFvdqgsQhCrPfcTHwnU6TaRMVUNHmvbYx2vQ95SHsLgbeeqGk7OINe7bT1x5c
dd8anAuUPCI3cTWupaYLNRkQ4f+eQUySjESljTQr5Buz6tItOM8QdjWwqiUSIq4aYlNlH2S7I3X4
GFbdMalqNHV3meODL2Nq5YPlxJbbmYPuKmf4aOQvRjSEiyLxaEpxdkn2uHLJ+F2Bbo7rL3NpUs4i
VRNP5QiXRWQKdnMwNVT2cYAGvcVzNPlCeX0sYDU8rp2SFmbHXD/eyAgOsVBpBXURlgegK4Xn8NC8
rVhyYzrTj+tj+jo/1OfacRg448WrsAoQg6eb1NbTA1WkOppl3v26/oiFFhV9LhCvUKktUHLHxabq
oN7mcJiPXN3hfocL+KY81U166rMSkkd7j9b971TX9kW4jdhDIXsvS7fMPEnWvKz8nMvy+iJhmQvJ
ez20jBFmskE4PsrCuOloddvXoCrLt6yNd4yRb8k0bCoUjpp6epZOfwMrvOsPX9hrnFmy5KSG6qrI
ws01EkxgIC4a331hhieOxJ9X8hFijhXlweJrn+VHtqP18Hip8KxKa+GtG1Fv6lJgSuMjGp79sDL3
KGQlrmxhJg/Q9MtUTeca5HXPtDLqtVLu4I17M+rR98nqXpHirVVrFjK3udk9rkRtiGNkETScuoPR
v4x8uuMDDnMgZZ5XC+wLTbQo1/4dZvK0jEjoZGUwjsZGL5MXyxKbqij9ztFvQlt6utl5hlR+NK0k
i0sjmwW2LnaKWq/LMqA62VFHl25tOcdRdNsIlor/usvPPeDhZ1iOhUOKgI98G3PuW0iKwGAHhHXa
X5+pC+FnrvBOnKwbYWZSBDZE2ySlP6JQ+kbTRO605m5ALt/hi5U4V2W3uJUgJI7KQIHvNhVemYf0
LsrM7oP2ldgMobnV2y7x0F8iPLNtQm80gIMFjHTbGBcGptjoEKi6CaN3o0BxRdm5dlMIPcJX3fWh
7ldqrdN96X1cvvinpAe68a5lQ58EwqgfBvhco7xyzKrsn4+H9uXJn55AQRNOcbeg3UonA7Xv4t0M
RpChhWgyF2PkZmSCUwEyYbpydFsIRnNRcpaVpLTNQbvNIQT2SMHuelJPLmrDmz6Fn25ZHbuuX1kZ
CxvNXG6cl8ComJWdBYVkzG+QTKHN2YLB1uH6fF3KdP6nITamIYmTJAv0tN46PIeBSBRtoxxN8+Y3
XZ21+r0qnlST3rR4ox1pUT4aT2gg+iEN+ZPK6Nv1H7I00FnQYXAlboqGpUEbG69KAzLdRps+Teq1
c9rC/vU/XTEoC1kVRRmc1tkugoFqR5PWRY1sR5vMkz3z+xF+2+ZrP3y3xaYkztao5fb66P7cgX61
ZmdJUM6rWIic4oABWARs2/ySBwmMl7vktYwM/Be9QWmob8sCEB60CI0i3lpyAi2we0RnVgcBo0ul
1A9oWr3g5WN+IZpQF8na1D2EFXu8/kMXJvdcI6bpqZ4qm+VB05ZexZwg4jhN2tLwTSc9yEpzi7Xz
0MIX/59EOo4FrtQw8zjOFq5dVs95zQ9duDKhlraxuSyaTGjSaI0yC3IJXz5A1frcc5jzahs0fRqr
WN4ou38Axl13a2eU/tDRfHP9LS5EvbmvO+zmVJ2LMQvSeLpL0tzxkSQ8haFteaDUJbvrT1nYNa1Z
5KsHYxwLU+EptEUdUUShV3GWH8gIKWaBvqF6TZu29KTLJ/wcYx14zfROhyhUh7cG9HvCycGZzE/W
kN9bffp2fUALJ4W5IloZOB0XcMQPWl1sNOdxAkhiNDs/gvEDcNePqXaBrq1UUC753Bcr0podI/O0
UASGYlnQDk686duq84oUrg7Xh7IgtdPn+uZmYK3sSZMGQzHYOuSWA7O9WJF7Yg8O4L+2sUdjDfOm
dNS9TGlwPs+Tk5AOnMcYSew7ZtPWAq0IvKxxkiChW4XYDV0XriS6C5AifS7SLAGGcfSBX864Fpin
aDveOUW/je0cVrtO3rlA0XHP0dt3OenqUI5icLVshAH1uAtLqEmiHsffMbd9DaQbO4yhyYWfm1Im
fCL7zvqGfiQbaYcBPnztlP/Wxa7PVT24fCztMcWstwg/1k5TnsNQmEENagZ8c26ZlRcnaY8r33Fp
Jc8yU11ImRW2TAN0pYwe1XDCllr/Bi/CEULdcmVzWoi61mx3KIsx5yycMFlM+2dRjwolqF0ss41Z
oFGrrl0Vaauik8tP/2Liz7XiGbAvhQ536MDMdzUAN2jW/4Wu9htBxUlS/Rz+cMo7va1uinjNQmUp
ZZ3rx/seNzZWKfJAE4JwtFPIG9vQPE2z2bbSxpvK6natzf0WZd/KYh9UPl5cNdujUSm0nDv2TnPo
gRchcRsHlJw4iSi0obBGGLOmueWldX993S5EurnwPEloyJ0qLQLF+t92o8vbXCV3g7L9FPDBS+fL
WqP7QvyZK87HuuGWHuIzZFH4zCN+wyHk8a6P4hKXv/rEs3hdQNSgYON4+X/3H6Ye7+NG/45eh5WN
Z2G6ziXXfCSiqibUY4caQD/0ohrgu+pojYc5YeWOnbaZ+uzu+lCWXtNsAYLrl4w0w7NMp4CPFDQQ
ZWOu7DcL+it0Ev69rwGICHDx0BdBLaH+HFX/iiI+xOlJAeBLcS6FtgUgE2C43tXqdlfpSeH3kYk+
8tZE56bzqlfRWjl14VQ312aXYdyNtqMXATo8S+ctSwGEbEAAgrlTq04oNmwFTJ3+4+y6luTU2e0T
UUVGugU6TndP8ETfUPbYlkAEkQVPfxY+N7P5m6bKl9u7atSA9OkLK4B8uFOCnXRLPt5+wQsfc46/
7kc+qDzv0e9AFE9t7czG7JAX7VQ65oFXRoHwnm8v9Rf+fGVfzjXd89iJrWa0swsxx8YC8LGApER+
8Aovee3dGOJ4rbEpUhtrDlwcjHFI/KyvXyqnBSF7FEg8jF4GTQW7Mo+BvMDTk1VUcE32yGOCe9xn
Bmls39a6U204aVByjW+wfSxoe7dW+TBSpr0WImnCGhUApPLVL8Wb9CSsBFKUXH1aQwmVB9iZhXoK
H5zbz72AZ9DnOFrHAduCskZctMR77BvrMyfVqeoijL2SS8fYXq+on3vRO7RSL6oqv/1ry2OOse3s
wjRrgtsybXkoK/0ISMNGcwpIR/GVy2upYzYHuzf6COFnG905nlS/Eo/8qXTyUNTsWXQ27AxFgMKx
MSX03gbf7o/V0XLSO2ZVLznF20jVQxflP7w6XWkWLo3G5uD4NIOLZ17hVGeu7tfWM5we76gjwsT7
UVhk4+YA5zxOgktwlPEjAey8TA/96lxkCh7XNvkUyb4ky9RkcdaVGg5UpD6SDgHLoM89bhAoakM9
JfXJ1MF3wepeBTgtBbK5Gj/Uv12rRb5/Sct4V6JN3LZbMydbCh5to5d3I7X3VqrLAEwxGGnZu6bO
d2nXh5AD3OS8XNnoC7fnHGmfu07RDU2MR2/1964U77ljAGoyxoGhwTSL2e3L7RO1cMFZs1tBoyZo
uwmatENdad8Yt+OQ106FgZf8eXuFhcTPml0NALeamtFgEyWNue0a7aeb1DB/1dUnNM7+aYm5pPfA
7RQMXVtcRuuTFpDVttgH9GheVw//UnNnjgEvDVF6peeIi23Gm6hyIY8+nBvR+yZMmcf202RIrqqD
+eAlfCN76622223uet8MuFQa3ub2cy5NCufAcNTaCUmgVwIssfzWdvWdAoNVleOHNNF7JcbZVGqr
a+WzTcW66cbCHpnbIURZ7XGzMwUGFm0WjAAYdFnyUafeSmaycHH+zXW/nHMDd6WqWw9PxTK/IZ9N
bJwABvRrPuBdx99XGfGL72+224G/NptSUmBBddzKzDtI19xDTOdCUtiJ1MQ6M5LuDNM7Gtqv9UA2
/fkrgWwOAWcmgE/oIwsIsHYfkjreGflwHkKIuNpkcVc/OTXqRhpD45tgQGq04tm26VoUn+rwK6vP
8dldz6o4rmpxES7xa+9tajt4PQ1t+gb/tl1WANOEqHLncVz7lg2Cocqcbb0m9LAQyuY47L4bpRln
aA/o3Nkws75L6myjmewh09zQy1fi2ELHYw6+9hAD4jJGj2pk3baSxanBISVSe3Jg2mObGq6qxr2z
nXLtrl74pn8jxZdNm6SkLdup65EpFfQQe99Z2S9ejR+d4DkQ3/SJuMW+imSFLZ1DZFFD6+92GFg4
L3PsdQWdUIi0oMNblV7o1vzseG0YVxDcM+7R9A1Xw97SS51dwBaw3VoKnOVFiOGlrNVDwYJcQRqb
kgSPlRtHYRq71XOytNy0gb+8UjAjNQ5Tl+RiGg0QY1GBNVK6KaHgVkm4gokG+oh9rzZaGa1sm6Xe
5lx+OytpCt9rNaV1NGSlGY5xCb5EcZxwisIsfCLYjvTRoVsbwS5E07+x6ctTErtWelt0aJ9X6WSi
7e1Gz/jugipwe3csvcXZfeuCjdnbrQ50TJaLbS0h8lkkv90B0jIm7CZSvfCbBOQYdAhWqtilsDoH
VJeThHRLLYGMW9yPjqg3PUlCzRlP01hZlrTAd8vhv9D+8KzmJMiqRNlCijgHWnttB2g4w8qVx/Zx
3OYfGOIPaELqTUggDu0zy019aG5UvlnVle/R0Vx5zwt5zRxa3edxobkdMqdG0t9oUG5imx4J7X6t
gpCWmj36rC/tsspxHJcDoNP2IohlHx9ab+fA0rbQIQ3StmUXZEbh7Uzl3fPe8xkESzZ9Pmwgq//o
2U0RlKJzTo3qAkxNvRyuxVsUoZUGaSTC3MfbO27x+09b/cuWLuwhruwETSkjLVLfUKgjcw0dN56W
UPwQQORuE+fAmc22EvWEn5geRFVuL75wvcxB2lZjOskAhzvMReM9oe4HEdp9nLsP1qh+rkoOLBza
OS7bGXo4YFmgd1Cme/dR55KHuk3TbcXNtXbi0oOY/32JFDTkEkBNcBzF0bUq3R9iICBhBNCBRxTA
VOv99gtbuD3myt4VMKt2DqtAgB+iTelJqF5Vp66hP2Fdc3CRkax2KZZOyCwSYWzk1KJEI6Rw0H+M
qoBB7ckVw8PqBXX1WSw6B2eTqqWuyVztHJvdN9gmK5BEtJPKdjEUe6P6G/SlVvb40krTv3/Z4qTu
S81LI+3c1k57qDIIk3Fm6aHeO85TDKNMzFMAY2GSrcFCr+4HPNv0719W9EbodcthZBentbdtZv+s
DO9XVxnFtkwGSGm+394OVz8SlpnFmIxZ0LjqWHxJ7U1dDE+yHgbfwyTXp2tz/qUlZuGBGJXENhAx
BBk832irx8Ft/zDAAuGSujZYW1pjlqpIlWZNGoMHArbXGAI75EFvSPtNvQo+1Gnv7W+/ratxAG9r
lqIAx0N609OTSwoArdGodqdG1wkHna9JG17PSLDELA6wqkukJdHOiqDN5gEolWb52XDEPYr+MOrL
Dy6sjW6oy+opWnqoKcX9stOyEuzZ0qyRd6V858m083XD9bMiW3Pnvl4+45lmkYAPEtjmAgVQUvSH
MStdWDJNsEXnGI166AHP7lV4UDIEAITt8JLxE0bzx0Ro86ui2jpMAyJlbfC1sFfmgGsuVesweL5c
CI/8Me6gTckYLEIKZ9OuVT1La8zihWvA7tgGmwZqWBrLA5MMJhTMAM4Iy2YaEpqlVnv/cgVadI65
JlbWu6glk+l5MADiD1qdnaSZ7qCsB6W0lQi49ETTv3/ZJTlSSh03bXLJWY0429CnUhXvljDuIFV4
+3QthLw56joH8181pvn/gWKotDvDtR+yBEKM1A1WE/Dr3FW8r1ms6DCw1ih34stolxc7NvwcDtQd
BpIxKXfMOGS59Us5yT4aoO4ouuIwtk2x57bbbXh1B6lIV/s+MADBeQmyXufe80JaK7XdwlkkswDj
SfDZhpzjW7rw6EoBgIClOEUV0u5uv+OlBWbhZegGLmsdOCg4oQGyrO4MgboOwOHbf/66TDJe7iyY
eJU+VkRHiwXWX/HRACKHGhC4rauNycSWeKUvkjLagjocStRVsAeH+GhxVyk9WPkFSxt1Fmw0z068
JpHi4pmegJFHth0ScpejV+u49QYub2+NlDSAzDf3O6N4q4rIlzHUo2oUnd6n1qHXTVCa3f4515N4
i85x1B0ZIWsxAPIxVsXWBQudDd4x4o9mCqXJcuOoJ+dENeNRqd5XJN5KM9uaRbbXRHdX2+YxszJf
H4jf5Y8JSv4eTWmhybXm0PRZ/qc5hF83i1NmFXtOUuHXEQduWzaMB2L3ANOnwMsutWmhzwlDaR2S
6TkGt9baqtNuvrbqLLdp+wJAbytJLyZwaRKmB9VdzcWjPRRA5KUcthdAaEPeqvE5asuDMCwcN6/O
fnrghe/zwnBXsBvXSxc8/yyqwQiyUgLAoktawB+eygficRlksRs2hrdvYbzroP4SqQ6uvQZTHhId
bu+LhXM4R2IbZlp0ZVagFYmBpJV0p7YwfyTwvbz956/PbvBgsyCnd6IXjiPEZWCIVbVW/DFtKNXq
oz+kXb5hUYpile6ge/o+tvZvmf6GC2oDe0ITvPzNyo9Y2l2zaEYt2OhMZj4X5hTS79TGy6I/8DY9
FhG+rTtme7OxT0oDbA/Wxm1mrJ2663McPP4szMW875vUQ8ah7NeuOQ/lHjAIqDCm0IE0AjOuH0f4
GE947FZL33SlhUozP2HT+pqZ6cvtx7/aicFvmIVCpgwIZjs0uZRQBnN6e6ulTmhOXtIleTTGfI9W
yWU141i4POeY7N7OCBtbdAU7mKzUvDCB9tL3caJgvcKLGmMB6OXcfrC/+IQr53cOztabzLFA9EI+
54LVlTCdb4ah2QJMDcs1wflpcKsmzOIoVLZU/jhE+mvRovNUQFzcFu0lJfKE9syhNf9YDkSni8iF
irKAEaqHu+gOQemFAXLxjWvgZExOG8p27jPP2LQQdGaQuDr0jtAPacqzDaGTHBRwdBN3A3t+q0rM
vWlSiD1MzlOfJeO5ye1900Fi0XbUya7WDvHii5iFT88aR5pWJTr7NN/WY9c+5DbEdgV0Z4qR/6pS
IBzKIg0opom9NVYhc6gTlsDivA2de7TYqzHWB66TJ1DJn9umyTYD/FnPTKPFRrr93nG8xgfc8dJO
9wGho49EfeOK9ltB+ndqDfvYcu/dsRd7IqwTQAB3OmrQvUCT3Y4M+APoAXetR1xud7xt3S23m+8w
7bZWwth1KpWF2cV/00Led8MAI+Pk0lB10bwO4tJ5GbnfoiKjb2WRVT7rKnUq2uFDjpl17uF5+pl6
oo6CCKYmJPTi/jHGUZWBGPVmD2tTXNRNpL2yTmSoE1J4nUSWeSRD+dOIjKcSmjc+KLfN70IvvgmR
qZVHWaq85orpgMFVY6LS+NIk3UOuttONDMTBljZGkHTed8CIB58LdYDS4+2DtJCqzCH3ZtvFWStj
5NQOgj8TgAPyezB2w9WosLTCdP18ydrb3gYsvUAdMiTZQRvcrQesHcw69o63ZhmzEHjmyHpUOqol
joZSx5ZHNMRgQzeGeg5Bc8LgL6Y/3n5X17EfFp0D7J1US3SXZPGlLaAQBmXAXawAzB0JlBgGiuBt
n1znNGRwdaXwzCyyAShl9DFuLz+d6Gshb3ahWDiDI4eNIGbMPWqRIaDMfo09696W2ROMAlbhtNcB
r3jO2bXhQVdbsZbGF0nHXTYAI6oT33OLoH+0aPIOiKYJVU4GuI9AusAI/4HM8kwru/aBt9oCu/kG
HemVUL/0cWfJtO4YvQcJRtTKcbslPbvEnX6ntdaxtqrAWlNJvI58QRSZrtAv29Rp4y6nLWjDPGPB
4E7q80nywrrW7/PkiGi4nQLZoNvcn8xildgrteHOuxb/MfpjP3YH23ED0/u8/bGXqpg55D23BgLM
LSZfOX8yo/g05hYogmyb18l+AJLNJs55qmeMwnzOI/1gG+SiyTUX0YWXPsej96Y0K60dkovbtc/O
EL8nSQe1oo48q9x4Wgf2L6Rnziw4pGWZiLTEW0+cEhBSgKTHDaf5vTnyV5oCpaxT5KaYFkxTv4O0
1NvK650OzZXDNMenewO1+ySbwMDscZDybTCdew+bq9XYpciS50SvHysVv1Zj+7sby/vcArnq9tr2
0kPPctJkdHvgqTVg46sfBgHR323hMQwxMgivX2TceEAqQj7TRWnMkDBkkU18cBDRXOFnOzM3Jvlp
1NGBxNlGpa0BYgkUrLRWhrUXHc1OQ6UC15Md1uguvdb6YIFlDSDcETKBF6oEJjaA39VGcYlc/adt
dkgJ24MAscWXrlftC+mkPkDu8NHlXdBFT7efe/qm1175LH71BApVTWuUlxJmkL4VkaNBxY/VHuJU
Vlz787Og5XrgeFsUYoLWALFsHaJqeMXFShBa+uPzIATFb17mqry4iVPDJNc5eFqxshenCHPlh89B
3GMHRKHZDNBTM+ofUJi94xA1K/m4cyPb9OtEf7YxXReAR61swKUFZylj5kGnpvcg4AZoG1pMdGPA
epPrIWfDQUtJCCmb7SrfdyGSzFHYbdRkXdRF5cUrejeAy5AMcL7C2HMhsTZtUytT0Urr6i9G7tqr
nNfSaWrr5gjFOS2j2Q9I7P1psmEzmH21hQgicm8hxdGxcUJ0BYQ2fL8/yzwetk1sJUEJYJVS+oB5
YdbuO0rh8VGOIK9EvweRD4/wAo0C4ujeScCDVnn4DwsKmbkS1t4Z3Kdcr4BeiYuXvM9pQNM2qn1A
X91tpGojjNvi2+1z9FdS8tpTzoImmtZR5NRFeamEs0ONAtp4tfdy9zJmdO9VovU1D27paO3w2t1S
HR6ymEi0DvcL94dufJN6g6cd49e0MgNBbLWJcvEp/jGlnPPOal7ZBvRIJbhMAyru78J5nWQBVhnG
C3nQnOwiYifpjLyTF9OxIB5kN0c36wFvEdVewIPJKNEzXWMWLfXO5vh4TNm6VKlBwgpXHLxyDCNR
vIG8jbFbtjGrbq+D+8D7OARBLUwV2opA/Vg4r1Ez7iTlUKU2ggi6hEwlUHL5SQgsoVBiiufbm2Fp
sPH3kvmSt/QFiwZdQNeXKf5dwRM9bz4yyAyJHjjpmGwMje1KyEJYneZX7EGSY/tZDDGA/kQE/1pG
zNH3LqyZ4X8BBc46js9Ee7UNuUcC/rZaRSyEkTmknkGLoKtdXB5UPYj+xGsb3blJx1EPrFXd9qVe
3BxAn1OJGCyh2Kmn7AQ11nvAGV6TKvmtIP/rGM0zyZpNIUGgLfofICSvfMPpBrxyoOdY+rQSsQJP
Fg+XTK3I+DuB8j0ky35PnViPql9gBoIBXe4I0lGJTiFwbP+49CxiCuUW0Bah5QWGIbD4fDULfct1
APpJ6bUbhsMEf7Ac2UJth40Vb0sMUDVQR28vv3CtzuHdltVl4Cyk1cV26KZ1xV1a5L9u/+m/iNRr
L3Va88vB4I5qKo2x6gIAtXGAHUO6HyIG4voTChm7tKKgHb+T4UjbofPtKt0nZX+HRvkruLy6X0CO
ZVOqrAYlv3ADyPEkQVWSp1K0j1QPWZeec4u727r/x17dHPdtDJqBPc5AGqAijOI34YZRW7+kWaF8
aQwbU8gfqzjUvwfz2tuZtuKXt+N0I+yuPVIAZd4M7wNYXMLnWZRsWurFd5N2cdRwFZDOqHypNTC0
Kcz8bGX2uWsg1Sel3YGUqn/LPG+imJRhb9H8TgMAyk8qop7cvGkDGXsQ1jUKIxBGlO1EmgzPTTXc
t5LedyTCnRB7T1ZSpUEh5BjUlIoT5uYALwrZhlUtyS6GNMqu6nuyzYj5wwHJYm8L9qIPCh7Zt3fK
0qmfg7ehBwsRGCYkZOLY3rQ80Mq7J1pZLybubE4twOOGR6fda6UeUoizryy7sPnniG7itMzW9Bz3
ZK3dEwhmWC700zaSfRZPPRMbHYbfg63uyligu6Dgiya5HzfJyghk4Rr9e26+7AAYPgGV6xby0kXj
XmPdRQ6HMqG7aBBPtVV+JlW1W3nSaVNd2Wxz+PYweG4TZZBgtHvtpRuNCEZqdOuNUxkNyROSwSkP
ihWJBf1H8EgatGUHw3i4vfpCtjvHdtfxqFmKQ2t1AM3Ah/nvA+aoyIROLENsi2DJUtP8rfrXHt5c
CNy1rapJM4gOevofx7LurdQ65hY72g06prW4c5P0tZKpvypwudBgmxMoagGOjDOkEhDy9rUdyFPm
wEnd1Tarhht/yU1XPuCcQWFJjHIymWGJrAiKFlJkCYbWUSUebAqjJ0IudQTNdi3dAER/70ZPed89
ubXtbRoc/+2A4t2vTHOXp/ZTXsgjrjKzaU4khVyV6NF7z5mfCnrO5WOVe0HNs19t5v5AmpSunLaF
4nNO24qbLrGNCknpkEbvkcbOkW588mZNgnzhG8y5WS3oMl3rtlAOrNAbt/k7rs97q9XhZ3m4vY0X
EqA5V9rqiNUUFY7raL4mbvorr9vd0FY/y9QJVrOsv7Hnyoee8wTsrjdaHTYeFy2uyV7TiXlxojTz
W85/piySpzgHxi1AqyCo7Kx+orlm7mTqkdHnANtt4VrI0UTI0l0f4VcJMzlWrHnXCsPxbU8z3/Mh
to5eKYY9qqwyNLFCUHieG8I0Z426tPAx5nQD28KrchLomdZUf+AsvXcZ8D41MGvrwkoL0XPOKdA7
WWlukaOFwhIOaCtNYDv9moyHqh5/tqP1jTemRJU5wo2w1D9iijuu6e5Zb52sUn+UbXpo4YgKIejS
h3jAsLLNF37WHI1MLE1hOqPg1gQ/3G5w3/JuuDBRCl/rzCdoi8DMYVX3dOk9T1v1yw0iOzSxmqIu
Llz3fimt+cbrDXKkHTTitoMYh0A3/YifSvZbwmpPxO6xMrZNdR6V9O1MrGhpL/2K6d+//AqDJhCJ
y6ASxwvrUTjFJs7txC/ByPw3kV+L/h3xflliyG2aDjCRuJh2cdeX5n2i+BuQvspv88fbx3vhw/0d
on9ZQoeouSl7UIZNK2/9yjhRgM20Sn2vq+yjECpovSq8vdTSZHquFK+zAYN/BepuRlIotTrnnD/o
im3iJg0LLb0TkpzKPv3uOfLDkd4LpuRn1+Lok+KwAke3vf07ljL0OfOBOnnOsYGyS07okUKp0x8j
i26RkDIcDIhReEwMoYrKPVPVgWEs6XPZPigMWIHk5vumQXMTiaUG+E7s7Rpu+toYlT7oYvCNzZP4
GYYb8YkwLRQNupzj+HL7ly/E4r+J5JePldeOXdkVuJE4vh8wtg6MvAwxSbyMDrP9VfTy0p6YNR0d
dzBqTLQy+EQAHWa/SHh3NflFj3uMlKHe1zv07fYDLaXAc/5EV8AyoYpbIG5wL4aC0CfFqN/28FjX
/xRJdCRRu89gf6TV+WZ0858r6y5cy3MKA9ejtOzA3b1kDtuNsghbZtCQahZEiuz4noxwvm1zA7a/
nXZCU2mvSGP6XM+E7/bptlHDh6PBRXjl5yzkinO6Q5JWnlc5EMKddEhR92/GYgiRGsrmCO+IEAJa
EwnYycZtHH8qq9/ndbxt+JvEpD9TfZCUzQ6d09VW1xKGZi4y38MYytWMKr30EZG+YcoPaMiAzKD4
tijj3y7k0n0zNcpNg0MTsB5uDtIp3iASKgAhWyPQLv6MeS09usWQCVAcINrvWD+16Nhi3odSaBji
wBzZbiK9I9x2ht+fJoWp1XT677zrSkYy5z3Eoxp1zVUpEjdki27MIhwwney7umkPTtVQv2HqtyVp
nQV2qtkQtfJqv014vc/KNj5VnuluFXhVu6hKSGA4On+wXNg7DK2OUh4mm/DBioy9RI6wLRo92UbA
QZmQhajyJjSHsQdSKbK2PZXpJqeQ1PPjsrH3IMSgZd8UUJK1x+GFa3m2rRJV2DDNLqQKgEFGKGpV
Dz9nlkrzWcTQlwsUAE5diEpbO5vRCN2CNAOWWq8lRNrgZ7zDSErCaIKPHvEJd9IDzKiMHO+5dKN3
uzWybzawoHAEj7n5Ssx6eEA33zx4xAJTXPfkg0poviKrtHCz6uZ/b1YGha0GyhjRWTD5oOXtnebE
G9udFJxQrd0+cgsxbs4F4Z4uFOCm2hmmx8aJwORqqwjmy55ub2uzGPxSlG1AEuqu3X5T9Ly2oWZR
NalKQ8cwE5p/uhv7Dj5Vp9JP/IYHOmp3hW1vRa1/ZLb9tDqauv4iAWr774u0xwobIMVDQniNopHj
NkgcUEAJkNJDYrrRyge7fi+RuZA/H1HnUs5BETHEm2IozHqJaV6+sRvytD4cvv7NyJwXgq5y1ws+
0LM+OttKJGfXcQ+VR46do2LfNXGFQ1j29v5YenXTv3+5as3WwOlMTXrm7uDnZl+GA/OgOQzAUkgM
urILl17cdD19WcU1TZMQQyNnzYEer8TuzssYXqq2zyP+gOizNnpbWmgWSC1wT4zW68jZZjqDU5XD
1GlgbvpHdpEBI+5CbqsoXUOMXL9dyZwr0uQa1zI3oee0snoERS4hWQGVstL2pV1DQf72N1raD7M4
IUbLFSWv4IDSlHc5bY6xOfokTl7spHsiI0Ahabp2eqe/+b+nl8wl+ousHDPdwFpEDduRsG2Usti3
hPZJUnLv6q5vUuPASIMYq98BW7tb1XhYSJLInEOi2hGCb13BIVCG5gfNIJIm/AQWrMqg6NxBUjzP
FHR3XBFwDdnsard24RDM6SJuzlKohtkwPYKmZ9E9SYj2Qm5h9e9fT3vIXJR/cHNDDbXLLtJ4tVsz
hOyB8JmrnicujJ5GD63VQ4x6FWtzPQSTOV2EFTSD53yqnRUA1aToZJijDWcWSHNjuUMk2ST4P/BE
5/QUd6RcaaEsFD6EzIJJ27tcwPCOXax2ePfgAWJZZ3vM0YFs+p3CU6PKIoGwuga28cSDrIb6dDUT
Ghdsk0X1eUzXnHKn835lG895JkK4KTPbnF2ypNZ9nmgumjiwfbh9IBeAagBW/DeeFZ3iptSJdnba
AaWc3LrQj/fqbaQdnBbLpCihsrG/L4l2SYCxX50DLu0k678Le01sl6Aa4KaLD5GjApjNf1p29Gy1
j+0kALldlU5eiG1zWX80WGkvDBNawVUFYDeQUVCKv1Ncvd5+hwtTdoT//z4KgcYTnAkorKF5i8nu
wQA+vC/1B6b1l84Fh1hvvkduOMDFbTBOcJYO0h5a4gpMj6IHyDilYGhC9P04eQUfM2GgMeE+3P5x
C0BRWCT898cJi8mkQGJ8RovgHWL/UDyFOFEmjkkZqzDTIcmvuakMoRv94Zips7297sL1NWeSwPDU
ihxsrgunXVhnPhl20oPteU2657HsN7dXWSg3yJwSYmelxTqzxzKIOR2RLyYrtqwBrto7Om0GVIEp
i6BpW+hqNA+gng9AgAOtMWhQMR1+rPyKac9eOaPe9BK+JAWNxeAoPTAOUqJM/GTgAR3yO1gI/jTi
ctuw7KHzxh9urJm+6KugEcaxgejAal9/4VqdE0OolRHH7mV8YeXPxvk1xD95vu07Hrb2Ic73t59y
AeBA5iwQIlmSFzFWsazfdl7DIVxg/PZtrPQ9zOu3eQWsTG1tIWMaql9uTe+NorkAUHCnMzMPYZhz
3/SG6dO23mvwUYcWVWecRugh3P59CwFlTiLRjDbmlQFysMXUviugeCQCh39Q/bl0Mn/soe4nVjb3
32b9tQ8+C16y82BLZWj44E2f+zGIZP4gfhAm0NtJGzAo0x9G/mxDPdSHxtOLFA0LJt3wekTpX9co
/+EzI/rhXhMAe7hl8tzILNQ7auxLBzq+kGaQd+guhH01+hbQ935h6ECnM0xHTK9fI34u7ZtZOqYZ
2DSlTWDCOBYocLUPSxuPucP+NBIqMKWhdqvhfvGkzoKkXgI7oAmDTVThfR2hEE3g+I6KQ7YQt068
/pVaTqCd8ZEyUcDRhP9qNHAD1viaC/fonHJCWzif9AbWB2ICZzQfPyy+KrCzkKbMOSZJn2kKhsTs
wlzjj+hzmPtsOE572eehioc8yMF0zTiUHNeGhwuX2twOwNBMWWUKCcpYZa+R3bz0EWuCGhTG26dp
SnSu7PA5v4AYedVnesdgKkRBQWITtmPrtdoRsO2VA7sAHidzRoHD8tJlsM24oKl47jpwm42Bb3si
H21T3pdIXa3IgumO96eu1XMZA3zRpZ/TtZnVcCSG45ywwnZNmXzhMMwV/gmagy5Ah0j5HBUmun2I
RgCZRyv+5pX5PquAbGnVyqMvvd151pWX8EHWLXqOpHcyknpr9tFOFcbTej9waUvOQhSlfQJ+g0HP
RR52mjyzIfmRtXUYg9EkALGwqXPXp8Y3J/l5e8csxF93FkwMYPp50aPWB2Wpgtiv2GRZs3US2gbV
WL4UIwFQASKbGxKtYZIWPtkc0aYa7hh6b5Gz5eQimCxraUkvbg6VxdpotzHXJwOn4PbzLeDsyZzr
MI6w5bFkgRrZSJ7aIvkGJY2XvOv3zWDQbV1BP8bV7Lsu+Q197B3G4GerhaoLe7m9/sLDurNEDrwB
MSSjpOgGtqFZfRLOTikQMFxrdx6rgCBt16YWC0vNGQ4AQ2cRmFDYOx4Lq3xHf8Ql5Lyd4Ylpctd3
7lrbYSl1nnMXEioxG40UPePGO0sMAgv1U5lVMHxPRe6rBkY/vAgxLwV8FjqB71niHaBz/Fiz4XeR
umfCxWcJzCwcKlgWT8Jl/9Ygm1PFTK7MuGpcdJNADNLKPExL6H+ArPcwRYO4tlameQtxfE6f8PAx
U5tr9Mxa9VRp+jtLx2kw8E97Zk6aUFoqLdYS9N9s7Y4CB+AScScRSLXMeBgj72EVD7Bwvc5ZEgQ2
jpkm0QGOhkzfNNBBg4e7Zq2cvYV4OZft79UAWg0fozNHGSfi+FsUc9i9wHsLBosrN97Sl5jFrzFJ
81i1Q3T22nI7GfUR5Y1+js2+8hBLpZgzS4GGuAf6AR41Z9htYKDfUBg6v/aOcUei/rEk1SO4qVmg
D7Dh7os1FfalsDWXmc9MAU8x2YMokFW7qIlkoFQZxmi6ZV7dbxTnv2tP15CKZnagDVV1Z9vVn0aY
qZ/U/9g2nTMXBicehw4493OHbgn1E8OQl3JEGQ4z2czdjKmQb//H2ZUtya0i0S9ShJAQoFfVvqgX
u912+4Xwqh2taPv6OeUnX6ZVivDTxNw7UzQIkiTzLD5kJNRKhr5UgTNhxjItZjtvCgGV0eSxdotd
31XAcBUHnjgVKptFeOOvJ3kPneJ0v3oM/uCc3smbTM17kMhV1qcpWLE9/MPQsXjwE9hqt87cbiql
n1COvmhGf+Vztoks8c0p42yLsl23Sy0Z+Gw+R3O1a6NmT9i3nAm5iTOockMNHRUDUPxBvCHE3w28
snbQjT51TrTLKhkUvIPWcY7I7HvW29h21cqxWEB0CZOWIRnhmlUuTBZsazhEfPhSiUyd/QEV1kBZ
6gQmLN0BIABBhg4BEv5a/ZXUyREe4cmBMdvbcFmfxpsfdGzHzme8ZFzoqkV2Um1rIaoLqLXJNgKo
9tjrvD/XABxuYHaYbjVJp3MRzTAFAEUpCew4yQ4kgwbo/fC4kLKYUPF2nEF5bzMRRqUDn5EbpBo0
WphabvtBbtwxgkA0D1efIAvXqin+jxAJvQ+OazXP9mwQn4msDiTB4w7g430zels+sZUEc6H8Qm9B
7q+KRFxgkee8RTKWe5AmutUjAss++446uiRdCWhLgxhZbM9cp8FH9sOxEMfbrTKWybGyxm0yq5fe
d073v9LSsrn/nQtLndZtCYZpnenMI7pzLXbAbgO0EHz73Nu1KVlTSl0ay7gERJMQHQOZFLYp7FM9
IOwvc/PUDXwP3Lc6ANNtb2A+0mbboZy+DRzMmiGim1mN7KWnI9t41fNYUBA+JrGhas2adOHPMtkG
cVK3ZZ8LERLXukIDtwmk1ifd12+3rZP4+nm1lrR0JoxaFnVlMZZo6IbwQthAXf8LmvYfbzupsKZn
15JH3+/Be1q7FJeGu934f23UgsLUnd1S+CSiP7Q97RNNjkQOe9wYWeCV6S23PazG5z/5yDvx2eQR
6JlHSa6RRUSozG7cm/1BX7RgYo+wBbPhDSaazg4YgATQ2am2jMVfMq+9iY2gqgMAsASjw0u+dBwU
AE6eZFttZ7ufN54F8TZOm8dc2XJ7q0bO3gVyxQk4wD3gdKV9HKQvNlIkPxsv300x9tisqgBQg11S
zh8dqsogktDOhJ/6m+8RPLmnKt5AvhruM1W7y5PkqjwG3MvcHVg89wFYFgi5rTq2rXjuNEAEDhRh
8I/hQps56kpIkW5gY/p6/xwuHHfXOO4wYtBALqUs5C66dBaBBk/VvgBgc+xBB2z74sP9cZY2u3He
M93WM9UMxCTgM8M2F9YmvxkNpSSm2zgGtstHceIEob5o5dgvpH4mELtE2zZzSU0wovcLvaQPtI63
q5KCC+tmImWdfkhlBCUIPMHpk1/50Ybq59mtnE0Ocl4wR6za3V+5pW6OKcWfth0wIGJ2Qj3N6hBF
c/NZjSDfR76b7GYqm60TIS55OhiZgHLQC4V3WCAqvbJFbqf2vdNlZLjcyZLOkY4TTl31a8D7wqbk
arnZy+qLZqkzZwLMo9lDMgsJitDpmz2fInkYPBgaqAAOKql9KPS0ZQ1ydgVhwu3kwpUKOHe7l480
F3vowa9hI5e+6i2g/RW4ulnGqooTJ8wrIqFZ5DzksvmStm89GjiB8pW79lFv+/6dRTUR486oIP2T
SBK21aZ3N1GbBb2s4KNUJS9SKkjIgJsp2X7uSwi18P005uA55mtqlUuVWxNPXmno1PQ0dkLb07tJ
yS94q8OeVYKy6mxSn4KDHkHNIkmCqfHPc1t8ZQzth45ubMiB3d/ZCxvLJN7kEorBKa2cUIHMg0LP
ExZ8X4DEjY7asNYMXRrESJqapBQ+0jESeg4MZGhSOB/LdEh3nebeBVo5/UpytvBWNvk0jSNYE2VY
0MS2kfvDiySP47Uy1VIsM6InrHNLQkFOBOSGPpGmu9CMfRaQtv63D2EkSKr2E3+iDUJlDqOdrnuJ
puQ3un0Xb1ipvCztNxOUr4XdjjCy8sI6wo5H7rehRXJokF/yTOxpPB2txs6CwXdfZ/umGpRvKggX
ADW+y/OVnHNhK5igfaDZyNTPnRf2qjkXo7dhWQVFtf4BMfP+Qi7Ejz9F8b/iR5bNHVRCJ0hzZNUn
hkyx6efTYKFHQEXx7PnDykyW7gRT/L+E1w3ehYUXDr1ocpSwaLdPIei2Eaz+jqec/iisG+cg6+Yg
1fxHpctsT2Ux+QFR4Gj823SNs5WjEu2Ndo6PCrVb6EaGNp6OSFV0yDS8tmm8UvFaYDmLP7vqr3Wd
VN+UJFMYyLU3SVP/bjrvanG8f0TafnTn/GeT+s9WlIMwOG0ayEwFbZ3C+bUMCe8vfRN/IBY73p/1
wmE08fNAofEKeCcnZD3grySxfpGZHaDAc//nF5JnExZfdkNiy0i5YTOrk2KAuBfjZag+xPUPxsnP
uJ/CVWTiQtD6U2j5a13dZhaFPdQ0dPGQD+AGd2Zqfro/j6WzYJS2+96ZUSkpKUp7+XPTdbvRG19t
Wu2kp3+sKrYunQQTuu6JroJJRE/DiUPhT0Gr9cY0ZBJQaMLHrRiAuLSzaecNzVa45AkKjxUcnr3X
+7Nc+Fom44b5gBBDVpeHfs33Y3kzKoN2S4x6bw10diArBmu97m2GOP3K/ljIpE3MvD+ARGSDixFm
NfvQMO/Nkf43NPE+QHq/C6hk51tT7f7sFra6CYgXMN9yYqvhoUqLKvCYfqR285pCP+L+7y9VT02A
+2j5KBhC9DBsub9tAPuXFt1xBA/pzNsmxTEmaHDNe0bI4f6QC5eAKdfPfAHxQEHggOONHxVvdjkC
A7H9J79oVy67pVUzbmv4xfvzmGEIMcl+C0evz7eyJFoPeuWzLM3B+W+aOqcAwEiJAdjtPS3j4qJc
vQHO2IP58soYS0VPE5o9uMgO45Th28dAnBDGdg7b6XZ8dnNebHrys4CEbA2XyDIfyIuLiLgZaB1q
z7+KCu4+7c2Gu0W/h0A61r02gCTsWEffipoENxzRtmPNt2ms7Z1H+gZ0i+GlyZvt0LoBfiwAaOr+
B1+qGttGIKI9PKmgMo8D09Zkw5TqgqKKoXTH4L9dIRq4PLuoFk3qAfXcvCHsYKdkzf3oD8v5/zN9
bqK/i8qGbx/VqEfGQ3sYSPuqIIciIDfsjTrIYtzGE6maM+ys7GCAjeoRQhob3O17xpl9mEf9VXTj
Ph1o4NnFtizjc491ipwUTlt+r6B2Un6arTXc0/sBjZvAutyBwSiVnIV1op1PbgJiAVq/Z94RVGin
KmlOcTF/0wUsVGaAI9a220JHg5vgdcbjDtQCR4SzHsjFAvkmm9FtjvQB7gDXIdP55wSxHvVBdamy
w4CnmICP70TVyn21EIu4iWvP4SaPTpHmoRsJdtTqC+nsVwt0DOiG7mZJyCauxyaIRfakZEVWztnC
9uSm/4F7EwKIWY+SNJTodQNCPB+bHYoLiOXeFfTZY6MEEELOk5eAwI667/1z8f49wn0jeUvLuGkY
r1D5IdkhQ4pKKnWBjPuHsh5/eRAg+EdEEveNGpOXxJBk5QUau6n9kXeqDzIRfZ+AqBu4e1DAHger
Of7SrIzYq/vSiaYZAjhQa3JPrQ3obuZBX83DtRzyOnI/kdkZg2nIou39dXw/h+K+EYxzO4lqAhOY
0G4nvfNg2X5qIVSx8uuL58KovoAiNzuesL2wGQmUCWsWzH4DPfP+sQMcOffbRyuC3Q5hcITMPrp6
ptC0U1OQRGrtsXEb6r0IZgTQqFFV0xP8CTDl2KAwYgeOpudZsB8VCk+4jMQmT+V3oYtLA6xgr8qV
kd+/57gJfO8tl9VoYOLBNkABx84BEI+i7tGzECndgs//OMxtL/2VBcN/Af5sKYiwmWW9yNJBTc85
JDE9Q676/h5Z+oom5N2DUwF0zUdwbfFoLwb/KGW8F20EWJzzMkKgYkMG9pYl9l4PBwZhUXG2PHct
si0cChP43tRdXPXl7IWJVacb3bODzORe5dkBjh5dqTZUtB9sK7/2rD50uFyIp78SAisHXADJLhmd
n1Bq3LWFv7Krly4ZI/Zof85RK0E1OB3Y2U/c52rWe+sWYTV9aeLiK+XTl9Xy4gKyk5t4eM/WjtNl
JQ/HKP9IIsffQTdxCCxH1eFAIXScc4gfFl5/KVWy4f1Xj0avIwUZYOTw8UosBYcOxdKLP7ZvJaQa
d4Xi22pyPnu+aDeyr36Qmf7OYriY9279xcLtfu6GDgRxFlU7z7XWboulhTPCWxIRu0hTykIJwxSY
F7qQyR+hD1w8zlW1qzN7QpO1gyw1X7klFoRRuYmDz246QGKosXa1F0wPjD+KX8oX6FyUW9euX0rn
K0P6x0K3k5CrL77w0Q3nfnwWeToHXTJfabuqmXOb5juRyMS9ozsACL7v0zDO7E8IBedIkR3gQ2D9
WAd3tg6pYmcYRYf1NO5mnnys9fSAN8bKYiysvol/pzAgIV5h4blMvDqApPxeJw4OUPxrKpPPZan7
AEazwWrYWDi3JhDectDthcmHF7a93W7Bjoe4hsXrHR7q9saC4BLN6ssEss79KLU03O0l/1cclHEE
Jy6Ii4UO0kpkxe3mxh/pvOLjPKYHt5qvLll7WS4t5S3k/zUWUN2SQKTDC616PPL5FvZubfo6+pBb
Dm6y4bdW6uv9eS1ldibIfa5vUDp/gHhV4X+ayBuWsB3EOQcmQKLsTR3QU9zk0+qTY+HeMlHr2vPQ
smGlB5UZ61eTpm95BoXAct7/Y+GGcyMOaCprkUBk4xLbbgTQVAvB+QSqBC/3V+z9Fyw3zQsqV+VN
qvzxIjrFH2GubqFDnjqoK/jeRNeknZdSXxOSSGYk2qiSQkvab2AqMg77NI4v8PZ8jNsUfoPIFN0h
OjuVtwVW4JhDwvb+/N6vTXHTGIER6Es1nDqXzC1DWWY7axiOsdd9YjFdz3uXVtHIm9BbyNmkqvFi
D5ANQOTIvCBz7ep3c9M1uD+Tpb1totQtJhPi0tyFe+5VqyHsXf/gqPgI4Ns21vWh6lx8uvjB8z/8
44hGumTnKmKJxFfLCPR7K6jasObS1/1Loq1jHXFQYXoUp+xHAk30+2MuOCZxE7lez1DD8Kfegft7
B+G+09R7GzRbglFVh7r5UDhRs7UcsssgyBfQKhymVzV+9Vj1s7J/jhPEpVEFB4mnqg45REeCARn6
PxWUuAl4L8dMwDVHskuj9EMcI6/IdbSVrYcw/Xx/+gvB0kSxp5XjuqocnQtXb/OtqEnUG4V/GXq/
myapLoCdPzXTiiPNQvAy1fRTXxK04zMOun//wgv6ZqdRCL/MK8paa/izpZNvSunbRQeMWOF5lwaQ
m4BE2UPsFc+t6reeN51smrwm2fQALZ5uk7jzdqynla+1OLLxXOPooFWxF7FLe/YagMyHKYQEcAhC
+a6lyA47+t1HQBiG6YKCzMqoC5HARJk3npXmLSfuBYoeb5FK9tpFAmGtPS+Wft4INF2R2E3N9HQB
z7vGVVrenBQZsClrLk0Lb1wT0c0GaQlfdtOFa+xCScEdR59Yr1ToFnacCcu2y5HKaSrmSz87JzJB
HmrMh/zAs0QFQy316f4pWkhvTFR277Y5mZE6XRALLrVin6bERsBQ11bDHIbUn4s1T5KF68VEaKe2
rmLlZe7Fn/cyhuEYFE5H+7HkA7LoNZrkwkc3wdnIdKVyS+ZckkpOW8mGVwYMGUhoeqXrtjSAkWOM
oGCOBfpcl0hF+2y86YDk51x4K/fI0lc3DqIASbacZAeR+2HcyEn88LT3I3O6k7Ta1f7C7W9958Fg
orP9fqIuE65zqbhzzMvyjPp/ICA32KQEFZV5P+T07MJBT0T6HMXNXlnk1kRtV4Lp0k4wTqY/1Vyg
T8MucPd+GTq5t/H9qZ9GIApzoMWD+1t74VOZSOxCu9ybQaG4RCM92j0yeAbpMP3z337duPD7ouJZ
pAZ+IbH7BPP3j4PXrXP4FvaBCUVWycxmHXHn0qLw4NbitR3Ixne8T326Um1YiF4mRDfmJfwUyhkn
hVVNQIYSWrc5/bfQboJyo9ydhdVq56LH/kK64aghFDRbKzFr6cPepvTXMymF3Uw+TuV48RyW7CF7
3V6suJLbZBz18d++rnHMC/jz1BBsR2yHZJIPiHlUP8qsWSvsLy2+ccx9pLo9IN8zxIH7n0XrQyl9
NY1YOF0mVUw6RTQNSOWuZVvvVElPmVSvELwHPjMqyw3XfFw5YEub1DjHNuyzYHyMkXyXbzvR4pat
2M+ax6Azuvt/+hAmcH1OWA7+3gRFmNT/OE7WIUYrbTVELMzARBt3fJrhFdDi13WB0lfnP/JyAOAn
O8HW4P4EFnrx3BQyn3OdNbOLMVzlyE1evLSwu6SxgkI+jNXgicyOSZ58LfM3UfiBA34yU/WnlcEX
rnf3NvG/joqMM0DI7Ha4RijIbCMS1vTmR7+rxHcPmbN9qadQjlNA0UWpPBgFaJib0OELmeH7ILqj
I/pxz2qoMN//gxY2pwlKtlBPdarJHq6w7AFuy5InTqriikZq+8xkSoD3o9XK1lnKak0Yr+VK7QsV
j/j5blck/nOFPhIwqvjQD53U0KmR0/fEqvbJbF/gR/d6f44L4ckULadNW+bw+8UHtwB2APN3U07k
O/wPVlKQpW9qBI++dn1ZFbq/2pqFdnbyqX6QY8MCP4tetBrD2P38bzMx2iyF7RNRZaK/MqG2TdI8
qtm/QoDmHzeDET8SV/SuzKzp0sNYFfZa4tCC+bZjOflUdvOnzErjlU+ytBVMqWNgUfwyrlvnUkBj
tnc2BIwsJNT7go2byk72nInfTusc0zIP02hV1GehSWQCWqOhKdMZtbsLhKVwwGQEET4eSFdeSreA
krmFgiwVz7yBjevUn1srX0mxFh7HJpJVKBLPpJcjtNvi/AtnEP0VnShB/YFXNKyNYAgY8D62PnRw
d3zSdjeLf/uoJn419eIMuMxRXZPU+yZSwFR85venrk29Ax3pA+nKlQLAwjkwteJd0AQIjErVVaLd
0DotD6AHLbfIavSu81UOrY7xp2pWm463bflO2myCWbn0fTVPSXn1JyhOQQRK1TtahM3NFCH/0pXf
5Tgci3Ll/bcQRUx9+Hyi6M6C1Xq17TLEw9s5uXOVHqoIuhr3T/dSlcxUgac22M95GVXXVCWfUtWd
iG1/iht3C3A7tB3dZ6tvwyHiTyydVqrOt3vnvTU0Iko1zJmm1VBdkS0km1Y4W7+AGEYBet+/6UXw
/yMhQIk0dRnPr7y5ORnxImCo01TtKrt1IXkzUbsssuc6gUQvsJbaPerW2+Zy9lcurYUL0oTjshIe
rKVO8eO6+FVn/ud5bprAHZObSuZvqBk2a19/YYOZsFzVUydlXqyudq1KHXhuln8Diu5bPtrzz05G
Ozp16c6mObtELTwQuAW768i3Fbyw0udSsw11Jg5R4aHSu/s7cuFEmwBeeOr5juy64gqoNdhX84FY
zbaW7RbWXF8nJt+Enf0bvJv/YV38nRlNMwofll9ca9Lsozb64nj1iczlJvHJl/vTWdjsJkA3dng6
EaCSr20tg7KC0S5Mvbd2YX9ejRJ/Eqd3DpSJu+WZD5AQ6RBuUfjNoT7ryf2UxxsYmPS+C3OvM5HX
KvFASA1hBxpgZGhJbEgMiFpyuP0LG36ucfs6DJ8hSJO3eYCT2MTDTVHXBamE6WiD/6XleUE0erf/
EzRnL0n5bcxf67Vy8Z9N9940jJzG1uh71Qk24wzyK/TQaH5IQfCCSDuYawJExD2M8gLHTQ89JYcE
1Ih0SoNGgVmEUmnTXOmaCt1SVPyTQvy1MXo4ihSMowJmjQ82ul+8QkV9+LMIhfdKfVzZjveBsWHl
xP/xpHhv7kYaBJt14adjhnus6/QxqoT3QEkxXGEe0wDhRB84iZMtbyAC7VQ5+MMSr16vJvNTM3Ad
dmmL1jsMZU65zH7ZlpggCca7U9ckebFtMynPvgvkGJQa/cNAc9luYkAaLjLVPdl5TQsxidQBBrBw
NZaTQq40psW0TUdFd4BsTmsBZ+H+NCGHNYcXdmqX7bWP+Z576orzjsSoRaI3nXxgHhS7EcbaALbF
9w/g+yEOsOP/vn4cuI/2+Ty2V+qTbBupcidYacHeba33/n60RpnsvwNMoyqipk/bK4nBjBzkG1Ov
rJsfoqklpyZC3e7+RBa4YMyE4WlPxpUPsOz1JgwJdadTbXknu6lQGcZTxnnEI+8BujM4N9nFHUsZ
NF56wLsZ74+M8QBN7DV+0kJmaULLmdJtRyu7ueadtR0GdJnyKLgNO3F/g8fbSVf2ZjW+LY1mLPBc
UzWN6GNdJRSi/bE6ao9u7bo9uBrvKzsPEcI30v4ndiQ3UeRjVjaagQdzrTIvnCwXW2Z+nvz04/2v
uHAfmMBxVadNNnRFc00tC2iQh3xqTyLyjnb8/f4AS6t1Owd/hS5daxQ0BAawm/QqLW+XNAGk4ecE
ithWvYOg6ePql1kgL0F7+r+D9TXtRmeyMJus3KcE7rv9Zy7ENu3lIXGOURpto9YNW7cHf5fYEJqy
4AXAxw1P+pUceam2YgqhQ0sjq/MY529IQ6d5nG7WYJ/c+pjyKqS62NTZfEpEcanY9IuslR8XRzUu
q7hAh8HzohapA3jTqn2Dfh2UydyzN/KvlVVcU5rva98NGawrSHT0hLeyQZd2kJE+W35vUyBs2qsf
5YEvADuK4se4FvvIq1ZCzftDMBN5O89VDQNrr7paYFOILLk4yr/O1H7EA3rl4fZ+As1MkO2YIsv1
oK90hYPXi6NIGFdr1o9Lf72xKeUAulc0OvV1qLogcRU6p1eOa2ZVYnUp4rv/3fUl+Fuu9uUUVmk9
1pu20XAVIIoIf0NTkfdb6noQ9/PKtXi7NKCx2Ya+KJ02z8ZwdFu98+t2r3CjgT8PUpm2it2qref7
yTczVaRtqymkPeZjWIMgxm/GIbMqgeMKk+aZNsJal25eSLFQfPjvIkJugN2cpjEnFcUBG9PXweFA
7cCaWJL6MrdDWOfpGIgMiV4yZm/3w+NCFYiZ0NncgbZSO4sh7GxxhRzNmZXjdrBRJs8H5HgizH3I
EiWCP7VVA5+uuFJryc/thP5/ksdMOWm0ummpSN2HMIL97kNMf6j8o7D0lrb2vmnjrzoFiL1QkBOR
5bmCvdT9Ob9/JTATYwv/UQdaD2MeWhQma7Anm6BsHE3QMpWXpqgBlehK73PS5K/llD7eH3Pp+5rQ
Wn/UEASF233IKUPdadwot97C0GqTwkAC1VfpBXODp6MNgGnrrIy6cFBM+WgndeIkFm4eRj5kLyPR
b5Iu/qIajwRMyo8ZSZ7uT28hqzSBs6XsqBtbtyWFHqwNm8eGR3gxuYd/+3kjwhRO3cYi8YrQ9639
2M7bue8+FWP/b/HdpLJA0aJEv19WIaRa9xnlZ8DYYUQnih/jP+rYMBMeaw86JW3eVVC+fS35rKGW
lKBqkF8zXh88bMPVBs7CVWJiX3npObWvaBnW3N42pHuSRfz5n76DiWt1clhySz6rEP3Gr1BvgRtf
3p6zVWDpwsk0cayxQKNfOb4KK9kde7d5aqj9HQIDLxOUlNMeRgglOYu2XQkEC8eD3/75X7nhNKJ5
BmxaFdqD+Gg1zS6h8DRNpqs9JL+TtarlwiVi6jPDakz+CXUhHfMOaNnXCkDMxuu7YO6dXY+u6lHa
8Uq5aOEgmgjWLB1znVukDPscIGC/rXaktMEiq9XKAEtrZmQTDXS8pzQfsGYlRV0o+gBMWx0Ukh+h
nIWH9/b+TlvaCcaJr9zW8j02ViHyu62gyt/2WRcOMFOHqSEkAOSwHfK3pLX1ym20NC8jp4CgR6ea
FCjPqW+mIOLkaFlNGfgxP7O66a9OuaavuTSSkbBmrJA9aacypMJ58VBKvO067UzdZrCSdeTvQtpn
Sh5DzCapgajXIRR19MlJYwBn21xfB9HTrfD4yhlaGMaElU6sjCBgVDRhFvcQfbHDPHKDUtnH0ft8
fyssbGlT7DgH1GCcO7cJu7ijQd5DJ7TB0zeAKc6a6NDSJG6f6q9AYPUzJHmdroVS5iWCjJnq02gD
NtqPdV2L2z56J9kx0Z8uHSBjBEeo8FaUBNQBNJIcGY6Mf3naVTCT4fuB6gT/VD7P6MBB3OLsingl
EVia4G1t/5rgUJEJ0wFayYvtY5G/AqV1hsbFw6q01kKQM8GgrYvlm0vahiiu/bST36KdcbPp8+TE
13T2Pnhr4IelmRiBgRYj7yXszsImgkZnueOD/1ZTa98N9u/7+23hFc9MLeO8J0kUx9gNUV+c4Wn9
OA3iGepCU73PfQ3lmYKdvFr87hwdCNgZbCahv/cUFDf8t5WEaoENzEwk6IRg5DmatKFfNc0+rU4z
r4+W7vfaGT5EzXyeClfsqwx9vSjd5XCAlLLeWQm0cK1RHWcXRqNVd5NDPhLrSu24hylvV+4zMu2j
tD6ohL2urNfStzeeLlK4Q9XTRIcodcF9Wu1gONNCciMavyl3X1vRRsTQ3Bg2nId1+jUf93OpX0v7
1UNFu25Oq5twoQrBTJ6AqzLSlhzk8hkUMeUf8dH8fTN3J88av84OHNJlPH+YuiZQ9rwux75wWZmo
V7C2UH92kjrs0byGosnO4vkGsrVfK9CsNEmerTL9NlBn5apa6AwwEwc7+TNFTcuvQvxnGWQRj/eJ
zR9oferqKLCIt+9QN0fTwocvWs++Jn0/B3XlywAbCIGH9WiGMOlsHf1zzHyxcmcvvXFM4KyWbpmJ
6pZHu/wgSHtuqvSlSB4aa+dBy1RZ5SHpP4+W+Hh/5y2g/VFg+m9YG6uIJnVa16HrtOwoR36sh/5A
YD6NP+UJC7FrfP5WT+4+KuPqNLnTcM2I98OBLDmF3ABtQjk8Jtk+LW4GEdVuGgt5/Mc/zsiUOOog
rEVXAXiU8+CG6XdXfGtacJpdJ6Qu+JVjDS1cWpMAiI/fkMLeQpNm78v56mSbHt7Y+YnpPTwFQ8de
628vhRVTS3mKR+6JYaxDQSAwGMSFc/Rt6yUry8/KVgd3bPZtLZwfPi+hLijn184V5QYcpTDz+qe4
RUXRK4ab1+H0UNie3BHcVXbfso2ViScC6l+HsnpSx+lKYWwhuHhGXlZ6gCxZVt+EPkSLZqH2aRqf
XFLsaC0+pNqug9U7eukYG4mZ22bWGHUDUplhuA6Dc2EM5ll2d7QESO8q+5no6ePQrTRilkYzoia4
L35PFG5MTjo0CjxkNuMhyms8bm19QHfjnDqs2t5i60rqvlTrMdG/Ko11M1YYsnKqXSwpPLvYpwHp
7sCnzyg75bC9rzY6zu2Az2Cm51blH+6fhoVr21RGln7npkWfomzqw2aTycdiSB9Kos6rwX9hPU14
MLF65Sc8sa5exOFeZzHrVLdRtKWi+jprjsdKpgNZWi1eeO5KWrU05m22f6VVAGICFtI3sEGWcGPO
mkAj/nrDRzG6h9FqgSwcPqfrvMul+83EEMve8SmY/OIak3iXxwQyo9DHL/sLfNAeI0gL+K7+NgGv
WKq32HV3oxbf73+/pZkawcyLCxTG5hE4U1fv+hYHQnv5IzRHzqP0myBX7uuUOZ+qcs3ydyHrp0ae
5/oVkLQD6uxTOr3BbOe5cAHE8deu0Nvf/U46To2wMsw4fBk0VK6TbR0KuDK14w5651X1pRrhyZXR
F2iCBuJXDp9tWMUiZcngSELTOQnuL+jS/IxgI0pe2sTS/lVmpdh37hQdilYja2lnvXLmlvIEUwY9
cQFhJd6Uh40b/bC6eD/GrgonH84qgm9Tmm5uXtl91uz8Sp/hLrEFbosm8cFOMui/+8IHNU3m4Ol5
5drCvz9vz9T4yJq+ap0hqUKinINoD7MMZF188fjwZMv0MurmqHJFN7Vj/YyoFQftZF19kpxLaztn
9kqqcnvYvfP5TQi1xV2o4rA5xzUIm5em8I5qKh0YhzZAAiR0k85UrQy1sNNMPHUD8dd+qlQe5rl9
4F3/ERaen+7voaWEy8RRdw53W0g15GE31ZY4U8eL003VK37UkzNAMT2vDyQukudaZfPeYrbY56Jf
eaIshHQTRx2X9oxHF4xOqi79EPlwrI1ieYJnvIQto7sGqF/QFWAmPFokLlBWVlmEkQ0YRjGwQ6Kc
nS86iRY72Xe8yAPhHbGV8Oxgo3MVfQFdgwzy9DkaB5O/S6y231bVKLdN0aw1ERaUOpiJpC4HUO2r
ErX1Ie70J2CCYX0JGuK2S8uPFLwdK7H6E4TzhiDJOY4ZV3w6JXR4HuPqZeBrcIuF/MhEVhc6z6A4
hL4Ci4DLmbODENZFZ1MLgld7BkiNQiZo2q1suP9xdl07kupa+4mQTDDhFqhc1XE6zNxYE42JBoMJ
T/9/1dIvzWEXjTQ3R/vMRRcYe3mFL9w+vZB4/98LD8EE+i6jhT7/4MLtc4SZNM6k7Tp/eum1URHQ
V7eujgQUnbDyCiha4AN9r9gFpt+WXEn7lx5iFjrboB+FUaj8ol3+OzHki+01W2mtwDGXsqS5xrDG
7A1eNDK/mEb9YBnQ/e7U+EtMdEeYH/VTvilgBu7RYNNY7BxQvYJPXjhPczw2KdzO5CYvL/ZwVUOb
/L1X1EcLa7sqgrhwi8+x15LrqffbtLwUk34WBjgPkHmHzBkUwqDADrJzFudrQKOlAzLHW7eC6Dro
7eKS5HgVIGPsNiJdGWck2dsd3XklUjHH+iHluC8rtR9Msu/yVebwwsGYg677KuAguLHi0nflzxTE
tE1l1WzjdLSJjL7PIRHUlx5gpEUUZM0BxyYPRQrYtKjrOwpmX1TR0xjYUQ+tc56VaZxMa0XN0qe+
7uy/8kbgFcwccinFZTCyUOj2zbVNI+RG/ieY1jroS79xvY/++g0Y2I42g/Q8klDjS4O0t0QzAnor
kR0YK1iTpSWe5Wipn04ckvbVxZrgUjIpyD12frItPNrGpigH+IAFQKAD1vN5+Fm4tefg7B7YaOgw
9EhhxvaJQxRvSsRrTqcgZFly3/piJXFa0AFy55LwjjBoUEBbH8ZUdX2C8wlISB0cXUQVlDHes36+
LmTlqQ2ti43R1j/EpPieU8M4JUaP6GDABxNms+YmzbsqtKc+rsiwGwlMkzFiMPtj0JhgGI0xsIZv
rL4i1prQzdqNl6yRi5cAcnPUN1UV6adalxdclkEICcudXdKDaYVjHrmGi14drA/8d1KMe+gRR7wt
D13XoJ1pO1szF78//2hLcWCODa8UU13HsNnpUEGAx9B7oT8wayPUktKhfffaN9zeOHIhDKxxs4B5
27PGW6EGLZyDOXrcbLkL50xZXDxufsGUZxcY1WPH/C2hh8/fcGFbzlHjReDZRa/M4pJbPVh+1g40
9R9qCGJY4F3k+P75ryy1pedI8K421AQaI4zlyo48CDOB1Ypd1He+PZrRqKsAyZEo46Dto8Rk4iQa
wUMY+ACqXJd3okbpQs1q+/nT3M5q6Qdw96/oYhQBmsgZty9JWb7YU4EyIm3fPv/bCxuXzm/gjulS
oo04XXxIS4ZjJaMsdZ/GsotY6W99zn95vb+HeOqfq6eTb3uwWc+CDSHdMe2cSy35/vMnWfqyszit
/RKjmKnNL0OqfqO1vsep/eandeQBdb060lhKceeg+KHMIS2X4Wdyz/LjrkCMzs3IzsrvyDqehlxv
mc42ntNGHhHPlQOfWJmdrGa4y4rM3iDubi2rhDq/eajS8d/qljmKvhNBnaNPmuPYpnfIsGC80bTf
P1/XpcLlo8Hx1/ZRqYRjInx0LwxwHzASIw6NVQWZ2h+W0R0c6keyc79lbbFSqyz+4CxnLHsVDC2R
5SVjFlQQvV1SWQ9Vz3fG9OjXyEoooAWI060bZpaVr6zhUuyZ9fh0oVkDhFWJwXW9yxpMB9gE49K8
SnYBc5KVmnphl87hx6KciFcxmV3qvthgChclKSSmSX+EM/TpX7PuuYB1N3ap7xEzvZR1Ah3OGsOU
NLWguLISUZbe4vrvf20JA62tLvMAWq2uSameqjsnsyM6Gi/cVIdyTQJlqSkyRxwDaSWk8npxSTNy
Cvqge+8cJIMK9pp7iw8nTwO9yFw4wWZiz7j42ZPKfAimCd6JiTmFvT/lmKTrw8hl+zCqdCXW3E6m
6H/T/0wGtVNMmF01m9Rm0Cjq74dOx5knDjAbteOywhb9/AAuLfYssKG7O7TdZIoLZCVDXsYYZR4b
j0ZdBik+d00h6PYruXM4NGXpyAVsPHH1vhDXS69+iqdOil3C7Ck0cPSblBS7f3ulWTIaQDC3ZGMn
LhwUj4mhD+IYFrof7FvfmAeAVtjK2n1cuDeaR2RWBCeK5y7NJnGB6TmmaRKinFMjil2pjIiq70Da
uiQVMRvqg1YFjuHIoNUr9bF1QDaq2yMZ3e8N3K1WHuj60W49zyy2tSz3YdfMxQXMptSsj7oaEsxg
XbWysksV8Zyl0iUOqLNQ2rm47FmMYtvoHrZr/Z9s0jsuUhEGaXdV9z50g3+X6JXm+kLiSOdUFQKy
COT4/Apdbf6jGKYomOhX+att0IQe4PjaHIWVbZzWPGsvz0OaWXGGu/Lz7XS7VIY85ywc5UE+WgV+
XA9AFSOGH0oPFtXml8B6KgIjrrvhYjC5AmJfSO7onMxC28QdMB+VF/i7H1zDHk4aI+xJlt8qn4X5
1B1Fa99PzRG0c4g7wuIFqXu+U6K/EglWGiuLK369x/6KwWnWDpINSl5yP7unibVRctr0A7Zv3qsL
OBPvmeNEbuds0rraBBk9uVbwsDoSux2V6BwEj+sFgmU0qC7U/DP6yRDabiPCXA0HyLHVa6L4t48L
DWaBIvO0W2p4R12usT9Lim09OnfZGtpvIZmjc5lnzENbBpk9fqF5sYed2WMaZHELa3NlsI0HVd9x
nO5p2Uc6g3Oxn21VwiKCKarVjGfuB1+Z7achJgGrk7HbWQido9hH1Q9SFS6eiOl7STtIljcvpq4i
TJg/PyxLSzrLc7wu7zwLjmzwtqQvTDV3IhueV93uF7bFHKLOS8UrEBiMswFfvEj6KtjWk4HhNSZc
YzGqLe/Y4+cvsnQO/4NJN3RXCYjEnsseE1myc5F4m9YD/iu1R4xoMds2Xsb6GTPyEFwT09ERpysN
wNvXJZ3j0qU91BIDSuPs5Sp2YW1QmV+vA0WbysiR+bH69flLLuyHORSdOUhcfJHja6GKakbn4Nn6
mLg4DGuHYKE6nOPOIf3EtOI1v4hOkdBxpiK8Tpo+f/yFKSidg81rtGe1mwp+6Wori4u+2CXD3SS6
ZqOgMJ4UaR2OXN8FmQhroV40pt0hK+uVfsJCKUH9WfywjJ4M2sdnYqb14uagMRvkKQg27sgBcXmv
O/OCevjJWCtCl8rhOTw9U6P2za43zqltj98lT40ngUcIE/jChWj+v1bcbf/IsXiuRVbETfM74d5v
CgHD0GO5t6ma4c/k0GQlHVg47HMkuzlokw+qM4Ckkd9Vwh947mxWT+DS5pyFEqvredHKBB+3svV9
V8NDszN8IBPKwEKYLN3Nyi5a2KNzLHsicAgKGz9UW0fblvJn0dtoiTltEkMhYThAu/qppxPadPBn
ViFgRm+lqSBATIo8tsvRCwO72H7+MEvPMks2XIjylG2rEHUGEyakqRrCTE7x5398YUW9a1j961JP
nEALI6mNsznIDcypH/Ks2YEDApO+lb7s0omcQ9xHw+tN+CXxy1D5aK579xba2sEzfGzGbHiV0twP
Ai1hs96TqTitNt4WAuYc7J6wihZS4mdFm4d86r5kFE3nwMjfm0TGsreq0LumS/+2jteP99c6dg5E
Mynv2TnLikPG3R1NIAtoV/thjUW59KXmkcUalEDcN6BMxWIoKsf5yIrQqdtT65crN9zC6Z0rNjtt
K9gA4NZZTI5xmmz93RRJu2/LxI/+bZ1m5YhbaNUVdcLOU1fhKPEX1xmRUFqvbBhWYvDSS8yChHQS
Zda2zc75UB6M3jhMqbr4Q/ZvEW6Oac8L350Ew8gSWM6zYPSlbMk566eVBfrofP+3YKNzRLv0yiTr
ro8PCs1bY5HurfS9kFgmbIZ62Auw65VPQwWEDawigc7qH1xVxgWFECzJTXhbVCoUkIvZ2MDIwBDX
amLk7cVKNreQb801lBPdw8ggKPllbKAH1ucQq4dOh+zHN2b1u9Vh5MLpnSPiST8OIJYjaXTIeLQ9
94/2k1MNezy/U98G8ntsV3bL0gU6l0VWiWe3msM8eyrTh94VGOBWBwfWjpKjfH9OMqA/aTe9TnKn
03JrDUE0TsaPhrNtYqiVC2chxs8R8iNVLlzSAnaGVn5U9eh3dhZO9+dn7iPS3tpSs9CR19SBFvM1
yFc52o153e4rr9vr1u/uVNP2fqQlKkvZ5vRdoCuzq2GHF5ZlpUOZwb8ihziQIvJeU+nem22Gcrdp
XsoantzFEJhwXYU5g9NY31nlfpGYFKUaQpBNB1m8oOUPlonRQgh7Gyfiwu/CgDNYdUlwdn5VVNjb
XjAj9io7+1mmSmSw2Jb1Y5eWgEGUhdtyiOjY3R8B/si7QnmU6MqLC52DD0FYY29z7gOF5JPue+LL
aYvCHH6KfVHcQ0bb6MImM1sfUy23wcTxqqtdZEAR8fR1Gvxyk7SkuFSuM0FbzLKiYvSr09gAG0Fz
Ar/N5Ap77DFu6lX5Lck5hlHCnKB+2IkI1s06NhK/OAi0P4/KSdHqaXEkrTFv7qdyLN55H6xhJBei
2px3oKB6QmvHZWezJjvm588DxeW12sD9EOW6tUdmgdmxlduiycAvVfqGfpEVN73i4NeSu6zrIHCi
cB2UfahLIN+ESN/qDOUO7/IxZF4+RbBHw9dqxPdCwU/IDrrQlqB+QY3FjDsjeOSE7SCfdCyrHAIx
1Zpt0lJyMQfaOPYIsHRdW+CWCjiYMvibA7OXQTtd1D+S/AtUiw5XR8Cg03I7STRMkzVa62LkmF00
To68yWINstHU3ypWxlqpHetgbISJrunDgFhOYaC/+XZ3DByouSP18R99N4ks+8fK0UZ6ceOrzTkN
Cbgu0ipzAsH+CQYY+oWk7c4Y7NdkzF4NwIs+/5mF3GPOYYDaE0gvpiSAhqAdnFtnB12eRDW7Ith/
/gtLtfWcttA3Vl0PlE0XWSXngXdZFYLHBb9PXT1L6vzSAUNi3fihmekYgJHQ1d1zHSRAUBV2ewdw
279ZY9I5UYEx4hCOBtulrdtDzQDx8am9Q+Ef6oBvbVUb8ANtV8r6pa7anKWQSFHAFa+FszQhR9Ok
h4L3ezfrH3JUyIka9zQxH4OB/eKq2TgQN/6QxVpzVF64zefy37oNCndKLQIfS+6FrddHJiBZQMHY
IXEasrP9VYu6jwHtrb06u4WK1mG+0xNygTFd7jF57K3kK+UMmp9o2d6XpYPAEkSNSW3w34v8Tdu7
Lt21uAdJ7T2nsNOCfhx8zr0gTOTo3ldSw8mP5TtLv07Fq9G5CMdAATIw2SYZ1foIig9GUEjD1+RY
F9KSOaBuJA3kMgjCjQdMBGVdhJTgbpjgLOIPG9I3v4y1I7d0IOZoOj6xIm0lfMQ0nWIbgrKO4Ies
PJnTHRkoODPBA4eOl6rk3rfbvcOg08QxoBRqpTRcoIPQObsirwKdlxMnl0r7UAewzFqGjmHvM9UG
G8NOL0jkf5l5/jsnRRlmUwXb2kA+BdfEUPW/Pbhv9Z4GhtduwZX0fudJSYIwMPMs9JnTxoPREohc
8/Enlcm/cZzpXKtdDja0yEgwXcqxHHZ2UqZh4PbNvuDOWs28gACidBb4Sx0EozeY00V1bh82fbYj
FjRSFTAIHpSW6CFrz1PSjpHpjG7okarbZ32TRtCg2pJpsqDFVvrY7AcB4TkL7py4PEIgvYdd11mY
pfcNck5i6/ak7Nx/IN5jiabfADnBtnv6PN5+AO1unMY53QNdslr4qZjABfcPBZoK0WRoEQXU+6Fl
UV+8gXrbqmMHN2jyb0MG+SxfxiXJItfrE3xh71GSIbYS82i4ENdpfAjepebXyiF7OvlmRBvviwFr
7zBLHRFp7Ve7IgdHV0NtcqUzspATzXkjwTi1iQgqvIMzfit0cxKD80f59OHzNVr687PeSOm4fs9h
dH6pSPYd7YrOTr7Xg/dvhdRcTz4nE2xjrWS6CJsFx5G2NPR7KSPorzGYSrHXrgxWoHhLWdKcGlJC
MUEqhct1aJJN2b73SMUFBHZFIu7yftyxIoBxXsBDWaozp0W4ajG1+NOzxgjBuePC8qZLUiMvn4Aa
2ZjGF1+JUzl1d31b/zFw9W9x0YRln4S2aT+R2q7WxoTXI3lrm88unbYK+saf1HRJMdcIM3aCafAY
S253TzbbBiTb8iFAoUFy40J9fw2Y/sEVuPW71v/2g3rD9KSHpOwCi9A8Fh3Mu/O+CS1CTAhFls8C
ENQQYG9M1ZtyU2RJCOX5KRQEeoWu072IMdgyc9ylo0+2VdrGpBmPmnjniaRfmDOZCBKQwTBAVHjk
wni2VX8KxrJAWSX7eOzcV7DWgZzxFXn0GwOzkDEHEgo07wmMvPKQWarcpJLYRZyYZQiJE/yPmtaW
/fqaN15/jiXOWmgi1TVAWtAo2icBtKkHColNOLE4J1r1T5hDHadRPVsB+XqlDa4Om5byqTmw2CgJ
GxM4Zl2cpriHPKq8n2zxNqGI246O+iZEAqvoWj16RbWdzPxQu4+SkcjP1EoD5wMHeuvdr0n0X63A
CjOJAsjw8YIPdOE+P4qCbEpHh1MLOJFN7/viKNSGJNVDwPnboD2YVKjvRs43Dfzdr6sEKVED1FPy
U+nfVr+WvCxMref6zzxLGwe2vMMF3N+wcGoFck11kgBAbrXBd5MwXk1qPdm0f/k8gC7lMHNrBW4O
bYXJH7m4kJXwBKK/A3VN4XgbkeuI4PZLiIOeduHu5eC/FdNw5qmMQNq8cm4/f4iFFHfOc+JWkyid
o3aZnF8wOIIvfP2WYX6XufJx1MPm819ZuCv+wxlKjACjGERYw8zOLUv3ra/rkClr5S2W4uicKQT3
Dr8J/Ny6CK/yj2g46FBMIGS53fcpcbZOYUq0MGh3Vuh1bweqYm94Aqfy7fP3Wyp252wi6kjtUn+0
LvWQ11HQpZAMr+Irbhg5nS82AAorWK7jzhdjaIv0R2rQWLfNN5HUGYaVxtPKg1wbEjeO15xZJO3G
NXTbWwDUyt3Ykzs6ehdhOjHMq04VMY5GxfF1HYIFwkbzMVT//JcXjs+cazTVuTemVWddyMiPQ+pz
9AL5jnrFc1v86TOM5fn3ADSklfT7IxO78aIfnZq/4gjyVRsWfO1wAcwlcujI44CXj2mf/UzLZIoh
Mfejsfjek/WPXg7OoZ2s+87TUcN9LxK5go53TZ8nx8VsxXrLuNxx6mwsJ4drxQjjc2JBZIoPhQo9
m32pKuOH9AHUh5YwH6NeVuBi7BhmqLWlDnZ+KMp9UHTFrgmmGDr8wVfhKKDYIW+NbVFBqiiN1BWQ
FkA/jIDu47t+TFs7rtwp9thr7q1RyxYO9Ee58te6MFVrYgQMXK7BuxuBn4AObwgG5l4LebTWcNsL
ld6cTkBcV4CPYlvn1IR28gCJ4J0FPUFMfHd9GgAWt3KwF1orczZBK6lUFCbAZ0zEN70aQQVwwwr8
+tVB2NLRnUP9lSMwQAwS++xWEo6syQaAeqCJYB5BH1LP305qfGzc4enKDTbhFBt6YOsbbfpelQWY
Y8ZKOr1wfuZQ/9oSJfJ/wzpj+AfFkQ1JdQSY9BU2IYcDhBSjbPi3wmAO66/SHtDB1rHObZGcEpc8
BtYUOv3akHthB84x/eZYuMGgR/OsxvE1o8mpdJwNWB0niW9n5M7a5HThUpmD+pWfJvB85e7/70FQ
ymP4z0BSHAZ9yXAPi2IXGirFfWa8AITCZL3uGrz029d//+uUDYlwIdqauGd4p0IRxex3TZ3+gmbF
5vNouoSU+MgZ/voBTFkY8VLhQqG5iRKqAXdK7lSZRulwj6YNUzuwKB8bvlIDLX2zWSEgzcQcpil1
z4Z6w1meVHbOOrBsnAQe9M3KYV58KWu2asxExxzOl2faBt+w4bvNdXtTazxDBP5CiAWVFbvf0kQf
hgb85ZW1XLgTP7CZf69lMFmmP0p8rHY3YFqIHUKMVywhvCkN/a22ddyCODBm7ys/eH2fG3fTx/v/
9YOYoSRjg2Nw9mrgj8Aw9RE0zKhIhsgR34Q3PFt1fh6aPgf084CGHfX/ET70H0D7CGsoo+XeeRDl
rkxtHaV+svYBF6LxHMeeJWmlTM7pudbOc+6Xz0QBbRWIjQb2+fO1Wxj1zTWzg4C7Bcpfehba/a19
FN2O3ew+/9sLYFw6x6+XVVC7phXQM8aUGF+KIdb8AcIEu5wGW+kh5ecZxrU2LAtcCKfBxMJfmaMu
rdw8XgQm9GFdC69VBJHVq7NvGRDdt59X9XYX7o85YNzoJgihGA49DySJpwYzlSq5ml6cktohUW6m
300CCm61kn8tBIy5VHYvywCt99E9m7L/OUBoB+oob2U+gKNXxCNbuamWEKFzvPiUZ2Y9ak3PRSu2
uYUELVGnIIl1t53y94JgpP7Y9PUT7Bh7wP0EO0r11iR6N9UUktYesWNkpSvvvBD0yWwIaHu+7fZB
jiUGjqCB5mzoV/+47Wc9U5d3FYRM8aeRWcGhnVUkLFfZxLe3hjMHg0OHo6lyjW0P01oH6ChbhQqa
L0BHwMzDbv06lF1TxVSAu5goebBcTz5ZhncizJJNxNoAUGL4EqRxWw7tpq+rMZJBakXc9AqMfnJn
ZRUWLghnDiGl+TAlnbSmM3wcTn7iHeTQQd6VjN9rUn5Bx2DnOgzYKH23qpZ5eyM7c+SoYUsLWsYJ
OY+seixldu5c/sxQpbXVeICTzcqFvvAN5sDROq/SoeD5cG5QwU9WNDxOWX03msZDqyYIfEPVdhW0
vLiMs2iTWl3d1ODCQXmTnVluHQf0M1B+opHRPqew7YOIRxX2BZqqpIAe6Up4XVjKOe7f0kxCvnzy
gffxNiwvdhLiW7z/AdHxDQQAxQgKByEhdbKoZhwi6oBl9u1Xzws22un+kGC4qMZ++vxplh7m+u9/
3cGQomyNBLos8NIo0dEc7zLT23LL/pa32YO9Zsl2+7py5vL2kO+zahfso7MufSfOxJDfEe3QlU2z
0CeFM+X/vkQHY1Jpc+qfCZqiBSswxC9dsQOdk0TZBE2PzOl3pVVsUb9OMTye0Vyw+kOmFOiNcpPb
kKcxYHwDaqd17In5tYS+NO3qJ7sayrvRA6ajpoCJ8gbzeKeH/qQh9RmXYL9x7ZYeM2jQP9S8rw/p
RH7Jpn0oWqt4NByjf2VAYcUdKvCngOUsckvvCRTbNHaJaa/Egw8C138TKWcOV6bF4GL+C+mkFpmv
mp4GXW4sOGqSHXfQLfWyTZBcTPvZLx9s+4eBmZIxJGEDFeri3gEKvJmC6IoGt2pyBPiqQAGCmiq1
97yoYyjiho3txxB8UuaaNtHCHNeZQ5w9Axb1To9HDvgPWr7Any40K2Mvza8QbxxR1MGaB4TyJ4zC
TLYVw33fHwx7fCrJ6xC8eQ0Gct59yb8kPMPE0oEp0TaQMDGSb7rooiFINniR0R+itCYrrZuFUSa0
c2fbLBmabARW6QyrhgiLW6R3PnLTxH/y633Vv+HJvcQM2wk+FB0LCWYj8OMNzSaLHN/dgpYv6uFO
lHBeg541/m8wGpu8GlaebymezYWPmAUqWGPZ3jltM/x9xiAwTDetQ7/UyXRQ3EihxJQ+5cXPVcTF
0sGeFUQ+QEtuKX37jHEADY0S0iJt6q4kErezQWfOcxHCqtpm7JwzhXtiruqXQlbnbDQP2ZqAwcJ1
M+etECqklKY5wgQqgJpPm7w6FEa91TTELvobGeN/Onzo2kB78vN4u9CCdeYuDE3TlIL79XTWxchf
Uu0disZlB5FOv/O+BpZhEPzqmw1/LZiYbTvHreOOGLBngtHQ58+wsK5ztosFqbrR6yYg0ITDdhwy
N7Jw853ZQqhKB85qQbmwOeYw/qtpomlMJhTd8ufGKyNG6xDczCir2A5dmqs2a7YtS3PHrtUsehBN
G47B4+cvuTBBceYi9X5mTvD+gXVqVbeha2GIZEZm9h317LXd0RT7pvuF65Y7YzTSpxY2FEkWyxE4
rDJC7ECwiSj8edsBg861j7+w8nNGAJ3aysxIy84+J+81srjDoLMo9eju2jVFb+EPck0R1Vw520w0
scv7o0PIwwgVPqjGOOUld4AqbXmwhlNaKB2cuSC+kl6X9JAaOk/VFyyHru6ud4Z2882VGNTLbIMy
pafQa0yMkOjqy8TIFgQ0JMj8LkXkxVqZwdPnH22h9HTmTAKemmIcmRGcjWI4CU/Gmj3mgEU7zhuE
d7e2ezH5FNPCCz1E1s9/9KPpf+P6/EC8/pUDGWbNbVY6EMrT37qJx2YJtWxfxCVMi1Xy5lkaHZ63
lKbRFYmRuT+rbowLYHcQ8Bv6fmUBYS+PUGrS3xDVzez9egdhUdCBAmEWr4AKDFt90v7uivG+3hPl
FNrjAETp/fqLLESzOVkhBwFv8CRhZ23pF1DKIBPZ47gRUT4YytxAJjhclTf8EDm6tWjXQ//Xomnq
KL+kip0HWAQW9VMzvjMNSjKOsqENUCOM6Jp4TDrfDCBmFbkXYZFw7AvgPprxQpJv+JqaT6fUggev
f+m6JG7dq04LmtZp8XPl415volvPObuhAEtzmgToiDNynVQPIXfuaErCuvl1xZ5KJUPTu0v7/r6G
x+CYAplYXfAMqS0xSG02V1w6co7rsYAgJr72lWWGGMI97+BixIFPPI5PBFd8DhlHbAAHIihwBDvj
WHz+BgtRdE6nKFPYRXZModAbwn4qxa8mZ2Rlda4J8q3FmZXqXhIk2KpBcyqM6q2wxGPDHDiyr8HP
lh59Vq7bUJMpLMx1Tp3AXE9xeqgza62vvfBh5xSKpL026GtanTgz2ygzmtDKoGMMxR+HoBdri/vE
9TbOcEiq5ADilbehxk+ar3F8b492gOL53/3Pxy7BOLOBy1nWv0wYNDt2B2FH42BYrrkR/uhdvTw/
3wJLYXHOl8j54BCjMMkR17TLyMbk9ckr7ioQ4122paa9L5MUzlHlfpUSu3Ax2GRWVHljRzwklD32
hhyfpQmjhzCtfRBImsiq1Ws18fc8swxIfFtAblU2SPoOvLYDoPbkIPJNVtl/ygKQnLbrrZcxt9hx
IjyNVtbEurl37XknrxFUQi6mH06G38C7diASIgHkjJHqiwUoIMxdAhUWtsrjRLVenNn3XrvV9chW
qs7bd7k9b+2ZjiM71vn61DYm0Adu8qNvyl0j1GO15gp3+3ja87YeDO4IDGRqfRp69yFpMIiGl5be
uLKpV1bx9i625726vrNNT+msPzF7S41uiGE9ekgyAzwhyDpiq301ZXf4/Istvc0sGlBMSQRvRXtK
bcCR0qJ1N8lgvIucrlWVty9Aa97BqxgUotq206eC5HdpK74xWGoXtnhtDftuaAYf3jjsZDcrAKXb
i2fNGzlQwO/KLJ36U+/yKaz6DHbe7CHI619D68TayfZJ36y1UBYKB2uu30B8DCNzTw6nwSx1ZFeK
PJjUu1fw+Gq3lld8HT2vimqXorZENDAiGJeCK2OtVQ23O0XWvIcTEDCS/UbqEyqYNx/Ge8K5g+k3
Rx8heDeCX59vkoVQhynD/8bVSdttk3tkOHFXZNl+RAJT1ZDoCgaIsJIyHFUVDj4GERmp04M7jPl4
oNRf2aNLLznLajJb+mAX2eSonXTbDM09Z3yvErGrGNICXf/TFNuaC0QUVRIo3VvkCB2oJCFxp9KX
MWiPXR58B7jvOVd0r5kXr6zp7VBpzQtpkJB0n0Ex9aQqlHhOaV8bAkfF3tpkCl0Do+emBzGYb0fi
vfdV/as3y5WJzoKUjTUvsVtngroQS8uTQ0z6nTmP+MAPXtcC6yMPsCN4SuGB5Igy9HNMGm27gxg2
aHGR20MuGx2LFnshhPLrGlTidhQCNPB/95fvTyKtMkgtBWhqQW5hQqckLzayH1a20O17wZpX155V
FQEbjPTUS3W0oZUFyM/uSiWAKtHn33MhzM3b/4NhZYyaQXrSXXoJGsBiVB013rYxWdT14lWVEL3+
N9Esa974n+pKW6lXTMfCljGR9nPlNnv4iz0HybORr9R9S290Xcu/ionaL4BMdY3yBD+icBTqAbqG
x6KFLA50OC8syS9l7r4CC/f5Ai6c8rl4RJ87CYaM2jzqFn4tXvYNRNyetnsk862qV77SAojU+k9X
1ocNF4TfpuPkFK9qSA9D0QYRSMVNxOt9A037wUg2tKwi6PvX4OQnh5JmT3JcFdtZOPfzJiu1mByM
2tQnBexv0qROVKX5PlceuGNWZKbFuy7HiBDdh+lUHYxhfGWmXEvQb2f/1rxdCjPK3vXsukfUgcQf
Za8jxixum58Cm/4fZ2e2HCnObeEnUoRAAsEt5EjaTrs81w1R5eoSEiDm8enPyjo31fzGGdF33dFt
Y0Bo2Hutb4WiBYKsw2bdFfWzHJoDhBswIvo3OFWqoL/2Ma587csSFGnJFDtuPpxm5QVdAogkT/Mg
7pGP99+G0mI66bEBzNOh6k6CW/HFNXTE2v+cFzQDSiLJ9ynK8f/pSsvaUd4VWU77bgBlV/S7vCjz
oIHeNWANBMhW0YKg5PtXDhwrj21ZFEJtMBl6KZvTgI0T9Gu/y3Q65NZVHejnUhN7WebJnS4lSF7o
TmiyVGFLdhpMprAVqODTDEaohEyhcN33knxwG+W4QV+TL6/s2Za1ntIoRIO0uj85yOSe0zoPa9fa
59DaurH1q+P++3gNj7wy/pflGG4UEkgoa09KjV0oaW3Cylx5QSu1flssNiqjkLRN3caKXPaW5Py3
z+ZN2xc3Fde3ntthZWvdE0mQMTheO3GtTNLichD/a5J23RzN8GKuEVrTOqExUO8Sx7lLEfIQY/qI
stJYuwSeu9DuWp1eOaGsCA/tZf2DFMR0sycHnPPmQ+cjwBZUlDRMJBwKtiG3gw1sspOwZov88RdQ
tHXo5iNoyuZDoJW8L0E2fI8xmP/bFy8WNRPuIJokz2lzgn7Yg6nQfY0pCKPJsEmhyAmvDp+VRWqZ
rlj3vY0KMRYpW9w57CfMpN8vPbp4dsyfBKT/NKssqyipq2DJ9cVwag0HSNtveJD3Tho4xPkh0Cc4
OH1xZSu48uktKyZs8nvE8aAa1AiYNVrEJWx7p7gbYuwFZxYCadZvGJxgX9/Y2vK7rJnExqVOCozH
ybOOsBbuyrGagzy/k1gEROrs6kGGssn3WaP8AGz6U9kDUOJZ9pU/YGUOXcInRFcYBG4jecnW7aFm
/bGqi/MkrsW5r2wzl8SJavaRJuWa8QTYKPS4joahuPW8La0hujaN1/+34b6ESliNygGeribkg5eP
o7dvZySZKDkETV59dOrp67e19rAWcwsCA7RdJGo85e6gIba16wODTP52bAZ+ZSJZe2D2v6evlos2
G5KCnShN7rqhj8rR3hRxdetfeyVrA3wxM2h/zGuQQLvIZh4QAhPUASPduX1GQDz19kWaHOl4Bee4
djeLfUfq6bZyWNNFjQu7DyXuCcpN1B48uCquHGRW5vslFoDIxkt7WVdR7p+SYfhlvBxbtMnNgDyS
r+MAxLogVkjkx9djYO16l8f61/qiQGy1nbQro0vaSDCNTwNM8qqkD+DIvhDkwyWdeDdpnF4Z2X+k
6/9b/baXtADT8B79JlzQaqugmH4k1g3r34ksbmZotUS8k+XPyXFui2ZXTPOmUgCiNd+gJUEDwAkK
97mR5aEa5cktX79+BCtz/pIa0GEuyru+LqM29rZOZ8Mg3e362PpmifEDh5Svr/LHfvDZjV++wr+e
dE3yMs7tuY1i9iCbb9BOXG42TdDDuLPjezHtKtBtKbc3sUyCRLJwzqeLn6wUOkRcadjO1RZ/ToWa
b9LaGzqkm6//tJU90xIl4PlNksbMzSGnFudkkjcwm/34+levVZaWwYRcggzRuyAQZrIJPeKqUAFz
hHUH/TuJMFkh7QgpWdgNOu2DqCkCua65fla+1qUJ3rMEWHmiKKKCcShpp3M69ndjh1aRJvm1Wu7/
0+s/e6+LCciDMZRN2ikiWVb5k030vuDdS9Iy5I2VlIaWRYqbTnIIBsUcjUUdTo2Zb0AByOdd37ry
hbRDekSnsw5FjLCyXNUFLPuJClu/+eWMKMXYpukQHilqRCVaD3GNKIqkyp7j6cKwreEvcjtqANW2
nQi1dvQB+w+4wM+TBKERomvvHvv+9JzRTG60M493HLSeSChPBklCjlnHH1XtnzXvHzBHv46Ik9yO
yBwSreOiwYHLgm1FhifPmHTXulQCR45jT1pDv5HV5UM6AUGXyQshkUAfb3X5znFZUOZqOo3YNSMY
1uma5yweDyyrhwJOi4L8GmwlAvyXPhoaFiG+2obZbGD7MuHmxvrTfB/0WWOFOvtVHJ8lVGNUNv37
hSdR8tbdTCJmW6dpT5ZXvyHFDvSnLjsT0ze7AYSXJ1EX44/R59vCpafcpPuKxqVAcK7q5M7SzjHz
lKPRVrT6OCxGKPs5AaPPYoZlgR075tBP2JqBeaZkd+N3xckqs2NHLYNFOY73Djq8O9ep+jsqYMAv
J2R89uah5vZ977D73nOG3SyBodrPYgSwqPXH0MSk3TI9dKGr/exVIyV8Azng3nLoeJ/21YPtkrvS
R+JDXujnGdAyZBIRMwGBQw5Zwp5KMg3haC4CHeVssPik02b2yD0HVzmsJ8cOvXqcDq2jEcSWJt4N
x3jZauhtCAMMZZBOiFzbOPTw9ivCHLGpUnfcx9jbH5BXsxejETuaodlkkM8GV3KClJTZdNZRwDzj
PmWZVmloc22FsaJYagc030JU+ID4whbi5LEGap4m5lXkAZEStKxxADqf2hukRd7BDHlvA7ux9aB5
UXuvZpCz5s0AeVY/HbrWvRmkeR7aaW+lXme2RZ+HLrSN2bdGtt3N5NBbLWNwql0HkW7Cx9Ro8RZo
Ah6fHBO3YVtRtOEh26G6gzgq034eOl6eIkTL8/bCkaHrQe/J5b5yZlTsQFxD2A0eaNn99lMPGgMB
loqoRXfsZkY3IDdBUe3+WYZnl4Yd/Wfm80PbelkNF7BocI5uannnWZC0js6093F2zpV759k+4nmt
abydDIkDSacKbfcUhQQoPdqeRXIEtIt3nUw3tUcf5dzAfDIUEBXPU5q/DlbV4iHwIcw6y58eGfKP
HWwC7Oe46N4FL6DIcumNgiTkrakaigRp/74iujzMg76pRbLRvnV0saMLYXnaNXqwzzhXWNvKQaAl
TzVewTTtPSWrIxTMKhgHjOmQThyJcnJ8SOOE7BA9ErUpO0k9/BSy9+4sbV8y2mt82dNczm+zykC2
UUo5e21lNghoNA76KolyytzfLG8mJPBC3HI2wvfdEKHHat5VvWI3ji20RB8Tu7U+S24dOL49aOcZ
HP1zD5sxycAWMxM2CpP+niQC2ETWZaGj3eIfKzZ/dHXVi1I0PViNqbcwi6kbMEteMuVC7QCkEnSW
RDg7G0UHJ3fwbfg9NmqzG/oFH4OWWGPgAVgQqpgf0lr8AD7fevGJU0Z+i3p1YFLIwMgk8BW4SkPe
mvb07KS12o4D9MK0KC8YGVETsvUQqfqcZGUBh14tNh7yEPEnyBrvIhnldlLUwHKWnePCj289MZwv
aUKlsSsEyyCgqrclMo7VkN+UmA6subHfLbc8GPDOMMDIWVa63sUieUpA3wk9CG/DAqF3beBUEIra
FcHnHFfzr9JwRIE3LH3s5xYkY1BX3ypYmVngjoqEkH+SW1rgEBMOXev73zO/6D4IRCWAujFTPcV1
94+Xd+SEAw0QJhPepXQQvyIJmcFkhmOhasX8LTXVvINBD7peYvIhSL26/+h5ne5471obj+QngGXa
bTzx7Ls1tRMyunrsdGiJhL+5rjaJXxv4xut7uIGTM/JA3IDxFtseWo94Nbxwffj6/e9D00GX11bq
NUNNp4h6wvspbDu/hTq79wVCr9r3uiHmhqV8jvp8kCJKGw/52LXb/kB9wCAvvJ3v8xiCTJ+NbVDD
/BxAFJdvih64DNOM8i7vEkiH4MMKm7KsD35fevs5LeRND/h971h1VIk52Vqwq9ynguZIxuvtI/Hp
sUkQucucphPhlMt7dxCgMcy8G4aNrVmyc8X4uy98V5wI+BDVd4FKAsySNdzHpQir3K+f+iSzXine
KTr5+W9e8jwsOLylz5Pgc7fxcIJlG0/b4g0+CSqCilLvrsrnQ0ms6cAdt9iPrhr2kN3NbEN4+gOb
SjdHcQRxcyxjvxO79b4VdV2GbaZ+MdogVyhPrOKtmwzFAdyXb33d5tsqYe4GmQPMOkxFglgHbGoy
qCu6FiU0xSkyr6z+TDrgpro455goW48dx9R+Qu3COkrf739Po0ieRVVOZ6Jzvm+NA75Qxkdr6+Mo
ELK8TbKd4d5Zt/18z+mchChMR5jRLs3czPL4rmwyoSNTNY0ORWmPVYjGco01qwAcH1GMKOHngJ2c
ZDL28X7OdfcAkqb7VOge1iXRm2fhz922dZh8SXGywQ6hAyNxh17mdLBVPhZRahVpACl44iBTpXFC
3SUGk5DOYDwoyRgRxISiaJ2QTR4jZzKuCERwE9vAo3I7SOUghhhp2OmQPfMmHnZWET8gjBzHsiSr
wbTCUoqN3TQ+MshVQrhMcS5V1XOMnVhYZJW5n6TGm8sFuVLkWSlM8mXZI/NlOkmK/QnjZIeThUWO
Pa+qrY3NDO2jqml/ttXgbzuNhIWvd/afn5r4shTSpI2rEcJlRX5pYdRVN7qw9iYtToUxoQWU3teX
WenA82UpxExz3xdQA57STIk9L0RYWvlhhLS7mvW+K1yQl/R7or+nrE0hNVDkVKXi2ol/5fzC3UWN
xK2ZWzILBUHkawezmwRj7uzV0AUVij0sa2+qi+PwIEtyPcvm85IGdxdFk0kpVwpIkE9O6qThkCX0
1AxKn6oGgL0Soan3I+9wLB5mfUVU8flRCTuaf59NRZrl3YAHfYIffxp+aNkcdNa+uHF15Ry4dkuL
yklukjgrZN2ffKp+V2V94tgwj0KdQTE4uVWHpJorHbCVKy0LKLMUmlmFSk9T9sKrTQ5HzWzzV2zF
b72pe5nUtZPfn0y0/z348SVaURXuYExLaOR73jfin3zVHlONGBVwRcWQwuHCt4hqvBVevDXZzzLX
+ynByaRp74ei/N0MiR06Mus2vKX1xo8fFFwJ5YyVhCOLVH6DgAua3ywkqkggdHMJOF8jdhWZvWNt
c1+Y5Pnrb+zzOiDE9v9++7HFxsxMl085F6gzlcOlKfR6VYD9eXkBC9K/fz2DkL6MhU+jpJsefU6e
RZdeedkr43aJYGQtNcUsYhpBbhr0tI3A3rkk8mjfXJnmVmhrfFkcSf0GkJYYD2fO49BxIQeFW41/
U5rdsJ8tBZ1ug/V/O9M9t2WQvmkQUtuSBT6y1JVlNi6M4y7oTrbzYba9AJfjWUgeIto4zvONc03E
vTIdL+sspCtrO8NZ80SE+1M79T62iiemExk6tNabgV7zPa19X4vJKcsG07UeOgbJdMeFxIKG/T46
+jIet6q2D1eHzdq7XcxJpo+LBrN/derdbtdU/qEZH+iUnjrP/m+z3hIGqLGAeAgG6E/eYG1d6kc9
6hkVNoW8+m9wIb5k9Q0OjCfGh5jQccjD5IsfyMEBI+RKt2Nt3V9i9FJ7HFszNdDeNfUGRbxQ2Y8A
FGahmeu3cuZbrND3Ce7uqgxmZZzxxVyhIVdw3MGjEXVA/ZiRvY3ZDXu1A6XO3VSDhvj1nLQCoOJL
yJ4aUElxak6j1sGu7c3U6IUMADXuevXqIZcKGaiB3eBZHgrr1cWcNf83XD9fIvfgGPRzL3Wg+23l
Lk7yJ55at9Ru3tJrEtO1h3iZKf8qBRc177GdwL3RmgWkeUdm2JutyKvI/ONVDM7KrM4XO5dRpo3v
NNiQaV1+r1n54ank46IH/voFrcwDfDEPoLln95kF0R6E+k6865IpGLobm33Umdr119r5qyN8MQvU
iDrWVYyXARrgOTUEih0Zdu7WNLsJyezDbqheLRgIvr6pNf/SEjmGma0zxsbwBppSWJu0gkZ32iTV
EelH6EAwGQKwMyGRuEHq9VgWd8BABH76Ujrv9ShCLn8yh27jMQuFJxCDfWUV+rxLw5eMMq1sNyYy
t6JafhPi3PbdnrJs0xXDnZOO31H1uLFTfa1HszI8l8Ay1fagC0vAcVhujheJm0GR782Y8eyN375+
0GvvdQklSwWxs9izk1NmJWGTAilbFZu4MeeRCr6hzDumE/tdQQAbsHp8+PqqK0vKEkBmitpKh2n2
ImuoX8rZeW2sGUFDFDg9eqXNs3aJRZfHwwmwnlnsRkQUfCc4S2DuJe5mmCFTQATmtRy7tessppBW
DohcQfRxlJuXoa2PPtQZTE6v+Cj+27NaTB8xcP66ajAI3PyXP0EC0eco+cgtimlfX2BtlC0mEAH/
e2fKpjjZmAkfZJy/xwVwhgAn36Pq9324hgNb2X4uI41jOkIdMwt1yv32Z0zq59niV87dK1PsH5/1
X/N42SOyiqD2ecJovheEQtVq4tfKvXJoWvn1y+jQXKuCA1ugTghjLCAWnI7l5QSKpKgrr2Dl0SxZ
n7LNCVpELYnYpF5tWZx41h2+frsry8MS5lkg4QZFlYFE5eQh8JfBFVI1H12GuLMETQEz0gOF5/Pr
i60MpT92ub/eA1jMPJWFtiOcM45SCyRWTmgJeAfARfyz3bZXrrPy0S0xnA1BFkXi9QkUes2dpAN4
AtUDaHNn3ZTXlE5r72TxYSNR3eGCl/JkbCSBd6UBbUXOV2anFX8RXxL4PL/tCruF5KNFwb5thuzV
QSG6TaG5935Ow9GS9RjmCMtIehSSIENgrlNuGjYV96jPs7CUBKfDOIOeHXXaEtLar9/ginCIL6F9
IL7Z5Qyazkn37uNQTe9cxI+p6nf8kmg18ochySHXTZNtZw+POR32iWrDq4eNtU9tsc0oUseCZpWk
p2qsH5Xn3c2O3PD+mm1pbYAuyh/waEL3btXZKSbOd94V074FoDocM7T6vGRL47evH+PKbSxBfbTx
vKIA6DLK1QAPWNFa/captUABUvfsyrta+Qr+jK2/vraMxHmWj2aOkE7jBhSl88k1TQBuS5hfYwSs
3cjlQf51DQ90A+4htuQ0D9P3TOe3amqPNPn59WNa2U4t6XwpsQFAz1l/kqPc9Fl1spNyx0UVXpJ7
utjd+kBmXjf1rbz9PyLLv24myWvLcIRAnBK7/tXpzINzDx/hZhr4i1/Sl4lo8gN6UoTeSq88tEj4
C5ElPgTDpPOwlWW+M6K9KcVIQ4iOcD6dFJTHXz+LtT9uMd+wWJMK0i8aaeRjl1l3S8FLs/UYgPd9
Xw3DlbVsbdCwf79Qe4LVu0YTIUpys23pc+K/G6QJKJZdWXDWKrV/Csh/PeWZC3foUiwCqS2fskQ8
5sj8g5UB/SieM4BAp11smw9bT/8IVPVF4m2+foJrt7aYO3z4nOeJQEGHdPFNM6Pf4CQPxIARSK/R
vVZW0z+76L/ubUKT3OEDNmNeh6RyfYtN+YREdViqa/NzuJYh92fz/UlFcwnog9xDj+OQmVOmunzj
9lAVN1n9ygo+7WSGthGPpyqgUv2UVYHeYMbhjEX800Ha6HGg03xT2+as2jLboIN1SUNAIvZABmDr
xfSjQ+pHSJhb7Wy4sOKN7muoU5RXh2mfuD/GukWf1aoTA8O6aUO0mOEThzXsebi0zAmzy+eGDs3G
pg7KpYV9YhMC0ubGuXb6W5kWlubb3B6FKbMyO13Ax1tLeQdoMeDEnfZYkN2Q5w5Fq5OA/k4G/8rg
WZnolthClnSk9THVRXCbA857+QaJqIMkv3LQ+lMA/OydLmZSPfOpBeGvOCkCN1poO9mtvORu6+YD
ortOHDTMqGgNEuFBX94LOKjr6qX3ib11FHxaMhG3+TiBZpRX4q2O0e+w0N+yLHOmnvNSpyYNfS2r
23pqQpqn2bfSON+Ih1eT9fLZaaGRtTPP0oGDJPqnISG3LLPoCcjBfJOioZjInm5Szdy9tECl9FXx
CGmUvpOJe0/JJSi0Rm5QzeppA6w+BobVZ/XWMG69MNkBeYs0P3A6nfq2tn29zRVypUWGukeS9BHC
Lz6+/so//wTZ0sLW1FNiIyDVi2iGyChrrs8xYd+RkNGHmTK7ZJhoYCX0/uurfT4U2dLPZjx/FAKp
SlHK+kNZAO1gcrjo8wohAI6NLCXI2WzPrQ6W6s2V08DaULzMb39NMvAHO36c+OrkanHnQrnmtuLX
1QL1WiPvf6zjPSMCNBUaQQhQdDdJ+iNnr1BLMecYJzezR4NJiw3nt9k1x9nnD5EvzeKdVw0j61Gi
Al0Cxv2+fYQ1KUziV5RLEvXBU7H/+m2tlY2WnnHs42htSWFOCrFFlzy+sn7y43kvMnT1K/HDyqZI
D1Ea94jIswPlIiekZM+QZ4RThRj2YlI/JABqyMU9ObG/Y4D2pPW1SIu1F7tYoIweY+X1MEeiXmrF
bzDOj837lTu/7GA/m14WO9uhoU1awUd00nH9FAOPGiJqzz20afNG4S1FMEg0j3YXtNgEAfwBnGDR
AtURe2dp2781FuaCk7PWWKpHkm4owvKCWJKNntwr6L+VfDy2NKiTuHSlkWgS1X7kVr+muNkS9wwu
CoZFcREzDE+Fuek94CIBC5cnNOmC0opSMJlzB1zJGP86vtgNIhXHKaqs7AXM9sjukuPXz/Cy0/rf
R8iWjvYksQdGa2VHfhe/695/99Lx9etf/fkXwJb29RpsudgaO4NTlcYWmmZHVnvbNs2GvW2hMQU3
zasWxbfCv5Z2sHYzi0mEUAJ7UOw6ER/it4oUjxYqPF/fzOf7LLY0qU/Q2lnCnbxoiK0zG/t7zcV3
v0nroEqt/9RQZEua29yW3jyiqBNhvgVDYzbpxinq98mJrUNe29dcXWu3stgNG4acUIJheQInMQsI
jXVQ2LEXpN18f9WGuXaRRYEtTyZeaSAvo5qPPUyoDjbByj3rWcxhnf23/FO2tJpPBWh8XWJ5UTtD
oJijO3iguX8tSmGlLsCWtmtmEEKEBR6Wu2zvlz24isjdGaom5PRIW9EEdTkEF9RzGvuIJYGAHv98
FSq9sugvfdhea2WVRycR2bw+dpa3jws2bLM4HzcFojqqXXHtwLvypf4Pg7W0SDom1I00gFUBz2F9
sCp7ehKV/g3VLY7y2gkRw4JIw1R9//qD+pN/8cnMs7Rks3muGE0yERWOI52XGXr5HbeEeBwynwbo
YpwNQXRd1hY5tLbyiDTpI0JaIbet4vSeGxiswsaaHr1sAJZCWoda19ZBjwh01DVieUo7bR7cSg8b
Otc8QLRJPAXcQcRnnGVgn+hm+CbsmIKH6QlocmNId3M/3SPqyA87Uqijn4A+kY6qf3F8dmXL/fmJ
F9uaf+9zoFzq+gIM5mjwPX/TqYQdeiRNhSPsGdHYlt8NtvxXdo0rRkoEHP77Yl03WVJ1Fo/iGRAP
pfMXQdsRYaq9e4fMRBnYanqwmPuNYx7eNvBG7IbSm6ImYSLgdvxtElUcVIZe+6JWZoWlbktWkEnl
Ip0iz6rO8+yjc0/4ye9vQYP4elitPN+lYqvzAS/Xs5wiHxsAAopewK3LVyPiN3OJM5nIz68v9Pm+
hi29/hZBe+Wya406y9RHbJC3s1eNoXSvqj/WrrCYp1vbUSN8xE5kzcO48xp0m4URZCuypLlSkl27
xGKWRp6AxfsqdSKH5eUdIkLZbVpeEr4Q1Pzw9XNayaNBpfHfg5Bac9rqwbjRLIvZ2rFqsq1NwT04
TsraoECSwZJdgLYcTMwpHiUOunzTjo4NC4tVdHNoN3XtBjkU20DqowFr1w4/ujj8vCpnlE9pCoIk
LMOgxFS+1yIosvg20O6RFsa9yeYETGVQvgOhYKyqu4ZubDLY90rD2OTWSXfQLUKsdNYMTxkigY7I
e8MWjErjnsSYP8+ay22RFOk+7+VUg0jDemuPyLRpXzFinjNWEGQnOeSgEukGnqj4wREMS2qmmldp
w6jw9XNcaVqCqf7v51hQUCRN7s+RYrn/rRz1S5UMVYiU9xMCukYZwgbaA+k5Qh9IQSTOApfb5bWr
r4yUpX+f1T04V27qRq6tPNi9+2RTkx6P1c6+2zMcD5i/1daZsVgkhR86xo4Pmd/UB3jIfLxgH52F
20ZN+nDlcVyG6CfLx9LW7zayGgCasaI4q7ZUwcfCM70tEKa1qQo1gyDQoA0OvKg1yIAUPtkWrK5+
xOrKuF7RZrGl2T+ZGl0Zv0SzlcBqdZRV+m0sQIVLaij929nlQUHiR5PTV9VI9zbv1bCJTX9fU/sW
iAN4LlDMadR8RD6Q+4EZ91V2+KHUTv7hU+6AodbfVpl3QGfADeOhjuqOnwaqcZRI+ivHk7XZcjHF
JI0/Dg2E+pE7ABliyT2sGXeIMQYgWjs7LdW1t3X52D97W5cd+1/He4PwdyjQ4zlykYZgkx4n07x7
aIYCLf7yJX6hDIGrZW66/SWr2HGK3dfDZOUGlwQDiOanZG5znJjKF1mNJhxSD/YOIGiD3Le77dA3
8sqlmPdHsfrZXS6m0xlsyUzZCgIOkECgs0vQNlV1WFBG4C/zEzBgv81D7za/FE6tEOvrWY8z3F56
IDQPlGc7MeITUkyOZQC4s9HuvQS1qM/CurHwzSGv3vVwkJ4xzq00RNcj4y/g8U85B7YWKuzfsqt8
OWJTimLtnXZTR36AgJ6iODzKvkIIewnRurmz1ZBt4Umx93LiDtk2tKB3ONZ06pCD4eJtE2y239q4
qvconUPfMQE8KM2EUxsqbBTlyMTZDMDVRZBQYJbxW5AvDhXxnJtMs+7BUjSGkmJWaCR0cZrslG/9
lorMv+IeMs8MuAh4Cfz2NRZjfFfIzH3P/bE7V8j63SXCnXfDJcj499RMgEVlo5vFZ/Bz2rfc8xDU
nhROBo5q19TKChqsYHkkuNIkSBk2Fr5K602TUx3kM/FDOaW9t6k7J9+KllU3ylLJL1UglTh1s8cy
nfmNj3vA5hbM9jBrrHjjklSHqe5yuEJhKoDNsRK7Eq/znirq9nc+3ITwkTrGOWeIoj6TWKhD1uUW
CTpl2dCmZXFzmNPRLh+Bs3AL1FSBTNM1uohCuvaG5fYzAk7pR8zt3+4Ei2qpVY19picL5M9lVIVk
RkkCvgFnk5c4VtS87XZAHTbp1lMkVgew34BV7ZvyBaYFG3NylozqVCcY1ochmW169qHYjfdJP1TD
QdfxyJ6roqzElhQGP99NzjiGoD+jhtoLN4cFyLWOeAEF/kqjEYRwLAfpgUM9WIK0gYITUL/E0hvs
k2hSyDK2FoIgdRsSg8ibG8vDj6KkXvThXEt6r3JJ0Upyjb2LZQEEA0g2vCMbNH4L7OahqE/OZuzq
ncJ4v8mmeth1rGyQxSFKAZ6BQmG1seG8MlkOm6dIvYzunKYSdGfQDXZBkBmBwtqU+YxTc4BSb1HC
6EU679ap4ip5MVXl0nPhWXPrBjHWSBqaxKSIFey7KiN7VBphLQyVGVIeudx02c6eGgR+2gR44B+w
yan5nsQGgisFEkr5ZvdTOsAxXiBKoApsFM57MJH73tzYNs3YzTiVpfpQs7TUjaUa/K85nonzgIgL
4LwnvAxnlyjHuEiDr33vMJi49kIkj0L4FZQ0K5ywbybfu43hV5Nw2UkG49XsMHP2CvzAZs4LIoH3
H3kbP8DZLNgObgN32CUVrFv/AA7RgECf8L6X55JhIO69ru/dqChKDWQELLForJcSnoXbFqFW/X3q
dXKraxIP2ObLqhdB4w+D+5oxxsr3anLS8gENLEdtFUxC3Zl3VskOM8Ah429tJ6R/SOmgqhv044k8
wnCHIWslGlyr1k3K9h/m15rdelSn7TsMuyNEEcxR5FnmvGwHJMeK0duOpWbQJIuhjF/wU6a7L+GO
hNloYMQzd0rQptvrdnK7Lc8bxJ1kgo8dFHIY1yfR5URsK9udylcX1SYH57cswTjucurvy7Tzq9uZ
yRaRP1rn1RudPTu/nXjZSAsUrop2MKK6LXOPAiRJ86uOYVU0IbzA9sVT6BSHbAS2/VRC620d3MTH
Zvb/ODqz7jh1NIr+ItZiFPBKFTV4tuPrxHlhObHDLCEQg/j1vd1vt/sOcblA+oZz9sF+sXX7dUv7
hRlqy21VH427hd+n60x+zE+5C2VOw6yH4M7nNLJRrmpVNDcQvrvi54KHpv2vFzIVfiblWoR0Yt2u
iwecyaK/bnym5nmEd6vyIoU8cIUyGXXvsrBTfFOR+nOqx4oZYrfyzx/lvqsiF0hv9XPhQ4mkAfZa
n27BW+yKzFsubndx06be5GlPk0ne2Y4v5sERYW0M0U5zL85cRBhXvLTGSIAPdJVfMblM4uKrwXez
GuZVmU2jGMfjMLWd97mPizOfIUSZrcnGMV5sJqrIOZZERjg9yxil5w/lszZ+kp0E0oPDDIqIQ1Hv
6vJm8gQDtKkD4Lpnu6e4oNKor4s/QCBX5yXWHlQNqUW1nUNI0smdx7om+dso3/P+M0Bo5akRgSl+
Bd5IqGcfh9rQxvKQ/luoL+JrxeJeuyy0fC/8E7q+gS+yhw5uFrlsMovYbuuveFkW5GXB4gcj1O8a
R7WqcSTct8YV292qA7oBkIFl0n7MZi5SnLbdVL1jgfEWfBHxOhX/JbYu8OEWqy+gctqtvKsD1Ttw
36wXVcfeD4Pbzjirc27HWUe3KzPr+gOpns+ywVsXr5mORe2nqyS8kVHxX6J+6Lj5g/oWPj0vx2Rh
FiASWfHi+6MLFFZ4UXtX+wDvCccuS7F87kic2o9GRo35MGTyxllE7qj9L1HoVl4DBQ/ya+5qxDSo
ph0xRydRBwx5cmMGj2SailP22W8cd6ouhNFUyXpArGP0Za70FpSXISX756tHgc/1UEdBWOR2V7Tb
YBzFEG2Z2Ps6Ese4qt2IasQfnOXOT3RdZDItwpjbtigmBuxiNGMELzm1BC4cq0BGKjzH82Lm96l2
1y06r7uuIW/YkMH0b4zUmvgSMS96zntbuOGcJVaWi8DZ4DkYoYxX4yDvEjW15AoIUXrHWqSJI2+Q
S83Bs7+AmFkPwZYK/dFQYw5DFrQgDlCDmYDIprD2un7PugR8+U20LQjdjsliZIw/EJkgJHfptEOb
OX2AbR+7u20vsSO95V/kDiI+wxJwhnNF+0x06S5GlOJx31AwbTVZmTUWvbgou8z2i5C5aJbdnjux
tv67U1Ryyrc5Cf8xGJXeV9wvQYs31Wv5BYb+oTOQ3H1nY/crWq8JzyRhlcltWvrudpmcKMFrH+0e
AIOhkij01rVvTwWNmfufDNpyz0XqFN+QAX9rnTs7OYv3N+l99xKGXtick4j7Oy9lPUWYkwFjlvfk
XHv+vdrsNnWHAi8wm3i9Fk8wlGTyw+uXRX9MW2CvzncAebnO4tAN87d9AdIv9vOhH3+jrEQtzEcO
puQ6tumq06yS5KXnSZA0qcnYt6XyulJZcmrUTT1n6YbBIgFxKXVGVbWG8mxb4/sv3i62Egdk7Ort
pheqbp4db4q82zDyfco1Xl3PqkMcyLT6UzqBHi9JHd/g5VRXvKduzwmbqvd1SJ0ZDxuAj2MTWz+5
Rt7EJlOmkyRWwGGQU/9pbYGPZF8qp7qhsoazZkZuLigQbe+/FMPuttfFJDyAAuMpE3PGoqY/k8io
+UkSTMAzDOp2a593AAE34dTXn5usuQybYr+UKlr/xfFUzVO2LnIZngJRyPkuHirbPAbocGBmbNuY
/rCBHexlmLe+xljUVVFwG3eBtSfiQSb1lQL1iE5sutzkPZzjef0RMfZKfhRlPxZ/G35W6p02xjT8
uzCxAzZg6/dKPO592ijFYKIzLp/MFTKr8AXf1sEUEkwgxmnZvlUWLlAE5WKvuSbIiU/NpqB1IsHF
xuG3SzxxVmxt81iIuXSoKEkQ1cIZDnXaI6LIl4Tt+2uEOHHxCCLoR+fHrHQ9rLmXUgANFxAOTNPj
hKvaxEWSVocxlU5AcbZH8Wch1yTQB7EMRDSLZY3q6zexQWX+umwYbsPmR9z0OB75hHLfyLhXIaBH
Bj5ufx8moxyqjHCmXoO1aTvlZbMgsIb72Rnps0Hfls1+D9+qmtWhGazN+P8d1GldVNGPckFw/LG5
Ldh/lhMcjMCS3/cZATt5FmAeTmMPI/1WUqabnRPNH/dvx7RTvvLUeiCEmkGsV4iWaiQ6o7fuA6Sh
BH5bkUZpeSdEghgLyYlK5pz/cHch4D7ZcNYP6brd69QbNP68wsbHDrmq+0yhULs5SAaLHcQhpil+
wX9O8StHMSfPYzpU6xkDeHEXJmZCZRyVZ0qush1g4rcpscs1ZcnjThkI8dbnuVL5CCVt0ljLVTRo
KurvgVblLc59PTd6wRrYmPjPCmvhbRV+8kVzymF2Sm2vBKyAYpuPA7rITyuYc0BRKyGour4tDphx
YC0cOHyCxebNig9Sn8OZ+YC+gk9R+tvDDuXiGM5Bv75WA9APc9R9YHSJiXdPgvoUzqM/P0UQ5f0n
wuec91oDhmCsSmeQHAIr6zZ5ozNOzO0MewKSKjo2MNiHxhmFg0aBaWMITTKU4IM3k5r7agvcjwnh
TzVA6nMavzj6C+71OOsbLD6/tBc669EJNjm3WbuvBVOXbW2IEDMFlSwEfLCmfo5Tvxh+J/WQrHnL
GxG9JHwIwiR1vEbdt7jeHBus53MG0IBxY++IZQeyYCrPp90duuVDBZHnnW3iF2iC480ZnTcO2V6M
9K5Oa/O98pp0zdLR38Iow6dazmfRVlF1bzcwyZd1TpOZ6E9ZyiozZc8SY9rZdkY/pqhpx7tehmR4
Xn3q+/epwHMXj63iemRGwAKraw90QIOXJ+scHWVQBv5xbN3tHbGmc459P3yUs3Wco7Pxv5k2Bl+6
j/3hZBrd3POsiNsQKoJ39Ix1DmYZgmsf2OW12YT6Mcc4QbIQwTPtmt/CRPFY0NjMBTav0lcRhtuN
JjbqK2imYD2qbm2BJBAkupWpeE4WWixKEhJhPdrCc81JWxC3QszItLZPUzBywm/FHtzUqh9vebsm
70BiE8lsOt2vLZx05CK7ofoGURa5sL3qbYS/YpP+gHVlPDfDQshLtE+XKYiKcwzE5aapOaASb1GH
oVfRvecxsPGqoaFgQziWAK65JVDIzeMJ8YDuwFsmfrBimp3UeVnC4X1aJg4t1fnHpojx8BUcu04v
4yxI1p+QHlraspDCydBy793k5lXDmTH7bEBbQ5hlosKUmTcDDwK03oJqMTxyWOQ5KIqctSwwLuYX
xcm0LsDcXpkr+el/DWowqsaShq2P+Xlq1W7kCE0Fv//S96ZD3xp9Sz6sTxdAeKDWwvtv6Dg+wtpZ
3juFkU2Ho3gS49D81wRNce3LsbhpEg08KAVJEzhaHHryyyGHBDuFqMB5gY6DsqlKtXNZazMfrW4o
6YSQ5vdsmyQbCujUDXKuV+hOTOtFUJ6Swu8v7UARmDX9hq40cvrilq6a2g7/zVkvRtz6caqGLOJo
OJfspUgdCgJT5VsRJv2tnKPtT6hHCmCa2/BJt6qm/Y+34auNtHuZQse+hNi7z2gpyFUScueXBiTh
WJIChwlaD3/lsia3sxDTj3IbfJ58v2azINYoq3gYTjoqt1vaY8b2TdnnQBZ50EckuF092v0Ao309
9Y5uEVQilvkqu75+bNKg/AX9X2T+4vR9DsNSvXWyQOXZom0TN7Wr2lNN3sF89MJO/ojKcngewg4c
ujfU/5Zyc57GVVCYYd/+b1eOE9wHIqkel1EWV7AkqZNtpJ0c4VZTA9h2VueajciH4RzUF7Ez5jri
ry3OTVRs6yEcOrc67HVhL0XqlVWuXIdMl9htG+84KIWtNJkWOzI6AsEMtrSks9wL671P/ca9nNWd
dW+9MN7Nmx+ZNb5No8WpiarrnSmnWyceddrT6iHY4/I+8ET7PTqNO4ZIvf3rurZ/F5smVtyJu53v
jhaRtnJhnsA96eQmTsYfZvdVkI0z+Rz/irpphwOx1slD2fibOJZsl78D5PfpqfQoMc3ezDeWmJHv
DPFElw+shob2Yaf8LfPWhOVj6KcyPe4lgZ789NQXh4Sr/kOIDRdGVKkT8snxX2HccWfmuZJ/mwRV
nBEQmUYHng4WSZ2r5ubg+3X4GOCZ3w7kcbrDMfaiDm7I6Kzge7YIQSR5B2lymKd46I86aAJ97WJu
v7zvA32LfhmIsZP00XNFSoq4d0aTfMLkktVBtCMFrUfC6bs7hDFPMX58N/f3jjIl5ltVeZdY85sa
b/pZ7GnxpfQYRJmXOPC0xBpSGlezXPybeaPLPNglXWZelsn9Vat1fuBQ8D5G9kBfI3uopzWZbZq5
LtCv3Fl3c7+uqbhZq7L6KzoT/aFki39KtwfbwyWyOLcWPOa/qqB+y/whtM2xpE56WPapIoBrC9Jb
r5x8DnMz+S+toXoD1vxdlJLxVN76VCDVQTfSn07FNu3yRIjZoq7CUz1Kpe8RSMwfxpLDN9JQd/YM
NTpddYfA71T8EwJc2B3LaEZ662MW/b+2gtglE7kttG5yrdr9adpiTrYk5Px72ve5cH5tVHU30Uje
bgtlRhx3d2PiirmkTVnxrOaHPzRbdHBDMiMwTRZl+ryzfrww8aA341B0CwZDSQc52biuPsTSOpe4
0JwXldLC/1mVQ/q4+5t6VR6BFMc9NsV4COOK2YcBaLTD3+i2Sf/oRLj/NaaZL5ubTGHu2F6+BCZ0
fjuqj89qTEx9O+uA8i/SYTtd7FrXb2KvyVV36WefSWYuv5q97doLRLN9Powbo72T6LEAZ9bv+vcO
Ve5jOi3yYYjR0eVFpKoxZ2YhloOkBylvSqby84V/I73xEd3IcxB7ojmGYgTcsIN+wemRQFTKhUAJ
e6jcuKLnQHdhjmYMg+d0tXyh/LcrTeCb3B/dHk0uUfDOUpw2oEWgcUKVyNsVDNdHHU0Tkifbsc8Q
OkzObjiinqM5oQgPQbd6b0tNyi3D2bI6Vr4F3VQHW6lu6r3jTW1ZN/tXfm+lyKPANNeauOSbVRrP
vfr86j6ceWX03lGY3KcBeZqnwh0me43bVoVXmYaogGe1tE+xqH2Zze0ueSG42YS+Mjyo2hz22LJc
gFUsiKbnPrktqg11rK9jriEplsV7pPayhi5hMdUhWTa3poVrFrZzOvi+f304WemlNGX7M6zdanhO
jVc5z7H1fHugQFfb2ZmG0pxa6FxP8yKbj9bsNNJRbRlnAhhq2a14ofcXIwAVSJBEU4kZftDy4I5j
MN+HbhgZetrF3Y61ruPHoXGWP6OZ6+AStSrN6fAYrBDiMUB65cv6iJYmOMb73BBMm1iWr1JQGYw0
ZuqUpGt1HrE4xFlbk3gFwCy+ZyKRiLNl235lB9I3f4NhdF+WsezphcYC1pc79/oprgL3ygjyqerW
4NEr3f3Go+2WiEIVS7rRL2CY1bKvgjOwKjyGEnrh+5B2tvlmGC3XXhhCBvx6K8+7v1a0zHsf5a6e
Rgp8tYIUa0K69HWT5OtuUemendgbfuph8tMjVe+oUFOreTiTZt5yJQPDUtnQ+kmuGFSmWa+8Jn5Z
wmq4972kMdlEZfkdvdWbl0qCdeF0WRFPet3+WQVzStZelSIIGnywUjlUKIm4QXP0M+VNqC6iWk4l
9ZNDseb6Gt9NZsj3ro6b2NWS+4SEN5dWuAm4uJBN+6kNq349SlfU6WEt3egoplWw87DCKshsTGyg
HH0n5gahTB+ixNkOTpjUf7egbRd6jNpdTo07KsLIiCMCAmnLk/Bl2mROGgRMmoehdBG6q95cdzlY
fZTKVtDcu4XA+F4jA8s7pk/XeA7EI3Pr6Nh0Aci/IuQ5gWL5JozPvAq+jMgA3BT9W+kYaLXtlnaU
enD4xsOmwgYxIevG74/idlW2pnOps9ULzDmQcnfBIAbk9kURTliyi3FJzDT91dSzZ1nS8YUcdPsb
GlsUHeOeBcJhhXG253NdcxL4SZS4T1W5AWjc95bgt2JoX5wWgOWDTroNkmy8lsFRsZqweVQ4G9PR
PpIDolemuAdevFhm01DUTsYqzb6oUtv5yEyfe8Cfmf9lZnAHTFhlF3+UadXKf3swENZIe8m0wB0g
C3bImsrbYgzIX5cylEvWABHcn7Qoi/Y8KocwkbA0BE3S4D4Vc1lUuZDY7Y41UjA84HHaok0sdPmC
gghlvQXu8spmbfwavNgmObVUc4k6rzlzz3Mzlbq/6ZmLbaeArvF7s7BUj/XKM5WNpe2i20qv1XRj
61gMLNSYM1zmMu23vGts96EZduelKupfayiW96D37KelsblhAM9TR1Tk69Z5wPM6kSCvaAsdPs60
NldeLZQEFiIjpI0RqxrdTRcHN+A5nenVU7BJz6JX3YCyPa3tgeXA+iDDRvS3LLBk+ttuu8c2bqT6
5sAY+y8E4/bvuFd+eVrdxXttSrZjZa2J3eUuuZ1JKP2k4Ymm87ZD3WTIYeyXESNPQZlsnsoJioEk
P3xzqftC2btIMPhbcHG/JsQswjKF10a4OaSqKcRL7NuKmkKbz1Rt03JfFuwIc0mi1m0Lj+oKFnG8
Myuoq8pNSNFhLFdFzHxjGiKN+vGq+KIZkCqPFjSeuOCo5mo8vltIwsjKuBRTBPbJc9xv/ieoWuVk
i8NyBq7i8m9pmRdz1INIVGVNREmnt5jHa4rVsXTGhYNn1eY+crb6Xx+mFMGER8YRCM2QLUtc1uv9
YKSG/GGS9gd5Liw5sQv+t3G1cRlPEH4juYUsgnUib4o+9V6sE6hPWTluvgy+yj2XXVnDGcNBF1AZ
koAT54Hvljf7MMvTGvDHe66pTlOtmPmlLZdMz5KHcOykOjEWHjA3xUtNSjCTtZe2/U5IKPea1fvo
FvdDrSh5l3YzH0vT6mMxRhG3itORfZn4+6moSZZkZ0XiklpSmDmxXN7ibQZvaUbOELyo8f3ax8Ml
sGSksttBt0sHxr6bpdlBdtHIEKAog/epwyKLLb98RjmQHI2I1+M2ROvP2ZksCMKxeNGx0z32EVhl
xpzqUsWF88bbjgjTTTAXMw3zznMxuvk6MUDgLizPgDZb3qC6oC1Jytg/9D1ynrHfJSWcxRwi1urD
87S8Zf6taN3q+WHsE/YQBXXvwWO1dfEnZgDuWNb3cyD9jJHod/Cqme6jbQxB+HVbfQzTMDjaXr8s
ro2OfoC5J9ri6NIrSMGhxzJWSmvvaDYswvzOgarr1JdGdJB7O5WcjNPvZ8T93Z3pojQnefivxFF1
4F/FJjSMRZ3NqvXWzKraHlW6pU9tE7lva638I4tJ95GhbvcApdb7y8MeHPewUhA5l6I4bsply1HC
dFJBhRhW7kVetEvzEZTMDIPeJaKs9qpjDLeVU9xxPtAiFQw06w/Piv4s1iI5LcnWfz8X4WeMEH+u
8h1ZOwxmEXfPVVybExNp1qLFth0DiLMAl23sZHWx/JkXh9FMM+9XrcJPCu4vou7FC45be5yFdB+2
hp3Vypz+1S3d+Mza1z/WzpZek3R0HqZVf4hBDXmrK7YrJZ6ScGK1RwvScFs2cfjKZIHE1XZsQfkU
1QmVneYit82XHxp1YQ4pnrvRvE5xV791rgi7w0wNcNbVVGR70bZYyE3y4kHlO+4j8wiosSlQRLRX
cJwV2FdLihhyK+9vjCqH3+cSHXd0aOhXKktIKIiidjygZCHBdY2WFXhitVVc9gjjQRKP9VFv0Is2
p373G9wjH8A8g6298WJXijAvY+Uc5mqv+uC8mpmLsBUO+5gnbRu3vOvnyQ+ckxXN2jKVMqYEvEnz
GC0/F0Sv8kLZBqGRUWqjWFbZMYTfOi3h36gFfvnoVluscwUSdPxX22AHLbitLVb4aqq0f7+ne2I+
klq76oZfd9P9jXyUBKy5x6F69AEqB3f72LfHsFx6/6cNvF3f+K3Xs24MDGzqlxSzOdzcZiFXkI5O
e+t/6TxW+itxVqFtJofaG9+Tmb9BtQGed82gR8/VYQ4x251D66W/Z9NRQ4cwgR9Yf7ZePi7fBGT8
cU3ux8a8VusMawF52ejkxaIb+KarH1NahsasdJLS4BPPokH51YfVbcjOq3BC0T2ARNZvNJQDNVLH
cdMf6m63b+6Gz+k5rZO1OsGM89wDuYvDPUMVHzkDIQHDv8UpjHwdmsjKFw8b8XhIay7+7TjG69jA
WpZdc6cmUOmH1CO2l76TNVaYcS1LIMHGYDncyp1pbdZaBtaHbvVGVg2ALZW8SdMgtHfIS4vyl3GU
TR6pttz6za5kvWX7HA7rWy01D5OPI5WyLbCr/87iNfGeWoYs5b8qMfLfHOOjywOF2LY+LpGb0M0q
JgxXNc5ecGDStDtPlD6mzKekcl7TlacEH2LYVtpFmFDHLWBcHeHSKp0Z919iTM3c2ETLBr41qZJ5
+2EqljPHekL15GSxQtnq5ZEy8CNPwiW95p+3Di1UVfZ5Kozutq4q52wSeJQJHfdI6koLz5l/tcC/
16+UkRLxFtYhHhHk+0yG8HbQXOvMlLmeapZ/0zaUP4PGYSOOZzxInGs/VFPSHxvIg/Km85EcfbtL
U1PcpzbqobwSnGGv0+hMvTrGU590D9M2buk5rppk0Nc19krKojIR++9wmfvyAEauV4jQZjZNx74n
wua/itFW8LzNrh30cZviWRSZWaKR8ld4e/Tg1NS5LK19FBpuyG9oyTDTjOuQOU653U1eEAf9LT0p
3W4mfTiEnxH5DxG544uod+Q/lWJkAYcpLtV4wgrADGx2S9Hda/Zh3V8WWHL/OXFgRf8az7gsJkXd
rTWAkcSJwp5aIUYrx26r5bMDmuzrxMt3T0hJ71QZ6Psl8geHacO558ssuyvnCQ3cRUrl77/cciES
PZhMUrcvLAvsqh4Sl+xP9wj0XO9/hFeK7aMj0h0Ez0ZUx5+NicAMZDwIyuo0JPWmh8PkR7u+L3cW
2Ji2BZ7XjfEAZPhySYOXYQ8oTdE7GX1gH4qM2d35CJlJGiTu2Yqk7B/z/jbOefu6ZDkmxo73SLQ7
ee9FtGbqxF0aQxYo5oj+xAacE/ym+274w8vchPeu8WvodmuwhqDvTcXb3+qgOizelOAHNOm/snLr
j4X6ZzPsuaoIL18bIC8oge2Xe/dSiInrenf78YnDRDRXllt99KNN6rl4XN1uMffO4C72BuCYOXkQ
s/ojIu0ob3jcqE0WnXxWadPinw4azStaUlZQMmrjvPWc2Srn83dzXvfS647IkoLcE+4+PxQhA52P
qNzF8BvFl/+pg21PGC2wQGWsvSaw8FlS03Ow2gjOhRgRXHkq7V4A0KdOn23CFQLQg+uP94wau18V
Ipv5MaW9sAcWo7G+r1Sd1Ccb8P7mQ8oSOAvmbR/8g678OHpblVmDPPXcbUI2u+2PVql1V9mCTXc/
NA3z1ycH1Ut0YsVMxHkT2MhSkGz6Vvt63g5F0RXVBVgl3iS3sk6b8fI4N6HytxcNVCX86a7C3T5c
maDNtzMNOcPRxb5tvreMFMeQBN8XL1Vns6JYC0oRX1MwoCcmgjs4/raLTEYWBa8SgwxQYEMdM8FO
fRGBO/eS/agUKoAs2qvYXCQPgP9atBFToqFzugPRI93TFCZaPE5UuxQtlZk3toVNf9O2dbxfSdQZ
r5Paxd8o3dwqR7Dh/vJFvPwo+WZh8a/a3jHlFqhBY3d8GdEIxJ+C2fyfouBtuWytXOXRj0Img7FL
KXiN2b6HN4gSlmdybSFX9b1MimyO3OVhbZ2mBZdfKaqNoJ8/wgF894O7pcNvdnnbZ1/EIK/SoahQ
ec9hyFYPkD7NgHQPa1osyQHPYwVgIIziC2NG/nKmEmbVxJdVZvXudPdDl0CSK/vlHCUxGWIQ2BlD
uN8vsvJTtiF2GH9Xq9mxObFO565YBgyjSei3335Q9dWxKPwkUkHtP/Yw0r+tgyb9uelaXZDY2zrj
rWudJT0VbMjHHOHkPhxTOfUUJmtQyYfIwjk8yJohygnLVeO8CPQd5AMQkveHldy3zvh7XI9jd1Mz
E/2tGljZtaU7FmxiyiY4rPW3iziyAVjzxEtIHeEpdItHBrg4qPBh6Xb655mq9AigQHXNgCKd0/Yo
I9t7Z2cYHf+XS9CufuOtIsLB6y0DrlW7bfeYMsYmMLOVffw1pUP7p/aU9niG9rk6QcsfxC0aMq7q
esK7ItJWxwfQ2P4FgVIzEf3IYMFManhehK8Zbo5IFeqn0ldh+cKgSrwwgm3LTzHRU7hzs/xS8HSf
MWGiEvcE5wOG93ni7HfmznkpObuew2Ir40McL1GSi61qkZ3G2gnr2xVDdfezDQfJcVlWTnRZacDi
CxzW0j3FgvHICYVXPR9Ld0Wi0tsED0tUajQ+cde49ofm724j0BUVci7FoUzslNfLCG0iKEvtv4JB
COV27vwe0HqLee6pNMpN8xBVEs/V3q/Y5GxqGc+ufopwJSNvIVZE6rRV8buLuia6YyC0FMlBDEUS
ZgyRyPQJtIij+6SkNH4k1nK89qoOQpbQo+Zcmpt0ujGJXV9xTxNF50T+VGEq79k6KFac597O5TXu
OelJK5mnNWNsKmoWHJxDt4Oddv/2m1zR/lDcSojaJdYGhOQDg8pf0T6rMF/TIeTHWNZlhFNHCsFB
1H16FXMhf+BOiF/dVKQ/fc2TfDDe6jpg3oeKvyZw48s3wfg7cZdYnQCsg+uryD8t847sDLI5KMvE
X5+zDxrKnAK7eElWEe350leTfgtBsTmnDtpH8SkpM+Kf+xAtzwSZdLcOpc7LNCQaDUo78n11RWTZ
McxzTPIWATYMjmM78dTPndTVU6hl5z4uHjrUu64wzt3Qo2jh5pT2YXAoq1BnN237oE3FTgXlJw6j
vuq6PIqd6puqTMYa23KvDF4lurmr8ojmeZL9WB1WuoRsoJnGfhqJ9DJK9J2LdPSvAI97mnXgTx4H
DwjAU8SpWB33xqh3OpMSAYAOqboUQxx53/bg4XOpVtuhW2obAhGScOMQk35akDqz+ZxRSbW/C+up
A7Llaf6Wy/tP3TS55XO/kNr8I4lV1VzHqtPftT+vCmkhAeMluwTRyyZMjfbaR+B3rqj+sWrGhd3R
vjCr/EFHkqpcj/7ygPslui+HQl9T6gWEFvA+ghcULVt4pNmapre985FXAtbvu9d6KFyZ1+WGYgf1
7Nb8FLKyBu3WsET1HXK9hlHwok3xj+VBY95pe4TvZQWj1vBEtb+TPeH4/S/SIpKpz1JllhXSadJw
I3XcyxzOfpAKZI/ssobzgvZpUcyZe8XC0Zl5aoe2NGY4zLXjrZeUhuNDyiblJ6h9xIZjMqAnOtR7
lPq55Xjr7le6x+BxxQzngstZF/G09aLtLnos/sfZefW4jaxp+BcRIFkshltROXUO9g3R7raZcyz+
+n00V7PCyA0cYIGzMAYtiaGqvjcK8T6ltOm9QlJ1NdgnVzBPF5GkOID2EWBcSF1LgsuqoTCCbelR
zbqa3LSL39hByDeNRxSsm+KCgxBnkYQUTqQhiZYH5gCbSEmUwMZnPSIV3DpWUvwZ0VqzkxiTMe2M
IopAFiTCoWPU17Y4CHtsOQ8HKVPnJy+/pVZRi65yRdI9M6yV5Sbds9R526+WVzTkEXAQGG2/sLGu
8jaNIEZJUOUbfDJMet4IGnX2EJJ6XHsznnmpw0b8wk4ARuCa3ZCSnx95BK+3YQTGYqS6tZKVNZkv
+Hc7w9qMWFLM96ZJ4pHoAKS2h6A28/x51hI0UoT52DSDApdT/aHLJv3Kut7Fttuy5b6bbQXIT5Rb
bb3ZGXoEIFJhDSuVZhwDFghfOaXGnSPnNUh50O3rtFNfdLCRDLVgDeD9dlAXIxBIKELbIUrJtGfY
fcSQCqBtfHDcSiu3VioTsaY3hW9oWCMQF1q0MfEVoq0dF6wdf+F24h0rAF+hoiu29hfaAB3L56ls
xR1Jb4ofYKJBqWiKzez0w3D5TX5Y9vr0yoBOy1BX6GMIh+HM2tIa46qellHfcGzW+iCkcbga8O8b
jSPCJTi2F/siKysHlTwRF90TIE6fg3GWVYb7JpRUkBlN/qY0I3vU0QvsiNOTGzGW+aEZMDEsSnJw
6IXXzXUcz9TlkFsxPPKUTafC0bX7ABx22AVJQN0q4tbaWhSR59V0YxTuKkGIxHG+dMJpyf+fnVUy
VG8txjjcFqlBqVMtddIjg9RWW1afYd54iGZe4nqQxzSuxSdDnIgfZl5moi6yQendsumZZE6sC3hE
OJsdJ5LV4z8MlFbCDlhHJDrWqYbozuo8+TvPLbt+cUw1mMcsymZo/prE4d84QEGWB1nMX+ASk9g2
tktzE9UbTDNLyy7LT9YAXb8LoMnQGRamg9LFs3r80dIWY/ZZdKVjXaAK0dgraDZXUTllA5yb+khC
DifX3AjJkc06a5dw6Wq6vwcvRUdYGAVCJ7CJ1FxZJr2JochypIGm7gZyXjS6F+g/hICHCjnp9K4L
bsVqFy6A4JG9+ETdUa3WhnoA/MtNRT/nK4G8kT6wupHIFoEPtRf+28GiP4zjEVfRPeZNWQYnoxFZ
sBqLKXwVfRF9YMgBYLQiOTrLhq4uADPPstz+Ff7LKg61p0Vfl/aWl5mhjgfLCGXC/qgjDS5mcLa+
4kSYzcPsIEZ2va07xvJ3ijiZWb1tX0w8E9U6bx1iaDClDr/DqPLWkU2L6FbFnoVCqojSU1/3/bku
O2ra5kG5zWMx96mG2iAO6foKoqqJVoNXpJ8a7Gl7LqLQbVeW5amN7WgjOc9lFmmL5CLv5qCSh2sV
xDGqfV0rfHuy3S8EPtZjHVTxMSodqCc3Mhkp+LKw/PPcqXXTm2g9sCfo1TOEGcc9LXR04E9SpZNF
mA0i2PZllQdnoc36xWbXFQIlr15q2skiE7D4UY5tfFcUhaMWvbLls6yozWY40t3kSMjVZJ/GFlT4
d5g6GGzmgkC45qKfgRmBvNtbQIn52qQNDx5Am+aThoaBI0w6ztu2lcF9NqNpe8qZlO4taxghbzE0
LQPZTpS80YDmrF34xZ/sfZ3hm8UUqXiBwHR+0ztJRY2IGySvrhIDGGsfX0ylGOF7ztk/Wq8ueLGC
5rd9KQVbeB5wuTaM0Vs0tsUzZAmMkQzMbQ+99lnHcn6aJmkfzaKdfymKqNakgiZHR3fsDzuATAb2
RdkVN8kn+VBV4WemVPshlNNRQxHV+n3DsgWp1rznKMmZCareOedY8o5BaTsLg10ZS1gKNumYXfXD
i20NHiObX1GPTXcztM8u0xxMW7ThxCuC9ORBm8r4bGQDI8kcaCzo5FRYVLPMpoO0N+zXtWHihI60
7ieCHu1ujGKoTSRwBxx9tbfCSVR8oUnRfawKwKTtqD270dg8lqqaPogjxAeDS+B+ciZSk5A9d2Kq
n/ShhlfRnabfoPoN6Qxsml2pmchatZTTATG5+sqQwycDITaINkqOyHGw35gT1UGFJ3+g2KwIz5o8
BpMpRw0RBF25mym52ppjoU5OL5MPOeTlWxmiZtS4I5/REJd/iszGRTB12vOEXOPRi4LxmA5Tv7Ng
349CJM0XgdXaDpSFk83Ia7ZIqUmgFjz1juFwkVK1gZEh4TLw1zWcaLKhapaObF0QH6MIYSF0tYKs
YjNHCcvKGU+IHbwEUgiTtYSg7u3qkWiVaUB742qkE5HD+WCaKMvkqBUrs4vH93zIwbpAFSJvqYYm
2rbR1DGPEDnvNwmn7UHQMFY5uZlSZYfabzGZrc7ZB2iRTdCDl+6qpkd85dThqdWoZrGbgB4oPTU+
2tTRdhSsBPvAnZwfk2bRc5G78gT43P1SidbDluvJ62g4wN39aB5BtsedNsz9AQdCsQw84odCYtr2
Va/FSy0Jp1f4qOKYuLRcdhyoLrYvYyOYGoj/nNY4Uz4chI1bCieHLVOE+HDrSzXZLMsH0BpgL9Ei
syTj2dcqZ8jAuXVr24lY2yBKTNGE6956wv1GtmAwf84GFp8EF+6b3RUN/d6m8QAnidN0hCGqtGzY
5FrZ2X7NY4Tss+mXHE7N1leFM7/y/KIWqEuX5k0bNt8c9PCPIpV+BQLLsABZeDZ452DN+kDvFomn
F6dWpdLwpbAM7OaynuBE9Xyv0IczwSSTeeI4ou8rmCb2nEmDbGM9WpJCT04XAKd8jVTT+Wndh/GC
Im+8qS7Nr5M5k3lj9qgvGGfVU6f1lbu2UpW9ubYF/AX2sfKcFpGSw7nsHjEO4zQTmrZTlZdvSwH5
4tIs84sdCeY/D+10idmp/7QLO35HGN+CNpOkLF0rPVUhgYReq+zyISeUZBlFVf7eFiOWUjoEUctF
neWeVYYhFStThpTD7NJzlVKjqaPo2WQySfZ9HnBwCkQ3Qb6QpBVXFjGAw9hsNEDvfJXDKj1PgyAW
VGEvQgWvZVA79L1LsxJvzAI/CyLvMHx2PZtjb+PDN6VRwAjZwvSNEVXrNlEN6sioN6H+sMsuRzbP
pc0wh26jzzdWouSHiRrq3CLiX5puAa/NbbXZRcYmW0aAwj5mYRIrqm561VH3kF02c/VxDVndjpJO
VLx1y2gUaUW8HqGhMRQD9Dp7jGjioRzt5iGcZ7WtjZzcQtFEPXKS2viTJnNOboCnI6TONQRfnsXh
HzVM7f2ugbTChbp4rnxDxNSXW316CunEdQ6wakT/ZC3A9RZtsEJWgqgjWWBsK4LFyDl7K4bePdVR
E6xA4eDxG/oB86rJf2EogsFDgkPbe1t3LwHmN+MND7n3MBkKhjys4z5LFpyxMF/hAujXTt4Zu7xB
I4HXrl+rIcRsE9X5peqQwKV9nVG8BpdaFtPewBSuOC8ZBVnSk9EArVTzvbRN5gLCmoalY2fzG8fS
gMI50hk3qTtpP8PSbn9zqJBbZVNXOMtMX+FbKJ9Nym2fZzEYv6sS24Ds3YB9aYZrGUUW/oyawYzQ
VZjWkVGhWxkiQd/JIC3p/cIyBfIxkgzpMSLuobpHAKBO+9l5uKBA9pz0pR5za5d3sfaR0ulTbBXW
0wOunvIAbR3vRr1uTjLUCtR1XlkfU23g2aAX6Rwpfpsnp/bIGwUWQIBlhHmkHb0FsMP0x7LjloZV
S/KddDIusxDvAlwjhAiyyScijQIKRCzzjIei2DDjVBhBarXuTC+0Flo4VNGKFK3yaSjrYFwkWc8b
lYjyrOKi/FXEWnGveba2lU49P9fIbjDegQJQCe31VYLJIAEism1vbfZp9jDPo1gb4yzvJTK63zbG
EJzjs35RwabptiMvZdUD+N+TBRcf00CNrxctwplZqnxxHGt4zyJOHxhZ5q/GaFHpdkPZo6+di2wP
dqF8QYjLXkN4/XBxd+E30Hgo/EtZw2lqc1wMnTl/RroQjw4a110g3Pw+Mef+l2jEKFDNUwjNag/G
i8QSeEuMRQr6OkjVLhxhsBBaTh+srSmgsNnLiF0jJapIfKtNQBFhpW0kKaFbvrgDZsUVO426C7s+
KVZtVRhPts42kWIs/DX1FpoOioGH8axjgkk+4sAA4DcU8lyvLrU/OhKvldX02fybxlFj3XZW7965
g4Ggo9Oy/tiECN73dFjpr20bzN0qknqN9qqjlnsXhZD7JWhc2KW0VySIH+IkyljRUMrlT1NBhe6q
VVF5QqKpvZgV6N/aK6w6WjOnab2fIjQL17g45FcVBVQ5qhqLwiJy2b8X1Cnl+mtq2LaxaYYcCEtl
3ASSDIZhZg7KigI77NRrwb5Vw8QgWLEN0PeqpBEonyDwsT4ib1IF+E6Dj2VB0NwgMVtEvYJ+wp2K
20cTyczeeHFyNV0nd5qjavNnDhPqd1lgDI9sgk73PI4u0/hcmqP14NTTPC3SWuPNLXRXHBz1j66X
eK87NDdudswDLSOFiYN00p5lWyeX5k1Y8DURCWhxpya23KVW1YNWroWkZhX1r5mAEDt6VfGfhqXq
9aWKHH38gSr6wtPEYaIxzFelS54E6RzHrK0H8VoA5HvPkGJpycqYpeqtioC+4lNltwIyuaipP9Jz
0tXUpp0VMzN8WCpPxFSYo9/MY40ozUMNPTxOXcoYlFL7Q1+oblWTn0irbU7wF1QHJzKXTYiAx0H2
tJBh0cyHqvdE8Tg3SJ7udFtHdevj85qbe+GSfIm8VErvWS90mlqnweqnY61V6kMSt3iJZC/Tfl1G
EEzeognQEXGgdqQ9LHr0GQActkGJaKuBDOVzazx52JVP9uQijL8gAsK3iWl46TzbfVP5bG9gaYjr
Z3h4aCaBDn5KyKpS6V3fXCAPR1q/aljHnyHWgX1fW9ZKWQ6QQ4WcBY5TGT8452nsHcSFxHje7o0c
RK2UyLyk26ADGDs7X8k85fxsJkGPfsPLTiqq3Ge2CG8DwsUuFadsxKbbbmI02u+hSlk9asmx5xKl
afgOKQh7y5ymP3DKhp80PfqENihMeEc7uy8GN7qfCUA+DGlJ6UyGsJga0EwuEjoHrCV6EPNezZo6
AaWlaCMvRq9FPCbtjyYANFpElYw+RFvhwy3iaT1PnVqGuV29TrWO8NoapjekCc2LbWqA6JksjJ9e
LQAUxYgQgoNP/0x8JbHTjG908U3hxLNRjuPZdFX5XgosXT4DJQGtNEUf4rqnYzCrxp8pOTGNH/FW
CMhNPmrGRH6cHapuWW/yV7py+6WM7KxC2dI7D9gDjU8tnoDmksl6nqklPaU6fchUm079W64Q3OKS
KDeSKfvoMrdu2xqV6kJhrnivhJk81qNqkF0zN1O6O0BF0oscLygbjZ51rQx/FtR+cWpve4uU5Sla
Zp4wniq9HTSQzCFbN6GG86EQ9V0apyw2Clv5D2tKMD0AYYZPtdvW+8me5+VQTPaXqekAJAiSXZ/9
A51sTWf7CKNxag3TfBdWNt0XDtJQHb8GMeAS+BdrRIBaAGH8Q9jgDMSIlqx6u0nIuzDDe4+veG6d
uf2D6Q2rmyCAoFE4CfH7uRDIXRge7MoFnRaRNr0DNTTnLiuLbcRouCRoIHntUKq/hINhL4n0U2s7
DHOcvUgcCUYHYW1WmWZeYqbLoT3HBI/Qyi1b2pQWmjFr1aM5dubPZNRlCc2LXmOJZ7nR1zRszr6R
TsZznkLEjDwn01p3RDX8gLqyja2JEqRa4+rv3ktXveN4Qmwn8HvVCzohgazlJV0+LUp7WOmMhslZ
7yoZnqLLiOIHSV0vW5UUsz8EFUhQEeXVuhBIezf93IybmVWc8y213xd2mppm2w21aK15I2r5EnTt
QrhZ5bw19AE0XRE7ca4IRttaReSuSx2N2J6WeTyn6FseyT/BO6FExQHAc+JhJg65EGuvZcgbYq2B
lwDqYsDoepbonnMVIJi2yLs83TbjRcB2yT1YN3lmA4B5Vtr7rGv9csB/tq3acfgVK4T+k+wQqECF
CIOH2rPwJpBpQJo8QH6tlTVCP5GMv5ASkBdkggdxoEDmwTBuJSCYnM1Q95JLiIMwiBqyJprEWEBd
IDvLORNpQ0PkJAkt87auBmScjEp7vhcCvEFd1O063tFiMqpV4ATZzkbHuSezZjyICEPiFCFza/WJ
/cBkQOAJq8pIXyHAQFwaEIz2iRJrbDH/dfXLQGrlV8Z29CsSsbfKTZHfNUCKbw3j72pSo/J7oyk2
NLljo0uTSiuWKgu1p0R61W+Vm/kq7Dyon0FrSt90GuHTPY+2EY1iY2FBDGp4Hq34ygmkeJkDBxpS
dnbNsWRGcRpINLxpZNBo7g6obAJTQ2hiv7cUIsKCuca5NtIUHXAiNy2w/5r9KLhvHaVevNIqVoGZ
JC8Qt+5zn2PpgbOP83w9tFw/mPloBntvy8eKUCvedOwyv0eGl7XWWkinsEh+zjKdkQa5ZeU7KNWY
DI1piYRxyFFjNmHiD8mg7XUYv2Uz6hyBIcGNQ0jsCfl3IQYd10TsuCFOrDR3Y5DjOjAnocV+xz9c
CFJ878vBQUO0G0DDt6Q4Zg8iBj0iVCmhxzzEEOBVaL4mLeR025Me9NHPJrIVD84+LhxBYKBJKMgM
BXHH5qzeYiWbR63GO4/Ri+GtMCr8PJ5Ipg0JgZ6xZiyaQ9pZCxnxZDfGCWD2QsvDcBwl+94roQFd
s676Nuq2Xmnn7/rozpez5mxdVvPGLB9QGrhHEOsueQ2rjpjGTiTQYdQfwG9Uzg+rbOecdQcHkx/H
ZbWdbezCjKFYyUcpWJznsp8eE1SkzjLKdXNeillv2q0s0KMhhzJcG92F3llLTlbtc6b6hM6tS3rK
pqtnQsqID3PCja0Xw8wMYmf5i1aLIfHbOKTdGztHEn5mY0DuHseeBg2sQwRR8DQoiCjdV6qKGQxE
kTNDK2/KLSJxgFw/hzip8z9d7qBRCG1ioXbq8tf3tat0bQt8oeVL9OkTyKhL0/sl6KnQmiOxtIb5
E++1Q2tB4RSyevQKPbIi3wKHGPaZNY7OhkYTL/fhTmIoTbZZ2486w0GwH49OsyU8oXgkXsh7bCpj
eO7GajJXjaOQDnHInfKT1uX9eACITB4KKgDf5sFWmQ+FNMZ0cudjsM4g27ZlZVWHuEgxmYClhXBj
BMnsJ15NP0pr9zXuGvwzFlPgZ2wGKtiLkiP7j4R4IxufhylJCgmV+lCIWmtfNmP7gXSdQLihZ247
QNYFzkaPU0nZJcLbU5ga8ceEtepJaMp66xgooPsR7yAJl1Fs7XsiIhThxD0hSgTFNe5Tpodj/ZQE
pY+0BQw3ZzGqXO8QkJSwotESr56LyWRakRiHNwGxTPdYTrqxNrtZPysiFk5tV0p0LWg2ug1WMNiR
DPzyBTlGwjaQhgHnkmj8U0mi58E8ZOznvex3SWDIfjGOJJRhlY+/ehu8czEP7vjRWzJ5wh8/3nnA
/umylqBv/FirWiqzpKPWEGmxgDOtXnti1TaDE9mHPCAII3OF/NNXmADpbRhHlmlNL9c5f+/sda5j
brK5a88GMuVpNdlofhLPbJNVFDCi+ZaZ4Mj1ELAXXi7WLiJeuUdbw3/LalTqy4r6xAqCH9Z94cI6
IjcCoN4ICuWXfY0inXQdDq+82oIskypnifLqCZdBZ5Tur2jG+bPAFz5tGsLKjtKaFUX1iB3gCkLQ
S0b3BTHEw0ftVCMZAWnnjbveU3QdMr6tZZMUdwi5SBBCn0NlWTIVx7rJxnOWp/XeDoLoXJRJgBKo
Ey9OrhnpPoFV2gx9pWtnt6u9jUg8kpg0+WzopdpZgSVPAanJ3j7lZEIGjhq3TjK19n1RB157IueP
gwwBDYljlstaTYRiwQY5FHbASQ91FdxjcZpPquXFhG0t1y30OBlnKC7IkMn3GG4t5rsCaXxEPM4p
hl6vfPYV4ycZ4JyNgzjKfweIrNFETM3P0KJa2rtE8fhFnTk/mAOMFTQQudMoTu5AkxTSHyPQQ9/Q
ut5YhSIB0hQiSo8jGshNaZKDp9eyfZ+w5uu7hM2Us2RfLfvKkFtr7JsKXXzWucvSSTViZDJ7he/k
LZPYaG2jfsvNyjgbRFYRujKPm8Kb5XMf6+1nPrnNfWMTUMO7UT5Z8yyeoohMM7ZNHaiOKhonXtSA
paQmpAnfM0OYuYp6t5Eof/NPwhjUQbTTuJIGo86Cl8lgVVXCBF/TA7LOFPEiZ2SIg+OjfnX3+VBP
sBiEOnL0c6fm2TOnfM1xCKihSsf2F7V1+lHZlwSdblRP0igz228rdrTB6YZNm87Vrp0s72nWCvuO
uA75xECvHZuqsw4GfguAdG50sdc74N0aICjdkPXg6EQrphmkr8PAPRWOEx+tLKs+6oYobQvFDiNn
OMEiEaS0wTHIzq8aLLdCYIKd427cRmEXHNwiGJcui96npKXk2bVp6wyBuDeJCDpYf9zdfpQP7Mij
wjeaJN7WTFDo6FWQYVWJkvJHK2u8BVClqARRPG8gGXj7At2pFJSrPoRbt0zrZ6cx0xcdC/kCu51G
Ul+F2bDFJb/EcKlVi6Ed4l3Z4meeC719JMxRHl2jJsIxHM3a70eNlZK+eZO5ttOLc+KKDmmcBDIL
ZsTuUTKQBkRlI+pXK+gOU0IMYVEJb58RGvPSgLLD3oYiugsr2zhOvTO+t7X+pWYRvxu2ET06XZTe
2XZUL0OT2U9P+2zrmtjCxdi0a9ctbdKN3aDaVhAiGyg0zq0kxV3WLXhNJJrhzyAirmzVMVeTq5lg
/0D/h53o8lKKdPihG0q+jW2vrbXJSk7AC9i5jT5bOQKBaFi6wyXYO9K/2HidT1vD7qB4Uu8ANQyM
KLIfz5HWUImk0TfRz12yIs7CwKFTAmrUW0LDU06Z5GgjkNxlJkFZau3REJAQBRGTi/4rSUqzOiZs
VhGeqVHW7dkeMQJkC6LN8tFcNJojg7MepSX4QdZ5Tv+IFDS2Ep/QlhySgLGH5ZDX2XNzFKlkmvF2
oVvK75miZmhnumA67H1Mz3N7hiNKM1YCk6ngjv0VD/aitDOUoKcZlCjR1jNBKCGnXzrI1+6MJu9R
QwhX/v57iOyNWgnnKsFalbbAIiTEHpgKDWNTEhAfjq758vc/f6Ntmiir/x+O26C0tYe0tvbRxOob
m/bOa8+iIAqm/+CN6ZY8dBEohPGgJfofw+sPkrrMTERfUed9kwR84zfaV1HxjHSGk2WFsffGhChQ
PODrNuu+qyC80b9DlMX//4lCC1OcU1i9k8J7Yfo5oZVc5onaEz7wGNTzIbf7T0bDh0xNy3ByCx9t
xPxNePWt1PlLOPC/wofTNLdjokrNvaalwteibm/gpVi40yP/9/d7eCMe27589L8+gtSQ3BlVZe55
yH9Udvdo68MK4cri73/+1t25ChZ2KjITQeOmfZm74g4BQ70jmKRf/v2v36h/+CfO+F9fHg0SLlck
JPsUvODOsh662TkyL6/HnJiQSf0GrsmWlFOPm79/4K2rdfXAu4Ics85oh33QpvUK9Ypccbz4qaN6
+yaM+cYtl1ePM3YyIw3jyNgjGv9q0UiRiKwIAhnSj2/7OW7cFHn1TGv1P7nLjbm3evtnbLebssz+
t1x+efXEqiDpTVSuJql6aG6SGFcOt2ZRftcBf+MGyKvH1R71PDFNnEdlHvzqg+CJ5N2tw9r8zfN6
I3ZbXj73X0+UZuRdmaaN3F/6i6wWujW1vlSfv86x/k7K4vDN59y6BZd//9fnhFoAqdCk5j5s+ztw
sTfOxN9Ell/u4n9kecuraPTGKBGFJU61L5Tu9sty6k3aT0znpeidYW0L1wRl8uY/7VQMd//TayGv
3nKLgGVplU21t430zyAjfA263Ohm/M06eOuuXO1jU903MNwxNVLE6gQDYlykQOR7QHqviAZf/f1X
3GrNkVdv90XHlrRGUe0pdDy4ebe0k9Y3YkQwIAdul2AdSzZVwKmyiHd9lq7x+eD+b42Pv3+BGw/3
P0UU/3oohMAOb0J679FbkUBuAJOAeWioUL5ZXG6sl9bVi49zyU2kfkmh0dM7orB3cRWeiGtajWUJ
0BfRi0drhSXv//57bjyJ1tVikNcVOTmxrPjTJQe9By7lEihmNxbtNu2Npzq3vll2bnVMWFfrAtoP
q/GE0++7ZLh3kyfkgL4ojZ0YT5WnbTSxBpCBjPnfXl/rapmoRTfX7PPDvuC8S+P0j9bpvunSuvUQ
XK0M5ojjMTH15pDDR2tWt5+kew9n/+Pv9+TWn79aHUgE8PCvh/0hD0vnbsQ9mLVO8YBq5u9//8b+
ZV0tBV7qpdhdYxqpxbSvqmiH2oURwUNf/U3h4q0jmXW1GuDEybNUqv5gYwT1g9JIVzFn6pUHORqQ
Zypzd2278O2tG/hUy4+Pmae92VG1+vtP/Kfw+D9WWOtqnUBugvzOjIYDGbr2EQYEVIRp0Ah2k9sF
65Hhak2SQLlUhDYu0EIjLknw+afdeMQk8xDa5G7hq3zAFvr2zXe6fPZ/fCdxdW7AnleZVCQNhw5b
+WoS4+cgTJ54ezrPyYNhAG1RH7OIjYp4BCf5Hy+FuFpRygSRJwYpOqHLz4S8o+e6nnoORs4W5dZm
qtWzPu6m2nwlsz5bohjiPJDtyrQLKSEI0guI+dUyzy6/uQyXx/i/LsPVkjMRsjxontEfEL0a67SQ
4QP1Qyv419YPippcAEDK3TgPWJGG+L0Pn6p2V7X2M4mR2jevwI1XTFytReSKt5NmlITzKQA8hOPt
HvmNsXYd3Kp//523PuLy7//aKahkqex+ChDxz7ncZ00bLVtYF/I4G/nNpbz1EVfrkNfocGa2Nh7k
oHvsSGrYmrJIDkYbfHfWvbVqi6vFKKeSAmkW4v3KKX/i9ipWnquIMhQ6GJwb/0IWBmq1cmdqLutv
9sAbC5S4WqBELcH7LS4dLrpy2TqQzUbcNwdqTRBo6d3wv51ZxNUq5fBeIL+SI08BiVsZOrjXNM5/
OxpBjzqxxWuh+uabx+HGvi6uFiTDsyrLs7mOdrbJh8a3iepzXM4r+mOM+dhpN5QZ/f3Ju3VIMq8W
mnZ0YgvjojpEzq43Whxz85PepmdYra/6QhSlZrPSevPQ1c5bJNptnHFoa+Lwm7frnw/6j1fcvFpy
yP/Tpxps9jDkzddsJ5g/IaOMTZX0B+w7244QV1lv20D7HTR/Lpkoek0zQIhmPM275yybfui58Qig
uEOUfQqbZAnW3C1yBftI7ZZ/0WdqvFAAhRS6I8U/A6R808Z565E3rxYoz+NkTNTkeJhN/MnI+QvN
PoS6jqDYQ8jmvOtVeZeYMSlbvfX7m3t2ebb/65JdrUiZNmhtTWLNIdGiP5wuIj8r57thrNdqBpXb
DQJbHyIM4YpLwYC1JJn9u6a2W7ulebVWDaYVNRCVBlkED/r0WdAQJaxH+FGqAco1Yipq2UtdoU4i
hEl/dZRct+WpT4OHXOy+uQCXl+6/LsDVYpYQrFZbaCQPgOdHF8VH9xx74o2uk22ot8TgBsvANT+S
Hoc5nO53N/vGe2lerW+EJFedi3rtgHGnPnh5SkJbgNzRDkk+jUnuxyv/Iwa39FPHpmVcpfcTWdxZ
Ai85u8FBt5uVMVMsEDhFuIfd/Em2aX6KovabE/qNxdC8WgxbpY9pQawC2bYkT3TE4SzIbtp5IdEN
zTfD4eW9/K9rf7UQFkaY2ES7UNNVEgBb5bqPXXTjjeLVDEfEJPE+6OyHb270rSf9aiUEhyTxgvzp
QxkKazl6+Z0iPn/WtIOY0NkTI228XUiaexfX/v6SvOvSIttVtCR98w0uj9R//Fzjan3k2EEi2sgL
Xo5IszDLwkUZr1aOqz8zMW8NH47WfGhKLKKIorIOg1zoVyXQHovS37/DjcfOuFohkZ4DWuvmeKDZ
YIn357Wcy1Xp6Ns6oKlJNw5cgb0M5J+/f9yNh8i4WtKwilhZqc/doTQacnIJ11W5+0gs/ev0XWH2
jcPIP2vLv847UeB5OI1keyCT9LcY0z1sw4tRm9+cdf75qv91067WKA+dA5YLxziYxTk30i3zsN/Y
GHmNYYlw1g9zc0W+UhqMmwZ0XwW/WlcsRjTPtiKDtHvrv5ssb/3Sq5WK3hgihlDhHagT8Puy/aV0
/auLvnnfb81O/+zq/7qQgjpRgfp4PHhRtumt9Vw6B/6HSMSFVsx7c1or/gXRVV/uiHb4+wNy65W4
WmW6nPCcDsr9oFmqPJtVMWzTjnyJv//1y2P2X/fuan2pSpk5xOUMh5havMJNHs3A3A19va1shGvR
N7/h1jt1tbD0GB8ITAcXmmea0O25OSFNRT6Q19o+JGZ2W1uoCVCTFv6sud/8NOPGvqVfLSZGSjhK
7XG7XPK+0LLMwBjl7yG3TpY2P7p1vq4Qny3MprCZcYKnJpbfrGM3nkP9ag1Rl36ZtLE4/svhUUu0
D5ULavGyxd9v2s1fdrVo6F2DOa6UxiHt4Sn/j70zW45bu9L0q5w41w0VsDFtdJQdUQnknCSTM6Ub
BEmRmOcZr9NXfdFP4RfrD7LcllQ6VtlXfVERDtlyUkRmAthYe63//34YWpeBjGovHJZJUmkfYXDe
q628GlUTeaffx4dZsJf9xdH/YJuoLkvZN7dBPQ7L9L3ojpC9tCtfGMDhl/CfpE3eVZI5PKHZZ6sd
IjcCIbISQHyYACISnpCJXcJh+hom/W+v4/8M3orzX6/T5s//zt9fC1SFeELbH/765+1bcfmcvTX/
vvyr//dT3/+bP98VGf/58Ue++xf83q/H9Z7b5+/+ss5R4kzX3Vs93bw1Xdp++e28w+Un/6sv/vb2
5bfcTeXbn37HFJi3y28LoiL//etL+89/+l0sa86/ffv7v764fMY//X6LNPwtj57/0z95e27aP/2u
WR+wSBmqY0OyMoiX4PoY3r68on9AKGlIR+iGI8gA4dwRStKGf/rdsD5I2yLk0eAPFNxLsmlTdF9e
Mj8YKL40W+i4mqRGFfq3t/bdyfn7yfot77JzEeVtw7vR1O/vC1sVuiqkanB8x8I5/WMg9Mw76Mmi
itypVLMH3e/kiw4wrl9VEBnAxRAPPbhTgFF4HcHMLb2UuqBwzdnQcdwQ3ffa9FUKctOpoUsCjIe6
ltvikq1h1nitaQSvDXEZWOYx0V+WWthPOzX1A4FOpKnEVuoC0e6kRXXgGm0NEQpq1gFlIwAZgWar
dBqxxU8Z3QeAeIt1aRSAOYes8nGSGKX/DGzcIaQHRR80z3mJuernnptvzsdR9yI6WzF4W6CsqybV
ax8qbzbgnWMCdtUFjYIn09QbbRfigRhWOt7lSzWP4flqZrXAuOScohYziaII9AzSYzU4n+oE/fqK
WCfGQn2RkoAxJuPiDSQsfvHM4BEC06A9E/YTXcQ+3TJw5f3J1phXrdqeIYDbTDm7s3ZJHFnVGlnW
a5JLAqo7RagQ2Dr2hCsV4KtYQ3xrn+IgINkSsgcyjMpBRuxV7OmexGxUN3pOfb7CTI2HMpaie4Ll
QNJmAwnyKQtM4yMcN/MBLgBC9cqpiA2K+tbDvAXpxQRmQCBhUYS5W43xpV46btSTjyTILfGdeUdk
AlWlIwu3LeSDEzRHnEcrXdEzGuHRhmqGnBTlinDvbDzXRnr0gWb5U+CFjrEDpkWAnFsZ0b6J6eY5
hjdFwA3S8RlZ8rWqnQrcF72cH0EELEF3c0uTL/KcgHBHk4wTkdkoqLOXWRH3koQ2WqKdWxIwak6Z
C6AY+FmLJWy+Ap56B1X+ECraQ9q8xeVwroIHTLtvpNK5cQCtv8tPtJtW+SyvOuJfUqI5QW3utV6B
GGXADQubpypJodDFl6jrt7VRXXP7IemWJHI4+bbKgI9Djx3sQzEmsP+6EbSY2GS1CEGfhts2KU+z
zOqt0BMvtrNTq4ITiOxb1n9UeA5mh6AVdw5Mg1uccTQa1WZPOU+k9QACNLRThQmjrt35BDt4PEvW
/aDat4kZlT3enhDzM/GuxrrXJuXJMtBAwZl4Fwm+EBmfTSnLI9AYFLrwRO6aSbq1nWw6vzuEQV9f
2qD3DLTPqEj3MJhrgT/d6M5WAxhJn2GfOo+O9qxOaA2lmzieZpQA/x4tDU+1Pz2mibHOas4pJF7h
n2Hjr+ZUZaftwJcX7a2VNVAxABqo5SpmTNLOnyyjv8YydUu0w0aJLbcMsNaVuqdkIxrxy9QyN2wn
XdUOoI4pLoslSNhxk7Sw86R1lKG6GYeWHkZ8DIhhmJEbVTCUZBN7DvyfVM13pk4OhsF7McoaHjA5
OMp9mL6Kzj/SHCZ49klY+Juc6tVeeDvRMfLTDbcsadi7SAteQwvXOmkd9tQqObL6/mNIMQSv2rXD
28HR7kgsLrah4bwoivPMVUezZuLmCIHrgUSBn349AKrAfY8yqkp7l/g8sWoyNN+yvM5GewNaeSGf
43sz8yerbU+9gT8YJZmbjPEma0uxR2SGy2LeGkqLUb+vvJ5PZqHXD3PNBThPG2x4Mzt8ZCujE+I6
qk2sQfpUuUWQnLFSrf0hPY1ZtVuuabSx/tY3k5SJKYwDLTKT45iiPB45DHanj7aCgUnG/cUUW8SJ
JI9ssrZFr3curWOUbN3enOVtNk9koQ4bAc91JpMgig4OZVuRKqRtcSX3TXpJdtkLmcqQehCjLUQp
vBoVtjQcapOzqWzrkPS1tUHjjkTsCWfnpyobsSVl8W0+LBRTxzMy/bq0IzIPTiYKuyCR27JP78bC
vrTz2sDTNdk9GryqvrXj/obW/x53yFprzuiLyBiHJGb1Jyhnhxzack/KBc6G+jZFK9kr71J37ie9
ZnOOqqbe9DWOqZJEx2ykFHOZeW3HIdFXZJeMx2A+YVBBOcW6rMXR1RxXpzlWT5A7dwaGW4gTm6m6
hsCG9Ek5mdm8dtLLFKcksOwhlDZuvixiToNjog9sz47xeMWtvWxY0fpOg+MAD+xrsYmrUnp6ObHU
pABnZkA2nfCZY5v7WCY7lNH+Eetg/ZyZuLLVXu7ssrriMQ1tQYH2l/T9vTEQ6xGC1TdXMyatdZFY
mdsM2zGuMZCUEJGNrUnzjefs3F5FrXlq/Nc6VU/agPE7LzYtcWToclxGxOu6w7gYiu2cdC8AJ07q
ZJ21RWanzxtjGDcmjDdhvsxi78w54Q1XhKOsCIrB/ekN6tEgAtLSG08rgRmjZ0gIeTMwYs0tODqm
vgUlZ3OVkCLSpbVr06t5jogZriflxYjL9yzSjt1ElI9uzB6eYBzF0aZqiZzUxhpD8h6Ky7oLrLvB
SMWjHCC9CPtE5LEbJeVV1i3Lb6Fn911tfpRzLbjbXitbAZvbvsx1txkapViSBaODiRZUCgiFvpT4
Mo0NLoBg5dfFE3K8wWsiFXtZYHnTfHZwQXcEp6gxN1fhKUXoljzBYA4Af55ZBaPnyKqfhW9wlhso
GeJC4GxHub/StGL2Wssg2CQ4BciAu2AgzcJW1wtBzVSx1ys2Jyk5oQhHUZby64HrqnStXBD45iWG
Qh7+lRmvlRYxsuPyLB13uTS5OzE79zONCf2pIQj6WM/j3hrMi9Gu302ecORlAQeoBNrJCCrgsCuW
x2pC6SivtPrRyEh1keX9PAoGXdkKuIdz3fpnGdiPY5zsK8eBNJWuxvFF0lNcGQx/KrVcx2YHogX6
sx4dYie4ixffsRh7N5vjTWe0EShm9FxTPqzrWH10HP0VAg7r2LSr6+aya7VVpHD74BxLJsllTOyT
7nSfA+L4XNOMLhrZHYYyOVt6aBESErXeMGlkGFbckP4w7fXWKDzZmKdA9/e6zfMASt0MN4XQSSSk
V5qlesTPbDutV88BjQ4i0JkRruf4c+Gj1NUo6AIL9g6WiqwdnzOLgQxCU2O6TeNgUxF9UyWf4Ppw
lBwxtFj1znQDbsDVp0868TgRjldr7q8jROyxURD98pFUX/qeC30iImOBSjA8AcLCPkfIiNxZprYo
7XeCBT7ptVNaUNVmAcxn7MymSZSZdO1G3xCHsYHGu9ZwdcfKeAbItm4V30XKD/4Vpa9RPFgF1Iro
41w+hnFD+7+Osits7jyjBINRY4N1wSWeBSfDBDFSKS6HrLOl2xut4JRZB0n+0MoAzLKL0K0xlIcN
wgfFwihJc6nM20Go/qNZ8jwO4x1Vya42wbcJzU0tZR3O0zrwXztURF6W95sy+Ewv3JsnqlwKSRh4
7vJwHfVpM/BGRnp0uQ/V2rK4PKGSTup8z76IaVhgbGR9PVCGX0fxBJKVjNlqLpnuYo9btZV+Qe7I
Q1+9KUawnYqrXj1mJRkifu45Kc6+2NgAtJUjJonwZPfPY7EmrBvntcnlpW0zi63Hm2/2+yS7asrw
YLbFkTDm4KnPwy3Zml46VWviRBiRwCEHSbduDeMW6omXt8Heaputlg7dm2FKFpwWs2bargs4Y5xm
TKhBEax1oi9WSZdbq7yPsHakT3qlUQ7n5yjGQVqJ9oH8iQpQhHSZ4Xg1b2EVTqrhoQ8uIJvpt3lm
UTl54HcB/7duRhJHWPH+ith8ZsBlKji/Yzcfgb8M9ufGqr1JUe/IaFo5c0mWFVZFntxpySK4EPFy
dk+z3bxEmuOOQv/cdv1wncOz0yH2TL6xWRwPhv1myOlTVR/0ifI8IWwEYQN8GvKRd9HUmdf52Lnq
fIwU8cYEedUUCg5x3GI+pRAmjXWziKA67iCfIFVhzDBcK+RLKG6odwQdxsaaN10oNkMV30UjJ8rM
9uH4MqTjLiWBPA7rrV062yYlH7x+CwAKmpGOJv7VD4erVh82AVF6cWq4C/EmKPJjYKcbq3ZWcZhv
sKE3NhFLN7xXHGf4xAAUP1g8abrUvhbQqAXy+ULkFzFq7k7aSOeTzdy/6xH7CzHd1ci/+0A9SRbL
SyND3U74IsiPs4ZfPs6wnks9XhPgoXug964ni4CDTllV4MU8ZnKJIKEaCT0edqxTSr1Qj251iE6l
bZ7s0fw0Tn22C2J7N2LV2CcW/Wp9Vq7QXVPukNehxU+pfbOQm9NQxVxKhosCwkc10/pZz8tVZctz
HmDYAXAfA1hGdr8G8wXBMiX295Cn+OqC/EInvbkIO5TY1gTGuX4n6Z6QxQWfSL7HRPJ8ol76wQMx
Jt5AZLyelivc93CnFdjU2bqqjGbbo6pbRcLWVnE3fAol67nIa+xq6IHZJQfqc5LELAM69v5aWB0D
PGoePb8T3OkZ+4+p1hxv0NjchBE+L8GGkN3NScD83bZRtIvMrtk5ZtOvajO9zSYcj2uLoQ/PXkBV
xqh5c1anG215bqjO9NlO4EgVpV8fmDcAPyFnx02DQnlTHFlj/VFOSVK9Vo2/1YHbcvrHZeoSri0Z
Tl5VAZXSfWNlGApamRJG9iwr2FeyWtt1mmPK2WjWgK1+1I/mrO6NzvGSRl50Rg0KZdplOJymZZQG
zy7gKae4MCmes6Df2hXeS7QPYj3EhNHE2EydmeIeZlig9zfk0BE/KLwR7zi48JRoOkh5gIhPrW/0
K9vqSGUKbgySi9CnXZfNtgtLa42PE1P5nlDc9znaL+ev28yQqgF/QAnmZqpjdLLUO+MDdD/4XW0q
G1JYwdqvQG2373T54HNMwxCTvuOotb9xNBMVf4zDSXrCL1XchGAhKLugJpF+MRQLNQbgy1UH4BDX
GDJ+voNcyzzHiGafbBpVhVlWaeNFi8UcyqyuNjCJyL9wM+rWJ9/XxmAHUsxXcZZZWBXaqiqv+gyL
nVfMqXZCk8LDiCQ2WkGDppU4ZbXJPpPax9bAiDvsBaJb7NaaHVj7ptWBpPWNTqKED0qbia0ea9cU
TeyDp7ln65k4c/gUZwQLrshKXOIdSqc+/Y85K1Q0ywqZavZYz+tcBPyZffnTGfpqXn9p5v1T/cyL
6LUumuK9/bFb+V1786p8y2/b+u2tvXguf/zJ/x/7motK5R/0Nf/yv4rf6ND+5X//9px//u1c/+X/
5K9R+fZdn3P5FX/tc9ofCAbSaFZaCO9sTXPo/P+1z2nxiqZbYOyg3wguSNqpX/uc2gfLWRqPjgWG
2xTq8tLXPqeiflA1TTf5ZwRw2pZhCsSJ/0yr8/uBB0ulDkvRMqmrNJTBwvlh8EFe3jjlVUeunsGT
tS33aj43JE4aOv3IqL4gShqX8tDGREnYaecDVabZstLnUD8QSN6nXpbY2T0EqAqyjs3Yvw2m+dME
xMQjRLS4M1j1xS/GCl9khn8fBvGuDU2TmmoJ/lu1tB914olRTGltf+xNKiMUw5p2DqOApahNmvg6
0BOWfNnn14bug+sgfTy4AmpevUshyDNNdeMAH218ILcjvgKKSL3RVYpyomik/lPV/CniJWPVZyXL
u867WWcq5V6rRtYJkAc9Rxmlymvtm8MbYsjyBpgl+8FO719QzEUXSsDe3lR1ABSt3/kPYkrXYDvA
ralzjfvWJosMyTEhOe9mAviaaCTzpKcKSZMl2zL3myv0a3v723b295MzqdrC1rn4TAMMsyktufS6
v5mGwFOSqb18WTaPX9W5hK8buUkN45paaWJjxvL638tDOy1jD26fP14c/iMPivS7kQc//teFQBgf
VO5XXXJzOAwWFh/T14EHtztniFPDbcjPSF75uhAoxocFxM+9LsSyImiL8v5vK4EmP6g6F6PKDSCX
l/R/Zh34MtD4+x0lVXo+DouQzntU4YI5PwzssD61umHYG/ozrbqFc4kKF+5KBwmNYUSqAv/pzdup
iWKSd8a53Y8KMGBXVFQqAVa+zgWzkT3jJtXtVUdo1hPBbcPVZPbQxiID+64YwuGxjmF/u00bD5dG
a4XymHZtjRPe6elwaFmtvPaGghPGUWKHxkgGz9qtcO0BAyKcriSAs3NASoxdDZYTPKIrWQr6dS8d
k141NCbnUYUMZpNd0hl3hZmoNfy/0H8PEjWAeRLA2FtraTc4LvbM6GGa4qpYR0rEEeyojO9sM4dX
5EDhKIgDJ+p+NfrECnp9rTIwH81EEhetI+N3CYMBQRvlWvuAkT8YDyViG7YEgGZh6waF6cAZH4ch
AARZp1sbQEFBh3eSMPGxAINLXWclyu/3by65n9zt30/hOZGmMC0+uoMk0ORJsbz+zd0+lOBGqVZI
Hc3tK/A5w6Pvkw/xizXl+/kYv12CExbS0Qzd5AHmcNF+exQnzdlRMVsd+oTNgVIYVbarC0ARux74
V/QLPYP1RXP9zeXJgI5rk6uSA5qOCZXn++PlcAF8P+pe4LkBJKz0JH3KHTt7jmgfFrsZ+2d4gL4H
9BS6I2FB7L2cajVOkGPW4RiVCIZGxG9zGw4f41riyw05aVXztkC6teIpCCZmGWWqka1F/DF4w6CV
6pZAGV8e9UmDiW01zTSyqfO59oLRQQujVzqkP6BI40Gvx5zeQJZS9TPCKi+cBfN61pnN4f0hVWwl
e7Zz9C1suZ7nwKCJAJrD8TrcvQxAhkiTd/6gk1eY1oSIrmd71uuNKsGhGh3cqNUILL3cpbU+TAc7
svrSU8pM1zYmc+7P6JDsJxgsMmF2JWnt55PRgzlFgbuDnjOVOxqYityaJvBfDL3mARnKEHpDQlIt
JbIS9U67rsD4jgTkVeVY9t0C1YlzNw418wr4hELU0yww8pbJnL0koDcMQIktPe9mtJTeM/RytLeO
mplnzKiNc4isiFko7U4NDFOYJC9t0AfwqwgwAh4i7ET1bJBsgCWMghEiFCnxrIXBNNAXzdDMEZMN
IbgJFT/bpPBExc08a4bjSvjLA19H0V02ekbzy2qzvnHVnixt0GoBDeC0S5xjLVIp3Jk5BDpVxHmr
qbahLBSS93kwSn2OaQUu3ewhTLN9XCvdXY0Ln8FK4BhiM6eJDlhDEATk150yuSKWFqA7QNLAKshO
Wj6VTLDZN9XQHlpF8lVYxMDclmBfIpe0ZugmateqtG71XI5btH8RTZ2eIa5byWrIuHQmEJl6ntin
ok2z3GOnPSr7sCUGwQvmMiq3MZIhmDM5MUQuwQA0CAChsVOtikh7SJhavSF9Td5CeNl4FBSm5dyN
s1WxT6mzfS2UznQT2aBuYumbdy3y1BNIdjZAc62mbkMYlYhFnh9KUMmI2PU4OczViPMCX6L5qMt5
vB8UWR4ydWjX5dgOb6MtuseIb1F4CNJjtNyWES2Ga51iLJ0z2uYlPeVmTVhCfbYkvU13SOc8h/mN
ZWIFSomg4BYUw1WrzcarxXf8mBJ8ZR5l6YCLF7QWJGSWqVdIgqqxn5tVB0jNjwLORiroz3kq3uMl
Bzgfbie1ybpNCU+Rdl4yRTQbgxysrkonwyXGPEo2JMdLBkpz9Z6ywNA2LPIBs1IL9WwmGVcj61fU
dxrJKUyUBp3+oW41e3PUFKSMpg1AYeJ5+MZZTGyPOS4sGSdRsJxIWoYLQ8Hyr+F/6/QH5hIMqpPN
SuNSpJJLQ+5IW3u9AMHBGDq9UKZppLU/l/J9hPJHSFRQvoVzUaKrRv+We2qdpguEtAaHmg4pRCxL
15P7cO7qC7ucx/cuY9EDBJT5TyWIBliXeQgyPtBKlilgvuLWMZryZionfoybSMd33xG5ypi5tK8C
NRGBlwYDwty0tRWC2qYyeM0Do3yEY4HgrbVpwy/ZFClB9oAIBtfsCZRDs5pFO/iBvYait3BuyBgD
BpMDVucLA/vM250MlaBgX63ufR6PzDkSw3+zZtMCpyp0Ya0IoEIMbKQ9/QChF7J7zcc8Ibe4qhBY
kWkDUoCZUiZPoQCsqxLgFjHRGQmncdJMRU2EEd8otnpBzPh89MXcwrDrWhDAs2oq/aHqNJOeL/xr
xTOFY7L9zsgto9Hr2MckBZS3mo26vBZTOeTEWs4xuWG5YLJlm0PpWoWCZy6OAqQHjKQ/kSqUyZ0y
pflbZAU06K0gnO7rSvFBUgN7F24o62jX5k2Tr3QLmJJXBDHhvNu80QmcmPrO9qwmxxezguOmbdMk
KDN3qAqrPIQ6tYDnwyMIPAhFME26UKoPMNq1NwJ/5WczM/lW2ykIr3RTKE9jj7p7ZfhK9B4Hk04j
0korZgQJXFL65pUxrUDUMW8TEsaNm9EVe8/hihlAV6KOSO7MoKWBPWHkXMEx/2JybgjeiKJqCVjy
Z/rJI5KHlUaIPO1+3/Inmv4Oq38Ed+wuJJzhtYZk9tGZ2/ZqtkL7sahr9TX3fRAZTtiUVD06ExTu
U5lHHqSLgfRFWAKmR6A0IY6S753eeO3HjzHtPsO1CIEg9rTvB2JG1dgnFL0AE7uG/q+/hHhrBBKP
aaCEm2DJVYraXvksvzlk7pYaywhjkMlmVpgPgdpGty3Xe43YwkyuceCy7pMp4V+NLSFDHt50zCYw
BhXNC5MUjGbQmwulZw6xcw3+HDJ6LbODOXJ3raQTGgEurzw5Q1PseOhMDvGrkAHbMxMl6klgT+lr
RquyZhulq+9V3+VPSR/4n2XCBACkSCCfYJRw8rUcSosX+lnQroRdWJ9hfjZUkWM5sZ12WqKG02S0
7uY6tZ7bgDTzjMgFlBlNm4CzTiAVb0w1XjpGwUzOYaQoKjNa6VDLMOHtn7Lct57amlV7QxC1gxNl
ReTWmB6TYSgHiJBRAATM7NXinUxnG1G60YjLkbvsE+kc+qtpk+mFallhSmFbc0gia0a33MONZ/cn
CJ9pzTN9COszGpr4qWcTACgzQvSeafOUInSuumpv9xAF3bHq02Zj+5B3104i+9lt/MTOAR1Bc8Ia
Btp5Jcpoxtqhj7O9tdtUaY/O3JTl48Qwy3BJOFX6mzHMnR6mxQAYSdF9cTkozVjtagUaIF8NzQsc
9F0x+2S596bRaihCLKY0Lzlk/x72lAgmM3cdyksKMyJEc7PbJlUsGBd1wsZYw9tQg/kxiSgpD5VZ
ZnCBx4bUtHCVgxAZNl1O/N6wypJ6jl4iSJLGbgpSnaCGwvfNU1qSycWMIxMLqJISx8/OijUN5eQq
lBGC7BMTJjVDKNrHg5tRtSpQStNIKExVuzkBxu8oPo07tZnDz4LesLLJiMW2z0kdmtZn5Hl8Hunn
JJqvmWRlcq/KXsWZrIVjonbuPOQOOU70WqJN6Yu69Ipq5FOYkZzYyiRRP5GEa7Ppv2/oHpqpF1eQ
tR7mqZqL+6iD5L5Jm0T17wBmmbTyE32OrA2liKh3gdPEdIfMrJYoLEgnE0Qj2GZt3URMK52AAflI
7c0QyuYpquS8Ww+mVEKSIitk0dyDae9QszQhgLaVHiizvdbUwGguSLAM8xNEtn64aOwKXh8xnDKx
ad2MbHz3vlFXKuBcw0zcTDP14bose1/ciqaU1kVWB8jtJ33qHxzCMLj9Et8gNnzKKG/kMJO3TL6j
/gjVaXqHs9BksPrrXrLJq0S6yxmrPDUaVMW1OTr9sbKmCMEGAnDKE73maZjLRrlTqK1HlE/qbK2J
5YG9aJmtCE6xZTekaLG9IPjUSYZtptEmcks5iKdwFmR+1k1naLsqNNJ5LYvZLPeOSVwlrfyKSUcV
Ev8KFocvn+vLR8FQtnbDptWYiOmeM2LtrqoWkMq6hU2cMFqgJPdIVDHKQ6xnAXkTThm8Fxo7ejpd
CBBXRd7UN6pJJPVuakz07IavUtpPWtqeCY3knRWEFmXMGgvV9vkgSh+xTRgMyuDKBzXmmdJIbwag
aK8idvTPM/ve4ElRq+gpLevgmuETg6WgIKd8kTUg1pv7cfgs1F7EZ5+w1mqNadYGjZg7HaD3sOjW
maXx9M65tN9qLgkwdKSX72Q9L4hIiF9sJsg8ZOctzXrc96Hd3Y+G3j6YPAWR4c9VHjGPRqxIe7IZ
rmVRNDT3R0sV27DRU0m6QckXNqi5eQUeOJGe6gTBnVpb2Uf4b7W1wprcMrOLicHbVKEScguFwfwy
27EEITWGxHsUjU8foVfHyCB9K5avFW3Ma+SAo09K7Ax806qTjH2ZozPci+LMRi2pk3rxVyn2f/fU
f0fEuwjD/7hxdlvWz206/bZvUrrqzbfN9K//9qtsGN2wYS9dLzZSS1v9my6a9oF5jrBUnT2goRkc
72/tdG1pwqtfWmVSp5NAL+NrE836oNN54/foSJENgf/tn+mh/dT0Z0la0t83J4BD64QPdPZer9mB
5q8+sopM+Pe5RpYkOh+jJBB7QFfr/MKtsOjY/94VWRiXtrEc8IemfVbwTBJ0sPezqntV72xFhy6O
4N2HaCpfvjkTP+kn/dQJykF+NCeoAAxD8IzTPuluhhkRYo78xGQfGQTrfnzxJfLiSBxrqtA5qt2W
asDwrV98wp86WZaj/2BQSC1qlMhIlL0aD9uC0HDSEt0CrafWZJ5dnlWi1/nAeCzRUI/ZKc/+FVPG
cuQfOqE6ta6TV0qzV6SxlUTL1tHe7DX2HdOxU/vzUNlHO7G8WqlcUv9+Mdr4o4voR89CYlRBZcqq
2E+gDq66y/SqfUQfnj9gPwh/cZDly/vJdfNF9f5Nb1DRQkF0ROHvcwzyeIo9EvO2U30V4I3uCoeS
2PjV+WP09dND/dCGjKZBdSr0u/vBktt5Qr2BHI4KDkZ8dE5N+mHgOJEeH7v8DqW5l2X1+hcX7nLb
/exTLm/pm09pzcoYsgtu90YKm1M9s/kH24fKh2e2SYuibPhGjWOFjCgkmPcfH3VpfP7soOL7g0qH
Mgj0MUouoa7KwWHSMm6V3qB9YHlkNmx9NFEk6W7/8eF+arBZrtIf1pzeVCdZtVLuy6fyNnpDeTiM
6JJW/iNofiRsv7wu/+jb/GGtSfwaFmGik4mp8BjW7zKNOg6J6nL5zKxoAdHwzOq1WL9Xf7nAMRH9
6ffJcOL779McfIX9WF3s2w1i5OhBe8ovivAivI0quQnP+V4cBkIRE3DhXv/qWwc2tJf5Rd/sRtTM
q1cflEEI9vnQn5JLtsLNA1pw5bk/KSsELMze9IvqubgsbsjWBhaxruiNXhAT6Tabmv/7Oo737YUs
tce0St3xUVn3q1e5wpIYjyjuyFI6NAxMBeroj+0NOhx5gVjNLU4SvvC22cfraUdqxNEHsboZPcPV
/Q3i+UPBEHGD3n+fE5i68cnRuqgvMdFnh3ZXXzo39K7BLpIFcZfdKBuqwHNlI/wj4fclftRPwVb2
22oXHAv0aC5CvnVcfU4pzFcqLaYXA8xwfqkchsgD8rrNt3Z87HbNv7Yy6s4Pa7KGuDZIlUnsGWcj
2kLtYkQ7G0jryurjs11IT/NR3PQAqfjfkTr94t7Svp86/O15xzDz+4tB0RGPJaMq9t1y+1Lz2kht
alo7vvgU+hEEfkgw9adIowXPstK35TmLxHbyMT3/8g63f34n4PP5/l0k1sjiKXp/L42jqhcrNXPc
bpLYkOMDnEcGusCom/QxRfzrZ5WOSC44sOFylabxTAMjclNiG2hyQe4FzQT6K2HjiWihA0yDsgW9
6+yrqLrB61EHDiquQPSHAckpBOFoXeGf45nYeWxgrtj8JwyRaL+JVjtlA94UyLwr1EVIQ6Ehp8Gj
PUVcbNN9HGj7MZLhhr2d7vbd9DHKw6tmDN24TZG9BMZ51MwLtsaejNNqAzFwJSs0x7RJbTu7DPuc
TDKY61F4W4Q46jWEhZ2W7VQ7gTAQk4SkRiboX3Hl5IPbli+B/ES01C8Wup8/SHRnuSa+Wc3ZxDmA
+JCP+dEurp4cJ3iRioq8qDsDQl6F8xqjwM0kL+QMWpozzjr8i4fYz9d0hBLfH7oLA7pWSY4bxq/A
3mteLrFO6ZQAvu3RITwWXIptrf9qTf+jj/rDg8uo5RhZaubvK0ZRPClpMZZc5MtTc1UUN9gHVk10
E9JDm+NgZ9v2Lz7nH9QeuvPDw4tMOZGNQOv2CCDOedJBlpV0LHQvRJKPu+1oLEGl13lx8y+e1B+e
Xgy4UDkBlD7kezr+h7Sp75U23C0nNUZPmigXfZ2eTfwMhSWOhBo6+3985J9XQPqPcpdJyRHdl1Z8
YGJ8JOWcOQLkAtTooTUdS/6+lEH/+FB/9K0ug/1vr9xCHVLZ0ujZF5N6Dn31IM07A3Ec/rp7UMRU
RuRh0XITYfqr0mc5Yf+5CkFt8P0hx7mpc11Hpd8vdmw2+NCxpINAOUzWraYdI1ZDf7KvfEpbk7eC
jeRXi7SQf3TwH1ZphNCWnmKo3YOpStD2+2m5kTwc4qLNVtro+Cu9UImGYYlKkvaEe/GYpc4Vlj6t
qi9h2B7ndNin1f+l7syW3EauaPtFcACJ+ZUgQYJDzWJV6QWh0oB5HhNffxdlO65EDRXtp3sjHG63
Q90kQCDz5Dl7rx2+1np1JLyui7Ot7sK0JlJA6XfC8p3Oz/R90/lVdZALS9E2a32FX0/zlT5kDgDD
HxEgRxJBZeBAxJqx/7FoxfyyYYiZD50CgcBs3F5MksH0oC+HqX4z8ruaIjHejuO2dYPSgRuym+0d
Wnqo/Oq8IWTCpm+8tSjoSG2X4UFmL5gip+IQGi+m8TCIJ5ccHeNbb5yL8lEbt5kOGP7b2O/sLhi7
QDV9FTF2tlOLrTZfvnQX++281UZiTsFVB5EZmPFOqf2UxHNmIfUlGVOpxXF0JAcRsj0YAyoIUPXb
rB2eUtEe9SrlspYbLcoObt0Aayf6GjF3JAj/SEYfsUQwYjocm5tZZgGWmker7beDDFR1uTGcZ936
MFblNkHwmSNpprW27mvjQLiQH7vJlsStL/A96M9IkpawMnS6800ptQfZOR+M/gY3TEAowhN5T6dS
Lz73bnywk/mB6GnsH3EAl31D8BejR4PGcuaRVbHRZPeZgaLvUuUUXbuu0/LTotLHd5L4npblVi6S
Ncf4UOTplg4Q2WHcDKUr8xV5mEfgzU9pYweoes38a4yQ2WDI1TUfu/BbEu0wtjC0IqaZzAnggPFA
BLTZbtXKXMj1mRgtWTu0Gdt+Rhe+lGv0HHvmfUGk1MgllzvS7zwHie5YT8MqklvT2jdJzlzSudfi
dlf286YZdLD6yYakSiJSQQmJ3dhVj/lc3qak+6UQXmxNDUIiklb2Npyby6255Uz51GfPeiYjRnSc
CWxUqYTXP2TF9LkuKw/ukY+UPbCNIcjr7mShM5bkWa+MC6Eocb7S7H4c6lNjTF6l8tJUWTt5doGC
W+6EmuynyHjIZuM0SOtxiuw3JrdQ6Pp1popdnOe+NM1jv8oseUc4NXWjeT+q01HgOykXi5w/1N/0
K6Cb7JSwCkwDRbyNYSO+K6S6IZTm4PQNQbXZJhavSh3y/s73cWRE2EVXdCkxG2bJJ8Pt/AiB/MJQ
SVdfWFlXmW0TPHGnWcl7++SfFpqrQkyTJMZUYhiCRgaIFXdOg4BcQRNNvpB5OW5+K9LQ60NKKmvZ
Y/L4+4L+HdT5u9X1qhQhQgf5RqePgUOwKhaAU9TzghejX6XqjT6YPM85cXz9aqhvOoaQVfEYTuE6
ouBTrcdG8mjhP7GjZl1jvlFrUDmwkm1SG8cC12K4Qye8ijRceDhPcwBfGRkiRvnUla+qSrXzhdwF
bB+mP2kGe2TGe6kgFAa2T4k2D91mEORQu/fReFeXD5k9rFxydO2ngjSHv98C8YdjmXNVEi3xuOCz
i7JAZ6YhykOYo3R/KtVXdpiVyanTgQ+IJWs1RrM3y7uOuaRLzapCvlfl/TCjL/VIpF+VVs3mh6lZ
6EcqtxtCmjf3JKK/s/l+L8p/91td11KaES+MDtqgkHoQswnbCqaciECF9qU3HpBBtngGkXx5mbhv
hXZ0yiLIyv4o4N8VzE3apOR3vEvEaYwPEw+ZOORqs29qbnOMroCk4MFYtVhdeh63t6GpiXUPt50a
rbLGpuVMEAKDjygrsXOUfswr3iF7WEx1VTURXLBNhzHUMnEJsGI01VMRbRLQ4oUOrEv/nBffLkcA
0yIMuo833YzBEZuyJjNMbIwmW9CYrFN1/0mZPmoAp8gVrjFQCUXe9zoiHtwsor3PepIvAgE9Gzew
heFS63gKldnTyuRYPSMq8ivh+LgdsGA1XoMuTqadX/Kvb3F5z2G+iYoL7v+17LHH2E8Gu7cxv9ks
ugiL3nmszEuJ8Ltf6/Km/1DkK/Cv9KzTODcfnVTbVuWibnNh3cm+2kZZx2QmMPvHIT1HDDKb+bWJ
783iMhjkKG0NGxT+Xt53T8YQ+U5+SKN1lyUeAYSXQ9Z+suWjSdj33MRe1LYnGAeXTA/G1AOyjpAo
8vbWzYhbRsTC0rcqLBEUZrgS+FJihwwzSfuAbueEKKLMok0z4nRsMi+1cJnmxZ5Z6y4TDeNS9lWz
3CwoChEQbMjcWeNHx4WyvLMC2Zen93f36bpuDlutdrqwDcz8NewE+WTWic37oEIwNqJ+lzvzDeFo
92IwvtRK8jSo29hWT4IfLovyG71tgtFq7rWW7JXeT6XCBL9CmJB96GLjWRRdgFobk5dYK7j5LJd5
cXk5RI8RZ5JXq8PSG8FOVqqdLghWyT8N5Fm67KUEHKxJ/tk6qbqJeRplqdwqeXNbT1YQ1dM6blqv
GYadJj+SCLUuFnwO+NSsfj7V9hAgTNklfbgtCmWj8tdGxRGCa0Qlfi49N1O6sS4n5uoxJCN8RI7D
31l2slnUbJuZDqYsVFrhe4vHhTXy29t81fOqIsHQQE/jfdJYa4AR1OndPaolmpbjQfa3s8L/nePJ
jsx107kfyHDGUjyvcq2/a6S7fb+tqP+h9WFfHSIWOYYGLQAlcAigYfHSD6q87WSl0c6URKJd8mPz
/Jjb0xPld6Avj32AXfxgVgSnSAWPf3+PVlZFCScQdUn5LPMPZGusYqLbi6l4K4YloK2/J2/TC3Nq
UKd/WKoq3esIi4S7m8yA1Oq/bx9/mCno9tX5xAbBYfdTbgVNaNAbi190Olpo03qNeKz1mFoHLIdn
oeoHLLaWrqyXfmjeeXn++OFX55NsabTEaUfGNDSEpSbWTekcqtr9VBjDIcYdXMoRrWe0ufyMbpof
Wn5WBbP9Oxd/eXp+8/LaV2ULIRaWIsjZCxgh3rY1LIbGXCORuAtTevwV3cpL72oy75YqPf/9M//Q
wbgQc35cV9tMcVVtlmagcawtGRY5zt3lXH/pnABEWE8xVjrzf/11r4oDNYHoYamuHkAE/GCxNptg
JWrzi4jdg+k8FQnSBNNeA4y8U0x5IHbvYHIO+vul/uFk/33J/GELGZtSc3UyyzB+05IrrO0y3EgL
sTqXyWB/K5p3e++X6/ndD3m1W4lxkfHSc05s5K2GFTJ1MMBwjZc7qwzKtv3WNY43axcnWqevy8Ri
H6A0xTL792v9Q/df/96i/OFiLzKLHumaQ3gfZ0psx6nU8U/SK+d+Ntzjvte26F+9idIj42v9j597
tTDmOeGEkyGdoHNrCvuXy7vbhOdO2BQ4y0Hj1lsl83Y867CF3qv3//DTXqa+Pz7FbqIZhsmAMpiH
AastGsTyjEU/gahCaKlpr0gfJa99ZPyQDtG+dIz7OXqZwv7joKd3Ef1ovUUBF7433PrDW3UdGpPj
90ddx9m6zsWncIw2nWEeEiIRiA2n6FcPrSIPWmi+d/1/WDisq4Wr0QumyGPtBhPxmw6jx8Jq9w2i
I9YrB5GISMx1VT2j4fsfn6/r2JjOjCLk4jzh2JO2iaGuhQkydHoBrrCORXc3SZrF9Utjb1Ul+t/W
qmvkFmHA5jwprkLFDm98MQ8p07KBN/iyLDqlfVAZVmrsuu88y3+6q1er1WAKyMWZoQQRrb/LglHx
ns6Lzu4tDyQ/rUJD5/3V1qYZ/vsz/5HU4+m3pLefvJN/dFj+P+ib1Ay2sz8rPI5fOwBk1Y/Kju//
xH/cUe6/cDpamJCoqzA+ClbUf7ujhH0xPOL50E3VdPgLa8J/3VHC+ZdpaxfvpOpoRB9eVsf/uqN0
FVeVg7nRNFX7H/PgcND8tNTjjcTTg2bdNHXdgjBnXy18nc20VZ1R/mB7gTKWQsYYSurCiBUv0wf1
pi5a2l7txiCI+Jh/z0mrhr2qN8B9xiC0xl3TddEKHSJ9lmz0v0eLVSIavMZmFJMnWEFc9z7padG4
zyGzybD2InKGmyjdS0gz+WA9j32L5JLG26gmT9JO+lvAz0Td0h917S9Oo38eC8bP7ZT7YdHftUke
jH36kSTyBbgpiT25Mcznsi9djP1mi/q5PYcTY3CbHK+EyF/4DdOtXsaHBjcYFpnqWOY0PZXuzsrs
ybNiBJYXzH5JcF11wV3UmKvWZDRQTw7dV1PH+TnOZBZzXOqSyW+U8VszW5NPeJ9XILxKs/zWgjVH
YzPP91DI1qadfsTVQxAgfhc7Lr8pC/CBqhpe2ra4gz57kW92YOXczyYpgGYUJPF5VprxY6qadDd6
BynnpfNQT/iyc8nXHHtIEF4U1cpTmeZcE0SynvVy0uwHls/EqxE1evVSYl1olhcr79d9Phtb1S7X
ua4Xa32OCUokNEMfutsyme6NUdzql8xb0XudVp048hECV5WvS0uT1q3nvcvp3CPp4GRWYYne+ZLS
oFQYBNAD+MoU0su0i/s4rVH55tvRaedVtDDWzU96W9woLvPklqQJW6kf2yF9iGSLroU0cp/oWdy4
iv1ZmcM7BXjUbDvdWjb8YQdkyErvZbNVcqNYjy48NtSDnXLgXWFE55BnalW7rgDIRPdY0+vhjhPE
I1YV5TFrgfyUYaSutAnrkxiWM3yRg5FVj027QMlomjeQdKpnzrr2TQFgt6KzOO1GjM5ep8vwnDha
tC71OPKrJNEDJNr7IU3ps85x6BU5JlPZdkScmnOD8c7YWlZ317bht0bTT9ZQP5dZ2a6xoXKwM7Nb
di9xxPnuC9T6vis76SuhOXtp457wyexkAs/C7O19XLScSCXVna32UPhG1a/AAN6Xy/hgJP3iE9yp
rLQKgE3VxC8ZxCZdOJGE3mrMtGvNYza0L23uflBJTrbzWPpxo9LRScR8Y9AFyheCvIkZfp0GLVuH
bXPJK6/PWKV4GwUYmZr2kGKEJFpD+tLT4aRVdsSw1CKRVVd3bnrKDQh+YWJMQZ+CTigQ364KY9IE
vZPqoKQNVKrOklsjroo1jBL4QzOMvdjJP08aPqISfSgBhYq5hh1w0NrkAyL5cd1Pxa4gCLudYiK+
I4t/LJ0/u2V2HHsmwHFoqj4GYgw0xd6eG9KTZ1LEE/FWjmIruiTjDJ6XTHLhFMaOuXOTuV1nA/TF
KKdRf5uInMBtXpC4vy9DxSdlPdWamUch/RxNx3HQ0bUk7V1sQPQhNQ90ntGWx4F2u0FOoh09kiVK
AEmmNUfyHTuP7O9i0y4wwoQaxYEW50EbjuPH3KonX2qh9jK57SMQt6OMZAgEg9OeUUbmTd3TOCRf
o/xcDVGyGsrBoqjX08BQ5oXuQraa4RpsnMIt16Vd3erLfMqYEzaaM++MDvDZqJUbHoT6bnKVg6yZ
8uXul8Uen9J0OueF6bV4CNZwZvB1jO4mKdRwo0bhbWTVnrEQnjZKkOZYOS2yaDwLXGYlybjD063s
kOSrK2lO07YDsXUSFN+24lx8R7BKKvBSyngXO8NNWmWsBWqU74YJjUYUTYfBdPaAGsS6dktrt7jq
cSiUl8bqxUo0o/oVsY2zchjEe7Vw0jdsb8VeLcFOajAg4HjNRxWU3Ha42Ag6u5zWKYA0XwdwLkdE
8nb+mrUPldR3JRbTVUSCMot+vqGDgzUI+8sTOfBL1bJ+A4XqzxLzFXZ1sS+nhTZauY/lhEzK1h3i
Rk3cS5NpoIEnN5f9obC9SVvqz2rG8ikzKztlVnyr1HPkjbTfMLvF8abOeyZmwAun4pPISnVtVgNs
p0zeYA6yPhEG/AVuebdttVgHbWruWhfMaKX4U6+uq7AiDK+bVn1sMdCAp6MlN0qSnBczYZQ00mxT
iLWiaVqYCN3JPeD3CeFMyv6rtB0iZKP8YIVOGAgLKNAcoW4uAeVlY7kpVfaYZjglvfOhtdgNoCFa
2fRF1RraV4AHTUg2qBpP2FS+tl3+QbPDZVMRueLHLQ8TIOrCt+IZaFdcDutkDDNfkgfklmicuw7h
PC6lYRczOPP1dhi9fpgejFF9nRMAgVi0PLdqP2Wq0pPEzgKAXc7yIa1mJ9dlBxqX6TWxwxrMQscc
pukSa8V5mgfdCVtfttg6UmWQm7Kz1J0oleVlXpZnx2JkoF9wkFgX2K8UMcMBNuvdbFajF5dzugex
lb4laTT6Bim8/EE7hrMzh9GK5GXixy1stWqsF8Eip2yHRBpznyHk2ZSyesUVW9yrmbnByES0vXlr
RpdB0iUMd/ZYekn6Np6LMuueUgyY3mI/l7XZB1XYGH7cw3uJMLCxm7PIKpndb8y8By07hR/dzkaM
X9eYSNWpWBtN7HdutZ/VS5YYpsbO0o+h5uCYVUzQj5J06NTdjqVtBoWmqI9N1D/jc2Yvsx9Ce9j2
06g/G1EF361VTnqEjioSTbmftB6XVwPove7YLfOs7gMExr5UcG6iHQ2r6LYv033sqsEAtKkqLsQk
jc572eyS0Fy3dke7ZGEWUx0LOsp0dldGbp4xEhxDFBqlyL2icZm0d64vQ63zUazrNIxrQuK1p8I1
6JQXE7RL7F11OF+wTsjX+8v7aEVAFxGxwaxUmX+kqc2eWR3VAU5MhJQLnG7thrdOPDxGQv9I12/l
ypm9tQ2mBECpYXzocka9gCbhJSprl6molUpIOiO2GBfoREyW9EXPEeLhy4H/Wa1XGOKr6HKiqo+l
ikzLlSvJ3NzMoh3RcFGZfM5FfVg6a00IEbOlmXop4kWw0d1ihyzCYRcm9b6CUgyCx6Ps8gfL2it9
72w1t+UnL5XMT3C2rkNjechKcJrVWK0YdDbbaF4+VBcsXWpNpqfHtISbYTo7mGjWhmRDg7RzO5Rc
t6m+RbZ10FT2M6yo37CHnZKmSn1zQtZAxBxe7UBPxC0PNSVfUnkL1j6rcf2psjZ5YTCVDU/J0L61
3YOiTo+1AeG/C9e1/kgg5utYR89lRa5M7/ij2waLkh+LSAnsRr1pzGI9K2m7rtIcktE0u6jOEh+n
r74qWvmtypwXE+vAZW3IrOa1stuvhhoeTIbGQ1gduyTfTmLYKomxjZGsgaqlTT19Gadig4VqPxrj
69LsXDXaMguimm9RXblHPbtxl+njKMWxi46q8RBZy301u4chN+mPktKMiamN2+OFgtqEY7aKYTit
qrk9tAa1jYyGE5CRTxa1bgbl1GuJMV6TN/AmGrGzOrBN2alf6tBT0RqvXSfjukr+NVK1vpUZDzbV
tEGeN/2jxT01TXVbAaUbFdNn/ThZFn8gc+5MkFlL+6B3yowGDtwherQ8kUQMNOKkYjPtW8Bbk8Jm
0qio31lwAle+zhRq2BVpU+Qng0LV7LQDYIxzYsQf6tLA9xIxNMFq7+U4xnOkQJWmviYRhqWxgltI
ENtODvqtLck+i9Gqpatl7iSiLGXVzm4wlO65tyhemn7YyxZKrtDb7aAr96OufWjqF3u2jrPlfuZJ
StZFnz0IPC2r0YpDLIJ5tIFP8VbGi7tx6swXuWGcSlnr27IudpAhb9JUvZssqEodFlnIaUy9hylj
JvbVuiBe20GeEwWSZUPGEJYfXgMey9F9namVUrYytVSOeWl7GKqhcGxrBYuZ6SadBxD4oUzGNT7m
22bWvEgMh4w9MFZmB2gqW8AAAzVcwpVmWa/jeOvm9Y2MGGQpzqM7hOus1V+Y5+Bcipg0923rkSP+
YVjeMutTaipfFx2CnXnHTMVC+3BZ9u6lNHfdMpwq1Az3bZV+mWFyV6p5xmpleqYhAQL23sS3i0Pl
xoSaljn9XhjjhlHNN1er6LCNm6p+Ean99RIDVaSw6RJ1vok0cxVP4W3dMLzuRihBxZ7TGoqcPonX
F2N7Nod+og2BBiowWXC4NfgS464KlArRz0RIpqdM3SmvlW0ilk3UxOAy24+Zozy3teVlMoW1o/bZ
xoHW7ClsDXkxBcoU3ZgtJemisNjoHNMBF08a/AK85EDMNyB9Ii+b8ICZcf1NSftVLUJQDqX6kCmQ
T22N1TyxYTcyotADepktf4slNYfMUMevNSaEtBuHY6SJm7ppzhBHC/iO5bSvCyu8OE7JgYEPPGTj
sobc9YaU5rFS9Gpb9sT7CmpJ3amaLZXphxFTHsDoJlAK4JSD0r6MYfMKdC2n/AHj1cVz4dlT+rng
0OrBM1X3EMFsn0knBE/HemMQ+qB2aDZx09+1Kag+EWb1SlbdrVCHE7zWG+ITkXCmGmDFtuGNwuvP
iEEHqNnB3M2a6FWxWAYIRCp2thNP2xSC0LoCArFVHZn7yVjhBq5hM8TuPHkkkJUo9VS0WDIJnzUt
eoobu+SsMs2Xf9twm7ESR2xgyk60aJsEHMtWYZCqQl9bOQM2Vp1JSx5SwSs4yvK0RwogHkqnZhrl
bsKkI5XdnDZu1Xyl532Xt4sf5gyyJNILOiBRVvstHe2TnQgOE03KIMPB5j2Psvdjq3Jxbyf2YzIa
8YZbivxlDiTKRl4/qpW5mu/6EAZTZI3hMamKrljptSIOxlCWfl3UKNVcLOGJXWuByHBzgrrPP4bO
XASWAvbVnj9HCu+2mvrS4Nmg/10pznFSOCh1Ym+ZxTeHvVaXBaJkWKeVrOChN+lkk/41fiyS6Rym
ZaAYwAPRn++Xjq0NPsUqV/WjGHnM5xI/jTUxqWetWrf4uLOaGb9iHC1sigGk/KdBq1V3I3PkJfqk
xAFbS6EgkI+0kM0PtagjK8e3odB/0nIsmXM25luXs/U26unBzPEwefFYx2GQpLldbNRlzL3WgUiq
8vaxeoSMz8OT7HSyfprFwmSttNR14jyE8dvgZiDytcNol8jHuIwu/hTxqJW28pQ4nQ3sONswo/Vy
1O1x2eJKWLSNGfcoc7Gkzj3bclpUJHGEWeuZIYkuyIfFEO0sbTpE7RCtWlf6NT5BlJi4iiqzPOCs
vkkp1QpR7onm+Gq4JIIa495N9N1YxAejecut8AOu3btxGj1DmP7giL3dDqsRaiZOTMCOY/cR1LzX
5cVbm003TR4fcvka2WBOSnmvG9EtCrkXpayPNQhSkCQrC6t34YJHdlSch2AOE+S3LclxpULOZ5Xe
6UVGJ2lgwPCMY/4hrR1I5MuyMemM01UwApuSmIKx6thiFYMWgaVHfh71mp+nMjkqMeVp2NwM6HuL
JZencB5vc+He81qiR0XOEAEdXpSvBnXfog+YWbHi5l11SMoEqZdwb0ZkJudmaNUNJug11h7UWEx7
dKV9zcdypYaYwEWlHRWCYWEFJJfEUPeQdumHsYtoZ+HQ2Xdxch/qdQywrEG7UjY3/SgSKB3L45Lb
rjcNSE9m5bkvtdtoDm1PVJiAh8UovbJtXnDlI2kT2oPidqAF2vwMHAnOfUMLIq8p3wfXJ+dmlUWa
ToUSf+tAjwWhOrmn0q0lrRygxH6aObs2gXQsaCiuHA67AzFxztmIlg/CZeUcYcIcwoXhbRSfaAy5
nlLEFhuDrkacEtNkK4ii3xF7Afqe8UUQLzEHRMN+jMr5MU3yl7GhpP7ew/5Hffw/Nul/auX//4ZB
vEzm/9zNp9xLfmzlX/70vzv5Co34fxGeYvw7nuU/iDPb+JeFuYBGPI0D+Hi09//bxNfEBYQITspQ
hW0DkqLz/t8mvtD+ZdNuB2mlmt8Rif/Mnsmn/DCuNcmNUXVTNwic0QRAtetkycbJAb6LzjhLvZH7
iBrjZYwN5Q3ntHkb6+VyCy1erlE9DvQcRj3IZjgLE3YLdEhTnPyz4dr374NhlaQIw9Utle/181hT
SSMMBpNinw2R6gEo70sWS1ohtrddmBsOBbVSlf4CTWSTJzltMNTAXtiDcf7hx7v798T6R0Dgz3Ps
71/EcYRp8+OA8rK1q0kYzjQ9xLStncOypQ8Y4UrJ5PKebUhcruf/jssvH4P5FoqXwcTmgra8mqFI
qNlhj3/mrIQ5qTaEVKwduIreEtso0UOOj7PVH2BUElLeLXCG6pbZQmjagZVmrL9Q1PxCa4btDPyX
OfMSBc4UhrtydMW258y1DosR2QgkXD+raUBoatx9IEuiIMW9SN2NwXq1iXQRvTNCJF3o1ytzcB+r
wgKi+X0Q9eOA2pREsoyGYZ8BIBzqAfBM0t5UWnIkMXXV2uVOM8qVxcyUSJmL+d+DWwDWC3YYMIs4
IqtDDX2hU8OV9r4oKp9OwG6uxsfeBKashFtFSHhYp3/6s2sMzhyghJZp6fzPn58/EUYVnaPeOUPa
ISTjchqUddO9c3N+fbj4FEhxhsUD5ohrz2kxh5XlJKVzluYAoyYVQAk6RPV/v5Yra9j3h0ugC2I8
p0HgBIz688VEelPFAujy85jL5H4AXxNt23oeR2STeXffdkaj+rqTJmfZ1kOF7nRqT2AGWtuzMqNs
NhxaaYE2OYUsgUlWQaq0K+H4//17/uZuILOCzYdgQdioYX7+mlne5p1uF+E5rYEBuzRNVgJewztL
y+9eNZ5DgxuuUrOb12/0VLe02+Hlnx0c8buxAoDXCFKXASUQAqCZ2mUE1tFwqrstiVDAtvpGPLpN
Vr6aghO8UprE/7RxQjhB+SWJO3Rgc7ncpT2sCisee08ONOhczir+sHDcSWtL8yW8xjXh3+p9IZd5
D1esOv799n3/4ldriDCAaApCjzVet6v7V2LrY1LF/VPDfNq3kiuxWvmm2Ua2xVNTkqmYj/4w1/oq
bYgAYjbQ4J3KDULuNGs/qExjzIRDwN+/18/KFJ4+m7cf7KJwTI01VL1SG5tzRDWc9tFzJJihzQnU
2Rw8zwH7C0aVVqcLItz21BXdsP77J/88mP7PJ4MRtoWh6ZZpXH1yry+DlcRp9Fw4mOBJM3u0lfRr
y/SG0RMTmL9/2i9LONdpQX202EHZy681GuZUgXscecvcnPrdrexlDS6NsHdOU+saSMlKJI2++/uH
/iyz+X6JlubYum0bl9rhu0X4B7FTVFFsEN/tnEPNMm9iGGZeqVN9CqOsXuzYtTfSKJ/1YVm2JgeA
d97YX9Z2W7NYTwT/AaPLLvnzG5sCeur6pGb9AhXl6Vb+MVZhT0EknN65ucZv7q6F9sGywTG7yCOu
PqoxIFxAIHTPythC84ubztpGpTa9jc0Q7xp9OtoTEH8YMm/kS8n7cNBwKM108iJ8CGrRMEO3qjs9
ER9Jj192SmO8UlfRNVDEgDEqo8eUExeVG9m3zHCTGyL4mA+WiBlSyxTrKgnbAxTj50XF8lG7tEik
FMZGGxT7kDAM20inpTWsMSoTIHEMe7hrcnqnVaFgPKiS4pOsqMyBDDICaGkMzx0kdLdNO08jn3lt
a1J95837zT2zTTavCzDbEfZ3secPD0dnM54eYRGeSyJhmB0zwCwuWTuyKZb9YnEkGwsYYP/4ibRd
1QEporPnsL1dPRNmpNZ6bblnXa/oKY6WvtYu3qyCtRS3nzS9aGnqteaYWO2aaXjnhfjNIwmp2qGE
ggGuIUz5+eN7vP96n2c8J7GuMlwQ/V2tR/daUVXvVIZX3sXv754DFwWSrKPy39dZwxzJUsuVsXu2
kqW8cwZmaDoz7nVnYQAQMXyszMaGNDmMQLNLv4hUTbn/+93WLoXIT4u+zaKKvIJS2bZUoKA/X+9c
dNOkmJVyzqvCWLf9ZRJTaw3ePxKrQhvqCvm+tFBkIncRoDcSNyrgp2oTv6Ns/c1iy49umlQz4Ge0
a59sko0Gc7XaPs+dlm8NStOVS5rhTSrNh35Rtc3fL/w3z7bDg62z3aFkQq7x83WncjLGstSdc5vM
WIH1MvSJ4lGPii6tLS0E7Ieu9eXvn/lLgcJlGZzC2MxUFqLrOmrKp3Yx6H2eOzW2aPaWn9oZrtLf
P+RKgn15rADyuGwiJr8pj9X1rmWPbpH1U/JcKTS4qgWJRZ/pMpgmy2Kc13Y7TXfnfYQr6JG/w4mo
CQVEqdtjFBqMzahM9XuP+q9PGVuoecn7vJxTOST+fLfJzSt7AQzqrNIP3FiaHI/pOC1ryGL5rjcl
Vgpdl3Qpm2TdJM60p7s8bZs+lu/87L953oUJRI3f3qWeMK5L5qrSiDchJPPZRl3Dkh33BIjV4y3H
1vCjbYpxk8x2ua1Aje/MmHCUchyZPpdxv/377/RrWSMsnV+LvAG+C4f0n29JOuuqmMMmeTaRrABI
7BloNlrEUbjL47liblgQLdcWUfzcO0Olv7Mhil93foMDqXEp+Axug7h6TNDKQPFzx/E5hDfsVbXQ
N0R3R0C/ISdSnU67CVrhMw5NWvzZQhhl6DaPjlY6zylIwOMw0/YzLbe+zQwRPQ5SxcLRwzHscLER
LtgVd0mHmgpLsLIarNBejXJud00umPcWprZN3YEGd6YiLM7bcT1r5LH9/Rb/uqQYNCRhq9H8uLwS
V5eoQY1lrKsWz00Vzuu6zcl+veSsVo07brsZI+/fP+/X95uDNYWqrkG+0o3vz94P+6UJ2b2r7Zif
tCD2syXsYasz839nh/r1OGZTlAlQ3YRcXNSZVy+TRd4hCHm9epaWdGDZmntREJk4Vcu80RGrE9SK
UVBFx3BbmFO0bZLuy5QI9TMCwSRw+iL3IfAlZ2Hq4Tvf7dfdkxO6DQ/R5bnSf6myqgLUJK3k7JkY
GsT5QDHXVVvp92qtvEdJ//X9gVZGnUydwKfZ1/tFqw//h7oz2Y0b2db1q1zsOTfYBwnccweZSaUk
y+psp+yaEHbZZk8G++bpz0dX3V1KSkoe5+xMCijBSJLRrFix1t/IgWpp/jSNeX6P5Z/81iI5vXEy
2aNg50QPmt60F9D+xFqEfRnNTMHONQ02znxsLnLJ3rEcxEpQI4lwH/gQzAJWhhhmdpU9oj/SF99i
HzkQMsfiO+bt8JEd6vwB0JPfXuDzZQ3/AkEsAao7L8hnC67srdDs0Fx+UjQFBjj6mBvbLmC9wiCo
VQS5T6/vl7UYAiCC02Rm5lxrVBeHpqXDGwc0lT9FYMKeGpCh+zpTm3eNgXag5YjuodToyOAkDFNN
j6mtDHS41Bj0IRi86VL1Aca6OMp5eZgp1+hck9nEPUalaRTgyKfPXnZYg1oZ1MA4Q63WHdvhnWHL
6kGWWIqf/p6XOQBRnKGzVCpzjrO8yWM4ofpaVodP9dCnH+tYIApvgsLvygo4jA6BfkKzcC3jmgfp
OOOiamCBdGYc+e9SJiMrHNj4fho/cVjCT0o1zH39Tt3H1h/0His1r7xMicd38ZR1t3GO6uPpr34Z
pUB2UyR0OADn2u9i9daNTn8gztInzscGYIikERli93v6KS8jAU/BX4PFSRNHLO/OY6aKyaZN/WTi
BUFdbtatiNGB0E17TYzs1UeRucJ+0pnN2dLn+S6ocNQd+jZFHKjAYLIWfrkzUMyKLVusZQ/Gi7mz
uZuDVceGGasRNA2PHuVGig27Ksme+iAQFxq1gQulLetL0Rv9xkkUe9/W7WdFSAf42tjct8mACUzb
h16Fjrvn5m6/coV+OZuztjdRwNEMkqslXyaie1RhMckb+bW7z6jh0fZU1i7qL3cKzSGBFwpWKnz+
zCF4PsS077VRolH11GEbdtNhDLuVzpDTRgqzS9ds6XQPYI1/cwk5BhgV4drUzgGyiMVDKxZVOkES
flKE8aO1aHt3dYI7eVA3j6ef9PIqxqNgQZA0g80HDzUfNs8Cqari9K4mxfTUZingctvtPKqplL8D
YG7BL8s7VJG3oTG0N3k7BVRmzOzq9Eu8mEnQp0RyNiWQfP3FO+hzXupg7vrUC2wccwGyPslhup9+
youZpFOjz9/p4vOk0x45/lLKQGWuKoZ86nS0F5Vaw3sXhawdWqHTRRA7/mVTynhl3xwnYmSYNJoY
V1WIuX6sLoc3QbOkah23/hRYmDy18UPdg/bLQu0Q5dnP0x+oH4/jXw9zILbgosKE8t7HXziaY5Np
Mmg/ZRMZGbArC71kZGb3tmtAIyjcEWxdA7fOIT64lWbeBVmde4lQrCsOme7dZNfBDq101ITy2RI4
7Op9kjWg+5wo8cAidY+aSN0td6cY8tTo7EsLLD4clGHlrFhas5BIoIzFVKlURHDEcxfxJmLLKaif
tYdRKtl1piAuErBG3vtpiU5BGSFZMdKWN5Qy8wqwgVDHwQt1ES0R00rFoRF65KmmKb0c+23PsTlD
EyClB1XgU9iWfXXLknau08FyvKbukw8KCaznlKgsTCYIHlCTyjt6GD8HPIP2Ze4bT6CSkFZXzfjP
WcM93jRDWVDoEsm1aYJwcAKQCSizaV6UqvJiKHs0+jXqiqen+cUsMzLwj+alNWfBv1zMnu3YtOm1
sXREe+jrOPRiuzEgqfCo009Z5NospjnLY9Fyn1Zp5BiLjEdHvdltkHs+jJ2Ds22O2KYYcnPXdkX3
eRqTDnRBZF2UYHFAbiJSh6tNRNqDh6DO/eOmzqrsomrtZjcaQq683csxMCkTz/q69F259C+iluMr
1ZjZPS8HTWFjAh7BGaV1Vzbvgqn/1xjQcsZGi/YPee8iDudxWGuQMtWD0weQN4hhGAq0FUaoZnrn
CHK3jeaHjmcYuMMyLuUfqq44gCvA9qcWmOPJau2tLx3oPK2V3NJm6FdG4vgyO78i5bO5xGDhO4mz
8mKfmLiCqpGj4NoSW9aOmxny1VEPI0Szui0u1cOlX6JA1SrBd6dmm5xeJccJyF9PJ5miMUbje+49
HUcc6RehUtiBfkAiIr5uxdBsooAaZQaTeWUyXkRS6lXkrLZKQFWRKF6Eb7+RUyXT3DhwmcguzFZD
AqcABW5IPXgP92RaGdgZPvAsW/31bVyhSeIM/ksBZ/FAxOSGgZPeoETvm1/gohhXamXIOxet4I1F
FQF6dDbNjX3jSlEwW9WrzAdKlyT3SQJM7PRIv/b51BSErZkklRyUxyMdqrgpMTgGlsdy3FEAR0aF
C9DGSBr8jlsQc6ef98rMsuIpfwt6ilwW5h34LMrocMEDFGeMAwHef0deyBoqBu3WFGq2NtLHF9q/
Rpo2PuVIuk1kc4ttBmDLybqWNdzWhbiDBu/uul55sPvA9iazF7chqkZPqogFJvIpAvhupW+5pY4U
aqqPesEsxN8MWDNO5ymWlm2hU6wdSK++I3sMWBhwD2Anx+Nhp1koMYTQDj0ExUfTyIf3fV2k3ihn
dRh6vRdZXIhd0U3x/emZmEf6n1vT36OD5QcefvjK0DE6frLCjSkwc1cj1ulYPid6fwGyrrr67adQ
wFBJBmcLTIrDx0+xxGQmGJ6ZB6cJMSt2KKDWYZqsTPUr38LyncEas8Y4Dbbjp8BJjd0wgOdQU6v0
zCL/WAFFXnnIK0vXJF93qMNQ/aIKdvwQDVo7FA9ws5odohMDl/zSbDG5BmmqPvz+qDkmIBsbdgHZ
+mJuxgRIkDHxqCYPfU/mtCqRZWtXTvxX1h41W+aF1Uezctmp4OoV2m01mAccqGbvKiH2GQ7mDz3U
mndjIYebQqVTbVTumkYpUG8Ga7H6bGQkyMopKIK5WKz7uLCbuDNs86C1gxt6YP9G34txNv6K9wjJ
VsihYmwVTcbvoqiLP1VYlj1SuSqv7Sxy/iQlLt+jS+Y+YcJW5bg7aP5XJa8V/FQteddIyB4bnBUv
GlOlpx6XIsIDPY2nb9kYxtZWtdTk69SMueZhppE5Wz2xqQvQrZU37qQHcNQ67OSMXgOmHEun+oqp
ByVIrBedd3nnWJ4jYAWwy7iOji2Ia0gIcsAKsmqsP/3IF9/cssN1r54MaBCB1YzGTYiy19bIKWXu
UquVhaeJ2i7fVYCG0y1iL+pX0+jEd8VspOUN09Bf4t8AASvRijLdBWFSfxjx2/4ALlma9PAK/943
6vdhkRTpFhmtXL2qGlP86dIi3mDHVvceCWMf7eMpoGQca3UiYVYX8TvXQvJyA8QUrxsbT8ibpPRR
OARzCIp1wIvxy9izLDdthdxWmEca4J/RIFf2066ePGg8iKCXhZHelmRie1n1pDBlbQLMbYVVPTWJ
Qw2qpAMeYiY/k6qwnUY5MQMd1NAeC67yXmf8fGM0vncoFUORqzKCbw3/BpNOoByphLK+hYs04Cvu
xrFBIauoOCEnzOWQEGz9Dx3DD/o4ybtD0Cn2T7dNlcvIiIu7+YqCJwsnOoqSefXd8DMcNIxMgt0f
lA7WOYyI9pMO0TjfcS9pPsly6pN9ozXtZ2eAbBrrg6VtLKMS35MwnW4M6DR0maVoyM2KGF0xDIUS
0vZoDG9LDSQOuHicgrbS9Kcrs5sk7WgzH++rrNmLEWWvS6TKYNeYrQ+fNRuqEYynooutmgXadRoY
BbzvwmoAJcTB0G1S8PZfdNYjd2StcWFKazOBXIGrvclAwvzsi4F6mhbhBL5BINN4cmSVPPrhNLnY
j0bmTROoagIZDauRnWkPzp3ezGQaTYSftSwzms3gdPZFAJ8MmVGnrq2rYpqKn6cj2fHt+Ncpw0k/
m13o1MZoHBwHTWXqlI4yJjA6zpZPQwFDHpWnQQFezeLfJOC6vBY+zcXpx76SYlt02qnl0yGjf7e8
laeixi/Ft/yD7fTW+zLyyyc3V3SguVb1s6wsGBAwPb2ARt4O9UxIe6npXwao0zw4VpR7uiMBIZTc
/diSznVSGNHKybgcGXqJRHFB5xLDD15ycZy0la/PtnDNIbG66DZBi9tDNlVA562DrZuY2iPpyFrB
+bWHWhzIlA9mk95lYj1b6Tpqm3VkuyLexkhHbNEPmzw19Eb3QnT599PzsAzz80dSFaRHOU+CtYQa
dVJvx1n+4OBP5b5yuNkP8RiAe9KqS6BAKweaflwJduae+3xxm3uRlD0pLB6vttLM7dHorO7QT11/
YdpTg0SCrd6FRdShRWvJbW3VmYdMb7VrkN28DLnjbf0KJk8s43LX0LreijB1PV689HJajVulyGIv
jOL6veuLcTe147iSWLwyKYAW5uzlV1NtCVsw07p2QwvCRQJH9KLLTOce7wuNzZ5rl3qJ7ROeLWvY
vldmBsVlQ1B1pY0MBvp4qKi89GlT5v3BLavycnQU5bID4bcBdQpNu+mylcT/lefNGEKHwwf0i1ha
pHQJnGsjrIcDDIzHKNaxI0kC3D6lex2YY7XytPntn6cXLARMlB0KUPMtnive4usa7JypUA0HOBCt
F4ZhgD5gtXbDeOWb+B6KSWTvFP9+FZueXWY6HML6ZChnkZIS+pw1YozQ248cB807ruhrm/fVxyHl
R+2KKdOWXTLSNZjq6D4cphgXanAmg2cBgr4aFfmdwtOaE/srY0iRDDwNWRqFvyV6sUD2H4/BfDz0
OBBfAFEuIIYH2qffjhCcDshwMJD4My+Ne3JbwS0us8aD2lhfrbS9d/XuRzAOP8QADf70sxaAzF/x
AWivQTiiq+y+gPcGoSMGCWbkkImxRXU0zjYd1oNeF9fmfhQyvOzJuDaK00VXXTdLBefGsEPnBY5b
Ck9aqhaMGnKE0++1vFlQcHOJVpQSBWk4yODj1epGsJbyUWsPStB1F9KBKtYocLIQgi5XQuSL8sP8
LEGUBIulqnQeF8cOLTkrinynPbSk4Bug2srHMvTjm17a0jNqrMIrYwAB6nbBVnW18Xowa4kfjEyv
GjLx/ekvf/11iAtU6mkD0QM9/nTIswAUzbCjHqCUV5PO0QtAo7/NwpkiPFF7quHTAr0Hqaf7g7lD
AbLctRqU6qjN+xXI1ItS96/RQTdpXvFz8rAYHdkVWSAahfIw+GqESmFYoPNlbFxgCDtbx8LJDLN8
jw+cs5FZ1N0OCBHtcSgkl8VEaFvhi4uvTrZ36eAiXZvod/WUOp4lLeW2RRb8ekp1HKJ16mkA/+CN
oTS+adKiXwEIzS96HABxPKGugH6+sGj1LO5XrZt1nQII9KCnqEoUhWvAsOSKFYYo4zqh629TWgjv
zNg8nJ7RhfbnvMfwvwGzQJzibKEeeDyjaod8ne4U3YHQIXfc66aPgFJJjweBAEMXu7u6MlGFtspx
X+tDsh8z90sU+/oDLsPyqbBi4SmkhFszUKM9tWBkQRPN8qqeVrdjIBlotgiwK5ZZ79oqNC/sEkOV
AkLjZnLD4pOTts4mY7PRdYpQ6w8rNGlAHG4MJBzRi0GRvKnG9F7R9RrhinFcyetehk0TQJZOQ5/+
lwHz8/j7sVsFLttHSFI4Y3wxGUXPxTOyVub3ZcgwCRgUSGeiAjnW4iljhWFDFtnTIUCxBIIqEgqA
j/KrsumVlZDxygfpc1dbp403p/CL6KTa4AusRlUPLTjOfT115UXqZP7u9Lp57YMssuEZrE14/qVp
9uwsDWjKchNPtAOAF0jPsJ42k3TvnUxrvdNPenmMgo8GfStsJooO2mKPJ4aAhueUVN877VJF/Wdr
a9kD5L5rRNrMlcF7uQ9pbWsAwoBhUuB7Edqp7GqVXxsHBGjwZAiQVc9Gu3qvatT3/CZWL0fcqZ9S
dVqrsbzymcDxwFADj6SxvhzQSala7vChcXDR1/9YB+ZXLVTV7/jFtTtXiH4lkr8yfyQlAI3ptFK4
dxapd23mTiNxeT6omart1CoSezi2GRLfdvvp9ASyIl5EN5O0C79Qk1VBlWwxhZo9BNUY++IQOsG7
upS540VVE9w0KEC48EFM8XGImzrZ4snnfCgQWkDiQevg1k+9nV+7sM9/JgUGzdu2MUl6uQNh8mZk
TqoiEF2gfuNEavyFcm3wqRIQNC5rU6u0nWHOCm/YmUpq41mGsX3ldHLT5APyQEFU9DZVihwBaCTQ
lIlD1DSwkK5a81r0iXgE/sjZpUt3U9NpPDQNGt7wUQuqvaSqQNKVS1mL4lGghwfROEL6JpZl9yj7
tIDb3DPwG526VL3D8Vj/bBeaMVyJYdQ+h2b52FtDUm0svUFFrsuU9EtsJnG7d6AaNMi3WUhTFPUI
hl5GvFsw1MqV7qpGtQlTpO2FFFyHW7V5sGKg+NRcxk6/NDnCPsKFt77Tjlbu+yFDvMUR0v80jonr
cn9Xu3BbAti6VpE7Qagr7FBvAd4vNlZVgcmvAPe7WzS4pMaRkzazerwr6TJEVkspJaHkuk3sfngY
S5XCnDXN4tpGjEdImzYacMYi+aK1o/KN6EABDhqYJJ6m9qWWTMR9Xdo9blJFEg4bV4+zP8AHzVon
1D0tNLAm5UsOBPRjVZoJpDY7mh3LODlBBFVT/YnybQ/yHejUB1UdgneNEqT7agyaD7XqTH9oQumr
fR3mGpz/1ESWlb77ZO8doJ4xGu4jBhs2Ovnmp3yKSv/O6l10LyjfhLdK3NlrrnavxBK4M+Ap6NNy
yi77GRq1ZwmDZjrkKF00wpaXeZI4F01oKBcj+wy/21TbCTVe2dovDwDMtugSUJEmZ+Qmf3yilZFV
oJKnuIdyAG86qolNjrjKjXgZr2a6K4XXuSMKtG2xp6U5+WhhNMqB9Ky5Nl273ut9oWwdqwy9zDLX
MuGXAYvnkf9C85wvcLMi6PNOVF/4ocDmUTlIVGlRhYyGTVcbtzUkw4u1ePUiXPEo2l0Qntz5KFg8
SvMhh+L9rRyiWoTvQlebPOSWjZ0qGlo7JcrhQewGj3GDRmZjNvnPQM527das1mxLZY2Wdoy2nDO0
+XWEy+YGFwNd6PjL6fS1pAm6cqgmG/2bsIzuaxQPruEECOyLfHzSYE3h7xxY15UtKXKyurfNhNTf
6YF5bWEB/OQU5pZJ32aRxGAyj4yPHgRPqFIku9acKFT6rb/ylFcmmjOYSw8IIJgQSxoYVeoq6kVj
H3Ts4nfIbmNQMer63pbNcPnbH2TbwlRhgMG8eEH48y17VAq/dQ9x2uLPHOTJToaAzk8/ZQGu+jWB
9lxGsUHM0d1cCqVnbp84XQKjx9SRA1LbqH43ZFl9QQgePd2lcWHnoe5NQa9tavy8d3Y4KivtwwXu
/9dLzIgRcwaDk7HZ8xn9LGGLyypJjKAKn/ywA8uPvJ+Pp4cyZhdZZGKLxs2EY1L3kYPeuK38NEGk
ldfsAgeNBAWKyOlBmYPQ8YVnJrpAO4Ggj8vXMu0ukxI9xLCA1CiqSUdXzQ3KC32SVrELFT8ykPpr
G/W6LgM3+O1H06TjLEcQeCakL6nxge4MQ07cPCiajdQePastUHXMOZPsS1IbP4bCVLzTXzs3NI+/
FqEBd5YHAEDMUbC43qGtp9rTzE4vh9H4kQIFnpkNdXnAw10BweCXnUELwW3wxbAiPUE3BJTYSm77
cvtCXwa7CPIVACOAyeMVYBetG0WNDj1YNcOd2cT1tanAPjj9qa8UbY4fs2juTsjZUJXhMaUr6VTZ
AtFBQsc7UeravVCy9C4ZnAoHLnCwetdM2Pe4GKAnUXgrKxviXzuWd2MZOytXsAUvaN4BRFKORprO
OufVchLa2kfKLlKVg6LbxQX/DKkwle5LFobyJrXR5kqgJO2iKKu2eYC4Cznh8IeilwNc5DjeYYQT
rFw+Xxssyt5znAPliY34YmFUpetPQTfMFBej3ydQUjx/znOVdIxRputoueTYvTVO/wMEsXsnTRSV
yROJ+YOJxKVTp5vGdfrfDozc3351gThzXYLX8VIp/EC36TDRBuoMpOCbMttJqHgru+JXfX+xLbg5
zskKFwNAJosDJUTfzR4iCY9AyeKPSjkpP/VIl6MXlRoOZXmoxduQVvIuaI0JuSk/b/eGigz/RoZG
7G50s3bvXdq9DwpoEbGrJSI0WjyomJP6g1ipNr32uggNMDDwW6hWz17vz0OoFvrCzhMHr9wxcW6n
WetOGZPgluiOksIEQMYQSv1Y4xp7bY0kDOGIPhkm4MkmsVHYK0pV7lUbDrPVVqhqT1HXbgaACisb
/bVVRc0Z1Q+6aaoNFvT4RUdBqSvUB+cgR7xwlBSTpTrVy1sTSv03ZHa67+FQmV+KAGnQWmvI3a0a
YW3KUtWslQFZ1yqo41Av+j2o+rwHCbgAqWhbUe4SL0hXU9wqZjwgppdApbTyPt8FpuJvZeGGK2t4
Qdb461kkcb8qtbbJzB2PQqQYZei2k3+QqoP9Fu4odHvrfguPwvbKtsm2cZH5aB6O074OrGzfpn5w
B26gh7GM05uBAi5GGxXmYh0swToPw+uMasRjOVuhpWQwn7rSafaW26sgIlR+OXBizxWtgj54lh5O
B9aX4ZtWmeGA7gLoTnd2EVdlFxYq8inJUwJ44rIXoXOtFcXX0w+Zx+R4R85AL3JNDF7hVy3HzDR9
bVB6NXkKUYDahEFm7ah7trtKc8a1NPvloQj4h7YIy4AgAAj3eH70OMpHJfCTJ6mF9qZsVYyh4ry6
qbKi8bBObS8VcqqbQlbVTjEQqRNoWFFSbDUU3WDrBVNm30G11FBqttFRDWLMMgw8tyzaYx8CdVrl
0M+J/2J0qPcDT3MB3gLKX+wrSrdpIPMpfiJttAE8+yg/ZcNQ6hv0opFrBG5S3oGtkE9Wy1G8Ud0k
veqqegAgY44t5B5TXsihCG96FMs+Wr1AXji3Yuy4RyS3vMGakkMX+u5Dn6GmqQzEoc00UrTwcl2G
j/AqVKj7SamArm0N/yZ2fcR+tQKvZehVdfSV+maG2n4QsUwaiu4aY2zv3Cya/T11ee0kedZw3e6y
D5XpoPatNaNWbe1mQOoXoTl4U2xeTQHx0DV3uZa2XxDuQu04Shukjk8vtteGkxSM+A9odE7EjxdA
bVlKyrEYP1m5Fl64VoZhJ1Wpb32CXxHP/l0U/gyeAxSPGhSVlxlWfvw8xdfph5lKDPHHtndGKaOd
gzLSFp1x19PHYVi5iL+S+NPSnBuAMCuIQEv0ejEoYpJa3KDcUesUbkbHfQpbMX7s+i4sPUHD/z2E
foi/WZoqQH4QOJ2po6mvrOS82svN5lLcRtSEtj4dhqXTNb9ouQ2OCU8UVqqr3FTNj4XTuxeyl9c2
5KFr8g/rHtoADoJO8GcZgt2OXPDraluhX6tZgaeObDV30Hpy5qLeUxaNvbif/uDWk62oB70IQwAc
OR5AI3A306xZt+v5SYtnYzKg4IgGQkb2GFHeSlALz/7OiH9LYu1/m3gavetnu2z3tfn6f37kVBrG
26/Zj//61xWKOcT8v/509f2//vXr3/+ln+aKf9PfoUjoIOtADDOIX3+JqNnOv/l/rgT0gOghA838
j4iagUkKtXfmgDycHskMAf5bQ83+N4cRSQZYEcIsK13/1//7vyjTBT+wFEsphOb14v/fFgpTdMDc
IF1okBzPtYuSpw1CTXiNFaaUMaZxfIJwMaxkb8fH5z8/vwgysVCSEXkh4YVVWVWPiOyqwUeUoteQ
U8fB7J/fX2TwbjYlqI/6toe8Sz09SC1z1Q3ZKXA01VQzEGRGiZD7szn9e+z+J2O1uMTXzFHcB7nt
DTVyaxvuEwFevaPt/HH6949v5/98zOKAEy4ZauyOtocSqPle0yB5fejVWLVvRoeq+Z54ZlebbCzl
4+kHvjU7i2aVdFTZifmBHfnUcF2Erd9uzboNI+/0A47j33++yFrEfCeaerVpDcvrk1r01+CNfH0r
k1oPb6wkjPX3Wov3BtwlqC0C00lTKy/UPOyqlWz0jQ+cN9bzSJZWaIqNQyz2lQItG3lOExdewwm+
n/68xVHzz/ctbmpSZHVi1aPltUHQUfrTnT3Y7p8yMUoSkjLoQQa1o1Buij7QsCbVi8LJaWw5erZS
p3zjC5caRmkwZh3CuowwnP2tURU/BZLO5w3fshSL7JqN/EtjeSPlqM8qqrcbv2vjldLAW6++CD24
IEc2wv2WlxhR9EMtaiyJlChZA26/9fPz35+V3Aqlt2QZWpaXNqI7oKxk4nk7rV1L3/r1ReCp0j6W
Ui8trykUhGFVgLLVzkYE8PeYZv8srUWw0YeApD+NCTaFSTFqtO2BblDJTt2dXrxvhE5jsTczt+st
LvPA2NO69B9FhvzKwSjxLbluFO7zDxwxhn11+mFvDddiI+r40eYFhJl9XozCvq+jOmwOWdMoP8/7
/UUkq8Fpqv1gYRBeaJk3cqvFAyJK6rXL/XFq9J/ZWCJk3SIxU+6d/h5Z6Cm76CtNdl7aj9osGBOa
7kpu/tZjFvHEMAvf6aUi9k3T6s1lbhe56k0k44Mnowar6rNGa4kzLiHJ+caQ4XKrJ9PHpBrDuxz+
3cfTv/7WR8wL7tnGA+TnaD2pzl5XhshL60oYN6AWi/IJP9/k91RP/pmRRfSgly0TeqvOvkrNEa31
Sb1zAw3G7emPeGPBLq/HhR+NKoMDo57KKWYI8WB+sSdcv877+UX4aDtRUKSx7X2XMgNcIDMqr1ww
z3z7RfBoIyMfqWE6exOBauZgdAYFSY4xWrOrfmt4Fvs5cYHvuwOj72pZmV9JjWKSV8Vi6lc6J289
YLGhhT7i0kbjY+8iYn3AF62+H2A1jucN0Ow9+HyNCoQbQapaYi8NSCKXzWRgBBLiY6Ket8WWbY4h
Gku70SuxT+pAmld1puNOELdmtXY2z2/6T1XkP+t/KZ04Um9Rs54pLv1RVrs4oPtxD127s6+Dxs8S
hAr0Mf+cZo7xR5sHfb4Syd/KeX5B2p5t73QIfFFMPaEwdVJ5HSq1j+XUlLhkjU7Txyaw6Caeum0U
2jK7SAa4UjuAZEbxoUOiZk0x740F8oL15duKQPICY3GhzMp1GD87Ij3Lhpd70bJdYXXNgLJ+6VLx
nqrCmzS/w+LIn6b0UsKHHu+COit+ot+Pb5s5Obl1O4BByN/PqO74M9aA1pry61sfutjLTh5bsuix
m5ECaNSWTskPOQz9Wof/rZ9fbLRWq2z8VvDwC+TgfLE4fm5rVcnOi3O/ZMCeLZbSCPJYUYS7t1Ju
MttWc7Jp02L6tyZB/cY2WGo71FE5Wjoe8ftm7H39yjGrSv02SI0tEeqgZfGwaGW2QdNSBn/KbKr1
laP6jXFbkkOMPk+ZZYzsbcfP0BUudRjJY2siy3/WEaEvjtGJBj98sUp4bQlN0x67YIfl45qn9luv
vzg+bd9V87jED6RugwahYEwv7UrGK0HirV+f//5s2iEc4HBDLrmP9QhUW6PFO38s9DMX1eLw5FpS
OFpUTHude+NGDbWnPDDXMr23Xn2x3TQbw6IhDaZ9IMbmfQtPkPOznHth503r4uQM47aRRkXTQ/Ez
90rvBnwoaRmvFD/fevvFbjZkZ8kGhfd94+vmtjdEjT66tkYdeuPXf5U5n02rk+uT0wmmVWn0cIs5
bgehUJjnLfglsydWlUpFRmjal/D0LmoXHkFnmdPF6XGfF/Yr5+Wv9uKzd899C7KfpvR79EZ/cC/E
qNdsEplDsUSj/vQz3hqfxZaF/NblceL3e4ON+wieIPY0s0jOuy8vseJNTq4CoK7fF4CmrmD0tIgf
4Kd23rvP3/RsfDR0+XyHBuEebp35Lkoz8V4O6ZmvvtixnKR+kmhGswf26GvbytJrmGO4Ve3Oe/nF
prX8AONNKOCwv6PhOmmC5qb1/fS8TfUL3PNsaKiPKh2AkAYllaCvPxi96qR3VuXY4Zljv9i1iRbh
YNLh7zgELfKU0sKcccxXFv4bi3LZuQSgCmzU8TsE8BEVMOpW35Su25736kuGjCFjU/djWmQyV75U
OglY7g5rcPe3Xn0ulD4b+AS1EUWp7b9fHe0o/PY6LJbOWjTqcrdaDpoX2F57bk/RWJ9/vT5/YBYH
bKJ20k9rfh3ponDbzvZRtq2voVzfGpn5789GJgRBX9C+4dexfCwjM73AYe/M0tMSFoOHd+pEAT/u
Tm22xyiI5lliD+flBku9vKExsPxCusizGh9/aA0DIU36zXnH6xJ8gUCInheGivtUB2YFa5cfbTyt
CV++NeqLfVpPVSOLsG+9LAnNDXyTL0pX62ctRzR5j6d0Fqc0xlBpPFGq+a4eoq91O9Vn/vjivlvW
7hCTCbdIVbkhRqIRWkgVXk/n7CQEgo5fXRixEmCQyKtjNfO+pj1y74sgXZMj41dentwAoo5/fWhN
HY6C2+4nrUKGfMpRM98pSFysWSC8Pq3msjsLxMzNWhl0+9HMchA7hrT2stebP88bncVe1SJfr4oh
42T16/TajWttVyfxmrT0Wy+/OFphxkPXGi1scl3jDy3WH2rTeDjvxfXFwNdjnI2j0uyjULklPH4Z
dXFefQ0E3vFvg4XMwCWKZh/3oQOxz/pYILZxVhDAk+j4x/EsVvBHbWeX1ibCzVzcCL1csyd4Y8CX
OAbat72sB0fx8nT4Ho3ak25l784a8KXKASzzQOG8Hvf8bN1sEPkFmoNf3xrw8a1XX+zTLrDaMDGr
Zu8Cd/9sNsSBTR1N2lmZBqL+x8PeIq6tpihFIIxTTbtiEN9w9FgDqL/17ovz1HeiUnRR1YIvqsZt
ls3O3Mla5/WtH5///uw4xa/djJA4bPZF1bjvnTrQ3oMMlk/nTetii+qN3lRNFbEcQxBHRtZ/Fs6a
QMZbb77Yo5OJ3IsfJu2+sgAxa87wJS2d+/Pee7FHzd4c+sjgt5W4/ggw+D0s0hWoyVuvvdihBeZe
QWMEIM18RdkqMa6dk3pefeCFSp2moTyDL4riAX+6y0bxxYHCel5oWRJvlJA8vSoYkzTMH4qguPCz
8KyyBkSB40Voyn5EOEdTvGLqLqse91LrvBNULDYmbM3GLiR3OzsLbpxi2OeVfxbAA37K8UsDTBvC
tuWlZfZp6rBDFoezFt8Snpa6cSWnhEk0w+RbNbgPzmSfF6de0L3LDl3kHimmsY61j9PY6Pu4RaPp
vBdf7EisPIY8xs5iXyv0+lGjv3R99/N5v73YkQjo1+heq4pn4dmyUVT7K7C3Mw82sdiTLGxMcWFZ
7cPIHvDwNuH/uGJNmfuNHb9UcnTqTjSm1SleaX+oip0DEuOsMVmi5QHllmYZjs2+dUBb9EYtN1pp
fzzvxxd7sqdBPo65X3taKC/7lOZ7acTNeStlKSdZtS2Ckik/7qTWvdHKP6Pf1Xb5/+2hF/BrFDVH
tUTz2Ksy4x79tD+Htvs93Zh/fnue4menJXx9YRiDRtlYN9Sb1gni69LE1fi8IV+clmFt4vNntSwU
a8LfWo0/pXZ4XoK1pGENbmv2icvOH4yxibeq6eNXoJMBrUlqzUPwyl1lSdKTfWb64I2afWDKr0rf
PdF8+HTeuCy2Z4c6cGUbjEvbBtaubHG6QyFEnHUrR4TseE6rsINH7Q68+DDct4V6PXTgk89686UW
ZJwJ1YRbX++dxHifAjhED1Do5wXzJQCqDSqwkW3X7FWZPphKuo2r8LwkZQl/qiwlHwMjg1qL5MO2
z4Bqa2b887xBWRycIx2F2smaGgSA/SVAuzsS1ofzfnqxP4cKL3RHV6r9qKX9Ji1EeZGjgvffnJ3b
cqS41q2fiAgQIOAWyMTpU9ll1/GG6KruEiCJg0AS4un3yI7YK9r0quX4ue0DiYU0NTU15viOpSnx
bn0Ose0zA31NhSukrey34TEJ52P38tHeikqPZOZNgD7yAfoUkc9aeXee8d3HYyOz2z8t8Fr+FGl8
UeP+RKv6M8jiP449erc8F2w8zUihzOaUfVzH8eLL93TZvwkqe/GRqVNOO3TUV3ATaU7GMrRqiP7n
ofeOdpWhFj7rMzhgc5U1YwHXm0eZvpd2XqfyfwmGe5kRfIGJMOhcqxppYg1aLu0eJgp7VtvB6a44
9v70beCKeb/C9iBWFSynvosm+uKN/PXYo3dLdIUkUdCkVlj/Brb2swryACzg6tjTd6uUAbHXwksP
Lx4FX6Tx4JnvjZ+PPXu3Rpt1GrkCIrkC8jWypy3ULsr7VDT/Ny/h/6QAe//7qGEs1anAlFy951aS
13Y6eBb/F6wNXTw4MOPRtcueF7/9UIf00DUU/AzezhWRulpOxqkKFqek8lKyPKOttD0kxYUy/+3T
SWJ8mFNiJtb+Bp9bNVVAphxTdMH76+3DwVr2lnVuVNWb0c99k5wnyw5Wh/dipUVFWkcZhhzh8c44
cifi9dga2suUYKcjdDcxVSU16/Nkc3eZao/dm0V7KVKGWeKvhKsqGMxTGEz3yl8OvvdudaoWtxPU
elM10/RLG6hnwadjh7i9tAi+bJKzsVMVxcjA35XZfHJwVT609Pe+J0vYTV43ZBPubRrY0xH+rL3s
07Fn77ZPH9hNB3z0VLE2hJ8PkG/mpH2PHhyY3fLsugyysc5h3WROFqmm9KNo/e3YF91LkQyATDA2
Dqdqg1VsEczRI3bSY7fnsGx7uzy116dDDKMb+N+jAY4j1jo+N3maGX6shrPXG0E/62ds7TH2cPy7
YpIh26nraDp4j7CXGzmudQp2wlil3gyrZmNH+UtniT14aPy7X/ifh0YJa1+beWOFjt+5lAyGPxih
+Ngp4G+rwn88PUmAifANGry1oKTwKYTfMFE8GB/3fdOLQBfJHPZjNUcJW/JgI/wP7tb+PW+Ma1D5
L4nSnm+1tooqu2JshqYb8naRn1YRHNvzyG7NCjIA4pNojHufjjdu9uczDLLea/f+3ZvvlqwJTehG
Yceqq+Ptiw/rghswpsb3qMy/efxecBQiTsbE4bNmfT3N50SD+pjH9UD/b1S6/+Qxe80RLuP40I8G
Ix/O9qJU+qmZQKk8FC73kqOESwIRsBqrJFpeWjY/W768HHv0Lutl8M8EhYNNFWCL3/sB1jUNCAnH
zut7odGEknnqaTkCZtCl30FwXm80l+bm2Ktfv/U/lurie6vbwniosFKznEL6knvOe4+V97sZs8t8
lfNwRy/w9Ng4ncfBeMv791RMf1dC/8s6/duf9R+vPrUr5HUpGSpDOatz3BZ3CDZJu/KCyYzxGzk6
+6LlLC7hHALHtzTNFL+ixS2ZnnDvPKuXLJH0BhiZZbjpeB/RPBEtivFsnVLfwkUKTkGf7EQ8Xfhu
6vkfA2yY4LmIxJKUQYxa+ykZ9apLEaBKVlDcUq8XPXlpVxGAPaILgAUW0DAf1YSvHpS97hyE3ZyU
V0KoLqxoF3DWpqyZ0W1HNn2WhKxbORsZ9t/XBA4ET0tEve4HyGzTVKUbyUylYBQCb6Zli0+db+K0
6GF/yQvqEqZvWDCw7J6mPRq3/GkjL6BZ2dwQqi5jO6ut8ocM7gVWChOVRsEm62QSC4+fWDQmKpgY
5YB8Nstckao2THI5tCq4s33dZRcRBktUbRhtW8QhN5dt8+QjFzhbV1CAdglcSVS9vYgA3JdjWche
/TL1LSjkWzZUGYptcAjs7puNHetaAQvv7eT38afBJGocKhBDalnCl7Sr1gnwqGPZ316qJtdIU67D
oQJMYkDJyssJC7ODcWEX7MOodsiCxVg1VP5VR/ylTtqDg747OxlcI60CFv9VrOtqzsRtHQfHovBe
oRYDLOIClL8qkmVgynsZzzM4KR8bE393QaB8FlKOG8eKka7LVz79op16PRQp9wK1Dr25pk/8odJO
j49o/2pvhnCRx+LwHkXe0BY0dBgNVUzx6D5C8o2+Ar18O/buuygPcLgxBg7RFU+Z/qzSacNNBFxP
Dw77LqsJQFnZvBAflcIkZT2RGVjMPPFiPpXH3n831xc52dprlqHCRdUvO0a3sQcw+ZFnwwD6bRAY
tVVmcslQNT4Qhvkyg05chFlHfh17fvr2+SaettDAObUSU7aleXI1TSxQ7SDHtBgwzX77A3bsRQAH
UCQIgMQBYgMP1xZ254cmJlyU3j59TGwNBg+2cNzRgNesA9Be4YpzqOwGT763T7c+epnBLBnQiSrE
LQ1NvOR0UvSYvh/8zLfPn7ueQcg0IJIBCHfb9KH/HWdad+hKAl5Yb5+eAGi9yRn5KkpZK6A9ta4S
H76YxybObncioYBJ3TXAd62Eib+dWA6jpv+bkeX/z7VhcPb23WEJvOoV5+TKc334VwO1+V+b1PKY
8vNfYGs4BwEV2fGxAmLFeBee9UHh19bG79wd/qbxDcfHt++PflDA1EXaV5sIQvU68tYMRX019ilB
ofNe0RH26HmZ6EpkcTwrGBBL9Nx4cTwc+/p7fRgaaamvO+Sf1k0NGJOygwGFbPpRHDpGw+7q7Z8I
tOGGM8s1MtVLUN/JlsE7wU1u8Y+Fvr1EbIOfDVpSSV/BkK7lgNV3Nso7HpljOcq/EHp03qTqCX7A
6avnz6a/QL3/89DySHdLWyzSLbA064Hw6udiZeGvbYmPvvhuZbNpC+aZJ7IyfgTkAb+F4/6hEsC/
sBHS83xm4SBSLZGZC+5d8bx2+3hsUHaremmEYoE1fVVrlZ50Q1guYzjgHnv6bhu2STv0Pb5o1arV
+yE7G/5UHrabQ0/f40znLuqHqA9khXTlMTHbnZjYO14u1znx76MiCCJvVxJbcc9I1dBX80qa20Co
NL9anh/bxPZSMcspzJh5KKuQpwMDKTKdbptEw4r92MDstuAItu4h7X1ZJXHfFVOW3gCx5Q7lbv8y
5FVjzxhoen2VRY29n5WMigR8w+f//erXffy/DfxukcLt1xkbYH8XWzQha/ZnloHsB7O+E8XBqD+W
Y+21O7DnqOtxUaLaVPIDB/UHmTRf/vdf8Jups7dkioyPq0G0Y6FDcKjhmj9r85eFX9qx4f+XoTVy
ZXAye1HBurNGdWdOL5LG73EjfvfyuzA2kE6vm8LL16AonuKAjDk8Hw6Gg71+J6Nb4uIZxY7ALoEr
+xaXv0XX9505dFiEO9DbZZsaC7Rj14gKpoiuTAEFfBrQPHUsVu4hUY62OJHbCY6qAVuH284P/EdC
xlgfe/u9sDF1tAY6jQ2Vr8MFLvwxXIYR7/1sKA9NzYS8HR7ptfNkshYBMyYvcIj+yIL6YCzejTws
SZbUV3h3lHzjslW4X9pALjo26ffaxh4R0uOQqoIiquqPBhCwl76Jj7XYwWn87bCIFn7RPpnFNTFI
n0cZxtXSxu8hdX+3pHZbyYiSl1/L64JtUCobpvTZi1h7bGD2mDTtlt5p1wrIVuArVqAjdvq2iWww
7zx/Rzr6T9a/F5bRKCQrpRrRjOpYfpiCoNc3LTeTOuMgpskZnnfwD51isQ734Nqm2z3gGpP8Bifv
6KyBkbokkefiHLQIDfsD53H+QfbxSgo5Ta4tgGuttx9D7Vp97kfsuYWOu/VnKKPozozdcuvaxpzD
Wls8AiYVTe7Dc317bQL0tzxzByOJ175Nx/lK8I42/Ftli+bqc/zYjY23lfiv5/YhJPVgfh5aRntB
HHSNE7k2JJ9YHXSPJuPZPZyX2cENdi+JGzweD5FveEVW/y9KpucsYE/H3nyXGOCs6aRHAX8NN+hs
BYFv/zC/53Rxfch/2br3Ds9ae5JtMyBX0wgzjYsCDMyWmYPqobQ4IbAL6D2i+XbsL7mutn/U8oMJ
BryRiXnljR49RdyKM7Bt7NOxp++2wcbVGmfEkFcGvLbSq7cvS0feG6ffpDh7kVzgs1ZzpXlFhW5f
oKqOPqQNW/9Yu8B7pwbzu5/YRWO/zhJGxomf5jXktGwWcC/b3CgU2y+tRUfbO4fq333yXX4PeQLT
hgp2Yu3C+VnHawB1mCdOrdxSUkDRfbCqtBfRsQa1k1oJDFpPPAjd6BcEooM51V5E58FwBIWAnlcB
ruOW0J6XMPj4v2fSb77EXkSXhNBybujBLTmbkuWSiTk+D2mGe3/KjPAPqQvCPd8lxrNp2yYebDrg
9Ided/Y1m5Jjra3Aqbxda1eOUts61VVJEi9naK7TvG6Cg4eVvVWXaVGKhC11U7XAb5xH42SZZu2x
c1y0W8g+HQMhElGXgWlv/TrMo4EeHHPydlRc6IsZ3tF1uW3Rqc4moEDIsfPhXkPn4FTWzhmvS96S
uyT27iZ6sIq319BBVng1rG3rcuzsdNvN81J5cfjyvyf7b1KdvYSujpPGuNDDZA/YDIC4inKXieh8
7Om7RAp+4KqOfa+tknYe76B6/TIxd8wcFm7Pb78mowkDK123lXBEnAFd7G/8SRyTooZ7GZ3nVtwb
StVWbQfy8tik916i5tOxcdktz7XzJz2HQwbKc9SuZ0LsJ9DR+cGi4t6pqxlgfS2iPit7M+Hudqg6
NRzbxPdSOtesK5MMiZRYwEfrde8Xm4jfiby/m4y79Wmgzt/Q4YdFBKoqcJmqGCkchY+N+W6D3WDS
M5tlbNG1JB2AJ+Mw5bXqs2OCNPSGvJ2OmXToueBxhkarYSN5Kmp1N6y8PdYHGe7VdJr2dZ9MYVZK
u+Ha8xkqgHdGZsfR+M+JYa+lA4g8gDkVa6rAeaG581sZo8GIwWzzFU5JQ9XG2RbmyWRkfKKoroH8
sAALDwvLkbrzpDN/OsH4nZE/ZBITU9Vp2CbHKvDBLv8VINVuKDrPpzZZ1TmuF5j+evzgvdpeeBNa
Em6CL/MptLKBymJ5RUvl+s64/mY6/z3c/0h4tZ1gk5O4+eSSYMu5z1WR8IPx6eqS/s9sOuaaAvhh
5tMmYdFgF/fLV82x/iHgX94+3NtGOdUi1CcGxXyZ2aYpfIAbi0MrcS+Z2CB9rltgIiCsIT9mGb7I
hhxrqQz/vkr6x5g3Eif2YYz0qfWVn68jqU91DenMoTffS0JXbwpgAnMF9ATgeV5agFqBb5/53JfH
fmA323sAq2gaNEm5qoZit3QdMO3NFbf489gP7HYetXANLuWoT3poxpNMI1uOWXTs2mOvCcX5IQ7H
UOpTcDWhuyKUCxklh8T+gJG/nZNjYqK5XvBwo+H0LeZoygdBjglOw70gNGo0rBl0r0+kC8Yi5EEH
uLr4cWzQd1vPwIHj88N6OYFbKPPU89BNuEb+sSRrz/BlED77kRcupwEyL5AjFHsUSbh8PvTue0Fo
ZMcxDOi0nLwMV3AR39ipdfGxgdmLQVtlgwGqgOUER1Py1MuV/6D+lhzLyfdq0C1u7LRohMi+p6KA
zznsiaL6PQue64r5L7WTvcuXCPhE+BCmZ1qL2Dw1Wrby7CgR6hypEbvgofHfi6lqE9ZR0CGgxST1
SkNiVvSrPiamCvdiqhGIr2WheDpjPegwUFIV2eD+PPbqu2DGO3wB6BnVaVxHV7Ry6spZ1sdizV5M
lY2Rv8g4VifDtTnLJiU5HIa3Y8HGv27p/9hGnAwp3ZRVp6XZxDmY+act6OKDn3QXybZGRtuAWs9p
TJukkGIFrLdVx2T/4V7w2CcO2Na0Hk8e0JZFt419Ho7umHMT1EZvB6YGRVAFoL6e2mVqii2WAizq
+ZirYOjvcmgdOJScFUvPXddvr5s/roA39u95vf/3fAziw927h9YGGmLlU6wC9KNcY/xIgvdqhL97
+u6sCy4XytUuy86Rh9K58X4Oon89spDIXv3FAxLUAFwkZ/h81aBnbxD4Lc06fz32+N06DcQQDpuv
wKcbZQ8Na7fS5p4Gon8PSfm7odklHeOcaiROY3bO5iDvMnIr/GObH9mLv2DENS0OyPKzjJAKX/UQ
/TFBItkrvwBQaMFgnrLzdrU+4jaIiqhJ7aHDAQFL6E2E6XzRLJsbohIuXDe9Gp98esxNkOxlXyAl
4sgkZVRSyB+63ruP+vb52FTZLdAYNkKNCvuoJFTLoIpGgb7rxkr96dDz94qvfgwmsImH5BwNwXpl
PM/R7bVV7z0/wWtt6N+bNtnruVqPj1Fqa3qWozffLLUx8nFOfAYMqZyS+sLkZpuHZavfP1yDTfSb
H72+zD82k8SRujfdJHBSWG2/FoFoBRlPnGPViXNTr1yAOi/Bk8n7cMLevnZO9cllECNt5BkH647L
XGzcuEtTO6/+IwwtZHe9D0krz8PObdbmOPCME/izQTo+mLm2Ab2sXpRMPFebYCDo+WHWhixXSzLi
UDRQfDrA76aB/TGqRoIyGPGklZdw47B7Lh0O9Akr3WSsKrgLu/UFFnIWjPuYg8EDm2/XrnOfB5n2
aJRnDt7t/CYYAcBtcoma5SJz9BUIjReck6H/NBKJ3LFLuvSXHCX+sdJTZEqApGFhqjFCvDDGkrba
nF5BXeJ+OPd/DCjaJqCGqsAPbB6nlDXf+jbi2U/JNEg8aOTcBiVzuH117utVpHczbtKteQ/TqLmw
tp0DXiZonKxPG65syMkj9ToXdYqZlhWGglovS2K22L8LUkOzcxvrTaIvDLDqG9j490VCR0MfOnCs
09JvQxsWTUInZGGpTMtUwgA3XydGpx76zW5oWLlkOGIlBSokKxvwZlOvkjwlNEHfiGmrOkqQNiKW
UKlv8bWGps2BPMRlVRaAXVpq2ZPv0yJpad22Jj91u7nwPKoh5o+bAjD9czORJHkMlzoM77e6STUr
xYYeleicWX1l1W000eIBHRopvtfYtiNeDoDIjOmzD1djZGPSHzZ+42i42h9TKtuBFYNBMfiSoAMp
ew3WZJ1dIfoIJDGWelcbSKFFbwEHFRtEW3DQSbTRJ4dvOQwXEqOQRi6U92kD+CvPzpQ3fTHQ1YIu
3MTOm801szTzna9nfrIKMeqRDkx3r+sKEnmK6TAQfe5CoFmLgTURgUts40SJGkeTfkuXsB/usnVD
EaiJfb2q3I4Livl5lsYJQQa1LOBQF6DAhd1zwFNFzzBY4etdT2yAqra/wFttwzXzYhh6t3w30wVK
TgqTNV/oH0R46JlRJonGlySWQVo29Rx3P1AHSQUWjYwGU85dPMyPXPuMvkKeNclz5xK0CWWDP8S3
W+wRfh80lm9/tr0YdFRGyhuixwmLFoDHsXHkMsqgm740ngQ6HeGNMxrniYyy8dFfFh78iLq6Tl1e
s0yyylpj4ltfAVj+tbPUAcFJZh/d6MyCLgxr55iKn/ViGWc5n3j6Iw7pNH5Bd/nWFLhdwt6FVonB
PUDVN6f4nwcv+jl0ymwXCeywe+WbHwTF2GAl/ewiTPMbxsn2uGQ+O/tkSrsPqdIJPflpCxznxJt1
e7LokSAebqLFVXBxdSKml9kuff+L4+amuesA/HXVMHSiriZsTupOT1lCii4C5vVbSkmU/RlYXj+i
hdy7xTXS9hPdITLvbMxKBoMgr1zbLbW3gDyY7QbmQeFXkbVRVo4CnY7PiWtE/xiwug0udmi1O3lT
0603mVM+rRK6cv+LT2tef2ymjI3F6BYPnoidn83oQwE51dyabY7Vw+xvi38JRzqKTyBr1MMHDRZo
c/YbPiTlsnYGsdPGqWrO0E8H6mHKDP0p4AnQFzWqNPZDs/oKoaQZVnui8bAoVvq4rTJ3vIPB8blm
ekSHipcY9tqkcxZd5DiONF9qT9EfTZN1Y8H6mS9dnvZB7QMOFIXrZRZyXsrFEt8rl7knQd6LzY7f
wiXDG5SxzwLYGa54i9Zjs8q71Zv7U3+15MlhaLfxx8miMe0Uj8p+J76zFPwzBqZiARQEfUC6xP6q
sYSTohMNkQWVNh6+uAkcYxgcSQnLszzk29Ze7IIu2VcHPp2q82ZaEoBdg220w5B3C7Zpm6Pibeaf
PFgW9tE0W3YHUIbCrsBhWZN9FHjU9WuOi1YnEBdx3XnqLZGgR5uxjysBTDg/GcNC4XIWLOl2Z9eZ
oYy5gv+U3fi1Q6KIdramucxgoXn5ptrWe6ExV6RsIqq9cvZNkJWJ27bus/K3sLsBY91mlZYDSPOT
JbW7D4HYevKDuWtfUEomjgPvKsBjhnU8W24zjmPMo0MpIj1HvMWmt9R1DCa5jJr1XjK/A59+U8FS
RKNKPDQvqLluLVrotjn4uPhcoiOjj5blqV39hNwMuDfuHgfY3bVTblwEzA3MxfPJqiy4BGE2Lx/i
efL6P0i7puKeinDGROsbKZo/Q5FumA4Svm3zaWBpa874y9buFEsezZ8oBy33dmZtF17QSUvFg1YE
ZKwTYpIAKF17Yf3XBr9kGJvPTRffzEPLGATO6GTCRElhpnTbdIsbb8ZOhhAOEwiJ/dM8An2Ym8X1
5KX3svTWSJF9TglHjQ026XH9GgWN8H5Bav9yFb3ewEqFuPPiVPIC+ef6a5gn35aBhw2wMF3Pf41o
rvks0YYR31CE5yA32cTdTWD7L1xFXQk75PYjTjXwSNp8D0BCoTaZFNlKMPWlD2DDoxlBPx5nJGtP
nODa8MwWj5S2a0sCV89nmvTGPoiNuAgI+26OX2Q2pd65GbyxaNaB5KBJ+JgG0orC1/E2f1cdwbEs
7WCkUiw4Cz50C/o+n5oIboolZE71ncU/eNiYYGWL3Am1BcLDtewi5b5ypdhSSHSHuXtYAoZ/NEqt
edTRh0Zy/2Lm2Qsr9NmO4WWCAusGSPDoZQskzGCaDKv+1Q+wFvOMeAbzQcQFIdj3/QxU6BJRZ54e
N0+nJ5NmfaH9+n7sPPkJnr3mQ6IR4stYyLBsp+Hn5jdT7mTdfgdbpbuPrIPbuZ1Rhb7hVLkIGcey
Dq70VRwuX6aAoX0UidYWw75wgeMgvPo45kE+WC96JWDFkLK1Y9D/TE2IeO+h/e1u7GZI1juIhtld
Fi6r+QV9zdLmGW5Zt9L3iInv0mTZ1j+TXtozMwuky3kDg/4P6bTQpphWrxmfG4Fg+D38mzo+e2PY
FJI7DUeVmkViyLlKRna7kWBRJTRHi67sTOWDlUgGf/VL8hQumwzKvguYxFA1aKkXmTfVT2Qc6/UM
rW7ff4RmbeleYJ5A7xu/rU0lJ+fcYwL3hrFUKy7mLxGsckwuNbEkD9dpar7qXjH/e9uE5kMXkukJ
yO2tyS0s2GeDuu+20p9D0E7BywJiovc1xFWY9yWiiKSwbVqWGF20kaCxK5JWGVKwEQTa26bdVDFN
OkGJkWpdF8kWm3O66K6rcDjZxgcLTcxThs02UbmxElIrFj+STPaFS4A0VDVkeYjfOvc6XUPp2eiC
qC05rTRrL062RW37bxLIrzxZW3ux0NF1Q/8FajxXuHCICtJEnMLcxAKXoIZMYPtCQ1fa1T5M2rQr
mYhGZPbzCFafyYL7tl88Vzaq8W9iC6mjq3EpGvV0OQXo+y2EUCBhhzGMIxTtPyHr/U55/EEHADME
C5Zo5K6iV0lW5J/0K2uzBxNmxTAFWBlB4FcNF6Yvtq5Dwd7zo5dA2ukCCBhXedCJsOLRmBUaXaJP
sy/SW69LelX4bHjEOWMxFRFJTA2+mS+nx7GZGrSvB7CCPY9ZJ4YHwJKth70CDgt3GWVh2Q3Tsp7j
oI3Mh6D3FQydcXGfvUZpb5uzEUAvPU2kCb+mM7BB5RzVqC2lrbfQR9ePdXL2VWfJB1xohv3HeaHb
hzgSIqhGMQzems/X8kUfIeKi4wIayLQywYizydaz7K5GyBzXIo0i9uSgrPKKlWL1fpw3O6HhHn3V
xBawyax5kWRBO37gM2qYGDwmplPo0LctzmiBBNy9Dvu+VH5NxiJoGxE8RHq8koLpfE2uU6jJG1Zk
qYlJKfXkBxoPQc84QOfJqUsFrLnyTaK79HVEB2X4mc10uFe9RlpfNKzziqCD9SCmbrqaPLEUQYJo
eGvcMGpHJJXJ6uMsyBbc5MInQFkwlsLIWy4tXsZ/1gMWZgHA/VRy1+i+4iv2k2+xr6w5k4SLAAwc
EOBvg6gN09IlovmZmZjlcxhsZ53q9Wvf1w3BkSeuu/lRQ62HiKeQ0re3YTta3P3X7kPqruDdTW3h
3Zym3D+lICetSN+Q6pZqgzHRZyuMxy6c9vHyqkUdmI+90kGB65CJfHeitqaI19YrR958ylatczN6
fzmOLq4Bt765WrvmpllGGLtE6OtHshcW27YACJ/gQD5Bic5fFuWTG8KJrdZBZycrk/COo7v0i0BC
Vayu+8FgZP0hQEnrqQkIZcAULC+xNbfDgJ3hNrXM/RmMXfB56uO0uSFtAyX31s1b9jB5RD35Fv7D
sL+PH+AcqvOUOrioaH+rkLZMnxlKTurJeCN6HpY1KbQHyQXA5p/TtJ9zN6QPuPmBxwCguKHKZ5/d
IcSZi1Mp+YTozk6cdJTnUq4LtDeAnZDYegWzIECUHEsH46MtYkbd3rQ6YSdMDADDKHO3G03/TFO2
PEckim6pzzHhQqGK1qfPIlbyU7CJ9UNKx+6Z+eMMIZUWnE/56reZnXOG85s7OwAL3Q01hH2mwTre
Lh148GXXT7SQm97Wc6+6+NZBkBt9sl6avDBhQ4AGyNIn3k0tE2NFXmOtpDB+cI3/Z7vUbvkUx5S6
3LRyTSFODox1ZXt1uLgIt24wAkpV4Eawoqdpxixb23DoSkZN4N2aIEKLPgwBrH+rmqDOHmdvnZez
gXOF/3mjgtAic5FZ7nQ0xuw7zmJyAjSDeORmbMc2uu9WI8AXZr1BaA1GlX4OtRj9D1Oow/EE4xHX
w2Rjps1l8EwmvnlYmYCwxa6N29Kfu2bJddzicJUtOmkLJZB127wOvTAUuYudbn+uaRxO92YdzPYD
mDWLBL9Z0hi7t8BCjse8Qwtcd4IvVE0qlYq2e14DVLNOQx+F8rwkCHwlzugsuUxXQelpSiQJP6BN
rIvvoAgPgzLI1ji7BGgEXH+12EXlBz0v6egXLmOmuZ2nOfRpDoucFPnf1hHhnlHsSQjqOhAhb3fz
LGZEoqZPkEONEkv/haP8Yr/xmGeXaMA9WzhLm3wL5pB73yVuaVH4WYcY3E1cqzQFZgcy/7zWhoMA
o/RaGslU+oXCpWL5nNrGT7/O85SRroyTyUOyUvexZ16o3bqV5R4hSYgsp1ayyOpQkMd5S1f3K4KB
hfhTtejPPKUd4JUfnWjWDBYa8aCeQC2P+XrqDfyKq6z1yPBEsT4Rg/1QXRME4JESlL+bHoYUN13o
N/Ym5A33ZRltalVDLiilDGCDASdqHF+6qXBIUpFYI+9Z7HO3IEW0VcYZV5/F7A3mPHTekl3mOdMx
vtiWWVVORKzmO89idNfRhmfz98XyyZxH5kuvyLgO7tqJ1bSYcJu+3Luuixg+SdKivXXGvVGhRjPh
hPX/ODuvJrmVa0v/FYWeL3QTJmEmrhQxKFR1VRuy6ZrmBUHThPcmAfz6+cCjGbHBOl1zeKQHHTXZ
CSTS7L32Wms3NgZJD8NieS7WFk14W0VGc6XCyX3dmMbcd34vl6V+Oed57rd0iPWROUaDScc8N60O
s3IJXyKa6g6nxeyAHGJvcPyuV8TPfj/0qnvl6MqJv48063H3SyZEHNgKO6/Kjzq6phxDEsfbBLM5
Vp2pF+Z1mNKl96aO5uq9x/HZBmbfW3ruiwTexEOXL6lGyjUL7WpaWNdXjiF157rnvkk/K2UmVyS1
uvexIrx34p30IpG8pr1aTBiU6oWdDD6LTJo7l3N6Bp/QkIIuTqwnL9xUiWXXsuHfZbos9nmY2CVb
LRyuKwEmdwcCZ8p7t5zs7FqNrfcFbPEDXV96w6ZJkI2ooaLrkfG6NKLwEw4tZBlRwTGZpG121/fC
Q/WAZY465Y4b7+plpoUOmhBxTJzWzO+a3uzyuzYcupuhrqv0Mz3J+0etyboumAaNz2hNzkM2rClF
lrnl63yy1INNRNMH0dKQeMLU6yc/V05xQH7v2X5aq4jgBCLOSPtGd6ICwUnYgVj26QuFRIWmn+6K
XWJl0D5kanF8Q6KpOFEc8rpbs3Eb7d50oKVCc3PKaDyNdhT1OR9lmEWHR0GYJvtJmG66hg128ipq
Es/e60hfmu8Tmc+402Kw2E8YeNATuZVuZ+1L8j6DpZkYb9qE5PpqLtPON1IO0Nofh5a+jJExxF9d
WXTGg6mGeNzNRaeTujtWPk5+Orq59jFJ9PCLuwZDR3fCN+HdbNePfZb31kmAcujRrimsbDh6dLlx
d57dFo+VZMv6Lk1odjS6EdY+9yz3B5ydmQuTMLt7HFtDi7zcFeZhMhzlfKgjzUNRn3ghWLfmFXh9
dTXmMgERUKGupV1VX/N8wsgQLC5Oywe8B72UoDtW5jHtrfkbYFC03LS5ET4Wcb54kpbz82jcFrGy
mndaKGz5qNMERn4DLInB+tJI3npVm3F2iHjeGZHeqPvWC50a8RzVUiuyI3GfaLZNfYagRtxIhUXu
wRtb2wimfhHmfrRH8pC8GKY3uHzr1vu69cZXmmZ1793Q0d9BIOmXqypEQXTUKqCeKS+mcW9bLhbV
SzrW75nz7KbUM4iadkrPd1x7rOpUxZ7X7GRNzubXWph9QHs++Y1E+VXXlrJv2qnW7h1bTXe2t8Tu
oQoxzdnncp6uGhqlXOl1Lk4Wnbk580qze4hJYOaXdVShhx9HHKx82ZCtvlEDpsWfcJUBaehmZcUf
KHbgNGSPM/NgqDTlWPBM3ayIQUiGQEP7d/FkE5GagGMEV4lIpYbhMW0lghZhh9xLNwIJVINR0XnH
aZfkyqhF/UBDgTR7bbgVtgYTPUVeJzyIbyZraL7j2J575begveZLAkHH2pk1j/OuqkJVHdImTOOd
YTm1+rKyt09VmRfFzeQ4S84Ymda9JlVW+UszctQNkWViHly31qojpGBHvaK4Uu45Jsry0EqZdoER
j7kOAZRexPtKCQ4RnI2u+RYAbGEtqxrsSEHDH+e5f91pcTruSjno+bWmjcVyhaHe8k2TNALzc5qd
3kRLNbF9QpfpyJTYZ541kGH26tqsdELYOClv5jqWr+HjN2hecCwFucN6xLSc8IO2IJA4uGi+5ncg
p9PIRdQJ/VvvtpHh0NUpW8C6unyoy1NJzS35FC9NV+z4Ulg4uFlMGsCJmY/FLm7CGkd+7Li8O0z/
XJAaZdfDaaqsxr1y6ARPN95wtN3E1yRGngflmesm1NIxisjcG/I2Dp8sSJfOU6cemZHnG9XU52xj
KriPA3dneKrbXkTBiEe8gFtcGJb+UFlEaMGovDbeOdZoo17r7Tl7SGy8iwIBnpF8yEHnLL8ohzh+
J6aF0yPSNFu/th29kLvCM3IjqMB3x11VjoC1fmzPUxSkKBPFS6tuWvcVLW6S0Z/xNa/3wxxKUmFj
sYhgvFrvv2otfUJ8iXjJe0V3ptG5iudaOV9tXkq97whQ7VvZ6bmzs3InM+7zSAlswGvSjDjpiuL1
jCVFdjDSThSzL7GPGIHk43KJfCvvMYxhUU8EhdXshA3t1b0uvIsrkSwn3RJTeefVVB58uzYVHQDq
uH0U0kziF8YSlpCbQpGVR1oxaMY9okvHZk+15qKoaJZzfaAjqWoP0OXqYkedUA5fSlV0Gi0/l949
aTnY4AeRF+sXskmpAr316pSknkSveDGAiGc7FEN9N/i4aOnGjbANSTore608JjCHxi/KmL0uCG07
7K8U57UKWlnX2T43TbcJDHos9ZnftMUcH8gwclJlC0NB6MT52vCO/n9VkMaJN12HvXDcHcqnyJMB
3iKCDZWEBQwNivtVdG2Pk7kQs/S1dZxLq4J/0hDb+VQW9MxHbbqkQcMyyA/WNOjNo5PILNfIHXSr
N/3IxJbne50VOQrFjJpvz2VaECdaOy1vvSvbqI15OmW6a7oPQ0tvolsFwDDVvHhipRYxyGRWL6WT
5NN7jbfxND8GBamGw+rPTuI7ustovRjWnP0m1KpsIviCAb746RxG0cu50DuSlXYwbTa4lQHAOjuq
h1L1vugKr/yazOTzEARnpxCPbT9qDcGAI0mYqh4B+Uj/paq97rxqcF9KDo+IUNFNl29ZTH3tU5qq
KjtYkVVqAERNbZa0/7bb5JVFuM9ehldiyUNNaNQ8xrUllev3uof/uHKswX2rAzYnNDSiotV/8TAo
zh5qbai0+yqihPlq9NKmw4NjdnNj54wNTt0IQes2P8UFlVwWiVWbh9Yh8bH3dAYdmhtk1pFUu4Wq
aFXgO9g6iRMIaffujaqpjd4SXbv2LWGR1b0p8zRrr53IVNVJG/Ko+AQ9CNzKXmO2w1AV2uDnjqG0
20pgWfZKG7oh4Yyj0+bOIzIu9/NQuO2LpOuRbhVSOOPbJYcXuXNFR9kyMfMS06Q20vqvrt3V4VsT
0HRnlHTsSMflWlvoGE/IilNnflJ1ZM7EU3RV3+nO1A/HuSo989hSN1JXeWYv4kGPeymvk4za9q4W
BZSWPWJk0QJ6lJSuKGh1k9QOTWsYw860i1Tz2XN3dt2tGG0pMXw5CB2xQHNINJ0Kpl1StJz9nKaB
rj83Uy2DNnakdeynwVuOtTVposSk0FCD52dmRPc/UAk9vZV623UPsqNPwKMTWUNxS2CbOIdcxoP3
RimKjUEegXujt4VufZ+UZW7fhFFeZm+Uy8TczIabdddioEkUCB6ai6usmxd5nw5OEV1Paetl70j0
gFeB0omWG6A2t6AGY+E6mIjdwGautR1uNvZcB1S2Hdc7ZJDdV1Nu5yOenKLTd56HpWuxLyhudsOJ
AKxlYnsnrdt77umSKgr0MorDxG7e/MZk2pELejLOlnfUA0F8R3bywVsW55Yk2tZuDC0EWvdtgR+j
sRamXeNKpLZdX2Wp08jbJa+QbevGXPUfVTJ4YNrZgBnOoY/qaY59XVGcoGpvQCMUTeeO2D62Rfep
GC3XuK8wEumMw2perINpTHJ0ARcWb0x3XqFUFsxFu/ZI7Dv7hWxDqzzRSXFRx6asBzOIxrkub40O
5yV/CjOhn6ylluat1um6dqDe3idB7kYeCWfddDWxkVkk5ufJSQfrJlyidHpNpcXqKSHFYbt8M0tp
Rl/qrBL5SZjIdk8iUXNzh9lA27/NsVcnqimlNd3qltbN3+dGpvVtMg6Fs18G6QIKegQiPsXrgTph
0nUQV5veuhtE0aldP9ME99TyCGkwLIaR7dB52PA/LGtl547uwYMY/SIf6XL9Tqgs6u7aftHLa4cW
jsv6nZ0Q3Y7Xz+Mu6Rwr/QKaqAHJSlerO2BzMpldV7LOiz0xdcbVyBG6JviqrdVLT2tHczdrmt6y
TdymRfpTy3XuvBr8ihiild7LzhlzDZeCxEm+DevN+M0ZAKCx6pDRqam8WaegQjj1xmxbox+ItSlp
tf6QW5iTKJOeZw41AhGYhtRgiplRE74wYqdXB85PbD3HvEzGxz6d6um2WpxCvm+nwbbIWpp0uJ4B
6af3rlPU48vVjtQ8dsUQ+gW+TY1PGBpNQWlStOKypRZ/786z51x3MaKZF5T7CuxECIoXMK0mA66S
9GC1ZP95GLTG9dHIGQqcv85A8tomfg3jRycUGukv/jqFpMuFSLsYbEi90Q29B6cWHjz1UlCaBfoN
26bq/QTpquVXLpQYcweNox0eQZAicGKQGtF/BqZYEs23e+LW1Jccr/3iR3mFcMmn3wIJ52FC6Uyf
q3Ky7PgjZgFUa/xB0Y+puSrGXibpTjVY4ROACnuSetCaMayk4L+6tsdpWpPuFfVWs98JyG0Am27f
hDs8v813Jn9buxlVHNUnL/6BMJN3T1QjSixQX1ZG1+6BCZYBirYWaqf/CodJTHNn5Uc856cpEHZa
Df4yx/IlZddyCOwQH4PfI+NtTbLs2SqLquzyvfA+pNZbezz8Hp1tQ3yUuTlOBN353kxeu6AVifw9
NZixdcaq8O70wsRxDtyPAvTIG8VdxzHdXZCj/4n3muFuSMpgYEYPuZKaiMb2a+Iq6W8KpVU4YnYQ
zUCox5QOF47XGPdTB2ZLZpVqYkehhO/0/PT9GXFuw5GMJmDvRGudQ0Vj3jxIkMTcwYNtdgRqFNEp
gLun50f6M17ghtbcNh1LDRHoAW+LxnnTz1U4BHVEgIsRQrca7WKukxOOTnN5YYb/hBTrbqiUKVRH
rhFDHmyX9jI9Dkr7BpD5wgv9yW/fGm3VNKfsnNiTkKCKL1mrPyi3DnfPT9af/e4N05n4vCnqKJQH
Ks9kCu18Sobc/M1fviFL9rrel9VgywPg8x4OMhUPHcjx9558w3QOJ8qK0kvsQyS0jst8DH095tr/
vd++2e1GVpsQ3ZgXYymwme49GqYu1Zvnf/mfrNBtd0a7pXZaTynLJXY841sHmKR2wp4NWmS5RlH7
9YCw4IhESta/1WkSTP0pbzV2I+XgiCUPdPaV762m7V6kOrjq8y/0Q2N5hou7tTZy0tkED4qsQ+F6
MdCzV86Kqgr/eZz13n6wCLn5f0pLL+2rpE7fpkvyVmelyWPYJUNMkhLFexqNfptGM64Nv3eIxf54
uv/+Ov2v6LG6/+M5un/9D//+tarJ8qO43/zrv95WBf/9n/Xv/L8/8/Rv/OvqsXrxuXjstn/oyd/h
9/573OBz//nJv+wJyPv51fDYzq8fuyHvf/x+nnD9k/+/P/zb44/f8nauH//596+UWfr1t2FyV/79
3z86ffvn3w2DffzfP//+f/9wfYF//v0dbtuP3/72v9vPX/62L5L2c//Y/fLXHz93/T//Lu1/mGCp
jusYpm5Z0uTUVI8/fqL/Q5oS4AwWo2Na5tqktKSTb8zw9j+E7UkDVqbn6Lq3qmK7avjxI+MfNloy
ch66XEpCUu/v//cxn3yo/3y4v5VDcV/BUuh4midsa4cxHdPQdZuE0oHyvvUDhE+3OGAoBhRdDCST
mMASYkB76qf5knB6FY78ZwX/MRTsRc/CmNd0dX1ze7gmTXvrdjACQ8h2p1XK/KQNQ0V5WSS3uuMQ
0o52Gyx9bD7kZMP3P32gf7/5hTcF4eAfx/Agmjib4fMlKaqQGCZQpMzIfkS1q/XYDMy2di9s1vVo
37wpQ1lSMgytJre9LeiAEBuGNlkBRscHAv+3yobKBK4OgO50+NVo5eD3RvLx+Td8etP8mGDmV9Kh
V0j+x9Z1oB1bDf6TxhvGKRF36GngGHB9nh/laZjxxyjS5SvCxLKlvdVNkJPYixvihSa0OLmdp7z8
BNKes2wK61Zk2fD1+fF+rIvNbLJpBAxlSqkOSMXTA9arm0oflGMGXj8iC8CC8KSlEvxyCY2qDXo6
Yg87Oyucw2AY9ne1FJ8SUZWHutTrdxeeZT3Mf30WyzJ0W7qW3C6iLpkdR48jKyhwEfchqwfzRCcw
WOhROIY7c4FjVIXdneSZT66pU1Wp7E9RqqJAI//ePf84ZzYvM/OfpzGezoxbdDAJAG8CONVFsMju
swgjcU1/OPHXWln9+OrStDA48CzLM9i+T4fqrQwC9dSuu6fzTlOTvcnr7pLb0tn3YVZgPXEu2lvT
t9yZ9aEsDb40O5XkCaY6mX58zBb6//zG1P001GZRWWHvTjaQaCAcZPsRQaDvDPVdH4GsPD/SmV0p
McRm2jhjPXtr8GSKCH0OJ1JQT2RvlSOaG2UOlxor/Dp1rstNYnGuuUKXW3POLB17q3bcKpChKU5l
scynMcuLUzgMl0SN54bCsUgKz3QsD+bg06UQ85nCkmoQFhtF/4DXs3YEyDOgUIXtX7KzWFedy/1m
WVxPmD7L7VnTDxV9RzwoirNyaO9QtaNvk+de+EJPg8V1FD6N6RnGj6uBu+HpC1HPoMBb6XXAFa4/
UgdMb7vF9ogbO0EGZ+tfoMSGx+eXxa+z+HTQ9aT5Se40TE5TOKGqydB198HVGmC1lC7Xvp579oXF
/usSXD8VTjwsQ2n8CG1+Hqtq0NHLFtpkocJ8109eQ2PkPrygAv71YvCwrf+x+jyuha2phKm7eRGO
Er9CXdOP8Eeco+Ae8TENYRp1TV4IuM98Nqkbnu0a2HOhU90cSRgz0ry31Ydg6dBs+HR8VdieT/XN
RIx83aT2sPdCpEV/+bvZnLhMouPqprF1gXGQLpleEQ+geKYEjW6L65yYLnBTvb3wgmcm1LYp7TAI
B6+xzX3p0QP8P428oBjGl/QSHd6IBXlVVU/NwYo995IFy5mrlltWEm4StxgcI5tTsYsy0NwGM5NM
pKYPy7ysuOSatZSlKEyHSWOkvl218nPtUJrZAU33uDiq5lXiQQ66cL2toz29bIlwmWOONBzkrW12
nvQlvuM5tGcQotD1qYOS/SOiyKDhlFHzukvhCPsztf9lR60coOX5T31mgXEuc2bb3hrIyc25MJYd
xP+Y8eFzhwez1OogV9RZ807/PKRefGoGdalLwC/Hgk0u4OhoLjmUDHtrS6pcRcWROmJg6BRiujEB
jK9cbUdl5fH5t/v1YzOU61o2KYDB0bD1rKh7M6LEUwyBQraTB4VjhNTWQ+/U2r0pAtUoC85UmO4X
UB/YrMh8T66yhmsnV00SPP80Z94bGxjH9Fzd5e23LkAK8U4/GFqH11eL1ktzmtcy1+O3jazSC5fK
L9uKAotO1kP2tC5zY3PyLhCCoIcWfVCLisw4SakvatH0LkRjeoggfn14/tV+OX0ZD2TQsFzbI2Le
evza2phi7suJ0UIs+ZpReofY2GoXIKwfM/RktzCMyX1pIUbjlN9+znQMw2ShShpQVQ5vdIgaCTYn
VR70oOb69Wy17T6bhg4llBkf5iZK9042Jdeqdvv7QkOO409DZN0ubp/s//oMSIvQ0XYoSjlblBS3
j1GzS5ONLExxTcf46bBUiOCeH+WX/NIWHMxrCMQQtr71ukiGUItyFCzBnKHD28Xjkt0mCw3RgroZ
jCtTE+kdNtFTYFShdpSJ52kXFvEPO6nNN7DI42HJueuxvZWrRw12CVU4dkEUZ8Zed2y0VeFqFlAZ
8mbIG6oPXU0/JlGE8QfWqHffqaHYU1bMAgPx1LEWMr1wLZ+dFqlzfDpr7L49USKjgnBOSTPowyqp
91YtyBVmKh3OjsssO1Lqofowivx6LsVyVJNEIvH8l/nlIOXL2FzV5KU2keMKrfwcf7S5K7XJWZdm
qjcvUcYZvp3N2Wlwhfd90dyJNbroF7b5D+Oapx8DLZ6QIA007VhT8aej2oOYtKjCqjd0zPdW+6Ks
+jsX3WSpWZQRYfhb9sm0YajH8026HMYyO5nOt7Hzgk7Fvlx1TNFywYfl15kw4cYBtLjgQRAJNmdP
7KHXF9SvA8gnw22mOli5QNz3i0UIoaVL+xJjkvrL89P/64HHkvQsCJFE62jrNrc6/frU4NqVCMrO
SW/m71m3t6a62HO1XXLfPPN+XJlSN7k3bYvD7umcF8oqB3fJlkCmSfuKZrzDHp1G+SbLW/DIPHFv
F/StF4xKf13hXBtIEh0gD+6PrQklfPWwbFwmNXGZxdgo02v8mrsjvDoI4XT3So6hsITp56iKXvRG
vVw4e3+9vBjXImDiYjFBKTYTHNW2TPssQfPVImiKyZRvQqfqPioYkReG+vUyQTlBRIIkeJ3hLYgG
6WiNx5Y5mHIZfivKMHkoB/Pj8wvm1/exhADdYfshBHe3Tiq1GiL6qDOIEkP7ptElNjlVbH5F3XcJ
V/h1bTIUWYAQFrAbUd7TBaPmuJ30OJ0DfYAkY0PA0n1NX21cO4olcTLDqn7+5X6dwfWGFEK317vC
3ZYIFO9VDfiFB5gbiCOkdu3OUKO8cOSdH+VHumU5gqB6814iahE75Gx0LZsCXJEaBF5FdviNdyE+
9qC3GvjbbBbeMowJmtVupu0msUvRpfbNkEbThTV35hvp3B6CM2QFZZz15z+lqtmAZ3vhuASKxmSc
qqqxT4UWNq8tK44DXeiXilpnlh/FGI5t3UCiZGytfKcMsjyq+SEoUJ1dmynNq/zWykt6cE7Tpevx
3Mu5lu6sX4lwe9taqst7UOdOGyCG9jEUO3GViui7EOk9q+dSFefMqiCvIpNYT6r1bno6k3oEd6mZ
3T7AttwjZ+qtXR83w/H5VXFm/ta9pEMytCg4bP2hqmEEotTkgCQ3ekQCaxHsmB97jqSr3xmIJI38
FIB2u8i1oW1NvTaHYBya8nWjymingLtuw2X46ycSq4HS8nqP2+B2TydOc4sR/qgYgpXQcW9W0txr
Ds0y4KBc6i78A51/Gjes2PZ/xtqkfVDcjch1SLub2olux7ZG0oVEIJl29NMIX5l9N+KMo+k6zEiv
XbA+ISHvr5rSIfBDo1h5Oyc0i1VagjxpN9MLF6oHSqabHuL666lsp/Kt0sr6kfKzYfhzRmPjoFiq
7FK/vA0tAWTLRkRtE3Cx5ijubH3ItDZGxYjEJpBzJPZxbHZ3w9T3H2aKYnvpFd4ePhJcIazWNFhY
SXicsfb4jeW4TqhluhBrfymQDohoFAXYMagsnTbxBrFuLezhCghJXhjqzGZeYz2iHRwyCK82bAF0
tph9cJoHTd5kd6VJa9jdHGn1bWusZP7YhCT6/BY4OyJlBUnaKlg0m8UiSz7BmPVjYAGdYHVqD8fW
Q/bsR0Oo35lZHV8oY505QiyCFWo8BEoU7rZHyNK5fPBZBbFXVRjKzwiNDDsN/vJrWdxafLIfgcC2
12WPRoR2VdieNmktglTlwzVsqPa40Cn4pdYtw4Xxzq1USwf0AIIlLZLbuKZIEWEaVT8F0axGH0rN
AMnEKA9jmlZv5ybXPhcmDRgClzLiq6T1vC/uQCDkP//axrpANnufOA6cntsA6Emus//TVRdFGD7h
lrYSqXp9j9l4edLA1SO0AvFwO1l5/NIs3REqaGzg21NhU5JOYqdg2ALcDvV9bhQCFHK2/MWtikO8
smfnMaqCHBHF6JcNtSoImMOFK/rMkb/WpASZhXB1+eO9fnrumRxGZJWGTS3yC+GXtobVS6H0+7JU
6uvzk3RuBbLi2dLIE3Thbpa8pyJN0OiaOYrbcB9XNfYXk4wOvzEKm9ml4Cdsa3tVKgw2FqMuYQvq
dXjMu7S6hr51yULxTJIIZmDZHoEgxXTH254YZawEYQi2HEVkf1N50w3obmNvb2Sh7Z1EQbfMnQG4
+25GKVDuOG3FixEd/skz7e8CJdpREpUcZieL7tE+0KAIPmZ7nHQxPjw/I7/mVjwqIT9ximWYcpvm
TAm01bxi3gE6ltNcJ8VtHrXpLlrC8EqtJr8DZMkvzw96dmE5FF8FeKQNjf7phkBdKsfKq6ag6LP3
7eDSV140yo+8pdg/P9LZZfXTSOtJ+9MS7kA5U1ExUjmWbVDOaX6Hq6i6gIacfx+LZFjapmtvb0TU
MjDl9Zb3kUnttxG8Xp/e8+hanVx8+I03cl22JcuXqulmbaVZCONacaZlKtMPq9WG32JMdeGNzs3b
Cp06NrsR/G+TcjfOxH2BHVhgKYWnNHYDfgZv+6/fcyRo/xllc+1kuugaHd5uUJDKvUG4NgZTaNp+
DX33VEc6ksbnJ+8MPA2UtkK1LDyPCdzMHqr+WaQRni40AlNBZLlj6mtlp67HqHDfrzZB15Ppth+m
WuTvjExqtyHNFm6sYnbt4HeexbHYAy4YI5Tbp2tztAnn0RWqYDb0nNN+SvaFiN9PaKNoOl9+H80E
1UASXSd9t/g2ourD7CYXPsHZDw1o5BHfuPBhNh8as5MY3daEcMhr6qMc9Z6ma11x4SY5O+/Ut3R7
DdhAxzfzjnZcRF7NlGNhoQs/I359wV3buYER2v110kUoYees/AJvudiFuuN+wA28+TwMuRwuvPK5
3frzs2zCfqvOHOT3SgUu/df8oeXlqWnU+8rAseH5b3xudi2PSwCYHsncFvPIMsISyiFcBDCzfRVa
c1DUWXThkFu3yTa+gPO14pJknHLrltoOCkcSFasgJWZHqb1gWOWrtf70yhJZUQb4IdS3CDFBq8ww
rf6aJf+PhACCkIcDLPkuGeJmG1O3jRx6mKsAkWtx3YwpCoKsaF8/P5dncHB2CVQrYin+sbbVHKOJ
s6GnvybM9zn+nGPHnQTOMmhv59GTN3o1IaDEOa57ASsv/oofAi6m0QhB5rT0uvZ+SfXFPOpGiYz5
+Sc7d4cymyufwAESNzfv32SNmDLEfEAZwjziWjb7QuGhtLhuccQ4ovItq5Bvnx90PR22H32NKC24
EuQJ2zpiFA2JkRWcZHOVJ/sk7u4HrVo9RORHvdcuRAnn1rHDnFOEIJ62ftir/nSNovu1JzGzUSgX
G9cI3JHNpXL4jUsHyqJrAuk7cNzWjfvTKCOaaadImEdzsvdRXxb3Sz+2b56ft3ObxUGhSuWMYjtC
9aeDJNaccxhRHWh6sWCmpxfaPlJZDoLf9gjuLUwrQrPzPaH0C+937pM5kBg82/Eok25hSepzY1pB
EQrMSIuAIdv4uqk1Pd4XWEXi8CGK7N3zL3v2uznY4YJIQrSSm6OuwdZz5ImmQCnPC6SZWYE2Junh
+VHOHai8EUQ6TGAlKOhmSuPWcFWiT0GIYvSF2U3eNZWYHj+BbLqw1c59PRfaE+RWECJIpk+HylvL
1qSerd1qTfUi81BEodApj2httH3Bdz9ht6s+lEZo/sZUgriKFRXlttw2jauF01Eg1YhVzCl5SKra
3BVF+dfad/xxlAJnAEeRBDnknU/fb8lTOxlzjO/aLq6CwlOF6SujQgn8/Cc7tzBczK4o4K2Uw613
d839W9o1KeniTTpur958hXzwkn33uYORmiVBJAQeJm3dED9t6CZiRbYWCiJphepuSMI83uOSC/Aq
vNYOWtprBqHI1QWKy9m83+MmYmjIXkDYT8etyz7qhU5cqZCqYV1cNs592M/dO05H+xiOqx4fBujV
UqXjS+XF5X2+NBd66J0NeTyKVkAqgDhgK08fwqLFPUba7IpchcYh1/EJG21Rf05xsLyal9L6JozF
/FgaHtLevMPiL0p7eR/l6V9ri/XHovr5STZHXloiy8zihWAe44AbHSORQ+q1zYVK+ZklBW+cywG4
AGR/GwXIuqdRr6yIqpcxi32cRRcM4vJav/B1z4xDqErQDJxPQLCt++Lia9S4tOqBjLvidkqr8aql
uHMhcjuzdKnxGtTFuF6pjG3uolKUDSaOsR5YODBzaNrz16LIyqsWeg41QNqw+QZ0h6vnt6XHmthc
6ixXCyTOYEjKuU/XTGrEDb3A8LFQGO69GjIscT1Dn3aZURq7IZzbayLpZidC7E2WrMaO+Pnxz5zk
sGQAHOG0r4yhzVu32BFmcRTpgUeP5/uC/GePLeD8xlHa998YCTyMaJECEAvm6Zu6no7Xp7vACMIA
6aaxBtqYZY32Rpj9pTvjzIKBKONyNXEJupAWnw6VKPx8wsTVA00vYr/DJ31nVHEYPP9C5xYMCRv8
ChsYBejn6SgunnptKy09iBoHIpNnd/F7PUfUi5OLormRg9Qz9SP6ppYXzvIzJB1ipp+GXlfVT8es
nXWxjeLJCNCitt9FMQwvR8vo9wvmOxhvFFZ5ZQ6q2Fua0yEWcCf9ygtt68FItBuX1khV4ja4akbd
1+en5OzEe2Jl2xH4kv48fS5Vjgs+6IYeTCbj5hmdbzF5vNSv6w8CzNNdQ8wNB4Xsg2I5CdDTcTCp
V57WRQMh3OKoI4bEzYfFNHxLXz6ac7nLcrfNrtCQUxkrpyZ+Wzl1lQWdjjvsVYz//YtIK/Vx11fY
wR3bRe/l2yFpteglB1F5Nw1LpMgTR8v2xyZyxXVTeHHvz+7k2qfINNL6QA8ZDF1weUrqQ5U13qdw
qnEnK1o0XD5Gn/ImC+NpPi7LMJPG950R4WMUz6v3F9ewr0paXvDHtTm7KkK4VNgqRwhaknaCOiJS
p7YC3Yg62C2dbvtTi6f1Xld5svg6Joru3sPn4naW9fIOv/0ULK1cGH9yGw+H69FSuMarNsR9Q811
j3u1BomhjjMt5LesVu6GckDJxJCpCJsyJO1B83+oO6/mOK5sS/+VfpuXSUV685quPKrgQbxkACSQ
/qS3v/5+RarvpdjTUihiJqInJIEUQIBlMs/ZZ++1vuXk1RfgrIO6xf+eirBTaKZhmc8MK2hHZDZu
p3a1vSkU0I7MYaqr/wR6k7kZp8zaZBbM4j1O6G7Z5kgtGzSHDKkOHbyu2Ee5A2po1GvzPpoxtvj6
3IOKIOw3nUBuZDPg5w6IyKMWp7PxmNvdeqsa0wK9tJhJROTMBaIjGTDiw71RrNlNUzV9hg9qYQPS
xuZUNVL9YhgdoCrVavf1guAfj1taV14xJdq9oFmRo2xfGmkPMVAhSAGrK6yHyCApJb5yoxmAw9sx
Yi0bD4U6xJabjl131xmp3vuKndOkjntGyZtiMPPMK6PIOmam1TquHq3qvOmgUj+rcZktbm/k2k0a
L0nmOgnL/I5WT6Z5Vg/nwDPnpGiODWYiNSwR9Jd+pAHxcMhxx78P+yrxIcRVsqdEo9VsR1uuh7Nq
CekpqsfxpV1yMM4QAYvhYA/CfF+4Yt9MyKvnVhH1ARdWyeBZhsHLIUc2w3zMpgdZLx3OP3o77a3K
xtuBugbQthJXfe8ggC3hni12bEPH7xxpO6VOPH8ZbLuH+rKQ3ehOPZgUPhZl5sOy0T5noUuJK8la
thmlVvqsUhotLqaabAqnRnDFyqJY7lgnCydYxVo+G6WAEiNiWiR4mOcEkEpt7zTYyx9YndPLpMxj
dibJUX/O0ybrEdvoiuoSipjIsJ60qOWKKdHolmRVNtjdwSPuSnIfWzA5S/osRrnN0UhMUXWZ1VXK
fXtg7uOtTtp+I3IBmnpeCFGDaavH1z5Npnrb9HaZBxYwMbICimncKKoZqR7DI+0Mhd8xGG/OSZig
pJGCvnDWzk30hZtyFCUReeRj1HJgtVYRe6q0Ouc8Jt/AlSIeSGpY4FgL3rQCJNqifGs55dxANxnf
41aWJE+djJSUDzvXn1N0/LFrWzXI4TzJ0tyfUZ+0ASopxd45IHdkP3VsajnhSKbmdd2aXlTuZQBu
YAAHD1yEqXh2NAvcd1khdo6e6rqb1kJjCNUONdEKptonbjE3zuiqcVZ0t4OkMjaek5QEhQa4Ue0D
Kxyzk6lKk+FBWQaPZ0tJCycZahrm9E4jsJ5Ti3hRJ7lz3GEsq2yzOC13pyonsFjUboQ1104mPING
xa7s04rHP5IKGAg+3SxxO8+2cS8lU6OGTbGClgScPynumuTpBGi3awSgTsVaWHDoTrjo86Vbxahy
4LBmi6WQAZi57ssRyEXmQ/J1UPsORmeVoIlmKVK6dwRyYpZuZWlazdXtZS2VSB6YYeCkPP9IZaD2
v0WDw86+wuHGLhU3dLyce5IFsgdDbSWaaA24GjM1iz15MuzkypSysEiNB2ZFfVwSJePLTtc+WhEx
H25UVJL4i/LwX1pgcCdV5kn4BOjLI5355XgYI2scxezofmbG97xcJbKmaAERLRd+NUbUpKJtfFLU
v7Er5d6QSZZXIcV1HZ3Fph66H4fiv2XRPdcfAhzvx0d/eqt/NeH+wbd7Sr8SVlJ99r/+qf9Aq64h
qz8VO1cr8B+sujfVP8o38b+6fxRv4tvPHt3v3/fDo6sZv6EXVqlvjavbwlA4/v7w6Gr6b+haaBiy
WJFrwaHzvz26mvIb7SGkLyo3MpS0q+zvd48uX2IKayNUYSxDK0K3/o5H1/p1LK3SLuYxUX+bVxUH
s6Q/lk3FOHG3w2X1MMjtsvTYtNoN0czvVa2ubkKuNzrAC+KDxyGy97VW7Gm2nkjVKPT8wNTGdFdZ
/mLViuVJJmugNn9AGwmXMj7qniWb6xX8FirpW9err9yEi6eD3nFHXa9APvdvYwrNkhoiF4WLsPIo
wPi5aGSAAjZvqr5R1W1272TnLt+0LEOEo9dhZAcw1qq9A1++2xj2vrEv5540Gcs6qbTUkiM932HT
6EGpsRsEUe8RgDCxWvXhkrluZwVLFrAWyhIBtYGs+/VwcfLbdPDT6i7KDpRvDRA3cDrQjHPLbTZq
fkM8GwEixX1xT3qCX7AffTaPmnzXnAwZGrnHRy03SIk6FmERGs+EXyyNW77ay6a+bxGL5u6DpHh4
g5vY69KPRLkT963tPjTFTSU9qXnPkg8OBngeQOrKW10yqk5NtpFbG2S1Byp5E8WpV5N8kZSrvyvm
I+OarTncVhIFbNgM1oH1EnChx0jbVTbYpXoVDbI3vCxfpVfpdfkqf/9V/v7r9WPy1n/++Ji8qV/7
T/XrP/8ZP7M3Y2Ns9K/jp/7V2JiOO0nq5JoLM+owWkJI5flRtTJXd3KXFcsFwexq+6IuX4ubrAvl
74TBLw0pO0iQ2Fpeijdd88ahcPMHNCZ3s7zL+yBRN67iVbtkDebSn+KNQ7BQdMYBpBjhlPhskmZ1
bhtvXs9scEwz+FmWAg0HA6xbVgTkbC2NsPLFNV2yyk3IXmEiBbSpv0CDH2kzFa7GQXkPX/z6a34/
e4QXgfByXkdPP7ttwJ+z3yrgqotrvW7KdpvVX1UIb3VOUkSgyZt48CyLAi3UCn+58DyTyCPRKe99
/eEawvKwXJL3SCZe71KmB0vsZ8rlQ4Qxc5sMumd3V3PhXSx9jbtzaR7VXTGE8YZvr5Kneb6btVdD
7C+mHGbSC5dqrDc+Mx6qsN5HcuTJGY9wqcA5EtADqaG0JH8YdzkELHDa+qE1Whj9l2TYauMGDq9t
+Q1BLzxh2BGW2zcndj5PsnPXq+ONEZ206FQfi9GdQ31f9Uf79tVYW9ehz5F4zrnt90kSxBX3t7eo
D5106cardEEiSsvP5Es2utNn8pDenPzQt6nuP8Nm9ivpZno7SS4ZNtDRHKju3rqGaXJbdxAlve4G
lVjnd2vgaMcWvuaDdB6TgJ+oLoERB90CdiwhmmdfqMe8/IzSZ8oaZoQcWI+Tp/dv7OFBp5UecuuN
Cof7GvNoYDjAau82KQh7wFLQSrdOciiIylbSd3JG/Lnbt9kx748iHtw6PzotuzKYHB4b/Lb6Ir8B
yEw5HTxBC2nuyuYzp7iICegq5sBS3epuNXvOO+gDV7e2WWDOqr4HJLkV39LqoCYeQksoonCdqt7x
OEDy//a3cxiTJFbzjhJAtFN8ItZQ7yjWax4txJd9OJP03GcQ4rZFvVu0w1UvV9SuHT8kyrNuGzxT
4uXCXDwJ+Ukughph0I39BhfZJWkEF5OnrvupOGhqDm83GAidEOFQXOTlIVM9vQ7H+DicrOeJ9VBx
q9vy1pGZZrioh6TvvxHn4dSdvn+az/34Chgqfs9atV4XtKH6/V+j87qP6oRKsZugfHnrYX1eJqKT
3HyWiToAuNr7s2tfGv3GiDxleeeyZ2wtze8dtHbR3RhLwZX0LMkB/vaUxCjUctRf1L9Y/wr5XRGr
H0t3VgsdP97FNcxIHoUldh3VPkNrd5pK7oA9LdSk3rXGYxlEUzDZRCBY8NiHlMXafOlk1lViGuo7
XlWhePBIXQQlBud28W67EX+z75Rg2FTPHlDTwJz8nqrmzlDu65diMkMGQJyLLFDKieu8mcfsHUA/
FGlPbwCC3pjxU8X2GMWuI7Z25ltQXJNwvakXdI6esXqz+iJwshOb4sWj5EXzHKSE3ZRXLL66Bgts
0h7EZikjOGjeWsUJxN7gpk37Z92Yg5q5k9PDr7HWIKuisJjqzxhkVU1+h6pDNCSb0GHal6uPZKq/
s7F/gbnsuDPhGEAyOVrk4C3p2aHBjAbTk/XFXddbudIYlYxe7IDlJ6Jh0JVdJ6BEFvWhMGUknLav
QVcqqzaYps8pPtrdcy5NG9OE65nKCZ3ii6RhJ0pIlXBXWoP6kt6mhtADyXYC4sIcr0XG4CrdeFCd
cznfQ2NzMV8SgaBz4GvwZ1nCVeu4dKdxDaV8M0jzq6GMN3mmHGejOFvF/FQW5jdV6MdYPyfi7Xtp
9n+vSv0PrD+vQ+R/T4qh2zSwyPxceF6/4fe6U/6NYo5/mdg6dHE1+nI/6k7V+Y3JOY5BiznWteyk
xv2dDSOpv2l8ji8rNOuuY3y+9nvhKem/IWZjnGKriEQRrOB6+ht0mB9TrP9p2OFlQZGlMse3+Ygo
5NdJPnk4KV2C+mnB33fbNUZQOnBTcymV93Nnb8lo0ve0NDPaNRX38RfN3pRVTwUwh0OfB6ZxP2r3
M5jQzM79fikcT03Z32l1TUQC2dJdv97TVQtlfNRVeWhwpaNfH9DQxMqzFu819U6R3ore3Kp9FGit
2fvDMEpPlfKtHhXu4UPDLm5pntG9S017IJUy33F3F76lUI9UmUwKD7mgMGgDy86IpIt8LFofEUuX
UCbutC71cvsafzFExL60DstRfCZ2xwl0+JsFnWAHPrKZ3cx2e2esdykHUrfmUJfEAtHChIpC2usk
PWBT8IyRUkpBiQnwEJX/AFNcVlaW60wGcjxuaPtuJSKc0CP7VldsCGk8NPAmo/F1tMbWj6du9SSM
iVAlv1UQSUWfnSb9VMmqJ9qdxrmRTCaV5go9i1Ub9h0HYK8bgiwxPEWAbJ/QOeNoTSQpnPCKDwBo
ZTbvqf/EwgPl53NItICEhE3VPtrON3oj7mqSrDatzt2oKze9cq30IRFtgGR5WT6ccsN8JOvJ3BJf
wD4p23HoUP87gp2dhUYbko+ko75STER1E5GkVvaUTU3YkJAnRLa1F7sGmEudJqlWc5IJ2iSiIN5L
5VHV3/LZeDHpi18zv76s5XvGCFyyTpNT7cYp1wKthmwInfQ9GgAUFXI6HFAuEYmDIgDa59OgkEVl
GuDveZMpsRoDEHdsyA/NZPpWHD0povCV1FCDxHg2U4Dw3XRTDmD+Xd3q9ouxXkjrSjapfRCkWfHi
78iBxXIeG4dZn5lWNYV20kY9QBAd6pPuMygMYIAfoNIwBxw+mohkHOJV97MpArmqdxoXaZO0nyDX
yd0sN7qDTmpIQwht5IzqCl1PY57dGIwjzdaTWWT7CU97U0c+WZx64eWttJEsdiTdgqIqxxtlXDxp
afxe2FtroEabJi+Tashvkz8TsJYQ8Tex1a357UB4I53qhcAldmPONVJtB6oOpMa6Gn4JgR+VW/wp
nmzf65xSyCUhmqt1fKk70abbyRNFmm1s1bhpqGD2KWVhpvmFlIai+9pVDxzMEvmJFjmb3bxboiKo
9Mi5KE4ndsxYPYIGvGWRDjVxxLjk2eBfabC7prgdjHqnJvQtCUqgbVSftRIDokiW7SxPd8MMOX+t
QI0rHNOolXW64oCSIteW7ybI8HiBmNO6WWFQAY++k5acX+YbAkX4E4OLIODQZZSD06e0PqcyXS7O
WXXU3E4ljoOKMYA8TKEqHcW86427nAhFdAH6EPbDrZINriyXodrvZ326H5pst3a3xBPRRsZTaGaC
VJtymyYL/cezOsZBakbewEG2IfIeC8d7bxH+OJkj5QR1KkbbNuF2z7CY1i0lLYDo/IuZqJ/X02Gh
c/QdH+YofYmuMlR7FVxV7/BHaQ1zicBsb8m5WOb3Hh6siPKgTLjT0BZ5DXVlpD6W0LCbq3FdVoAg
T5y7PiLpUxA4PEKaqo07GPCbPrvNMoIQx5sRt/Nh1ZQXIy24tIU3KvE7swBg0d1jRSin31hygFXt
WBrEgRF/WHImbZLSbZdkb+vTpaUneo1zRMZUuRKhNgTBECKp62GBYN+3NXkmo5kFkM79MOduP/LS
5Lf9SsjJmwOVGnEqiHsRVooccN05QSyPm6Zh4kYgAaHhxICQBVeOn4QW7FdbOq7zvZzskn4jD7p9
q2v1A4N3P4nbL7UOWh7qTE6P3a1KYe6KqmGNj1ElH21kDL6qJzetkfY3pLs0btKkxXtnJBd6KBSs
TnOxSo6V3LUw026RQ8QuDaAvHXtNK/L5tZ0guEqC5Dd4GEEzctzVaIegym7cvkrOZWncqu31DGtQ
uk1TemgzWg9Rubw6mezJjbKLyu5E/9KvDRJ26z4db6qqHollm7J9ToBvs/byttGVgYmeyCnWurum
TBRvaaHA97JV7JpJJiQu60bjqNXJ/AxButvETtE+alTNWsomC9y5+xgnR31GnUvfdqa3g5eNGrdS
85dWLMLVy3ofGTK2ChFhAC/0gKlItOnIInd5ggSIj1vCCb6WxGcfpK6Nd5hCay+bnDSikB32xWgN
j5HB2QGoc0qBzEpUpah/077ngh/t50QTLt14C014+tRNnQe0ZQ4da7o1oNiT5nRqZuUx4lyIIy4m
UTGmxrSVJ4eJ2tTqd11qcspu18sIvnpHVCWnV/1ZJHJEfI861yG5XHFcf0IytsljkcW7gjFrD22I
s55tUil3kQOBnAtrZW4lx9xPifKoGtE+H4fDoifb2Vmf+7b1o3X+mvY5BBW09CGYUm8xzJ1j1Tul
t1OfFFmWvKH0wboGqIBzTzOk3jP7Ig1j+A19kzzLYnqpDPW5Jpqc8B4QC2KE7d5cyroNpap7bq1p
Q+glKUBQhaF4yHYYi2Zbxee5L/2Cvb+z6KWTllzLJBuYRjNxOpWkbZkWLqmjvJhE7WG0of+2DljG
TJLAbac9FLXofLnqxVMdSXa4LBHCOGZmgTJImBYcIiLYV/tU6ze62fW3vaSBaNI7/VxYVrSGeZpc
47X6aHi4pgIEepbGr6beJAarbNteA451zEQdUcvmFVtfqwTOou9m0a6ZDvlGvdBdGWr1IogmIDg5
605iyq1Nqy/6LWPbtHSZCw0Mukw92ZnwqG4jQ6sYBWgZm/+CSHqbd2nvEXu7ydcmb121iK2CJdQm
zFakUcbwQKqcPc4+KsrrrLhwycEu93nDfUQOtWQduKu7c46P84u+SA2DQBII9FKZsetZnfEq5IRY
YuQK6bvj2G1oNtLwAn0hCsahZw5DRocSh4NTj/I1rtra22NfHPWBRk6V5f2ONdEI9JEg1XxNNBLT
SR8gWm/ZQMhYDyBT4luVgEqvVxZxkvqVwCH9a+s8IFQ+GJQXT4PIl12vT3W45ErsVompHbU5mu6l
Lpm/6Dz6G+LqcyJa6Tw5mWMFdteZt9W62Cenm6tbHkq0S69g8yIa/TJjliMysosWxdmR3GW7Rjno
mAuVZf06XJPgCwUFfmQUHJvt6MJmLIcdTj8/m7WIelA+QFyVbkg8F+8ilcVTYlXVEVCIya2Xqe6w
2Px9Yl1iv+rqofS0JND0LHnsrJTkKrRXWC79wtGCnNx1oscBNcK/aPaywKchMfeNi/Z5UaQIqULM
zMlEMZm1AbngyiszsWofF2oatMJYHqQ1r95K1TGeUr2Lgoq50LaTqZRBvRCOQaZIqCLff7SEk4QS
nIitAx6LMJdJynm7qK0WRloh4WG3gNaBtdtDdNIR+hwqbczuSBv9mlbRvhX9M9mYYWrfktXyJYkf
moqoDzka81NOb4J43IoSTrG2kTHtojhKzn1ExrI+jQ/YTJmVtRB4WL6Soz7rD1Lfk88gNycpmjgA
RZzhFSNyxZimHw2mNPpKy7WvbB3VZr5vSaNBFPm9NtxaOS9urbTdkYRhby3Sr3EKOLDOzBdlsJ6y
UTa8diZcLzMupDJ1pHeQn5d/FryX/kL6L+mP/UXO2IkJoiLwMpXyIIvXZ4h/z8KYKW2zODtgIvZi
9apLG8mTtmOPZfCwODDKC226ZajAeLW/9FrX7WELcTpoMCgqQt04Tfe4jPqX6npuUTmkxFa+V9Sm
ddOFpAJzyk+jOXMMcQQHJucqEExQT1Sms7c7q7hnMaUobgmtrAj7wJ89GGErwYJL5/ZUprq663sS
vC+W09X+ynX7kRkJY68kinatJFkBXDD7NEeLSEPJqJodmyy9yTZyppCbvjvlxTDc5EQXbxhX0jAv
myrnzigdP50b4cetBdmkKuBAkdVdsp4m4+gxJFWCsk9JRWKsqR6Xta+w68ld+22cZmnyihoaRsn1
7U9tlbx3fcOrrSUoDyTGG/1Y0D8R5MAR/9tua4nIsrDOZSM9mB09nHVraPX6IslrHjTSiBxT+cjk
etMOjeXnCYz5mp4Ph2L6R+v8BoNk9AiadHZ/v1fyb+d0f5jm/enc7z+wo6JcneT/vqVyIj21+2iB
7v7cVfn+TT/aKpKp/nZF7WIBRuD1Ha77z77K9UvI1R00ZvBQ0M9dJUi/N1YU87er4QVZpKKQs361
1v7eVuEr5lXne/0kQ12FiePf6Kr8YjqE2QvWDAcGPXBYKbRWfhnnjfbUmbOKPWIwte4xG+v1S5LP
m0EviC4p9UnZT9Kk3ZaNWX3MHL0vKdfRXiBf2dfxNHwx41w95Gk+HNRCj3dLqhZ3puIw6v5/doWN
H7De2o9/MFju/hHS8Xrr8W78fzA9RsD9Z9faQ/KW/jo4/v4tP640psbQmE20kT8us2tr70cDz7F+
u8pR1SusQEaDfp0O/xPuLNOko0eHLADi2RUB/d8XGj8NUT7KdQvHPrHNtv63LjR+0M8iVdqH+HQR
bV4fnwb45yr7+0luiPaodtaZcjLP0uViqONwYsMmm5HQPJnBF4VBvOlRTQ2ezSnBcHXSu2hYpBoS
t7hfoJYSP2O3/k8v4eVH+/BnFPP1+v6fpiJwLkfT5CsDWsfuDRTsF5mngSt+FEXCwyIaJDoQ+Lsq
vjkkSPbVpUyOdS/qE/mWaRe0jZZfhCpPTfDnj+Gqj/35MdBXpXmKHwcKHPeh/stLY1XjAOOhmjex
VKKDi7W4s1zDLGjELDVBIz9uJZbZ/zNn+1ehO/RS0BW2zA3PO0xHlcvh57cid5xFFU1ibfQ5ol83
WtpLroK+8YtUkV8nOPXnImK6VYtprDzHyEdQ7cPcFts/f96/ClOuDwTnGS43G9UCMJJfLCA10V3G
ggd+U8R9BSPEmtWLLi/xt6iPlBsKTJ0SMIvJKU7ldX6VpVrcF9qKaWPoVaWkQTaCVDMzwlb/4rK4
vuR/eEvw+jh4DrGxOsiMf/Xmxg0remXn40a3nSmCcJmY+rbNWhH9xZvx6/WHuQRxDhcfPgeW9F/f
e8URgIjqZtgoBX9hEDeoP8K+ttXntZmMT1Zm+jNZP1DoSHoZuVFPdsxfXH9XQ8UfnywQdxkWObhN
DeXt9es/3Zpqwwm7n8W4qVYapG4mqbTnynlREZS3WnyUJ1TCf/7W/6J7tjF3XElBePLQQ2Hp/sVr
MRm4f4ZEHjZpV9RfgDqUKUXQnFeeXenGgf8KOsSJ1s5/YbD41+fKSoZ5HG8mWy4m4j8+1yUt15qs
s3aj9aU8ulIts+DkkklzSysiUu7iNMKC/XefLW8uW70h45b/VwqOqKxVB/XebhqikredQzQEuar5
9E0wXf6mmlVDgyof/ypq5nof//F9xRDnmFeeAL861nVJ/ul9jTGVKUOf9Zt40XvNi8qh/UTdNieb
JYvTYWPBxXW8ZYhtQZOkV/+K9UsH4Y/3EURPGaYnWFydiwt26a/WBMR5ESseZguqasVFu/eijHG7
18ZKPhHH9lDTnCfytva1lLS2OWvivZ1wvIC9YcyHto0bF8Gt8FVOkLecrrpd3CvOtnHm4oEwOuXc
LmpNDyn/WqK9BPDGwT5ZxRSo5tURHNE6MtoCnh218DmmUUE491Iae6mK6owx9NowN6KHSNZy7aC+
SVLpbXWK1RubiZtxbT5V7HBMlNaDmDVr1ymErVvOSLxYHqfbcoZv2dkSbRyMhy8JTYedOmufzVop
R0tbMzfJuaMov+37HHETPQAjORczT5x8mkusGeeB+3GXkiuGnRkVpItAWbwqufPSz6Xud7GJuqEW
rScmk6mo2nGaM7XxUDVDv3WiQdCIKjnl2pNsLx5ZlsXiak52P86Z1dD8lUdfHarpZUbYHcBXXH2s
0Wk4W+wAobSOIr0XfR03aE4Y1XqrNRo17UsDPlXrTaJvMJNUypTli+eIigUIVbjiHMbeXh2M5c0w
crCz82s8qJLX1606487KfBooJIDQLyBOUQ+GttOdC56YhcbQlNkEpPM4SEn3TAsBczgbKuLLOWrq
Lzk/EduxPqnYgew+s6VTQagJEwDZQZ5+gTrBAghcZ8yfl25iWS6cvLwqyZf50jFRMDc02PkIpjsj
StHo+T1GGKiquKlsc58mOqmLqQn8lJcGKz8YYa0aCbU15RUxL3/pwuvd2IJZw48deVaGUmxIEpT1
zz5W+LGKWenjXSQp/BDMcPWXeNFMhQGUpQ+yS4qpHR2MQmYRK+KOdSaLMhlRx+DwqOOs5vF2quBj
C1eAi6TJ044YCijDflTaPDxHTDIPrHFEMxduF7dke65ijGsUSgujgJyel80EkQD0/aw0HJsJATQY
3qkaCLZ0rKptZbNtHHXy/Bq/Jo7BvtGrgR9N/0KuwqaV2/bQxQjH90IeuZblsrWXY9F29ZdmyG1l
ByaPdr7G/cYLRblQcaAURyHkgQyrLGZAMC9t5yvKQqCQgVj4TilnBE/ATA3rWBJdH4WTUfTqWYmb
WbqPHaiLtykNLmR1DEKJz5SUjzXNltjrnVX/pozXuNo5N+ozGENCGCfd4ooz16h3fLuKZ9NdjAVJ
mtbLx1GrY7/Ru+Sz73itUHEsaewDDK0NCFftatxhiRPVVoqZ+Xllbo8WueZa9FKqFbgCxiiHVi9V
UOdzIQUksLWdWzfGdT1KTLl7GzBlyPjDW2vZEhU5P1hm4qjubDpjFLYy2g2p6bEHjWqVWZe8SA3f
MEtSQ+dqpP1YYFVKt2QDspZ1RlSnXlYiDRmyoh5C2jlt59X2eg2pb3JzmjdZ5HCx9E6VTGQapoTg
9TXp4NuIaMOLhiCiDnPU/WQxO/LyulbxSoQs1qcYzeHEFlZrA9tWxnDRIxharnJSaxdWdKOXHUJ6
utTZIDSnlBmwS0cHrPcgw502imI0kboatOCtm01l07j0lZnkdrGu7FIEEJ6AL4jtKMPAPpYcF0La
JNFd7sgSs9dKnElHNPfjTEyK1xtK+SkKZNGN4+RntdOn4+rInX01liTfcCCYyiMB1U7m86JFnohT
CbXaqPDy0MTvtpVZxwglC7JQugwfkjfY8G/MKS1464u0YgpnRQ7pqt2khU2iG+/LJK73UlPS51/L
hQ50pJ/nyYkPBaN3F7TKzqrV9gaIuLOZ61VDfi0xsCGcEz5mPkdWUOqJ9jgALyNiT11v2Ue7LXOm
bEOjqgnHhaHqTs4TY1fWNqpxec1oBQoJ1joiMgQTVTgW07Tr8mZ5Zyqnhbpw0kNmi/hUKeuzrORN
6TpoM7xUE1bsGt26bFaSau/HMlfdaOHc5CWkAvcbOsC4YdJ1CiUlo/LrKIyQ8sE7wWckjWLH2keC
dc7EEv1UL+sfhNeurtSZ1luuqc9yZ443er02u8RYbd9Y6fTMzWAHq1Tnjd+1eo+CgRB0hDf9dOhK
he67vUAJCwtY8tFNqkv2vZAa40KKOku6nteBPUZ6G5BPag4HLVbYQTFlXRDrVzFBMpnzQje0S/Zg
lGPhdQt3liecODtOU6X1pxnP0delM4aPmrIroKXJLL5E1BTUJGuGUQPr1ugz0+YdxxmjEUG+Kyul
Mz1NGplApjamyaiS6ttpyJote4RyXDRGSTDLWTltObtJ57E/OxmdMplgaQDCdDB5DTM/Ls04QHbA
Rk3H8h7TZhms5KHuSa+X3zWDyT6+Gp49LbZJ8h2rUC6a6KuPqUansIywI1xVQ8ER5KlgDFk4U7bL
SXq8Z8pUIGqok1MaN/1O1dHNk8HpUEf09D6Kqjs6Obn2AcuU/WHmTLO7BiuUF3XYplqcu+e8HYiW
JP1S8mqzYVA7VovuEZNVP+YFjrK4d65KTjO/4PdY0yDq9ORJnmRza4gZZB7B9Rujo07QV81Pku7b
tNaTv3J3nmWcUOfRVm8Ns0oJgRFYHsrZIIOAYG2Az9BhOYwLkuZzcZPSL99ZOtIEk3SErxSD3XGm
6PEHmRUPtYCF0IOJyVmx231idYKmbMJbojZYImwCX+0Y460rmMZqXlOP+ZO+GB2SFgcBnKXm+Xmq
JoEwso3Hnsqim0JBFnMeLHpBp9em8neSSNnNQpNQ5aLT7euUU6kYxrDvJERn+C/HMT/rUY7UEXN4
IDXzg1rUj0UxPfQ2AWclYCiBsI/Q7S6JupuVMPC9PDfa3pCjJ47vn9noBK0Sf8NARpJ1op6Gwbr6
SzooGP/F3nks2W1kafhVFLOHAt5sgetveU9uEFVFEkh4m0jg6ecDqVaT7G5qtJuJmAgtJDJKt4Cb
5pz//MafL5VMXx3S2+l7shLoIXkUE3RRuaB3gWX96LbjtZ/F5UbHtSPyu+Yqq2zzsleuiNJOHaQT
FJemOz7YjUh3CdFhyNGwGZz9KjRUInfmNBZfxnyYQyqzLTNX/Bu0tMefLUtDrzOrVWe5m+EvkbbZ
rL5tlRvZWbeQj+xO8OlafbURz57s0v8yjL44dkXxgZRy7TSQrVm5JcXWqiGTMn0Gu3sNWtsMBXr3
aMH5beNiwfak6uKNI/iSU/2mtFrc9PyRgNlg1CKxzkBNCRd6sYrP6SyfRSGznVMRgM0tf7lkaQs3
L/fIYpeg69QWu5TJJZn0HfBMsu86iLKcQ+KAPeV7Ew91RNZdFY6cf5tgHrKt7xEFxXcSxXM8bKwe
mveQpuR4UwTB+ekTEunL8VDrxrzxgvi+HBs30kRwmGrjSgJxh1VDiWprTXlA4jaHfpvlnwNCSEPK
Sj8ExyB6Q7eXl7wnZNwnT/GSSGJ1AIW4VXPcnDk8LSQ2Tg8JVeoPnImP2WxjHJclwY7JWrHRSWtd
Z+CBenTaoQ5dTFmjWINgEdgFWj0X0+7ZgJmrBu+1RTG0WTLtqHI01fVkqrCrvXcT0qZTaffOjGyr
9seML78lTDmLn1KpE+udM25UuEPeeJM6WHB+9QYBqmQ2E4oKHu+idc3OJ/E+VFBb4fBYp5mi5GAg
yD8iW7TDfnAf+1k/yIRL32zb9DCny2CGQawHm5oQ2E1u1MGRrKIrgmTjsO5nKtpFL2HzClPR6DQz
DoAr38VavOuk7O/lbJGtuxCs3bQoXkeK0YtskdlWjVaz61znyWiy+ZO0pu6IHNBi8pEXdyTFa6c8
S8kRsPx8h386hOQWl+0qW5Yt0zbrRTZZ904KVu3BJHZR9iWSmRFmT/u+9Kgw7OptVjkEuZ739QqF
4qnkZrlWOlw1wywhpZa4HMKuTi4z8kMjnbDj3Vgn+SYZ67bcTYQiMyVLXmbHK1cQwY6ajqj0bNbq
jeuWjJimVIehIbFsMTu4OIV1VZVGc9fDKMYPoN3bVUsgTV1mz57UtSQkWFyEEwTaKyCg6royIOa0
mnWVo7OPTOyEfAwHdfeopmyao2L00aZAo4VfJ77ym2/jsd7YWHxfB35GLJief+loYklo2U5pTgmA
Vqe4pm2Ge4gCp+1D0RpgAInlkouQ9hT+1jrYTfI0RouQVBBtBmHAr+5H8yEV/aU9le2ub+r5NIyV
iIYO0h/yoI7xW+JeKVzMzjVT8XtIfFxHzSJ7RCLuXJ7SvE7ebNHCOR4hhEVgZ2qEYVL123jpvGOG
WWgc1dh6GyESAjfCRYwDepKMU6koG/QqQiSRnWfI61Qd2PtC0oNJpZBxtOXSR8U6f90EreHFm07j
JYDbEtZ8wrjAaXdVq5uXegFtX8u7iYUIh/EWHyr4Rq4tzG2ejvWD1Mus2pNLLNswTqHXlypFoFv5
/eTszUY5N1pjJRuPLOMD1WNHwkJdT0j8fL+6Joe4ucl1ZVcR2cMB/QOreksjZePsEWvtZrSpXXaz
dJ+mIqfGzJqEKHXckF8YP7ZwsmXS7gJqNWtPHHDtRLHVeHo4lDU6DKP3pz3kDRNVQNdMfJo/7zqn
RXbiBYxd51RPXn1Ddq/BqMaTgi+xbVMLoMlsZxh3YjnH0vUv4l7Lj5R1vII8L7eCMv3LMGf2Jp4D
uIp5LY40gvRs82xMG5cwCe3Yic7IIrZYlvEk+rRrNOl/duxcnEwlyg9+0n1qeq9/5bH8IyWVkpGf
lIgMOvewLlUWuY8QQUtNJ2Ih6tcD06ebUhu8CwFo/+IXWcvNztVzTfFCqMwi7Mspd0x+U03bQxr2
bzuGUjlEftDRMK+Yeu/KuSDT2x17Lsyu1PpDqhmDhSt8XDwJYtF3tamyD4seK+Jb4OO0pJA5IYCP
eZOZ/nLp9hBMoCQljwYuOSht5sJ5qbPeuCjjpt7IrBnvNOVPn/J5bF7pIq9tcK3btq/koXIHk9Dt
ouMNG4hxi9Z+yOs6uzdMezn5o4UIXHjzA4SdChOZvEB5DOsNsFVFmCgRa6Ob5T2mkvopS2m4R+LK
wkzvISLi8u/A5Qc9yreO2UN3hVi57BtpiiNafeckU93fpCijoR4s1J1unNKg0PM7VugtVWNuOLPS
TTMFHjdrCUWgc94n6d8Js/GBagy4sxrytGAJbrBnR2hg1SCfNkyToXMF+KeM0bYJ715NKuaI09u3
Ju5ocluBuzrWMPCaNNc/EZejh1OSvYqhW0KrlH7k07iGfRfP5V61Dg170KQjeqXFvU6R4yKVQLCQ
uEOFtBdmN9k2zoDvcysjJOPaAMusjz95ad9fx41nn7AAfhs6jAA3JqrznVWW1hZ+GcyUpBcHmbml
OgfunO4Mq0OYjmHvFo3iU9M3h2F0ZERa0t4InOKAwAzhVzoEz/gxbZF430wcuFdKWXvdHi/kqjxV
xU1H8TMlo30YhuHjXC9jZKnKPIPcTm2kwSkKlcO3lTVFH9WTnxBLZVdz5OMu9pj6xiFr9fit/+o/
O2XGg0ztLT7uJDYaRjNF6NaTYt8KxdAduMTrryAy+9CGMV3sDkYlEaEU8JYGWtE+ZhJV5AiAps5F
GZ0vrIRNvYCY34iekjs0kfEEp5mI5XhjFPoQ7Bhi5em+xgpMHm2YcMV1ysAf6wh4GeV5QRuUY8+c
+V+SIZXTqR5VjBGvA9QZI3MJ8n6zoLQOh8o7j47qw0nkz1Nli43QnAPuTgKaYn+2G+stNxa4pEoQ
8R5tRqu8wB2AGEjzpJS2aYTaCcd70rL8mC/TS79I92wvth1BLOovNpWAIadqFBbDalIhjPIa1t0L
Aw+4VqRLXmRDjNuwjhd9HNAS+xmao3T+PA/BpWXGZ5b+U5UWezLiL7qaiB9Nq+Jd3Nd1lDolBbS6
i1sLT/JC38Vmd48POfRT33zNy6ylUXFviHBH36ns+34JjkQvVFurCTSKoIJ04SF2idWEAia4/qnT
i6u0dJGZ+vtMZQWe0zZSxza7a1vtYXBGTqz8cvIhcvdYtcQuPLs2nY944cZRb4hT2VefZrerQVqw
T8YxYkeDxJgtM6Bj4EYQzfpYhZgW2Pu2rM89B85W76BdtWMHxZabJdST2KSsmF80DA5Cu3WbXeKD
z+2qysUMNGimdwEhMMzAe/WtMFTDpezHF17RuafMAf+z4cUEAqAn1nmhJgRLz6OOboznPgvukyYx
92acrPmFNrI1z72UizPcjbWWnaWlU+GXnC2V4+avTdkgQltSX3MJOLEJPC/wl9G2Mq3UAtVRZM+A
2/X8xcj1Nnic4yx+ry0x4KGRN316NfX0GmE+GrY8d6C0MGJr7F2imctw3hlemXzKtEYsO8+u6/HG
roQ3vBbWmFUbp1oK7Tw32KAOoYRjNOy1LuMFJI6RatGQ0RWFbanHNTSnLm+OuVSPXT/dVal2Y/jj
EzB+VHeZcbCLLt+Qa5ZuuOX43R3/IW0kngixR4z9mDUvFD+QFvXpiRIx3/UdSKOsvTtP08DsbL27
LLT+IpWJc+NOc2Htk2WATRc4rRbGJddcOCRjeYu3brZTcHuD7WhO+jMQLjvODCYbb4zUzQ5JGXcX
mWPDdcVmEAMVK8nuIIeuz5eaHxNeZRPWecA41C284c6RfU1SUWIHJ1PvNfLp8mQ84s1RpMDbVJt9
ASaBxa5oD3bpPg/m7M7nETcX8xQMpf2oi/gzoLO8IiXQO8UN9t8RbhhmuzPwaKy2DQ09fRL8JiH1
6QUibE7o3DDcedaIFNQaYEKqzuE7KpId8Ex2tRSevMN2abxD8ODseoIfMIDq3meCb45uoaUfYMQN
TBU1reF7z7sh7BsdaFrPHX+vl0FyXTTDqS26GXi3BdbPhj53owKfZyxIBI5yTuawEWR5GGFCfmC0
vOy90SDmZsGex+gLnMVl/YHzUZ0wTdIPJTdWqM1JghrAGJILM5amS1ABA4aRKdl1BUsaFaZhnILU
AFIoOlxHSzmL0xKMKBJLyznGiH1AnJIpjogmcB8r4O+ndqyyXePHLcx2Cl8Mkyg6/L6KWgMQc+CB
GCNCLc/MWmxQjC/5Jgt6nwWaTieLG25jWpW9S70R3KLxGAppJYYeuNfjH7nNhEJSazUTvZJ0L5xY
lh9QrI33ZFe+tqoetloSO7ejFeChUM3Jg5oEua1jdldUqriwlkrdZdibGGHQDHDqYFnse1Vanyal
ipOVIhKVoO+Xi+RvdQGyO6lAntCToMiEm/eld5f03FR186px94VpLdUFvNp3CQB6G5faZe5VZw3T
fDQdQ04xWAdjeofyARECwxCYvYzq/ZJeKXcxrQjn2kShaFAjY6pkZE+J0S4ToGlmbfGOm/cFd+mV
mSze0wALPZRt3my81byZfDoCGXyQeJ5avKgK7GOm7AG6CAwUH/nnMi2NrXDc9Gj308O8KP3QuJ17
KzAq2ZvDEnzCRKV9NoNGO2MeFO/rwgmiMnAtEAlA06bxyHzQKAvPXme5b5qbqFsvn/QoiTXxyGQB
cbas+T5qWOZwcw3gUROdkBi7u2C1B+ICtL90Zutv/bSdYak79sbCd+RIeeRju1iWT84im6vRgYLo
N4WKSCuw93DzxGZo3HXIMOSPrStzPJE6+ZJKa9nLQNUbC/pT5Ddpeem1qbzIjS6/m4v23pRuuh8H
N4scL3O3roVRj0aB97EiZOqab3u6893Wepj6LOfZTF8+SgY5NlJ+U/OuULSIbdsJADAmUWFTSxp0
0pNUwbW+0HlYZv3u5iPtMnkfEM9RTCD7EEVH/0ejvIEQS7NRkyoYlkTpqU1myf5dZ3CEZruL3aup
aRU4TaM1bwqZ5jNmgeKKK6oCl0/L97k1TTTzmEncNbK2E8i6jVFuKtyTgGucJjuOsA4PjPOSrTNP
wy7OW+LCdRlfF+DD2xjfTgQgvXYMchfLGM8X4oM0m8A6a22CHROZTQJpPo4PO1xi3NsmVzMbymtB
IT3zUvDc5XFqE/fsJtoI/7qGhp9X/rivZiN55JrSNoIYxrC0mL3OTts+MdGY74zeroj6DrirSn94
zOopP+ruqF06kIR3mTtiKtCK0d9ZpuVFquw9btP5bTZnOmQPGncF6nnRNJMKrWm29k7RLTvL7+fI
wNoyNCd7CWnQyBmN6/qYF9RR/uLQbqyKqaoZjXt0GUGUl5p3DZZsY/cjBzS3gTjYwWSFtpMyuNZj
bcsO9jZjVz4rPxPvOqtcEJsJQIZVEFHs0oN07SzLsYyL5AajznrnSndrtBkSCMrByK9iixIxGQ+g
Ne5GURBFdNWgojKAS6wVfkTIqHxpumq8dIWtn4qlVHsABXTetE8bnH7yw2r0c1yqnB4u8QC4ZOzf
woRaItuT4oLJQXqJXQ0U9VjOz32q13vlu/0Kofr1iydd/Jyc8Z26Cl2DcOuXzOl7dEz+cO03i3FF
e+l8ydJ5gHTsOhvfEMMB3gWL0B39V0jeaOLn8SmbPG9b+albhxMrYV/E1sCm8x8KXweK9csPVunh
SY931F7M7icGWRW+DjTuKnCbiFQRO6Q7ghampQ+2U61jptbfd349vox9Qj/JYBijLcpilCxtyHQv
e0gthUGmVoCalYVVon8jobYuaGJ74RTIxHWKDkdNuHoZRrWD/4FazIeZS7nTjUe1LNljAUyybFrS
GGgz3fZgDPF8M8OTROeUDhLjKBvzHrsBoN4aqcPwY2m6Io5kXlVHzNCaj2roS2Ac2DBi6w36pRTd
klG+lugsVqjtohwXWBFqwnSE2ukFBVh/HHrY7swFkvhalC19aDfOtw7Az1Fv+uGpyUce0lymYdnS
kIkhZACAIKFNTB0rOZr8L1mW+MkhGH0n2U9+Y3DJkgSJubdJ7T/IejqPlpWeBz9Rn0iRDQCe2tw6
+qwj8iHdBfFEMs7cSsr/ouvJ/Fgj14is0TFOBpIFpi6DbR+FxpcStiQlvAyQ4uLt0BbJa52XgOh1
Yl6Ty63foluIt92AKdx5dvNkMyTNche40zIgeeT9h0aTumyLvjdx4yo8DtieSbwlJjaL1Y8IZlii
Ly6hpe85SoatyXQ8ZPj/mnrp++yhRgznJIXV7cAY7y2Xq9tMkCBm1ohNQ6ap09T5A02acHBlmSfz
nOR58FjZWVxHnmY5Hwj18G/Soeync5M29knWi32OC42OKC29N6usAGnLxDkoLZtp5xFvXE6cMHlY
pDa017YzD3rCqHUoEoYUVptqfD21++y1GAxQTGCpIIs+vjdab3iwLPR3eq4KdLcJFi5zVQ4VQ3Zv
OfYp9h0L7y5F1FwhJkpXKEj1Gf7jtSYBV/2Bvgnj4qjmEDyidahKYDykTZ1vpFFXTOg5cZAdnkUW
I3RdZq+8rvqkB4mf0zzCXrlLiAOpKzzanGA6Gw0+CrEHpx71S9jjzLD3BcjJnjiE0gwbproWBpua
ZSN/6vMnL1urqmSd9tHXeIeOpNywdU15oE7XenScJl+bO7u4XCRyrGPIO4ufRzqDzr09Ztc6KXoY
6fhyEyd+scXvbsW40+be94NVlOtXxhL2bYlYIkjG5AoETDv3nkFikw6scj9OidibJY6HBEDrYzSW
Y/nQE2cTh55tpztgSIV0hI6NsyZpvJAbOViu4Qew0cXgziF8vgWUwmvbXSN0NHjaPKhHKTyLZCp0
ITNjilac8Bkv5r3FEJHJeJVUpyFmyhiW5WzimVYE91IyWUtbE5C6MziiNv7CpdZw2KCM6muLOTs+
rx2Rp8e6st1uZ6WVb9zJ0Rzf0DiJ20y5HmF5HfwpisDBc8J5ssR1LaiH+rxetpjntLCXNMmgvIsr
c8JMDnUw9UCTbrMFQldmMixQql/utLJXBzfQFJ5ARcLbl3M1Qb7RzX2bze7RpHGadoWF60dWW+0G
rhC7rMi0IQc2wPzNK0Zx1UuoAnorEOXlA8+V68Wl4Q3P+TQ5H8pAuWk4exNtmJYmB0qV5Yxzf6JH
RBGhL8xGJdCoBtXATgA1wcnXfFkMnJMW07r0NYA1lj0mOLjVXbV0NHSi3CWAHrgTbhml4L4BxWWO
ete6c8sSNyKe5cmL3WKXMxrYQRuAc1Ib822pry4ak/WpFKvXSo0dHRPLftOoPt2NrE4r9e8z34gP
apbgNxZsrGYZdu3QvXtKpxtoynvHncVjQ7F7m1mM5MgOHO9M22dWn+auRzVYtprY4zc7zScaXkYV
2mpofyoTpkhb+gAQPiSug4I0iFQGDkZXURQcAoWn67ZIO6grhS+FsREtrnx3mEjyJ6iVPPs4VgQk
PaoJD8bnb39SpjNwl9HnevWYBHorb2zY1DVeyJSb4IdtAX/I1HP+1xqOdXGoFWJlLuYq6LZMs9zP
hh0jV0bNIuEwLSWw+bFZOVEGFog14nL2Y6jyADaUPnMqo2azW/WRvW21b1qqYAa5iN0++GauddtU
K1P1iFfH0l9pjIdUNPVV45wb2XPSLfh4xedvfJIiyDz70I9UBBsPHQwOTHrRM1kwnAxZEm4uEFyP
IqdxvEOFjpxnqmIfW4avZCRdubLal0mDNbG30vO2FX6hYnUs6vgKAjWPR8RXVntdcieZ17HmpczS
xsxsPowYGB79duA1QE/SwaD9UrFsF3NFxpMKpnnv6mHMbOhiGhznvaYgB/MwVHBILI1TNAkGj//2
rqypwU+gaYZx2y2rBw2sRfMqHjv9LnW5IWGIpVjZ8LsaYeO1ybtRDNMD3eTlwFSFQdCYZ9O261wT
mlw69Hurr/SXRpjBXT8N4kpk3H0xZctDLer8aDtUuNJf0iujV+j8U8prvxHF50bZWIi1whiwTKop
x8vE0I/ItOYdbAD7dRqd/K2msn0cS0GL3pve2npWjEeYiy3220R42U0s4+La9uyEkm/OznlmTleu
RBM1+IN6TqZq1xA4iqLIZnsg9ORVtaN2l9b5zaK5jPs9I2uP9DsLyG0yNE+YcbwMJeCwsFV7IQcQ
YTXbFko1jfNxNkCGsu4F7UG892TpP0x4FOCcIPOHeZrcJ4bd5pam04aR4jUHQVX5cUTZsC1cKpeh
wZRxw8nZX5iDD4fJdMUJ4Wl9WSoad1EHd3mKJJzbjJA5NXQfQGhf0WJh0ZEX+UXBzv6QlumtT2V3
AUX1pY+TJUFUqqdRv5gFeXjYuU8KepwrUGQuC0WaPq7oddCcsTzAuBqK9s6ROEllZtlFqR70+kar
NfUty+Fveco81CX//CxH+UEk9T+TUu0/11ev5ef+5//V/0IVlan/Utly/wqu8Nt5pXj9hjPib1ef
pei/F1R9/fl/Cqoc2PfwxrFvXjO84Rx/07msgioCyUgiRBsFZx9Fx59CF8P73TbIf9A5wm3s9X2I
4f9QVHm/61DffZ2oP3aFqwd/R+hi/sgwR1HFp6/8clOHirImYf3Ius6Azg34vJArNAxT4Inmd4wS
dTJ8vISJF5fenv4qPTm1MGAsE8zZh7j7Y043eTOT3kmD+RvGk/Fej6nAVsLIn8Q8V3Xo1858ZQ4G
8sfJXLioSqfUzoVqPmLWpN4Qe7jNpoJMipGi3X3GyuAvsxFXyvg/KeVfH45CykDJZnu83p+lAoHL
mVlNCvctxxWvgWMaX5ThamwbfD3CQCOUGjcW46i5tnXPfDkABLMW8cJk6WiTuTh8czH/Wxvql5LC
H/bV9f9ZaRhLaV1o/1mIeOyLz7/VXxC9Vd9vnD9+7o+tY/9urSs84KvzKOMJCf1z69i/44vBhMDT
LQtdwNewnj80Yg5GTuhTyBVAvOC7SIf+3Dr8FSxgdIgOqwKhQWD8na3zoxYGKdBXuRnyNBpitLVf
xQTf6RW6GpX1MiQYFsEUOgzxqwIAA8zXYdDTv916Sbb3VZBu66b5q7hNZ92W363s9cNJL8AllZxx
HkVfRVrffbhuakFpTlaMdQdBhohtjf6oKYy3GWLGx77VceTrJlLHyjSRt9poY8w8CgMbIKTSvc/E
D8/8nDApxx4Dati8OA8Tf6g7+ovE3hSKXtrqZ96uuWlIhAI3y+Mbhm7qfZq0mhgcHaCj7PV4m3TO
8NzpuFOFflYOhxJV5ScBV0BBfLVkuhNSYhkEk6fe+iTLm5u8my/iOA1uy7kUHwdygxGyaGjboI5P
6gmXop2rFc6rpldYO8DQxwEPWIRpBTSxJepMr/4yD4Zz6cOJtL+pX/7WHv2f3Wi/3Mn/C68155e3
WvTafP7t6XP36fP3O3L9mT+2o2n+vl5UHuESCLBWx98/t6Pp/I7PS4BxI7LN1Vrt+4sM5ZSOnTOq
MUcnwOHP3WiwialLCYzj4DU97rO/sxvtVYP13Y7g58kUWtOLCZ5aN/jP8qHSNSfHhjikdM055nbJ
v8Z94H5wmhqYJF+sj808J9BiO8tkYtWSEBDklrWrEr98rQ2se/AUbLeaVgNh4hMOxIMk4tptBvvV
Bmw7kwZQUrWLiUkG1vcQSs1q9l/iwNCuM0IFBH6NdfkcxNN4oal4A38Rc12JCfKhMwLteWzrlXpV
z9jZ2s4bZi3aK6GLbOLGmLa2ni+R42L7XxSSSTAj/k3umuLxu3P25tsL+V5Bav50J/JzPsmwnI0I
yoh5slYN1HcnR008aJtX1hdOSfMRqn4e9UWrpr0zdnFkJ0XZYe9WpoeERCEBfXJ8d+aATrvgisXA
KEnUvSYyQw8zz5RPuksGd9hJ1WGrlV7WRd0U20zTGWviG5MAqYyj2ALqLn+RM/Zvn4NjHt9pYrIg
8q+FzXfPwRAh8Zyp/tIyfLwjleBzauUMh5oMayZXQy2Q1J86OpQIQIRJq0zduwCVYEREkgYwgNon
RhzzFgMnY/QDgBCUyDSyyTz6Sdqd82pVMlRpdkyMWpx+/SX8VHSt3wGXFs6APtsGJe1PktbO4nju
g+RLVcblRYVt9YWfJEM0D9K8MHJMrH79cT9JaB0+j0YZbeh686Ht/zmkZCFDY8ZF8fNoFS9a7jyS
tmBsGZ0Mh6GuinM8TXo4rvqACQaTAvHd/foXsP510REa4+pouu31slzL2e+/rJIhO75c9WexAAyE
WuYQKj72WfsJtrf5hQ4HvnDcy6OrDeu4SerzW2mbaRMtwplfJ4OJ1hbLM/+CKcc10eFYW49L0X6U
sSyA/OCbbmxaasyYS02coUpgKFcbnvbk1Mwr08IrNgLGOkETfep9wPTIC2Um/XrnZauvSjq0D1rs
J7CLC7/5i8yor6k4P5xMAWcT9CtUlbCGHP2nh7etCZA0Hd4t2cEQJIFzPs2aN710CgcjDMZFvWOI
pH8hpNSUpGooez0R4IUXfuHepy5XcajGnheXT/V8NQ5V5sNxb8ZnV9OHK7S+uP0qx791/d55Uqmi
f7ZheHGD21TmY32smrS7pG8VD8r3bz3Ml4+//oL/ZUEHFGj0D2xF06Cn+fnwNeo6kZ3z1gAXhU5c
LFtISIy6sUrBsiX+447+j5rwrymJP75Sw+Qjya7iVmFR/yTIbTP0wdbcvo1DoF6cOHHwniU9oioQ
8x3HMjBfrTzwDlID9BviZo7yuL+DL46jHBZ0cWh6ibyo0ZlhJhlU7qE3KiCPzraJOSnJ5dV0H+Y3
Ca0DqG0eMKuZzf6WCCH5YJJsp4XtkEwPUGY2Na4Ad7qGnQTZGPiRd5olrRBm1imwxPiF7W9cO660
Ii1bcyV+/dp/lMyyrwM8Zm2X8hdZMs0l9+4P24qwC5isy/tEBtImJ15jM/OyQpV1TORD/KO4Xv7i
I9fC8qc3T71Ls8gZ5uqU3z9+ZCpg1jiNeteLjoSOnHQLs4D34eRx8Fen1r/c6GwXTkm+YWJX2Tc/
PR13damZXf8+B5KRSo3opBn6AjwFEuwSkPDK/Gg55K7DgFf4XvFR4CZ3OdvupP7iV/mat/bjU39d
a7jC6vxCvvvTr5IHpYddd/AGBqV/yOelHNAh2N2NicZ+CpVschmlavYes3iCwqDZifaSErlMwC9m
aFUxtdfKGmtMh/RxYYGq6jOaS8cnwUXAvPFkPB5k2yDq87quOpuxsOAuW0SiMN2NXT6yBAH/9eL5
mub440NZhsmGDcAmCBH8esN+d4PqYvFbBkfwb83VpK9Q7ie976iv2eXXch4QFFR+RZlTuL6xbdg4
n8lkCsJe2GBjwAMZfFO0v9Dv8ulqgVm1NUSKdapTGdXrRBDQl9mVHAhExJCzky7mvU12zVWOwPtl
UZZ8wsTQvNa0EccG+FV53IrbPB3wgPVmiDuhQBSKSmpIPANjo7o6mPM4f8DYqDO2RJw+6hBWzq6T
LrAL6/HCKLyyDA2ZqYA2LGOCmxh2dmuUxUAEsi+0o0hq5Be/fo3mvy5TYAIopTiV0K6yQH7cEZYc
+qlPzNfOTPUP9ti5VWSkOFJh2lgyMOqrufM2YMPl2a1ddfRSpcHLzIhYKTu4Rg62Dm04AfIVZfHs
mRhstqLr7xhqpGnUNFYPZTJBzBYoZkyhNvT17dcn+P+O57+AkIDV1p7jP0MRD2P19ht4BEjeDyDe
P3/2W//j0OOYa1w5YW5rtu1qS/MNyONvDKYbmEP4JlDFVy/qfxjWuL/TIeMawW+hg2Ks5iV/4Hgm
f2URNhxYX32RDMf9O+3PjzeBRyCcu8ZwUl+YOmYgXyvA7/YyypMlgDltbzwdm8ARm7upTl8yK38r
x7TbB6R07ojf+u5F/ZtewvjxMvj2qViCAM0RBmgiEPxx6fMHwp0xUN4YDYcFzAGHiBQWNr4VJ2mL
q7mrsal1rX1WFjfQ2byoL0mQyLv0MauQWlA4LZFeZfa3evP/V/R/rW7m/3ktbzLxVo+D+L6DX3/i
2wq2rRUZM5gp2ERfolnipPq2gm3jdxYnMLMf0JQ4RPP8s4E3f/dWD6QAJyZTp2Pkwv8HEq3/HlB9
kUDrY/q13tV/ZwWvx+Q/byPPAlNgl5gsZBy+1rjMH9dSUGtwEgfYhq0xJQdcUQYcdspg/937+DdL
9t9+CtjhV9wdM8GfLvI2w8t/mvkU4sfmiyTp06fC6My/uBMofn96GvzR1rt1rU5N0yC48cenKWQq
LHNigk+cO8rGIWXutGkYZN344+j3+zn3CB/LMf8MlY1TZoJvJ87MthxumsCFtzTIsXqo5km42xLo
pL6UMK2tU5vrtgytpFMeYkbPmraiqoXc4CkbLGRbjKrfKMwIjnZmxIgbF4VXD34uabFJML5E/xqr
2uNXkX0DO22MnTuRFnp7ToLGihExZxhzNihKb7lvneqgk609bDxRucbWJbPx3WbG6h8IMjT2XgzZ
h6Hxf5N3JstxK9mW/SI8Q99MgUD0DAZJsbmcwCRKRN85enx9Lejme0kG9Ui7WbMqs7ScSFceABwO
93P2XpvwVFeipXgdlDrOlpL912EA33VrWLEdX8vYVR4mVQ1g4GLhve/73CEpYyzKk64ObbZuQxSy
aykB7rABY5/nWF9knII6gifglYQ7w80PkFuvklkuLRBPtONpX5LWAGpp5MOMzzoKHoqhxUtiqOyr
NhXyqMqPMyeAf5ibIsNNHBc9qs4Y3nGrsuv3CtSwO6Gi7jkORq5T5SkNJ19hpSjJJRF6BZ141ust
LsnpjICDyogiaBZCS5hQxlsI9bAQwaj9ngAJ+N5U2DALzLavSIFhqouwzZ7DXmVfKncGcthee8Uu
YxR/QQWYaw9xJ7BFkN6qTaiLBFHESKQOJeOsDIPf2kOVbCsVrToKpLYauTAsrm5Y468/EJkjbBd4
a5WuwMd36nMrJOSGeJeWlBm11ekoEiKpbmSnrgafCg6u1TnsCAcBV5aMO2HSeV9zppMtD/k4pj83
DRW0253dKvDgicXb1pWZXOPK7/+DvuL/myXWZdX635dn95fIu5/f367Oy3/wr/qqqf+XqVu0M2Cq
WSaVVNaM/+4UUirloGf/XXZlZeGP/rXD0Mi0cNirQGWjI6WSrPw/6zN/pNI/sTiwLI9RZ4P/D9iL
v884/16ggbCRmEERx1QoWikATRjo7WGz7mCkVDS017T4ADakm8oGTo79Ui/I5AOnb9zSgVv16XQK
7XSb9wDI2fy3tOURzF8lVroBCubW00M/p57S1OTUQpIgSymHpRE09sqWFkwjSBbtp94+wzdAJ9Nt
7Sh8rFJx37FI4DgCKJ1sFSGDGPJQeK2hZKxafO1SIEHzaTdRGz2GOqsgRrcZpUKEQz6gjYD8Ai2j
dkx3ieZsBfQAlqPBc2KyFY085KBVJN9oOlHP7W/nKNoMseSnTssBY6NhxG5BD3f8O8ogVm8mwR++
SRfFkw839uJIDWakN/OgEbh2yz0Rru5gnpGf+T3GiM9Hev9V+vgIlz9/s0usaiLSx4pHiJlRUv/q
lS9KXZdHSi6FLcSy6VaWzjRH5fcD1JZUINQfxNoOr2IcQLl9N6drcPPYZd1U/obAzMN4hBc+PVXR
QSvzdaoixkquW7vxRJtjqWLJz6I99syV2T92i0BNeRiZOBECPWxWbsh/n+DXX/6ttp6ODr51sw1d
S7uRoAl3ZeItMPBgKv2pKv0mafBvhD6WZpdw1G3BN0WDHF8a+7qUvM9v8O9Ul/cvyVLapQ+xvMd8
+pdn/eYOyxwdgmroBRb0kF8cb8aXBM2Z0z0SyYSru/BagA0k+SK9ZWeMVljFhMbP+/x3fJxS73/G
xTYnl0FvTiHPIVkcxQ7SaA08itW7hqF+MaeWncxnV7ycTN5ccVnpvROFI8uCRi2IvkBAxEkvf3VF
v/d/H8dh30apn02ifLk/jOiutil3tsFTXhm7BB8CFB+8MNVGih6FczTRirf6Xsjd7SwRG9D7zYyX
g+IdBdWignkQ+EHwI0DB8PndvugE/z3rl7Lnv34au+e3t0BvurFvkk6sZdSR0bigjKk047Av6tAP
m3rTk6Ir9eHt58P++SH/e9iLBRn9JJSInodcm4ABiPktqcg0Vb/OguaLef1x4Vjm07+HuliiChJ7
EbQx1DQi40LREeZfkA6/GuFi5YgQr6WOYIRhehbWt6b7Ymn6883ipGJwFZxmlj9/M01NuH6k+7DI
dsp1O72AMPWb0ABB8fL5Q/nj67DAkWnMm3xzL14HqqNUehrGIWjXdfpN1T3I893nY7Ar/NNLR0/B
QgRkK9pvTvKbq2mMEHECgMR1LlJWOBSEhHFSetups7xqU3lV2KS/zJS98gF43KExID2EFNMs7WHE
QovY+BVc+HU8dC47VpzkErLiliRuk9qTq8T8VRqdlM37LZ34Yz7eJ6mMA7JYRwoFzSi6ljL8+V3q
Z5WxkaufYTvggSR1wJlPrfUi1z8l/EipVe2BVu6V6NTbGZIgErhBwusY25EMaz8b/R5OxCyIlUFW
pKerGmttX/D7CYXJSHlcoqFoTK3DGTobmAV3rnbEzqF5s1YBRiMxP9SSsodhD/as27bDpiKZmhSG
k1r8kvdQKH7Ewno19P7BNOY7kqJvW2vTqqchHm+6zHpNOmcVATaHy+BDvbuLem5cgt2AG0ev6ICL
ntCcyI1J1NRz2bcrC/LQWaBAl4ZnQSSqpOPNgfRQViQo5qmXhicYpUilnHPepqe0AYlY/+zYQsxb
66atX9J5E/BtXC5hgGATICKfJGyz3wvzJZyfO/1RpA4fp+9GnJ8xWiFR71b66KzSYV5h2liV6Lxx
cfvTaK6xbV3No33o2OsP0f2AUrxOy73pIDy3ye2pUVomVwl6arUtj8t0keKfdZyvRznZWHp0y+OB
Vpd4HV+KfDJWYWmAhVB/2h3xmXZwN4xh5sWyBUNSSY+aql5h+jdpBA8nrR/uqnrYdlaDb/8uwOjl
TIdcRdpcxz7eVY9i1SEHQ6aTQmCbWxmsAL5MFz2dywkGW5jhaSo51oFY0bZnbvyQoDFOuFB0ID/1
z5G/FOcFB9tpZf9ocQxT8/djR9lBfdlZ4aHkLSPjfJck3zUtYXMmr7nnhK2v+vaK4LXfO4LMpDnd
bRHkeBh8yVELIcpoPgiVVds73/L+ujEGWAGAf4jwZNvXdj/UyAegS7bWqezWg3yWSR7CjYpjL7ot
836taeRZVfmKds9TApBsxHXAQded0xykDbHjYbFWExK2Oof1WL1yon5VZ+raKLOTsEjvkpPnWJ+v
C7M8EbGA8NY+5mxlZf1FCcK9ZRhwn6JN2710Os65QjwsEYaBhTmPvQud0bD80U6/BiJN5YpUzjHZ
Iv1nI0TelWjuVHhZEVmpoPtW0bkjEKpJfio04rSW76GCC5Kfby0RLeFGJ++r7asN7geQfvFpJKSd
JDYXdbA5T6sErzOS+WOVQaBS2wNBAl6kVldjWDwT0OOhjfXt8hq3IL+AOn4CYqu9LuEClN3g20QP
mGaPCwzbdPKQGZwdajy50hIZZazT6jmYqnPQaT59zHUJv0mAjWzRItr23YBkKJANT5KtTQ9UYiKM
rJFAX7KZVPGJhNmNyI3dMACrm7RdGpJHKYo1/X9OucGDpoutmZgrm9k/Y38toFhNBNTU49GZrGvI
cmzRZBeEKMESM9Myb8i0AVA35VssMVhUZm+5wtRu78gv2PTqc4/3KSnuDFJ+eTjVcGrK4hzn8S4q
yEIW0g1QC/L9gqM6KR7Uyc0oHRGCejXcrGZ+TtSU5HJapCzX7STwkOPZDO7aqlwrDKRU1VrPh50e
ZGs4h1stwNwVO7zC/RqdFhFEhJKWjm/LZzaaK43eDAYoN5ZUD+P0lvS1ORyOml376FA3QWpBPQgf
EYJspLQ95uqrTGukkc+RQ7xPH2F9A0YVHo04vEHMcdLqZ0MNb0U37vr+qrKblTY5vgSGBDTWGoKX
Kxe7QsVbnqUbghwwj48nKUkeMHzg8IsOwuyvMeNfzdj5sDd6ZHT5qpTt4uYOnNr286/gb5XEux0h
h1qL/5m01xVZuRQVSNPcRHFXirURl/tE5RSAlcBQK4gZjiuT7Z0XHAnVZIX6eylQrZAw+eQNHtJe
vhrZKwm7P0vRQzpYX/y0D5/ni192sf22UrvI2JARokMYiSaCa5kAezWZgSk+ZDxLsnfWbZutPr8h
H7YeF6NebD2gHbRiapY0pTH1HP2h7ZKNrmZfbXaXvd6H267oKCsN1V4kDe93UjD1FuVyysVh0zY7
AH8Su+2uPXey8EvJWpWj41PCul42AEnU+JOKuIZEpr62n2j90dekmVhj+kH5iyOtrTxjgSZyto4G
7C/MK6Cr9zoNeFOHSmBMpLcS+Sz/NCIICfgXBvOhvW3jby3y3dEJvZR6qab4+Lo4Evb24AXCMyKS
g8vUV/SnivhLnd1J2PhdpcP0GCDXGZuGrG+htWfdmte29itOw3MkNeflnTOV/sEI8ycJDAr1r3PW
OD7BMldBD3o6HB4iqqGAR26aSn0ecrwg0Z0ZYkQcxQhfaL5rJPKS+m5bTMHDNJhPWRvezhxNZFVs
JBUJGqexykpeR9JkKAdDfqy9tgS5Ajsw5kOiEXI8RZr3+fxYSvWfPbnfR6w3u0aWwEBMNO6ZlieZ
NTESd7oEmYA94Gwfe+4xKUz7rik3rL2B8/L58Mukfz9vVOpbSzGKVhUBD8v0fTN6U9ujAZxSrMsS
Wyu5MLvoBCHkCBDw7yn6j9o//z/6Fkxu+f9effTDqWrf1h6Xv/537VEjvwUxmoLjEbG8Rp/nv0uP
KkVJWj88NgIGljwOntp/Vx4Vol3IjiENQUbuzXnnfyqPqvJfDr0PgPUUDOlLMtI/qDwu69a/J45F
DZNqKLUkBIY2i451sZraYCWIJjRDb7B11x61bV5mYP8iNwFzomcNeanf3tyY89//9luR5HLY/DAi
YcCL+oTmvnlxoAd4bUditlhZLPug4TTPg9j7fIjfy+THMUx0LZR1aSpfLKNg3to+cEicqlZEZgLE
UVfma7CPt7F7Pbq/uFK3M1+Eu8dUvvti7KVWcjE25WSLZ2bYYKJ+LxRvXsUpUyrcuOCSAvESNcRn
aAg9q0OFtzlkE6HLJ7DT2OFf/+m4tkZ4AhpyFgIOx/bFNcddh7FXZtwC4loalJB4lFMZ2gdT8w0t
9MekulEzY2ObX1QX3q89TCHY/rQuac2bVNipz71fe1pbKsHpq6lX6lQRx54KhmZVftb330pNG1aW
EhhfPOAPs5YhCUtSucU0AOmRvx8ypl+V4wFEXltNP5px7PdWgn+UwNlzL1v3gibobZMTdPv5Pf7D
sHRwKT9Q6cBb9Fut8ubRymNfW7AUkfdz3lfgZqg/UvCjfjCmuyGFIObs9cGSXj4f9cMLQxK3arCR
xOpkoQO/uL81Lsg6nThfZZLeaF6ntNnjlGFwXH8+zvsqzu/nyARCYw62wOBRXiwFbPhN0dRAFYIm
c+tSWRMG5ZJseRio4n8+1Pvd1DKUgYmWQiM4YGQfl1PGDHtEFzW7xMJq3Xg+LQxFiBufD/Lxvi2D
OIsrBfEGy8D7SVLN8IpgFYLKEoAySML1mmHs/c8H+eOV0E9SqUmjNrm8afmYg/vsNfa7lNDXUj9W
RBxX3zUch6t/PhLaL74k4BBoV11cTpg4ico7zjSIZAAYiK3LzOPl++KC/nTXdMPgU6UjdaGt8f6u
WWVi62pFzQLv+DfLEHd1Vn0xxEUh/+/Hj2mPd5fkIfQPF5ciDUpXyTAUvL4BU5AGmnpGpVxuIYjd
QaYlFnaAXTQpXc/u1OFk7MCsVYtOvlVFD6RtbI3WJ56v/OKH/eFhso1iwqiWjfdJvlhWckkhbykk
j30m7U8FvtBImauLr8SBHz9PtsGXD3/iIgkh6+dinFaulLYh8hWU4fBDONa4DgGVyA60FhBckq/K
5S/HKrFX5KSeRCV1Q2zfXbOPDTk9guiAMpOMxq7WK6+zOg0KtIaZGk0j9MNO/vn5xFuexrsPGr9W
JQAJFZKGF+BSlWpaIfzaJfN7nu6y8acVnDJPvZm0+8+HudhB/54V2iJ0poZMGBfv0/uZpzhz76Sj
lhJXb+47iu/roc5HwA/BEmYpGjArokEjxoF5HExXGwWxByo2bXwTm0lKS9OXs/qLRfHjks+eDZXb
shsDAni55OdVo8oTjDM4GySriCk8A+j6nrYcwXeUMaVtAQ/1i6/bH6YhmiAScjSZzR8a0vc3wpRy
xBMJpeBat3yYlpzd4mIflO0XTok/vOp8U1hNbC4NgeXFazjGVTPLMh7RdF7CCNo8GNZ5SaLD5w/2
chhKCHyjWSL5ciqoqi9WFEpcKqEpzJ8KMsi1E5H/2g1q88XFXH69LkdZfsWbbzMRrgF8FtAmaVmr
q0gLLS8rZ/Og9lrtY7zpvpgYlw/pcrzlz9+Mhy88DvueqzLEla4c5vpB+erG/XEIjXfOMtjtm78b
FW+GMEu5g5fDEE52NIvZzW2CnfX8i8+ksqw2b99vrkRH5b40oLBa8n15fyUwyNEXFTLvnUGBq9Ek
EzBTNf7VW1F/kmXRfG+aRl7HZJaPOcE6CovjXHbzV52+y3Xm9++AiYZsU+H1v7zcEVp0Aag19RCO
bcDPC9cOOpY/2fChCvV+4pRfzJnfM/zDpbMRYTHG6YQC4/2lY3HUDLnoUzBY3bjRqzy4IYOQ/rZJ
yPQc98kdLjdjNaUBgjKwMKYmqesxjc6EKFckMhDEU2816wYfev2trYPT52/OHyYA5X5O9SyvCPUv
jagGHJkg1gd+XjA0LxLO0nXpNHwKgwCu5v/dWMv79Way1bZGgDiaVtAyAMpk7ac5OesxLr+4pGXt
+nDH31zSxR2XTYBXw8zOHayXfQyLap/G4DNN/Xpy4ttJjdDzld13S6Dn//wC/7AM0etbTs7s1di7
X4xMTHxrSJpgmptSRzXJTA9Ctb9aUz++TXy98MxRw7OWy7Qu7iPfYDT1scq2BmwK/ZV8C/WS7ksp
e0ZlrkUC1Q4NphMU+76LNqQ5f7EwXRjSLDyaaKllDGGYPy0LQ+L7J0lOlRhnWxfeGBJy0eqnTMvu
5FKOaVhG14pov8mdSisGVKkIdp/f5A8z9mLsi1WxLXtHTpteeEJ7GQChqwBcsEV9MVd/W57ezaKL
YS5uMuTmsh4oI3j1MPmWRftJir+3lFhcU632ZC/5KTbPOut2moW6pSfeACppv/n8YpcZ8+FXoOe1
QVCQoHl5wEgXqlfc8Kghb55x0e1jULSQxO+ID/SDMv/HCyRXvawDNrswmarNxc21rWBKNep8XmSC
+9QtgE8kCTCnTGM99uV/cpNR2XB1DrUrDlLv51Ek9X3T4DzjJjvbqIr3kdHfNE68L/T6RkmcK/Ce
sERn61jFAYiwyYbQKL5aoy83YMtsttD/8/9459D7vv8VINuHbmiJRJijQu++tQ24NW+WGutaSmtd
PBRaN1R3GWCnej1mfWXcfv6QL2c04mlMBNx1RseWfVlqAMs9aSWiI6/Ir6Xp4IBjNimVfz7IMl/f
zqRlEB4pHlJWjKWk8f4iez0vOHIshxxY/2m8MmTfwelmjckXW8s/DYSNAUUq5l42mRdrQ5WRZKEu
nxDoPX4oBZukSMUp7Yr6Ng6SLxaDPwyGTgO1GjgFDo2XG/oEYZlqQ6D19F5eUwPzLG3dlMLLNe2L
+/dh1eUGLuITZPTcQpa9ixsoWyTHURwTXv/kXIMeN8V9kGNEJ7xMgEWJ17ZB46H84m5++KRQJEE7
yseEUh8v3MXOtmhGaW5bziUw1Y+8gaELD/YfVteWQgybEwM5CiZ8DHvvp0aZxIRNjFxZNWZ/GUaH
mj06261za8rlExjK/+SS3gynvh8OTIU2R2GyOM5JfpvTej/23d0/m+2Xl3Rx20ZbjyhEYaJl12W4
JprPobD8PmCl5nvxxQX9YRLa9qKqZSNNzflyEsbCCeGwUmYgi65YRdA7HscA9USRAqkOSiJ7Pr+4
yznBTORUTyndNHQKk0v09tt9VKQNqsgmXmUnBY9pz/KikFT8/2QQkyRZjsvgUZZd1pvNmiHnVjMA
xvTABsRuW6fGSov0r+yof7h1GKvYSHASRRN42RvoeEaE63HrCvs672+L4SeSFpE9fH4tF61mXCms
Q0AsaHryYaMTcfFZk80gT6tkrD01g5WYpA9NPHwHrc6uEEZ2kpzZMq5x9Zdu1gF3FDY0N/OoWp3n
DPa9WnCbpUaHtlY6xCh9pc4jiPjDAYmim8bBiLK6RkX/8gcGhgRtOoflKUys9GMzqcrKIKxNvHaz
OaFaziRbWjWmlAa+0wblXUlZi26q2YHor0hemrB5NolhegQnVNd2GHTRYxTaRgYNTiksdMlEj+Lx
mlBRqbM1nsB3Sk9TIVsHbZbn9LlpaqImzFYvSVCjIOLGVYDca0qShOEbu9uSmiTOtjXl1a/CjqHj
yb1I70meDMlIU7r5CFj81iJ81m8sybq3wG3cDGqEMCZWkcdsTSDYAODyzCKVeMAGKWQy3BSlMdG4
zv1I3Jzac94hFvpal/N8N5qa4cu1GrzG7NqfwiysrojTtE6JZVQukohqC8Du1SDiUCcQcYRyUfWK
MnlhNIc1/A4TIZLQZdjXWRiam0mlzOUVFAvqTVBoVHmEk2KftcUaSZK6L2hlDWg65IjOShP1T+TW
qYDrg+IYqCYhDAYkYrHv21g7p22yztQ2OgxGEOxrJUW2mWLbU2thPsoSOWVbY1Lko6wU+g2SQoIy
kvnOTMv2VIMn2w1z1CwkHXsNdhZdfFIEO6VxLC9QCUkcyJlst8QGl8OPxoBH7LVdOaz7Tic3RYut
a9G36rkN0qrzwXIxp3mkK2WS4MaHIBnujXZsiBiZ48pYjdi/8l1vF/MByrbsprWac+NyH6duR46G
qCFUN3J0phW+hzLcejMtXZiZ9SavUuvJLLPmVcitRkYhGAK8sp6F0imSp/qco6ECpEoNc8zGV9vM
KR9EaU7vPiqQ59T5pjImUgvgdM+Zbv6s8ilKPLNAB5PM2UqKB9O3ZqtqPFUPtVOdq+kZ7oN8w/Nq
r8c4lpUrp55/GPAGXZmHBmY3zLjPOsIrN+W4rjnFq9YDBpET+wzAlSg8qfXCJMqxUOqqRwSU/pg2
8w9Li82/kkwrjkoD2jcolh8YExjRkwO6A9U3KyiSpJ1aqa8V0iMDdmhEZFQa+1U4up3lQMEkwg09
HfGv5c7upYl2kH4bRL8Qnv1O7Jikp9Eor6eSZ8yXTcEtoX2bNQHoeJ6qvVXlvRdOkrTNrWnYi+U0
Ic2Bfaj4q8S2gpyMHaLm5hKa9dxFpV+MsrJOlP7aZBsN52lStkNOfTIb2HLUPjiOb5lWL0y3hFak
ES419b53a22Mn4uGk1FjwLImxvJFkwVJgHFWXZHTPe85l6VEQ5tLTgBuLU8zI30fiOc5Sw5U/RWc
FW0ROk+k7mISya/xYN/nxqLFGDpluC+ZHsWNakPy9O0BZ0eRxd02ahwy+KS0SO8GiW6wKyu1etfJ
r/oCRpTtbkXG48rOor9mVf0egh12R3ZUriUBQOTRt98IUzDIE2my+yYgggZGuenTgIvSfcvaVi+w
0U6q18A41ReUfuY6rhtnl4esCljScuIllCtR6WTBATsmNdMNHeMX/PFDkxn7IgqRJ1f+3Da8QKnu
R7Y55n5PNnSI4Aiji6aUuWe35UPYZ9XKBCrgKhPQ2CERfpyD23Lgi/jzMG/QlG51u/ELBK9RrpPm
4zwbnboGz7Nq2WEQXLbuCQXrk+5xBMAuJzHDJasMlufPLg+bkgoI3ArTb/XKN8duW3Vb0LAumA93
kAe36YMVXwKXcOWhJa7P1B7rQRlXZKc9sY6tHDOT+708hXsqaWRWyPOrCehUjyvEcBnhCtXYnxKT
ZSE0kWzWczpWaxTwyg9FHgZ2kTj3mRd7XejzlZxqZr2OE3YW7CeoyvRh17wAeHmxQ+NmljMSHhJz
ye4J8vq60tvA76UEya1Z2HektNrMMz2CojRLgAMHeCbQiOrbEb4Ez1uDq1ZOqnxWlSzz9ElPf8yz
Fez6KfhJEDihDyHxaHIRZttZi670Iji2kfRQGPpTUvZeZScA/W37TDT76FuNtg2nuT4baV/f1pIF
AtAZWV4LCSY70c8wXy2McsrOqBWR78U06jfkjZB3RJxt5EYwyOAH8X0AW/PYFlDYA1ITMz8v6mEk
6DUoNk4fboKR1zuYpe5Vz6tO9jFFT9G3oi0mApIBy0tSLh1DMwsA1Da5dSBNOyKtESWOFze5fpXp
6p5XLjzadimtYCl5VUMzLUpGd2ht4rcU5aXpxke5H81qT7eS3PJ+CF4caxrJoSOQcDMbxhluWkU5
EPPSkFanWIM+xZl5JUGephixIkZyzzGMMJPKb4uCw12uo8yKvK6C0RyDO2hdcpcNWhhLbqDJ5uMx
yQqIWvKSWHzbhJr2Syg1e+Rq6HwOyL4szCtNjq6ov26aoPFnwvLgIAT1Ke6JB6UtgcPVI3um3GWZ
LhpvoKgLAMKsb8Ukuj0sYmRgskYstTLYyRM4pinbN+A1FFc3oIBE+ZjAv3GIoKh7XlEjqFWxE1hC
Qk08OCRy70GnaG4nF8jM7KIAOT6GOM1ryp8ukxnxddtgeCwmysT0ekw3iuZtNITzN7vvSi6wqtv7
WQw9BW3BaF5DbKvvEEO9DULyWNj7vISyVrw05dyTDqRUT6xU32mkVbQoWtxnzuhMNyHBHtvZzOtT
JvWJtWoCGX5uQ1LgSdKyvISPQyY5S0w6ZCvgyuR1J9hW3UkJyKcaYcqO1iSDmNGSe/IHy8HNgVuQ
IN+RO0aVEu+wbIh4q9ZWh3sqdMJTMtf2c03U32Z0DCKR5dAYw5VKDCBEAIVoSAJmAAUQv1Q+OsXo
JYn51FiVudJgRhMqQXZLq0o7o6rvRlspn2PLaDcZ9Ox1ZUqKxd1bvKnxMJxyM5/OUQFoOpadRy1p
6yvSUbbYeodoNRKptbGqlHS1fAqvlbGEP26xUks4jEF0BOC11XKu1nKR3zdGQiu1HhCiT7WTXLV5
XLpJGIZPWLzYoARE3rZEBmyrFh6XqxrzX+QMnoqxsZOtGWqE6VSepIUICAl5KM/tYLfHIB2TF+Bq
mJwL9uDUo8ebQF+Iv+VBMdr6tozCeDVRCSTWVceu2EXRsbCHXRvJRCYgWvfnOf9LEEdEtoeIfMjb
eWB/K6qiuXYC6xHQVEhQuLaejaqh7TCSvEhEO3aAtM+fwpm7csiaHpsk3wePNS04NaluQSLvr508
urNTOMIkTrA/7BGkuhWhuLeawh7XTXmX3JI9sOQ6mX6b1Ig4JVhPe51UjoOtRs1TNo23YabcaMH4
KBEOMlhoDLdZxpKTtb6hYQrnXwzN73gGtN4PhEY2WCoryVmL+di0wU7Men+O27IJ3MSQAsdFtCp+
DFFRP7aBLW4rNr7XpBZyxmnm6ls3V4dJ6vPFfVDdxrHTr9S2xRnZIvgsq/R1juQNOv7xqaoIZ3cX
67dbZ/pDZCQjxSL1u9XFv/J8Ho+RSlCs78RGsBdWdxUn6rBRRi6iLFSKMGn8oGlluRJpRyzLiHMA
yFfoEj99CI3SuA6zRN0YRtq5es92vJniE26YYytU35kVPmycO+/qOaqhJYwjmH4cG0kZfzcJ3jR7
jC/CMqlEtmS35529N4m2qWxzTXXDMxHK6OSXbdqE/UBWa+VxUDTi5EunX5t21GxxxyKst21BZomV
wO1nGVhJ1by8j14ZmecJhXWfqvWVlZkZ7ei0Jqd9zMkoTCmQDFXGh1tFV9IfNKMvI28UwcYcUYhn
Svs6JiXdJHkSZKxiJsg3qdZO4O45lLx0IZaYwRhUT68jnCfwM1cIt3+Y6thjoAgJpYyaW8cpn4t6
inwceHN+rIUYgOnIpJ6oQZTuRKd0V3XFJitq2/HaEUW4ssE5lRgFzRE1r9zDsE7lkCY/zQjsUYDX
KsVc1zqtbD1mPbVGIWpvnIPiVdUiYj7HCmF6Uic6n00rav1EY1XNHUHVu45LX01zGb0JicpK3Pwg
ModadBA/EmUKPHtgRzXFNYt4GvXVOhNQ5WFzQfJiGvRkmI0PhU6Ap15Kp3BMX0u1EzcJQZDZWhuc
7DqO+UxuW5bRCL7pwD5Uaanx4tCpy3DFi1N8nwfHqfccm4Pw0M9qVRzJZpzmko29VuTb1IgdopkW
/RdnzHBcdYrdY3gJ8PtunaETo0f8QlFb4ILHsb1K89ai1R6MTrsiBILfNikEC92KBQyzpp3bQ9Cf
ZGfHaz9Fh5GMs/yMRR9olbQQobYUUm2wAUkrrSILHXGXTdr0GAsqNV5oDPyARCJIg+bwwruyIb63
hYNjCwdb8KhiPYk3eFGGeqNECgYVrbOq77VJ0KabpGnB9siQs/up6a3MH8Zpuqd5mGqbupqcX6Ga
9u2q160K0KEWnS3iou8cM+z+6lQjKPxwnqLxWCWkPPI3Fel5IJkl3ySRsB9gGRF2MJXZqP3ADOic
OXaUrMpVomnXbEgsVNEdueBBSFIqYm5psh96sPbBdQRrwsZxNlrxMekaMzyV2iQbK5Ynot1kvBd8
ktpjVUbKdhQkDxTlvJOK2uBaxC/Rpri9jKJtMFdx0CJXzhDaPk+L2nksi77rDvS6CGogY9fZpKnh
bGL2Y+12nLGHUSEsXLUyQtI7LeIZmY3OadLb4QqBD1zB5FCQ/roKCgJDXEUqWuxGTp++DCIU9zFZ
f8dKTBlHLoy7Q9PhATLKVh/vYTkYA+a+4Jvk3MWx2BM4xEE8YVXBMkL+Nl+SNR++qo9OJe6xRP8V
h/WdSNZasDdtVT1yNA/3fE37VahzipU3inxjpByLx1DORmCHmpVvo3llGF4YDxzYpEZZEciH+cXo
5FWjxqTyThC81kWL9N0mx22BepyyODhoseFX8nTQxKNuPU+zg8NOideBNpWnMBZadiOEagbbJPdw
zswz8+7URkZ5UxXGyprPDFg+DaoCOrFPnskKGNyQ5J9RuZqDR2Gv4ABQnD9MTResosSgxJuIeh0l
+g8KHpI39BN07UIUx6qJj2CE2yv82ES/upXEXTKHtiNGQ2DZH1vIHrG86cdZ/tXQkuzc2JgDiBSa
Lb5lnAWMlBdvotvdiwMFOu0WoGz9MKj1fXWgIiiOFlQ1vpYV/7rA+M15W2r1o0rkYCZ7ZdGgrZf9
VFVOZk1yAMs5uSMECgxkgGfkU1zHJpAWNe4ASAqOOR2bvUj6oRIeYhbkk5gtgCIW2WLu3KSovImU
gxb71NCT+TpPWeXFfezJA7tD7pClkfgGbjbfGc5cZ5iRzFyiZx87LHBhXFOmNKObSc41aa2LMmqv
ckPaR6r67MzT+GKFWQrCg6B3Nxw0G39OQQxYTsDx9/9D3XksSY5kS/aLrAXMQLYOOKfBI3IDiSQB
YuAc+Po5Xu+JzKusnqrp2c2mpbqlKyPDHTByVfVooQRDl6JkKNMg9hUnV5E0IumRxWs6OOkN9AwC
wFo2t5dI1SEDHRM0Qxtr/IU5uGXrvnas526ejqqPYnflFNXHpLS904SQEBKrn8Z1GfHEX8Ssz6u6
j2nZdfNqPTrWr5YEEePcN+L2BkWJeRc7jKxiO3DwQlz0oqDmk715rXhPnjmTRo+dV21kZhNsh8wi
94bOCGoZNfPqzvdwbCbgmKzMOh+mZwvo/IrRV+0nuhvS9Oe0ay3qnie7qOzvva6Fp1S5DhOQhLQg
OzNlVHe4EfRp1jsCqU4Rin0vKRokCLIp4+YwlsNlgErD5M079KKiT0+z1kVJKckMfYdQR7cMVRT0
1NMD/SxHExUmF1KdGAQvHb1PgkdqKeS5qpseLXOoPvWQtJM/c9I+OEVuME8gFnYfJoBzi4dsug6F
YlV0k4V7GIDqLIuz9KFguv7khYjOEC+WFppdJt5KKuhPk3C04qoKbeaURy3LvnfrxghXjdFTB0rL
Y78cBtlqJxP/pktwvaQxcgJ6s3KyaAnUwAF3o5helIRrVPEMSGPcL9BC38rYTItTGxvgDVyV1bRZ
2IYar3M4gCRfjNmZD3oVPXN8msXaEwBwYO1M1pcGZnBct4r74SDITfUMTPdeYXQ/QqCKzy2b/s9M
a5TYDhTkPNDh2XEwHUI9UJWquT201nRfanIc+Qt+uJjeYk/O0Q81dtrR09NoFy7whPxQdaVpwz4w
qERxgQvOLsAqd5O2Dp0sG4bXVS4fq86JQ8DC4+Kx363KvuI2+jESkOHmJayJQnkGyw5rPDnXCCej
vonDhT8CU4iCKrhd7BDLTFzBFNnJIiEHGTkEjkVzM9uFwhVEvuOstfI65VyM9N6kiEupMT1A7sme
04Eni7mEXrZ+rg2uxf0sp1PUqGfG8Lsp06oRppFqDHKhn+OIA1BoJPfy1TCNMlMrVoB59/dCxL+R
O/5wZdrQXvB+Or/p3XCoIJNAe/fbrgkSxl8za7jtPRNr/vsfdJeAfld7cQwAegHrdhc+/qzeGFPd
AaNC/0JW6OCskKrL9fRNxfYbl9YxQOnuMEFa/6lcyfuFLkUYBVlKg7byuzRF2iQSGdLUkOfZVmsi
dcnnsvoHU9Xvroj7T5G4CRF+Hcl//PYxRp2ArZjxMcaW7ZuF7kc5XbaL426K3B723aAV/6D+/psv
Dj0bYyoaqYPX8DeJNKawraZMq+aOqOe7qmCsNsxVsW+w6fgmRqN/eFDu6tqfvz/6EnCEgnuzMDHL
335DHf5WaVTcONw23XrR7Geue0mpUjf7eTfOHQm45nunsve/f2z++mvS44pr+J53QDiXv4l+CW9o
rUCY+nmVb/l2g6mLfdnaj2Hn/oO++G9/lCVJOSCcemQP/vyETkWtjOF+m8gZ3cD0gkQOnouj8D88
K399E/BVYA3lYaR2hW/vzz+nYCTttRV2BLMG1pnNVNhVaEDLemxINMPKYhf7h4flLzbjOzwHsvHd
tEO0Fa32zz/THW2zEQ5vXw95cTVP+rYDu3A/piBnaS+trj7ast1FzB5rjTOl4mZtdo9pit7w91/o
X357y8atcE+EkYCw/2LGGITezuou7cuE39Z8KEeq5cN8ZTYcpbJd8U+pmb88t/efJxFyyZFQM/B7
HY1kFq01pcFkb53duuOyqgPsfm/df2iL4gNmJTHwrOLhBOn52+tY2BzybfZ2n5FVsSLn4fg4lx4r
KZ7ZKBLfNYbg7z/Ivyw5v/1E489fqVeYbm4waKeR+2eTESvIBDNOBoWi26T5P5pN7u/3/3j/8Q9a
d98HnlwWcST4354gvEoQql2MLIBxD7odXsw2DyrOkVxhymhnLN4mqgRd7v8v9Rn/F9nL/4/aoBzE
/v9zqtJffv2Ik8//mau8/wv/lavU3X+xBlL+dF+Fce/+b+KmbtDiRAwOl9zdC2TaGEz+O1cp9X9h
pcFIgzmT1e0P0Ox/Ezct91/EXqBWWhr7FzYE8z/JVRIN+O11429ERg3HGEkafhh/7J+fyjlSrsDC
UZA/Kt2nskivHPK8HWwrAK2i3dezByGAgfmqSWggbXrns6afAEJC89YUGkf22lT7THhp0LjfNUs9
JJA/ENJ8VVntaahKYNidhRYgi4u0vKMDw8VXE9wmu3AuTh+DX2jL/UJlnzWYxA/b6Zg17a6Kdbla
vHUqcQ945bmJyrMo0lUal2dP5t/sXPtRjuHO6pqvVnhnVJ2DVjmPsTFseoS57DX2fpXTcfBeu0Xb
MWqMxkORJifdfVG1eaFSl0uOlUGfZWQ6b72K6mpT/vCq7/zt/CE6s59w7WSdz5P8BtQnIPMOzSJZ
JfVrNhR7lsW123Ofj6DrtDTx0ua9PC3Z2UiaVadCSqfFD6A5L4u97EeoOHSGwrPLd8J7Hsl545m5
ps0HlwxIkIx/Z8rB82EVxYdoKqGY+42dbB37u8W6279GUK74LEdaJ73kPJkUax1qxl2dS9NWK3+J
SGDu1tpgFmGgi/a5iT5daXHP9qPsCSMG+VKwefW0mXUjKOzwNsbLWsZG4DbaObaq3aJFXKmwF54p
Htyi9v1Im2mbD839PIu/fBpPjjZe47lZMW3bDUnyHQbApD4Z/pr3OY4/A4goRBIYxjaJqoe50Hfe
IGCKXq0uBVgy5t3esLT0IeLHxhEVxibgnltjvKYexl85+9V4y7pDmlarYhg2MwIOrbVevI/78jQo
UlWKhAt9lYy+kRP0W1jIdeyY9JI2t8genhqXqXAt521rFpLiAf4bLI+PqYyobrYRZErivBQ+3qfT
sM2XjYa+6EMQ3VSj9tj+0emp1Ls53eelsry3037p2i9LZ8htlMMZgInW5pSJZH7r5H4zvFUcTvZd
pfxU3jVaNaLYG2jPOCKg/Y+5QYoWn8iy9+hIlF1xTKz6nikrr/Z8Nu3+K8VK03pZUDR0Unfl9t6s
JtVHDuZn6LkMu/kx6e92heMcPzX1GNRGF/Tyc+6zFxSfXZQCSmJQLrXh1qZot6V7amktcAEi2C1u
lfhnrC8bYKBvndE/AUHdwxFdDQtjHLO5dGm+thL5gAbkEwreZ5bYjeZ4nkvtB1mvj3jWeQ7evWXX
iioIu4WalGZvla8dSsQAcLQsDlHJ2+waxwEPIDyGeJVr1g3y+85V4UM45F9xJPlaOnrNrVHXeb77
YDHkpV+G7tMxmh8ejtz4j2+j2xQxKlHCfB5nZr6y4/rgzulHLMI3+tmGlZDmV+tpv7BIDUD/B7gM
OgtEiDi+pEdYI2vadIM0ym/eEq+1yX2Y7np/Lhe6RGgr3ejj9MTg/sOTilo4Dqs4Zk0DF4W7j0vK
pWZywqiwItpMcXadHK8M9KF5QZLzm4lVQct22ggYv/hY4MtK+a7UjeqfXR2GLSvIU9LB78FM1eVL
cA/ETFX8XXfrS+wwZhoHhgk9hF2VOaWPFZv1JwQClPVyemQRHQPdmU/MU8pVg7cAXla2rBzjSMVC
/VTG4kTntbVnTbe29fzS092zWMZwqyPnPaQAFq3felKOsXKWBMxN1w4rN2tqfC/t0wycKbdn4yFv
iyttvtHezcZ+Y0cVmmbj5NSl4IZYYt5Jp4cvNarkG4ydIyyVNdXIV3cAyy/UyS2t+Vnm2hsOwptK
0yNeKiZArR9ax14wmKiG5Bfq++MywrlJPPtXExKinVTqBi2s8J0HDmQ9Zm56QC2bglxOt4HhzYdJ
ZSjGmJgCZjA//aq9S2NDk9Ybu2bQNPMaWSI8hePSXJIay1E+RMyErezkIADvwm4eGTDORXfpais5
015r4O/p127CpEEzxbA3XBh5WmW+OFWU79NQs/eYVO0n0Lt94DQTw12hncM5DN+7vmg3tj0lrw2Q
n42c4+qBByNdtwQnTk6eTMcIlG8QtVa5s++aTuFWHFkj6gWwAtLDPts0o00pATl9OTuNt6mXhi9N
8NoRqaDQ1Wc9+yE1AGyM8edVn2jqKXLDGqG9cde0TJd7fcH4YJQ/qy56IiW8M2vmp7Px2CaleQqt
DmG3QR9tWKpujYNebg+eXQA1sToKnLvheyy87u6bmvX97GB94igCbEsaxcUZ3SUYl6G+tubSr2f7
Wcip2k+pw8I49/dgxpd53/Ai45tVaOBMUFW80cwPquqmbeYGfMjVKrdQ1OdJqX3nFNba7pc8iGf1
0U0xSl7qtivhxW8ZjifiOqdoqgBTz85ToubiTFxT/eg0GD2VYOYSqsVdlbl0YSXRqzLrVJdYtQcF
Icn0LXqOveFz5yBgG9/zlEGvFaFLLXadbUTZ3qQlhrUsqFGg4h4FtMq7Tc4E06/NHiYl29i1KKiF
AYq8lRWwoBYDTk7F7WjSKKQBjSFcVJ96jaOB80rI3aNMeTb9Jp0WX5TzdyOtelaHKTkSyaKRlRgY
3SOLtUNSq31Rn+dpq4HgTpavqKNG2RMwaomrvy1F8XOwowclaw3pEDtVbNBUPacvZtLu22g+x7n+
sAhnYyI1drJ/Npo80C22knD5gffnW1lzQBPVtuFjR/Hacq3Z2lBbkgl06Gma7ECnetmDaJq0EqGR
uUaiIHGNQZkTXKJhevkjl9f0pOZcdqj6XEp1wFV4jTzIEyM6r9zhZ7tQVbgNTRtYJQaEkKNaiy9Y
KF4NS68ufPYcHZ6ElXqHKiucj5LOpuMyLFEE4pfnP9YGHayW6OH8j+COckdrCRkx5PAXRmOUmunu
VkXGtGmKAQNKXArAuqNVJOuuvqeqEevoWV/aqsZROMhd5DgoOwlAAzKMOlA8ugiPnI/t70pwZIy1
sDwOxKT8OOq0O4EvfmDcw5bI8DPbtEMuAvxx2hZwgLcxcgs71NDJtdkaOmW7bEgF5sDjEFviUY89
UOHjInd9rPQTOe/025wsGAXKtqRheuF41CZL+GQVI04M7lTOytVS00JInIYr91m1ryup7VKMdW+N
NYExGk2GEhquVX8WRbGrtGp+TpcZi5kn+0NrdfIr1+PSL7uxe/A08SkRv1LAh2l3cTsHV0EEhR3r
gyYuaR6rTe8WCdGoUdub/OqrAYbgA+glBO4hkvtMp6948up6XQrSIEuI+VQzYxM5FHfCqI+4mRKD
XcOpzXnD+mGaO7MyGWXa0WHwknejbScLEpkm3/TMABQ36DHz+D69oQ6riL2/NXvWaEqX08oNX+yh
9/aWKBa+VPq6I7QEVj7AzHreimOhRqyIqWfiDsnD99xs8UqbWFN9bACcEavZ+VwGjsKi1pGvLaft
8THk/XkqRPreYJXbTzr2FfbNHAGlyKrh55JV1m4ahIWa2n2TdqexIDK3dai4xNvrPiae3MoJZTJC
FGlsd8NQPeg1caijoWCKMaFn3n3SjBnPIQh6t5leLTUF4zxejIn6W4b5E/x6b2mDeigWP8UUu+pV
+O3OkMp0W1uZqjjhKz15MTvg7GZ7rS+f3TF/MbNlk3bY50iuIFk/s68ezNZdE9/sAthQ2RqD5Yfo
dX2FmYbkolOta61klJS2N4Npuw8I3ydkQTct6yWezPCcGeW50uO9137yDJZ+pvCeotm+oo2jiIbX
thYGJz+t3ZcojYfUpZCHyRhWO5FGfh5Zb+guBpqEwYfvkPkz3O/eZOMZkDG8wDlJ6OuwqmfDqDUs
bov1vGDFJIGIX9UeufRZqW5sSsx6QZU2L0u2eI9K4Q0oIqxqXWYfcseDjO1QeR9m5RXBZF5Vigef
PrVwpcFDXk+VODB63xiV9zjr32hH9c3qPj9uIGEWPjvK2slb1hDLHy2BXbbDO8+HlHKg9OBuQCfd
TqRuXV1+FRD8auwYnXAP6CgBHrlzrb9Vel3/9PThZ4+daOVy1A7oNUBpSnj0damB+Cw74IArmw+A
y8CojtoCvOEeiQk0R/VBz3mUfUPkx6KLDlBILpFo+0Oh9bcqHvUVViiXLKQJDYTwbyWaQLZWGLSp
HS+rkKANOJkcVmUGhxH0Y+Wc1QAlfTGiZCcT03zTGpaINrZt/PCqtTfgROUl6woaHqhgvMZmMqx1
PUuCPIzcY9sbvBR6aABKxPKyQduzdmAQ4oNIsuIFSOMdZqfHt8xgnNTFpvNmZv28tbWm2dJ5lghc
F5P3VrvRcoMwPrykBAGeHEymO00O3d1hCXLQzTz5ZsguO8dDnZ6zAkG7yETs1yXWilXLEJ17zVjv
dS3J38Zqbp6jrMg/JwxH3wfOG4du6cVBs2O93fS13r14g9Nfe1WkBxG72Tc7Uhj1sDgNW6tohplu
tNy7eKPdvXfSCJ8UHsdHvUe0Xw0tzXEUXiX5c2/O5rfFtmIV0MZFi9xk1CHwmmraEb8IfcMonGfZ
1MbGLdR0UbLSjouecBdzeFBtJ9efQqMWQZk04lxY0bzPG6e+4KuTGGjsiqUfK3cHLHep7RObwHJc
LIvrmyub4q1T7Ju6nGd/0BrrCdZv/D55zLWJsMztW+/JzthYy2S8MkKgSyFKrbWbq3ItJCwn7Lv7
CZ0d+wympMdJFwteQw65gVHMio9mYKN2W8833IT6kdSy1jWO9ptnDPFXbw20ULcRwYRVWC49jxYq
GFZO+uyN0NA3S4+RCsdzNR8VjsR65Sn30E5ga6eyWBd1a67TsTjFPLWJN+11BG3UrhXJozZQE2MJ
q7OfczQw9l08gQOnhVDiAeutJ43azzpUYZCF3Gj0SeQMvanxM4tF/+nlA0CLJqS1xEz8YUrzX3Of
dJchS/dJmA/rgpv6upf6KgqFCzlfvdPulW0NJ96MnoUtiDXcUclDKltvFbs0jlbqoygnCLqz8d7k
+aWSdcG7rkXPRIOBTcowJhdLx0jukIaqimU4ZjQm5vHXwrQEaMRq6LW3Pg73Xo/bxdL7ldHiXkeR
O7haGAZdZh7uQsEqIS5Bnet4YrS8GVAo0EyTlQm/lVvp/R754DrK5n8chx2ioRfMw4O9vKQSNG/G
2OFu9YZOTMX5s5Z0kGDvBjVOrHvNKXeyaXTsaXrErU8nYVL96ozrUnLykhO9qWnOLbtyQKradzq4
VvpiZKThAC+z3cDzjkm9MY064x1KMANq0S8CN8yEnV/VlGQvRS7O7TQ2uKlajll5aO10A9PebHC/
UmR1uFnh11Q/BXwU5J1QgBzvNrBQP8Eo3VjkWPM74IRm9XMeirVWvYdiAe3K3CQNB1JmJTeD7k46
mqjEZEFQcmsvGn99vWe5FOK1g5zY5jUXU6869s3SHzVl65saPm0b2t66ufumAN/SQZgzL6T/cYVy
t7Hck5ltojT9qG39Gqnqh4i9MUh69lDqntGk6NwMcszEW3Yh/BtZodZNmfebmHoJDhL/xeitdzWv
kA+RrH3AhoIVvXVZWvJVpbfPqpxOIZK+r1T52mDK9ir3k4z94ONmTjDVqPOAj6t3nvpOTCtDLWe9
0bAQ535MPDgKNWhVYJp3dVrjsA5buW7NirmLN1MNq52gItsX1uxxHRXt0UpwBOsNBNbCM/CxWh5G
2vikMRACTGyln9GS8hDadflGHd6XPkK4Xe4XUa3J0nXkGhcFBdKL8LTP6WdGOuVkRfapbxEhMGfq
1x5l4jyN5nRVbeNsx7IKjHg+lsQm+qQ32JXkl2YXbDKOd4YgQF+g8+Q1VflqjouzBoKDT0l0Ix9D
du8lxCCmxRWF5NkkT4LR05Np8tlEFI9ige4uDSxqG/prXnDENwfjdebuvQbCfTGNiM+ryBeN0QyG
t9YqNjkUiqKMXlRpIuwXvX20DdBxuHL37VJuMG806yaebnqWy+ecOWPiYnSJchxGVhY727KsnY1B
AzGRXgfnAP1+DyJWP+oxuhmLhRUzemVPPAswt7njfmLrYsAFto3LDHsjNpe9TCzf0K3En6pCW0tR
3mr6l3fogxGVTsnWCLOeeFBXr2fLPXqcgOpimr+xWemc9RNskZN76pXOGNXQ0mDEa3kbEr26cjQ4
Qzw6Uj5gBsNomYE7pg8Kl+ehDaNf+hCr9WAvP2yZGCtbj9yniRJdDoblA3M0Fslm6jdR1pQPtqoV
Z48SGHqpD+Sz1GIcKlmB1c686FoKIyG34cH7Gv8wexalX1umz8Z1y+wQQ1Flv5q92o6z2wWGU1U3
Np4tMSSPaiBXXmnIjVcFa7Aj06tu50+urFmvzJ9DtfyxK/GNhHMd8IgqP+NoExRp/SKdSe0iixUV
8VfD8Z+nBlJm/WracKiZRUcT7py430dhGTjGwxBn60z7FMzjntxS3i88bn3Qm6VZcROznmZjVlsX
G81zEbblanGn/poWpljrJTbTcNHOMu7ndZK6HxhbOCgmzWvNXIxBOwtvX1CbaY7YejOv8isMq/ym
U3VKtUkFJChoBzZidYyrMCi062DI6ZAKylwa7GAu6H5jEExM67WGd2itYl6I1Iap2ok546DCdLav
9zhM95ouziPdLgOaReVOxBteOAQb/tAYu7oR6VpC6UoXLsjMX98Q8Ntz3BKdt3KaHFDsqdwFydCw
5qpUpzvLcomAcvs3811DaHyqbBSLd1Xjb5N1KY8YtHq49L21w7YaM0Hg2FV2bXtmu5QrF2Pcmun2
Vyzu6UJVrxNXi5FKlnRjG33LzS8W8qAptImQCMOm7fIfRuQcVY1rFaf7HgzOO4An7Tj0dnPAq7LP
86japYRt8QAvg8KQCSVcJ+w29q3+y9Wybjsa/Sm7f+yCGAv36vowJJjE9XleD4bJZ9l89/SQcKcI
J5yLcjyNxDNXSegcEGroGHAtIGeNER1yvf0BNL99TkP7V4xZcIisQ88oGdu42MAKYUeKvNHv055N
sujwWxE9ab/XrvxUVe35yhvM58odn3kMbvRyJUFlRr84/RinyusO5mjL4yTFMRrwtWgRo2CPCrR1
YVYRR44QeBbdBjpW47gX4z6qTBIrCxfKMjfPKp1u3BqudhS9iX5mBGHlW+i96bZOjQMNP2Dka84C
xGRPdNQcrJz6H2F4Bdd4ZmdMPkmTpSZLlVzneXpQ7YhdIj3H/QErpqOeC3XuqubKtTUAw7UJZ1xA
srGzjUOXfEHwq8Cyv6qRrylGwGBOqs2tGij08XWw9IdeMN+MAfB3zYL2K72r6eC5XsZp2njZL0E8
NOfBLzVsW+VEkUCZtDtT625Tlz7JLo/2sh9ho9SHhhpo3zKoglYIR4CRQzthpU8Sua2TLvJT/g9X
p48wV9odvjtp8Z6Zc5A537RG++KoDYzELdCK+g0+3SevTk9cq65d2P8srMQ8uS3M+aTE/WdEEuOY
iI7NzI2ucpa3LpLayqUnPC8uucgevKjD4M6ytXgHYc67orPSYPFaXO3eYfRaL+DjB20+4qWq54fB
1a4Ve96ovdQOL2YR+2k+bnNF/5PMIoyv7RNf64qDUu6HA4ekNvRuQEV4gT1WZp03jhaDq1Uux342
AodvM4oYkBULu4YTxj+NODpT5+ytDO1O/MjKfSS9N4dtc9WhQjq0JLvRzb4P6XXx1ksa9rQ5vQ5l
uhA14+Xv03K5Jjqv1GiWYaB6R+6Zsbx7dflQDvwu0+Ttix5VKtrWi6j4u4ptLr0Pkz+y55keTVIH
Xf9zoAbGqbWgkSDpL56XbyI73uA2Oddh7dt1vMm4NVbYhjP9IzP0yc9tEhjht4i9zaa2DYg/tJHn
uTnbhThbU39AGvZdTeywGGJ+D49l6NZsxWnKETDBpqbp64bZ2xOZ225rlYYbxHXNOM4mgZVRROKh
8T7X7SSfKgdOI6kZ/Rl2yJ1OLyMc+QywyiOX5YNVuIqrWpj7Uc/9brZoSMCy8pBy/2BiTcTJqDsB
WkXsKdWNdiBAf3kFS6OOfLsqDMK5GUneVTrM1DXhtLBVjnMTAMBQpS5oAy5BVV9k+5rCB2/or4r2
5pWuzR7nwKzl7iMeVN8cRBY9NOBMC9e6xuRnD02cQ7MnlmbRzQUaJj54lhg3kxu9qSq+zo3a61GT
BdTrOWvGec4qYrBEb0M28PlMx5yZ4kta1l+axoh1drh3pgs/QIzek8MKGCRlx9CryKytMOkAFEa3
S60sKIflMTeIN3JTeRhaioXjLkZJ8wS/U0Wu7WJ44lTF7SZX3XWpjVU8k/pPli11M11YXzX5WJTh
rifCK/OMe1yDJpyVG6M1ttZcPLqQaoyO6mL1s+3iDcf6XecqVhaWrn2SppuiH6jzczcJ4zcAi+jc
9sZLKVzUm3u9UTDKE0lf3ynJElZBbD3bqr3iUz9FMdk7Q2DG4gZmjncgjrA+PLMAiE4miWy4Ml5F
B2HZtCPuMiOtbo6/9Px2mmfQH/Mc4yBTzauVzZtQqktsRZuo2dNYmU0n6je2VvTD4xrez9KvOQ2I
uUW6MVYy+yINzW478Vt5a6mSd7ubNmb3I7Y2mlm9Z2nzGc7ipo13m4EZRJQSYC30K9LlTXeimdrX
ks8izvyK62bKMlxjl7HbdQc4N2cok9kfGAVZLoYEK7qH3zU5OJJv39GyoJZJ+FzVZY+OzyRPgcUi
4pNp+wV/D8T5ytYeU9rLKSdo61uRMyCslnrYt43wtrg6DN8wm+S75oXWtujvcXNaXHBBtKO+Rqun
SKxmtIAOmWjuUbmhdXcT8KvO8XyuKozCoVmM226Q1brMC+u1SAwub1PLUp8azBe9xlLrKa6uVlro
H9LhDZbV3DHIzaKv1nKivaZYolNLK996vRtmzqvxtG5St3qcCI76hK2v2T09q5KUzHxqufNhctKc
P769KY4DzxOHej8qssDU8S338r32wp2Tl09pI16cLuSg7WUfVHCsK1B+gZOxiBKyeWg1y2WzekU5
L7flbJWrcCwoiOGaUCTCt13qzZhVhweq0LBohdkPms5viHevxmDtjTj+GqXiilHRRtkQW6WmhSPL
Y+e6By9kzltN8gpUlNh0aF61hLel9bxoTdpiVYXvrPJJoMiPJpUZ5NxfBoks6ITjtKo13pYx3lWo
GpZRjiQKu4d5hDXnlvmtGbvd4pkXIv7XWjrfhCEfzVEcUrM7LVmzTeXYMCMYFV/lInYRUKystB3O
hdEThTgHXHTvFrsrZIeFHdyK5a7KxIZ56QjNKn6qJ/OWg811BVNqyNH+OKE/9sg2ujpj0daYEvbf
pfpq9F74mjbzROktXhJGvqaa2hU30S+8fDhLRra2yMywMVSB6/EP88ThNBuoUBbxxTL7B7ejZTRc
wq05qW+9p9JVFVW/+jD+DpKc47WdHJrJKLZmIYilym41xtOOPMvWtOqNs0QHj2wbB8kSZTs6pqH3
ysHwYupAbdMmuU2ax3lzvuDoXM2h/AMEdyIWdIpK0+XtI3FsO/c1WacTFbRHOM5UqLRMSMqaX1SF
6r1anK0LVEy3prvAGBI59AKtrDKoDVxZwu7bXOXXNGzZ+934SYspZqkx/ttD+NibJCsy41thzXur
669dkW4iZhVhXH0ZltA2keE9JyUmirZm2OusG+iIgdXXW7dwzZ0zF/OmyydzvaQGNZLQ46HLWpeJ
k2KXm7d7l4tNw7rPZfJTj3NYArb4pvczqLVW/0r12fOL1D2ggkewKvpbPOnX0JsuhhZdxRjea2Df
DdFeCyrnhDM/Ot53r98kmXZBPoQT1ak13OiEC4xHHlj6HXcfpQ27LE1+YXyt9XIF1WOVakPkGwNH
Df2cIVhbLSOW3NinDNcmPXuc+yfX2c+JsXOL/GHKnwwlgq6z734AGSGbycbnksq1LVT7yJuO9eyo
dTzSmkTIFh2mSI7O0mbrWg+vaVJyE9KZWi0gIPySmy0TZQ63WtdOm6p2tqnjAUtT3Ny9jOYgks54
n+2fgqwgNpAn2Sdrseg5ZvvBBIaQPHStiUCTzpt4Ym4+sKf5etS9Z9X8vyg7s93IlSzL/kqj3png
YDSSQFc/+DzINbqG0AuhUCg400gaJ+PX1/LsKqCzgQa6HgOZN+6Vi248ts/ea5/KQPxJup6uKeeZ
VdsGvvkFjePEddWsPMOek/vlSknoFclYBXuvNZugVntDY9gQkQlb8s7Z5P3g7mv4VdTYjA2PHBtJ
xrAb3nu8G0L7j8jppxDea9tUv+OgOpto/BlK+sVAg9kEHze3CvI1wcDvPsyfLF+gRQ3dM+ga3gry
mJEOkm5yF+WatVS5noecDd9f2+rHrQh+dBG+dnNxrx1zU7wq976jJ73v+wcYkPa66kYcDRHgBry2
ybCos0qRINWMzb/Jyw+G3KPddl/lkH5MOvb23BzP8+S8mbH9W7PYpVa0spC/ravNV9tBgNov5mfx
9UCTD6dk4obrIZRfyMcttiQxbLO0feRdfHJD8xgSAmLA2N9cGkHp7FjyTxtRpYYfsVio0Qz2vnHv
csBvSHYBbaopcZCpubMqLExpYVHV5Ji/2cAeq2NSJRo9bKh7xiCnm01iJXedJh5bo5ittNsbVhtZ
tQ4GFDxlrGPYjuAKccrwKM+nLKmoVxEotxhUHALh0cONCErUOk3XfEYkuYm8kl/6DXEMZ1R6Haxg
72Qjf+OYp1uvoHsnSw0fX8OWLHE9xfPonGsWD+uuTajz7Br0br6rvB6sPWZy7t5yFDBtsr+ExF+M
IHFG/BfdrsLVPn72ctiE4q5uWMGYjg86zbNNMHafdTffCe4J6a4RJl6JBouG9N+inqRUavuoHHoE
R0N0xNTpFyXLr/4s0jONtEB1qCD47Vn2X1lDrE7JCU7cs6qm+eVm+V1mZmA1bnLbSv3utftLYYP0
2aTmPUVVfBdwFbWccB9LhG1iKhmiPLe6i4FH0T5+hJ7+yK/rbEV40lgpPeal2DQ2TxN10lA/whUW
aNAjD4OmM+x+7t+yIBebXsojIYxTAheobcfnsCybo93w1fKd+Or3ErPEgCnmn9mtaDpJb/7w81be
27MbbNjoviwNEIyoOjtgPfosuALx2UeeuwvSbidQxFZTJQk+UzJmJd6vGLoSpTss7Jad5cU2m0n2
WVX63KJNI8mt4KM9URh2JHv7DsXik8C1t++n/EVbxfeI8zAOfjzGBs3Sd/LJhzHvu/3eoqCvOBq/
wb3AFrYoL7evBTW+NIwB3XklI7GLhucMPWDaFmJjIJtnNksOOgoXFBHP4Dk0aEZAAgAuEYU8hVNx
l1JtaoX29jWN1s6Df9u4VzWS81NLIOqatWn83Nn8oJhS7ZNLe/dPUNQLoX/P+imCkhbDdKxfFnyQ
f7005A3j9jun4E1UTdk/W2roJYNzBmmF6m+yy/l0j6G22tehbXAYDDnZ+D48mqX1diEx3zt4U+ld
5Rfp77hOoatY3Fu9uJNcnWZ7V8V2d7AoHiA/XsQfk0y+4ghvi59/BQSpt1T1kQDuehY9VkC7Wq9I
7KZLdynztLgPvMqG9TS+6ZqP0Yb9pbaeVb/BW6AK13UH7+SUIem2ofhDjnXNmbtNE2u3OHS+DXKT
1s6D0um7Ieh8sCUsMzymTlYDp+RiHNSuu7FqzjePZfsVgI71NEQIn96XYrBYNxmR5MG+5E3xCNRt
lQzxwUKAOKAjWXs2zNW2FYt3yKiyb7PgGSNb9jzJZoN/Hf+UW8+nDs/0ZgZ2R5RtuFfS+ciy/qzc
73ywyVNyA2EzQ/Zy6tnP58WeZonVzI4qtrOP0L5MwArG6c6RyS5g55LIRxWMB5bkq5bBLnB+rInd
Ymod8gGgCqVmXv57oQM3z9743tI6zR1TULRoZaOBBITal2gLxwiMslVoli8viM+9jffUl5TAxSzc
mRaDUxEkW5SS+yRvjr7LEtckGAfd7L0j33e7vbScKslmyWEIAChx8hp7lgVSihsDB5+bbYR7VFX1
SBBz3IVkObzSjj8KfI47TzFYE3edpxJ4xqLe03o/NtlZZeYpv4lJM3yv7WSF+mh0xA13tlGcx5dy
iO7ikbqzpI/qDeHDmQbQPNmWQferq4IvCF8Yf7vid2xb4RvaYLrzlojJv4FCHlGWONa3TQBONhJ8
uEIJFcBPCLfgyJhaugxkEmWYazhPwaosp3Xnp5ekWHbj7LwvfXfWPTbd2t9Too1hOY/+RC6HJAKL
9StwZocSKz+5QHZBnLeWs6WmPan4fWFJSvayIlxl+QyxWrvTql7o9wui+E8KnGDosbxa0XghhnoX
9D8ZENs1ypR7EL5Z1sNcfvHS5csz4YdT80e9qC1ZX7bZvNRZllOhHcFRGVtGs8r5DvLvrtE40d3o
MgXcAAb+4GMeXfmM2WXT9evGBpsVl2XOUTKF28xr0nu8dStOZ9oXgwBtdFDbJEqupk9AVoVe8FN1
DXQRFLdN4jQnDACXLrPf2HFDzxHlhPnar8y2KElelBWL2n/GDP5bJVcPkPJe+u7np798Nf/z9o9+
KzbwWZL2/+tf/6j/95+TH7X56r/+5Q/bus968zT8dOb5Rw8l/yh/0X/+P/9//8f/8fPPv+Vqmp9/
/7dvNZCU529LmDf/z2SE45PS+n9nKS6qTlT5r2GKf/4j/5mmcKJ/8EZybd9Fx6JvitTO9KP7f/+3
MPgHISWH/LfruLcCctI1/5WmcP/BGo4IF2G4SIa3bMZ/hSmcf/ihbbt4Jui2Imnx3yqpcgmk/mvm
hn+7TTCCnA+VV27o2v9XUizuLeVS0Vdhp08ZFgPRhwC4Opehs4UzM110UeUZbqymraaBsyhyGVUz
RraZ6xGxb2QpvpM/WCnC8EE2EuDCIM30220RI7/YZyibPUQloLo0aBAr1XojjqNEL8tJ16YZHkts
6PWuiES30W7HEG31JVNym9sMrYYUIkyJpnOcm6CKAafwFqnX2Kmya6l9DxN7O1VXrfG8PsqeyfXO
ikT5PPajJCmeYgxiDVrop74C7EL4OkcYjPxcvYsl9ypQIvOgD8zlvsi3hVVNcEUrwi/Oqp403k10
Of8gZYE9FX6GwRPOwYLFh9VZnrwsN8UjXU19G/6RjRUi0jvjvKYyZPAwcA4s/+N0qrbx6JQDjbCg
tC665HA8z6OvPEIXbPOKwzIhq5+r1LEXlBJV9R+AktzgPkmjLD26nX8LzjmNq/8UEWuFY2rlmHYs
8DKfydLg0i8yC5ldeRkVNioNstclaFG7bd+nOjZszLcUk94Pvp73TtWzfOACKq6TjV9vR+WTtbFF
iayJ6Z2bXoIsC7FqLmp3nccTJaiFHyfWDwiN0azKWtQQ2Qq6YlC1ySRTNDSBKFnJjD4MHoqujXaL
zpf7pGe9s6ooYvDu5DjlQAfm1MnsbaN9hINVYeRA3j8zEvOjtXRcWhWnYryZNf+lT5Unm/gk+rFk
R9/S1Aq2Odx6kwqeeZKtZVeUSdtf2cEVgtUpiMvhpaqAg+2HMMiAnMgJ9NAj/MpE3fd+RaBondMZ
6yfUWFTAY1cRa14mWh3qqb+n+ckp3ltPEG4JWdD2DOnSDQ8h01hkH2IxhOGfMYkLQTImn42/C8eC
+XScDI4BJ3dinOlW5QebkXlreq56iE6Lw1r2l8OT4OFDsgsYN7BVQOaN81C1jFdO5mOAAb7jvYpp
sIuTYn8GDygObEASYx1Xx2TGe/EYOBUpfywDnQX0YKx8pJg6ceZPwfCHuaOZp+GlHypbHUwdjvrm
t+PNHo+QOtZAZuYANn6GHlPPwpTb2XfpM8bJnGUHqrYa4kM4KeAKeEtnOR9diJmcHmAFQ27t8JOb
2+zDuosbUCnyix10CxRBa05CU21c6TTpSWK5siQ0EZRnyBTcabuAyqEm/6cDcIDHsBGSnSKLMKXZ
bkSjHSGOzbj2zU8AVNH/3QdiYpJSOH1tZ5V3RZ5AVWtHFp5Zrhr/rQkX2trWlolCLniiwNB6SWlg
sUJag6GI7ppKlH1/wndQKHXiLiehcw7lXPkvcsnCmyVv6rzPxjOwgbxI9yGIL+3Ja1w5QGjxgkkC
ShW2/lewS/hYCUHqjMLwOO3X4dLHzzGoiHAlcLJUB1ah7JZjT1TqzObar9cpeLbi1FL+GT0myvB6
n1A+/yRwv7Z2b0iqFDpFRhmaHD+oriFBb1QsBO6mGp6/rrO83qHNIm2ZgC6BDxkqw8HoZ127H0xo
Bx9TJC0FS8EWLZTKxnzIDKTpvp25c1xbRehgUxReihV7UOKjUiOi8uzMR1GkUXeOi2q407POL8Zj
y383+fxSSSyAM6qTLMFGo0anh17k2OQCIm7CzxR2qI82SdDhqDVfOVEbnf1S0EAdqY4LIRmVB1Fl
S7JO9UxEpM5mSQoY1iwYA7VbVGb9Shar/1Xo1jtmmcPWW+E49A7TJMM/dlWQzwIENUORghYpIl2f
5OSMx7CpSYM4TfyAu4OLhyY+8RbCMdwUGlfrITaadfS8FE83n/APavZCpiRjJ1r5wjTMyTi1jsNC
CGaL4Sb0MJ66DRyYdMYYbcxkh2sK6f2LIKKHO7uwP3CbVf560G1CJm4uzItrDRWuFVQwu8fdczQY
E1jTlcI2F0RhVOQ11KewP0KrS2uSBrElL7GFvfZB9tnwopzILY9q0jZ/le89M9uDvnXpV8Cy3c3b
sG6qem9U5eZb2ypv5qfyWhQDH4mxgitQkZtUHlc2j1+a1DPgM5cC5rSz9CusPhYWss3y/t1wj3hL
cKcOW34Gex1HZRask0Q0sLMc84vuo/Y4BUX7kNjcs+IEXmGVOOkzCxbrhHs2uWuVy/kjgM21uB4x
jYvROhtu7zfrLx9IArdvWsM/KY9TjI9nr60cAaio/eVsG8/6BbeluxsGET3GziBPkJrCyzSl5tQV
t3WHRvmvHJ5JbOLEsSvTAobT5A9kq/XraAZgXp2xLuGCldOdfPcsRf+iRQclJgPuBHkuBIZS6hCZ
kpfYNhs6m2c5Yap2q+yPtJpDlqMYsVUtnrpA5y+AMeyDavL+KDzrFtjrcihldkypLwP5L9e0LFJD
wbOjVXZipZD8shftEW1Zbtbq0pzjCYGvsqbyyI4d7TxIslMYWOBnPEcg4LjsbGyuhGpjMrhlYTYG
z3JZBrFuZTtupmCRK90N9i5muc1vkmvWl8hDQTGfArNmV+xtVlkz8ISWdkSfyJI/2DPKAbJ9eCaQ
0B6GGvdR1S/FK2qjWsdVLHdFkEf3cmLpSOmI8xXnGYdB5FJoT3qXHfpYRB9ukrPaTxPnPnBzjP6k
YNaiX7xNpLzoPm7T8CuR5qeA+rJt4j546hMauAcnG85N5TqHNLAjeNVR8RxnPjuuG6VrNbqW94A1
pYLa1KYAsUpuzGwTmWThkTpxtokZpvC5jfVpqIPoMGJ1OXMYWxsvMRQQKYH93SBF6RiXGMIvi/Oc
UMs5Uml2mIMxuGonIYxra3k3I00+WXlcvbsFzS4RjyXHJeqyWopHUTusgIjJ7XDUiPdkQY7nAyXY
oYe2XcOauCq13MNCLfnaLB770DqsLzJiJO2HZY87hh1TK375/fidxsbeJ9KLd0GZ55idIKZiC8dM
Yyff/UiPXNg5VMLzWoVBlZect4Zid7IdkLfbU9nji2ugGw2RVz2aZcqOMIFSlqz5TfvoD63FNXUJ
42avg0ndiYGcHR8gYh4m8CR75Jnw1A7PdVTug5gip0eVUyGBeJj8EIHKPz01qOeAO9lWq55OP5ma
uzzGpb7yeVvMHHYhlVaVSqs/WF8xLomyBWdBfrlQ9mM98EXe57N+CV12YTUnzaavBYDAJT3YMbGo
gpXkplqmABUqqj69BWPLRnGFnNYZ9ohHcl4psM9e9E8NM+GdF+N7wexrdrysk12Oy2rrtyUIaStN
8WQ2aRedPSSyIyxL8L61fGXuzR9p6LN5ew1levDmmDFQt8Kcwc26SEijugizYHPNeWJJ4VKpCYR1
9O4h/8VkerN4lSjiNcmU/rUs2e8XDxQ7fzT+S5/rlFru0bK+BqozznGpB3JlitRiuzTDjvfrsg6g
kX+nZqD7KcSsUbYdNjO7DAlKkl0sDG5WcH/RBlwUKeQAE/I0B+69ligky4zloCfeQhKJ2c1nHNqr
XCQ/uDfowEZhS7DxAlLzuLXssTDy65cjU6FfzWSkMY51KdzzKc1wyjdF9j7qibZx6Ls7BeaXenfn
wHJMsHAQ+milVkxxN1tpS3usR+3Fnze6nwCMl1wsEAak/5mMYLMmtxjOyMw2bTWj+yss3fFo65p3
h6wpfXSD+m/a2/dFLsxO8mK5VHXZA/LrzNkVQ7UL8VacnaV96IXjPDc+ywZRFsGxipbwQ6b6tU7b
EKckitoqLWlfWjAqb1qrvlOMXsfEg2xo21G9V7AZ19KKxUu6hOk+knp8cUT7MRQYyRaXyX7Q4OSs
auDAmeuc72NXb6DkEhLXFQnpJAd61NI/VOuCy0KZ6/u2rci55VNsNgSQFMvLiDQwFajYfKLxpJvK
ugGa5w/abD7bKC3PbOzlKWVDxJe8JtWXoadjCd1HbE2hrWI6xRUyB9joPWCuuRzDu36unHOaZc89
1MoaGlosj8hJEFhz96WIwuZaZ6KGByiKD47fzxr6xj7JKgAAktnGctidtd20ln0Ill5qks6FOdhM
h1vJHvoZGhDEUSLPu86L690s4+LRAai6Hsa6ugg8aBuGAfZ+c/OCRZxydU+YE/6pcW13t/tvJcTf
0ktsCMpzujNLoFmw1WTf2Qui6fMaD2brAz5IvAKvUearpPXhBJaldehzbzmYZTZbzRKLK4dbTdj3
qvieVBOhcKfK4124kO1yynEBmrA044rOONSzIWANDif8y8bneAmbqTjWGluxV0btC7d8GESMGbfH
eqq4GmF3mlPz5OVNckutWy8As8R+sbCL9zYc6ARrAeF2ztJ1GXevGmf1VzRMzVOmuCdyQ+WKHC3s
a0JDtra3qmJ3czpgL+9TrD/IgnNVDi9Cm2+8XjjFXPQ/pISbWUJlkjx5MgHZbzobynuniif+T/Nz
uTTBgcOVkENa1a9cdsdfJjT2Yxy3/rkQGLZrK6keMEznJ6MYQsrBQxagjGGv63kgdlqrs5fP74J7
wXuksvQzdEFloRUGGK/zYD3yioFXxtZg8RbxpNRwVU7/5HSFWE3Qj8+RPbdfhRyXE6+Z4eDYjfiV
4SfdllnUPCSjmt8avizvzegRdo06pro0hRLJcPBGY7BDaFuXlyrn2O24R3/JlIEAO/YmKQlxjmiz
+B1kcpbLrA414T2sR+DjvSAwW1P5T+CgxQ76Z7GbK9fskrj0d9pT8oMbynyZsS4oPJYeGRzO4VNj
h+bSp911iTDmLQSbd3WiUblBvULIT8+ztMRdD77zOBQNaocawk1cxsOmSSihjGrnfnR0DOVgecUW
126B6rucUsgJBEweOLCnn6UDiApLuqnhLnjh0WvIbzWCuIUQvnMM5v5RlIOzp950fMvSrNo6ze2l
IoFa5HGvcaGyVY8x4l9VJJ/wSjjrtHaTo2uYkdOOjbUXetUOulO0bYrYoQGAVLmauNdbNvGoLgjw
Vea5n3FFMyxLU6eT7apP2u4YDmW5N1gyAuXfvrINX2PH/mppAT8kYYboym9i5eajPGBK6A5LUMBz
aEXIknauj7zPh7Oiz+RpiYLsKQ6L7txaC3dPx6O7PE79Ez98fao0LhHfa1oGT/fqo/ZuI3s4ZQ6G
YY2z5UobQQmFObOui9bVs20DIQiLNF75SSs+pwJZuW7KFqhabJ0phdIYjQlkHIhPJQ+6jNlEBs2f
bnHSc2zVZuv4TYDDUHvsjzwPy60i7EblXXSiyHMiI8bQtlFBys4AstJu5rt4Jtg6MW0O4sMNKWAu
lzaIdiFKI8RYqfcGofyx65r8nmOXGEsdFMCyOS2TA0jcEvXZlr/tYIHePVv+tvZryXjTI6BnU10R
6+3Gk80QTRhM5RvbyGjN1bU+lbYe3umAbtakL+WjTltnXzp1t4fCFL/xSo63FkHVr9yD1h4v4CBV
ENjM8io/2+HsHEY7XjZWBu6QCkbYBDas7BUTMBdGEtd3aWaPZzFJm4AXmj+ZJesEWvXSGEEqqJcx
nOEFhd/N6gYgebn8+LJA0M9uWyO9zPRWDskvtJRkp5d8hOhwQ5s3fVQ9ZnNG4GNIB3+b685spOd/
dWnj3IUTBvp2brhDqwW7Cr2h4z7L2/rDYO242M1QHNzOZvOet/2jP9fZxbCo2OmZdOpSm3onGtzK
OvbHTyNSNkKOCkL8d3THzMHivvdeNu1qN1VXkXFNXHV2yfrtZk6Iy8x/oJfD7HmB0O8wjNUfWXqg
G/uKmpZWL8SaQmt+1nn4Jw7c5a6al+nmiZpvJnR32AdVgouvxHRFAgy/Kdf7i+zacGMigo1WDYSR
IpEQ0Mo0kYgScR0Sn7KsJzRTdDBXTk8+dQIv6Yjmg+rs7+1eLCBca3jYeWUDYZAe6Amd2E9Tt/R4
GO3wGfDEfAequFmXgUeJQAvdsIlGwfiTFMGuJwKCnXDCgsG9fTfjesCOSo9PBCP+s+vnnqhj0O1w
MBTrIW493nzY4xJAPk7B/ZS6CdT5YQ8Vc3p1soK3R+J5FizgkKV9R0rrSVpc1UHvEYdTxDrJvNDG
yzvJs8I/Cm8dpSqjgzaBoCOPdgxudzPFqK5mUBiDbrzAzeg7/lbOvLqQ4ef2oMM5I7xbIMOFuU3a
jIo14CKQZmhwgS0N5m7rVkO27Eww6t8Szzfz8zw4XxYmy6s0hWCx7C3Ta0prCFKUIlrPhv/cOjaT
n0/L+Ep0sIRXrUT8iWffZlKAekyGxnxNSeneDxPzpmuwnWgrnF/CwaYLQizlDz0y4x87cwT/GYHz
mWT4ZfnWjE/kD6M7kKEWnHnTOfuQtr43XLRYoVOBHa4NRgIDc3KU0kIeHwSCsWNrkBHx4u3zgUV2
oiWmTxJROEgDWLLcJnHUQp2RdC7J2P2sZJyxq2XoGBO7fteEmjF3DGpdtTNpjHa5KwSGEcqASmRG
7w8oj+nAaPvDYvLOynWDGWb8DrvhPuMXTtNs0DmPi9cIkhZOS5BqWnYpeKNViu62QXV2T9AQup3k
eSTdNbI6MwPbUz6MbAjfxMyBPvNyZWZpnkSmTqQTeVGU1pPbkAVieL2Ost7gn/xNF+kvrTwmp2Xx
f1V5+ydJC7rWy9BhAsmbnSvc6sE4GHsmwSfOGEEaEDETM4fXv1gaajk0hLCEVFe4l4kcNIiIniuv
LLhXyar520ONeV9yltY+hyZNuuMmHRB1SKODJVZZxrW/9jrIPb7zZYi0QzQV/p5j+2UW6BGe7PIN
Ytpl6VvmQFvb1nHW0K9GXPKFAXYYj/ZHVyfzW5t6/aazJZUXPZtBSV3KqrOWDK9i2twlvh9fJCRj
/FviGQ39tU0cvDWW9eob37/H3n3xJ7DQfJ+yTZTN4aOVh2cl7fke2SbkSeMuOg/jpQh0+d0LDsQh
aMhT5ygKfgKDqQMpdASByjraWPZKzNO47fEvPbNaDz8dZ2awciMmN0AHxxmT4iee0ZKwi4vzufWT
4Ojp+sUrOnkGZ6+PdtdOO8FlD5grUYW4MliEcU8/ysQpz0Rv45WTwtWpfcJ+TFj62fYHC7dtPj0r
cavQWUJnhYW4f4vBra64CpXvU3E7ZAngFnBGSRtPfuV46zhL4FBkFl/i1nX1wTZVDlEnnvZ5o29m
+2SkzykVn6GDwKoMHvWpLxEbnNr6rZEEnmRATnuqeICHCBlN2Y1+TES17OFu5Jcw9qdr4kTWfrA9
cn6xB91DG+ntrAWwCed5ekiopHicwnTYVqQ/DjnX4yuLKLUHL9Weei/IDkBkJtrTfP9IQCa/xKq4
m6RO9nOIIk1QoVo7dhXfdeW0nAaCZKeaH+tnCYO/LG+w8JVxoFdsmlIE2iTaEu3On2eVcq7lg9xB
B49fKwOpv8hbze/gRmR1lm66BqB827Ww/OisCTNzlxj5JoyGIIFuHM7jWPgX2ieMzYvuFjarltwQ
AnbsNROy9FYib+CfhhaeWJY1F5ZgiC5VHd6TAXVx42ZarhOlfwW9hx9oARixnsMSqy1vFUwOqEi0
zyBz6yF4tL2Qw4G+YbytCTy4um4udafR4uzhXrjFC0bU+NHXsXNGkIjxGage/H6hsnt03RQmxZBd
e+zPu64MSOtKDAJbDwfaNhhQ1wkhZ1c8JS9406oHBTH+nh+E+UiDEt+TbxzXReKjblYkPnjrG7Uf
yWERwS7VZWwa/1C4FTd49lSXcKzqx6gPxZebWiieSB7zcy6yZTX2IS68ehoP1hAHd2xdKibAwUOZ
jdLflhkAcbewD1wPbzTCFPnCiOarh15m48YnfHxqaOkhFNDAcCiUATK8VB0HWRNtFmh8m8719apE
/CXyQb6wi28u8oRJ6BC27pNqnOm7JQV0b0Yw5UEJecvlMrKyfaAe7JZ+L9gTjlzvgNelDElBVD61
kr1v46uL6zPtL0UwPvKoE4Pksmrmrbuk0/Q08i9CvOm6qstwzIJUhk5VuZRrwAlvmieWytUzEVjm
/6gQ3pWLvcRXB3H/3eTAqLP1jZ+h1prXprNugSpkZPDx+X1X/YCiYrkTO5jQz4NxtwRR73/UsCzY
yZpOtIc8KxsuWKJz9BaLqfvtVEXEkrZ34/FRjA5zYRq7zx3muG4zVMGU7GblTM1u9kdYglHm94Ag
dD3lO5eCRTQq13vWfUt6Qlu9elUdb3iUSkWsbjb1I5u4eqdIzJ0s1mDJMWvrDDvkTP/ZxqRp+DkI
snArduv8uR4mHhjJMH37Rb8PBJwuJLRCuGbB8MSRib7ghK4kPue289puyxfyDel34EdPRC6D34bl
0NZNJ2fd1eFjx4O0cuosLDeaXcdzVklv4ksQA/ai8YZduKO9qwXAQO/oUOiPTdmJ4Q7yqfpRtZie
MMTxrR+5sU1HKw78p65IxEeWTp59HPImvwXocayxpAT6I8swDbdLBPBcTFjETjYCU3QtBFg//ps4
G748QdMhoP9YY0yKANmvZc5agfOX6yt1DnyIAwpayqtbFA1h5x6EYIvr6CVoF1/ucrCRI8Y63VnH
shdJ+t1bYuCSZvH0+ApMU51p9dclC0gdj+BzXTx3fBhNku3BICLeOKOuf9GdPu9kUeTconsfiBFJ
JFoCpoGynyLLRpRTa7xm0vJ3fGDuubfsblOkN0ZZ6f4REwf67Uj0u2gC8522h9Bq/Xufq8KRGoHh
NyMvODSP6k16WsoNlfSkZ3k3cOmGU6jZ7u0VJJRDjTvtAlAIv5IrCBmOnvkb8SJ4qdyoo+6PC8tr
CCrziYyR+LYhPF2XaQrf7TZWwNKzAEd6wSY3BqV6N7iyOjXsq7+V3wBVzmtyJXLwpr1pWdWyevep
3YHucSdJ7qB6tSi/qxCp+RKME5FdDRBypITsWkz6XcCI2EuvPfmqBYujYUZf+xmm31w2819UT3of
9G28mlxsp2r+SrC1njPCBX+t3O+PaRGOjyZO0XmyhGmXE9pe42KMsFL0SMLdJE82drF9W/OVpd1q
eq14itZhN6onY2b3kFpSXdpk5hG26Nsi4wdHRTrYFlwmg0vGt/JYBc57OafuZ0u/3e9c8vzgM06v
82gIuXUiOjQRu5S2juVmxHx7CJa8uAbFuODFHl4Yu6FvmTKY9ngS+BVnS3gRFkmz1TCakPIKLzzw
9JPYJ0D6KhNWkqEaJGUfhtdsVntqA9KfQAkhUZxarQrXHFH2Pa4Zb9Wxo30PG11cky6dLzblOBts
DwrWIg7yoXavfVunJwr0smRteu6sboGJ2iivpq88p7pkdPsJwwby9CJ99VpEhO6mIHixysFfG0Jg
MYHL2STEBvoM0cFBbQUSA0SN4hvQOzGee1+ZeLMgUaz57pICrRDiWrZuK9uxzxpZdEOhQXjQtkyP
RUlV7kp5LTAzDq/1zKH7VkzxsusD9b0kLkcGhyMOulG6z1lPQ7QUSDXkLYJdMo/LcBttbl+6orwn
gxy9S5niDU48vl6Jx7CfTBDw2i5NLx11itB1vN+dl2DBwx7jAAan4ibpR5a75hZzq3x94OvlHlhV
+9ArGeJLHsSHwV3CZxPG0TZtADEI6T2RmB3e0rLM/vZqdm6otbH7E42zS062Vb/ndvFephsJ1fIi
5zrW/fgXn8J/sHcmu5EjW7b9lYc7fkywMxptUBN6I3f1CikUzYRQdOz7nl//FiMTeOEuLzmUswIK
uMhK3LqZFqQbrTln77XHX5Uq5C7TYsx0tMSxulRXpe6P15rJZ6YC80NgGvcxbqWPkfI37Ao6xz8r
3Se++haQ27Vyzaq8ivgzRBe5Vpd3tKKqtSbQn1ga3ksYgSYwbKz9hIp+n5LwpZcElKKEVPluTpMn
h8yJbY8T+p66ZT9sy5rDhd8Y14E70/S1SXC5UuPYlSBiC2u7VGER4tJijdg/d7WZu1CiZEM3eKQX
MAKMlbptcQKxivCKTOXPbhiGxgqJSPucFBgPIeOKJ6YGDprKTpTnOs4uCVgxqr7ij9TP8rpDP0bR
TyxEm9neoH5RG12fi9rrM8xbXqWSYGNyK79RIK3vsU1iv29qBK768MKs19YzJ7RHAg9xGCsUJ+HA
P+uG/rATBccPo2vtl5Gewc6BB4MdayScUtIyf4TFET7SKhqeBDX6fURA3Ye67TkhVAmucGEXMXmP
UW5+KmglwDdTn3W4H5fSV/ZVXfQ2XMgg/MlpmXpsmGkJqIWQzx8HxyDCH4WdkYsM1GcmtaQngq1N
6n0B/05ez7yMuxFqJKjgjK0GPeGUbJsIH3uOpQ2qXlKumWW0q5q5emS2+F/attB4OIBHd3XntJTz
bFyZjmaFDjeftNup2ZR7o0IZnGi2s0NrGq9KK26vHSfqouesncJLfQ5SwktqcZGUC9wEgvaN1bb1
TW70wr+oabdM66jScwPZbxLCm0DWE1RELNmAdmiYIsnvTV0bL+cK5QaMCyffgY6Yr1Mz1sE2aWMN
omrGIPQl1qlmh6xZY4QZMI/I+crcznEwJaJu8oYJ3NuD0wdme+M0lXiSBaq8tR3OHYrmnkuN/mwP
ru8+wAYNrGvNYVPchTR3+2ijMj3hQbGNTuNlEeCaeBpI/3FvugTV0ZWdWT7WfS01MXQlYdZ+aye8
VXdoybDV0spdwvwq226/TyBT0PWifdOyz7NWkejjGa4C5wvp0IoRQ/ews2T4okrdSAAYDJq/oelL
HzZNZvhWzIdOVHPmTSVlDbuvMI1pzXybm/ATdZfolIji8iP1GGJSDaSFYJ7z6Vbnm98BGKnD/eQD
j1m3BuqZUZXBxqgyTPYdJJg+0iGMARB8bE1zl6MLdzihjMJIrmNa5b+oJdVfpTNZL0ITqaR4ZjoL
9WIaf1KhmH7M5WBctrpyXnrDauXlkGFRuy8mLlvbnGRG+3IsKubc1AjzR4kvAWq60jcSZRQtG79F
zOknmo7He5h+OSHXpdG2fZbriZgmj6O1EpuR9hGWLFcY29blTpQFXbkT7CVkORW1YCvsaDd8aHXf
/OWCX9vXRsL1Z1RIe+KonnxKFAgxIWnYlNkeRDmP7VXgmNLpVjQlxHQnohJUWQv70jSvw3GIzM9d
ZaSJho8sGaMfiD5DqmmmE9dd/6QlWMCJRDf0AFGcNcmuui9nbVrMf6mdouRKXTwdWEFGmVy6SiUL
EZ7A9njrum33wTZL3YqRF+pkHhBM7waU/MPORxW3kWGEiysY00+yNvHtt2U3NmuJP/OWkvaAmF7m
WTl9CLEwrBw/+EojoQf1NEuIK8RLx8CRqSJNa0P6NJo3+Euz4BOLY5p8ahouX1izm3SnCMcE0MS1
sdgNULGoK+SabJFppEXAnqlZVtBueij3/V08pHXyhIaIgCDYhH6v3f9nUSK/S259E32vgT3+ag+1
1b/10v9feP0/TZS9hB/895rsTU2O1M9Dvj3/wN+KbNv6y6A1LpWJfnPRV8OX/1uRbTl/2ZZl4QMm
mN4xLJMAgn8U2Yb7l05O8CK9tgxFIgr/0D+SbKj4lmNjGhOuDYPGNt6Dt18CQA4iEMgMMqTr2KZB
n9Yyj+TYkdAgfWiu7bWuRsssICo5GbVzSRJHMSRLKsbyH8axpLJ184igHzZJwUeO32lJWvrcqnTc
4bfpL0Ma870n2yE7EyRxpDJfBiSGA7W6TZysoxZFffn95UNE2/C//mP83xE1ciZnjDdj1ZSeGmW5
J4+1vUxyJz4z1Ks3uAwll8dDOG+57tFQ09QS9Ut7weuqJP+6KMxXgVaGT3/Mp/u/f5H/k3fZPYLG
dvkzLtEXBz+U4jfHn8s0YSbRJDh8IsOZgtAYO4FDWpX3ufTJLqWcUCPy0ypKxEXx06d9D4O2M60t
neIODmeTf0ZqSunbmNOvb/+BTrxh5i7dBBDtzB58AQdvuKHzU6iOP09sC5y7pvQBsjRt8xJ0QNL+
xVjCxn4gySNR4mgs1PQgI2P0g42j5F1ZDd1TKROxjmTKNvr2WMaJuUoMhePySSqdO+zy//9j6gxs
MxPprcQdNzEeMXxLTw4CXJhrRA2LnujcZBbVZai3NKJrg5tqpRstIlSTqqIWO/Azeh99AN3aq7iF
BWEjdbt6+w95Ys7BLWOymWjZl4CWwz/jxA89szNyYUHFu/EtDl2lWXTr94+C4FxxLHcsMgeWXIw/
3gRS7U4CK3DAszhACCSX/EQ6RE28PcxRes7yrTKDWM0crCEmbpPDYehw1NSeAwcD8txunbkL9rEL
9hsEWr23MmjgXoh7ZaOEaT6+PfSpr8rVuRpxQljm1m+3yh+PaNrlELcBPU69DvFCxa2Dap1tU257
NHF3Ig4MvHOgtVYdybaLN7RuOFtJrhodTbKfPbkc73/rzLrFicO7lyz/h68j4JbmFAlCDjcT/gOO
s3FdNm52Zj05McsxR0i0PUKgS7SXGfbHg2uhNQDfghHVGlq2G7KZe44e1fABMgd9o833/P3td738
G48WMOargUedh8OFdDSiX+GoLtB7A0Amg5L3CKzKFmL9/lGUDdKVLVWZtjpaJgczMoA6KEraCYqt
EpyFNxWau/0XoxBpZfJlMH3doy8DrIlpjIDTaRaW/T1c8WjjVujZ3h7lxBLLkZJuvWOzSFPrOPqN
zNlIiXMVHgcL+8II4SeAgSnWgwYG/e2hTvw4JO9Iky9BN6xXi55E2OpoLaK5TFKUcUfwpjmNqzNf
+vJajqaA0uEfCSac0ul1HD6QPkIFavWWURoO7BkVI9Is6V9QAytq8zEEcLlKLfe+D9WZBfPEq1SG
riR7iLRs83gpcwW8Aq1ERmAvFKdSNBnZn72DezPXzmxWy2Z0/JCmAFbiChK68LgdPqTMEtmObOVe
vxi2O6dfwxBahXqAEi03L6sG8vP7fzz2Ap16q7DZFY4WUEEXt20pOnvggIGyUBFdcxs1zjzXqVcI
4hAjoMFyrR+fc6jhVrM5SNsTeW/tsJCE267N6tuho8z99gOdmidCZ1GyISO4JMkfvkJaj0Pv0Crx
Rp0IDgUuY5/p3XChWFyAr0AwoCeTPtVz0G/10tbPDH/qSQX7HvlgLhPVWT6WP9bGomjtHGMfa0hG
V0lqdoqEu25vUtRjZ17qqckiBFYSxyDNzhZHh40cnxQeTopDVj3c0Sr8MEVLtbeefzl+fO0GyIbf
frWvP3QYbovP0yLyjBvi0avtclZIUkroZvuZtQUSbV5FUSU27x+FS7xczidU6aR1+AbxxzUY7ZCL
Rgb0YNkAgi7o316/Pcrr30nybxfYyFmHdSIVD0cR2F8IVaCfWheV8xjrofreFUP7I/Xn+eLMUMu/
6/Crxnugk+9nKMMxTXk0J8wkrHlUbjCcDSVRGZFbdmuq8JgbELGBaSK1hqgFdyCUJxO9RQuPv03X
RjXoCADtPvpK0kBC30MVRGYNDTa5lVBj+wtdGET8EaVRs4qNLgNPbGXZl4TUdyJbnRTzODJnlFkU
cZK12dIRwRGuwXEP89RaRcRJlKDaHWIb2sIUT/5EhwphBtDVRRYHRK2FefjNdyipWWyKd0Lk8afC
pXXpaXpP+ZaOR9fB8xIY8uFVcqZvQeQ224A/8Rd4+l22MfNIXCupBTwjRvVLXyL3XDOvUaWALwT+
T/sNEk9niTFa62lmu2cSJk9MXMOwJQc1nZMiXdrDHzsldCUKA3j/VJDMm6wrv7qYP/ZnfubXv7Jh
OCw7sBUASxxvE6DxikYaglCBPsEqYpn5zi1pu1dZ2pybUSeGwlLtKF1gh+YCfvg8cRXpdQGo18PW
mF6QBIAW1J+wimb9lIozO8SJc64kBJPIWK7g3Bisoy0iT9HoDSk3qFyW8vvQCYPOe0pAfT2WSBk5
nPWks8HNXgF+Vr0Xu+b0wwqb6CIYk/ihwrN35lX/PloffVG8Sbzeiw/cIvnj8AV0pWW3BWdcNIxm
ejnWKabvSFRk3Ntz8l3PU/emAt9VeRb9cnc1NMF4W7l57ni2u6iiggharzdaOfewFPr7A5ItfTqz
XL5en/m5Ydi5XAklFvij9blw4WmTcC54Q5n5rQHws05KTfzi0m/+HNCs45iOu5/vn4Uc/rmNWJIN
XR39WDJMIz2kpI0tQFjXWdzZGKsjYze3iXb79lCnng8KA5pYsnpc83f04R9bXWLQAAJyKjxBt9jT
XbxjSo4PdVT8nARGoqGYz7zRE4u24UpFtcnmAuIcL6QWbscsDpZySTegTCyF+ZzyXyKIHbHmvP10
p8ai3KSY8+zjwjh6kXneFRzCqDizDXV7A7PwSgwW3KeKfuC/GIqZrKAksIBYR8uTy2439wVHlpna
/E5mOrMj5ebW4lT7FyMxF23BX0xlH+16w5xN8dRzj7JJP9kW7Kuth/SC7Asup8mZwU6tukrxUET6
6svKePiRhhJ7QI543xvg5hDeZM9bLszOt7cf6cQoEFq5TymX4g6RrIejYL4z0O+zOiG6zu6SOil2
s97AavwXw/AcCrOOXGgXh8MonQQZbVgaEJQ19nloQgmIRn33/lE4lXAoUVx0dePoYUo0bZ2pW3xS
bdM/gMqaYF0p88yHuyw8R6unyXXaJj+aKyg1wcNnEYNeEEeiEQsRWuyJdvYLB+y9EclrOLPOmRd3
4jtiFbKWjZfQcUsefUfQbCd/tBiM/cX6vGjAt0oPh4s6NN9f2aKUyuVd56ZhE+u8XA3+WJBGW3Od
GMC1J/XAvUb3jg8sbPoz190Tbw8QCvZRCk7kzR4XFAV+T0DG3GVc0O9oZOpuP2aj/Vi1LhsLwpoz
xdLfK83Rz0UFzUFurS/Ppx/tI6NqJHhCrhR6mSM5lnlifoKU1V5qFKQfEDzNP1AQG4/GlABz7IOu
3xFVYF+8PTVPPba1fF/MS9vltn/4cmcL0brPCc+rIlB5EKdLFLCa+dy2Ybya/HY48ymcGo+VQ3dN
PofXOdUZ3whZNTx1UOukuCMP26ohDD+2M/YrFmzt4e3nOzFP6YggQnV0ajOGc7QI14gqUIWyjiDA
67ZuB2bO6ANnQ6nt878YieqZSakEe5xlHr5JhFG6L4mL8Fodis2A3n6l4j6/Srt+eHfpQlJtk9S0
mKrLOnw4VKAKzQgIwKDMbN8T2SqftaCakUOP57o0y89/NEnZuJQC2oNnWxwv9uTcqtj0Gak2++Se
XQHopgYQnZZpj/IWv1uv1w5dxlyeWWBObACUuKhxWVT5JTXtw2fENzGg9WHN7MPR/cg78AEehPOZ
6XFiOtpLk4s/OQcP/u5wFEoaysXDwzImoRPC2vosIfl4gRH+RPn7/gWa+gWLJQUE17COaxiVNXMx
A8DgOUFcsheQ7ifCBDlVrA+bkmrKmWly6hXSaVk6ibS8aOcdPhwuAG250gkvqSs8iIFML4YODcTb
8/7UKJLNS2elp5p2vLlx2EpL4HQCsW74MfGdjlS2s1eDk4OYOi0YzogslkcnnAxEcFOhaYDZASPa
KTtxW+t4Et9+lFOLBVV/qqs8jXy10xDoU6GHdwXMWOle2JGDwKGCyl8YsfYvpje1EIF8TtLRXcBb
f25qIWFSnM040M+lH3NTHtV1DFLvTLl4+UiOP19O8dR26MZRYz3apesaIT0YCI43REHuoEgFG7eR
i4RrJlsb0duaPKzrWh+YhIVztkJyYnRObxwP2LdYP46eMYiMKehQ5SLESvTntAQoHHXKvMuV5b/7
CuFy7LGoXrHUy1eXFj3ugggVCsfF3iXBAkLhY0iQzAUY7+DMjvl6SWQo2u8GVbhl/T3aUYbKDOdI
zFSstb4KV4MFcQfUg3iJtFGSvLsUy1GsLi3D7dvT88TI3Fs4ELOAMEmNo++5JmzN0dzG8lwXrVXC
JfgxKYT7kTsoNv8Q8taG0160nieTLs7bY7/+NBY6HKcvg8WSnvPRUyuYZVPG7QLtJkEOy8Vs10JG
2k+FnM8M9fpbVzr9RRdtI8Qx/nL4afg+8rLCpqRFNqW8T/Kh3WPWfP/+wuWClhOdUoNv/njZosha
xmPKA9lToFZ4hoCzK4jdb7+2E88CyJ1WKYcCvvXfRZg/zq5w0CYWZo7jZqq1O6fKCJRrUQK9PcqJ
H4epzypC25Rr+3ETRTgFSscSFa8PY2BjIUGEpQ+GvGns+UyNZtkQD1cUZemmTVXdlktB4mhFmUJz
yAbq5J6ZNdFT0HVoW8O2ewmACz2wRgMXC03j3RsZg9KUZDOjUcPifDQjAuwaQT1S5AQn9nWccBXm
vRZ8e/stnvitOGYsyjCKO/AGj5YrY9LsCNcpM4JrNI7ayV7TFJrePyMYhSWZ6xN3vuNRysLBnAwA
BxBf7G/42RakVDqfGeXUjKBsydVs6azSmzl8Yw2vJ0xa0yLroZ8RWJvzCmbZvELqPZxZek9U7VgN
uQhKjjScsNXRSW2ga0b6GXO8kgQuE3+j5xuNYFCg/Rws9yM7wJdosJ1NYyyeMjBJP7iqwpWtRru+
IDKTDLhaDB/iJjfXg5jsd5eJl9VaOex/FOmVe7xsOsjkRs7LnjV02c4usGg3Bp6lt2fP65Mko/A9
UPChXcrLPHzjRPj68P74BgMZOJ+gHsDhamY406keZis2yOjMT3xiuto0s8EMLi+fovHhgIScqaBE
3k24gaPfQHvEV4q7+UxD5dQoHIaWggK3NnAFh6OYWgulKMLylsjM+sgf4zNSxnNf3ola9LIQCwTY
CtEFXaLDUUamzCTapYtRlDaMCdfZOzMK66ZusRfIKMg/ZUlSrmpYCzeQftIfcxJ2yRqwRXMjZJid
WeVOfD5UGhalGLUnSrxHU2aqXZEQesKPyeXyA/yn6KJwqvYRcpV5ZlM/MRSbD7W7ZTkAp3r0M9rA
RfTaRNsRZ214l8VNeu2AF8Ps6ddnPoRTQ1GGQoqCSpAr1dFQUIjyv1twWD+qb66TL+gEv1r3fRrF
7/8c8KDTHVNUVGzKHIe/aDdoRGM0NBV1bIa7CmzRbQiPcI3RV9s2E/iltz+/E/OUnimFVta85Vp4
9IspCAocXuA6+pUP8wAn8s4h/uHMWnf8Bnlnggu3zoa+iAmto6cilrJqAXXT8uvoA1VtSMavG0RP
caq9V0NoYWlZ1AmU+/mpzOMp6Ey0/ZoET+5I124FFjDejPBlz/xMxvF7W4ahFKxzzDLoOMujxRvh
IWk3PcO4xJSLDF0/qVp423HhEPBZSyxy5mpMYMGJ2Ngq2/84I9Ofg3pNrui73y5/FrZ4qvKC7+q4
gmKmuIR0SfMWOEaxsgLbZJtvXZBOOMHfN10WjRzvlyoKqgyH5fNweg4kXSYZhAEUVWWMvz1srhq8
22ce6PXLRW/EkcKxf3fY7aMThZWmVRbx6XtV44xfDUEEMlTDz+9+FKYkzhuXAxnJKUeDYKIMiUzS
oSsoSXZ3YjYrW0TvPbZQqjNYlxXeBaqkDHb4wpxygHMx8MISrMUbYAnTlchVcu5nsZcX/+f5chkH
EYLFzYrFl/bu4Tg4gbOBprblOYidvxcoGr8SgZISaV3IDH6XhEFQqvEjjEv1Yg1G9WJFRUxfDMt3
5IXI13r8IRkO2qqQE8g5X1Q7fUjlZdqPOnbBbCoTgk5LWV+QvkwI21yUcGKisr3vjF5it2joB+05
A+fXOXY/2vNjb31HYq/NmyiYtF3eF5ZBeMFkdSviRLHs1STmNTgZatlhVB6q61AMoHErJ2y/kPzM
OS9Lxy7YlUNf1iv2EHdH2Jv20nQKhlPfZ5gqR9OJxDYnqBGOW+pCJ9y5IDwd0gylGdyNqktu00lO
z71tFN0Kdb+4C/lwm21KZLi5hZ4zE1CmT3O9B6SMC3+Emf+paLvw0Z2iclop4LM3WV1ZT7rbGi/l
YNrE7KUVWcuQTCFNjRxd/I0rxvaGA0HydXDbatwG4Wgb21qNhrqpwFXkuzAyi3gfJyEJz9A47eDC
d2O73FruqCB12CYpmppRwn1rRyd312Uswv7CRG4VfAyrYWxXtVOSEgg7Lb3KsJphem+jDK8ThmDC
mjSsaSvHqYaXUi+NZ2sayPAGOaQqb85z9WSL0Wn2YVPM30PLQXLXqLEzVyxv9YMIU6CMfV2mWPfH
7DPHFrKcSOMkVnqqhQ0bOCkx/8OyHUhTdtPqBpik/WyCwQcdBmDnWefvmectZCUyOUyiNEccH9u5
jft63eO3ZK9G1ZxiKZlJzi1mZNggRYah8SK9rDSQiqbzzY9z87n3o7rYBV3O/6KXxYiLTYrqR47H
0r9BWQURJsN59xQQXYrjHAraJ1lNPdZPYMYfZN+596WfWHuQIGqPJ7eGU9QvRJcR3Cha7K8TCRLP
lPAbx0OCmizejnYgC2q2yLcDajBUKyte3DHI0rLxAsuX+qFjXCE/NCM/cxW5Lnn3Loyvb+xtyedE
98kIibsKGzwJ9/m4UiocPtSin8t1VXLi9BpZVdkl1bMA4CaEyhh8DfRFUh16+dw3RWx4M//8976H
lXGBU3u8zpVbY8RrVbxL9TL14WbYGOTwShnKy91q/AFXQ37DniTYu0fdr7dWGYefRooNOflZTnHv
ILRxSeApaousltH1iXLOS1sjP6KE5Ee7Yr6uXWh4d8gonJewjgizG1Quqm2bOG27KVoHgYNd5a5z
HZtuPNyJprasJ5EaM3QRdwqWzMkU2Fhux+CIUkcNtYdpTOYPyCSaL+HSorrAOhFhm7MEjroYb2R2
E8EJ6Fe9VpMwa7su+TxjJYBiVdH0KW2mCrN5nhSxS9ILvHDyi8fiOneyZNiVKA8hqNPL+lKHMwFE
lZxS1oc2741VIohE9Minrz93+th/CAwB7l7xLva5FbsgW5rGjS4hJZrzujUC6ZC0k9qDp0PxZJan
KXwSHX/JsHbrgJRwM69bCcER29W1CPXMgC7QgU+ssGbCb4j58ebU/ppljv7I+t98LUHNGSR7VmKH
vq9c5EtE+ZQ9QRpbqJiV2lghfCSuVXVSr4ivbe/iKRZiNQJ+xOSbca8gCTMdn8MoCe5xOQO2nFpz
7uBnpjCLp9idWk8bavErXbyAtkxfDKhd9wnuUnJ04YhPF/6Y8k4CPc6VN3E9INHQD2EGVbNbBKtM
jZW/aYPIumszUCfrNp0xZqsJ0Js3RxMklRaxb7DLoLxMwWZsYXzuqYumQbyayd0kI9TvHwKjw2RM
oo9rwyzFTQ3huDW++oZtfK07loLLzhCj9eI4OVfhfe/DB7soXeXfTHy/w2rIa/OLZvSgy2ozMsED
4X4kEX0SyT31NOZmZdVNtE2E5vCyDRfWS6XS5oFIyhhflpt07oXZcLsBrImlbAMGbLqtFQbXteg5
jq4KQ6/GTTXm9q0W+eVTRKgPFAE0NIDcwq7/iYRrhjcbWcNjAlc8IvkwT6twX7W1/RGAB/EFOA11
K/s1BTXIeAhwM0HI/TB7OdRywpZoNJkbPg1CPzvu80CuDI37rPJ1N1r1FrAqQl7VuKpy090LMAMG
GdOV/nWYWQXWMYG436ApLpPJGNOfpe2bkNrFaI7bhmI3oVuZjbI3KvrpRYOz+zEVRYub3nJTwIV8
UNTCsUTXq3kGY8X0SQmYRXosYX/TNZfQvoI1knz/koipJCEawuXPbgfxpGATOeU3YsFJPnTR4mC9
tyvuHjMAq33UugPpLVXWUJy1iSvyeK84REdNgUQdRj+5AFtNYJsRDfOGLazuPGhmYtfDGH909SQL
+CGdkehh+k9ibQQsGRubJe+hhLJGUFjSlfaKQwHU50BJbJqQX7WrBBKY5pGL2cETjUl9mv1+JOky
qapbYPD1bQdiI4QDPhPPjA5eraqice6Z6PO40BRE8d2wQgiwNlX8HoIwKr+bZkwK/272jWGcCUr2
5S+I0Jq27caSfGDS1SF4N1hM7K9j6rTpBdNatnd6Z0esHaDrzBsTbiNe9tkJnQ+RjaF5FTkAWbdh
5NvO58ZMgHTanQbY0KzTlq+wmUV8gxN2Mj4oNQiTEFkgvHuuPAVRvrNMy60RRoPYYkkMCIZW6fBS
l5Al7qa4sz6Us+/7kzdmIWjCAtyMsfGlz1TlRizyL13UW7/ePhC/uqTBbpeURNDs8X9e2aKsJGlY
zid8DNNAgJMJSz2xg+ROOkNw//ZQy+3o6LS6NFeWSwvCfzoPh6dVzTLQjYDb9CQqU/Ylx1k7IAKY
lq0at7XjQ1IMGnPflNO8aZou37w9/slHRbRAgW/RQR5rCIhXI7gua7jGkCK9rVoBq8G3xrWbQup/
e6hXdxneKt14rvQOOy0H2sNHDZO8MAm+sr3CpwGsGfZ0UZXt+M4SBcd/l2qTjvmH9gpit8NRNEfP
fTmwc5lNkWxiyemr6+wW0RRZZm8/0InfDjnnUi9AxkS34agaMutuOrdEfHspQDfK2RbiWECcE9Z/
x7plIYu28VyGN10sS5LYfPf72+OfeqG/mzlIHpYsnaPxq1gDsWxxOQSiUl1Mk19uBkEb9e1RTs0Q
bC9ULbAOIUE6ut+XXQaNQw3oeuuiBD2lwbKRHCwmwsDePUMoztPMoAOBlOrVFbFuScMD5IO0I1Lx
ZqYrgC9fuD/ffqDXr20ZBV8DOxvVpd9evT86KoY0OMFQcSJADF212bvQvsa4PfPaXtdFjMUSghie
/2CBXby+f/Zno8hFfRAwjNakA4m7joQSFmRbtgPVr2uoqbdjM3acNPrx1skMDTN2ksBBR2yyd5u+
p9AMeE5qKj/TDFk+gcM1h06+Q/GJI/YiBz36REgsaOyCAzTkPkd/CXqhbXU24C1sAgJx8agRANfB
/n7/azeQBy1SISq19tH934egSXot74N9OF81GXzLYQytM+vZqR+XFoRBS45ev3PcyBqTbmhZOW2v
yzN3Sx77J3iz5xoWr0sMeFMpzOChxnXE4xz9tA0ZLAFIbAi9hICErdF9Bgipe0aTyIciM8a/H+p/
HfD/MU12gf/eAv9IotrLnzFmv//3/zjgcawvdaTfKlIEEIvA8x8HvPiLmrupg8qlyEqxmiXrHwe8
Jf+i7Y5WmH/SYJMw+en+ccBb/PvoTSNVQsVm4cFT77HAs6vxJH9+ZovWkHWM6qCJ4YjhjhbOphM1
y4oGLtrSMgjUFlk/8Ph162eeTgOQYYu0FEChjZm9UG+CkgN/oqMGEiweL4EvyBOcgpKVD+2fSxIy
woVoMXbkJ2V6nq0KMDzyakg03VzJsHS/Y7HL/e1YQwglI7XDfX+pOi2CVB4SzCn2lu77H9F5JGrN
rZCaltfObrnkfDqhJBu2050xW6u2MqpoMxnwmr47GWd1xyvJUVTZ1miBOee3Ribt7jFaLGkxuY0A
ajdm6zgpBZm2CLJfFubb3lpx+k02VWe14y5LZdd8GP2qTb0sDgWw3ro2xwxIYDKKX5bR9S6xh203
JjedGmv93tUM/xtwKWFUHkG7Fk6UDth++1wRPJbvnXyszIuplXRyjZgcF5KT+tqtVlrnUjFAWjHF
X4NgnJ5SQuvvqo7VrvMNAllGanW5EX5vNOe58MlkCEhfhN9ybabtxaTrXjxaP7sofKjSQUKfyUHD
512F7wUwLbdPXAJuXNxoAOg/zmFDmRCGyjV9SmsjijChiKpd88f6RMQW7zQqK8Ln7Ms+Dq6Ctn0Z
AQyWwTbPoRWRkAUBq1vprj8B6MJDWNshuSstrpiACALTvbbTaTO39k4WyZYSsLWak/KZrNObkjds
3mhZUV0OdXMHmtLu19MEjFYO4cMQLJHeEFstj/Ld5Tg2t9huYDDLhREpOkBL45R8nu2CrScU9m3X
G9d625FkOfa+nHZhIh4H/pCe0QXPThhauzrUkofM7CkKTb3JNcXfBUNdX2QAuTaj6/JqbftjuxTe
+ljGXmaG/kVfAqqrWv+SMBJudVNj3iRcK9Qu8i39Wgb5IzZisjqz5zJpg7VSdH+TuoNw6HAfqYiq
KsOPPck5l45TA4qeKmQqVRBe6eonwr9gndMMzDz4keQXDfX1ALUgmCXlLc3cDP5l4U63AWJYsSEx
3n5CzK7B1tSDpF4bdP6IxeIaRwF/F4mau8xce6BU8m1fj7eRxKMO+DAlc6W47S0dGHKr1mGsVgV3
yJ1wpg99VexkSQrlQGjLBTvuRyMdtrD5Wy/zs+GeKkHpsR/YKyN0mAuRKDzSk+q9SCiC4LOfupsU
nwH/5XQZpt185ecQUJuOv8gGRDgR3s59pwFq3+uVcWvlFK3UFID0MaLym5HD2aNK9I0UbbtcqTD+
IaFvk9Brzy8NqYLX7VCOa+461iWd5ehKOvRGQZaDok3GXelbVeqprmpWxJCZIWJd8nwg9sDsyzuS
cjLrJhYGFvpY82+azlYrM5vEmqdS9yYMsH6jYpj7W7sZXxIj/TFYJBRT8zFuOf6nOecXbbou+tK4
AGYxRquJWLF1ReGcFr6ubXAcB+alDMw2uOAyCf2XcDsSVtp9bLbDJu9MI9iaVtxY6yHnfJv1go8t
78g26MCQuetZTRaQiCTou+vBiuPsLqu0XwTokYJQ4nV0aGRYEekr91PRPlEIc9eQwMENEJ5ldKSA
tO1Hrs3A6Vlrr3XhXwa1/XmSeap9yyxUWp7jerVb7GODMCJS0jK2eD+3vjeqpR4KA/h21Gp1gxbk
NipYCpNIQSD1C+3edsLLOipvo7yxr1jPvY7K2l3ax/yPXK1jRSMjQO+x12o6v2bgdAspy/iVk0O5
hiwJdLWvfoIw8H/VofyaKm1j9VioaGzQw9BLdzuN/ie/n26MZAEgU0j+SMEqIZNYVfuYqJmCk1+y
CgsoahC0suSFWxe5zPkQrAlHjda1DSE1j+8tjcpAEtSmV8APh1CgGVutM5hZHXg/gGFEgkdLuDFp
k3ic63WZDFdGPN80dg/pXwsW7tGofzKqKloRehZqD0ZAJAU9oJSlJuDJ4+JRtmjaZoDaZbNLhCAB
V+vWnRtS+Gr0C8suBTC3GCInoQhrx8HyuCsrlgwMu79GUa1Yc8R6btgwgOJmhC3KRypoX4Q/fJai
kNeTem7zakdXmvQYGidN2lxTNqBAOO875XSfKYzrMFu7PdleYt6PqvD6tLpLKsLak6GhmCCY+0X1
jKoc+pM/uqtFHMPlv7wCLz2uuug7Kx1sbdIlbzBg2B+s0Q5+WP3PtEw3Fl+1yUm/Se4jFocpSR9U
O3jCGC8IAr6W0gzXVPbvIhhTXkqB9Ktoqg+Tyq/T0PrguC9lK/prapTrsQFzN5MVVzU3erGEek4Y
6JyiSgGukO+mgu6upGQ3hMZN9v/YO5PltpFtXb/KjT1HBZDoB3dCgqRIiRKpxpY1QdiWhb5L9Hj6
84FVd1+LcohR8zPbEbVlgEAic61//U2j7cY4PSZiiyHaekijReXvtKBZomCjDii8UO33Crbiwagx
atKUJ3g2t1ap3DF5RpSQy20mgl9svn2wtX0rXwozvIsiI2Vcg1RYeSu1Ywv+DPa5pjj42rmTgg05
5GMdO0K3xFDPjpINuXlp5PVV8pN5y7IoH4X+w+ljmNfoaOPXtsQ5cyjuqA3WczWuyr0fYWjMLKXM
g0dCsPnMCLJsm0WszKQzjfQlxu/NrVQeMkV+rdptJOIrTKfZkn0vmH45lrJkRLO0bMVrh2qd4qGe
5e2tNbH5vEwkFrbsKLbF2W7ZS9u5hdiz55M9UE/iqkjJg10p7gqLvu05BtiMo5g8vpI8HOJ4xHDV
aNXGsn+SBHXnRPohzIpVUhG0JwD53ZL64pup3GS6ASMKqxZKgtabcAjM2nlX/JqktkdP56XuShiv
Up3NbER0wIJ65qJgeoaNvZyslfT1pUlHjaPqjZuWAwbOPfkTReMWx6kuwPaMndDEOsReOR/cu9Lx
lzXuZa11qOqQqWXAgHMBHrfPC7jNVe+yVlRRHmM3oRahRkbkaM6ZPrEjPYwhdMxesy1e9uaYLxhL
bsK0xk6d1ZKOP3E563Z9mxLl7ROx6ph3dGg0g5XmN7zskmMYw8DjVCliaxrkWxSKCSl4pC512nVf
1fW+iBu+/bx5rkeDqVNZ2BGhahMcHFzx5VH00X0m78Csyf7KtMprq+kOwPhak921aFZSJ6NT2IVK
GCxD24VaJPemnpVfBt3trixMXJeJ3ZXuMsblrjDe7HHWFAzbgD9hnuV6fZY9BFQiSyzc26suHyPC
LLV1lshrCT910ZfjjaOGDxUJ4J7Jecf3tyUnpSBgiFy5HoSDHAaifJ8N8rl3jORY3YaPalpalD2x
CgDriPB7KKytbSN5DkLKw15/8MdwFUbuRq8YrNj11jDTRxDPdU60CkMgdQMu/sWIWo9YVQxOxa3R
HCsxr3gS3cpWX0e5DQu49rI56bTAsjhSIXcHPBjsrONtaOO4rXbLrHSuIswa1xMObD7F8RghE+lZ
rNFwlVqqF6ZqA+UDEn3GMJ88iVJRn/WIWnPQPLIBHzKjuI0JEMVXU3+qVfl1/itLpl/UIXlABP7i
mgkeuc29oqlvjdI99WSvQzZssfb3OwIMoBo1VFJ3U58/lNjnVWm8zoZqr6baTtGZ7EVz/DgkD3UQ
D5pRPw1q7unFjzrl87INHkecXaupxQqwXrR6+EZ80jdH2nu43itYW5C4BnetiGCTR+XTUPjkx5lX
bRHgiNy6Gc1Ibq6CRtWfeps5mUVW1wqLiZG/rdhz1YGkA0JOUEakWxEZK+KTl6rShhXRV9hQZwGj
oXhisjQFa5oCDLaHYQOx7KXpInkdCsItfKl5JRV9RWxGOkarlsSVRk+PgU96n/4NG+Frwukx8w9W
mY/9pRWq3KxYWal013GBgzWxMEpWVgGz3yuMt1djHH6bHGuEmjLi9lOq34GDvUFEZIaOmKMUd7Hf
EThieWFN0JmxwzTcUyr3u10rjwTpPgZpR6opJtZZai47a/hhJuThCHdhlJIYHy308tC9s+Ju8DI3
83x9uo5dBtSTae4UTP6vCe0g0cQsr/CoYBfSqZSvwibBYUo3n9WeaLFyXAmRre2+tHdIu9e2Pd5D
B99qtXE7hfmNjxGlT6XCLrOq6uIlTaxVycneQy0SNj6EXYcReXpT+uYunO6w/F/YxjOMexjFb6Rs
rNopP0Zjt8SNmHhcSfHXeAPPyMjv1Kxd4HlcMK1itNRTVQXqkcCVK9MECeN0SwIHt9PGU7P4hdzV
vWIpX+rmzs6HByTd+5oBuRZ8J9lSeMOIo6Jl7ZOw8+Km/1J0+uxmxukxEY/6WI4O54MuJ21ZB7fY
IAbEHShvls4A3ZHZspPT2iel4NrSBmbA6EWw8e9GJtIJJkDtDc7glHlqUtDh+LIe6YZ0J/5qt4nN
RmgM1OItAdA/0zBSUhgC7TDdhwVjTIYypWtsbN2n60Fyq/4i3RNL9r4J7mWYo+ol95XRcymzFxet
KmkXaZO9SZ/52rKKY46XTHdHHGPJkSHPZxyrfUiM81ZvyKb3lGDMkyWWmFXNzq+gOHGyRLvr6OGY
cpsakQKxpUMopcqS33GnjKnyQge/B9sPGIQnvo+BJKa5cybPGMzRZCILX1IHcviaAFN1p5sj/jZq
21qc1imTnoUT14q6zCq829e23tortfCHtW2hzWMAnZshVujarWUNxVc88fV9K0L1Ra/cgCSbDOYb
zsAYEjFKG0eSJoZ8FUqKZE9H3hJx+ybCxahNceonmmFgoJhJn6Az2DfXOQ+X6qpjgOwpCHKeCGO3
2brNNrg1o87JvVbXKAHhA8tnI2tJ38kk8RGe0Nua6NEuCm4mBy6J51dxdMuNEUihtOVND52DTK1q
sh8y22bRRF2ePMZDmTwmlWs+Ta7fvykmJvkEC0iX7LkQy9wlNLlszqKYO4t+UDlezdQkBpkESwo4
URg4tE5GQJ5TVdnIPsBds9YjaICCBCcPe26UpXXvEyjw6MRTx84ydviiwe/ulZu4dgmzbwYbr97a
ynto0OqUYXM05YPjmTB/+oVt6fqdYZQpX3/b2ncOIe/ATGXRXlNZOmI5aUyZlsnAYbk0nBHOXhP0
JjNWop4etAZ2LSWBa05U/AUMnNrp0NskmfJFk4y+NymsD/Wh781o3vUM9RsjRDSKtYjliH/U9LOA
MsEChBeHkFxTcUEasTP4h0L5v2jof2jJPkND99/pU5tfv+Ohp7/4Bw81/0LrDpw/kxHdGdz8f3io
YWL7OZO8ESpi8mjMmOs/eKiC7ycQKVMdVwi8E8Cz/wuIzv8N8TyTQRUXIf6rav4bRPQ9aD5fGF0J
M07GcvBFuc/3oLlSaZ3Qk8HBcN0NNwAL+k1rhQm5q/pPH2zz6rdHc/h7nPG7t+X7QcB8OYZVyD4R
52gueXFnGL2B5bPpt6W7aGpfLJPRIlYHytYFfuaZBvufy5gQTu0Td9g4uwwpSlTDacOGWbmQDTps
bBJfJatCiaJd2gb9FeEPWIJro67daiNBM8VgCO/Cb/34bDFEwrQVrJnIAQST75+tHCoVvKx3IfDI
4kecqsFxSjZT7MdvBTH0r3XL2FUp0nqXWSJfQF4gcVLJpVzlMikP8L7EixnVGkzCBJchuFXlQxcV
4S4LBuO5wiH8vukS+C5Fk9xENTHaVOapdq1B4bCWNhkxwMO+A4lAGtsA3hb2+0oRL6tQ9RnCqlm+
zJpUfXUkqCiheTY30Vs17hKifQnzvH+Z5Hgw3NKnOU3pptKwWLtORtCOIvIlqo8YCxsno9myexn+
/RL/d0P5j/3pfrJqcIsu3w9Y5r/4Zz+x/2Jcj40LyDWUpN/nK6d9QWNQAgR9EvX9dz/RjL+g0LP/
sGlAcGXG8t/tRP8LoBG9CcNyCNooIvR/s5ugpXg/XtEZuLunOTFCMoOpPzf++3w1TsdBbayBMIoE
84hdl0nzIEqzUhjLiUDuJB6cLV4MeWERBKLqoWp7GK0TcCYlXEIZG0I+k9JrkNNLHDb4J2xJQdAA
wbPf9N7twh2RviETWLhQsPRTSDQrLSwtZ9tUcRrtZFv4wSLMYs3Y4Pvgf7PN0j/AKU2ypUgSrSQX
YayoOYWWvTZlnrwklGM2/XstAyBRbXqA51nhdi/h8S+THFDYs5zSbkiZ7KOjXunNwQ/SkJmwBQ1q
o5oy4PjOEpMGsurLhOK2lNeCfFNzFxOnmy5SpCAmISNmqT3VUdyXW1gCMBJS8EZkGkSZBVsJuuB7
nSEDsn4ywPCdrlauekf9qYDnm3YVrIkpnxOSA1pzIBaZu/GCjxCHSkobZup3cYEADeqVo0bWsvar
sS+BiTHZWDB+lfWqtCY1LL3cptNnLCJLi/Ik12bW3RCDtLVji3v+gx0XQf3YJZD6iSgpzLB2fgg1
Iv/hOscwWm2PHfHjKcUvajSi4tteter+XijZTFXLahS62XboBrOmXCFzCjfB+8mKSZKGbqZWUHiT
OpdwKzuchd0lMUWBtlBzSq51UmR1u7IID53dSSu9vC5NBDTXVJvJi6ZURdzOli6Vc+jHkAp1IhS4
XahkQ3cPQcr3sjLIyYDwMQgtvy+qSk/2OqTeZGOnHYHYehpLhaQnksnxa2thsjm4/lr0KBOiaR2K
n9hOjQOpdOnTStrLoq/c6Gokp3YL/I6re9v4RFXHeUHAlSSjrV8ZSBjtNabNUNSxKVT1naDPJsh7
7GG6DUQvPbp5xjaOLX1zYB/mLzWdNUffYxuEJKZ2vWmCyTmEdQ0aUMMAJsCBf+qGNxTfReAetIct
5G5Y+tHwDMLRQxLE121et5bfRWtLHeJhC0uXUzWyWjJCHaeueiT73Sg2g9mgEDfiSIcelzrw6ECf
BvGCCqxKPAc4fD7/u7Yi5EMwgBkd/DwIbfCDUh41V9r3rlb20dXQqVjqVH8zvxhVSu2JM0DNNuJE
FIO7CGksORHIAmp6sSXBmeQaaNUz18wEgAF9jE6ENBVbljxYkhUGay1uDCckYXrmtI0nfltz4ro1
U6CW0VyxQ4WLGldh8tf8zZQ7sebME4MurLLAXxZ/M+tOLDtmURDuqi6fA1+h4bVdAiMPIwZ5q800
PaqenukPfM0jYCM8vvTE6TOKWrkOT0y//sT6i5KZAVid2IDA4+pRnDiCqjKPTJwA9/QFbE14hDbD
zYfWgVzonniG7YlziLlbeAwGPdlwVTiJ9YmfSIonXEXjxFu0WqML1zTZ0dY+MRuTBPmWF/cz4xEr
5fKHeeJBRv7MC5xUl+B6Okh355xYk3gidkdrplKGcRRa8Hb58KFp1qScGwX5l4gWEbytaNhgZNqF
EzwRhzJ+rzEASlak8MBo6ykwBtqhmdUpkyj9BcsHIDaZaZ80EjBAi5kMap14oUCOztY4sUUZKyU7
/8QhxVwBPmk3ztzSZhwqImHr0BGr4sQ/TU9cVOiJ6g55EQxVvpDszVby9FrOHNbuRGelbSJD8Gvi
Vv2DdaK8jprb/aJGBlWP9Bo8NYh9+LHhaNyWJ9KsdSLQohVpJ2+YebUWA89kJVoVyYHjWLWzYX4O
DRdtmjxOGNL6FEQNRF15Iu1ykkHgTdjzDvmJ1kvXxgcViJnua6Su9g2f3IF9wmjHozTLQFmh3vAN
ok5L0Tp3o8KXXC3S1MeTW6iYGC0max5CLUtXHczBI7mZVyBxwC1XKj6JnHSO1btfyzgYqHsbNq+F
LeYGWmscaOIE9JBftAQuzoiqDiUg76hY1jGK3ajR14aVYiqZqCYgWVrH6lepID7fWWNMYpglGgGo
THVmL93c0F6FKvELR0NZ57sSKQaWb9jQlV6ayypdGQ3Sa/wdde0VisMkN0K6rb2A29q02Cgnkd+s
9SGVWJwruX9dJlMOKE9MS+TlSaLvK5GHybioS6PoVkpl+aiEI6m3oJJwEPwJ2TzTnrQ68AnwW/Gg
gRHuSqXbZpHPz3Z1rfg6kXTeMYIIC/aaOmupSUXgttdWOyWUoiZmpclbHka2s2VtlNMio4EhCHlI
u/kmR4npPzKGnFLUttIvdlKP9aIjHDl4VEJTKW/VqDGqH3GtxjxdURRZ4SW+GavGqplk4qCHcPCp
9pBpx+q6DJtArGqnJGCvjoFnvTpmm15mkwZtGdYByI1KQBeSA7hF43JS0/GQ8PAgFxRKRCCS32j+
0uzcMFkBaKXf+f+NX4Bs3fsxpiHBKwDiQ6929m1fpw4Bfn1VPYNYCKjaw8A4eOqFQ+CJ7N03pY4n
Ai6TNr/FzCx6cEejOQjXJ2ArD9zpq9v4xgu32n2LFTntIeIXEN0Zbh5TK5SPOkF8c94wzKt1ZnA8
LtoIX9t5iYHakDxNuksG+mWR0BKhzyXNjrTYGg4gpYxe9MPSdJnpLdIhM0Iw62G68etZ4aPlWXDF
idqQGm11ydqKqiDbhBb+Vjk/BWfJJJH3ijn0LQwbtSBgWUjYuo5ZfKmJybztAp9hTQsXnLzVsn7t
GYnfJwnqG4/oei1YjQ7aVeYSTHoJ7lb8TYoHSbPs8j7fTFnf21v6ZbPljZRMwQlezPK1Smjfk6lG
5U6RgZSeqPvytZlgtIABD/KZCg0hUe6G+k822IGj2ACHRqieNCMsfV/ehXaZh0uI+SQask7SbKG5
vgJkGLb9VYORV7bsIZLdjHopKDidUv1pVSHEwC7q4UBIk5krpJtRhWNRWfkjako9vx6yICbOJnOo
efK8aHSs5CXJ5m7ojAo8tc76RnoQAqVRL6z8JuQDLRejK2M2e6UFQGaWaJSrSU2ISEN1HzhebTNV
XqAP6761dITPsa5V/LNZOLLpTeQJLlUKmBoqSAuQ1WEo1Sxbe1JeZetE0GgYCqIvIHwiXcgIIzAi
7eqAnNJmdJ7m6/erevCxpVyketUQEWbnPvISsGPGrg6Ior7oA+QA7HF6pV0VQT9k6wTaOZbGyEa8
Rgw64ZXxkEicSzJl39oFic4K1WAEF2OiNi+hj9VeELbq1YDzeO0xO3ZWgMe0qlmm9Pe9bxAWO2Kt
qwKWoo6y6gXyEj1d5nFr/ir4SQBeQ916BNQP+ZdizrxwF75hMOlBdEcfQa7GpN7Pkn77UdaGG3kY
7dc3PjCqQtPblEel0eAMkbonv7pVir3uJnKdoF6PkyLZkSObKRqJmH0ZDfuqFyWRXX3uUwCOCZ88
VBISNs114lQuQbCucxcQmcYIPGyHe9+qGa0WeqkNhFtCvaYt7yukhQLIlp1dNaTP9p9RLVRGRh5f
VrvtOujK8YsTpBEgaqJo4Sojq55Ay8yqx0WMmPF7qTsT40FJJDt2CN0PgZUWA6Rca2NkXzL4hyz7
vx34f5xP+Y1r+Sv/Gf6fGc7Kf9XvO/H5L//uxBVNN/4yYBPCidZnScLs+/U31VHBSPYv2OezGnmm
GqPA/m8vrtj04mgYZrsf2wIXmlvkf8iOiqC7V1mT9O8uCm7s5v5NNy7eN+Po4k2Bo60G/ITyFrH5
GdexiQetod0c933UMhAsk/q6QU9754DDw+jqu307wOnRKD+gWOmEMedFvhJqgsQO1h5iqZmolNY+
4rNQXSsWMZjtlGa7yoK2P4RR+0iaq+JRdH+RQ/tUjdH3Ph7aRz9pDRpj6HmKwrb6Oa52hu7xs/Dh
M8HTnDkhByjxDLPsSeUtSiZM+7ScnG3ldupLSSFGBrOyOd2oavfLoI5CCD/RuCN6cbhwCzpv/TcW
KbfAHZA4hDUBlHicbc9gDiuy3JjvW91PYHbPDoHoh5wemvF5oqxyEiTXGlmjIRG/InjW/DiEf+f4
zVfsiYpj3OcEkBRQlXt8vN3pKsOrW1/g5Zg/t4UZ/4Qom93FetLueh2T6kWumvF2wKsSUeEUby2z
Nm6krIpikRZuLRAMxQM6zDoFDxCpa1JPKrG9TJxLZihn9PnT75799DC1gKcOcHxGn5dV2I5aJYc9
aYw61nNNNS1g+sKdKoy6etMiJvBQeODbIY6AQDKwl+8GU7sLRQUa2091vZgILf9mqzEssQsLY37q
f2PO29f/+5/57maclSVvCuAOnIDPwCciElEpaQKCnO5+z1OiOOHIJP7GrEbjm54wdFol6Hju4qAc
EI67EBMNCvAFG/aAGYPjsMsjGvP3n9/Ye9R7vi8gNqgsYP04U1nmGRBcR7VrJbLu9zKKX5rEdVkM
w0W7//lfef/rMUy3YHwZOKpCf5/X7G8Kig5alzTxO96rOVC3lH3D8lP4ds3wga632UHMn35poVBW
4aTCwclSRa4zqIGPBFIGsDuLhixzqwYBmNSRoEQcqwkPRQm50Zupe2z0HIgZPDG+teo48nRtbBjj
584RnYSkCjfd76NZuAFbw1wI1Yg+H4zByV7sTL5EaI0DyBgZhyf9oWc0OeOyFHRjQbcRCyob0IEJ
c/RXFl7iMfxI8wvf7R/WL9sGWy8U8xlBPU+mkVTYRRwO6l5vi+ZZJKMB4WDMoTDWmq4slSKq177V
QZ6ck+DtidRdC3whWdbozeGxPOZMqOP09fP1cXJ4e//qZkMaFW0N45iP7lt1XTegTe64z0vM2RV/
gpE7YsLpMxXdZswUl4rS99up6PovE3y4NXpc+wrvguz5wp18/IQwUjIJOCPEzsIK52xyojELjXOa
n71CBKTX4AcdeMak85Li2oAmU+vQPXDUjZZaoY4vjHtmjmLNA4QxjhIpsfiWABIH68I05f0wBUc+
ljZuoBAUQbjnEdL71Q3NownSBk2vneTfS8FjcijhlyrOGcxOxfbCc5h/5+9vhMth7831+Jj4N84V
ePDVZYCVUAe5unrmFFA3Uu5DRqp0QB0QL6ggnhztKxLM8kpXnyv3h5PrzcLU6QcHWTP0UZijf35X
5/sIN+XaAqsONjdEO+7Zy1EAFaTRW+qxHvTqmzGk4ZpqN78wo/twvsI/O9mooGrXkWucm8MqCrr/
tgq046jW4Dp1qqxq8revJ9Aej+k3wuZMfyltPwHScqOXOKM1+/yXah+fPy8amzN8R2nnGJG+f92T
y2gbwHU8toM7bOw6L9e9odYrjNzEPoQ52Ln23qmt+Mr2hViYbufvbSe5zVR7ljK6doVIvpuWvuFf
9NaZj5H3a2O2kGL2wURl9tI/v7e4RpyP0P0IUb1fJo3vLCOHmT5RKNGiD+HwNL5NIH3Y0NlC84C+
KcwbyK/+6sJTOt/yYVHwmCyNOeMsq5x1M79v+UYAbpDR/B61TCNBPkBooA814n7vtjMh6mZmGV+b
mUE7r/vqpXf0x+fw29XnT/a3A8cQeauT7psehx7EUC9rdTWQkQqDPq+efEhahJOXGt5fMdpgBcuK
CP6rE7vBpQX7YW+Yk5BsVupcOwtmru9vZEgYYTCZCI/2TLryKda9csibK7/Vi2MOVk+3WSfLXPHz
Zd5+w079W52bUHGt5qmHn3LAY0bfW9OA5X2Yygs718fv6e9wIXxvUP44mN+8v71WwefIt2NmR0Eb
eoNvy2OvkxE8WAGcbdwoaqm2t3HcuNcWifdreO/BhXuYl+S7JcstkAOkM5qjuaAheH8LQPxxCKwT
HQkNvq1GU703grFY4WPob+tG01AZ+eGtU9nl4fMl+qdXc7LCJd+CBIPTs/ltjTDJNINs8rlwZdZr
vWV5hBm8HLD8cG2lQXphLZwy8z78UnwsKUMEMtxzQsOYMi4yZBwfcaiol52PbBN4EiS8yiw8A6px
UdZSrLIWAVFvzZ41kxNtejWfFq1SKbtB7V8gdbXrUVbgp12fLw2o854aF4bXl/74UodIhDDT+WLJ
UoPRpgf/yk/6ZD4LS4LtT6dI5rs+L+SiSJsk0dxH0UJRVBJ98qIUpIe03wVWaMaFU+W8S8Trlv0D
j3gM+uZj9qydcvBlaZUpjY9VaBP6nnSbMnOYSkzhjyJ2b3DpGi4V6h92d+yz1JOGnzodb+mzxtRM
kAaFqhsdY+ZQi9QXz6qs/W0PEaNq4S1Mkd2syYa4d51b1yxuoz5qbtBMbaQQ1kosaoUn/28XKtwc
WhUG5HBrcFx9/4Xkgd2FSsEeAvXVYXpifxGiO05NCCfQJzj+86udRY/O79hQMaLGQYwqVKPGeH+5
qYPd345NdMyVyUyXRGEb+lIxA6Eu5DDJVyPXDrbjrCcFuC5OCa9bkMPN3Fetw2nTRQp0YoGXRTCa
T45vpt953OalSJzTXbz/mPiSbEw2TXx4sE89K7roB7IK94z4KOgC7rpBm54IpQq3oZu21TIvddhz
RlqkAJBOSsXPgDxZFTbfmqdZsf7Qm117q7lp+tMJqhZ2idYRRlQz9gKizfU9M7vqJrCU8Zinpnj+
/Bkb83dydvc6C5uXCdwye6i9f8a24xe0IHlwTPNxwoQKg7NUpNNV7k5MSZmgeXQYYgmSJ7wgSTb+
2OvXYz2Oz5avuVfjLMZui+RKVgPgfRsjFtGacFmqg4cy014IJ+l3Yj7YmIov0UdMy4j91CV5wQO0
dBdFZzJmFMzU8l7ZIWZjuJc8+KZbegZaL69KlYcAS5A9owzcn5i+XPUVAukqt3DRaVyxFWncbJyW
xujCs/nDo0Fg5tiAQ6Cg56HJCiBmYA+TckD22C5EVsMKMKfoguvD6Vg5fwP0WSrxWiAG/K/3b8AN
aq0gPTM4Yi41erCc7a3IiUqbRwyebDXA4KRqVrUC6yIGwlrWVdTeFWX/GBKys8dfodilbjotQMG/
Czt7ahPX9jhnH61x+Ob3Wbiagmyl1lW/qUQD8VeAORkdr6SSWXXhEP1QfkOdwVuQFh4jbvuDF6Wj
tkxPak056DXA/yRFenCnMP75+av5Q7nAPoTfH+R4Ogyiwd8/NKYOgF+qlR2iiA/L72yq2mCgadfz
OwNudeyH9rr3c1wBMnVvSjO7cP5oH08E7oAfiMEhpuuUuO/vQG1IoxlGMztUnf0YlRvbvFXwerF/
xAyDcMpc1XZyrU0rtx/Xchxu9Mrd9EO7L8O3ABfxAUr0hWcyX/H9QuKOiO8lSmqOdzpvx6Yq9ZVA
HbID+gr9SvcBxaDtifUUG+myT/Ls2iki9bHDwoxNp843eWMhL/C7wsMUb1wxCOs8Eq7iV9Rg/m7M
FDRrgdmumDjFFFyJ86/XynyY0L0wVGWafr5z2nZvVFpiZAfoleZq7Ot+idjz0jHy8Rzl/aBix2N2
Nlc4T3nBglhtGLtnByfsaiw+8ftPNb1GUNI6F3aMj4UcDtBzeU2Onc7/PFsTYRdZTDHc+DBFWeCJ
sbEWgZ9lDEqQyye6eumN/+Gn/f/r2VQL79cgo62Y8ViUHOLU2ZJjyR6gN9d14l6FhrYq9XCfO+Uu
1UsEqowBlSvoHptex+alq3bBcKE6+Lj+wPfnUwSUn9rs3CUnYGQkh1GmhxKTpEVJNIBmxOGmL7rw
SlgJNWLkNJgB+OYyVoaLfd6fLm/MOATwB67Q53CzKWeSBJmNh8gwJgRwUqJsquy9rfe7UInVaKEI
fd8bSiugeLfuFd6Kt1muBDd5V2NwoET5uBsTqV0FKtBE7iOlU8ox2LtNHN0wtn78/Hv92G7YMBMd
QQ7vHDNz7oFTlBACdLC9A27rJCymRC1ZXWx6OcmoyyDNJzTvyl3hFJdA0D9snmAXIDcuFEnAA33e
w3/rN+wUfZhBUvsBXHFc91l03znG9NR14hVdw/SVqR8qSanqS0gVTOFSM7tQTn9cuNzBvFKwrIFZ
fV51iGrA/qKbwoNb1/d5KcVB1qJkeJjnF54y3MzzXZFL8YT5IjnLMY95/2PHOO6rsi241FBcYWeE
S5cDOaNVivrazurbEgrlbdgxJ1UY3JRINGdhBHOE25Z8hwu/+w/vXFMJ86KT0Oi9Zjr7709e9LY1
tfoYHfTJVRhvJvWtYyXmUTjTc0SUurTy7EHN0vjl87U2v9H3RwNFDPjHXOiZHFhnVR4UlqqyRR0f
NN80N+jKEd6JzvU+v8rH7Y+3OcMLGAfNNNn5rf+2rora8KdEz8NDLIdu68Y4ogE/Mpq3jIdaGy+4
s/9hDQEE4/9F0DNb7bmVjVFZCb68RXxAavYIYydhLA2sCpDQbz//XR+Petpkh1BShxRmk0Lt/e+S
At9W7KjjQ9drr0Uz6ivNF/ILBqo/07FRX02mX6vPL/mnH8dFNZ6mM4/RzorCoooy0cN/PWixrtxY
ev0lcC1lVkn++vxCf3hnszvW7OTGZ8j38f63hcXQTVBaxF0ViW5dpo11hRzzVyv68npUlUt7zx+6
pRkzZ21QovBEzz23NRxQwZqEdocqz97jUSQJtIumW4ZeAB5m5FVO3GHiYWNpilX7Dm2C+uy2pSej
yt5iHSuuZID8kf3JDn62TTNs2nJ408MhuY+rsoaKlEQXkoT+8P7ZquZFRgnh8lbePyMBlda3cCO4
kxIuatmV8VEpDKxSKDZzqdQemvz6wk7xxwdFGgezczBL8NOzFzP6UZk3bSXuYLZi7hLsmvoxad90
RfyioLpqwg5qtL8wsmypdi6sJYS+drEz/E2NgDMxuydnUiB8wNI1fPxO+/bCnvLxqbCZgIgQ5sZn
iFPE+6eS+Y6uxxyfB1Goh7Z17+te1W+r2fpFldk9xhfhhfLq4y4296l8DnNzAaZ6tpWXZT0pVeUH
ByC5eFG4ubNKU63dfP5FfBg00TH9fplz2CGn4u8Lyw4OVrUWsvESN911phsvGWI+W+n0PDnNBquU
G2kMP/BHuDTFuXgDZ0/WHKNAjzo3OLA61kqvW9D80MPSFK7bUqw7N8GT0n3O/J1voWdzp/bC4vu4
KVCWsNrxpmLvAoN5/2p7H6F0pxfsPpUOLz7mWmP7RoxI4WX1188f9wlsfH82zUAPnYuOK8WcIvL+
Ymmjx1Ek1OCgV/G9qlGEoSMMFmOOZc9S6Ji0jLF8o3MJrmcw+hu8Vue6MSxcWmq24kQLoUpienZT
j4H6hq4A1hY+KBaeH071qyTKboSQgT1GPrtUK6gBCWjx7YVhDNm14oYEd/upXWIcYMeYnAvonDgK
7GN0QWthjsmtcGBs+yi+f+hKhZIR4fhzQ9j2jcNLurDV/Ond80XNid7z8B909v3TwNimdZMywnAB
4dvOyvCLYF6984Wy1jvR7ky7A4CfIpAtOyhWzLO1p1IvLyDEH+sUhqy01bTYpOiY5xPORjUAfKUW
HmBqBss+Tt7cqYo2neyTG7qcytOa9jVLG/Xt88Xwh+tSQEAJIrxdpzGc95zfKghhDlOQ111wmOXu
i5hC/1i0TnDvj+KgUsQRS2ohQY8b+4Kx4MdZ2pygBtxI30ZJwWj3/ZULpW2ripnCQRXM7kzHeWv8
DOmWPicjVEEUcTZiy+SWyhd1aNzjKNAMaGxGd3EThiuzxmWa+Ia72LGPnz+TP1Sw4Irsr0ChhI/p
50VjhNptxoiQrrjiewkWsiy/CtgBzxZIPXPd5MFC29ZadJvkC+1aO/lVJ1q1xxvnUvLtH3bgGXEB
6sQ80LXOJ46FrANpmbF7F/0PZ+e12ziyreEnIsAcbpUly6bszn1DdHu6mTNZDE9/PnrfWJQhos/N
nj0wMCWyiqtW+EMV978cCEMr2RrjhVNwm/wwOORqIfkBu6TMZ0F5EtL0hS3gpnnriiToz3XkVPtO
VOaSJfYHlxjGx1SrtHAJdBOL9erAZSP6EmrnuSnttm3sCMTHSj9bleivbEotF2sMHpWFe+yD3hEf
OG9Pe8uU31it71fNSjU0K2SRkQ6IQTnplQ4XGXMsAELhj3io4PUIM9gn7UD4RUsfnYLRe9ZGOzg4
elnGq6ay4AQ1hXTCywu1+sKW/yJz9XXh5E1xfhaaQe7Rm+FLVGhRzoLRiCgZriQpwM3OTA+5WprQ
Ucdo3VRq+40A8itTsA/vm0E+8avso13KFYDx4HXhd0zrXP+OiRWsT/4zpn6re+rEkoSkn1dcUGEo
vplGkhwpIAF0EpA2AwPejUmxdlBN74ukD91WkMdvxNCvC4gDm3QSh4C7hcbaEKEbmIS7vgDsng29
9JBAUvvX25PuA9kiRow2VD+cgK7PlGLQNYdVRSgpEUnFroDOfxN9ccbRWfcjEPL7b+fmCLOcRnmr
gn0jN53X0jGlgtd5mk8J3UagGMd010t2ubGrLNmZQVbjUaAlC/HyJhBMi5pTnObS1lFjvX7GiiNs
yTaLdnRi1vSmQUo36bBwDb3N5q82HjA9X+XUKMDky5p7DlG3mrksF44b19GeNglt7Qy1rwiJyKMT
WvCLNERRcHb9k4iHHDWxWHaF+AKNgTlL8SD18cZfla8wqvd5Ge2M4ovnxIjuCf6pL/zYG9wUqQvf
NFkvwcsEojRLZKrMkscSmoPbMDjYWql4scYq2k910GdgdPEhCVtpM1TOizXUBrTPeEpUPGZX8iQz
U7V4b4OvNo/3z8dttNHYiQmfQ+mCV848n6Uij7seVs6lZZq+w6wN4SOKpGMlqpUcmPFBL5gGUzL4
T7YcRXtH4avSu6DdN8CoMDOw7RZeCi+tGcI/PtPIZ9BgS4apNzmnzv1GyJ9wk1PDZjpx765+HRpd
owSK+jIwmt+l2W+/ea5hG62SsFtypry9UqmpSDT4QBl+6TSIZovFIzwYnzquwF/drXLdtUKsYMpI
kDb6k4aMWasPU76r5zb6M4EiI+kh/9baEHEc5o27+3t0W+0ZFA/TnImLCMTsHAJgjy2+1qR8l1av
nX3fok2/oeijSQl46KUdu/CxEs4PTHXVfWfb1Ra7QVXaoCLOHpZ9ui+N0Fvj91N/toEEvRalRDdY
Ri2l3Gqt760Gx/4LaFlZEou+2TZ+OC1EZjBk8cpNmapDaxgV2dMvOIFsxz601iD4nxnQcV0wALr/
mj5aDOQmvSySkGnB623D1srXkTXTLxjiDWcocNnay5g2NtjMH2onUBfWu4lyPBzNF91AcpsW4jz8
NBkHMO1aHi6DZ1aoToJQkLwU5T5chVM4Cf7KDrC966fCdKQo7crUL1hZ92tRlABwII4s3EpvXaqr
WEoEoAPINYryLInHLDwBl46SBJveS6qo4ixLTfslj/1u09ad8WJruC+tkfVtTxFEmFVAm32rRC2e
D5aa25BswM3+0j2QQOs6UOKXnAwFL7Rg8P5azWB9t4fa+9S1FUZUfiabzWrKWtdJQA+HUg75upWA
lIHWUu4/4dUTfwH0DdAn7Ou6WkFarHcohMJekQc4mSuykvQYVXa/8iX+fQ2Ss/jlBOJQyLRx145X
qXhlwHyfjKaEIq0jkagbBiQeFyAQzLhA0SJXpGZboB228/QE7Hvhh72/ElbibSSuLX/hG745nNxU
uOrKE3aWG3GeG1O1jEELq/Gih1m4xZm+XDVFrfOrUKXTGDQsHE7tJisCV48a+gS/JFlGp/b63MCN
iUWT9KOrCPlkWz8Uof1sWvscBogLgsbwo1Np/0Sj66XDaUsB5w35/6D14cpz1jRMt6rWHFQ4aJL1
p27/JvofhsLMilXmwuGqQLYRQxlwx9ImUZ81ZhRxFDwUDJIymnap9MUWKFByTp5blMNyJYO/KW2a
bmE+flMMTE/J/M8Gqk7jcM7PaEneO7krRrcdBJW+WtXn3i+T/8JRfL4fXT5cCarE/wYjjHav32fn
axhoB/roogI8fGPI/cChzqC6N8n2/kq31SYPRUN5ck2daGRza2QQgYpnOggI5kb/Etb6KzzQZ9sE
CJiL+oC4/2TN3PwNK28fGDAMo+TScSnHQbcpbBr48pIhxC3WZvpFXIrkkRgyUBJdP3yMxqM8yEif
BZDn1jG0uWOuTpqPDRKCK+ByxbZSe3OfJop9jgQCCpl5qlNYC1ovZRtLoVsiTJwBLMh/m7xLqoWB
+02UtOlHYHtAas1vJC5f/8BcpvizcktxpRHZMMNGWNOJ68vCxtw0IFiFvHbaGeYkiP1eryI6p4GE
ocpuTN23U9Sui7k6E+PYkYtOGuj2jzZ3LlruqAczCXvcxlAL7CCooGIYQCBuitZ6FIH3XxdMiKgw
DNjKGGa2kPR04Ri9IVCuQjrZJnvF5Us8J9+epTExxnOKHqAabJncgsKJwr2l46SXKqOKH1JfJyfH
kIbH0Meor9DRq6WCDy59VgVfPV+rLglqKPtUqxAJkcHSKX2GE2ZVOdVKqdphHRS1cxyVFmE5Buwr
3Pj8vWgtyVppPrqYItdpm8kJ4rh6nu4dXHgnEYdXbBh1zozcesfS8JC6boZmnzkJjH6lgw40WOGO
NoJ65Jx326CJKnTv1PDE8PFPOoTtXhRa8ykcOnsnoWZuw3LnIBZK+BN1MsdtijzfMdDvt54wnri1
z7UWOftWQsTs/nFQPzh0kFIMhtlT8UmGdn0cirgK5VhretfMVW42x2j8Z7/BU28SQ2u8Ukb0dvha
I+P+xPTdckNdHx6AD4aXaixtFyM349xODrpl0Nf7UXPyBzwJoXTUfv9UgC95GLzY+qMrmK7R8JdX
pYTMsEP3deFg394Vk6T/lGTQvGGkMHsQRBdjYwiCzq2MTtkGHYUIx1fsq0yR/3C6XssGR8hVM4hm
F/eVsoRUmL6b2UnFpEdB70YhJ6WGv36RKZ5mDoZxwlUjzNYUCbpmaPX2CVvNZkUCMuyVKCy/tIZf
/0Tefuejx7SpFa9b+VByN/e39a2lPPs1ELOAXFkEPEw9ZsFu8DVVtEVjubD4oqNsluBcbfj4Z7Mf
Xka7lVHOs5pwE0dCo9Ue1b9SxCZelTYZXhg41FDH0UNJSQ4fo0p2nsu4zB8GLbOepDpN3UB3IH1b
qMxAgU43zKajXTNGYmv2PqWNM6Rcr3XAVD3VKwOhz8b8OVhl8CkrCmS/7j/sTVoyoTXBwJOd00u7
Gf3mmk/Ls7JbF95ytYvSOnLB3ER7EMDKuiq7aqEzcFsGO9OMmTYkiFlwN3N1ow6AfaGome0qnlTv
oIyPPykg/MfQKWoXlxx5E1VKu+P0i73eI4ZTJbr4rw2s/BcovGpLRFXX6gBp7v6LuPmWaSAwAGcu
DQ7otlIZhBbpmU/vsigZcoo4N4+F2vkLq0zX0NXRYmoyFdvMiilTcAS6PujoyEeyiiGV66jNo8hV
6Wujdie4jMrv+4/z8UJUijoFCjTZ2ReFOStSnoHpuKlos0fTKnO0MIN6XyBquL+/1G11ykMB5pum
7W9N8unVvqvN0ezTBnTxbVcSQ/ofzrDaMzWo/MNEt8N1ojE4ozT7XZMQaupLdC8zJXU++ZMIsDOm
9U9JQgA4RH/qMKQDogGVFH03c0kcOopwzPdoKcIEMpw/93/2zV3+RhBmtK2ilMHEcParhzbB7UI0
titnBZRwWalXZqihjd93ojvH9uA8Ypc3fBnLOFi4mW96ciw9QbY5CPQz+BSuX5hAD4pCL3Zcux2j
rdy9WL0lbzrbo0uGnUKMX8Hh3x/W4lOfmjwIH85DWmVgA4kHk+3ydcboeUvmRqBQ/sS2trTA0jg4
28yWkMQO+qUO021pyePSQ4dBDcoG56hZadlXEXoeeW27TTgon1Cp6lZa0DabEQuCx1i0yi6sPWc3
2FWDTaBtY+yYYB6YabW/C/uStMEvxXlS+0bNfJB/jtFEkwnNEY3osU2pIMuAVzfCiMSQUj6PhlTh
yY1GrpJwawUe8l8bg5oVFQgjOGCIar0xEhDKaJMGutGQ7ERdDS5aNWufZk6NeonUoFaOIPNWpAiv
FaGDZBUoyfBQyQggBuOIIusIe1i3vaOXlcUx8kXziDo5Okplp+NPosLRSO1+wPJD1j7f30/l9vTC
iZ+QQlT98FGMWVcgqgIlTNpYc3MkYlEgEnAZ0UN6DNMRBV2jUWMsDkT7QE7/BW8aZR01Js62Bsgb
csVPYYMbYgAPDx5rC04AU4/60fL0cCsrmEvc/7G3sYjfCkYB7CONNUWf/VZFmK1Uh9hERIjI/vLs
DHFXON3+GL7cX+j2MmMIgT+WPI2H+L+zi7sfwwLcT6O5ynghWQWk2lnWoVGLz4OpLKRMt/cFC0zA
Ue5MwGrzAItjcR5oiaG5oOXEk1I3xjoVvbT55yficmaTaKUDwZkDfcwe9VJNlzS3HFTyL4GOeJIG
vwNdoECNNNhCNf3BQ4FlZ7RPKAeB46jXgalU0ra0deaUo9Qx57Raj5Ga17UL+3QLMaRJy3M5DEC4
nDBtu15nyKuuNakPXNn3fxptAIB+QCF6VcsNWvBm8RAOfbQbUU/aRqhFP6tB/On+i33LM65vYmZ6
E0yEDB5ckzw7lEnfjJ1SjpjjjjFqw2nSHcYstC+N4T0Dpxh+wMjjSjCqPPmqFGaJ+wB2QA7M7zYa
tMdKDb6FxtDhkRK3D8gE9jtk/ey9ZscIfBZeffEVNJmCURdHL0EMSIj64X/CxBU87Vot1rZIH6IY
ak4CYDvfIoBsrSoYzBs8iYNTlCn5Uu41BdrZM2u6yRyCe5pqeV4kV8FQVo7T6m6IavRqtKz+nOST
32icqK5v2SV6WM6FjhQRj0kBsAbFEj/uv/ibUoNsAP4eqRZFNOzU2Xs3cBnRqhQ9Zxty0rFFhoi+
dKo/5ChjIaTT/GqMJtuBVnbNctD29xf/IBIhBDzN3ajjAa7MAkSuqFHYWYXmJgG2WKJRk1WeKY8t
ajL/jEYiECHoY4LRYv4FmPP6iCtWOAwSgvlu3g3hb9/JfpYikBdO8UcfEttIHskFS2PCmiLiu9RL
MgtZkjRW0QZzUsfqJBCO3H5MRKcRUh2dLUkga1Vn1t5IvT9lDG/n/jv94CaiKQSfQkNKmfJxlmnG
kaTZrZY6budbZ1UfntQhTZ9NutZrHL7TM4J7HuYOYiGH+iBUQWKY+j3k05NAzPWTj00d6nQbHTdH
e3SH/bqy9QsEpO4/3IerYAVFrOewghG+XiVVUhFUree4EsTTSxLKZw0H5+f7i3xQE0EP4/ue6PnT
vGT2ChF2d+q2N223SLQLU0K03CDw4CldFOcCv+YXLdeHR90SX5G9k5+NIMVSuLbqXYKXxzHGbODU
Gs3CBXf7oSLtxKQSpD4DDmsO1y2VgZkRuCxX6MNPSdTNQ1RCH/ScXETrSG7itWZ20MOxQklOkqfb
C3fR7bnidnVYXoM+z/ufHe3Kln0F8y3b1b1mOHVZl2/qBg8SLX7GTARlvmxD03IJ2jRt6HWIhCNA
YjXNWxBJmN9MOBvI9lAqlmuN+Xe09YCboWeRd9ELo9tfeEqJhZD01sydrYiz7zR4RfWXucBs82MR
K35dSaNLbtbuhwqRr8LB/A/4ZvWomLgP2JXygPJovoGrkGJIYyibDhzDmsF9u9SJ+eD5oadQJxC3
oJzNqyJZKjoKVMJzW+BFgrg+vVw7jNKfMZOVhzobCrfJbOU/2fEl9Ava9TDGG6fvgRpBINe+6jIS
O6o3pttSl4NLoWm0kjTu9X/+MFXI6vw+EhUC35zgG4VpJZcqOaWih+bFdLLHpG2DhU/grYE32xsS
SQL4dGmBf57tDaDjNsJaU3H9PB2TVRDUwToKm36XDs1DEONDYzTjgKObrO4crf1Uj/h/YO/u/F2I
EB9sC9elDNyO2RHpoHYdh/CVbkljJcXFdiA++jj3HQvdoACihRThHSUV+k8vGJBZztp4n9TWcAm1
Eocwv/5R+4X96BQI2VDzVZQ1Q1amR19NU0w0l6rq26hBaiHDMaNDTk90nuubDHxrCfM8d1Sl8Y9f
o5+UC2WTefpq0KxD0EdfEqUef+ZIXy0cibfmyfVusTb9w8nUmYHzHFkjtaMWdU5vug6qzvREzg3q
x6vYQVFLOo3ja5X+V4r+NY9sTLLiY2a2J5uGxCobyfOgszj2sY8erQYFTPshMhEVwNCoNsQfyTGO
9zf0NhHh7CK2AIQWDS76Jtf7GQQ52EA/0J8CW/+bCQz10sQvNg5atgsr3dZEU/UAA35Kd+BdzvIQ
2Y9q7Ho6DcXXQd+VGo4nXWLl2xrAxXYq3BfSgdvhFWuhbAX2hiwTUfTZxWzIDQORJtGeqg67UrwF
9b2UhHB6w8R8VTPHOJkl/pvdlO8bsc3/eMGWloj+GdlN6advR9auEnju5ZG5lDTciI7R64EoTi+C
AzJBhqZ9eZ8vEd3zQWtM1/eeAAUUVYE5dfAa6N8lTM1CdJdEbD6ILDvnBrY26PGsYvV3Y4zPpl8/
1NLBtJE8+ixBOpYwNXPkp0p9DO1nU4C4DRIKcW1TOd16UoHqQeH29aHJ9wLV5YXD/kHmx5OQReM6
rZIyvM0m3j0Jxf2YYSnFYY+Cr0FlxBtpxPC2idoCMyc73tRodXxvTaXGThcCal1ICwyb25hEJYFM
FgODt1pxdrIQAVMdPzJV1+xC5Vwk0jMePtu20x8VUYL2C7sv9z+at9pg/oFzqgA+M29BX2CWEvhK
Y1ZB71MNG+lJN6qtYFARGEjS1vU2bl9s0P66BCRdDnfjkKE8CjTSzI9pmX/1ZXNdji+9XaxlTJy8
c657mPIV7tBvmzhY2416wDAIOVPkiZqX+7/8g4uEdwVvijCigpV0psrs3W6Vcm6h9qupLmV1/4Tn
Xvziiz5yrQJLQO4yLngLYxxDl+R9XevG1gvVcFOPANHv/xL9gwBNg4fPgA+U2nd+peHLldkiSHXk
5EZwB/pDZEvrIlUvcdhtnfhFiZ5TxDBtKThgIXnkIwIpMGwlA58wNbo4wU4NpIsovvbSCeSkUX2N
pH1lIFlnv4byk4GsXnHR4vwznnaH0skOnaV+DfE1RogUK2TXimoMbJ88gbRag+Svj3tZ08SvuPju
S3V8hlP/KclKGngNc5BRsr5mrfM4KQdQuixx+Cd9yVm6p1EHv2m60GGBbHy9L9iOUawWQnYrxJl0
ibA/eisz/iZh5tiS+oTWZYg+0/CrGTZm8koLcZ06B/3fUfvWawpeRy7dtL4LdoUPax4mdZ7Jx9bW
fiLRZ+IMkDyj5+CO2Q5L1hxtIdk43N/QD4oHxCVgRlBiEto0a3a0LFtGVK5qRxdR8fEcSCqSB1SL
l7TAIi9EIHof1Xn3iKdDtJclXKYMfBaHFXzqFh8HOXmw0Jc/Br6wl8gKt8XTZFZONjm5ZkySINcv
t8NyZShABLt9E56iGt+r0OyMg2InyHxrFnr0fdr8JBEddiRx4rXJxnBnICSNJHX+OffS/ruo6oUg
8lHgZOgLtxYUA4OLtw/k3afY9Sr64wmUNnIh5VTr6g/S2+AYMaV/FmmAxK5ZYUpbqWDU6DSfrEBb
Ulm8vf1pfaBoODGReTXm7PYXkhMZuQa+w9fig4JMABgBGFsPYxAsJRpvteMsZpIQAR2U6Xsg7TLF
g3ePa3hG7ojGG9zaHgQef8p51MvkZEBbe/RjBPLKDppMlcnBDx8wbQMKKOXAimB84BZON1mUcCsW
Wtg+OkJVfiHSbB3UyjefZYw5HrXQkxfulduxOq0EjjTYJcK8ipbf9U9ulTi0y9Lp3VZOT9Aqejds
GHyvAlmlHxgaq4QIvTJ7S3+u5QHP7JDBueeE/QkvH/+EPmK4Uu1geKqrtHeVNLKfOsPatoXVnKs4
KLdUUHvfr9EvyMr40jbSb99EmGUh1H6UeaF2gWgT+ACQGLPbKm1HHfxaqz1FVbpBJMHbAONxxai1
a6fQFxa7/dbIuqiTmWMBebLmiQ3QPTsw8OrAuLlV1qWkWZuyrv7cjzW35xbWD+NiYgpVDxfa9cbE
0RAVQFET19ODzMUe/mUIHeMR6/Z/rv2nhRiR0tcyuDRnfTqY757Q1TpxLV/KkHgW/1WJc4q6EItG
JT5n5P44LWAjeP/5bjMa5rIMAyGvAJXl9F0/n8i92ImwPnBDy/G/aqPxAxuSz3oRA2Zx7PYQB7m3
u7/k7b5NS8ID0GDNUA/MLiAPVraVjk3uSr5tYhxfqufGWAJHffRclI3TO534opZ6/VxypyHprSfk
OkA/sAoZbHquebS1zFRd9aqKr2gi4oXP+DbRMOmyopADXY1icA54tOzM97AzKdxsMLo9V7D0Uhd6
+1RF9i+n0s+MxxV60BpO6h4tjoXv4ZYbAPXg/fKzuBfiNTBGcV24WBmuRPrsJY8SqKxOOFutazc0
FT97KQacwN3z9nduC5ppaAdV2acS98jC+FKSu8fNfizPwpJWtNV/2kV1cfwwX7fKS+As6TV+dBKo
t1BzY2gPgWr6+7tA7ch4aNpDWNIwRkEaixx1azs4Ddw/bx8dBSYuk5XeFJnM2Zcly1CkjUAukMGJ
/WMSBrycOPuKXU22GqK2ulijvpQHfLAm0kWwxwnnNg832wq1HMx6NA1c7Bnvm6BfdaN+MaR0E2rD
Niq9dYW2cyt+Iy7xFBWfUsd+ydGY5/I+qV160bVgjy/kAmDwNjqDS5jQRhxNgHzzzm4/5kNb4AmA
41P3rTGtnI6IbB5HPUVVoywWy+LblwACj+hMOsQMhsB2vb2FWpUhz9y6idAzbLQTf1eV9vg1HFQg
V2oINz3Ro+4prlXv2OjOS8YH/SULS7IhC53BygNjhguIr72kTRYeo8Iaf6WOEXy+f0A+KFUmAD2B
l/wI8SRzFiywugQIVhVInJO8HGpL9c5Np5n1Wjfj772Dc1dW76qcFh/OWWb2pRyxsc+pNxbugNsN
orDl5iSjBZNGL/L6hUW24ndJDXpRrlAn1aRO2rW1U+7zAueKQcmXlNpu+82sR9IxgaWZUc8HUyAO
yyiHkuWGwsdgPC2LrdHY0WNa6bvG7pVz3qEr0IZ9tFl441M+c52igUFhIAoGb5qg6LNvUrVGTbKF
1bq4kBpbrKTUvRgM6YRVr3NIm056Dnz8mK2iQSINSu+PkL+CkQgNdwQajzU4tsX3f9MHp5X6ECAU
oCgOwVvd9C4YxVrVyylDGzdtcComk/VOhlFmG6Z0+Q/Ats5WJP2P+2veBkDuCjAxU+PZQDJrdvs2
g99hJdMLGuGUpLYSW/i6onl2f5XbHAak0htJBLlT5o/T3989WVQaUlQlVekillGDH0zrva0UODIH
Trgwb/3ogSb+EOxcAALs8fVSRZOUg217hduH5A0emBZ6QtW4cM++jSSuj89E/QVeQXDlvc0VrOCD
Us5ksofhM1Noc0iyIwnUOUsNc63WYbktcuN3Mej9g0BH7o/TQGnXLCrspIqzLfqz2lZKUuzwjPFX
T2a061QvXEGh19ASSFCpLsx0i1OT/vqvO8G5oiyBMAz2k57h9eupzMbC3kvznkTQ0qeJ4e3h4FLv
u4r27f2lPij6SEKmhFJm7wn5s62oUyR9gcOULlSPXw1V3ktYCW/bxVgFpqHtrBIi9wGzlMmdc5y0
GJt64eBNS7zfJk2Z5mj4SKCdQFNh/rhN31rYuzfNE/1OadfZeA2HzmB/FXYSHro4Dw/CqGtXBNo5
FwlOWAuvYP5Jayg5TREGkWO+LX2OwgoHDM8Lu7OeWjSfHzpbLY8YD+16b5J6w+c8i/iqA03HN0eL
f4St6R0lAf2vod54KSSB12xSBrshUL/3XtYd8lBp/zHqaLwaCj/a4RxjLuXpg3r3bTq+D2dk0MOL
cMr/gq4z6LnY1VE24tzVKgCzWpi13xfey3SfXe0Li9JIJUcl4eQfs0UxC/dzOOXRJdV0/1PnO/CL
jAgFmYSRp43L0Ro51eAgaWqz7mspOyOhnq5jcywMeFDFUkEwv/amd0Anh57JlJ1QbV2/gxYoAZA8
O7x0kvM7UpvvqWbsE5svMitzsXAmp2e7efZ3i80+QWrmkHa9FV70NrQfPHS4QQqglXv/Fd8+EsTF
aZRLcktSfnOzKsJXh16EF7Vx0s924lGDsMvrqu/Ng0JFuXDU5yGeNocCcJE0hi8NZZ5ZiFfp54Re
xlN1vvF7NPT4aMRNsQ4Gaema/HClaX5DicrNNY/wuY63nNL24QXzENtYZWh3rbAm18YVxWO0vv8a
bwL923OR9YLqna4UXKuvPo8uhslJiIc9oDTrQot2mj1Nr0IkBLu+H9ej174UMagj2uEwcayt4Q8H
OR13RRo/DuMAv4KmeEIBQ2KzQlZl52v+GTWZU+jHC0n/PJuafutEONcnQB73+ey3IqNneZHphJeg
GFQIIJn9MjZqti0EOhS5HHabfDC8rV70S3XnR3vCoMtAypFqljng9VvKYruqso6Vw9TQVxg7aQ9h
4nkrX9azhRri9vOZAhYSsER1FPatKeS+i1fSaA5GFSLDhcEe5mY4NqwlB4vU+/v+4SoYCkxEU7LE
+VjTwyKtiYQfXXDOQ3Q3jUnDYBLu7q/y0UfK1UB5xtFCwGT6+7tnMRE5hKLYhRfP8Z4S3xMu5sDi
VEpd/xSio3b8/yw38XRRusDYZXYhA9zB9KTgG4XmgRCp+ZcUs9w6Eja5idpv7y92c/VxGCc9PeZk
WA6QiV0/G3KrahH1MmGux00SI8c/pYwrZ9FG3T5J7Uuk1q/3V7w9hBpSC7zItw4zqNfrFcWoFkGr
d4zBdRNccdJXO6Q/25XQym4hut50OkjQcO3BxZ7VtAlmfb1WLAwIVZlqANnQdmrt7Xq6oJverqEj
d81J6hppYwf2byP/pPrqoQ8fE/2S91+C9FJXQA71kwKGWQ1ohybjLpR6dV1Z2RdcFzzshpqdnWgo
SeULP/umzuRn09+jVznJ9AHwmY79uwOHK5zZO5SXboxRDgZ/WrdBp5zcNYjsTVwaxbcIxcCV2TTm
kyILcRLY6O4jy2kWTv4He0WRAy2X0sMgFZjtlVE1lRnFiHM3YaM8TKP5Qy+FcFoBby889PRM1/et
NTkIAFMgOFGGzLp9yPgbpZNKvZsFPopNqAbuernKvt0/fLef8vUqswfK/aIwK88faGNi+5lpKgYO
trKPNYZa+BHv76/2NjGcP9RkwwY13UIs4S33freRioTwjl3Vg+tnyk6qvc+FrXrruIZUGOAJcCq7
H1Lkn1vlnEUXsztF5UsYfR0i1/DOav/q264RXdQ4W6XDui3FujAvwOTcpPhVx7/r6pR2//mNj1ko
Ajw7Vf3PHn+PLVL2eAzgp2jbq9b70SEvPjgnx0bPpUH8+3tTXPz+HDq/Owe7RbOCcX2IpGjtKJ80
41kaP+NzTWUrdc+Ng15YtDfKv444dspXZPMF7UjMN1ZW8Fdy1rmRrkR0MCedod+Z/62TsP+MXpmn
xwEUlvqXFf7Jsr8pDHnb00kzTkN9UtRvhfNktyCg1E2GlLAEfttKjvierO6//5vahmQZ1NikYkxf
nvbB7PtHDCHsA2op0IMtI8rWUb4iw2+8Nk7vP2AB6iMPnypH6BL6OQfWt0J311pydHlLk2engLJi
QguSuaPwPX1l705BGvc2ZC6vc5uqwHxAPkXFYTCaX1hI0CgKkj8MAZPNmBivih2tZeVXNNDpw1QV
IE6JlZ52EuF4Turvdv/fqPxxlENiw+eQnlr9lwSyIh+Lxzh/6JtdlFvf9Fx9NtJfVs/0GGWMNW27
hahwm8AAEaY2ZdjBlXtD9TXkILA6M9FcNYR/rQX44U7G4JB0dnpmZA9o9q80pzQWlr0Z52pvYzrw
oJM5HCCHWUqulBkSZ0Y/uK3OJkVWXe77EfHLxPCavR6ByEN7WCjfQ83bN2mWfIpbzXgM86S4xLnQ
H5u29dYm0Nh/vrBpy2AXiN4omOYbYGQex0aQRL7s1gjS5ohX73SR2Wt6ZqtyAqLdP9S3gRKTF2IJ
bT/NmRCg16dJtlNfHsKc1ZC83Q1Fm0GA7ZfAEDfDUV42tzShf5LQRPB49ulY0HNVpVChtafS0SMi
N0egzPhRfxJpyhkUAaM0Y+0rkr+OfNCZo/I78rJXMy+0VVbVn9Aa3VdxshY9nHtttKqFzOU2lE/M
Om51+hYUTvNqMIz4czMgb1AURvecKCL+UkX8Kg9Do0+MWLS/99/77V3If5BXj5QpSGRg3dfvHc2N
0qQ1LruqBDO7cYJ6J/y832rmUu78wfcFS5+LymCQONFbrlcaU30MJB/YgoXc2cYPgTVC+21XHobi
frCnqea9dkb75f7z3agdTTtOzgGKCLA1ALDphb8LU1qagy0KktHtYId/TQEpPjD6yhHcVwY3o6Ht
BlnZYXpDja9L0mveSG8uv8W60XygFNR5ewEj9WjCgF/JSSXwjOrin/d/5m3CanOfEgnohUy4/lme
EOLuEQ21iXaH5uUQu2rlOStr86nQx3DdhUa01US7NP38YO9pgoBABndNNTNHCmRIuVVep7AjVMxj
r9h0u/GDAAogFk7ZDUaQXYBpDgIS6g3l01zIcZAGYFq2A2ZFjcyNImTzklTjlwSTdBCXTqP/GWo0
upwieWYCsDKxy/xROEa/19FV/FH18WfNF9VONJr2zxkavBScg8AWT92KOYVMTdIqqPuichlt+Ggj
GdKq6It0Ibx9dAynSd/b3TLt8+wYJmUBcMYoKzesR1BFSTA82Aj4rRSog4+NJum7qC+3stqEOxIR
cxNaHVLgWeWiFaFtAWVlu7yVf0A7G9fJ5MAyxH2/9COnq+b6SkcBi9qdaSFvgr7c9bdiNy0YbLPN
3ab9HiL4dVK9qjrpidF9zzIgM7ioQ4L0BuM8YsZzaXBf2cppEXxv5e7Upf/sPKlNknlgG+gqMEGj
ur/+PRYG1qhzVoUbQEv7ohtd8TTa0fe0D53vmL1bn8QAbl8K7bNUBYlrm4H5S0UvFAPC7lsUVsxM
Sjn596tqEvQBksi8hPp8flW1DeY3bc1ENfGD4nNY58FOZPG4vR8Rbi9ExiJcvyr1Kw4G8yKlBcPd
lMDsXctOg3M7hqj+moO9cPqnYzffcfxfAQrQAUA6ZBZ3kgSUg1zmJUR86iHIlOW2tI1xY0oBIPs+
+scBybShrEUvmsRRA8h6vaGdYRdjX6i5i7tY8yC3MglgZy3MEW/DGnGGIS95y2TFMv/U1Eb2qbzN
ApEO34dYXj/nvZK8Oigw3t+iG9k4Hoe20zTC4sqeZM+uH0dVxsBKJKd2ucgQ8WgV76Ba0d6M6mGf
ownxX1Gp/8fdeS3HjaV5/lU66h418GZiui8OgHQ0SYoURfEGQUkUvPd4o32OfbH9QVXdXcmsUU7d
7W6E1C0WmQRwcMxn/mYXd938Mkxz7AJz7d1e1VKUorXHxCou6ZOd4WXXG1qLU2t4gxCU/S68qTow
GAm+ssc2Gne9bgg7qRQHtkAfQGbOU9kt81F7iFjIXunIvtyNjrfIff8J48WV+ak7Jc36chROhG6N
g/ruNZ+1RZp3g5+MCOKKBlPaFztPeoG05Pw4dI68b8u4ceWsaxYRaTHwuSzXvvx8sNfw4GSm0s0h
PFnh3PRMebmnY13104La5ywf5Rb4ih4tMVKApXPoFXRC8tyO9wNozMdSqeJ9LEuL+/PLn79r2qPI
pdEo11fi2/uinJ1FjbMkmXLMpjx9DGxnVyXLtAsybQPSErT70AZb5L5eiipJXaMcTM/CzkFdsMub
l7G40AQ8m+TczspYos2OFcGZi02omB3NpVw50rzPDpkaRtcz9L/XOg8u5ZtnO9F6KfqNkO6YX8jf
nI580EfdbDilQnWhXO4kw2rdSaVH/vMBPgsPuYqNTSs1GZgSMElOrwK1IIuQt5ePKznYzdQu32ml
MqI3Nk9HllbzUBvG4NcIrl849s44AjSCKOqSwVJXgybwvnQNWLwebKdrjzg6YyuXp+2zhEuIN+Wj
elV3yryzIuNTIQNETMoQ7CRWf8e5j+yH2cJTlmbygHVIGDxkiI3vqgG737KpX8Cs35Gly0JJne4w
O1N+lKKWc5yyzHc9W/kmCCSquwrZrI02Ycs6VtKmAiHhZYUhfaZtom5mPFsvTOWzWJPHpQoLWZW/
NEveBeJZGTsDptd0HusGWVTqV5614PeZzApGAZrTo2tlpZeKRuvWfrp+ueraogFKiCvQmZumtdhp
PujtEYG/LagOq30yqABK1QBE2u+JrWs9ddVymzeP6OKIcTx0kDGk4jlMwIbn92Hbeus2W+k6tc77
YEQwQq1W/bOdlOBl5bxWo7pJu8TLytsuknBA2CDfHPV0P5R8VwUaVpYI7cSda+upH6oMf4Tu4Q2c
8zA1XKkrvWgYN4mVbGDi7axs9OHheqjh5cATogbJzyLaTXrht0nmrYFilo5uxscCw0+nXaeHAD6B
q4Avtn3NaDaFjR82/x+OMi7Q9kbPYi+Q9qC3t5mluGn4ReZuJn3bq+q2DeZtTo0EAalmiBIORqjx
P19j5+kvBQ76YxZ55Vo3ft+SLsxWplfVyMegX0QlLfjvYjKIdptzLWlzeJwZre1ELOapZtbAfUHe
EdfF+jCb1ndJq8t9ZhSWF9CicPGrDn0JxoHXNrZ2Q/p2SVT4TPMCNDmyX5S6mDNs/e+NNpzUDhQp
UykxGV25K6q4vkalVaFoOEpX+hIqt5GcxSIC0q2Mtu7LTRf4baYpV1hffwbicCwsWuSrmEztLmky
bgLNKe60fLl08p7vkWAMaPFT5qXrQB/ydPcyF73T2hmsVEW1wJvzKdzMqlXf//z9/dlVVtICzRoC
T1rXp1dxKtkYIAb2UP1srMRKhHBNGYW2n1/lT446ohkQa0gjrSWx90Fh0xdRIGttf4cNknWgE/ZZ
xQtBNLn6Nsnw+TQ9x/dx2FKXc9OmRcDGShbMu8M0vmJ8lQsx6nnjgOQUhAAtZdInuNnvopoyb4wm
lNLqrnEKzdXKdDzaBardRRwam7iOXvEoHvwRgJ9blIReEtLLbpx2Dz8fl/PRX2EcjAci19DP3w+L
EYdTgu9Lcbc41qujY9BchXJ54Rg8u4gOFB73C2Sc6DGfNUkKpw0x+0ik44Lo5jV8RKp/7VRe2I3P
gqn1KsgaMvkhKJEAnE6kJGaaasosHSW9XPwuGyq/N8th51TgIGw7SjZ9PJp7abatLfhA6UKE/kML
4eQwwLMMYOgqT055hrrn6fU1dSm0xBiNW2OMEWPHnlUoE241dRmFHpmnDkOLOqFwYir49ox6Wpx/
m51BE3GaYSWJVFmrprOLIM6nZBgAEoXSgL1iY6l3k5NYO5u281XaDqOYcXz3fz4Rzg5Qsj84XQh7
4Tmz6gCf3n055XnXdUZ6TPNa8ag+FfCpEgpGY7dtlHhvxr18aU2eHZ8IznBWr1qyvDLe3Ok1G31q
GEZaPDkuSm6HncndmCAdYk2l/tWKtXg/ldSmlWUxbvDDwOcyMKt9u8T2dkbe0f35CJxFn9QmWQTc
DFEh/eN31QwHjf2gipcKrgVawNg0aZ9qBIW/S7OkX1j95wuCxpmKjS6NOrCS71ddNBl6kErAFWqp
SDfWsMKVkFG8cJWz6JNRA6ULC2V9q7RVToe3h98wUytIjoHVF5skwgc1Rb5sg8x5+FTnY/wpLYNo
09D2unDl890NQTCMQ3Hdgue4ZpGnl06nMdB7s6uO/dgZ3hTJ/Q0ODAn+g8mm1Kd0E8LrFE0WlXsL
j4MBsUY3KfThy89f6fmWsIobceACoKEI/x4tFlijTq+mzY+GAU4ESZFu2xmWqyTzeF8l84wMOg2e
Uh+RWA5a9cIonC8pkiok8gFP/hD5eBeTjiouEYs85keoNZEoIExt9d4YPFbgh2RIbb9Qkkueauc1
OcAP7D+2TFZDjeV9RRo51AWRL1u95eDSfQLUyifSq3KvS/XwcyjJ+S6SFwj+JZKngrJPJMqpR449
NNObokpVt+yWiuajJr8YVc+iT6tUu9Iy2fmr621lViOJAbuahiuw8tM5kizFYFfTJN/qkvqRLvlA
xUlHuycYLhw/Z+8BfAZJEPAWyrRwutfV+IdquZSDl6hKLrRIRyvPP1vYThYl0hNNkz4FeXCpl7z+
vpODYL0enYe1ALWq77+b/EujFw2tfvkW6mknImuKXTPMsgtPdbZdrVdBMppch/Iz1dfTpyrSLEAs
bpRvJSlHBxtvuL3Kji0osy8XKlznwRPX0qGy/OCysZG82xqrKVbyfGnl28hUH7QVWIu5S+rqIKLe
9H4atkMr3wSV+hCbrVDB2dcibUJnG+Z0S4vJ/vbzZf1Dpfr9COMgsCJhaS4QOp4+u9bbTTw5tXxr
h9XsFWYU+EiBJAel1HqRyYGzTeQo3S2BnHyvTJwxBZzk6MVRFw3R9i53fAy12m0TWp3AerzYBLQq
tqad1TuUJr9NZhbtgE9KWzk13oI0rby6UWe2KUm7MsY0v42XMnqtzWB+btBu32Wlalz1sW4e66JT
XPZz7Ff1ob7mIHMelaK/6K6z7t2nI0ATE3AO8QYMNvzjT0fAssok6dUKdqHSm545Qh0fB+U+TVTX
KUfD45qm144Nun2aHbp1I9UXAobzXjllBbyaiLpABq3l1tNbCEwrUcMCLohaSAfNkK57LWz9urGm
qxytvkMbZa/jMiRXhYyGIAaTFbyDRMNrI83j6yxjQLVwUbY40w7fzS7TvaBtMGjOoN8nVbhrCHK2
CUe2XxP9+KMyydetnVeHOtY6V5ZQ3XeXGUblMmvmTRHEurDLXLpWNKXGb7Fgr7fQbIqLu5/Pvj/Z
YhEGoU6+6vkg2v5+P6knqUr6OoVhM2vSRkeJPjC1FqGNWKnZLuOuv84lp/GadNll4/LQ1ZmXaVjf
ykNr7POEHixBYBc80P90PIoax94etQu76/mmx03CASGtIsbgIDh9O3YIjqqxWwmsuF4f2jlCMjGD
uZTYYFTiJplEO2jyhRPvfOejUkvTiZKXw8H3XnkvqaSpWvkYxzoMlwc0w5obOUoutfjWuX0y91fy
kQYmc9UDQQDt3bmKfnPNQyCgIDP/1Vkf/XIaU78bkxpA6UUPgvPdj6ICAl2EUdT3gTSsT/2H88M2
2WmNbFaOSVqh7121JjWRfmqfy1GX/DpocCbQ4tu5VdR9okWGm5boxqvS1Hpqkk0PwN4uhXZnb3e9
JcS8iC3Y2GionN5S0UqxbM0o6SA/98zf3M3yKv+al8BUQl2OP87BJSH2s3f745Ig2hHvIc/5oZ/7
h1HAIHoy5zJQjnNshG6H7KmXTOX4V0vAqCDRs1xFXmkSURQ/fTBZRrY6pSF61Bsl3NhLZj/3SLfv
cqnUHn6+js+CQyIzLkMnigGEKfZuhSTVmCA7jIye3KT9bZxe9U6DEaDjSJmLuJAmu7TYfRW19wMk
4QsXP0fIYPL1QzySahDtlveYiCXFzyw2u/w4In+3RXox2KWG1VCQUBSIm9hbyf5Yy4+yHVX+0GYK
LgXl4OcUxUU1GoEbhuZ8YUs/D9vXmwJ2zLislML3nHU7HSQO9ig/xpre7ilqy15Zls42xRhFpDSN
9oOsfoiMyU3lBNWmON0FanaprHqOBeM2qI6s8jakESQSp5NAA1KJwc+YHYtauZnlOLxBa1PzibIB
Mil16WVwOjynl1NvKjD3ztLiQnB1vr6IKkgdSB6oJpzZZORLmHK0DHDEe/1B16Vw3yWoZklR1Xlo
efmZVl9a0n/y1OC0AEjD0ZExydHXgO8PCyxDrrNr8zI7zlXRIMNaOS9NJOFG16WULkdbBt5B5SCh
YsYkbWu/nRyKBD9fFOer/PQm3sUVOTWitGn67CilsbSpTSnxszIJP/7lq0Dup8dDgxYS/nt4WN45
ipTmSXRUxwiMnaxI3lhAYvr5VX6wUU8PCsowtAyhbSMCSM31dETjWdbrbi6iY+iMHoe5yNOnTIs9
uEqbyXh21LvEOHTakz4WrpXoAhCtcLLemyWshvtbK5jRY47xKZRFF7+qS3qrFQdDf+tDHcP4BzX6
GEy4SqRAL/vRtVugJnW2IzLf2MX4ESLUtR0OT1XzUuKR5jfVF9SO//r7ggDIGQi2gYPgPSsZ0k8f
9rEaHvFUubJzScUror0Y8awZy/uBtAERIiW4kgTex9tozE5EKHV0TBGu31XGbLkBDL3d7JSbSLJC
H4uOxh3txHEtsHS7IlMVAe6ivfBG/2R2rqwv8M1gZ0nm3p0OLaIeTo++yHEcEo3mBmaD8loh/fm8
OV/8cMuYN+sOgFzt+12w6p0hjK0iPBZL8zjKi/NQt1b3KLFR4YISW6Q4TOAPf/mihNOgVIjrAW+9
D+ijFhBVZCMttMhttl8wirgCWI7/SjBtslQaPCLRS06n5w9KSsxAkqpipw25/XR9tPoU0RXuClRV
wAcaZmI8yfbSeXYxKR7TKLyK6zzb/vxBf9hwnE4mrgo4CaAJiDlUKk6v6uT00eq5KY6dc1zKwFUi
/A2NDMWxXJQwDJZx08PRLh4nMLjy+JhJZHO6H4z7KthV1KrM9Lbr9wi3CMu+H+IXvXZcc5536bxT
NNxpoH/BzcrLjTZGItEelPxGi24thzJwaLT35qJsZhnMepuh8diKmGPVifNN0OXbFqnMQem8DrlM
q01fc4DP/pyBmbUbKXajDregsRl3Px+SNVP644hQkqBCh9ustSJvAEiejoi1sLblMR4/FBwOu1rG
F63GDHInlbJGbw4Nhc4aLD/v9Utb5I+o7eTSaN0CRiJoX/0cKCWcXtp28mjhUMo+IJSpig4B2oc+
M+4atQv3+LfQQgsZ68DOA19LWN5mP+q7pANJnpszcllDruLKa8aHEtCAW6S5s6nZMi3MWx+WHNut
KXj6+WCd9fuQliDzt1fZQWbRmdXjNIVppDemdE/qvUNEpTqUwKWOVZS1vlQZzU7qWy8z5MqTRgKY
eZJtP9Al5S6xY2c3dTgc95TUzVnFbnxQtIfZHhqvK8P0LlcT9cJ0Pwv0VsQOhHzMSdhBaX68W2Sl
5NS9NTTafaCEJAqq3m4gEpTPIMxfsqXWPkRd7RC0Z8NNuNiGqE2nd1EfDjY1NlUulkqDi3t48heP
YGB7dPbWNHZlcFApPn3xablIpVNO6n1QhpGfmFLr9WEUXKgcvd+wf1wFigz2ZnDw6dKeXmWqsqgY
l9VKY46rDfZ7LLu67vY/nxI/VFj+OIspsgG8Atqt/cgc3p8LQ65kSpdJxn2iOPXGbPTZrVB6hQ8t
v6IMcBhTLfVTO3s0V42Oue39Ykgqf54Q/XXsrvHLfEp3TuEoB8RWPjW4+Ig+eoiiOEIq2f6YGPLk
DVpRHqizm+wOZEAoq9SuGiqRX+hWfe0EubGLoqpwlUVKNxRnDVeXcwvlzg7VN3yq3aLW9Uc7NTNX
T63aT2Q7u3BynS1nBoJRoKPA5koc+mMy/iGGjKtxcTpsAu+JdXxjg967O7vDPvYp819NbnkTeVD8
jtVL9xY/BBeOsHXKvHsLK7oe4M5ajiRLPH3ZCC13atR06j2Azx0sTr2xPFPfKqQLP3/fZ2SxH48J
6gJBKojoIL1Pr4Trop2z+tX76tremtv0dtpUe2UD01qEviLkTe5q2+pp8K17Y2sdZK/Yhl4kpM3P
7+P9+fn+NtTT25jMvo8HuVbvUQkWBlJwmfGiVdtGNUGVXpjj71cSsTK4ljX2IjJBSuTdI+vaWk2J
UFublMK4sezwqS0c50L2/ecXATtNWY+D+b3uLQFV3QRZDng6xk2xjJPYB8UaX3iU9YA/mSfokgCB
oNe/Stdx/JwOmzFGSLkuVXE0+xD3ZrjWyEGX4crMDzzEMl5oDeR3NZg5V0qXS5Pn/BlXLOFv1RzK
2u8ZexSHZ3ioXL2WUxP25FyuGdYl48p3VwHstaIM8N9d2+uU8LTTZ8wzKj85whNHKrh5LxZgvruM
hPr+5zPwhyzGH8byt+tQA0cDhFoYa/70OlaDNAbYvhxxRvBHWWf327Gs7tXC+CYvhoIqpRnPIpoR
i4JLF3jzaA43RhVXPmZK5g6twtarlWgU8qDEbJGdh4QggM5Riza6nG1J/jZ5Ensy/squE1qPipXe
JHLqeE7dbWaNUnvpSMaFrOZdQPTbU9Eboo+1grPfSyjMMMeDruCpaie8n3VKvg3vyoAMKlDyiYUe
olNZKbL91xb0j+vqdInYxYmqaNGejuYMGNJCx5yiTKsYH7M8iw9VT1rX6Xkostr61FaXLKH/ZKKA
SgGlTFGNx32PWkh1DpOxjrNjZ+nRLpgX28006FE/5sl/fJ3+M3wr736bEe0//ouvv5bVTAM36t59
+Y9j9VY8dM3bW3fzWv3X+tF//eg/Tr/kk7//Zu+1ez35wi/gj873/Vszf3hrMRb6cU3uYf3J/+k3
//b247c8ztXb33/5WvZFt/42NMeKX37/1v7b338BtviHxbD+/t+/efua87mbsnj9Wp594O217f7+
i/WrvrJxEH8itVnfKHvM+Pb7d2gEUzrGEY8QCEr1L38ryqaL/v6Lrv1KbLmWrhGvYBNcZezasv/n
t9gUiS7WXiXbsPLLPx/8ZPD//TL+VvT5XRkXXfv3X35TZP33soXkCOaH1IoKm0o+y9I9nWhWJBtz
MMyD4PAgjAi9/ure8GZ32SDN7g27m9nyerkQ4YPtyofRhxC6xffyuMwb1Dwh6YurpxAxk7x0t9q2
84dGzM9TIw79Jsq9ZDM+zzusM/zuMIY7wzzIPfBC0d4+tX4r8l2+s3x7szTXc4NlsObn5k7NnzB9
5tysOhGL0sWUPL8ZjA9VLAZubHanzeAhtj1tVr/CF8Pr3fueu7jH+cR3vGwb7U0/2uInKMqr6F4b
Scmu+6s4Er146gWgxFv1PttTVD0YYtioh+ra3KrbyjM+X2G+yy+RPPmTvmsO1Fy/QBjx+93T6EoP
mtDEeoVA6NYxxZXzOthosR9bQv4wfFZv2KzEfeC2vnI0U2GIp8P905Mjbq7WL2a3uYau6r/obilg
iV8316WYD5jSc++5yMXz5vExFF8mr7ruvN7PP5T8x/SprhJkb93WElfyFn8VXke8UHUT/VMERMuz
+N2WeInFI2Mlkj0ZI/9t8qyvjpAEAElbfGk+a176ofMQt7imKn87O4kbf8Q18ENsuvE2oTfcY02N
pLLQ7uuvy1beV7sOjwQvxYZU21BtgLMbXhv38V3oon2964WC0c8gaLNFua8eY569PfAH043Rumue
l03m2V58He6ZB0+TPwvDM1+yA9RUrdoomdd6luUW413tZdldHAupddP76os+uqUu+jewL3R13wgc
7/ttv8287qtZ0ccSV0XMa9OM/ctUCENyldqbedfDJJY3zhMhpVtNJO02Fc6noqoF+NePGk/DwN0M
bqD6zUu4nzLMffeTKKP9XRHtYUDto+/9RKlNmLpINqEPfWKvedp183l+GVsxqYIdvymFU+8iPRED
ZL7QU8YtnqTWNfZpw/BpCV0ju3XuwZZ41db+VN1E1+qN9tBcj9v+o2ndSV+cL+Uie7Id4x4rZFfj
H/IhvY08Onh8nUg34+jLbpNeI1Qo4yzL/9ou/25UkU+C8vx4be2LyVsMihW+7nhz4avKjdbue1PA
Yem/F3TE8ZN1BGo/1WP/GiXCuO5gmXL3+3E+9L1XRjv8Tw/RXbJPruFP99+De36l92VhtO7urg/c
P362D7WH07dXTgCWRfQscc49FvgHam5cu+1388W8ya+irUNOvslqF43fQ7qRmGDYWceSb3xt+bTt
KVsv8q3Izd2g3IT35SKwTDCBJvdiembW1YaIPyl3aesanz1pFsGD/DXZCNrhYtj2O/1m0Fx8GGzX
+MqDOaLYRJt+czfvVEe4YXqFCDSjo6O76IW32jH4KG3QbmcFy9rH+RPaXK0s2i/cV+CSElXPBvsG
yexzcJ/chVfTN9P26zfpS5+KoHTVWrTapp52xhZmeh2S/j4CUlZ2802x0d3N7M/+gJjXfvGO1ca4
+iKJ9oZlE18l39Jb8yDFwnwtPEWkb0HBkMgUYz9nX3JJNDv1811447xqdKDhu9+pH7S72PmoJftB
/bzMe3TS77Ub9bN9XVH8JapA3uKrvFeWG/voL661tZ8DId3k14OLf94X9W6vfdiCILqNvmu39h2p
uT8/aIfbep/syg3xlhx+sNJ9BevkSW94oOa2QkFgl3psy/7ra7RLGtfZy+Ih2pV3ByiQ7ie/EpG4
nT3fwCLM/6p6qhe67Tf1mn8J2dOfi9fPGpt5qfJ25k3n9964iV57rxAAKYXiTv7kZzvDXfzx+hZH
Z/e2EM0TRoJYoB14BBEPbr4vr3uv87Fy2sv8SMVnKzG4MDpC4fAzzha1/+yWZNnjhvjz6VpxM+go
u7gWjrbXCze9MT+nez04dN8NQ/DP7Ptna/vjLm67pxn84lW2rUT2hEwx++JA5Vy01/U1BT2VSQ7/
ffieqIfWKzKhgFR3540patxXeKZ8zz+vHWipbDMcVUh+GCI4ZrmXiU7Z9vOm9/gMhLFtRp4HCd92
J6anfKN/DeVG0DLT/PDO2H6WbhSewdFJ+Ga8y7bMSs/aKj4hjPb6MRHJ4cHdfZf2Re+pV+aVvfl4
WyzCiF0oQcYr3dt9w7lp3Si3hLw4kDBE/ab2ak/brn87X7q3Kld64Yzl9q0t6rPhY/Ga5m7rbNtr
bsp+hsZzO15TX8KgbBTRjVO/zIErfRt0z+o8MxSxfgz8e8czUGgX2XZGkT3c6RXnnPE545alSgCX
A15fSTsNDKundLKrlwfT+T1T+Uuh4WOZ8+c0CDwNJv+xfSvXuKt9/0MnceT/HYHjWsv6j3+GZ2dx
42P09rfta/4lfv1j7Lh+5rfQUVIIA1cELH9kiHbY6v0zdpQU81cidJRPVHp0KiAEItTfg0c+RdpM
/YPQjtATOsG/gke+BUUbQB5l1lWsFi7OP+/ufxA8/maK8e/gkW4kzUGq9StulGoP7YLT4LFqJwUA
cHavTjHARWlO7JcCODlSLxbEgdoArY8yrhJ3zqM1OG2A4FvtPMqNMX5bqmxuEZGyk8NS2XiJt5md
fdJmGZEYUC3OPmtL7dOAb4O81WpIO04ULx9Kc2F2y5U+RmRikiVd11YuQ+2Z+/hj38n1SwNVYdgu
6oTSjtEEbX0TS5GM6QKGMJgf0wbkZJGHezMNehX/3Np+cWK75LCJw7F2Y6sCmEURYFBEMiwmrPV4
XMUcc20ehTpgJS7SKNDhDBNxr7X4RnPnfogTMdtOFvjVUjTdhl+JuGlF6579DwtI8EBy8LVdMmsS
o5pajlgSPQp9JF7KwEu0HjD2jEKrcCZ9LoSJ9+iwac0uIBwNR7YwA7Q1Z6w6suC7YUgKX0qn4bGS
O50WBCLDokY41hJlP+gO8h1O1Alw/VoqcqWeZhZtLSV7DRyuL+HI1QkN7bhPadJZE3qnev1prFLK
5hQtJSot01SgG9MkseIvlZoVnqYNuKghK23dxtKire2Kyl57IoE87WYrAaw5jxESbSE2hNNOyspo
doPBUX8g0L4ZSkTDwEGdLEOaoJknUcMziMQAeEx252qUWt/IUnUUdi5bVDTTHriePaEr083JLCtP
rRrFyEhWKW2PYUF/bqc0urqIxhwSRYxWn8HoSVAzsYKcAmdaOfnoq2qu38p22h5yyABAn+Rw4iiI
QKX6bUmJ0E0TJSIAKkf1d5rHX9rMbuKvTdmW37v3W9VJxvv/XDa8tmb++13tw//+X33xPoFeP/Lb
pmYY7E6ongAWxUaJej+702/5MN+h8QQNFMgNkDYkkP61pUmq/CvGYejLYswBRpn96197mqQqv656
PZTcQUqsQHPtr2xqP4Sq/72nsXMCLqUBCRRgZfEBGj/d01TajjCMg8YrrDSSbq0xhQpnTwCdSDKA
S2w00E6h0PM8CVx9wAxCBOosjdAjdD0UEy5CtU81Klm2WEVOxF8UxNq9MqkSOhh1l2QHS8EWTqhd
F5ADOOPyAdpxZnktnjcVrf9IvSsaSyq8HlX0TOjKHLVCya3mW6gnjubmda99CFrk2D1Nn4zGbTOn
RdNg7NudHo74IQxa9dxCOfkaSrH1BRBw+e3//yrOCrr476ftNnotTs9hfvy3Kav8Cg+Fo5YyL8YT
AOg55n6bspL2q8qJAVODDgCSUUCT/zVnFT5G4x4AE9MZdPCqWffPGs6vKLTR5qZNz2/jfP9Lx/Bv
FOF/T1nEJDSaeYAZoRZwp9BYTqeskYIPipzXqCrtRESVrM/CLE3VTRQtlj42tUr201JQElM0VYFb
QFNckPeq8UmZ57La55FmjF5XWwlVimolpKVSkuwabI3qgwJihDwwMotS9HOdUmAI4lK7C/LaGA6t
tDgUZuCrTwpnSpwUV20yIUI5hzPmkviBpMNVMKhQMysTj/I4AsXl9k7Fb9OKJJH3GU2G4aDRD3cn
/gvoBprT91Fkap3XdvKbalZVeC3NHT4cQT1FydaZupqjS4MRQL/T6q7UqKzAWCdVa7xmCHOCr69R
DNzZziDhQh9WeeVNigZVNVGV4bvdyDS9nISOyb5MYpTM+oCB8axS42BO+sHGlyxIDerJUTZ4Fu4K
28oaht63F6Bvos6QKtqBwkLRxMiySqUA3JOaqOFgXhMJadjfDYHxViiFdGUYhaniB4GhLGs9qVFB
oxz+0W4BH4ilVegZmwivAWEbnHJnoElKMQHZoJcFUtarnKgDMmh2bW7DQII7jARp/sFZxqURceZA
w50jPSWJVJI3PczD0pPKKr6pEHy6t6yq54heZD0TMUbtzfW0hFIN4WUO3vo6qCU3a03poxR0EWkA
HcrWdUbU4RmlzDK2CPfFhis7QbOVTKxDNwVSlrVvdnr3RU909q6qRCREVhL4xHKsBhKFfbY/YN/q
kPuLlVvBbpgRkhRI/3WeobeFTsFcb750Oeq/EI3yqnNVR0o/z0uZY38pRdQhtQ5rqzqeSfulaRqJ
1iKCmTxsIupXhTNsCkkZ98GUjMC2C0PvvTgtJKgtzSK5UxxHUMKZWVeIUccUzGRap/u00gkfzKHn
VhOpZfSUSJJUUj60oYXZtakEg7XIYwIYbC+XxUm+aEMct/uQ9tQb/HWdHNFQuy8g7YvnRjN7WvyO
RIlzxAIi9RFOG6+qdim/5MQ0mo+lQHkvx5jvuRLGr2+9WZm3mt2EmZ8q+VS5hCbT4s2D3Qye3oT5
N6mziJmQXFEBgmR0gV1NG62PmMinEwpaA6C/gK5IeWWUnfIpM6zsttS1pSQnxSnUbUKcKkUZ9OkD
yBRjEHGEqtZW64MrE/zXF20k4KJeogfPchIigWN3JriVKani0B27Rvsuy21CBi1HVi9SvHZ0MQF7
TkRqwh7a4gHXfIPannJ3TkO5rQWM0rhD2nVUU5DWr1Ad7cPvjQyzCx8vNaGouOS80Fhu6+sgMBZ5
G2rOEu1x8ApSt63LgFeCPvTsOSky29uyGZqHBRwZAXjUqvYG0xqZNKIzu9TX0wUQHOaT37KkMCky
6ZzLm6araF2nDcjrpi6nVoxDIB0UYHTfgzAOBtp2hfotsLQkfYgja0QWNR6/R7VMPRUd2HL06IQF
sdvjwfpsp7r1bPTjUFKBU+ynBk1zwx/BpLzoRlLemWUzRWTRSvI9jhKVyvCiOq+z2VEAsvKCQHKF
xd2YYRC+QaKspg8QURgXkymZuZKGyV5ey8vi9+EkiUDitezVFMG+Jm8qQvLRcKSXRTKk+wp+4PwU
QkZ8bub/w96ZLLeNrNv6VU7sOSrQN1OAFKleFknL9gRh2VaibxPt098Pct1TEqUQw3Wme7AronaV
CwSQyPyb9X8rU/vVDBMyyAszSgJM7KjqCoeDPpAQxeJN5o1jvi3yym7uJSNo09esD5kqp2XtQGHz
aFNZpdPbYDNKw4X8B/DPCXU3uzGcTnUoYYTuU9pKbq7opDX5lZyNa1yjlH7jpjAfNTSfxZmwo4lp
xGZobjX8oWMfrjzzKlGV5j6/z/BZjhF7WsHFgJeUJlUP9It37hwKg0H9mRqksOQkg7Qbp2IFhtwd
t23TV8OqHR17b5UjJbhe1gLPiHBwA2MMm/tCySbHnxuoeJibKAjM5ywzGZorRo+kje4uYqi5BsBs
4cq9il2VFClD98f3MmDKyjRfI/eJ66Re4NotFW3k8eIG/t/w/N4pRjGIH7OU8vonh4FTrGLNEjlP
K0kpW4uG0qTORjOfMaI+devKZlPzZYVNtF/SCUf/q5QhX7QRY3CPG2vifNFdpWaXdExFXk95OkTn
gvU5nLdVSZl4KHNEg2nt2NTB0WJ8rkNFZ0Y4ITW8HMypf3D0kTAu6tXMPUPtTL0qU6vkB86QotSI
N/ncrvoQCP/nEfWqHow5c8S+zCJj/lQ1YYJamgOG2nrcy4c5mcZhk3vlPAgfFqEy+o4yhNR1VNFf
ibRmWzYMEX3Dt40BpUyr9E9CDtPTCFOiCUzGNe2QrKvOv4kk07ea1sTdDXA3DXEcP8vYZ5oyp6wK
tNyrwhq7aV0K1/hVVyPNicGyN7BpE+RuS57qDhaqKL61q/yhkIZZ0d7Quj0Wu2wqBksiht+jOZi3
gscv/FC6oceI4Dw+oevip5vJMEc87HCkdUKY5Z27bUKerBVh9FCqIntsqXmDO1G+Oe5U3IGjdapt
nWTNLoxqKKNKpbHlZXVffKm40lwGUy9weFxpYdsNlAXn6auHqvpnLvKy2Ay1aV+JhZzj5wVJPxdt
Qu23juS/2eJ/CEo/Crtvfg3/E3zPfv0si9dlsOc/93f87eh/oStm0okGPOtzGWP8HX/TmP2Lwhha
FPqYDFC4/4Tfiub+RcjOVB4wIdwBn5lwf8ffeDb+taBS0NZSQNPJ97w/SRkXZcM/4ffiQeQR+cOL
AMDIFORxxli6jhSmqML7vHockpWtPkTlCTnMa33P35fgPvnFoCneDNkp6OAJ9Mbw3ojVdVJ9kR6u
T953Texlf8r67mj24vfF0DKZjNOZixD0SMkRxt7AMKmm3NPcjYLpxqvXY70BK+7EQW5ui41+Chz6
3u2R15PfIgIFjnHUhFYTqVUm9P/77qn8Vh7MHQHpyYtQPnjzmjzTBr2hknnRiz/KkqpkcNnGw/sK
UUNPr4GQMuBgP5s5y16s4b8rpS/b6u/cD7VXssUFFWZR0Hh9qZA5AAEYIryXKl0g81BlX8hifN0j
G4lPTWC+1m08vy7GNEArgs2DtHQM6HeasazKWsa7yO3XdoOzR3lC5Xa8wCkls7oZhQHqyl+WMvTL
eZABP99ijCaxqzCnZKBbFRbtu2H98UNbstSXn9HxVZaH+kIxaNa6209iFruwX4e0ro2H8NY+I0Be
+t8fX+r4kS2XIhRD+sCXiwLj6Ia0VkBd80S0a6u+CdL0rLb09MQ1np/K8f1QbEfDs9giIRR6fT/j
YJDOVnm0a35iHz2N1DnPmuJ8fCzP9Uc4y1EZRKOvPyANZyh/+DMDAiQlyz0S7FCcxyf5DUdRZ/6w
kHoZ7frsMJn1LhrKbamlPwaMuD5+mkfzQm8vdbRh4ESLWGmoox1eLwBHnXtkj7f1mX410iH++Frv
vrkXd3X05ogWLScHSrPT7P68ieZAyFOwoeOPlwdHIcWydaYhUdocoyFVm0FmL2u4GxVay2RdWjGy
ZIZmpaZto+LU3vf241reD/pDNtoFCbBoFF8s+7a1jGoydLEbIx0iO5urXBGMfPzY3rsI3y0DjQt8
G6ri64tAf2CapWGPKKP0SdG3uKkc4j901ljWAbqkhZHIg4M/cwzxS9wCjWykR7taWsne1MBYRU6o
RCd217drgMtQnCUioOj25jBUx6kx4JJFOxdj2onQP9Cc8pQ4870nhrh1CS3obzG69fqJtV4G+cYW
7KpDs+6ymyjDRoni08fv5Z1bgWYAm9agdEgccnRQ5PVszxaUnp1GANunWtCYyqkhIv344OO1vLrI
0a3IOq8YY+Qiq+vbvbHVTaQx/a2xMgOxfby/o7BBX7pcVRfmZYMmZqdfTv6nf3GfRFoq40R0H99o
Cxu7jCKljXeGUJax+/JGFHL9f7vG0X4btVnshWrNGzOzrYsNfTOcACu9+7Ze3IXxek3QiVJkJKt4
N0i3WUcWKoamOWVf+P5F8AiEVQ+345ioPbR9ObgwcHdF2myTOJijYvtvHtQ/Vzg6aOWYMGQw9VyB
Da5VRRAVJx7UkSz+eSdAfP/PJY4q0o7TebgLj/GuOdM3mOht5hUKtTxAEvaLxNO5jw93P5zNsLrB
Of1xUP3w3g3MP7IT+vtHABQD6ALWiQne16/LioZeNuoc77q0OxdzuhJomP7Fo/znEs8n44vNW8R1
qURYwe28W9eNN21xSth/JKv++ybo/0O1WObRn9HfL65g1pWThIPBx/sIFXEDafGs3ZTX6bV1E+6d
9Y+vF1tnxXu077Pr9ExH+tNsIuR2P//Fjb74GUfnbpQnrYhTLd659q7oljD21NSxvmxDr+MltqkX
lzhalpmmwXFNnXhH53gTXky/2hQeaTAjhlo7ge2DV1ln62rDWOxibkIh61acnTIFe/frYxAAN9/n
yO3oPmeZKPE4WPFO2PVm6Or8u6LX4a+PH+a7G7KDemKZGkNxvfyIF+9UVjT26OjEu7i8CY0kyJTL
qTOCkuL0xxd6925eXGg55F5ciP6DN5Q9j5ShJ9SGFSLCU5d4d4HqS2fM5H8MWB1timNUZLPBybi7
fsRd/ky71B7E6PfoeuvVHNCtXOGRFrjr7lIgrqXZ7n8attGFern9F2cMAT2Qf4bc+DVHN0tTmphg
zpOdWbY3RpLfjFp54oh5ZtW+XqMu05ELooGgTSPKef1A7bKLEeanGFUUvfOrnZV+R/tDNqhkjXYI
LHMYv/ZUKp+qcci+TDOGLW1qZIfK7JNr2xj1e6zh4osGGiio50kxCr9M+vCHixCF3ZEuCDjNRNbX
HTW8p1Fo04/ezimC28yvXQ+qBX4Y0wxjDhqXfcGPml7BX0NvzX1W6whFMa4vPtkFYjTdDvl7miKG
F+DXWQJCyio39WsV69JlbJ9quRdrxU0I3gb+ljGb95T4omtQLTZO4qM7GusRDl/pu1kDnkintp4D
bNGHeGWmUZ35XjdaISMJi3cxZMnyy+SqzLrpfF8qDlTogXwXg4enjxf1m/qEtQwpkNAwKawzvHtc
b5kcO67DfvD2XetB2qZdX7bXrQcyDxFR1++7KZ3iFTOLSKfnjtwVomnrmpt5AK/BuHjYff74F73J
GGjvUpxycd6AWQDM4/WqoC5fFXGc9DvdCm+m6r40rScvm/whuuF0+tNTTcPFZRmVxuyB6OAYFjLH
cRoNo1C5mOo7GhSp5sT2ZC6R0qtVjn/ngguDpYT/EeiJ1/ejVqZO6dOM8ZY0WDGTzKqvNmP3P8sp
lG3gmoV6rxiN0vvWaDSab9ONumiSKHnK41TcdYiIqN/IFL1uoUxZc+hE3yI5H03ncyipwvrM25Q/
Q1fP72jxVU+ys9Wfejt33ya8BTw/DHsDla01tmOQd26FdcPcFRWyWSu9t2vPqn0AW1gvtRqeTMLS
809u6o0HbNmMCIBCTZnWiowiW8Mu1ZFgpVVxLZpCUkfPNTq7Y0xi7neEjH+IkuTAZi+EdMQiBfy5
1BhfPzxHqVvmaPt4r7jVdK26lemrWtcETJiVpR8PmfxmO61y4YalGkhaI/eiED/Qng3ryLNPoUif
LTNfv0uyC3QxpEoLpOzNz6lKr6vrMt2nagpML9ewsgtDd6tMarWmkyguEcGkAeIClOpV5dDjN8qD
oSa15o8mXc62dvubxgpH/LPhfcxlpuy8SkQY+2J3PNaDswvD7EwZpvLaCPXuTB1r7SybrOmCPbIE
/dXN133meKtoMHvK99I4tSsvWdLre0QCwV6A1QhZJ2n760c+SFU0ntTUvedky7ZUmvKpdxfb8arU
9Mu4VMyvmG/P54bWKINfZtL8NBgM320bFeaAIP3eF+7UfO/sebqjDxx95qTT9u1U4V40QYNn7KQc
qjuZ55zTE0GKgT6uL7X9BMn8kxXTSqQF2CFLVkGU+nMd0h7vPOH+YiBo/BI1izMgBZn4Vw+DtQps
N+rUIFLqGr6JnSLtA6pPQ4NvQPyqwtJ7UNLEu4sQ8TACkPR0y/vcSb/ofVz/mEaFyRetqtTPNTXV
3aAk8ppGYmf6ParcVZiljnmqpPm2yMOuS9ZNIE0dGmDC0fEKfz+DkZh4+9TGrKqtawhrnZoZvlJ7
ynXXOOYtkZJymUfJfN0anAOQ172Hj3faNwENkDUmxaG8UdyCpHgUI86pWcHB6dN92yXeluPKWsnC
ce4+vsrRpPzyDTOApxPQUEPjr8c5mCq0WLHivNiHYaX59dDZV2EC+QIi8TblpgO4ffkk7E2oL7zz
WY63Q47gP24nmq3RYN3R6DtV0Hvn3j3qUSZ3jlrxDfaqlCKycHUs9sXgurQrS2s9z/kpXP/beI6u
CX4w7F6UVjhqjqoF4Pm1yNaqco91T3sZ2Rihu4qwt+6StFdTupNlnV9pwjHXQ6ZwwioxY1vCyoMO
nOp66uSi7pyLYMyYpkAgmm81VTFWc57euy16gm6gW21jUbLtWojvvdJXl9Kq68BN6LTOeJuviTTi
oA2NU1Ppyxp9tVEs98YprVHGptjiHS0f4QqrxgGu3A9g4Vat7ShBayLZdzBj23y8hpZt/vhSPDxK
eqwiehpHx4CcWaZmPZd715bJpYd579qpAP+MCf4FfQZCO++zdO9poRdUzFGef3z5N4uFO13MUh0m
+6iUWUdRuW1nZYgyodoTmKKKscfwBiFMd6Itpb+JFLgM7Y0lGgE2TXfu9c5bVYg7Kk/W+2ruImQk
kRejHZHzOq3taKPnMbZ2lA3vRR7anOradYNUKeg1U9nqWTZd5B0gQDyLtYtMjmgH0th5ihXG09K5
Hv2CKDrixEaW46pCPxsrRp8+fk7LGz96TcjoUbbTUmZlHXtpQywtlCLu6703dnOgWQ0NahX2mtVa
O1lZka8r8sRDe9PnIJknm/99Wdc5xqVGRhhxVs/1PlUsA3wptjYugos1aCOeEUbPPpEs6W6a/d1l
fjV6+1FbisNgkSQiOnQYCeegfP22pO71uqhBCXlprvnu0lr323nO1mZTVKtUNbtd6erViUbIO0uR
Z7uMsoIUIqo8OjjUJjfVVjOafYLmOpjGGNnsFJ0a1H77aZNOk35i62QQuS5DD69SXUhYEg9vbQ9G
PoHbHT1KuUT+Qxr+8ZLBYo0n6XIILTrm5X5fJNWdaPvKjixjLwo+Lc9LwjXn+7yZlNwObChOK0vB
B/zjdXqEfuRIQt1MOM7BS1RJon20deno0lR7KJV9Eo+YCCnWedvD2PVCKEQSMw9cV5Gy7xu9PpOh
W/uQhu9liLoiTE8B2t++ULJriuKLgBVy2vFsemO0iOnsUdlHksYW5OinMe5O+Rkva/H1hwlMd7FS
YQ4adfexDVhmqDl4fnhvjVN7a1sv4UTrIl4ZpZuv+yQUJ/br57bO6wta0EJZp0Q3oDzfsDUn01VU
Szr7Nra/lbWB4JJxU6Y0Po3hDtSu31J1KhjKi4tU8yMLM5S0PvGpvL1pUMJ8oCBZsAsDmP56aS2W
RMThtrM3Cs/Cf2WaLybCE7oC5bT4QagnTol3U2mQTkuWt0BSl9mjl2s5Lzi+OC3dfRSrk7aCwKR/
LdBS3LX6nPR+Q0vn3pxmhKeZMVozAyjlEJ2FcWb+lJz7f1xO5VQGGo79FPp/C1+ko59TZ2PvWJW3
t/GgY4BRQZWZaU8ff0qL8PpoadHMhlFB+Y0OMGfz66tMjdpkcWjmhziserL0PmdduYkE6TVrM0O8
vTxXp0gzN9LsGEhGqDUxR9MWJb3UOLEhY7r9o1pBjEQcFY1i5ZqDlwVVrNPrIl29VbOSyUCjSb/M
OYBk3+oqatwRsjKwMHbo3pGQFZiCNcMIntpuvNWgw2idrDGFDTU1tzg4NOpKZlNH0qvE/bneJQwB
ZGmofCZt1osA3bL3NTYVAzMx1FIFtso2bHUlrRVwN7N+KL0ZVASeHqhp2yhEo9iFVSdWhYpQ7qxN
YgOhX+p5t5NeJ2PANwjhEQn5fabW6s+PH/k762wxZ2QxAeJH+X6sUI+M3m77WlYH4VmMMHpqFXiz
gRUoQ2xGwFQDcruQAU8nSS4saARnIqnSQx3KU229t3sXHA9UQUufctE/HjXcyrrKnUqrkgOqTnE5
oQ33UXE0pzaTNxkpbUOybXj7iHV4H0fflWq1qtakYXIYhJNs61h1L4WDatXRFvcyLBe2oRu367hT
onutGxyfhXbK+uDtZoJJHfQIbPqoRGAm8XqZg0GzzbnE2VGFJntNM3s8DGOj3uSltzemsWlOFJvf
uR41cygzcJc4GI5DzgrvHlheY3zIUyiaSiT67awvJxHIqjNLRKe6cW8FFpzDz/xftspFxnW0W5DW
AzaOeZdjmcvt1MoeCIGJJt+w7QBdJRbm88DH55W2P9pedlaGLoZTTCP4pltGwejExW4YZXseCREx
hWcaJ/pgb0O95Reyj5NJkbcdPxJwXFFHNSw5uBqvwGo85FRcPiDUM7dyIQqNfVcfivhkWf6ddU6X
lUmqJVleGOGvX75aW3WCAWpyoEwVbQeCzDOqicOJ8+qdQ5OxLGhygK/YSEnIX1/GjtTR7F0bMYFD
6cpWJUBD3CzOLIqyG3CgxlnVO4afpjaED6tLLyyROKsiUo3VgHJj9fE2s7zw10c4+Y6DeIPyP5ob
52hjr7WxbpSiSA9x7t2O6fRku+XeDsVX/JVu2rJ//Phyb0NO4kCYvIyyUdJ+07yHnzY5cVmmh2G2
qktbEda94s5fKFtqJ27sbTKJ/JHUFQgR8jUO69ePWYrQyvNWLw7W7H1LhSrvvAH9f4JWOGi0dlhr
oTGc51Jr0T/H9vqP75OMgVqA68E7dJe5vJdBgtu5ZZzS6Tw4s6Ne5A1lv0q167WTW6e0h3D/3rzD
ZZ6ZMjpSFfQCxx6mNvaluF2FzaHiE622ah8bADNqFMpl0ubrysSpKigLY/g2W5OhbkJlwcjXXVJ+
L8os6S6dMMvyzRD3er6qGDFJfb0qrZ3mYlA6oVMWa9uY9TPDLnGc1+MBsKqulOte7SJjrZhFdmPH
vImV3tgg+/rBfEoyahW9VjXmhY2j9/cxDWXFWINDTusAn2SgGFsbhpt7IoKVaNz4q1d2U7dxBrR/
A1nxo6tj68BYcWzeoY42HwvBJAPGlW4C8cZomkBmznBlVIU3LIHGdM9AUjf5PSn+vVcsCmvSDOYL
srA+tFi5+wWf4ypadGwXalVACba4tRaTP6vvwBZU0g76IXN2bWnV147VWe5ZxMRS74+dHmInVxcw
KSxKENup4jX4S1uByhUVvHOn6/QLQXVzX9ZK+EQCDH0gHpkU8Aku+i+z1tFzYgY3W3clHrPo55wx
D+Ki5P9RkcwMfqUu0gIVQK66SbVqqAJRyqgLVOhflT/LKSLALAdn4yk0m3gLtAQSLZ3m20akytfa
laoMClPr0cA7NU5VNJow5x3KRKe7Yi3Ia/ptDBvkdQZYkxJUurbxTHqYrdAGk9qTYMKozkL7DnMG
eiRVm+gwKzy16304nWnBsGVkh1Bg7Gz0w74pHtip8Rrs9DFzfLfXFLkuqUW5vhzq6TLE0vUxpoj7
yExKfj1Ngikj12tKe20poqiZhM7RtjNsEsarzrQwSfU6BZlpbsYHzgg99/vMXSy4nd648QguC9/J
SnJTFkbxNZu75Ayo+nyujmO7ZguwLgSY1/3saTIQVjyu9NkE9ThG4TyB4B5v+PhUPHjblMGLxRmD
qYXSSZtgzpv43qOlt9MxPJBYksziIgJjd43UafqeUEK1A30ec3ebWB1m2a3CdIwvukk7a7Ui/+Va
eYhvJTX1feOFHq/RFdEnyYf3tUtD52vVufWdIqfsV9dlGVr9Z6ybMMvLEQCht1LsVjzWshUPtCwV
5oyqQr2bETWXftvGB3Mw042W1SWYXQMpX0DelX92SrO7rO0p2rh1xSCNCY4b9MasxnlQt9X0uZzI
5nlE6WwHTWQuoyQ61gaTN9HHGYlrHpK2qu/LVFe/1W3jQaGa4+a+bhogyU1LkO7PONRfezJuZJC4
c3RWmbZSrBNprptJpodJN/sbRgMGBVdMgWFUrM0a8BykZVyByYtvheLat2IuxGOBozzfvmIbmMMy
J8OL9m57/Ci/hHTDG0IeRaMIoczjN7qo5OyzyyDwYAsjWTVZZnuUsrSyxq0y7XEaHMvpZ41F6mU/
JvrWbQcew1Qznd6mYjX0sXqVDqr9M2rcokA22hkPqjEPmEqHrDxB0c1ajwoDYn4pSuNzzD9rV55a
em4QZ3a3n0fC/H06zNoQtNKbf45M8+H04WU/he6VGG3aVbXzRObsVcaKHx1rNOmy6ZoVyKIHCcKw
0VqYRkGJtq7mp96y/TZXbnooDZ6agzs2w/anTa9iZTJ8DyUhSh6Emdp1wMLWGfSUOFgqgswG/XhY
X+Sw5lTSuxhSkHS1qfRH0eOkoruT+qT3dXhHtDbsmHicPoMvmC68gmjdZ2YFO5+R+hxlpKiefiVY
3vP46s4MeeTs+lWpj0oArELnlYUZI2yirHFCIX5JxMqcWXvscUDKffbJ5FPBdNOVOiSltuLdFdBp
XInvk4YH+4nyzdtAcBn05RCl7PY8kfD6CJWJVLQ6nepDaLf5hWgtzK1cN1vx6kI/weR6xdjZtO2E
dSoqf67GvA6KPMBu5Ox0JW3G7Y8ynma0jVRMWXdISa6TIOTYBWHF6Gra6Uz9qiUO6JRmJZjNcZo4
0nCjwJFKMfJljKrFUTZU02vdZCiUCTVKTWrqzN8569rzyWkdxjEHDQo9tdWm3GS5JW89tmlnxQPp
kBUMTXzIhCymQNeJP1sNoKdP0RtHncgdbXD7WErgTDtSRQaYrYlPnZ3Z/YlA9a0gjadOeZqMCEEv
CehRrmCa+BF52BwfdL0K/S6Z7E+DNL/nntHcWPg3rcumLAKjLsChGYNcNXk+BgMYkzXxCN+B7UhU
BNK4Moee4zObMoyFHQbQHKHfMMvSbyqE85u+S/Q1Vm/uuRxFdU/dRlyY1JdPxINvI8+lVoMIllcL
f947ai4knHLj5FnNoZ95munESHUcKTDYcts68eSW0PJo+by41Jsg19MhfwvFaQ44Mou1EQ/WymM8
9kTu+M4NGUslkaabRQHomBY8qoBJCtUqDqFSfR96r7sVDD0HhqJYTx8Hs+/cz8KdAFfzLFQ+bgFV
yOI7EdvloZEjA/GUd2GrmKfQ8u9chQh2SYgIZqn5HmUicZgwsg3b9RCNHHEyC4mdbO1Pxxgg+djW
4h2DCMZFbHn0aU+qEtKh7uvPKSdFUHZmHFQS0cXHT+w5iXu5BLgCD8uEa02rh4GWo29nLiVTm3rY
fy79bysAaf4MldGB2/UEcTo4KaA4XgvHlzt6drZdxZhZcDk1sHw9IFQL4rWyZi/nWsn6QvXjs4/v
cElgjm+Qgj5CCSzI2KePegcEAmhpIGd8tivvVhpE5kaVPGZp90tpyxMl1+OVsdzdy2vpr0+CMPGy
VjeV/nOfX5nWjzjZf3wvz+qnj25mSbBetCd0baCKOPL4Lj0fXJq/wCT71fmjCULN9bXgPgo2bG0r
/Szy05XqnxjQOC4JkL3BVydNZJ8Fb/pGn8QoSGkXujEemCtVQTak5USZb4KiEeDp2F5ouDiiDYD0
oK7TMsZj3EwnJ0JKpGZ4THezdZup7VycSGKP3K6Zr+B3sb8QC9OodCiLvX4uahNHoVLW0yHM4/FL
p0mm3C1SWaAD83lXm3AxSiO8d8rYoIvjyXNZ6iHGt+1wOxWVfYYnU3Nb1/2nQWuzKzk1cjXVKn66
Zpref/wOj9bI80+FPrN0mCAPI715/VNn8kuiOns8eLOjrIBuoCgZSS0/vsrRqudT1ihMLmpJvF9d
+9girTV7Q8Fj0DlAbnI/xbmigk1quyCl7LYN7aH6vY/8d8b1P0RVLx79G87bVUxu+/14vnX5M7/n
W3VYblQ8lmlUZEy8FXbE3/OtYI+WystiBszXhCEZ/+Rvyptl/0ULjq41TUHCGf7U/+JlLABwdMwg
1TD58fyf+wPI25Ese6noLiJlrPuWChftmaPt2AxBnIjKAo/ihJW3qgrNhFVamPp3xRUyXZV5Pz1k
VdTvm3H8xqcb4oQTO+nZHNO7WU9a5LSr1JL5JRrAvFrPLRV4qjmKq6z1nsgQQmPde3eFSKb2chw1
ZVrhej5+fvHI735vgC9738Zzx/CfjZEJXTy5WeXETTSKF2Pa11+V29KfmBVwGzYD5IiHRB11mxjj
4fmCVAWkk5Nm8c9Yb7xLmHL1r7hi0CkQNci3IIaSAWcU3RfsTXr30arXK3GQJNt3Nq0kA11cl12O
aIeTFaGfvFcFOG1fY7QI72iKF8wYGjlMAoWwX2wVxx7rbavLCYmMqiKXTAZq0P5EXvwl7AZIy3lP
dkQumADlbZJBv/PEkH82p5iwxWvVrAmiuW7I/0qZ/ajcKMejXTgA1qJsCsNgUEuc45tY9pRWRlwS
/Flgq7NGPJTDg5l6aCC5YsAJ7ZemI0YQytQHcSOqu8iQQxYsVRKcJB2scc9aEQ7oh3nJV6Mj3U/4
k8ZY2DjG0K8TjXnhoC9bALkyt7V2a3tCAbTpDs1V0dWTewEDJ6w2Gj1F3bedrPrpxk59Uc+edZk0
DNalCYyG88zqm6+JkyDBiBNh8JCQxzWgQDTEMmRV87ZuOvHVmgfJJJY0urNs1AmtcxeBImSeTqPi
VAzRSldmxV5rmUMNqsrDcfaVSXSMSIRacpvHPQyM3ivmnyHTO4BlosF4qtPGa7mJbNhrSIgh44Cy
+CXojEVBlDbxWk5KcqNFMtFvy7HQr+rBHpBqZyVfwMAvzg3RAMRxEvw6LHWY96khjOHesYWc/bjN
JwO7Eau9VfPYk742zJx4pdHDljWg7Fy5LRYaQRSWbrli+CcXZ9DErM9Fqbs/4gElT2AreIAESUvz
mfIn6zPQmqLn1wmvgmCTUvvm7TGku/aKZgTCH5HFKDT7UOEnvWteKQp0tc3IWFtzWTfJ/DRUI6vZ
C13NDMDol+0ZKxGabtZ2s+ub/RB9H1DJOms0QN5XxEQ2/8ycIc4UPV/NWlDYozyRWOZOl/1m0UUX
4JcnXUd+MdAoN+hAYSeuRlN5pk4LbyiOp+yc9Qf5ES22tVFMnPOCLFZKhiDmcHhgjqcB5ZK73Z1X
a20ZKL2UD2GiufeaMc7D3tDb5EuSlQ64Y3ccvpl1TwEvUpRqJKZoOj2wClx4zydlVNG3l1X1pNSd
9oNGm6yWWSrI4mCy3A0ON9lTYU3yGl0lXQK9p9zShf0iodQNHzmSuFTDZnjMI2FfWLkJz024ZegX
rvtVgnRvt3M0hftJ1rxski8ohGUlf2QVjeFzD2uXme+bqsyFXiW2umrVKmzWDqyLx6lLem2jIKz9
4nVdLzFrGdFNeVUFBtPzkD4HGB45a6hE+L0lYVSC+QVXIoJOAWWzTnvNmM6npjLQJrb1yCalKc4T
jHwNmDDPe+XC/onPOsWR2rq1OtddqU1TTr7C3l0EkQq90W9LvMT82RNtuG7MrH3UYUw+WAWqFh+P
7fBC9NC7NvAYldrvDJPiaJ8J0VJe0fS9xA9D9yd76ID/zgIiRzRE0DkAVE6PaaiXxRpAxzpB0Qjz
2dCY5dG4XhoMbYmQuyKjyNa92YAqSxQWDRDdRj6kbK1ekOqxiVt12IE1UqzIsdcy7gfjUsUye91i
t3wh+HuGH4B0PcTToEC/HbPe8McRQahfdZm4j3AJ7QOwXKMItJa62aWnTuDAI0tS3TTrBYqDEim0
AgRyMIEbe6R+RgEl1u5EqEGrjBgzLpBua9h32WmVzKui603nDA/EHAd3S4qbuJlruVUaalp+5wyO
e5V7KQm512TDd11vor2LViYPiiy1f+qdZ45rtc/6/spmQ89/wgWamb0rdduHkcMcMxNJEASzRvfm
C0WJs8hvEzs3V5VeTJdi0F1oU646fk/dVLuOR1l1ARuz+YNuig7leEGbToAHo6CM7Vb1O0/qOy+2
5eVQZ9MhmowMVlLbFp+AVrq3TpTqn3QgMk+NW+qPQ1+MDZoWFEg+X28qg7BtncxvFzgTX5jB5y9D
aTdrfN2hhidDJG6T3OGowOYZhIzN6qJDEArtyq1k+32K59RZF53XMkFiTITV6MvlFMTSkYfYdICe
je0M7bhF8zFtQ0WZVf5TcYdn8tTLb3WkJky7NAllcz1K4xHjNSv9EVmWNa5wbO9wGC/bEMY4TYB9
HE7821kue/dComEXgcn3cWcb+YgjjkBkjY53ogKp6LIzfCIaSKKCJbYKR6FD+BFDCP/cMq30ikqW
dzc0Uu7HXI2ooePUdYdBAeXg1IgyPdDqonF/Jyj/DY//gxjgRaz2Jjw+b76/dttY/vXfkbFt/IWW
TyUEXuI1FU3U/4+MTfMvBDwoOZZsGu3p0if8OzI2vL8chraXpqyH0AOhz/9Gxrr1F6pYJpAZavn9
x/6E+/K63cwAmEPxZYnXOdrQPRwbJRZMgk3/j70zWa4b6bbzqzg88Qi/0Scw8ATAOYc9KVIURU0Q
kiihTfRAIvFc9w38Yv5OlX2veMQQo/6xIzQqlZhEl83ea32r7G17J6u5Sy+W0S4uabKh51yDxQm/
gNvqxJlNMwEJzi936I3dLPv+XyoWfw+NSNSlvkS2NmbB13vZhmS7gqq7uXMJMmeZL/VHzBVjPC8m
zKQ/j3V6mUd9GFIWyv0+PVlKQa/HWuRoefTJNP4Nqfbj6LzQNF33W535Txaanps8K98LX35zzKN0
gYMH0UWneZAecGNEHUKjrNL0t5wVRD+Uwiejq4ybqu/u/YEtzZ+v8/V5mLMX14loh+MU5x0XqOfr
6/TmSZijG+rExd1CGsBUOrcV1hDojQ3tNDlk7Yd/PiJlQlKf7eNBzj55ioo9wlDnrU7I3akuHbMv
L31Bb9rsHfXJNMb58I/HO1Y+4cQAHMDDeDLeWJdjsNFPofOWXeZLFQdLnt8MtGzP4SS9Jw554xkC
mgC2g0nvGBl2ct4axnAsitUGLlARpNCu+tYy6utCzrBdGu/MCfKHP1/e67LJXw/wCNvBRAzT5QjD
ef0AtV6zoMb7lxS2/zjSnbrwNi3fuYdvDYI5mNoWCu6Q+vvrQchSR7c5DmxYUqvBQ6BaTagWa+87
dcLf7x4Gx6OWBRMB5/xTG0Zfdf2R+aqTTA3bdPAHuRS3iBbsjH0dgUO7rmzz+pIMHrm+Z8U+HZtp
FZcPvGVmT+/IJDm5RlnKps+HLVkWbcSUsadHK1/MfTpyXMyKZrvYGm70O/PM6Z09jhoePUbAl4/v
6Mn7sgF4FHmWQwpYm1Qmrp/6nHGBom/7f/aeCGYy5m6BspV3BUHN68ubDH9oc3iEySQIYlV53nyw
OVDd/vNR8F0Q8EaRjbf/ON38UocVgYE9xstNzqeW/oKbawwSVHCW/06D5reHdXSCAvO3EDSyMJx+
Zkvvd1lJESPx8Iq9YOyxdzRY5K3py/myYRGj251N79m+T+xgeNcdssIoqbKOUjInsPX15QVzWmdj
WVFNITqJzVVQ7cS4HpDon42Gd6bKcIfc9GBCoP/zff3teoFq8fzQIR2xLHwjrwd2OVlxYBh10gtU
9uRpEsUTcLbpgmZxaVO3lAQmbU13fx72dMWFo4SUkw340WIOY/xkWAF4Vh3LtUkaDNrHMeFsCHLK
VPcrbdLWKK7/PN5vXwPjsdlE1Uj3llPGyWok20GZ2OlM9ES9ldR+256lhKy/8ymcrnm0t9CwIOFj
N4Ra8FRCKRaYh1ZQB0lXaO9yLYS+G3QDuRw34i5fi+2dFe+3u8h4OEAowuHCopZ48o1zVGrVuuVB
4uThuNuGEF2GyFUBzXhiuXjnVfntHjIaW0NIa8eNGsm3r18V/GhyKojISEZhQlk92l22fB3e6Xi8
dU3IybmRKCCPoPDXo3RFmXvGFoiE+qj43pht+92lToNa2zaM5M9vxdtjEf7GNweC4NQFQsty7bza
F8lipvWO0mRx7fl2cbEtq37nhX/z5uH9ddFSWmymTy4rE9VW+hs3z0aLfQmv8+jNk+M/nSWPj4iP
CmIDu3K6i69vnj16oZrLKkikQHC2NF15ITMg4n++bW+95r+OcnIthHf0o0OoeSJ927jMSm6WduY8
2fKMZDQjrx//PN6JW4fZ8a/LwmCAds4xaYa9vqzBcNOF+UskA+acx64riweFNueyKnS1t0pCxvhb
e080hQkMwoBossxYJO1ZJWXl7eGyVu9IkX+bNo+/EfswxMDHV+eUwJRXnRBa8uYIfEN7EuSHK9la
Yj+qJo8Hc34x1WB/+vNtOH7Nv1Tc/74LHrgMTlykZP8lyvhlCZxls7WrtESyOpTUTOVth7A25KEW
s/Epc9r7jFL39VSv4uzPA7/5mWCkYXMuUJH6J9NMPqRaGNITFFcX58zq6g2p/bJRaTTFO6eG4zz8
+zX+11An83TQbHWBsoqQRKgMV3lu3dtzgcqo8QBiOxI1l7k99IVh71unbd95qG9+o5hYwEzi38G8
9Po1a0N81srgoVJPKg4KS8VBj2Hz70w6/zVKcDKN9pn2QSkJkcB5WS/dGbxuEwZd7HXu8M5m5s0L
Ok7ZzAghdv6TC6o3ZfTsnHhweBUPOLvbL6Il//rPr8eb76WPyuR4bOdjPdkAGnORoUPntq2e31yE
ziYu4E1nTyv87q+t5TUXnOc9pIjuewr1t0cm7hN3NXPEb95PCHlK2oxcqwp8RY449cw3C2PvzW1+
sfbukBBhv+3VsFTf/3zRb91atrxHdI2NIfj0KW6F2RnKWBjaKcTD1hDhVdhr9s7M99aX9+soJ7cW
RZgynXETZDhZ5Z6GuxtTxx/2VG3nfwRC+XuO/XWok6VjkqEUNIewE4hlPC/7Mt2P0/yeIv2tpQO3
J7wH6gPox45//8scJhpzbDubC9J9Q/YZItF4pDWRWOKY+bQF7Xu2nTfv4C8DniwdpjPgQiwQ0PV+
XX9vPJusSqSMn+BoOP/G10b5iiDvo04D3Mvra+uDzJ3XkGVxGQbnuxgWfY4jbXpniX/rgqim4JLA
jOLi6zsZZXTzPvP4pis3XGOOu+mlTTzTHuHhe87UN4eCzPGXMI5e68krMeRmhoOtDJK+AXaFpKF9
EbMnz8j3mN7Zyb71OR39EBbHVTw+p+9FTT9o4FAgkslxrdjsoKpKw6vemXrfHsVjyaZ77bCJfX3v
grBCMUDGfOKnxApi1OyuAJHM5/98akAt8J+jOK9H0RUAdW3whCi2M8tni7HD2yn/rVEwvFNOdDkS
n74HaWAW68Lc1/abiEaN39+qyHX/59cCkABrJ6VDh0Px62uplnRzN8m1cFKmuwnIiLndea8688aL
diQt20cTNNYf/2SU0fZmaP2dlYRlGXbRsFoz7QntDXsvTbPwne/099H4Ktj08wr8VbU4mYM2zyUl
IvVQKdOs6/ZGTlONXaQyjXOzJfXgnS3N7y+dR24OxyU+WA/A1snrYNkFOmwztxNjkNaerdRAPDAC
gj8/qDcuCofvcTuK4PNYQH/9oMZgPgooTTtpJ7pTUU/w3gCuLFto6wRVVf3j9wKZJFJMLs3FQ39a
rF9kz5aisq2kJQvnhQKXdmPdrOq9csxfv/frDSGaqmNN3rZJI+PP6+vqcDroDnt3si26Ut+Q6Pu9
2FnCMPV5Feqj4qPFpdh9BRMV+jQEHUWMirQHGZV2ylmCs4AW7j1FbyJGWg7n/T60KtAh2BchY/B3
2DT24hjhQHkcV/dhnoPyPQry74/nKJJDXRyYLHy/nZ2zoazaCYdGIma+WYbzFvrPjtsX+7Vq2vs/
vwynqywaA4FZlSIEx00+35NFjydGmpnnpaRHULuKlCQTaO5zTCLYZkFHtcGavod6PL1CxkQNhPAK
eQuDnlawZoCWbd2QoRyOG/SETiHnpZTkGMRez418r41y+lUFlFPdI9MV9Sfn6dOTrhcWax9WPDOC
jASFCMzDz4O/2O/Msr/fyQALPQ3fgPtIv/pkxTCChobplKeJUYueMIK6Ez80ESFEr6TdF6+aLfUP
1yiyFWDP84c1nprEqRidSrCiVmynfMhqQBXflOedGoN3povj58OX8+uXxXGOH4+5mLWKmqpzMg2O
g4KvOuXtThFJWX2tTd/oz0TA5uW+sLdR7bPeJEGGHvj8OS9rleSzXd3WqElusZesc4TSE6yc0GFj
JFmbTw99WaVfNykNMpmNCeWO57aftyq7DDPrY5O17hnEGMJ43TJ16IrLML2xJDtz35fqjo0uVrGJ
yssnlFjTrgMN+QCzb7w37BDpwGblQ3ZZmlvXXdK4HhJsSlN+pueVRl1lWfqmEYOHRYKgr4/eNKuD
kxbuuVkz/REqX3pPSxYOByx/+gYI6Y/ONgqyko+erSHNrRdZ9sALiJv5YulwvMSOUN8pw2JZNVqk
B85cMEugdk9SfpNoCFKUth7ijLUh72B29fSwhuR0RuGiG5JQy8Yi5KU3SChtlVsWiQaX1B2yCtsS
+D0ZjFG3LR5uoaBTlOvc7cxXMrjsJ0OCoHREDc/MJVLLm7YbObblDtvhgIBn7BCKDL3pRJx+9LWz
zO1eY8iw4ECn8KsclwTXnUv+K7Hh6XitMwkTNawa81mky/qpdKmIVLZNHjK2+kgRDjuzBubOD9de
kO2sBjFcUT7jOxxIQkiWzJ7Oypz97qeJSLEsNizveKeaLBM3ealUHnvK2GQska0QMuXLEmtmkXvi
yXFq5UUtfpBPqnXFZwXKC0KnYYV4SQOr/Ur2VM/DG5vsZz1ZZN3xiOePhoUOLCRvNQhaOl0tLUbU
ZsEIRnPJQT/8kMi9rLsx4x8mzmD7t0JbYXrBjx0pTmLJo2Cw+na3p39Fe6xUU21d9+hSlh34xO4s
zWp32PX11CEGbDMd2TK1/MvMlOVyYbX50t32TDreAVdgYb4ssyy6fRP24gm9gnEx2NNW7OYgk0/2
Wt5bCLIS3c7jZ1vbQuIAJD81km3ZkVs9bW6Nk7UNv2/WVN3pbt72y1znVmxbWXWtDBQj0VGkF7tm
PekPwwivjNmsI9KdoicpsXhosmyNGyWBsk8FXskzu/SVR3Ju6fdeu+wLYZHl1leu7s7dbsvlvinC
+iZrt8qMqnaFpKpw/d1MI4PFCi2Th9QjIBK29MFKxi3rrr4muaxy5H3LMYZay5ql1frozKvFd6S6
lvD5OkC/KWWv8/vFGnBY2jZO7Z0Iy668971N8mUrfBXQPzK3XtpbnPqGvMmm0SjmmNthT/HqZeOc
bFPQeVFYCdKjZsL/PvUqADsvxtDIvjRm1ThnIoNdvPdLmCUXbTCNYP00LD6LeWkMIzfTZk7LEzki
pL+Cnskixm1Jwla0QYROixQXjLk63QvSjMTODzJtJFhm8AMXVU+uArlW9t7lWyVy3WzKdt/ooLsj
McN19/lab3dZuAWIWXxsiImHO2jFzZT5LzIdRidGbxrmScM0Zu1lPhEuF/QKsVuX6aJB4DerLglM
ww52+Vhtn4zM8NrIcELt7ARiTLRt9ZrfwlognzwAFvXVrUz71lvJ0Epms0ey21qjCxlF0JbPrQ3T
dqBUdS7sTIC6LKzsJRtY/VD22luQbLpcESzxWpO32JQqTMSQboTnVKYTd02wPC8bKckHt7Roshjt
mH31R/CRiWwzk3Zrjs4h6sui5Pe1qvzJHwxcfk6vFJpi0lWLvSYZ9aA8xP2xWZAcG01re0yN28we
nrSDpVdP23KMzaNLhSvXqZZdZ46OH3cZOt1110zBWiYFuVXiXChL+des7dRoeQekdWG2FopexJzi
CtasDuNwOgaizCHKx8R1V/spz/qwOExOsW473CxQY7Zm0T9NxBL5OZraat0vKAuvEIyxZC1eZ9o7
J1itO7vvgDVbw4YeDWG5+DlbVXjD1slxzyC4ec++P23mhTMNG00vgIzlmdsBjY/ntmEeaUvX+tFh
f992rvS651o20DA66Jxt5OLkFPtVWGSChVOAvBiJVnc2sXR8qKDXsEC02xzGw1aDlfFSEabx1KfB
VUrf5sWojqpLaSmEryUGX0RUfVqg6221M8b1LPzvvGQTNBzWYWuHe5Yr6BxNwsqG8sCN2smty0O+
DM6HvC1Lb5/3hjTjXrXrS0uU5BwFvh7zZK4FEdqu2+QlJ55VYTWSghBLGkShjk17BMYUuCX7Uazw
8xeHn4idEr+nioFtOtMRx2U8m4PrfFF1QRV4kdL5XOJN9bijY4X/mAbz2eiJwYksAjd5o6TCzGd2
dnhlYRWtk4IUtR+9AdEwEp4i0I4QUK+PodpN476i0IH33C/m28Cq8aQK1Oz5jsrdCJpLu3WAds5Z
g7jJs9VJRkNXjxNqeBNboUPaDLrpft57wKK/YUqe5Y1v5/NjCv1u3ofQfb+4Yquuqqk2IZUU4ECj
qcnkD2NmbsThheH3Q4uIvYyDAqtyZOkRSfcsJ4KKnXHFON2agLCJz0TmGIcyVA5Bk5UwDvB7kYkT
S9M3B91uRbvHwy08jDmaS8TH2aE3XWuTXG166N89zMvOZS9aUSKubSDZNk6whRc5dCQ3rhSO9phP
rCjiejXmAHwf82yMEhNU0SCOZme7stqbnDRCG5eiYYRsIYos5DQRovgbdGvu8V1KKxahGubPdspM
f750FeZpPSrP/prOuiSD3LXH6qZtNhr2EUESnd4VzaKaJM9qp/+wAdyu5p0ztnn5TdhF0b5Mq+Gn
lB9FMdcHV/nLNj6uHHLG7Us6LjZtVTQpbtl8GNWm7HS/eBOhbkhWB0VO02BYAyWXyq6x47rcuHbe
md3W++gToSSNdTJt64JXoM7t6rOwGrs2AStI5knBnkREiM4VHnqBp3TfQYjQ+7ophjTxJjTGUZFJ
7OWpXZcXDr8GSuaqL7coHd36B9P1BO6+H9B2dnm+edEqqUIhWO9bVKqFyn+MZZbWwNDW/sGUSJn2
rrd5h4ZGQ73P6W/iqZ75Lwnfr30t6eqwpi48zwhFOkKcpmMfdD24dhnuNRFYzy4/29gFeWccnH5a
1MGQE2LfYGBPGsmZlMZdKlf1ocYq71+uqjI+LxaL5N7NhNUm9dZsaqdkNVjhvi+9daCdlE0PrUMo
8A7NGKHC0gjmZV9vZXZhZr3VnM9tt26Pw7DkY8KS0QVPdWsMNbxeUXxdkALCYqwmFr8tXLZwX81y
cGI1UxyN1aaDh7WecKNzB70uzmeAHPtszSFQOnYaIDwvGqvcBfYS3me97m/sDufDpUGe5SWiGX+N
aDnmz7pynGecB23+seyaqj+4+Vbe5uvIhDX0xXQx6KOKHeKg4+4M8mDYMVKleRbYDmRsU67I9oNl
oU6dZpDYe9MdgrtGj/VPq5Iavuc4ziYG4c1j5+zYyk7cUqz3NbCub0yI9kfZWIRhenY6ZIfNKUsR
Ibrw6bduvooJb8p/HkUW7kFW9vyisSKanGACqptpp7szXU4dyu3ArX+GLct+RJ3GLEFdT8vd6lZB
Teinlf4obX/i6NL57Nx7vVU/1oDVbNfm/XBFDLQGkWjYLMy4SEaOcKk1XDRNzq5wGR3R7WsWhL1R
HcEmjlUCiqhCp3N3FSceFY1FtXxuN+8JKEUXm3X21VPOsBvl8cJdUnXDhMDMn1PfVYBgFT85rZdb
S6zF7RDMLx0pdvBqdHm9Zg0XAF8jgNnspe14l/Opf+zUWvxMC8+ez3N/bpJAoA32ZT4MTEcBdlpW
wvGgKf/v6akY+7LKMP47/Sa/zfXSP5WG+0COZkG61sTmKPLmIhBRTxT0YVn6JimZD1DGF4SH5r6t
j2UulPpsxznKLIWfWHlJqB+Sa82y2iNrTo3zrQzyROnV+uhC1LraqqGLh0kH1wGkkr2tw/BTSP8R
uXlrxaNoVh3NpjI+dkVjPEu3gjjVzcYem5ELrFEtH5ZAAsVNQ/gSuaQI5G0GXpu15PB6fGwDEJtg
u8jZ3h+KFNgF05Z4yjAGPUgoonFqb8uN68k6bnoMQ61xDAvwJNCH5syaIcKlwEWv7AVLvRr4sqN8
01u8mC0k/G4mKj4o3aeir4szi1TSzxsLyA7iSxi7qm+Asq3BNWSjArw135YXGSmX1Vb6YRQsh3k/
uxdKF9N5TgH7CA25mrb6UjSg84QmrtdNgeOkbstKSKUv9GtMl8oCJDAW9pPJCfsMvEZ1aNvVft7g
mFEArMtPIJzWhWhgU9xu+bbshzW4XHXaPGrDb/jdqyKptD9cpm54YdCM+amXsT8HlPE5lG5+45iG
jDugoxD5ahWttWc8QZzqr/TgNR8Dz53uCfLRYHjdtObAqmzzzK31tDN5FZ1tcfZOJZ4XTpsRWeLn
dJnaJ5xHIduYptzZE7gPvfTj5dGRo+m64o4p+lLkewIaizgfQz9y5RDgMAM6oVVbnKPX8y/rUW4/
g8Bwzqq+ZkeNzSEhVvpsU+YXv/ON+zqs0jM7m4zLssiLs6KjGoHwvihjKPd3uLDHO7e2io8F6v4+
XqCN5+tqnFOWWM+06JjLFv1jRqixZ/2xIq/058+Uo4AmoeaP0mCsvqdVtl20dB2vag9gElsvDhaO
iMrOdZNx0cWlkhgZDfD/H1H92heNMcD5Tik4YPbwuceBWSOQ7Zd9yY6yjlOXaPPIo+i0LznTQxos
03OUWB82oHOX7oLqNXZ9jGQbucAH0JnK3uX+4icdDb4Ls2mMi863LpZapeeu31aXc+V9clPHuNsC
CwLw6HaXnpmbvI/b2j75eSdusPfBzPfFD1m6rA1QVe5Elf6c3PFp5hq+cvpoh1h6dftlJSO9hvYG
fdmryvHB3uR0UUOGOXNMdVc3M4jphkkV493RSEAt/A41Brsud1LPBQHg0bpxAF7ntNCx43AQYV1y
LKxzHUJoMDUZjqDKlelnLDkVxhvz6HPWM7mC8C4mP4ygGG1nddezZBdrNbFBL4Z1OAzmuKwx27f5
HgeIn3AWte6XrDXXHb++N8RhQ1Ehmcnz1thVaoOkd0oP96vy2LQGQ21f+i1126hTrvO582SLyy3z
bcg7ndznbjim+8ptAVxvs1/erFnYzBHVoTqNAGHh2+p5WmXcMUWAvaj7SfLBd8F3iym24tPzvYMO
Z7s+1MuaHq2RFdutdKxMJpC58Z2ocBsqsiqn2JOHhgzx7HUuHkFDme7elTl1Ym+A6YRHbig7DJTO
bJ1XTaDmGFraOOLJW/ELqXwJsqgy86VNyDgRd0Za+EHcb4bwoipw9LNR2sCcytJP7ag2MuepNTJY
QrQmfLLBS3siLdz01HXrgumMS0uGL0NrjN/8aZru6kWqEaiyC+57Ydb+DkwTZi1rm3T20xDiL9yQ
2mWwx4UNj9Fv3cemM5jakFQWWPsM8tmjgq1ldz1TRdFxNSlyFBZORGFCBHpf7srRHx+aBc9NFCLH
ACrhVhOvAm27r7WtS+yMchBONKlpxVBeTB71MJKOKENZWeB9mLSbXk+jhdGzoecEyqYo1U3odZbB
nJ7N1Jv8vnsUk6Zs3Gxj+oRHhQR5c9AFUBu2Yj9nzHRljBO3+9oSJiDPV9i9yLxVaotrYMSccDS+
zQ2Le9oiJnYrFhpMRWwpZ3b+c4I7r3/uFthxkdQUTcl5d/KImZa7R4Q5Ud5YhCQMl7Xr+qS3quB6
aergfuuXcNjLMq18ijuDXrH+cRRPhFsY5nm/4AxDbzCofblWWx1jmi/LvTUvTJFFg6o/QeuxggED
vzNc2PVgykNrjsaZTr1n8tLtfOfVWVntFFXYCTlyrftY62HZzthtT9OuZt7+5PdO+iMrWXliDdjs
PiiKMb+y2dSVCWdYy6bkUwcvHZ3JZZeJyeQVzPL0vk2XQOAHsjeAFkg/5Q6kbbrFLqetRyLUKWTz
Apac+gKyz3cIvdouMqgT49nNKtKq3ckd+Dpt7VR7UqqX660dOI+Fy0j9qAuk6KHENSgpbepHQUx8
RsDhUYrZ/tgGxpz9LMuqmkgXlPZ4blFzu2501s0PJuHp3cFo+aQ4jPSIYXeNy83YB4UJS61r2kUe
+TosIKazeF5SbJ3fxivx1ISmp8q4pDvUvpT0b1QsNk0CijWUjZlo1CE3fdWUX62V8Pa4L3J9a6+a
CXD2AeBF6dY0/S51velmzkVTJLlTG7yRubQ+ggrIxAFv1eImKPrg2dUdAt3YzdIcVB1uVHXRNyQn
mGTvqG7ywfy4M6vP1K3u40QDqPow9HA5r0t0Pb4b5yDgwWaLmiZw4Kj0Z69rDj9bSJh5lMrOhO0k
cfMd69mzfgym2qh3DXMd5VpfgKvjNFXe4bs22RiDDnaiPrRVn0zZ7Kpd6Ks6ve61J6yIqqiH2ib1
w/HQdNWIdh0lvY0wqxvV3LMF2CaiJMs5bO/ExDyK/dXbglgSWtDd6coarGtT47rl2U4tpxI5zCal
caeaDz7aa06iClZelDqZFOewkcCpU5SYjCeoNmikZ8XucO+1iNBINMczZH5aSwMn235d6QdchlqU
6wV1zGW6G0e0uDumfHt58MaAc9Vuth04v5QygQ8f2iId+o9l7bmSN8dQ6kOqCXL/ObSmNC5yNGHd
RbB6SPuYWPrhQQF9R5jWlXn4rc2dzs/jBmvLLGMLfLB38GgMNecju9ywZgLyuwZ+IN7Hm4KSXyuj
ENe31campIlkRWs3q2NuzdZ22oql4/k/p9Fdv+HcDJeY49hKlc7Uo1+7F0tXr/U51ZkpfITn7aMg
rSTe7C5uQkheCwSw3qBSXo/W6D+Ga+XgWwZHF94XtU3txyqKhR3RDBsoozUMPmg+h3pUQTvjIC0/
Uz6v1c7I3REeIea8gL12aQAmvPEloqruQLfS2Q6WB4r3rLUpFsWZ0RscIT21YLjdQr367PMamk0R
tetjIpZovLI/dFhu9c4UgyEuVIozEWCBdro0TNgCZvKT7FcF3rFfF3bbBks5WdlADA3yt/LWWB/R
HZd5n5ilnKQRDzps1WFMPVyFhHtpcIJtWGSXPof8Ag/i4lYJCWozmVXdMpRwBijZVGdGPUzdPc2p
1N57TeUtNzUYdPrwBPp0wUWVoqfdyDBqgua2m1rRf20sel0PGoAzuSiLWo2uO/zVp/3/JsX//pfC
/n/+P1DGbybF+H//x/Tjv738j3PW8WOe1o9mKiZ9/vK//v6Hf9sVDftfqAuQYbLxQrAB7Q1Rw98k
DyP4FxoH+r8hgGTWkr/8IP/XsGiZ/yLVhZgQ2rY4wdBd/Kdh0f3XUcUiwPiCEDaPHfl/YlgkJu1V
CxXZIbxzO3A908EpJRCsvxYnlFDc07rXgMLSDHcrUpWpiGco0fPHEfvbMU+Xk8jw7JtlU3yhg1jZ
90BGORufw1ZdmimhSWRkwcvaG1Wa7vOu89qXbaZ2NV7DezMet3QoszjM+864KnAUP/TTILqzJg2b
O7p1wTfiE+pvZpPmT8yJaR0vR5bvOd07MEFeCZojTuuBFldnbetPqtQpcWB1j6txdC1xhAUFa3HF
lht0etBYM8vSVvaAQK0ZyYWSK6If1VYfTCcfzjtkKz+2zFw0NWHCFRJuilXdarMDqdpahkWikjUU
M62n0DpDsCm/eLnsfULtplDiPpqU/pk3lv3BgWTYIvebc5ADBm5nTv/LFR4fnPTAgvh906qyFVvZ
3PeWK4qzXp+QnlCZCYxqb/ugWdS8CCxmZcdsxWbrEzrhortiYwx/kKXUdvKd1QoZ7H2bokXs1pl6
wt3pVpecLNxuZ6I0+1T3wq9ptrD2YKdutyxWdL/UOQuVys894RrTtRMY/fRN0hkWnx2nsCg/9Tmz
bqeH3E889LRTBJ1MhxEGKU3h1Gm8be9nA/E7Vudw4Cgh1ctYS5OO0gIj5CUVwJz3nJa6KwmJgFTa
0cpuQvCjgHlrpw5psjrTR0PZUsbO5vcVdWqz3W4MF2uq4GBMIWIF8/ZdoDl1Y2r29L3C2sowIlIv
8WM2eyS0zkNZUE63Ce87lExtVbS5mFsjMc3so2HH8YNNaDu3PHQld21l0lCrAEMM5BrOxLs1LksY
TJK5eR6CGk6+2LoAVOdod/BEwVxQXEhZ6y0rTc8VPTOA/IaAXzirOUhjoJd+EA0EhFUHiKWhFXv5
CJ2F6lLwouqQl64OSUOEdpvPbLDdWRTM+VMqLjlPNdmeyn14l2Zq+8pKOI6xNtPwSIbIx4mTX3Fs
lXYuVFDDXu+twRRfx26F3hvgwSyipbLTbE+Zk6azdpzKw3u3pF9LK4Qp6hMa+qkAQQiF014bj30X
P4MVY/xM17L5sIDIZO/ZjtUPNhh1D5hHFd+ytXAftKIZF6llWM/qZTTcCG9myefDknoYC5FtZ9yd
7qcqB0grheeEj0Zeyk/8n+KuM6GK7MQyTw9VXjgQDspG8YLAR4ntsiGYbOzpMcWr62ZzQm9+eSbh
iA3hZg0wOWZVQ/xVeWf/tAiovG8cPu54GAG8RiYhP8ecGzU9ITEvSV4YyQ3f11ZV8zx0X98Y60Db
ai6n8Xu1CfO2HjP0gxpddhUv9ebfqLXM1H7oK9M8p+zYuFQz4bumg0i/yo091m4oZ/bovUsIk23J
uothxnMW15TSj21rkw4JBhd94YtGP5tqnL45q8CJ5Fize7O500KGYbD1A4iU3FPR0pjyES4svZDR
4wR0nmXDdFUZhvmtDpsFBsUsBCu/2coPDOrCNRkawuGoxYpb21yLJyrUlGIza+ovx07431rdl000
9/w7NrS5/jTOYX4z9mn3gF4IMHKrRfOYLeZ0L1LXuSTJk6IVNVsLBW1BiV7IfP5cUKbcoiajSHBB
GGVPDYhk+Wdq9qI8B71CHz0zUvlhZge2csUS6KrTB33K3GBCiA59lBONWRs3vQMPJclCOT9Iupcq
sVkRH0hfHKiSHjFOXHc7JAVimoCjCI17QiYs4/+wd569cSPrnv8qB+c9B8wB2LvAspOkVrZshTeE
ZMskizlVkfz0+2PLc47VnrHXd3GBXeBiMJgxLIlqpnrqHyGjRNMWF45XIN0iqfYT5F7LiNhJpa8D
5epqI+OclkPHEOl53fPGWrkZ76JV7FZWjq6BxpdQt8z4RbNy6irsLsFzQH98+5ntqpjOvQHNG0Sc
yF/HInHG0J2j6BLnJu/SmUSjVToM6tqKa4CBoeK3Dk2XMHF2L0ny2fRGCk1UJvs2hEAqh5U7NAZh
1PHgmmszwB4DMRb5O7ODgmGDLpoqLFoz+wp7MDxaQiMAKnIQa6ziWA8amCDHusNIDieKM53WJq2W
5kWH1UiuIMYmMxSMAh/RuFi33CnkjehRYn0JoopCeVMvk4cY9uqOeAo1AqNV3accc9Bp5nVQ3mY2
MlkK0jReCtWYdWiCWDyq3Jm8HRkuFKsOTs1tNRJE/KnlMslQzB4ENyAB1FysZf7nvkvK3RBkebXx
KXqN9oVmO9WK9aCIN6JuA3v5f8cPsS/VcKmCbTWAW6HOqkkLkp3QUvMaG2ZKTjE9I1yQxomuSist
qlXXUOcOmV/Qj5hpujrpy8xCSYetj56RQo8V6oESZt2pWQdHp6Vci1ApMpborqOclSIGta/dviLf
aWa3wnFnfp+uKJMZqj4na7zr4TgRUebug9e17Vk+RM5XwyXGj11KHomT2o74YsuOqmbjG8R0bwvM
FXKdwQqMO79EoLPrfY/BZKjsBOgkqK2Phmi0147ohjtFLu6yByDpKezNkegdXkp0N/IDS7Uyequ0
9kYee2VICquZ7Mqy0+4KUrn8cJwKh1NV5jk1BnUy8ZrT9OhJMwtTQpGaznOUzTNtyz0/YF1NmfkS
1y3pt8TNk2PMOTdvIhvcuqTv5NboU++1pdqsXxddlH1NKpW1oag8iT4jn8c9IF37FXns8BlejD5W
WAFxLUf8qqxLxoyWcBYtOwGyTzoy4bv5PO7M7LNvz4ifpNU5G2MwedoiUbTBlhixaVhZriEu+2ro
FWfT58aRkZ9/tj32mWw3Ma1tzNH2WJiMBKVqp0ZID6sPPitKHM4R7FqfWPU8sefOp4syLub+gl7L
nnbuygmKfQAjNuxoChhvFCHNXwKj7e4kqn8InzJ3ryyT7KiwQkpTruK2a8TKczr7tYZlR0RiJeOV
YdfdiGFa6kSwT3VchK4ooT8SY1JQKq7QP0C7OdXZkBh1sKu0vt+nuh7DeyKZQvXXTjgAuIdIc8xi
41KUPJ1I9MioGgqvY2J0DRKMUgmDH05s32EzZq9/NCPT37eUMn9Ma0/5KGdKsSuLGdwS2JOqAdJq
6us2Y3RY88Irydn3arXvBnN41HhHNrwvY0WpamxDNbllwMqtAohyI2W53MWkS90XClkV8TyDdk40
mwbiNE3Vcxvwoc7a0qhPR3Qwz16PsDEux8hcy94mb63TO/9D40zI9xK2s5RO21ri8ly100yIeG1v
lac5zp5rrT6SHxZ8DaayLWl5dm19Y40TaIVtD+gmysiTT44YSA6b6XFiESB+6AybsHqMgddgCikV
uGt4z3xwerRja7+0/ZWy8nHa5AjwTnJN33gatQewApp7qvdm/mrhQ79Dp67RkWkBfYyke9xHjRns
3U7WS8WBwT6atXyg0jR2lR72+L3OAGugB6ohLvYGYhsmydjXXkXtMhvUTY7pJoOKjrAJ50myje2U
fnsXMQFwV5fE20DBU7C8esNtESdeFpaaO5+TPRePazlHnb5OqE/N2DTPuiTpPIqKbVc07dZKmt7d
OiC7REYJM7tuzQEwwlAlBL5j0mgWBg0hS5DnsautisZnzfj93fRV/Vp+6NvX1/7iuf4fy0b8M9BJ
m8ZJ/z/f/7F7+3P8Wi2703d/QI3EbvRmeG2n21dyvvjWt1LA5Sv/T//y2572bqpf/+Ofn6uh7Jef
BrX3Pp1ncVT8/T55/1pOz++2x8vXv22PbeOPZQ+L7ZWNJ5u1ZXf6tju2LP4GHh3ztG7gUVv2pX/m
XP6BTRwfAGWdS4eRv7gROt5LyX/8U7OXfTNG2WV/7GKUt4Pf2R0fJdd6VLlgUUKZbxHJ4qNoPhKh
R1BtE5z8i0P+hGE+jDS7M0mQsllq9/Ok2uY2iHqlnSZdRTKFnZklSVoR++2VoRVx/WXwraLVz2SJ
9ufxu5N4/SZy/j698lirvvxqvrv8SyQIRoYjpxYquqqOsuHLmLiU2ltaRKoYnG9JxNk41N4byvO3
PZHvperkmnguWemWRf8ecSoExrxHCeRMOZQ9ZAKlCnXRdjfnn+oxq3/LQfV2FHAQHSMOTo8funyT
BAFGYpZ0T0zIUrJCdKfUospfuATfi8a/HWVR+lMMtJgfj/TwPjUIMftJBExGIbayVvplgFTkpHSd
eE9uX7DRk/rV7uLpFx/v/SX7dmBcTiQNL9DOcf1Wg2izUzbqkEnFdCiwbJ0iS8P9jRb67T3yt9fr
veb/26FserdwtxgOUsD312suCQWg1pOyCgNQf+jnheVvnhE5f9Utmj5/517kaBgn8FUFuBlIjMRz
9v5orOHkDOpIyrMpvu9tsvN9u3udWE5/8bGWX/vfev/DgXwOQZAPz75lHReHCj3LWrtJ4AIMCsXm
AiGT6wgSR4Tdwhhn8izA6P0Lt+IP976/tGYRL4LADUQ54HXzvd8zsrF1jjmb8Uy1XrGZUWt8NZAL
/SrG5C+PsyT6YnnhX/3IVC2Z3ljvOc5sJ9WDE9GlGKOvffn5tTJ+uDX4OAZ1h8s/Oqf06DCOEJPZ
mz7Du2CryDY8Z1si7V0aZ3cUGl3kMQouYe+6FvCjgRYvjJPMlaezXl1AABcQR9Wl5c6/FS5xuLS8
Y8lSMYln83/I+pEpe0ho44Rdi1OeIrlEK4Jz7xc30A+PIB+eLikoPo5ocau+v5b6LChqtDnHqOCU
T7xiBTroQLBUqxy6fvjFg/FX59q0TZeA4WUhsY4OZwdRpvnEdYYaKvCtsv0nQ/r7zqfLx6l+1Vf6
1wcDK0abbGJEPXoKGXgMz244mLKL8qSY9f7GSCum50yzzE1kNs2vbqUfH0cctXilLJZIluSDPec7
J3TkjKJVBo+jDFRzKRL/geiYM6gNGjItN9RJjekfUOiS6miSjlXPa6DElSeZrPNe69DALyKSUnxK
4PN+cep/fJpMIiRwBWFixf8WLH//3e+Gb5vIC5+d3ABYjX9F6SvTKqbTnz9NP95PHIVNIJkBrFqE
C74/ihGlCZYCknsbTA/TfqyR964lNVOKsthU/KoU47g1kzctx8PDxeXlbcCJf388KFG9KR3G/Vpn
q30mJbXeK8ed2vPYTmicQwr8IkgyECtUOrG/aUB+72l9or2sjVT1W4lEyzNrkgeGL9T2dMxXx5l8
/VDGPkKGJCyyYOhOlJyH8WQkafNX1sO/upjfH+hoOavEANKWcKCyEflJxZSwIa7kVy+HHwaD5ePg
RaaOlHBDYm7en1yzV1AxkpNbEqNsYJLqo+cIO20VAioO6UnPZn06BTdsKQhrKkqpfv9mwihKPqUB
ooqz9/3xK/KpEc7xCkRfPGPHSYJtgThhHdRSO/n5oXDN8sPeLaXLIsA1I5+AY/KH9wfD2EBGpLUE
d8Sqa05yQwIy2WReF7wby1hfo4wM7kwCk6ggrwj9RukxEYlO6ZgRfDEiw6dTMaIAK7TYH/X0H8M9
gHtUmvSrFwb7pvzcLijYZQCpCdbl4M8aQ8atuCbee26ix76eBuPMK0oBi1xSlbvqlDlmNxp6wGI1
tPmk3yJeZt0pMf+gT8GKFJU7vUUGh3vRR3e8NiZn7tdRpSM6qhceYRD8TitthmPeBuaAC0+Obi/X
qh2tXeEHFAjXg0i/xBpM1xoEJ3b3Fs24mBSMok/4FXrsAB3IUB/2BUKs0ITolXhGqqhd9/rYF7s2
8NvmjMfceWIesorzrCWid0eWTorUGKrVQwNi0bZHy2ju0XKXyIK9RBwmcWqq6KIF5o3zm0STE5I4
vYrtVjwiTjFiJPd5kknU3aS3B/bJFBgjhhX0rT5td74Wt8OpV0X9Mzx2f10XeXrj+TVNRF1XVHIt
WnZNaDjselpTFj9/yALk5Dtd1FRGo+vKnmRfFF/aFmQyxHdg1CiWPGTMhCcH1wDq0WNaCGqOuwEr
TjjwtKVnZlK7/qmRt5gQ/bFFBZuOVpKubXQEyZkbWemj1Fy93aPnAxxaYWhGlC0ZA9sHXdlNF2Kf
0B47KyeSfe1z2hZwKXAgOfrEbs7IWSlhIIB1bSxLaemdNSRr9mEOlyfWA4YWdy38KN/NU47cRpSA
P4DxVvzcZEUHzWZHmB2qTDOSDZVlaU2QJf1wKGD9YRs1NgDgMEb2SdwguMfpUxVgy0aliOxoce7o
SLFrhIWDT6JaiMh2vE3akpY5zZj8K1p7gpsCE4+zxYo2o5pUdkwxc6vMmrZIT9XpiHql0pwA0E1r
x5Jpyo87DpyXOXecp9r7eECYgMair2+0KpfaarJoP+2IFk3XjEOGd1da86jfooxvO4Lj4XV2NSpB
vFAQibL8RAUgTAq6Lv0DZCeBy75ZasYuGAn+is9su9JKf19KF5vaqWClomBg0eSdFBrQOJI89ES7
Ufj6NZ5z8aIM0ScX1ZgGLanJOfHUmZb7l4nRoY312CMQ5F8BROLvM5ocS81MPrczqUijJaBLXoHT
IkDepBuDTV6yxSJmGx/mWpgC5AzH7IwzPZAW6hegFyoVZQ05FZjIrDD4zN5M2meJKcGNkU+HKd5I
6KNKcOrA3/uIB260x3UNc5uduH5v2muTlNJzAU+DRzAInGQtyY1cdNBBd8VWriL70mtgPkXVYiJt
PGgdsLE4P3cJnIK6LWO7RiOf1xmORAt0PStSY1pFhL+bK5rFfS0s0n5+hlZz7vPJQCw0JjI/TWPy
pNZLBhmt9rpWPyZKqeARlmru7u1I5Mm6N6Psc5P7Bk/B3GLjc2O7DPaYWBzrzIfoXpz+XtFuW6hR
xPh5YT1JutWMLcV5rDVWAHGOSU8XnxP69+SumBL9xGTTQaeqaGOyD7zMXXojKEQLu1Y0zZYhwKOZ
G0QFHpMHelqxJ5lQ5Ang9xVkR3PZGZX9kAeD+Fr11IuvFBH+ZIM3RCSGSLeKhyzAwYuB2ayRrlLk
F++shALNDa1z5C3A5OMI1HpqlHdVkjm38QBIu8rBO52VO9fCRqgpKmsl6b3M9yDrzfShdw3iFFZ+
0Tf2zjSTsoZb66HZt3RS6oiWZC5YS5HwX2mzZ8TgvCV2s0/KDWI/O2HmZ4bdNOnQ4vfBLmQNff/q
ichpH4ukdvomNHCtQCQ6U8sTNjDKD9cj5t5TrZurJxULo1uNkYPIDyl6liF9cmjB9OkDmDZlWiEA
WrVu4EF3tVahXAd5r6ewUwTmRCLt22j438IYym0YJv4e8DtPX17b9D3kt3zHN0WMh4CFbAggOvAJ
8LsFLfimiDEM1DL0k6NtMXm3kKTzL9DP/4OYDvK/APaWDQetx/8C/VDEEImLlmbZpAN3EDfwJ9j5
DUcDJ/1b5AQ67t1khCJGx2umAzkeAna84wRMf8ptuqBmKGnLq7aehkRwleU+iG90QH97UwcJNg+o
sOZFIMRojrNrgmzBjUk2AkOGy0IDe0CWowPKzBuI2FN1QJ+zuU5QxbKcnJcHfNpdoOrELMhMnd4Q
7CGeNfoWAbYlBrhkiwAQBUqO3zJYS1+2jGQLJD5GiFkZZwDKq6RlCzUs8LmuBgLurcZDWk4BBAg7
AX+g7YWpBcQOAMHnCxjPU5oYJyRbizsW1+LVLSvv1D8g+BQ/bYoF1B8P+H6wQP2Ip0H9pzoSH9qF
ClBp3WmQQRAEfZabZxK7aAQjszAI1UImxKk9ELl/4BhQcMM3RAfuoe6q4CtmSPlxPHATVaPs7XBg
LKrZTd1VemAy2gOr0S8Eh9dVcB3JgffQCqu9nRYypGRGO8VZAUPiLGRJduBNiizXzssDm5IsxMqY
D2m5S4kSqFZTavhtaB14mEFYch83CzvTL0SNIO1/nx3YG+YInyTghdQB68lx+x+4HupkxE4cGKC6
w/skHHXLFsHfxwtJ1BhWjUT8wB11yI1N3BU9VffNgV+yase8cBbSCQuwZ60cWmprzLfQUlRPJw6d
KVa/tzLUR55ZtvnayXuvOpMHTssuRuQKvQXVNRxoLyPJDT80D3SYVN14lfMjaIxY+DJ3DJ7LyWKi
jjPRI3ZxHWg1sTBs6kC2Yefq7saFgZP6NN5EB1quOFB06YGuMxVkMG5zuhbrNjUwrqS5dRs5afla
dlP1JdHoPjiVdLvs6ogxdd27k8DbXsXDpp2ouIA3xu58kme5dUL5LSJ2CGwXG009lKdTrbUmKtUY
geWknOk+SHE6hz4KV4oDjaK8n/zYrFYmOtB+ayZm/LFjCWm3Mbkbd0U/+tW2xlHIMjdq06NBydK8
0uOs1rAMtPWlhTZBccWozVnppVFd0V2M14xC5qLbOAgUnia9Y0bmPs/UhoAZV15MhlxMH6nXIn4n
hK8LZTM02D3bLE+23qzKsxLfn9z6gh+MFTNAV85QLJBNAMNkq9SUSYBYeI7sUEf/k6+bpag31Asv
uhstvfhq6MLERORZUwPTNWgPi5pMWyki7XOwgx5FMhZNkxgMTQUPlZkVdkj/5QCIYiiD+xCjR9VO
xkVLwNhjZJIxAnsdIJbTs1ZjzI3q8WuLy7pbF3MO2uuYhXbdNTobkoj+olVvxw7uJ7TcHVu0ClNh
PxtMTEavac+CUQJjARtgfhysDH6M3L0gzwCON4pQL57UWaaVVOxiDUY5M1B0o+YCsZNbET6l5uou
mMj32kx2V3dnVmuIry74IdMz222IsiiaVgHTqn5L/Fby7Ecmbx98bXBtYQKF7a2pO6NZpJZZ2t3K
PkNa1ld+PVz3JFtdNszL3o3vZikumHap7EA/NvkbaeNpIZ4CSD3zWvz+XUIcx6rxu/ahwMh65nYK
z1lTlTT2DY1OPUvZMjyjsyaMJfDTl2io+0eI847ndeDyc9UqhV5gdHjYICQ/E6egeRtFekJDpIxJ
ZotI9PlTnkv9oaCmt4YmRyP+AQMEBlEeNHphrpTqremq0Pocmy9NK6RJmF4xrHsBOb/tcqJTVmOf
B1ctfmS6ZAnwqLsNYEqZ3lgalc1hMHUpYbSdx/ieE1w/nc9UENPH27X1BYE6GGJiHrKnjrapYa31
TE5nzPb1p3pKsMHGjVPLLRLxjjNDHMbig2WPHlOB3Ro4VR2t0JAWeNEUGt3o6aderAYb53XekYxM
9/VpHWTVYxsk+k2UT6m+L4lgN5ASpC0Pa+Sbd5OQbnEieG/Rfc4W4bqcoVh3QSWzXYx70w/Z0LLm
6cjVccVW2XjrjuxjwlJHfb68zlXk78GWzPHK6/tIP9U9diRyhcavvnLmGYtIQhgTQASZuNcaFzJf
uZJX2lQLEa2TtBuGnWZU8g0a+e+57Z8E4vxsbrtr0zL98vzlH8/ll3/cVS/PcfU9bXv47m8znKsz
qEGz+gazEsJmB/To2wznQumSVQm4aoOm0Snx7xmO8Q5QDQKR8LClOGQJSvtG3CJ4ZhxcYs1R/UNY
UTBwNLP9bIZ7DxdCjJrQlbCixjIzArwfAXm658UjAZPBiu3agLG3s3iCEdN8d3b+goE9RLP+G0Ij
oW7Bvn0iGAH2dfjoBWL7DmJuVWpoLk7zlRaJ6C5l2z5ueFhJCOBJSB6R6C4evVRrXPwPYiS1QKbE
2Rj9OF5NTplO25llFQqr1mW3cdFcd9sphVkKLRcRdodBdjyvLXu4KiRGmM3s++MLzsL+TGmWtjxm
Rf9pJkzT25olu/61bExc111udI846lqC23G57TtEcR5Ctcm6ydPBpJgqH1BE+m6Av9mBqC5W7JWF
cxrlqJBPhdfIa2F1OSo+WY+XEgTE3QRNFmi70Z3QPTaRXZ4XZZzRI1iWuHGqOUqwurFnRYtL5vBX
5SkIXFPE1RVZ2umnlIkfOKFDmoYQ1VarlgpsghS0cjonbkJYp1PX2qemyOazSaULQoBwat7Us4Op
vGhySb5HSgQ6RuMEl6RDhay9knyaUBp2eVdgiNbW7Pbcy8RCeo59x0lualsjFwSXWbS1WPjiMBpt
tsJ2DxAVpoBHcmVrmXmpobJ9yRCGZ6vCHf0vP79Njm5GqHnPMck1hGs2iIY8RnWzYuxNDwUNIugu
OOlGJEaI4obtz49y1L7AzbgcxvUpQvAIcGUYen8zTggVe0B4sKWuVKdZ6t120liiFO1u71s1jclR
FO0Ngcubx1ack573e6XJb78CperOwgUhZDwmoAiFj8agqDWUW0l3kTOknaS4uhc+s6bSE1Hlzz/z
e/Ll7Xi8ZPjgPIq8VNgSfv/89bY1ZrYuAHQLzI/27PTrvKf2uiw9Y/fzQx11KB+OtShLEJsiTnDc
RcLy/bGaOonSDioPdLNMtV1jpt0D9ZiEvkwMxH14UMyvaS1EeuQ63TWpRPqrqoo021q5sM7HOUtY
9PHpXTUkz2W7iLydYEGJKQNXvYNC2QKgBPUitAnTIjlGI3PVvibn5CZh6LsQbtW+KSH+K5Y6+dr2
Q/v6DyRJ3T+2Q/nluUcG9F6O9P+mOsn9KVhx8Ty0af9DFe/yTd/WOpsqXjgZmkVIvuR976G0+ROv
8P7QXV+nVxdJAvSfx0P3TaRkAnOgMSGcENCCVc3lr/5c6xApLWVBiwCFhgP+83+x1pH/AY9Nuhkl
Zig0KR57f2MizGTkGtKn1CcjIvfwEw+4Kn6LNnfeDoI6y6eDWkdScvSk2UXhxfoYPyk/S07KiRu3
S0k102vlhj9/0I7elm9HChgRoDmRf/mc7O+fsxjTYB5MwaMx5Rlx+VAMt/1UVr+Xorx8IBNzz6KP
QdbElTs6zByUsAqN84A0u/A3KPiHu2oilegX5205L99NCG+HCXjzI8JZdB3HFyf1U99vrAcC7UQo
kHQQ0yGAxQdSZwPeG9vIwwmVlVPxC2b2rw6Mao3lZonMt/UjKjHjBhxaW38gcScipoXSE0yJk0Xc
I55UNyvM9eBW854e5/L25xdweREef2QWORxaC8PO4/L+AlZppZmtMT80xFYIbI+2onnY7WZnWw0m
QlBU1GTou2Pk5dvKMXtvwz5PfWsW/1sU72hpOJx4lzESVRLNfz9087hTik66Nh8YpuyN28R3mM9Q
lEH3/OJ+/fFAxMSSHqy70N8UihxdYUXSJPp664GAFHD5wWk2EhHUihab+A1P/tuPZB3qrt6dWmoQ
iN4gfxDhGvHsR8qd0tWIUmiSyxmGHWO7nSYwn+D07MiquviQtjQIhG2SIZs3JxmdeUE89SGtT34a
dpM7WxjyJXE4Xa8AIDH+i5eIhhqsEa1rPReqx3USG31bruayKaO1O49ZtZE8I9RgTrMJ5tSmzGAa
zAqkaVOiyfcjGeBIn4kQJNCnMz6D3FJqKiSF2iEMiWVC1WWweQQuyAL+3iJ0TIOZ7vYkD84XvjMP
5+kMc7wtyJVKt6oZ6me/wEZx0WlBVN5A2Sb3lgs5iURn1CuiI+OgQb0koEkzw5JXdYNxY2sj6BnD
2SU+L9QQrH0g97AAoTHtvt7UFGD3q0LNxNjoeVF9QXxI9XWui1yeRrbZ3k2YUrC/1a1GpzGWGO+E
gu/utI7qRF/RHk3OWtM6NXk0c5WexPEi5lZDNI0b6YyTvKNPaLagQAHDkEOk8inRyuRLq8OJhlGb
mgz+OLDd6NlofT1+GVw3up0JT+0v5eBGw2ocWx8jtuGSllDqO13DLnzW9HgA9Q+klSSWvgYCt7Sb
anA7V+CkR+0ckBEG8DFn12wkslYJcrVy7GgeTct9b2ibqa4Z4kO7VjDdlzihtbZ9rGtyBKwbc7ZJ
JDjRlVN0t0JvjYGCIiCNyP2gqqDqx13QNu206i3CYtJ9gWe60bcM8tKEIcwcKBkfFlmLK1uSEeGB
hd4VedygY4Z/1yND38ZeysVf4laTsV1jrqxyy167iFeb+0hKayAJw/aGGsd3AwsOrAjVvPhFGDL7
O2ibORtD8LP269xauPIFwg3qgOXYt3V0Lq24HKZrlNmCHLbMqmlF37lichSZSYWuleVH0lhF1RB8
tsgtwqqB6l3bwC02CjDgzuY0aDqIrqFv9ILUEtCvvZSQcbsO8P0rEYlqDh2r9S+CxI3r08oo/Hur
pf8OQM3NX6mdNuOv9djiDCP6YyZUF5cWtq5Yalc9lejRbuStl3ya/MSkn5u4W3PntWMxX0eVI29Y
Fpz4aqxjbQ5pkBWPYwVGtJMtM6gKe3s2OBkmKOF9Yhp0pyWz61vnEHqJe5KqoMW+5Iz2zDYsNsTe
KJPmwc1MHSvD3JUpgYsuiSG9EZTmTlOjV79QYzn2GDtpzl6P9ODxpfaojyMpBvShP6hIyHbbB2Wk
fZxUL607Y5ZRdIWpzMjp4GWT+SCmzLHuJpce3C8BMJ77uUsbS/phXkwGzlJnKMzqnkChQCPwjsc9
uBB64xIHQn9m0F/IoC9yiEMdGNkH+2yl+JiRvwNIia/QU3eTVZVM0VUVw1hqqMOdcw2AiWuZoO8g
x829Jug0LzdQMoMflkrmN53jZio0Up23jnRMwn0NTUI5pESx1OE01Oa5ysmVJd6mzW8MNxmvMZaK
PhyRSQXrPofGZ3GMgP2Ekxpfh4YTuu0o8iKysZPEf1k48yiuBLCCoVcyuSh4s+DmNIYs3dVpxwqb
FmOBSZRsz5sY4uRTNzaTzszv8LhQaB7pnCKSsyDUl9Cx0pbyLoo952OlzUSP2XFhx8S/LsCXFBAh
W1OLgPXNEgZjBQmaXMTY+x67SVkar3kxXht24liroNKylATiSFOYUGNyUP3SKa6UZfNqN6aU0nhl
xk8+8z00fqZFj7opqs+EZMi70VGAp15iitfEnhWF813aPbmarl/UjZPDevcpQPYw9HqyUbo/PVZc
vnbdOMIjZ8+i2C8k8o9m26AkHKe023I/T3FPAXmpunuSbknV853iJTEVGdFmWzYvfUEgwspNVXVa
syFKMW+Y6rIcjbk4zTQbkYA/Qu2uhTWnL5gHnZsF/fhoaIP1LPAq4q/xpxK7Z9+kH3CGdk/JaNgf
B11Tn3lDCbGphjTw1yxzRroSoPpYj6XvbtWkz2THziSojvEIBgAOK4dwbJQVrRHUYehJsWyC2fSD
fjubdjlykJYMtZpZUccHO+fgECoytC0fGu1iMQdZv8t5OIoQFc6EjgFjEI/fYE424bpWY5CxmKlL
fe7UfmYWpWYM8dJXCqH6806T6kPOFVBQDalfhmVGvtIFj050iUvRbNau7SOBLQN8q7xoG69Y+36L
7gw+YEBjIfzxM546OtRtOSJqZZMZf56EV5phHyQEtnrQCcT6uGjWyJxwqksS/TxSNuC1XlrlQOAl
BoqsEN9H8ewiaqIMwWXM2FpT6cjQbLySTr6FXlnHc62iHV/dwn34ncw2WVEN52gDJJHKKRnvWzyl
2QOPTGnsVFSaycqMusJZvNMqW3lm7dxaHeG3b8jHf8Um9v8zYw2z5t+z7P9rfm1fnlPx/M6Lw7e8
bVsd/Q8yMalJ9u1Fzwif/ueulZ5sb+la8Rih8FlAp/9r04odB3E90KwegJ8GoEn/2rRa/h9gOgtz
T+TEG6z7nwZoka0ianINpvNFi24SdPF+kzAnSFKnIcExtgxTGq2Wj9pgF78wehyKP/89MB8OQ7kk
GxFEBvQ6eEfqXAo6DWP2HGOTRaV3Sk1GvXFLik9dc1L35EF/UbyVTmRrEknUldM1Wd31yQgL++wS
J3rhzjIWa/Ae90Q6Gd7wvJfMclHzi86295u1w6/pAKRTi+cgojadoy1TyvYNd2ZpbvBIdbuxSmiK
5M0S74d+fEVeE12kvqTCFBX2L3YvB7370RlyUIC6WDeoFqXZ9/2FQHmp0snPzM2cZPmtyrv+vi8U
66Y1tNt58JrVXKGCJRuEbKdE7+8rkaB8GkR3USBDM3IKor67i/8CVX8PALydDFZObjV+KcyqR0Cb
SFDu60NpbCbcd2Tdanq2zb2i+Pz7hyHwBLEI999yz7//4E1n9IXd9SOxp0V7KvAKrxwH0cZ/4ig8
LwtCxKByjP1WRCc1tt+MmzSfg1VOoO7W16OXnx9kuUZH13CpvAeY4RZiF3qEZURNhqGWGskN46Z1
QZjMRLYzfSzA7fGaTtp+lQd2vvn5QZfz8+6gvEHIfwKlAQ/iMV4u43fch2l1UdnLyNyoXD3VWZWS
zsjWUgRl/GRWJebMKVtslVa9CmTlfPr50X+4SZaj8wYJkAoBoR3vuhFaEspLtNfGlfm1E1TetUtq
9u3PD4L2+/hD2raJhxCBNNYJ9wd1f1wbjN5JJzZNRZ49lIIChY3FGTu9fA6nOBaPUTBlGxvNxkWr
LEJ7zQK8gQbIdT50r4E59k+1PmXZqtHx7ZIhZqmneDCckzxy1D4hMPts8FOxzcjNhYLmE3nRPBKa
SAbuTWnMC2lBXONj1EjFtjbTu51fdE5PtqJM2Xm6pCJkiAXdUBLp93EgAHDT9pa571onvxmtRq0E
WSqPWVbNO4qpPHIFcvHVa2ztDs54oshByfXEZSbHkJfyRhADc2bnXnlBSKO7sqbJ2kIlMX40+esU
d/Xr4BCJmo/R2SB8a2IojKoN/AexCyNJI6GFY3evY+w/s6irQ9YgrfkLDRIDLa7kkCWREh87nn9q
wzFXIkmIcVTGnKkCEUhtPOLjVvhXy3uJ23lVpU3O12A8PxdFWq0SF88SqXNyq0VTN9NWQFR3jH9n
7c8lgu98kveYcSh8F0Ww1ubcvtRJxm3X8HLzc2xMGhr3jjYJCcKQEwmbzhvmvup2gm96WCTKm7xJ
CVcQ3hKi544nvjvENGEw+OUT+0WzEzQ79AQBEqyT7VB5as2ZxSVkoB0fkqqVG9dq7R2xZ/EJ+tSY
KErdOG21yj0lsdIgkMiXp4M91DtWae+2nvSnhItz7XvWdp5JTCBPvL8WBM+FserdDZk58qSiXGFt
ktgSyegDfSDIMYmianR9m7VozRv6U2ZGsPPBMZ5tKQhM0kmmoyHOPmk1aa6iOBvO+9Emi9Zp5CbL
nZN+ysYzIbRoozVV9+QN/5u981iu3Oiy7rv8c3wBb6a4wHUkL32RrAmCZFXBuwSQME//L1Dq7iLF
LobmPZBCoVAJ5ibSnLP32v3esCMNNRkjqIn8smJzZ6ALGcb0odBEAOnzbEj1l6HUyEswras0p2wA
pCVExtocvDr2rmzhloeazJdDVRdnSZ2ftIoyi+MYcg/v6rub7WuOHr1RsPkdvlUx6A1qVMdIrR6t
xpAHN+aNFZCpQ620JOBrgN9jgnqEloyOA0+ThR8LawhTHO4o+0ETa3Q0LdAKFCxAwZv6LW1Ab4/w
Wd17gxeTMQiv2k4UP5r7a3fGN25WZhfkiXGputkpXcBwCxV0HvtmPKF5rqJAFll3MrH8+p3mHdBz
GcFQ6ctNp0z6IWlldBWJ/IUDdLdL50Fe6EkiwyqPp+NiDgrsByRcsnLCFG3uBWJ0LHacyzZQTuW+
I/R3bsd9a05PHVSYvZtWj5VUgR9M1mW2VNcKTP17r67lFRR570kO7XLI1OKyrXrvqiqteZNCYg40
RSyhLuQPq+XIYoAC1a3myo6nXZWnP9AdRn5HuSdIoqYLpAJBtl/i+1o3z2trKs4AUjS+p32XKV4A
R5+fC+rQAULyl8Vt9lqnAZtgt4K6W0/1/rafsOcTBiFC6ZLOoZhm+Rpb846YH3R0DfUXr37U6qV5
UNLph+K6cViPCazPQtmbo7Ocukl5VRIjIht9JfAaGRKZmU0fvNrZAD+m4YtVGVpoQZTtZHcv0Wo3
Ke1kN3rJd2gjl3UtHkjlaS9sp+i3Stnxga6T4GwddCvOCQiash3nXRRVjrfLtQhcgK2ESIWu0dIf
tHYtQis6gDEEhHxOxRXlRJc2tQFWqWw2LrL7Re+cXSdosbfZC1bJ4+AMxtGKh8WkxvUsIX2tFhgG
Cj9x3QwPeFyEDz/yafCc00DAcdiOyPpVAAWhSa37hUIJuC2awweqE/dVlz3OIzXGP69Vlva+EM2+
aZXHkg3PJ4lWipX5/YJcdAUS5tRpQhwuC7Ij8luqrW6l60dB+Sumv4gWEly8JdpTDJTB3o/E1g8H
z5YiDZu8bJdA1nobbSfyJG7StGRcRJOB35uCaf2Cgtx7jgr201utU6twlP14N4x19ys2W0JdNQXk
0b6DJYcDpRvm73PqJS9KyvFx0+VzzwarikEtxHBqLrysL5/RrytDOOG7fq1mtt/U7MsYSTqJVcHi
uOUvB8Xr82A2Nraj2u25cLYAm1XVrO5Yfp1O2cp0Kl8Yfvplr6jiSrViAKnI8WJrS2M2varroV7I
dcLuLSN1oG4KWbU8pjCIrM28JE3no6roykAZovyEpsq9USERZTu30yXYjTGenhNlpMHrDPbyPA4F
2qXBsdLlGoB4RApEKxo1qIndc2F3j60DV3dEXhGzLet88DXkq4xuVL9GwF+brScVXQlGZHwj5fG+
vCS2ZAIJVZfWvUVoh4DjRMiSC/Ca1cWSHS9TcSfXjwuSSBRMFw7HF4rFfoPUBuUG+YBj0PYjSDPd
U+WNgZq4DNICn7Q/6g7aR85gYJQo10Fcwz9dXoAdkWT52FBV4NwYU380VGf0Qtiw9rQp1RQib4N4
qyIhK8sfkOnqSZAO0stRmtXuHDh6RqkzisHUb12C8eYzDDLktwqrj/aOHVtEQ6m5o/rOYFKuybPW
m/cFwSLQyHQkhJBqrWbe2E4U/7AczHZBESFZ24xyRuBsKVaK/b5gqi9lUQV6MxW0OAoCM/w4KU1n
p7clVGyhjs1KdZfm7PdZXNp7/pLfB+A69hm1uLYN4dbo+slelDI/dywCzya/NKtOOxaurKp0U6mT
iA4MCxqMsqOMHyixjoUGLOHyzXOlMgYep9MHkhZSA7uI6lnksKXmkeYhwcxToRkTjjPcdRuEEaYR
9uU03IsKk2ZQO9F0O0p8CEHCytD4rTXCRnMYB9etngBNj3NyzfwpT/p+01g5/L5l7rSwEYuOeEal
44pllSAjUOTxrPlz6cbUMp1c3JJ/1T8meOCv8dhPj/wv42GTJ1n+OnBwe6ZcNj3rc2tdMeRhC0gl
tYb9DPCqDlD6yMuZ5g1aVzJuYL4OQK+ZoEznKW51uhUy80Tuy9GRVPlxuKobQMoLXQ1pA9QZVvBP
kXcjZV+LiU6Jhp5l0kjGJCwtsLiMV2ndpLGDSr2AWAxzR6quR2ooe+zAQm/+oChuEW2sVAxgA+sF
amI8Zs9KJ8mbmGykv76pTeDV47ZTvmmkxE6I/rRJhoXWUmiuaTZpsM1r/Ujftc8vHWhGmykmiAxx
bTWdk7vVAEXVxqjetGMPEwrjH7g9uNeY7zx1trbN2JuDX8Sd+33E/cJQ11cEUO/k8rKmYid8J/Vy
a9cRKk15LRpwSQmAVo+LiibzTLMXfThiFjNZ7Rc7ITPPrTMibQZ1OrBJcZ8tU0z3s6h1e6tpBckD
6VgZZBhR2f9Wzpkqt7Ium3w3K9nCBDaQNQgdfrHhXs3Oj2K283BSxNyeTUutnChdRiQ0Fbp99Bgd
lPb5wainAsIvjpOZ0QhappgOSZ5OTEQz43DcA3/1gB9RUCaKsDLny2nUARBC2YiucQcgHu5VaWbs
VPhmfCA3JATNOBlV4j0UCNjUZpsfzK+YLZuGI2TQay3spc5LzVvDknESzo7RIU4m3euSNAqt3eWW
HZ1oiGEYMIocbVunZ6rqqxV7UQyH0P7DhirHnWel5l1BITvdSPSpUKXdtY9pOe14abezePHGOJ2Y
4+228FWCua45cWSPEWHOyM2kZVyaZqQLwtS0+MVmiBzKhZo5ObEZKWzeSLsLSFdHK7NbJysCIF2N
/osuxDeyixwsG5Y5VZuJc5c4a9WRmBS1SMaXpG4gBycCLlrgoL0hoKKKK99WJu+mqhcD2blNZxvx
sP3WUWjf2pOvKM2aWzlziNlEbtU9Q0cjJSJ3TRRlatWtwh9AzhvBkz0pU7KswE+MXAGOu+Z+1gn1
CqVWFDiPR24DkfyaPWVkA/l9WtdHr3o7mT9V2HUjQiNFXvVurfzEQYn2LtctzwhW6OGOqEFWzqox
rO9qGdc97u8hfiiZ+QkTVFtZh9hIlRl6YbTU5/Tz7O/LEDc3w9gjxiP+IebMMLut6dtmjOUvdrxl
rSFrLE2Qvy3Kzhq7yGJGf+6PZLrLnTnF+T29u45ozZQ+1sGhUEa7iNOrUJOWdcBayTgVmekU4Yka
BSEPidP0Y7YyyyE3ZfFsxN20jUc15QuIXRYmBBWI/pw0uUcXRfJWbecFURyuVxd8I6gZ4O0oBEbk
A4zKTb6AAd8sDaUknyrLEpLuN97pqYKZtsYXdjMyjzGw1nMN6a93ejSON709GBOu0rK8GgkVYr/B
wur40M76ziccKmPBS4viJYEKnYLRV7MhEJ3ovuWd7V6SzGMCW3VoB9JrSSStH29M4s0ik+JaFwD7
/By9KdxZiy4Wswx5PvybZH5ppI7kvcT889DLnnPN5PSs6ArNqthXoNm3u8oDpXdnl4XJzp9QIoVY
g8mPM6KK4MQX1hltmPaUU7i4wW2qEz/ylnCE0A+VdzGYqB1L6ZCCBDSvRgruRe4ty4UpNjm+1DX4
j4LYNrXHfuK69Hwd1YkiX9Ob7HmCUAoxdSg694FDUtqB5ZsWWm+RoVcHK+3iozNq0ZPU6yzfGCxI
ExGfbTSHVC772+Yt64kc7N5+cN3BdOFAvGVBueSQ+N2iAobIyMDqtr2mR49WDzrjDDcuSVJvoVIO
Gwj8CuUaNqW/BU+5bOJ2xlscVQoW88lwZEpIVTbP3kUzdrBaXYUwab9UdIy8dkS+VfcWdUWQJw5T
IkqJwDLWNKzlLRirWjOyxFtcVrsmZzmpzkJIXgqDhxgxwrVs9nME4SjEu4Temr+VvEVx6W+xXOxe
smMSr2Fd5ltwV/4W4vXnvfybbvFdbY2tvOGYQIJgTuEg+VCURRg1kZIY92Fnkk5DsrdX+in9faC3
dYNqpjW1u8YqtfPMRO6rNT3WSqj4pF9V8DQDmIruAdbQdBCNgi/G0slY8XkTmhHiodV+ZKk7BW/3
/H9NmP8Hc+e3n2+lp/1NRTs9l1DRdjRffz7jUu665+F3ufzbn/tbQqgZ/3nD7eBepPOhah6Ht/+S
ENr/obZIFRUYD/9AJeS/uzGa/h8brY8GKYowLe0Nr/JfEkL1P/+tHtRcx/o3AsL35WOkcCgYaY4w
3+ouqqI35etvldyJr1dqUXYZq+STbuyuX7vLOhIUiJx6iMtK3KuF0JQvTqwfBctv14Xd5iFatml/
vB1of7tuST5KK5v0MolDU6svpNVhTO4rX4znxB//NAs97CJ2XZ6RP/72C33SYvjs0rhM2ftDbVlb
XetZ+rdLz5HTYssRlzI1xNlIkNh6CjXMrZelWr8hNSaJMYWN0McmA2QA2i8mLv5bPf6iP/ABMPf2
8unueNwMHoI1zPr9nYwa+GJzJkcVJ6jug5rWi6ArTBWIzxJrA/X0NRwxXizSdrOyjdjDeAgjN7Hh
Jmd6pqA8tu2uab/4cT4ZE0Bt0HrSkrKYjD50Ryovx9iweGQjEw7uk15ZicCUoryfpx4v9RhxDD+L
Md43f80j/6vI7X1b4a/3gUPE4eehXQKg5/37sGaXoKA6vlT5+V9qa6hfJjKNgkif0mOhldqDBK5x
RcJX/U2lW7f588B4X0P5++qoNNcnNpD7fmhLlqrZod32ThmB7N8o/vYv0HggTPb6V6ym9w2Mv6/E
7O4w/HUPkeL757TdRGO7BVq5toqHCBrxtT56XxC1PnsaggU8VK6Oq1Igen8Nui5xHUfGKY6AHxRQ
K+4nROlh3/b9/Z/f22dPQyfGohFEQ5lAy/dXAtnsZCSaXk58LjdtZ7eXbtma53++yGePQ3eaiUpD
8E8j+v1FSAHL9a5ILyvNw0TZQuU/qGZr3pBtP5/9+VKfPY9n8TXyQzH5fvwq6xGJB1lPl6ZYhlDC
csY8HQ/D9MVw+/Qy9NOZwPFLWR97kOw7iWDK00vHy5e7rGzi8y6tqi8+5Q/IqLehRlsQDSwfM4J0
l+Xs98mO4Ou4QX52WacqlacWd0+1rSLqSprpiMfKKPvbUV8sNQA3rDPnsil2N6LRNWdHP4AInX/9
boHI83Uh1XPRJ3yYWpbCrsFUuqeur8SB7Dl1L5V8Cv98kfWZ/mcH9dczA5D0GI6OaYL/ev/McHGY
t1vtpFPD8zMi06B/Vw9JQc3eE1907z/5FW2dZXMFByCqUD9MWU5vlZjQptNIkt7BQRFKAhPVxz8/
0Fvb+8MT0RBnmNDsxNf2cU+YkZboqYV+8mapH8sOZnEpmiRgcFHiMCkvtJFuhgoBsa+dVZIiRKbb
jUXlKxQm9pNlUKKDnhbRXdv22S0SWolWURXTxlAATluDV+3+fMefLCFM4wxq5NcqTvsPP4E56E2r
r8U3XSiXSy2bF+qCKIVn06OQHqvoTlXr5s/X/GT1eHfND/NQn6gTZw/zlOnc06bpFX2T4swOjZH2
T2I0MBQglYCy0qxiPkdGq1z/+QY+GwvA9yxHXZXayLnej7uhoTbCxHJyIpQFEgTbBaT59IsB90G0
8Ta6+XTW/jfeQ5Tg6138tn3paq3Vql49saswjHCYan0I9AQIvK8vnnxEzps8NfT4nrKxWkuxtiOF
L2y3Cs1MVeKAE5e9NqlK0on+/Pwf4JJ/3RofHg4p2163rR8+hkXTs8ZrzRNjmVBaUSc3CAgLUqYy
JCa5SL+10MIoe3TALVnKp0cKI1qYkKvIP3nelcQSSFM1RtbJMe68IMH6i0n3Q6Pk71tkVwN/le02
2qj3b08uljd2nnoiSAX4WFLrVN9zKY9UH809nbH0dhBd/WRXU30m8Hg+GNjzEXC2HTXYgr18SC6K
fpigaR2rUmnu/vwKPxtCGF/ws7ExRnrw4fbsZugo9KgnRVjVrlth4VnuDl/YQz6ZHx3AUuwLTJtf
6+NaSjU5RtYpT2WjyZzugZncU+IggQ+1iLmtsqk8/PmpPluFHEtH+8/uDtWZu67uv43ZZpEjDNnu
RLR6f6b1RN5AQzK/C3vUr+iGgDaatASN8KyO2oWZatMeu7C8jRZAX18M0k/eMB8nh2vNxSJMlNL7
W8npQBuJK05FrNhEaw6/sNkWX+wgPvtGEf1wukE0BxDv4xGjr3QjollzIi+CvoaLjZ8IerGLooS9
GAysA2GZeSBql5IWtBJqQjGkFwAfXk9A50xBEFKB+sWvsH59HxYRboqTF3Ih1Cwfl0XRC0ekijiN
CUeIUteemmX4ObrqC+ljUJ2WXYcI4Ysf/rO3zZS3ag0xYkP1+fC2ydrprBowx0g8IDj8lrQ709qA
8SH+xtR4D+hPh1k/n4rlQVnnTmO4toje7bX6O3hJ94vv/9P7WScnBr/FLuTjDGW4BFT21QniH7qv
qawCj0DAL576nxeBXWSyFr3tDPAGvn9opYrFKOoWSYye3Kdq2t1pSW3/6yeBio6PDZ0m/j/zY3JX
jUWupKd0KgdTvNK6y48E3TVfPMk/d91cBEgT3y4mR6aK909SKajLLXs89eqo39IY7Q8Rub2Q1qRV
ll98mJ+sHhxWDAfaMo/DrPRhrMxA0EYzESenSCsIiq4ZXyeTlX4zumlasPC7NMTI6bpXo3I4TJxo
nmdNT46o1C7irrCaQHEk6T1FjzjMH1G45GFndM0YfDGm1xni9++I143NGr8nFRPm6n/MIBYsDiPS
EWlP0ZriOmiEhnsyPQMng1bf7SzwgYbn0d2zx07h7/087+OOw96/HAPrnXB+AFiFFI7+7oeBRj5i
4SbtfLJzBwyO5eTBotJ1+fPzfhwDXATWq2pBdGBG47nfj4EZLYdCguZprES+wWQ0XtgqWjbAvV8J
dtfF7cOLpRvNcZhdDcJC98OVBlEatOsE300vrjFdwUahse4c8boYW7zkdGlm29mJMbkWtI2vKmtU
fvZe6x1X/t/dnx/7H3P423P/z914HxYKYrCIT677U2p2RNmRLn/V6uNwparjRauYdkhXNrkv7JSq
+7wcm7iW29mdSI2zY0Qmta4AO/7zLa3P/4f389G2ih8qzUQkTsuo4Nxhsv0RIfy4HjFYkjbnZH4P
WjzM8wQvTNP+21ltfR8o+bCU6rpGf2H99X5bw4cqdYfU6k5OqY0bF2/aJuWs8cWE8/Hc8HYRphpa
MaukRbXfXySSSiuKnCHQ9PpNjdUJR+B8oYtpx/AWhKfT3/3zS/3H3mS9pAGSxNGdtbjgfvidC0C4
mPFhJnYuYdYGRuez2pmnRxpOdG90Dc4xTCFS0IF5GPFPS1bEvdkQkAy8jficvvjcPh13CHz4pjkj
O+xQ3r8CA8KppRUdx5jYO1sk7RBa6KbdENejPDLBEfLD+eMAlg13kWeXK6pXJW44u6lzfTinrdw+
f/GKPvtV2MaQEcmmCSvzh3mml6VLbk5/6sEhKeTZJN2TlnYOpCg2mdlmQM5yUbdz14YTdSL6YXUP
LgjGI1nVdpmMl0qTevVmMV1p+UgGhl2WzuCAlULV0JuWbf7zizte14qPnwpzNLMj8yI7ng9TCQuI
WkPXOkmnipfQyE3MlWtYkhYQ8+Y5eDx7hTpH3CXtxuvU/mqwYuensWDt8vlNS/uLRePjlmAdZOup
DaM+BIl/+KKxt02xLZuTprRLispSHXc2YC751eD57Lk9BzIPKxQ7EPvD91O4RpXp6frcRlWT7F6K
l7xugM/E7aQcqrY2MPPaw4KyP8m1MihEaZ3swqn1jWrk/7qkymNjP+dIqJvs/v5xO24vYn1xvYvO
nb3zuDKLa6klyXfiqcfbP//in7xgz+RcjxKUtFXWwvdfjZNEZh4VygXheNMBYoEdTnmrfDFXrG/v
w6iiBIk5AUMNLRnT+HARduaY992LBsfnHu/1EFSUkq/zvBFIQAhA3//5of454cOJwKMAEJxSFkE0
768HvFaWYpQXYFS6R/h2vbkR5QymF0XK/N1QY2GeUZps0QVo4/yjgiybfrHmMOd8fGg2ZLSfVkM/
tn5aJu9vgkNUMg1Dc2FgEUw2OZqmOCT9rn+cxOI9WkY/3kPTpI2Nh6SfXk0TK/VGodDUXU3Uswwf
s3RiXWRlFKFD85yq9QEGecOh9OLlLVVzAVKvdA7wn7ZQjxj9cKZ5Q887HRD7LvT1yxgAud1PJ21p
8ts2s9pXegRmv7FUDelmt7gCyc5CKHpgQsyWoVU6ystQDfm1TDEuY3RrWgLw1PhUQ3N7tewuNkOC
EzuyONPCAVsPIOkQl/nUXfS2nMZtO1jl64xWGQstFdIsqI1yuOlMjWAMr+B44SM7ioativhq3izA
4X7gvEOxP0pNuWkXWVcb2v0Vfjt2Loc8q8cnVHVzHoA6X2pQRjmZnI40jO8ayHxIcgjfkDcvi3uZ
pga9ey6Od7FW1Wo4Tpk3DL43GQPJejSvAK5nCSqRubVLKj+TxiS28xpPa8LRnck6DHo8helrn6vY
GLGcktGeCJO1hPPmXG2NHCnIpvZQbO9KWeeen0mJm8/nT5EbikhEhXhK+tvg7uH86dZFhD8dJY03
pROkA8Wbroi3dHdG1K26PhN+zL4zIiLsslQdgx7McuzLJa+I7yP+tPXROk/MSHCdMTW4YjkRjJhX
G1RPbe73NWaxQNjFxA9IQKEFtpAv877PiAsNMqJU73RpiSEgQye1IYzWVRFEI6dOv11ssAsGibto
PDt+nQDZvbiGFMqSqduFfk3uu66dzG4CLCUjuHWb0uo0gFog5MRe48d9yjPiEja9jtsDjWxZRZtM
7+lGKsWQIJHwUu0nUT0xpx9l+g7JoliOlUoq4g7XunhFodItpxaGJXo6cKDFBuRBfduTpdIFM/Z9
0+9hcmqYBDTrau71/CZeWkaQOhcAGYe2wf0Z0fb3NrVASR/QGWVUeyi31Y3RuSPYZMvIpm09A4mn
9GvgFoFAqcNZn2Z0Q8OozV6I1qMUYUKqo3GuFwOalabO4mezT3q8+Ebl3Nb2PN0Zs26XWxOnptzS
BJsSf8qm/E6dOpcVUc3TBNp9J69kNMprAoh1A0M+PqkwJWHwh51PjbYVxNWE5ZLKM8cyyFUvar7S
UXb7OoYjfYgs/jebllB3fwQke2+jIipXxGJyl7aVdu4YpnLW2nFS+U6nISYtgT3aWAeq/q4fvPRy
6qOu8tMkZWprqRl961W3MsggSLwiHJYRdeuCPDAO0H9Ofwcx/J+a4f+9kfr+d1PpxXPxPKbvZAwr
2u8vGYNh/YeCLtsKmzYHoiCVxegvFYOBUoFaB30sll+6cyu55G8OkuKBe0bEAqLI1K2/W51/qxgU
zfkP9q01w4w/hPmQnfm/MJXSDf9wUqWTz/7dpLJFuQkh5RtB5bcTShllGb7pBZzB5LItjby6Xc47
JBnbKI/qb0mFAokNvjWGiWuKLYdn65BUZXeVeoMdVK5Olq0uijvwe+52yhVxbDV1CSqcYOedp2E0
seNxEy/dhLxQtv0xRmN1aJp+Dmwv2zAvn1HRPLOg1/3UvfmplNDyluimX6qQm2s2mDrgyo5kLqlT
883sVWLIXfxeemseC67eDBqLzXhpiMkCtly1B8WrWBMKdFFK3nh42OWZKnKyLzXll6J7D0Odow8Y
wk5JtMOMoNBHw+UPKBLRj9rNsRlHUp6ytA4XDxWa7FCH5mLtAz3j7UKVllr7QWdqiU2b67faLWvg
1jPqU28q5nZRy7vJLnZxUwXJtOybqN33GZkkYt5DkQWdQYJ2CIUY5l6SXFbE8YqoW4JExzmU2heY
pO4jJey6EpAwxFOtSB8SFT8cwumxSMnrNoPYbr5HNqiasrexEBr6T7WjhUEiZBWovTXvZyiFAbXq
ZTOQMwqVn5lzijwOP24IwL3cz2Vu+ARw5zeVSM7MOn0VqlGe5Z6rhEjcEuC2Jr2nQX01qHXjpP3B
5HlMVOW6Ke8sxH4cY2U+XHgIz8piHJ+FBTgSoWp842riBM332PQPFPyjGRF8BiWWzTImEB2Gwdhr
j4wouKSuPNO9/qbSq3O88rPPJK0DB7Cvlmr+KRwvC4yuOiDMknurnl7icd7nYIMINM6P45BAHF/K
H2k6vOKuulxsxhKRGwj3WygGqRJtynn8RYWp3GRmdSB0fQvEHlmduhjbGkvufioKKmBWFooMYnQu
IVb6TSWyywxVNDlIsjgWRMHqlWPuABrD2jGiG5bcbVfR2ciw5EV0vfdq0526EXCwWbSv0aC9VrUZ
DPN8MHIkzw6tx8hjyRGaJkB6rBL8OLsa8vwngvBrUnl+EXFCBnW8mms1lPzCIIhlAjqAMcRqSIOq
uvTeNft71txT3Ki3RAlvvdItyTKYtUDX2yJwJwMnZHKol/aY2NVLN2DUc5bYfpameIGcwTmY/JLN
lGmX9GgC+iR3Xm0EOPEgfxTEJRBGnkX9jxhtve4ofPQ2gKSJEk5MFQlaH9gLddD2Way/YgXTj4ki
XFrgHs6euiFwRCmObW4966MRinJh7Gj+Mh884A4Sr2t8RgjTxum6gKKIP2v7iA2U8LQf9mwdiWzf
NcMRYPRCroicrDgYFDIha/SrNkpbuywPldgZDhmiiwhqEW3nSbAJZMyMq0655FsYCxmAjj6vChpQ
t/XkBAJ4VYZfSk+5dz75TU6gH1EtRbFxmgfp2j+SgoQL5NGOyn9kkyvfEgmvooQfaqf5PvajhutE
VLWiEfCwsOO0c7SQYONQ2qARno1kvnHVWZmPUix4LgwDN9UrAXsElcBXIpBxDVNNXfPgRZOafFez
ysZB4OJJqK5VuzMrpPhN2T7VTVpq+yQ1o5REvlYra79zysbZR7M+z+B2aI6cLcVMw6eDTaJj6TGx
8ZkySbipPjZeRFO6l6qXpGi8Ucde96vUHjWxiScnqyvU0UsprU2fTQkWyz5zk13SmqDt82JC0Dmr
jdh1rWG/xvgo0o2gxGOgbZCS2ZnwoZ6aLLhsOOAio5JHVEtLoSI2yBLsKHGUYT8oRbZdWG+soNOH
yW/aJo48v+oNFXAp+52rhT5wGHXC3SWoa55KIuKjueCDB5FFGGIMZ8CU1UUk0JHxldPTyB8LyNrP
3aKdqqy4ZF/IcZVAkrsa+OOmAcil+6Y93xpaQyqdCVa+JjY9APP/zfDKDAvB8AO7crPvm6m81HrJ
pwPkXyD2db1pX+niqJSJd2yX7Tx2CIDzs94aaadJEn9j4KbNhpP/ZmCbJsGkxLnkxddXowHx3MMx
Z/C7K9pGaaIyZKalZL0cSb+FTRlvK0cpYfdMWZA3/V2apmC2ZESqTxqyTXXOR9DdPp5nrL57vFsq
KupkX6YOLrPBX30laNRTHL1OviV+yW8Nk8g9jFXhSDrUUUnYzYtxZwzS+u64seHrkwHQxLJ7XLHa
dLDj4Zud1BshJeHI6bFbmmAkDN2fJJ+k3iY3dhpduE28JR/8FlMUsT50Ae8o0Zbn0zyxdVQVEmem
66JWyoNZFGelIM0nNadoY1uRxPAS7fg1d0M9NH4zdz+jovjl5pD0DaGl+0TOTaCRnb43YkjUqMVD
UViTPzUzIkm+vWUsQjdKEJSX81aT5S9BmLMZ97vIxm0q1JObPBnm3G3jGphW11z1hOIYBgdqg8zk
NNsN8SWYfom/0iMQD/Jvs9zYRU0Uc0N+lRAli44tNz2mEVBGe0cVv3BGXDlGWVxWXDiABLXj/OOG
ZEadS2s4OWLlvuQ0uHxwf+mdZ07P0XgZUSD2rUzxdmOpbRN6Fd5yLtY6YiWxQRGqmVau/FFb/Tco
axSrHCb/nv5sqJRA+ZPJ2DpJRTzN3N73Dp7XRC6nSCn3hEDF57Yxb61Uv+qtmLw2r5S+MpVXwN3y
HWaTuyV5Ji4sLNNhK5fx4ESjFswqqu+mOUZT9lQuKvFIJHgRBU7K2uAdtD47c2tzDh3eQOOkNx30
djHsbId5eVLLfYfxYZNisTzDH/fLMZawMJWXQmCtrRlIjUbrqOAoBMrMa0tcGAyAYR7yHdCEb43e
bmdOXLGq7WOnfEKrf9HUyb6N+EAA3M1K9TMjIHssy7CgwMM2BnhwnT8YVr+3Lb7FqLoEQsRniNN8
6xIVfDCsaWe09X7G2DAm3kufO4GZXnXReYIdqmlbH7UcUz2TsXfXTc054U/sb+6lGYURuQr9+NAa
3Z5eR/FtaFRWwUtvUb1d2dcHWCl7XVcAY3gI8LsNsqQHtX2WpfLq5QlL/3kdSfVnWtZnOl12CPm+
Bfq6iDykzMo90T9RGGeOjknYLb81o/eg4Tm55ZvEY+iwytWxvKgtdQfj75edGaHas6VpvZHZNyVs
3dCnTZWImzTp2jnorKT2reZBaV2xsSItdCnQ76zajNhDV0EsmArdGfdJvpqRT2Vm8Mjf7TjU87Mu
vS5TC1SgRZB5SmWpTpf4Cr3ag+Wmp4Gw18DqzR1DzcH3p8NfioYz2bNkqPXzZDZnTe+evFxTDjj2
BWdYsc/BdS+bmAo2uZLMYGGB14AY4eVxTCWWPPG9Kbw6iFsNcf8ow8HZxZRGNlI9mT0BB6sudU9S
ZnSfjdHeS/dNNT0upX0NUnuC7ms+ee0LJo1g0JO9rOlSoyW+dpp0RPSlMjN0FHtMwFBQ+btthh8h
AEEOOGremBnjZ9Z9u7ZPNI93sbfgX7ZUbLFNKe7rqoLap9rm8tq4tVcxe83y3JgkCWgtzCS318dA
o6V0Ad6ZfInGvBOCJUZrrKu6nKcnjMvLrxTHBg49n3JecpExhkIxXHnU55a5XeEcR2dpD4UVrSQ9
sRFavplhDmdzfG4UDlHI9lZUY2ARmvf/2TuP5rixKEv/lY7eowLAg43o6QXSJ5Mm6cUNgqKBNw8e
+PXzIauqS6RU0mh2EzGrkkokQSAfnrn3nPOZRkqKHzW04zRajedmYXefhtNtprPDUsYzHKcQC/yq
XRRhuvAj7YHcwLPK9uHFdjuUBsvUweWc2e4BisQhjlwvdOML7OUPbTa8lHV8EeZHtzW/+lE0Ly6P
coAvQBgrzYFV7LA89X5l3Zparmwp8JBgaaQ7+HdbqymIsZ7O0bCBDex67sOnE9Xmq85Ub1BCXma9
XA9+vpzm6hBWCpyxuHS3paOxDeF8twhmDBU64tJRNqFhoABoXrqssLacHsCXNOWC0sS2rmPcpQVZ
ESUPrzYteLyEe241Z7gTasthLnPgfTQJbrb+PCT6rdL9nejbOzaC+xZUyNqvET1IOdLAhNShPUBi
IH8yNPXLvDZezEjZ98xffp59dXMb9lbqA7mLVo15ZFm5NfmmymjBlAgMVwC4DU8xifyDOLEvh/Yh
EQoFpfZiKrV4YVbae19Fb8Ggrtsgvm/d9kDCEqFiWvRI6evcGDvebXc78rFY/hY2BTuOJ99eRxVn
AoPtbUHgR9WhEKZatog53K3w3JLk17r3pDU1B2E4WyOzCcJM27WhqZdTxIoc2aTtgWRoloHoH6xS
POWpQe/HjS6AvD7T7VhVeXYXymFEwo7sNNJe24Y0HAhFiK4uyaxfEGK5lQA8Fqoil31pkIYRVjfS
yNdxRbF70tmdlnZ5TKWz7idbeiLq34Op4hZ9vWCKmKgg6syrqsuM5bbdSg76swofHa2heCUuscIF
H5oLohe3yE1zrMrJkozMNdQjYg4cDh9Yi7IzbajZJRrPhp0zj7gOJ3xzvHEm8TWoiluO95oBtsUm
gt53103brrNUwpRL7LVRBNd9W65NX7/u42DV6fbK7OcsOvGa19XW6YcbTJCPSG4WKZi8tuaMlKc0
Fs8oJq+rJr3zi0NeZ0ea/RLejr2Muo7SKxmF5K+W4dd2SjdR/9C2vn1eSWl6zWTFT0niVCuDNFCM
c6G8pseEUy27am03fAnCSKVsHqXhWyDa6Tw2YqiOapFrO0aUUqyauOUDZkPihUUvdgQgu6sxcvTb
GjvYlapN6iFJGHsYD4xFCkzmIcvJaST9V92lcx5iNXJ4RhFyLjO2uAYZiQvUPsWa/XzIiZoBHOmB
hky1rzfT1JIOWarr3kVxZIQA61Q10HaE8mJyN+WwlaBzNlXnP2E4zwn8qxQOdIH+NR1S+VBjn9mE
VdatXWJFN7lfOh7RZ/XOSNriiiOsdvSF0tOVscwteTmE2RSZFOswdMSdCJEKLBRckAnG4VG/Nic/
NueSNMcchULTrc9Sti9zKuqTkhuJ52JvWLZpB7nUT8yRRcNKigNLSyI3dkzAD2m3E598056HZahd
4nDt91nuRNla7ZPxdRbzkrknhx0zULGjzzjuOiT/+4mqslXRyCnqKqBgEOnrUXUJEgjt4SFxCUFE
6D481qVN/ZwmAgsAv+YMT+nfffZTSxSm9iYXnb9Vo364HPxsfE1Ml0Ovmo2rkcI4/RBgMu7CjjkF
FdxZcaCzBzO3KKcNcvZhYVeBs1EYD890aK2Na44JIs0UilcarmhdqFtamc2wZKUa3tDqlI9N1wHU
0BNL3PbIWRYDLs6DEINK8goEzi3U12irSrKdM47qdQyutTY7kArAIzn/yuzWYT3EWxvF/rrl4Z9n
eQ3yKVDKRau1KkUkuzN1b64vkjYoLHFDEcZPcBDSn9Qb++ugZ/GtmiU8L9LD442rEqdV6qp/2/Vh
cVbEpThkEXpGmJ5niRLR9JksgiqEYvBjerVojiTAqU+BGbZfQvTpzKlAzY52JDmQOH2Wfg3Q39tA
dgp63Oxut7ZsgLLFo5jTWjjEZmZkvuYqqWfoQVEVL0gVTnYSJ/tZldTJ3gQAcECrXT02ST/u4laY
Z0oUkRBi+y7tlAKv5l5wVQ/TqjTWaVGZbNcLKR44PxVeSc6w56v2LoL+2PjTjtT3I06ReJlX7vXQ
Fs+6X21k5e97qDqbUNM7zyK0ntSUpCZ6pyH1N/PGuqUCUNgF5fyUuJizMkqYRnwM3pJE1jCeFhAF
Nk5E9BMH+e7WUuYMHEeokWdzrs+XVmObnD1yf40cUV0YHKc3CNBssYwJbbgu+jzcqDwVembdsuQd
2CT+7NRtk5bDTtAr/obAlnhdOaUGZyhMSdmw+2enKR66ztWuFHUw2AfkZ6noz0vFzj2d1uEycd2Y
qJbJPlcM+7owsnXm5MdxqLtNIyb6S4WUXYD8p7XPMc5KCFRp3d7gVX5Kchwbnt+HzS4j9NVYCFAo
GGvLKsLfrZvpqkmYUiF/VBvipL6a/pzWCeltOA/M3MVqTjbrgR2ytspHhWprhuM1QXfRyD2NKKAp
5OBtrMolLViUefma6hM1zwmtD5/oQEJBm1fHHjwwBSzOUmxG2u5LWGYjeTFg+Zj9QK0R7oHfbhlp
qrEg87W6U2pZYuvk5+79oIpXkWKnh8k2ui3ij12DUMqTBHud93rprITW6beCOCO2HhMpUr2hpdQU
oTjtGwoVLK9JieLcN2BjogM66CUWeaYQzV2jumZXamKXp6jSNDuKMoQTcQzMW3VF9K+6qeyu/arh
kl7WPafh2CI3t5HFiniYNbE9m1b2B/pe/bXe4Cj3WmQyL3ZakGqdsg/hwJyYUFsCJ1ygMZc7jlfy
DcNwuJ6cOk75LTDRpJEZng9ZOBCFWlMugRHayUXZFsHeGosr0zFLNj+Au44pmr6ngDOY68lWYopR
BoO3LQ7OhMaMHSdVd6nbwb3RyrukwMyCUfyodbj3ckW3lpL2qig40FPugCxMpBiaDnJcbXHT6JsJ
FPoX11eKQyqotKV2uj8RqYQePQlNCbd9Wn2xsvhKG5rbjo4m08ii51GyLeUcrlx0lV2ysSio1hiE
r6j1IyUwvmT0HxtoaysrxfmsxzFjqXCWKspPxcg5hrUPZhoQ2d372UHaX/TCuKGSpG38Cs+9m4or
MppHT+2LDS43BNKFQsqzeV9LOLPBZDRH6kxXUT6sI2qrsXorJs0mzAlXC/MfgGbqvYppyEObK/Ko
KBTTa1OJVogWZOE1bE463iQHKJFmU68LRwhbuq8/+aDGPRYDa9FPnX0XVdbKASRDlsXtSH3eGxzn
cqjZOZhu9pIa+oVqFCWg1byFzVUsSEMa16WpFi8mY6VkVl6KNr1UE6BGofRXTiaWvd3fpJbRbCY1
L6+7VnVWujEcZKI/5JN4qRvruYmxmduLOU4umjqxSe2HIqUDAbuZmhOZ0QtiaMelZj4TvsBDjOy7
XnXPxyHrPZhprLVAug19ol2oUUyJCV1qephA5QIf3BX6qVVXk+5ZlitudW0yI/h0XzI6o5yb74fR
Zl3PjA7IZ7x3+xzLNepgCq7GtU0YPmXT6rZv20vfbUPc+BS8JrEh0SkkM1gnMHPEKV7js3Aa+7pT
ZbxN2KcdqDdsCyeIzhONTR4yNKBsuX8FOoQkIrd6ExYb0qko8isKxNcDu37P6jgr+715Y5nmniSI
aEmsk7tqVI1Tcr+lp2M8tkXHqaC8Ty3YoJTpl42TvfVR3G/ImGyWrEyxehlBQr/DVZzvevqw2UZY
yhcqB2dtTq0abue9o7eLyR6GrdrVRwnasWznQBa/Z4tWZO91EFPeUt8Bvz04EhR3IeqAER93XhSY
0aZywoSscHnXR1TN1UAeA7VM9pSfp3Ml8uU666H0GimNbExw7VLW4lCMw5OVpjs3QAXEukLYQlbc
Uo1XiEpS974VNZtqMIxFPdY0j2hm7MwxWxRGTbCS7pvFedFaYukmFnA8Z0MCk7pUNcmT8xfFzDbg
OZvUcobHEdwmdGv3kLSTfq7UJHwkitMfh3aORFc5xYbuuB6nAhWIGY7e0DYJdzg5rLnToZTpETIC
EJ5Av7V1idYjjvWnlgjI2bhkXYg8AN7suqAvrZig8w5/t+fQWVsMzatT1eZuUpL6Zpy65AsL+XBW
FOHXSfGjL8YUOBd+7W/zluGCB4HjiZzbI2ivSKTfcyoi0tNfRb4TEc6DtkIkgnfCqbEsYcxd4yNe
Gmlx8Nt8007lSnPc50FSsKPsoVCSojHmivEcDaHXD/2bzrws0+QxpA9T0B5CMZBsJ6o4zGhopfVC
XYVha56jCRDLWShWG8mrHofrfOSu2eZ5du+vU5HcyaqxdqkGakmjUK0lUNUUhQ9JZ0/NOc4Xd5Gi
DF4bNjX16OY9ruUjwIXw4NrxkrgubfaseQ07DE8ERGzpEfGQRrzPpbqrycRsWKy9kBNuROr8E6l2
ZM35NaGHuXM39eKls6Mz3Gp7Lba3cZps3IR9VVJTUqm34Zz5n/jyQO6HvOhVzSeQjtDaUmeqdlWf
bLNqGqEOBnBBI5dJLeYmqV0V5UG20w7CeMqutTW3mnvIDTPbGmWa7BNfUQKitoBel8nt6GcPihje
6WJxu9OlpecFU/u8QwgfUX8tibgaliKr2Or36k0UR3dDpZAZk4c7gxC/cfDP/Fw7NytrE9PE8uj6
nUVGv2dhJNAs0mJ17muuGyQVaF44iuBEZ7FDshep7lmqkTyDVfOhnubcxL53PGcwtT3tkFsFwHyH
/4z0JfnFp7u97GzfOE+4kzUxtDMjC2iEY7JvE/dF/KXu32VNswN8CdKoCfLHFJlvTWA9VeSCVDZW
qExoNLBI1QwJSL0DZ57tTeLS6NdciG66LaLouVCrL+pAWwHI6qqt4ZAHF7KbUz+lNZKXHBrrOHAI
RuOE6RIhoAvSEX22Z2wbAm1VcFmEOMdOxhnBXP0+jvq1H5DLZPoLqapnTWBk27JhdpgcSg1JoXKA
UAwSHNWVqa17SwKbnbZuBlm9Lgt1Eao+TJSkRUGeacvU1Oh0RcN+IDVvQ3SYc2cn1Jf7SQuXCjEt
l9ijXlq6HV2tbOYWZ6eEycLS/XAJHDlf1uX0ZMbFMY4PPSbVLCbqjUxRDjBpcSt5Cocp0ZjANesW
tsUiGWOWvEmtlglBhiMPmnFnduq7pb7EXdV/begfrmeVvpJcIa+yvbrw3Qvbdo6VCZ7GFpdxSR2I
XLP7RMdaYLgTO+7uRmGvsZ1UuKBu+1wxvkhjdvt7QUGWvCOK1I11VPVgOzW2x5dtqKnS1AgNOuQs
7ah7qAheqyjVEWgk3lTFd3KCMhr14t2a1nnNHXuE+BHgHwaPhF+u+9Shs6gHxymj2TgM2l4G07XP
FoRsAvrOtEiC7D2wsDVFUAYsEuU3Zsu2laXmUjLJ22W+EY65lK3uFdBwFnnsnwV9BjYGKIs9We3S
TuCH5mLnlqzVJNumLywowaJzjXKdK/WmiKiu14Q+Ll0C3+jgRmwOsvySVytZkup3zVloAUbF9fxi
MpC7GcWyAMzq6UAkqABT7mrLrR/SDNZe2fhvs1A5z0vO9rGdvgY1Noa0ejBcRImjACoSXtERWnSM
5ERjQi5qsQxGecjZFGYPad/uNJ9GCvRyzu9tdJ9BxBCwDpZRo/nXTlK+9CK9rnveMtVSd4bVUHyM
ztwSwYAWPCY2HfxSK9+zAjnCqAQbmODwd2e7Rm+NFP3NYPT0LjrPQu1rm1jFud4SPqHVxhnE4HaZ
CrQMXbhyoVs/WTBRHqKp6Ta9QvHPpii0ZM+4bUbly2AkK0gglOhIBkQHAm2RBKzaTtBZv6axf9Hk
3cIdQ1bH4TaEOeGo/U2hkQ6lN+/UOulnqgRN1P54h3Etemq7/GrksNpXFKhL0mOR6HutI8+cpjnT
yxby65dAnRblDJMpNU9L7SNluw1y0U3rR6tZGaMzFn1RbQaN4h3iembn2oGM1+/ShjlJjHCLuwh5
uUPMXMdfnOaiLlmai8JDrnBJe2BXxtp6KMSLIpn3g6o5JzT1UDHHuxI3a31Ea8k+E0lHHrSXIpfL
TtxnhPcSbII88SYHqN2M6j4M562AAZaKNZsToLp0clZER3lUZEZfWevOartH/TNuNIEvUasPceGv
WWWXTtfWOxhsC6Xbqk7GJpKxFzmbZgxfxpoUwqKkulbQbJFsRcF9BPZtTS0/Kfx00xrmGiIHAR4J
0dzyIRzlokmCVRgTuWeGcskCGb6LgFk2EMVisJIdZ3yvQsg8TUiagibYVdZ4XmsRb5aOLC4JUM12
+0SjtJId2W7265gu8QDDx8viZ7MC50TOcwP5Wu2CVUm6rzJxbhCcLSqNtoF+BiRsV1pTs5wUQRU3
ayizm+tMr7JlUavhwuyibU5OrBgMEoSmjebX+yxGWUVQHdD4ZzM1Hjp7vKTmlgKUeWit/Kyr5BYv
rwe7MzwqNSwZ+j9wkmx1pE4fl+Ob7nN08kfjfQjzRTrxoMzyWnWTm8ncu3mzHFP9Jsq7CyyDcNPq
ihMVfOTBjZpVTJziIIoNrcaQ07nCOdphZIModle5TC4E5sq7mu0pE2RIwZVyihEYe3MEF9OCNAV6
/VKzcUITfOOm041T99uodeiTZ3BqJkceJHGQF0iSpsuiG84GfWKr47/+XNatzZLpb3Tks1BNJ1uF
OikWUZyRn1yIpdtNfpIzNPzCNi8J5LPkxkCs/JrbVfogh55CKhYG+zB0JfFlCDOaOWqdVu/qF7/J
J78AORoo76D0kuYOBu87B1lEBreVNVruId+rn90URiq65tqCgpXlybXMFOWVsr1zm7ZFfeMg613T
uKwbwrWtv0wb/193+Z/4bS08Nf+uvGQ8N8A1n6vm7QPQ469v/CtIyhJ/YJ8hagI/gJjRHViw/uYu
iz9wChFdgzNLw5k4Gz/+0mBqDphKFlumnDnoiW/7H6zH/E/q7DOiXYM2VP+tJKnP1nrTQRmKW4HA
DWERmf85aqThjBOPvsFxPwuIy9QsdCemvOdlpGBw3wTkDaDbvm3zkYUpBuaUpBHiJXXo1pHW7SwR
9LRtUTJ88ySv/nyt/iNvs6uCh1j/r/88Gaa+edvm34u0BOQeeBd1/jQbHL6RhfapHOCwdRxvEvSf
Td3lW7MizTwdv4aAAVdqSssBXpoXptNVCTg5ye1Z/lbcj5M67ux0Y6emsqxK5w7RG+s1lmVE7+fY
F9KDHaSqB3TY9PLMuaLMVy/t3k5XZkJtq6pEvCboFYCU6zCP2gmyl3oINzrLheWg41TKaVwZhnoG
nSr988Z/6326/Bn0hlyml6IcqygIm/++/H+W8Uq23zcj4ruMtpu3/C14Tr+VNZ++4+90thlLbjH7
oR6DgUJ0xf+8VAiU0SxjMTVmGImKC/qfl8r6AyIEDSZiXxAwU0f556XST+zXkw1JMx1euN+RNX+2
3uE1skzVtnSCbCCVzK/8t4O38PNoGDP/aFGbfrQqkd61jkhBIxic1hZG4wxfUQf6m2+e0A/emc9u
qvmqREOQocMDYPaYf6tvXhkkWCNCfffYYXOnrpFFN3IMol+kJPzwInjDLFvlBWXT8vEiUvelEzTO
MQkM43EkF/I2waU2ej+/lfnt/ubtt+dbscGjCGxMrHKfwy5ax5e4tZxj1oap7jl6YBwNJ+pwS/Sk
0OT2088v90mD/uflNDTohN6QBfOZFI1gjLT71j5qnCLO1EHcBL1mHuoWtc/PL/Sjp2f/cyHxyZZl
5a6Oi9A+Uq1GOYHyxVMrJfmF++tHow8zBjsEm+iO76K9LBQtWRhax8x33Gu+iM0IXOppD11VWY9u
jPjUwMbx58T1rzFwP0gC4DOzyTbgjWTpUj+NjAy3KGpm5+gGyGB7o+IQR0qJseQ0ByajYKvYVq6/
ym2qxKZTW2uqE8HXKKA7BfoSuaaZTsZZrLfOvg9TzV86bR9Gv/gAfvhs8HMKh4gPksI+vSNtVbXS
jW2InLLGT5VMxgKnj03krxO962Jyr0p8Cr9wBP7gU2enpjO02DZiJf30ZFgeQyPs9eMQN9per0Ax
TLR2fv/FZGfKy08AJdPOZ595pVRdOLbqEfVeAsXNYatdtc4vtp5Yh797MzGScAmmXgyxp93Mt5NM
GQZxVZURcPTONleVafaPbuykxR5TmlMsI7BGGZE7McXjTtfaeKXlNMSpVAiNOHNVle+0jPxgOREm
yYpMd9chsp6PZFNN6I2XcRX6B0viP132xaAgoKV1cE1nNuWk7Qr/irpXo2BcaAYkTm5U3tkWMrzK
yAgg7gZZvYddTS/QDBy180xFYBYMgOJqnq6U4mHoqi73Br2Jb5uSjp6TkWfCRlA0KAdbxFUqeixY
x7pFQ7zB9uTxxg6HQOnFsRwcX4fBGyXPphZHw4I45FhbFLalbRwpxB3ethxlueKK60rglkCkXwpE
hlqVHWOFV3CT8D/Az/cVJ6G6N/snSyvnwhD4WMprElUZHAYO5YtiBKzJ++M3b0aYSzo7WqO8BK0+
vMPANHZO3lCgNXvT7BZOpYQ3PEd3pw95hvhyysAJ84oFZ5YsCuguY9jc4hQm+j/IG38HBBhpYFlT
CqXbFGIN9RPAH5u80LpZNFEn78h5s5FKN+XLVSQbsqf1PkJzHDGFcWgOkdJ7QV0pb9UAmWNZMSds
XSuJKYS3Ro8RxzH1p5zeAOn9LnHoS0MqHN3n/gOOnCZ3b0RkyqsAysNFkXEFGqF2epvHllt7haM4
dywqtI2HjsqzU1r9F0fp24PjYJZeSpFUV1NXm7SJ3eA5dO0Z1X2CGFrVkDzmJ7RhdMIc1sYArNiZ
4YcEy80gxAmjxwYVC4BEpG49Uf9uT+k2VI2OSP2ZpGifqIr4hvJn9rhsHMk8x92qzQjG7ERjrGcw
I2AvtLqC2OjMa91QIHo6cRwh4AYv5onuSFIOpMcgr8YX9cR/zGo7WomBHpqNeS4jwxqUhIeHF2Zk
IXshyReaUZLJiSrZ97TZsxNt0kmc/gawZ3OQohDvKiN0vEpMrT/TZ1hlgRVEozOsw7BMTjzLdETe
7GXtzLnMT8zLnBItjucTCzM+cTGBX5BH0DczL7OjOTospqZVrxH/57xiKk37hdb1ur/sZmA90e4z
gTNA9fLeOzkCYImDYU2fhvemlibFPsMCnk5Y0kz09EU7vEQz5hOhQI2VAfQnu+yMel1M8Wyhz3BQ
giLSO2MGhlIxj766A3jPZTTHwC9jt0h2xQkxipRxuJAn8GiUG8WuPeFIudfya6TPO/tp5pWqqh98
4TeoH8jFB2cK08vedzpBBUtkhO4T3Vp2/GNXUfwu3RmJSl9+/AIUbQpX+gma2gQuxQp7ZqmmiVo9
RSfAaj5k8RuIYsqqvpZ3tySmFS/WTGV1ckcipplZrWWtGfeDmAGuiRvnl/B9wbpSIaGYh7wKa6WO
o1osaj7xK4fUJMVTctiwvhKG53qNeopcvxkea/dTaK2pjwKV7VFDBcsiR74A5sKGO0sL4pazD0RQ
YrnuhzoGTjvWREdB0i2B1jYngC2d5/5em6m2cqQnspHRDLudTuBbog9Fje8NHq4qIlJIbMUxR2pH
MzIX6iKeWtzioHSTmaqLFQBhbsi0PCzHE3iXBSxqvFDX+6umDEgyKcaRjqqpaAfanyZEgA7Dxao9
IX2RPAcuB685zrqYqb9gHtBUDCcYMIoq86oGHiMWVMqmOy0A87Tv4j7ZEflmO+cDM3n5lLVVgdTY
0CMoQ7BeCRP1ZEG5ikQPgimjAz7yoPZIS57yxit7M8N+3tpVL27MrELkXKi1fkGtGYzkiMYFcAx6
fX2vuGZYn9dpEitL6GWEipulXiLB4s/+an4rBlzEDsVgQvXlvNgFFdOm3o9Lp5+ilLRAWz/TRGS/
5wgujVU6xIhGRF8G2B0I2PdSQ5YLtJ9dujUhapyRWqJT1xeB9aUyiTNE2uTMaFew54uWXu9rlyj1
PQI211yDNpka2i0q1dwso/eQp90bKCDtjf03/Oghp222IMMg7HctkIUYrXOdDqDBHONYQrdCRQU4
StXunahWb+UoYwT1I9LprXQGkson4slJXBQFkhIlrMYBdzI5BUsy6M1gbWMuezXxao3406pk2FIe
MylU2jEK9an31WErcC4pKxC0NozaIaCS7aToJwCVFLT1qfACeiLTEG50ZsgH1Kb2sNQbN3vw0Zc3
XmfH5Mrh9xy5BJFN+JSMeWQZlkS1JrPSItxfhL61LAas0yLPreeh6pN85es9JGMjqTmtu0HfYmyz
ZjSGOUqkhoMxC3iGpsZ1LaxkrhXExpxY3bYWQ5He1+A5EDpfKJDi8e5TmgOhX/HuIDeReFccKmqr
kYYSbQH6lWKBLhZDjRGbIYzETCBCMqMeHX/STTj7cGp1mhdxrMABFuGaX/QRo35lJ36LS0qYyDHC
GbK+iBEzkniP2VKeq/rQN+taAy2HhaUAyIsCZYy3kZ9bykFNiy7cDywFLq3uJB52WV2IB5ud2c4K
6wyyKCygR5WtAsURdQxAsyCkD5ddENU+ghofl0ImDNafy0mTWP+yrDLpDGn2ky77rsQPKEf2J1Oj
LBwt8WnGzaYUdkw4dDJPSiqMixmZWHo1BL5LPPmIlZxaxFi+BApcT/QdpffaB9kNH6qBa8Rq1MYL
SeaQnLuRhAjUp0ABG9V3v6zmnIEB1k27hTFMi3wgPWCjj74yXJErg5uVIzthBUoxlMq21+Lsxvoz
yWCkQ7CQf0Yc1G6hd/vKVOFy+ePs4DPMyc02yLcDXFIsIvk6baq24SMOe2NZqg2rWn2KVQBBPWcs
hL2vE7igzeELSNMkSQyuJOGMNi0eLaxOmmonl2OcHIohyfddUCjdbpgMdPPEg+Fn6QNd5AyHoCRf
AKgcv0JYQapvcxNptTKUFVO9mWoL0Y7aoS0t1BcWO5V2wR54NgsTG5x5kyI5iCFmtC5jjfXVy/wp
haruxq6Ha1dhXibuO9wM9P9XgxMqt/SNreoMXlLX0FhxcYJNaRQ/tlFnp7vTOfW3qlDnOG6Lunhv
/mv+tn9qTv/14W8/rVV9+Mb6v08/KHgr5mrPh78Ah4QvcmzfqvH6rW7T5m9L+fyV/6f/+B9vp59y
O5Zk/L/wtJv5pwVR8aE4q1mcaP69pnteTM/Z10i2b9+Wnk7f9GfpyQDSLPCUkHRG2LkgKunvypNQ
/yBiiyRyC/kE9ZE5IPxvR72m/kElCPgqJak5WHHGlv7tqNetP0gZAmlLVpMBldX4rYLux1IGP4aY
ZkQjc5ItqTdc62N9RrVjUwlMVltCnRQ28IV5yFonPkqrJq/im0fzg4LTxyrNn9fSKFubxAXRFvkc
cJx0NskeKdsvx2WNW/iVw0QYoFZ9oUfenQknCcpfXPLjUfp0yfnkTky0wWEaa8/H2zMxQCHqIWBC
AYZCt3BUCN0Moz+H/7/WMn5wY6cTrsmkTT3o1Ar6ppKWUl2Rvsk8HwYuOpCZ4bsgntJsEd/ljokR
Jc/zX1RtfvDBkbYJjcyYq4YMh493NvuAbbOxkc4QKEoTkPoh9OGJuaOx219l2f/oBl3VhqdAdB9Z
kZ/KILHPaUHnREG2QE7OZ+6ar0bRy61UunLfRhWtwJ8PlY9lAwqFdBnmtDaqH5Rd+O/Hu2NAqgTW
FFir+/BMrUfkj3551rYoJWPTPWS5dRbK+hfVis+DZb6oQxmRGhjXNKnpfiiIhg0OC2tWUszbGJT2
kPLqtPhrrvzXwfL9VSjukKBvEjDFi/85ALHj1K5Majp4Uiu7iwhn2bms7a8/f36fRweYcZohlHd1
qqG6bnwa98OY04qokBqWplbdcWrl8AdbCg1Wm21/+1K2TuOJLTDxv9/dT20EcRj35ujFQYJEAJBk
b7K9GftHNIrt9IvPaB5p/1R654FBxtrMpdZJKGES+TQw+qiQGX5q1v3Y8bexO/oPYdm1DwY4i8up
RarjWfGg/uJl+zz+T1d1BTEmOg+VevjHkRGQXyRLh91GqlnNMZrFfrHj5gdBJ2lB1BJ4op8/1B8M
Ekp/pKkwTdKBMOd//2ZGGWJHOmpG4A4iS2flRsLfOuQVbv5vroLBYO4OE9z86bWOTEMZYIBOntBL
HcAiHNCBmtnvPzwXN6LGKmYK1jr9473MPFEEU5Cc+0qXmyIxlQsfvetex1b2Hra5vPr5XX0/d5BK
PndmWFoFcTafnh2nTisrSjl5ppi2POXOcybwh0XTPpaZdhk7VYOSSPtFZPsP3rgZ/0jDH5oPC8Gn
N86iMZsRcj2hDh7xjbdmsabS5259ZWrvfn6D3w2OeY7SaWJxpqX19Dl6WKL1a5G1o3p3RH0ORSbe
5Dn009+8imPQFaJlY+O6coT76TGy3+QcpGXkx4zRSBMzU4ZlSQf15ncvwyxFv5pR/me5++PoQNsW
4cEj22W0iMi2evJe8kqvf/dmQGzpxJmi3KF7Y3+OHKVlDPbRYJC7ktO73vl4QIvcXv78Xr4bA7yx
FH8hQDET0ov6NE2MJmYdfIZ8MIaj7KtkmnA5GsMitup4/fNLfTcGTpcicslhQzUHFX58bASYRmMf
Q9mrzBDt6Ji1qgFUMCK7/ucXmifUDxMuVjM2LLOOxbXRUH5aFKvOwRajTzZ5Q7BCmNPHxt5GRoZ7
QLfHflo0+kgIriUBNnuKMeDHdPrYGX77fqlQ8mbBxVD5CO1Pj5b3VcRBhFcmHroh2I9+6aobXWRl
8Yv7/f4ztGZ1BbMHG1Wu8+k9VvwYc4o5p4cORb4OXUTpUzu120CU+u3PH+33nyFNV4uQe11o7HL0
T9OvNWmmrLIB3GY3lZc2BpJtkeCu+e2rGK7BIYPui8ZcP9/wN0vJmAcWqkWE3rGTA+xOqMrndMp+
8djcT8oQR5vlFzSvuSOivWn2fBqRJkhhejw9ueEoEYZVyvqFKK0P5avtND5QTBISEWbit6PX00Sl
T70Gm5sR4M9PwvzGqujnrDFPSaZPQNMFiLJBISzIzxL1ECXZ9Goj8ChzzHpJ9eb7aRFDbTWInRqp
WFU3gag7GwZtrlarKab8m3laoCXVXh38yTe8OhRUNva1S7XXJ9CnIxTe64swMdyL/83eeWxHjmRb
9l96/KwWYNBTV6BTk6FjghUSWhvk17+NqOrMCBSd3unjnuaKhIMATN17zj5M0uFEpJ4kjespiUaz
PwytG+JDYD2r+ydrJEINR31C2W4uik5/cpwYLoteJfBdnQpb2xZi5eT4lCbgU+FNqd4DTtB8o+zT
HLN501YPgekJ51PU0J2601oiIqmNeItcv7cDjNFTqbyrNPagUM/ESk7HsaU38CQCqoMEcotxvGW/
PeUU6J1uRIwykMTh98WQj2i7dBmwpqZW6ezVKGPruWzHIDpErXKxys2WMJ/S3GriHbLj+inBJ0Yx
BEjrUsZsh5mAczZXmy51K+vQWTR7PsowCLXrUlmp8U7aWjRTPxybOPuC6NuO9hW0PgNEnxFFG9Di
Xb5TlLcVfubeoSSkl6VDoW0IP6fJ4ELvaEaJcXPU43daFIv56HqVwOYwUW3bNrIp40dniux3biTB
0uB+QzmKC8v4Obc97IzMqGA+4uQqG95aP5F638Z5tJiUuuiJtHOn3OZOhCTcLtMMzWHO1Z8i0cfA
DGj2QYTK6Rhvo8weh43d5Zm6TyNiba6LSmaPXU1B9S0cx3Y6tlCOrIDJLB+8fN/0YYKCdtKyUHW7
YWwj8dVNkBuQ5WwAVLwHL5STMRcLy9hXAhH49zif5mNjTG6AkRB696bAatZvTObqEqd7bEvjQOdC
NeD2seN9nRqrIneWCFW38fY4AxRokNT2hAx3bVBqEot/XocOgoYaUbizA0Gq9d8huGnq1nQhnP7o
6qSpiq2Xoj8PD+Zk6Pcazsrouq3CiKCaxtbrK26i/ZZqbmH5gefEjzB86p+itel5It9XAvU2Kd8d
uugiLx9rXejK5MhnGP23OQkS3mrXCE8c6dDZ/VdtyGXhh52HrVN6+LzA11k56cZlgivLSxrc142G
FQY0E+m6x6YHwgqSOK7DpzEzHDBeyuu9u1FFVesTuVl+dxlUvR8pxvC3nMBpGq6iLm7UHGrTLfHA
IjsMbtW7RwOwsbafGDzDLsNPcq8GIwxvxo6g2GfayzZ2+zwh64ro0lruYWWESwBsgx0kIC11Qu+Z
9qjAE9v09vQHcxTRSYCNiZmUFWzsgC/AwPBmtiRlYD+M6aC/n/BC9pAIRG3uTWwV9GSdKEr3rjn2
5ZWSkMO3tDI6/HJtVQcoBfoQORyy7B+o9mM2wKhTIiS4hGJcWd1QDJ8o9tbtMeLE410R25EbN1Wb
h+ZjR53a/kCyfRc/D5pXVEebVubsy3JA7kw8dGbR2lDeh9pS8Z1WeSLcE1xa/tAQdobY1WvAf7My
i3ifBtDO9kNoutmbunEzjk5aSYHVS7rhi0lQhrPJ0zJ6Ww5J5m3hnqPlThn+9zAUIG90uhtPV05Y
GskWobq08I1y4L8a0ghuVtFGfb7xGI0fS0fAOxCYbJ/ajnz0bTpm4j6d0hqXDMcCaBAuknhD9swa
RdHib4lIx35bpXVFglHojo0fjoHVUlF3k+qBCGIt4v0puz20cWPlxDMK191XVoLEWhVj40KoqGr6
NXBhgo8huxqO7iWujlsDT3Nzrw9efMRcsDhddAtJ8+TIuPhEzgHggKKbvU92xsK5JfJusH/C8Ijw
d+nYYW6cNmp65MuoMLA3uLlAYqDBKXOLLLOvyUhuLcw5GqQPFvGJtp0q6m5vyk5NB63vyYqIAkUI
VdUagNhoQKFxD3Gnz9ewTRVoVZGQ5+V25LFdU1OmnYrDxspB61AxP2KLwUUfZlki3ynaStFudEiI
vdZYynGxDTnHX3oRbIYye/LqgwHV0t6nsnK+Mq3V2p1dOiGEEHyiWwYLOIYqDqx0Gzml6Xzuk6yH
qyhyDU11F0Jw4k2W1DsinE2YfGf+kiHs0LhXJsyqrUXK4Lz3GjP8OAU6pbRpHGgEBXR6aRFWjpFt
xTCU6PVHeszbWa/YFFae3fwoBUEGexPf5LDlg7LZ43vGcDX2LeSAfopkTY8vpXmkWAM+x1MzvEn0
GOBzLtBobLOMWLFKBJjKiARB/ZFlTljtZNJ7yXWWSkFUgCdQDHiliZ/FwWgsd309gpuk1Jj8lIvG
HR4UYq1t2+XTV7fCDwVZ0RjcfdrUHXM7bmaxwUoGMtOr9LbbSxLYsiuNrF1zE8ue82pfwTDAFZ1J
qEOg+ZmRe/uDq4qoOMY0vuFyRnoOfKQYAnvrlPH0RNVvKrZ2W2lIZNGRuPizSJRXKExd7Cyt+d6Z
e/qHeatzMG1Rl+Lx7rtJ2+ZpMMzEkgMyiOY5dbgfWnjY3hIUtjXSFZwteDunrQMvG2AOlqV5o8Gt
+ShZ+hjyWG2LTV83DoQ8qza+R05DqAFyFMpaiGJhWEFqrUmxz3tUIs3MYgAWIIFSEsNx/jLhsMEM
Z5T6W3qe2LTKTNbXjdYk0VYXgJr3dpE4eyfsW+cercyMw8NzR5cNUlZvKZIsAD1auRqxsrWTJgcs
+gG6jUCrw4cpymiXKhJ/YPM1v0B99S9on2B+jxEJF2V0BzEbul9WD8n4Rv4CAJYo25N7MzEJIwdy
kIzYpEy+nTyabP0GOoOX3lTsJRRyEE+CcAh/QQltktEXPEDUmo4LGgac4XzIf6ENQcaWKryVv9iH
zcBWgfVV1k4I85SF1KbXSBWINHNBf/4z2xZZ7pAbtTCV6iEIdqbIOzpvidP6vR3CIolDgSynyvJA
bUMOh9UGLDnud7vEgLMFqzh/rMUUdtcNWS6KH2t0qsKYZJ7cLq49gE4evBhPRHF6aAK7m3YzjuJy
R+GnqXBsNka/iepE8vhrHsGeN2NdK4JvWjwnKnvSRAlAxm6s+UOJ1qZkD46nHjZXYz43+dBfW21q
LIoCsiPICzWTbTjRA93SWf4l2G6bhgZ2QLJcR7PqI14pOBG19Dr9gNsOXoYHlEMd+nhSIdAKb0m3
Bzdh1KH9fVHWQuseJ3IgJs2oHyOTtHGKL02FbqJladwI3Or3WoMClk++CLi9cqJE3lNTCPeYXZKP
gRYxgwgB6ATuAJvEjdHGtB1zPcENx6I+wIUVEhOuzBUJNVkwfKgTl752OMgBlJZe2W/xCWbZHkoM
HV5J+IMN9TKPcQySA9XToXWb/mrC04WACjLDW0tIQ6DvEJY6sO1zHm1wtOi8swwvG7675KOUcZNs
XasnIhMpUXFlFxWB7g1ucH1Td6P7rA+JgGaeJxi0Zy1EVxRFdf8jU9LGlQSeQvLJJKhTIHWTMBca
jnrfdniJyrShZEpWhaftOLMNPwt3qj7YcWJfmUHAXkpL9QVRoxdlu0VV394inmWsWo0Yl/VGjQ0G
IIqgm75zKoqeHIe+DEI5NwDyx3wvwyQjHiGzoseRma5658VNbW/HyIFfFnUTuLoaJfIBR5kmDk1k
p/ZBS1HZbR0wOqQSl4VU217WrHp4HuenrkhCFHQspreO6MPwOlq850C0HO1d5coA0F2T9g9zbRqP
Y9tpxtaNTPEcJ15E01/r7YMXdR3Wm97sNorWu8usVpVfTey6jz2GYvQiWppxGJbI+bYk3YNKzfUC
PQDLQRD4Ev7teExsDhpP1DyGHyHQiJ9Z1VvWLhctq2dspRInoT4WsONc22TJNZsR7UrQT4tZOLQU
x2BnKmZwdFVTME3z+ZRJe+Mw23ifxDTnzVNKfuLMLUZpNx0cYlfSd0aRF0BXKjmFkj22gYvuISpE
xqgUldbWYPwb8rSZwQLnfd6M87vBYXgtbC2rP3SVkWFbU5b1MQRP+tbkKNhsXU6hxk6fwUfwKSWT
2pYKCsNhErjTxplNOxbKmWMIozXmo9M6O8JhJSG9/wBv2JpAbN0ZV3jbfU9qFfVbkHIIGVwXycqm
EjUkJgSzi3caBD+8aiKID5h8XFCfRW4HCzePHfCcSzyssaG97xNm7y1pdVrue07WYdwsjHRfZ6N2
X8CwgKgvKngT+JXz72FHnpyPgiD9WFmZAW9ZFdkhrczY2NpyiYwYO1E9whIaAk5etmFVXzuA8+Pb
LKdJ9plnO+l7tE41dOyRrTeU6s5+F1UN8OWyB/CxEbWj4l0Aa64HXD2j9c2dznpLTkE3+iNbQUCN
PdUE70lQzkhuAMy5zs52UmEi3aNZT0G2/qZPlsncBh4ENIhaLBymno79nmITG/JSmWEFLbLipNC3
o3VlDaTXbmr2my3MqHF+O8+i+xyiMjQ2ZarpUEAs+66YuAgSA8VSEQ92/36IG61lcGiL7Iev31za
9RZrbVdJ5AIONbQN5WG4DTU03sxHtOmkGxvY5LccnxgzH13acWNbyaBvO+W01/ASunE/oVWEneTm
OUZ/qKVfxBA18e1glZiPk8l1Gp/2ZwB4sdK656bN45Jl2h3vC73Nvb0saxCSzVyPz7OK9dSfix49
5dALEfuU/VBYsrt1gJ7Og33lOAPqUBhQTOeW0HSUlnGM5zx2M9u57XMcrkXjlrBt7KpSG8fK5VtR
2nnBHMpmd9OOCBy3eZY0N3HejePOmUXyni3fxAY0Yg2F4mcx+OvBwQPcmEWebSyEINomdb3OwdtO
yJ1ThrDNdQOrPR5ePc181KCq2vFdMh2WI1SJvQhzL9xlYQJkPO3i7HMNFwNtyWSyzZ41ZBGImuYH
UDLjjyavZ0b5GDfqeqj6/jvfZWjsAdo78c95Sova19gbi+tAx+S76dD20Z/uGz27cpGFFL7reKyc
te52qNLtXtM+57kJi64wkrTeN5qav451zLzTYep9zIIYXngq5gYQrN2waepjJGWgjNNJBHeC8DCZ
v0F4bTK+6m5K/KFiS9LdI82Z5C6tZ6nvypmT6jcKB0kOf9nu9W3Y6K3y2xCyXLipE87qb1O2cTUL
3yBt8ZE4+Th6Q1PRAToSVHPKOI0sLWufMyNDHWXZIw2XOh3i6s4N7OHnMKZEg0y4YpmnZcBp2Uk5
r8SOHd+msxv8sGrwtmxuu09V70XyA57pLvuZjOy+DzbmMMBKdin149RWSfkmisBa+DJzVfTWVjSr
qQLUyQcVqucinRZuaK/0BUjb3BhFxWY3EQXHIguwXGXJK57z5zbXb8ElPUAi/8l5F5lt5XwvMjl+
Sjy33edu6Pm2M0AFZsspKiTUJMghcx6k+S10zSm6+Z+/LZdRI7D2EyMiHoVdwMi0ZNKxSMJ6TJBV
teoTZQmLowwuPO4bafXD/7jlGDQNxz8O6EWIGRctHbqpJukevM7Q33Ay02GIdRHb02lw28fKKzFS
stFK371esV2XoF1oAHREdMR2eD8wBv1ZsS283uLLJL835mlvA0qU27EKvF2riX+WT07RVtLNxC/o
oCUg53DtArBGY1SLwHmjA1O7C1kGd6aaxjP6iHWhm1+hJaLR8qYtgjhmVbxv0QIqfINYuE2nueYQ
VNwibDHO/MovmcXvrQp+xiMVS2dzTqNR6qvecBui2ZQK5TUk2yw4NCmrDkg0s6j3TptO97Ey3fvB
0SAnYEIS79DihiijDbY+//wF6ppNwX1peJrO6kZ6KzB1IXiBbJQ79NJkvgit1RgTABl//dT/V179
H9oJvz31/3L8LTkmUxt/+VN3xf/yb90Vkp9/0cfh8fPZYb42+Sb/baP1vH/RjKVXgfqRVqDu0uH5
j+7K+RcBJTSY8NDS8NT1JbbvP7IrZFwW6gb6QtoSjEjTVf4Tx5/8c0gIpHhEt3lwPldju3cwoKaB
cRQKmOKE/5tIBiHyZ2fqhhsFxztG1yrFBxtb+C5vlsQjq6rTIxOW/oTOr7zmDNHcisRwj9lQo7HN
OS8Fm0gpeRdUuvul6trhGGn5jKaeSMPtpDeckxatbHwcHHTZvz32F1Rdvzrbfw+7v/+U5U/8rbHk
5S3iJLODLpBN1MOmxEXg6OiQ5QKaDSNzrmTltGNbdDu6TtZt2FS13AYuKdC7MeqqH+wv3Pewl+uO
fCQ0D5gyyJGCKC6zuyC35KeBgt+9N07uZ9515kexUdiU1Mf8izvPgJDHniSCaVDuoeMY86HrXfOW
zDvnTG9/Ga8v/YWr3ucwKJI3rMQ6ppTtUBe7s/om2bdoW0Rl4mtilNkHC5YhrSpAshxXoOSfswD+
uRj8/XRXqonRKlQ9uOV8NIxZPHqsFZ9qrw0+9jTIxJnu+DL/vvT3rVp2gaig79P74eMyQP0ZU/E1
boT2xpms6IaOwHguy1YuV3zpl1ZqNWpGRkzGBMEuPD347ZH7TG1Qe6ca6VI2gC9xRSfNyHe2Noin
bPSch9QbQTtYTai9c71ae6f3nfsVF0J/5dZphctHmVSqm0qysDO74rAuXf0769hwG4wZpM3XP/MT
A3Yt1yrBv5kkq4G1iy2/8OZr9B//yIr31yteJqLfB1DXIIgJUO37KJbBnxdXelqd+XJP3fVqC5Gq
BnH80JFMIOsHXYueNTaOlz2Q1WLuRbWR0EnlrlvaeVO9M0om6b8ktC/MKKduejU3OuYEQtfmyjAD
DpQ/N1PR/Hu5/H8U3/39qNdzFYV+08xL5Uuh7aVhQzrudpfd9WqSSCX8EMcdlG+l2oFSyd5NzmUC
n3ogqzkgL/I4R5XW+gjOKSonP2iXX/hAVkMf0yCBVWWk/NL1vpYwRkO7vnv9gZyYudZZu8U4uGZi
LJ81DbTN4qoyN7nM2rdjXYQ/X/+NE09mvcMaOypwQc5vUPggWo5Oh/fF8IZzWIlTl1+NzCzpdXvw
+BLzycOFONIMGmho/yNlxl8f49qtXnicZfU0VT6ADNg2w141tX/Zc1kNzjZDmNNzOvdbWuZhSPtx
Nus3l117NTxbe+BUjCfZd2T7Jq+sHeejw2WXXt7Db1sJt6B50heAIQ1CkEot3LaiOfOwlxnvhZXH
WQ3PWcS90aqcSQVT8Ae0JAQ5kZeCa6qfr53QSp5DzIpnMmRPfTerAdskwFSjmVE14MydkVPGk3nm
7zh16dWANTsdH0kY8og0dkiEQulRvLvs6a8W554Bio+toQefUj+EIZhXl13ZXh2E8irAhdfQpdAM
573S+o+orh5ev+nli37hva51WlNkBuiKEA44UWIdDJNqmwKkcYy9uN46VAGvXv+dE899OZT8/mkm
4NrgngfMwROZQHZgIYJw/uE5/K+pYOGS/H71qBiIdvV4q8QbvbWDH0MhzqhhT933arQGXujOk/Ra
v5bNROrb+CHvp/+kaP7T5dRefvS38VoVcZZjNm/9TNrbKqn8zPxnSfR/P5HVeI3wzi05vq2PaavZ
xJVJd6xHeXTZ21wNUL2LDEQjduvbs3uTVqOfiXPWhVMPfDVAxxLxpJUtH4rlKLq8IA5Kde40cOri
qyEaDYCMylIxkDwM/JAVaSZetgu1VmO0DaNw6KHe+Zaev/dq82sFSv+ip22tltG6tWQxj2PrS6uk
yIsQiISbyy69GpY1+gQT62Prp0LsK/nJnc4VcU48ams1JMvMKqKoZc5C3nZE67hvp+cz97z83S/M
WdZqTIrcNTCl8233Bpz90kWUmLPP3Q4Ig56A7Xu3rR2RWBf39KKRZSTmg97CmXYU2GXq2+RXkvUS
Wh87Wu6fopxuJUh7A6i+7jyWTo6qOY0r5wutMzpvqWdfidFO3mltqbZejL+YZIvdqHv9cTaU2IWW
YR2amhp719fRVRXFA7lgmp5/byRgfkpm09UgnWk3ijnfCqTvLjbO0j7qUHR/xJmFQ4xCaAdMoZLO
2xGb557cSO1ZTHapNpor1LNUXQJxsLSHy3Y4a2eERjxP4/UsViq0tkEGwLWxL/xcV1MPFWhSlwNG
QuW5z8junrVAXnjp1bxjzAMGtOVzDeJjKjM0iv8Bgf3TqdhaTTt2FhLQqXHlucJ8a8Xd18jRLnzW
q1mHUITcBrPR+gkgw43e0kz0gu7NmdHw8mAwV/MOrvlxbjUON0YZ3JTk/ZUyuGzNXrufZuIG2xyJ
ma+6AQ8XIYzQeuFwXnbjq6knmgu36HCf+c4s96ApbmYs1JddejX3tKxKHnU/XmZHH5WcRhn+MyH9
X+sqrtE/luwI7kiKmAfBSAjyfLR3A6lLr9/1qgD/97WXqfS37YDovb42NK31R5izX/Alk2JvQhaJ
5sB7mzEX4JsnzeIe6cXCFuU0ZSz42dd//cR8vTYojC3o265PmK8j6CaaMbt7MRnZZaujuRq4yLgL
06G+ybbb21nj7VBdOHDN1cBlzY0QfOu8kDZD7oyuIDQOlz2S1biNO1R1Rc5npJvxW61AWhTHw2UP
xFgN2wDZYJelrOm6KR7iWPMhDVy2pq/NuukEjScJytYn5fQRosFeNKwtFz2SNewub0ckV8ttj31N
3sq1Xv+47MKrIes6hNkoi+wr3Rt3SmLUP1sCPvFlG6shW/VwRdqOS7fJXU22inHW8brc3AsbEWM1
YHW6UwMftjoakGH2ynbFzpra/BA5xviAXCW87DxsGH9ODDbxYvCieKNuhIAiDfonN5nPvdJfeMSX
/orV2JSioCddh4zNeUb/6ozzntpKQH0vzsFYq3wrK2jQxHo417iGGmwNZrZBwKH9NL3avmyxWcir
v09+FQwfAujyXwPiLgK7Ai/67N946hNYj2QMpkOpsZIhS3kcc/VY6dGZA/Qv/+ULj2/tsQ5T+Hqm
zjqmhjSPUHom2X05Eqot7DQ4IAUwNNK1qnpf2UvniPSqfQ1r4wgfxntT233zaQLvdV1XXrtbusuP
jpgs9rI8ijocwWOToLyfzVDelsIaUO+AOr9ozGmrpzITQZ8s0Rq+XpEoYs3A/yyvPefme/mZ01L+
84U2E0CzFB2obwt2mNDxLNJSXr/xZeT+9yOn4f7npfWhk95UuWhOROm+MeEVXUfoor/UYS92r//E
y3fvrH2okwvuwMl5qzXbTLb6m+7Sj3HtV8NvlXU0whhvysV78Zk2wGUvVK4m0SmOUGtiQyL+1sDz
T+LgRip1ph596omsplEdKh2Wr5SjInkz2ly8MYnovPDGl9/8becD1BdXg834bCZkpYjCfbu1v1/2
JleTJwQgmYB1YIMwtNd9MKCtQip34Y3L1Y2TlFlbY0WOK8i/twpi0jam93ZmTlzhH//aEf7qA/72
XOqJLHP6cd2x9jpz72bphE5VfJowmR5a2cXX+kgNLUhSEM25bB9iAxaOVnoaSvtiuqG/1B0VecVX
OlySm97AhwEdMLmaEkO/bN+4BmhwTh7c2po6XLON4aOfIimXBevM810OA/890jGU/vl8CToPiFeb
pT8Rv3TdY185JkJVD4rgY9BsEmu/pwN8f/1TOfVrq3kll1XaTokm4Rq13f3gSfvWG2PzbtLd9i5C
CU+LdHDG+9d/7cSAWnNcJvJARJPQvzDJH7yWXe/tuoA39PrVX54jnV/c2N8+HZTgkd1bunHMvKzy
a01pR8h4eD36aPj6+k+c+gNWM0IERLcteleHIWrVG5Wn34mOvmy20Zff/O32rcHuMrBrlNOi6WcY
Vx+DMr2sqbuoU36/tECJV8UFRzhscK72Q04XPo7VXGBhT6I36vKtFvlndoDpvRtX7oXPY7U9UrMa
C9IqDeJMQVmpYkBADCnnshe52gjEOdwRz+Z0BvABNBwh44l7We1jDRpJ5qJBWh4h1CkUpj2Nov+b
HgbphZdfjVhPjoGtppnPJJT3A4eqHSmR9pkh9Otje2H2WSsIm0wFldASwzcyLzk6Nodt1+3CfYdk
8zoFM0jdUcXfFi/9m7q2idptXHGD7FIcxmEQ+3ZwgmuWSrTbF72oNRnBaPGuDQA1fRUjFbL7NkHw
oI6vX/zEjKGthnOYS1YOmeCjbEoouFHYd09ON2vvXTPO3r3+GydmWG01rMlsISpEeM2xwCHmE2Wc
PS/722cT0M3exAWE/EQ2b17/sRPz0xpEZOlTgYMxNPypCd8l5C5hcjpz6RMnP2011ovRAtU32NJn
hHs+rDlzI7XkXp/jcF+4zOSX/QWrUW8QYUZuqyn9zDB/akSt0Vq8aBZEQ/fnLBhIRdK9ihrfc/vy
qI31DJwPNf3rN/7raPrfQweEzJ+XT80hm2U6Y/wbYbPdJr0t3uVkTmFnEeiRokQ2770gNh458sX4
8TFqbRJvsd6FOF+a2ckIPMvm6a4fp/anToLfYSL39Z7MC+2BNbg4UDvMjy67oSTysGS4FdaUgaSg
LCG3+dCZBYGq9mTcdokz3RW2Vx7MfCw/tBbY1ATlwwesQdrBISCxPvNHv/y92WtRYmXlop6SkNjh
oo19iZ8uiORlShMysf98oEVjkewUjTW4aAiZINptUh6dc+39X5uOl97XalHsBi9ypyYqj/SCbYKS
DHOfmHV6MzVZ5GdTxoTgkfMGDSicA+g8cyCfRFiA6y7q9iYgrnsGMWEnxS1y0GAjI0Nvtx6Mh0Ni
F9plSh5M5X8+hMSM4xGlt/KF5vS3XrRoF4E7nFlMXp4A7XW92xzmdhBaOviLZd/vQJbvs0ICIOqb
c1LBU5/Iat6Ysb/iAotrrCvL+kCo88bCxnThB7iaLhSRUUOkIukb5HQ/R8LrbnSRnqtCvTx3E+nx
58OPXMwTIg+l7xA5cJjbyniMWqZyuw68J/SUzjtjbIsPr08gJ97FWi8I5IgW7eDNx4yP6kOP4fkm
IyL+ERCCceZ1L3uEFz75tW5QK+OoijN9PiZ4nW7U4Jjvczkmb1vNzI7VMHI472WzjfQw2b7+R514
gu7y33/b1DpJLnsMRGR4NjPoV4wkxMTmY2XsF03q9QSp7C0Uv/rs6XR5NS/9iatZOOlAVHe9TTo6
9nPkC0VDONmgxUdgtB4xtdjK9nomw+vYoAXY9ZpDxnRP+h7ELB9/jnnjpIpEVS/IduUADiTSkx9D
XcFsyOI+32tpnn8KB3j9pZjVfe9U9XDQzLa9HeNofG8Gg/2AiczBuJ5nzaPXBOEDZNgMC1PmHthc
pXdYYYt2MzdBgJnWHrb2EqPuwTzfR3H8WXWi3BkDoatJRtzn66/hxLGaWIU/30MpogDsfM/H5TL6
tmDaw5+NmC1tY5J8+JlRFB6LRtd2Q9zJH6aRxnf2MKs3UeWl78VgV49wnm3Mohi1CI6d9jFcAbEN
0ij6qbp8vGw4rwlsSQVApLc5WtvL4Zfm512Be+zMbu/lHYztrib8aGEdu4iBj10dTnfG6Bp3oWGq
z5UJhVsCwLloCwO+9c9n3Uy9JpJg7I7D2GQ7pw4wqFLvOfMqT8yn/0VLUknZdmPWHUPdnJpNAM0e
NxypnxfOEas5b8Cz7pVd2x1LXUigEeSx3quqSZ+iaR63WUnc8DjDEcgjOZ3bRiyL2QuDdi3KrAaF
IbzoumMhnPSroUdFtZGlm27HMvR2eZ5534AMYdojhTG4mYrqH+Je/2+5CfLln+8qQF5K6hg5XpXm
fR5r+0509XTmY/6FVHvpz1pNfjCc63EMo+4ISDsA6qwl/Y0K6uybWXX5IczDbtx1GmAIDbion+a2
dQcZeviiSOO4rKprr/FnHttSAo20wmekfuyZona09dS5v3D5pF/6C1fTCkCc3gix2x6H2qCwa6Q3
iRM2cle5Op2UhvjxK7uJm5ugTxpCRFps6EaJ6KsoyhTYhBrOLDOnNnPOaq/Ijpec6kwv/DxXYo//
QMeFSWz5JkJLspvwwVxBF6r2Gj3y23Hhq4P0LQ9tVEofe0C2I48ccorgNmn6q13e4ubMnCk80/w8
sbivxaQAiYKiigeoRy65naFBnnghloRzmZlnpp1f1ZyXXsZq3lGtquRUxP1xgAf/wQ1aqXb4yHkI
VoG9eDZ79xpwRfcV/y+G8KFPOGJEfTTvyzbipXS98aYBhDSec0CcHACr3VmWVoPVRnQL+zqefzS2
F73HR6Un0KDGYWeG5XNE5WiXZoyOQiYVHP0B0tiGKHTtnIPkxJ7HWc1ngEuoxjTRdGzUR31oDymW
eLMiWcH5KpXjD6o407I8sdVZS1Zb4sjHyQDQlM7C1+auOxBboB31yMYcD7xqD+HlHF75xOe01rCG
gFHtym31K5lO6oBnmZjwWbB6d6o/8zmdWC3X8tV5zqm/mY12NUoTH3Ggzxsl3fe5hRKDDmmwf31n
cmI5W+tYZ4fKC6k/uZ9M5B+M3bYi6fiyS68mJydrRlv0XLqPBXCH4+heeChbq1jdrpuaeTAz33TL
5li3Y7rrvdk4M5md+pBW+xSUwqRLwD7yoZTDPAfnhoUshshyT0F+ugozjzzb3Km+v/6YTs0b9mre
iMymMvKkzny6z7bfgkD6HoxD85747HE3JmngewRwb+MhRg/Cv2yO2WgkPpEo7a6P8hgEg1efmzNO
fdmrKYP0Aze07GbwhblwF2ZmCcKDg3P9jhOKI9teTQdDO+VzRCwEwUyGOETDsu024Lt4mxF8Zwyn
MK58rSuCxf+tpYdKNf3PqLbAK7z+uE8YOWHa/7nlyCZEFBRMBz8byl0hM9gBECJbh8COYNp79kMW
ZvumLh4gph4RSe5pXR28lLD4KdhJJ/xJOXTbJOJGaXuHSK2swP4ZtHfYRkFc2ddWnZ6pwJ/4ENcq
XINgqszWy8zvdUvbkbpR4tWMrYK+dlwtvITp3rXDs835U8uFtdovxZrRp9VMOrhnZm6766xO+yYH
o/wG5klxgsRssA2UZ32Dsjp/1wddDzYVKUfttQ4Z7Mw0/qsp/cIyupbxEm4f5Ylm9f5EJC6MSzcE
GpYVyS7oreQrx57QJ39Mh2VILobX7Qpn9geP7jPxaeGVk3ZEKClyasBAymRfD0MDNDKewg288/pA
wpLxzrGAleQTR1HgJURl1V5Vv1diDN4kgJAeG23Uf1hQXeozc/mJNXCN6274nl2QnpR5wjZ/SPLK
ORgdUU2blvTw2x46/rVmBvk2s4fhTKvvxDheg8+FaIFR2gJDy+xW6KZsvd30OFNvQlJbnl8fSid+
Y62KrkoSU0iw7fza5GiyhKntkzIxd/rUqqvXf+LEKrgWDUOOAsahtM63655EF0t2x9nK0ltnjLR7
4VbxmUn4xDJoreb8rLe0Ig2izoc19EVNZvgpHmv33WV/xGqCT2eVVEbj9L6WG/F1qIqZaDyn7HyM
U9mj2U7qzEs/9VesJu8xD0Bv0n0FA9QeKELs2jTZv/43nLr0at72IJ/NcFlyP9ZsKH2sgtaZCfnE
K17rW5mFgZmIQPng5v+XszNpjhxJD+xfkemONmyOxUyjAwKxM7gvmbzAmCQTcOzu2PHr50WpTaMu
qdUjmdWlqpjMIAPh/q3vJQdAYOIiRZPCypqFcSgqrIv/ICD5e5fPFS3wH6thiKKStBtYCdZj19ho
2LAc9Ch8zy55yXZJtB8PNUDQTJ+C9i3DBRb/r357fx51TUSI4MnXFdMKs3mUS90datH9I8XC33lv
/jzqmrhTp6jX1Lzt6nZV5UduLh//uxf+pyeqNoT0vHqs91PaOdyYs3kacv2P3pC/98L/9FClqm28
JjRIjoUFzamULsPN2dt//9L/zun053lXIDDJJDNSPpmO/mV14cmlnSueVOFY7//9X+H9EfD/F5fV
nydffWMiFPfIe3Oroj+yOvmQbRppLbs294pjhq3qNSmLAp62W98Cu8vPRTqoaLBZ1IitqZ/eIEcM
kXxxTjnAcu0YdzghZdQkWfNuBrD7/CKs7KgugFY70gh25WT23/marbdVMhFV+4P8MNsl3Ckk2QUW
r3D9ZtmClhdsJV9tHdJwKNOs118ReYMRK2GMX/mCiAuv0PhWZM78YKfoMIEz5jHawu7Q62QBNdgo
FWVG5sAKtrH6dj5XSVeuh47KXafe8HKZ0Yzo5Q4E7ECtt16WqOiFPChXYQiibLne1qtr8UA+jysg
5siqbFrT2HP1mwwHOYDzXYozcGLdgr3Msab1vJRDRvn3ltSh3iSDV7yUTZNA+i7np9pEWCkRX9fR
YC7uNmNwN43MaTSf7G6u4oCZxhda1tk+bHKDnxUE+b1n2960bTI3v4Nhll8EAIxD0nWJExldCP2N
lDigFwnuAqpHZ59XLcCIicZwDuG0JkeScj8O60IeUKbMy6ZOu+W7LDL7JKsSaTykvEFEZi4nlIpL
FXoPQoVVNM19RctlRZRRLov7mQxWfq4wRa5xxarDZZ5gdm4KNWYvAicbIsaKTzFtcNvjSkWkEnul
YeSQMKuwxd4GLCTvVPjD8EsPUDn07Roo1sYWYmqjwg5sO4JNDmQS7ncMWq05UGrCiamc6Tm3gMnt
ZtFSfq/Yj0JTyJ40a3q1OrsaRvc+nMp5pIfYAmqXdbI6ODD7vIgFKONql2dNMz0PveWiZApcjoDO
Qoe64mdvNk7WLc/XBuGjTZ3QP0/dYC0P8Obs7wSO7UeVgo2HfW6IIznheFv6ZsbfCltkb2RjaW0F
8yUgIn0y3WE2MOilmdDWBhCpZcUBxaz3sgCrG/l+2cIIM8QlsFb3UC9e+7zOnQnvEFiWBbJy0wZX
kyyFbLzTdcV4rOcNvbufSBg/IK2DAh1h9oH80BPCwRX1b1Rq3yuB9mGD2QgZAJwH9Icolc9ERcug
EocAWt+GDN+CaO3o0YFrm4p5I3td3UzsSW2adiZLwJc8l7GckRX9bu2qzqhDtEPkzcWcHTLQUHHS
wQ+DEp5MkD5rvQsNKwWYBqgyh9uJ4W23oCncdPnU7loPHlw+lPLghSqL22IId6iNplM/QCg/unSw
rwpWw0ICP+ZGG1llIO8kWKpL6ConAuULSTA0OsShDbz4SIT4KWcRlmdYWGu7Swqrkxvoj/JTmpD+
b2vIWOPdnBsjuu55rfd+3tX9dgqKz5Jl3VOpPFtemmWs9RkOnzJfuz78bVY5qs2aWwIuzpjMWdyZ
0rubGyyHxrTY3wrQzZ12vfxO2Ha+mYR3pe4u6QpM2DYWK8phqdKWZJP8Ne8LfUc5TD1cScRfYxrA
FTdo2T9NRlg+i6UE5uEFU4NdD2RDz2MAxtparGOTe+W1y6ROYpi1ishcVISKiO+8SqhDPF5zhuAZ
eo+tFuuZ9n1w17Rjt02rZX4cXdIdqpKFD6RS6E0qU9uIy7DI4qbxwjsxZHRoO9XGnZr1qbSk3vhy
UMRvvrqwKl3G9TyPT1Jb2WZyV/OBQqYP2pI+ttsaNYTt0fBiY+E98BjIPbB7oO5CY86+TVUauyDQ
3nfpCv+TmRHCrDSrflmNzxlgSthw7OvWmzFzyDetarxT0NZ2iZc2VSzLlLPfLwI2NdN13NZGq0/a
auotb/p8xnlcPJjuVF8Fnu0OlmuYM0rvWjMoYX3rUO7xhbpONfpFezMxVuKV9VYX+THISb3YWK+d
bb2upo1iYExutBuMX+GYwc1rSg5tJdJ4AhMcK1jhVdRj+5jQGDa4RjvhQV6exzskD8ggm7Z+Ql9s
E/xy8mOWnV1n1+RNNQO7zpa96fWlw1GwFm9BM/TPYBrpcIR+Y26cJsgAd69ZDWmyr2kZciJGMk2y
+75kPQpOv5Nv+UAtMUAZLBLdKm/neVZpRNHPfxFgPX+jU1xjuryMihpoJY495O7IFpJLjoF648lV
JTlGIkr/wx46aMxLZyAmLup1s3pGeFG4S29AGsrXHoQdl9ZoqM3gTc2LqZP2FCyBaGPTXvFarEOF
PaZpbFVGw8DkEadlKUU0pFl2L4BrNvEgMYVvRIYVE2c8LaoVEnPE6ma189PCxdtrYyhYU/8Cf9fi
l8XVuUlLt76s0FdhLIquum9Wh/2JxArvZwt5ZQYkqoUqHeREANLZGmGrLx11hMhl1WqO9Niis6uV
WewNLw/emV5hYsQX+nMJ3OICp2D+IdN8OBlDkX6ESeLswzC3ntW6jNtJpFPAGmHOLgP0TmD2+WR/
m9pH6mJn9nfmzs3BJa547CdPxm6p3DgsoWiW/ujsZ89v+10ZNPWL6HO995LeOSSFoXZuYwVokPLg
rENq84HfcW3P4Eh7gjfqCyXGY7tsUF+rWgUPYbiKMXYbl2fDy4oQ3KMnkC57WO6ML48BOlRY6dzv
8+vcV+QKHcTAeYuHGeXzixMk7cfMrOc5zcb+SVFDeeFIxeiaABDEk4T5U0Wcixy/pSzus+a7EA4C
hpHbZzQ7QLq9nd/kvdPHjpHmdeyHqXeDGnxy2FxJ5ievyDDJuh2He6lddZKqnB4Wey53dp6lyRZC
YfCNgN7ZDqaXBKcpn6pz3RCTRRxSCr6mbAaa3dp1kBpA7Hjo5WIVtO49867IzeaX0XbGj75T/mPf
+c3Ogt5+1J3BgnBt2OchYU8ePy1M3g2jj/rVhe8VUGMLCbEca17eITHRk1jDGWO5FvX4nttYbGc/
K/BdFLnyoCs6LcbdhicWDTcU8HLpky1mcLHXbbiwBa3V2ZyS5SB1UdzB/lc1qFfX2K/A3adoop3d
brImmfeD7xUnT4+vQ4PQ/dotBa4/+81NLfzciWRfi184yBgsdczG/epTlTqbPOmu7HTRDDvTIhOU
1hRcDKL5l8plpWrAq/GirizvHXB7o90VCqBUmiCmkMMCF0BlrDRHc9JKTA/IsrkLg5Z1666DMbaZ
XdnYcTYkeXCaARLmXwPR9o74iiJTUzbGefKMCgWGMPMlaljsLiMY5kiLDNC5HZ+uZmM7eV7te8NB
JOAi29rCAc9x6OUyu/ihnvc5bRce0Dyrxyh0RnFigK/+NISmhIYG7Jd0ZiOLU4Qs9ZWePV7APhmx
kfnFiEXcwH2CgEBtKpAncSWCstuWjKx1aOVKEhkW4tTE7SY6j952Nm7Z9WUys89K6wUluPhKW6Bs
YR/013FNNd176ExfcrXYuF7mhthmJlRfG9dkxZvq6sldOMvRTjASOTP05wPsL7f96NU3tmE5b+aC
QcXnrGMavTcvinc2iMw+CyG/FeihN7Q5WQ5Frd1shrEo/F1qL8zXOUGVHsJqsu7qMiv2AwjQNOiK
71JPaj8tc3JL/MknCVbnVhTLN9S/OXxkANtzD07baefQpp33sSRDO2yWdrbsfZ+7ZgU9DFLsZl1z
qJ+GKYvbXLYt26k0qSc+krCxd1nNVn1D6n0IZ1bIMgPh+b6SLRht8sDVJlrLLON2HvoqvU2x+NYC
itV2IX6atmGoBNN8bDfjbsZebVe+0nt27tZPIbxV/YNhAsv5o8L0X2WQfyq6BnNvKz4k2WFRBj/Y
sjbluaZ7eyu1HHbS8pft0NvDSdhZ8D5MeedsVDOMR1oR/c7JJDlPx8fe91fkiUp17d7orpv9lhjo
EZQZWH2VW8QJiz+PZBtLmvO0FkDJd9ZqlBd+IZN5sI0ED7STpPQAi94ab1jQ643IL0tYvw7+t62d
gLHYMSCf38uiaX8VhpNcwnZy0ds3DYECuH6Q9E1iM2fk9OvwbDd18Zolc1rEpRHouOEGeIcrHw5M
oK3TsUZAzYRk4P5IKtd84IM33NQduUEkA0aAemvGR6lHO7gZZq9YwSFSJtoITlEYcou35KdsWg0O
d5DOFMopBRe5Uz4wQBC+lPiLng1OmOcJfvbBN/x12qrAZRzUB6+Sx1YieLh8Tx2RTWQXGv7XCLSt
QK1Pa8bvuLh+bUMx/4fyWjTQzVzNvzVM3t+QHuGustfn3dgSmcclYafi3OAWeWdBxl42Eq/FcRH2
8jhkNodPqghoozDERbV11mb8cPLVPpSNNH9qejo/wOn2Rz35dobvo6hfZt1Z7/Zok7NKX+7gRKs7
l4NOxmPBCtT1ZJggzGdKRgw1nbQKwKKrbs01zap+eq2DJnzohbO8kiK/JhN7ynHqF8VnqEZxVEHv
vFTB4N7mHRb4FeMnbyG61I6Y3PVo2es2eZ4WT6SbgPP4Mpe5SRdEJBYrAI2pCXYn96jSEIGIzexG
GTVrSzW2Mvtz0Fjzk+k5GvNJpS4lOUoXIcLIxQZhkjbixnWu1Y3RnFGVF2D7dxPE6DMjYjRYCAp+
ij7L35agyq3IxDT2npRO72wWKiFfFAUasmFJse5IMZ9JmCosjVff6EUZ8ab5TOy25jXlcwM3P9vu
WOwdCq9LPAxm8mL0NjES4L7hdqR5BkQYkD6BFswQ0uXGRB1L8aMaGAhzZsQGonxQsrDOTVnp01zw
ZdEcCnVnsKVzHgKL3N2WqM+2fjW474qFmIKpGR8vl58a6W3WG8gR03xOzgJrwTExhHvv4NkTG3j7
aK2Ib+UdQzz6qS8N66Ate75JLce/g9clX5gSDgYulIYPWGtYyxFhgb/rXF8+aElsGI9ktz8Bs5W3
vgfLsyD2o3DRBb9g4jdPZj4lG3tcyne/dgYdgfyqn1m5aLfQVXXce9IZIs3kG9AoegOSLYYOmHs1
NSizLCNtHwKmED9Z50nONKJlHuuk7m4QG1uncVEVoWlbHnTnLxt64MFniJ3pWai2pxqA72s7ZItz
LCTQ302BvPN5Bpx914Nuf+VI1ZEPBPQH0AH/B7dz94pJe1XxtZ9wH+K07+jVTPatEeY1qXxmtl1E
XI0G2g/dg0E2Z28Hrt2Q1dc6+1WZg9otllA7TnL8SFbl2kZUpbX920m78ZUZQ+HEChL46+wywLTp
WhaOwbyOv0SO2SXSNNu3VZcvVdT4anmbfcNIGbCiRGNkbvgWrmr+DpRFgj8StG3WJbVue7u3v2Zz
7KKlz9gcL71grBHiMIzMhU2q789J+CJdKT7DoS/PIFs8CcwFf0VjF+5L4wwlMdOsb/12CJ/cdpx4
JZMMf4lOYC3RgTxp7FM7lvsIgfPApdCl6xLCtwltHEDZ1O8aJsrL45hzp6JXwh8R0Y30HtnDJFQA
hTf/njPDO1wFOeQKhbtVlMAvRqHLlxywuI7tpZevLpX2fMsxuNwYwLISYk2H4kiCb4glK0cqcgpj
AM+sGhvXU2K2c0/iV5lshhf013bMuweXPDOl3LekXt12pFLwosPZPuTZNQYpNJa0wK5JtUSyOFev
jcxv7NRav3vliteiU4JCTx3KKCzy7gk3ICdchqKJL7WS+SVDOHLpVL9eZjdhydSfy+U4YpEkue4I
Zeye2AOdR4qrr63kjT2B5MfNlMPI90YPowYMFOe5KmcuuKmSMzeV6HHO5VOTAr2gy8p3YgTsYnvj
upNNlpxYT6p/+UPhbSwTNeGZw3DJiFg9x4oTyhd7IPRNsym61DkEtdE/1apomogJjeAweajWmEZv
nPvCddcdEzXuXV371bFsO+pTTYPBLjIXbf1obGZgIqgn1LMQBEULa2gb9hKSg8+SPMI0x34c26K4
qSVGkY4g4VhUS01/J5M36wL/f0GxvfPqomRu3CyOy+iaZz2Y7Z0eTeuQ9W1bUMx0/Y9S0fbmM1Au
W6oACwMHPYO0faBI7ucVx55ip5TjJmAEXQ7EDKkM/dOKgXgzGa6O9VRTDVH1+mTheXqZrZVLsxAB
UkZPZu+5N9iS5J4HeRjstLmTTU15IRsqk6VyvA27zsEaewSUUt9yqbHcCBMc9QVGAJVvRTaHWZQg
afnwwr46KTNwT/CUhpM/sAc1u2tabiihOz/qgG/QIOgljSGSjYXyhbvhTZurHYQE4ujKmeJ0XKvb
uiJy8HHMvqDKSCiQtrbVxjyK4VHxbP6oREiU0dDvvjUKZWDNa1SxKxix/S4T7T3KntzIXK31octs
/0hSJnmcrWXmPQL2fmQadL7OVY/MZhST6zPwxnofaZu61a1VbwcsvztldNbXiOzgPjeC6bR4JaXq
tk/Hu4LP6E9NyXiDDLg7+Yxf7VZnqI9uVQ4LJxW7juiPAD3pgPydzeKjWZVOBA7NPPQAlkl2zX7b
q14Q4SIc6B0x7YZFyT3IhPBt4DU96SbonkK7TiIfv9OPmr7LAeiL2noz50ZQ6I8gL4IXBGQNOOqy
VTHTEG6yyc3MfOy0Mm+bcLU2WRvoEzc2t1oX4peJVOkOTey29vSxCsu417JdJP7Qsdk2YZrEdEak
3GSzDH+OPtMsm9VM3YAQ1022HkXAKvbHSdmP0sv74XkZ9UD6kZirv10W3z8mIl+W2GhFZkeZ2afY
eZl3JGRsXJXvAzFbfuTXw3xEWmdDOaoayzm5U68/Gt812id/9uU+G3T1Wf3x1lcTGrYY3VXJPVdn
Mzod1yJJGTEJPQ2p2Xcb2o6N+xIajjNs54GW89bB0LBh/0MeOtEP28BK3Kcmo/plrRmmatMN8S5g
FN9h3SKw8abCCog/BLWElbGwiFp88xMr17hL7NG4EAlYT3MdCMQz9Ga7QM1bwrMhDqgFXNBgmje4
gF0sb1n4A/GQH2E7HQ+yom7tawxamDI8SgSy+mTJ2t9kdV09loMK7lA4qL21VsXbQp7YEa/p9mUZ
iu6+kHX/5tvUewx4EPvK9vRbEIonxAHNzu4ycWwtyWyJxV1ycmc1fihFHO2r/DbLQvvd7jlyqFYZ
m9was/dhbujqqGnZGeu4/NAejW23pcqIeCFL7hDvrCjJu4AWyzDaR1fb6Qu9mfDF6tt617EgtWfB
jOUvv13cC10Dxpg8CLAycsdqeSiEdr/S3lU/ROBpFFR9tnJ7A0beVnYuX9aJDb58TptvCu/cVeir
RLN1BhoFEnn3nVdfnwtNEcSIvEWqJu5Bi9zVdD4unaWl2CJrbR8W3QcB1T9DnfzMNqngMHTCIZha
82k1bPtEWj3cshmY3YQdgzGMJ801JZ7QwNySTcW9Jc3gkTZBcq5YZSJrSq3gsZmn8OgKAPClVWRv
9YwFY12Tbts5q6Y8Zw27MbedCmWsM+NgYgSEqkP2inBPnQYEQluuICb82849VZR4vvhvXUwdpLov
vSq8eCrrYldnKgZGn3+lKZohaXl57KcBi/ZIAY8Zz+2+dwrWSGiu4qqRrTjhqMvOyqxCwrzEL1Ek
y/XSVhwgm2wJ21ufgvSKC7YuqK3ylmxbWmrVdoaJwJr/6qwbY6Qw0Zlt9SGTzDy1up8PtQ69m3pp
rZscuWzc6GA8BmCxn6SQ0FT8jCYC96UufrZt6tODxGh5HDpMP9QOEmwxDgHFA702yJy1L4HH6gk7
UoV2K6LUPO8oJfgfQmPqW3Gu3c+M/YWMbBX5VX2r9ARMMa+/ZGf49IM41rMsqX/icw0OBoO3cUbl
bI1WS4EZWfxSAr3LR7SOa2qH79RfvEvqr23cjzPt+GSmU5NPqmEOrDOXPaWR4q0Jw4zXHSgdT76H
86Wq/L1RFM4PSHo8FGuZM/PCI2zteBYl02oVZRCXwc1yQ/g8v6r02kPM0tU4hZlJ8OROS/cQ8Nu7
a/HHbJHLLfsJZ9YHSXf+MqBH/RHMg/y0RMLRRKF8iuuMFiNF7rm+uLmteHjKdYzDJREXz65ztMbS
BpLbJ0/LOLMW3BJ2RykVyH2/tAhPl4UPGLMOMReSPISF4f3mEayPFc7B/TSELA7yPJxTyqLbyQmw
C05FbWNoXpZnFdr9DZrEDv2qpmeAbDDUe8LQd7LO8QrrWTMiR988Ycf1ydgoZ6VBsxDsGTnyxmS5
VHnPR7O3kuaAbrEoyFGt4Fb3k6WiphqsCylXuV/7Ktwx3GidoNQs70vnhu++PSMQ4sGX0KhV1lrY
CJb5pxOuobc1+OHupA8/iMSp3jrSmW71ZLOI6XR2eSy4L4JtlVb9Q5AShJjWMGyzVISPOSuSx8l1
uCvwIFxc0ChnyJn6giF4PtGpq16UmMktCrYK6fF6O9u63hhQiiKdZdbGRHtFCoexadGKRr+9Lnt7
mdK9jYLrNeXapZ8vLNYMgPKEUW9Rzo9oLUzvIdWXrwJYBtzFNqcF6NfpIVis+VhR1VZRbRCUDUFu
7SjFW/djhgGS4KmOLa6nE6vF2WHmh7kPy7olUBwLuV+GxDnn5I9MsZWkSNVchiehOctoxqfHhQLY
vcH4G45ftbbvdVGYD2mfWCd4x9axNK3+kjjCvhMofr7KGpfsTdcuI1MJXu8eekd7r8VQ9T9dy7J/
TTrvdr1I2aEN+uWtzmnhngcrlOjols5MIwadxguHO5UT1+VizhlImHk/fs42bIV9lwiL94NXq3eC
YfnvcemAyw2yZppP8ckpQ3HFdqNKfq6qsIq7eg7rgwFqkzJPNT6umR8g8BPcv5k7QmT0RHDui8E6
or80tkgIwxNdqOmn4yflrjVYwe3NfKZO4Bq7pGdSMYED94km4aqutkK9pR3WxF5rJ79nkYRb8BLy
G4U1RWQ3NxqqbGOwG5vCsjdzNw67xRndT9cZ64PTl8PFra+iYNE2znuTC3tb02a9tyavZkELsRw2
r6k4mL5t3GTDON+SFbRAu1yq3ZkO+ztGJ7FmBIuhXgcoOjzlS2ActDS8/WCl042Z4nyNJqvGWC2b
4o6Vt3TYysBzeKyQp6BpnGkQR1XVNG00m/2I/k5qWmMVJtA3jj82l7nCjpVXrnqTtJQwYAk2T0xd
WLFY7RaPgzRImVXgbLjnvRfGJlwvSsFHUtFaaEcsvPqnJHSrR0E99lZVrbkt1lU8OGGe03co0xMB
oDzRksu2vHvFC5vElCYtYT8uboG3dC6r5ZHDrzsSh4aUJ63iax36NnKZs9gM9B5Zc1pL69Fg0+gR
D7r8SuvKPSuWFj6L4Vr1FvMqnvoavm1DiXKHNSrAvLYmX0AqfqW+7rfoCYl7q4EGHmHEts+6hOp6
5Vw/vMPeZKeYFhz9fS3HYsdTTQUwr7pYWq29I0cmb8vzeiGUq9NX1nDDYDMjr4xxhU7PMJPne8C1
rB6XgpEXPZTmAQKXHdsBRA+MayRwGd37feFPfRwWVXmrDS+9yf2geJyhk1KF99ycvuE8nsest54k
QPBkk1WuwFBG/V7mgXyWVTXdlqZ3Hb1tqcfPHB+Pnj1Ts6nTdZvN2K4P2qSAizqm5eCEpf2Ntck/
jlZt6K2xwmM6L2GRRA3n/8rSedvFNcLdMZ4K6i+WtQCxgb3VH646dJO0zaxAeCbGeKlqD4BtN3mp
yZqX7b94dAtfGC1JbskL7HGjMuMtMfpp5yS1caDYNx2cJEMJPa4qP2GLvF4cTTi/zuFUvGUMJhyb
1tKXEnTFjaV9cYvVvMYObPflNvXSxMD3mjJRWBedLKLWk8U7h6rXPdpDUskY9V+4N20u4xhUbu38
qnWq49JsaJDWcHH71e4oiI1QnHDXtZMZ675B8K5GNypoN+yFsybP3sRo1F1vsJxh4T3unh24AOEu
I3zLNyx/5fV+bBfBn7Ec1J9P/B3zb5+6f4wIoR4Za+Cni/sAb124rPLN5hROd4TK/afFQM6dZXhU
XRo+ngAf/KmW5HX85a89zDx0ztQ+tGuMm5q9x4hlVf8qTq5xGwt1nJnWPHt0yXin8VHR4neni4Fq
foNH0BNbhTWrOqxJkRRnglVM5pgibT9Jj9c3rDSihA9sTJeMDJqcBhhBoQJq766VXpTwk/rRcmTz
kqi2zGJfZ2Eds+TB+k3W5BppLTiDL2KtwSTC0Is+2gOFAvqVBSXm0U9IXp3Kd/hyPREELZm3GJuV
mH7ABMQWl51XyctUL3JiTscT094z8Y6fUlWkmHyhyRnvDfWZg7ZpaXMPj1/M8bj+zzqnOxBleH8J
+yopcm68dOjxChquu6cF4X+qxQzMLXzcgvKC3ZTr3rIZc191NrixXLV9t9IWoopSZOYSeW3qbnvX
1edZFN6HLTqaQjWuMht7HyKLhImih2JJvOeuapgwyRhqcoSF5nAallMVsGDshtfZj4bq4SbgCCPa
dzuR8dYxbU9iCR2sTE1rbwaYHyMHgWpFUTsZd2aesqLACh5zNkjhecOCnR60c6quu0aKsetf09Kz
z+ZQMrtN/MlNDoS7s7mt3FH9pHraf1PnrX/K1BNPwkRQGuXMVZ1p6TAWV3Sc2q0h1lgPKQE68+Gi
vC3lPP9W7hweGooy1MbhXfyS5kqw39lpttedbV7YferijiIdl/LVwJfzYL+HEC/VZgwNN87RAr6z
slbcZYx0PfEoZ7ddWZg/7RGvaePM88VOxHJnObOHXmBadIyTilxELd5TYHTGhpvD+1326bpz80Zx
9zbm89qsw47P/7xxvNy+cQlvv93+WllCnFe9oUoceKjoWvOrpbrqp3VwQuo1fhqFpBndZT1dZkoE
fl/QUU6atjkwNKM+RsZwzkaX92c3yH7Tg0puFsgPVkSbM/3Bfo6LDL3Kg3LTywIXgpn74qMV925x
MGrIAbbANELzFHP95FX8EFZ7pkYQnrQdsApajRPBSxY0yChHkaZnVj/WrynIFrqQFmsqlNSfOqRd
NxUj6F9iMKqfLq1GwNyy1ag3GYOPLDo0Z80jsiOIlltUneEDH8DwsWnL5E4NbrfBppzv5gXDYakX
ytdwuUv0l6SODYUp7T+HeZvft0ZTfyDCowK6Jg39n6RvHkryE3czsV/m/Nto/f9IRPfcVPzzL9c/
88nEvma6qP/Xf/mbf9t/N7cf1Xf35y/6mz/T/esf/zv9bq7at7/5l23dM6/zMHzr5fG7o3v4x/f/
61f+//7Pf/r+47s8L+33//nnz2ao++t3Q6hd/41Nzmd8/9+9Rf9JQHcr02/9n77+r/Y58Zcw9Dzg
NF5og4C90qP+zT5n/oWbNLx6CgMGKUPHN5mF/qt+znb+IiyKiKGLiNERWDf+XT9nWX/xQsczQ9vx
PZ/B1uB/Yp/z/9ip+H9tYsSEYQC63hNmiB4P8Mh12vk/AB0kGYdMFbj2tLTHc5VTYd5ocy3KzaS0
+LKdIP8j7zL9g0EcrzYNVXPz5FSUS/eO5VjrJivGpbhPDKYBT4kHHP4LEItU91PgIPvOs7XYJ3lb
s/o1qeStbINgimZvrj/F3Ge/KHcGl5C6cYAuvmyzjdcp5zSYukl/TdRW0xu2vddTYPfNHp1osiux
OPvnhRJ6uUuQxrJ5GlbaX8U2NIs8PGKuZ0ppYc+rOwjZ9S+61h6pAJqxKrLzmkrR2mVFtRFpna2/
l7Vd/BsPMXRkF0XeHoLc8/NtG4T+/6XuPHYkR7Y0/SqF3rNg1LRFL5qky9A6MjdEiExqbaSRfPr5
vOo2uu8FeoDezSwLFZVZ4U6anfNLRCweoqotLpBViMPqAyCxLLiz+NX0leREmWTF8RI2iFE4gzbd
wCfVq6/snSIxIPkZKAtpTOWutn3rtZSHEiM6FR5UJVIj5N0zPEaIjDX5nqZ2euvLVa9hvyZNH65B
IwAs5nmMNFTQ4+qnuoxEj5ckFohx78tpdJvYpl35mgoE2rkXq++HsJtyiumVEBPKkHY044FM/scO
THiv0tS5SjyR5JFaq/fVNGzmB1ixW7UaAaq41au/OC8ZDKDosidJQArhHiX7pR6sOWa6LH7WNlqQ
ULOUMvm1eZ2wsw/DKenx8keltKirzlaBXMZsE+e2rLKxi3Npw3E4xfTD1BpYdKaUd7QyvcPtuhxQ
z8CEsRg/5p3TfTl0lZThALptAow37yuFsceN96thGfW3162q3e/GpeoAqlV7ZHsEgqnZdlJziswi
AYE2M+uptqdZoC9p2y05aivlsyIrBPmybbtp+1zNyu5i17d8Wp37YSmv67TVwTVZyAGat8kFV0wO
W+qN9gcZs7WEPjbluN0CUJTrflCKjmxuLL5Yw9pMFtQRtmYvRqd93la3uHJ6sCXmh+u5XW42qX5P
6BVD2VEAvZIZAC6eE2dYIf6GywnBEadY9FIhdZyuKyQUYANV81m4wzOV4sMO0EHEUydABhc/+NI0
KMb2YqWhpAUYUHd2jyXWrP3gLofUIo8ny6r5SPHxFnWZ8apAEkoH/V3rqHG/aWCTau1wTfbT9dJJ
nAN5uVf8zkeEOwcG4ddE2LsWBe4YAHxayKHDcsXpbYhhYV8T3+PSvG+r99l71RVT9m5bvHR/CSf4
tVXOt8F0UQSYLtfNemoQiUaXbKKQpZN3P6l3SWdZMQ0sRUTEaxVX2v9OBeiltyZoEy2dxh69VaVL
mXAwmZTJL0WUJQaI+kLgzKZ0/jnzfV/BiR68OgVT7XlotGu9NW36ptr0LGX60+n9JxSo6Gfz6qd0
kfL16EPi2ZhuO79If3RZ/WBZwWkruAULsxiiahrOJHd1keqMuzRLjkVSvWXkCMD/buAmUhAEY0H+
l2btAdey0XT6h1GrO73RQT2qK0a46gjCekNpYf1CqSiJe5Nqf3sFF38LOwjJj1mLb3FZKaL2HgtN
yTwlVC1w0gJYkcKBVZj38a841s7aavigHHcPcsEtZ62Ztyi5pLQOCAr3gQe+2DBpH4tK/bTzYd4X
rvcdgKTc9Juobhs53KfNzEo+2wbuCI9qkWHmE/GtSwL2GNyKxmMonNxHVCJvmEH2RUves8yc8kFJ
daTgUoV2654I4tkhPviRec5nI4FkukKKuHKWN7UkinNiSPbpJtydZ4/ZTcP8Bcie7AjZLo7pPHeh
AWs+DT29v8DRfAr2DdPMcHVJtz2jLCwBeK1ux7R8FZTjkz9RrGwUHCGo7uLJRyhlB481tPzZm6vh
oH39XlVpDRtlk2OiMVdqUfUgg5Z1NBN1tEwQkgArAlqVPA07IeLc7q/VwnBv1S0ErlH8yLV9QPP3
WevJeZ61c1cxk7aKUhmyyepd0ZvyWGd5APY7d0dXDy/jMn3XXntTlvkVqBlc3Tq91q39YwyMgGCA
BAmYWi+KSfQ+yuge0OmCWlvLixLLgifGPAu93QCGhL2uDlCRVmSOa0RVN2QfbxT61uSQs7oAQ7VH
LwMha+c5cuz20LoyrlaDp7M37udp/m5FfV7T/tY2+9O4CeM0N84D51t9iyDiMqmrPCxyixp3t/um
5PsFW+Jva1zPnoMyjdbjeGnba8zp8jCYa7UnUPuhEnMaojnkXV+MU907524e1Wc2612XoK2uW51G
pkXfLIomGKOt/2rb9b5GixulnfryU4c0hixvrhywIMKa8JKr0dqXIn3cJmnHLKNxPctvY9nulKqc
B6Cus6fxVJmEwg9hcCmrPXK1lzmVuFbFcYeTQvW/hRLlsyKxxsWAWrXCCYtZ8A1IbTt7u93Atlqf
QO2vxVwUTeaZb5PglqnNfMUDvO5ZBRVZKZlp8Uzt6cLpL12nwzbmYaUsc2h2m1l3W2invj11sdwC
Ys1DUwdV4D8HE9qEa1X3xcmSZk0ieKMm3GwPVlC3st8LOOKp/W2Zk9/WqJmMwtp2UyUzT0TJWECl
5vQrFQgEbGdkcqJr3LpCiJpuPx3Rq8XfJUOz/EXPIkImAI1sc3bZxEYj0RxGpRbjkKVjc5SDM1sv
fHlWO9+uqSHOYs0QbJMt9jCOufjsBe9R3HFXWBHzAzT4E2hJ2brI1jLPAt2b7X0/9FvqvpW6qSjS
TcsFwLcB40E3Z/EeGjvMShjDTuxiWLN4u33X2HlbURddbAinS+v3ZLVsEQctenWz1hUlEGLIR/M0
Bax9S1PpWcVZoZBVcvFdCqBUG68TBorluih0cJEH5n3mPFqml8R57pI6VZaYdYpDV5Uuojw7pfLA
ksVWZpEtwd3iKrEHGAALhY4F1VW5dR9X2J8DPl57awA9EtrizV3Q2qzUblnbbjQGlc+5UG5cNLcZ
ze7j/ZgIVMXVwHT9sNaQw5E99vVhUWlRRRT4jvmPxhx+Ki6C/MVMx9Z/WsxCpafAcrr2M4fmxSqy
VvdQSQX3yXbJMdwng0pvstGw27iWw6x9rp1NZ3UZFlmHbvcwzgqKN7eqVHkhcYjJ9ItFcc3vdYls
813hXKhPCVK2JAb84m5ccKzuHCIDy9hoq2V7DlLX8fbzSOz93RbY1RpccOHA3ytUbyFZMUl2KHVd
IOf352J5a4jUfqRAGd4XgMMcdh7gjRXmM/Vet9m8ZJj6KhCXQ7NUFEspWajxbFdIfKhv6v0DKWOF
4PV2TLgwktJ2Bih6EG+mrJtwTmQZaVRNcPYDWGPcYQ7CVWh46L/HkAhJ1YNUuq2ZrXfDmjb+PhF1
WZ3MrrGc10yrKcEOMrRl3NXbKC+ScfQvmpo9uF8bU7NuycLqYQBBcwxveDcDpD4WdEk4BmUFo2mN
+8ld8d8u3fZmJXb3Y6oKpNNcWNUg891C8dhBl0XS0K2djjGF0VNsZ4s6yWJ0I7YD45qKYXB5r3Su
y3nSx81Z9MkY/f4Rnd4SuevFijeOOlZ83GePkufrbQksJM1udhYBxxa/pbGT2RgAiiFbQbI6lkci
BbnHtrS8CqqpjqAPxr2de+3zWBkK4hNoIWg758aYu+pDFf50LjKjeC0WX1wbUzr8btaeKdFnxkc4
IrzfQ7chMrpg/5/klaCixSPR3S5eVWDAA48ognJC8YasbG+St87ck1sADXWx76UbfAV5eeEDFviB
IhkePJs5C+fPJ9fKZxd4QciKnURG2wf3PcLDT1bWbNcNhkKkVRbHZcHuCJ/qpKchF8seSfWngebx
NKAdAoKSRR7lsAmRMS3FLk85F4209E4pfr792s/BJc79nVunipx16d6ddU53UIc6ohoye0VlucRB
pa7kNAJuVagIVdmxnaARN/dy4rgJm9mGRhoTZENr7scZG1SEbNc5Lr36hfAh3QOxtQ9a9/d1M9fX
gMEYYLXtR2XAVV7CrUZm7WPuqWoJ1K5752XJp5dEO9mpEI6xC2pv70As8zHO3i7tkCaaKQqqos/z
L/zq7LF+3YJsY58w8V6iDx6rJwpZWB01qK125u6N34QJdSW08NBStMgiWXgn0M+NcOcRuhpTOL/4
vBxsa8WlkwNN/S3+/l8BMDf519CO7W/1r/DKP2Ewd92v5kkNv36pm4/uX3/y/0Ug5tJ88z8DMSDH
vLH1x/jHaaw+mu9/wmQu/+k/MBnh/ukL1/Zd5P+UMvigK39jMhA2f7q2LYUrLGlJ7xKo+Q9IxjDF
nzAwIC8mkIzjWiZ/HtO7yv793y7/7vJnmbCJgR389Sf+Jxp1/zfYApDFJw869Y9//qNBYtEilBn/
/d+sf04uCKg+dd2A/z9PuA5678vf9N8xGWlzbJRoiY5oaO2zVZVcVr2BmIdL3Y3bXHKLNFAaKO4L
G8OTxAc9iPKDe11f19wHLISj+Cz8ojuRVnW/pKDucrYeZeXAos/4pW77zJLPc5psX3O/mJHbXaSR
jbOiFCN7pp11+XeGxP/qqfwP3t7ho8o/mj/Cafj1Mf3R/v7jSX2Q9U3I+P8PUODlu/qfH0B0ffmc
E4XwN6x4+v77y/37sTNc/0+eGymlaTpSCssmtuDv587w5J+eY3q+H7jojF2mv/968PhXAIU2zxYI
nWOKSw/Cfz54lvUnMwo0ALYi2xKX/+5fHrT/64MH6sKj9V9woOdYLtE/9JMS/cz7YfmXZIX/BgcG
eh7wufpiN0/Dku4SjygvLyLqesJRlOYWJgjk2eLsV9pAvYQkCC6hNZ31k2vY+UxT5EA/GbKLdDdK
g5vO9jBWQDQ4qU0W2LqVLu28RvOoWrKP9wKGCHOaKiSOg2WDoIT6Whvzrkd+hoZx6TR5zYPt9tdC
tE7QRbXtZ/q5MTv3Bqdbz54wD25r7+bS3RYngo+gG0vN/Vq+VsQNlCenbwc0foOvf+sawwjp1pa/
p6CFLrTV93YN40GcSOydwl6eh+mSEZC1GG2L9s4AZEdBNWl+NH/1wOi+DI2NfpyHFonU+inywL7a
FuOcihT61Z9FmCn8KhtelLDDDI/6yHQOG+lOwgy6q7J0xwg7JnS21yUoa+WVO7rVnV1epITsK5Fv
Ow/kQedxeUF4EGWniJ/VfLthi0IdGOAx97OHpNaYtHmNsSZnJ5Wtw9M0d94umNPgBMfJSrm62Hlc
9aupYabM3r+DESLbbDbOXdD+No2VPREpK8koxn5Y8hcQh+mgZ+gXfy3aBzJ1PyHknWjg0IidpOtf
0EEPuxIb+q4Q5aeRBj8bum5DnssWrm77sr3MuBNsTjsrL/rQGbYlLnGSY2LI56dSTu/c1uYj2i0v
pmUA0KNJAVKstfyZ8wQc8w43gTF6C1RQoNE71VWPfVNPy3Nuks/zrbe+fLVmgWK210wGT32TrydI
zcQ+j7hx7e9kZlXjgWwRF4527SL6L3LbkfhgiAQ4FIYnrtHXoOSRtOpk54wghidjAX2uVLhCgkLj
Oz1bWWzPJuTSTaCczLuHVpNBuwsgAt3gdydSta7XKQiFtO4zaBqdIgJXwszP4+ASF+Vs/kxAtlvb
2c5Jt+kxFV27YmYR5hCnxmA+6c61PvzNDyJDbctxKrL+wQwc+TDrcTjmluuTPuAhZJgVrjMPkfg7
jy2yDWO6sGnQoyEqSkWa/oBZHHgda4KtwiZt2j4i+No7I05db6e09NFutl1SGePrmCerjnwS4KJy
RpGVpjq/NRf7PvVbJJEeOkIVGDOaeeBpJy5p5eEL0FMHMcB5QcOLCWjoH8ae1f04rn4XOemCvdFE
vxBItYQOLqjIMQxyz5hOwyxP+hH9DyPSET6qEBcBToIIsy1X+QnDnxwrxI0TW0SiVOikaXKcGNRx
0owvdDi4Pw2N8TuoZxaVTht6v05ddu+03nrAU2HuiDuQ+/aClAO34iGQ2ESBDwiWryl4y9r8fesw
ZCSq6U+mdg3AcO5OHLVJKEGoHvJi287jxTPGxuHYRXA35lZ+hf26OXXpwAvrDksYsC3ug9QZ3tt6
Na4oc7Zj3argBkFu8ZGmCAHJ/ep26brxYdgpWh/38iPYy0N9iRUMSh0cxtHMkHUOfn5FPl1wEOgb
D8jaxhNefBEVk7uFY97J63KTwW3bOBQDy0IchZMXVzrTxlXg2M4LeQzsD2lG2Nc4VLt1K05jtvRP
gvck/OuvLLG5PzlrgqOSyZn/K/maDpxYoZ5l7sV8Hfy9uRre//oG27ETx3ZBExtYlz+BetpfwzI0
R7fOPkqco1fEihhUWGf6lGbN8kzIPj+GHQjwBnzF9MkSxOKVn5pZYW50PH6/Xuu9povj4E7lFvqd
tE/YDy8JJqt116PSpgmKpwcpaYbkyPsRJGvx8dff30ove0MbWVHSxU8IbGG3f32GmHmWZ0Hz3SkY
nGy5ITAqexO8et8pFtqbBl/D91Io8YDjr/gY/b8Kgbfio5zs4Z3+xO1zqec6rtH/W+RbrBx9y+j9
KE1jOanUkM/+SNrCAAL2mndZH1Yl5pHCDCy0EE1wrVmKotoK9O9cYx0pgcWvpLkREjI0sgvebNeV
hn/qkmKhwoXPmJAYXnXcl/MZyrsraGR2MR+3oWOZVgb83k3q7AgTbWoHOkO7TFs+j7lrnxd/XQ54
3u9oHn5Sffm4es0RsfAWt4HeZSgjrGo8Nf60t6b1ONk2CxzYG8CzEwcgRGfhX/iFLrjTds+DHpj3
Qbq9zdgII7vsAXs9p9xvtUmZoEEwsUPnd8ids+7zASsVu3u5d1AM7RIs1qgBtiAMDFpBMG+IsA4y
52q0aXIUWYO1jViAyGt8E4+amx4Hj0d81F5tRuuoPvz+onMj2CBM9Ppq+zLn82+fSyv5OQ3JF6E2
bYzS6MnEvnvLXSKjSa/NEWkg0Oukebp9juJpy+Ru3oLqKFXpvSytu8RWto3vK1aUnT/70OT5bBxG
dPQ7Qs+XgzdmJ7zvKwe3E/xeBIzH6h+FOYf1WmmurHx7HFUyXRk4q4ntiWeNm7vDEHpnlYh/O5fQ
kUArFMTIz6/WqhGIYdSurj0Zdl32kjQYVA0M69iWxnOvijesRIcObRVpF7N3UIG9hb1ZfuHXIg+D
QCeStq3ht8KCQo4gEiQW2RnWB2l5Za7HbTL63eTi/RNyIQPAk5HhaMzNTntiVbbilTCS67TqEHVq
VuW20cEOWRDHoOsbZ5iBJSQT48T7WhyMZfV2k9mdlLyc1S36n3RtPoo1pwIZ8+ODdjwimDQp+Zhm
5H0NtvpoUgYT2X6FeAe486kdfOuQNvBBZZ0sqOYRicQpRSdksZj+FqOQaI6zZ8qHJLVPTIM0K+dS
Wyc6hTRqRCrEbwmuqO4kIMOes3rOQnM1xMMQJMMbYgUqS4Y5n+iQ9CWUHNkmyP25RrzVUmdfJhRx
BettYpn6RjQKeq0Egwq6rn7IRd9GG1qYk8kljU6EJH6uPE+h1KNdaiC5JAycObtNRNOTT1IMz3VX
OgNHW0tMhtdvPxtMgSDvLpypO4zRtqX6NM+1d17tYt6T1Gdc5XVQntxmNK9QnvhHMGD/e4HC45Es
jLuiHWYe07S8RvO57TkXzdOMDhOr6IJYBcYNsenmcMhksPlrbKmVmJIs9y1oMUVacYpKcgktL5PX
+eanMUquiVmx7W7avB3ioryYr1Zsh80ihqcGdi5abSZGL1jTqCt9UhcssJmispC5p2RmPLId4FR3
Z6pPF539KtzW3ekGz3bfZ5UXZtgFd9NqDqGqiSkRTOpxsun1vtOWfOiQjjFCL/vRK41b3erkiz+4
vJcabR2OussjprYXvFEEbTgKE4BRnDYtzwhbnNijH/5XatXwTh3B54bnR1ALZZyXtnPMCV/ApJdg
FDMLAji05xO82MIYdTl3UlAkvwlWz3de5fsgmOU7Iq3xBmNF++BQNh7ppn3tiYXY4dtczs1QZs+S
kTH2SVo5YbtdI1sxgKp18nY4LvNd4De/udEfN2sA9eMqC6UIbmc5PVKZkIXaKkj60NqajsPAbZJI
SED0n9iPDFqBRb/4b5VUz9hh7HPqjt++nL5E5TF7uYaN+hHZTKUvceiptXnkd1xil2ar+PR0Qf1d
Wnz41cbtt2GUN6f+DpiXAJDAcWDbJm7aDjqSUWOM0gAs3isJxhZ4lHaz8kGWGuuaXQQN47IB/wqE
f4I4CGg/WQVXqc153HapYlS2Isn0jW+r1ful4RwlTZVEG5pw97mwPgIaOo8MXM2HujwRDPHn9dJ5
YWQtPhon7x6Whk6Lyaz6q5pKJr4mK4kRSs9IL+CMc7E+rU3gHZ2+xz9PpUc4j7qKk8q5bVzvgwCJ
l6JxrL3wy21HmoMbmaVn7MeeEKFQVCUv/dY9Gj4zZZAGly/1l43BKMx7b7qHaV92SLJ+aawWkdkj
zBi6BrkZQugnK/Onh5myNSi43LMu7pkucvug4GGbktex74wuZsBCF8W0FK7d1mMMHhzSCrMhQq7+
NZMuF5Xe1ERg5zXpW1ZymrnqjpVtPJetfbKNoD8Tc4jlDUz2bi77G8MxN8LDagqhJQqLqqXnnuRY
1FSp9FB+Dxbc8Ii/gY8x5Nq2mx1LenoCkOdxZgKPVb6JRwSsxhv+S8LHkuVhbaYPE1/zCyh36Cin
e4QdKJ5TxyKlHqndD/aqcb8E4rsX0jtLW3MW+v2dWIy7TbS3tU9QYsCk1ZBKEiHxb1Co1+vJbG2a
ImT2WS75teBzfUtMDwi47PkeTU2mXi7PpYeXeEhGPHxuiqexGqvdDJh0cJVFgJCsOudaO6p5hLMn
c9wo+gjyvUYgWYo98dfqWFZbsnOaVF7NScp4ZuD9zlDZyXmJ7dqYf5F4MrzauUlmBJ6KvQNjdeT8
IhWi7JJXlEAN4kKhD5vnJjfk4XGFJQGp5gsB/XbOzJPwYeJHTu+1bzfxto4uHs+s7CKvxZsKfKZv
XFXCTKGSunFtq0biPKnbgsM5ygwyere17m/JSKgJklkEZB1bfJSJ7btxJLqdJZsflrUyDstlD2VY
IYvGUS6Ldz99OiQMMb5ZK+YqvLlsPVmDUe5CdeLFAJ7LiYiAP/DQZlyTSPGhy8784W4a6RCeinPu
9g7P/8qso5z3VVdp1Bdg9PCs4o3mCzjqPvGfq9HHIjEr57qQHeDCgp1VkDoUzSl1BHlTPsz9hnYZ
H/Ce+Oi3IM+8Y+CA9BF150eV6mkAmIk9CAhe4djw8n7vEXVyz2+H4Wdsbx1cekhWbO0+bYXzY/Cc
DYFVmU3h1DnyvkFzvMulNX62Xk0+QRHwoddmgtFAMImQJwXNqr0JsPwiXcDDf9V4RRIHEzsU04Z8
cOxqfhoDC2dzhR4gxp+AAh95645duDy2DdpWn5yna1ZUFJfYDE8zHh/Yfl0+t7JuH+1mvbjwOWdv
8AJux7pSwxVEbnk74cH8XpeSc7zuoVXKKn2qXRQI1RY0u4W4gndle8uxlROS5qHp7mqMtT9E73Tn
fDIIwkhLoidxHPihctzslcyFh0y0Nw7Lf5qJnxVyg5cAOCsqLR8Th770ysukP2yL+0Kakrsr3bV+
762qvy7TLiDUSOdvfedXFK8xBJjm9oH6qdvR34ObZnC3a+yYvyh3Mq9SnW3XNJ5q1JrTcrTLRTFN
TBD5Aa+cLNLx6DRmunMNUuW6JP2iS27cJUXyOffjdKiG+mZg/cLi3t4NZDU++N7q/U68gJCUNJ2u
FRPfgzEkOY1VE+oPqHk8N41bXfPR5bFPuPXBXy0ZC5GNDz7D+P3EsnUM2kRcdYAOSEQVieRuPxEV
5/GyXD4jfLtSWohdk63xeSGkGYvMc2McqIDAa9EXjzobl+OcN5dCBVNhTa71QRK4GMmhN95llziR
cLeLeTupn+gEW0hYTDs+mKw/d4xD+7EDYwwLvOjsPa7FQ2gvLpZQwil39WpBjthFRhJN0t+WxZTc
LrIkETFbCf7D7fazXfmfGmc8zOAcNLRbXV8/bozVu4aQnRdPsZ5kw6LiyfLLQ3NBCUQ6iT1FPUjn
qGmQvcCUUIGOyQUwCayhunEuupHUUfnvipKdj8bvMEaVqjrC2I+Hua/XH2PH4SNSiZ6dg8/58qze
jjoMPB+B25Y7ZIzTcXNVcPTGpt2jXerfKzGtuyJ3IKzzSZnfSL8bnBndCCqfT/LR7AJx12/wqI28
6GHmYKD+1Hd+TcBJcYqFK24LzNjTWjRQXSA0VsJDKYleewWCSj6npmhviUlTKA4IukJjQZ6lbvQX
iadvduqUtzrN++OkRgYbVy7tz3VZoNUX5G/OUiw/gryj0QWh4udMA98VhaDzseTiriNs6aiYXKN4
mseEQ7jtu0jXl0W7WY1ziyGfdMIsj/DjJndtxtaMlachp+ESsoYEJsivOsIWP+1SV8Pl2km9cLbq
4l7RfxhXs110uB+xD87j4N/anlGuV3qTeXfIUAmFeY3vzkKT53T+aIdmlnPpYAq+mgzZQ0QEJrta
2su7Zin8R9C28sbsSJKrrJ48zcrA4ztoJO1zFsxvFEuJOFm5/2Ept2cn9ZIr6ZFPi2LG2kNJ63Ob
51002YSA9Lj6f01diyJU5Pcjtev3RDIt5zapwc/KNj8kZs/ZWG430pTpYQZvxH5TJg8EV5gMpau8
t3DiAHB6ONCnqrvpEpGcOVvr24zywV3t9ssdr4cKaZ0ha4ZBiIDzT9uSn4YrnhzA1Wujad4wMj7l
9sY8NIs5Fu6Cj4DHJMis77qeJpLB5E9vKnZVdZEJ2nV6BbhYPSvTIZ/CtWJRYq3RXU6vK6ChWDGT
mMqGixQ2lqSEvN7Vil0G2dDosjTKKlJd06XYN0W6Htx+5ojvNAPm2p0xLKingUQBMjDKm5m4VY67
asNi3Gh60zAx9zYy0Eqtr2kzvbe97KPMnXZ0fO1btlHkZWK+MU0QxCSpj7zgqB1MI7nplLLiDZD7
yheNf1zMquOD14xrdpDGqcz8yCpUAQvvqeO6jCt9p0QJkWx7bodE3bAmFSl3u/M5+0URZyk3P71m
D3bb62Mvjb0z2/lFUZYeumFzfnlIUgnOG40dGSVAszaL1EYve2QPpnfUGWFjBlG0kYf6fsduJYHu
J/IKEcthjVcVdJvbsEUWxftEQVzsI/+9Lwpl3OTEoxYh4Yd0mU+DvPN8IF6Zz881PXyxOfpJaKy6
DnuliJt17Wrfkxf1MCvQA6F9Ix7t8QZTeM7LAnw7TUN6kiNysgYsae8Pmj3KZske6DGagou/zDON
M2ZUfjMeh+elWR9lw6iM7czB9Jcw9fWofi+bFYz9vOtdtJYozs50Bi3kLjTdLfE9J6st3roxvZk7
47sj3DU2cmveidXPb0U6PogVv8Lsq5V8zcQ/btL1YpEGTH9u8Bl4I/GlQfMOxIPbgzQmlqggO612
GkRdcpnba2vfLuC/24RExLHsh7mzeQB0DSRtiwhV0hoVG/GWhM4Z1IuQvxkuOrjLeLkjx+qwNxQl
Xai1f63Qp45W+65X4YZr5bMGk8xWOvnbWOTtjvUhwbxL9x4lAeMegW0Pu7Hh6coH7MztM9Ez3G8D
mGxj4yaX5RDaA4xBk6E37m1/2aGozHdFQMQJAkuy/UgDIn/OCi3cp8++Mf6YJDAd+vsgSg1/4cYU
1IOWU1SsgY7rLBhxjeiXcZU54FYr9lgY34vATjlaSLL3JvnceoxcvbIxvdDwWUbsogdpd/a5c6dH
3+tgR5aK3GKQcbJ/PaPbyXbJCRhe99KaSVSUT/i1edBaPOKNJolMWXSWMp2cpqUUz4yPxSGXXxs0
MvhdAwAtoHP77S3NlzsWDRxTdps95VPzvcLn3JYmCXaT8LF8G+a3n/gATYSL5pj0B9UdYJSbo7an
7GwHy4Ebs+JM45HwTbRB62UNwCK8r5zue1b1iZItXGCJE7eleCT5tD0T5F9cDzWbLbGFsSWbD9Jk
wLdq9h4zn6G2Emc8lbbLeIGwODSaoLneiuLMlpSetS/QHBvmV2V2z2mZf8x5bp5TUqqOpSbZllQu
mCQG1qtUpe7BZlS7Fl5JEC4ZncexlfNu9TZ5t9rWt02y5lMprOXUUmVLHmrXPeBBn0PMgm1MeRvS
V6J2H9LNWkkJnehl4Bq51qmO8+yZI12fqpr4a5u4lANZ4LwWXpv+7Bbc4lPb8IiLsYiYu05KFwTf
JgYR55SLoDc7VXr7gQH9ekwnQleWJeyX6VyV01078QDmblLuzar4Qcn6A5/3aaGh1m0ujycJKPba
ix2oK309+RM2Xop6oP76S3FNnvFD81Rf/R/qzmPJbiS9wq+iF4ACCZ/b66ouyrAMWTQbBC2893h6
fbdHCrGyyaYmd9rMpmOSqLzp/3O+07U9/JK+eaLS9mTDIByt5Ny4waEk7XDHXoMSaOILoWbdONEA
vyF5QAz1YsRM9WY5wxlI+K/jtxzG7SEyxJe+NM8us2FiaFzBv7hrzOBsWAE8HmBsk1OGiFlC186P
vkOwscythyWrBaYByneSF8qDZ5phUfeS+2TrvSRd9cHNkFgGVfOxXYwHF+meIwAwtQn0mU0QLOe/
SbgtHqnzNh/MDSZItOwQUB/YooCpNO/MBO4Jp9gTDF6ErU1/FOtqnUcZrfcxpv96SKM9NCvniOYM
XMVKrcuCZTfHy5fNsf3Q6II8nIx55JgVfXAvJwvX4ATlISD0xnrGIhGDv8T5XybmTPphdGdxbcHW
YR67NmJtYB4V0qeCW8s3MQWEU9D6YRwk8qbtBd7S1a789zyIAfqJ4WxX0TC/CXzzpt04x2HWyI5Q
N9ITTw0onbp1eFh8JwuNLE3vpLFhWR39jNdU3CSF7V3xzpKe0Q16p8EqJmauPzYvIGnmL07Lgb1f
eHdhkFfF59Rzua1zrnYi1vwG0N7R7LvmiJF3bzT5N8+bnH2JGYuCjDkeFrnFE+cvarql2VPP4+kp
mRz/CKviwYPYdKykze7N0cSJBLrc7uiOvCTHvGakk/+MsSK/hnI9HZ1+/OrkOS8PFKl4s4DHlJ75
BfecBiFUrWN1aOe6Y9Fw3dCayyfU8RMlDaxu40qIagV3KR92o2k+eOOWHy2/KWCRti9FMj7MyFkp
hYIWaaj/GxibD62ICVjfwC+3aNeQxAsu5uZ4NWUo6MZ68kOAfE/D5p2DSNqnsbWjvb0A3Bud7dFq
tuYIN6MOu2kDeQ9QcKvEx2kIsNK0TbbHyLsjBjMHzC0BXWLEwTbKwTX2r1YKo7uAB1o7kT024Cg/
LEF0n5fxk1/xaNH7UH6GBFWcs11PCSC1KI5O9eh+6gPxaZyWS5TTxmtek4pdlw0vcT1+hah0IGGY
Ugou3MmJU8ax/ZCMMNmhJFIKKsyvXp6W14YXlDvHpz7n54nP0cE6YpVpD2NR3HQkwcXj7J1rP/to
1BQj8sLiqDhgDUfE7iQI/7a+fQoiwZXbfRo8v3sT4zIAtLd4t13tjIdo4Hl7IlJxx/Jph0Hl7/05
rg/UoJNwmFLnBNykBunBsZ3yOY/pEZdQ36sBpMbBi0A0CdM9d+8godz0FVlWF+AEPLU3GaFjHCfY
aCIuGPArj2XdH6lcgobN7Y4XICq4uZW9mU2ounUPIAzIW4XYE9/JSMH+mDgcFPLAurD21/RcBDxa
m57lH0BRXLiU061bOM/ThjJvcefHFpX7zvTNFzi15s6NG4f/qZNzOlmf7eXiwCjvyOUtj6tVFXdw
oiBT2gRtCYeLir/a3G5Kw0ckHHOxQ7Q5Z7x72i+T3YAXeKjjRtjf4RlE7SFqqd7vvI202bNdj35+
syybt+6alvDrO2qyotsLd8q7Mw4AIW7bpkuA5xddSyWqiwlcOLm9nGEktk73OQNAzTv90G/vE57q
kGzzlAR6nMfI+Yr/OLt3A/fPGuyVtyYP7O9R96Yz6vXHli9Bd6TU3vBeX/q+eV2SrZif0ghoBLw1
SiX1vsTLZx5wDRniFvUHB0Jv9ZOPcNpi+35wHb95siiKcZpm3Ocp0ZnQoZ+mDtrizogtrOkjGqUq
JPFCjidJuZvHe1eO3r6x28m8qj2zo9acYw42bmLeXtf7eYn446IIphczy0G/mQUZt4WdnCaRAhkb
5sX5AOBpM0O5CiJNdtniiOHIuccL3qSIJxjHc2l4O2EE62EWWQq7ugzkA2qK4N7xxZeldR8C2NIg
nSaPWKsqvRryfn4KbFD2bda0130URUQBpGP8qczm5sHIIQzBN8TVv7eAV8Z7clKDM0KPp23y3bdl
nH+IO2iIWcIDuIBtWY7TKc7th2Auv9nReIBqyC0lw074SOG8DmMjaHASL9N4YU6OQfBj6jrr8u9P
3o2s+ndzMwB7bZOTEUdfE2cUV2XhX0ng5M3EGbgrbiG9gvrL8CCUGdDk2Us2ijApr46+BfCnLM79
xH+ssmE7gx8rDl0LFJXYvOWl3dzrplvqmwhe+Kni2HszQ+3blUARb0o3wZF/6aTKhe2ReyB1kKGf
oWRBA7KbL7jX7xH8ldyR2nBuOONxO1pY4DBWMS3d5GiAXz15GMf2ZsIMmQdfvIt6n/V4sbw7oGXA
15tqRcqQRWdj6pz36zLG1EC3982Qf6s5dBwGeERZj93Ob1r42QNRKOnmZu+JgfgGvjk743G8r/0u
v0Jf+DZZCEoCxlE/tm1QHC9I/VOWmp+qoUrwSvTsMoBpqQxsTUxciD/CxJiy+rMfcKHFeX5yFurk
S9KfoyFZjhXaNS5VLYWIdg0p2tnXvmQTlCumIkfMK5b7wuOU4H8Yk4ybctUvjzGGqJ3nlvEezTqq
eRHFKYoGeRf43ZMDFvCtTwjuLhs37xFNn7ye29g/UFxpv0ZzgeEsheYH2nmhNkN6Zz+h8cJgwF0i
o1KbgCrb2fz1O/ZZGIYd1FZmO++uQXCTIqb51lI44HF/O9rVPG9vQP2Ze6CN7i5yDWs3R/nH3OP+
2adsbbWVPefZhAEnINidMuzztpTlHXQOyrqy5TTojwOWwxJMFFTcksMMGqmQgjfgvxSV/rjjWXR1
d34gt8/Iw6wvRHu5NS4vLocWr/riVBViQS2w1hcuD7S+0CVc7ss2Sd4Dd5gG3FunKLd6bxTO+zwV
KRXGunmHss29QfQ47g2bAue44aG7LFnYfqL8zgGuSDmsui2QC+5hf/ASKuGIwBJo0aka2zVnDpTv
Od5fZF5zaPXRErKAcbAOyDrC6MY4OFYR2Ih9NwpOXX01N2YoLJPZZw/jEnzj0lfhKx1deSQZr7rt
ZA4auJ1DwG7Ok+F6fYgx3zpc8KUPslzWEzWJi+81qZ6SpvpqdbF1xySu9sBWjMc6xxhIOtG56wzn
mbLIFU/H38EgBQejy3ALuyyFm+M8NqMYJ6gvkXHYvDiLUNskG9hiL/5kF/U7Ko9kAKUYgVrMWRnE
IGpa6dOSU8hzVt6m2Ievg9Y2MBSjMailv+/X+iqzKghdLUxrVoiT66IjCpgkxxKe08ggz8nEA5/M
zuzlMMfM50lS2zMLAkWwNu3gftw0zmCdLRvHZPSXDyidT1uQ0/fz3KcP4BiBjcmKeuSQ+FgsyvgA
HTF9ZzWDfx97pY+7puvJock6c+9jvib3Nl/hGVvduy3LX2yIl9AD2m9cgIYnJHioHOr5OWHZhcVR
L8t3z3egfbXpaaTeQqX+KS7NZB910uf8Pb/lCIqn0mSdaGFKnkhZfL/JUvI8W8xh1JNRvoqBmjjs
o8vtYu5mEynOusghu41dlyABY/bf2bnn3BVALE4IGdKrRVrQ0+xvqyw39Ps4yi8kZ7QJG+/gI1bh
En3tcOsnbeUA8jG+jGZA3kVvBGdrSc37YFwdZh0jLBLoVOYOYjJ6LtI2Mte7tlEHzDtvWIe92HJx
v9XDp9xt57sxF/lVAf36WIw4rClG9vf20sL+NKtvl6TGA6bs/KbtkK1Cioy/e0mKUqg9zsNy4kX/
drWYabJ9nqcaORtFi+uynW6BjGM4nZLrEmP2EciJ4DBepXvsmSlDHQPUBTbFgbk+kQN53aP8ofQe
ylFcj5TkQPESg92P+6lDEdFn4lnGw71fNrelhe51y+vp1JQxAlunc0GqO/54jDfZYM7qDOQ7UHFd
lEqHDgztPo9ncfASQsDaNIiu+85prkce3vh7EX6lcn0pBajmwk94zqeXQPBgPyTTYIcf5MnojRec
QSv1LVhSEm75boCIwVbvPmCSyG+g61HTomKeRmV/Y+BKOyEGvaZUtxwSwZG8rnmotHOTsIc8+Fgk
GEScxfhqi/WZRCRrP/D8fsy76XYGa30yJheU67pxPXQD5/vl8fk8b/53PFzAQIQ3DcecowIkrG07
V3TWXVRBDMx3f4m//y3J+//RiDF97wYU8f+BD6P/jxOvMmji6+r/gSUDwfg/KeJf0u9D9bl8pYi/
/D/+x4kh/5PrqnAd2/Xlv6Tt/+PEsP5TOI7nuIhVJTsuMQb/7cQAjkG4CDYMU1iOC9D3f+EYwcWi
wT7sWL4vXebyvyWH/2WKoG/btP+zBh5L/1pz2ucJtSINw/9soIL6qQ9+4fD4XcsX9f1P6volxYJX
NCxwyTB/tQHoG238h+jA3zWtRB822WJE6OqXEC8Zr+6teMp5CvtDpOZvGreUiGMIJ7zAFdkc+i7J
XEtdvinyyP6Xbem3tpffNY7n5udOgdvEKx4wiNClxILLk9dSZCj/mor/duNqGobXF3U38uVBDTrE
zg1SrCQkCa3f8y8jz8+/ZzXYJkbUKax5qMaBhxHHXC1f89sVG1CcXsyz/IhhG7fc45qOehaAEM1v
v/wcP337Gq2pF23eGOYBWVMcwBPp/+EXvfxy/2smAcsC854CiKWE3855Oi1Rvk4haU2mdU2OW4/U
1EKeclEjEe07rpGFfjKajBsHEZHmj/1XIPpPfxIbXmeRNDmES+eiV7IAqvKKq9dfF4fOz/3lFRHi
d7Rv0AfS9KEsSaPoXOdGayAJZWHABBO4qVWNYcndI+rMOszzeNFJ8fVtoSwNgUuF2hvNITTQcjzB
shnfGkapt6RZSrcswZZRk+Kdu0rn7wmQFVH337Q6xVI6xbLKpugx1YeLaGT06G5VcU4ttJpvtNoX
ygwIxqnLSpmMod2aw5UcanjX6Ok0Z6/S65KB6CP1pGMoG/bCOyIvf6v34cpyjPWUw4rAMtz6PryI
cuqqB2cbJs1+URbknvK0P7btGI6Qfp5Mah3Xq/BdvX4RyopM4tyQwGjg4wHkcJPzENtF26Nez2CV
+3mSNmRzeVvMp3cY6toDF7fmi7RF/vmfm78084uFTTVmJv5M4InJAmPxrEcVq5ijcLTL8qndJFDk
yE3N8z//S5cx+It/6YIN+/kPAdFv+73bs9qAF7wRF4cL8ZT/fUD9d3dFU/mFiUPisjrbQ1g1UZpe
tRQm3iywjzX3RVP5jec1iObeZMWp0F4ex4xH86Edv+p1jfIbFwbBkiPep7CxPfkRF9D6odmE9Ye9
63cdr2y6g5yydM35iZsE8cUsuxkZYvvwz59++ft/9asqKw4Ks5WHWL8Ps86dfyA9s0DIbD6UJBg4
+xK6dX6Sle1q9ZQllX8ODAjUr27oQmASd3ZB2CByjnf//Kf8up/g170eoFi14mTzV4JLM+SIEU72
djnoNa1sKUPWW05ukIm6Vf17TCNHAyiFXtPKllI3TT3bKV89JOIOoQcYS0drI7Skst5TaAYJCo46
tBvr25yvBN3NWl9tm0pfz+gFegShY4j8Dx5/8gNxuNRbjrkxvVpoutSKUdlyrCmC+caWwVvUGM86
nW1f+IY/r2Ez4XJd0wRDyBvGbWZOZ16ZrvSaVjobsTSs8IYkF5JPt105Gh/dDgi2TuMYtl9/d8Kj
ytSYrI4D4h+gRPlyVc9W816vdWXtHUVULNij+xDu/QqNw6rzvV7LyqrrWoiPzcHqKDRDLIZYEoHJ
0GtaWXMrwSk/qYwurAr/zYhbuAZUpNe0suBCKoZJ0PBkjBWNUrLpURhArqHVeKD8lBtwDYPA6y4U
pKRRF8djpNklF1TEz6MbL1y0Ca8iwcavP0sxPLWXQF69z1Z+yaYjDogSJClxCdX6uc7bqzEZ86Ne
68qPCXmPCNKFTrGRczm8FI6ZpbcIBsqPOQVW0JVVfkG8Vf7B841v0t9+6H22spsB4CgQgjO8hW1/
Stb6EROW1qZvBcoCi92pJu437iDPWxT0v0vf1PwlrdejpLEDEHuXvk54F6/trzwWaP6Kyuoa9MCO
kQJ3ISX4b8iaXMJK+y96Xa0sr+u8dNlo111oLWRID+X4PRKO3irlK1MyALCD6P6STbUSvgqrKy8m
vaXEV6ak1zeCF8WiC+vZfJg6jxzQdPzDZ18mx9+PbrwvKj8kpf0FshhvC2ONI2psizzey6Jsv5fQ
l0rgpkGndV+3HGWgBwAngFO6XQiBFm20WUh5GlBJeX/4Uy7t/OpPUeb/WjkAwwXtT+ty5/bWJ6x0
T1oDx1fmv4xzQnV7fty+QSEhETzvDJxVepNJhZPAYTOHZRBsFbLCCdm/Wade6/kUm8rrnxdNupPJ
kg1uW3HHBJe0wL6EoKvXLcoqUGcLmtOIaKhVrEc0iDs7KvSWAV9ZBuAyiBgFAUuXbxa7ReJzNWrr
Re+7lXWAgxDpSsDIeB8M9v3yzCFL70DhKatALzcjJ529CynuYhZFSOffaX2zpywCsTkZwSIi+trD
0oQK6i28//gPI/Ayjn8xdTxlFTAn24xx+BL7IoCbAjawW/lUeZVbv0TYt99p/QmOOhjrbo4W0rrC
oNwk2jTWd4R9f/gTfjP7PWX2498ZSJ6i57Mlvs4JB2uDSPNHVWa/lRSc8H3ZhtnUHqYFgziHUK0u
8S5/zU9Pu3nPojtYuDbN/ltvonfP9Ia4p/S1uXm9WW98s9OXty18f3K/U82uVqa9M2aTW6F3CYmd
BQg7EfWSZ5rnT0+Z+MS7Y2QjLSAkQzy7ble/PyDbsPS2Uk+Z+YR4yciR9PdFI1jgvMu3XO+ndJWp
b1gT/nSIqeESZKexJXB7ic5ao8RV5j6dO5i+z9wfKvdqKOxb2J1ad3D4O+oAtL15aTw6ZPEOJMpK
olL0PlqZkBBgRwQJdDVA2AMkD5w5ht6+46oT0gcKZMLgAde/Qs6WCAb+dB66TLxfrISuMiHNkeWu
4QIRjgUSWYu1MBaaX61MydapChA2DBAME2Ajkc1NieYAUWZkeiGGZZ7dhsaWWU9Eh69YqjJLs3Vl
SgqKc74VOKwlNtYAIoreovv8w/i7jLNf9bcyIX3ilcjq4tUT85cH82+kULQuwib1avHlt2lb1wVg
gFP2eouXo0zTbouSfKxK5pInDrPTf4nEUGi2rc7TqF3bep27MO828gajQJLFk2m+KDjKVG1HMpTw
ByB0hLBeBu256DQ3T0eZq2smTABtNF2Py6NZWc8AlW61lgFHmatll0qBkIj+3iCcF6ArSuOk17Q6
6jvHdA2Zt6HAHr6XKUk+PmRkvfXLUUZ9J/w2Iji7Dd0t8lGyuoQjZnoPfZajDHsHaSBUYEZh3QdI
pBjuHqJHvWFoK0Ocy35uTRtbqCzGi0HR7DpxJYu6XjT/AWWcjxidHVLh2pCry75NbaTttmbTyiAn
096Hxs1I9Kd8T8Xi4YIJ0BoutjLIo7HBGiqzlm5pb7KlO1AQPOo1rQxyZP9yzgB/hMSOHySBESj0
H/WaVjakxRCobc2yC2cXIFlM3h3IuMKqvuo1r2xKGWIMN4J+x5k8FU9L4i649gP3u17rygwNrAj4
BEbOcMms71mXfDCCQPMN1FbmJ/Rsz7pwXsK8jz57Rnffp6Nu28r0TJPCqGeXUQht+zvm/n1jjY3e
CFdFR+aEYNPx+EFrg6D1o1wktpwFu9ukN2IsZXa2QzBf9Ih0DHAMIlTKq6nP9IaLpUzP1AAWLmrm
kNfP9+gQwZB6WloRHmtfn0Rruy3iRMScMgzrPQaJcJz+dDS/LHy/OGRYyvRMkNOCZOm4lRegWB5F
O7TZiRQnxgu+xgnXU7K5LxmoouwYuM3gHBK77yfNP0yZwagNbFw/dRumc/sj96sNBkurJ6ayVE2S
gah1mPpLcWTAtls14pxsjuZdTBXBBNKYpdUNbVi260tlBy8czz5orQyqCCazsaRi2mYxrjfzx5TO
/mHrahCZes0rExj7xUr0wcgx3s/2EEX7HcGKejIDSyj7a9Sjcc4rumXtk4cpaj4mpq25dwtl8prI
mJKqYbCA44YZWr3bBkvvBUlVqJBMNrQDJZJwAfK0JPENxsEnre6+oJx/fsYYjC1t8q2iu4EjUGlA
1DyNmm8kqjqlmlL4Vt3l9AgIqeEQU8KW1PtuZWr2TVxkuc9tLzXdD9bkn/Ji1Jv1qmhPjlWxGWLm
tB4715MLXGmt8Ffqfbf1ur8LXroRYfkcH634oSujuz4P9F7pVcle4fR9DcCwDbdyinbR2HqwLswv
et+tTEvOMU5F1CizXtafSJorSTZDNLXutZpX1UUYp1yiZXlyILnpMcUCFc1C7/D4N2lRa4kOAx+7
ExT9Xddf7GuOnljBUnVFDm4tSB/s2L09I+333O+lt2m+aJjK3GyNeBjtzmxDiEJPEegGnK56Y0UN
WRy3QVTYdFhROoKtIw7rffyk91MqM7MAJezxgtuEsIVeLLwW1mRrNq0ceY15techYtIHY3Ybjf0L
FjvNFwBVdrLgYZrskVnvTh3EpOq2LSu9s7QqO+lJcQTKyZwflvTKM+KbEtSHXmcr07JOof4uA4+A
Hh52vyjvx7l+1mlaqKKTZetxy4i8Cc1s+LYAS4o3kGF6bSt7JYGGbio3PtsB77jFxj2qcs2mlXOu
MQwJT5bMSFFNj36TPElpXOt9tTIfMeFjJrRZYO3RfAeA53bz9OYjsR2vtwWAIaa9TWUT+q35Dmfe
AMuz0Tv1QIt83fiwWHOWXzY03CuntaPxYbb0SgpCld0Rzk2kUt5xZ6kD4zhuQn4w/LnXOmwKab3+
dBFhEHc69gXXia6WWb5JqIjq/ZrKLbS0WwTKcduEhGd/nALzuTIKLb0yvqDXXz25y2TLjS2HpG6Q
3ZUBwWJaE605L1QJkQOefJgSi/OJAT4AGyEE6N7TG+OqiIjzA4nOmduEwEqfg0G+xcn8UavDA2Vm
QpeoQQ9x7Z8nr99nQXVYPbD3eo0rc9MfLXKyZ4ZhswH7cmQ+QpQcjnqNK7PTN4CggEThkX5JSGm0
DkSqa/6YytzM8DGtRseDnNuTv0h9DiC/iQpK78OVDZN02XmAJQlaNi/AJizygTASvacWuPOvRzmw
DbeHxsHVYbRxnhAykqamnihHBMrs9FKYKSb+dHA/C9Dx7F0X93obW6DOTuLTiR3gFEH4F9Zk33sW
8aSl2sAl+LpPYmF5HsQaCs6zJM9vxvXrmEOrN8hVOVFaGEk0EY8Qpsyb2Uy+ujM4Aq2hosqJZjPK
ii1BF8YOd8E750lcHoY4av70lHMZ0X9/yhG+MkOhQjhEIcJIjSCd+uv0lnhbrUoFzo/XvT6XyeCV
l1dto03K3ZCM8cFYwGTq9YwyRZPC9beI7SJMoA24JnB50Nt6TSvzE+WDbRQFdjeiBsB2NAmQ+TLR
W7UurtSfr/bR4vTe4C+cKUjl6I3pYY2l3qqlanwqJ2uBR6PxmTpAholZDHtjdbVeO8DAvf7uzZ8G
I6jpFLPIboOtuy+STOsuKFSRDw/ahlvBAOCNJlt3UMJuakvTHSn+pvPx1hF1OYvtOIwZJNz2YXOl
nkSOYK7XndKZm1usJAeEhW/zqFdD1zc+aw1CVX9jQ32wgRhyGHd4ovGNVOx7ysZ6Q9xT5mYhq23K
k8veSSRulw/vYN280/twZWJy5cYqDaowbFP5PDX+uZ3bF72m1YlpWVaFjLULIxtso6iJJwr0pqWn
TMssoDy5OVScihK1YzCbQE4Aj+ot46oIRxqNJHR6bsLRMq4Q338fDP+9Xp8o83LpCJkuDdaTbBDY
5NK9kS16faIqcCCKY6UcYt5l4QnvoYgL6OOt3jBRNTjCrIFgW4zvySw+2uV468SO3navanC61SQn
iIhSQPklNKLyadoiveuJq2yXgK9aC7UaByA/Kb7YSekeSS3LNVt3Xy8nIupnib2Xq2ywiVPpt/dr
N7h6u4OqxMGCbjlALykyW4/SSq6cvtBsWZmWvgM8MoP6E+bww66bfoB+UoMc1hrgrjIzZSxWCFsM
FCDNV9W03SyivdJrWjnORsXcZh0w6xD61Mm1zEeZS70rsqtMy61aPSTOyDRkVv9YlvxUSb2nPDIi
X4+Ssr6Egk4ssH7WNKdhI20i78pJ76rpBK9bj10LmmVFVaNb3FvREANYxG+1ulsV3KQyQSEIzSl0
PRJNnPTqksqr17QyL+FJZz6RVnx14uwKyasbCcJ6TSuTkj24sraFQRJ73jWv6zeRqbcEqgJ+/ABx
1Rj8kGs6fCylaA4FeHjNz1YmpRRBPTQV031LAEbZxa1j/kk+eTnd/OLO4CgzklfCAo8X5d+tlZ7z
qURZ+il1rb47mZd4zWuC0c2H1XTs7g9/y2Xs/eIfVIuyPVQw0uNaKN/8EUDf0ji+XeJO3myzBXQo
nYr6CY8F4PPEqwu9xVgt1lptaZF123GOqYfsg0PIYrXb8jbTHLHq2mMvURCl/PiBdB5aqGK1qPW+
XBVDJdJDXRjJJqzqoNyjYPwr20JvOVbFUJFTDNYmKCT4XnQsquLe9let8oewlaWH7W+MgHg1Yd93
B7MHrCuh4ukdwWzlqO4P6ViAu2xwa6Y/qsl+N7TgPP95ibgsBb8Yn6oSKk4SOc8JfOsGdFlRed0T
iQbee1I09TYqW1mDMLOUllz8huN6RajCUH/OpuxPL0a/mc6XuOGfb6S8jaTrKnj2L32LIW4Xw/cm
reG2EcIzgOrOW+MhqmvNVc9WFqY06rqsnlBI2Vn/XqzWHThCvRdelcg0jFUTSxIJQ/BkOIpK0jmq
dNKzFQlVIFWTTBn1jMqwmj37R2KaQLu7GQj1Pw+iS3f/ahApJwZhE0FG5moXkv+1vjOjJftog0rX
m7aqSsqGut35oqJrZg/Mv4CqVwNAfdD6dlUitRjQcLeJwqU79RXFNAiik9XPeu8Dqkhqy3GiDQ63
p2Ra8HS5D4Y96S05qkhK8pgxe4JXRyrbcD0Hp526HTDFP+zwfymifvGjqkqpyrXjDOxdHc5EvkCu
Bo54P6C3SA/LMk1kNfkjoGp8ME9dIsx3EF0Xg6NR6X8LnDK/SQbbv1BcB3lDWInxLrBtQKwu54bH
dMjrj3lQdB2oPXP5NhiuAScafEN0KziO30wGYPXd1EzRRV6+6Embwai9Xi2qlsSeUmwVL5ItpPnm
Lqul3hOTqmFKF7Jn5mKSZ86F3xPZ7Mln/qo3QJXJVciabLucph3rDp16t+lttap0CWQVOOyOdmOI
3gH8zaFI/3Do+c16oCqXpkikXs+F8GxmSfB42a2euV6Vn7Q6RBUvVfW4ytij9Q6W80K2UJN+02tZ
OYoTdtkVwCrparPcLdFNUOrZ3YUqXIrgNUsPfvS56o8GeYj+qGe/BkH7elBbiUcSBOz8s2uT3NkH
tzNqNL3uULa72a4I1appGir6ye6JRA0ave1ORY0lTepgr2HwVe5IumdM9TjYyvmo9+HKAdVdQXNa
VivPebwR/DVVD1MFjlavcWU+ZtG4VZ5P444BZh2op6z0tlFVsxQnhd0v+MbOfmUf3IAIz+yt1jer
kiV36yy3EBW/ZJ7tQV3s5PxRr2XlbJplZNxMfe2dfcct9ttAcoioyN3Ta12ZkM4QGYVfZj7aYtId
ghEE8JYshd7mrGqW0IhHpGJ33jlz3fTGB0J8rLY2/cMG+ptF0FQm5kJqMYGvjXeWg53fWXURvW3b
RXOIq8Ac2RqW0y+ee4blvptccWozS2/2qMKlrCvmZZsmkMakdVn1p7Tb9C6Oqm4plUEw92LwzkPX
EEj0rSXvT2+gKJPSiUbTBjtDywOhP7EjnogcCLQeCQmufL3EQvkq8i5y3HM2T2+ibbnrZ73SsSmV
e+NqbxlBIK57NltixQeiBndz7ekd+80LYfbn61FcealDmKd7Jm3yeR2yh653n3Q6HBrR66ZFgDPE
zGmas8m5E3HYOVrnWlNVLs1T1gSoI1wW7zW9Fv04XkdFoqfKM1XpUmf5mUDg4p5ZVxJSu8ktGeoy
0VL6mqp2qV8zu59Kps4kcUf6bki0q2a3WK87fJ7RKrrV6J4bEnQjQ+5TR2uhAkX8uuWYHB6xpSuR
sSIoj0E2mkcpSMDWGyjKzGx8Q0b5SOvBTKBlUaf23uSUpde6Kl0i5hGU2swwxK50W4/Ze5D1WruD
qQqXBrJzk75k1vdjkH3mekWY9NxnRq+3qqgagzVpXHzi23KWtXmd9AC+i1Lr4GaqFJEtMnKHSJzl
7LWww+ZVvsVSqLWG4wV9PVpILBJBLMblvLhNciSqsj0NkV9rvRaZqqQrH+YWiKjg92ya5Mrmpnjd
DUJvoAfKmrUlgZeaieGeU1hWpCkMe6fyNBcWlQsVFBPaC4vG67h1dgKV2352Jk9znCuHCdl6dSZE
4J7n+JJt7LSRgS4ljTM9l4yp8qEwofrUBTvnXG7NYSJw1LKk1oGZDIPXI6YgR5VIjMI8E2CzFyI6
27OlN9BVUdeK4HzGb2KSiYT7dMn2JMBonYJMVdTVwMQrqj42z63RPjdW8bYtDS11EQkGrzukrJKC
JJBpO1ul9QL1A+RcPusNFFXR5dkT8RZbsJ6hdJN/kcr3s788ai3lqqIrJ3Bsa8tkO0f4RC0egAgF
7fNSjy1gqnquioxry858Vq3Ru/PIteql+VHvy5UhiA1SQifLljMhgCRmFEQsR5rLuLJ7enIWPRvn
fK4aHsWoPBLJtDof9L5b2Txrj3KRmcr5jA8aFZB7V496jnlTVS5FxKAkW2+MZx61ycVLzrnv6C3i
qm5pbIqxT6dkOqf9unMIIDXcB63+UEVLNay5xRfReM68hXzT6DRF3/VaVvaGzFmbpB6dkREyz0+e
67vXQWPruXrMv2mWartc7MQcz5No/UMCpOBoz3oAAVMFB2Hst600m0bCOd1D6Yo7gkz0zkAqOsjL
nCUN6ng6N/Z434/1ASWa3iKoqpYmu40dtyVwri2JEScp4mwUwQ+9H1OZk+28tMUKEP6cuKSidMYh
7jy9NVClBgWS/KsoZQQuDqCDolqrU2IOhl5/q7IldyE4rTPFiPDMno6GlO4uloM4aHWLqlsqydu0
eW8fz2llPG3ZfEpz74te08pN0wd2sLhmNp6FkZ8jq3oMtuJFr2llZq4OdqfUHcYzhKmHyJIvVqUn
wzdVeBAEz2nkCjGem7y4Kub12tdknZiqZIlooXWZDb66sAgZrnzrJi78r3o9ohzBCdiNMIA149ny
PsTEu4oq1Tv0qIKlaigGN/AkLeOE38rxqnX/RPe5/Fx/LyeZrjIniah0iOKYx7NfN6s8+mXnE8ob
ddbHmKKwt/N7J9N7ZzJVBdMyzKZZy5HF3E5vLGiZQ2Pona9UBVM2OjIBdjCcZd7sI6wEZmdpNq28
BUWb3axW7QznNZujd73ZpLdRSTi31qBRFUye1/psQsZwtokE3oEM9m/spV71tnyVGuQTWzhmbsqK
W124CfKQx6neiqtSg2zTCWYbfPd5HrwrW/b/xdm3LUmKY9n+Slu90yOBuI1N9QPg7njcMyPvL7LI
zEgEAgQICcHXnxXdfWZOMWVWxzCrMsvIyFDgQvuivdde6w6Ejedje7K7VSn0KUHC7unrBv21eOLl
IONjl549weEm0QQLFjFfo2+JPQXq4LL+H68OceSadGhraNVZLw/j5uoMP3Y73pMcpXED74fyxtV4
MUhamhLUPn+FMnnb0D8x/j2sJ2DOQnMTu1HHM7+FEC2DEHCjj0XNPa6nc9GwQJ1IX6cm/BisEBju
U22O2c0e2QMtq5EAKT9fKw/4LDPVHwcxzcfur3tkD3AGQQrGLX1N0u7cxHHZuPBYKXIP7BEihsZs
1c3XjbbPjT8VYesOFgv2mB7PBVB4gHTTtbP+L9rQb8rQg/XCPaQnmpMJ4qOzvvrqNYSGu0zrY+nP
Hr0Ttmb0+YzN5mrLAWc4g9LkWNzco3cWqLcP09uBrjq9lJGRkBlPZv0XzvUtifoT69mjd1KvpyYG
GQNCZxPcLEAsv4xDB3HoTdYjO82ermgWjGA9Pnbm96DFBXrszQDy2mvneVMxqYlAY/wYqzcJdnda
skJpwEL69ioqsmVDYsYcwlOHcBjg2vqjf+wgQO0lttXXHiL0EFhshgIK2P2xO8seKyS92UHRHmcT
IkrkrqUxUoDpIGEw2WOFBIbMBZCo0zWlUOUTXfclnNtjtGRkjxYKex8k7f44XSHA+tA37+oqej4U
RPc4ocqNM8Owz3QNpM2WNPgphTpW/tgDdmZRu6lvsPSkMP8ET5xFizk2n0j2INmlpareBjZdKQX/
TUvuZq2OBaQ9GihIgmSxRk3XZE0KEvOs7451xIm/s54lJaBKYt10rRU/b8OrT/gxH7bHAxGXgAab
gEuS+kEBwoA8mQ/es/Z4oGirfeGBguk6yT4zqcugl3wsIdqDgSCoKjGetI3XTlXVl2Rx9dNGKv/7
obO9JzNKlUg49LDGawUOlrDlWecOpkR7RFDypstsJJZeEjEXcjVNHg+DO3YC96ggZZQHHlisPtLm
IpUp23A41gDasxmBuq+q0qrtEOv8uYBIUl8KA8jtsR3fJbjD27xZsPUVxOGXE1K5d8lwsKG3pzOq
ly6sOXENoCoUyFret8unTm/dMSpishchhDvhXAusb2coCY+b/Ga89mAFcY8NYiIJQIHvhaXV6c28
BlkMwsBDW74HB4m62ybL6rhUnikW30HVoAWn0bHFd4WhFRwkxhtYVDIdZBuQRxE9Zpt7MiMy12wc
69qWY23ZORHVdpnXxB5LFvfYIIAjp7gKK1tKL7rzhDildjhWxN4Dg1SiaTijiF1C6XHJyJTe+7w+
2Cjc44JaaJ/7gHbasp7WDxNUSLLBSw/m/XtkUOp1qErot00xFZTj4uQKUu+jT74rEAVQu2KLS02Z
ViBkTfwlyvH8x4oIZBc2Oy6s17oYi3P+DOqaz3w5khNG6R4cNHVDr9c+sKXXDjltRBHb+IhhYuld
QYiKcfXE4hvcCkVh/QT4oJcDVomVd1ZpJtpZFq22JGHztfW68yKng/uxK9ciSK6TUIstw9HdDrY+
p9sh9j88dfjH5H5AG88XYrSlbTp+TiuPZpYp/8iFGavvikGQFaENWhy2nFxcjKT5yLfx47HtDv74
4LaTqKuMxpbzTO/9qgJ5L6gkj0RMPPcuYiI9tm1vLA5gOD7gVStUm6cjrgpr72wy7kmtRiFtuegt
xy+6BLE9eE52FqknIsNa4mVuHfGy2FcnL9wOlVKj9H/BgmzDh5G0tlQabY5VbtEJRPI/D73NPTAI
6g42NJhHLpUbL1sXZdikI1EHz72zS5LMCnVyLB2HMm91nQ/VIeUSLL2zSz7RdYwllnZuO6f2jWQj
PfYq99CXyYwExOKwHAi5zpnqm48JmZojCQSee2eWI8aiwsn1tuwbkoeBOfXRoZwKS+/MsglJZSn+
L9OF/0LzKhdj9HrsjOyMsmZps/UzDCfY2FkRZbME1faDW7Kzyr5b9dQ0wpadap59+V158RFYPnZk
Z5Rjr1JfK2x2QBxiQnipxvmYm9qDXgjoYFWzYLNrDcKbVlww13PkshOle8yLYiABo2glQ4a9zyIo
akTg1zj0HveQl4nCUmTX2LKqt0LG13lQx4L7Hu3S+lb51vNM6QQUxY3IIFR8pK2B/djFSTJO60h6
eL/qTbG2TjDtvB2TLsHiO3tMqyaStMJzp+n0vd3CZ9uuzcHd3hlk3BIPOHmsLYI7Q5OcbNvBlXf2
2FKxRQQXhdIMa7by1yH5fOyA7GxxrkQUzg4HBHiaAkjubGnHY8FgT1tEhkhMuk9MObowAhkIAHmz
1N6x1ff4H5HIqDJv6bam1BQAp3xmtnXHtnuPAHq7YMfLhEfXwXoZ3HpZ1CEGuijdQ4Bo7Psuhu5Z
iQ7vmKk36pi0OmiUe+YiXcccxY3AlBOTaW66bXzn0kX/RTb1z+rL/yrk49l3hpnOG65LiuiSoGhK
SrKKyXsQQ2p4HlLb8ue2oU2CLuS0iAs4Gybo3YSLnS5T6lRzaUlXs4ysqZMPYnPjUkMQs2WHSotR
uueeCVvEK7u0uhwoB9Ucpb8gR/b9kJnsyWes9ELeQXyw3IbuKwurBpXiQ+pSeO7drloVMBH7UpeJ
rsu6TeqMjodgYVh75+22rRtlAhx46ezgZ+No1wxklskxMwl3/k6RqnYbrd92XMosjoO3AdntEPsH
nn3n84wdlZ5H7LmBLWYV5Sqfk/DXsRe683um4RYE1Xh0HoovZF6uweRdji29S0KsX2/CMo7n9quC
uaBM40MTX1G6R2/M3dwtkcZR8aliOTR9aL5B5PDQc+9xeNyGERIQp0vaBrdh4wowwx1LFvY4vMSS
ZGpSjaXTxc+W0LtKUDUcjAS7c1J3VWhrb9GlJObkGvwCEDUfopmDy9udk6gKjOj4pMuq77sitGt3
WtIpOJav7tF4nMekA2bu7RIZj7h6dGypMFM+82M3mz0er2k6ISnp8fR4s9e6GcVdOi/RwbvNHpBn
0qWC1i6MaLQfwYN2L01zrJixp0Iiy9CGNY5IyWf1VbnqCe/gL1z5m1v9kyC2BxLZJfKrJGlRlUpZ
fwt2of7GpMFKMFeq42+HTGkPJ6IYhCMzCeHS+zjJll7/4HY4VJKGE9jFi6CG3ms7+DjvYXPx9VfX
J8csac+KhOjuYYAUK5N0rfImIDmBssmxYLFHFFXzQId+w+IiHu/52KL1Mh7pmmNHdh4gclKpEFPT
ZcQGr+gi+ehV/GDhYY8r6iLmT2QJdNm+YQgw9/2tq+XBLHYPLJqDZZvqgelybep7NnX5NLfHTGiP
KuIjuGXigOIMVnWNQqngOajcDmkPRukeViSmQG2KYleSYS57ERS40x9p0GHpXREpUl7TeQAVlWnd
XnjU50kXHcErYeldEYkoV0craNsgDOZhjsJmoj7UW8DSO6sMnU5akHPgmDiaAbGRRC+HfMkeUORH
0ygnDwtbKD/de1VaZ7qJDtEb4bF3KVyTmoQEvtFlzLulKuZh7KtsEAPm7o49/s42fbB7JuAlfHub
Qz6E5mMQHJrhxbPvYnMaDuNaj0hYWtf5hS9cuZhUHHNXe5jPOMUDpJeRsnQtuyxzmomUHDvge5CP
R1uMOLVYOmjjG5RQCjEckqiM0j3Ch4NcZLOBxQH3UnEveYc9b9EaPfQu9wifN9g26D1JX7KgojfC
M+LcJXNyzDj3EJ+tY+lExxGr16ImmWq16nLXVeMhfgpszt5EvbVvwnboS953bTbiPjGs1bGIv4f6
dLM/jVyOujTTlgG7dStr8fHYru9MVDQ61SPtxhLil+a8iHDLPQLBgGOr7+xzRX1wntrUlXWKAnio
nqJmPhaW9zCiLfDCSQ6bK63z6gLMVNPJKXIw7d8jiYD11SKaVleqNvlUoeyb9aE7Fjv3WCIuoWdA
/XEtIeSnQQJl/YtO5SEGlgh0kH9sp00+m9Bx5a7s4nXuMmA6gi5Px3V5PfRK95gi0SvQMjq8Ug+P
bJbmFI1/hRF5i8F/kjzvAUVKUlM7i1eKxqv9leL1slPVL9MPNbIWzFogFG8+eVvc6dOxz7Kz2c2R
YY1T4spofu9pD0RPR9/CvjTSdxUDlNOVIaQxZtNmc3hIlgAveGex3srATp5gl8SiH5uYXugxXRws
vTPXeN28bq6pK3HFAOGh2tqsng4WRfYIo4pxsL/ryZWc1fIjakeeydbJD/6qwkD/xT7wZwdoVxxp
uhGD/TIdyh5zvuwDpInFjY2sF96JGXP570FtRocPupI1tHjXTWr14qIlWEE9yofWdlmNrlc/Zqgk
qu0GajWg1HFbJaZn2kXheEun1tQ3kx3X+UGvVZ2eJMG473UGlddU9K0fmus6R0tyz6BSRk89DyDr
YMMKLA8ZD9PqC/NCP8nbDS6gaPmopkKHkbFZkHrtUs41ilFPzDdeeJYzYdUlcsBNPS1DwvItXJ07
oVN5YzuffUISZb4zoub78NPwrj+J9yg3CV0lZw208w+D37bmIcRCohIceGA3ChKS/PLQjwQlDmNR
hfn+Oq7OwaqYeqaNb39tDnRqoFrtxgCyKJCPuCoXhN1P2m/oeoVe26lSNHGzfWoG0brznETeeo4x
djpdMcLUJreeTu14H3ZhH3wDLfpqygBSC3WeRHPzUVdrWOU8BCQxN1QN7bWrlmp66MCwuX6IoDha
F1JhwC+XVdpHOZQJQn6e6cb1zZsauShIL1f2iA5zvWQp9730+4pNn67gqDWQxGzToPlcN46Tq7eE
SVy4SMzdOYk6v8rTAP2BUxQ773EJN8FOoCJYk5wxw6PHta7794vfNOpUCdOzdwrsCniaue/f6MhU
QvKx0m2Subnp5ZmA8SZ4lMKf2nwErzz6U5sFo6noO4zfxHIB4H9hpvLytI/VXGwOKPScLDMF0/rI
I1A2UabUJUkBsMtGlm6fFg24VtYEyeDlC5EVy7bVxPIMwmmSnjptqiZP3GQ+m7al4MAUZDGXIIy8
+HUDg1VQBnyg1SWgkD7PzBBA78cDfZPJ+egtNzHhMci7AZmp8m0c/Bf8Gg2C3bi1N7joD1EGrsRB
fzFNomWGsm6clnWoiQURkY9KumOwomzug8g8mZStXGTar+yWNZ0K1iJ03OvPRiZrnesKPMIQv9k2
nqteYW56CeJEn6bBB2yWtYTXuZ8IWZ1brpkrKMD0L0tTOZt5RCnocvSN4UVCZGo/jIbFn1E44KIY
ljCdso4vfLlo/HVbmiSYt6xuR5Y8onUQ6Qy0yIu68C7Bn0fh4lBkXjS20K2XIPhxxWSMWL/QNRXA
8YH7vlGvcZ1OaUHqzgR3LWgjX/2tduTiJZ77MUFC5dtaSf8DTXoZoWZRe9N7XsmNgGAmWrbbUCzg
KM4bNg30NHM/Yk9Lt4bkbKqu7a+r4b66iCWWY6ZDYx9Ha9r+DNsKTK7Cafi51AyVPw4KbVNCP8hr
Lt5qq89phBHuwRA2gu5x6uKPS6i8G2nxN1kNVpf48zwkXTucwCvZKnlatGXtuzribf8L3TwanUAr
4ycGWGIeRDduDsCqnPW2CkWfS7SFhiCLSFCvOT7sOj0MEWH2MnrMT+6GZXg7A15cwS1VQ4XXhXsh
f8YYW02fpfHqHqKlmtMxG8YKVbSo6YaPPSWk/pmMQVf91FChGAsycaTYdd1G3W0N+m537SO6tY/b
1ESfWie9IJfELuF5UsLoB3hTz+WsNio6o3Ma+xnoF2X3EeMjQfqxUpTfJAP6+hiJ5rq6GSIX/WqN
3wG9y+J+ue/7HumC31n9OQpTA9U1YZpfc2vnJyUcj7NugEV5ud582T03ZvN4QTfkGBkY2pagqJEv
jRcy4EwQLxLJg0t5RS7SM2N1apCqefmYxFVwijFlVhU6qT2ViViH3qnxvOUl6pN+vCq5FcEG35Et
6He+be97P7WINQkSSMFZJvgKKt7pcav0aaj1O+lN6XaCS4jxhJXk8M59whk5zy0n9OqxJFa0CDDh
8mlcQ9TLaKTTl4kG8W0SqOU+mrxG3aRx3QWXEBoX/pnBCOZ7BMCbbh3yEVSQxtX36RLVmCpp2Haf
RP14h7IWonsA3Iifr3HPm7OS8SKylaFinMFA029g7FwfUsHaOAcN8le/GdOfYTpW3/2BDP27Ia43
nISaCppHpE4KN1KJgAiyTFCvrRychT5UsGRbf2c2OVsmzU3fk/GEAroowGPTn9TML7VzJSONKkKB
1pGOg8sUUJKldH3knZuygG9dloIcLhOgeMK5bN4hjTBZi0nc3DhvyTZwEsg03goeRybjKlZ3je/f
OyqLMJ6+8MWzZ580dWEgiFRApfxui6cVpTyZeMUMVbeCdzbNhfJsmlHw6F1cBf4reOc2vk+T9oNZ
JwN/7r7HnM9n8JWzIrJy+RDbShVjA3prMAtMY55C+8/g2CYV3E/o3A0Y7fwMIkwfJMMNwoOHR2jr
P66JB39YjWnG8HJzYChoxuh6T1d+oY27T+1ETqC9d9BP7UQ+x7LOV00e2sh8xTZGpxHMjSUKWd8F
49spCJYCsFZedGvzC3ok9ckz6CgnEDpDAuDas3DisnZ8zKuUzDkZDMKKoU+kSx7NGt8EA7CCdQiI
TxgnfRZX5tKxMb0bWHtfCbcUUbS+a/tpkOfaeV+ZQ0CQlbyd7XZPK64yTvVHtcjkRkfJdKqW6Jes
7QOXaBfnPfYwbNUMS1AuH0lyhyvn9hYBQGHurIIL6r0ZElg+n5BtBWGgzyKIZJY4YXO/FV7OhvF9
FfO49GcO/nBF3jEMkYBdqc0D4Q+ZNFPWDAQ/E/eYQrBhQE9tyOQVxYqoyuiCGROJonM29W34BL36
GJGmKvCBeF9s0PQU2RBv+snnNPq1RNVcFamt/Q+1CsxajLZF05H6jWzuaEhD1A6soesD1IbiYiE9
FxeetELm+HzUz0Ovq+g5RmXK3RAV0PuIeEJljGMWNXOTSn6oNeyLoQm85Jq0VfR56LrQZcE6uy/Q
iYzIOZ3G6vPStotGzoe50JvUZ4nDyZzAYcyHevuIsn24nRIQg+bd2vufIQ+jpmxq6ulzPIz818TR
+bntOoPdMRI2BXMaYwhO182GAIJC2UPkuXZ9P/Up729iDl6i8+RzAsR1583sNNCpY0XS9hxop36p
HnRYaXNpAya/ddss3xDrgvUAIgscK3/Q64L+0pqags8tnpVhXKZ9F6Q1/aFjiMt9FIq0JvMHFFtR
I13GL6TtRoOkKqnbsq6G/pOaVzZ8VXO8/JojoJayKQqA5J+QEaN3tfSUFSDQ9pMnKzqlTr5pwVMn
+7WVZQyFpmdCWSVPgxI4kKNJMM7J6xkSqsLE0+O8LHxDajLNEjpUzvRPwzjwJu9MH1A4lobMGSqs
oT6nut9oNkm+jjmGnunjCFp8+TyCbkI/TpqQ8TwQo8W5oRVyQxSYI3BZOR/TwPgU/Xy2Q9AUTBFS
Imn207XAVfAONG8a+GdKb0DroeNbsJn7yMfCbZtOLfzMZ+IHm/sZrhXgnsqO3nyZBnBYF5gLbvg7
CXXS4DoGCauwFU0UZNZSIXIS+x38SsRdtuB9tmUITmpwFTuJ4buQN83wzutd3zxSGvV1ESLlpdms
wID0hHsLVMKZ3lhyQm79BK7FGlNNJEEo3ey6boWJRXTbOBaKm4TyGfiaKDYCMECdVJlttvHZmWR6
YSNI8S4tcPReHjWQTc+ZFMsv5SXCzwRmgz/2qwcazn6MWl6C7x5ZSeQwRFHYGbl75qlkup0b5Z0k
AvkLM0H4QY+evIniFBeKpnc3cIVUPITBzGwmpXXsJhW8YbgCWNBns237JW2oP+FWl8RZO0xVkE8+
Kf2Ki5Mnl24urJeM7BIwz7lcWUbdu5k285oHqrUFfF3yZTOyAqs2VIl72NjQf/FInLhT1yIXuBvh
ebdHiXQ1MxBdPFdRr8h3Mutgy3HZafrL7K1SnbaU8vcsYWl92jzP0pvYMZbe8sGsH6A8KX4B52F5
rkfV15cR6VaDftIy0mJj7d1su8V/bOVbYtSbCoo74EpUP1O/YdFTzNl2GtZexzm6f6UDpafLNDQ3
VVZ57D6cthQ3RAjH9JAyqVaNQhsLWGEixkkuaimRj8VB+G6sB++9nKxAJJpl/C5ZYmEet1AP09NC
1+57v/TOx1yxEl62Ch/hSetgAuPusPkPYS/sU63lAP33pf4imtWNXyoaKZsHFcbMgjTxvAIGAKYA
3uo3D7+OUwpvn8xT7rZlqi+L3Pwbm8x1A6K2jblcK9yFCbib2i9I6too65nfQEwdD/K8pWnzGgqx
vEO5PPhYx+GiTmKbxVVDABdJ0hytLQwy8shNDeRP0ThqT1U8i1KgU5cJt/nNmfTGVbfSascf6onw
j6MNH6GVzTLlY3jXF7M4xdCgD/KlBoTvFAWulrd6CBaQhLXBDEo5vmLKhQ+pOM2O8ebBNMHmXSCL
Qu78ZFo+V0vg3fdezOYiiFqFEgJGkuJym3CvONExCKb7Svviu2t6ITOCTHY5TSE1yW1Eu7hcU9kC
TeXbEZgLGonhNISj92mVlGUoIsR5n4TtxQTd+Aaz+TFY8sDMAM0LL4k25BRt7BV9TAN+4dWom8zy
LX2XLu32okLFb+jC7YMUuAlmqetoc58ghq/foT672tO2IgZe5t4OpaNb9W3ozapO4xL3iDbCDfbc
V5QMj6jJ4VJufaSHUB/lP3GHbp+lnoG0rbeoHBNrnyc4y6u/BlV0S9xcyyeU8btXnnTpmA9inQt/
dN1NEFbIb+Q0PcwpB68jyIDhxoaUBV9G4LZY5oMgcDuNblMP89DM/FSFS/xIoao6lxWfcS3tVhL+
gGW/FWtIvHrvp9G1BhfadLjrWzeUoW/YFw08Zof8KrXLqaNqwqlCUGwyqev0GoFGlWVrEysvd+lo
/VsuQ54WY9y/hYS2fqa1epCWBYWU202zrWPWhAN5DznG7W4gzpp7P0jchw2xYjy1fMGI+QQihNNI
VRxdB+Ocf9NzE38QGrJl2HTRyRzKOvQbdo0FN3Ug+40A2j/6vYbX0asrqmW0TxGL4Udr6ul3QiQV
FIdFl96qdnkF6DPaXjTm219734LNlzEiMynWNXceiGAvC19Xkq0E04d9PN+SzZ1C1tL61HXC3Vd+
U7qqe1o7zRYUJ/z4iuAPyBnI8Egf5h7moX6uPKGlXTf9XFPfyBwTRxDcoC3V45V1CXjlE822997W
G5qZlvkvwM7Lr9Y3AStJh5iU2yB047lZMQglW+gj8NVf7rWxE9IvqbyLCVHvyJdp2cQNAbe0uV01
mrI5m3x/uPMkSbD5iyAfZEWsfgD0LI3PPkuT8RkwaaXzblk782GuVf0LTYZZFQjBFmUYVQ1YZcP0
DtgOTdjceQ777wcuegpVp9qzGjfo/TIzrWEZAkHqZzwFa3m21JQ9NomvwtzCsd8TxZcXUbddfInl
AAAavFADlm1wE9KiqWo1nMFbpL8y4dDlhegdvM0Mng2ZK0YR+aDvBlsejPCjcoh7K6/1Chu/YhZl
eI5lSsPbYapbHGqm6sL2rG+yDgFNZEjlh/RmDYyvMvR5DBJc0hnxOXlToy0QMyCBEq6QHzsz2TFd
TFOXtuc46HX9oCrFcevxbTSczCzs9xl0XCSn1kef0YrEJDkd6+QZZGgNz0cvCus7EqCi8QGXgHS9
BiZY6Qe/gm7xz1gApf+wJHI2NyHAOP5ltFU7PSVdNwSvW9VLcQHBH/9lZ0jY3lLc1jdYrpzCR1qj
QFCIqa69p8rfQBGSUYFGBCxdJxOCKMV4b2HWDtdpJyCv8AliRjGYYGY/fAhQ3fS7zIPXYU9+2JMb
0jexLZZ47ILMEGzGbYPhmODS+Okoz6zDDn5aOqn9k6vcygobQ5sjl8vc9V/MvMK7ocU1ukeKeuAL
OiHjmvFEkioHefrMCxCe2ucugNJVoXgfAbGz4DqdIYiIz5FpIH9luIfKgZnNgGQ30nR4kJB98wu+
xHH97HriDfm8JmTJh2lz81NsmvHU9QbXRlxBOnnmSU3TX6gihcupj9twRNcKiXamUY8a3gPdagcw
RuIHrm1CIl9mlTLCnnmMOuaXkVaC0QzlCwx3wMgC73FUHhxtp0UCDh2vT+s1i1mn7Z1EkiVcFlnf
5y9VkKYiSwmTUzZDN+pFSPwZGVITLlnXbfgcoNWfXlD0jiBVj17onFfNhBfU9fE2lQt+QVsoRzC0
1yCXjl6Igg5M2Q6hDt+nS7fwU1ThjGf+Gqsn0pJZ/kgmD6RPQ9tUTdGsRMRAFPgY+dBFx3rHvulw
89IfgVUDCg92NM0JyF8P16dOziyPlSZp5pCKr8dQcPvZ4DkQsqm5GkoNPc2yT6fkEbUydrAbs58P
nuhAFemmoUxm4oq2lyrbevFvZYz/+OH+s3pVT//qXeh//Be+/gGGr6muxLz78h8fVIf//uvtZ/77
3/zxJ/5xeVUPL92r3v+jP/wM1v337y1e5pc/fHHq53pe35nXaX3/qk07/3N9POHbv/z//ebfXv+5
yod1eP39tx/K9PPbavCI/W///tb15++/0bf+z3/8v+v/+5tvH+D33679T9W/6howln8t998/8/qi
Z/w4o38nFIgSpI5hzPy3Jury+vadNPy7T5gPkt6Y4daEUsBvf+vVNIvffwv/HgFvglHRlMWUBeEb
GFor+MHff/Mo+XsKIjqQzFM/9WMfqLr/+3B/eD3/87r+1pvuSdX9rH//LYjf4CH/04KKIt8PaYCF
kjhIksTf48U71LAgENJE96wJVq3T/K0Y7xUjhD9xw4sq0WVKe+GQQXantrhWmGCGb1582EDHIn0C
25kX3fjcvrWlZrWuhXRJNSI7Xm2bRTrC3cNLKrNA3AgdwTN8BP8O0lItCunr6juCmkqzRetQZ1K5
jmWL7aYxvibBMqAEc5o36XnfDAi2h++xDVC5iUPqA0BbC9dnIOfAXdlB31Y8t5vhc74mfgBkQ5Sg
AJ2/ff6trKkx7Ye3zwHStEjO4OnGh+yT5yrhzSeAoBv6fUAiqbZ7+384O7PlOJEtXL/QIQJISOCW
GlCVZsmSpb4hPAIJJPP49Oerqh3RbfWJVsS52N62W5YoSDLX+qfV51Z5ncxVsb6m6OiNZxXkpoxK
uKnHIVB04zvHc22+xhUBVpHYtFthhnoazfKa6FtT0unmhL+42xOMkN9aJT/rGdOb7YWAiBBwZmOe
/kmODKu8RnagTfBHpSwZxUbq2O+Tp6bqkcvkb6AFlHOdO4CqW/ZHO79tbf7529T7tX/dVl7iPMd9
GrwPnRHnm1zi1m1DGz+RE8bs73ka5nE+Db9EWS3VbZ9pS+iNqIFtTxPLRRm6fZuZO9NQZrJzchKT
HwVyv+Z72vRVdS8WJ69vY4JW8mjM1tj6OrRu8hWiOzceUrNz+qs+RRi4r0m96vYxOX68trZmcNjK
H64b15bqWnrJMh0ySIj1tSyXYro31lWpX0E1mc7tanW6iybUdHOUd9y698bIJuN5ih3ZfKf6tXKq
+kIHOFB4kteTByodTkOtyn0p8il+xiravKZJlZaHYhRWu6vy2sj3aZ4TO7mh+nL1m7CGfN4I063d
O9dsluFXkdU8a50Ayf0UZtuJm3RwHPWN+5yujwgrmFnLg2WnbzdF7XvO6wDtNHkbTviie2ci1iDj
jdILCy3PnQyyJpdmXd2Xii703gb6Ta+0TeFGYRl4QZRkPQJE8PWVBWrxlpfXhZ9zx2sYUbGtbGCU
B/g7bt6oK50S98W7AE7iBfcLln19DeMYj6FlefImM+0SQGZ0FOdaoIvgaigkqMCCloUXylfEBMrG
TYjzWww+7egrft7I0+6fat9NoaG6drS2BgzW1zImXyTSzhjs4Vz8lLpyquzIm9O0vkqxr1g3U56W
TmT1NOF7+/xrltUlHKure+fnYib13dw6bg6Merpo3dEgRoMEirv10pnfF3Ozmq/+YKceBqt8eXBk
bdSPsWXyFEwJ+bid4zlTm1H2MzduNNfhl3VekYk9TPp6jb24ea9aMqYfIVSzeDfYqFCvtDct4HVq
mYy/OqaK/6yKOQ3Cwkwc9aSTIhZpOLiZYUEmkfXqXifGyLfgR9nuYWnGOtu1oJ9NmNZijXe1yME5
rSyft31vLzlXtYgi8i2K/J3KGe2BQUzBOx2IdoZkvnzSfHbK+XFwctF8r6HTWf/S6s1jtfTmrkxU
Z/41+tlq31iGO00RYw64VQ7mhZJ+jmLxWlU9AiHyv2IRBYnDDfMXpzff5n7sXtokUNDkKJ6udezY
+bXHDNQ09CrNTuTXkMGHLBkYUVOKvpqPXeH0wZcqaTWIgU2jcGgSMT7CaXZO2JWyzne967LwLGv1
uDuIBJwJYjTwqxN2bstoHdiQ90a8WryBWc0qGoy8jnnxxzyK48CqQjUY6/CQTcPPtbar9ClrKrUe
h9G0x0072sjAAld5YUNkm4gm2wJ7tQteyFsrWI3maXGSLP02rCK1IjrKJOZn2ta3JKuLCaFh3ur5
sVB8qoOeK9ayMRNC8uxMwcLLQ1XIxHud4Uc9SrtONd97qiBeNeV4XoRuyUTJKsQubaSvs3Jnuc/T
VM93oxerBFzQ8DTw4Ar5nTyodhzGG9efFVEeeW9n/GAh5vFaq7LTJUgW4MfWUfifbpJ8ETJilifP
ZzTk3O7kbLsAcIY3gwJni0RdPOWCXYCYRH5NCiNjf1/EYjdRR8ibsWNJymCHIal7KZ3MMRioWev9
5csp+51uf3nLlnZhdQCKFMUzHqNeXl/eu54NkJjb2MqSDQm1RfBISJCXhABn/fqi0K6727qo++Fu
mdvcfITLLThtRdyIm6rL+H7sIP2s6Xfjfk7GbR1kvKWJ3zCRaAtiN/qPwRAkwzs1k1feM4Wd/2xO
flndW4UEvdzUwsniqxTCDNJi9gCCD5eXf8zrkaOvOn/HZq1ZmJffd309Gs8LpzpHai4ChAOkX1Vh
Vsm8voHr7tPby3ZFbuBptwj8fH29vCbJGHMEz7Jzp2W/NCBN6F1y5YOEFgzE7IeQeOupHD5xAJyl
Pn8XR57Plk7RFlimE1BS/MvqZ/OwbODnIsoHEJyNvY7xvkq7ybzXKuuojPzJ747+MHF7Lw8uGKX9
ULrBGD9hTlrLT6R4Z3Hpn1fkc4JivTyN0BXyo9nMi2nEpiFtoqX1vHwXEJ+OaAB4/LFZTBqcuFmb
blMwVOKmYPtwo+r87gqnGIsItL8iRiZ2y2JflP4CjdX3RhypE30HzQiwyOivzNjNfm95h1n3KGsW
ZZqRrmnHN4k/C/OqdmbZhFbee8ap46/aqOvjdN/Sc+tP9G4fHoAvXRLdHEvYlg2Ibrkf55QMdW+0
46zifSsgBp7qhn2bCtVKuhewRbfZj8qOpxfbr9zxaY7HKQbx7bL+i+rqtrlvgV3nT7St50i5vx8B
12RxUT4JyqY0fYfD6U/hIhD9OCCeUlHJxcT7U5AbkWJlZ0y7oMzbR68qtIfreZ5/yVxQgG7mGvBr
X7Hr2W+Jx+HwO+jyvrw1V5/7nnQ5J8Hidbm3H7JmWpiWDXsQDk1BoK2RaHZ1y4F23E0Oi0Oyd5FL
MH2iTD9Hlf3xsbjZnjT5Brbr2nQlf36svqX+MUhcjgI9cKZIz6jfYdN4Exu/5vXvx7rujhUcr/0G
HkzJo2yTum/uyKG5HorGB5YK6uW4YKb2omVWdhMydIed4R8N1v96mH/2LGfd6YcrtW1aH8ujeYK9
/CAsbFNWYcwcxqis1rLc9alBjVf57AfvRjDUiOSU7PptZa2VF3UZSZI7oxzN7jEOihhdP7zKdVeK
gCESfl+IqCsYB+/lhV3te7Dj6p46jMpXDXOT7+zctZvv//0JuNg/uy7fdtzT2wtiGPisp4/Nvl6T
uIB8KK7TLs5EhEiqzl+KxJnVk+OZTAetHBflW16XAcBRwTKK0rQwhRsCQTivGSJosU18J892BXAK
XY1VWShmBFxVu2lyyeMBAWEyergi7Gp3tQrcKmwnK71dl3iQhOk7/fC9tuF93gyFo5J6GpKmPAUT
HzmV1menojpSo/ezrpx237jFXSaCcrcEsAbKyZ/mbH1zR46zngpuw7Hao0F0N7p376yq+lqsglNP
Gmw31t7O031VZg+c0JvZyzEn+ojU/Ka/KxrjcajpOfLlSOpVHfb94m7KJHgk5M2/FYNL9RQgV6il
M26AsPOj5Qb7aR1m9GPI4forZVrdvCOj9AkroY5GJkAcY4qmjavneKPtSRehn4+PY+8c1nI8aC3/
Imz4FWX9HDJgaYGhtp4sZ7w1EOOFrr32dIn4AzvpFRvT6VHDoGb55VreYEVT4maShLU1eShiPfY/
TK9y1V0qU7/bXFohC2td/1zWzV2LCE8u0r3Sc3E7e96Dp52rBArG0el9YvrGJhNGE9X18n1o82s5
W1iTA/+XmoNvHc6/x6Yr5shtnWwr1OSE7oBdHjdmF6aLQnGRTnVojf0LE3QAdSCJRgGXMbbPxpo9
FGn1kyDlGimf1zEYVnxpkSo0Fo29nNLrQCRHf2oejDjojrIYjrY1d0gd1I9UNNHctMyyUnovmK0Y
2l1zR8F7lxmOFy659wB++Zc05PMMJ3Nde2MVVcnqb2hyxWs+dL/8KT+uEs52SfS4swv31Q+632ZX
dLs1HX4mSftiiwFhjDDqcJ6n33a8Pkpv4YEU/qNYy2M+BLu0qOLnGnA2NZY3r9deWNeIUBtoDrSR
9lZBMvVMWLDxSHUjFfEGktJA1tPdWbEfmcq77lzzJ5vweENvQ36LUg6n43SbDOu+dNQtHp8kVF28
br1ezMhjXD/qPO+bcqxfa1E/Nrl4dvP4bZm4S6HO48rcZZa3m2w97ufS3ZgGKdubKR8oASanyb4j
jULuMHttVYUDxGsXNV210jE4kmYxJvY7vqkaYw6Oc+Uu3n3RxifR7dJnN05gdPqOw9Al8CO2rCsh
KAHZvHL1s+6RJULbuD2aUstFbb6vOb3/8lSpbstkTfKNH/cy/uRY+HDaUQJx2Hk4fpHUeJZnfQxh
YoEzo6Dv5z1SGc+5UhahRMdqYvD4rXbqJb1qzISzebvIihMqIPuj+Q73EyeRMWW2fTVNDOhEs7W6
zqaTc+o9GY4e3rol7uvQGQ0R41dUTh9dDjpU9a16sSivybwLajndJdW6+J8cIWcH0N9HyOlTeaYA
+nEoK2zBTvznYWe2Wdt7fjLtG73SC63K9adt2cbK3DKAUjXvExPGun22ZHP6NKpCeRs3IVHhmypW
JKDw74VhpWDsViCJWM8sGa5ypolDFsJZmZ5beM/rxK8lKMwBsdLoj83NkrVU275KOfDT2tTB0zjl
VnNlrQgsbgHvreRr3XVVd08XNU6R6xifH58ncfkfnx3ThskBTwqTJdDvgkj+c54k8RWVRfD8vF8d
DcSQIznyjuu0mNOV4/ZNEQ4JLQKYvu86V5aX0zUj27RLP1xQyfqfLLCTzeOPq5E+hazJwnJM1wuC
D1J4b+hQ6tWtTbM7mNWrEEKL0ChQO+9NF2hnnxbI8A7E9xjjpkM5+lko0J8X4EuAT1RY/HxqCte2
P057RINZ2qJI9dGxNK9yiCbz9LlVizgis0VWIt5iQsx93zZyfMpAo/JPnEEf3rHTJQABe6brWz7v
WvDRXNsqy2yNotKHQbWe/2Ji0erB09ZlflnWieqy6MpgfNJOPnKBTU0cxC7jNHOu0rW27J9ZlojX
TilPHolQyvy3UiaTU2/UZIFWXLuTNS1hE2QrMtGpa7vbrlg8RASOx/duzlhFU4t0cT5xU52MpH8/
29Pn8nGlCJBqJ6CD+leVQ6+PROEEPjiCItZlVrl3lOXUymPXSmN6icegtz/hTz682ww2cWwpAtO2
HM9x+N+H+px5DU43l7FzFGqkgINA7svvi7f46TGru7mNAqXi9FpJ1WaP1Fnn1tjnbRdnCPYC99aE
Snd7El5sKHSn6h8UOoHkKTVEl1wjAUvFl8RfJWq2uSqHHdr8Zdgz8LSr0R2iYXupSrWOb6OXi2pL
eWckN0ANXrGbPKwEbAfz/Nm0xdOe9c+7zecGQ/Q9k1l0p1fpQwHP3sImDol2ZBgBq8XrbVbqapfB
9OLYpIZ/UsR+6M3YQzHeOFAGpmQ/caliP+wjHvJrsCpazMVL5NtiBKfXp+UAbkPfRIS9meOmfl/t
ypeh77hlf3s5JDKVmsZxTRar+rSL+ZPO4KI8GgN2d4SFHvqljxu7KoHkPQv5zgVFRcvEBqpKn4eZ
qopt13c1j9qqyz75EesFwVez9mvzGwanW29sYHjAmv8u989Op7+fzOmioIBQtdDrIYi3P+aPobnK
kNTlWdTmQdr/QEGk259NOp1ANTjxJEpa4J2NcGPbfIgFtDDeo1Xom1IXphN1ta2nQ+AMXHib41X4
5I05P6k/r892pS8dF3rIt+2PTi1ylM1JzUkemWXgdF96T68dODoZgBuKPrcOQj+QdvfFXYSb4QzJ
e997bGRgLszbJo/1s+yiDzfs9AqzIbAkzgeUzZ//XFpFSTw/xHBAESjmGFvg3I3BQ4HK/7Hyxz4G
fk0m75jU1bfURuqwKQpljxT9mC++TyMSAXuDvWrMIvgRKJz/fp7nyQl/36/T5UHtmJwYAR0ux9aH
BhR7TIGK2A+OoszEDvOvqa9JNfUQ9hodNPxSxWx3vY1YN+zEMN21YPwo/qTsq93SYrC6SZwksG/K
rCEsPLfATw4duiiGTGUDRogdg18nfRvouuSb4j8BkPWmbF1vVpspOvukjwvvy5LHw2e58R9PQ3Zp
4dvS4yUxeQgf6UBEAGamPDFdF8DUnC+ykc7VXE+xv5Hr4Bv3Mqn4m2LVs7urANw/myT3/1iMgnfY
DQLhnILpPr4sWe4YdpwDMjMnUNp3numl06GfhqK6Bxuxy51jiib5dsEkG75ERsxbYpaToOj6/3l3
qQ7EmaVFIsuD/3MpthWEHepCFWW+oFJckjZlJMWkxS2tfTtuTMiRrqbxKWIPzSNbQPNdri7Pv4lR
ox6GRPCaXwDM1XfgA/97MZ59rP9cjL5vMaIaLITdGBftxyCURKjUQSTDVEwNWPltIqOrfifelDLd
FehXriAkjUOJXYW1l64mvrs+63bl1DFw+aRRRt3BiRGlgLJlZA72uCVBkhVQCVE4t0asrc+aitPr
++clszvbPGGsO7znH63/Hj63Qld5AnKPKOr5AjgpGTTDzvdSM93DSZdb/FCUheWapw+MuEMu9d83
DrL9X5fBQvMCtG+2Zbn/unOMymwoTyzz4KL/cK8tmQTBFvEfo0GqRVPstRW697cOM8hiEUfGJnic
zzVTDRbvXHWi6Ox7tSL/A4c/o3h1NnLcxr1/6nkyk1+NLF7B7DQNId/EXzQlbaV1k9262k8D9qzT
1yproaYjyI/Vo81BNnt0AV4AK4tX5DhYAzhh29a8kW2g+Ak6T6R54J1gEoMfID/3q6avH3BnSvuZ
itszIpXaefUDBe/0wE0Y7AcyC9p4d7nOpJ75qYnfJ/OLBQMQ7ztRzskzhI3bbYSoza9Y6QYUUBzh
1XWJMGZ4WWYXP8jlIyASzfinZqzVbzN3+tPJL53SPQqHSV+09WaO5iZPOvehdVD8fSsmKxs2aki7
9NbolA67c5eRuGBVT4QkJhPQAyrgB6gGK6qztnNwXJSlV+FiHNf8tgMJYVpW4WjfBCQouyrqpct9
uRQVdpW39n09UH3sFLJSyrzcTS040Xg2H1hWdgt/rQb7vmUe6/ySkAUKaTS1FYTUpWuzZiNw35L0
BLgaQcOwK9wurn8Dpq/mqNLGuMAoZWLhw2Zuxr+79ApLN7Ea0IEZ7m5CRSXfKHERsAtbUt0qLyEo
r3d8vnegG/oabFdcpB/nRhZi5eFrcCHQPPemmy17KCJ8p7GVgC3raeE1bg2a//vLv70g3aiSqO0A
W1h/1GY8Pkb+sVAuj1JIi9bggobPHtGHL4G/xu1bQC6suS/JZZLmDjFdXx1yhvbUVwx+4oJKQ3Jx
lp/V6vc0YwqNcn9N7Z2FfBuDWlKbirXJp98yPo+vbJrkpHBcYUuLOjIBP54YD1ZkO89Jk+w2TXBl
nLwfKojWoHS8KAMuQ66c+Xo4Ul0OHW5lz1y++LPU8/tUr7m7gakCAisbfBXaVLF4Rp49G4cC1chB
d03wOKvElXN4edDJDDm2N3zIN3ylrL8qDLQ1djdt63XNLXOIW/Eq8jb3/B0PbEhv04AD+ZD3I4qz
7Vovjfotmyx237Q129MhX0epb1NTIsYBEibhdrtqxXufEfzt3SdpFuc7rUUJTuDVQb+ztVvYV6yA
mZSuxhuaCMLdUFmY6WDBnZnqfNfOc9ZelQME/jNjmLi90hu54dLoJq8NqzRH5eAWwGVESp7exYKl
BpGRdie0P6X2Hp9WrqnsaU4btN2hb2PH2yE312zecPb9V+23vArC8VX/aa7Zv7dr+lPXhnKS1K/C
/gCWEN1c+9nkiMNaqOC7PziKAl95/VUlem8DVgzqJOTIr13jNuZB0928KaHbAlCW4Zx7/ImTFaFF
yU6U/yldOmF5vWgorhk33oz+58Tgl4hJeW+e8FnFOTkHOOA2Kx1bETVGtYz3ooRl2MILM8bFG63g
h4MQ0IsExWL6vqZJnc0hIgIt8Z7g+QqLBsvDVmrpLFtzwPKAwroAEaanm0/WFJdBCHdpmsl0V8eN
nz8V2p4xn7Gc9aGuy3m5KWZ7lsd6ieeaWequHSZtkjUbAMbR2kCWy7uiVbWM/vtoOkfG/XFABlbg
cqPFSR8GMPGhhfXtVeULhOThcnN5AxtyK5f4ByLhccYZk9ffGwyL+NsMAIO6TJOnWCALCjFFrtYm
iaH00DHURoSoa7LwkpBTvK1Of9FnaeU8VOPqDbteBwQpybKQW54whsgWxFXdiDkVyaZa0JoeOxzM
brYZMsSzqJnHqcJrN6bTkzKc8UlWHrkI3mjWLV2u7J+TcfQB7N0BtYJHvwDU4AyPY9wE37C1mxkz
SRd3P7emFptZ06EyxJInvGXcFLlfysRbvOOtLb9InQJW09GuGMaWoZyI1XCbW9IqfX2k5I83QFtU
Vmios3YTrzhNtqCjTgUEko/f/SJgSGlbt5+wf38SN0AaCJ5tfmH6MwXFv8CFMoE7oTRwSRww5vfM
XHPk6YkFRYCBWa2RxSEQh5yNffftvxfFOR7yn4si4IEzGABloJSm+69kV4ZzibKcS2bHcRpP2yWY
oA+CNOG0ClpmvW2SATr6ahAe7ieK054SlQHh3+pasjVwRagnrNyHSEe+XFsnRZvTvDoUHv7eNLUR
Ju6pw5zPzUs5uUtAg5UgFhuy1mhQGIIygdjW7IlesJjzNV5wa/mqgC4nui3PhZSvcyXHZ9s3si+I
tRFEFGlKEYzui++MOJrdcLSaOouQnyXlTY4Ql5I9i23kOCBTEImZU/BRGH6AOMXD3jI/wosK8STL
rP2ZMv6MnrTVZnFvwO8928MSvDdysPptN8bTcUFoeWcFWle/LSdGgN7xrv8YfWNNdmWzch/SswZN
ok9ZGBjspm2Ejqi9If5kYVcjcru8wnkZLH/5gOpv//0IaaE+lJzU6JB07gmjcak7PxbrvSC8YG1r
6AvbqLt3jzTdkzB64sIuSHR+puL7vF31D8q2OtlbA+X4vao6xBfJAvYV4bHW5cGF2Ptt5FjlYcUC
7LWw39XykJFP5Y+hWdfwKrVddF8LVc4uGhop1J5Ekyq4CUypUUrXHh48AzPhiL4bb3p06VJInkP9
rSY+RwgY7sT3Qc2syOduCMzkJqb/I6TCy6W9oVDtKhTilfZDRhvRHl1UkOgjwVvYxtv6+9qIcjky
hGe9QsDPWx+TAzCGTrH2I86iVTl3ZuGYErWBsk7CHndhgTmTz3fLsBllUHaAoF96Tf/7OhCyBxSC
UOXeq6oF1BitW76t8PC1oZQJq2xKPD/dlHFW/mR5DUHonjVWQBpzUoWusaabOHVEExqwvE4XEicl
d30AeXLIlbV+YzVh+8by1SC49GVLLoqtEEF564yILkOkiOyC0NkTcT/x+4uWrMobfnbXxs1vRZyz
eyfHWeJZMfJkW9Rd+ui1zqCjSytvIUsvUy4sWasQwdpEYvDanJ4sAiomq3pmN22McZ400ZO4r/aq
tbaWXZjgicRybDDZ2N0e8FEejLW1VeSnbmruHCtZ0htMPujQPlu4H9YtthXHdxEb2wC50EAfsEXA
CMJfynXZXwABmBJbRLqL2+xpgGWxNkWG8u3Wk2T+bgout7seZZEd8N77OvsET/tYj3AxwnY8XwpL
olr+OHRexu5QJzKY91jvKIPotUe724oOb7DdCevOKAtoRjotsTCdSVr6CXXbMHw2luScZvbPDdk1
TQH84HnM0gME9W1u2o9vUAAJSmvr/ww1ADDBbO5+KrXxm+SS2dg1bl3e21h/3A0hJsMSyYEoi3vh
9BN2BVac7lCJBXOxXvdncUVsdqy8CwyNi4Jl5c34BCOlspMysFvF3SAJqLmNrVJ1d9iBBv2Md0k0
gkiS1CX5YKmb+jtSQV1/BgyeR57+8yOeMK7AIlTjpEMnJ/PDc4e6S4ykL9IjY2gBT800QF1EmWum
DwvvNZKzObHdTY3Hi/Unvb6546XqyyvQVHLoF6cR93XB27+pUos0EpXNTb+TsLBw+VYZu1d2ULvW
lhdqqq6wWd07p1L/qKizVOSWLTpf3cxm9RWVd3CHzzQ2wol2vLtz6elhL6bAHBEzWO1XF9sfUReS
QiaPCqcoXsgioKi0NaKQG2GPL0y5TN5daLkm5MAp1q+QlRRHiDC96aaX6XLtjCVlbEB0tbWh/+t6
cowKj7ElwTpPIUpo9dxPfhBsZNa0/hZxGB8nNdFYRW7KBaq+leU2cPx+2Pt5wAWipbQ1dDHayk3j
mM3ZGB+S0pFO+0TEHhsRgj/pvqKQX+M7wM2C3kKxeA6ppUfo4JPXeTMMpWnvk4pSKc6ztd9NCXrW
67aZB9LwGrOptjZzsL1DlQU9MR4E1GwLo1DuBtModeFgNL16ThljPxymaWT6HzphFAQFYegIj2c/
/eHbpbrTS7wUD21QrDZAWxGs8JrFcJBZXDxaQQoK04jWoQ0mGQpYmOmpP3PZsmPrpQumK4O/Xbem
SYjN46XWuGzKdr36GeywQhANne4xlFbMRXILtXc67Ru5kvQh3Baty0k7nEjwoftFYkD6zm7AVMUc
7V1o4g36LWwM0LtioM079K0yiFXBc3vfeWVH2TDIaV91Mf5zx9DVcpBjMT0YqlXjJhvlmoSE2o3T
Pu71MF3FC6XeLXGoxhZ/JA5M02iWl14bMDSK0mL5BHI6jxH75+tErL0LnOg6tFMu3PAJff3HjtHg
/ujRuzbX09KWP9FWqfk5s1H4k/CyNm+X5tf3G9lE8iz60VO/yhsbscl4O59FpZNp4LFC9deogzn7
I1IUlNf5jrAZDhA0h+wmIkW//qr9CjSJ22Xk13Ndm84m1YDPh54kIfuA5ropXsiXqKMWF+Zyh4Fj
k5TKfFtrd+I9qg3MFId46hWZGEmsZ0aJwpNuCX1ojWfKF6fuQtuCDMg2F0NEVw86IO1lplOwxZKI
vcWtxW5YJzNaSbyWkKxtuR4yzL9+5OYLdnWQsSmdtm6c8SE6RQjgdbIo1kAax2yGfU8QwfcsXnSw
iRWc/K2/LuJXGZeEmgkxaPTKDA6tdipAD/2/usGMc2SnF1X1xAdNtxyVCNmqcyUs6gR9W4u0Xb+r
oO3YYS4aSVOdsGTOVtTP7qpXFVqtPw3XjY1gmomnY7peVWaWfvVGh5QiVhOIFpnZBH7BfI3LdzqR
tkY/3cr06wB38zYO8VTtISeoDVrfICME+Z/ZXJPdEZAD5k/KzHdOvw7p0+U6466mpFixZqtoNgz4
wnpcOmIpZ9XgRegW9pTToJm5Gu6JfbQ/Cxg89/J/r9ATVeUjMEPvgcSRLJ+PqYyKYebzhBcgIu6x
7I6XuqjE5w5/VlVzdVDaKOc9+WtUeOgji/nxUvqMIBfttmqGCmcOBU+2LQPeoR0Q4Sw3lT2tV93c
yGpbewvHW1BWQX7QpdTJ3qBlZ0nnaDyjpOkxRYZsVKyTOkdb+bNCATl+kq7KS/ehovED5vd6vgmq
gWoevuPPV7FDJTbOOosPVdWx8lbLUvqmqQqlboY5L7v3oPBLdOgXWcrFxtC6kPKvM1I4/oOY2pO6
W+iqup0X2xxeG+2yFEbSTlBnSuXTuxB8ToUQ0qTOy91AchMVrlGIjmdZ2ytb33qWeLteV8tDMSWW
c3dhoYkNYAe8AL9GKdFMXywBToApgo4J9hP/uRiLZPxVp46VPWETEsM7oRHDeCzHslE7c0WrTALH
qfcyfaiT64pR9c33JE4mFJPy3Hy46MBRdZMSsPBh3THo/tePFHV5utphXRfnwUL51JAzlprDLUn6
A9awWBR05mdpqIxzh1rAXbK++ysHfK7uHVll5XV9iut6Yrq24/+VI3dif1+B5KNLeX9ZREtSsrhq
PcmTcUoPrKsh40i+vrw2zchSgGY8sbap51fdexIgltz5WKmGX4ZfGfUXN5A9MUksAhxYvbKMA/4b
IjLXIqZnQB4K1ieZ5ax2F/Z3iQtMn3nXLep4EfoYIxVepNOJmsvs2hOucGGTLi/AhcS5XDXAF8+9
yimWKxrGmd2CCs+x7+zaM/pdUPS0dJeHJVwweMa/nTcfsImuPnSD5xabdRnt+QouYfAIXDvbMXKm
nJNiXxFeyGwji/gokEGMD917nqFji9Q0BZQgF6HZrKRnPWRwdP7euoiIL66JCxwAB4kvxxvHAIst
SkAj+yXqGF+WXhcLOtUX9hRvC+KX9Rya7kSS3Ea3Crk9/93KWVDD1KGcO4l/L7RziX94fc29mDtP
eGHiYKgxR0SyPQkAwb1Ip4Cq9Gxlki0mgqOJUa7a1WiOZYQ7Le/eh8wdTv0dA3v5P0xeNS/BsCSn
Py0QNDK6nP1Lq5DNX4qH+vzwT3gdX3QRGjOAwnM2LaFD/iFJSsB9cL4WUJsMorTX+54g3OWUNNAx
oTrtjLxLQ6BoBFwX7wk7+2knNcwUKg4Zd1W++1Wv7EfDPy2r9HIfDcTLfBUBGTyAYahtnnVfE0X2
av9fys5rOW5ky6JflBEJkzCv5Q1Z9JTIF4Rcw3uPr5+FQs/MFRUhzrz07dBtkWUSmSfP2Xtt7ljy
NGAyU7cOtLj0DHfMofUhQVTFt4PusUWQOD3/jTHxLLJsYVaa07qiYo9OZtlitw9E4eHqtnRR7tIC
S/lea3Wq5sFvHPCFwi6T22X5L1oxy03t2YMGFMX/CUoOqgEPTJPs0TmP9gpfeeFu61CM9UPPZSFZ
2RGN+mOuNQC2YTD6ff4999MKal9O0KRc6Xqbc8Ya4cSrHcET8/nSWDWrJ1emUMoMP0xvA0qo1fJ4
NmBCc8AyrfYaSxHa372gZOvvU+RHj7Sh8aCvfKg17Z7R6ACRJSwy41zGPJ/r0RCTQePUhuHB/bIh
U0Evw+nQMpVAMNeMubPhAtGGx6UB1XsMXM8EVo7tQ4uDa8UMVoKNYKI5bdN5+gK2ijY10Xaz6LLm
RNyXGJqvPC7OmtbGzLHKjNK0NuwG8ybrDsWbdXVpmMK+HrCwN2akXQsMDUadfln+HOMfUx2bNgCP
LXZsja6H03ZEmUW4XwvoXQpoRMaYbbrHiIqBhnvBgN2IcVzx1VJOpD27V3Xf8vPyaxsLL5DnvFXG
2AVncJa+9pCAkpn2S7Nkufplncn3kSYd1+95qTTDMUBFSS3noHI4RhES7XXsJXrBr9Tl+MYwGHec
27ST90I95zfogH3/tkSNsLHCMMLjqbnxuFlchoVldBi/kjZK9kZgWoKxxuzpmd/o9EqEoJsfMma2
2kmGXthzvan05gYDL7tunlQ0MTDGRXAeqrH7whbhuMd/n9nr57n8O+pdNsMAB6e+cxp9SF/4bkpv
h5JjCLd+0bvitGy0hFRN/wxM3YqNyJkXboM0FO0ZaVrbbmJC76I1kOVEP+epQ2Jud51/JnKMuSwh
iWUuuajWHEnnCGgZJEKewKiXtDgTGBLTq+PbHTsdEbbsxjabP6sg12cXpJ/r1o2jdTCZVFEb82N6
NTZ1NqDaX3Zk87ehD3Io0tjgLyt0KM3Rl1OEYUDLKK1PkZA0XS2npyU38uGnZ0PSI31yMpykt+V1
u8eAyI9YHuIm74WDb9durMNYTJybbsLOeOqKcs6TdHXK03KVJFXnfRG+xhG9KPh1DMm8iVamdbn1
kMoyNM6V094v3j1vaiDfWYj9jGarrrVY6oQWn4RKIEg+FQUl8D4qxFAWq2V7c1Tv8qiXTt1wbF1r
7uXDAUvBgxLZkheHPp+12I8xPprOw1ewikTCN/tJT+ljL5Rr8qzSQl/sciNSH300TS6E1KI8YepD
8cH40WODMNOYtB7mrhX7O/1CvYVFWgztP5Qh88xxyAKKK5osFPUxw5AccpNT1zfLtNM3Bkbkf3+d
1yzE/y2JUfuwiDAh0f2Q5G8hsvu9UiQTFRWjZVSnxRg5NDHlAZxNo92z4xfWKdJU9ZD7BjUvBoSW
ORnqymqPa1w7OG00VZulKEjqdt5EsR9WG+b0qQ+B152izWxGnQFgswmUUWHQQ+mSybjzJ73RDznG
HGbJsjGyPWYkD5miJeM9htIRxXmOieCUoyR2eaJ1vqQu0tgUc2vmwqxg4eXlTtbgiEF1WZwdyRBV
WyzTRf0CDdVjSZeJGbmbxMm6fV04bfYY+VTOpxR5jrcKtRowT9LFLqtqDBFt4JTNnWJLWinyrBYO
1vS6KGPmJka9Mxdv81LWjszHsfxdd5Gi8eZNdWnvDmlLXbB4+zLNEQDANDfst5iIp3qDwbIs97qs
OW67KeNUXgyG/wpqbLCL+zaEL4fcZq4vHCo/hDZmRg2BZYo/D01a1uskDeEi/n01XCNdflsNmkIF
ZFmMfhR3B3de1f9xhQ8SLZ/KwnROErIfBf617ztd65flCu5d64gepgt9DOWx8Zjx4JrveZPl6fc2
U98rCH78f1edwejRY1633uytALl6E6Fo9dbIKUJjM4xdfBOCMYMCm0Ippq+lDZveyuf3n1n6XUAX
S9s6KSfpWnOLalXXaaivI0IduEvb9XyiXF3YpabksRwhelwKz1bvmkpcDIKdrwUn2kBQLU1RTu4n
n9UfWjKNsDueGDSpGgqqj2HFKW/KA+ggTszmhPoqvByWLN2WcUAb1UeXymrQH49F1CKo6K/al79/
WR9sVjy62vzwMqtzLQdx40c1qF4VI378OjmXXPmH42i7JawtJ8i5tjNSvov8BM+j5hgmc1EqY/AA
CN67w6IcBiw4f9LX9kpihzLY16k95PD6ND5fKzE175wDqdY2jVbRo1q2WD+ZNIBbI+KIVVNB6zvQ
2jd1znbVvwpX15J9gjkXBORVeP3JO/64qbqks8l5PjjrqzCrfNisoswwRzNXyRkgKsszCXTatotr
2PIzN565F1qY4HTHDLjPvALQA3gurf3Vmz5/IZ/cigPVUtmPvkwtbf9v1X0tT+JGo1xkh0GdCe11
djpIPeYoNBElOFtWoPTOy5OZBgHFnW7U/Pq/v8U/VtWsRdDRvLmSNYWu9sMDKMm8RxrYnZtMC8Qm
1wFKBx123H0oG+RaPke0BmqzNVCMwI//7Dz4U5zK6I7JHdMQV6GU/PgRsz8gLh/Nge/eRH1iBx46
HsjirOXFC1pHaau24IZEcuUKAkAMlHtXTCKIHxwbJe4JKwmFZlto/PvfP54/3JEMWvEQMNZgvUvE
Px8Ei55XCSMwNHHqrltk53Gan5fmirRGP39qROEfEZhE/aa2ZtJ9qmR0WZxrgdI63P2TmZ5Sms/D
DeR2tphxDAH5OvCtpksFQ0aeoEiirV++67+/gWum0G87rD0LyjVHQ3Jt2H88tMM4OL1Aq3M2fJUk
mxqqN52vK1EkTaTW76oisY1LcS3tlGaODeNEsw8Y35KW8zO9Plx+EgOhNVTindI4r9T9vw/ntbEM
cL4UT0tzBV1DMj17aYNFLhTgH/eI2ThCYlOjmyByQ51rrknmukmnMLqDTCNmm+58+kxAM6xTUw/2
J9L6eQn/9gkwgHVcDKhM+dlDP1ZGehoisnEqdY50AMffZVYk2VbT5+HLail02k6k5gMqPq3+pCz7
OFxj3KObBjIfG7YQxqgPy6fFAVlOlS3AUeQmiNuwSpo7TgvJHm2wsOt1HQ88VKEPER7sK/+sMaVO
ofokrfGDsJVWpGNKc3ZnsaOxpD6etGbIDtoAYT80njFEj73ApceURoPan8xyrDPCBtfbBGVtNO9e
Tf1AFuhYJJfR6K3keaj0MfpWVm3qbCOkVyitFvFmUJX5K9F4A3v7rCj67AH83YKAP9xmTHodlIIN
0PgWf9+g0pRbv6BNt1/aA5kFiHsblpRlR8dWZfj+73jcGrkcw5E27cfGzMW0k4FZ+hvbb+LPpCMf
TwVmWvjcFINYMOwSa8zvL6kqkQMENV2ksY8onJe5KZEctn/vicKKX/IkhRu96nqc6tsOL5A6+XXF
sD5Mom3LNcM4MGnq0LnmjoBdvahWu+v+pbrS6R4XSSxuhqnKVqVPQM7L4t8assGnZF8ka/4gYC9O
V1NT56YZs7ZZukKnvU3YP+2rPNYdFGpIc5xdcssvWmqlpg1ZeBVfNXyfdOC/sYeSpr/lpyj0mpSt
9dRjYKMdr49wgGEfSW+zKCahCIyI6XrsnsOLuv6FRd7X1a0V3yuv9owbKCFt9JjrkcN4M2IAsc6K
uixup4QW2mpx6wvg2+ZBDR2SzOVZDATEypex9WcnoQomzz9XbR55NwVGU29nGXhHdwkk4M+2+uvX
9p/7BJplIL2zx4kiZz43fv9aPd/ExM3Fc0/Lp8ue82KYjCczltTklhw5l8VVC7DsiEtHwiqN0NUQ
6iFn2DZlz380JXCRHmoUibQn0EUm60WJk1YwB3YDER/dBpgxsi4RxXH1HMQ2FxWQ05/SLTC+f9z6
8AJi6afZqhuI2aXzQWtYN8PYtGSkHH0u9clIaomWd9rZHmQSz0kwONofLUo1iwuK2/NML0LZPrL5
kN2rZdGP0MNtFnF2rxt8NwskosrQAJCJyTDwn2KqWDIpA+bvMSqj4gK5wHkyDa0sj0yJjbcYLy6h
K9lc3cSTARZTNwQNZJSv3DBjj4vYE4HxVXOhUcFSyK+VhtuZxXto0czcYhOI283yWgLLRacAnQqd
5yKgmBQIXnK1IJJ9RclgXmo5+TYP0fyyQsdFEx3TECw2RYkEcOsEoIM2kNw55PpeGs3DUkzX1xoM
uMTcZb8+NXIKeDW2raDW2Z5liH/QZ41qC3x6DJ/avIBetbycOLZG78Vq/Hl1xuCed55rzZ/oIk9e
ns6xDfgAaD2gp45NezhMvlm6PXZlqfJXRPlD/GgDq+7OMmvwgW2VBbTtn8VvtvhL7VK3YQhPvOFd
LRuhfZWtY2b/xMGsoVm+sqky58miSlMNDUkFjgHxWOOe3EjweXSd8PrntBwAIl+9j8slMgNKxB2o
1NgO6hF1Dk2/cLBs2tTSmW6TTobJu2xSWX6vzCmiEemHvwo/s7N7jULR3CkpvjKWd93jslOVZsFi
kW7Al8VkzG3OKtXTfmdcq9hlA1v8mCooUGfXoSnFrdeWHlB1ONG8mqWm6AVy6y3UX4qYYPK1n6jc
unTvwmk2DlYGHWyF31Do2cqwy4J/Jp1zBKtQl98bHcPNIxd0dzykRkBH2W/sgre2yO7TLBjTA2nX
sntd9NodD8a46/MhI7lh0ZqDIvfVzg5bJ3yCJO+g2pFAdm5LExxnAsksiKyvetSzpy0ifAO/4Ai0
bgzHY+I1MxKsJ1PFtvQvdCqto5ZFxdaadP0pccxybbTA+QcbLqbvmfYuyoNNwpyWGb13IVJIrqvU
NX75ugjWNUfJti+AbRMYZKPmNdQ2i0VwTsOxuKGvP60b3eeriU0gc8WcdpOoBrRFEw/3yAKJgTdV
7R8Zn/nbxK28iwoJEkLoSeZi1SAmHB7jrje/55FArVvWztNEGjNKEpdUC2V558Af5K0IHTRreOkY
y1X+FrzAdKFKDnYw7tsHeMb9WspxBCMk8rxdO6Nh31JnVJvWyw9gCEnU5oedkizsNo3bStBOU6ut
XD8J3usonU42k9+NQcdym41mdUu0TWBxiyrMr3oXyu9mNPRr+M/uWpaRgTJOBLdFX2IhKRvjPBqD
uY80rlOrTvbZa2uO41GV5TNavYopcRVkG68oo3PLrn7OhTJ2HefVpeJY2I+ZlzIQTs3tIHzCEdDH
66tQtu89x+W6lqPz4JUi+mqiaTmiHiSTiV4+cUuj059bo5UbKNDjXV0J2ME0T7x9LYZTTLwH/PIk
2Fph1m/KCj/czOCRB1nRgprcES4+5btO1JVh/mATpuVeATE4CT1qd5Rh9YNo9ODoQjTey2SQm7zT
v5Rp7t85QaHvXANZGNvtTS7C+3RqizMn2LD1ohEIiR2aE22jKdvJEeTSJsgt5gsYI9ptheMtxIPx
IlGyrkeorTvuOv73qSdlQ/Ra8tLmwy/pJQPADKrUyMm+YTyRI1heaoknmKYBPFdPfYntzj8oLTBm
zwC7DZ9zbW6KIZ1WVd3fT2j+Vj5cPex3mb4Bt+6g9BmMaQ91vLG2LfSfajMOKUaPbHKSdYVn75nY
ACAdejy5OwjPBp6syeE+FZLaohibt00CmS9kf5tqC+WGwbixm4LqgB/ffsddIzdKS92Dm4tflSH9
Ux0pa+3Z5QizvSTuRpjiPY/N6AWZB6C6rmxuGF5FXyLR2gXzJj07mx4hYkxivgEdN9a+kTv7DGv4
BuqIU0JXaUFzkhqzwePVpkyhabzTGvfkxnYq+yHH/NhvAlRFj1E7+HMsD598orvA6h2NmJTCzX5p
be/PiVAPUax5P4ETD/cKmP4KH8nwte38TKwNq3e3uab64ksrY/0LnHcaBDR5rBXrK3q2wTDf4DLT
z2YjHj38a6Q7VKRnxcC82sC+Ezbd7wNwdC+l3BcS1W9BDgZKZLXzgTTuR2HlBJOI+IKqvdxDo5q+
wlRVyPJdua06e3pBhZ6crcT1eLrJfxrtwUTPJZKbwiIYLBaFe7CtiVFopOaLDbhhOyKbCzLxym6a
8p/Ut/27xmWOpGlldUp969UMS+PeoCJJ8p5YCi4/W7hX/dpp42md2B45LMb4BEHBe6NuI+4i7FBa
xVr9lNdJfe8x8wHHOPr3wSjvTTKN120CTTnqiwZMcqNBoMS/UAsf2EE2ud060eN63zmwt4uxewLN
HTwYjfXL6caB/ahzj8pT48EYB/fgtWC4SWljo42jZHiP7WxXoxa46cPQXOvEvnyzSm3SV03bd2ss
ZMkaKbv/bBhoqwyVV+Gq6VP9tVSTdvFL2b1kblS9uJzUj6nhJ6i/Ueldgg6EuAkJ/keVZNkeKizt
Dx4DICh2vC80FzKIhbTMUbmxVmE3fhliOM4sSStZF6NynvXA8neexwh0YjuhyvKjd9dvpi9TgRxk
1komW5eeJSsKf8JXmONc2MyUrbAJ7FU+iZzxfC93Tlb0T63l3DqYso6Axct7shWaO4AH0b6ZKP5Z
3Madwle3Grqg2Hc6RI8V19vuJgqVSxIHUBckQPor5IVgJyNl/GhphR8Zbec/25rYA7us8mwt9KHa
VXaWrQlVCS/oLcw1mYKkRTFfWieiK5mlBl2zmvoENrWZfksrmd6QAzoKxFquuBFjZa7ijrsTMAcS
64Mes6U7AJEhueDSouiGZhS4t5kf+F/MpnJ3gBOmLy2T3LeYzIp16QbTnqdhfI8j4j8Qc8X2Ni5l
T9CPgSAjThP7R5/oFxzE2RtpfMYxLXqt2lhV7jId9xmbp20bbOhtuUyIYUnstCjVvinfp67zhLVN
el2ARvdFhUbVaWuJnSQxGLcQOgH3iACO2Eiar+VY5g9Jgglgi5cs9Ll+xM0uHnznybbpA+ZFe8i8
3Nx7VDNfJGZT5RvdNhlTe907A5d4rXDXmQbfXs/Y2DkmiwdOx/oAtHLcWISF3MTUoqvW8D1GQXG6
49ABiW8kOze1grVJuON6UBM3yUbDNGXV0Z7P6SJQJT1riDSblYeS6SIKEpRxC3VIjGRpryKU0fu0
bd4Uc8Z9i47+qGu4LDM3MOBSQMWKg+JtYIvBzkayTKisJl5bjapPWjq8Y3W3bqkpLmPPvoByQezw
+x4B7UMpL21KZ8rPNRrT+tBAI/zGTQaJ5BhdPIozEgWJBLEZ3RLdAw2u50K1oQSwN2Q/1W9l7iUX
SFlyTW8huQVfLi6sy4rKpxlIZrVovA34TDjjdHLtoryv/8Hvk+0dwlDhJvueWsUK39VoaD+UH8kv
VipeIbS/t3lrHNoBTBBRJVXx0iZRP/unumALyDT7FsdtdqB2dR7MOLeeEZiF8IXiapcx41r5NtFm
U5D3d3Si1KocnPAHvgq1dz2NEKWQeeIqGp1k52gZWqrGyi7MiAn1rWh/Y1jhfAraC/Qrsh6gIZ8R
a9cXQq+CM5lS0aPbdNqOuJ5EX8VD5T4hP6rGQ9R14S2pouY9PyuG41EbTKStNwEEdp3BrKSYsNRJ
oKnOiOrK2mml3IHyctC0Y2V22n4MU28btWb4qIVWeSmQ3mwJv3gLTZsdusRZ1KjUWhelK+91a5QP
dW4R8YOQ5K6Kte4EjL3kEWEbMRjTvLDZTLcReKVV3flvGhYn1CikgJpO/m45HnBshoJrUFsJK3qE
bsY1si69dKd3Xbv2FbN3Ll7EhhERGe6ICjGTFYOZ7hhGBbVn5ExPtNvSHxopeW9ZKnkDGUEaGMjD
Z8MtzRTJP6a3iGSL7xk+l0MLFferV4whCRVd9u5CqrvtVdndTKEuNmAQs52NgXbWRRDFAk6G/Boz
7eXWzYSVkOviV3uEN2xnoXdbpHNuBDfll1L3ktsUqj3RI4OYJxopQutYIWP3IsU53J86Jrk/RZmz
Tu2QhNKxeB8yMNg4pdOvmR4oim3qhrjsAZGFPfQrg2fFdhBwuOhyKpf8EmsMitM0NZxgTXKruEu9
giuuT1IY2YYq3f5e4pxkIO6pSxdEEKZFWH9jxpO8CTPQPR6HSqyygMBRbH/kFCpecDkYaE0LZn4d
5F/7cYSgSRwYT3zmEWFm9Y5zU7XhxG6pY65Mq+msO3W1KsLEXkkGtmeGoxWoMhPiVqRZ59HN3M1Y
Zz9IwcR/lJmy3jk6kZ9EjI0bl9Er48bJCV601ElOkRTaxqsmtXMmEiJ8UWBLAR+x6af4axXaAZrJ
ujj7bGLZnMDVbBq94Ts0Ovcl1TvcoCGYKKRqqjlpGFG29IUB5k5EP98DXoieY91GBAjzdE3zunBW
SRuYuyFqxztU8d2NDCpzj6e4aN+m2CRjEFnx1rWjZJs2VHuIrZqTGeRl8Bi3qdohKC43flq/jqF0
9lZo65u+CX4SlNm8JEMafcPv4W5qhF5r6Cn6Gr9PeLT7VGyZHrThavQK2oU2cg3TLubIpMQatxNO
plNgor/a+nGSPau4cOmMXclgSB45+/TQon2SdqzaR7e2tfJ728FXoH2SkD/FpN9qkMDHoKb8bs4V
oTfIi1dhHHr7yo3d7LJAiySK//SeiKZS7goshylYVkf2G8iofrcNPMxB236KDPcQw7hCrFkQLbNp
zNCo1y13pOR58TAvPb2pJxf2HOJZoPaPo8jZAXufF3wdjJp8RpKRv2h6HQGVF5XIXspBjd1qCM3S
2mYDIUmvxLyIm7ozuVKXLv6rx8rN6ahUNAOHF5ontAPI7cjJ7Wwn9zjBBff3IYFN1p0oA9c4eTGW
8KMdRclPnc9oW9X0VlEtq1CeF1HDYv/2WSn6Xkckn12WhmfoxFa9iQvSaNMZykrnCGAtLUp0kF5z
yo3Myvd9EPrZUzPgvb4TdcurWXqs2dJF9QeLC0YQETnc1k1Ctxa/V4aNE802+3mJ4XnnazOhgNO7
eXMnp/LO4ZjOX+W1CZM4deesBwdrHx8y2qqvi895uLaPpivHa0ic/2mQDITUEG5Y0XC96ThVzYOV
jiyDVg6jccLe1Vl3i8fdBSFA2FipA81Zp/aVB9hEljhbPWTip2KSdoWapxi2gwdvTu0kFLXshZDg
cDoCxyXjjmA/mtHVFY/VXL+i5Vtv0FB6zapACZjuAF3TaVqgJwiXac6FkRy/zZim6BL5cTacidJp
AboM+ODIO+gsekUiHOvyVxrQNyqooAd0KNSC4mDgmSb1Tgw4ptCD8dMWGEQOQF991cZ2bnkvLu+/
D8/+mP6h3lZcwxn9GUrDq/VhfFNpRS5amobHRSAlfQ6xW3+WFu3druj9dY3IiLRVpHfOTWfSb7jl
SK9/hHZZTgckb6mNckAZxclDzYw3k5JZohgiWBWlRUtWdn5HKgjRblAJnGDfw+ivd39/E+ZsnPrP
vjaOZ04Pl4wLqAjMxj+MK8hC6+Hk6eFpmUkXmsLCkKZ90O5KnJzOgwpN/UFnOagLDNR22JYMxYev
MuUCd4tpzIVJPQOgmg2KSebZeskgbY/zAv/NFLf59LD8ZBasld76fQn2vG1d1F6+UgnvGvNvUzvr
asA/8jp12iwfu048RzPU3Y0Yi3Hjd0p/W1TcBprWdkdYEuVikqmK3GzZGbeyTXztVnfRVtS4hA2G
jmUohp73EtL8832BYqW+Wg+NJJcaXuhBfTLP+8DTQQPBnNqAFULDUjrccz8oAhisOSS/VJyu18Ym
4a4ag5Cla71szVHra5IMcSg/a9A68wBn0SbIEHHKJ+Mx83f8IK8HiQPYF4b3OpC2P2ZRUaFleVPB
QxN0TapLFtiZf0NXLCeuvC8ks6VUOd27MukHPXRRMEt/JYJG8bPMSgSp8wNGoLFVxepBgE8cHhZ9
9aK7TJICDMBaDyICW/WBmuOQSajGaKmZ+Fp5rt68hm1e6kpw80BWg1GvM3V7GyYmKpC0KwL9hIee
K2NuCztmE3HcaFeb+fgVHLTErqAD2tn0VXvfaTTgj40SkhDzATzfLToIFE9qJD1vs+wyf380tD8e
jdkAjqgFbLDim/v4fBeOVU9WM7lnq3TpzJth0qY3JLtU8VEbrJCwgNZ9rDWLqEJykL3nsiGWZp0N
cFRuutTMaILgm7NWn7ysP9hz+ATZb7BkooyaV9Tvk6h4VKotDNs7G8Km/18z+MnXOCPIihmRYSEh
TKK2+a7Tv/AfMkaOZBNEhfFstAPnu+kTXe+DEI7tBkWJSs0dZjgEEk6pGq5Vf3+xfxrpealSA34E
ZEpqPBe/v9guHLr5XlHe9N7QRq+0SDobRXqXoQvyeyqdm8Uyv+RYxAa9ejqeQ/GGmhNNgHXN1Fg6
/TgOEAP+q1i9uogWi7b2r0RoBjcLQ4vGPfMsu4LGEMTJhaCWqlp3VB3eoaVI7jckyZTTfEUkpTY1
3arZ+8rVxTqvtdMiQApKDCtHxasrbmrDyOlWzBsijqe8G3/1soz71cw6+pXh72k3k+5MrzxNlXdj
cD0uN4hRUAciZW16LC8+XQukaGFzHGNC6PbT4EoaI1jTg7Uvzb5fRVk/JDQcbRKD8VLXyc4SsHrW
hpvBTkR0E667iIdwZfqBkLd6FXWEoemyrNsb1dNDWE8hccMb7CVsniGdlc8EpH8oFdDfSpOdmGmh
aaIi/f1r7PE8M2Qb85OPJ3u6xPowRceezw5cc6n9JOfVtXC0xT3XX+YOcJcLWEuPf19MxofROvsq
ywidG/oEWGXsab+/ijoMMsQIQj8vqyXKWys6+VpRtHem0/nWxhaUr2tskCwdn0tjfiKrKHmfmLlB
F3dTzVnLiDv4GhE/a4lklii5kIGuigfkHdXTYq8ktoHH3Y4lk6FV5NYAPXFqFd+NFsvZabGVpx2H
4a1Rhz6hPgDaBhiiSn5bfDFLPI/V+9l0N6UDstAKpbf+1CSWZ51TQ3afBZld3/p/HON8NJDckLLA
hkQToYwPtQhVctOIOLDPpSFEuteswdhPIzHWwwpDgqEdiN+LNQJONQbnZLRp9qW2g87fRDgStd1i
gaKLX9gbvv6iqVcG4oOaNgBUpBtbuIgwB4OLMmFweKCAnpn04cZuKPnsM2fSNlWi8SdZB/tsk3oa
lgQMp51/MzKUPElNNrSf/bQXfJiqJdXi72vjg4IFWIhir545evMCxQz3YZjdkj2ShkQ80hfJ4+Ag
28p5HKyhqM+U1PpAuk9LDBsi7fSoBenwSxDZmpDIiEd67UCBIkaDjWrWOauJY7FoImaCbd/upolK
eDMKQ+Tik93xzxNGOqg2JSqGGUir6R9EBbPXBQKJV56WyfoMZ05vmoLsDQg01uDsclGSLk8TswlX
+cAwaYXlowl2EGSyZp87dBs3y0D3k49zXi//u57YvNACoeeFUIh/llPmg7DGr0r20FRvT8tUHRZO
bT24vs/pvkyBF77XUmq7WhoXx5Kl+UikjvFGORnORQ7D3PX/BeL7h2wNDgHHKnoz/ke52kfsbOVi
7sOUYf1L/JskAOcvplXpOyIyCgIWha+yW0S+uX+OICk5p6C0h/62k25rrx0gVDNZM5nUts3VcwH4
PvNXbgklbGfT/8VSVzZiek0o4+lDqNkPR5wj8y6bDth7PCJe1YOJ5d6jmsrPkPExfFF+VYGxIkXA
Nn4UyWgUv3xHCiaBXCE/O1jxxfz2Dc21JhEzKDPdOTsaovOHzdBS+uDSDOlPLWLjm96FgHJfTATV
slb7kQmR3iUOw/1gzPDUdGjvuAwRg808kAAm/Ylvt9APS/gXeXQFHbM0ct9cJfru1dQxrrzQxzCH
HbApecdthPhMjPlTfUBNEmvnEnnV8MDEHVikBMtXv1G6V+0NV0xyHfueMEzFdKmcOZEjA0k8Z33p
Geuy8hL33BK58LWBaCC3DOeZqmMQiuQaOzJRxoR6WOXJckSXrXIng9yNJauEDWLMH6/l+DsnV372
QoJj2PLDxzRbhYHMxp9NIQcdNYA3CgfnQgyAxK8SYRxhdnGnIggNIY1dKrI0Fk1tPRjcqRYbSZ16
UF5g/kXfnNAe/1uOHF+tLpYqymlrYj8IAROGebmWYMzSjcX+MO4DYoZ4n0mbZ0w8M5bQQZgqzLax
X+LQ6XhdErFLRMufUiM+OUMxih31I9cgeB+dew5te2J8tRgUBZW4vc9F6gFQWe6G8FgbeqU1fZBX
cuF7/zJLCsM1wnkRrh0yvwom2gykzx7bx9y1pru2RfnjmexvcF7WIregb3W1Vpo3ocLGR2JTOFYk
Wonk0EVmXR0at0D7ntpZo5Pph5GPh9qCJEGuWrKLbfonR3ZhgbH4qqdGDZJNm4l4rAc3jdJmH06W
wZnrN+Wsaw7HB5K+s+iAXi0D9TPWAUybCGXTKa4b19gvRlkdUyWiIPqvsE4hor6MvTYlm3+9Mqqd
iC2r+oGZl1cDas31IUvew0m14RMeMeJfszTPnTvoe90nTI4/8dag2wkPkTM9aN4PPzxjYLgSaiIX
2q2f4dNI8rp8UNzzn4Wco/fw5ffhgSlYIt4aJ4ML4UH/HvhOuBhtrX5E8E4ybyI2hN5qLc13Wpi3
Y+OzOMEt1sUGF2Cc3tOJye/h1DndcdG7FzolwtopPLXxosx6MHuhdjBX8nSf8+te0MGgc6wcAtKf
/r7xf+Cjzxs/9xWTJE6X+QiS1A+FhJqMguqr00/O1chVEH5uA+sJqEatsCm2JY1DdaBPyWMD3ANp
7uKdK/UxjE+ao8JHNZb1eDDLAdZ9KkSjjuAZbNJ7WFyof4MBvpgymurQJ1MXP+BQLOKnJKG/n/le
6P+/L8EG0BhywkkExRvhWB/uS5XeG60de9qpF8RsHacmLvJ9SUkz4cfJ4y+DwxOuVpLWOA/jmFYM
aKFA3FZF39J9zSfABMwnLOo9HtH2JsWPKgkDz+J2R4a3f7KJ0Zi2hXIcQGmMdN4XZBHtm9kjdPXT
IbOCD1GTKUSolnJwwe0nnsR/w32yazHpjj6/YpJNaN5ZKB6eMUoZOYkvY5GTPNLgZdrS/KqZeSLb
eyfZe/R+8iDZE4kZfVPf1XFKbPkn6+H3FsJ8i7ENpLVKQx0Lf+cjeKcfrUnDbK6hUZ2jEuOrHS+V
fVrd/hd159UcN5Kl7b+y0feYhTdf7MxFGRYoUoayrb5BSGoJ3iQ88Ou/B1WaaTLFqtrG3cZ0TIRE
ESaR52TmOa8BeYaNJecBEb+gJ86esaq7zt3YQaa5t1VbDwhLHmnes46vxivc5mjmFBpg6wocl4XK
cV3Td87C0CN5MZnLH5jPpTQGQIRTirj8Ksep+9eeBrAw3Dc2W7QZlzM9xq5Pjw8VeTbHNQobDQ3G
4ttBsz28o0oXw+nYIIVs7FDN8cIIMSNpN2qoFPrhJOGaVK7Rv0X3FSxkwl4oxAMprh1sRbVFudlq
NPhyqBWDsUVCw4D2j0QGEFsLEsB9F5EPdkEbNtUGHhPQ29pGrOLGbMkEODzXJbC3wciC/alEXBeZ
otw6aROmr/598lWTZt/pdqu/C9EhsXZXRua4O348NDbwULZ6uoXfCQd1jG6fMK3mxlFM+nDBYWor
5Ez0KjOCg1Z1yqcTQ18caVRiMCPT16s4CV+diIvq1HGesI/B0Q00AjHdocT7phCchHeYAbUvwU1U
sYAvIMJ8a44RXkRxgLAfuBl3zn7WTi00iSy/C0ZMPBo9bL72c2ca+9IK3IeTF2F5NAk4baXiQVsi
5XjmHc3Jmt5Cz2wmYMy0i/ZWpZafF+0QhAWO0mZpF1C5Oh19SsWDrn9aeE/VBozX+GBo1LEUI2OX
j1/1BkieuVkq0UtjNU478+anNMIRA32S95uGbqlUJsDnPmsoPAuKoSPXqIYGuBtivj1gSMEBAHW2
YxCcVNUCF+XAu1wNGvcVij6LqddRNeW0RUIkHwbJCWpNHmDfeVLtScA20KE6sd6i0uFkdtpzncji
J+L4SePhVCY5SQEVEGPwnQa8vKgLwGlI9yfpO7ati6IDpRvsxEpLNJ8DvSU5DhVno4fk6Lh4khOk
Q+gBuQT9lRd3pzvPFTR6ZReZ00jZQhy9aE+2mKfp2iker0VWpM2Y07EV6XZSzFhlsxK2unboW4cC
BdbtQJtPNV08/Xg0zegj1CnSeGpvsnFx+PQyUZQU0IshenBpKjh0db2hIczg0KbIpJsti37GfqN6
6PWC0kvRAqraV8OEiTs98XKZzHoFHHFnUaQC7wbYddZ/5Bob9A8Z7QhnFzlhZ9/aJ4LufFQTt1w+
p5rStm52Ix5zzqfKClDDKqMS3dNIUXrKOxXc6QU82dn3hmLYtJkpXLjNHr5UpvcbJ8xpuZ0EW9Ij
SxAvXz6DCzAYnYPjstAfeZRBlM4wj/N+cZXFKflzrBhG+zWCwfC72TVJR+sW0h/qEjMrFAstjLji
qKRyqmfbWrxQsk+cVIocBRN8aCKkS9yRreJbYTt1Y9NRzjGat9nKbVj7PcTK8y7EsEFpG2xuEX2F
+AxcjKMKVCUCxqFX/Tkch8qHv4II2Wm2IE7kuK86VEi/qVQb69etAHl/SPQp6N8tehPNZ1Nxl0Jy
fqzg6TR027sZrQY0R0+4+B4usvJnkQwWMNY6jT8icqTiDVEByNx4CnZz/hDYSbgNhsFRbzXA4MUL
p6cau0PBoobu5SLQfyjYPSTbnxmSs0G6h9/UZPDtygh9h0oPHf39iFwKc+poADsWdUo0NCJiXVaP
2cMJ6iVATnMY1+aFKzosde4oQUi3wRcwic2PuWY1W3o52hvMIyhoOyhFTO+Hgrn0EEJORi7Cco3J
3oFMyD7YKI6ED9ow9DY4Vej7w1eHjsm0ZZZY5o+Tnx9eoAiWucX0ooRA4+IFCQYaENFCVjxxVrEG
zyzGdSkpHw8vp8Ez4SyH2zgKtZHcIHByLc0GeyQP1g2TgHNDhCrgHCl+0It4ooxlsUmsp8oIXoEB
Hp2HYcQ39y6yTTgnY8BqSdvZ8Mrxj9kynbLbNKjh1J/yY85yagusBjq3eT9soPpwyrOBNcyvDK5r
vEwqxMY+ng4D6dHgOe46zX2Jo2v5bQKwU75UVROTOsNxQbAE2tj7eqkts3XQ607fVCYgsm4LDERE
vk04WItIjGFam0pLGxQjtaaZYuDEi9ALJzkrP1CJ7NR7J63hDIx9J8YDmcJuDjbnjeKOwnhe+t7U
zhmJw4mEhQ5eGWGVAjzkZnRMo96dck7WNUsKtAwm0UmLAvn3QH1poTZX7en9TeXBYin4g73yhDdn
1nnznzEqohocQ4yDR58qVqtuXHJsRl10zoVf0xsArtIC/zikPVokB9DIcNJLVy3NLR6JXr0DNT8Z
nLQWQQ5aa8hPb9KqyPt7k/1efDBMYuFusoJlu3kUedD0JOludVMglTnFIslQhEsQAd7byjipBxUv
mMhEl0EhiQRGbRSf+oa1EYJ3WX/OAfREO80COucnA5PnBrvbHt6hgmzcFkkYixmf9FWPcAs6IhuO
5YuwTzIB4ukFByOX3cqSDcAms0wyj4/LJP/ncogo94iF5fpXZPGXMFpy/PiAy6FRfuLEY3WHWUG+
G49ep7N0xDkRh3UeoOabQfEKx1OsydU8mss3iB8J5y0yzcu3CGY0irxUY5e8QVI/HKcbQOK0zzZ0
IVP3h6MOw5xtjTYT07sT/zrSEGzcRk6Xs6tEsHC2WJeYCQYKu0vl4SeL+LhNOW0hTnoMJ8PrQaX4
AaQLyPerYIbi+BAC8EtucmGl5tueZdM8CLeur5Brf3EBxT/HgyimOYvJLEQVqcam9Y1TKUNRvPDs
yQDMaaTZCxXZq/cNzMvsg2Nih03LYYj2s1fEsY+3dqi9AgaLCYxeJXHx04W1omWqv4UdN7w+UWYu
7w4l8yEqTYazFFepJywSlRw6nm4OschCxkfBTiqtXeAMKGFClMzBE6cvI7ukQW8ZI9yaEaoDf9Pj
WvIhRJZd++pklAV+nHa1l5/JWA5tjzeskG51m6UceVKPHYh8MjdClYyvBM2LkyG4x3mOBJGaAl+Q
JGoWqNpQBTu28830QqkmHLqgJ1eA4nq4wqjdpmMGzRT5YaB8JmoSxphrxt1JcvnEuiq7WFv0M/s2
vjmpJmvgrdlUxq04dKKbkKatqZcX+ayVN3OJJM/BAtuXwRhYeMCnDc60NLPCo7zMSXv4OBD//W38
f+H38s3plZt//Q9//oZkAO3+qJX++K/3Zc5//7P8zn/+zdPf+NfL+FtdNuWP9uK/OnwvX33Jvzfy
P3pyZe7+8+l2X9ovT/6wL9q4nR667/X09nvTZe3xKXiP5V/+b3/4X9+PV3k/Vd//+du3ssP2mquF
cVn89vNHt3/+8ze02h/NmOX6P3+4vMA/f3v3ffoWfc+y780vv/T9S9P+8zfL/gdSKC6iNcwjvrzL
YXD4vvzE5CeqgRilimiPCyKCwisLXhv98zfF+IezCJMsrE6Kz0QD56Sm7I4/01R+z3QQkzdZnxx+
+7d/v/6Tz/jXZ31svCs1eXUKJUu7FPwE1GDV0aQDWTF1MAI94HddZiqYHLmk6WAwdi0H7StHfKmr
droVWyP28fyHX8XT8C7MIc9N3WU3EqByQl2k2lQOOL1H4//zBR+/0K93oW+3NDsYNcoIR+jEIy0P
UYqpj0WmbBIOKDsb/sce7U/3CgLjmbtQZtEoi1toBvBKT9+lU3mHIKvDLeM0+3lgaNumbeKby+9y
VGZ8lH0YMrjyyBEgDQ8GiL3309ugYYOQGxqYWxDBf4ruXqA/AiZh0yUAR2GlhLPzogJDX07ZvQWK
scPDwgrLHdiQjQq3hCVPr1TKSdG7y0+2LBlPH4z8TENENbVFU1KWa24jQJiuCikFsDnmC23+rgyt
duO5yH4yk6Zd0GBkcPmexwki33Sxw9MWayQkHqUJ1EfIo8EqASxZJO4tsnrlbavqzXYaneZgUdxF
R0UMe0yjh9ve6+GsaTZYFHs82EYR3UZ2AvvHCt395ec6ds+k58LFHGK/jnw68Sp9pXrQMbpvaFuA
/pqmXelNN2atcXI1UdfOOHvkE2m/MdBcr+I3TWIAAAcHOcceEshw3LAjNoZ7Nwnqw+xEeLm7DsHt
IGqy41xfx+wvA/tzB7/0zjX1+W2vo3K5U4Ie8TIlNvcBnY0cgbGYZv3lV/t1mnsWQUR2Uk2daqP0
ZgPiz0MzqtF2cmZ0VAwseUUIl+jyXZYc88v44VFnq3QoF4jb01k+p2y6rNigc2Cp8z4r7XE3IyC5
q0oDNkEKL+Dy/X7NeR77DJ1jLc1cvhqJ97Hcjwnfp3KAK27dKIO9IHplo+acqqZpqFYMoEtdHwwN
torIXzy9VZ1NqVoJjk1wkqAWqRoW8Ana0ZdfSO7Kkyc8m90JQUHJkd60NIJaV7VRojKCswmcNh7U
8bWD7MU+jV3z0FaOeqPCrwMO54Bly1zndZDQLZpxjN7QrMRAqgfzRHG8jeoKF+o2f4Mc/biNG8Xy
hZ784RpevANg0t2gjzPvdVdv7jDiVvccvftNHwqcVDJIpa5H/+byu0nSMMdXs5elCQQkE8SUgl7t
0xLE6Ygvdmak29jBkFufU9o2XqZjSeXaO8XsXqZpE1+ZJc/MfTZ+eDvSmzaWHtfTT6fDjGxCTnbb
aDIi3xPDDJQvKa/M/WcSKUvvohyNABXqKNLefBidrKbrFW17VDNYs6bxMI9GsKOaaW/dYYpuApLa
lZs+N6Zo3CylWEuj9ibdtLJatWeJxFEhgoYwj0l6D/CC3kivc7aEivmpMyboH04R317+ms8MKmsz
24xFhtjVjiY5j1bnlBiZhymOt1M3dVulUDjjOljEXb7LMwEODBGkw7JQsJGSAtxF24KzBnXAjBMR
+VcffYqA065KlPDK9DxukB4nL/ZwYAMALgBgMHDHlacJBUtXayt4YLX2B7yDXdSNO1tRksNQgwel
kvEudNrmRnHJ/VNdvI/yjDaP7eqHgtLQAbnA7nbUMw8VjiL5m8N9ejjkn/G2XKxKpQ9NT1a4hsbD
zZ0VPQw0pV8GzaReiRTZNEGXb7PMt0dflX4vMp4tTGxg+fDHJrTCI7p3W2We5q+puhhhIsZxr4Jq
ew8BKYJUauW7uIu6hxgJj11bB99GrAU3cBqN29qjhalMaLiiZ7133CF86L1k2OhOku8NVI5v6AHn
e63zvl+eNr8s5Oyr2QvrS64m9OnKPH0PEvOU1QIifOu6e9eLxZ8jTNOPBC4wk9jpvrZBES9Sp+kC
PnUQ4h8abVoUb9lroY+dfa5aiAVbk+AF+KE54T5NEYimvGBo77KiUWBMlZYmtp23sHdSYILdVjP7
GFIWVvfmTjebYGN1YQ9Ld0a85fILHpebp5MVqUMaycuOjZztLIHz6EMJlCcHp5koRHaavilRPPrM
a2V7BAq9F+w6yh1nmX5L54bemOoOb7HE28ReYe+DXNnmjWVeyURLdEgP5KDVzWnfZnbSOHv6QI0u
Qg+daYc9Tzl+zCzjB0Q9pGYF3j5Uuq8p/cklBmaqiekJR3lkxoC1ykk9b6nSFgQzihsjVT3tPrXt
bos4uLLFjQE9DDaV8LgDe1u7dArKNEeQ2xuvhKX+tNnJvEXODesV/seSj1qmNNEmpLuWU4VLAziv
9oOahu/bzm4R/NM6+niAHUZttl7i9FPeKXOLeosn6qWM4O6rscnhGiXal0rPSR9Vnr6Ia9FuMsX0
3kMiFbvWMr8bundFu0lOqhxF8SRdioOaTcDLPgcazF/66q2yQaPevqE4+w0g/LBJ0Y+8MimevZOF
Nw2yRhZHH2k30wpR1b0YlA0i8j/yPBeHyioGbLFU5cqdlnF+Mv2ARS/HxQW1zsSQXfCmypwA2njU
uWEm+3/cjp5t3ZQ54N1xwTdfjr5f5jqyX4CGmH7LTlr1pODT5qhDZqVkJ9PMFGwxXKPebGJgsHcz
YHeXb/brm6HN6CAEzNleQ3tNCiyvEgvcgGQV2HOAlWhfUlArA7EBgVg/pC5eNVqUJldWApmYoC8B
RohxJnYMjqtHpc1HCWY0gRW0SpHiA9fsXLV73+cjxFeanLV3l0A1xKAVF9Phnn3dlaD6ZdYQTgCz
QOy5FDUgyzxNJdlk4Rs2AMQyot7AChM3uaRxU3bedHv+5uByK5uNIQq3vDB1+ae3SoKqFQ7Yw20W
IiPRQ2LbQBZy9ihLKbs0sZAIqER7baehy5NVB3C78AQWhgUKnNJOo9fr3Ao62Cgxh7KDgPO7S7Qi
fCGGITygXb+d8dNwQNi9Bhhl3oN/a19rYefd1mH64fIA/JpHl2ehNKoD+qd5LAeOG/cCFmPPd25H
Zac7zQjnXnTqBkVunLsDpzpUNKZfV/ZNXrDRVBGlb/EZuPIYyyx+Er/AprAyWgAqUBz4Ik8/BP6k
EDizvNoCgrPfkEqql7ZelTc1x60Ff/9natXBIQIgAnNi1F7bQdUc2kGbdlQPrG9jbhyOT/SzEPnm
dG+pLir98X9ZA31dfYedV3//3r78Uv1fKISSYf7734XGX+qgL6cvRf6lflIE5RdONVBOGP9YCjYL
AtkgKbnsD081UE/nBxbLsA7yhzVFZU7/rIHq7j8sJEmhi7GxRjJwIZT9LIF6/+AouIBmYD7pNDZc
++9UQJ8eSRRdI/EjKisLMs6A6dFk7yq/trPyPnBb795sXdFdyRVPz1p/XV5KR6grhQJkf+U7elPe
Bsl4Pxlm6oOg0kooIE6E2oHrjOjqFcWVlfpp7v/3LalNPo2GSC8dcMRO5Vu6EMM2a9yWZkkqaMnb
pYAxgQiI9aaNlTC9kvefH0NQB0/vqI+JVdpiLv1IWfCfg65Vd1GGQM6VdVrKN3+90vKqj9YT/K2w
Y8im0jebrqc5SbMd1YraDT9loW4Pd3Udm1+tUn/dZL24z6fEfVPBJftGgVJRXz2a0T9D+3Fl+ekC
89czSHlXoTDODO2Eb5ujWW8HRAxUrBSz7oNRmNfKHeduImUyZEYsRDkdlKlCA3zD4Go/kky4KJKE
SjlemZPnPtfy949Gc6zAeEZ2VPliQctvwCuWaENMtlg5HZZ0/ej6bdu5lNVKRorgelWO9vAAZ0W/
W/cdSAiPrw6Vpu0hGZY+JVHzA+D4OT8kheuYG6qTmn64fJdzYySt7WrogdpwkQjT+r7cK0B5bmwt
s6/MpXNXl7JCkiiFFjsJ9tyknoe+B/u5Y4Nr1fvLTy/1fP8zWWUenFZUANWUsvLtdBqH12FsTept
0trAIiy7t9ytqLoK/DtncdQIRRrfauBCqheUKCpxj3syyoT49ZY14neerWzGFEQJqNRC06494tPW
6l+PKCWNiVNnSd+j8oPZXShrpdpE+xRlkBxNuyRRP8c4SXzXKnhE+17poxfLaaTcFeCE2kMjcKJe
9zFcKbnQjh16F+C83+DRmGw6mrpvMSvyvl7+Fme+NavUk/mKBDHOuUMi/BC3q7cGhzwkEPDZ+3t9
tb/GUUoZwCjmVCu9ys8sxMcRzSzyD4iAuR/XPb6ULNrB7kYjiYSfq1nyQYnq5NuA9OjNuqtLqaLT
ANmoTip8xZsalFSAf7ZbWPXOujCW4cQo1mKEG7mV76ot/GNPC8UnPdHn9kqqWwb5rx3oX4MvpQkW
2DmIgMf7U91O3nZwBuSk1XlwsebBX/PH5VFapspzd5HSBbtvc8ocq/LDQYyvOmSXvg9Kp7l3DVM3
e4VsQfD3Do7/eaFfOppAmRDTUwvfdIZxoRaYafvO0QByvfTiRT+y433xt0P+KRqupIIzEeJImaCH
uq9hYlX5WKck3o0DSc6DeBNG1wpfZ8bPkSLcQIe4HRcX0hDoUzjiSWWUyn5QHHqFOeohk9hodjv9
cflrnXud5SkeLX+AjipccYTwu6Zyiz1nDTPYz5RzPqy7vhTwnDCBVpc6O9YUMftdUjXln2amklbW
XV+KeCUZK6UQceXHi4M8xHBBQzXLrnxsqUbw1wyTQr4cGyxo1ATUXOXMB2No3ewb8MJ43KswSvXP
ioLfA35w0WDDWonS4mVmBWiwbKpWda6k/GWongkoR9pDFHrYU9/iEymoIv8e5Ib+JzJQaBvlmHQ9
rBtGKTVQ+3dsARDSt0DcUy2eB/PFEDjOlZyw7OafewUpJwAGTmmWAQJ04ylFgqxrTIQcM5TUN2EZ
Z9EGsrCoNkGAtOOmS6f086IZ/O3yu50JKFl4IsK8fRIm2ws10PR8V5mhneAaFbXKa1Q5cDR0orYs
316+2Zl4sqX0UCl6GDhFxhGqca3bOLU12BL1CHNs3fWl7GALXYnF2Aq/zSbEbPMoY6qJ3r989eUq
z3wnW8oGuVdFqIqyPIOALZRFYrZ3NlT2C4iUlT1sWyN2fvQjzPCVryOlhwm9RrC2PeGrNvEGCumH
utPyKxc/9+Gl3ABrJEEAbdlXDhBobiI0kN4ZXp9HQC/nEU8F1Egvj9uZ+X1UeniURXUxWzQmOJcP
VpYXH7BCVN8hHwFwMivU+Pe+qNwPLYxF54Y+x2J8qLqpceUtz804KT3gtKXTqWF7XnCcxSAZja4t
oi+4EF9+tzPpR6aIebC9nUblCFNNITIL7HCR0XZh4aU0HUbTenP5NudeQ0oRqHpWehtoAOr70t16
DSQYg0l35SXOXN2Sygxg13MEYwlL+tTBuzmotHdKN4vbVc8ud4gDu41TFTlhvwrr4YXVDu+UJr5W
Sz336FLER2DthKK3XHyc8CB0TASQRajdrHt0KeJ7Uep5H9YMO2Ied44rvK2BCcPKq0vhHSm68HAQ
JbzTSHxJ4FvDP9fsZuW4L0P2KOxcgZYtUusVlMsJK1QL9zYBIefaTuzcyBtPL2/PigYcPufpp+GH
gcbwdiFi79cNvBS2U5FmnlMWnITqvDxkib2I0LbpYd3VpfU8UceFG4uZ4pjEL4oev3Gtsj+su7YU
qa3ZtAHyYhTQHLPbh16Jdrpt5VeWoDODLsOCuhFpWl3r4IiPVnjTGo1921d19nXVs5vS8tyWSp/F
KuNCgR/ovdJCji/za1iVc88uharj9XFtVGzdvcAxHmZVuwvZVV1pIJy7uBSphR32/UiZxA+BnKNo
39EiQbxWBfC+bmykYFV6KwMZYFFFcumkDyjBIBFyDcd27umXv38UqsKAlxQ1eum3tXhjQiJBF3e3
7rmlMI0QFQW7ABXLs+cee96W2X+Po3c9rJySUqi6lkgQya9LH1VDY95VASx9AA/N+GndC0jBagEn
0WpEqvymrZDQbsrmbTep0ZUK+7mRl8JVcxa/HDR//VLETfZyWFzDdnajVdc2CGduYEhr6xRB/kHR
DpH0VBMTmDcBOcXsaGOvS5VygxYZu3DWlpSQG4WBgiHq5FbiDutSpYxmiwqkk7KAfgC4PHPniDLZ
W0EoVj67FLUtOhs14kfFMjmTd4Fp3WuFlV3RYjg38lLEVtUI30dpGPloGg5z0mbf7MpNoysJYUmK
z5wGjpJTj2K2NNXIywaMBhGq1QncugY1VP5emBF7HO9hFlPrp6K1roTB8tTP3U6K47zp6YIHFetK
XIGfnUbkyjbF6A4fFNEG1/zFzo2ZFMyzAtwkCRmzEY71Vq1C89aF27cuVRypOY+GrG1wps9TJhMB
7SDqUHa3Xhuk67ZTMrRerYMe2TOSKPJ79WHsyvqFA5103dVlBTFdKa3O0EgUaEtq93YuojcBo19e
mU1nBv6oJ/JoaHQHIVhj8jK/aQyEtzRg06NTXNXsPHd5ae2tXN1u0PQufG0acnfHH8Xvimm33R6q
nkBEu4IQ+WIskeR9leRh/VBozVvFQm+lCrLwvtDCyNqWZjynu8k0dHszI/ZcbJuyXKo5jZd8T+c+
emj1OkheUiWn0NS5BSDYuUjdYhN1KeDspg7M+A+hWnbs030Y0w8pXIgPyYj12lY0eM+gej/TxbBs
z0+iykJTqUcn6iVQgb44jFg49AeU1qdooyRman3zgtAwbhuntX/gPty4Dyi5hjP6MbUzbqfYcD9G
kZ6CYbi8EkniW/+pd8mKpxhzKvPQqJkvJqNMNq7h2NlN1DSlhSifk4lDWCAksEX7KMQ2p8Nq5IC4
bR3uMEMYRl8fJg0XBvrXRX3l5LasIs9khSP+8dG0qRAhgoyQF5yt5vZ9W+jxKwpVX4KhnpHUhxS5
SRrECjYmGuqv4JyhKn55LM5NKCm5TlMUQywMS99OchULgQFJ7iK7sugs6f+5t1pu+uitgIYNGajQ
0p8bYDlbJ9SnHRv2HGe4Mrvt6nl4v+4tpKTa1KoLazUtfPSu8g+aVkV3M45i1yrw5wZJyqZjAwxi
NqvcB78375TCMXcqOOZ157sjJPHRKGVaaik9Eo9+ZPYjQo5tQyPK6dzq86rBkUkcbTnHvYn+kw/0
Mj2opttu2wgjiHVXl84acP6h6E966idZbX+GMu+9FlrtXJPweX4GyXj4AIlvIFVp5ldqH94k/VQf
rMKz160FMsUO1VPFFlrX+GnoFPiLN0L/s4dUoFy5/pm1/tgKfvRllUCMmaGjl2aOqZpgBSZ6QjhG
EIDeap59XPcFpCjDOWtIzTLiLcrcusvUanrnZvF85er2mS8ghVaUmSO+x1HrV1ZoG9Q1UFnfZKmB
hUSXOOhoVkndXcmCZ+LsmK8fjVdh2VaHiZCCLFiX3ieN8mfszem6E4IMDZy1Dh58OQYHoOTjAdxN
fdvXUX8lDM59aun8kVo4ouJcVfuqusCA0eULrb0b5B42MHkQlFdG6BzsRmY9txXETC+uar8JYqQu
07CbdBy/9PTzkBpRdWeZTRO/QLUw4R11Ly12phF31osRelzxCrpOPV95lGc/lgvd8mlyr3DW6+jN
lL41RmKE9aOWn1jBFfPK4nHu+tK0tswYJKmnFL47Zp/6nvcpwYuumwwLlfjxyoT0gabGdhP5oRDm
ew3dtiTzVgakKm3SghLG3DQgZxEW7uhPrhHvNb2d1ow7TKElUB8FidXwOZ3aCH2kDTMTEYSo/Zyl
wsnXjDvXl76r23aWzgnXw1BXVeGpqWLr5OY1dtWzX5WrS19VG/IpF63pHQLcZX9H0887jK4yf7qc
Cs8kK9V4OjZjHoCOVRCxSkpbuQ/HVIybMsH5YzeUpehvYNwo1e7yvc69ibQp8ITdp66CnYcoYns3
9hPf2zP6m8tXX+bKM1snGQOJG3YGd2kI/VENrPi706eieqGVVTEc0D+v2j31vQFNHHxQPl6+47mx
kzJYk4dpIrw+OMQK7mIFjBILI49YmCDqNDeFbIF72f7yvZ4dO3KHVEzB3jbKIitRDkOQzO4m8oYa
vwlDbbQr6fjcDaT4juoxUKGOKIe6UF2c1Jw2TXf5KLAbXPcGUoyDV9FxyFOCA9qo8e9DXkwPao1D
zrqrL9/oUYwLSy+TccoVQFXYoTX9pO0SV7/W7z83OFKUzP0YD7o5Fb6CeNtraxo89IVh3qx7diku
0lykdhpwREUMOLit2Yu/bNurGLVzzy5VEfEAzS01yPWDBlBy5MASF5hXG8JcA2VkZkpRYAjA0KTt
3B/mwUODyAmGr+x45hKhJCB8u1VjJGMBsVoesNUOMz+YktjHkt68VYM4WPcOC6j78ewpQsVTgDWk
fm56OdRmpb3PBlV/H4Zz82PdC0jTv4INb/QkJR/50+pF69jFTV634Zd1V5emf6AP2Fm4duIjdd13
NzjcmDCrcK7Q181RWSo8rztLVCM3UHGk/ajnRfm2R+TyGhvlzCRdlEUef4AknnWCN8ALCx+LV/o4
jc2+AFOX3KwbHymASz2YOhuHeX8GwpJhoFvMd66VY2V5+frLUv/L4uMigfL0+ftxrmw7C+JlehY3
HbyXbIeitDVtSxilVz7yuZtIkezUoWNkc8A30HCT2npmlwdw1YUVb42QkszKUJMCGuRoA2tnTHyj
q8x9OQh9qzfaqg6kiwLG05FCTioLy7FO/MKdlGRjIRv/LkuE/fvlD3FmIskwPL1HG20ouPxY619E
REEjFOaaThuPLoVwFg4txM+cIGui6o2xfIlJxNci7MzXlcnXwzibc1NTIAzRXZ+3GnI2IyaoXvfe
w+p3VfWKd1ju/midTEJzFlWlxL6tRm22gcQeYpqrGO6qrhs3kCIZ9yAnSiw38pO2a/aiA+XZj/qa
nTwXl8K4wr3TnUD9+1o4tQdDBEjIIGu/LknIgLoq7QdAQEbsd70NCBn1MesO1zGKxOvmphy/qqVn
tWIh2mcq76cc01Wtduc1NTGGRoraEUDwqA1hvGgFKj5WEqFP+9B4f/nRnwc8otAhhW2oOFpoQ3f3
nVl42T7EW6vEdI8TbC8qz0VcsTO/NmmYx+8xZlS+4DWAlfhmcqlR+5ef4UxoyxC6NlWGqscgBHv5
TnyxhjZ9hTGv82Hd1aXg1oy6t1K6/342mPqt04hmh1bryvVNBtDZdjGPqAyFfp2E3h26vRiUTulV
wPO5oZGiukStX3UyPrliJt4dbrbzru2Dck07kW8vhfQYYCgkqjL0NS/4YTVYC1Izifbrxl0Oaboa
Zhtx9BcdpXSsLOP9OETXQm4ZgGfWZVk9I++mNsZ0LDgEBY30je3lwatIKOjOBmXXGOsCW4bC1aap
g0VpmJlDNoaHxMsbbBynrLmy8J/7vFJswzq0EyOclYMTWgrtJVQZ6iHZrfoAMgQOsgx1o6JTDnPU
QLTLTai4U7AuqmQEnOhJpYnLxSEORru6rNK7cjKtdXPHkmK2zqoBwVDFO0SxiO+NcVZvcWBbhV9w
PUvaU+d03eaycr1D1+b2jWOhFBC0db5y2JcZ+2ghjnPbyoy2CH2jLX+4JcqrqPCvrDTK6mJ60kNF
URqGHevoe0QA3M1YFvHh8ow5E1SWFLKGqLWiw4/y4CI9NW1MvQ4Xx+OshSc9ldcUtc5MekvaUtNk
mweoB5zobUP3+34I92UzXKNdn7u6tBYjfiQMLyk9fLmTZB+0XojfsF5cacKcGyEpYDV3bOcWA/lD
UAuv2Fp90o5bQJS9vokKDZ2Uyx/izEvImLhw1vU+ghJ0sPvC2WZjdEDUd2VSkyFxTjeynOOezpKF
+7K2eN47gbsK4I0TjxS6cZH0uATTW6htbfi9diAXz5HRvlk3MFLoOjN8jDhBjn+oBnMDk/hTM7Xa
ylGXIresLESxZy4+KpG+MfPgo5koX9c9+PKlH2WFoCsBoXhZiP1LkN4aRhjdKyUIiXULlSlFrjeh
Ye8g0XUwVWyjJ3GbVXTz1z26FK8tMs62EcfewRvQ4GrqAi9MNdbAJq+7vhSx+MX2wPYn5SDS0fqI
8Y33JUvTawf4c6EkRWxhmgOS0LZ3mIHr3+OROvpRp69cY2UoXI4sM7r/LIODMOvbPDWRBRr15kq2
WWb1M5scGQenF7o5aHEVHNDjNXYTyBCSstZY2ALkwy6LUnvdGUOGxOlpVAC5qJdlBbJtEOPpPsfX
hELPfAFZzigeGW49IN9nlT4e2tR5m3dXT6XnhkiKWb1CmzIBuM3kUdvPbjtpeBv2E/afZgVH494S
Y7SKioMDqhTDSVYZ/dBhCJ7hmbJF4LDfOeBfVn4DKYRtr59MSBC8iVPrCJEUYfFNaG6wbq9vSFGM
tanuTQ7wnSIx1FvbSuJvFCXCdUc4GQaHqxr6OW1O/rHst0mtltugH1eWiGUUHBZqaopVTXDQ3Vjs
4w5D9QwdnZtV6UdGwRlxYWeJGSk4cUzGLmk8Z2dkrbGmu4rar1SALvFVNXqQZdQ/DfE6sHuMOHBB
XVfeliW6cgffVFfQPJq1ENsKF48ZZNNmDSEqiLLO31Pq+wkSOwk9P168Qgj3EeYQmOD0Ok7NUTjc
jqrtXJmZy87gmSwny/SIQZTeDG33ELfxnHNIzPX2rg3xX98laD9Gm6LJFHVbYHKSXBm3MynpqBX4
aDVuPcVqi3hQDpHet288rx98sF7D28sz6twLSZFstLExm1C7D0rsJj/KecJVsbG1B5XNnLrttaz6
qGZY1V++myTy+NfXkSJbuAEJdmbtL1VhR2+DyCiD/8/ZmfXGjQNb+BcJ0EKK1KvU3WqvSZzEjvMi
OJkMqYVaSGrjr7+nB7gXY00c4+o1QNQyxaVYdeo7B4iE2uJj7w/qYxArJKN0YmhwKz005qQWHscJ
bAMj99QsKilhVuua5LjWrT89iLEk9tDE8uJaGcl43nfMb5WG2qxI8YmL07UV5Lu2NRSSPrPd45+H
4a1Pujnnk6ATsGBYEKX4IkpX2yRnQJp3tctywJ1fh2+kh4kNQP8FXn76OyHVr3mo/38Y3v/7fv/w
tf81GSNeTQrUCFx2/UWd/VkLGN81OxNUW9nYoHxuBGS4uTdNH+LG+1SU7c6c81Y0ZsA9grfQlOTN
HPwUTfyVFsPfuz7nVi82l5ariNeISGCPlYIjsF4tQ7+z6L6lvKM9FLZVHV6cB+ZnGVZfYCj9Tsz2
xjzcwpTXWqMWiBb7fLBdeR3V/nwI28jfV6nYysK6iXHYsrQ4Z8uOPEXg039EAuY9g+u33n0TiRfw
YJs7ADDzVlidwttFp1K7XX2NWEObFbqsVlNUw5O8j/Uv25vvcAbaNyxbKRg2vMa0PQQoAS5ZT23Q
xudQjDuPv61CiktZILrvvTywvPwKI13zBNNcti9C2EqkqsKgmBUmiCp5DIM4+P7lLm6i4651tJVI
JUy0kB4XPPd1Sz87q+FPi/TLOwmjNybMViAFM4l2bj1Mdm27EWj0RDZ3tvdh+7rv7S+/+6+tUXnh
WKsJu4CI4RWvl365jxvSvTM2G9Lp/+28W40U+IDMzKKB7mqx6ieDFqG5c2MXfZceLH/ySqwfQ78/
QgehXgrA+k9x42BjG0o46mZLAqRAji6fnyW4QDAgImMNoBFO2BN0+q3KFP4FhtRO0y+lMZy889Zv
jfnmuK+ahY79oni+RhR5XXj4aRCczdLuC+W3cqtl8UZVlwxHXUnGE2rRMAnr5nrnSt1sAk00iGp2
E8/FDDSlSMR9AceoXdMFkpXX06XmlzvfGhQ5W1Hm63pInBR1/a6LArQAm6dPgSt4hUyCXcmIfpai
OPol3YUl46jzvX46bAAr+DZRmE4uS38f95J/lpFb3wlJfz9pUOp5/XQUmltW9CPePVjDtBQxS43x
9okwkFF//XQG09BSLdh+L0D1F78U9hT2svi8ZxNASvH100fSzR6Y5kkONtVjEQ4zOnXW5rDv4ZtY
vZ9IDZtTRAKVf3HdG+PPc0H2KeNwcXr95ib2Oo+viOw8tAWcGIg7dwsg51/3vfrmtIY/JMinFSI7
ZCrqXKG7KO374j3d3eXb/fdWBg7/63df3AQz136EBrKY7FMEpt1L6EbvZtAwvt51JcCkf/0bXtnB
3WxOeL40urkCP9ncdpTuQkCA2b9dr/A9b7uW8rwc4+8kaJ6Z2tXkiSdvFusM5/N+tj0CXxezG9HY
5qroa39XJgiI5NfDwtFYMMQ1grxezd4JbpECCVdwjHf18ODtN8t1rmhkmacQ5qHj7eD5/i3aJd6T
m74hKOBbxdfYQGMUBzVia183x2TmCxYsXYoWZscw88ibCF4YmfZkPV7BTbRpjyCQM7jbtT3u+ruW
Bt+saiBXcCfWM89nL/GPKNq0qcahvPPpm2XtjbEOCs/xHNkX/TLb1Z19N627LhDwn3j99dUSLDAQ
wbQlXnMVJ310GOJ5X+kTjl+vH75OMOEhNXL5nYwMGtvDL2MzvgfYfuOQ2SrAPBlPSaiRHyUqGY4j
QyPxEvfFO1Sst56+Wc6ui12gC4MYfxALiqsqPMq4fNw1YbYKMPQ/oE0+tCyf4NkKh15VNhWUBMro
fXNmKwIT87SqiYw87yzML6EzUw9S1fbLvtffrOjeQxupCwcOgyktz5C4yHxcI73rhgJW6etJg0zc
ImpYteQzHH9PVTk1RxguvQdteuu7btaqK7QZkxjflWpd57Hp0cSDdsh3kotvPX2zVk0L9i9IvBh3
xj8uSdRnbezvQrrgFNguVYhlQsg0WT4UpnqCvDv6NI99vysQ51vhl46AJuirOIa+25WfGO+KZ3iJ
2l1XN/havv6ooT/CE9KXOB15YjpANJbpOVYl4uZdU3Ir6vJNhMsVzGhyPi+jOJa4g4oMYFHxsO/5
myM4KmTAiEBGruUjfW5IoL/0ixOf9j19cwRbYQdiwxLXFJxKn0PW8I8wi3H7luuWCN8xkpQw5OJ5
EXZDWs3GwFml35dnAcPi9ZeNC0dosEiWd+BQHxO1ereqL/THfSOzWa5DkUQ1PE9ZflHUHwbhRQfn
1cG+Ob+VdU0ttl9zOZ96Gh1UDLITjFnWnVNys1xJtC5NteBmOys7ilSDHHWltOm8nc/fHK6wQ62d
318O16p/XPvhOVHRjz+P+hvR+FbLVRfwEAdwuMitLrsnUIZdlSe13wR5ouXOqHar6TIOjuVehVzR
XCMesxfPRlKBc/nnP+GNnXir6UJmTkMoGbNc+FGNq1bS+iaVU1VM2b4f2KxZ5hVrqTrcJoYlGNJJ
qtwke69ydHPCkiVq53FlPLeEV/UB7O04Aqaak12UesTkm1U7wk64sZoj7GMTePs9PMFkMv7/vBL/
N9MFROnrPaGOIA/hAjtOD4ppNvL6Wzh772Hh3/qy4euHm2is4OSCaHudAw38PRR7QKjuShhxulm0
Q21BBbBIGFnnqRQ+HfFBOP1uE/ElevzNNZdu1izQrXGjijnJyzqR4myqRtlrE8bLB3ih1cU1D+C7
ALr/8CjWycHQdDVVmxae8r8lPapNwRhZ+xVEzuCbmEEtPxeE91cV9HM/l6JLKATtzfLzzxP8jU1g
q9JQc+W5stE4NuZm+konL6jTphwSeNK7xfv25x9542NupWeDGqNJuYXnbYcWwQNKGavMhC6KaN8y
3crPaI+XDWfEqks7ma/hStsXYqd9am++lZ9xjdSoECGW0SDvB7oYdNC4l31Ds9lgzLp6cW9anocj
dSfKSvZkAOjZd+8jmx2GBzitfWhZcokWPkAZ27VmqU16qEz2vf5mh0EWJGx6QFNyBw7GMyUx/cbb
aPq67+mbHaapABcHSw7X/sWVP6ZK1VemgNvmvqdvtpgCvBQI4CVyXUUtbCoqSIJTGANQvu90Iptt
Zg2ZXpIOp5On0LZfRjoE3rl8b5t5a1FtdhkxsKQuRug5u9pmNerTPUgYu0Zmq0BLADwYmd/SvBh6
dWJ6uIZ3Q7xvymwFaJFsFzEVHs3Rojyj4BAMXwx1wztT5nLV+M3euxWGNcaxSMqZ5WHf0qsZ1jO/
QquNn0W0O7Xo0+jc/FmOQQFGjtqZq442ywx98WB6u4Hm3JvddaIIhxHWMs/7SlZ8KxJbaxI7HVUU
ufAa0Qf3V/o8NoHyj/u+92adgdwOZQbHoPnIr8DteLBZ5PX7qtd8qxIbyECW8CK1ivwuTuXc/dTB
8h5s6o1VsBWJNWuI07PDwwkBxT1dxnohqRoY2ZfE2erE3KhhlLGga6BivP8AYKBLaR/O33cN/FYn
xlFGJROStbnport/7A8DaeRp38Mv4cm/C50Ot8G5YnHerWuQg6/Y5BZssZ1P39yV47Vses1JnIOF
3aeCRH8VdfIer+uNr7rldZU2gnGoDUg+qmY4qkZA6xZN+26bW21Yv3RktYDh5HQd74vI71PTy/cU
Sf9oYH6zAW1lYO2AiFvqIs6nnjTdGUVPe21jGHKkoeuHB/CcrE2pJH2flmHtFSmPSz0eLhUQAtB3
Xw9pUtVdnzK2uDsYNbRe6nqv+KB468N1cuKV3JfH2lolNsgYKG9wSFDGkK1VFYCwuA/ua5CE9efr
6Ueh/4f2S8b5MOsTjr1HOJDufPHNwYq+1GRyFJnV2RVhnshhzFVL30ur/vP3/+4Tbk7W2G+HlTjE
ZBN8j8cjX2slngFxMyLjAIcO6Vh6wcfSrweBjmoq5PVUtrjdmovZWGqpGP1jHIwLHLqhp14OExvm
z2FofXus54HOKYclx3zUbl1+wEmSHbww/riMCPvSoPXUC2uVr3epEtm2fB14DOl55sf5nEg5ZCoA
rDBtI01+/XmTucSp/x0rti1ge9PQyn5GQtEBnuilMpScZcS55K+YdeTLiprGrp0Ynu+v5xMZKzAZ
pab5VLfVKZaj/p7YQO8rYMGv9PXjAVNkiHZC5Ba9eLyiwOwjT7ezkZ1tq9kt782qYG6ZsxkTNatt
0N3z0cft88+f4Y0Nc6sl1CW0flCGIqjqmEjLZYHVdEh35l23asKywwRKKkLzTo8/AyzqFCmpfX1J
fCsmrC85XeFimseiEKly4nMS8Hdut28Ny+ajNsxGfqKRYZk4NTctwPpYkj7fd+vc6gmRKw4DpnUM
npq0H0Lr0b8XuMg87/ukl7/pX8c3LU3FHGX4pBMJf8w13vsgIBR7r0XmrW1uqypEG+qokH+IUXBm
zW1Uz9Nz3YS6PraykEkaQE77BRJwfq+WZiU3SGK09knRFuDVBb3vnxsXtvdVzHt9QO5i/qi0kP7B
rfXiUilW7mWoORoUav1xvoflJHXZVExdBX9SMOvhfQ5s0DvT/40CMdvqOaAuLmO4XlFscxWDGDkW
7m/ZhYSk0Oqs7Eo40RR3ErCwR1SG3C1kMB361MpA7dPE4mb9+nOhu0uUpECrduh79J9pbLEX7pxp
mwNvEYWDSCxkeR1pz6VBo+A0H8hyn/8H6sObI6+LpgSKXlRWjCVwZgYi5lhxzU67pvJWSpnUk4DH
h09zx4HwU8APX8PEstpZmd9qKVdgABF0XbIcfiV+zr1GihP1D38fpYJv1ZRMjNpO80IRIhEYqA+o
o4dKDjsHZ7NH9dCWl2ts47yQCHrhTSnaZ9kX9b4S91ZOubIRxWdjMfZKDFeRpBbG0LbdFV7wLW+u
h+2Ov1iDzbtZUVREyey6G3Y2T/KtlhIOZQ1CIU5wc7SQd4AnmsLhRRz+PCsvt/P/hi7c36xYbuBb
YltMG2J8TbJFtiAmh+h8Ftc1HeO///wrbxxB/5E+rtYNZkY9dwyH6fMySRmBEB3I9+rFbyQ8/M3K
BSWSuqbGMaE1e9Hd0oAc6nf+mjl0DmZrIekv5nfdj5oig4m2cYRne/4wlkSvN7yGVxFiyZXmfWV+
VEXyotU+CCNkeJtPM3pBw3k/0xwq2AKu3q5Fc7Txd604dGy8fvOEEIWYFeGMGwN5y4kIzqOk9a5k
Cricr58ujVqmtg2inI/JdD/LSn9OeFE9/nnUfz9pIZB4/fSIxNXaijKCqKRv1kzKslsO6BuxzwNA
3suuBCDbytwAoxpl0gn8DQgs02IoPxPX030TZyt0a4igrhJTlBdVVxxFVa7noCf7zhq0LrweoKIp
lmAMWpIXcRWc1OR3aKj0923WkEy9fnoPQnXnNQ3J7WTUkC7O0+cpqHeWk9lW6BYjW2w9gef3iafv
VupDDQ6nuXfCpN/vRWwrYQNNyARSVCT39BRDkER+mYsH6Z9n5lsP36xZvDnIMhoHzVy66iaoyzKN
dBe/U7K73PL+u1mzrYJt6pYlaCekpH3TKZfprjZxBo7RCjZYyHtyMuGov8kptD/+/Oe8kchhW1lb
UcAFzQU8gmQ/QBagXA016YoOkL8vqam7seOqvtxXbDOegqWI+wocTCQID1HhRyZ1yDEFR0PbcEpd
29Xdw8gHdVMXld+kiBbZfI1uOpTD//y6b+wLW52crKS7uB1G+dwGdkljyG6++pAk/OgHsYsWDqPi
TULRNMwlyp+xK8Cd/DAEhmRe2y7vHMdvzJ+tXC6siNc56qLczeF01tGoPlG0Z+7b87dauWaGBM1K
P8zBOhkO4Mzb63bQ5a4wiG1BaXMfCT10BE+fGpdGTVjeRd5OoT3bauWiEcqhmLVRDpZKdBXVSfiJ
u+S9fpvLxviblbXFpE0V6iUabO287ROF3E1b90+t002dojVm7A7Ej80ubyvMoM0eYUBOMaOKgnxw
HaY+rMDVDz5F684ptDnYY2GLailYmHMJrtiRSAonut425j0M+VtzdHO216rDvn+ZRXOSVGeYChQH
CWnFvtffyufU6A9MmMhHvZDzTJKYHfAx9ilp2VY855W6RT4TdvGzZPa4Fj49NGrYV4Fn8SY715hF
mBhF+JzieM9QAgOSU5FdZWy2BaI1XsOMg2VtHnV1+1zBri9lRdR9/fPW+cZH3SrnVi5rojo/yGNd
TV+Rta/u6kW95wz1+/icbZVzU8uRD+lMkIt+gF59GUz7lQlSfAcdY/BSa7xiTD0j/C++HKYpFyCb
7tLYsq2haBmFdK2mOYBccka1AwTQDEVje7Vv2DZreaZEkbmyQU5sV+VDQ09oe9sZZ20haasVnDdL
H+S1HucvpKzoaQqpPe579c0y1h0LE6bw6o1g5V9+F6wK3d2ANOx6/FZY5yhpFziA4DRAyv/RVmZE
e2oYvux7+uYUliOfekQgfg435OakkDM4BLLeBZDnbKuoi3C8B9g7/NyUEGOmsPE18JV0dOcOuuWk
NSsH0SoY/XxuguLAFjmDspLsk3SwraKOUS0M1EtBDhlA+aOXMUXdZm+iiW31dLCxot3UFQHQestw
PcMzKTdB5e/K1LCtno7RCrfQdsaH9Xr2Veuo+enqcpLvzMo3zvktIo15jehLhW2uVIBWpr6XNEs6
eVA2pboy1TMytPGyb4FtBXaSGE+AGIWTbI3WK/Aw1nsxTO9ppi4z/TcRy1Zf58oqgH+U5+eIz5f5
Ngor9iF2ZAVWP6KTyIqRtcPRRxNKeBj+iVV3rbytjK2eVD31bevnJazy7v3IiVs7Sr0vQt1q2Bxj
E/cF0OtgqYkPnYHzQLOu877JtdWwjaUSoIWVALuzUR8HKn/AeM+9M7XeOEHJZcr9u1QxDGA+O6yL
gkzTT7M69YXa5j2vhreefrny/OvpQ8sjEyoR5loRP4VhYJclcfuejAr2YZdt/zfziVx++F8/4KGw
rkBvDXMJP04NNcDUrTQF96lqxhQqq3k4LgJ+LFf+SkCvpUs9LReNidccVhfG7vMIHjOktQCO/cUb
F9m0JCuSD3RGZitbdaumYzG0cZHCibaEyo+6uLx1STeWKTT1jB4SOxR+Zhg6nTJk68YkiwfORhjH
DWWVcVuHayaWyp9zU1WdzarOdGtOoykaz4kIE3ocZzrylMIgbwSGeGy70xopiFXW1fn6Gi2pk77R
jenHrK5QzfmoBYy4z7RERuAoRwfvszqMaZyWXhWGN6OToNlKMTmJiuVQjx9LGIs8+Yjy7Pd+hDE1
HkwnmYXj7C2Zqpxf/4wm4pbMqKmcUgW+YPmQlMYvU38NYpLXuP7O6QyxyzPUrOA4xXZoorTwa7te
s9VhgsKuDu0pn4s2AImstq4czpR5fnET9Z4LM4Uijruj8FOrDqvv1uKlbfuLagJb/BKmS53wBK5J
ta5fwISvf+HD8eKYRKEOfgRhYYv7iDcxzjRaLXU6eNYLUgULFdzPCzM016NFJjBbAHL2z8DvR8NV
AGRoh1f0Nc8CZlWLMCcOXmDGSNbMg8shyyrhBQ8h9UjyUcF66gqGkJqeV0DRBewDo6V4dCHxpzsd
hhWKssgGlvQ68sxYZGUnfHKA3VD7V9nPVXsUXl8lYIyVgb03NeS/mb8mU320iCU+iLmG91dgXbSe
nXN8Suu5KOwRtDLtTlYM4beglvFwLWYC1FpoBnW/9IV8xBuW0HMJYEOfe7Ksj6W0LxRB6UvtgX90
GPoVK6pfQ/2l7cb1QdmGPM6rsdUxXAnEKmNUqS7tm8oDyjkAJS5tVBweRhZ7n8AMj8+NxW0CSY5k
0Nlgw/UhhJYkPBelRcbE0Him50a2bXgINEVWCESy0qSlXEvUkdcu7s9xoOUdzKCb9gsBrjk5JoO0
T9BKqvKwrnFlv1VRX5SnaGbtehp4wMOHqlBTeFr6qqhONeqYmLTGn9sHHgoaXEVwtlrgnthoc1jQ
sghdPfWW8kDQO+2lyiymOiY80uu503ZprqKYYkpi7ooSHGobFEnGsb+jlO7Va582kiFLOVQGTlOL
TaohK0kfEAhBmjk8eLj530s3Gv4wt0N1PaAruf5r1VPITh1TfnVDJAxHEA5Kg8KXjv+ukEj8EQ4x
/RD0kVqOzOHrnvmoxjtB1hjf0y3VcNQr6adPkyPh+EwphiarNSS8sEbU43rbrqH3PLLaAQgBsnz8
AY7OpUo7IK26VM195+PtQba4lxaOmQc6Y52fEj62812jbeIf8DELfgyMZH8VXduMz2uITPUBSjfO
TkGi+1uWjMhFQhnhvaABIogzKZYGWa2y7JND2AdJffQ9Od3C7QmlX0+B/3+jOl0nHy5+vkqnuo8u
5pliQPfESrT5TDGE8kC433iZEVCZ3qyjW5tsipcFmKnAi36MGkscPTrDZTfpglgeLzTH4TRLjPyn
wpUzOUewxDU3MekfZe0dVTmtL74Y8F1agEHnAxdwDqjSmHYX6mY3s5AfyegR2C+2S6yuAWAWNT4Z
mhoOI/Aayy0fgwDVnyKc3N0AP+wffOGjvSkhK5+eqjFsx7tKldVy1XgBnc3ldGBlkJKu1UgDcwlB
qe+KRmULs5PKYlvET5wiaXn0fKX/8ot6PoweMh/4/hdpjD22TZEcltLanIU9fNst+PSx675fJARp
NUZDJnX9t/ShEExhswDVP6ffCjD2TtGCns8W/ViHcppwheR9kvlqLLO1nnSK2xj9hDSFd2hnyJqX
JB5/rJa24J3MTxr2ZWHKsJjv54APGQhU7UGgKps1ckY4yD16xJSRAkNBJK7ZiombSnrTnI069j7A
pRTyaMMdhnXu0PWdGp9IkIMgIUghYR/POpgzAUNcHAFaHJkeowN8277iBJPXi+7CzAdVUaRCJHdu
aa1IYXkRHCiqtRMoc97neZQvIQmKF7gJhZ/iJobD+uT1aefjuJFziB3dl2VGlFkfBmPNM0ybxpu+
Cv1vTS/Nc8T6ItNl6TKfsO5Ba4U/sPGScxQs39qFPYxwHU0V0yojsYwPIMGEKSZleN1AGwUZ/sIA
Ea6qr4A3sA/B1H33VImU7arg4FDN88Oi0AAQJ545yAIslqEvUJyyybmekAqlDSQHUVR86qrmU9TU
S8YFsbnX2cehdN+p9sPjgi7AvAVfMvVqa67jysMM71X5y7MFTetWfKpi8qJt/AFGVDdJEtuTXtoP
zi2JTd3klz8BwwndkY518rVKiECWCBwZN01HqgZ+bgyMlqse9ZpoGJrMzU79wsqOg8zV+mfXOTDS
fK6uEZzoYyP1rb9yHFawqXgmMIz9Xoz9VRQuHxqllyxofHIfz00+EPepjlh0hYPCv2WxdKeJhjr1
Rz4/jMs6Peu6XtPKszzDGhvvigjjJBF9pG1ZF6cuxk3GlyPLEGzIp0Kt60OLMvc18zB9SzCiD0PR
NakvQPyeJr3mtg+/OxFj0GaZ0qQxaRep09qBBBQBrphHfbTeB14SobWpMCKFHM9mIgzC70AqjT/k
GP0AMyvKIFYxud+zJ2gdq7MJPIBWYEx/lnBPTSNG3Dle+75OGQE1GgsNw2PDZ1kmMByB5QImnSk/
sKJaWQqAi3iuBQ40Gxubyr7VyRFz5MhFpw9SyfDe+rJ6IYMZ7lzshYdJ+SfCxHBPQgST1jbXFIFa
FsR1f/Tjyoctl0KIFE7kyaDIfdatXNJmUFe4GdPbYp7vS+l9qWVIzlg8x0BQdlxnW6aqCFy6UD/M
6kFea1t8KUQ9ZRFs2rM6WEzawKMQVYqqvJ7hcpdhOL6RdnyJgLDJesgOm3QOluGImoF9QS+nOnTc
K0U6zqU5sxo7rbdy/x6wMfYhCiTBQeHmJwel+2GSnYE3TpSkthS6z9w6zlW2hqH5VUJ3UR780XRl
NjdMHmA00aYWKEDsLS39LsjCRb6gYtZAmSMiktPRs0OmA685h5pP2SqLJY0CStMFYUEWuuk77pKW
QGMU8Djt0IzeQPoScg3XluWGVoa0B1WPrcuSiVVZqLElBksgrkf4MS33aBcuU4gS44MPk9DDeNFv
AkkWolkwui6LQOZzV+hMtuV3MJfqFMwTAYwhCw4LG6MvA9hlWbnCYgg/EjJ37qMiHIHVJ+SU6Hq4
oWq8n9bka+ma+0Gp6xFuR+c4KW31iF7T5BbxIOk+teBj4JDjs/0GC+Z5zfwlUiNWSw9h6DR/6kW9
VoegGHA40KhPgOTlVXBUSKmVt5Mzyam1OrhrqpbKFN5EMc+ieSFdSrw2wU0jiRBfKOw1aWmBOdYY
itsCjlrfhF6CbEDk/0ATXqXR7Hu3reNHWbIbBEDDnRcpI1Mymfkoff5tFOa6ayxMLRoEaTVivw9g
zpPj4K15b5T6ANTDs42gW056laRmcmxIYXrPs8mvcXlpS5Ihq2QwNahBlOT714lgQ3B2RHksHRa/
u8btJFSQ0tL17xKwmXwpVDscar2KI2xyhtQL2zU6TXVUIni9INE5F/WpJKTPxprcDyihpZ6QTcrC
oT5pNrDHEEVB2FnBc3QAVCttCoL/hZtu2qwtxk711r+SZWkOBU7QMfNp7c46xDwFlDKi6MBT7a8m
KnWYlYHoHgpXIUNCcQdL+ylRyaFYABK40pTVH129jMdkXIpD04JjN6xl99wRNd72Mx9hFlULuDm4
/tAGkznppkIQhC6CU4Ck3dc27M0Zu0Z7TEzfHmuc10dPLuVDHSTBpwAxBULF1Wszj7Hkqlw69RVe
4xCqwTsXrqdNX16NxOqPuKNNdyQIcC5yx1sLE9Q2ykg9YYinkpPPk7bDr9mC2TrUXXgO66jx06Lt
2VWJQPwWANkoK5fBfzBqrvOoDtAgM2LiB9BiAlPeD0NqFhqkAViMOi3bvvvLD3ClTdz0hS4JPVS6
6pHTaZtraDcrdK224rEpgPZEd18n/ePIAi9O46qufhoxd59RhlS3ep4QHTNjrkPWdphiQto04YF3
lbhIHuZq8a6jwlZXbdCxIzK0vP6o52GsjnWLkgN2bLZABwR8WrESIQ9g0xaPM606nmJZ2udklTCE
JTzo7iBNKb/OhfW/0Uhg7KRu2scoMgEu0p72EPzHAaqkYfMUt60+TMklujaqiV3KWhtf+cLEN8Mk
+u9UoNCPew7iJtwq+bFIwOcyCgx6D3S9235tqT0XZmzTsK2UvVsiEFJT4KW8zHI71Zm0nsPpVKkC
9504YKgBFLg/RUuC+8tsputlbfk9sgHBy8USJ4Xx5YDJLOoZtkJaXE9L0NFUt7F+xKHD+yyODSSW
4GQKlrbAA+dqtl2+oDP0Clsc/1xJVj8FTTjDzMG7KwxE+KkmDm70S4AdsOhndqhNgh2TDEt7wlE8
91lVjvcedJMHBOHJL3TdDt0Rs9JU97WO0Dd16WfK5gEJA4jUGY7cMLnHPPmBls4ZVvLJx34dMW/X
ajnSeEy6tFp77HCSueoLzARvnIKBp7Dd0xghiZAuk++34IVVfXQMSB1+CljUT89TQ9vlBP9jgna2
OoA9UOeyeS79j0ujsBPH4VCOh3r2KfqUZht+7xO9fps9MdXp2nWJh42tSCDSKwVuJoUnvkharkiD
RB50+FMvvBOP4sSlxlFzL0Mjx8PMCW6DyIdQP2UCYOJ0QgLoRFYPvvCQoPWPxeDMgVUFTGEoJAc3
a9ggjAkj+leHQCTrm6I9Suws9/UU1vg+JoLLWhEIduakWK8LNBg+TqguHWVEphuq5SMUSPyml0gY
1dgTUrSP1Q5wOSRywLoZDh1A3VeEzTWGqAzF/3D2Zc2R21i6f2XC7+zBQnCZGPcDl1y0ppaSqvTC
UEkqkgAJcANB8tffL91977jU0+3bjrAdrkXJ5Aac823n0BpV7rGPyOt5a6csYKvORr/0d5K0Abxa
xC+Twnk2n9pB3/QgmVIUyeppCFi3G/DrFPCLzBzG8Z43wwEoA2HtC2DS+QWCw2Ef9G2Z8dG1+YoF
M+XdVB6BsaG9W4GjAnqBILhbzxlyYriTSILIwipQD3XR9SqBdL7q0op0TzMmKSR8njeTILo12GFM
37brFVbkmY5dZmnA8xZZvcfZWpZMWFFuRWSrBMphPOFj42SCNESuMopFNhtZQY+FP4gf0I6KAwql
+Kg6NI74wDtf4Sshx37IUAGKnNr6CX0r2w3KhndBGN2GuiufvU1/tb4E/9KoTLTBiPCopnjEtDF5
RE5UMyXNgiGpiUR8Mco+v05hw0Cz4xMaXVYTl6kMMfnMMIdV0CG7FMidvkb6S5uwUM7pZCF2XFS9
wkVu1fdZUJOOmA1w6bGJ7ZTnF7tAwvHRT0X3rRwlCuoF01tqrxTZRiubI9xxvNPtKE4d9uAvGDOI
2K+eu0PPAFRsrjiEQ1XfyKFq4VFHcNPSzI+bT0niQ2mGNdxvLmoMtn/u+jrXKD7P1ZhKtnoMcqrR
sU/gErD6qwxtk0CzVd81XTikGJ1c5UtF34OgDPaTxiNSs/4gFxYnjKMEo1sz54hX/bEhfPY1QlNx
EfiYnuYr1SSdIDoHmzDc0iHcSyWWdAjbb2vvzWftdb8TlPG0MaJOPLu6vJF8zooJp0UkX/dA5ulR
xetpRcm1H8YKiy43l6Hvv62ts3tTR7ckdDiDsjvZWtyEPhpFJ2bARoH3rYwF2fuxBKqKiMCbuQ9a
ACOAuBM1lPvCYzDhRBZ+HHhYH53mN5SfCyghaYr05jaHSulr4NUoKSP1wudoSukUfq+lmTOGYeI3
PlEOb8k4JnLc7NcGUWJ5uMKBVSuWutWI1MGBtF+1VmlpkGpbLRGSRPnWXKM+wT3F5oBB9Btpc8AA
qLqMQC+BSEDcnMlDwD8pd8W6RGk7wHfWIbX6jIvSxLQDe5Ye6S+Ii+oM8wN1gvphhWZFfhv6EkjT
okQ+av+2mxXKUqkf6dI9xyY0qBh6mc4la6AJLPVuHpoh16p4aYiCqDjw8xlJkzclw6hGb6Z3A8bO
3BV+YPNqnlHBVUomusGYNj5EO69c4gwD6aND3Tc0qaj8JotO7MLALTwVceE9B7gJgKrn6hHhwUeL
253EHiTAeOSDHfULrAedadOR1f0O6eT3EWjvUZZtslXzqrGHN9GFxcy0E4lVnDaaYEkSMxxQS2X6
44j58Zd93Iu8EiXaIzMgaM2NoA0LysZUqN5eSU/ZLgmQ/vMV1c4LalZ1MXK53nTcemngresl3E7V
ifb9iP1v2nByQIrNkHhO8BuArOralvx5cFFzO/EyXM5YsV6+9tADpI7pAl9c8RtkvrlkhhImgdJj
fllkDf9LKHtcqglWHucAVo+tdPyiLWLsyzPEyh4gryo8iRIzBvYL8ibgop6slEDBi/mOV9todotU
I3sv621IPQPX7IUWzrJUFsD2koKh1kmCmsbmpnW1q658b2QJur82w50d8Apiz1Uv5ykk1XHiIYYM
I6hc04eZxPL7Wug5fPbjc3mRuEZEN0bT9bjKsJxRpmADfJnaZmYXwNHnMIUl6fwCQ/S58zBNdYN5
2YY+allDusynM9rRMxz3FBgbDhn2Lx8KPOGJq4qSQT4UYdjoe46gyGW3lGVXnDBCuNtbT6JH5qNC
q2nbuefX9SaGiyKC6BovgjgRYolNYlBF1d0CK6IGUufa6973B7tfGZ2GbOwHU16Qepu6B00s9tlG
rXbYj9wnMlELW4pvY+HTIQcECn6lmfovELowdDTnKitZJMWktR6VgLkjIxNwOMKXd4uQJ0R0JuB0
3C4MAba+jxPmvl8utTduWbli7nFSeZudf1C1YRPGOxK4XVTXw5cxjsuDLRpzr7jZzGUUjvK2xK6E
FyMQVX+cvKF+tKZE8+/Hq/8YtW3wMDBntn05n6uLsg4R7Yu3EZhoH/QOc3ERLe+jo1ti/9QGE72V
5+j53RAUBvD7tJgVeX3Q2R/DypfqGnt3rw6sQ4rxsWU1PeD5wu6lZyiRZN3Otw3wgjdDJ3kFW2IH
RquhMC5gQnsUYUTrqjD4AP1SldhAM4kJD42UWWtEoQ8cqwVAUmjFDziseHDoZPjRIteV770gMCcm
RkTJGFusMLqfk4uxQhX9O5Jgp0cJe9j9sLRsycoOdwgc/zC8T8ISL0PbzbwTxq6Hh1bREBiR8cXD
4Jda/nDaIP8EpSPm6BQ8jsekwKVv0iJ0HINrF3AQvWxLh0qtK77W1ujqWmEGsJ/FQ93jNam8QV9q
T8mLuO/VVYMcSJJjikpnE0wBK4JTGIxz2pCp4zed5w9TtlY67tLOq945SA+VclrILsdU9uoes904
3NK9Wg9oZBlNrGAAfOwQI0O/weaWgKtRP0rKwIpUcecy4Nqbywqnlh92HcIHmCDZupMg4y4ErRrv
R0uBH+dVPA4wSdey3ocwYl8odLn9WcgUPRENrvFqrafVpR1f6PRm1jpgZRJJ6YYbz27GOwZbQPid
EpuocqeRlrdr245dYK0O54uuRAZdElM36HRFVqVIl4CHJ9wMocC1kB6FSBPBiYsQjWjIWinuMXdm
UFjoKgqEgW4+4DU2mYMN+lmnCrUYhEm9K2p5OflFQN4JMOVgZ1ZbRufcTYSsvgmQHuoS5EnP7zwP
CFBWTaxpTrrZQBEu2Hv2gQ6m9Xwe1U5sOkTMn0+wdspBcZ0GmGb+BEnp+oyc+PY6ml20s+02f4Eg
AQD2iM37cg3FaFLY+GqXeLrQGPXjz+y7Rsl434Ere+xm28bHpu5mtPeUhOR+EMN47a2iazO8s9UH
7sH21clIhAcReB6SHvWiU+Yp/9Yucr1rFvDsVYvuMvFaiVaCtZzXR08VwJqA7VctKlQANllLZfgU
09HeovjnJ9BChUqqWlqJLNA57p95t9RROsSbLtIAEO652Cjn8YPSZfZ2nNYYcxpPLL6rpN32IToD
DN6u4FdqG6dugliAQKBbvyNOrByr5hIB2q8o7VIiReMdJxrSGrRtPzIFiKVT3rMOZoZ7ZxCHitm8
NiquwCa39rQONARqv9mAvNXC1C8Yr8yupmIOvTRG+IV/2Wm2QN0P3FqmCyAkUIoyYk/o48YhXxsp
HicvGI8rOuB1HwYyfuLGoa1FdlJ3XMutbT8kYjkR+6yHM9kLVuBAFrKhx1o3hUI4EuVj3fMhKahH
qnwLzjHI3QxmPpldMT4gXmt7jfHfItlKYXnC4et+X1VF9H6a8NTmM8rU+w4oBHo1VQ/J6in4vFex
9PSixBqGJWCNAIl1WKdljqjrhqSNXHueQDRo6oOexfrgXBl/b6VC+a6Zmx5Qh1YPtGhwIQq7aBgS
QcS+tVCN1InCdjCCjydRnCMFEN2d8EG5NGVhjoWDpz/xm9Wc0NFvl4PYwkvXcGTVYfyJEixrel5s
qeka+gEvlCh3zHWVwsSGtcFgPwjJ36tWT2/MdKw/0+vaHjegqR+9LmSR0xaQ9G6k6GCBNLfYe82o
CLZaf6H3je4BXNOwG7oMfLpRqY4DLBct97A1bWDsCyDVdTwnpVfEzwDmyvKyVFg/AEcZrzxAT9dD
91k7isa+L5sfNpD9d2U2bAFgA5f3uQdlmQrSuTtWry66wuYJNoNOLdhAXlOOOnZyR89rxfXgTGUv
hoFKP628FiN2xmkFd0RlIL90YOgYnmgoH/dwsNAtN6QZ3wWQzzevDXl7GSP/ucjWsQJu7NUaazgA
1rLaE45g4jRuQGqneGepn5UadBjKyK3+0jZ++zrpuSMXW1uoaFc0kXkHUz+HyWbjJuUqYu/n9iNO
IcFv57Qzhbsl01SodBRwhqYg0rHWk2J6ClroL3Z9E9l2X1gP27Ivig6ZyFsAENgD2Y1qK4SXNCuJ
a1U+IAiO54sGAJajOm+/LaCZE6wuPljtse12kVAOK61c9A0WYe+SOA+MbjQv34Ebxyalvt0ATJKi
e8DYUTwx/Ug8XFI3B2Q/0BF+aie8sAQY14zRY43oAXHEIstFQgNvghqb1vJL6Cx5GjzPNm9hDyUH
DAnbNgK2UIXOtmWE+du2XXS9jeXsMtoX042o4vn7BuxgS9dar3RnBocOUS/NBILYCeSfbxjmk8JD
Rr2rxZIF7S9wpN2k7XrpBvzoLbArwPawrcnooGVj9JXC11+xKkq8EVXYdWAzmg5ij17jyUBfviwY
OeE8TK+cUWdq9NmIKfqQkYcmrB/9pU28JaZip6NYv9tCAA4gyLjxM39r50eQx47vSKXmeXfO1ikz
bwstFDJcd0+IMi63fQHL6ls5E20TFcQDy+cJxVuKoErd3DW0HsFLqBrInycBSuCxVhqYTNND3Itb
cT0qWl91fguZO1FBsSYjhc3sOG7dOIEe6VG3b7PjfR5VunnC+0HI4xytzOA6RUOULWi/WSoYMxCU
oM14jvRG48PkCEKk6ggVTVLAljfcL+vmT6hGlet+0K5d4x0OMXzF4obJ2JVswFn1be9DlhGWLsyR
Sm/aBCkBdQgFj5D+joKBtinwC/M2cseWfMSTMCfAcjEdgzgwWblfToHJKi/AZZ3CrUHRHm7rW0lL
Lq6bHk0b2s9u2s7QVLDYmxCw+2WswYKlC2dqypsShMeerEV36+DN/hIV1TkLZJr8bwrt6bgboQqZ
s77phMksuhDyjKS6abyjZnXhZdU7H7ZkgLS+2HlTuaL31r3ffgE9rvE7XRC1715YGXIDFiByu9WD
D9WgIoV/KgEugI2JB1xHz7VCGQHFCYJRL5oVu0uGIW0+Gv0Ieo80KLHR3LQgwj3wIbU3pQIywPJ6
lR4WTt54/YPfaP+bYYt9gRDUHWJlqhCntxloCRhr56Ojrd+k69qGZ2JujdhbJduZY4efUNFtqPZw
hfa8VnTYkolsUZvrTbEowz555iOa/oS5mP1jrStQ3h5n/c3g1fjSgamrCpjwbJ96r0ReYb8MT2vA
eJ1hnMmwHaOy7b4uZeibtCRLtaW44VhKMYg9WFCit8yliDKBqIzMtkS553zfvwtpSLrbWuhoPqxY
wePcm2pDU+wA3XWkZRQlAayd78BiXJGGKMkBAMihH8+zgvwxY3bppiurZX0rt1B4iRsYml+H5TbD
EqW3S+z7eJ4FmsUpkQEAY9H38b2DOl2ltgtJndYNnA6JWTbAV4ajVr2ItSQApte57S/YaNEOovXE
shtt3dIkwJAQV2g6PNot9Xz4E5uxufbntVn3JfJS9ddJgss7gj3EphJCj7QmQGKpzqOomMl50sbc
ZJvfUHoz41ognrtgMk5I1E/zF2uROaCTOkZWFbYNGVQnjBIpocUrp+kRSVP0rou4Oqmocq+4VCiL
BWwD9hjZtVKoFLrgFSJCDplCIKYVvuixC3JwoTHGiK28+GiGYCWpW6pKpAANwhcalyvoUaUXvHbK
265Gf+6vViFBnwR2rnPDFHsZWLM+kLCV+okOoO0OY1zgI4ExhsPBEYwQ/xFZ2cBoXOC25SOxOrgs
iabLbVST4YcVw/oWKTMXUDid+3QPa0G5s4axBXI7oppsCjnLCtKWOvcQNvMjoj5472D0Oy/BRku+
QTq44Tu2MsD4clvYMsUQRf+wygLzuYJQ7SMufujFYZLMHHikwzhmD5seH5FHknDEPPBMQevRnYpp
jOQ1w+sd5E3MymfMpDH9Y2QLIOgaQxlFpojPL1GB9eQeUhlUuUmxiuqHKzpzU4Ys9rNtKLHP6a15
JrPPTVqtS+vleqjWhxDagRknUaI7KUsj29zHKMwyY3wTYdoF9YYVoeeVwbg+oYfE6QCQJ8U+VSUU
/KgAJB2Y4jhNnvpGQFouiR17RQFfOYuImEn2Sz5UBKSOw9t4WRMSL7mcIn4dVH3zPHQMRT0ZQdMz
EhYbBH8rWCG3cUZSgZbloZDjyo/SG6sC7E5fFAcIXTZUbSFloKFLcJJv8FcY4MgxHufUHzbBL5Q5
nwXa/Oa+Xbzgro8VMEfBcX9IITMjWQ2GfZyjYychGkPq09TjMgBdzTFQfXTYw3k4AOVauDooz6pr
lFyT281I6o7wJWP6xgtRP3aDKYBfLN4AYI+M3g77Tq13Tew3ECx0MBDl4Kmj52ouB9D0YdijFEPO
Zw9CVDQvXkfsU9OdISXIvlt90NWmKwxD6QBNyjGqh11M52HYVdYL64yDSyihW+ENNr4pGB7hP4C2
tJLjcL7uaPMfm6jqH1aLYfZ3heB4raMAw7MS6cN1l1SQk+gsiPv6A3XbhNlrvMfln0SFcj0KKrTa
QAzZmmONAKpfRUoCER49/wWVqw8aq6gFYu+ihj4VKLtqwId04kBYO9bstilcbjQGrst0nNn46qCH
fC4spy3wDT5lPgZN+mk/95gQYVihpkzVGjXKuhgL8gstJFYiR/mX0JsAGpeqs9fnEdlyj16pHDHu
G3zzDszcZi4qPdglA8fjg3xsOp8cKGpHmYnVO6fAb03/o7JVeD8HaEYhRYiQgt7qDR/r8QEXf2NN
FaeikP7Rw3SA/jJWa5DGJTxT+dQboHAOhus2G6OSfXiqWR62sRqhZxqo2TIL9elH48+tSftAYOoh
FxUANLstBQbUxp4dIYLdRkAptKlvKwiJz5c+aN6Up8aXogvxIpFZQHyFSJRLiNx0k49RsPyox2Gc
UXl1CGQZ18Jcq6LhLPVs79EsxjClecdZaPq8nD2DQg1FS7ADwLWMu3qOG40mfwu7vSNLv4Be5UMM
u77R4U0RjUV9VdUTViWmW7GANvS7Ehy1ahWGlrrt3iAGqb6xke4YiCSfLTuiZDxhhz6X2q2wpZ9O
CPgwTy3Uo8sf2GX/mab8U3hBYQXFGcVnM0S3oMKGZv27H+nx4885BT55o1ZvW5aFgKWY6Nae45jm
q3Yx/A+cV78l9PxvgvVPPkc45jFQc63JPihQsB69Em/pfoohBUgw2qzqs5b7qEvRAq/f0Ux3b7Rv
/CGrWwwl3VVosdoc+7sOj4vwgj9nNvtNXP87ET1YxNqEUN1iEYEsuq6aNaPyj+Z0/BPvyudAUhT/
TEUCiEmv/farbF3/fQFkviX+1HfIw6E94KY/des+x5OWVR8qHfNtT91SXq5eg/fOH9jDn/v0TzZJ
SrhDxN+w7dkKE6bgMzkSYursz336Jx9GrGtSMkyu3q+yIzmZqN5hABj9c6aezymnzRAbEjX47obG
LSIfAz9kmMIjqz+w+P+Td/Jzyql3HrE4hG7dg7D/Tpo5sb2++3MX5tPrjj6DG8xD3fZ4Fb/JOM4x
Sdr8yQfm07ve9dZCGnsmAFXQYC4nozlOw/y5JI7P+aYLVBWiI3LbY/qfvDRlP+z6zf9zI2rCz+mm
auuaGgXGuu/HoX4PuqG5Hbip/j4c4T/flv8qP8zpb0vS+Nf/xq/fTLcONXQ7n37510fT4p//Pv/M
//s7P//EX/cf5ua1/Rg//6Wffgaf+/fjZq/T60+/AL8NhPzOfgzr/cdom+m3z8c3PP/N/98//I+P
3z7lce0+fv3lDSXAdP40LF76l7//0fH911/oOc7yP3//+X//w/MJ/PrLxWv3+o9//+N1nPCjgv8l
jnx+DglwH7/9DmN/wTw1RkDbUxGcA0k1bAfVr7/44i+CcQI+JOIceuMIK/1o7PmPGPmLz1jIY8Iw
Np4EMBb/36/z0w35nxv0H9q2J1Prafz1l59jNZAEEhBxzv4JAhS4Pv7vZwvU6oWxHrqQnwYlX3qY
LLBjX5R1AYU5ROoT3//uavz98L8/3M/r+D8e7lOKDd1sWUms4Cevll99uX71qiKDJ+Wiw6H/9aF+
Xk3Oh6LERy6ljxOLsSJ9WhMZJJXtKHvvBLeP3tDn/luv/W+fHwMbx63BQQRyEH++csjXDXA2s7wb
anm38BWDNMb7f30KuP+/86X9wyHCT3ZlsSBvdAqsvINe5tnK+BjX67cNgrN/fZjPz4AfCiZg4sBF
oiIKP+filoCujRvW5lR1101zO9sd+JC1SEfvDxb4z+eDAwlfxGiUINqL4Hz++ZLBugkZXlTWpxB+
Cda8evWD8v+oNvrZzIfkHMwUDjAVLgwREMZg2vr5ILM/lAWeivKk5QyRukUHfZLxXd1cYSD5RQtz
XSSg7ime/vVF/Py4+bDZ403F60QCvNKfE/cr7bpFBb489VASfWjvjzLu+Hmr+p+a73xeAUyGBAGl
LMC/n3MGMf0dlr5KytMCKCWZIFW7HqDfTIYl7FJGCpu3q/YhzDWgQDsU0sCX+QuzGC86eeYrIw6g
8wz5HOvhE2nhTTyuJPgAnF2fahO3wJCmEGnLJISwHXMTgdiuGRQ6NJGqd2Aka6BFWzAASVERz8dY
FLfRTKdk9sdtFwAZOCB59I9sq//4yJzPmgnOmI+MK3q+7L+rLgHTRRjAEtYnp46NOEAVwc2/+Zb9
7cL67G+HEOGnoroRNdwPcOOdBNq1AlG2S1LZPwqo/F8eD5wH1oSIUWAg4vNBTDxwF5TyFNzFHeQ8
2b/79AEPjMD/+34QCPI57A8ylKWKIZg9QW2QRI/hvzmG6Pz0/XyAT6upj4zfhp4PgAD3YYV26Q9O
gMbiH281FmkC5JwxyvGBn261DDiwRa8Pb0PFLJRBmqYsVPVhYnI5mKWDZNtf1VcmR0DUWPL3bpTA
hlgVn/FPqGY0LdV1zLNy7ud8kTPIxTmud11dvYmRByfAcvaigmwBlLhj3wiRUP0tSHrKetA5xwEI
3FXoDcOxdo7dEFA6KUJr1nSIXJ+Vo4gu4TRDp2zhcmBHQRoHLxd1N7OZ2scqrjvMrFmaMq14iTzY
BUSC7qS7gL61ygcx+4dYRssOOBWBNQVaR+iRv2zLMFfJ2I4YyznXQQRQAIMKLhRA0B0HvZTDqAXd
Z9R966C+RrY4BPQdifEJbIlvoEhqM1XCPGyWANUbwQoLe+hUPPOqbRKJyKM9jC7V9dj0fhLAI3Ib
LV5/HyIpMNd6jF4CZcc1hXWqugoiDGOAMLi/rvw2uAgDiFXsqONMaYDssL7732ssTBeR0DbD1Hu1
F00Uvo/F5FIQULAVdo7AMA2DFcIeyhxEFjkCu+HoU7nbDdH6BiGdBEMwfwMlAMZH2SkH5xekzVr1
+6G2UcLK6p6w7mtZaZXwcQl2soNqyEVyuSzH0sumHgo4wIXLvDN9gytV+N01gDCdT8Hcp0sE/GUq
MW9gaqv42jT+dtPXs95NAgy8bQd8zWHtD33ZQahUoxerpQ8dbjnYg5lVlcOX6WAKmUpoIDzjQNqT
EMok1Rz7huksjpoIkuXzQANIJuVh09MTnQj8r55Uu5HXfcIg5EtK5A8caSvjS9pY/4oOjlwNgYPN
qxEbhJtRvBdFVe+CuQFftSDit9cxZih7I8ZAfUgrrmM4PpMNJlJwhwgRC3zi45Gx/gfkWszPIea1
H2O7fdVRUxyXaHAXq+D+FSzNddrMMQAWHveXcKW4H6WNvs8tTDVEDcEOQqY25VUHwIV13u00rTB4
ObifYJ6sDlTD2xmZhd8CIKK4pyG/XYE/HWU48l1lYMuTYQ/wuexh8BP4sbgtn2KM9titYzCnZloq
6B3C9gdcJgyCUTC9YNhhMimW4BK+yOiI0ZvNhSIA56Av6I7A5HCD5caguQaNNEp/Pmo8vveLXdoa
cUgjvxugw0rhONtS6kEqERRzAfas7PIGcfC7OIwQEKpGCBJWYVNastfBB6ug+VSnkw/rhSXrgN+H
NAsXuYVuXpcf4dwMCTccHrOoXZMQEr0M1vNXDFmOci3IHYaE6kyYcjpWpTU33jL3R+VXM0xfqzic
XefH3vH1athosOs7RHTRQJf4ywHJKLgi4OCwIAVnkxQgS0yZ1jxsU9Qm7jLuQ6gZqJU7Wg4kMdD1
OdNVO/+snQQZQ9NwWusLEKYBdPtQksPUKV/bAM4GfBHwJ2lR1OYqQDV1pXgHAawP53+JOwjFzZhC
Hxo5pAu0QY70AIWG2tX5zNU7aiOoIILJw4pp/BdWLkMWjvMXF6wm0RqyaziWm10FEuB2Q+b0AfQS
xAdIC7wQKvTywMnqOMx2hTK96PbN2k/Xdu22tHHcZA7hnXDosHJMPNCGd0NnoeuldQY/RnQa+tnP
In/wM3iDwwxCZX69eos8wmcEVTMGfx0s/Jq5AymZkCKs0kgPM3w6Iq6SpV66PHKQ6afDhMWLTh55
9QKEe2/RMuYdVtb9UMFQhmoW5vwK8YBY/KujgcA9bxrw9EiSMDsigJJiFpc5URcz+Id5c9BQKl3P
M6YwVX3/vskuvoqlB0NKTSA/qmMFntfEF9YUX62IX9aGfHN6M2lQQ+wLwLXeiZmW4NX1G5uJhT8A
tNhZ2L8XqlHfl7UdD4tuzR3t3fyxgdyu4LnxYYgFh/Q4dz1s4jC/H6cR2b8haKrb0qBbcQp6sTWu
76kNu7zbmiUtVu9BODofdFnCYW5FffThkQM7DmWtrWS8hxl9yT2NyaqWr/JmG2oQfyBgUyC68bd6
1UNuIMY9rvHaHfxgKb/RZQrzwED4DHubPEHmE+VQ1/cpBhxSoDylvVkR+p0unQ+xe88qDy5feLW0
14WPrgtKqL2L8TCy885XYIlLRQRCsvHa6StdoY0BKe45rPDYEiB3XN6gSGN55BFzJJarh9iApk9E
s9a7mhZQeMApdjM1J8CYSl5DmuXeRlC2j2qLMSxD9nCl9/19T8wGaHqdd3AoAges3Ic2HDETWscX
A2ILoIKj5Nq3s8USdiYogxCifVl9dLHEUx0AMYXskRy8CvEErQfNCPbO+rSE/Lupx/Kdzc6DL6IY
b6NQmu/QgwuZVBCPY2bD0t2EEoRcr0Wzb/kMpVTF6DkXQl4uEcGlsygd4MB8s4vf8nwYKRcYQDmq
uyoKVlw7J8u9mlc4i7B59xn8n/W+ZbI8IfYBrm89km2HwKHpxqA6yJEA2KQwAEE1GkN134xG7khb
vZXltp7lruxCev6zGwy9Nqb8TnASWYtQBGRbnSUbCZTFMOTEGmroCelpD75fVGmPBIN0gb+rBy0R
THcaqgJQ4YLc0HpqLpFIU+UkEitM3xv8fsS3HYUrfPIvvCoss3EJvZMpAtghQEPdLY0dkhJzFG5G
ja08ihRc0j44JUi3MTWNF20emrn+6tBVHNvYw9M7VPhowV4IMr8uSWCiFBNPvLwuDN1R9DrJPFcu
62ek1syj/CH9YnitBP1w53+dGMCpRdNFhWjB8wDwKL4WpXuVAWp4WoU2aSLWwCjaNx8AUihKCRDm
lJM3X1avxnHvdUZXvLM+Ej49RdjjGhRRaoVe8aNynW6gsNsyjaktCOrg5WH2W5mEU+TSOq5AEtcd
TI6IlEjH/0Pame3WjWzZ9osIMIL9K7vdSVuSLcuyXwhLttn3Pb++ButeoNI7CxYOKg+QL4kjbpLB
iNXMOVYra3q69K3triLC6Kf1kbHlP+K6zjATxN2b0LZfulEpp2YUHYoQlNaeCn/sQkM8xTMwoSU3
pzetsLhnXP8baiWF/HgYOSVpyl7NIjZcDW2bv8qJfprS1DbTd8yHOV6vWqkfB1UPOv2li1/t2AlS
ASNEYat050lfHvQVbx7W7t+otX6hIBrO8UjzWBWa6fE5zxeCjTosHdMmWzYlbqoZB06uoqIysXPa
JtowHWVhgEunOSDELd0Jt4M/Y/w41n2V39dsP1eVzwmf3FAj5y9UvEdN7VUdL0KrVJWIyhDdgWbx
fJicKPXJA2K0qNEajjSZT5pmCMT96ncGbxR0rRHmjilIEy3XxoOC3/TcDrTzVxHz6KQtXS1d7bBY
jO2gbygxl4JOVVqY71oGLxylQsoxOJoXZGDGQRht8kVxqgmvIHE7upbxlHcpTqksaSEvOM5doljX
DgmFV1eb8hLDyQlGoYuXVBQFnyug6pYTdi7drMqS82ibDGyhgcdPW5ZzXIrWa1vd/rRiKMNEoyyU
UZYY2vfwzljC6G4eN/0+LfQfpiDqSkuxuHaJochNu5hJQTYGcSKk2t8avfEHyB7ozUbjGCMJf4NP
FF0Xabd3ydrMniwb8anTiWUF+z9nbXLKlvqJVaf7au/YTKqa8scCwgZN4vrLwtwU1j4D6Jj32J2q
Tvva2IMeRAnwEeCfP1dipADXMkvVYROypSPwre7uOISi60PR0l219B57fpNOQTJH60nUS9KDjWjl
S69rkEV0QQrjpKzjXqmjC1I7UmihjX2YIzHx56mLHs1imu+n2Ijv2ezW49QWyhFHbhfq7VS4BIR1
KBgtwhouUoRdWTTcp20HKbRrzFO+Yjp0hVpVFo0fp/3UY7R7L6sc5efekc2rZnwuV1Xn5GynQ2k1
9nPNWglsMXEq6QZ68Ioiw6nuVdC1ZEpnhF3Goe/5FFuhD2eh2j8rGZtBS7PSq2OZHPo2wcU+aXFI
pGAEFS0zl3mcuG311PHhPxFgxKW31RgZ0TQ191mKbwEzc+YhpEnDpaUHR8XGzbJmPcZ1/IuJtdu9
07PehzpxsCUbyXVddpn2VCH96ggbsQkqIVJRHP45gkhcw+g+NhssR5TJ7fOSpu1DFE0YCLbVmf1p
pBMNNyd+17ZlCDVtaCCsJkhOG6AVxSqmt7TStntTreNA5up4bItqfbS1ZH3JqlSe221aYeNsiJPj
tb3HLmGculVvL806Oa+F2WZfFEVM8ECGZUZopuQHSZ51yMvUClJH+2Qkax37i7kw7iMy8k+aaI4d
0XhDZcog3XfJuOoDIVtyNmytfMlQ2JHvVtHrZOlxyL5ZHQz8h37VQ2zQKjSfckZU5Wxj6w7JGoWN
un0m8zLdqgPOxZNbkfMR2h3XKAJykYr5R9VXZjBqcf8AcBnniVizU4p421dF/I4q9DOCSQVYC2JP
xPpwixipd89wpuyTyfo5mVEbHxi/3h6ISbOrbujLtd0MFHja8i3tmaZTEVVCy5LrwTG7Jtg2Uv9J
IJUrZ5tAMEfHPRiFeZ5TjOWpSUCqrpZ2j7Lst5k1JeMIm/lgKpvtz0weCTu2SZ+8/AnP+XxKbHgr
RTF3F6weeTj1ovbZz+SdlXVwLZDHYuIxu6dKFtpZoKsLVhPHrazBp6Cvqo4dA5wxSiwDisx02tzK
HDdwaVaKHbB2vjUJhJGa+ch1g5kSGV7k5oqDD6jFGiH0rya9zmO7VgJBpNNf0K2hfR2dFzKr2m3R
YfnTkDiB7Ced19KKXRBXe1uk6YHcCNBNfTJOGXoiT5cjG4PNnBiR8lwqPRU+88mla8dC9ZPEfKe4
8aykknjM4GiIu22+z5yJYmNvOOepNMwvejpPBwP94oGessSoXM/HaDTxKeNcPmCdRl+5KeQCo2J8
WYZS+lW6xbixxM9I0XKvcRz9rswKrFAGVIB8BY2xRcvD0MbLAX/fr9EanevaKK2fGc6+L9bLKcZF
j1OcDT5RsupSa5ZzLPF/YQ4mVOpXNA6Q/EmdEt0+T1ikXudVs4D4SOObdEb7tOZR+YkHF/PIl/y9
xb7Msii/65O2sEdpiHFX864uZB6qCuPA5GAYjLTQGnesTc3valJRfHO6N0KH9ce6H8LRJmfTFY4i
rRoHbyvSzoutnmHUQx558TQiQkSgwedC5rwMiuKh/ewRmY0TTvLhV1R31Iaa0fThi6Bet2O0Z6Mz
XqJ5jI+OqAYEnWZ2ruM5x+GU+XqLgKQW/UltK3nkE/GQc5/0MTcetDwvnxV7M71maF4Y9xcFOi5b
t4kwlzv4IMJWVtyLoHmLQ3sOLKXXUTqJVz2JNX9mTmaA/R9WWJNTJ6iiNRgddXzNO7RXalb2oU2D
/EA5X4YUqimeW0g5D5S+AGLg+uGpkhmfZphxTLZQqoMmctrEA5nEJNnumItDiJog4CZCbQNtw/0m
8Ipf035g164lVwbIy46EvtJCkKf1EMrWbswx1Vl9AMRQdXO7BGIw6fmnGrucawHsPSTz2p6YitAz
qHGujiX2rqOJnSqcdKcLkFUM99xCFbTYce/1ZBZ3S7QMP7JMfJsaMXj2Ak3N0KvVR/Kphpk+Eiok
ln7IkEbShIjXIxUrMvWU6fSs4/LO6ZPmuY6z+kEV4nctyJoEHD4Pik6B2aDLHhw9q4AOMdYXgTnR
CeXSYJrr7iobWkOG5fSPaYc7Z9bHN4t/2N+oloAmzx9IYFavmuz4Sqs9JwpieZ3aPGdCqjJDMmr6
+hIPlPhnXBhugmbKK3rAZpYsrVcnVuWPHUMXdMsyulu/pm7fataROSCMyUwagCCD1Sp3EfO8PNQ1
VNDYmV1QZl9skUkPRNrk990gj3G/lieLp/RAV4IPwc66g5q1CDgHOwnl1qsElVF6mM2sDhShIjqK
RiecBhu5vqVxN63eHLJtHI9mDG+yTe1vrS6HQ0UN7BEyB5ZO/CfhIlmyC6zOh8xIJ8YbLXC4QIe6
G0ldaKWdCGpSB9JckxmMrfmK9K0+SrwjLkagyCuZDPMU66I+aYpt3lf6jNNIm9vTtkgTi9FUhPaw
xAd8X4kbNWAAd+23l2V27o+rxMUQp+YRstuCx3dsAtYk2+JQirBZqTcwHa77OUdt8lmxOnRyLFQY
C5Sto3QvGJMnzp7SaSEwRgzDh0RpfE6z1Ot7zg9w6rszVj/WWiHv8qmAgWYJsv8mjgjh4qq6lFCC
wngUr3nSql6cRbZLwWZE/I9Pv95nUCYJUtFEOpVrql11J1W5nK1EwxqhbF3QWHVzJ+2hh0CiV4ca
oaXLqOf6fivUGVGqmaNHy8VjAmMQbgUH+6ZUv7Y4h5iZz2NYQ8gIt3Jcz5meU78dIgKJeCiQadrR
cYr3JNHocRxvhvKqFZPtl5ZCJKqZy3me+/qc9op8bhM2502BBKPbiRrOZf9GoRxRaLEpWDVm8oKy
AbSBn8UIbepg3qjkzD3Vc3wfs5W6CHQbisDdi1rg+VlJpALkw5ELPYEBYUgrP80rXkmhz9iMGkZt
EkK5Qm9Wr7Sd1SN/HKjnkbcXpMNfy00ud42mPAM/mILegt/ZxMB77WiUeEaskkCjpyK1te96QdFg
UnorYBCJcKts6x73er7n9DbntLTWX7DtSupOKr1KrSZ0TMc8PublWPiMz1WgZW3mHRryyk/zgpiB
rB65rqqHHXW5T1n+qFaXPNOVN7sEbanovQNHIufZisa8UrRkGqDg5eqast4ngqEKCmNED70zIgEr
rfHZSCKNzUcdccCqOu7aeAgjZqljq2877hyZ5iJRaWt22vi4pFtv6i1Whzmml7m2FH8qtRixp4mx
IWdWXFeI7jPyHRsNZm8vEDLy8b42pIJ2kpllCirCF1ouk5taRIIuDJGYVkJlUBot0yAq63MMQSQf
sBIuSv+1m/aK/7yBsUhqcJ1y7kATUjGpcDT+zBln/hCJrH2QNXmshZD+YG9o9bdouExR0rmAJc2G
fWypqcinmeUzkFMLKkmso49x/UXXK/lbj1RIAMPsxO4SKeiGbeptg4FnoVqcH6vYzEObzYKKVEFc
qAKWNJbVvoh523zJhnfIZDbBQLdSjxKr6vbKCrSoi/VzVFEeS8xCK6h0aKu7TglEWIBRMYM6nLh5
6MYq/jbmtXIdDeKsYdk0T43wH/DlRI8aiWKI60b/pjkl0K/OolJG+SD242SqPVtfjMuQmvPVMAXE
obrfvvas3YdBbcqE1NC277S5+YqrE8qb6Jpnnc6dLsb3qBEmzQlOG3glxQ87U+VJRMn8gD+c3DrK
p2OUbIpv9Kn4vhvSfpMcfjPyCLOkE6nfcbtnL0jNR8WdqJZ9nQo7PrUU4A7KrD7rAppYq5EgNJYN
TrLXriy6F62vmZECBLx8VscGBXrSFId+3NBJ1s1WHorWMg2/XovGDramWYluWCdlxri+sbOMB9LK
n2yG40OEJQ3S3PCJXmFyhFE+UtElZMBtpPN7qImh/tXwCmYmfr5OYTnlHXutnj2BlHhT57S4kErS
wAEZ9dCpKflnyxAXsBq1FyV65Dbt/GbQNgZCUCYHFMVTAwYVk9RKf8G3h2bxGaxWP2YzJYOpNyby
ZvJ9oeOKVrJOuyvVdfqB2AWTtKLLb1ZsvltmhG/KKqflIQWoGDRaIs9CsyhoQJb0mMeLlY5iaOcx
61QLxeqov7dyFriXazBv4+j40yqc+85MkgdUKaxoIorJF70zfEPeHkgrDRB4i2VjZzUUIF8lit95
gQiXZlHCyQQbb8CdeKKwPD8yVZIVac+ac2Y3Ah0HbuSrk+bNWdvG4TJzNnpttqHDT2zlHvPv49KL
4Qj1OPVt+loBmVhHRUrJoOXV1Yr5UWqXZgIb39gZVipNLfwFs/tRqQpr8Z1iXr+MwM2w17UUZDvQ
MSdHQuQBliQgfxCe1SOy7a3u7F/KOg0hOv/9aCbXYqIpvda0Vg5OWnOrGq2xJm++RwzkOQqZ/UQ1
v51pAr4uzvZiZ/VP8MF8e2NiayPtQEUlHkxkh4/B+VzXizocWKXFQVFUgeFj6BdPpTSAf0foPzMI
LEA4YmnfRXmiETVQq6pTs+Ssz+O7vqi1p7XYSlpYrXW2TXedx/vUlg2swQ3skjZs4M4yrTjI3Uqj
WHaCt68Wxx6IHrkQ6wVNRRZrQB3zBdwhbwdBbzx9SzItu1vbpr3mPV0YdJGtm5aICzXagFcqGlsT
5OaEC8Sm0ejToeWgjTrxtTYVy6PArHNixa03dFUbpnSJAVlUtAoTdfNNCypn2fTKmTpxdaYyU50i
OrYnY0U6Yk877GYWIHIrzBQl/Y8nHWLHsWlXEhi9zD+RiMXsn/oUQhadj4YgeNYj6QRI/a2wHKI4
rMsJiMK0wwQLQGi6atN+W+vtiM8q8u1ZEuzHmLCm2M49K9cwOucRJM6ZKtKi2b0Hj7Z8ypRvE2xi
DvCEOpvWZqTZTvc7VZwNPmqsA0cB+klbfg/TtCrGC1lskBc79SdFbRVMIcc5ILTKDsYxXjysGUOY
5MNMwlCq7qIm3f0AxwEG8c7whSUWWr1lXKzFWjzdHABOcy7R0k5/kmNLf96yPMj32Kx3SsTUMSUL
jZ6MpzZ0mdRh/WGLhPS63BaCDfb1FDW2hh1/GNe3Wcje7ToVwPYUf+a4018iPGjckZl/xdAo3p2W
SWtlt/v0Ad+RnWU5PUuKTWzo7wXenUeNrlLALFbTyx2IKpgtjFfID8uL0htD609LUVC+KaTfTz2E
UxwIbjtQMrZy8xULPU6rnfbgmIDTWgkvedtdqAXAb1o1Fv1G8qCJAo9FcJ41qeoxPT76oax1m4RZ
rVjSH/BQ+ku+fMfjA9Vmg0R+cnpzKolQgcwARs2vozbBOiNeaKSgWijMLpT2PBxxeg/8gHE6AnKI
z7ojdM+sLPm6gl3FJ5LoxCiONT+MbWP4mrkmFzPW1O8AjAmUDACtIWQwCfl9hoGkyfFkkbY8W2RN
QIlLG4ywgagA9NtXp7P3pH5d/dXUB6+L1Mgnd+jdEbvxuVQbSW/RXI47ttIbFM0KB12D0zvXw4Ff
sxxWXPShqUbqVz4gyuFqpJ8zUMyfCwxXz3GZEORnSIPMmDZkOg9v0dKPbg9NxMsbXNulM06XpOl3
9fVQZsGYJmdlA+/EgiVWsmhO1246dsbgW81aPCt47X/SCbTfkkjPOPmX6Te2lDokbZ8PJbTMz9ka
OUehtunbkjN1TO1IYyi0zeSO5QBLpMmfrXIdP9FUpGs6KS1oSKcWQALySX0YJdV6kALZkQk3ESnu
gPuVOjGm2zGCtdxQC2BhdsJtRqskOFztg2E0beiMmrqb8rIxgMwM+ExvN/CfFk064D0hTMurllXT
w6JAmx067WdpVSoBIrXqWauGi7aV2WmjikvbiTklbaoY7yqAB0ZLWbieB+NtzRU1sJJ569ymVH8l
hPvuvCqxp8naCi0QGxucuAQk15QapjuVMiFJXfYZvwpFnzqOss8JC+fTDqz4SUVuHEOj2dJHmoiR
t/K5HJA6bi7pXewXLPEEP5ZcYV10ybWgiUfJfVNPRUFJXNSFc+RpA+RqJ1m69iiZ8q7RkGzMh4lg
56mye2ow0lZrilF8qptEC0LsqwZShRdf50CXRHeUinGJ07lCg7PyoSRls/qmpvbBVgwlRVFLtKAA
6U/c7UN9vabbhgv26+JNtyiZL5iJLmYtzW/JBJlhjSHfNsUesxGkhBT9adBZsRrQEHbOgwCNOq72
D10zFqKpcW35e2wnjdNQDIwTHIDRr3Q34unwPR7oQ8hvJdmW4XcbMXvP2FOPngbqgF0B13mmPa8v
TTP0RyYoUGsw1TQ6lLjsCxdI6zVPR7RWVgK3krGvdKz69hn2BM8i0tbhYHRD8XuC//Qa4dl/yrLU
fHFwExEPxURgSkOXobA+zQB8e4+As/9Awyr+LftkEqlQDb5YnSbF7TSzFhKeOhhx+5ha8t6iCzwu
aWCM5cVo1wddq74McfRdRWhQN1Pwn4rvdpGxsIlWHKSZt3OkwH/gwWNzewTz1R2c+T9yAOzSOwcI
KEJwtKx05fQb6WCSCnr3xhQ9wCnnqF7N/2i41n//fRR3qg2cXqIt1W+sKbAcncrIZfRgRPo9QGmf
qv8HWuxbhTGYPmZIS5UqnoOQ83Z+jmFShp0hI11nxbV/rgUDgw8LLSztg1UgdwXxP0Wyu/gWNbtA
lM2/yHD+lIvmI9MpYrNrr1LEgrKVYu5FymG+AL4fT4lZ9h7Sui2Ie4rjY6VM9wx5yP2mIh2HWlX8
Gid7IyOeEvU8xaMRUHCuTsWwgg2eKBQMFDup2440vAg/6DVgmqfT8ff1pMlbra+moRVlObGgkfyC
Bv3zNqq1R2Iz5dWjowp5semqIcKNUPCl6gLuS2AhX4aKeGb+YjvzNUux4B66b3pK58Aw0S/Wd6P6
w6R3qVrjL6b5oWPjk+7NM42bMNyK7bpo1XfYV26UPjkyOoJ7nX2J1xgxmlL6EH9hOdHT9YqULTdC
MOVaBnzrzMTRuilpgGKudHVd5egoaZn11Kc920mA/3lRnBav25rQP88Ane3hTmR3KJPihz4GrZ/V
78PWqWFJ48HdNCsOYmjIKuzKMdFRaXRoOJ1ZfrXr9V2X9Led3EquSpHgWqyn4mufVeU9RNfxSIPk
kD8iqrUhMDjx3Vbexfjd7Fw9OdtlyuNP2LjsA5NMGtpHAod9vigBgJTXViWhJpGz3ZKmBPXm+UzA
bskTk148RwtpDXtgO+xVfx9pL4ZlgiRH7eclQOpPf62q3IgZtvFpRrTgKxZA/Dmt3WU2/bqFQiff
megBJxIVCpjybQcxpEtOP4XBBvt4Co0BM4P2u0Fu+hBvI5QBRdNflU75gYWPwqOV64Hek50w/CQ7
OFr5M+v7yO1jSt6ctxjg9Y26owrkWY/ovEJHUUJ0/O/TuCDTjmsnYIJMf+7R7tGeA+vb6cbsN5hu
XbVSU5Q1gJ/nGoY2HV9JR439fCgoL492bx22Bfc+4oPkjujA9kHmvcYtxU9G37xNBcoSOmp1OFBk
8eSUjeEWTcWrSXCHG0eUV8beMZajab8X0xq51UrZTbTDSjlisYIyqt9orgvwNNa3qsBpG1M/pGmK
ICvTqgXpGzw6WRifeXmpV/VxfB70iT50S/BmOdbTiorLK6CvBoQ7qkcewPCYHIQKo2C+GKDMQr1E
iEDLVLjxWKE6o5p43uYUQN0Q2WGfUKqimBt/02YQj0O1gSqoBPX6znA2X2Wkwo/RjAGuT/siR+1w
sRjjg/+1sHc9A5FdvNbnrMdJ2Zd0IeXEUFqltTUK4iVp57zqd1FW2i74aNTkUm0go4y8vjlnoIEy
MvEmtqgEZUiIyA7a6XdE//y+NLU5dYfNkgEzXhC59ersMpIjFWE4zTM5bL5By2c+80M3DSb/f1aU
rSgE3qmdsLPVPOdtLq5C13q/j0oEhfWkHQtayOQUKzxpyOWvRUL/2BGb443q0B+kVXQX0S9dYELK
KtwUfamPS2n2aiZ6hNy9SktxK4IpWZhAZBRYoNOC3VRCZFQVrLkLdIAA0a12WlCtegqtD48pRIRh
gN4JRDMSx3j6Ui1N46WT9mIqgP0H4axn3Wbv6hbzaz5IAclY4CC10t+0hnt/gFMGGgdJBSjRB1xK
dLjgawQO46CuuPExgUIyocQ+F167OVkgOEbdlNrwAfe47U9d3d4XNfrjzsHKYIycOKlYSiTVkQg4
DIEUUxQ5VzVpNv7DnfUVbwEg0l0wyVdb5e0EZ2dF7FqmP2bFQJKWW5QouV1Cmm6la9VVRxkV06kc
t282RmIv04k3VeYn+QDgyRvnjuKbZtRB1/TWcQIkF7YZ3YK/Hxn7ufbPc28/MBwBttrERwYG5caM
pOAtpbLZVY8ESRfSEJ/eLfmpjdy1/BIxH9WrRfSB0+ZWr68ZeM0tDD0QJjh3nZtDChHy0G1mPz5O
tLM9kA72tYZ24Wk4CT4YXibt3V/wzxvkArbk7lQCLVWat2OOVSWODXqcwzU2+27HctMzzAW1BeSF
2/ymCpoPjODAiw9Zx5NMReYMQWvtkoDTedooZG2NszzTfDGOKe3pPZecXyJ+LLATFvIo9w5qUZJV
0EMIFREXR9UwDDr72VCeUFKCN03lBqxvA5Y1UMtAFzT6WynQWDj9qaBQzMQTxfFQXb1Mcqx8TvbG
J1gFCJ511rFWVhp3JZ0AKMDOueqqL9HCELBp5hSt40SCMBfIbSmK8E2x3x/M0R6ozWTyWIzJcLHS
oQ5Tq8yvA8Ei1IWxuwIAnfxqa5/zJRoeUqH2lwrw2mqfRBOh5F3gFkboWY9Nsyj+MjfvZNaOO8q2
f7FmBal1vAx+h2zRz9TcPjFf4UzBiBoWE+bns6IXv4in7KdkstGumdN2b9lle7KEM7+y/9BoHScT
ZNEqGiImKqOrTu3KnTK2DhbO77UwCs80IUHOUgNyVtFMaY2+/1zvscwyTNm1QOX41DAJwQiXMt9O
0Mg4rvlwA21hZo/jrHGDEEikzxx6RqCPTB6jGvIuzdY8bbvAd8UxCYVVmPDFK4uTO1o0IKGFeY8d
nVyDih4JcYrhf8wLlPwpXG5S5cmfLTEFWt0gzC/76JdtFkkwAzdu9cAGK6zFyQWV5g5JLzlG1bl+
XGmy/ZJmRUt2QV7SuLm590Erlc2eWtAJmep6F0vZhkVVVG6jOPRRFOj0JK/UbG0KVhcm8/xMaTA+
OZnVnHpro8wllOwqtro4QSKx/HKAQ0Xxmsx8zXuOlUhVIDb2xVPW12ug9i1SMLtlflI/EbaHq033
0RXMpLgMtO44sCN2bc5LEwSrvdJKN7f3Sdl3ctYf6MI5RxNgSeang5ikOpQ0DB9KgdJ6Uk/H91iN
0OyCUL22g7r4GdPL7pmQQqNbmVR/mwftPCd1AxY901TXpkb91Cjf1v7rAE1aYtdnqmpgIX1/tbXm
Uenqu5SS31RGJSzYsVPdpPARqNcvVdJr37sszj/HjE45bE6cnBrGwJ1HMSZXZ27sO/JlAjRb4EnL
jGT3H9WWeUnXoYF/Vbdfa6T2X5iCsJZbf+zE3KF0yRjBnuKTQw5hLU+qhXQlrqJv3bq8R73WvCmd
HXmZ2IUzdOXsq4JwEneEAcx4i4XfootipqRanGiLzmfVSlZEGiNV7r4CRoD/yj507RgJV/ZMOgmK
zjeziYgVZD9qXhvvzbIJtEwdQ942AMlQTDYn0qC15PI+mdb4HJvKz8aRKAH66leMiNbvC8Sb/ITo
N2LRJlxg26Pd7kZPrsTWq9X+XifKrSZ8Dy+Od6tFoVrHomEiF1Cd+SzJdnilqYkAXMhnG1Ysafry
w6Ri8RMyEcTQHKYLyg/9Xkmc7qKYaxVsmt7eRdDoggaw513dFxS0nZbhSwbnIJPGck57juVSb2iN
DlsWf8CNuDm6HAxfJmO/VOng8uMYuXGWbeCruhj27aNMElDM6Ie3BzWq0s+x3lhvg232XzrbASeE
Desj1sOfRxhJInpG05DwxalpOJp1c4QxKCC3IXY417Y6pDMku3DIPygO/Hlw7ZfQVFvuWTanFjTs
GwIB1uxIrMPkXMkmlp/d5kd9MH40IfOji9xY57ayqPWdi3dlPGHR+siuNMh32QcevY+usj/Nf3gx
qf8XGVMAnSulq22+RtKTCNjHy99Dmf23/s9JzwNzbBJ3nSem8bikelPuyDSsMvqUpBwQ6RjGy9xe
s3WKD3+/yu29MFxE6qal6aaKEdm5ffN9LvpGVdvtEW1Q7I/bmh/AjFahiqztrEjogH+/3h6A/fOu
MDtZ1BsdDaO9gUH5JkATc2zYdKnLpzr5ilFom1+dnt7Ro+xfo5Q5Rojv/37Bm4KYLW6ueGseR/KZ
JcDMS9L7Di+3nt11jum2a/Izn3f8U0PbAcHRWan7S9mMTx9cfn9N/75hqhc2uk5p3TpSVy0dULDF
tHNa0N9L+wqQ1tPQSUxpmvrTBKN7nDAdrY15xuL+rNAh+PtP2D/e//kFFp58y3AMAAegABzgBjdf
nslorXRAYnjNDGSN2mwiXnCm4pANsrkY1fC9tTPd+/s1/3zNlGxsh/KTNPbJkpqOhpjf9I9PpFOb
RjMQZT7bCjPG4PAFUPP8VeAdYIZGS1W7q/22/MBX/+di3gtFliaI/Pnf/sEY8s+r4sBkAI9aRJ+R
XNEtpGG2ggXKPtjJ/vwwSRz24iP7NKoYjd1MvXmeSo30VSks+bnoX4voq/JBOvGvPy8oEPKWuBWs
9Lq9//d/PDrDWHRySUP5NM3M93jCjPbBF7E/+3+sB4ppliRKMHVctCav5mazb9O5mPRIGJ/CNX9R
Ew05YfXw99f/r0twlu37PWQ3g3PNuQE2JHSJNSpz3ZM1rSj2ggmjLgHm3y/yrwclNcGpxVbCnahU
2P58UL2T65HCkK4nbQqtQyLD/9ufv1lMANd1fdr/vH0ws4DW59///O1apdhJtZl3bbIv2MYtcITh
jlGqQkd+Uo05GNKgnVQ8VIxMKz943WL/oX+8b7nrRR1yVBXfveHcLKgKynUPxF9jlmTP0Cspzp2B
e9sYUNzXY/mwi6hpll76HhPztnBAzy/YO/+z6jqaKFJkvAU6hA2+nNu+hFCYaDsj5vsk1e2H0Riv
FBb//kRvAyjtvz8YtjtbUDYjpPlzPSwzvEF0yXQpm9YHGHyhx+7jMgTjFp/6vGa8MB35v1/zdg3q
dJVs3iBzUtl+eJd/XlP0tQFaNCfqp6RpBQTT/7e/v6+if2wGumzqHjFK/VQUTzCUo+aD4//2me1B
Jy2C/z6M95bRzTeUOlEfZXRcHo0tugxJfDD08VwwEQNpZeV2RYT16yPknPjzcPh/J7KjEgSwCWgO
1dA/byplnpagzFU8SUW7LspwPxUZmjO5/bbr7dVkRLfpJD+WpbuvF8M34Mq46DpQ12U/MsWkhbur
3pk6VDJGUnbw8bUPvs3/9QcCyucbJf5Sb9sOI8zIasWO9FSUfDXbgozLASKpo9CscEOajKPozOE9
s/IPYr7/NVih8y/YPSWzoOyb9dQ3vcgBgZZPOT7QfqXlWBEu08ErjS98M9r03e6ZqPjBt3mzRfz/
N/KPy94ss5WmcdI1BCmRvpCgH9vpbZm/r/ET7Gw/XV4jJkQV/QPKPzzsyQdr3PlzEf776jcHEvi3
Gq9sWT4pOSINrPWXwmoNusZYMs3ybQJIjgypIhVLMGAhenpHNfKrmMzPBmPIOIcggll3DW5Q9pWT
rqI+WUSD6ap9n5NOoZuiPhpM1wgFqOhm5hrdVj7aLcxjSkMHujUe34kdrtP4u2Ysq2tUsbdbU2bq
WqLCY6iYQVZBr0AMfE0WOhLb9opz7mLnKBjtuQlMegJlnYTrUPnaf5F2XsuR68gW/SJG0IDutYrl
5UqmZV4Y3ZKangS9+fq72NccqVqhijN3nmZizhGKBJAEMneujb/bIiDuwKrGKEWSdjPSh9QP7q1c
vfETuYRygdUwvqC1CSRQ5nun1FZiLO96y127BUq1IXcwocmsZCU7rMWATqwFCIKlb2ZkQjCxKwt9
g7nZO1TPnzSN0jbfN6sqM5bVWBwidO6o6ejiCIL7MqrbZVzrj2QxDrbzDvOMDKH7wxJzc0DbbeTE
8bNHyL0Meg39ZncxFgLjuf4ix4K7QL697OBDyDq4/T64aZ+/gf8z8RSKObRx6dRP9xlxgEQPqZkj
Sc8btCnk/F1cyLVe2Q+BvgnHcmXigA5gamPE00Eb/Icw6pcaeieq+D/zVjnSJnfuxP75ezn/Kg52
lLH/HJDADJ2EJ6NA6RJBlz4m5ZvJzYR5EgjjFO2BerCLTksZfzbdvQFDfqzOxGPt772AnpKqvcm1
z5r/2+fYqKLO7awx4VjQKXgGoi1dGwo2xVEjJoTvg/q7QmP5a3IxPKzsSl436fQL1Va4nzRVXSmp
Ye3b3m2uq3Kk+zUKmr0gkYufRtK+fT9980/551wxvyc+tRYfQHLDpCzs+VE+fJvogs3GyXEqYtW1
WVeLIaAlVykWSl2t++T++8H+kPg+j8aLERyHwWXZguT+59EcusmQl5vFsXJ3UfcWFY/OBOUGX7HC
vRHo7WKs49UXhPdQ1a8MW/1VUYvEceWiGq59uE20C3qG8zPHpLXLfw9oRVKFHw33OU9RSMDACYyL
Adr3oCY3bnwmcz8H7tOfj67GMeeFRQrkJLBHcSAp2I/yCAz/4I/QuSOcCHtkKWei6RefEI5ZGucf
qjxQhGZi3sdpofpKHRO98zFP6TAhzR6+oT9Mt41ivw35kF1HrhguoQyNB/ppaI3CQm/9/WR9sYgp
UnAF5GgxU85OfoJlR1nvt7U8RuWPsTdvc9yZcLhd0CPjpq9CTbffj/f395pH5mNN+sI0OGWe7FgI
+IVqJrzcAEuQV9GDgGe7pKvAbsKtWQz6Q5ZUUL4HjS6tBoHW98N/+bgIOij9IEPQT7lxitqifS5z
yUVEhT+BcmIRFPlt1GS0iI/qDo8nr3WtM6Hi89HzT5hydOGanN7YEYZ+8tCYmvpkuOeXjEePX6cU
34d/fxzhxf4zxp9N+WGLR7Yvlalr5FHoGxdBWDOKpTR/0INBCzB+oljEaNEOv5wzC+iL3UKuEKWM
KwzggqfpA2lgKaL5Dm9Uc+87R6Nw3T1MCBO+nzjt73E+h7CTaFtGtIbouV0da828rv38QSk6Gj3S
bRBSmEFJCobuHjDQrhHVGlgz6aMK4QNcAQCwt32inVlJf38Q599jUw/ibk7j60mUGCCaTTTa0uMa
RTsVC+C+bXY4MGCrYZ+5uXwxFKIaAun8giHgGZ/DBPTkOMBmoKYXIL6zzMI9Jpp010Gs/w780T7z
YF+8aEazXf5DPuivuzqimlaLO/wykILSlF2vVTtfZfqZOPD3RuRySfKH1Cm1Uf0vhZhL33ETDvVR
mtWqztqfNiQS03DYmAns+/qClrczK/XvXTgPiVfyvA9Jop7sQmWs7HTAbf6YTL2+o9EZ45tS6R+/
X6hfjuIKnUuTqjp/JRENFy0S3AFSHTI/5p24M4zwzLv7c9X7/IXCk1SQUyFPKEz6jj8vCBpVsP1s
JvId2e8Km5eyH+lQeBscUpKSovHgifw40YIau+GZ1fHV430cep7XD2HGoPUvcJx53mq5LbHtWzgd
3Yjfv8MvliAJQpjmfCN4k6ffxVzSl0nbjHljd10JvM2wLkFeZIcpQgX2/VB/7y1ObgAwNZu1aP01
XUrcuTU4/ujYmvbEwqNVJDQgro3UCj0Mg6czcWyemg9TRwqSFKuDMaCl6vrfYSMJSIq2RTceOw3l
hYLb+2ZqVcQz6ShXrhq0XCpq40y96q9BaVugnkNmGdDIzOT8PGl+qqf0UOI17OD9vfY1jB76cEwO
ndnb64H3u096JTm3Sue/+ulRhUrCb05fIvSg4nkSIY2SVH46qMpRp4lkp1Zasm4amDJtoQElqwPt
Gr+G/pELJcw1jsp7J6iTbFl1SfI02Qnd3Xo4xUu37dNjhMnzIUtr/WYKIg4PAw1GhaOdmZy/frHJ
eiMkEY4gGRunPPVqoE8LBX1+HIfnPPjtGsnCLaOl5iPdyi7r+qCZ/2756cgxDMosGkk/MjrkMD7P
DDqtLimjIT9qYs4sNrBCsT4/pzE9CbbzKFylSVET2LkkuScfkFaTcCgiJT8KY486hBxF/TS621Tf
lv3b9/tJm//Wp1k/GevkiQKgEqQUGavoy1WKHX07HQWCqNh+n8qWPlcJZemQ92+uewc6IuMG/f0v
OIlQ//2wSFFn2jTnWXXe8R8iFOZ3iIkK2GXZ3gYrm59Z1icBg1KCRkRyud5QHOWdnhyYpZrqLdbw
CvH1ZzJ6LeCb6iYZzxznzo0yX3w/PIQozSlxh1w59q5zR4WmuLNCuoT7IFQugPAb63/7zngcW+hc
AAB0kyn9PFyiKhjYRHZ5bEc0KICU//WcfP77J4uixDFKK1W3PJYvDcyN8P/5808ijRymws4wlT6K
cWWndL9537+eLxb1598/T9eH6dBNBR/s0S+P7nTjYKp5JPNCZT8jo2SgndrQmV+DfXiclNvvR/57
MX8eeI7sHwZu4LoUshXlEciNNniyPfNk5/7+yedcyqwPAVsxMXz86NQ9V9I99/dPvjzjNE6KOjEz
+XQlxK3675L6Dpv90/sxT6pXtts2dkFD85HbwUITOOae+SScHEX+ZwDA3CQCDM05PTQi/h7gkSjl
0XHuymIziI1Wv34/x399nf88w/8N8SdL8GGOVYwDU7sIqiMivFU89zm1zlI4j4o+S8rO1ZjOPNBp
GcEBGgQ9la1IbdsFgVDvoFt+/0DnhjgJXsAdXGOcdztYy1wsde2inc4M8fW6+uednQQsLa4CqK8M
QccsXfau8h8FrH/+/jz+hznxtcDME7Bdxz7ZVtmqvfv/vaGTgIXRXIQumikn/RG1XoZq6t/Ru/93
Z/zzBCchq0+y1IpSpzxW9/gUQaz4/gnmf/3zZ56N5yCkdec+HAgan1+QJMeCbLyujkNWb6DJQHlf
dsVT7Y/H7wf6cqY/DHQSAZ0aKqduVdXRta8Vi76E4MwH/cvViviByygZS/dP7P8w1XQBjhivx9VR
zRLP7ihgldeZfUbucG6Qk/VEV+JgAdqtjlYUrGGH3CWd7QGwOlMd+jKUuMKhnYgcm2WeHE5mO2ox
0t1HIRxxfW8tbwzknebN91Py5dzPKGTOkwggThPfZlcrTm6xtIS2j/2D8XsC9/30/RhfTTtVd25I
LkdxDBg+r69ML7HCNbrqqNiXsIuAcvwHO/zjACdfPngLsxScAVyE1OUL5L4zA3z1lsieALinQsEj
nD6BWQW8wUkes5+0rRTDBoSiLM7c7L5aVwLxPGlkVyWbejKInzY+SD+yflZ7oaRPQ3XVaGeOovOL
ON3pYhYDCM1wKHSexCrHhZTRZZQ5wAne6255oajOFSJzIO7BPo1Cehrmusu/n/6Pg56El1C2XRko
FHZM+3Whu7++/+tfTs2HRzp5a2OQGX0Gxfw4Op4V7IB70mLatGeUNV+OIjg2oECa5Ucn36g8cGJO
pkF5HFdhdO2Er4J7rX7mS/LVPhEY4Yi5xDPftj/vE/INTSulxgJI9nJtWGcm/8v19eHP65///ORA
6YT+xuQHLR3hRz5Wrbr+fja+XGCWhUc0CWzuVydnxCmjHKyLgVu9Y6JBrjaORu+gMyxMyI3J1jT+
o1f2f+OdnhlrWVnpmDBeyrEkm+7GUlt+/0SnhZ0/p0byPLZBsmWOkSd7xm4gLjWtTwXM3sK3hJxp
0sIFPJXWAxhsv7TG+37EL+fpw4An+yUKC9RIFQM2On0M1+B+s3OuXl8uZ9cmb4qGhoT/yUozsXy1
aZYvjgocq0GHPfZWmvbC3n3/JF+uhg/DnKw4tj1O9fTbHf0cR8h6E1SbUt+MRuyBVF4EDPz9ePNe
Pw1vpP9UYc5uVihdPq/wMrMKM09Deazzm8R/y/xVYl/ALU7PaTu/2qkfBjot0NhW1yeBw0DObzD4
hjiTSfpqBZgqaQk8uzBW+KPc+HCMUc0sA7xHxHSMtWOB/VsExvb7V/X1E/wzxMmrGuLIrQIzY6NC
77fCTXcumH21xP55Borgn+dCSNN0OrxYj4ElFzqum3QHL31RLdrsnBXWl6+Ldmu+AmjRSFF+Hori
EN1BpVYciwlm0Ct33wzn4u/f15eP888Ypy49XZ2AQYfycQSRJcQjuGN6dHzjXHbPcv6EyL8W8T8j
nVZVbXWwRj8ziqOqZQWcE9e5SuOs9YYSYWoNwmvXk429SgDRHuKOxmgsJOAw2XQXmWUVexI/C0Rb
/BtY0zi7qtRge2T1jOLAmDPaCqMJgCIKWuFBtgLFD3JWMR6I26K3n0EsI+CX0zuG6PYxppvdi8ey
ND3sZdEpRobZwPXW3W2epdj9VEGCvi/z14VBAoUU+0zDCTWCimYvApObUAWODcTfQ0onyYhljgfh
Um4ghLw6TRXCadSwJS+jF7qA3nqgPqt4KJtVFtXYS9TA6KOpt97pt+M59QTUL3rLTZZgGkPTvw4i
Pw6P0zDu8ynj/ttg6wsRWIH9A6wXtCiKugAj1zTsAW6ncRFaWwDAET2dFc1IOsbQ+ICLZhHpgE71
xHJpTC1zzzbhIFPQcAGvw4NP9MHfWmYsb/QifTWyQKyA79jPNgTIjYGdwyYvw/YazhMMDp0GMHS+
sOnUpsdRN9NpbG3NfVbJbhlGiFoVqzFva6OrD6qEmAhetb6ASS93CW3UCz0qxVbT/OLZboJ6Y/Zt
ubJ1Ln1uAbDGCQ17n2vguKY0VbCa1kPPNoDB+lX3UovAWuZmq/32BZhnvTL7h7G0dMij49BiVYFZ
wygqykrTTHOppA++Cs/yVdS1kTeVgbYYxNiT51UGcxOUWAi4bt48FI0lvCTLfZxqcMK4SPtQv8DN
9XepkQVCTeTsurYr8HjG36WaYjyKcuixUKN03JrY/33kDC9R5wLphzy6Uh3fWo15ZGylAL4H8qW6
jBLH2Wd91WxNd4S8gqCcubS0QxiUv1gY9jrVR+M5mCwgVHoNkqUN7F0JV2IRNGO6iqvxTe8PPb2x
XT7el7aPX0OIqkyGYXfl+9LfmLEfAwmYzO3Qjm/AWxSQlQ7z4eSlZ0FGTr0wxcJE0jy5Ic8fr5w6
b3a1RatXLwFgRBddso/KBR3G4JvazF6An9Q3AEyCbV73YovZOs4ZYKRh26QG0LNeJEsjaX9XvfJS
jiYyhcr2N75d6Ve1yJDF1TIkMo72E8T20VqQXAXEGdHenww4ntZpZS9UWAOAKgNAyFGo3OR94RwQ
qDbrxoyHBb6fw6Zto+HQg5FfWxIHmiYsg8vaFu+KqwKacRpzqZVA0boU2qlI7JdBixFxUgxecvfr
16kCnMdvtGGnRRle0KERXVZJ2O1qX/Nv/WCKdrUsaB0fyuLaxdWdNjWsp8AE4naU05ys6PBshYBz
nsAHXGVppAG0NJyrqAnp64NnxR3WfLWwpQKMRyteUjq/MCaam5GFWDqJDj0q8ynAF7I6wHelKqQG
lz1Q6V3uOwgSQS8i2wlvHLUbvLBw8h/g6e2Fwf9cG6I1vQFHmHUXTzbItmJCv4fJWR37EMyUXl/L
GW5pylx6ZavSYw7QEEupmRE4AObK0tkkJkO5RU9vcGHxP5dRjftA2BYRpiaVfA2UGmsZrce7SNgK
gpq2HJeNab+H5AIWQT03sjtOCH8gSJdG4+T07SYD4B0L9oXj0HHfBYUXNqq1NJ2mPlh+JDg/YnPQ
B2V7F6AgWzcz6rKVs9+3w9G5y8ErW8VU0tU/IX1NSn/BP+HfaBO8fDWUz3EbGcuEK5DX1pHgJ1fI
wAxsK6BDN9i1QGwJwxBApgssgnZ0d1VEdBJOjVOuMyWBl1upwWtbpcayhFy2jEr7pQK6uBRR8tbj
Si1BayG+jd86U3k0ZIu50WC85j4Bv7Z5AaKU8I2d8tU00RnZui+XWtvih2bEsTe1dNpkjQzvkF0k
C9+G4543yn2V4IGrlFZKB2RIs2OmTjTHzqyEJmPfZBXwRCc3Nha05kVfcnTohAgQJeMskHcjvXhw
g+sH/kF2YhoNwDSjisI5EeMhsmuoXWaZ/rCz7MGiZ/SxbZXs0CdquR+nIjgEFITKhdAwcGjnrlp7
BhsDhFNeReC4XpbDDQTy12M6EdBl6iqAxJCoeFroWvs8sN8FPu88W1Jc1LaLx0dfKwuqxCoi0XoA
6ooGIqg6FP+WjDd6L8Sqi0kKquyTNWhi6zZutX7DJbO+xGakuZJSxPsqI/bOFd8LSsmJlwxhD0vS
/E0Qkl4HC4JwBxelsxraqRMnXsvOHTfA1Id1SDqMpd23CJ5gtIFsg6EojHHJx3ba613be1Nd63cy
Dq2OCwW2wYvZE2oT0Qa+6FU3/iH8ms+6zuH5VZFgxBeQV8CpiYqXqfbBMR5mzzu9g5XnogJ3C+en
G+fNopQarG13Elfw7BKMBFLbWuhQDPHdEskFNaonuzafzbb9MZpw2CsjjW4xjkqgCHEKNDtQJpY1
ugtae6pD2irBjRkB+XWhai6b2kCzMiSgbnp/mCH4VQYELAIusfXTmEkYA7Pa51IgTnZME/RaEFzr
zNqyGt1wjZ02tBQOuesmBfqVz7z8PGXzI0TwFymy66Vtt5DGwzxdpEA49oMthrVeGfGuhop31SWC
3rBAYPfmi/esnEut4AD3atM0q15LnScff4flKMdwKzl7LO0M5rMD4hg0oqU/1diW4DVAFyC0q8m8
n0YH2GgrYshVgdbdZjgCsObV/FITQHx6Jf0tJwJkGFOOqlWrwsxMia6nggbvzOySLdLh6VrSO8L/
bdTBhbB6epKBLx7GWeqH40Pg8cXz7+omFZvArMWmUTHaSCHCwgFr5Y+8RGTVZqWz5Kdqa4UWxU2T
wy5cFkpT4XzYudewX1nHY+m+OpUN36NSNA83FPcG5I6zEmoP6Gto2K0phyegHiGISflDz5XmpwX3
DypaMma4G00ZGQB1ItjrSQsyWPTqUStL/95vA+DebTlsklzzvcDNxxUoyXLp5hNR2XcAg5hK1m6m
ZgzuVcDhtyLkE0jHNWBgZ+g8GXT+CqmFvBczFxE/UGfVKAQfCtYo5qHdrOmHdjaRo8ZeXHZANl3k
mHHr3Fl5jcWDz/kx7J2+ACZUvhugu7C6Snt6PRzWgma9qwJ5eJlznK0rFPAqn99gkXZJ8Qv3M3ON
yltd0L4rZiang2XnWN2rTUcDdOzyrLSXF9khjrTmvnTHn1at1px+2rdxwIBkHIzqsqt01UtU7W0w
50kb0J5ZUodZ1zugUsBJA89mWQ0D2TjE2iAbHMK6LEPtKkSsvFBygqnTRNNaViaCVuCUazFqw50/
jHKphGzGME0feprtPUSYvx09pn5DR8Me+7frNtMwDN9E2fpVquH9LJPAThANCx2N46Yvocn08J8X
6tC3G9rCo+0QjwlSZ0tb44oyrPBdSSET+OnKFqxTqw502AKcgQ+jqXF/iNNmH0VpeWuWWbwtB8tY
FmrdX5pK3fzkxY8bHa1ECHFvpFZp/1GTlDWvYEgPcHhiMKOJfw/Wddr0MAI3OQkzTIsczN84gmhU
asPqoMda+9gUjg4IP0o8V+bOJY31wdqcODoZ0mpusKbgMqDiH/tSx1w81kk19kcJNLrisNqVz7Bn
LobBfKEnTAKKdMIcvplZNpFBA4xRpNsIcxR/bapV8QLncl6UlPiANRjGJsvNblVazQxpyU13mbYD
9mCCBTr8qLEhuLR6Ps8dxLNFBlh3ZzZgG3VI4ktwQJxBJgs4aC6slevIYptMkbUwNeU5rRuYeFVZ
7BxplY9JqXGVcbIwAk0I0XIZRPnM6otVzlWuGi3AgzQLP8Ufd5k2RrJDXjOuuiwObzQJ+gbDgsq+
CyMXH71K3HU9HI0gRL9N9HdurAgAiG+TYSirEjoZRp1280yLJ+IBFLvOXnIW3BmdEq1L2M47aNBI
8jlke6lRS1y6+zdjUM3lGNZwBuqETIUAz4TqIsNdkVOQaiUutElp7GJpP7qWzeZxqgDnkgrWJfFt
kYf+c+o3+VIkQseoTY+9pJ8jI2zHhbTikDsUyUQueeFl1tikw3Tbz64y3CFiz8X0hXO+o/BLtZRT
DcxwAqgZj5dQ2KEJabE5XTqavEnK9LnFR2XbW3ARF60B8VBJ3WrTI9W+swe18kKYwCuaULM1IBk+
FrjcASdkoYK0DH9wMEBrhSnYmxUGw6ut+t1NN8bmxtSKHGB9E17hiUTjZTCZGj6Lduev+8quL7KC
xWnBxcQQriDU0mcQLPTcMXZ2PNhbfQqNheLjwMGhpNvpUWtfJ35FLMhn46MOy2NMNsrMq+oRJr7j
u9dIv/AzMevnwLbflRTNns4dZT8AA3ukR1jZVKNS/HRHH/Yy2mwPkYhchg1UaiULG/CEvoKY3wDq
SNxYmkqpbMHJIR9Dwr5Q8YL1Sj+oLqwehIOK5gkOGR8xyb1fX8QFp0AshZSN6HvQTxY2KzdqDcmM
Upi+0nxQ/2YQT4sMMdQamBdKMcOeKIJz1nPD/N0NQHvLAudOLQ/EIuds50XCHGCxRqMXgh7xSlMR
XuG2041ujvpuijBewkJnvAyMxOIW4krUZ1W1EaYMLqraBIibmQ5mPFF7nWRmC7BMb19GfZzwoFR1
qoHcdjimJyP2YNFjrh3QmODOgl3NOsN39ykkJh2ACSdePCTQ6lhw+g0HYTjZRYg7jVu0d3rVv3c9
9rxh07kLlN/ThR7etekauFy85LrE5OiJ9syBtyMYcU6Sitks+7amF6KR9ipkPE8PdHOhNZJrYqUB
t4jCMPHU0XGfRGEBkjUjO/k1+fZPuC/9Q4r4fleoI98hNRuLaIdOGDMBs9Swj3XCxvodJuawS6rB
8PwhTlepSieFlD5NSBo8Sjy56+KqbvQ3yzCUPWY4wyKdOp0+Q5hD7LwIsnBHZJgk5OtksF5yy262
RlqQVbGFxnGxAgdbGCjpc7rVJRzRH646PtpgVDiLjVjy1JIToZIqG7uFHJdkZHX7nBMuzfb4FiRF
saywDl5b1E0XdtXUAI2nI+mOjkZR+q9oqbCujQ4mUGQjaNe6hO3nOM0mEn6wdcq8ug11x77joYyF
ZbNQI4dWvLp/wTcEopAAqqpy6FogjATr3XTtinq5eGwjGa3GJjVemlDXr9w40aNFCSWKCmcK3Yt4
e+gEjWxpU8P3V/1H8Da0HIUKAkECrQfzDV+AtNK3tdsFHnDMX1OVdCvw9LBXHYPISsvuOnZtH2aP
/DV0VfVAPgrmPMyuNapXeF+CKR7HUdzmdvgwxT1UQ6wn6VVzChiyY+aRqTTgGrXvPRy0pdQSuQ3b
ShCamD0Vz6ddMZr1rdnlyqEyC/uAy2F4ZYt0WmeJk6wmvAnJ8koeQ5uzBMqzWxjFdWIPnGybvCIT
KEh1BD4b1XzlC/SOcToWFSjIlpSXuaYqmJIMvel61tx/F0SRzZd2tnm1nPY6ghJ1Yed8GnMXVLPU
rBBDa71cBar7kwaJcq20+cBl0qx/Th05S7qeOY/V/VoXRXbFKbJ7HHLsLYzKDxdcMgsch8xq42dt
MsPEuURM0kqeJ5Cx6zzvOJeMZrbi+oOLsDoCoJVNGm+bAgfUwNZ/A+amZVVO01KWJm4zwvktpVri
ipgm+1EZzUsa8nJPND1dhkFgVLdl1g7c99MGxhAMwoUBRmTtANcEGebXawl3aWHE2S9UQyHbtnoL
B9jwAIk1Y2/lrP520l5nCO+CrrBi7fi+lSxqDJnfEx83+6I2teuMMv0Kg0uSd6IzvLaZLb9i58Ke
sOsz6IXeuw5BgSxYe2OniQNNGgw1XR64biih8iMda/XYGVp4rGojv3QTx34C5EQ2i1vsgpeLJyuy
uDWAd3Mr7Hr0oHoZKxxbs5WwcF1S9bjxlKDVMa8o6uy5aSz/gGVQtQ2B7W19rQ5vMFKqvRzs3mZg
WpZt3OsHo2NqAisgrKuluSp63C8yP542RezqBx1Y8aoaNOhXBgatrqsVmz/m3lVQr6d8+qmErU2W
Vg7WrulRAgIYQXfG8W6t1fCUa6n0W6TtmF84IdOR9mgLImHt+kFsHRndlxZo5bCo21UqGi5wahjv
aP8or1zMSvc6d6rDhD0ZH5lKE79RVslny2mefJmGBw3Ljk1S410wRPFbUA/U5XuyxGKa2Xl+05rr
CUPtNdsq9egkIK1Vcn8QdqJeYwvL/jZhE4+Bq66ywmi2bE5jjfu4AF+ky71SDfmd7sf20zA5v+x8
YL2oxBs4V826sDFtGJTc2QmzLIglZX6PjqL2YM8SqXO3WWqJEj13ut1cgMFMlyh2sS/kgLhUJmiP
sUwhKWWKfJiiBg9kshhYu1qN798xGRq3xFS6oCdhKduaxCrRop9Wqy3zeZzMbo+Ep8VYaNBnwara
P/DxE3MWWN/RVKReh5JEBoekbjt29uy1xEcT10daCAS89kxyYTBJ0L+BmQldjEnK7DUMYKXnbZr9
JktLk6VTEZDHdrAuHSvzb0OM5/mKCiyNBCyBGOY4kEHf8UrYqGswRlCaBQv7Ggu0cI+AHcvPoKmW
jj8OWGg3nXnZWiTuJh3boaLWngB60WkzlO96mfRbNVBAoluqLXaN2UiEn4A4Vmov87WhGeGlXhU9
pm429oUuPqhVqYtHaxRPCNJVTnLyxUzC+po/R5oA4Hyzw0b+KekMnSSMmDlqmasFdFYkluUZrRZc
OC4OEvnsutSoTfWkI1GB15jVXgctTs+fZt+dvr7TC8GnocnN3w5B/8LO+mfaoOW+5Oab1+SlSHc+
RxnquyEYsBCxyaENFbKjFO/2Fc6FxF9Oxs+xjaWFnsFfQ+IY33VaUVFOKElFVLm99uM83PZS05cF
cr4djunZvrboWmDLmSEdxS2HR11v3YN0NflsTrLy8UWt9fUooofWDbnLGP1zKGd/TjGo3LWMQtw5
ZBYWmSUGc1mWbaRssiwTmDRmhr9QY/9Whn1/aUMmTFYuhM7qIW+HpsHEexgfrMrRVrLxpSfDalqq
ZWioe4zGnN2ATdujX6m1x7ZF1m/V/i4YSTDrbviDqoO6zJ0Ad3INRJkP03DLJcjfwbrQPDMO4AUX
Tb+cUF0vlaAGhtP2ZPvcrpjN6UyvdOSvTM1/JUWmLfEJAxlo2mTjDh23zmqV+u1N6mAZ1Tq4UwpJ
EZnub31VYtJAKjj51WqExU5m6cwGpvCitrb/WKpjwbF6cMst5tMrN34h11b4F3ne2sYlTpMz2bRr
omhT0VdxNcElo7FPRBtaR4EKA8kHxVmRFMs0zHktxXqbEmideW808AmLVz8N5gzmj+oxiw9Wudbu
5gcAI+DxvbCsg8DnBGfeArPRAZKjCscsRjVWloCgCx9fds0otY2l4VvXUHjCMAJrzcDSSHHI0V2N
sm32NryiKeiUxRgnD5pG2U4A51vHqWPeqnH0a9S1w5gk9xMbfqPStIsHOfn7FOPXws0uRT9q2wlf
52WtRu/YKYIesQ92d5OhxTJxoSIxqmfWjCNO/SeEZ+6lnlETWtqjEv6Wom/vY8upXzSsYzx3BP8I
t06b+L7DMFrFWdMdbdWY9o4evThG/SOQKg6uKVDMRuvImNkKvqxDUTHBebR0hSTEFPAxF0JP0utW
qv1BFHiskEYGWxQpvmcqJK/ziDxGmxcBmeKmAorMtRXjBEoqBoZbRodTLdjKfpHmdr9KNaoA5JZS
qiFE4ZG3tRQ9jhCd1DtMi9tojZ0Gjf91hlv6iCIhM0jt4AvOV03Y7X09UHspo9A+4MD8TDzXNzbl
kaWBM/A15qmx59Nxtsxp7LfY+GDtFio9TfS3ki3C44r9rOD1RcaIj88izbr6PQPIsjASp1gVNYc1
X7NqnJ6C98EewpURZlO+oibyVBKAllRjMKDwh5/4J8cLQ44TlRuVMwn+jWtdEdwSIzmob5pC84ps
YHbGZkKRlawPMHDQs6SssGQll3A0xqK5jaMQhkIHVenW1rOcs/Eky+WY9y8GccpLMQZdYmXwE7w3
VVrdKkcSu624V6JY/NQDR7ukyFNcmsQSfoj5q+C2fIgDa8QPzhRUWVxAB7UWgirRqONmfsLlPX1W
g6DcdmXs7slT/2rCtufPxuQR47ycmYeoSr206Zq70lXJ7fpJhS0JllNRCrnYtIMQS/qgvc6z6id+
tfpKlC49tjHfag5y6SKpm6LDXc+uRio27aPI8DHGMiu7VNoqk4dMT7JLlbKTDa+hGW5ox4/XSccE
KYAWV3mgZlfGkOrXksT/sh9yDotq2zz0MGU8I1YGbGXlbPCs/ygEycBRB03Ymma8n2w32VvqfN6u
mAuqr1yn9aBcl0ESepVL7Kw6u9pS3cmWRpmHSDeGdKcUrk7oy9WFSy7e82PzScvTH6HbO+zqOlxN
ka9vlVqaW3fQOcD5zeCsqWuOt51B32Rj98YOxuew6us6uyiGCo+u2uFmyz+ClxjmK4kRuJsKw+oF
vLnhUplc52AH/BuAel+KGoekIdEoHqg6qPO6wr0dYPiSiy9Bk1TUMdSqsPJU36rcRaUmwWWFEyqF
HFtfUHzv1mnt3xBNxIb2cm1vaWmy7RoRbWenPm43E+X+2OWGgFH4KhnwmYQwIZf9SLoL7wf6lU1k
CfAvKoqVmHbDy1b4MEO/GEj7rpuAJLoK7udF5yxEESRIloNW/hdH57XcKBKF4SeiitjArQBlyZKz
fUN5HMiZJj39fuzt1uyMLUH3OX/sThOarJNqJfpXJojfoEsVsKaldoTCtGrvkBJ11xjJdlEq71k0
pLtUNFRRm7l26dM1j8A0Bp/6s+VEMoB5FMKqD6ZCYkjlhMbD3CbtZ5wkdQB4l3smwyeJ64XOjcLR
Ty91Rlu9OjwZA7wNKbfdifph9Gxh3wVWuayCJo3EAs2qIIyXvt24s5ETFb8se9eNRDAMZrwb8xEm
enlbmqHdUxpeBfZgykfO5xlWiWiutJH53tDC5FzrbX0ixZbCJ2No7rWVOpBfs2SuWyBtmyh96Nrx
yWTW3CsTo03eK+ZuKVcS21S/LLftLrNJRElp9+LQAX481YMMtyozhWczx5TUlhhxWjy0sXACxR1/
kkyM79FYksk+r1mcIuMkqMfopxhmsc2cJGRhHjO4b5X/YVjbisrRvLNDRF+9ZZS7xumXrdFncL9R
k3pZag9XbPG07qqNCpUWNnghI/dYr8cBt7B+iLK0xspeEB5cZ7QUcxMvXTbvgF9bn7G+ubVZPV5K
rcj2tuPIdTRUcAXAJAqpzHtNqUuUD4KReK5ouhzneCNS6yWvpbuDCWqPtejoreffZ+EdCDMRPcVe
oUvMbRV6SjJO13qKKgo510ZQw63uU+7+Kbn23bKGQGN/WwgzDoIAvbfRMLP7MM+jp7aRDDD9mQ8l
MHKQDTDAuhWVx9TNrCONMMkuLbKX1LRzdk9NPXWWPvEB9ATklhlJtxA7sFJ4Q8WINRWSaz7oVhi9
ZdH8U/bNB9E0sacVJSE1VZdsYVrVra0yPpkKDeprl7A/Wbb6EIW48V0767aVtegbuul1P+HsuZR5
F4NvzfDoYnoZqhwl/9q5UEGxXkcRFrRkasordXkHHM3XudKSLazB1Sa6nUXJ+hz0PvatmcvV0XjE
6aSJzy7f6o7VTLu6VA3d8YBnnjkRbY1Xx92GMnd+mNG0nUpTJ7RSRq6z4rSHuSMC2JitT4Kb6z0+
bVQnbkj5o5yMTck6vI1dS+NVMD4d4t4gC9vGi911HWvU98Uck7NbhvLIHkNYB5x5wkWrjEjVAAQS
4iQ8zSx5XOrUuMtcyS5aTdPXEhO0s8RxE5B8K6iOarUHTHLZ1i1ZCPFexRtL5AAlg1lgNREOYZvj
2wheuuUhi32gLhKmtc7aL6ELSy8U8y8k2m19Efj/WTM8gqypArWVH4tdheKr+sOdyOONRykvGYf1
PlX4dSID0KfuzFf0BvEa7rNQ1U5holiKuzMu/ZvgR/MBpPjGVT08KVZIh3wff6D0oaTRRJk9JLav
RfH47FS2zW9BvaCVgScRkd0f6t5eth2Byk4/vFYhnGM6KoWntTLZDLiVfXiR0HPaoQjcWOsPusz7
m1TDftdlSflMuYjh03WvexhjYpBLJnovbEbxaelqtx+c2XiPyIx9UWonooyr6mzmGmipkU4E5lnd
8TrWqcCJwQfnhimIQkFKY2sh761RLo/DMBDUA/5EIzIZ93iFL4Zoui/KBsozUJSJFMAOn0my5t1t
RoqtohJKJCHOmHryno2zVb+zzmHLIYLo39KHdAZozrKf4tTeGrEBoghDWSmmV7mIuAjPZUb/7avx
LVai51AUtGevOp4pBwIkadlBrCbGVyfiX5jyoQqaDqIxXriOTUs3Hqx0bP+pfTO8amo3EKFvDUTz
zzJgOaGzoOdi7RxFvbIgRvT3StuT2RjtY8JofdeWWhC5iBSmsIyQnAn9WZPGLzaIlOiK3t5NupF6
mtaEGA65JTur0u4p89imF9AaFDzrfqgz6GDipnwREmOvGTWkv4L21wjHwVtSBpKuaFO5GahifUcu
pW+TwX5xOqE/Gmat79m2UPGIrOGEr7laHCukAKJZtvNYpLS5h08JvWIneMXipbeQX5Szk581cUQ9
1a5lAukbfd00QlU2hRwVG4/pIDqLIXIejewTyzkQzp2AdyYAj8IITwVwTsiSzhAHjK9psdWQHUE2
Xprye9DSa7jQTtDfkvxMGqWqn4BmNnSnbLLoR8FA7ML5JzmdmSv371zk/ILkcWuJdm+KZ7rnN8qo
+Zn1VGsnywJ/fIjio5PsaXhMIJZUavBcZ281DHZn8k1DSsbdgu6D2NwUybuZBoWh8PHul3wvih8a
O1i1NonKttCdAR+1hfVHPfXAnaUMkpZbhURqvq2v0r5X6ovBHlU+xMmus0H0rMNcdRBsv8W4zwGe
OsXTkX+X1XkGSUqwct5WYlpCQeYDBRVIwzLutrb/I9qcIeG3U/xm/NfK81T8SMLE9PC6RN9a0VJA
RNW9i6olbrdR9RzRwNKctTo9WLDawrzbjbvl2jtX4arCqYKaT54OR78Sy0mV26n7mcEsrAy9I7uU
Or7OoFFdFIwDMgSWIYOJCzQ7H/daejTnkxNDxpq5b5l7Nb+X9XPJq9OyXF+cHnCfCi96GP3aOMP8
eU7v+NXws35rIv5jsaROh4jAhWrswHIeqvZN5cCM6uyY6btROy1WfyhyysxYnDkZpPqdxgphagdG
a/ZIegnGpzAilkcCpU4/nECbgo4kCf5m1sd25OKhFzcjK1ItXytxEAntm7q5ScJx0xjHGEUSTwwX
ic9PDbDXaDdFPbfmR1Tdcu3Qxz9r8SvBOd5o8QFeFP1oORe3WDmwD3CV0b67Tcr7dyzsb1N7nqdX
4n02UBudeQmdXQ2ZRU6EgminJ6S3QXMR9NpPnlKPyLVKC2myKBs3uVThNTH3OUA0V4/DRS7U+EhZ
TkM1UgXmZaIRKyqlhdcdzJd4sMoDiO6XnunZlRaswF5YqLLLWDzHjhskTF99S+uMYd4cS/EKo6PH
8LygXOuoOhXnUG9O8bDQN73P7XIzShRpdULF8rDhnYabQ/jLuOTb08WQ4B4cee7L0HDyurBrOeBp
uDGHF7pEfTKnvYZxMM129JSwNvG3Mk7OUUJE19M035ziIui8n1jqre49Vd7W7ldYX8e4ZGRguxkJ
9P2DNb2o7mMT7lKEmkv9Bya5U9pXdXnU3Rc0/kv+N1INHa2RYNqa37hXhxTV2m4tHdctzYvnj6R5
SaKTOqj7MJoOYlS9jFjvpiJ6zqVBF6CeaQHW4DCjzjGRybl0CrflU6e9doZvmMoVxUhQ6WvTNa3e
ya8pXSj9ggZfEqcqd1MPK/r1b6KToUjPC9+WTA51BIwzh/Qn5WBIyg3xkU8Nx4QDynV/dE6N2bzZ
4geRoBfFdOPatBoAsi/6TpJtnnLczjD1h1UtCUNZxBd3pvPF4EDkGWBP8pW8DJJOeR2QqVG0t3HC
e2bdpjjbZ8anjvx9LikKRPoQ1Z9jxBbXP1P4sF6F07r1m5gVFJQC9cbFh57mjKSFho7lmXIileWQ
eulyvrDkbusxhjENjyG9h3a46ZMfW6Hi3AiU9NTQEuas1SHDTRM0GLYQ47BDDKsc+I0/VsupXXRv
FqcqtvzIeC2rD1Xlo5hYddAHVIL45i0MJ9/Us4g6II4r/YEm4XeR89nrq051umZz7xdK+K8bah8g
2ZPlRcwHpXiT47el7udipzEuZTSNuF+VdSNKz0uo+8toj+rFsWUnLK1dmeOXXSIv08jPu3OhJtkO
NDEfFW+yvxcO27H5brNn2zqzWGys+iOSH2jNAix5jDwQZdp1SVG570fl4kx7shl7hxfhJsOnvnhX
qg8gKr822WftL6V7inhF+mRbFDs9fe2Gb7usdzMaXLQHCOCeTGKfGwSIpSKP9HpyVhPHWnyZ0c3u
KHepDpAx5GE+dfXb7JwKWpf/z/tzkOwtFHolyByHf7V1c3lLXWVvicd8+oPpqLofBLh76kTZlenE
1H+K+RgV7m5uzmnDrcnx3dNWaaNjNNLdUjxLB+Hs8iCsG9falknaIx00/GuAR/7oGvQEOJ6yK6PX
dLir83uBaETrTwrTVWS7/X5VHqPWSDiKBCWJKfKmYBnK/pjrhb3j2+8pe6mqoDREfGqM/DaSL8QX
H28ZXDwx3ocRaaEEECyumgvcmJLm9JqM0u+sb3v67dCjpFR+WhMtjQv123wlPAzenP4qkAxOOvg9
4usxNv3S/Ddbyg4kkeLwNzRngQhJRefIXSbxEPYQBJkVaBkpj2ihciE/Zs3YdtGhcN5hB1ii821h
vcXhr7j2pPGqxb77cg5N/yBq/sOJLXkzFLse+g3/5GGMD4KG45quxXg5r0qfYX4xOE6zgsNiPRnM
n4ILKpwgKeKbXZD+UXtO9ejQqF1nfMkfnF6uMtPW5JdZ7otsZ3GoOBr5NctHZD118py6vzQg58Mx
ms4dz4zoL+ubBv3MS3RwGbX1a1I/hjrsOxVfFT1eifZb5cHMeAcuMnb/XNAvKBPunNZrI0oqk680
u9QIDQgOXUQgSQ2wrrr+MGuHtmOJVffmZG8H7gvDOWoK5EO3NdOrgBEZyWWJUGDo17l9nMcvW+OJ
+ciTTyW2oGNR3C+lXysX2VDQVQcUnnjq8DHap6W6UQRSwQLWMSkYr230Bc6jlNOeKpiieVYNZJlf
qn0S5mM4vizNdxUdFmvbxqeieCyWHamenllcXVDYanzI05uJFDfpP/Ok5yE4Wc7LYO0mrq8kwsvy
YunPUXqTw1mNjvMqn+rfU3EkVFVSEZbnQUKQJU8orTaPrn6ddAKet2KweB/fF+3BlQErHOVS31xE
ENvUTAiut99JZFujPDtDHFg5HchqHrT017Dhm/09zuhi0aljSs2Npm5Fg4sGmVTIrawieyovxTwR
HHiQ9mOqjudB/6Rga5frLrh0RKfplVXGE3bLwlNuBuiKSd0Ry3VPtDpgPmdSBqhm9FeEulUL9pH4
WrKq2dy8TvlIjB/q1BdjXk+79DjRY5t333TxgQ7QsVoeCu03HuxNo7+lHAA65W5dkXoA0AWT+wR1
GI2/cqbOK5mJ+pwf0o6iMPj4VuN+49fXulei9juatKV7w3HBLBBtl6z3ZkYN6u5sinlq8aSLfJuM
3aOM6PNdTE6ZyG/Dj8lC1T++hPUlDy0q5KpNBUi1WH9DV/hL/DTWX2FMxi+az5TzoAKubBU/UR86
17otbnbu62g7mlxVUbEhFh5/h+6Na2eijnpRcOJJ/aXJeZqr/GjI6Ns0oKfS32YoIR7Q9KOd4Sps
fVseB2Kh4LE5c2nhBVwu+StLhCyhpK0b2Chtn4bh3ax3on8Iqx+UFpzY4bYtfwzYdKpu4Df/KicQ
kmCPMKTcKmUFbw6xLbeD9tPgCg/dst4Ikq4l8p8auFPFuLPRV8Gv8q6k06Eq5QFdyQrqR39tuHOc
vYbYTXGSzTxxkcXPs069UdUGQH7nngC/nb1Y6O3/asfxx/a1F8arnjVfiyo2udp5pvHTFH+xZZ8s
SqwjwmuL/H1sE1Zz5G9QfhDLy7AXza1WuHjj18R9iXUtkC2i3+XfhAgkfC7nP7cZKT38drUPSaOP
5CeO9+ZyKDHCzKyHufiMloto/XRR94M9nKV4HputSBhSCHBOlY0G/8uqo7Y/aXmSzZdl3JtqNY9B
zJyaaptrD9Kmp+lg2SQBUBphOZRskujJcCjKZCcHIF1Efrp679uTNE8tHLiIfwrD8ibg4l456NCi
NRBuqr3YOP0VbYckdKOyRBGbSocV3zx2FmQAXrKuYkA28nUy6LOW/cbI75Pzk6jmv4Xqa7OgSt68
VsYzctZNUk0gPr+c8WZ4bZWTZh+KdCcz13P42eDIreXRtf5kj/NluuUtbZlvox1SEsNphE/pqPAU
wQ7QSH6GbTas3zKq0ZA+Q40kyNxwthB1nOZ/6nRRm2cLFWt5JpYEzoIHWr2KGo3Xvl17zZ1T3bH0
WOeh+DNgkyP6x1uQquRZSKglqp/r5haKl2y0vGG+9k0It89Y9qYh85oJu7UB1dn2eAC68GJTelWV
T8VAG9iT0z6O824gOqZ0PHBf8PKjlfMH6lvbfeisLqZ76hL1UAFjZDMTEFbEIn8NFethSkjLOWEa
3HTLY26fCvGeUuG8zIjSxYLEcnyI6ZEaqOYkeWjBoGcAqxbs0jFznZr+DahSa7mP6ktasJpX7Lfc
3mX549KAncOEJdouH7aGHuOwvCJw8psU+0hU72XyOlQzvocWpvo7Gb9cbMsxEgPFeC/1f0077GJj
9g31QJkzAi6e48WRd6nIfUPBjqgmX6P1rG/JHVGG7TJGvqAu1DRL1qvxn4mub1YzMsrlGdvXEZyB
Rs+leKUN3Fs4qVFcZ8fQBdVXnCuWQm/JynNezZDj+CABeuhpT2ZKFykjJfyez8Nu2XYy1IBmezNI
MJaagl+uoRiUbMzG9LJI/XNa9Ef6FFBZ9uFGuItAYUtXUiFW7lBRHO1+3vckLKmriMncDIjncZeg
rDGRTy/fWqhTkRl61LSxe7k7o+uDRFtLvgeaPs19M/Oy2/N4cKroXU7Vu2kqe3cZAkeo56rKtk69
eOBgGzHnN5DMwBimI+j+h8WAKNzhOBrp3cwmfxznbVLHzUa3K6LRBVUI6qF3lHORRafYULa0hYY0
ww2/rSK2spgeo1mFtYecGnVvsbpDx1uTuIQUFcYHMhdmCUrouY3bTZIpHnnXT6aN3CsWh9JoPqfM
EYFekbnp5u5R48JFCe6p0tg0ihEsNM159Hbh//ubi3vfPQlzYEReyo3urmtc/g4VdBuTbKtNeAns
+biQAYP07Za7cEKGu6MmF1aSVnutu5QFVF4JIy/b/RSGNz0ZCBKms0Au3VUuxYkCZT+DwQtV3R+B
lZ04OTkc0JtoCW/IBy8T6dRlZL3pdb8ZuDT7TMcKiAhHj05GlPtyTl80guUnfXnpli5w+TMqUkg5
R547pYHJwdGEKi/SghpHoUbU9TMSwRVLO3dVsTc63lP0kwRvea1jB9CUH43i7LNqvLTa5FUYMDv1
c2Uwtcqf14YPVduLdnoEh3wbB3k0s9A3FuqXtCjbEPrL2rMutGPFbNcByBOF5cwVCl7zQZU/MrR2
rq7sE+6TWLUCC3q5YFEU0AVo3UkW4woWvL3EQp1i2mKLDJNcL7SboQ6BsAcscZQwmZ2PlMyL43bf
dL2fRP1OqpOXjDVUlkY733yw9coX+AONbH1/+Nm5mJE3/7pmSKelfey0xSfr/CoqJrZBH58G0KPe
rreRAhinAvlM1uTnwO9gUr/q7D4mxHB71hDzS4n8t634vp0iQIwEyuQy/6AwMxghl1X23ZvhHNDI
g5IGocfYp4dszH23zQ+qWmL/THfNVH7AIOd+uMQUntI+3LaQMKvAUC9pQJwwPtjjRLdTuIUiNgNJ
bmWcRjQQVjk0O7eBYC/VRXLKnPFAr9wuHKbZN4mf6kAh8qk+VRFnubO8mMhch56BuKFN0Xc4Apph
4Ul0gQFVtT0hJjpkM4WceP1CN2Yhadcd+4BMSLLWtVdyRZ7sll+8nB6KGFYmxaBQtNFbw8NLdSVx
zvJeGjZFF2ZRU/6ZPhn9azaw5XW45jWBdZCPkyOjqZ+sPvtIZ4Hwb/bQQO6nIqLCk8lK1ox1OEZR
O5YozAp/gk4KtfzcwoPVPUcy0w+PR8r90cj6gYrcTRfzUmil5yB5QK2KrRsF+MIpHyY67TQ9lhMG
DBYcq42PZdhvUjRBZQWPje1BMKhVrMVtxUVEOQCqa1D5OohbZ6+DrFLAFaTDFGS9vdEzY0dzp69b
5ZUx84gNmE2LobhXvIgweEfH3d4KzERYMW1ckkkJEGYmNUccR/Gc0tCc49jqm6ObDptq3dliLQJC
7PYmU28riz+rw4pXGMu7NkK0DfNlYDNcwGNrG4mzQyWSGkPP07dWcmIKzEWlzID0dGyAtP9ddNdB
VNsEU1idOhbCrso9TRm3nAyHVXg+d62vI8Rzx/y1lulRTqnqIY59WGJSRXuzeKwsNIkoJtgMsbal
ZvneYVdjX4NhMRDAppp6aQZQcocfNEcsxV0CMctIZvH2xTt8W8GYwvkufIsgohiY/DCcPPL0t0Zo
b6RwUA7kXpYLPGa1H43owG2w+Kym+XzEsMr3OaNnSsZ03HQoHr1WQb++hEFN5ny+jIUnFAtcIy18
gXW5blWuXaxFseMjz/Kiad3XG88oy7PqYEPWOFmqrkSZpNPhLn4MnCbenJlebEL2qw4yaa5SNdMw
HmLn77rfikG85udVlpEvtD5Nog3CRQ0McL1aMy4amH8z82FEQ6dvolanCnt5NlJjj5R7RxfuEw1t
d/jgS82HM0xiJ5VgcivA0HTcU519iHqxw07lYzQLoOTuas+oCgPpYB0kxvZOfuRHPSIIdeD8NHVh
4cCVIWI4Y9d3OoZyZrhYKo+uwfo2loeeiX2TpPPkWxM9PC3HZIsXWrd37vTP5PYaan413JMdgtxN
WA2F3wu8DvxXjQCGpGcUNqMFobv5Pc/qAXX9F88eByzmYhOpcW/377llbY08fRgB6Pophg4ucYBF
p6Rtdhj94XZ6T0zZg2lWB03il6uGnS7SR8zhAKHwslD2B1XoB810/xqRqAiL8OLE5VNFO89Krhuq
CybDSzG5/UFClBeheavIp8Ffz0/ZFTtpIC00OJAs+31WQOD7zibLUfkY0Q16IdGImJgm+CD+wlKH
UXLfsjo8LxL/2thHGPKjZ7ecLn0usRai9Ldq+orkzEdkDNUObBk+I8FHqFzJN4db4HIwcS6isl6Z
FIWgASyQ01jtQzBgPc3okRkQ8Fg2nRBYuxFs5pIRulePNLPCAYQ1UQ0W4u0WajWI+2kbGqjUQpZU
3V32q05ztrtLrLs74r9PtpzlHm7tx5mMrZWk5wmUsTD1oI7EmxoNWxm25nUcK+BDh5iLymWncXwb
NjkUVDEPdMrYjeNH6+pYzOzymFZV1gnRdtcmD9nAtbNRJ3+V4fy6znJp6cip62Zrmh1zYXkc6dyO
yRGd9PhoUeG8Kl+Yef3ZQX22gkBgSgIgRtNbMJNp2RhWFOgGyHulcGM7ALkAlNF6GSqYbRLWVbOd
ERr1LB9ZzCg3kt0kyNIomihAzrCddBfHR17uIOy3Qw7j2uE2L6e2OpgxgY3ELTSTxdBtAq+Qp7AY
gOH9sLPzEkGlRF+eliapiOTQPCoz5v0Un921qgV9PP/3uxvq3eUFrfOi9cLYWfmhQb9rTlU723wp
+l2RxPg9h9z5Tjvnn9qq7pUUUsgHjaqS18WAv9Ktc9eldvtSofh4Izcq340zt8FoSXTQAmWQQS/Q
PrSpB940VfaVpkb+UAkkX2iG6GvaDbHTH1pdgygwZ4Vtx3qXg9mcpjb+XrJO7jAfJjjKS4E5rs0K
RrLwwdE0DKDREvNMG7GO+A4gTyfKQnVe67rV33H7OzfdnIvMk1Or70wwbU9xwninlSAO2RCmx0G3
jrWLZctscVsv+qht8kRJ91OFjyiJwJG6xcTyhjlzDwXbB01mo1bqEOhNAs9xj1kS2RAWJrxqHdj9
L+XVSGpT6nwNx9a/JmTvoP8I4KO6h+RLo/DYJSz1RSYnzKquDueEy/oRFVp8SFsMBWAkSQMa26TP
MpPtvegslPvQ1dND4oIfa65ByIuON+eektPhkG8SjbexTuxvUVjEmMyyuLeTE77wc9RnzTJDGqI7
xULpND/B+W+jqLZ8e7bJgOiokO5plgWVGsbi29GWZStTvj01J98DK9KXnJQxQhXVAe4MpBFgsPTT
3ELtzkjVcXzO8d1e+uovW3p23IRPjlh7Xbiorm2SSDAU6/NzhkoiGKX6VEzjT6226bG0tEth5SR3
xDbzYFpmtDOu923v4EK2SF+5uUlt48Dr3e3Sjto7vLP7jBx5eiUHhrK9KiMUAqfnqe3aYRtROH1S
XSFf+k6HA3aLBROYjYkHQdadZ8W8lcQUBJWqNz8q4shds0zDvoQzpetDoCRP0xBehzRARvTRUH5E
h1jfVeSzEWEvclxyv7UM465M2DJwFPz/EpTEV3DIZWmDx7lR+dfr8TtTiU5ZY6H3xmw8JU6j76wR
IQmTTJ0pR0QrKlB1B3xtRQVHlgZEDDqYv+K1XWWfS2lt3aRIzshjdF/XISxqzKtMZ2U/HQa9QP0h
pHwZpgFThuuACKpu9aJWKsPqoHBiZ7ha1E2emhjpUjzyaBg7E2WI1e+qlfSpR9f+5yZtHqzeL6ID
hgZ7Yka9D7914ue1NQFrRMzXSex4dEaOwLccRiUp8E/8ExxWOkR4pRbyqksylzfE6EBJiwiDHTDD
rhuSX8rcEpTNIyBRmbn4FBposJgkL8iP+polecVPoxmdQ5+SWvt5MXMBdwRDzDF6WwdwNE3l/KDQ
RJ8Apx9lMtJC365xU/TXpTZzhu3W+7rKvo1weS6yCQvLZUjEzYkpVcCvSXqHO80o/lDY7KO24mDX
66eUqYq+6ZiDtVgt01ZolfdsMhyuJ6od2U/N8CB1aAW0Y9aLMkkwzqWgCy3kk85CF1tIJ+ZbbxdU
rFeDg1wXwMGfdOVjcFloJdPwezZrFa5LfTiML4QNxMOWH709JN3ScBiAxjIfysov6GkPgUmiH8ON
PplWlos2ldV7Dkxkzi9RTlogM3pMBkdI/MG8wI3hR+W4K8Lwr1Wb/FGVTvjbz0KL4MbD5GCHzkPI
jfg0jmZ7MhXkhYVC3TuFCS6ny3p65IsWTFbidSGRbQy4poMdNW+74UC8JAR/ZAKMMAOllqfGo6vR
XyaFDLo2J/YAJ2y9N/ASedQ9AbjO0QxfkjZqiz0X4DWddDSPwFheuUTxlq81OihJE9P2zTVtpBoP
4KJo1mkk/QH1E3vDOW/fi/Z9i3fEH0mUuzQmKmKdaW1xQnjagSIzRVDQnvUKI7RolndlgfU2R8Xg
mbA+54mnpdeTYCBxCU0sKwzlZyHAvoKevQXwqo3uc1xTTEiS67ymNcNdR1IUUFDabOXckTXSOCED
yKgVDOLIr/pEG6lEzBn0aBtmZMfaR1ufSsZVHAqMuQh/ePPVbIs6lndIFhiJoLw3rZ5wNckQGo22
Ul9GKltNwcwcKfbXgunBz1UZMeNSF8pM54JZhbhBZJ+XXp3MRBqt8sDQxY2L5q7xuriN0DCIe4Rp
JPLiGumEbHucIlmZVnSLh2HrD0t9qcf+V6V9angUzGioEcL01o5GfuhaE9oIo5IJrh5fjR7VNHZF
ffwruNhJBzP0f6Vj/wBquUE9FixbzP6Z54bwgG40HAf7HzJeZAZFQ9y1qugKKluatrjfi7eysfQ7
9gb5TmiQ6o2rZn509M++r1IjSPJRYwzsCSmLCEA7QCH0B2dBeGPSQXRrVgFkqgNZ2Ww6gd1jEs0j
7mR8WTiWzc69NbmOmLHTTnk2dasPqUZmmTRAOELBYlPn786SE+Pj1F/ssRJ5UpTVvPrMKUMbdroH
VUBsk5PG2YVMgxaOtna8uO2yh3oRf6FM1knXmr7R+f7UMzqoqbEfXKFMlzAO8fNqLnuTrTZDHxB+
Z0bEOIiOZwOXFaAVMP80iZU/dxV1b1Sp9hVOYX0k24V+tNktblgorXMhyXnYjO4Yw4jqk/VaoIcN
iAUAScgUVbnoMRpIZ0zUNXyILWYCzVi03HVPlRCpe08iF/baVCbeOAHkr8CaCCJcosn9aHqkm2Ra
iK1lJQ8ROHcjNS/S38OexQLYJaxiyILJ1X+z3HokPeyxMSVwYT3cjFE5l23WvIahlaJ+aIAI5GBw
76USTqQbfgq9U2GRzZexj2HE7OKVxs74YsaRfLHYSNjqJ6BbA7f6HLr3ua4ecVY95w72KRPLJBc6
J+lmaZq3noTla5EyC5pCIfkoIYQnM6vxozFQqH7jxnlecAgWD2qdvzbRahObbQiuclQ02mAZk9ZU
pcJr5AJV4HBbOGAVm2Lo//Ky+FXNtASeQikkLEjphswq3pU0koNXGwpxDSqPabjTklAG1G2byPkN
Ru+xxz09MKF6TaOUO5HIT4uAkx25G+5p7qO1ntRFzmCmZLy1MVDizL7kEexFylpn6HtpVIj3k8Gt
NH9KC0ODdTU1aijT7k8x7CLIs4EQhwXxdb7Y3wnY3Lasko+6LvGTzKxCda4sm5Q4F0/O/5F2Jr2N
I9u2/isPb04gSAaDwakaSpZkW+7tnBBOp5N93/PXv0/3TrJ8Ei68e2twUMApiJYYDO5Ye61vuzVy
wkL3Q0PH2BZzlH9UucjfQapdDN0pOuVWNvTQ6vRioaoas79RsmLjtmaaknbvVvemlZgc9kXEyACh
k0dUDg6ivMZwKbQqpBEQDfX+EsNJ/SAykFkTPZlXZVKM1O2B5aR+3zl8jxDH+DNHEnXVVOT3hs7E
Q7iYifJhP/QYf5hYtwoWuZzNcOw/Mp7vdGto42XIjB9LMbk7YHOFz+Q4EFPu4HwOdtaX68Iab8eh
HZ4d08MGrVr8UhdKcZ4yuohTY/tIV/dRkJPcZIHhEkqyOr/O6O5TiUfkHMQzPC1vurLmYMHboz8H
zVuC84+7HXIO1H4NxOnKdhZSwJme89t2RpKrXa/lP3I4UAF9ptESJNdR2t4tDRE/ijmLyiyt5V0e
FbQp8lnQPqV4WqUFRFgS0HgGPG5MNOBHitvORVapn2Y16juDOfP+EA35MVC9taWyqZE/GZOoHaZP
rlwZeX4deM1neoG54UahYhxc49zDofoFUGs6dVIOR9tqm6uQ+n2DGoRy6XXuXslFboxcdBxPRH/i
OSvXmWTBwdIa9wqT0vXgqfoq1rG+ypoGuVwmJFjHrkRJY2YNhKPithnZX/IBzQ310r7oyMSOGvAl
KHwGZs/L7gEbaniFgKPWqds7N2Vh1W+paNtD3XjpXTslwbVlD8mLACdDitfo12Maz/4wp7Si4GAd
XFocVIe9jEihNPNBOuKDgTJ4eWy9EiWTAvPEM64GMud7GVr91kEwWyeuXe1RTfAwWII9XfOnBZFt
HcYiVu+9AP3LZJxxY8E72AgjeUr/2+aFXZAoAwE+Rsn22yk2kN08M/DNwfxc+u5VzSTvRSLmHxo1
52hPRLhpzpcHpjmmD4vAXyeyaTph61bdmnwKreg2f1ycGGCMQraUBpYyQyU/K9lQJlF5rVqvk7/d
zuHBpJZeR/Yw3xPkstYTvasVaTNzRX8f2TU/xN58YQ4Z1XpK44tvfch4AyxjtG1JAcAGoj7rAvJD
bViZvp48cyME3da+nas9aWo8D1hdcqfbsgXA/wgq99gwHOb3aJFybqeeo1IXG4sfU4T/SqUYzzP8
8U0Z1ZwBYP2c+sk8Z0J+QjhrV03U0bSi0PWoHFIFn+0CwJlcKJpTVRsPlZs6m1RNZGZiY6JNj0df
vau+ip6pNrzX0eJFnojYafYkJMeXJpfJriRXQ96PRDHiUF2+LC5psQLnxKaFY+r3g6l+x+peluk+
UM54V2dgJv08pGNYeSEvDGtuDrVtJOABhEH0kpIbDlv2KsdabDlPYtdknm78wvDrmVMIkcg1btVq
Reup2TAswDoqo0BgibA8UXRz/kZEORRG8QaWL92MVvuYtcaL6TGqGGv1cIJu1TzhhG5v6E7bhBBD
5CwzDY4emT6ig3X4gZ7jUMeQVNFV0HzUMzQRq2dh95wk38pyEahZI6LL0jgn1lflJ7X9mdWNQ5Cg
z/dRLhfEz4xc5w381c49zCUxPsczC3ZY3Z56NzQR4a342ODrOkAGGXf5oEasTknxmHcES91sntZN
MiNDidkaKH7JNQXrWltZ4luBlRAEzVNMHogvQ+Y3+UjngEE0+iZskxG92rSPtSQGOefBvF9wyD9I
GqkY8dvMZ5A405CJIZwYcEGvM1HlxvIMk9meHrRUePHbbKmMzeK6o4vsJDDBN3Nlr1ytwDqlwsF+
O+uXLkagTy07TDeFvTzbi01fCeiUjYoahPhAZ1xKVVCl+84033PSfFBaCFuv2npe6IcmVfO6pHGP
vd4qcRTkU2StraoHq8PshLM2mwEt3pI3UYJYFQjgTdOAc2bqadFBA1u2edQ2u2QML1fwntwu635a
JjJc2xITsLCibegj5Ouul942X9Ls1+IFzSmtkgDuXJCNat3atAcbV5m3i6w0Ae/G8asu0duMc9wh
r6KOhiB9qlYVlAsRw8UYRe3d1cLpgf90jJM0kPFGPHxzDDx1WrLlCVxvuV/K0TybtqHWnk66Mxn8
wq+sJV/PrTntaQyk60rJ4Gc2UIIgX1JALLbYkYfF09Gy28dJDK6rwEYXQEDcZbo0ibojuJMjx8al
tck0bIcqrh3fx6StbpMidz6ACQB9c1D4c+CQC38yDcBlqo1d1LrRWlFDbJqJ/qqazPyaIDJ+BpsB
Zys4iBXSAZiZlHmQfjGbMYH2MNh0rgqf7IQmHe8Pw34WjZFfOV7VHjvnsqJ4S+xQ8miStyL3mZNm
nnkeLk0pxM48QiiFmsZk4CH34An1P9yQW90uxXhRebOtKeLoZXJncchF3zzmfTXjHHJyXJcq5Qxk
0DrNpDAwdUYV4FQ4yQzRg+2x0CdLi+aHGcX1r3HOpwck+n5P0iQ91mFe3RTD9CGUCm+oKnLWFQ5n
r6lrUlNLsfdUNZ6XqlBH0sGA9uhMblTngJuxw4I4IYm5QbPDVw1tkHKobU5CtOy8GCks7kJzk5Ut
aZ0acDBOv2XEnwxkGYDxqluKeTWDd/DDlofNRMnfmI2gzkzDywJmS5tnRI2O0M3ymoa9fGojCjdm
q4NyGzoFJVJ7fubIfC/Qs1ZV772qLLrMb2li+BxKIGAwD3jDsLDqaZpSXlKULfSIoMEQqp92Etji
7wh32Sorx2AvcsKkTo41b4D1QW+AQ44ZM49SqpRE+uTFPg0ze9ePQF1BJJW3lx1s5RLCXBW8ebdM
8aGJN5QArPrmxyww7MZOcBMoou3BXCSbBvwUhpbod0z9ulLm9DoPeI6bJrD30Zg9UTV1ay2Mh8ym
gFvlo6xfQiWmG68OxWkp4l+Swdj8kToMb0qdCn+aRta3F41nTpDSZ8x0+1pXGeK1tPHOVSYdsCj+
zBdN3zju+ueKd8nGYor2lZilcRUGsiW8HNEcEhLqnuvmB2B/eEuiJbTo2hGbxOSqxU/Os8hKtoGB
Zepsa2uwPtaRooCrpal2uuRUPNrm8BwmRXCj2745lXExbDklYfYb8/iBfgdp8gbTcAzsOFotpKRW
SxP/9PK4PA5lkx1xa/Cng1NCBwhxT5d9Z56ytEJvgeJL9RHCPqQ6kNkDnDJ73y+FeUeDCNt3W2BS
GwguYOS53IfQTChEls5pUWFr+4cziuKGNQd+IYo+AWrgZ4vt8tYNbBwTcWktv+O4szetjaKK8hFx
4CFo41SGtdKyeKEw9DaBzu3tRCZ7N9QMZw/rhvarW6K5W0W95u4WADZaG56jZR0XgfHGjrAkY+vE
IdaVRDBwLa0mgFo7a+nuMzQVJJL8YerlOevDaiuAdu+Ag4p39+IzBwLmXZ4eSkjpNPh2HXGtBuOn
mY2NH7dyqoHDVs02SczhAItkZMRk8k7mOljnucDgazE7h7kdwmfA1HyMFonWMMAvgkg3+HVvCY5g
IHXdPnqHdJP7Ia4LEGjpdCqLkoNG5+FzMjgKbCJZUdcLDBaesvJdvLTuNpyzpvNxq9Gz5pixtpXB
SdLC1qWbiQ7n1B09IrPzSc8FcK9AetFl60/PEa2An0xHeEK5Mu+SdrTUsSpLK79Lsw7+OV1VzP40
49q9Bers02y76C5WWp+DCINxw/Dw2xgACxiboAl4H6UJ4nkylyVudqy8pJE4f0UXv3mf1BSYnHCq
Q1BM0a2piQgWKMuQTeByWVX2KSI6r4jaZPzod9M6hzAJnEA+18GFRwXGZEdUlqS/CsWx8jzkmwqG
qgoXuZ2p0neGRTyoNRFx8dSqjbTD9wy/5dWizOYUtU64SZoZiGXPBM6RbXmdTp46DgUj0N2peAmz
1vZDj+BvbqH7GfCjfUuXwWNTLqQ6psLdOKByfWseLxZN7msuy7ck1JiFtcGCHnimbLP9xfGWZuti
6a1p1Nhz87b9YQ2dx8MtLmEF/Pk8IMCLxnYg1EHd40hk5CyAkjoRCGE6gZfF1w7qOkVs7gJ4CumX
PNrk5Idtu8TzK0GPdu21BJ/BLw6rQF1w5+ZM2QczJaM5SJUzZillZDcmB8+eoCQX/UNRI0P1GcWr
Oxp0iIFH7S130KdRkhVYAQakR1eXLasmCa2Jxncj1HzMYwvW7DAlj0GV/2IHBoNeqEu7qEzu+zmY
Hpy8L9mWmDW31i7OcRVZrzMUtpOc5pQiHw+QR+UOpDKKn4o6geS/4PEI3CnyI4GsL1Ug8H4sdrnD
o0CVr73P0M3fO46b27wz493CbIVjNdXphnnYFHpMIGV9gMLj3RdjGkB5FE8hcIqVO2P9FRC3id4s
4caelKlXCd2GTVgvMeqyYXfIqnVuroXNT9YtrvVA0tO8t/MEQ4jN5yTxD8QDj2N1PmyyMaAkADqE
y7UM9gtRA7zAOOumCh3PCOh8JAOtXsF4uoW2HLMymuhHZij6B2hme8uYmoPHSL4NPgz81QXsxwMD
LDveq0Y3cWuoaeEapqfJgPIeDa3j8yNF/ux4n4aKMIjXoXfM7IZDN88M6PFq4QweG0i5Xtbw3g+A
iocByVWIUFF3SHSZb4q4DHcmhzB/ngdEzCm8cEHATtBmTmqg3mG7lXZb7hKdOA+jrbKHOQ4BLLhV
cuFW2CunJXkZjvR8ekoU13JbP2qst6F1ndsZGK3f2yYR5EDy4rKlP8qrwPoEKzpsxNArEHwqNB/C
KWqfTZ3i1CTog4redghJLd+qNbBGiK5vDo00kkepKZKtzlZIJn2/bQpsZ2WcdW8TpMn7sgshfPIC
f9cxCdZ04JgIZhx66YhrIJWtBYwX1uKisf8Vg7J3dAWojBvgkpB+JnqCyXQHc9o8GMrp3oPacS6c
MYatDiZ8EEOn7drMql/IDPbn0Jvs53TltspKOD9rUA6LkWLrIFNAQkaqVcCR0zf7KH9XWWpv+3Hq
XoueUwVQEorsUX+YACDXfRTYPjUEzhftNIj17dTfRbUbH8se7dTEwjbZwyXqYhOm6oWZvmka/Rze
8TB0c22c60jnt5lW9Z2FooWuii5sm5Lkj1pwZ06zwjSfxkxtALlPPGR0C1/bnANpwvWMvBjdTSSs
5cZzqCWIDyL40FjB6sQMsTGhRgN71Vtofsn0ieu82Gujc33SxfMOGmGzH2qGEAhcW++ZNY4LhmzZ
7kt2jI1cWvZTOaWnmZAyFlkzWLcJQPugZn59lqFo2rg+rjk4g5odSeaAqWL3K81Pah+qNCe7vIeb
5tAaVBRLWBZb2JGj6bfamu4DjScX3lp0NsmdA/OH3XbV24mmNehEe6N0+11QLx1ADnd+bxgn4ZOa
Z78ADsj2T7aVnkH3nEUzPC2ZK3oCl8wJ9cHepOH0OHVYysUolmvBGxQihJI72LBAhAXv39G0jBsm
Fg4+Zy9rPzZd9LOoTOPKDpJ0vZTTz8ExFYs6j38XwPfwQU6tbyZj5Y9mKn0HtWvrYEFDc7KBYEoq
3JwJAr5kiAduVWemFjdbuctm9MYktnYTKO/VbBPXHkKH9k8SdNvFbl18p0zZKLtBvTbViFZ32Wxn
Qn5Xg20EBz2hhK/iqfmRGlL/kHNDT7FUVXkFLLjZKMvhfsASCMO3vMeRiJuu2NKMCPZuQhYnYLDK
thBlciQkZOzTKEy2cdgbbK5hsbVn7Mq1pX930oAKdeGBofSA8IlSuCYmTJ1uqREN4W/wr6gM9Dxb
4z4UJTOZ51jfT0CsIC/AJiGQgn+hd8yrIKWTNypL39Hf4XWn1RulhXVigIBxVPAFqVIQJNY2KOYN
yeFP+nQXWxXzk9excAEwtSXjPtK0BwSZeslV5uDqzgCpKe94QfqQlE6yV7cw4DGWQXVXDCRyIm8x
j0ZaVS9OD3pGEUTb9iynW5sa6JAABVg3CqdKliThtUtf6jSy9HlJdSN+CFICRcp4r6GEHxg5P+kS
2WdS6B+YANHmlincDaPqNnVoq53H+e/A2ArzqK259Xn/VrtsYfNLmsIjAJqPmJll7Mdp673Rk2OQ
34WlzABMDKaKSReMkGzXcYNmwgJcgzBDMMnxWFYQRFY0YpKfqK9wkQgHXFMjsh5tQRrNoGE4lSVe
TAOKJTBteSnl3EdIASQmYAettQcGkbBLdEmpz9EuUmNOwc4o6EQZH7zkYwljjI1pTBbpJ4EbnnC/
4g9c0EkNO8Fwa5bSt0T+gvYVbmtExfU8WAYVpxEfUfGi7Wygs3d5JX4vkffUEIV5UpnBIxVAqL5z
+0lcEzZufKocZoIQgSNZb7vrALYxYAt8fp7r6E2zhMUpyidnH1pYTkLICg2sD5dO7A1tSP1ihuCl
OZYMR0uwOpZyYRJ4soD2ikgRFiK8h0yyX2aX0Iqq6doVU04NNmfoYOQaLaPIdmlO1JrSgOxAa4ht
mwEJjlwxrktRiCvEXigVWVwdhcs+tPYuA3rscXZvDYFTqEMSggbGA56W7i6vquW2XVRwb2atOMHp
XtaxiT7gqbjce7Qy9thvAR2YlDN+bkEOmOLiuS1omLPhRlc2LEUX4/9M1VxBt1xNunM3IzNttnZR
xy+ymJkcgm6IjxMt/6ANx37B9uT47aWqGIah2nUWAjRSmDwu5Mr3CUwuP5/w1sbxAH9jxFA8ybx8
TmO3uDcccricmWd8XAjgaVY9evNk+ewS8ODowOy7VLh3WWSUPn4O9xmjJ2CPTNOWwqJA37M0ibPS
qJmyHhQ9UGaf4cPopRNN042+tIjU4tkLQNcUS3Nh1ng9Wg/dWXe8GzCYMlyhEsaTTHPgFVnUPBn5
BCWLhuEN+Gh+4q7K7+C+A+mQoCTbpWo3gTNW4MIFEnzaZKcgq5bHkgLs5ETxeQZesUmK/pNNhTOy
x5RBYv/zLmASCoARqlwH989KUSgyYQOlGQ4bosRISC8bripogacgR7ZpakRJfkyMyJNt4i7uxA4A
92ukeS2sij4CeowvLMiGSmxcJ/0N/LNkucIrIDxaY1jC1Aumw7ybwvGdsMmPFtzF1bhE83OHXr6h
OTv4cwjELi46j4ogUte018pdGwwcTUhPQ1hgvk7I1KT/MmqRmobN5iFarIHMeKs0pcOYV6pc262q
4Q3zCmqmXH+kYCBPtY5pJA7Us0Is0TWHuprTCV64+0qn+U4PntwEM/rQaML+qAY7ecD9N65HtjWK
ZWw/Q6knEJ3omG0R4xAvA/c0WRX52fS01HetAH8C9l+8OVXv/IytC0rLJSqk4K+skylur81gdNeq
T2e/WALla+E1L8nYoiW4HI0hkEOPd6LphAHd/ODhJ4PaiomGYTG9gViX10AceY9yGiO5Qy86K7z8
hJ00p6gqKTyY+/LBDkyxBZKE0IbwdhG49GOaQdmwJhuMUhMCkgpQUpI0iH2zjodVWF+gl4A5S1ZS
Wl51NlLWUPXPMW6vF0G9hi2X7Kk7oFatvIDhRUnVR080hgMq8iy9H5lCcucFuHDJq3evuL4tH/Ia
5xEl8d3wP8nz6Npy72CPuKp7xMp1ilKDMz7LsMfGgPVPdVrU6CV1fsVOtTxZdmUcLJr4u6zu2V4o
VExm4lBHSk6GiUsOLxDvMGteWhHe9ZDeQf8jLmXeUzU+lS6inomCc1tPrj4yjpSit1s4mjIag6VS
lh+JOWXbNEzL60S5l0B5V+A9XkpxZeU9QxcQane2lcaP1iUhJlwzOiGWpZ+5TUda4CK7ESXeUxq4
09brpuw4DXN5XqZc+gbj0XxALQwyUOlzbNh1uW73SckgGJBxHhqtRlpnisrGCaEo73O9tfE/yqso
vybOCqCkD2iOVJ1F5CNBhNCQfy6olO45Hi64DQ3mtBlzrCVYP2kB4Oyb7HiBwd+UW3aSeNsxVoJL
MBWDtSA2s9FXftHYDdb7Mlg+gjKTLIGLu6OI60PYhgnOVwNuu7g0ihIt75xlsbczhKaNJztvp21u
l2oAFIgAxhe8n2e0ZfHOFCRnr5LyXtRt7aP1/reBjuw2ZOaVOXkMRUqnNz3q6prYU/TBm226xheC
awcwaI5GScKqZ44ArKc+PyMIzy9DyV5AF5bp6Zn7VNdTs2pcPmQwgw97Ma2aCTkc7WBP4ySQ88vM
EXzl2FN8Z9CP2S22BdUg61gtPGjHpOdnAA3PhBZyKT2Ph4RneBnJggRVHUPs9atYUV4xGWbbt8G2
IEo7WgDw6g7gr4eOue7cM9zi+qmUYHlWURiFR29K5QE3X7VR80znU9jzdZ0AtQ+wvt+YBRoZA/+y
Xdh7LJjB9bAE0X+nHciAjtlrTjWK85lmRrwG5f6TGEu4hRsdnlVUm/tpACSX0EDEV2TlB6RV4ri5
Ve4GG8xc0Dfh7VSrD+j0xcEsB7K+9qjB7l866pzYbhhHxbaMvZz9goO6OZXBvVI4JkO3AphawHVM
6WQigTR0jTjunCeXuEFsIjvYIzCiLqn0TTO0vD49eSnPiIEkk0hRDLlrsyDPlKZzsmexG1tmSsb7
WGOt4tRmXXDPxb7ncVy1BZvV2HnxJooJpjhd1d47sw58dhRoMCGzmjAzGiRzAGZyXo15k+rqZ3gp
nIu6Hj61NfQfuepDP2M8GJQ5qCyREQw7hMviQQxzyAgZ2dHYgjubJPh0XFvMSNUwCAOcJsfOJYId
mCTdTAvWgGQicWw13bF1iQ44npyfGZplISwG8oAnh6i4Mt80eIkkQWmCfNg5cNy6CF535O0cIcob
UF4xGS0MHczCGzcM/erpDVaoaBnWYoNwtRmQN9NZxZiFIpjgP0Hz6bxMMEfRlIcKg76v7MG7qvOl
2hkmTpp+MZo9Dx7FdIvI3iVuvAmtXB8z/LEbqjp2o65/rbAV7lvcM/e1Xpjd2jNcEahC4qNDj1fg
Pnlc3ZZyfRb6KTDFvZs54yYpZ3laXOfVGhxo8hlv1a6gOYHjUt/35OtOaZdj7e5YH7WDWTsz+mhP
VyWB4cBIoNmTpGNrvFj0WHlIUEupuQwbfC39pmumY0WbMbUJ48Db5khDQLud25n9vi2PpkdwwO6J
j8LU7KFBFMUetpbACN4n+8Jx6nfqVaoc3KhwYdKsZwuUoruCtcXChRNk4Fvi6Jr/lLIRcAOjeu8k
RnzNurKvGOi2AJRaXHKFUcssv7L4RQlEYNbtqjeGJxEkHozeXZkcTLEsWiRPGiwgyHkczl3bZK/E
bzSlDfGklByNgR393ubhYgs05UYthFgG2ZC6ioP2pWma9k60zIAMa53uwnkyN0DXnA0O3Xea/7QD
QW6eSt47W9WFQNerFhgDge01vh53nyVwBezeY7OfrR/95Nanlu49mSNaP62JkTnD4L0amHC0Gc3x
nflqYkf4Xvs6l/0n043UwfQSukae+ADWl/sN1NV7b/TeI1fjbGsQDmic/cLga27p2nA+jbMWCQnW
m65G7CCyZ+TWoJD8RLlzJBWaSSwcbo0T+O5MQFAy6WsjmQ6+cz2md5WTVfLEV3a+7w07PFtOl99L
jot4yLsJwR5l+sCi+qg7+hNVXnJu0BEvomAQ29ESWEpbU6xc1yg2E5nelZwLQIWUb+tpIaOJLbDc
9iFvPtjWzOa4QIViL552SHcWbjp0GEScuWO0FjREz3HR8xh5seFWcAKPxLzVWfHbYtziBtZT9rOb
q/HOcXvjvR7Rh3LL7ggkyvuawvKGxhosKhFMP6j23rCaKbRWEjKMRp02TY9eNA64FZKk/MWX45FG
E1qhy2VgqulC6SpqD1Mm5apt6uYuYtvZRxW0TKbR0Jmgn2oVJNpx4TBjhQaGRToudZIbZ4k5QuTk
aWmiV2t3Yo7Kygrm4Ao3AGOhenfGVsw7TSyQaHqmfmCWwtHUus1y8LwB1nGk05cuQLDWFs2GNuXV
4IiRMa6QFNdZnGB1Rv0FlN+0WHPGN2ZToiinmQtrRIDxJ1QyTeWe9oyxTlPSkINpMzg9KzTpEnIV
YmQa0VIQpPQYDbXphs5mOnhLWL2ZGY5Aj/FIFOU2SVP9hBMoWddF7e6wt9AMAPJBnquPGBo5X5o3
tNDisqcIwHJPkkZgPXaN9uR0qqbrgNuGPoHkpNHPVbjVg/s79PohpEc6TZfzvgHYihgV0RpnU44z
HcQ6wLQMGxcKXaLm/qCwrIeUgkmYYuKv04YptEpTWdIgNV/wHr3UJwZO9rT9zfK1BRI+c9ByBpqt
DlRG4yL5xV6bvo09Li1LGVDPQRriXgudQ1uFSCpYNn6pcep/hwqOoQT4a2TVp0aZ3WHEqXZMjpsv
f13+m7iB3Aw27fzI4jmHHgFb8IIyFWzF61iD8s4jYEDisYaluSobepQ6k+OmViLdNbhzryTlFXMV
qd9WLS9ewnBuum8YCQXlFORZrAmz9J4FJThVzYk21vKsmJDwwH/LCIMuMrZ5Hxtb2Ucz+T7cSBgT
xS+jx5CJIlf/SpUdc15ILQ6pNT+NfYEiyIG2tLI1b/zCdo6uwsTXEmy54lg6kDRI2qu0R+OBKa+3
Fk07QCK2CzUkcQ6WmcYMEp18uyafXNEfBVw/DIb1TBObvKS09K5XrjrIgLKSdwVhJ9MOt1U+N9dg
xJ1ts+Q11AgGBbhNTNaNDS+fbHBBDh8SNFSTVXmBgqBQ40GL47Vseng2ysHRGYIu0uYQ7/DP0EUg
/04KsxkfkzHo3iygXTBWkZbuahuHGVOQnfVSBaCXbZZfEwN4YTjls6YV7rvBrUekgQLvMptELJhd
awMPjcMB9IQ6CImYyBj+z0uvtOjlj5BC4bUuSr7PkInTGBXOOcpRYw2c9/eiqkiuTZ5H7B5zK47I
BkHeoatL55s8FtZv1zHNoxqJUUIrf1v6i2fSgk4rYiLmnCL7bdfFb5J34iobUCrQ1ZFhibcABR0l
dBoMazE88B10OywSAkDbhdJqGBQgifBotppkkSjkvGuHWSQYYqbmmSOwuRvIi5OQZlrKoTZNHpVk
oCQ2k2lv8fbCE2tMNy7StthPNW5kppGlbnVXTkR7AyxVbEYIZJbV6JXOMp63SnPbciI2sedAwneK
/AVn+bPbKfabIWcGcsz8YeWlzSfoXuxOHH1bmLIq3Sz5DGaM6cUrryYtO0ds5cYEu6zjD10nteHc
L7iiMOXFzQszYqydrrLxIY0cxSuFZddadFHpni00ksHL6NiSR8vC186L28SqYve0U5GxpASUELdF
uVs6W3+UScdcTk1vIAywS30/jvyv49ttrSUhVOnyz//9P9UfE+KxvjFrOYZeDDENaKF6+f/9eMe2
bM9ybDo/jiXMf358L0PJcXsu74hGP4ZLtS7N+cf3l/jPgepcwvEo1G1LOVJ8GdqOyObSmR7KO3M5
zfqZ3JxKyS0Th/z+Opdf4p/j1PkSputZ/FS2YBL2P79KzPwKZ8694q5KbhEtZBVuHPblPn6riR1+
fy3zMtT+j4vZnmcJS0IS97ioYAjPPy9WO3mC6bREC/MeMsZaipz8a/GkqoOwf7XuNcMQx/rw/UW/
/JD/cU3rn9cMGWqgGa4Ynz3yyrU+WbWzartrx7v5/jpfltx/XMf+53VmHGLRRQwFeb4d9XM9/fr+
8/W//HaX6/+xpGXiuITg+B7o09ue+KNdQ68aPLAZBslPhidjLf+XG+b8yzUv//8f1wxnj4y728Vn
R+E/8hk5jr7x/df61zVxuX9/XIPwYC/inN8NmeMWj84G3vxda8cHF0EVE/C5EmLn8AeY4Ce+v/bl
GfqP5cg50XMcgefS+bL2i7osBZ2a+GwUIFiLU+j6ujin0UOQQIgNfpbz6fsL/vX3dKUpUbila9lf
1siYKysikxifdWj6Ze69X/DDZhl8fn+Zy1L4j+/l0omwQTLA2v6y5KeE2Wy6yOIzQywo4t9xPP/v
LvDle1TIHIsK0/jcgbOcRoWdIfz5/SX+utz/+A5flrs2kGNz7Gpnh26kHd/rRe/CoV6V3Z2ZPF+M
Td9f76/bxB/X+7LUidovIUCL+Fxbd0XwGGEtGD2/52j+/XX+em886SrbpCco5ZctMAqYpFNNQ3wG
Fkz6H8rj95//1yX2x+d/ufeG6GBZCj6/16Dx7s+MgPwffANbmMqmOiLJqL98gzbKWXY4L88YaxnQ
s6lE+y/P5d++w59X+PIdejTSKAUJcKYrwnGHGtyudsVw//0v9eXN918bti148k2heZXLLxvPAms6
QXCIzxj/VlbTb+fxjaFLKB4MjW+vvr/Y3277nxf7stWUipHvVsvFVK4JEd4aut/+D65ArSh5iyuo
/F9uS1dXWIu1is/DxRxEWAQDxv/uCl9uS4WOiwTlxOdHb3lK3OfvP/1vDyCCqeNo7ZIq1F8KHnLl
VRR2S3xuV6Wxx4bpAs4b/uU2/G1XsWHIUVLZnrbcLxvXIhkXOzHb6Bznn1XO5shhpiovp4PHCEal
nZy//1J/XWMakQdsM7y7r087ttwxdkeuN7OwgvpHBYkx0a+lKXezevv+Wn9dYppKUUvtOsL8sgDK
frSdCQfjuTZfu2M///r+4/96fzwpBaQLj0//8tPVgW1kZEejsxqdLd6wzSIB/ZPPrcd/udLfbpJk
b9HKcjXBta9Xmq2GKA4VARrpuh3hKhjXBQ67Bv6OIMWAh+T7r/a3X05KbpEQ0nLhKvyzBOlnPdR1
UMTnksmlYCnX33+89dcv5PBIup6Slu1eyuI/ShxiMkHAiGtaDDOJpZmWyzYLF3PFFjtsmYuxIGiG
kOVE8mLaS/ljKDjioQGC2VpGbN7hcIG2d+ZuJJSyNUrt0bBuaUaTs72NceDjTwKnGnjmLwmfdJOG
DEgw/h9p57Ukt7F06ydCBLy5bTszHPYYcGh0gxBFEt57PP3/gYqz2V2N0whSCl3sHRNCdrmsysyV
a9HnC47NGQ6mrcnQZrf2l67wppUdvjh3hmOCisX5KLJwbxZR0xomRfRnKQjuVDkjyuyh0ro9g0sX
gn5mRHDV+ZBI5ZQwgXiGEgyCTdWdLNBtI2sjEVz0SO6DBgeMUK2xAc4f/+DzhD5AOgl/iEwvN4EG
PeKAWmD83KZm/SCXAGiGCa6j21aWTikxKW9MC9VfU7wFQFjp/pD58XMpoyuXQKNFZonsJjxf+p8s
im0pRNcyHP66cGosu/Z7IzCiZ1rVR8hsk/wYlpBwyVDq3t0elbO0NpZmy7JGpErSTHAJWmJREJD0
5BmKI6TnJ05AOljak0FBfgv3TU8iREP3Hf0NGBYmr6bMVtufmeov1MEzin46yg8pBB3W3L/fw2tJ
FzOtWAGV/xO3EZyX5OWhm6/6z0mYx9BOzY2XGr27UwAfo468OR1IeXD0Rhlst95X+lMJApS6V0AB
EsorWoJ08t8hLZrUXd7D2Aa0PrCt55SbH0xB/tnSzOG1krPpaGjtZ0+3/x7lMX6F2jDYRyr0paNt
xiTr9V1qWARAY/xVHkv/2ExRd6fopEqykYYSUx3cjoagu05raZWy6OKB5ITW8ATuJnqM7/rcgiOw
p6XGmkutTYfsnDP+Fega2Sg/mw5B/DEdPtjTS/5skHwC1YdWNbJk7TZHtxZxl6jfkdI14Yqo0XoB
R5UDcfVQuussBSkIJ013ZV3TsESGcZfoqH3liGJva7WxH+wGFHtZqNDGQIz8J67AIXXAY0pDAEbM
7MCTDE6zIyycovnVlm4n/VPerTi1pWv73Mjs0M8cdt4mwEv9IHr24aAzTeWjih4tibJd1vsHVnzl
JClL/s3h4iY5YuuGpgj20LLWTJruomf6sztqxV7/7ABtus9Nx0ODgGKSEozD3pJU553SyoFbAxFG
kUQe+vdUrU1Sv1HyMBBGHxs/0VYyKIu/TjFNohVNhXxKOOimRmvTiDbI8wBgGQbJHUDHox+/rZxx
5lQMWh1V4x3OGbfBXVzOeZJ5BVQ7PPrp2UVoPC36Dzyf/oH/IN9U4JKe/LTtjgp3zaOJVvfKHb2w
4gpPDseUnTk6dwQHAw/MjLEFBVAb6DmrnYnCSAQJunFXRuYnCCP2t0erzJN2OVxHxp85OrUjVE3E
FKKnOeGEbvpwCn0qAfHwzgw+SRaSpfWJxnQJUY06+Fw61cYqf/Q6lNDyQ1H9Y2sulzBskIjqxSG9
KsPKVrx+quBcTaTjFGd+eqnCLWVpaGn5vjeeMuVTR8rdLD+PIX3k1vepplzuvN6ehutpZ7pBonBh
8fTHxV0uOhniWIJDeDwV4Wuffi3TL4nD2gMFlpW/b5tamPBzU4bwCNNlu8rNcRpPceohU3Nwoj2l
/I1tvbX+c0nZsTzcNnh9ZzlzkDyHM+RWVXUe+5kTURJJhfsnmE4pCmQgkldO5eLnuTGA+5BMvQpl
6OHTRpLQ06kCmZsrPzTPvf37fwYMwhZVTFs2SK7x3mevXg4gyY2SBIA0ntrhSUc/w1LvpfFTZZ/i
5lDrz6kOVP5lNJqVLbg4sF9mfyYMz+atmPTcKOJoOkFrbjqv0G+uGLh+I9GZ7VAZgP5X0Qwx5d2F
RhIUURo9xdBhw5EX0hGua7NEz+0JXBiISfFBIRgj5OT5cjl/ZVxKYD714Kl1PkUTNaTB2/2+BUMm
oa7aJrGF+NobSweQJZXdJwXMjmSg6LH2yFvwB+ac56HQoeAAFWETO5ODQKochvAO0xGCIFIKo0cl
SRseaztQTFt1WMmRLlm0ZZ6UZC7ZeKZwD6Qjl0RYF8GTldgWhSTLepwMedorWemcgsK0QdvTo+NO
DYLYvzudKiv18xKybFK0woYvEjvWm8ZMnpXxE5V5b+WGux7Zxec1wQMlCuAUUBbJ8xg+lMODB5ug
cehowwv/ycIV7zDP0uXZVWVbtxxDJ7mtE51d7j0Qv3KbwGz3nJjes2/5SA+BqEuM3z5KmCG1wePl
55NM2B5tlAMkdprkWTMQ0sq+Zsg+BbmBlOXd7aX5udGuBnRmaZ7cM69gAq0EXd1iyfSfkEVH2F5S
772+2hojBWkVBV3o15wa/QIURHsHfImqfTLpwtLgAWmSdCehDNf3awHX4kQbOjeuI9PapArbNUAT
0uu9PnmuUE3T/3La70bx/fbYry/JeZJ/mZj92dnQM00ZyyKC6T4d/4Yz3neeVBQX4lefpoTbltYG
I0xy4uuQL5QMxoA7w0nvm+ENTPzKU+va/c7DYcLmANWxxKcWXaI5oLU6eYZT68Ebuq1Fijq07nOr
WrF0feVfWpod9NnEoTgDciTHUt/qMk2pU0Uz06QBZo5CiHIJHmjrnltOCF3kETDx7dmkMxgDl5v2
8qYR5hP5tJbgMYqePOjz6IyLKeb38ldElwDu0Ce8iQEzfK5sK0IasNDvYx2CylaTgr8yb6q+WhZQ
PYDsHnqSNDg2ZhQ9N1z7h1RGQ743kD+SFcruYWzuY5rb3nzP/xa3loFkwWR4/0yODCLfoPfLBrr9
WQutD1Gbq9sCFo4jAPbuQ6oM0bD3Ixr6qlxVf4S939V3JnHVu2ySyjepgzqvaE3nYPee/RimxfBa
prSvScixvAS29DGwoPGAtRE6zSSX6RgbyET5WRycet+sjvKACvumqukrt2hDsbddaHf3XQ2zMSAX
iagdZpyZxd7fdCaXsNbFJlAXSb8HlqQditpr36XBUNxHigHOCGL5Bx1s6L2es2bR1ARHiQfDBpYH
c1/LEPR1CU0DfqN6zwrhETWcNL1X9ZHwoYHZmquF/oTWkO3PiA97TzC49ECNeqP72tt98iBPB7tq
f8Aw9beOSFxPx+wUoecb5ulrACXOu1ruXgKp0Y+Ad9p7GF+GfZAjatsEoUxIDKl1V4AnsSrPePI6
1JFaKo9fDDVERQq+fXg9os6FRF96NznltJ1b6v4qzbkWFDbpk1Gh4R2bY3QgrVYTdSdG8lfVKvZL
zl4+xUb4bTLABtYTSUrbpE0rLcoaqufAOkwh3dhI3fUPlJj6nQG55F0Pvp9sAG2PKv2RAONUlGJQ
EruH/sbkK6inVoP6tc1teJ28uUXVgHMIJwoiJtsh5PoGuJsGgSF+lWHqfJvyyn6N1Ry6r3FWc6W8
9S6Dheepg/b8CIlUOneswvGl+MWnMm1hNrMTa5uYaH9YKCi9B3cUwvtBh60ik66BGK/YtvIUbxPK
zBvFSKyHxMi0v+VRk34oDT7PidIJPJmq31fw/e47up+OYSsz2X0qbSK7j/Yt2Mo9KhDNwZIQEFGN
uoUZO6ebVmuro+UnOXhX0hrSCJlbSRML9O6RejR1KPDC1DYOt4/9tX+7PPTC1QvKqrCgD4ueFJVu
NOdzidSdP+w855/bdqwl70Ke3HYUg/DJ0oWrh3ylP8TZED4NWmD+XRoWeMVwMOoHTzNbzgCZv1b3
ENSUm+mOQAJgUK+ioWCW1YOlxOhYpkij1t1fpG3BgzvS+6GKYHhpvxQ6OhClRRNiGAKlnJoJYJXc
f7VrdgxcvYe6gWuy1lV1W8o9qt+8ao52Q4oi6pF5o3ug3pVVkr9vvEZ7pShVQoEwQTUM5hSKV4SH
wlaSaBlMaBioK/Q6SDFJekTHdtv1sMO1Joj7ov0603miT+H8A9aq5viDcLCm0EHY2NPejyV5vgqS
HdVo61d5nPq97dglhH2x2bmlFiMdz9t5X8XNj7TWnHd6ZWg8B+T22Jkp8smQxtGnlLAhBgOOwLaQ
eTV4Wrex6rD5AXUpDYdR1x9p8obmIU6ifZnU4RMQRrQO66B86bNxrVhwfQVTI7BkingKZFyyWLuP
W2NqFETs0CwCVpTWUCQUr5M2/HaeeDbzKzYRHm5KayBGHxu8shVly2RsavOtHCkk9K8ru3ThCpxT
WiowJvyvKSQUAMjXANcJIBLNQhoWaDGsBB9hZ4TCmY6MwHu5bW8par2YQMFgPJRplskWRB6orj+a
ACMfSx6v+96AUBBW6OjBJy/TbbgInSdtbsttpwBCaTrEo5Xn1FIAaM9vfjBPgEzEQFMJ80QyOoWf
MtGCJsPkJmUIrd4e8PXrkMBP53VIDoBymZgaB5BexPk4BU+w2WndM1KRUwQdCBC/346OLg0Jrykv
jKSJOwJD3ZOno4CVrmRoFpeOl6FBIEtkzv+4fK9lgTLCsCoFT6U2nYIxeEvavrsLov7HFPYvXgDH
VqC+n6mO6qD/XpTD2+2p1OcITHivEfYxkzqhrkKR+PIHWMBVkV8OvZM15TOHB1LpR6jj7TdDpfdQ
j8i01KHtHJ2qHSAnNurHKk3qfV/09TMkQtEXLwiU95ZmePuEZrXtZBb+W65YyOfSkkaHmo9Agyc7
d3DSTAeuwR+KYiJv6iQ1qh0+On9+piSH2Ci7V4jvzJegoDVCqZMRdKtauaoJntMMwcdTCyGzPzk0
dI2syos3dtZLYaf+D6+ykcoG77xyrQmOiSQdewtODrayNeMqhWtt6Cpfb7W2PbWK+jEp5A/AJ75r
tbdiRjgzohkxSIZaeAL90benPrV+yGP1aQZA315m4YL+14QqE4LINJnojuD7YgUO4sgo25M//QUS
FQUmZ9eNNEdJ+sqRWbTkzElliJd0R3R+fm3XkmIX7SnWxncW3Rnbzijhg5lljId6JXEihsg/x0WW
3iQpJzsWpcbL3etBbVnS0lefirzPD1jq0YKlNQJufOud0yPX1prIQ8RP1MEA1duZ/xCZRsHzuIrd
Ma14yqqIihcF7IRQleto9XbN/e25X1reObHjaI4FHYJYLoYRYeqlUq5PHZqqQWy6qmJ9vW1CrKb8
nAeE4CgSAVcAQyA4qrpqtCBRtfqkT920d+g83HsKaUqvkeB+Numy8Xknb32tSD50WZLSW2lNO0Id
GuwCGBNKEPUbWOybh7SV16LfJSfn6AwcwK2mzrWGy1VCbAF5DW/STlCfj5AuaupbSsPCqwWp4b1T
AgiDdSGAigtZRT/iugjK0Dmok+L/uD1PwlKAf3KoQwM8In1Dq45YSVPsUev9dtRORZI8hGn+sJaz
WTLgaJYqyzT6OSRHLkeqlhnaFaNvnVCLNJ6y5LcBtwzg7PPCdk97iU5uiCFPTfeQJHcUgm/Pj+Dw
fs7P+ffnw32WPcg7PVEABVonsi1Z901yftTl/raJpSqQAwkneU4dzBbLcGkDpJ6ujMjUngorge/J
DCULIZuwhSwuNHvw8pavgTKngjQey7DJ4e2Fp4ymy5KuJ//VpncGp60d4s7KXyJJkfcdNcG/7cq0
wm2LyMxnXYE15vavFtZ1Pl82jlMDXqqA/1OFiekcsiqWX5Un74WOTDt5f/vzC06T8hMJWJMn6vUB
QQC+Vye0QE500fTlu677u6aluF+ZemF150GwJbniLZQ3TIhtLmceOEYhj1zepzShzUiqt1AdH2n2
WjEzZ3jOXhQ/zQAfmN+/pM8NMUYjrKWZPkEklZb971CbfPEa51vT2o8pauCbEZeNMMOwtnWFKeRe
4wqg7kReVlXoWBFuOEKGutLGOH+Ri8ewJIg5Sv5DYa5UyYUpvLIiZLeItRTb7rFSpg9+AB7svtVX
noQLA6EGOeNZ8JZwFgmPjoQkSwDzW/byNQEWhdhLRkXU393ecIp6uUjzQBDIoELDYeAni1XICCIL
vUbC4yX+29p8pys0tJ7t5IE25lZ60NsTHHWB8/G2UeHZLtoUy5Hw4mlAc+zsxfJBntqf4sLZ+zTL
J7nrOSvB3sJCnY/PEEKiyHPUSQvo8bChl+hRx9ERo1TGz38wImhndNzyfMEJ2yGbLCgmDCnDXX2c
1bF7rlRn2xoQ700rV/zPrPrZsfp39tjeJhj3GREknF74na1ebhgRLYPWu+QFffOD+cNodsn2Q6l/
MDRv37VvgXE/QCIbDhCp6GhoPDn5e7qlQo9W7qcErfDhvgwPt2dBcI5Ee/wrs41UIpj530u/MiRl
I0mBo74aXf25Ut+0zPzx3ywI12rzPwvcDJnz/B+/LswsFBUOelv8/kqBWTHeSTTQ3f79pnjahBma
/352r1aeCVEH9aRXC7qVfAOXZmK8i9fO9KIVcmOUGRTZpHXy0kqnAISK6kR7pbkcjkeEQFUPiddO
u+N++QcgzYHO8Rd1SP5SoEkajNKdSXL9KDmaNr3NXUqnLJ2ux9tjv94dJmo1EPtzu9E/dhV65N5A
ob0IXErCpvkWrVT91j4vDFpH1z7uIcJxK3Nvpof29y5+fjeTOd8nmqzSmyaCQxDKKKA1NKCvmO7a
4Ujl4Ldnh+/bcBQSHMxX8+WahRkd856keK9wiGQb0/6Dn0+EbHGh6Dy/7fkaONt4MPCSEpJr67Wq
31fAqla87MLk86Yn4rDZ4PTSCScn1jXEJcfBe239h/FQDb+/tqoxX+mUMnQ8n3AVKgWoiEhKfNdE
xlzl4Pz2wQekbqs8VXQN56UJ39cCHQJOyZJeQ7TO/fxDKa2865bm58zAz+TL2fSjAKaMWWXDwEdy
yj9m+Uo8MM/vxZ3A7jRJUIBDJviVRagCHKKw3Te57zqUHTQY+zej8QcbFJpFOqqImpireYhnQyjk
IpqiAhLB2v/mvFdRAbt9AK6dFuB6zWRvapCf8kS9/L4hNY00whXk4oFG/wAxqTbdOervb9QLK8I5
UKSxaipNC90Q3VpEkrOVUSws9MX3hSswGam41B3fb6r7JryH9+L2LK19X1gFfjlP21AP3fGjhVB7
ueKjFxaB68Kxib10h2e04ERDw/YamNUSl24A1dwk7zRausOV4PLq+ccWBWVIUpyGABVDlytdUx2B
4gwjcktiAoKY7BGCyco/QHB7e7YWjgUnQudkWIQ8VxmXNKTPCTbN2k3tE8BcuN905+m2ifnHCifv
wsQ8o2fHosyDCK9e1m4Mc+9hyKA6stGze08fvfzsxK1b10b4wUTpFqKNFMaO3zdPfCDTia2YOn2c
l+YhvwJWn5EeRXPA2lZTlSPi7BunQrWap6gw2qM8hRE8h7JxX/PqXsm7LWxH8ky/zAujzwJ5knVJ
qdxDOXyOpc+3BzfvNnFudf6hDgPA5Kpl1KDhaoR5uHIH5WM1uWWzHRX4ibt7hw4yyb+/bW1ps+ig
P8nXACm7wtnbkEDCIGdXbksVX4WFqjS+a6Akb1tZ2PzExMaM8eIZZIqbP2kyZDdyo3IREfG6cDek
33vK8E67h2rjtqmlxTHojJ57YWmlF5NcUKqVpd0PlYsmw2tl+g+9oa3ca0tzRmxPjotUo3lVgKmy
cJjsqKpcaFq7VwTu1edYaSTYQyR55Ypb2gw0rzEcuhYVckOXO92HHEaOtLxxYdfNN5b2mVraXW8i
IdvAwJpYytPgZfvbM/gzTSfuQJqiVN59Px2i4KrQ8Whh2MVoCpMaXCTmIYD4KPkxqcHBxz4l2099
1D73UL53Dqrf4V3q6IeysV5v/5KliT77ISIwtCn7KoD9o3EblLnN7mXMkYQsP902suTLzo0IU1y2
RY2uTdW4bbObpKd4fDAseMGAQMtuFJApWjnfSxuUoHnGzxGrKGKCCOk4Iy7ALrgydIJV8xJ53spV
s2ZB8E9W5nWKnmaNW5WkC8GPIEPkrRwzsYt/Dg14ts9g5BnvzGVzuTOBeYEDMMbaraVniP5y2AlD
5dkpvyhadqd7dwg2bxR4mP9gsc6szufl7OLxLFrEaYmpXTQQYIu6z/SP4F/k6T7uoRtqk00J591t
k2L+/t+RUsvlYUBKD/iwYBP+ZqcOg8bNkhqU+n3afwm858I7IjieBvddCCmn9B0W6JWxLi7jmd35
72dj9cNxVAo/xG6gP8EG9QlM2YqJxQNmkrmhwseWFEGjQd7UvVR4tQvErDLfp8GxUQ8r0zdPz5U3
mSfPtmQwxSL6z7Nhvg7xKG6TdvAzOWjNvZj1s9o+Ko5FqfNHbn1V/CepewuKUxqsmF+aRHotYMIl
305VZZ6B80lE03AqNc7COOwo7UBOfnt4a98XzpodjT06BXwf+lqI+fR2JQhcugDOf79wzKDQi5MY
4Rq3HfsSpnRIBkvdRxPeUpptOrPCBskYuNIEZdF/G5lw1PQAMfXEZmT5NOFEuk2ar7w95rkRdwYL
Q9xD2pr6nXDPKKPNcU4LdoaJrNRHu+aJ8xIq3353HJYsE8EBl+L1fQXKh3bJ0cZIr13lIGkIaICa
uG3g+hDNBhyaif+9pIUtNqEECAV2h4EBkrijKlcb3r1/YGNOakEYynNNn7fh2TbW+2SI1cCv3T47
ljFYg2OvrNwa16vBMAhSeHQSV1O/vjQBYs3rkL2u3dzewR0v+9yG+zheeTtdn5dLK8J5SaFCrlpd
qtxU/xxpT066vz1R17c533c0fM2/MyWMoh00ns+FwQVRfobqiNfLEQpFSMEf0/puLE+2svZcmr94
uYsJs3iZAcVh8mzRh1IOSScI2mp3hApc0g4WJPb1GrJ4xYgjdBIonTbUY2LVblA8TcbR6Xa18np7
5q49zTwOwASktGSbzNPl+ntRVIKG4byjGCo1e6PadnCARbs+2IXFildbHs4vW4JvkQc7QHA15YXS
HC2VQtIhsldO5fxzr5fllwnBuUQR7N0oKHB7js02aqA4tSgkGepGbRD7qNZC0oVXwsX0mcIKDWGn
+ggoNW7gv3p4y1B6kIG518quse8sdqKUvKMHZFBWDtTSsT1bNhFxEnnlwD88JzXlsYufVH+nO8dm
DQq2ZkW93Byd0VZw2GKF194QffGjx6B65S66vQVXtoUpvLQg3Q5bx8fKDM+bBd639m/2mvGYu1wm
wZEOZonQwMi2sIHqIqiprgxh/u9vbDsxNQFMrKEZvWQIw6cBGL+8UoJd/P7M3qbKJrkBcbnzXM9l
xKIbtwdMHuSnqf52ew0WDcBVRSKMwgSwosuVlqJAk/tSI3sUfQpo6P74B5+HCWlmhIOtQCTEqgY5
AvCr1C7S4Vq5VVec2OKvP/v8/Pfze5Kypz0NfF5WpT2ZyDY93P79iwcBLASVbm7Lq4AcGmVthAq9
ci30kLPpY0XuiWzDvq3W3uaLDmzO0DskAMBdzIflbChg3EsJ3RGeFSDeZdM/KCb9/ZU6pJumhX47
me5uD20hpONsOAwLGkyVF5ngMuMGSd7I1Cu3S4z7kRbkaOxATh016yG23oO+RykQuTZpxe7ilFLe
IPc6hyI/S79nA7XgqfVbj2xeH1cb6qwbvTtl6RfbuL89viXvMpcGScIa1LLEne33UTgiRkvSMibS
1719GKv38aCvmFnagnDKzHgMgAVXNTPJNlpIs7XGNVFA3BpTf0xo/F55Dy5tjnMjgj8uEEBqpERv
3JKkYIuqGrzldfkl7w7FWk/VTzyx6NLObQleubJKKO8jC1vZc+B9QFMNWuvDCIeWJLuy9Uj6p+H/
J/Kmm7xdmK5ccMvzOXdUzxm9qxohQopwhlKbdg2oVae6fY/4ypfbO2PJBEjXuXcMXDXF/Mujhu6c
Emt12rqk9TbPHtpIt7+/tMPPvz///WyHB32IqKrO9y34OOiNQS7kZLX7TDvetrO0wyH0JEjgAUyX
iLBSSWnZsF7nraurJm1MPhJnRKVtf7htZnE4ENpA6EkaiwDucjjyWNtwwKPhSByx8c2DM25VdVOT
o7ttZ+FFih+iLmNx113TQnX9oPk+MsxurhdbE+WrSbnvy3srPKnVrlx7ky5sAvCZxIckqlWe8YL3
kyIE6Iq0GV3T/9Zsq+zv24NZmDQFqIwK1n0OR68uPqizOyOwBhz3rusPQD+bCbWnlSkTIcHz+wYz
5OboDZh5FgTHgBS0lUjdxJyh3an5bxHaQpnxKsUvOrhG/2DkwXaErqmIrO3MHIVSzVaHT7g+mfpO
g174D0at63O2nBeLJZaAc13OzbIJR7dNj3CCxz0Qi4for9tGFlfuzIi4H2O9U6DSGnFQ6eYtn/4g
+Fa0s+8Lc4qsLCS2fja6kHL3KFunGy1ZObmLu+PMhHByoWJvDAQFGEL0D/Tu9qNkbMNurdq8NlHz
38/8UDRI41SarEZQ3w3ka+uX2wuxNgrBj+rNoPh00zNR7QMkzF73fnIeHWv/36zMv+JsFGg1aVYU
xqMbGnCoSFujQ6HCedDXai/Ls8Vp5clgXBOd5WoH81OQj+ix7hRrq/4+cIyjqv/6vjAOMA1KaNNQ
5irTYdDuomQlVFi4DS6+P78hzuaJBs0U0EE1uv4Mh0cqAqD/4fZSLJowwI+YpD7g3RYWXLP9NAla
RHdNmp2LfY/qlLKy2ourcGZCmCVY5Ie0Tv3RTasTnYZT+Xp7CGvfF2YpqDSa4nqGQNu71e04d7e/
vzRF4Fg1E6wpHCRiS5g8UCvsGnVyDfM1kv8Ziw6pnBV8x/wbhRcaHaH4fW4tg6qkMEewwkADGRay
C6h1I6muDz1XFN1Z1kPYDStLvjRfdJ9yu/BkZ0SCp4KFMEjzvpEJS+iNlrb1OjnWnCoRhwNqC9gT
RchrVo4KAcvcJ0ZxfR31bk55Fivyxmi0Lco8T1Y00Vtaf0VZ6mGK1gB1S28OxkWLF80qxhV4ojGM
xi9BN7gOXV7Iz0YPqv+Q6AcHLQ1v5XJcmkp0ungZQrjD21Y4PWnYjxMZV9VtdXnXglWsot3tzTcv
vDiT5xaEjVFPTecVFhb6fuefosPww0//YH9T07cMCmMzR7CwH/oxS1Eb0xVXTnf02GTxXeSvBIhL
82QTkFKCo0hFSHzpyCzP0wcESyc3V6E3jKl9WyuDWLTAXqbcDWLfElvdpEgqginNJ7exaQJsos23
2+uw5ASoPhkkDngGMYrLEaBbqzXIKo2u0UR7JX3vRdJe6v5gms6NzIM88/chklO60hSjO3kbT9uo
6v72IJYm6fz7wjI0yUiThsMgNAgKZTqod7e/v7RZz78vbNZkVD0jgjbDdQiPlALBR5V2k3RfaCvu
cnkgAL5mwjP4c4X3oqZ6XtnH3ejCOQUNI3QKazRNC0MhOQdukG5O4NNiJoU31mD1Wt+ThooPSi6/
15oeNihjDzRlJTxeCs9VNq6uadBaX6dP0jTQkBwuexdp8mwnO4j75XmvI7Ngy/tMTcOt1kFHaUlV
cyj1wnlp66H8oJqZdDeQD0cwVx5+s+FyjkIufpOwlKMhg4Vp+E1lFm6b9FsnvZbqyZZXYqqljNWF
HeHyDgcpLWWl6l0NNZMhfpGjNz8MN0PxXNovHd1EzZturoGZrrtH5tHRrgRiiqLyVU3ZUMi9InrU
ubGGcKxDSRHO0GZH81YxzOwTmylCOyj7oE/Plbam0LBw19OIhRux50ZzW+wmlJykdyTbaqEF/Dui
bRHUHSpSsCV7xkqRZnET09lBaZZ3Bc+LS39SI0VLt0PWuZP6I0FbbsbEFOijRcVv4+nol/9JM03g
KhPyXxqKknpCibvtXATJJXiQpxXHteB9AdhyPdkgBq/TIpZWSnY+DL3bwnfKk/k4KdW20tbK2Utm
0JUgVDBIv1w9HWRtTPNSLwc3THdpiNjXq6K5t13kmgnhXFUQFtM9hInBQZN0KykP1loGYc2EcKQg
rR/rYcKEJh3G8B2U0sraFl7wv6RB8Ipzwle7ohkMUnrtHay4qGzKSDP//mV+/vmfTuPsHgxUKytk
jc/3H2391MS/H1ZdfF64PXSzSQcPH8pdvo8k2HC2Wb9yky+dvLMJ+umAzkYgI8EqyxT2XP9j1fzU
pG1hDF25bldWQTze09RkTh1Ug9si7B1FOK3vtzfrmoH572ejCJWg7qz5POjDX9JXZAL/4PMzaJ6U
Hfge8fcHTaHbNQqBrpRtkrbeRGh+/TcLwgBUHeKJOsMCxCzqvRbv/+Tzc5wB8eCcdLycn3RU9WwK
6t4tpnKLIs52rVa1dFWAhP1/Bn7SCZ0tQGknna173I62dUJddAD94k/Q4g2b3F4BhP+cbSHSUJE3
IcsHyte6opFFqGxCy3Rs3aRy0UPyu3stenOKY6c+Npa2b9SjH5YITe37tNysSkksRG3zAwjnC/8Z
ID3hBil8LcsrNSxdNYHGjl7pPmm3s5sMEMX0yRqsrd3C1JLRxIPZ4H7oiha8JIRdDX9wCldB0Kr2
7vTgvVShQV4GG+T+Vvbh/OuFub0wNo/+Yh01DxVtu3B/0m5nD117kOoXP/kWB29WrG3MQVtxoUvz
eT48YT4Tnjjw2HmF62XJ57pBFDtQD009PkCvhEbfuIHRaeVqW/AW5I9mNL+Fvt4VbVBYO6UzyErh
Zupm/JavfH3Bo158XThrGuKIWWvx9e4pGSAjulfio5O93T7QSxiQCyva5ULVvZPplYaVcbzrUS3Q
w0+1H+5a50cFhtpxNtIAtdRDrScrO2Rt8gRPZVSDnZoDhmfRRlJ9f3ClXgxsfjSc7UAJ5vd0opnO
BXTQoNW4VumZ/3txh9v0xQAC5OUEv/Hl970g7Rqq6rlr2F/C8lG1H6r46+3FWZoiugB5OctzZ4xI
M5M0nRXCElK4yaM07Yy1Bvy1zwuvAtmKaFIa08JFw7vrPnftWhFi0YBBSwNFnZnlRHj6tb2s6JKk
5e6on5z62avMlT205NJsug153JAEITa+XINsrLXOIJRxwzx/N4TIWkf1Jka0AlKbvVr0K0H40omc
sQbw1iCqcIUfJzedNU1An0Znv0q5t03zZIcmurUSWyzsLAMooE49jMjiqlUoCaXCL+qsdMMfkAnU
/9DadXtfLbhKur65CCB7UFQug8tpI8MGUfKUlC5qJfBeSvpD3sf7qG0PPVKwFaLKsVSv2FzYCxc2
57+fHccYvRHHs9PSLdPvHrR6gf8HqckLC8KBTBXLy9SeURWjt7HTQ2yv9QwubLcLC8J+Tns7R+6S
McRVvQnCQ4t0dnWkYcAyP91eoaUtQHZ17gjiur6inK9tyRp6zy9dY3Dt5n2JTLhxvG1iKRGBeuf/
bIjkDoPUlX2kc2FW9X1TB1tDekuQdHbMZ917SrvnqHw21LVbenEbEDiTDoBA7SrLJOedGU+WyrvA
3sEihNT27VGtfF8EnYaNikOr+H5iv4fAqh6+3/7+gguAZvx/v18UBw26sELdQS/coJkLVKq9i+NH
Juu/WVEvD4sfdHnvhxpW0m2N2rO685qtZ64kS9bmSnADsSqVSWszlq5rPpda/oi4xd3tgayZmP9+
duqp3pb/TlcR7GvKw8329vfXlkM486Fk1nquMVFTTd1oL5UPvrSZ1k7j2iiEc+95XiOXMlYs/5jC
Jl/sbo9i7fuz3zmbpTZvITf156cQoScdhn77OHCTfbxtZdF7nW1d4Ule1cVkdimjiMttJz+qNNHL
B8iaozVIj8htNqdSLw6J8BTPwZNoWsohdKgOIRp27Kck2dhKs4PaWN/Htlfsp1g9enJ8b0vtRnXq
T0ko35VS/th3vgqDovXl9uBvbxRQopdTHOUKPBkZU5yn+yDbNvVj/IX2x9tGlrKsZwNXxCz9VKah
nMScKK9VlB2Pn2TjFX4L63vYb4IimTY8915jFnsfBlO1sUO0UVoH8iufXuQVB7+8qyh7whSJ4qII
jlcC0yl7xBdoYD3EOWz3K7t2KX5mtL8MCBvKKQpl4g1fuJFWvVqIP4c6MuvQYpS1sofs/k7SnUM3
GA89o1QD50AO81iV8svtWV9e2l8/Q9htkxxPVJO5x/L20eoCRHm0DYhmAmhrZX2XT9D/LIl4+SzQ
etOosDTpH6fgXS4/Z8Fd7r9b7dBavP5/zayImIb4r2rbjpnt1B38CnW44VDcnrXl6//MhnDHxF7c
Z15GhF7mIxCINzM/lekplN/rxWMlH3v/6xiM+9tG18Y1b9kzR+erdlOQ4OH2dx6hPkxtgvM/ujp/
rZFwI1hNCTH8bELSlL1StS8I/92PeX2oeutwezT/n+P+y9a8M8+GM/kjUAk08twgODXqt1R/s6yP
vVdtZIRonOKfTn1D0SwxjlDJrGzFlU1vCleGVftd0mnskFo51s1Bdt4ybx+3KyNcXC8DvCQMbWTl
RJCGlGjFlDUT62XV2/CFCGG74kTmwylE0VThf1kQxmF7hhqlPleFUd077Z2eb43iQywdymDvK+/G
eqXyuOgTz8wJLkvrKli7rZ470NyMxf+RdmU7buvK9osEaB5eJU89pdOynU7yIuzsJBqoiRopff1d
7HvviU0JJpyDBHkxwhLJYrFYw1o+om63VUI2vmCL6hyslqmNBaNk/97JLLpkscR4AIoviDppWKxE
2yCo1XxO419R6gNBOg7+ptLjcmcM4W2dO+kAEi5MxQL7BOdLSCR2W6JchmCAaK6Zrd1POKn5ro9R
Kv0qZdKVbIdYw0DygSVZjwWrwGwRDhmTbPf6FExEEAEdYi/6hGu9yNjk4b43mgNwaP0e9N+zjHhv
fRJ/hPDfL6yMxSrPyDvu4zaHKfs8Wn/jo1t/xhcs5qAVbV9WGH+ydlb6UPxFkyYU6c/4gpVs0W2I
OxqLpLVvRHl0km96vHeK+b/cC8GSOB5yBS7hyxRvM2tf2vCpJCJW73+A0LqAcDFQICxobIQ8GiBA
ELJ32VYZf5Nyb2XoB3K+V3DbbxuSVft+IUp4mw3IzKajhQBAnB0m870bvvZo1m8dyRNwXYH/zEjQ
rdLRktEp4NG08VcbjH72EyGSO0S2aIJ66X2ZkdKGGzp2z9TdorTfN5PHqHXBm/ZXFuXPbARNm2gJ
yK2PqInn5xRpm0AK67S6LxyJFdDrQJkTG3KKsVYYnjcw8JRsYuPZLV8q+mL3EgyVtTOPhgcQZANr
S1s05DCnqOo+YzC+IMRie1W276ve36UAQZUdcKblWYSLsG+eSQFylX3u9H46hJ3zZrX/OgPo+gbJ
pNbW7lKmoNMU7IoMxDr10bZ2ZelHZKc726J5v31y1vTtUoqg0sjyJETrMTNdeefY1QVquneptpll
KBGy6QiKXYDpqGnzFq92LzoW3fhIabPj/Gk+KSeJV8v9EtFNupyUoNmO01tF1WFSVgVA8iAijzPb
6mwzqp9d/Xx7AWXz4gt8cd9oLEYxxYB5afpmSlHAfJjZC5Ex6K1ZnssZCZ5Y2autMeXQcLRmOfXG
mBBElTxx1ifC4bfRIA4YJ8EZ06jKPOLiRuht+9mq61BzR7A/J1tgS/1F9ZhlovHn/2SJcceqj2Km
cW+peYgPKiqaM3+SZB/WbcIfEYJDBlaOWS96hDDcYq91n1zzL/yAyykIJqGP03yeMh4iAciPSv8B
drdkQ2QzEAzAzDrWZwkkOEdj9rVvt/VWNrpw8HtUSaHyAf5kUe3tdgvmptvjS9RJhEHvi5jENvD4
j716UPovNvnc1D/SRFKVsH4u/uyycNKtxO4zkNTUx7j6XJAvahoqw/b2RGQLJRzwdHIclKzi6LFp
FxuBLCu+Gv67VCThaFtqRAYvwjb3hGxolm5i8iVBiWNZPynFZ5MVO5Qd+67zw2SPg/6SeL8MYwcy
ccl+yaYpHP+q5fDtMY5kj4qKDpTYzfH2Ot5WCBSFXRvKuK57A9wEuGm0N2Ye0mLHwKKTfbkt5fY0
UK9+LSWCezZXBaQYeOkZB2OSuICy8YVjr9npmDc13kg6RWPEQy6rlFxVaAOVxahjdFzwkF9/PzqV
bDevGzzzigHFrobvsuZHVOt/s9sXYoRpVKmmT7aBW6ttPjfpe2TJSmhX1+lCgGC80knPKBBA4MfW
uKu6X3b19S82+kIA/4CLe3d2u7EbGGZQsI02A9VdYn1X1RXQZyB5QupaFVsSBi1DMRQAX1D/E2SN
n9t7TdmCHPn2LGRS+O8Xs9AVF7Hull+EaEtg2na0vlVw+XNHlkmUCRKsmDeU6ZBEWK44Zn4bn8zy
NAC1cxq/3J7Q6r7DfTAtvGItEG5cT2gaO+KAXhHvSgV1xCb0F+VTt0WsHpH/iECxxLWIiqh5Gs2w
+aqH0I4/R++NLFh/exaL/oHCAfkhChPhQP47A4zh1+0JyEYXDl/kKC5jE574XRyiVI5IDK1seOHo
NUpjUr3EFijOvjSAkS5Z/1VVulh/Lv9CZ0H/pzepA50t7b27q769GbLMkGyH+e8XEuIa9HI2T0tb
eTBln5DNrWS30foiAXHTATCzronBQXXqUEJkYRLITJMxINKEweoccABcz0RZOmz59RwoHNAiJxRx
oiID/Qvz7fEJpDBjou00MDIZ6bDRqtDpfszWI4mea/T1Zd4zah8luyX7DuFAGmMHgsOhxndEn6du
Z7dfUe9xvz67ABLlCPgg3xLv3DKLutIaxgKFPtrBy8uN2f66LWFtEpcShBNTRXPBvH4ojrPxO64+
mfTBADjFnTJcBN2A6gEOeY71JbY9Wnmkj6AMq86kVtJDUsX2E6I9zkM92Z7kbtH45l89UD9kWSAV
BdTbshSSEUCc5dVcnYtWD7IMTT0sAG7Jpi8Offvc54ZfKSRoJ9BFdiQErUWa1wctLZ9NUvuRA57O
lKA6XZUswSIYgM+y4XWgusjgABOi5cj7eVLqgZ5j0PMYdrdVslOFwl4t+9W5krKthRURZAlWJB8a
lzoFo2fXfU884udGFSSZ7qdzKpnVQnkESfz3C2syqTahFLndsx1H2ynJfKjqdpQ2Da0unosOQLyH
UYEoYh3CpBdWX1F6zsyfSk2DQntNQYE8zcqmrGT8NgvzhTmhHRtqCqJIDpJ9PSfqgO4aOEX1GfDc
X6wufRpIIlFSmQjhzAGy2DYVJH/OUVf9IIp76KNIEqdZEQHQFwvo+JaBHtmPp9HFzpjTQC2lKOtz
R9SgfnfLVjKHFSW7EsB/vxCAhIOuKVlVn/Us8sn4CKuxY6O3tWR37jK5CbCUy6kI/lWMpAM6dwg2
ZH61tATIp50PvBE/b9rNXIH5WgP/c7cx8mTfe5lPmntTdQA1ccFRYwHXBH/FDitqVc5QJWN1Nuby
IcFke1Xy8lnRb17wDp5IxPK9BckdqL41a2qS+sxYtB8ynfnROPsDmHH8orUiv2qJROKKevBmd81E
nAiVHiLQt6u4cZJFkFgqOm7oH0zmfa8JAPGDAdRa3nwsogI5AxIxmWVV5777PiV0O3gyRKoVBQRV
JLrp0ZmG2lTRonZk6Co0N1dnC89d9c3faOmX29cWv7+Fq4STUQJLwsHfBVwZWNIHwiq1OqdWEZh0
BOHcv6XVPnU5eMFHO9DcLZPRQq3P6o9MwTQQ1hk5Gr9wVTI0f5php55SDXzTbH97bqtyOPIENM6B
K8V/vzi+xVD3QFboodQofRrZ3IDWHqVxY+0MQQEwy/svCg/gZLxaGX2f6HO5Fpe0fZ4DOZCcQSCP
dEu+HVGRRNW7AQoBGgafE2cVWJzqgkFU6UmpeJGXcS6raVPJmhTXlPpyeGFz9DiZe4D0Z+c6b8rX
xjLrR8eWhveWl+pH0TWoZXgx/wIhqpkKXUG1f3LuxmSnJOUWDCjbRpOhoi4dJbSL2ujDBRk6aGDE
E9oYrAL5D+tAG9xuMuMwke9O8mhZT6q3K/Mft9VtuXIwBhaKbTn0BWApBBve2kU/2zE8wGmKgx41
13czhLigigLIP8IWLqrJxSYIEDr2/TgrNepczJ01fqny58wE1tD83Rm/3T2XK1HC0WFjWndN7dTn
wva9wqeyfo6VtdJQlwhqPdRcA7pLcBVjIweeGqphz1kRjb6r2LnfNuXd1ze0BpAqMM0uHAQRlx1q
lU2d2vVncOeo9c5u0M8euDL4u5WpoE2Be73o7IVXI7yQWpQWauk4J+coGvVPDSuLreWmtSRSvZTi
cL5wzl6Lihr4h9fGxcIjbG4iGp3iprM24FRoWhk1sUyE4BS6aqKMGsB6TlYSFuzYHu5VqesZCIYl
UshEO+A4nuoPrc3J3T1OeD+iXcTjGVyeMRbsr1laxcA66p7AhbqdPsWtub17BlcChENhG0AmbeLG
Pc0u1NUFheC9OVthBoIFacB3aeK14Z5Y1W5QreP/6xXwk+a7YXTh6+n8rQEGGc1GS/q1MqVkVKcS
1ODncnqayoT4xoR4t36/zl6LERRqYmM1Ae+oOOt7mrCNqcoAQZYaiyo5tO0gwIoHJyIl1/MwJl2d
m9EjZzT/+u5hUMe7r3QugEciccLh6Ik7bkURMXqFnK38FU1bmfY97Y+3lYoPce2A4b4ApDaQK3mT
hhixL1utKog7EOxFh/bXoDKDLtnWHpEYw5W1upIjHL9Mi/IJbDTkHFkg9P4nzWSIozIBwma4xGnr
FlTW55rhnczMQEvvzckCStJEzIMzVxlwh4XdIDE1Jm2wxxOQxPBU3rizDEts4ZZAgqXyXnF+YSxo
iArXq5ibj+xk9psu3sTOdmwkTulima5FiGcPL62stDOI0JCYe/Vk4AMLdRKGF85c1oGH2R0xfKQ9
9r+jDJ0A9WN1dw8FlwILC08UGMcLYr3cIoUNYgt2Sh8VFQSy6K6/81RAAH+GIrMJS7XoymPq3Lap
MQ+n6W2wH4boHE3vvYyecdmOi5sCJgp9pbzlc9EfVUJ8ZLujDgAC3Bij9VQMNABl7WcwP29t4Bsr
SrQzJ/N3hVYtVZFduMvc7Yd8C/Ey4I5wXKlr+1XSOc5cWuhA68j92tI2hnHIpylACi8Yzcc6eRmm
57SLwcy7j4DJydKD3YW9zE4vdYYvA1bb+mBGEB8uOU3wAMwG/ehUcdAB0rlN8o2DfruS3esD8AmD
XVvVPfhkwFm+njBFT4Ka0Ek/Wu/qcFCte6MYwvD87F08+OZRAw9GjeGNkW1RVp90MibAdZWBvgBJ
T0W4VyxJs6jSui61MIMRD7yx8iu0cUfp1vTQm7BFqXBt78rR8WtpP8TSNmHtLiTzt87F5KJ5JEY+
m/qxVR+b+WWMn9z07fapW9omiMA7GdPTOXSfoI9otqR9lej6MW39wQnIvLk9/oqi6SqONG47gBDi
HXs9BYCWRHENlx1JjW1HD/lTS8F8ILnoVtYJOM2IbWIKHDRPmIQZKUaSGqV5VJrxIVWG59RgL5TO
u9tzWQROOMI++qxdvC3AjSS6/aRJ1E5TGxNFYt9688Eyfndoh4m811bf5RQFSaqskXhld1DzpKFP
GccUXUbCxGg3l6VXGtaxSpOg0d8YlcRTV7YHsSwdpgDvTGQwBA2bG6dhNErsY5u8jcPsV98blHTW
1un2yq3MA/aWIx2bQFHUTGEeljE7TpUr1nHwdroSGJJZyIYXZkF0jyJoi+Fb9c1C9IXMktTDmgBQ
jCNBDTQRoLMKV2xDvbRRo8g62k3l/3SIrPZhRYF5xE8FYzpPpoj7TLxoaMo+t4+EnZs0Al6DtvGc
u30pEAdoUGHwHqOjXyQP8IoZeaqK2UcVlfReFeTxz7t32YF3AIVSwX0MrM7rsz7pZaqxkTpHU9v1
ycaUASKv7AJiIFh91ePUAGK+pNTV0UgQyjsW6MVBWnGbbe+dAJC+0SsEIwIh2I3rCdi9R3MGBNCj
EW3aMqD53ZfV1fgLRzDCRZUjnHBUtafuV15J7NPyMIMzC8Un/ByDT9YQ1r/0xtbpbC06jkXqU2/+
5LH2kzN8d2TENkt1vRbEf7+4l8zGTQags0fHLN5Wjwrbyuhq12bCwd11gL0aS8RVpjvJENMcRSde
GWjZN9s8x4Ovtark4lhqFEJRkIEnBsAtFpA9HZqntcys49NsBmX0lJjHuxUK4yPjpoOVBbiSwkLl
NdNp23fxCYFBMhwyGSjY2vfDq0KUBXEQHGxBYd0Ri1QZaXxSxjK0OvZIACwp8cslMkSlLYGRE7cg
tDtN6Kcd1Z3nyPR2KQGV6XjPu46FUw23+FqdvCLzlNLT3GO3Qe11J9NWbv2vntuIElwOz5XtQlsN
PS0TBEXc40S2o84Co1ADo//UGU4QGVoQ3//cgzx4I+BQh7+74C7p4rSmg556gFx2d3bn7SR2fHn6
rscX5mN7c96WdYT5zKDL2UT9i3r/fXctQryvp7wwNAIRur1TOr/WH26fC/7/xS3hsNQciMywF/dp
NLM2nh2iHPWZgXIAfmd1cOPDGH3yovhuDxdxogtZQhSEpSRv2ARZbhsiKuyVsmqBFfVFBYuOND4e
j0g7Cs5B5AyOVytWdHS/ZIDnV5O7sRE5szR/raGUcwXeU41N8J04XXRsHyvT287GuL29HSsn5EoA
n+HFCWlQVNE2URsdtYzs4955BGeMVWwafWPr3SEy3N1teSsafCVPOPC2wvLcJphQbqk/E9If0qQ4
THn+67aYtY0xUXOgcWJu4M8JB6VntGzSAtPK8jegb9iS0O3q8OAhwbsGmrwAiM4KM0WtQB2BOeFb
ieb78u60H/YdxUVAXgJZKbwqQbHGVGup7ZbRsRlQKLWj+t1eLRjFQbSJPAZgdxahr9Tsp95uPeto
NJtBC/J8c3v917YZLyUecAbW/SLOOVSoO4hr2zzmcfmJmPmzbvT7mHr3Jv35k+xCjHjAk6YaezwP
gbOzUf9VZU2JXEsEW3U1vBDAsAAyDoRDzzyWgGSkKQlmJwtiCxeVDEBwdb2AGABr5SJBKib7OqBF
ZVWWWehJnH+oxHtp0RjUZdn+9ras6S3Sinh04yWLqgzBuA911zvAuraP2tAFbbUbc+dvNt5DhIsn
Znh52LU9AW5FWgNeCYo1zyDlocAS3U4yI7I6jQshwjRMtcjNcYAQ4DEjNfNWpPfm37heXQgQXpV1
VrokjiGgnwp0U2T+XzgKVwIE701tKzRv8GUCktjGe3G8+98zHH8MuNQ8O42orWBn1SrPzCRyjKNR
zQ9jqmznWvLyXlHZKwnCTuvm0EecQOkYKe9Tu23yw/2qBONqwEoBpk9DGZGgSlVe62qX2sc4Yg8K
yAQqRn192N19JMC2YKKJAnWMwNYRdElvU47pHdnHOnk2X8E1d//wiICC0gGIXMg2CMm3wm4jNuil
fRyzL+6rYrz/xfAoIUQchxcPi/dEUmlVOfbQI4SLje/p9OP28CsG0NFQ2unxciFvUeMZG16Rz7Wi
HO3vtjUEWm4HtTUFlSdLqy+bZlEkpmu4rjkEP+q3hHWqNCefZ6tXjmo6b9VxW5ZPKv2Usn2qkcAx
NioC4m4luT5WVPgDNR1Bag8EIo4gdNYbVaFk9o5j/E5ta2vW9SGP734IomAMvtv/CxGu8thQQb3G
hZTWa7XL7y6NBVYwFg4VkRyTfaG/k6EqyQy03aNDwIXXNy8kUbftULwA0FXyZOZHQbgOUfuAUh6U
2Dho0xaOChkbMqd95B1n9Ms73g/bDqP8wfiSabKC+JWN4eoMZCXNQnZOTJWodto1uFzguA/TvsE7
SmvQxtbq+9vqvbxHgE5scxBQIFyiY00wkgAFTxozmrpTYrd+OIKp+/7xTQ3s2ah8QWWiGLViimXN
1VB0p9L4Weyt+t/7h+fcozDvoOkG6vW1gezBisNY6bYnj312k0Cr/svxBQMc1XNlNC3Gj93AOd9N
/erZIIrh647vx9tJuD9Gb2Yzi7z4PKkPjbVr777CgbmPpcfznxeiimvvFREqmpy0OQ0Hxy62XiMD
XFoqz4d7Di/d1BBVFVP5ij5FCHcX9IQKey/ZqtHdEcPr8QXftlNjOzKtnAKyh7wUflpSiYDlIcPK
A1AB4TpEt3UxPecSLZ7dsqtPlVf/0/VT4A28V8D8fltLl3cIDDo3UMjxIoUiVrUm6CJQyyFvT+34
jZhGMKEGOELBQEFlCafljnxcHbYDdDgPFWD894u3rNc0yWjVHY7zsKeeT2WIiLLxBXORtoOSGh3G
N+INc/z05+2Fkg0vHAhmuSBrHNvupCAHbH0Hi9fd5ghVawDU4XcsygrFMjx7bGsauWp3KkAI1jxo
YKa/ewYwpHh3Q6NwIsRcSVUOZjpPbX7Kiq/dtryblxUeCE4bUrHoYeC0vdf7O9vuZBd1nZ16d9OC
bUFyG6ych6vhhfVPYwXyKwy/ya3v9KHsv929OlfjC9dnXrRGpIwYXwcQzD+1m+xuj7/2/ZYHR8Pm
pFgIPl8vzzRp+jwrJDvlydac9lq0Zbok/riMFqFmTYMW8epavCOFG6H3Cjee1SxDydrJTauga5Kg
y4Bz7DooAir9UdZYu3ImUDeKMmtYKXVZBGsOVd7MbpKd1FH1y+ShGU63F20pwAPYDDLHeKogOSlW
jY5thO5UxUKDK3mLfLO7+5F0PTwXf2GSppRkCPRg+DljO4tNfqV1oGqxJVsvm4VwMnDi2wqBhfJE
/SrbgHzo9iJxzb92/K5nIZyMGXiGeMhg+NycfMv8omyn/itqfe82H4iiIsOOtxK8ceRCrxcLtX+A
sEhzdmqq2nfy1G8kV9HKMvEcH1o4ERFc1hlVOVgGe531Jzsw+7dcv9vT5ww2SIGC2RYvCvHN3Spg
mx8KdTxp6XNVeEESl/fvM39MoGJD5YSIol+MbEYzTa03ndL0Md4n3t1RQf6Y+DO84FAmGYuTeMDw
uv3eFyd7e1uNlgYKfhgANtCjAVI9eMTX+9vUE1Usu1JPAK9XHitVK3yEulxUIXWNFOdT3GskccF5
jBelbcEYLliFzBzvroIa84lqD59z7XB7KuKJ+Bgd7h0IwhG1g3dzPRVbm8Y5q+l8covJfQVwfR1q
St7ubaqCxDknEQ1uC1xOB1NxgbPC8+so2xHWrnedGX0a6RgmXyt3G1PJS3g5n+vhhbsjQeV8ljUY
3phAJdV91U00HO8SWfJHNgth2YiaNFpsQcxgBrXrz55Ew2Tj898vzC0eHLHXphi/9JAGn57aXPKq
EFUYniVKd3H2UIWM7jkx66pFeF0PbBxCjZ40b+OqOORvd+/0pQgxEhIbiUIahDdDTfcbGiQSL2dl
iThrBNptPH4MRScw84yeEqMYwl7du+WzJ0u5ro2POgYkLXihAKo6r7egVxqt6tJkCBHhBFJc5t+/
PKjQ+OjxM3AaNMEF0QGl5BogCQh5U2GKXuDi39vrz92wy8sOW4y0Dh7ruPhNFGAJOtqlQ5taKJ8I
rfpBidAF6kfuA+46opxuC1pZKXQRchw6eLOcr+h6pVAYnONER12Y2n4UbzSJ6yEbnv9+cRaI44JV
rcbwY/6ujN/Ne0ERPtbp4vP5Ubkcf0qHchwxvqp+05owC2+vzopFQnkDYrKIgPPuZcFbVmyrdSdS
9iGAW77Tut05o+IrvbMDB4HE71g51FeihGuvMAoDyYSiD1O604afeb6t+lgiQzYdQW0ra6hsm2E6
WrKJso2Sbz3qK6nkcIv++cee/Fk00XaApSNt0Cjfh6wZ/bRSfKD2+LPVBln6W6MPXSqb1tphgaPH
NwpdDYvOvsmuQdYYN1lYx070XXMZCCGTmpgPSR5NTyyj02OujbkMfmFRS42JcrgMFOX9LyqcsJxK
naH+onaysGmI+QpWczvCbVI6AM4YwevieL/HLul3UW7T5xpLn/il0k2tz1x73ClNDx69KJtLEJm0
xa6xnFhyTyy3GzqL4meHtzyiZYX/fnk4BiNNO4p18eihZdtueLGtbNNUMpae5YZDDqK+aFnhVkR8
vjTd7FqkzbLQ7p4zljyUSr0ZAZ2ZAoehCFH7K1HjVXlosEUrKvKu6FW+nlc7oEOUGWkW0iLxUSv/
6JB3nX1W7G1UP+hjIhH3Uf0oGGO4/SpyAvCs0RoguD1eTos8SwoS0q6mewctt+CU7zT7sS5HYzvp
gLrtXBPYkJT1B+qiqznXtHgHvppvKElVfw35DGYvpVZeSkQ+/Cz3CIpdC/rrtrFasSBXn6lfL4uG
7qqIorMnbKfkU2+WvxTwiuiD83BbzIpJB1UVLj9AfYFmzhXEZFnHvEmHsdXfHG17N60XDpUDWhze
aYwaIE/0z+e0s2zW6E3Y7ZTo5NXh/V+P5DNKstB+scxxJ7pWULOlTZgPgZVvrDG4f3wknuGYwffA
81HQzWIcHJUOpA3N9Ck79MVfLP7l8MItEWWtVRkthp+sk1W8U0loZWVvOWgNT6+g3mPRWDoVqdKl
itqGjbFxs23sSKK9kvHFXBdtlTJNIow/ko0Z+aPELVs5AZef7wgHtezSuhqBiBOabfuQ96B89Lpg
mp3D7T1e2lUNTrfq4PmO0L79kUa8sKsZbaauUq0mLK3DnFr+3ISp1QRe9uO2nI9gmWB40PNhm8BM
sdGIKaaFSyOyaax1ZYivMQK3c41AK20SeFWu7xIl9YIaqFbbHJbrKfHKZmPnbIBtAvTvTzQLNEcn
Yd+MaCp+z1OavYKyYzxVNEn32hC7rzRz2K7NcDGrMSt0nzWGI7sjlxuOC1JH7Ay+LOLv4tWQTaSw
2Jzgisx2ka/K6N+XGw7PDETNyBwgNY+o8rXJizV1KNiQZyFIoTal+9SWb7MsoLLcbS4DFyhKlWD/
RevftrXZJKhkCGunC2pgpkbDCY5hQIiyub3fy9nwEnx0KPBcFDeA17MZzMYjlmdloU6avV6ee11D
S//v20KWO3ItRDBQk910AFG1cVnbLMiNk1lp/m0JsmmINopFSmsySMiHEXB9r54X2FUtsbMyIYLv
ZbdtaZcxfC8g8yf1w1w9qbKOw1URCNwgOfvRdiFYE22KZ1TIYDscZTfPmj8i++/pX28v1up2XAgR
blMWezVKAiBkzN7T5GcTSaJp65NA2wI/gsaixm7OTIuqDOuk6CRowHPrIm0OFZDs+aJJTeMRRwTI
/0+O6PTrFgXH1exlYfc1632TbEq6Z93O3Y1O0L4DHFaXef3LmSH+jzo1eN/4gxqf69MyKoWpxm6Z
h0M/Ppj5pB9ons6bJjIkW7QmCF3rqJ1BCaSxcG/NoiocL23zsK3L4TM6otQnBzwdb7NWyzq8lraG
F6yhEt1Ezf4SGsdwWZ4WtVKGhB168hDXz0P6NtWSONtS5z7K4rjJRNIBBMnXK4d8K/iHC6cM6/RZ
c3dEBruwtmAou/vP+IIBoCC2td0K42f0TfdeaPbJJZKbXjYF4fgbtGfAD4AIVdtPr3azuX0q+Qpc
X7zo50Ngh78wYHHFAkKv6PWksw0Wpqavm99Q+4GrK05+zD9vy1lOg/cNqpxs2zB4/ud6J7o5LRwL
oFthlR3SLWkOdw+PqldghGgoc8eVImxEq9PUbc12Dln/Ozk09/ZbgTWIv4bgo6OLBbok6BEbrIGo
sTeELdhjjPfy7sr2/xUApDUU6cNGLp4aAwBfbSsfw7H9qTs/c8kdsrL62GMsDfr7cbeLwzfTjMoJ
ZUI4O44CsgcjiETA8iCgCYoHJVBSi6yrIWjp6JAYxfmUhRax/LgJXfUYFfeCIGCRTAB/os4STThw
2YX6sRwdrplDUyvswFAM+9dJ8lVLmwR6UsB1IYEBoCmk7K91dO7zBJ2ThR1az636xa3zLfGqraW9
39bVRfEdnwdCbDgNWDL+eBLkRGbUJTR1wiYJtX+Bga+Yu+b3MP0EjtohriSxkZW9hzQO0oaY57Iq
aiwTpJkmSOsToD2HVfkX24LJoLIIpQ7w38UQ8Rx7bqWysgtzzfZfPOpIbtyVCWB85KV5zIWXRV4v
1wDWpiZJui5EV0igb0EpJ1FebhwEG8jLdpHL14ERgv6CawFAaHNSADt0oZ2MqDt/7dLXtnpyz8qX
mszb25u/OpkLWYKOlYWSeH0EWQqcE5oGCr23ih7ahVwlyl/RDYCgnQg/aTLFtKd27kJL/dS3xsEl
g88cDRBQMk61tbkgvQiMMfSY8IZwYd2avEB0pEHu4Z/O3sfO/v6lQuQFhstDFypSmdfDxwgpKnFG
eAzX752t3d4dAkBZ5cX4wlZUWoIK2Cjrw3J+UrIgdyS1yGtqhZczeh4RZFimfuraAHHfQIYwM39V
07c2+Vk3P3L1e8F+W5qMrm0BW8u3Hb1JKAiCQwIcM26hL57q1qCMM96Nfegxzy/NrZod2rcJSLyd
+m7ngZc/lPlj/YPSoJ6CMdpkxRFABwgNod/99r6teMjXnyLoRVV5Xq8rRh9OTu1T5dOgfJ/S75ny
ieScLcfqwjl51dPTbbErVxAOMHB+UIMPt1IEdQadhdEUJIEZ+tp+R70YqrpuC1jbTwC6IgMNpeEl
AdcrzGrVUMyM2yGn29L00HjNwzA3gW4eCi/dVe632/JWJ2Txph6g5vAGvmt5qkvTvNW8Nows67VR
og2rp/NwN3YRVxw8LxDoRNSCW6ZrMSPLSqrXiOwAhkWp94qsNYL/f9G6ogkenhk8TMRRBdfAnIHt
osRRE6rNc5vYm3H63LvPdv3a0W53/4qhjNmzebUDr8++nkpZm1Ef6zpihgk1trNZ6X4yjRQMvY4M
JppvtjArQLpyRAdEceFwCqKsyKrslI19OAJt72tJWLvVkvcqGo2NTmMZocLKGvKyXR2lCKjMgtNw
PTEbZWxOAQjEUKEoOE/BqPDo6odkBtzm3S8mrB3U4aPNDteh4EgnmZOYw8xTWvE277pgcK37r3P3
oyAIkSy8PERAnFaL0iKZnC6MqggX0yZpZG2iXKPEvUE9JPQACg3oXcG/8rI8Y5VSjmEXFztghvpO
xj6pQ3YYJu+VONWLbVDqq7EqUb+V+xATcpEe+kB7FWeWo4kwHnS3D4nDDt8U+16AH5xUPKFQTYCS
KvTSi9kgbWSNOVdsCMlvJdmpMkDmFXuDl7j+0cKJViZVMAS6Gk/gNZqHkEWG7/RfwdsexJMsZray
SPwJhaQKmnR4Q+e1KjesiwajRtYj/aL9mP+5bQCWgyM1BxwD3AJoEl705/C2d7dGMUo4DOQJPt0T
QvySW325StciBK+kr1o3amHvw04dg7lyD67ivICDThLN0rl1v1ZiyMFjB4cez+VFvXtPmTkZeZuG
edRWIE5kA9g0IjNw5v6T41UPpvY1pu2m1eOt29jxM43I9E+cZuUPFxQ1O4/Yo8+A2bRvbDPm+FeD
X1WluelLN955uSkrh13ejgBkxnbylhWEkUX/I9bz0ZzmOA3TrNjHZhO42r6cp4fBZQ82vHaUod/e
65WkNCTCyHPoTp6iEDSpH2juAe04C0muaoGpEb/Sn/1NV3ubTK3HrZPHo68rnrHJXBuloLHxb0NN
BheEDNuxS3uJf7Di9+CDOMqgg4pp4FAIN93cUhSfoGc1zLLzlCMzr24peaqiR3d8STrDzzV12zU/
PFtWUbG8HgDlAFv3AcNrL8ApklkfZ+oQElrA+p5r9g4U485PRrfxSWe8lUa7kaz9ym4jcofYHYgd
V7xNXa/rAiT0WQieUn9qn+aaBIl3GBJrY7L33t2ZygvI9zaG/pgDzb/UvnoecJutDWoV0inQi6+3
P2jl4KNtCfzweB6iFVbMH5ECmD9zNBCQt+/a+BDL3rgrp/5qfOFapAC79VTSk7Cjb6Qt/banPpGC
XMtmIShQjZwIAQIICePU2tb0H03KIiGZhyn4lKyY7NiaWhJObtBUD0zfO7Lq5dVJAHaTe6zwWcQe
ydjAY7NoJhIOPzN352mSV9vqDC6GF+xvC1/ZywHXFuJJO6AEHnibMiywBWEAQI15hQ3KSaBSsGrC
PoyWnce2YpIwnR5Hr/Y7a1cMz/jXMQ9lQTakDJz+zZy/skiGJLpylJFa4G3pMPp4ngpGrbR0ZjVu
TULde7bILp2LwIGnp76idUvirqyK4lcwf80gFC+IMvUBaVKTYqPqTRxteuJH0YFEfj3cnQs3ADL5
RxD3pS+epj1SJqVZQ5Cpvbn1S/tw/9m3cbEjtozYoCOm2tnYDFTv8o+z35PdKFG41WWyDWwH+hbx
fuG/X3x9M3ZovrcaEipGkFt75X9Iu64lx3Fl+UWMoDevNJLaqqUe/8LocSQB0ICe+Pqb7Dl3R4IY
Ymh3T8Seh45lCUABKFRlZT4bb5DELNYkPpf8Gk9X5Gi19+qr5HN2ZvKKmbg8pjF0PKBZfFCDXJ+o
xZH8NXFRzS+1XO9tlCuTIsJql/rBzYI+jthqBD6vqBS8QFDhn8G835Qnc0biKR5SGzUyT/NbsmH9
ZoL6763SwvM2PbUiHQV11XC36F1U4jJ/GPxyrdS3OAq88vAe8nCzONKSUNUdFNVO6TEWgYEE2ugX
+Z1VHq+vyuLCA3OJLBF6MC4q+yBxL4G8QF00gai7nXxyxjtwK163sXQmgxhyVk8AuAumzn0YsVFn
TFZVHKFdp2Wbfg0IvjRTp9+f/36y3kWNjl+hNcVReB8tUC1nyDkmaL+h3pr82PsbXnIt7z3DibQa
EH8yEKLK8zhz3KQ8EpY2vjOYX1nqQqhID9QKDTldubMBxKRGui2q1m+56TcGiRrn1n5ROB/6jCGf
jiMHKSE5G5Qxk7o2QV1Oj6Pa2bhkJZpccAsPEQ0Cmvmlhz6O8ymldOw4t/L8qLPquYrjH9Rr7/Ix
W3nOLHjG3J7o4CE+F3zlzIKeN2gSIA3MpD/erDVcz9rX57+f+EUm6hpNx3V+TPUX6hzXOlzWPi+5
tTECxFUj63f0xGcvstnH67tmaQlOUaXSrx8gpJdMbUOOVodQ44Nifbi1KXt2olML0gAEuhL1hs8W
zCg3o+Hz9QEsVJrOsQpSJsTSe5GhaZscs6LxyZSiQ+Cuzx8V4gVI15fahoFkl7av181engbnVqVz
2RgH0Q4jrPYzZ1pYTTuH+ebt1QfkQtAVCSI7iMJdKBBNdeskbang9B8gFhA/a+mP68O49C4TnWXo
25iVIdDVbpw7r2LWZZdmCsPFn/pa/BKn4b8wYCEJNrPpAkQgrY6IByg6EZ4fleo+9pTQLbrtdQuX
Nz6GAEIVANKQ2gHjx/kQRmfSBXSY2bFrQ2aywCWPVXsvSBZ42e2DmTMu7vwgRwFKLs7mOWDndjUk
x0QrIyN9cIS9MpiF9TizIA3GS8TEWgUWyufaiCpnc32uFj6P1Oqsm2ICmnaRl1QIJ1PVq+mxaO7K
oKI3X8HIDIJjE7068CkUy8+XojBFpqkpq458eGOg+vt+/ddfnlXnn5euCwh/VmlT4fM0C2Jsb2IP
ob2WIbzc2GgBQKANhh575t+b3e3kOEfap4/dpi9fVTMsiyqEvEVokV2r33wpnduRXtvmSKtc6WDH
qV+HCsi6n9cn63Kp8bxCzt5Dig2Ffrnk4dk5A+6FZq/tD9t+QKn0+ucXpgmOimI4NsNMtSE5akec
Qe3R1ASsi/vVVqcNeVHSeous89frhi4XHUkJRHMgPYXHQmn9fD0STt0py7v42CgvRbdJxMZeC0MW
pgoSUohEgEnBeSuPRS8Nb6xQh31Nxqj6Xq41Qq59XroqzMLkpe7h8wr/7H6v2hXsw+X5h5QvUA8o
PM36QTLEvqibQq/1hr1C0cswXtP8i8de7SyMbz88QDmDOG3GIGFvmNI4LKDVncFq89dKyX3LVnzH
ia6v9cJMgdAKLS64MJBltKQN3ptGZnemW7zuQe/tj1DB+m/fl/Z25fWmwqq4eDVFZA67YlhZirXf
L+1poPkHJBTx+/VxR8eNuzI9C1sB5UVcOwZ6wSHeKr3VuMZV3KQleyXuG1dq3yIAj2drohILgzi1
IqcammIs6lyr2Kvi+eUP+/PNS3D2dencoGbjlrldsFcQbogxasybryCwloFJasZE4kkpoyF7PmB9
vYy9QsaVk3BaI4RZXIOT70tLbGhxS5mVslcHcnM9kMRBvpYeWzMhLfMoFCTuUeB71c2Nl4aZu9XW
hOAWTu/TWZLL7qRnY+kACfZKXaf/OUEn/Why6IZYTRVHCLHE7vqqz7Ny/qCdVUHBD4N2Pkh3yGHm
CD4MRaBR6tUaR0hPkzAZt6X1q7GoXxhfanErxy3q8NA4AGgHxhA2y5cG1eOcQGyevdbKW9YM6yQc
l5vk3MD895MooetSZugVh5vVB5vf8WFzfcLWvj/7yMn3LWtMymnEVo/FDoKqq7ijSx87//3SSVsm
hIvOwwQleVgZYe89s1s17LEGOMPnGMEyEJvr0mFbxNZgTIB8H5FWAiKmzG8+zPF9ZK1QiwOeG/Hm
+RQ5aVLmSZ7YR71+rnb2Wlv+5bV69nk51hdVVZsFVaxjWVfPrqn88hxyD8arEL0QW7cn4fUFv9yR
eIOh5o2qNxoEcL6fj4Zx1o1aF09HFqbfq3TTF8HkrdhYcCp0Hs0ge1Qu8NyTLvAc3NVeY/XqkVYv
4xgZa3iRte9LoRqvM0dnCr6fGseqfdGNlRWf5+D8FPHwEJ7ZMdDrhzhttn+6Kcj8JGN2fyzKg6Em
9d2Y1c9gHP6F7sDffKzvO7NN77309calQasAqCoBTIGrgURGWppU65VJpHp3VFvil6Zv1amvOp+S
/ue/sANwEkojsxykPLza6EbFVdHPnaGPu+nDnIeVWfmH61Yudj5GAZZpfQ52weUqv9HisXN4TkoA
OIotiiKpExrVrYcXTMzt9TP50Vwslu5IdGV2qQYS8CNUu0WQdeGUetOKL1z42mwDyUnQ40BvAc3D
575AepdBeMsEEi7e5u3u0/VJWvg6ukkhkzpDLC7JuN0GlGDKlE9H9Jr3m4RH/+nzhvTjlb7vGybw
+cF91LYduTUMRdftya+XsdekiA277vH5VtkkkWXevrz4PIoSICqfGxKkX89YBXCvrU/H/lErd31y
d31yFhz07PNShMh0O+5jB5+HwILrPpnkKbuVAgzQUTztwUoE/BQaNWQhDVvJ0EBZcvWYNbGf30/e
Gjx0YQwwAOQGdjM2goyca8tRr4YpVdFTGvuJYvhjzoN+WMtVLLgpVDhxWQDQZM6MreebwPKQQMB+
Vo+5HVZj6K6h0peGcfr92f7JgTv2qlelI77fqPs8eynKjchWIsN38pazQx1rgQrXvA5Izl8054Ch
3EUTsSGONOnEnaJW1UZvdBbGTZ+kOGubQ9q4W9PtvuBuGX5yXRAEE4PKqU+prh0zJSsC06SaGYG8
NEVXv0t9zaXetiapEwCFVTynTZr9xKvVG31qqoOy0UEVGnbOYN+7wuk3faoXW+T2oOYxlewbXr/2
U2wDIwhopWifndFrfE1xkoC6g3Wkht6097lVhZ7Dw9aYuBXY6uDmoVEUBoTilXxDpkQ54K1sbDqm
pVtovLOwUoc09Q0U1zeQdk6+62M6HOLR+qY0/ehbgPL4RO07EVWNA9SjngSqNrKd8GpBfEMn2iMa
vRS/rUVbBbViOp+pWxfbNiX1rqakDeqUNYeqnMTPxDT6hzJFXzbNRRe4mZYGrtKomxoUpgFQXfw1
d0kS1KxsfDfX+g30Bxq/Bdb9hzo4YEQpbfM4GpUYfLArxcE0lfYeWiHaD+q6IwkqNvEDzn4VGpc2
CMTANtN4HwYykg13ku+tGbtriMdLZ0TPDTKLcwYCKCBPuoYnc9I7vYUmV5ekQa5kjV9Yij9oydut
5w+KXcgo2zM5FhKZktOj8ZLYCc+0g+PuEj2shO99+G8W5pGebCtowpoaXFI7tA56UItdE6N+sDKK
y6PhfBRzvHliA0JvosgFbFDTd6YwX2ssWFoNsLPM9zw2LUKj8+8nEw4GKMJqB2G+QYvBA/q+Xzka
Lk0gyoMJpGFxwuH1eG6iFsxsqz4zj4YJrhXoaGZRbP+4vhSX03RuQ1psgJt5XQOXcNSy0HtO+c1X
JT4/ZxWR1QIdsdzV6hqVUZajYxztUblvghJQuX/x+wHjmRkFoO0n32SKWdZFm2CvJogUXf3YkZUR
zH5yfjxjBCcGJD/q0WqTaKNlHoX1CyxZfk0Sn1N0XKzl/hYNIVmNhlnkBy5AQb0JZDGLuXmk7usw
bo344zR9cfU1LbAlp4JiNVAI8715UQu2e6YPAxIe6BFr/LS+J8Askvrj9VW5eDvOtEWzfg/a0RBn
ywAnTqFCU9ejcRSjEQon98vxmZt3WveR0F/XTS05MFBowCcCEni5D5tSHVq1G7SjwT+Myku/vf75
9+qZvP5QnUIoj4IOjl7pFc/0MdO0uNeOHRt9b/pN+bBF0TBI6b3n/tSbe8IfBzUJlMaJquphbD+i
WcDndh2J4qgVz0P7XPAfhoCA90qUu7SSf38Z9BDOjwfRdK6ReBh5Rl648CeAyPqVt9LS5M4thWiT
RHwFZrVzE8weSU6GWkdf8k6dHsTL9cl9f9TLk4v4EBvMxpV2yUmvdqqOGAY+b6iBU7p+obNgBA0g
2THWBPrEQq48OS5YE5OwHzascjda9isGVUhSfiuLnV7vlLX4+3LQ6EAFAh+cv3hbXfRhOLZw7Qav
74NK6sBHiLHycrvc6Offl47cSusz0hB8f+K/B8OJTL2NJnbntv2KobWByKvHY8OsBhgyEIuAh5xm
wr++gItDwTwB0QSijwvqqnRmgkjQsXYwzfIFxGSvbVXdDbz9Vo9rDBlLpuaGL5yOIOe6ILLt8NqO
s660QTU1PNttsm1qVOwb3Lu6nny8PqzLnaXPlNv/2JLyRGVMLYcw2ErbLwZ2M5SCq7WkytLiIEUP
5Be0lmbW0/OtRb1hMOMstg7cgXxo2/prQoNLg0AXCWAT2EAotUrRQ5ES6Izgvjmk5uirOOWreIiw
ea5P1eIwAJ6bNbXwipERTIoyToIiQjp4oK1WfQXiQdcNLA5jvkageAWtFzkNaROzia1WYBgdgwaH
GlLSfOiUcWWvXOL6oeCEhOc/dqRXt6P3LhBuqnXI3DjIZ0RurkUGf+3QA8iivu+CSS39Jv9iuJ+u
j3BhCucOUrgbkkVomJEWytNIisYNWz3wBE9l39M217+/MINn35/tn0TCadKONh/xfaULDC80aZB9
vm5hYW+eWZh/wYkFJ6NelrSwMNQbzf2aARf4g6xhwpemyQDDKm4LqAbjaXJupI/Bcux2g3pwnD1L
92t9XUuzZKBBHBV2dJciWj3/vJLYPO2MXj14BnTJ+ojErk/WCpjzR87vOzzhToxIT7h4qJRWjTGG
TBS+En9nUxk49ovGNyTbNXxlWVaGJG+dunZ6TS1HLEvG905hv7kDv3frNLq++nOccWVQMo3yVINl
apgwKNE/GPE2a45q9qR7Kbh51vI9i6YAB0OLJGBI4Bw/XyShK1pitFQ92PT3lH8Weh4OY7/NkmNR
sZXX15JTIwx/xwSjw1A+2dDl0oB5sFAP6BYOC/UtnsMS3Dja2/XpW7bz91kvOZ6Tg79GtVv1wJKt
5mRBSaLUfDXIz+tmLp3hnetxbrGHB15c1WjmSbhKYwEcdZQNd4nh83ylBWDRBMqciAdAn+TKiJvU
KlJT40IAiLhF8qanu6xbuQ0uJwsFTXTLzfJfqEjID4sEPAWVQS0BLKUdaPWGKs+WfijGW7Ui5wTp
qZ35d5ycaDUOG0GpLY4aWOh+imZlGJdn2awUaIDfEpSTwFRLfpyVBFymSg2iDh4IFqJ56vpir31f
P//5fHRbJC4b50jzyLLAhcfMtftyYSUQtAOtMpMtz4xi5ybGNtVTapP4OGoieWtoHB9y13lj4AT4
nPcQHqZGqYOLBORvft4pYjN3HPse0R/itLjrdTXoufKrtiBaO7kfbh0+cj8grZwnF2kHuf6SJ0Pp
9WmhHSrW+/3ORWbvvxmQznG9UKmVt412GKzP3aZtVjhqLvtCZ7z53wG8//3E/Uxm11zvOBJkTfHA
UT9uO2wowxm+OLzf2S667ESxjcf2c945IVGgw2s6kQqWh8qmETXRK0ELiCWQMUyhadw2WchotdK9
eulk+JF4Hc7sBZhjuf4Mtv6stipPO/Rp5CYhyGv/xST//b58fSUQCJ1iamuHTNuS7I6vXSaLvx8Y
GXDuIvV+ITiLqgRL+ljH77c/uu2Hj9d//eX+wOy42CH4B0euvD9s4bGpLhJ9jifuxOgFk73thjQa
hj68bmkpqECT5jt9CrpS5Uyk3jWWkTQqLqqJ3DleHmmFdTeZbjBoSudPI1oM3TVG+sXRndiUDjAr
d5tsorCJApmveHeieNAN7jv1r+tju7xSMIsndqSDjMR2PjEu1MNUfEKXt2V9S5J/8Yg9syHF373W
tHA02EAy4qkbpqdOQ1GsQs0lXsNPXza2zBv7ZDyzT55s7Jx2Tjz1k3pQxyycxQvpo8OjzIbswVRF
AhotqCaERf2lHD9VKkLC1+vzubRuEMxE6IRXOZJZUrDRqoUwQJuB+bRwKu9B9Q+B335N9WnJI6E3
gzgNRXz8n2TFLBsLVSmMckifKNnX7ZPSf2jSD2BsiNRmJcq95LPGnJ5akw5jwo14HAdYQ1/UvQX9
iwwMEKPJA4RvkaZWd9zqd2VWhW5dB6orvo0jC1ue7FRDC7tcfE1qN2g5XzkeL/syzn+XfIhPVdKm
xrzWDi19z/tlxHfUQdKn81W2S6nnqxqJ4rVOxsUV/jv3coicunqWxRw7UzensErNT/aghFXWRAlZ
065cMyVtzhaAWJtRbJx22hTDSzWEJd8Za81gi5fhyfrKrIJDMQkOESD1EEO0j2jjJraZX+Xlo1bH
/pSgZy8BfW02Ha2CbVpWvDSjfT9x9IgT1CET1AbRCkFSGhoJ8wkZ64Dnye76vlpKH0ASHXEv2LjR
VixTLA5Z5TXEm12e3Zcl5BGVjWbedfXjVKOPNI8fU46iXcH9ESXQ67aX7rFT0/Oj6eRMcWmX2XB/
9VA3Eb0nSnT984ubGexB70laoGako95GvVbBSwhHFvvt4X2S552fEVT022/G+Jama9iQBXuzWhVI
UFDmBDZh9rqT4VDae43iEbyR44iWG/V3NW4nY2NpH5I1kOF8MkgvV7wjZxI1A0xPIBQ6N5Uyqnp2
mmPm7Ol37QqfgLWhcLOjG6ugeO1R0M7IZlSmzfUpXbjVYBfDwwmBsp4sc4kOmrSO81Q99MnWJqGV
Bsaa+PmCU5yZkPYm8mi91ZkYmjIUgcY/A1l3u9udWZCuzUzta4fmWCcHvBvgTQDzSP8fTUi3JSuU
YdAnmIjpa9PcZzejZCGfOcsOwauxgRwZJ6QnScJywpBOIHrYiwiYmPD2lQbVEgCgc/vlRXmy7a20
o54hDgU3v9GBhUAH/ipWEXpLDuVq6F5G0hrqOnIKkdQpaXPqiIPi3Xv2liuZL9D0d30sC8c9aJb+
GpFWQylwCqNGJg6uU/lKCbUPCGRrjzRbOXDWBjP//eQAYMVQEI+aGIwZpU3g5ehhXDGxkEeaFVZQ
AgVCei6DnpsYkY8vW9MTh0S7m8Z7hFz9p8G6OR0COlnANZG2nuv3F+mQurVTp1fFYdK2db0FUgXQ
nutLshRPgq8WzMcOoIygaZTmiqhGg+tomg5E13exmvgZ7fYd0Do9caK+BN5c07d50/1ujebBIWbQ
13nQGmtLtnDa4GegbI2UHOhhZaSC6vWKa3JjOtgBYTQAgVVwfaALvndmQPK9VDN7QI6d6WACg8yi
yvzeMNXP61uJ0eDewA6itQQNm6jES9MZN0nVozADMmyQovkeXTkNlqIE0OfizWmCvXxuaT33O9QV
W9BmKRNCmR5clGTHjTwonQdqKBu0uvqT9mzHzK+tF9X5cfsMoscVIAnU43GvSi7fxTpF0kI1Do29
ad0fTpUiAbgxViq6CxsLRRSUm6AugAqazKPRA7koONWMA2GPeVuH9ZSBUuF3UXoBimj/YkQzERDI
0mxkeaS4XwcxqTF1hnlwh72I3+xuzzSgw8gaYmLJ94DyBAwEIIOFPEGtmyljI+yQJjKt+6b0jc5H
M8eKjy9tohM7Mii2mXTm9GigOgzus5Nxv7uZZRzefWpAiuRQewBcxoABld6jw5atQfgvKXVmA6Dp
mlHDJqAlUiSaDSkoqkrVPJQ6U7eN1dV+pXWZjwJo/mgkyBPFouFbbpdvejNoPp6OVdCgtOx7ab+W
Kp73qhTcYRtr2Maz1BlKoOd7Lbdio0yVwTqU7SMHm37xqLUrT7xlE7hz5xouWrulU6lr2wRF6Mo6
2E31xszk0fVKMIZa0XVHX3QMYGn/34x0Kg00SUWrwkxmgoDSHcLxX+QzMVd/Lcxb4OTKzTO3zWy7
tA4MMsTRqL9eH8BCSA8SsZntCHXOy8dRpok0KyrNPNhtaMUPZoYgZUPoA6QeV9EVi2tyYkvywakZ
cVXgkjoUne4zPXAr4FzXUkaLK3JiRPKtrqsn0rwbaYNf6u3obGwjdHpY4GtCcCoHDjZBrbPPUhw4
WGujVB51Z7q7viKLZ9qJCWkAzqCrhcIz7NS0dB/QW9sEtgJu2AZiZ35lFuPmdnsOkBs2IM64/VTp
9gF8p7E7tYC91gyhD+cbZhdAiTBsbsf+Y8I0SMTNdVwwyUuHnDNVo+JVlXlQ+K4iu931cSwtPK42
3AR4+4CyV9qK1LBZnmsJjlDmK2/5GhnRkvOefl7ah0XZ2VM2L0tvRhaFFPija66gxhbevAgW/45A
2h9ukscQa8MIkmILvHxZoEKwK5QIjdmlP65p6a0NSPIzEO3nCUSGAEGqXGTAnwdNA85re31R5o/I
Jz0EIQwH7E3vMnrnpxeIdcy2MIh5yOhrr0C9FK3BifVdNz5V7gvFMXDd3NLeQfEOAEq84GfW/XNz
6PevPdAQmQAi6IDgf7J7JcwGAh3E6Lqh+UOX4/prSJq8GITLjOswNKEX774h475LwbVEU/YpRzYj
dLmxFuss+jcoAMC9p83/k/Zp6TVDRUdqHsbxxU2jrFuJ2Za/b+KNiuQHmryk3VnScVa/EubBSrcV
871hZcqW/A1kXjgB9NnH5f0J3AB3WVXpB2PYdMUGJQnKVp51S8t/akLaoywdBoYWIP2QglddhKN+
X6boi1hxsqWJAuODBk4D6P2iyHbuZJ1IQPgKguADbXntZ5ohAq/laxixJQ+bqafAG4O4De+3cytq
VhnG2GTgiNOMKBP2nce80JgUvBHTemM4Nytu4zZDwmvWBANpxoV80xAnil1qKIpBVDL93K+9rxaX
xrCBEULbAlAI0s7U69oTk0ah5Dgl8ScnH42oLus8863JVALPGqyV60A6edBBCswx2m8R1eCqAQT9
fP5y0y0NKM55eys1/U44vta9eGJXsGeN2AhqV+IouaTwxx7CKOAGkKIAYPbc3gBYB+f14O7tWAdy
wATIBoAPyKpZYPisaa35LmuaB/Q+NFtN5+5drtL6w02n0sVvkP0/sxs36zt3bwGwqhOBd6TpBegg
AixePzCLh9ftSVv6f/YAlQA/Hvrt5NxWD+EOiI0yd2/yJioI97M4DutkLZ25PLfoC8aSzj4qJ2Vb
pAX0PoadMSmewZ8Kfb+6fGg94D97I33pSucNrQzf2tgKzCZfmVRpu/8Z5Ilx/Xxh1RYl5NLL3L0h
3CdSkzuP5Cu5Dfl19m4DrBnwGlS8L5NelJtKQWvH3lvqi1eUoYjvh/Ggiz0thT/kkd4NUax7gWYn
21Zbox6R9uYf6zZeADNWGBRM0snvuehc4iOs5z1OFpH/drx6I6w4zBlfSUIsLiUeov/YkmaT2uDx
LXvP3td4bvpIAW7bxPygF+JD2wLClYzlXVV1G2dUtwKJsduO7j8jhXAnMgbzWGU+mjSN41Ynir1P
x4fmo7H26FxyFRw6/3xeGpwaM7TDpfg8WF39jYV/3brfcHPieMETBMsExqFzV+T4+hCPg7Mvq59F
OwRjvrOUX9dtXI5hvp0BcAGiF73YcqKgnqx2cpze3lOfWHfQ1rj++UtfO/+8FDjZk14m1MPnjVT5
Wujtc8LLR0VvHrhdrTykFkcyCwIAZo1OUZk6iRhChxTEZO+F10IKOfXpz+tjka5oeBPGAsYbpDEc
G0UK6U5TwBRtFWaH5kMwrqN2yFG/rgy/rx4Md+2oXRzMiS1p3ngpMtIDyLvXi2RT5k1orXGIXl6Y
56ORnCtt6nZMbYyGoK3VCQuITzTeUwfSQrv75a7pqS6NBwTPSMLjhp6pV85dWTCnTZ2R2PsevaM8
9rZi+HB9df40e58E6e/rA3IubBk8B4CpkEKoRJncsTWn5AXwZO5A/NwodrledWGL27oJRquzALZ0
RZTrQ/1hcPo0JCNP7qrGGP0efHcvo8KtO5Wz/KUoQHyRuNT8TDIyvpZFO21xgg2fOxc8HAVESHY9
eg53lWFDKEB4ccDVBhLoGU0rP0YdIqKqxiPqtNNrUzRYwzg1ARNL40fe8n4Lypt+x9BjE7o29K+M
JnWjonHIxujp4AuVpveUUQD5nbFDJdnpv6I38LcD6w+NxtSX1q7pJtepF2nM+yq42m5rRnqoewBc
pnSm2IAr23zoIDPa+zHvDb/ty2nPRjvZW3lDAwFiooBDzXpjpeT7CI5y3ylTLUgqowtNHivP3lQM
j4CT06hGQ8yDVlHIHAygohPZUIY2KguAxpposGJqGZRjF/t6lqaRFxNjMzl6dYy7FLFlT51PMWLN
TYzC2M7sLWVbNgl7qDhBiUKM+h13zC+VNaYBmnhNfypFcnDUuA+URG8DrcmY79Za/qBw9XsyaGlY
NMorkpTil7dWhVza4TPqHMUTdHri2D33UqdF+6WJNt6XuLcg2kAfLNvwqW5+dKdmW2j9bUnLd4e1
TbQ3AXsKage59tU6jWYNmpW8OGm6yZVig6rHA3PGf3GNvBfXbEgOoXdD2ntJC1JlVdjJiwlaF6QZ
0kcs/n7o7M31Hbi0x6EqDbLFdz0geY/3ULI3nDKO96Vb/jDRce63WrwSOi3ZQDoOVoDuwF6XVqhu
9VxFUU3Z65Pi63h01+y2d/GfUwSlaET1sHPRlUlikjSThVMEghJjjMT4WhvN0pUIQrmZlRINd8ha
nDsZeBZjcAA3yQuJW79UhQ965aByQAxrba8viFzk+jMWkAkizYR6MJ5h56a8Mh6n0WiTF3Ts7zwy
bnH+PFTIw6KM4ytEDZt8AOLCfKNt/hQzdSXBdfleALX6iXkpPuqSrsvGbMSBPLlfhaV/stJ2O/Rr
WaCFIFN/13b8n1O8//0kZ651uYk4plP2vV3ZfgJuPVA80V3Seh913h3s2gm7ZrqzRxxvirXiL0vL
iVzXHA+gjn3xcKdEuFbmVPF+dNiGsLeqpRGb3ohY8fxFO0h2IXMLtZOL3qSsHY1OzUW85wWIvpuP
oB/yO+doFl+uO83iDnPAy2rMpHVI3pz7TDWxqrEBIt/HLDLoE10Tv174Pq7uuWMEBOkzieP597Ej
MjRYe/G+y4/oMs2P13/+ks/j+8BUAuSB1lC5upopwnOLOFP2OMx1eERvBIViJPcCEOCnzqB9qDa5
60PhstkBfaCFxTC6O9TT1xCmiwMFVwDesZjLCyrPQaAtuNApvLIJnSdrrU3uHRIlhTsAuaHKjwwb
kjhyxqg068EYDSPeT21aRXpmi6C0PGTCCnB0EKaxL9NQFKFecHeLnjfwdPQx2VaZauGOjdOfLYKM
zUiTKnAaDhoNrWNbsGx8devEDakWIzKgdPLzUoE0WdX9zjzrIeutXx3tzCfR6F3YkwzNedY03H5h
YWTWnGOYJbhk+VyTa0VGVDfeKyCyjjMjSphzUItyd91VFhcIxzDuLFBsQF/n3BMRperCaeEphhv7
JSMBXzEg4yXn83fGIf6/BRlkMCQVG5iSKvs4HsKCAnJo6oiVDOclF1bgtsVD1yh+rRchFdrWdLqX
3nIfpsHbJXZxZ1tdMBPZuuPwhLJQRPNsp+Vr/IsLhzR4LRAWzDoFLv59PguaxTlJNBduWj3Zboic
oM+nlUBnIa6a6TlUD/QZeC7LbG+stoapUjVlP3XHWP1YMBbqKveFB6GXaeUAWHjXoGXIAHUZkql4
2UrXq03NwSoylrxkFVaV/1BcO0zptsu2k6IHdnt3uxPBnosdjpQfcBbn00e6gjfgSVX24/RMgCL5
ef3ziy6Ex/mMqsDTFtiH8+8jwVc2vT4o+2G0tAclttUgtYwmIBW4h4hAI0/eevpBlDV5jB233ZrC
YWHSxl/wik1C0RlxlKNz+hVolvjHyBwtqHKz9wdHaZGU750Hs+bJSnZ0yac00MYhDpyhXXIczRFb
6gPDpLTux8RGu4wOJE28BodduBHBs/6PFZkd1poUSqvMUvaqBscKyLdueCBkJYO1aATMWSDinpPL
8vq2rsXtsShwSDSWF+KJmYdtBj1XqCxokcvrNSjN0lbBwxyHOnI+MyLufL0FRNTwCiqVvWITv0JK
d/B+M/rccojyqitbZdkWMpDGLEeKF8i5LcNIc68pMTZlfqh1ia/lXVgKG3cBGJX7tRLH0s4Ecucf
c/PfT8I0Bn3QymIYmiAQLde23tT6jvep1Q9Zrft1EVzfOovmACUFYH1GJckFLmPQPNJU81OhAOMH
TlDIo/hb0wJj4hq2dGEicdI7yA/h2TCn685HZnV9WnMNsVmXDmDByL71sbEdlCyqmwzFNbFynC5c
XKfmZMevhywvU3fEzS98cIJ1N6q7zdfW2fclH2ROkzuTje+LEnGSn6+VNmWykT8GwG/u6YD9ouIl
x4DtDJYsOgygMX/qTpiUvthaPYKTCMd0Sv1swNU32JGae6864d/UvPctjSHYcD6Nw/DIqwoYy2xl
ry94DAaO5gGcsyjsOPO8nzioPY26mpWIqES86aHox/i9AjAUTdPdmOQAyKzV5Bf95sSgNA/aRHpq
uGq8d5X+yaLefVFg3B4iq2kKhaKt7Ij3kFAKGUG0iUQ4+vYh5iS/noE0iQsqBsx7b6EhtOieDFFA
2fSbzV5Ln4NybgDbUb+rhLmlOtY9qdY0ZBbnGCxBUEADFdVFEnVS2hQMtvMzJot9U3nuRlB/bux2
73mfWbFyD8377mK8s1oQXsDg55RD5LoCQJbObzMAXkKTWZGrPSbjz9LM/BjnQO4Gsb3yTHsXZbiw
ObfiQvgJwFK58qn1rjp1ZR3vU/tYjtSvbC3MwPkhTKDs2oMzfnGnrQIaMfy3Ud95fg99w2rKgkYr
A6VoAponfpnijSeeqKOGHlQ1a818hqjmthx3LTqncmEEzdxLHO+UQQ+I+eDwh0ydcFekvtKCsT73
1XjrWs8EWZJkeM6yNyveWRTKoG+K93my7sT/kXZeS3IjyZp+IphBi1ukKMEiq1BFfQNjs0lorfH0
5wPn7HRmJDax2Ws27JuygWdEeHi4+P336iEch/11i/unm0xcO+qFyaXewgYI+tyEA8FGH/nPwfi9
6Q/Z9Ex7rmuFs6vMP80pdzvlXjX7F8n4kAPTKJKQDMR0UCFDLAfZNeUYMi/7/vqv+sPufPGr+EnU
8OE/IPA8v9a+nk6mkinOsxm8H9V2P3ZfHDz+RKH9iLnV0yyB9j2W87ui/K6pvElT5+rVN0med4YB
O3/8V9BUOz0qd/Po9a2915lG10zHqf3tx09Ooe/9aiun8adeffmj8WHRWkhlRbe89Suri2ODAcr8
mjwuYSKg4hD8zod5ryqP0vA511sCvi9t+b7IrEOiHXoybmp4p8nHTI9JX2pwpHw3zJw5g+8UKb1L
6w+z9bHs73r9uSm8xvk86Pfz+L1v0wcz/zurRlK79n0ZbrjIK+VOlVif+vyC2aVPXXgebXvO27Dx
derUDJEMP0jNY5a8m2rPQOXj8nNb/dKjBwodN4/4XF4aHZMO/oz2EgtKkfOzb+ppqPsA6Jbpv3Tl
+9K7rlsrji5kXLjmtN+TmhEVXm+SPuzKyniGROq9M8KuaZLhmm/kQPjPKrRlAUsq76KpxGpIs5VV
bTxDQrdv/adWqTZC7hWXgoX8I0F4+kYIT/um6YxnIMOBwfAq7cv1nVoTAP0y3T1IAaMhmgbdzMex
NYxnerlc12rSf7EAm64XDoKY4CI9puWwSDRwMD1ncIfeZz//xa8/+bqwPXXdOFrX8vWy+pirH+xm
qya/8iySEybhtnRtoLTC9jjdpPVBXpnPZa+/18fuOR7tT/FYfoxVfz9Zwf1oNFus9WvKS+oDyBEj
q2C+0M7vBsjTQeljlLePGx7Fhuk/Rc8c+pzhJxuncyGKi79MDuPF5+Wn3nEuKjZJgkRVl3qy9ljn
4PSOc7cBBtsSoZ6LUBlD2PeMQfDCfOofOpU+vprRCM+Fam/BCi7cNlZD+nLJL0BQRE34XNQcFHkc
hIiSh2BfDe2dHMeW65hFSM+D9ncHnvO6+l0EoYtASFCY2EKPHDNvzgUqQ2VovlMmXhJ9Cc1HJfxR
c4GirXzV2roAb0JEzZNzOeKNCQZq1nVO4oHaqI9tmB1Lu3lnl8NPwrZ7o7V+X1/W2pFpUKaTNSf5
dIGhqmZtCHzHTLxmMmFdC5OPTaA/l+oW0HZVDnPGiM3oDqC/8Hz7UjUj2p7nxKNTxK0bHM6fVbth
3y4uMEekncgQ1C8OQInHvpx4RIh/63rwZdbMR5AP1Nbbn2pQfACyZmzcqnWZOsPs0AnoVUQ9pO4x
FaOe8I7S2xO+mUMJB/R3CiF6/w7i+A1x69v4X3EiC4iUTj0dFloC7x8cI8SGcl8x1/BfKAW8XDjs
2CaObFHSkyAM1HCQdGmdeqma7PLR8ozJ8eZhK+25dqWA1NB3yHOkXdzhwZ58RYvLkvHiMHXrwWx8
iavwru8+Rj4m97qirwqzmAcLfJR2AhGZMBl5kJIeKLyprveFTmmqiB6cIXMnaQu3viZq6cQCZ8Fk
Y6o459uX6qUWdVlTel2DNRo+TwVUefNPQoXrS1rTvaVbe2GBU0BeC8eUGUWXaJpUeFUaKEcpWXhX
Z4O5rMrfphq/4bU+ya1+47BzuhUWB3IpTIFapqVIMIShFDeyFSO1VZ8U6cnZSABcOCnC55fNPdG9
Mom6PKqC0qvcId5vjmpfu0Cnv17YMzMuGkkt+PX296IibuvHnblRct1awXJsJyuIjTrtzGUFc3SQ
ms2mwq3PCxZniPU6q+kjgKDlXvpAQ+t1pVr+72dBD/tPhxhodKYILExA579eBt3Rg1UuvVaa74rs
cRyOZfY1Ll7z8d5Q76ppS+DKbeHBIzqhXwHv3VnWe7JdHcTIeRfXuZfLFWDdNpCerKSmib5QpX0w
0Yt+fYGr8pamPB4jQAyi5zDWc+FX3Yg85xi/Uf78lW+1KvyJOYRN5B3CNzEBGFw2fhqTEpkSnFte
ZtJR70KRL+0G7tQOkBL94i91KB3iYthJqfOpzaRDbUTPaTJBfQAIaKheVIOqYRkpsYuZ7j4W8zy+
6+wwCaBhCMo3jlCB4thOtQfkMEK7pFmp7DP5qdSMaF9Wpnwo86h2meQdPPi5Prhm00XvgjD2d2M9
JC9NZQZuG2i+9dD5ffwlr0OOudiZgb5PSZia83zISZ30Lr2eKfF34NyHsjw/EclJD0Du/D3nEz/D
GJArR23QSFyD2nCpQ/ixq1bZ98HulGe5Ur7bhf+tjKSpYahAC/gwSuTDIFlqAOii6aFDs/Tc1WL7
t6L1/mdNklXXGQNTORDxfzTLJnlNSz32ZCV00n1sRuSN5rB+iBVtckMlUB5p8vR/OImq9m4XMAdU
SiJ1l+q58Zil1jISVKldhXEPH7Jx0vZDkQwf6iyz2Jeh3tCtlbsJLpGay5LDpNomXn2rH1ONwIoH
s3v6lTXKRtZ5RXfpJAVIROEejg6RXNJobcZFGHrmBXrhRvN3JXkfDY89G3j9jqxYSTKUXH6q5ngA
YigUD3NX+22Ue+kEzXfyVNY28I0N1MbKZvH4E4rwRhJtaYK7Fioa3J9lnXlZ+OC/WdNWFvDSkNHf
DVB+obwjHBVe4WIy5kappNSzgk9D4ruQ7x+u79LaAuBmoRWafMBlYoO+OjmSwjz3ompndJ/NrTLq
xvfF0nWZRVPm93xfdw7Ogdzj/9fPNwSXPHAS35AnPm+9A/XdbvU/Lw+FYAOh/6ENjYE6ZH7Eh6SZ
0qAOkzL1ZrPbNWX3oGnP+OaYugd5k7B4batOhQkXzx5SI0ucIoVd4p2NOVHfru/V2sVbgGjkB+D+
Iclx/kjpSTaaNlACrw0ORdK4XVy4mbIvjtfFrNw7OMJpocH5liFJEY6kD1uNsk/GlZiDvabkz3pt
3Puj+v3fiAGcQ+cZ7ELi0eAgVpKhR5kXap1HkcEdBvW+NLaIfVZciYU1gggdJbjEVgb03WTLYDZv
kgZXdbqDOcQHXXkfzs9mDGFKP7j+Vj/aiiIsR4SPT74WxjXBO4r1HJ1TitoLX6Qsp+GpuP3SL8PR
F74USKAY5HGuCZkV17ZVFJWnlSTqXGOrXrJybQyNtP3CxMSlEVl4osLRkqRVS89Q99nr6/i5Hvdb
E45XtNkAWkbXGW1E4PaENVR6p6Rx6pcerIxvfXlg/BVYVMl25xuJl5ZgAUmQPqLV/FcMhaxc0auY
6VfemJW7jn/edU1eO+6FAXnp12d6nViqnxqOKGcygTeF6W7aj9PWVq0KYNgf08HwiEnUnR+3LGHh
wUXXHoWgap/y7/YF8J4TKGK+eNeFG58qhWMNWc0GWep914ZHTXm4LmHtsE8lCM9sa1VKbQc94QiE
b4Gl7nGaDlL/F/Mlrgta2yr62R2HaJ4sjwilDqN5qieYBr3gRxXeO1vsPqufx2+nFgMkA7fk/CQs
qQ/kyTQrryk+T9VOtbZafbYECEcdD0nZhRoC9OxOke/82ya8L1eBeit5Ilp8mNAiJiD0rsp0s5JK
r4nq31qDV6/mt7s8eP6MD1nKINgPQZno9Z2BKQ2lp3WgmUG6bZzwiiqdfV9QpUaRu7BN+f4QNg+J
NHwieXM0/eie9N7GS7hyGGeiBO+NPlySQyGiptqVmTr26bqurjy0Z59fxJ8EnUU3q0UtcSksRqbY
rk9Zaqv5enUF9G/LMJWQ4RfPW4rqLGwDp/B0s6DMDqRHcqYb54AsSkXOE/wpw35s4g7hucusTipM
v+BE9OowN833RtePXZsd/HKLz3x1PQviH82ijChmm5TRCkHz2qUXJ0/zfZdshDarJ3LyeeH2mXLF
TFXT5PNN8mDJh0Y5DHWyYQu31iBsl2Jm/UgSvPTy7Ginx+H+ulZtfF6co000MFRpbJWeme9gOZW2
gBtr949ciUb7m0XmQszLqn5bJmGBSlV5H30YG/WXFPnRS5sE8oOuDfPG47psueDB43/I4MUWppoL
i1U0Uz9qRJqweObK+7m1wp2a9I6bTZ21U3is9n4S2d9TLVK3cGrCTlKBozV+iUBhC7TBxi3acnI/
h1kqFF1rAFXqT1b5wdiCPwna9r/fxyKToFngRov8k+/XTLLM20ymQ1vJ9lX44oe/lh716+ogHNd/
hFBZAflGwH4xOqm2OlXKB5MG/NJw6f7Za7581BNgjBt3Z00Qzi7hFlcTH0JYTdObzmRHEAl0PQCt
xEg+qYPauKrC1A4tUdrd9XUJLuqfdZ2KEw6HCrIZZ90izvgW2p/S7Oinx7z/pDlfrwtaOyXy6LjD
zDiCYEh4zxT4pBLNkeAk775aw3d/PtbRxqu8vnX/iBCetEplGMDcI8KqHyLnUM4PevOgRHfXF7LY
lZOb9L879o8U4TVT8saOs4IdY1TXPB6Dd3QoDtYd8CvtN/37/0IYSk3jIETreBznul2WktpqEuwD
WdVOD7KZGm+x3FhwTWXKgzE60O5W1WDuociMZYApo7XxA1b3lGwmpgqg6QUEqbLtxA/tTPWUoHtf
1clfY+ODu4cA0u39LWVc1ZETYcuPObnJQUVxaZJS1TPqQ/13Ht8XW8mw5fZcHB4RBiQy8IkylPZc
Qmakc+EsNB298RpFH8xi41FaX8E/3xdWkBKAF5kcqx6AQbdR/67z++lfzBilp/IfGYJOZFM8N06P
jMafR9pw5y9ovupGRf/luvJtLUZ4xnsazmLF5D4Bdr6D8RN8Yb+PpA0N2zoS4R2vwhFcho4U7HtE
Odm693P73xhVCvEwW/EfGguEY+8nreyZtIhi7YP3kryr34/dxjpWd+tEhrBbFuN3JQnQO0MXvofj
sVXuu/73vzgQY5k6Cq5Fveg8TZ08SJSCrVLTx9z/tuAu5cHfeOlW13EiRLCiZaumSqv5rAP0Uu24
8XjQI3Pj2Vk99BMhghGNuyrKNAMhqvRiQXx6O9EcNWj8ddI7lIYusiJ+I/fxOBgaASatEj8GkJDX
j+JyARrOFDM8SEhDxShWumZZhSFeUjRvfDfTJJm3NyYreGYwuUzZgEYC78kWZyL7yjTWEvUBz4jl
gz0mOzJt15dwadopOxC9ykuCCm53+fxSVOM4w1kAQE0rp+CJVvBPZH4Y45EWr04d3V8Xttywc8NL
8ESSjfZV/EFa+M6FBf6QmAkAC69q93PyrZ4xJDs5+K5pG9dw7WC4ycgAw3EJggGhGDpR3eqe/x6y
fD/fMPDrn6eZjpwu+BQxEhxbtemNGJovOXkH8i5q3q7v0+r3Sa4Br2NsHsQG5/tU571vSBGTLZtp
l/Z3NHNc//7l7WZfQGksUGrGL4tJttBKRzt2QsOrLAiN7yOTcTq3Xw0axhgxSuKCiqmIETUKJjRV
zIbylGxUPpaRM3yXxnCLCeUPnE7QKLxjiFyWOZA4JsK74eRUitp2UjxpdJgiRGpB1n6Mo4Vf8rky
dAq12V0dPTYjbR2Qhpd/p93GBVo5K1AhjL0jhDMgBRZ+gdJLZWDokuwdfV2+K6Ibq+mLCTj9vlgz
mmFu6GQ1VCiETMegaQ5jHrpqLR0AIF/XirWVQPuoM8IF+gQSHedaZ5RzLRU5b5feTIcPXTUebv6+
ClCM55e8KI19wpui6HlcREOieZL9rfe6rdkvKz8fICS9kDQOMpxNFQ6is+RM0UHheTZjoobP+u0e
Fyj3f75/wV8cpLll1rZGruz3VDwx7IWy9t3tW8SDQosfUTKMK8IR1DRZhoYyaGASTTci97MVwV7e
fMALMJkTjGNXuP7nZyzT8N62Zdx7UnrMmGkQuVGwv3UNiIDadUksqXT9CG5WEPppX+rhANnuJz+M
d0274QBdPlkIYIfgEwP1RcXmfA1WBxvdSPbY09LiyCO1q4p9Ix1Te+M+bMlZ/n4SiJSMQFOSETkB
bnwt7TWtPPrGfbZZ61w9FBsnguI8nQlinr1V1CwdC7VnFGO+r1v5Z99ZrmaGP68fzJaY5QKdrEeF
+HIyYqX38lY/aqTi0rL4y9bSH9fFrG0bExgpqhpUCi9KnkpO7D+XXefFsWdpEXMzMliwpn1T3z4Z
bMEZgvsBZkSuRCT9YGxua7aW1nqGeZcbL71zbwataycfh+DHFN+culiEgTOkZxXuNZFioTHaBNC3
1HrVfB9aHlxFWrPxlKwdEHeeKq5DMfKCw56MnZp2VdJ5Yay7pfy68L3b5eH68awLAdFPwnHpWROs
MKihIpF1vfVILOnjngYqw96wAGsiFq4LXG9CVDJY54omhyClJB19TsuPLUCmXH7Wt3iQ17TMJlNO
AGQsfemCjLim4kkqfcAaJ49WqX9wCuNY9vW+NOyH6zt26bXiQdLFAQEW+YKLJG1EsxupmXT07Llz
rexhiA6Go+614SOV4w23aW3rTmUJ8aNfO+3AyJ7R04dPtv25LiAOiD5eX8/61i1KBnkNE4iW33Bi
B8BwqCOdUINHQ5kSHcf4sZx39lbCd0vK8vcTKYYS5ErcIkWXxjslgEWLSY2W+kFubsOX4iBxPOgZ
1WKahAljzgUNQeeEtdaMHgSy7kxeKp02XuXVQzmRIByKMZZOEjv16NXaz7F49GNGrm21P4gUK3+W
gfGnrIRXThlf2K/cb2s7nfLR8+MvhfQ5Ux/nxDzozjKenZ7RIt9J6mOtPtVdtbG8ddELPT6xOB77
RZUxsMO4t9TBa8zya29pj3GuvCVl9Tzb2kGjzjVV2jtGxtNMyHiy2ay/XVfI/8sPADMmQ2tuX6SF
S+ai94OKrtj1a67+Vvp+X2fHSnqQuy92fOjK+1Z50rWb80E6uJJ/pAqWMJ/aqclMpE5G6Va4RNV+
iv4KjA3zsXYRTsUIPl0Vp50RT+bgVfZXM/9WFseS+RTW8foeLo/3eSB0vhjxcZ8KI6SaPniOFbth
GbnhBsRozQoyXsPkDQTFcpGErulNCOJpQEnquNzJY7MP5vROcuxDJAffJCv4cn1By6W6WBBh3fKC
UGwVrZSGhZpCfx48HwpQtXpQssLtxgdlUPcw9LnpjTCg/9y/hc7LhPqHoougDU4GYlULgtErv8b+
J93ccL6W9+hiOSefF7QgpQHC7gs+L5cveRfuoREJ4VenmOS2QGYdGJSkjeatS8VbRmASai0G8jLe
0uowInEbUK8uPjmD6urxIQq0XRl9vn5Sl6q3JEJg6yJDtYBMBdWTuj7vYJ/KvcI1p2Dn8O+6gEvV
4+NUwQDt4FMALz238HOo5mM8T7kXHh3lYP52Jiphh3TDDF5a+UUKSR0SXPxP9CgYlxvOUY8UGCJd
V4Mb5EYoGyp2JkEM5YukTw17kaDYxzTAKd7Yp5WDIKYD27RQDpGZEg4ibAChlM7MPsWv2U4LNrJG
q8fAC6svrVFQDonHkBnzEGoDn7dgsIoUN+m/SdJecfYgL/bXj3ztMDTaypcRY3D1i7d/HFI4SMIk
Z77fm0UckR8Y5nBdxKWBgf6XAgrjsChIM0r7XKvq3rCSsB8KT46SvdI9NvNXwyoJH7pDlB8leQsK
urZ9J/LE/EFsdmM5pvSIV+DaIRh1CyN60zNHceUyuw9yemyvL3BtDw2SewukhJddTCa0ZuxArSvn
XixHX9QxxkGKd1Pq3PzykH0j97WMIQKWrQuGU49zO+sii+s/5+7DFG5lEleXQSSx9FGD/hajCamf
MjsbpNwDMMNEBeuXksPSNPrDJkX6YoPPbTQrAQoKoSfwQ3btXCO0UcUEhDFd/HXqtuWDVD3k8+TK
5njQpHvTfIAXfe4UfkThquNzmh+uH9iahpzKF/1MPeo6eOYKz0zKH7WuPGXQu7rAJI9Bnb/oubOB
LlvbWWrKjEyjHr+wPp2vV4WW026mAKridJeDm2qV6b6K/4V6nAoRNnWG2a6BrrKhG2gvVa7/en3P
VmweOgEEj+wJFk+0ec2kdZSgs9oz3Iga1ZYdWv08H1eXdBbAr2ULT6IYOlTq2c+nkoE4gdv0X4oN
13f1+wujGkUEgNWOcHlqyY/HuOb7fvk5o+X50/XdWTnhhRwOZhj4Dej+En6+7ytW0GUxuOAuPJpy
fUggi94ybGtrWEhwCV2WR1ocfgR8sKlIkwH0Cn60feS244YjsyVg+fvJIch9Y/R4T6Wnml8q/bej
vF3fpUXPhXu/vGj/XYCwS3HTh4PRLtDEzHd7426kF8p4J5dfr4tZud5gRcEnAR8k8yqm+Yoh64t2
Ngovk2tGi9Z65ap5SJ+x9sXv7a9S0G7cjdXTp7WBWSTQrOFIn+8bfTRF2tpK4RnQVJOspshTBdY7
yalvRNoung0TigA9U6ykiV8cRjcVEE/no1p5UbefPuZb3JVrCqBrqJZM2w+9scIBOX6SZrbJLQlK
pXwcp2x8LbrwRmj7n0WcShHMYR5Ovc/oj9IrZOkxGfT3ZbeFDFlZCP3yFEHwYpmnIkKedRMIbB+o
rSd/H5vHMb85FULV4OTzwgMyVxiYMOLzHfSML7N8d12BV3/9QjYBWHvJUwv3EF5YEjoVnw++6903
TQrd699f0VfecFwx6EzA2InGMC5tqQqntPNkJlzJVOvTYm9tIbfWFsGIUID/mERq30LB24pkqa+G
rPMyo9wlBz9qNrzwFWtC5XZpLSJeWXhKz29dUURZ2Bl+603mu7F8jMZ3E6PO9P3tewXiZmFmYQIA
dYNzKU7bVEEssVcTbJVB/gvoqMpssOtC1vbqRIi9OEwnhrcHylKYPXvVGF+rXZdvPH4r580QO0Ju
ZkAt91rQp5EBlnUnK40n+Xexuqu34K5b3xfMhlLKdlYYfL9sHyXn46Dt5nLDxK7YdIJ6E5rCZcL6
xTGokD0qo520XsMJ18q019WvTf465q9B9+Xmw3Dg9LDBnTJx+SLPKTe1QpNzWXtfFYc2zo3g7vKo
gRnQ5QFKBkTARQquaxyjVSNZ95he09z77YarufJ53DOeILDHtFbqgm1VZtUow3zUsOCBW9exu4Wk
XhXA02DC5E2UJfYldbLEJAxjAloS/Hrsw79v3fv/THYEvEJ9+YIUJO2rVlHi3vCm92nzwS83HJCV
H78glGi1IdQlhhIUVddoa4aaTKV9Sz1q+fxZsbboWi6tEmTZRLt/sOZcuUWRT65ynBtNpOcKeMHa
DY1d7UC2em/cyBeELSL+W/hFQCYCMBH7EKcobOWsGxTPpq0yNQ+xJR9z077ZwiKFB5StkjFPIu1V
pVej7UuVCnxlcAvrQZoO5eTJ+kbGc23LYDnDiMPEgWcrWL8iMK2JASaqVyj5vWwQCdJw9YEcK5O5
7dtHjJNZpccREDwGneax8/Ox7SBMJb+RPMvN6y+h//m6Al+aQkjvoGNYcgFQuP/JwJ8cP6OL7Uqp
StuL+vZTR/N0Xmuuo0ifrotZUeQzMer5KqLU0KfMqmwvUwvoCd1+3DiTFQEm9RFygAtL1EXZrzNb
RqwoXES9/ql+VJON37/s8nkkwA0Bzvcni0YsI1xEX4tVMy9Uw8vSn0F7LL/KxdOoHuX5GI2/b94q
zhv8sSpTN76oJ8M93kRJpYHBOsjBY3xj58pyEzGEVGGXObtk7AU3Zza0cO5lyfRy1Y2pn2xlS9cO
4vT7QjLQjuR4kpXI8pS32k9cO9iab71y+3BrSF6BHlsor4Wj6J3Gya0iULycxpuhaGGMjd2qzKDY
uL/5JIBt4dMy2YA8+R+28JO7ESdS1kxlJXvNY9y/+Fs87Ss7dfZ5Yad6tYojKWlkD9JO343rDWO4
9XnhysFMVMvZyOcjYx+Hu2iL1GHZZ+FKwLkKXAA+BGA3Ynm1ijtjjoN49rLutTNf9OT7GN9unGA8
IquM578k+YWjnqSyr6SiBmwc227DVE6oI/Rxo9q3ug5iCrxN2KQJh89NU6jLyWymsQLLUeAmozc2
GnTcH6+r0qoQukJ5/4CJUBQ5F1JqdifFtS97ZfY8G7/geoBH4maUCI3wFC5xmikVA6c7l9HFDSlC
A0CgqT4GSesa8/OgbpFjrty+JU8BExWlEC6GsJAxq/zYT2KZCRG/C/XJh9BDAmv16fp2rejumZTl
V5zcPHmy9LqoQtnTjF+F/JL4x+vfXzHncDwsBJkLaQVJ/vPvh2kMLDzNZeDTr3r8WWoenOxBg+C7
NSo33+o8WluNjuMDyJGw8qKMPjCTz4JlTfYYdHWwBiiBuy0lXqmUM5N56QJiKgKVcrFI5feUd6us
lj1Vnv6qB/XQZXAuz355n1LEDo3q3h71g1mYB5W+tJrXbCMkXNFw2hdA9gEYx58Ua3HVMMWypDuz
V0ufjOm9Fj6k/cP1U1vbR6oJpPtpEVvO7vzU2sgvpTxQZ8+MrSetbz/4Tr8RS62pN/DnJZ+EJ3kB
sFZ8hoDW6SKi+kvNNLd0cneYDEqkG5d1VRD5YxBKi+ctWp2WUzDKasD4y0whLXNLd+Vp3JuRFu3K
cvx8fefWDofSPLH00h1iiUPJ7Ah2BhuuKBoeop3Rk0CJ3vwo3F+Xsuy/8CIAr/1HivDi2EUkGTWT
L71MMt5nRee2EKwb/Q8pau9MecNEXC7pj+sN3hMeAtoGFmU5MREwcwd1NIazF3cllXJlp+iMcpW+
Xl/SqpSF/GNx9qFJEx4HPzQpYqXW5Cm+FDDYeH6Zh5xpXkWw8QqJY7WWbA2DU/8r6aIGLEdTSZ8e
khTVzbI33/riZL+N6GPTwC/e0ckX/j+kKS7VkAYPCMwwGfz3Qt+7RJL1dFAnGn/dLjlUHRxQLtNy
bt/FpWthMbXEGGKQ76vmSNfbyK2CqSydJgL9Fyf+eV3IpXVgKSdCBOtgdFUDxdQ0e1InM39qeDK0
ZkPB17Thz+NKQgeYuqgNDLvvZrMxJs9y7rL5WZqeu/7u5lUsvBHLmAag0tTrz9V6TuivauKmeH22
a90lENkw0yu7ZBFYkJUC6Y0hFXaJYX4gjZ2weDX83LUV5tBunPWagGUICIlO8o+W2Hih1kacEQXn
r126n/JjuHHtNz4vZmkTv8KaWnw+VD8F89EMP96+/8zCAs+78JRegJSjsYaLz1ay17mFyYiabrEB
Hl9bABHYn84t0mmWYFHUIEvrKciy18Rt/K9FcXMcDMAD2hSmsdGzRTpe0B85Ly17lKtXNdd3dIbL
+VYn46XvhASLfDwpI2Jt8RXO9VFplUKpXhmYFcpu4byLFVfOnvIYAOzGK3m5WcgC97eUduChEN8t
rY+GspDbGsTzUzm9q+b65utAvwCkbtTCdOBdoiOohkD9wtmoXsMp2UPh6IZb2O3LR3GRAN5Kx7ov
ya/zA+laKZ+ZJFi97hvng+Psu25nusrW1NG1jSKJilME3PWSsiOTragJBqd81TN578/Ojkfj1ovB
Ok4kLGpx8t6OdkqVZ0RC2uW7IZL3wxbc9PItQgLlwj9zC5ggsazxRIKTWUZSOHL5WiWPWQEk7b7p
HtsbyVp4Z0kRLSlC8s2k1GTBwAYTWNaZa/7atOWRMUW5sRVcrJwFQhhsA/BlAdoJJtYK43B0Art6
1aJPefHS3OwFM/2AQRUO9D8kzkULLvnFrKRRlL1O/ssY7/LbDRTfpwa5DJAj5XgZqrat5aR++tqG
1d43mGUs3V9XpZWDZtoWeRUgdctJCNGXYkSzObVm+trpx1J6b9aPTrJPq42HaEXKgl0xuHcLTsxZ
HvMTdfJNJU3toc9fJTepf/1KnJ9bxmNVAiTTpCcgC8Aankswu7Ko5HLkJLTH0v4RRh/p7qfZcGO7
Vgzukv9YMIg2+CMRyZKQhR4NKDpfJSN5igdjLw36vmqd4yjTfu1Wzdfrx7Oiv2fyhI1Lw8rv6xh5
fTgdTL09yFstAJd+FAg+LjqZtYVjX+Rk6eV4HpPRyl/96mj7DOex3Uq/2ZGiYAx6ZiECB4D2Z0zK
yfEHhQJfp68Ur930XVV/MaXz+i6trQFkjoO5YtoZOZfzw1dSy+pSW81frTetdZ36XZRuVN5WJcDA
TaYTlwYq63MJKdysY6NXuDp0/dhRtHMMJnfFW7XcNS0Gt/1/xIjkrFVCH1VtIKbIDnr+IsVvtP5s
DcNa0ylq91TXqeOTeFbP1wKDWWlnbZK/Vs6v7K3b6sFa/TzlMWI07jyv1Pnn67S3wDjIKJSDRzKk
B0gPN857JUBDoei0R3WXsF3MfMlqJdlNrOSvtiy5Sndv2P4+KH/FcXzIJAiKqf4MpeyW4xbz15oe
LN2x2IA1hiQ7DfO6mY3stZx/ac4npfqsTr+vK/OKk4K9x5kDNgDKUexb18OoC7IBr9fMnJ1SaN+t
ILmbjfxvu4KjObidyYVBvdxLJgczpwRH+/y49JYAp2n87LWnj1Ur4c+qlIPmbDwAa/u2NIIt6SJS
yKLzWMRhn04VUqr+ybbu+nGvbnVGr90d6Dtp8Qalh14Izt0YpFJsVbwxXfYOZMchqjK3GT40wxY4
ZeWAyBMRozPXiUdfF3ZsUPUctOMUvrbZ+LXPlT2uoCsHkmu2/WEcrC836wNpRICfuBhE7eKMb6dq
NejJ8/TVyTwZfYs/larmTvyT/Y/XRa1cXTDIjHDDNiwjFJa/n9jpZMxwkHsDZ8D6Yrq9evtjRqsI
7F9/xkUCZDj/vD/Nft1yLK/px6jbMXXz+q9f0TF6/3iUCaqpU4gXJ9dDyZeronht1X3q7w1rPymH
6yJWUrskI9FfoIHM9DJEhywoZg6/xvOOzb8Ca5eN8Z3dZrukP7byXeAc/SY+FPkHX90KKla0+0zw
8veTo6lNq5ktzS9fR2l435rD3hq1pyLzH+B/2bir4tSyxS1HFrMDl+5wvGfBJ5SLMIXfCedfg8Qs
iD/Y6nu9fx+X37LOOZj2D9P5qEXl3jfbXbd1i1ccLLK9MurH08HcH0FHaBcNlNq0y9dS/7ut3zna
E50eB2u686v7YJi3lrqi8bgki1Ei+jcu5pfWlTOWwTgQSc0v1Dl2pT2S+y13QZLtUuOXGdzD8NjQ
SqHCHVZWL452KJxvG0q1YlBI1fKmLPl6ZjII7ktUVlaiq0P92s/Ss+JzMSiC7f0wOqqB9lHL1GPX
aF+pvtHcytRjTT70TLgIiDmyicl3LVMLlCiDkUkrflz/aRe/jCh8aadeToOWZ3F+UJDZfThzqd6G
8Rnwjcu0wLo+6OGdHNycDEMAz56zcAAtQC3B9mhjOXR13ZVvWpbt7sog2TjqtaUQRi2VMlLHWLnz
C2RO0qSGdsv3FbdQIS3O633zs6l+hMVf1zftQqeWrZIJCZeOC4D/wvuQJnGrjblev5m7eTxk4fHm
zzPjwlhmVVkamR9hIWOkVWlZh81bZKR7aax2EA1v5MUuLiFBp07WbYGyUccUMzFGrk7KXJv9m6H9
TvK3aLyTa6b6vvoG/En6xvu2sl2Ozt1bukopyopwJLWThlozi/othxRWflRebt4u6JGZIE7wDxhF
rIU1WeL3ehrWb7X2Ozho+e/bP08BDGQY1TbGngp2ealA2Imp1m80m/9st9ymtb05/fqi1CdWv+wy
s7MirX6rsh87U9vIT148mGRFTr8ueOp63Aa9bvPbv8fTq/R96D7fvjdkwbBpOow1F/VpqRnSnnJb
9Zbm31rmu3aKvnEXLhV1acPmzSc9TP+UWLkroMORlIjDDZ3344jzbz4N+t+a9W6a76Xm5ugMX493
H1QbsTLJHuFdlHTeXruI67chJG2YtbssPxrWJ3+rJ/Ty1JEDhz9wDp3kj+jIgNhxij7o6jclOhTR
Ydi43VufX/5+olSjLKdNnvL5rnmKyk/pzQRiyzaZ9PpD++FwL0Sl1Z34fzi7suVGYW37RVSBxCBe
AU+JM9pJOnlRddJpEGIQIBDw9Xe5T9W5ieOKK6dfu4KseWvvNWQpx/dtOMaOdXrTNGXsOGVsMwj0
Urb/fpV9XcWAHiFIQZIdjX6xGCvCTgfpPJod0JmRY97T4NE3Z/RKTwzZQdQTDxhYs0HN76hLZk4l
guN83BlY23h1m5AfH4IodONJgSHD97+wQFLeFdB57g0WMvzsrjLr599HcRtimofHF8Q+jjqAoWsm
Zktvp5ddqID6+zESDG6GCBMOux1Ww194M3Mpi4kEmbcL5YuX70S5hBvvOWbGianG3sNGR2YBPK/j
4BCA/QkhlHB33T2lY6K7cpH9WO8QHfnYxlF2ZNCBxmpDG0KQRJjHhp7L3p84tA7EEtQ4DjW5Lw9V
t+57EHPRgsqSkl7jYlkW1bs9bSx3Ie1zQI0TY4Y3I2hT4McddPYO//9ht9v9UANcQ8mOzfZa2jA6
hlF2uvp+Dx7KJ/jOJ8ABIMUA6B1IIRDc+6J42bT9zA336U4MwSPJ+uoKRORqPQq4WAFTR+55rZub
3idlTHhAVy2ZoOlqQEmLwrkcyzgc7QnWcKHfrEavLLaN1q8dC15tCUTeNEB7Y+GOo/97djLxkBXc
KoE07GEjWDCA4iPX0DffBVsHsCi6aWQViCgMxzzJW0stTF9Zq7D1x/ts7Md7awr93y7ewU3UF4G1
1I5yQGZJ/6omW/ZBDsUtAWRG01gyRuGijYc0QL4vHJ2N4PlrbkkYd2m/jUJXFjCPyJp3OTr9doSm
4WXFNHKoLREvWQXuRJRNE8FC1TgQi9Rdzi042nGTeS9tqT1UuQLxq220LyPIAOwcZh4L09XJHMzy
qQyDOumFMyy9IqTwCqvGeHD4vBaFtCN4fcmF4hbuOi0foH6SbrvJshe0t17nyWVtNOiZZFGQsvKv
NY1Z1PuDWLhS+ddqch5gBCUfWigXrx3Vkph5fVDEaTHDtz0DN4ku+gieNU+91OEvg4Jct2Blbq8c
1f+WzfDkhNUYOfVELlmIQY+qEFaIrVbjc67qoI2C2pvBJS3Lh0nVeFcRK+SbidIuLknu3gbCwE6L
tVVZJFVF2Z3bE4MCR1bGvCkBspBOm94GtJ7ehD28qzbtlo3qXqoZab2ozIk3Rm2qyiAqBvZoVPE4
duyJzPOURWCf2Xc6kCoCmBDa3NaUJvZcMfzdkEKE0A/Huo17y6r++AyQoiLlaTx0vLoXSDGt3bDd
Ayb/4jnjXVrlGUlMNy5EZ79rx7QRr/3xJuxmo5OO9V591Vl1vzJt9bcwbsCX4CFAnaAbvL0vhqaP
uQKJPXE0hQJsOrCOxWycxA5Qj1+VrytcKJY/IqNj7mUrXpwmuJtyrbrIyqtfxlFvY9ZYUSMzN64k
REOMl5qYuyKIhMrYslN+uwmt3qcLIVS1KFSelYkNmtylnjPRRIo2kMpIqYpswYeF7+diVedzGg2e
VokDHvNfJUe1kbJ8gPNYGtm1dOFDlz71nUUf/YrUm2nq/jS+7obIV2l1oYrJinvtvfQpnYPECmjH
1t7oZywikB9u72wtIfnWQFeqNL2BpqOsEcoIkRQpnrYoOD0CMGTrlQUBkf5iymTv3nAbEIi5a+eo
8XSdjJzKeBxCPwkK8dfPmyoJurzXi5p5ReTpvi6WbBxmLB6PRMTY23yidhW5k9s0m24q3QgqdE7s
56aJq7SBuFlRQ9fegSqYDYZLjByYTuxJ3pEM6iXaHV+hdNus/KJMY8NdL85q6pll17WeG3cT+0Nn
qyu3RrZXsm7Lq8pUOcFiaB9IWW6n3LorglpZq3lQVRl3rj1A4FLs+Vg8OyzHUWOE586JJ8wvBQEp
c9EykW+9oQWRrq/k4ESWoo/dSDB0yPTAD5jaoEPJUJqHyi5Ts9Gela6Np9LdBHkHC1ymXiHC8qpI
WildsZmnm0aXlVjkVtDzFdbmjWztlebw7+uJ/BXYIOTj9msTHz8g7gJVxzRrU9hCSZ5fNyVciNuR
y8QMw9AsJs9cTmkzRoOw12njrP26J1FLyMPshuvW7d+LwXeGNQzO2RvBvbkcM26/8XbZF8sBkPOF
zQ12AqjlN2PuEg6wERwQK22z61aQUiSy9ton1tJpjwrnK0Ss7ctSD7dVgUmqqnL61Xh1hlNGdFkM
TKXTLWZTjHEBGNM29WAmUXj2+LvXLV/RgZUP8Dh7mKv8GTwgtWGk8bak8OmWNVgs2M1WPHgDjwAu
01Fu2SJBopeDk15Nyxl4r60luVVdUn8Yxqgo59fCD2tr5ZRhpfemhZT6b1e7JJFmNEmPwz4qMtdP
UPN0k95vGqCptDfbceHXYWSMG0aUFW8SPtIx7B6LOM/rgW9cKAimwIM6A+Nx7lkdFKSskjqJboyR
y7GaeaSJjTuI+AaX9Qg1O6EgGd+taT8911PBElhqiEiRubxM53bbmUxHeiiAJXSK15AhV5Wp7EYH
M0lg9kgXngfHANvgUPXM4Eadq6xn3Bl/J1cIO9Z13SeMTG0VzQOivKjqbaVWNOXCWQW4+mQyw5BS
rqapKrFgs7SGs4qmWax7UURZFYJG6dUPpJtmFY2y5AnVfEwAfVnngRXPBai6TlVBxhI/0aYl1ldh
6Kq2KFmIjLBY9Cy/ovjLqOiLlfJ4xB3MiR7ww3BL9zvgqe1b0qZVDI4xdqs7NJABySEsHTWFrh6h
iFos1WSThSckTwq3ncqEo/wfI804RRCTHyIK/fItsJ7pqhjnLGLa/J0wljFuWxUzFPNufQgVrA7p
yaQMqVlQ1ww9ZoGb56aACJvt5LcA2/BFZeX6GWegeYZ96JTgeK4vapZ19wxunjgmAreJeWDkNSmm
+ZfIippeWb1jXiCrTKK5bWkMFGgdZ9rhz21bvjmd7y19HA+RfbDRHEbCY2X1cgMD0WIVBv0fl+p7
2ziPRLkN0CsW2zGV0yXrM7+NxYiKPUV5BdkZn68d2nYJV1kdQxRTxC4PyXbKfAiU+VW3wYFcRVXO
6oUUbbDHPdZcGyr7C09CG0QSbI2e1EEel3hzrYx0+xUn0lyGIU8jlo2MIErVc1SxqrkCV9p9prAy
1YRlj0bDoM8bWXNZpAjJSJ6DWdYhaFJBg20zIpS7ZXMTKjhhjTRKc1r96bQdJPitTuR2XQFjaG7/
SQuUJ5NB2XtXj924tvxB6pvBdbK3jiCMGWh70YbkTrul2ELHMkQ9tglnuXLgKtHGc91ubRHcS99I
rGWniHyvfU6ZvlV5U6+tsBSwVMlWiNWYN0LMc1zmGV+1XT9spG+5iWON/gY6bzoGjrqJWnsgw1LU
EFprnfkArcJ1Taeyi0kFqnvvldfpTNMFd7N2MVrOgL/okjD93XZBGfeN1S6wRKBY49NEKJVHY8jm
Fa7av3RyXo0ySyhAVIC9o6Agw5Wbs6Th3p+UVja84TjYA+AeRkErQE7JSyTlRBaFOYzBia90jIwa
Rhkyq7HrwKpWmewd3M1iOSo4Jg6ke6KyEXFB/Od58sSF1N6NoQTiVkz9LeuKXeep3f8BucbeCsb7
/cw4XzlFBUUCy+QPVarrRcntaZ0q34SLyS3s/Ap+A01klWF6aWPgIesKHjULTB0mpO09HdHaQvAl
wV1YhGYCaJbhevOqvkb4ZsGXpcPd+UtNuPsiu6HZzoXo7RRboqG/exO0z0R2L1CP/W1Sn8flnHUI
3HLYnpg9h/H7fdNqgGEynDJbu9ODSgrpFzbOVzO2McNN9GdkM1tBQHv4jRCiTZC58aLSFajL5Lpt
FllqNQuPF9MCFrb5JRj57Q0pjX3baV8sG195mApfyjhPuzKMlJj4g9QKGEROuiLY6j6oSZS6wzwn
aWCRpUXsvzzTw01BqofW98sFTl88GWzRrJ3K5xBvqYFwGqwy/S26SiNGbf0Wo9OF2QrG6Ag5AGN4
ca22vsSzAapjs5WNZlu5ZUP2hfKrag3lUQHnL8S2EBzn+VIWjUykyPYoEf6pJaK82stj6vVT0vIe
74lw/huGg8ZJ7uHECfDrYXLoLUrJ5BMgZGw7K5IvxhzI7Ql7eqf9GRF83egXQTy9t1zrpmkH4LLC
QOMJNPVx1cFPbVEXJQTyqszZo8rO9MqZcpHzqK5gU3xJprLKIOU/WGGP4BTFCd03DULGuVqmxgah
p7f85wET9MyL0EuvPI20cgDI3NoWY+1u1OBco/Y6QElxoHVcurDcLnKP9ouMtcjxpBPqMYCcu9eN
Lxj4VMUbyT2EsxALvHZCYaDGabILWDbXTeQgGfVo9XW6EZSnJlEEKhtW5UPZCfSF+iJsShw6qpDZ
0+inLLKCAuMAKBHEv1QN3oRD6wUIS799b5Y2EPQIgd2R3SrdqahrM1jidbOIZZrvbWcSMSy1d6Wt
H2oUCS7cUCHeS2cdTSHrYp6V5U1tl1U8ohL6VPnV7awyRGY2nJ383sauzups4+DWWAlHsRVEKAg2
M2UJ4NTVBQQY7fYebBwSMZc31VVqsqa8hsrGvfbtF3gddf2Wp9pld9y2IY80230R8aZ4K71+b9Pi
gTSth/XqDk+Z7akHVnSOiiwyzU/K7cfroWm3rEz9BIg3iVUfspdBzE8ue62yCjehshAG+p71kle5
HUEpBwB1ETQkWwrYKd5z6Ng8+Sl+vVvXwesw9yzqXXoHgWlvMU3qsc57EVc59kXJuvduYCl2Wf3k
mrGKnRmvwWxs6iiATeqq8Ysq7ihIOv0Y2nsEwg8Zc8UTVNaD31Adyy5mz2lwjXZBERUjr695TcY+
rgu8YQtQRxYFEAfbHmpR9tKZU35fsyqsEhgpVGo9u/19V/nSbIU86GgWPp51WQjSWW/4uzNM71L3
l0OTQ7TaL39PwbyrkbmQeDLB8Puqz9gbhcF3VDYAgC6arMelZGynh7geAyiIBRWU6Ri0qlAN1jUm
HArxZBPqOgDdx202Xm2/2qP36oZ9HtcVDkivtF9JBxYlwVEUzQKDgWJWibLymGHMGq4fZ4Bq4ok5
HDuoGP427mxFhRek8dQGc4GMQ5ZudTX0F4paPY2kUVs+pxbYhh5wMTkZPCeRqf80KgD/HTHdjoUf
JHjc47FnRI6DJdy3Nn+y4BseBV7hrmZRqHiaabGeDcuWdc57/DTR3PmmGvCKVwd6BM/bF9DmdSJm
BNl4oeLAzqb6emQUfTBgC8q5GPaWmYvfEgZgv8BWrIY1VLPamxz46Ijg6hliE7i7GVpXDw20FdaB
aUUek8yWW4iheQ9KpgI73G81MHYwV4oQNtJnBYDeZiaj6RNeW0GzrOrSXw19s/RUZT/hSWySEqit
awTf/aIr6w5cAer8LmrdT+shBcUajylgElOcFLgFwyjUdhN3LJxXamS/MPQ8QlQCwgdDvDrN9r4u
XLOWAu//YFhnjrMMhQ4v7DYwMGngor/WWrbuNoTX4aL3BLkQHWtjVK7bxDX6ERlSuvYt8hxmeFaN
dfiQDegYlR5c470tz+2d4RpxuEzfgk49IzALFnNGw41p8SAMUfgfA2l2Ks20XrStXcStbdoitmy7
ShrKRdIyPGn0xF8DiG7FnlVAZdAt1mVB1qTx17U1lW2MSLmJAn9eNAivQr9Y0/YXo2vtd5Ezee9k
TNtl1yjnkmYZcJTIvL57yH38zgKN93hlp33iF5C9nYrqBm/PR9KlciGHAUG36vKlCYMukn1XbF2D
TOrU2M+TJdQlDOCDMjFc/caLil44xdAt2mz2r7nrmjvTpjypRuji2EG+L/X8lqe1txogsT1FHc3y
bQ4Juod87uvfReeNe1aED5VlFxkwYD5yboUYEoltEUvthJumsMokh6xSHXHcK28cl8gDgB2Ds57z
/E0hQrhMR2pfidRvktGMQ2TjjLmcmSI32ildZGtKy44Gl0NUl1m/QmJu3Xl2Vm3lmkWda7E1BLq/
HLyxSPTVX5ZZ761Xu1HI8l0goUamEC8n4GG/cl5BD5UD+MRnEWxSr/T9ixFqY4/ujIxXTg1zYuj7
QlNnxDt2SFvGYi91NMyo8xmiBp5CLBBaMAPkSHn1zqCgbZ6rB1GlaC8LnoaQDMlQMOfeGKreRd/A
9YTj9ATDf55/KVwJK03xsl2OeA3etT7BE9L3lXrrqITIadfct44mkA7Gz4h1nhmNx1O1r6Q/XuCm
RQFvCotxOxQiWI6Deh1TiQPJH0x/13ek+QWtmxnKjG25SFsrvIZLZrrM5+pdtngp5qBEBlHLyxHZ
wvAFGYA8TnXZPc3ApN34I0nTmDE+o2sIWS580ggbhic8WBo+mdjuc8jhE/Y4da14D5H4vIUQ1BMw
U/56JhONsxJPvNhkk7uYuf/kIHNXzDhcfajPQwwwk299SzR6kHdFpNwhF4lR1nQvaSffgwOcQXCD
gzBM6YvGu/PSmlnzh/eHqbfdW/zuLhlbPum4QZ4sga/2sACgqdnzEG9aZwjvyZDxeHDrICK0xoas
ShMVrnDjEQfPUrt1+jsHlOI+Vx59Z24ZPAF6l/eRIeLwurCki5VExxEnLN7BVJl8LToLIDbAjIFZ
UEhOXczUH1euXU634PexK9fA42sqvWp1OCfudWvCOcntikVFaA0R8szYOCmFjrEDhIkfNw6VZyqw
p8oLkERxDoUMUFCO0WlKuQ7CqonuguFpDhYDXdfm57UryK0AhQDhDeAd3KOKjAwYAotSUhTfEidf
I1n1ffHiRHEPzHboGGDv498xpstDnopmXUV3pbXovNg5p4x74vuHajEgISAgwPjyCN5TSpuHsgvZ
TnuvOEGx/r7//Sem4OP3jxGcfhcYJNfw/UINyBKt3WqTIsv2fSNnOnFskI5U/MSQ6GGoSW9xi1hn
CkinPg/wBNTugQ8EY+3w/x+qVAT5Hbie+AHwzhfv6TlzgK9fhz4f4OfAtDDItxwT1dgUUouKnu6A
KLM2rFx/PzYHjMfn0tfnzx9h1vB6c0mX4fO22obBZpg3ZloF8hz84FwvjvYB8pEoclia7qr5bR73
4vX7Xpz7/BG6gahOpagL053SayS36ZkZPjlIqERCDgFVT987QkVBoazyBY6+XWUvmYwmFbnv9Tmx
1FN9AKL9ILCMF+IX0SGunEyqHGXuEi7c4VRHcN38+Sj9c7aBXifA2cecUJF3VSmg2btzkYUU7qKs
f0qzA7vuYwPB553g5/WcKwh97Xo6RIYl3D6H+D41SID+wyWDgmSMtj63YDUDRaqJuLtHJM4in59j
Y5z6PoRIDm5bB3D+MRDbhEwKqnp/Z3ANImAPjHVmEg5jcLThDlAM/HwgN796rfbSRdHU1cFuMNdz
mkAvwqza+7D6+Y741MwRPsoqc5mGDM0oFAqStDiDSDyxI1Aztz2wbgBW/uLA0tTIdmRZHSA+9q7k
mHjlykV9uEUO5vs1+/WCgMgXQI8AdINmDObE5wnXvkOHUoV4Wriz2E5etWuo8W5UP7hnWjrRJdDV
wI86yChAOOmopTRDhZpIZu8c5x11rNiMHCU8AVJG//OWAC07wJQPMGzgvT/3yQhIaGDxTTs9kRDV
UdMOl8AVkBdpBJKQGeM/xhEinwGlC8CEseygoP+5QdTWJgDdtLvLukU3LPQ5IfB/3J6jRQ1YKgGM
FmTnA4bmcwMtDfBKqRGGOCFydKnlFXEpCgYActtdzeWcjpAiUDDORnknBfDTMRs8roJIz05zOTtM
blB2FPcOsARRiufzCjmm4BoR67Sl5WRbq8n3+xsHldlrOr7AHA0qY/5aOp5eFnZqFlULWpOwVVBF
3Mu7G3sO0sXo2dZrV0jnPs8Ren6/Lk+sFjBkwRRyEadDKeUImhLCO8L255buGM7SsNhPhETjvEIW
7/t2vgLaD1RcNIW6HmIArJvPQztKkMd64dLd4ImImtse+hFIak0d8lOod6fjtu9XpNzgGYg085nD
6itZCfA0LFIfFxMYIzjcP7dOD3mnitl859x0gQc54RQD/Kbch1DUsaVip0em7YyExdczGEsVQBww
btAwOWbE8d6vWTAqvsvSdMUta3n3/ZCe+D544GBCHNzDoId3NKLBZJvC50rsm9pcV055QZ2f6knj
R39s4bB4PkSEdanDDnqUYt+jqKoXlv9jFCS+DxjZAU4GLU12NCvSg4NTT6XY5zmihPgsJ/HkCEGg
3seKAzTumGUX9qq3C4j47Ry86YNyBUXe/2EKPjRwdCB1fHTV1KABZS+7vU3OHLBffz8eLKgdAVoL
zvwXYUV70JzWSI7tQEWUCkrIP45z8H3MADR+D0/HY2qBdFJL14ZbuzK4rJyVYWe23ddLD9jTf9vu
IF4LoZ3P64dYGqYVjif3bN5U4T73l9V08dMZ+NzEUXxQjY1nAwQj956VgI5VntOhOTEF/ziz4OUh
pv2yyVIoLUuvglWea2/Kizr98Q4IoT94UIE5OE98uXAGkxWmnK18X71lwDIPP19A4MUD44gDAmdf
cDQ6silJ2Uyh3FPkxklUP/188D9+/uhVTYbW18GAz5fVJeuv2uDMzz+sj8/X8YHW/9+ff+y57KKI
KAcX33f6WAUAJpAI2XmUzGPBzokbnliryJwA6g345EG362grj7nvZ0VYVvvAf6j7IRphxnaO6vT1
sj3I4v5/G4fF9uE8bcoOQjAIz/bWQhkRDQvnkLlc/HhSPjVydC0wv4JYAUcjNYXNW345Vz++19AL
6GaBXAwCHkLNo140Hh+7vKr2ONAXsztd8KJf/Q99+NDE0WSYjvsV50W1f+ymqzH/8bUGpyxIFkGR
x8Plc3wsyWJoxxT13V0pXzXAV+RMrHPizACfDUjsEAMFzv3RNBc1UEBjzf3daCdiAzzMjwfn0+eP
JlhaYN8C3O/vBjEuIVxWy+nMvjvZAci7QjoFcQvi+88zXBDhz8NsMEAtAI4BDHjMmRYOv/FoZwMz
hHsNgGWkE4/fpznvHORhWbAz7RIgN18u+bD8fphObDYYkeCNjbTfv139uRM1kDykRn1zByHe2M2v
a+tSpW1c/NhzARKWyFj6AZTcIPV3HMQoPBAE5CzZLs3VJb8oz0ZJJ07BTw0cHeIZybJ2Qq1+J/8C
VajF0hNxUIB8embTHQfJYFcACwKtLeSHDo+fY1bb4Li8UzAM3usA8RgBxIBcWP1jAKJC32/mcEqA
8EI9Ilt/P1P/OAMfVsOBNoI3JB4H0O/Cq/U4+1tpQZ2Uj3Q/jUCWgOcp3SgF/OEhnCe6ErDDRtWi
fhTaM++8JP27qf3wslKG/y1Dv7youP2oYOKxLAkPI4vOBMXcARg0auFpoZsOmhpTkbH7TDfwXetJ
dgNVYQNDetgDxOXFQGNwSkyTAoUwPlisAjpBdYtQtOEKGAi1cnoKfChgh5sOUBXYkcgR+PQylMUW
aNPs3oTeHjxRO/l+YI6W8H/GhSJhCtIkKNXHwtopCYcyCwa6F97lr1VdbeWv7xs42uj/acCFOCoc
Nk6EH0XX6dC2e7q3hzQBur4dyJkunGvh6LLoYA1N3AxdgBGGteL/QwcINHeRrkP8etCF/7zJswpp
tLpz8HnXWok8W5+Jz+iJKQBDDzRMF7RI+wuRlBqBPBpr6B6+YxAr5VJep4GjHhxdp7e2B2kmy5th
tVPz/D9YR08q7wr1aFSzBhN0y4D23oUi0r8vu1qvkDIgf31jrvhUlGubGIbkjJUnTW6pTTh3zgpo
VJABgh7hoNMBSMc6tRw0MFUDuAZA12VjPAmQ4GLU+rtIyd7+00A5Oeo5SBTzNNJLAJPO6qkebtyP
WxS6nDip8cw8+BUzQHI/D7TdDnKEGGd202nLW4jRae5FO07JAL/X5YCsxvWknAre1VUQ5ZmPnCk1
SwUsnq2GP6Lq5c/XFc4rzIqD/CbW7vElmIPGmvmju6fkb/g7pY/fb4yj++mwMbCiIM0IwhbF2+go
EaQ0Z2HJON0jyRm5gEGM4wVQ6t838k+r/uOg/msFHTjYv3so3R11opwDPcowdffBFCR1seLdr3A1
IJ3kvgAcCEg6rRP5fkDf+0k5/fGdOz94GZC5t4YzMd2xqMJ/OgwNKqhpBAhRj5+CJOw4hChrd0/6
+qptioVxs1sHfsdDCoenbL6mHMgrSEbQ2lmQuj4znSe22UHS7r/NHx0TQDr1fS7Q/NAB2ikjcIgs
dZm685kX6Zd+Ihd+YHMSCEcdBJeOef5z14cex3FyjeTljQW5FV/hdjFKLmnR5AuTy5uGiV+jtXA6
eWu74kxHyaHG8nHODxvpn2IJcphInR6fWNJQJA2Q7Lsh/ayv6j50YmLZQDDWal82dnEF56h6k+XS
PeQXyQZrRwM5iiNBIsXu2eueFWmcDuHfWedQMi9TBQDjCFGIdjBrIO3PBYNHWwFZVgwUshBIoIBA
jCze553flbLKy7Gp7iYXegx63RbrFGiJ77fCqUaQH4Am9CECAfvvcyNFCf84GK4fPEXfS/XCDbxD
nr5v4vCJDwP/rx8fmzjqB5PAdoY+mlDit0/FpghXjIcxRq4k6bLPzmX8T7aH4gLFYYmn0rFPblbO
rCKWqO4GCyaJsxu70CC0Sjg2Dzcqe7Pyzff9O7pp//UPjw0KHj9cs74oXU7uZIE0kcGcDVwq1SXB
9EPn3/+08M8a5Z800vGhaHFmfJo1ACXzZWq9m+BnuZwv3z86BHLlSl0h/37nShqR8V3OZzbfqSFy
kQB2ULBCPudYAq/XOal724JNKo1bjNK56vCpVQyYHQj92C0U6i2fV7GQtmNVUJ2/kyHIJhvLWjR0
/f0sn2vi6GICOquywxQepcY0C9abO6dvbkQTnHkLnGoGDzToazkH7YljzUahfGEHdS/vYE8TFkuj
V+W5OtW5Jo62fNaHZAwzI++KYVYrBgGsFWJrvpDd2Tj6XFNHW785oM7GBvc35u02MNm1P27m4f77
mTm6wv6t3kM6AcHCYe6PVSiaAYjFdrDlXVctcrqe/chuY/76fSOnVvDHRg5vxQ8ZJIWCG0tDIkH2
Cf+ACjeBpGPOzP2pNpByBkoDrzGCwuTnNqBL7YDKkxd3EFs+oIPPSTqfmA3cKID6QCDsn8jQ5++3
uO3AYxHqzup+WaPGu+Neg9by44H61MjRWTK2GctTJ4ehp14Az0ysMxfWiUH69P2jQcqsuTXMQyd8
mifecC9b/0wPTg7TQYUJ0QiDYOfRVIuyHMoyZXDBnKPpGVRUeWYtnW4AViV4XaIAEB51IaBgT5XD
XN/1g7/1JnXBdL1teLX7fiZO3IPQyPn/Zg4j+WHJygGFByg3wD6aAsc5rGafIJruoym9dp1nkT1/
39zJiYGOw8FnDs+24+xkhauxth30ygjwcgKQYbv/pUMfWjgaN157dtN1dn3nVGwdQlvY8W+6VMVj
cOuyPBLlr+97dHKe8EaHTYqL0PUYW9alHthBvqrvZpKDfzL/nUyDYhm3zgQQhwV1FCAFCFX+287R
1SKA+1de09d3wYGfUZDBRww8gbc7Ask+BNq6B/qpPPPAPt05mL16yMMekGefVweyNM2Q+lgdBumY
ZtXzi7Q/E1aca+LoohFN7SgwOOu7EJh6/yLd5+p/2qsHACCepEBWHVfRwboeqG4hDpZ799XwHjbX
Qi2+XwUnZ+dDE4fr58M2UuUMAIdCeFfXcyy9O6GBivX/ZPKPkyc/bwrQKkj5wGoSzluHAf3QVAWp
YLdoeXXXZ2FM6uKKlzXoKE4XFbP75JSgSH7f4KkZQtzkHoINaDkfPz7pAT/uTnBGJ3hcigzU6RqM
ZXnODu9cM8d3Ao5sJwvQL4v8yWsT0ebNI2f0nE5N08euHB0O5VxPTesytAFN846oxCtgJddE2k4X
/nz//bidCDlgJf//43Z0tFrpXNZp8X+kXVlv3Diz/UUEtEt8ldSL21vLjpM4L8Jko0TtlEgtv/4e
ZYD52rLQgnNngLwYUDW3YrHq1DkYEMXaWOKzPQJ9blS7uN44QmtOFdkf8DuhjgjlxUUApRkF9HQ1
VkVGad8Sk92hJWHDxNriIAEAFAj+Bwf2YuJc5oycpdgDGa3Q2Pk4kc+S7q/P19owLm0s5kvoPYnR
zlRGxRDWwmf6X+zjy+8vDo49OhYa8vB9PPv8dkL/qVJo9N7w02urDioZ1BtMPPUAe317PJWpo4fE
GYpIH4wDAVkAGCTM4kf1wTrTHNC6Nti8EQE6oJNZuoEWhAWgEs+KKCZPqX0Tb+ViVsfhwMOAaumP
33w7DrPoW5qitSvSpkOX175MkIDODz+vr/la+AFOKmDjgftGqnBxwSBdygZQLFQRmcogqY9y+mY2
ED5VoWuy0Gq3As8/xbHlNYptDPyrC+rgd0n7ynRzMCzkVQSZ1enWRXo44ESYoTbo5MC9xjo6Sr3M
LKm72rDHHTMdvkMDh+YLcAD4eoMMzmii3mCkpApSg1anGKxV4fVpWTtu0KoAiG5+471jlXQVctBj
R+Fyy8+ZUYPt8qsh/+Juv7Sx8Lfgg9eIrpEy0oyINI/oygG7xsaRXl3ei3EsDgOKUiVDC3QVgVLr
5Br9k2tOc+PnqeF1iKxrA6mqbCNZujV3CzdS6IbKew9zJ74W7oMoQtX8jQUg1vBGmuGiS2eItOHk
6g1FyFcVQaNuEvW9HNVfeCt42v+MLIYxFN7kjmNcRaqsA4ukoHwRfss//cVGQ3QHoDBqWIjI355y
F634IMpwsEBoqu6nw2S4gY4nzXUra9cugi/TAsEWujzchefldWPKfnQR4ynQNoHwpToUVPhj8ynJ
f143NU/L8nxfmprd2kV0xGfCcEci1huGz716MDc+v7a54NqRp0YNdpYne/t5t7RzNwPsC5mX/I55
xl7v2Q1JvI9Baf84d1CfgWdmbhF+J8Doxg1yPGrC2bRAhlBp5Ew87/v1mVpbFCgGgb8YQcr7JFIN
rkCdTFkVwXsV3Z4mey05mDW67HfXDa3MGXJuWHdw3SPz8ifpf7EkomJlTEw3i7LuR853jb7P3I1l
mbfpYtUBWkUAhE4zvMOW7xRacWK7Nskip/7dx2jSpAElIAwob0AAFer0sdmSQ125Ht9YXDxbsgyP
wQybAPts8DPzvgFfTTE5gaONG4dnbfq8GRwL3WPAGJbeJklVoaWgOIo68LkNfC9AWFV4G/Hd6nCs
PyqTaNXHAXq7r8EonEyuSJBVYl/toj5kzpG3XahXW4I2q6MB1tOZddQBuZ/P78VmkKIpQVmDzWCR
L+iu9XXva9dsRPmrNkAwD+Aq4Apg3Htrg4H0g00J1gaiwRMJURbV+l/X9/TafM0PfmBX5y6OZXbG
qZrUg+RZjrSJHXiQL9X0IdRA6CHHjWPqrHg0MBkjxQS+UwttEAsXDSIdNQkp8ohaaXtuHPmtKeKy
CmyTF8CnFeQcl/EjYC57EnF0R5Dc3lcIgECmAN46YN+Lr6gpZjvaTa3f1NzB+3QqvxbxmB77ych+
56ga7Olk0PvMEeZJgcYCRFmgZLFrG4UKYnRHaOMMEeAnpS/6fjhkxOIhHosqEtD9uFc9QVO11hs/
q7wjt06tE/B6tCb9odXSGsAB48nQlNIIp6npf3cW1IPNeux/CZB/vLDC5j9YVdFjBTalk10VJPTQ
vn9AxfuFq1L5FZvYMSXOdADxurUHkwO4Nkgy4fWroM8dW9kxz9LylzSBwCHgQQONDzBLoLHcasJb
8Zk4hGCdRR8CeJ+X9cncKMoWdChI8I6fuAo6MHVlfOO8r24tnHWoDVE86JZbq+UgTIQAPc57c4B2
x8NA/Jofrm/f1T2FASBPZuERYczjvDiF1ZS74MiGjQJAmgetFLvr338/BhAAY36h0TFriS27XByn
IaXV4pSDi+YXaCh2nci/9Il+VxjuxnS9HwoQUdA0mttTNaBMFo7YrtA9o+oMpg6xRFFn4zm37IzA
VTwjrlDWnTEseAgtnElV6ROorVBrKVABBfNsi0ismVChqtQe/IYnVg23g9C+jbF3l2fTAa3NXzWe
bfyMtQmd2cxnPCT4xpfCEFpWQh7bxcZDk1Q0pPyoKSQV7Ko9gpMyuL5474P2ecT/s2W83Rw2wJGm
nZpZJCexr8AA6Ew32QQZefHkCe+eb10JqyuI7BJgDQZg3MvLG6T2roXHCGZYxXt0WN4pw/nwfseQ
kInBrkQnzTudRD0TtPOQzYR+LdwR+9UWW7I3q4OYlV2RJ8U4lkkylZAy7XqTR9OeOiexBaRfW3/g
wHS4BaBRUCF9uyaMCKOyFQqLRSIf85zudA5qjhQkEMJzN4LPVVsz0G++nlFiWtjqIUGQUQhnR3zi
/U0hrGEv3HYIlTuUYUKbegNoM3/vbfDmzTcpOh2QYUSOaXHCMjXGlALaEVnGIfNAfIZU3P76ll5b
HXQ2zekYPHLeMeg7skHXqFvBxMDcPXONeidBWrfxon5/O2AgiDNtJIKhELIkX65y3cpAcoGaKeCZ
WvHZbr57015H7Yk5Wy35q7bQYAs0vAbPZC/KAW0HcL/dJRly2oX65CCvGdh4baOWZoKcDLRy7vcp
TuwNN7S6VBdWF66BIvDQYzR9Rl0yHOcIInBMqQfg7a423PqqJcCuoKIyo3aX6S1QJGVZy1kW2dVr
ObSgeHgynA2k+YoNbDfwoVtYL2zBxcbrwb8zioSmUYp33KRCWhqhtVUZWNl6b4zMf7+4atmMyuAc
Rop/IGodciQ+ru/t1VGgFIxlsTGaZeiujZWW17LhUd03YddpX+oxvzeY3Eh6rI0D3UDAADvIab/D
cgIDLdsU2POoAJXNC0mfr49i9fMG/Bug/0iRLiFGnqE6BNX4fAxCaedogFzruoG1ixyvz7lijvaC
uYH87UKA8LidDG1IIxOExnfAbD2jAaHYC8Sf4OFF+O4O1XdBbPsehC0K7L5defKq3LmrFde3sCir
wwW0HegNC4/v5ROlJCP4kgYrjQaDhGpQ90kfv1wf8Mo1rs8PoLmpE/j35Qkae6E3I8HGy83P6J4J
c806JO1dw2mog6+5NjdWcG0f4gEOLBqUelAXX8xvUju5Kt0C10YsngpbPNAmPXY9+3p9WCu309xy
hDgHlY6ValQ8jLKrzTQSsTgypX1LqhjQ3CFKpfV63dTqiOj85oIDQ7ltMSKvTUu7Sr00cpvQ1YCE
eOjb4LqJ1X1wYWL++4V3aOY4XAPJQKR6vQpnjBjYmPOtvb9lZR7ohRUxCKaxxoWjy46G+WD3x//f
KOY1u/g++IhFBSL6NJrAXWVqw9kG/PrjJrDqwIcBlWKgL/KtidY2FTjPY7ifcleIkG/EICvXKURR
kWQBTB0wymUJjZkt/KvlIc/WHQ3n1vCeKZj0hlvX/HgkAieH3AREcWdxmcU4kCTl3dBlSQQlq72i
dGea+cf6RucXC0wg44aXHXIgywsBqPcOrQ9pEiWfQLL8QRKUd19frHVOx9RhKb5OO/Dy3bVb2cIl
BvidgXmpLjaTqNsxt9v55+tNWEHhMWv1gPARDS+Q2ErA11TI4deountmDS91vZUXXbsoAH2CCi9g
guAvWYqSw+fn3SgbFrHMeLQViCy/l2i0MXJw5XYpOKpN+1B2kIDUwQjI9OdM/4vzevkLlpRRoBSI
G6vEL2gd66xV8YtK6ccjOUDhUF/CHkE33BIPxxyr6XthsEijdwO5L0Q00o0zteI+YQLN3TpyfXDX
C9+WeE7j5qbDotTetwWYuU5kq5tyfa2MuQ0AyBsQJSwwnSCEziSIQ1gEpt3y1XAVaOpG8K0TryN3
wJezgwV6O79yYxL0FGmppAHnuDsycpOZEGq77qRWRzwLULpgqZiz3W+3bl9XhgBpZRJ1+jkvvtrN
L1ZtJGqXbWDz8YCiK1LcYBRDB+ASeAbNZoXIuEwj+NufKFr+SJgFNr9fXSP3ulPcylK8gK0Oohod
+qquj2/lHkFyGDGLRzE4RBZvx9d5AL6bmZdEnkqD4cuUJhvX4eoEXhiYY5qLs0/EiI5VkJJH9XSn
Z9BeQlnyY+2f/84fSEoAzZgl4pbeUWp9rGttjUBzanY9mO+K5tNfzJKH6gkaDlEjWAaaXibLriUq
jRjvY8g5QfgadMBbqJzVtbiwsjhdHQdHft3DCleGbwHDIhtjY7lXIkg0vaMlAolClMyX71laexV1
RZEiyQ0STD8FQeUzB3347TQl2REdReMjBE2M0HSHrazeSpSHSx5M+nj64c2+xAWAuZXT3kKwThp5
cobulHvTJ6NXL2y0NjbE6p67MLXYc/EAvCso2BGCuV3sK5nUD0Y19YGn8a3tvbpmqOeBUgplt3cg
5MmuTCiWIOp35aF8zrqNMGxt0tDqCvk1tFwhWlm4nzjNWE3llEZoy8yr4cEz7/RcBk3rbAQxW4aM
t8fU1CZQLHswJPKXWFq3pH1CawB6NrbgGmsThu5dA4lk18G7c+He44F3vKxIEsX5QRjHcSNhs/p5
JE8QI4F25p0w2sjyrJjQIQp4wkP/Ejd/cQGiuPqncRfwrKXON8pGtc7HOomkraOBc2L1y8Ds/s4R
6De57nNWL0JI04MZCUcVeYDFW6UeQSpbD0YSjS3pgrgENnDIMvHgxt1Q+ybX/SRNDmgSBB26VKHN
Ie9SZ5rzy+zlFrXO2olCYgpBBar9M4Dl7fZARxKIlGOPRc7g3ep5CvmhOEzyw/Uhr25CF7M630RI
gS0i6aQAvfqkyiTSqu6HxyuQD9NfWYOSV9du5D5WB+QBOGrp6GhEb8rbAVW4E+3e40mkZ1Tt+mas
HyU06E9902+pxK353DnLi/sdjvddc/9IpGrGFOuYOHJ4bHPAZOzmbLfOGDI0nN0L1lihKZpx49Gw
uoEgrwtKBBRm58rN2zFSkjqNxocEwKjyXCc0zNGD0+UjeAjrsEMhMHdVHrgtRfOM0YWga97Ho/lx
qK4H6jDXnbs0gE1YPo94Unn1VOcFntwQRwAvCntttt7caxvnwsayD6gG6VdseLAxyEPVK992at8Z
b8yebxzKNfcCiAj6SJFSskE29XZKDTQA6VlpoEicHV0rcIvnj5+AmcUCgCPckOAgevt9JHlHMTq8
iPJEHdrmK4qGvt59NrbYwda2P5hrHVAWgocP0rpv7TAD6mAqHovITCZ/ZlsEfJoAv/Px0eCZAB+m
42n8Th/RNlnJaKaKSEBqyACHzA0Y5KwtacG1xb+0Mq/ZRYQJ5g9RmmZfRD20iYQtwnz4hyeJX5Kf
fzEcZCsAy4WmpLt8/SjNgjoT0/KIm6Ergo5CB+ufsRs2Zm11bUBsMSMFAeJaJi5iYBCE07R5JHUp
fSogdmB236Sdbbw71uzAxh+uNISCyyIdTweTDmDVj8qpxXvKZI1v0uowFe3L9XlbdUSXlha7DYAF
Jag+5JFugq5+yKBh5N31hPpZbt+kqRM6TNtPk/c8OTZkKVJoeugbB2vt4M4JRhytmQNlWQFjLW91
kk955HrdNxBon6tkC+z8J8O7qHrh3Yq69YyJAzJucUnqtQ1NrbQsItrYn6xmCrMJhNsNhpdVAS4b
QNOtFsygw50JIE420FNR8Zuh3aKAWF1YRPcoiqJJ4H22g4OOA1QaRVQZDdT6SBNClCIJW8B9ry/s
qiEbhfQZOocYZeGtsiJLU7SR4+QNGRi17JTt0ZAJUo9YevGGrdUFBO4UOL05NFhS5GQTBNugGwgQ
dnugD13+F3EjCn3/fX6xRYvYjW054AZRuuP30ESRX67P1fyQfrc5ZqlvpIFQuV7m7gWXjioNVkSs
nn669Yk6ASnKkznZu77tdteNrS4MqN5ALwMUxTtsgU5ZN+gUYEPXe0Rria+1jzlYGK8b0detIFhD
ZAMt4mVnfUcrF96wLaPWAv8LraZHO/YO0PfbW0ztrRQ6nf7oQ60PMljGRO6rRH+Mq+QIdZot3rX5
3l3OLtiA/oDqEKeai+UbEqfuJUQAIwmVnhAQmS5IzKne617pha6rilkMMYfiIH2BQu2Wx15bW5TR
IHmH7CK6xuaJuriBijjuWamjY99Duz4d9demgvDYiMfCbmjc3zLJyV8sMAoy7h80KcA+i7cB13qw
7aCYEY3kbgb80PSrZfxzfX3X7lUbHgSwRweYgaU7q6GL1KkBc2p6ByPb6cneoAfzg1K9f5I3c0aW
IgoH8bCzCFJdBnmHvLGKCAXEA3QcD5CUeZjyLRqIeQO82yBIcSE9NIfDrvF2idJYR6BPaREV+it1
kiBmvzSoGiXuV+kUvtTHjcOx5q7sC3uLBbIgDweNPw/uCso89m8DGlzXV2fNwFwQgOi4h+LqcgdU
Cqe/sbM5SrhJ2a19/ovPz0yVCN7BGbp8ihWFp2ZijQxRe+87YEapmy1yvtUR/M/EMiWOXDsEXzwg
fMukK27GockfjAQqr9cHsppdRayG1joUAOAK58N7cThl341CE8BZ2Wnhvo7xkB5JSorAtkDfMWRx
dgDnkw4J0TwGBCe19qUcoQB0/VesuUqkzVG6ndng0R3z9kcw1ci8cxRiLTIFAN18zabhWELU87qZ
tSmdmV0NRHUARi1TBi6kb/WpmDvg4jgYkQ/ot7ISWxbmv1/M5sha6JxxWED064Fmw97/zQjAeYEI
CngbbfF9O269xK1IHk3efQ650Y3M4No9gYL23KeMGv074rPcrBRva8TWyrrzeOc7rh1Ab83HzZSQ
O8qNwNY3RrTmRi9NLhwcQ6CfVhRg3w6BkVcNQSFuDFTxTHW8PnWr8eelpcUmm6wOULuiw+M0dY+l
gJis5exkwfcytU89mFj83GUnDxwGlHRfytIJS498kjHfSDys7hEEwAijcSUiMni7R1wG+dSqx8PC
GtoXmvcnINE3xrpmAq0UKA8h7MR/CxN2Q5yqLgDhROtX8smLixhKjGr4fH1G1y4NMAHMQRt69tFZ
9XYgqgJmZvSmLBqcIUzYi8WRfb2v7LvOVr5Lnq5bm7+2vKJm/mogcYBnAXX3W2tMm1g7FEC0mU4J
XjxFIV9Fb5Isv2eZeUtBorlxhazVZWfOz/8sLg4bJS3q5xzotpG396oukqDUxGlUE7oSCnk7NGxP
lOOPQkEEFfquvtv14fVBry7kxU9YhE5GMU5TOhUg8RD+YIZJsfHIXf8+4mAddQ8bKKG3k2orE5xD
eoN7jD0Z+Q/ocG5M4ppnR5/KfwaMhYEu6wgXWLW0GKGsVpU3oMD+YVpbrA4LN4LOCsB3gWZAYgiy
Lu9iTJNruciLPI16ZpQ3dZ91966e2kEuQeUxpc6WqsiqPcAzYBEQ5XeVB6q1shCs4lGShLXuCycy
oWBs3nxo+f8d1YWVxexxox6nSsKKrv+kU+fjVXTdwGJ53hlYHCqh8gGVVRgQ8QyufdHVk1C76zaW
5+iPkRniNksZILx8l0xu9UTQckBZvB9vs7R6sIh5cAl0XmspHwcTWEQ7DuM0PiNQ8dvSe7n+A9YG
CdSZiwo1+n3edcB2nZdCfA4l8zyRIUvNQ+s+1uPX60bWNsSlkYWzcDnJTL3QWWSM6LVOuZ+MEIMh
EVGfrhtaHQ0qxhSPZDAfLmMlafcUsqk0iUTjfk/S6ic6P8AapqLrZhbO/d9FQ7UVnEtIS79rwtLL
oa/S0kwinqZ4ASTq2EoIK6b6c533kCYxfzf6B18hf2xaSIcidYzA+l3nAZanwgWOqgN1vlP7yNNP
RXqyBPUb2vq9m21szLWZRKUXWQ1EU+Dhm/9+Eay1ldl6rG+SqIfAqvjExWeQVV6fxYV//XdEMzU1
2F88lNsWV2Sm9w0o4VEYisXe059L/rF3yPx9F68QTBewXDPr79shlHoyjRRKpueGM1+f2RI3IsKV
Acw9hsbcZoj7Ybnb8rKUxGgtei76nbZ3t3zD2ufxhEav5BzOGstEu+7V7qgzm55z9XCnPoh8+DM7
AE1C5sugwKcsSTkHzSx1rXLpmSTgjP6CHPj11V058x6afoD1wQWAZpmF9+QO4eaY9EAt2X7MfwDK
aFBfsI/d0fMo3liZ5/BimzI6pGXPFNxXXh4gov2PK7INXPjKMsAEyugg5QcCfckNqLQYjzxQgkTO
iE44M75FuS38m7n6n4nFXBWs7eppgAlmnEz0u9lBUh66DxZi/8wVUk0zuxMoB3Gw384VNVXdKIBg
znMtbzSf4uameb4+kJW5AuIX3heMrDgRy4yM7sXdJFDOPHddYIkj1Civf39lU9H5ykfJAR13GMXb
IaD11cvGTsOJq35ppPc1eqqVEfTaxyIzTBWWHMAqQKbRCg9o8Vs7Q+7ZzBCMnqcfXfaYf5bqw64D
BmzkP3H1Yk3MhXtltlcKm3neuWR36U2z1cvwfh3mpi30qiGDC8+6PHw6ovMa8HzvDJrh8d7eoq98
dzkgQYAC4x8lIiidLLO3g028OE8b4yyrW+uX0d/q3u76Qr8bACzoeGnPZGrgGl/qGwoyxIKMrXWu
RQLiD+jyTh97aZrYR1jiuTcL2wkednHmiKO8RHDdOhe5r4qbwtvYqssn9WwANwOWFoglVOOW15ut
mGrLuJ7OSS7DAqo5PDmAQtgn6alsRj/zHtLxuddemb0T8TFuNtzW+8hytm9AxAypRHBoLvE/yp5A
blSk01m3nyxhhElsB9NwO0FpG0zpj0KEoKVlHw3Kse9m5CXyy6C8eY951Ama1mNjODvlriS3Wbfh
YFZ2Hr4KEA029Yq2qcw5sQpZj2ctD2N5b7Unknw0bMAQcCkCtonMH2rci7AkLntqxhZg67nxUzfT
UCe/ru/tZU1z3hmwAEQMhmLa7xjIDAaFYNb0Aza38NEnCN2yAA+Yvnsk09n84bza3NnZQ+GPLTte
t706f3jKgkgCSoCILN46NvAGV1qV1sPZlPSzGpFMHJ1nU2yR4a8cX9NA0OWBXMdCtLqYw2KEriQg
b+O5bTSFhUrFTZ7lW1q6i6zHn3nE1kYSAlthBjq9HUxKC9IqTsbzH+X0Dr5I+6XxMbA1ELGMT9dn
bnVIF8bmq+ki0nAYlMxLMAmckxZK0kUImdotjzHfXhdZnH/HM2dfcfWgv2A5Hl3gyUGJjc1Nn70c
KvZOfpDNa633vjCSoBiZX7R7rd2Iw1encYYJorcFtAJLqmDVIyOAyuN4TmTLfUc5nwaIlGVOFaCu
eWhzbcMzrc4k2OmBnoImpb3M8WVaY/e1pOMZyewgS4q7yWz/xgSoqgC3ARQG74u3i1VPls6c2hzP
fVv/1kR8cgvvcH0/zJ94t1gXJhZbHNEHZ7kwxnPW/aOXAA6Xj0OZ+8lWVntmpV2acucwF08YCHMh
9FlKKaoagt12Nk1nMkFRpI2z8Tf4vV0G1WpdgGs0A3ethx2ZDvnDlJVNSHieh5WNnowMEtHgi5Iq
GGqAdjsnnnZID44gi4Xs+lTKEgUsxLczC3VzVGh793OzlM9MmhAEl7k4poXh7VjfWg/W2OuRCYLJ
sMuVd18NnjrmOvts1m3/pbDM4WdbcGh2ELfPd9Cb4k9OkhW7dgBGzcVdGOh2jx3sld9rqUPsG8DR
ughlJcvUz4YiPk60LvaEddVNkw7OkVlC+Z10prBzwGVJ03HcNZpdvbhtlgZWw62dTAR5TMY2DVjK
9BACbM6xSur6Xk4VBX2RQ/dtLt1TrNrhqFdlHUIpFuzelGu+Xmj9buKNl/i6NFOoYRI9SDLHQ197
IaNeE+kjtcbCtyz2u/I0pDBtkT/mg41WF8gmBLEGHiaWgcutAgAWOhIacP5j0+yaTKmdFN0/6A3h
gWUXeii8UQ9x6QAskxTxHRj0tIfCKLWntrDuGHJj9bSTYzmcLBoXu5Rmjp+Ugt04rBuPJt40KA/p
e+a4M/2D99O2iylMuUh98AaxMOeptuOajdnsOdlR2WZfSzTNhkxmeTDYpYbUDrRvfMsZXP2uS9Mn
dLmZQe4McYR21O9mlfXHMVO1wtS3VPkasihHYskEZZrklY4Cl9HQ11/1KfX6oKssJgMhptdRcLsN
St0rHolH+hC9AsZ3sBK3Vth7Bv2Wekx7NYDB3JFeEB6Q0XVfjNEov8duoX+iXlvdaQV2YWPQX0Ir
uy+TOSU+5ucZG2PcxUX3qyADeZ4qBBXYH+mLV1QW0GAWCERsNgkntOzU87EHjeqIbN3vRE3OU9/2
AKYx2oeFN7IjChYqUJCeP/Iu16NS417t04bLz0hkt9/TOlWBRhJkp4TR/xO3KPZCEISEMTIgLOBu
QgI15O692fTPaZ4bx6oiuvVYW5Id0pqA9HcAEwTkX9jNUBQCjKKdtdM73EXJvElG263CoR/PtVUp
zHP6IzNH/q1knnycsQY+OiX1F45KrXMToztg35u18zzGmHvfQWETWAyZPBC9ZJ/ypv5muHXxpa2N
1ywG6GnsxzpQ1uQcp560+wyrNJHB3mORhkfMLf1ijp0RQBdPD1Or6kKom1Z7yM15YZVpr9C8t+1w
7FpIzqWyDvBywD8CDK8s7+hn8NGlOB9FGWpoi9u5g9Z+YziZdUDdgt1bTScx0Lmc5/Votvnu8u8K
dxWoz31l/mK5Pfk2+DhCvS8kFrme634y953W5Qe94G3g9VSFkxNXod1Rvu9GKw9KkMkEeOzpe1OJ
5sasqBVmLHFfWotrJ5XGLMjZyIKyNS3w73nU76c492s2aMHUtGBESl1xErInAc8dnsEDtpBWTvv0
ALr65kurLPLdQVHVnyyehoVbq8BIc5DVJGl/mHKvQKWttHwcZC1IbV4ERishetmkVvuMLqY2MOLU
OxS5qAIh3eG3Qgh1K/DU+y6rNL8xjcT2aVdlDOpDRReMUIM/wvFoQWUnPXpvlf6Zm2VbBWMFeHKd
Ddl3m+CG9lM8OgOTi+lAhaNOJm/sQ90Td9fnuvpiyEx2weDVekiU6g5s7L2jUXZWkA+J8QWSH57P
M5F9MoouPYgUtXcFmYFbBVBbNMSyhvsmwxH1bi/gutQeZMbtfU6A2C8cZ4x43spQdh4EccvJCaWX
VWdFOudEQAZ77CSZdqx2sq8t64sjH0c9GFq7BC5Yc2/HtKpOThtrfoyyxoiyqJffdoVl3VVjzkOi
dZGt48LnMY0Y0eMQGvY/oX2X+mlfAtqZ51+QCS9A70Mg3Bs7XagKK91rxIXXoOX0kPVd6hOv0v2s
aXAxtFN63zZeG+D1qHwjR9dJ1WVgZrTictfmVY3SbGvzk2gM/Cb8qDvFO7lPu0zeT0ZLQR/kiZ0J
rcIdyG/GAJoMVZjYo3VkTNP3MfCnO8AcEUoyXX7DrZvvxoSnu2nAi9EltRUMKeG7OsOeVpXl3Ahg
ZYPBsaBORSBXkABGdd8omQeOKGnggPfMN7tEnIXHxFPN6+LQmrDrSmHvvVgrfcqy4XPZ5W7Y9N3k
g7FHe4gTVMtNybWbjMbdoSZtvUtcOZxol/a7vFDOXgDrv2/h/m/ETGhCRObcWBC9epaF7APSApWG
BD+almtsnjZzjZ2bKCecCkgUkRF9N0FfQ9VoMFsWAvwFaGXcWXf56BE03uMfO3bLYEyAzaIVZDGK
Hl5jJJk4OXTQd7wps6eWo7fObJv6SVR5DZaQSb40AkU5ffSsSLQ6fnQp8p0iqvsnk2PiD97Y+FSH
ejC3u/5QSoOhjxez5RuUlTsb2DA/q2l5kxsxILNm1dzWJZ6u5kjTo8AuxplOu2cLXfM/uCN5qISr
jkZKez82QI3GJ/mzss3Whz4a9w0d+2zIKv0WZzYOkFc19rWbJQewnMF5d950RFcCThn6FEJedmYw
FM3km1Nu3XQlUQ946zjWCaWysfcTHvO92TrPGWf1aVCy2VWdhk3rTOirjytwhUrNOdXMVPumsF3f
U0ZxP6H3MXDa2g1JZRcQRENYBYJjLTCHGpE2K1+zUgOg2pqsGyTx4n0DlM6+9yzpa1ru+WPptIAD
SeDiapvu6sGh0OF1fniT+iHQcvWqVKwjYk/h86ShHYSqOEpvEAUc0xokeKK2bvmYsPuWJOnBzGT1
OZtIHBi27A5ZXppB0VIRNizloQYls72tVeJQQvrqDmEB9uCIzslBJtoeXEd0BxGiSLKE2j6YfNIg
b4R9SOMKOm4VmknDcb5twFWGNR0HBBFDZj0NFmAEVkYgtQCAIQkshfbZxlB9GDvZsIvbNj2WbSLP
E8/jY9XK9qGYoKpEROc84CCNu4Ez9li1mfYgyioBY69B9lwnPYD7kLcaocvl+kWu8RBZn3rPsy7u
Qild+TyC5Se3qyA37ccGAeZOl0n/xfFSNQYVyM2+me7YnvVGZj+tusu+0slhO5vTKey15EemZ7of
kz4PshhcT2VDzaBViGUB60MoYCu670Ss7YAESPxGtW5oT96w62Q6BHGBvlJVW2zPCWhfwHhmHaku
u11OdGw6vGx9XVWvY0XRkzPQ4tFDs1tolgnK+NY0gium9vwBaaYdsyqyS/Qx3Tk2SzQwM9aGfbDK
cVJ76BvUIDMfYt9K2Bc2WWiV6DrxijgisXcWqrHnxOLqzob6WH7ilNc1olnIsKEWLENugejNFrR9
oMz92Yus9+sKm96K62Q/yAGhKWCtx5j2uHcK3INpXjm7kavuBq1n8rmvAPBzWVW+mkbu3qHi031y
O5Kf2raazg5hqeNnoFiubgWbbA1VzLgJeNtOiLch5PTYDnAIiTENgUT2CHcKxJ3A+NKhx9vOzi1I
lp4QmoFELq7zfYK88105KO9F6nlcBxxvydMwMDCvdbHWNz44adL/I+3MeuNGki38iwhwX15Zu2Sp
KFvy9kLY3Tb3feevvx89d6ZVLKIIqYGB50FoRmVmZGZkxDknfiE+0TiqAMki9ozovi5aaJdh6wV2
Z0b9pgb0uSkI8Q5uVgt7qxw4HrRA36DlZW5HWeqOcVb4x8zqqq0aGd9JNNR3ka5S8uvc5HOPgtCH
1s9ocJtMabWhDV78sBn2vaJn22Y0FQTLC/HZlPPAkT0hQGUv8HkPFc0haQfWMYFo2sYFyYoxSTdW
TpyeWo1BsyjNuvPrMd1lXv5FqMpql4Z68iENm/yeXp/1g6+03jHXlOKsxWX/ydAL7ySWIa5SKdGp
0MLf/Ffh1u+UhsaQ7E3NH9qDRVP1E++twinygtC+lExaaamdu/Mjr+Xdkgm20BnhTpHr2E5UHhoJ
iLoXxdXkvV5q4tliYz/Xop7tfN9NtmnY+dtATBDk64v2XozGdD/o7fAxUJP6owp+neNTley0a6p9
GbkbMzRPMCs/R64qbJuQXlqe3EWbMEnbR7nnxVRxHG4gSlR7WY7VvWTV2kapxO7ga620dev0lxuV
DYdFW9xlZSA9ZrIZbmKx2vY6Opvl2LV0PTPrD4rk1z/itAK8HBTKAwrDJvClVNpGIOq5q/vozhez
aOPVfg7QXjz4kmCjEZzbwiiPdx110V3thsWdYDXeXtFc5McBtH6kggLICwj/tq/L5H6Ch+zjPPQ2
5tiZH6Q8jLZ5aFn7Vg+41hHBeFal9O8wqM2zqHDM6VZO3NIVArVvJT4NXmD+kEspoe7vNlu5Luuz
nqTqvZRa9Z3RiL90I+OAbkrpLuwVJOr7ULXJW8b7UaMFq09BamMR/dlamQ07vWkCVB5NfSf0vXTw
NLGxg9gMf6tyQ4lE8YRzoUfhXZA1yT7yOnFD2dTfVV042hzhwq4quRgCrUrB0dZEoRYtRSHclU4m
aeNRGFTT9qPc3KI/Kmwiy49PrUazy970c9vtct8GxJ9/qwvEGaBVu6dRBjs9ivF4Z8lD9IPGdPre
LKX+A9r+v4cwil9URWAutehzZ1XCPmvcv5qqSj6VSpg7YCrpLtrLspPJRmsTj3q7VtbTA5G4t5nU
ZbckRrotJDHFllifUxMIdPvUC+Gu8RABtEmZiI8iydxNU3f1NpbSR1/qpJMLp2/nWYNwVmuyEnqo
Zvck6rOHVg27pyQQ+hetlj6NdUJr1VxMrE+upZ6VVhReENCRaOMYZ8j+hZbv+FH3zfL9/iGD/rIJ
Vfe3lUbNPWzI/k5ui/SkcmVtAr/v7IyebwodIrtJiDSpNhmTI2C+EY2T7nrdNgpDumqkYb5JA9G0
u6r0Nm6g5fdKIYmHNhXNTZGb7T7x3WhTKNpnOteZxzGI09+Ipmn2ONTTm8uPd5HmtbzFyuKs12gV
1bI1anaWS+NHnX56J72Rwg0hr3gwjOR3GUfWsZWLaNt7OnFZUCn3BZLW+0SQPvh5l2xMLxedQmmn
KTSGU20J1hZBwB8JHI5DzOtrH5ZxQ1ZBiTaxROYpTQVCbp5g2h3Qj/4lAwO3d0eRJ2UfJl8jQSi/
gKXV73T2xiFQIApreYzaCvGUHUSutzWLgrxWm0hHWt6Pj60A7t7PtOxjEdBrj6erex+ZprxL8l44
qrURF3YnVz7RhYFwsVdmhAFxbQd5Yu1ScsS21xS/zKAp7JgtfhRIJOzoAYL2Q18KuzHP8ycC5tEW
aJxpFyIe5VlaZ8tlLz2YcDs++EkZfL6dQLxKg05ZPeuP7IAkTSSIyxxl2Xe6Nlrm6IDC1uUPY7aS
Tl76/tQEgi/DmUbp7vL7aeVVOsii0ambxz48+fJKKWbl++qsFtvRwtSUAr5vnWN306+Br68qFUwP
lSuCBYqYJD5n+dXeMLnjend0uiwmVXiniPshXEPgLY3htZFZnbfSEq3TW4xE/iYS7DXx1rXPz5bA
AltX9TWfN8g5Zk+F9+3tLmRNdTBw9gh0zzEcg1EMekT6yUmq706l/Hjz1yFXQHxDY9ScqJ6XDuSW
XS2UrS46yE1+l8kPkQJ7axEWXvNU7aAWRckdK5cmaPndRXmVa44rJmcqZZQfBuX37WEsOBI2gG5Q
huItMufdUmixFJraag7C31LllCmpiufbJq5qAdMwFGi3KJ0BPjOnv7+qDTVqptLjNtOchjsS7ahP
WtySnI+/G/B9V6AJ19izSaZkIqNA8CT7Njs2BjKNxZinGhdkf4yS9m50mydYtM9y5f0lDg35yLWG
wgtujEkdtTyKbDKMnsvhibnQm6FaaE7mhXZ853t/356+aRtclFKYPlAE7HHQVKA6Zl4QyxHxTOoa
jpz+PdK9MBhskql2z8YXJdJAa8I1c14H8A540vQLxqsVeZIkuhyQlltWnPqi7qStIe0K2YXbrpd3
mqsfuszfRUFLzjZ97hVh16W5u7k93KXpnM41k0kFJjPHNpDWrQWd/eyAZNkM3V2ov7EbzH/G98rC
rDDacqf7XSjrjge4K8EljXc4POpoU1mKLrCATC4nMCNYNskm4RE02qbI0qmUcOhN4DVv7N031UQh
ozBdf/rOAC24tDRIxP2d0ShORQ7NH2yBRO7t5VgCasCrpNKPSIoBi3PmDVBeS7EuStkZqZV5PNBS
Jy07G6LlmBd7Lam+CHXyVXTVQ2WlB5+Entr/uv0brlwCRAAwvP/VK2f3EBG1aWYuxURI4jwGA0LJ
lWNjyQIB4dQmUqLwMpfQ8UE8IOcQYGFKbnkw6eFvr7ICFirY6PbiGJNiGjfH/KQYCrUoErlzysrw
UkBmNKcu+tLkDWtVlZ36fnGMwyy+H3o5eMn0wNwrXfrz9mQu1LORAJvkIuBtyTA6L10mEbw0hJsO
xoFXvQGb0pQJ5dTQVqRq00ZvbGcyeSgoU6YVbuAf/tSlOcjhstHoSudo6Pwi99039F4jLV01X9Q1
va+rk3KyBWoMOoKJw8xd1ShpQSBlfef0vfhZ1rx9qeulrVF74eIcQlvr0m2gx39J41o/tkXLMOAB
YxGPXeGBO1XJS4iQndPQ8btrDLp0Shs9PbmoCrVPVZduXKHY3V7Iq6uO0UKKn5BE9LS64hH4raZT
KTE7R0WCaZsOyaOOUrefIQRo1nBL2J70g5bfqHj+Z0E15Jg4d1Cgxo0uF1StqgY9CwvdSk61RD/4
smeHgsxLjdYo+iF7Y8O2P/YmRM5E7+ZCn0cPsdXzNjQU/BWWV0Keaw1MdxUBMY/A+6kfTbhGKsWX
A1LiTEubNmPv80w0LeQtalKh9ZvvtckMpSNuNIC/iNJdmmELgByQq94ZVWPbj9oZofXTbY9YOMUw
wfkFWnwir84eBf4gkLUv296J8qx5Gkxyo0TY3qfbVpb8DnFjynUo0APDmVlJLLfUNCHrHVySqt5R
K6cS0V3eNJtGO/btt9vmrqJH5u21udnhXzdDOwRu0TuSDyqh/2XKz4Ol78fwr9t2pvm/CLMmO/JE
ECNqlK5IYo2YW76npb1Dsuaj5uYcwsO3MFc/G5VEA7NgY7XGYwKYenPb7nW4NRlWUaPmWoAoPd9Q
WdzGMS1+ByegVaTkCuQ2ip2mVeSe/i6sl4xoy1N+qmsEoSW3hwJA8AAP4BoAKQiWVleBBBZxfJGI
w7Xyd76m67IUPCCN/0eEH5/nCp85vRhQkevG3vHEs8YJLINFEeJz4+qbwKhsaXzS06MiPvjyb6E7
vZ0ExVHMqcy/Ks8/ZN4uzatdVsZKIMpOkaKEShrTC/zj7eVb2HMXJqZpfvW4MetiysSOsmMmFdy+
gyA/3TawcF9fGJiFeKWqxI3mMwYppBii7P3m1ME/DsNvjbwSGiyORZHQv+Ya48ExWy2U6mQlpNbl
GPpfuvtjDZC48nl5lhLpI2s0hzTm83Yuh/YYryUUFlwaMinR8HT+ERjPQtWgVSnMwNN2rBLMcDE0
0ksB8OUu6iRthVkhTd+aHRcGrZkB6qHSgRLYzNaQVekoZeIIlt+ypeCbqnwYhWDvZ59V/29znKpA
xdEEq6WuJAUWjt8Lw/Klw4VapHi91oxOGXqfwBPvfOWL2zm1XNEt7tjEK1jBpeMJe/AWcAyg4HMK
Xi4gAVXE1ejksvdTj8SfOQ0hqM2QTPc9OwjTA6Tov0a3+KC0QDhuO/+Cy0xdQsiBQCGiX83MIxsr
18ykAXwpQ5NB5Ozbv/r8XBSsTaNg8GU+zzvYzopdbf5+hwFCfl5QQHF5Pl0ullcFVWh2zeAkHk1g
e5GI2zPX5GKmj8xdEabEf40os31Vt2IoWl0BQtXFAAjmj2mkvZCH/rv3SeCL4jfBGkM7NfvD7dEt
7TeEWchM6azRlVJGWZIOl9wQDH31VSfGrg+UB2+bWLj9J+2X/5mYHOTV8apWut63VTI6gbFVf5QS
eubHSlvx8UUvg/DOwYGsE1HmpZFKSmSlGjGijFttoEv4yjwtD+Kf78+2rDsIYq6hTuR0+b61Dp60
71BOX8tDLa/GP1aU2Shqc2jSFitKsRMVO/iqrI1j0cKfAHZqP3OVK8z0AU62/wfUC249Nv3vsVw9
SqW2u73oK3bm6lem71fqWAyDo/GO65Ho86jM2ppfOe+xw5sN1LBxLWDiphWQtQYcvpY9pGCAKwfI
xW0Ti65l/mNiFr1aXmkgj4QJD+xOFWW2ttaebNG5CBtN2g9ZRLAz5xUo5WdVqIO0JnxMOxkUir6l
bXYnl+8YCwcxyUGZToEcaJcOFkGGHgZBpRxAQhA02crnl1b99edn74qYR6uVgNQEaG9s5V8tGFP1
HafJJCbFLBHekFa/HAFyr0owhJno+MU2yDfeCVCFvvYuX1ryKdlNao6O0xBfL40YrTCGWUXlxxxB
3Yh1boem9nLbrZYWnYwYlEsSjKQbZnNlxq4LotsTHdPodlZYHkM3swNL2pnh/ralpdFw8xPFk7ey
eB5djgZAKAkIYaBIU5rtQaKr39aDVLAiGrtkBVUTeLwG/WKveo6J9JbWhYBoqqv2wg5Ize1BLE0X
ayFpUKmpJs5lxPSEcr87aqMzKGAhvWITG8auyY56vRIWLvkwSRkadvKMNKmdXM6WXKWaSnea3qFI
bbfRjxTMSpqsPDlWjMyPRyC1ldLkk5EMXeLiS6uSFFlLVywa4dk00bBoEzv3MGL1tCVU6VmRcpMI
v7FlF2t8tcVlJ8Aj8Urq9YpvJZOvC6Ho9Y4J7vWuGnP54HrN79uLP+2FeXjEavzPyMyD3cJwm1Ln
oZtEpB6Lbyll9Fz5xspY2XtMURFEppKK0NUDpFPbxBoNkOxhP9BdTCzvLUF6arPxgVaiLyWw3ttD
W5w/C6oYSjrofc2Pmjwu1TIqVChRWm6bEg9DZeVQXtw5/1iY6/9GZAErWPiDYxmHUNiOSOYAdVsL
wKRFbyO3N0mzEmvPVQZd+nbntcrEpdBViCweOn2w47j64pVxfe82BdgQkGxkjhPzq9DQVz6hqG8n
fW8eGquBNtJuQyNpVgK3hbcWeUfiQhIlyFnPNQaECny83Eccs+33OP4ulU9ogpOahx2YoCtxezEX
5oAuKrwRYIADK56zkhUjNY3SoFzdwhLiDrZrlTPEf6Ou/pRP5ZidSuKIc0ydK2dHFAAzwx15z6VK
vbEs6Clvj6YxQG8yMvDIG8wv2dJTYdSgcehMgCPtPuzfKPs9jQB1Pm3CPZAxQyDjcgQtvQMjoaFY
kyflz0QKHrS88eFV1cGmpuxmW7T9OBRp8vbsyIXZ2TkyeHkHmscfnFLrNsAfd6skyj86x/OjSptY
r+xmSod/3uKvXjuGFTSWD6GHkbkdeWgAcelgJnueQPq9OEjVPa0yrEcg9nA6AnA4fSokuzCJ0Cqg
1+TBk7NiIzRq+O3NrgkPfzqg8TvEXGfhhjYiLkorBs617t7/2hRb0d+9wwJCG2jGoGdO/vVyTQMf
zlyAyI8jAXaNzBJA8UtWraFmlk4zWppqEL5hC0I9v7RSmCDWW4ubM+6lbTqCWS1PVQ2x440tOf64
6GtDM1/xzDSt2xBD7gBARMy2YLDOfdKj72OpX25P3cIhxQOGor1OHgrA3mxDd4E3covC5kwF4UHu
6P1kCQeU8Z4KiWpe3IVfRDH4ftvm0kRO6wSrmKPqqpjhFa3vmiWcy9g9ZyrqrKKNIjxd5G+bWeKC
E0z+z8481BGtIZTLgVg6op1qBuOpAvlm0eVZjD4b8b2Skfdiw4d3bSye8npN73lpal+bn72tkqFw
XcB6nJXStho25fglq+4kbZvItmisRHVLdzlRCpNJxAXVeOabQdQXgd7IPN9LpGBytbZ5zwcrE7o4
IOqjdAwAUMQlcLkBzDAwMstj3XgRtwdFEMYPSuG5G1epSepFsbEL1S76VCX+mojLomXCSQJwi3/m
t4ISQ+dTNaayrI6lXG9Kqjmj/BxIKj2AHclYeVAsBH28vwyqzhQpp8fe5UDLSberccGWacITKZdk
2OflPfOqv1kLheuUPhdURCmJkaSc7T611nt4vaHowK7YjOXf0C1q//PtbbDgGrDecQuUHaBrz/uP
VaI0RAOIZycbn91xr3Wnd3wfOYLpAcb7fq6gnWdeIrV9ITkVjVAGuzBXIpvF3//q+9Np8upaE8vR
SxsllhzZCjeR1NvFm5GK0yqgV8kxyOOLG2pmgaxUEg+K6Ih+ZMvb8a3Ndf5ETcj1IVRCI8KplHVp
IDerLkkUQ3LMhyFUbAGG1e01mD4wu/px1enT3P1TI99LA7XYxpWrtrKjxpGxbazk5IYatODmXum1
Y6nV0absrBHSZfT1tuWFsxwZKtBrU92T2HA2NHowi6kwwTBHKA/dRv8sWLs2/fgeI+DXDAs5sCvZ
ECVypdDofdGJxYYeN8NwalzR3fjW+KIryeEdxl6F7TNvUDtLFkQQbE5T6R+R0f80URZtIQnPg/kO
4YuLaHfm24o+AiuoldFRi73e3dW/bg9l6VHAww6fJl43EAq7dIu+7Ix6cClphd8G8c5UHHetw8vS
5qRghiYVeGsWZ3ZSWkbn0z+MepKZ/J2nthav9aW6PopRcaFz9CQMzP/PTxdJduMQLSHjrAWA3707
z/oawE5W/H7bv1nUDpARxlDIVRHauToHshT2nxQM+jmT7oL7wH3z0+by89Ml9+ogCzoEI8aUz6cf
zGxjrd3OC+XySRGeLBsINIpt82PMygcdInOtnSGs+CW6COO58Ty7KU6SdsplcavXf0sTHVi4l6BK
Sv3zW73t0v5sfNYwZBDCOu0sWC8FdN0yuGsSaeWku3ZpjIC4mep64JfmEN3W6tJijBikFHwsGgiH
iR0ZT7cH8gfqdXmcTtIpsI3AY3GnzaFg2QjYIiTYOpObL/Zlm+gduD5F++Q3QfiFWYbQmSUfraGq
Pze5rBDy5IFvC7HkbsY4h1teW9V9LxvlI1BRqo+jGwZfGqExD7XaN/dq4HtOnTbJaQy95KB5ZXTI
lamV/QDiAO6zXB+59Kphq6VDf9cTpRw9nrR2BR7iREPW+EdbBN4TlaeeWr4pfUG3XPjiDRpSiYOf
O62PVmZTjrHt6jHwe2+M7JTe2nRGGoxtFzVSeuCIayFsjfljCHsPcK6qvPSh9anO6t9BJ8i24Isx
HLAxqMc9eTD/VA6D9y1Defm+HMzmRNfRAKxTW+i/e7Bkv2J5ELa3V+L6eEGqGskr1huvvpK8koXW
R3TZl8+00S4U1EBXvGnt+/JsS5Z5V1W6J5/r4VOiflG1H7d///Xpdfn7Zwdw3UphmqiCdO7iQHS6
sq4eJFLhCMOIrQKvxpeDR6QiixUFvKVNMl2Vf7Qn1atL2UihXYmJxiYpzjH0UVjdbxbQ5Kx8ZWL+
tlIqt0z9HBPWvongTe3fOnHT51GapWAIC2MORssyHLBvPP0sit0+EI5j8StPalt17zzoiLdtXTvB
pa3ZudUXtRp7JbaG1jx4yFzp8srDacECwBKk6khPEqXNq2xS5qVKQfbuLLX7fKetCY9dx2CErVyO
kwlSgHMVTcPLybJ6Ej1l+k8Nb5RCm8BRR3UtzbI0DPRqCTGR7JyUKC93SxUGXiFIrXkOxO/tfWp+
vb0OS8NgHNCQCWWvO5FSFRFy37P0s4Q+7lNvjgh5oCj/PMZK96i1YryizSVPu/vymKcZFDEFCFhg
9sBULsfjNo3XjnGZAi4riqcuH06SCVV6VwbRiI6RKaLflH4zxTzadWNUPRo1akphmvq2WyPrJga8
5yuzsj5lnOzmztTjYj+Uasrkm8ZGyeXoBw0h5KdJA2GTCVnzfHvCrrf5dBEiKwZ4YypOzX6/F0t1
KyRjckY9QJyk7yvFLt9ck6JDIXchD34yviA1LufIJxhWYXaGZ0MsNiP4wkrvkZXY3h7JtWdNVkiW
EEYuRHlp6Wdy2BjhWWjvJcvfdOPaTbI0V1NamXonXIQrao/veUOviml0VhLR1gwUAMTG7vrfbx+H
oiFNCSR4SpXPzvs+GzRqnll8HoJN9jSs6VRfP/NAer76/DSNryLIUKo7v9P4vKt9G4OdUH9AVeOp
qA9hfZCKNx+LKt1tCYQ5tcgszVeeIpQxiD3eJafxgwHLG+G6t84Wmr8GCWGq3QqF29njAWlSIzTr
rDrnMu3QDll2vP396Ty63N98nzKCBYITZPN8fwSq6AeWElZnSa7Ch1Y0/WeRiOIu0vTyg+q23UkR
RMPu/W6NSHbtz5PlCeWg09/gSqPRV3O5iuuiOtd/t7Edvtwe19rXZ+ewOETIdIRldS7CYKPXp/Yd
CQtKJNBmqKvSoZR/Lx3NimLELDjyzj3CBYMdKmth/NIQOLJYFdJ5zNRsoyiepKaSytIP5aPgfhCV
1RWYUmezxac1lUZyjYbDuPFsCFIjI75gTqEdtnZe2mkbt0SXaSPGiWEdvbEJnnkeZxuIvOomF3ic
bay6LaicubSF5WzQhB+Za9FQUnTLDTv7BY+R6LDrtSJsG73ZC5Sfn6JWNrd+5pv7wooFVCGGeEtJ
INz0ivzJ62rt0XQ14Rj6KYBHtO3Hl97SB92WMtk7VtBpcoTlDKQns3C87+Sie0lq7vBODzoQOZVg
CJuqFIdtWubGmx+kzAyN0TgO6XZzxRAVC19uhnoonGY8GeGzWazcHdeLfPn9WXRdmGXj5g3fbyGg
SuyDfmWDL8BLsYB/chlPpc95dqDyvb7rkd4G3vwxBp2h9WjBIUwQI2ImPBR+TJ/Hb0OabG9vQHly
z0vnIi+MWVivJAuuMuFuZA5KbJVAvlrBzuTU1inOFG648/svpXs/egfJ/drq3114e6J3pMnkRgo/
me3LWIPSN5JNXBk0gfrdx/0p6aYuXg9q69z+kdc33sVvnMNTKzNra72pK4c+dLmwzYxj/eZGBhN3
+Z9pmHM9/VhJ8glh6TTxlywAOhjalbhy2K0NY+ZEBgGVXyoMQ0uf5Ox7otR2m668Nq4vimkc6PZy
0cHEvarUQ+9qmyKsHMSZuschEYVz2AS8Ny10icIxU7Z9K7wM6FutOPBsh+A7U8mNJ860C6/z/0Ke
DW1bhYozyHdy+ctL1xqcrRmYXbFxx3xBHlUcESWoO31YmbjFz08NpFHi5o69Kqbrap5QNoZBWhe/
G6U9N1m8stdmT+j/TNHU6oYaCXmOOYJ8LBKpt3JJdgzLPQ7mNqd2lqUvQ/kkiGvlmPl58v/GIAij
nUsRfR6RZO0QdtwPCnD1egfs+Zk8414P0fSW1KPUtOdQ9XYqiLCN1OvPt/frPH/3H+PTpaiAm+J5
PbsT+7qKdMryCvsI1dmqVO9rnxaPkm+jw7QbK4CTUoS4FOJx3+ReQ8UUYbjAC1FHm66klV8zuz//
82sMOHpAmnlizBtwyH7T+KNRKI4e3ZV5b7tagQjkT0upt1TGtrIUbf38IRB/3rY72+5/zFIMI+qY
AkOKMZeRhwDpWSqkQXYS814eT159V7Vvu5auTEzv0FdRdN5K+ah1veyI2Uv9EAcr5+7Snng9gtmL
aWzSvFCsTgaJ+lUxvq48Wte+Pov9tCKXWviMsiN/1vqaDs3Kyn5bMzB7VCpqQ32lxkDSH3WEeQVv
LRsyze+ry/M/8w+8h7AcJdwroqGURZYqAI1y9LChqW+QqId6kNCXEgWB8iESWe9wqan0Cc6BNuHz
YLZIjLFMR1l20krb0reG7SLCVd7dtrI0Koq49GOBjidRIL/0qsRTlSCnu5ATSCjdSh9N8yFJv0fR
878zM1sedyjGXhkw00qQk+WPivHYNzSj99ZSo0vnrkQAraGKTXA4L+xltZwafpDLTkjwMBTJIWuk
Y242Gy8bOQlc7XB7YEt+J8GehEoLsgxa1OX8RV6WSFaO3/UIatHGSuW4+1cW5gyypBSMZhjgwmnt
p75+0dYIZMsjQHaCrKUF53h2dJlQmgstVdg5aY3yVvBYheFKxD6HOv7ZOxPbmEorpGYQEZez5NZ9
VTdFJTlDoGvPbm95OyPLxJeYWt8Whe7oM0AsfSvmav7cCoN3Qgtz2IRy426TJJB2yJCVL2khWg9e
ARTx9gQvuQwp5+klb8GVnz+5yrFVPBTPJMdXogMdBJAzk5sH2S3JGOXJfY046zuWlMuSC4oHAJMz
cxohkaOh0AucRrsr9nXzjvAMPjStught1CswopkAoBdKnzswNRD6+OlHa2fh0pRRPuf3A9i7Rprw
Eq3VwHBlB9hemH2XPHOTV0hZqncN1fTby7Pkn69tyZe+MyRGlesoTTtTn+W0OsZJtDJfy/HTq+HM
QpiyS/shNQQZHV6aVQpDlj0ISMAwd5q8s9pB3Gt1mh6zcMhJJCbFTlLQLX37MDWAhqTgSF2gtHk5
TCGiB4hnBJqTSztU2vN3nPOEQ1MHIEDTV/IsZZfHfpj2mlNUH0T/Kcvuq0nI/42olz8bfQIzkyFh
O6FJcTmKKIf3E1JydGJlQ8Y1F1eWajoo5pewhuLQhNqhYjCn47RFFUZFV2lOkpPXfhlHG1XrdywE
mwe0pEk6bN6HqajzsK2qGBPqJxmB6JU4a3EEHDNEEhN4Z94DCERtIvdugliT/7Mgu6Mjay2NK2NY
utWnBCUiJHTGod/K5TKoBU0MdI/VRi+p/1h4SHPutrenadEEzMGprxfEOGn6+6twlEKaT+jgao7u
7gyYagHKKkn4V5uv1CKns/BqxV/ZmXmUkZeen4+G5vjhi49mdLUb810Udpugz20pr7dms3Y8Ly7R
K5Oz2ZPlXslQ79YciyKeauvj3mv375k9wGcUjBbwR1y4QU8TSrxAzCEUF8Yu9RXU+sNvgrrGZl46
QLlo/mtrXvPUSREMNDLQnEiUjj4J+C59vj2apQnjbkdhB36WRkLg0hdkiQgiU0YmbPRsNfso6E4k
BSsH5J+H5NwTqCMQ02GK5NVsWareKOLEHFVH6lL9XKdGRw68FzV0Z8YGbc+u+ctr8/Q4uohmJwPa
2kEXkjV/6BTVVewuVl2Ib4n26Fn0aLTl1lXRZRjLws4GKSS8SpRzVWnKrs8afZMHQ7WLUPGvbVfy
6AkWSPpfgwieYKSdxGAP9GzYD72uf80nvIGXWAj3qkO2o0Iuf8zbsLU9OZ9EozL30SIqzOmk4HkH
oT7Ehtj88oc8fJLH4G9ZK73PfiqhcN4ihp/lNBA34yG+J5BCV2fMuj3dM1rb4sI9im4Y/7y9eEvu
Ae4eTh1FzEms7nLxUFognZxHuhPWaLvewSW4/f0l5zAnRgnpCURa5t8PW6nrU5WzyCUNUlbCDuTX
KaRhwm0zi8N4ZWb6+6vzKJYypQ40fFAsNo2KEOzKjl0bxvT3V99HESzyUpnva1wKqL/LT426crlN
Dnzp4JIoIt4xBchAoeaoNEno6y6OE5XL0zNOViModMVt9sOYuHZcm/190HfNFvDHGvf4+iyHswmj
SqOYTGJvfqsqiQXH2ZWQoUW/2diEOHazkZoVEYfrGZQolcoTQ5Aj77p4UhWZ1yLC+gTxaWNQakjH
Z8tfSTSsGZm5gQ7NSERaPibCeYyCv3v5LlvLUC+Ei5cDmbkCmgIlD5Ugfsrrg258EFHCJ1aU9n5A
4wk6x3+rwpWpW3LuCT4G1Jqa/xXHDrWGWh5zQwXCvs+LT66+klu6doCJ0fDP9+VL5zYQy49gSKmO
P3zgfwLtceS9tVYHXhvF7KTx6WMA5J5RJPom/Yhg2O0T4Hrpp0GAuSTrR/M3YzaIXqTsK2oMgsZ5
pDnr9MVfKy4vmpiAfMB5wQ7Pn4pJSGq9kHvVGUZPs2O5jxEDGbai4r8jgOPxBjHCoAnMlQCJkJOu
0DwMWW6uflRiLdi3nRv+GD3Pey7KMd3enrvFpQFRok1E8QmWcekAGfCIOhlKTjf3WXtQum//7vOz
fL6iAfVm1yC4KtnSREl4x+eJCng9Ten8eW9WmiJYmaYittqJJ3rM0t3nPd+nxCJCcoYTNnNcJMZz
QzS4woa7TPBoWfzr331/Wp1Xd0tFD3RRqPm+Zhvxg5Wt8EIWvRb0039//vT3V5+vxVruyukGbr+Y
g62Jh/iNIhl/nn0I5nA4EdASTMwCQEKlyh1Htl5unnLpoOTRocnzlT2x5KOvjcziv9AdNE+jDydp
jftiE/VvvjlEenvC2AA7O/FNZp/PU2NSykd4WDHPcvahkjeDunv7Ok9PYzoqQhTF1uVCiFVOt4PO
1MgznIgws/eMgJwPwCqOJmsOHAExX9G7M9cdMd0OwUuQPSL18I4RUOThlNVMGcjb5QhQh9cGSSVY
lMK23as17ZK6rlxDwCxdR4g70uacO4ns6tV+sxIFzo7mCN5Y2iC5HvrWP4he88E3/ZWTb9GWJtN9
lac+kkWzESn9oIaAl7DVmuUGqk1yF0huScuvtkYjVPGVp9tTeL0bifKQaZZQkwFEMgdbxVpvSlFC
omekBxXdFpAj3ZE7u23keq9cGpmdKGOciAr9QjUnLA9JsvHWWhmvfX92pJjI6Cv0eyba/t2Wn6Lq
0+2fP1ca40CZfj8YLjwZiOA8Q6qBSWQCQy6MoD1korqZWmS4MMXtoqo/JJ1y4BYWbSUfrY3Upj+R
8N/f/gnXfoFlvMwEOYpU4BxHBjZHaMJOVx2xzE8KlR+aJiX7Mk0+uUX95nMBXjrSotTfJpUZdXZ8
dkGkxOFYK05dnQLzuBZ3LXkcPC6OHLyc23GWbpZ81VcTP1OdXuk2ZmpuQ9SYrHGtaH+dqWEU/5iZ
IzeCRIwqc8wJIoW4Ng6F5iaO0knpZxS5ZMcLZHrfDXEdnMYsH34bae+/3F6yJacEiolCPYc4O3W2
latEgHKTCPCFSOGnPb0Ah+2/szALMelV5lMsMBTHfx6CYyyf/t3nZ+eeW/93ACHSZX2+idM3KhP/
2Vevp2h2LtDxIzTEUVcoV/l06NpLFdmOo/rDoI3NO8ZCnAxCWcOv5xzRfMgiP6Vfn6NZP82TL32/
/fmFkhLeRnqTgqxBse8Kw0FfWR3o2v+R9qW9cuLc1r8IicFMX6HGc05OUcnJ+AWdpPOAATMaMPz6
d5H33ttVLlRW5VErrZbSYpft7e09roW0gvnW8y8Nkk9kPyD/5CSgagQNDgY+AgoGwAx5wsHY9WAy
ec0eL87hVyCUBUw43vObjkk2oQe7BSpxNP8qCeKNj/dXuabRyEMjiQsIfBfMC9fPbeI3lMU9kP0F
Juqzr8aDI6R/1AF1P6CFYmgY9SjpxuQjODc7+BPRiJJb0FUKfV5JaKCzH02yNjhNUFqU7FrV2BZA
h+Y4oki9FdZPUAb98G09KAhmOgdV6XfFzAEIW8eY9bJlN1M3Wlva4A1o/Chp4k0d74FHvxvjB9Hn
ly3DVqG0vLhY8HalLdOnmmjebHuRFQwNKsrj44UgA/HlHw8R2U48Ptdn3qSGVfeVxs6s+fJrat7u
a9TKJi3pl6XtfgHBlev9nCaxlZdTeUbKwhw2pfXDHxQiVpT2SoT03FSMZYk9QoS90/ACtIpcyKI0
UpYMk1ULAAM0FwGrdAAeL1mNgj47g6rvmMZuSAxA2J1Rcgn1WeEEqGRJ9r4QNKaVPrCzlm6pieWE
2rubfuDWX/g7V4uSLL8xjhi34pyd++oXrlTQUXClNR8wM/rkeOyQFFYaDCD1FVkXdINfPe4uYvAS
l2bJAi+oVNc6xwQw7ljSsbNrn0ADqMr8rblzV9+XYitBMlbVvGVnHewJ8WfTA+3gB7s6MB/kv+mx
JlubfiCJIu5dUUTk+4AQtbTPwCuQFBHxqiccm7FzOj7VW7dRfH5VOTDeB5D2JVsrozv4BrV6E4Ny
50z7MDgzitNvaL886E4N3ixFgm5tKQ7yMoCJQ00SE/nXB9RWRlMnRQKjIEK9xyhIqoK4XzEMeEWR
AoT7ifKwjNratpj/p8LDRUpFYPAPLbJoGvn+sPXBcAaC+KUcQDAJe72MQm+HcaBWcU4HsA2HOd3M
qidtbR2XIpadvEh21NRup4zZxbkf0NE+fva65xY1ovvrWAkOrtax/IgLIXmjl6xhWEdcbGwvANes
3e3gXN+XsqZgl0tZfsWFlMZjIo9Bfn0ekY6v8n864aOm9Itme8dTHMzqDb2UJVkAfQKUkkYhCzDO
h8TSt5phgPkVVLFD/TsFjSX3+negCG7AkhdpRaKarFCtVbIQoC9PfTAmFecJaOk5Mngtf6nbfdIc
iArdcfXwwPQDtp3F4MnhUEGbIjVHHJ4gXeBZry162o2d7SjejrUr6/4rRvbdGCpSBko4UMTUBFpP
A9I9RVvVqqpflG0kLaSmlrK0MbFn4ge3cnTY/jRVIJVrioGqDZp7dRRukJGWnltgyZeA26uxDFRC
7f5bFT/x5LlEkbJ3fjrud64fNAwVqoY2F9ssvfJXYqWXNyu0zI0TiO3QWDljA1EKFaE5gWhky81d
DDrb+5dtRSuWsTE0SyCAhIGSTFNu+7mBnEJ+NosNVDAe99kcOsb2vpQVj/hKimSduFfTLgZD2xkV
A3M6uuTYje+tX29ohhnF+ed9aSsKAmlLWmsZT7wBBBpcp22qTMtBL/kfQ/9sVK+jin5GJUI6pxJE
v2BRhoiq3fXg3WZbXfy6v4pVVbhYhXQy6ALsWOGipAeP9mCUP0j2xdcAZzn8Y5dfi+ypjBUPu2pN
0iGJyRuyusqKs16527p+77pjqY8KfVsVgrFn9OctxSQ5fsVA8jDFnsDltUE1ugeMfFCqAKFUMqSF
sKLrct7PqOuCSrgOeLUpVWD1ayIQCcF5NQE6ceM2lEZOPTRh5GeRfixKEKF+Gh/vlUEKeGEdRBIO
joPc0s/HyWwM1udnXwt7ejSbQzWcYqHq+lmx1wtgKmJtZOFucZI1cB6jx2XIz/YAHugD0z/eV+PV
nbr4vvSa54D1t/N++b74OqTfteq3xx/uLcNOXYiQHnFqstEesylHMLTJ+lcG3E7r8N+tQnqnnY7z
omJjfp47EOYaAfilOTBEHhaC4gKoD4DUiXq9XI20nMlg6CZpzqXX7YxJ39TecwPMu8eloNCDGSod
k+I3LxtzeieJ7a45G/ypMQ6kOU6pwpKsPCpwM/4k+y10E8qFjEGLa8OouxaqO2wscsh5gTH9f9Jp
f38pq3J81G4xALS0YUkHn2pjI4AD1IL1sQ345AcgtgXs0BR02rf7kla0GCP16BFxTTDVgqTi2idF
JZdlca+356ZcqK3fKQZ6eGkqjmatxeJKjGTzG1GaXspHLMioN2mWoU2yCoQ2hIm1zaf+wFLQITdW
MDVf/7v1SSZzarVxnrS5PRdzHo7OKyMmhmOPfyGEoF6N4c8leFxevAvH3m3sxKlmHFc7iKeBjvtZ
fI7bh6uBC7QaqoEI6QFyJQshnNcecXh7rr7oOoL6c4wuzfvrWDGZHhIxf1DudLgXktr9mY8XLtR7
zKejbxebyXpwGHdJt12JkOwNvCWrpz5EgK/iF0nEPyZ67+6vYkWlUWf0UR3HE4Z2dknXZmr2zKvT
5jxlxaHt2Ks5NTviqbIRf7Kdkkt7JUdSraIw0W0Ih/1cFPn0hBGWf9rBdTdWxayX3KXGEe0xZogu
Nnc72WMc5LHrfeDE/W0Nug2mYN0+1OmIYdwElAqZViaB15BsOzrub63O+sDyJ3vT6vXwTGZWHFuS
/M565Ixmor05TUPCzsrKsBPeFzoMsKku+TTrmbXXGgyW174Wv82Vbn7wkrT4ApZ6zOh3PgbK7Qmj
c5NJQ6tvytAFOmhgtDr4KI3eD0t/rg4AO2p3TVqOYQe8y8PEmnlXDrYI4RgkB9OprQ1y2FUw+DR9
q7K8O87M1MN0NMgXnxR8q7HGfUMfYod2Kr3/Cpb0Powdp98maevjb339lGp18+wZYF7tPCP56uuJ
syFkGvOAYIATYxvLfyYZKbYV3abVk+fx/AmTenbQpn5/aitSPgEeoA8YL2oQXWbIoQhT29Pc0UNM
69LNVJogHSsaf2P0RMW3t2KgcQMx0r/cFuRdpSjKaLio6iatzm71fchP3Qw8SERNKldZJUayzqKm
Tp2zpFpeZ8aCNP+QYoxGSSO+3AhZkxFYwFdCpyIujHTvJ8CSaNCS6szI7B5iko9hg0J5WIKrPrAt
oe1nm2obsynRnAvIr8AzBdhFqWM8gVQX2MOc0YPFe/rCGn0O+1Sfn4WDOe95aKyPnFmAIagtEtJJ
R7+j1bcbM+FFWHmd+Cy47e9LOs6B2QBSUzT1e83p76Evs/0o/H6r6R7oGhovCVvfBmqzPethPaHY
iCIE4ECYWYYGQqbAMMczifkUlGULiDI2pI8nqtFQAhcGiS4DecLlsC6sfNVPnoe53PLMxh9ZfyRG
s+2bF5JWO0znhPdt2MoULkRcCJOOxAP+t+m3Vnkm049Oe47tGuzlX0rgkDP+ufJPul3tOvKfQXd3
tPqWJbv78tcU71K8ZKaFWZFCjyF+RAuTBULXpyLfzKMiC7oqZcE4BPeYjeytdIvGooqbYvTK84z5
djM06n3eB7a7vb+WtffABT8OKkiAoLwZ9HRizI6KHnP7HduaKJQ3u6pTvM0rDyfq0/+KkLZrniuP
9J5TnlP3cz58913F99c2yls4pACQsaDgSA5GCgZ11JG66mzTExF7EAmIfZspcHAWlZKtAOp6aAZC
LwmiWOk0/LRIAH2KRdTeaZifYxMEfdWXInkTA1Oo97IfsigEgGgKwbN4i6tGetMqSe7DfC4p0CoB
WsZbMj5106+KH5itqC3/+eU34hzQr6ENzEQQIl2mZgaSFgZjy3MR8yFwxtpEurq02wN+Wx0UAvMF
qd3n4QxQrZ2wvG4DXpRxz0bhAMNdKw6+5hlBmoEbzxtZ+uRYfbHLba8I0dpbhFpaI301uk79sWn4
9Nlw5mSbZb772tlN+VHvmjc7a/It6fhPeyr6N1ZQ9610nGwDt1gchYEmbWp3ZRM0lVdt+sQff7U0
42GpN/F+cmKwMvKhCtp6Lt/AvdypYuW1o790mZYrdGHaHOC/zH4JV6bJfpf47aDS1I0mBMpj6quC
wbWzJwB7/zPUf0svk4CKVG+yuD6baMlzpnOjfbXQHlFY1jHzX4xMcXXWriaQoxY6ReAe35x97ZOZ
olRenbMWQbRBXzP+IFnS4tOicoz+Nh8Zd0Sf0u6xuXCcxM3r89jMAyaMMm3Hy0zFIre6EICCgCUP
loDIznnW0opixqU6t8csecFW3beSqs9LJmwCiE0tqIbP2+8vvoqwe82AoSAJE4yBkSUfc61gKTW0
Xu+7+px03MZMQsVAxFO2QRVrL8jeb+6vZU2dHR0YgWgcWkyZdCAE3jPVxhTSKlB0moe8TQKuI2AC
vD9X1VrXhQGiFR0RrnOTaCa0tLqiLepz2RyL4rONvEbiY+q0aYPOY4rYZi2QRmTzr7TlGC9uquaJ
xNMcSBsbGqbxHCTahnvfveacOJ8a9j3Ru2Bg7/f3c+3Koua6pFaWw5OB6I107Ho+wlyTMuqz4dj2
LIiJFnJxoGLPHJX3s/ZiX3jX8nM3xaY7G1OMFxuGVJteRIz+JhWii0KI3NDEk5b3moCQtNOfSZId
R8340MSzas5NUv0FLHqZ2kbLD8Af0MQmhaNlNjXJwH1ysq1h2nCrsV5N0JDsgQNXvqQCtEAKHZFu
8v8XCBYiILgAjeqmu332qTY3wPo/Ycsc3dyQXNve14c1CUsn74JJjHheHv/PMUSaJDNYYWt00xoT
/zhrpcJDkOtUf1YBonH4PPB4AFAkhT7D7HA0ZtrWKa1tMIDoRPyqWGnvxwzBpAF86Wc7H+khRcHs
e07ydGPHY7wB21ej+CXS/V5+CBJxGIO0EOYhv3/jexG3qBPbOE0VQNjSoPX7TZVsO39D9Mf3dcn5
wWAtmb9bHDHwJHczhnNPlnMsnLOhqlEY0kVePgkeZvh4mMlDX4CMDZExXqV12RqnVs/Zk54B793u
h+EcO9zYDk5hTQGKMxSQHqLSD90wOk/Z5IGxpEpMAHZP9os9+3zXZoYFAp+p3VZ2mrwljksxxsQn
VXfj7dXBy7zUVABnsrA6LEdzYexcr6wIRQIkytDAz9zqwJ1vTYzGNlF8eVSjl3a5pTMZrSUYO5Ek
WR2y1ozEfcRbIMCwLaEqwifJ3GDrIWEZE/cx/XNbH0p9C1rken2UaF7YmB8K7VVvK8XDd3sxl748
FMExsY/JKdnRHa0OrkOXD5HI3ougGr49vEtXn5d8hEyUbuYWdIgQUoXdvsKc7OMC0CmHWQcLEKM3
uCKtGABYUvk8AlFNhkrBf/n5Rd8u9SmbLNrU+HySToF+GmxVH8na/l/+fkmNitqhbo0gI6KzF0zf
5+zBl3G5wOjxW4AGYGMxniMZo7ibOquNLetE7N1cP03zbqK7R89gEYHbBkxfAO7IfuZMYaCKzrFO
QGOv0s2k8v9X+JDQOQqSTBP2Z0FektaAiH9qa8MdTmkcd7vWipvPVsHTIvAxtvzRylPzba4xmz3F
1W5gwtin9cBfM4cxgBz68XC8v961l2ahjIDRBdb3rfuuc1cbu0YbgaqW95u614tt6WF4JGgr4QFt
HqiXSMWkGw+Jx08opGjByDs7SGIAMSue7lsjgeD74qdICmrnCTMbPRenuT1q/i6xXixV5vJWRZeX
DG6xBSDl21RCBkd/GluImMpXCxgP2vDz/n4uv/Ei2F5U9FKA7Ffl4BIwgHAsTvYnPwb/38GdQ388
3BeiWIWcfzXtXsOIK4RofpC1gXJCcO0gLnZJnj11JhyxmZfi5Ok/GAVUzb6sPt5fwqLm8j4t54C6
23IT5Dn6NOazb4w6P7XFNJIgrxkbA/DEl/80jp/8cjqKycTan0PhVuYcwGVU9WjdLtJBJxD8Uvja
LvJv0kW05jFNKbf6kxjNPvST5GS07msMoryH1fpK0J+g5sLuTvM823ls9ifN2KD+NxU74ShM+62X
Bld2mXkHavvSMC5ZXpswQUYv5yfgBA85+GpD8JRzclbCH6yYi2tJ0iNYjzOvZovyk29+MeatnT4j
i22WOzvde3m3aZw95U8FsvX31eVW46/FSoelTU7POhtiMd02H1nq2E8T63uFMVyRgpzcn9IZYKDw
zly/kLqRUjIYYDSJwcc7Z19Zsrm/jFvrgEDyQoBk4VjSirktuv405RqGPmuUgOlQss8ay8ddHluq
ZpPbW4Y4BTMdaPIHUsFNUtPzNCPP0TRzij/Hnw0WetM+D0kZWuW+HRX9eyubtyAloRUf2GjIoUqb
R0WLyMvNzVPFX7Jmn/qP7x1KTRZiETxWHlrArg+nHnNWuaQ2T2P3kmU73w2NbjcpzPeKUUBGHoBM
Sz7rlvlbq4xkLvFOnib90GTPzNy4D0Im4YUAVOu/IuQXokv0qrOd2DjlSDMC1cUMDKK4LYpVyO/D
1DFe+gwiLPGc/xiyY5srDmNFAmbSzAWTEP9CYvH6MLyi1CqrKedTrndkUxb5sTTbInDs9vP9G7Mq
CD0nIFUCIy2C0GtBuVlofpZP88nD4CLwI5+HhIH/YXJUzseKCV3GuwDFYwITEzfmWlBvAwY8bjus
iIqtN3/uwG1m0vIDSVGW87f3V7VYyevXDyGujdQpRrTh0MqObBqn3VhZfgX0zSxIrP/Y8Vnwb05/
pFWMorT3sD5ciZM7kIaezhVrIK6ffzjFsaqGABR+95d0e1DXMqQc5zyVorBNrQKH6YeiPJDxU2p9
vS/i1sJcizCvj0gIG/jtaVxFmn0cMfvfiZ//nQBJBzIHlW1A/dbRNGT7ju9ivVS8MLcPACwYsmEY
F/iDYCWp82wOTkYYYLpdMerBZKeHJLHGIKldNAEXj7+a19Kkx5rwWHRD29CIOuPW9bLX1FayFKyo
MrKiyLYtEdntbPPQD5Qm1E2jiW0qLxq6s52FmOlouvOUPGwMXJTLkBRD+xk6jeQAvy+7rm9Sl0ZI
EQeu89QCbcxVmbYVLUNbJjqn8VKjK0BO95Ih7TvSDjTi1vGTHR/uq9jKNbn6uqTDutHlXWbg62B6
OYPL8NWotFfwKKqamdaOxfSJDj6XtYHVEiAWlRgNGhnpXmTPSXHM0M2Qa2AN27SqzlyVMOnup81g
od1FR6RAvoN6Tp+1wCww+ACIX2L/jjsVAfr6Jv67OGkT68ofK83B4vLBARB2EoA4PqSqFqd1RYBX
vfQHYipWuqsM06QJwEFoVDht/rnOmvbJ1XpDodNrUtCoD+R5VEsRli5rvYgOaA2ODGLHNLLBGyUA
2fDtvsKpvi+5nLMVc1ZSmkVoUjqb7DsvzC/3JaydxuUKpH3SK0sAFhArSNhRzw61vqeVwrdcPiG9
lxY6T1DNWh2PdgfaCDbgwFsOJKTnOM+DpZXRoXVAui64v571HftX2PL3Fyfi2RoieApt1p1xM1Ve
OP26L2DtulyuRjpyMHm6IwAEKBKJn4S9WcDjfb8MWJ1tEIEEVHusCAyPEyUYkGoCSwgN+ggQrxdk
xpNRIv5Mo/hp+l6oLM3adl1+XVIwU+cVzYshjSyNBK91o3Jm187+8vuSevGZTaPh49fTHr5SvwX/
RK6/D8lJhYu0pseXgpZjuzj3mZRonFwEnUbtl7fTCkUdUbVRUgyLHkeXZgTfLy3Mi4fO9r5Wrf18
pPAAfQha8FsH1q1KewJKShrNHdowwf5ddm4wW9n+vpi140AQizwDmhjgykjKNE4JCH2GNI0yb+/7
T4b+0TLGvWZamOb9576olXuCKg3asqG5For+0oZVmRjT2JqSqKztII3HHXDjnnTRfTaAi4lOtSPL
WxV++MouEuAKo3yOGuEtJpoRo+mk8f0EYD0b7afXgRf0cH9VK2oAWHIsaOnSh5MhPZY587hGkQWI
DDv5zKyjAUb1hyWAthHjgHCTkOXUpRtpWdqI4ccqiWL6lDz5QmGMb7cIfhGASzGDBaBNQw7JTEFR
gydaH9WGA2YC0YSeN7wlJlOYreVnXht9yAE7AWZAUJby5YiMMDC+mm47RFWOuUYmymGD5HETxKJy
9605jAp5cncB7OQiENl5d2GnQyB4bQDQWjnorUiGiIJpLcZMYGpsPf6Lui+8PrWJANfbHHJj9+hp
IQAEXA6gMlF7Q035WmrR4wEl9jhEpTsf2qo8pSnb3hexkrVbZDgLLD6o2OCAXsvwzMkForEYoqIE
kKsW0K5Cv+GhqqqgKHnYl1VAEw89rW5AmApj4k/2UT5IBLs20PJdYKzLjY6+R3hDkGuNPO58EDTd
5K23MZxyR4fsyUn7KvDbKmgsawvkOBEkLdKWDtO2JKeBW9e/a0rwv+ubphkUFmZNlQGAaIOTEIXh
G6QArZsYkAkblMQAkBQyO7Of09RD/2zc+uH9M1jT5oWpasF6QMAvJ7wzzyo6cEZ3UWZtKlDc9/Ou
MDbD9O2+mFvrgpl6F84kaCJBzSxrU+r1BdUyswMqpThWhfHR0ApFr9TapgF9aaGdAjiyKWcTUndo
dSdlHGH41nCzYOhy8BIqVHZtHZdCpFvhpW6LHFbBI794GcwPKnyAReFllURHCtxJZCqBiCU5FZrO
DbQCmH0ULwPv6W9RpMFM3ysCpCf9bBTAtFN1Ga6u6EKk5F4wsMxPtW70kVUbXxELvDGr/wtTcrkq
6ZrznMUVLbAqff5g2E+lqv6qWIIjAfjUcU9iBxOsUVL+ZtavWoVStvp9ZF1xG0FwezsbiUvaER0F
/MEbwww91+XjjMkoH+O8kd6FP4xp4mtDWBS63TiT2wNJ7uyHcaVokr/1WDykJVC/N/FA2jcsN0bX
uiRtrB55PXpgGILlbY8IfHhhRfw5tbL33FBRBa2+WnBVgL4Hw35Lxk4T4qQd8yEz3/viW5G+Aqkv
yBMCVp9kS/n3vGkPpFW4gWtHBcAdOJvIteAfaSNHx00NPdP7yC5O6buYzo+bscvPL+IvfHHguxtZ
78+4n4C94O/g/b3//TUbBt8IYP+IiXw4GNff52hT8awZl9Fsv9AeVOA26B0mRYP/6tFcSpEcCuCI
98ZkYJNibyreC42QI4sT+61pWu21mo0Sg4AiDuicfsdUWHoyrYkpfsPaOYG6AhVW4IotUCjXCyWl
U898dvooJ0NQ7GxN1VW1vpP/J0AGhvAGt3KTgvRR5Wwyc2N6+7/StYs1yAyHmptQXQjcKsLp1uy0
Tf37vjYoNsmXzgnJPprmDdbA3Z/2z9j6m8+bGI+E1w+qD2dxDS6Uuc0o12ZbwGweDBMvv7Ivds23
WLwXC6hq6LWUAWtdO0eHsT/hMqbfkynZMi/fO+bRalWjBPih8quJgdyFJ3jpCJTdSGfEiEbTw3rq
8St90uu/sJ4Xn7ek58Uy5/+xnph5AvVOse9M/+Tk5lavp9fENk8pZvT+4uQB3gNsTnQBACv6+mj8
AuNSRgnj6R9ox+CUqV7923AZeXELU58Ak0RTl5ze0+cqbgvHr6Pc1cNxQB/+sW+ao97HwazEQ1y5
i2gWXUpliJewHMmr6ep51Ia4ayK/ItuxHva6KV7KWpWRWbNryMKDYAux2ULVKRkVE+OVtsNpF7no
KW/IgdSvfsm3aWEGGYlcvsvraE4f92zBzwL3BkA37tJPfH1UadG0pWFDKAH3e/ts1P/cV4WVSwTw
K8zpY1IfEYEtPTnjgCfH7M06yooupM2PznIwo70b6H8pR1oHmJC9MTGsOiJkpzsBc16ovzeoIphd
UwWkMUACBiI0eAfSA1dbwCttmrGO2j7k9bGYt7Fq8GPF2UGGAU0ngE8Gkpfco6wBEKvtYqh24QCH
G2R71SkfNqL9klZHqmKHXTHRV8IkfyPO9EKfPQgjU1ADa8tUGIK1e3q5GOn0yUTzhPb4vlGfffZ9
AmxU908HWFFiK8KnNT1D9wJaexEILm7itR77LXoYYl/vIit9d2kXlqiXZfbGan/d1+e1HcObj5zG
0qZ+o89mLYQ3iq6LAMQaBH2eKHZs5fsojEDBwJ6L4p8h7VjOdDJXfjZFwzfTeKYqtM3VzyPrByo7
YAoQORmTQ/FAjFNNUfGSOj9c8vXh3YExXlLiaLAGz7pkKimHX1tnvgCS79cGTIfT/DcC8EyirRp9
EsjHXR+zWCh/jNkU0UAwI6dtRac0wytB7B9EkWXIZxnsk8ywZxSOYJ2DBFnvG5i8aj81cffVSptX
MbihS4eg69uXeNICFByf9dL7Z0JiyxOIDKoZvAJ+aBbOE2XtPzVxoiobHnfiL38fkR7XNNENQAxb
Q0SQS9NBmqtqCVrTEVSdl4cVNg45u+s9Jtx1hKinIXI1N8jRs8pzxSkuaiB5PKhu//Gf0dZ0k07J
GqDD9K02RM48G+FkN5+A1XnAnGPgYix1M3Vic18vV6wDBC5ToT4y0PAXr5fUmWZZ+ADRiOK2dzZd
P/8cvQbzkW1+FN34n/vC1vbvT24VBH3LfK2kQIlZp3nvIJPrBu308ihTw5JPXaZbMbALzg/A7C/i
L/xeC2PbGenQ9A+OszLbjdqGqDIea9tlouccyUW0ct4g+FtWzT1mFEM0TcbJTYE4Ci41MRcfRaVK
oq6KQnYYreG6iaSRdKGzTvM6Z2YYxyDZNwzVbnhWvHnCO/BeBUu0ei54t5eZSozVyaY1QVoynvR5
iLq6CIDZpSLjXXPgwJ2INnQUIhD9ymkQn8AAxCC3jPKKGIHejx+E3nwwrOTQpCB8xvzLbjDyVxt4
GlPB/sIsYIoT6HuAckM2WkqE5VUxYli1FxExz479UTVFseL5YEgISV2EvJAhj82AsVFv2TiNUadh
wjJ918kpVlHArh0QHF8XdgdKjlaNa80e2q4EUjbMQsKdzU8N6ez7F3NN1y6/LwWkoMbGdKeO75tt
dpw5i0qev4/58OajVnxf1OpS0A0POA/MJKCD+HopVd0XyTxnY2Rr70N+MFXcP6vHgUT0UjFaGCIl
G0NjQ+he5+OG9i9m+2zRU9/9hUItue7/ESG/M4CZb/0ph4jSB2VxygJP4eqsHQe6ToG5u/RXQ6ek
PZq0hc3MmcAntPPY62S+jv3hQTLQP9ZyYe2AhVk8qptLnzu9ELyfot48m825o/tW1Xy0dtaw8gCe
w3a5qD1er8Nop6bCpD0gT+lnoM+JT/dVaa3MhPAJ9nipDWAMS3JtBQbJhrlo9Aic9ezbiBbUTUHc
ZJ/Qxgp0Ppdb5L2nJz7nzmYEb9qGlW1zboVvKO7PykIXmBKEiuCnQQuX5N2VtTUB6cGcI2NCjs3n
AWu399e6HLnkGFxJkIyY6LvRcwQkNO2ua8NE+xQbLzlcHECU5C+jrljQyuwiOm0vViSpYKqhHy7O
7Dkaki7k01edWTvXfvXyGOjJuzhNw2r6mPBp15dJ2FhbmnZh4sSBbu+TQezLIqr0xzsOQKcNXcV5
o0PqBjhHJwjIR5GOC5ex8IKsfOZCkb5csR5oX8Nog4NcM3xpSaMmcJeOUw4Xt63pvoQWzeO2+ov8
HGqTeA0JQUUevX/X12KiFEzFNBFRY4cpAHQU1mNFGa8+Lz0WCSfFNPvaGBnJpgIlpkI11j6/8C+Z
aI1H44ec4S0Gt9dHM8dzyuuNgT8K67p2BEgrghnXXiY35XjVTasZbTG2iMoh5AmghcL58Zlt5KeR
Q3BNtF8v833XBzCkIs7dcUYwZhvBFsApj79xgBuHxUOnOkJJXXLdBi8h/eBwEZki7LUgSxVaupIJ
wYgPsuuA18FAuExyAAfYyUSBE46TD7PFg9pqQ4t+8KrnDCMkuVAUL1aeoytx0nYhOzaLLo5HzFmG
P/X3bghq5292zARIKbgh0NwrR1bF0A6AmoIIXuxmtldx26xYT8zz4LZhNAW4NPLsFR9KjPmVDQ5c
GNoz0iTuIU+97rcJwh0wIHhaCt5yljwnc+Vs57xJFS0st3cGSQV4b5BuwQOWI5Pc16xYLJHpSH/r
RiDsx5virgVIR8R6zu1YMxH6nifzORXH+6/P6u/3kFZGrhLRr1wRKQ0Dby1ooyMXyHoz+WraCo2+
vfT4/RcCJK+wHxgw+zyEoaTdiWHbZidh7v9mDWCCWaZ6kYuR3uiRpo3HW2+I8uY10U62wiyurQBJ
SXiFoNVBF5Fk1DVi85ENoEtlhL6IAYO8cE4osgRCkc9bEWT8UWXwk7swM5J5b1u049lt10dMr8Ad
Tvc6/ohJFX6uHLm5dNAsyR6YGncxChfBtA8k+ZKkBo/4ycE8iqmrQmmVAOk8eGbqJSksCBjdzejF
QWoplOqPC3vtNC2orkjnAUXFRkOXJGJIeNr2PkRkVQpUyHNtvxXdf+zxG5sOOumDhDfBxPOw7oqg
n9rNFLfb4vEmA3gsqM2jrRu+4U1bGcLtUps8oHxpzRh4XhM6tqKOtaIR8N9BdOr8sW+y02K6fSf6
nrsns7YCq2+3ZWV+tIsHWU4RMCBMQEoK2oeH7WZiSR97n9RF456YbYcGa8JC8IefAYhAYhF1BLRJ
IUN0rXSAGOzS2M+8E3PqAMieYaEr6hQrWofBLsTQEINJKJmzyaL+qGsG9ZfJ1aUJfnjc0l99XzJk
rlbFtj9k/olMIQcW/teHjdjV5yXPguruME4cnx/BZsPKkIKm6y8kANkT3ZzoUoO1vz6CJuFjXQB3
5NSC+ZAxdCupJt9Wj+BCwqLOF5albacKNMCQkAKK8AuCivsLuHWO8Mb6y3gQfEjks6Qtasy6K704
xefb7MNEtDxoqA8cOs35Rb3+0Pra0SB/s6ZLodKuoaMSU5Zt7p9Ek4WFpofA07y/rLVLfilB2jWe
m+3k25AwF7skCym4Dh93W5FxXoaqAEz6B5j4+mBECnDZDgXL02QB31VHm+SX+2tYO3kUUhfkUwPc
XJ78plgVvKM+dk9jWIk3nny6//lbPxXHfvF5ydzX9jjbwGxzTyWQFjJxSG3g5Bxz1XTjyiowCoQB
5wVLAPBg0hWniWUVI2HxSa8wsflql+/3l6H6vqTA1Vyiaw+5jNNshYDPtB6PDxHRoJ8S3b/A2bnp
RSLljJdobuOTKz5mAcsejt+uPy9tT5YAVKYc8HngUfR94M0b63Fv9GoB0gYVgw0KvB4S0Aneb4vH
G6SxALgNyDVAmzAdc30NBlTYstLlMd45PTiSXFdY2BU1RfEIXuIyYARgFumR86imx6VoNdg/YPKV
ib1hVRl13AqQC1c4i6uyUDFdXlNUXuRg3XBoAZSrEe6u/7Prv9vWp8H8rqmK/2sai0f7f6XICQ0z
09yxY5AyAzzYGXwU3/7iyPEe4dLBtiNQWH7BxZsh0CUOvrAxPm0c1oce5+Hjd+7y+5J1nerU1lNv
iIH3kAbJszX/xQMBUEwEUAZaJqFeS4R6sQAMT2j5gJ7wU6m9e+k73dz//Suvw+XnPSn6IB3p4jGH
6TbEc2H/TOyfpqbwptcOGTlcTOCg+xMFYGmLuoLXnTXU8akABrMx6x+Syni7v4rFQEv+Ouo0mFBH
vyy2ypFO2SzcxizT/0fal+3IjTPNPhEB7cutpFp6rep2t+32DeGtKVL7LvHpT8gH/7iKJZTQ/jAL
BvBAWSSTZDIzMsL3D1WCHgjpsjCDhpBd+DvXYFu/Ri7ousGl7YFrCDlFvPnxj7Iqo93ZrAct+kEn
IHgHB7pnJiCrOFbxSti5OLK/htRMuMzGtOtHGCL8GczZcdFEZlsGZPAPhK4d8MujgrjjzF+Afhll
VIZDisnS4cxmu3E2/T6Vd5P76/rMLXkDYmiU06C9jIeB4nAVZR3osRDEyVQgYxOUkq0EPAtTBt1b
hCNzmvQSnN1RU2gkLZyD6b2Kal+BjyqOv4IVOLCLFVMLg4EpE3wM2JlQI5wn9GRzFl3isTrvnUP3
4Bmf7O7t+lwtrAdqRZgqgHAcUP+oO6fyCBO1cMFJqUc8+5nlYNgfjn6/pt73x42UDeTMx8tMRPmn
8+Z8IIbbmqlXDs5h7AtQs0txBxnh285xojgZf4zDoN1gXl8Ne4gGJ998fJhoYUMOD+TZYDpS7jWW
p9A5aGP30I/5bWzt40e/2LLM//g5NKuXInU7Nx9e5IeBCLXqroCZTt+xTdet+MJCUemPOup/31ec
ITN0gzoUq6WLPNDAZQtlDru5GbSjNt0WIM0nAG5axo1P9tfnb+EMPxvYvCFOvFA2TiFojYGRg+N/
BnBm+HzdwMKOOjOgBDbIiUEDxoSBsZtCLQFQDwmquOQBAF3475fr1hY2FWQ9ARSycL5eCgQJp6ax
7mBTEX5wyLeKr+U8l4aDbnlIJCMT5qMD6Xy+8nz0CnSQEVBDOUFJX202BLY9bvU03yZJtb0+nKXV
ObWmuEUiqNfiYUkOzNC7IGVoqGXJHehJV6ZtyQ6iQoDoPJx8F+m9LI+pllKbHMpa3nRlc8/RWpuk
a/XEpclD9z8aknDPoitBPb99c5CsxnAMngYUnXIHpEKGNgDkfSXcXfAD4FuR5kLQgDe5iv0gzpCk
jUVA2GFVyLiFib9yvC7MGDigQNKBFlSgQy3FDzo/dXlhZf6BYaP6QT5t9DWFqKUxnJpQFt/NK8Pm
ZY6szlPsgBR3xbcWPg8CkLnnGLWiS+YHTVbE6grPO4Dr7KYuSqiPrMlpzHe+cjOgZIdiF8IrwHPV
VZAIP8c+xqPGB5O0b72WzlPhbE0fDS/faPMI6uePL/uZwXnMJ6cZL+ToWyYMtl8bloa4B1YMLCw7
lNFxNM0qCpAcUZad4bFfam2OxnCQMpA9JC7JmrD00rqgUAghKNTagOxRAql+EEM+mCYam2+li0r3
yoG/sAfB+YVYF1EH+nFVhBdefplkrc6OY52bYdd6QRWPeygzErOcW4Tky/UjbGk4cyZ/bqdA37Fa
Oaj0sRkBkoiPg3c3QgLk5h8+j/bvubcBJ6XKAobCMB+tro6Prvt7bEXgr/z8pQXHd//7vnHuURPN
MtbTMj4mZT9BywCyn7TfaK3VrLwK1gwp+YUiR8d8lWEgKA5COCdLw6ZfMbFAy4qGCWTabAAJIcuk
vjwM6XjcbUBrUIxs27jlfZZU+240o8wz7tPcTcErb0dovqiCHAWMWPeRjZ3Qtnx9zf5kQ9Vz4eR3
qA8TwVhnyp6yo+WS5tCYiV1sStN48n0KdtbUTjYoPJR31ohA3Gvtrylz2jsJvs6grCfjl1atMaYu
HVSnP0iJIquEycQtMDG4vLZaFQdt+gK2WMaOxkzvA3DzIFceZ39wpxeTMONGdQtt4xekbwUiytx1
sDF8rDz6/b+h5Slw9erTiPbmwCr7ZucORRnqXsW2HbQoA6OAiIjsuj6o6myMtKasIs46HuFRa0VC
8PQOxaV661sfbksBbw9qySCNQCFGQ6R/vgvYYPFMoqPjSMX0mmbWJ3DprlxHF/5/bkJ92wk8l+3O
wblkx9Cm+EycMOU/r/vdxdGnmFBWmdOqFkOhMXTeglqn+dXFXeSCLoB/5Za74uOLw4GQJB6quCcu
rj63dTqqtQ07FroI9fzWmN5b+v4P4zmxMR+9J7ddCZ502yw6dmxHEmUT+O6GH0VdBk1/N0JF7bqx
Odq4dFeQywPL6l0W4lqI3Uwl2GSPhTc82enwnEp+YHYS+X65kj+8mDtv7uv6a0oZl94zJyGtiI+V
ayLg/R4DBUaTlcNw6V6aSzVAZgAUBaDc+eS5k9TY0Eh6aHIjtNN9ka/FCmsW5hk9WR5CR5tC2IAe
+u7YTxvhfb6+Imvfn9395PttnYg4dfB97XcGNft+JVBY+7zycJs0BwSbNT6fU1RNQqtceVIvOdTp
AihnitMITcs8nR4G565Jp11rUajIP6XWGpXDxbaHO6FtHDl1ACVRapoHejJPORVlZniUHmz6QPyb
QReR1+lBlYABd41yYdEWPArNFMi2A814boubo4YyhEUwqPjBj9GcUj6VEKzzC31juCtl38UZnInv
ZvEEKGEqM1hWqebjtiQHkAhtSuh4lxb9Ehfk18Cq3XVfWzSFBzXodUHtepGH5X3V5dzSUJ6A0LrJ
7o1m2hjsPuVrKLk1Q/OfnyzWYINo0ZQwZKS33MiDtL0p7BYE2SvX79IZ40MHAoBtNNZc9LyUVjtY
fo/cviTxTZmJBzbZ+2ZiK0u0lNhBluCvHcUhhg6vVOp3c93Lf4kT/n3gaOHpDH9jZvKBcCMs3AZq
dea21bRda2Zfry/ckkNi3SD8ixgDCATlzmM2SXMUnPAES/ogL4eAlEkwkNcUGdr803VbfxL+6h1x
akwZbOGMbWFAy+zAcqfbppbFEM25v0rhdbcm7fmuKlsnNCuuhcTU0SuVg3Bo79fz8QWPCowe0k0D
kE4bdzKKXzx2vxA9u/Oog6BMNvfUMbLAn1Lj3taBc4BKgti2KbEDaCRmmEjNDwlCxcCWrR9lCCFB
uZ6zZydJ6A0knf27bMqd0M/AD4RIB1KoSUP3tUY7xL0WfYxzAbqMSffvfJZ9L5OxvpPAuEXgFpiF
Ki0vTMZkuKlyq3icnL7Z0Lw1Qi9z6EOdpO9jx7cd7yCcZA9ZHWrC6R9J25RhnUxugDZvGkx5094Y
HWpVwDNb0xhk6R1k2fow9iczLCiKx8wRbFNYLNsnPf86kTaOXE3HD3bkD0TLdZDxiRwouPu2Ulp+
0DdDvIN6LPpFzXF4t7k3RNeX9cKF5rAJbQ0OChZ4kv5BbZ9sSbPPjbxuUoRNfvWzEk27qbrpyYWU
kqzqkOfdyvV/cfEo9pRjzdFGKqFRz44ujzeWF4d8+JdAcO5ORSQLtROVZdsoBXHKmCDl6XyZfC1s
szsbuGVZPoNb5PrkLZ1nPmIM8LwgyXLB9lKB7F8I4iEI6ANLPm3D3vh23cLFSTZPF9JpSEqAr+AC
emJS+HTXwic8chz6b6CSyrqVjb24IicmlBuUeMCBNLokhxSKrjIok4+GGsoQlFjMmlBf5Ta+D6rI
u+J4fX4WfzxKBHMv2PwQUtypFRA1Mn1KDhqPu0Cm7gPx6pUJ+iMMe3byKT4776GTPSJpY6BUKfCi
HSHxULlxvkVhjt56nYVKFRtQfPWGNEANuQyLTEzbXDPqXaJBJt3WS/5TK1s9Mnnmb2yZJBOk5fy1
7opFP5n74PDwx0SoiRgDqj6eC7bXIzSeImZ8GzJjW2l05ZmwZAXs9WiWnwmnLujlIDfigZgDAZCn
kx0bb2yQdJjuSjSyZsRUZpvx2JrXFXAxFoIU7kfDx+/aGN9c95w1M6rb816WWjVnxb3XKTkW8jFb
gxgsm4AaKyCjM5JBcc4eTx30sKOc0Je9CCfS7fWxF0H5cdkiOCh04jRkxef2D7WQbplAyLgW8B/O
brQ/5/rKIXRxzM2fd5BaQtOVDmYrxf/LgYAqo8OJ2k/+o+nre8bNWz7FkTZY4T+sCnCUOPRcH1Va
ZfFxpjtjTx3sZ/3NiX9Rdx9/mPxxHg30kTQUK+YykjKaGKXsNjZq7OZkR3lkGRtWbv5hFMhF6+gg
gxiZ2ntQVbo1xrVJDk0p4psJmhk7px/pLm+qtZfu/FBTziZ0hMyIA1wSSCIpE5Z60H5pC7QO6930
KfEzO+gK9lXm/BNSLr9riVfK6OlrtOyLVpH4BQx5xtaqj5McDXRQhGn1Q9nFG6btRD4GdvVZ0E0l
7yS4Aa/P57wkF4OE3qwDGAc6YlVWGNujjPQFVOdp8c5ytHpzGgzoUzPduwrsU9eNzbvywhha5WdQ
8ryllF1LtQlSLSKHukU+0DvXxJto4n26rfUKvZlEgOLRtTdW5vDAEu6avsrCmYEq9Py6xLxeVvbB
4lcPCRP6odfbUDO+1vUzjcnKEC+r+ni14M2AsA8Jn0tuFSbK2OeNrh884ymWRtANt0ahBazfCjdi
dIMgwE9+XJ/XP16vTCzgSugymksfDvpEzw/2luKFkqaVfbCKpNpAFQncqyaJN7xqtX2mNWbUZfpr
IrO6D9xaNru+bfNQyrb57dXeGDm80B/9Mq4Dv3S7INGcdmfUcf3Wm037Ka9rGZjVlDwMFZq8cEsZ
z0Yl863OEBloUwZHrUb+VE/O2zhV2X50RyPUtK7f4m2RhS5YGNKoSHmxcWot3hKZjJumguJcADoD
Fo44Sg5UEudTV7vgDNLLNazSwtJjYkDmoYFWBShK43x+SFtXzMoNIHrsue+7rLZVZ42BJPrHD1kA
Kixke9Ggj6KwUqmN27H0ODrWDq2bPXS6udWT9NGR8fb6gi9cG2frPf/5SdjEWlOLG6u1D1CbjBp9
GxehA7YlPM2u21maNxzm+AskCjNTybmdtLP8Yqx172B7+0K/KxCd/cNQAN38a2I+D0+GUuKlkaUF
TBA9MFGnH2/j6Yb8uj6OhfkCXgzpJbC6zJVn5SgXskygiNp7By/5ZOl7UYVFAlePVzb/wvl2ZkYJ
fNoqlpDIg5nUziI8pXXzdzxEY3UoyynIqjeQIF0f12VlCpp4pwNTNn5qEFI0ResdaOqHsvVCVwCD
R/mm9YuAZnfGtDWRwDD0H2O26Zyb6+aX3AMc1fOd/4dVVnGPsXJZaZDUO1Tcvhsr547y5mXw1vCS
S2cqthQIuOZq6GWnSVxPVuISdOUkVRH6I9iqmoDEuBdJETjxdyO5zS07WBXkWhzeiVnl1Mig11cn
Q+0d3OKlr3ciDv21XsM1E4pjcskJ72SFHhpW/DSn5Ec/8s2YrVVVlvz/dAIVx4Q8WuHqDBNojl+K
dF/NmRRtN5ibj/sD+gVQ6QJoAaetcr+7HO0c5WS4B9AABKXx3POX1FtjNloaCxTlcWigS+wyCaHh
WnLjEcAoqzc3+eSHpjTCMvve8JXRWIuWQLkANjsEx2DcOT+a7MLscqExdEBAM2s7Cs8NSyn7VzPz
0aHm8Pqra3Gypbo2Be3Ih60NuZG9yCt/B5WtGGA0X0f7PSHm7cAhgZ6zsgw70xWb0o6TW1Gn+a3D
UTUdiGWEEgSfb7ZTjKFTlVoAcN4QdWPjbEXl2SBS1oacBYUt6ucWCtC/RVpUd6OdelvUrJJtU1pI
/LjgCms66t3HnEyR7fF6Kwp3fNSl4DeTL3DXNh1/bCcgdNG4UARl45AHUXdrHCVLfu1iu2LS4AsX
VLpCE40NwgrUDtD9RH73HbosV1LEayYUn45J07uZNmNW/AdTf07b58JbKbXMn1DCKjSEg5YE5VtU
m9XXmSU4gCYVpwc+Vt8EgRyX5/KVHM5SCgRi3oDOolCMuVIzzWA3aGTu+Mh0eVIHwzqI5fchtGti
cCaIPamL2ya1bwoudlRH9+Pk3zik3XQu/ZKm1u76Bl4cMBJ8f7IQl6IKQ25qvVmkyJPGOsgORPql
adYAzwsPnD9EJv+3q5QL35I1kYRg/1bDK9hgrea+dsyga25L+TRk2+sDWtzC4FfDeQQ+NyTsz7dw
kYyDgxDWOfQCLPbZPiu+w/eDQX++bmdp4hAkzV0icPaLJBEgNrUQjeUcpF2Esf7N/7jIJW76Gfc+
44/Q66tWyDK7E2LqmHeIw7qLA3/1Jbi0nyzQKEKfEdJQ6CY+n6qMdqgkFjEuc6Aokkgke837h9U4
NTGv1kmsZ/oQtbRmE43+lECdSwupuGdfP74UELJBmA+2mcuMjZ2KyZJCcw+1/UzoUWw+/nm0W851
Ufx9ERIPBsft1zdwX/DWOQm606eVKHK+VtRTB1ktgEZmVpOL1Hdft65APZYeoJwRln3/C2jam6Lx
AjPGi6ku25VVWbOnbMi2zzSImqGkR9Lu0aytXc66PTNQuqH+bdG2KxXESxQTPPl0fEqUUFOfmaSe
6IG2ZQ2+EF1/orH72ypIvmum2t/yOq0DqrMi0tz6vSf5G2hr2V66k30ozHh8vb6ihrF0Spy+2pRi
n2tp+v/HNPi9ye+qUjhbw+PpLh3oF6QZ5VZDlUiQ2nwYTVJt5WTSm7bry42ktrPN46beeHbVRFLv
q6ArE7xkLPuniULYLp0qdptLt4taiiIcMWi2Qf+BtYl5pqOH3e+RVqoJbJWO/2YPhQsZDj+L4qZA
FQ1x0C51Nb4ppw6i221aR5UBWtC00iEJlaIyl/t9f5fykd/4rT8WQe0BuOtS8G0DqVGHPZ/sbV4W
+W3LTH9rcTltx2pM0Xlu5wEZ0Y/XoFN9lxRwYyaaYa/Fwg1QmJGv3uQi4OiHZAf1VnsvdJ2GjoaS
3NC02rPlIvEqkZF3oPDgltr0qFEGWmlbvmb4vx6b3s830pVy12TWm+ukP2RiuVtjJA4E58S9pWW7
FG+TDanM7MBzr9oNw5iGZjXkwViaoMeXrL/nkyBg+kinMAVRS+B1bHqGCE8clCmrw7oUNHJciT9A
dnUDAcgugmRa8WrncR11eqFFnVOkO/QgWCFESccQ+PT2Ee1pzg4iNc6m8zS2B6PdGPEacGSnL1/8
xBv0QCIk3ODtmxnh0HZOCBAUqqJNiUQz4+zBTUoeVXyUwQjMe5Ca8nc1Qc277nRtMxRGBZx73QZ5
grAP+Irusc8LbWONUxpNZpxujMzq75qB62ia6nr8SPqtqx3jlYpev/Vrd/BDqAD339uc6XaUExNo
aagE+G2SBzoC4y04/d+zvh8DUPhl76wj342hzh9kirCz9XP+3E1EgOJzGEJAOFy8XEoX6MDSf/b8
bazfDvTTmHv+MSaZs5N2S/FbJ/euzO0uYqwCBhgE+21UdNK+T3KePWSxJsO+K/1gaso2MvKsfI0N
tzpKL4UzwpXyG/Ca8kAbRg1PT47gUgfa1yW1gSJs7+pbjWtASdbJm5W2725dZ49e15khcuPGu1Ux
b2tljO3Qjzzc+8L0og5suNvRKsoobfMpAFtYc0grgFWJwcptXjX9LYe6LNRhZJNvnKYjkYvz8q6x
B+cWdRsMdMx4lGrp76Gm3a4fYv5EBOchtCLZq+EMehv4okclk7Feu3GLZNplZV0FJtPjW10Qf29o
rR26Mo5Bzq97u6LRx6jQh35TlbUF3E1DQ5kP8Q03m3LXy/e+M8IYftug0hOZoGD4h8sBBQ971srR
LgmdtKF3B6co6KFwilkVrquCJo+3+J/fC9reO/WaCs7S2Tijf2Y2HFCMqY+gkXVmzUDlfKhGf29W
wLoWY7MvaopTwVhDuC6FUThuZhAQNuwFL24xmV6BLm56iFmEVSnXEHKL30eW27ZB7mHhbj0PQLpa
GLngwE5lFrTiav2pmfK1BP5CHDXzMeDRg4TZpWajm4Nr1m+4AwnnnQZeMrEhw8fzLmcmlDgKoKKE
2BNMdMXWy43AgGpT/mEcG/JlLt4luC5Bqo7r8XyuUlwiuhlDG9IHg9RtLVbCgIWlwALPAKy5wQGu
fP753sBLZkpsSE96oRM5HwYR4tejggkEG9pzAN5WcjdE02WZeVIcedYEg4vE9vRyPWxYGgBSvABB
ooCHMSjzk+kkduIJspMNC+sYze3b/+37Sjw+6mXbuA6+734R1nYkKz60EPWhm8hG2wd4xoG8UzJP
JauRyOYFP5a2f8v9z2g5FHIMWxcVgvbnPwzlxJYyVbjs7NyXDT+O28n6pGkrj6/FoSAhBClAvF4u
arSjRyBvPxXi2KfuEzBP+LfFiy0C9CgvV1ZlzZbitjw3nXJA/HI00fYTjkx8lb0GVHTrpKGR5HYA
VuMv12dv4UBxETIj8TlXLi4Kt0SbmNlOQhzjHPxR9H7ixS2nb9eNLHnz/OQAgTGOLTjF+Xakrjlp
/eiLo+U/2lmQruEG53lRHjXggQScFFfXrKOnhNiGz02BSF+AutoNoD0ctNpPnQ4b6n+8on5mSNn4
Xs89Ly2x8U39l+d9zaE7SusXu1gBWy34wZkZZfuAm1TPea7hfJHfCqDWysYNMvCI2eypMb5fX5sF
BzizpWwf4oGJO9ENcezKo0l3fXnkw+4fTABu/wd+O6Muz5ffiuPWMkosf8K/ttZGTBtHW3HjRQ9A
JR0agxoIslW6KHvKnDwGrf6xT9IJ9BmZiF+gehU/Vw2HfJ9ZaisJwgWXBl0kWg3RSjcX0xWXdqVL
a0M24lhbGxkM1uYfpuzk84pHax3o6zVai+NgULSOiEfhaTeGqa3kIJen7e8oFH+mcd+0A2vFsZGB
R7+VfBuXW0pXkiZrVhR35hMCW59W4ijJrV3eEOulaOAC4f82ZYoj6xbWv/WxIhzMtGUFhKJ13/jb
60aWamJYdwTJWHUcmqpsT9EATqtZOGqmUk/xWIC0gcFRIwJR1vTQFSgy4m2RgKIis7JQdJkWWTj4
oowlxcp4lz3w7y9RXATClYQVMX6JSyNz2hBtZahr31d8o41jQCRdHEIG9msETrzrM7l4xoETFTcr
qowXPC7DkBBDDFiusXnKkgeje6bJ0eQ3UKn5l4k6saTEOmA50htZ9bh9yG/048gPszSBpG4WCvm/
kczuf5J4rDPioIEam8ivweJDLSsJE7wtr0/X/Hi4uOJmgMkse4ssqrLaU0/AstFjtbMUL/0xjMkP
2dHN3DPRsD7osl/Nh3uR53HhUgVdEHo4cbOej6s0Ypsh1Zwc0z4w7afcOl4f0pKDofJvz9ASC0kf
ZV2gfxrnMvGTo7WruoNMVtjf5mlXZwwwGXRTQ8/iEmJaNnHlj8yAoKb93SrCYesbW4e+XB/DZSsB
JgmYGLz6IBd9WTBMk4Ea1QQrc097/WkUkSPuUoY+wIgAdDC0MphI2JpDcN3w4uSB6xw20SZ+URMA
o7FuJ4OEXSDwX4Z6JYBf+jwoRcGQOjenXvAi0zR3xrwe0iOgqaPYcv7jwz9/hjJh688HGOTPzn1r
YnYrPZNDiL57tt6qagW6sPDzzz6v7BaAdfNB+Ph8XEIXjEfx2EXXB7AQNp1aUEPOIstbfUjBZeBQ
67aptU/jgAqeXa+d8ot2TA/BObBl6F5SDhfDTEFiaGX8qDV11Hi/W2Qt/wHvCrDrXxvzUX1ygGWi
d3OZ4rXWjnVg9Xng8BJFwo+/yVFLADwPZNs6TnzlPilrhw+I0fmxqhAwkRet2F9fkoUNj3f5HADa
syGVTY25scVSaoLK05YAw70nbbW1yF2NZo+PG8LOAyscIJw4YpT5EnZbFR0E4Y4ZO8TmO+ne29EN
rWmtVrM0oFM7Stxs1C4wAhIDMvUfeXpb8J91H7ntWpP70maZQZN4mOEBePFY17qaZZZELmAwpoj6
MehW11JviyMxAI5EbyHo3NX6otRTCDcnU3wEdQYLHK3ceyJ/NV2yJ+UabenSjgFv/3+2zHNvNqaK
JzVeS7i2DD/wK0ZR1yY0MmwqN9cdYSkaBI3vTFGLDCZEzuffcrJzSCpYa8c9GE0Q9flIlYLs4rfX
kFsjLyI7jt+NRtuMOL4D6vqbnmq/E4uuvEQWx3vyG5QTIofCJ1iFMd5e752wzr0N+JqfkONeyw4v
+smJIcXtZSOFRwsNR57n3KctUqiy8cjKlC4aQTJiLhQDKqBytuZNmrWyteIj1AMhN7Gmp7L2+fnP
TxbMdaaRMerAEaEDj7zaP1xr4NsC1gLEGiD0UHxP97taMxj4IjJIZqGfjN8PzF9TtV/cTCdGlDF0
UC7Rh6GLj1p1NM3vsWPuDCMLdePTde9edCyUAuZa91z2UewU8ZTZzWzHd2+mdofiA+oZa+CxpQUB
/B0rDeA0cHiKEZd70O+sEtw95jswSUxbiQKXBoF38czbgrf6hZjfAGHFJhUeFjzfFGnkFxsIUl6f
p8UhnJhQFj3OM5m2KUz41YaxyI2uf355BAj65zAPt5qy7VCrMko2IVVeOuBohUzF1G6yYuWJvvC8
8IGq+8+IctUUWgr5MgdpQLzG7Oao8VtC7km5T9LvXfWj7Vfis7UxzT/nZBu2SdUwwWCu0F5ozMGw
sbPXON+Xl+W/IalJx7wYs0QDcAYioTeJuyMry7IyY2q0kRGZe0WPZRltlNrJuJ/4uK+0buOl3UNj
Zc/1YG1RUA6ve8O8EMqr5nShVLB5WaEppRkTmCXfmNkFgh594yjyYTc2VYBWi+vmVhbKUHzbH6bO
0TJMIpvIriAyBgeKQRFTdyvR4ZqheTVPPGLo6Ij7E4ac4heNnxyoAOTj/vpglg7OEydX261cZuh1
rcfI2UGdnu+r8sGvgmoNh7TodwimZgwP1J1VjkfBOHfcEQUDAjUGmoio/YfmyVke5T8Lyo2vExP1
caBHj25RBsMb+u0+/rg8M6AcOc5UJ55H4GRtcsj3/Ro79+JazwSYEELAvaJqoNRujpSjQxBwWlbA
x6dq+pLTj6fQMYS/NubfcOJPLM2ydvTA66/7RZj3v6X90nRbTeJt/n7dq+bJuNiRJ5aU1TDdhg12
wZB3HDatrIMSre+G3ocCQIYmltvr1pa96++4lKXxReuYrMHcEXfvQD+Gr5wv86+9NhrlIkDbgp3q
xEM1Tb8X9IcnPhegTe+Tn9eHsWgGOhVIZc20sY5yrlRd51WuHJFczPzjEBd3BTeCishQJNb3fzAF
Lvg5IwJuQLVYyypW2W7v86PMHEDeJqO9547sdlaXD0cPXNUrM7i4Qn8UpdCncwkDSIrWEhoadY5e
LCH/NpEhsPK1iteiEbyj8dJFAzvEOs/de0yRnUGBmx+t6oegOQr0K5Hs4h49MaD4AfrOC0fUBj9y
5u5nQsLEdz7ZMdtcX5zlcSD7AD7IuXij+AFP0xr8HjhpxLDVgP7JP57HQuj39/uz/ZNjoObSKiaK
ayX5DIk1d40YZfHnQyQBvG2zFJ2alW1it+XgokY1IPlitTtEZv8wPSffV3ImI8pMSUtQ1kpkyPon
jON/+74y/cbYlI4XozLjDZGfbdZeW4u7fNaKAckPunjURIm0e7cARQ0y4/KXYU/hmANi6nzJpbYy
T4veioXGO8KCGp02/5CTZfYbk5WInXEj6tC1B1IRMMnQHtZIN5bGA/gk+nWBMQUCRwlby24caJIN
QGVAzRo15gykKNKOusZYuYD1pQGZICzSAP1AilzV/TRFWRpsxKFVx/0upvkLadDP2hORAbsKYGAB
cZEk7qM83g2pjDp/CqrMfUjouAOH3c79B645vM5mal0fmBScC+cTzBhwCbmHGso07N/aYSUwW9pG
p19X3NzMq7rvKW6D9qs5ReZa2+zSZJ5+XvFyayJlzZJJQPd+mzfRlIMO/e36RlryDBSAbICyAHEA
pcj5/EhvyoahQrjhJ1ZQvrh3XRaO9VpCcD501ct5pkCHPDe6ky7A20mhjW3rYj9RlgSd/diizT7Z
D8Vz6fsg0VgDmy0uy4k55Q6onXqcQGcmjjp/xdtTb5+vT9o8KRfDgVwy6vVA/10UgPzYcRJOPXaU
mnkwu2GKYookamMOt2VrRT4QCYx2b12/5m9LIRsos3AwYRMjvTE7zMlxMRCNCF8Hlx1u1202jJFZ
GNvRcPeG0X6qB39zfZxr5pTTSRrZ6JU5zMXoDimHcZs4JALqK7Sz6YCO3ui6uSVfBLcNmi3Aswz4
1bysJ6NL+hJsqJKD3NUQb5WZoDsqAV6JBHa3JgS2tLMAU7NczCWsqXwCnNSD3fYNiFidqK92YGQC
TPb6aFZMqLSkWulbTuvOFKz5m158btjP0f913cQ8IaofztW7mfQfjVLqYdsmdmb7DPWPqbpLmq/x
mtjR0hAACEX2ZmYCQtHgfEFGHmfMs3lyzCs8DazxztKfS2+t9WlpFABZgQgWtlBgUQ5ReBkSRF6S
QCr6R86+jh9mvp5DzZPvK6doXhIBf0U5GMKMgIsk9Uoee8ltT78/j+/EbVMQYlPTxvcb/xOA91r8
rmk/nWTlXbg2S/NanVhBx7kHLcA8OQ7NYbq325VBLJ3Qp4NQtjrrEpEBvIdBtPcDBCoq8TuF/gLr
7lDvKMnaQ31tzhTPIlPZu0YLc2MXQrOkoM/2tFvNaKxZUe4BqKtNOm1nz7KaQDRvseUFsti5yeeP
78PTyVMuUcft4po3GI1XvtfQ3RnW+OEvZSDPfVg9THJtBtYXaXJMXH/f9neJf0foDaGvBf8ltDHs
8+e2/mn6N52+NXVy269topWp/AMnOHE/3eWyTQV+AC3DaYxYvGcSTBc3/zCRHkJutEG66AZSqutx
6hpkMArgaeydBTj6yueX7jMQTv73eSUYzBq/rgz0MxzR8CjsbfK7TjZU3/H47aPDAL4KRLDoR5jJ
1NSO73jy06yXwLzgTR1YSG72K2H25WqAXgDAUOjQgXISr8TzwwDnzejGXpse0VseDPwrWPRq7XZM
18QsLy8AXTNAOAdDwAldRIfFJFCicwHWKMu3fnquzVvDXjl4lkxYFrqiZ7AO0o7K6WkB+zZodc+P
OWnBQQLNzJVM8OXBiSf6iQHl4BysKTeLHAaKrA2AR25XC7cLFpAwAcMMMO82QCfKagjd61sZZ9nx
bipf6+HlujMtTBAQeyiWAJKOV6LK7YS07OBXhGCt0yZoSQ6OxjTw87Ui6eUFAIcCc5iDtAxoltRq
jcMqRyZ2nAKI+pTRDTqVnlL+NCJQz5pbq/3w+/3cmnIyk9yp7dqDtWRvP/I1xpGFBTGhRTFjw9El
BWTA+fYYDT8bK8bLIxFeMD577bCy/9YMKD8f7X/oN2phwBMR4C1jt7m+5gv7+2wAyoWSk9HVZInv
/z/SvmtJbhzY8osYQW9eSZZrU6ruln9hyNKTIAmA5uv3QLt3VIXGktG6MzGaB0UwK4FEIpHmnIZ8
npy7sY7odFc4L2+XApojUM9gegjT59LJyIuJdkFbdBfELeTIrVOfHktyXBeiWio8u+EM8QcCPGkv
SG8kRpB75OL86IKPtvlh/fOK04Gf//fz0k6wMdfbyXDJhVQ8aoeoZrGfLNE/CHERZYOnA2Mt8u3r
edqSE7sgF4/d9VkQMoya5/NGgKfUBMhqpi6KmXgB3Rpt6+W5lrVme/H6eTqWecW/2HnBPthjF8Tr
+qj2BOB6posGVoyVyfP/Nekcp8hLcmnL+4upvbkihs6Sq69LitTuUrlOia9T567PSWjpJOzHNzeA
Qwhav0Dvi/kJQHHfrlZpgMKvJtiSNp0wiXWa50uL8c4t8knFSqG2jzWC98UMiExK6Ghz4nnAibnY
+hNpLuXbN+Lm81JAouHi1YYKn09wPshly00pTArNA8gtYu7fFKTxt4sEWDHP6yarvXANo6odGpQd
FBLjYDHoRmSllOSgrRMZUyFKugIdvagdq1jaC2wuLIHjbfA8GgFEtG64YldvH7yG8On/iRHbdRWF
JohCeWJBTEk+dv2ESaMgNJ13iX6vaRdLo9E4/1iXqFQsENUKPLBtICfcSuyGpqHpYmPrpzoEt8nc
vtPqDT+sNLIrGdLigcJMb2shI+9/Aq48pv6vdSUU14nIhqG3BzyHmFqU7MDX3KasQJZ1McnDsjxr
DTvkrD3q47CxPypNrgVJR9+rC19Dqx6gLqO8xKD3tBX4KrYD9DkCrtAFmAViiNvt4F5FgLAk4InN
L7q3p9bJ3mqFUiyWgyOP0B0V3tfgKIDinvA05aAVC17sAjDi7nfqdeEy7tY3RbFWN3KktQJYQVCz
AXJsdwzb6ku3BQr6+rWDiFrwowGjR/CGSFdjk+YzuqDAOhOYHU6KH5HUDIfBiNDjF1r925tLb8VJ
HhnVw6RsCJCRy/JT7zwGyW7IDo0dr6+aAvVMvBNQsxKNBEB8kSyAtoOtd2YGmhID0PN9hC6PvQHm
BUo+TN5nDx3sZfM+IdPbLRtiEUzi0kEwLrf3lWj6QXqXpBegHtRfpuJ/+XlhLFeObTFZHXRBCVT0
cohyUwA5bHhosduS67xRQPIBg6OXQdADhRYTTFXstgct/6RnwOXYJdH6FinPqIORD0yYoaYgd5gj
iimLKgeeclXrz4YWZCdgxg4no/mHIils4UqS5JwtrwXAguDH8HsA+kUV2YhklEcUjsYBYA7Qf+Q3
kQUgW+aMmCTof+jTIScbtqxaKDwZkYAGgeFrYOB57NvMLtFYPqX8C6XtrrSCe1j+RmCp0uJajOQH
aD3adOGif10zv/DcfpnZv5wONCjpuCURvAJu9dZ8E88ZetbQ/JK293N/nA7rFqXyZGB79wG2CVhH
rNXt5wdmFW1rOdml8QQirhn3RRAX7V2b5SfD2riNlbvyV5g84WHrLQma1kOX6lLustT5BOaJkI/2
r3WdVLuClDoIjg0Ey57snYGsY7SVBzGc3v0q9I3Trv461gssumhXkkeU/JRYwORAN/LsxgN/1N4+
RSLgv/9+X7q8zIk2eHehpdqmz4HXHwAJFwFuZ8MrqrbiWor0dgS7oN/ZOrRw2vd7LfvkehsCVIYF
/HAwvKLuhAEMybByPed8aHE0PBM4JT2IG5L6merTqQi0XaYVW0kW1bYAHstBJgdpNURKt4Y8NgGx
vATnBOFaeGZ4Sq4blUofkE/hywBFAw20pI9e65WdY3L4MtE7lz/6YAHAoHcQ5z/X5ag2Bk5RBOLi
UpG7eBy2VDYzO8jx6yJ0WXY0NfLoO1tg48r1AqU0GJlFjkImW9KA7dVPHdaLPJTcD3PmbiyYWgAA
xYCfA9clA323Aa8xDzth9KbPdj6YxostgHlVOIkEhRggEY8IuVFoyf3Cm/0JvqvX4mJMQmY/sTGL
AZ6zoYtaEmI9zA0iOJZ7etLB8Aefzoj3QN7i1SEPSyANTe7G9b4lxry14cWuytT3ICYdUXdA71OH
1u52GA7+9HHdyoS1yiELWEVRoxXY6K+6cAjQ4MxpoSKADal1dMa9bTwAZMJlePFHSb9x2ytGIhFM
XMmTbrE2AVA/kJTSy4xAuUGjitXvAVjThPm+AhRjnKPNr/2HDMONUPnIul1WZGjFvFhVRKpY2yJU
Vx1VD5yBAnrbRYZXcjkGsAUtowXZYhA85nyOm+4+87d4rLeECJu5Cl+5PrtFhYH8y9K9514P7qGT
N289/lVnFWlEdCdjahkTmNJKWYE5jaWHx2XrfqH8ebaP6+amVCLwMEeGHAPYXSTDZoFltgEYki7M
yt+xaT6JPksOBpx1MYrZK6QwQJIsuDPwPHOlxdJms/OB8Qc5RBtAJ53cpV2yt7TysjhTNM+immdH
LWchyFwiloyxW70dr/H2N0g3q2vmTtE6XXbRgr2v3898q8CruomulZTOUmY7edBbUJKP90X7RbOb
vbe4MThqQlvfcHwqw/ANHY8N2DdCROlJyCbikTHxEKbT41KevNP6hqnsArN/YHUE5trrljZx2/rI
baWXxqifxsl91MzxacCwxLoYpRZ4CQCiU0eWSx7J6xaE5QaaDjHMOg/7stC832bv5FsvTZVTBT6v
INJ2RcOFtPNgppqAa4ZYurcRsrXGoSGnoMrCFNC6mTPGTvvCnK04S3VnXAuVrEGjZk1NamQXX0A+
Nhna/750WRJl+pYtqDYLmS6hINwEGoxvPdFQJw3AJdDYM/rtY6ahZBa0eZQH7Mfbd+tKTiBVqjHP
uzCLY8YMbLZxOhlxtoXKpryOBB08UukGSBNe75Q2JeawZJdJd+/JQl6S2n/XMC3UeXoBeNd74H+i
V9S9lCWLtaLbrWuoXElkvhG84FChae92JXWfz4leJmLPsjNqjxdQLB8S3/qXCwpIwJ7oQkSBRXaH
ACaa0AM7gi2ZzChz/Z7oL49sJSYVysCqgUeGni8B3CAp0xYpt82+wlSFCTZNRzstw3gAn/xpfc0U
dg4xLuiwEe4Bklg6XCmQG2vLxJrlk4di9gQoFzdKtaeU/VwXpNQHIAQCRwF06HKHASfZmLcU0/Vm
X5xSbh2o4UTm4G5UWRQ+CUE3egCADSg4dKVlqw0bcGuAu7to/jHNDluleaUWfz8v84KY2VRQc8bz
i2hAS51p6Hs/uGlsXA9bUqTroUF/a5qXwFQYnAGRSRBqSIDNzVYMpMpMAhUEIMjgDEKrhAzlpPXA
AZ2Qdb0U7FOgVfuOJ1Flk7hwlpCDYMUoXwyzC+38ad0WFFftjVwpbknbYHQcik1yMEiXtRlwUz8k
7alZAMOabV0fKouwoBxA0WDpr16YM58WreOj9g7lnq9V3URDPn54uz5ocMWEFf7EILV0iBh1R9O1
wd9n0M8963c6Gt6C7+grj7VqY8hWcV49jKOJFzPycJ58Xjuvb9Eb3qVAC0GU74O3MdktDBN2yz+U
kIUTddH0CZAvzNfdelM7tZGLb5HKqOdhVy7GkaGZJuic3fra/clDS2+mGznSTdu4lJE2tdB1OmuP
ieZEIHffT/pwyLtnYD8eLKOK7IRFHANeKDsdB59EU7s1BiD8wtqvkPwGLUAmDhBb3I7UCm3aRnWJ
ivl0Xy6fgmQMSx3gP8vzuupCsxWZcu9YMRg1Wq4Q2HjugEzBOfWLaGL0kfXmwWnHi0s3EoWKo+Ah
ygAWKJzja5yesSk62hCMT8PC4pIM8bD1AN6QIKvEusLiFg0QzOSPaGIOXfrrH9YMbQ1oUwMRFF4+
t1Y5lxYZkeVJL0YDDOF4BmWVEQfl+248jP/Q6IViwF9ZQtmrNyIZA/BTWnp6SeZdat171Ys9bWS6
FZ4QIpBOBfAPggm5NjSZKD1kgYNn6HhvFPuqfARgh/3O2ypCKfflSo60bBozUjsRZU4reFoIaFa+
r2/Llh7SUoEHuwX8EL7f5zvPPPZuBL4J/it4O9qpmPnAf6K1DEUt6WbstF4DeV+Nl43rpUd/Tj6S
yf6Qc5uG40ztUwGgto3LWKUanjggAMYVic2SRI564xNvQgAbOE169ucgjTP4LAHW3kUFX4J9MJbt
7/X1VEQAADr0A8BCAdb1VbTUD7Y5gIUKQkHySfrvKC1+T9KNu0QpBAkkpPIRs+OPW/seDDBOAco8
BeDRdxpoYTF9ABDqxvKpLA9ooWIuDckvXFu3Qpxmou4w43mTFEM4OSTcej8p9wcPWoEaizBZDmIa
3xs0NBhmlzb0pvs8uLc7VFo+vT2uRJYFzYZgU0GziPy28FqMZbRFg7eF/qXo77Lu7QNHSAb8FSCj
XMLZ2OOi10g/uD9zb5fWkVUC5yY0q2hy4nXrUu4JnCcK7dAIeB23e8LKaggYTfGi1u60ne9vvClU
diVY5VHz/gMSK9+lADViTedr7zoXyDgzwTwMACMf2JhsjU2poqErSXLlC7B2Fk1bVPDFyN4yPPGa
RqA7Divn7d2fIPEAExYmgNGuIb9e6KwnLp9xFfgpGOfAFeLfZ4vRbMTFqoDgSop8e9ZOFbBa5G08
v/piWvzcMudo2s5LWvpHxJ5RUP5ctwTVVrkoJokklI8nk3Q6O5N2/ewKyil6qDMapmZk2Rtrp9ok
TNEhc2ihKvIK4M5d2hKNXuh/MNkSGvq5NhBPeUPoG7t1ZVSCUEVAXeQPq6wcG3CtGouphaDEIXdJ
myZhZmsHgIjGabv8Q2EM17ZIdcAowMQrOc80cDmQDzA22hpmBDJN7+1YmqLM+leA0PYq+ggwvuBw
HcPtowNeA7AV8H9wA5AASC0b3eagx5IyQgtJE61NbUy+FiB+0Jtww7gU+4E2AXTzCe41jPJKGqTO
QqnPRR97NlchxRFtTS/yUv6rH76tb73qKYumSvEygjmjgiz5nHopSpa4qCMmPHnw+/aX07EoAz8L
hh2PabpceF/cBcTe0ZZvPdfFt6U4/lq27IXcasrttIXsBeUWa3qo0ec36vdUG3eN86Xr88gaNzyF
woNDJFLIYtRNZGBvjaNCDiRIK6ReuxzcLvNh0otofUUVngFQ7LANpN2xpvJhGpoxmIKkx6Se50QI
ekJ7dOIq2KqXKsVgWEPQFiPakXPIqAlOuV4uSHNZ7p3BjMj3k2NmBxtxtmq9UL1Axl2wFoNq/Ha9
0KDhtpoA4be845CCDmUjylF4btx16IH+k3h69SypO04GWCUKImUdOd0h4UfghHHXD1sAx9SOt7E7
iqDHR1IQ73O85zAILR1dq+4GfWisEs/VNpqLEhVtYK+YRy9Lj723WzcF5eHCrIiYSEdZ7hVyfUuT
viuCrrzobRpqID/MqiDMuAG3NIYmGGICBva+X7Wz9Tz6M+wuHy2UhkWyI0BNVT7WSEp62WBihhC9
Zt49mp6qMOt7+55W0wRwQ72OXYv4KEe1bZQgvwj6JVaG3BnnO9+tATznNg9J3hd9SDOveAYkyYBh
ZzfYda3/K/NmcsdGe9oRxK8bAaPKsEWrt0Bbg5eVI4bG9JnjD6TErVe+b+0ZvUw2rol2q5FJlT/B
gNh/guSgwS1bMgPlq7x0bjCFrZ6fhi5/8PCSbEGuzo/IiD70YxNP4JICF9dec6rTAN7IdRtRHTB0
USEpLqDlMK92e8Dcpks54HhqoBbQw5hpx+wfCoAg6fgrwbyV4E2ELcyDhKoNB/2ebXEmqjYMERDC
SR//4FV0+32r76wKx62+sHq566v3PuAgUvPHPywTng82usqBnSHjYhHDLGvLT+qLwwUIT1xt9bmo
HBH4dv4TIN25eWdbGSkhAF0oe1ax3TiDOgqn5TfqNndjr9fhXGtZvK6WqkKM7AKGIAVVKIp0kj+a
0IPc+UVQgRaijawiiFIXeFPlLydvQurdgfU+4O9ct9p73c8crT7r4lVbdy1dMj5W8cZxEg8DZ+Qh
6YNdbaV7f9hqthCxsOyLwEIDuiYkeYHeKn7FVUCGvkcfOPRpjRzKEALS6AjW5FOSdcAJqczTiLxA
KSrftn+3mPxTM5v3/lQ8tiz9ta6tKqzyfdEjLQZD4RpvfwcFITyrywaG2mFI2A56stNSSnbAQmNh
llrtxtFWrC6QtwXVA1qncL+JdbnSW2tqiw5B26DM20To3Yty79ng79+sFNw7Mh4AYsH/5ZH6QG/q
aZ5wgQ4FGo7QpxdSFwzYDJEpmG3XZSl81Y0sSSGw1jt1kvjlxaj3dhCWZrT+fcUZhBpA2RA5VnCJ
SrGoxTBo50wYFSys59xwdgl5oNXvrnpk9VdQ+25IMxTh57U4ORZIWI8m6QTifPPJAAhzdzIA5ppV
j47OwnJ6zGfQWnwjPgvn+YWmz/M0xQ2IxMdvPPnduHst+L2uv3J9/+ovJ+ksZi0co77VZeL75cng
p/XPbyzvH190ZY+2Baa6XisrQIpoUbA8UR9Mgk+8fU6Tj5X+dV2YAh4IEeOVMpKxeI0xcDfIIQ1I
3fPyuU/vyfxV134R/35IaKgl91U7hAk1o7Z4V9ETyjNhY2/E+6ozeP0rxJJf6dwZCF9wtVcXbXhh
JKzScNmCzlC4FSgqUkKuKDl7YtmvRMyeC1LsAbtWOmznLNre0atjGZjv0L13XF9UtTZ/RUkHhIGa
0dFriNKr+7oYohlcFFswQYoIGckGtEmifoWCs5zcRAsZyRsH3pr4YOF0vwajH88PVTSkX9aVUVk7
4nB80MbAHUbJbtetnDxcaD6uvqrYE5A67tY/r9qW689LYU9mU9qbFvToimNexboPxFM0HRzWpah2
BO1CuL51MXUlVzBhFAG1qFleSBbr1WnswS2/cX9uiZDsqwqGhbQtRLS5HVfpYyti+X+gV0aOCQMK
6CDHRJQuT7/pnTvbo+HhwRDm3kNa/cPVIXqqcPPiMYTUz+1ma37BMIY6I9gmLJzOgLPZeEgqVwlv
BvQ+4hX5agDSZkPhdPqIZ0Nag9xGjyr+YLsb3kQVriFGxFgint2oBMrjtLph8rlJsUqE+A/MyE+t
jt5rZ4kIWL2QR4vMTgOjd2qERde89G4TmSA2Xzc5lWEDHgC8NkA4dHF+bpeys8eWjGNdgQ6N6XsQ
ezo7kIvVx7IGeyd1efPyD/IQdaMRE88TQHXcyuN20Ng9qepLjhWdkZk58OwzClXrUgzV7YRGg//E
CLWv3KgY07CCCdAKxeg9jLUb+ml9rsps19jefQY4Fz0r4wbpocxb7ixinngDuHqbf3No8YWa1Znl
ZEcs99Ht/Pcbv024IimCxeQOprUxiAaITjnbK1Jkpj4n1QVZ3x9uRykiV0y+MtAH3qUlMD94aZdh
p8+guzSKB3foDsDD5hvWp9z4q18h3WWGniwm+H7hMGdwh39c9DZc0FY62B/+SV2YtxiExa5LhzXD
9Uyszqku1lw8amCl1ivjYGW4tIuGgBQ6O7uT/dx787uybj6481agolb0P/lyx12VzcBuSSE/mF6s
6Tm1Qr0HueCGxak8BgpruOU8cZZk1523dddRu2ygZRdZ9NxgnlnP9+truSVEct6DDSphvcqbC3e+
N/So8R+LueFaVRe2wHBFnRhtLa/qrN0wB16auvXFRLld7x5mLYh0dzpq1V3Xuxv6qFoV0Ur6V5p0
rQJJbbK7xqsvXvYVpR2MS2URkuQhtzBtXmRR2gNeuL6z7UcM127smMpFXMu2bl0E6Wyi1yZkF8wJ
a/uFB1kEgNnQxeEbig+ozW1cKqoE3o220pHzkAPQs96vL4lR7qcBoJ36izE1O8aefDEi3u0MG0wx
LNtYZpXZOK4ZCGghHePJUk6F923qVQtFzgZDHb51N1ffDLbVqqsyHCT8YTPI3AjEjtvlHIk3kDmF
x+2W/mVxgvu6Me6o7qKaNXmnPNnqpVDazrVAofWVix+A2tyOAAa/sH6fdyEAYxcrHvxDXgIMNeTm
U+Ue6VY/qNBC9t3iqhblTszDywVoy13YCBwBNFtrUXlozd36AVd+Hr0G4noyzFejOEFlp4PpYqyo
BRpYTR674bguQGUKojPzT2oKyX5plyqXBnTJ0dPInWfenrThOSk2IgqVDn+8IAAdDSRIhD++2hfa
0qnwLRBcmM19zT95+UYEqzq3CFTEXfKHllCK9JMpN9uMQ4UGYGKt78SEaU9I0GDaYblYPd/VS/28
vmp/Rjjkbb+WKfmpogLqXJejbRZA7vuqKSOg8BzSVgcSbrkrAcGbIsvN6irGhNO+7bJ94uYxUsJI
BOOt4zeXrlqiHH/n0/ahptkDIEhOjUNiaBNlNPtZ2OUuN9k9BUyaVnexz+ipHYJ7K/FOne3u9HqJ
13VSWoIFb+DiZY25GGmb0KW9AG9XjBTyE2t3Xnuo345FDeQIZFfxbIFHQMfQrSUggi0cPyeY7mUx
Mjyau3FalC7gSoBcOjUxeZVytOheXMcPHes0A4DWodXe1Z4qbzcMT1T70QPcTPe3Vk9phH9Vk7N/
FkiXMESADmSmAQMfRHje+3S6kOGStDSqtlBHlUfqSppkfnUyuiaI/cC/RfkLzeaYl+XWk0eZYrle
TOk+dCc0JgY1ipmJWx6bwQ1574Sl24d5bp9cYOp1zfIZ7Q8fbLPbF7X/VDmYNHKsKJuAHTi6H9ft
c0tn8fdXboSXqBf5orbq5UCtpKgrLRv3sfIEXK2q+PsrCe2UcExj4FAboC6ak+NCn62t5u4tO5FO
mUu13PQYdq5oeZTY72cA1aXVaS75vmx/GMFGTLO1aNJNP5TUIV6CA6GxewssGUW3kYhTlQJxpvHq
Bh7Mn6r37aKlBWB9lwDbkpqYFO0/J8V7JBP05DwZTw0/+86ztgxhV37g5FNddWHV7uwhiWyLhhU/
tNVno/1Op33TbZSWDbGSr1z01Q+TnE0+e3XazfhhpXvmbRH7aJlP+4s+n8xhjomFpvb2wszvC/mp
N994t8+S38VwaviXdbv9/5yj/1mhV4S5mPxvjLyC16sWI+o09zyhvS/MjWbvIC5ZqB4OwOpJ7T7W
JnpYwG5n4+cCd/poJPodcJ1+rv8g5cKA0MpBcx6q+/LLhM+gMSMzBomHmYUWPWHU4DiCHm5wNi5+
5Xm6EiTOwtV5WkYGUr0JAzm2Od81qEsPTX/PNikCVEcKvZKYIAcIGZpzpGM7FVqSZRXu/9lxIkzW
De4YEQcke6CjHPP0UCVbA9JK27oWKZ3iZc7Sfunh7auBRznbB/7XCXloGjyVuR5NOuY0yiyehs9T
vse0UGRq084dz0OLcDvYomBQPiNA7uUAWhl9Vq+6KIxAA0emmElqlk8zOYBtOazHIyPvHJ6HnHyz
6eep3OgeUzmWa5nSCrhmVhlcOBYnyI8kzJbsuG6lyl29UkryXE07JMZSQilnJDuMe0UN+RK4WrgM
NDbsF5Ye1uWpnisIIQEub6GY+AqhlA6smLwZVtST/MC7KR4TBwWa8dEVYyOluaGeev3+EydHKpbJ
C2absCBgjRH0lvMNdVRnzwOwO843uoWAD3J79poSiP+eDqdjor/X4QcHU8B5s19fM/U5uJIihQiw
ZZsx9DVcCEf1Y3623fumLg9AoJn6l4Y/28W7xHwoLCP0yHsCDNtkeJ7ovq5P6z9EaSxXv0Os9pWn
ARaGqSUUv4MvD/XHoIj4EOrWrvcfXG9L562VldzNwHQTRLeQlWXftOqJOz/hP/P8czkTsAN+7JwL
nQ9u8dXvDtwjoRi8BQfrur7KQBfMWthhJLvRdC8t/EKbRWsBjnSxmiedftDnISrosSicEFDCUZCA
UM6zQ9d9KrbOpaqxBY96MeiEhhLw8Uqi/YUsOYDsMIBUjd2O2ob/TPn8tXBIHWK0/pfrdtVOz4xk
77i0QKN08Tufzf6F5c33sRi2kijKrYeVo6qAUV30OtxuvTdOgFUUQ2u93e+6VL9kILbU8ArL+3Jf
9WXM+NbrTwGibWAJ/sqUDhe8cB8QDwN6aN88o9Fpx0tzVzX9ztfnvUZ5bNfFu6Eevk1FctTbPIar
jAnNH7hlxuuWsKW+tBuuz81mFC8Be/ZCgGtHueD660FgXO1G/6iTT+vylNZ/pbp00gyNNxo34Sb1
AX4f8+Vgz/k9e9W3dTFbakmHzOfZqBdMxK39sbGCuGIfCYUHS7oo1VFog62tCxTRoBwtXm+pdJ85
TUeB7A9/nKfNS9I1P+tpOmVJGzYzQH9tYkes4TsUTo7/IBdJcB007Rg2+nPQrzyXr1ljBUIT5I8y
9mhUw0Ojky8gONjVVXmva80pL5fY4/8wrxjgiW9ayC2BBkTuqmo99F0aDeaLzaA85kt76tCzR9Er
QxxnY2WVFnMlSmz1lYZtZrSJneGwWNW844b2bCws5kW90WwkNujVBmKaxXN0THq+qiPVE83tToeY
sqHhkN+baKWod/1Wl4/y3r4SI9lJMzOTaAHEmAn9Vmr276L1NjRRmuKVCBGpXC+YlSb1uMCjAWrx
MbOyB5OwKtRmh6PBDgOCVf9pKeddO4M2dN0YVcpBMIabTKBYoevuVnIKdE8+DqAJcvoyAmlHmHQb
YYlKQmCL1A+aY8F6K7mrkbDC4DYafr3mRM+k+F9+XvJOQa8VSE7g81r9dc6/JVtNPcqfL8A20YeB
x4ZcHKWjhp+/oKUcg+DnPO2fcIQ24gvVcUGt/z8RkgqYa6ssZqDB2/bj3IlqHmVbq6QysGsRr7a5
pTlzGKI2mtwHQPXyCAc99/yunllk2OUvXKPvtLSP1q1LdUJBdSmKsIBaBMTfrXW16ZL2TbYgn5Qj
K7fQnWWxj3aVntHcvLGIr0UhV46eOExPoKUM/96KasDVAeBosNLBBNH3mH/tEIkMiffUtr4br6ul
iMVEYh5htmUBR9aUq/ZaXi9BIbiUgLcdLctPtD+Ey1yEWnsYxk+6QXCMkOtx812hbb1ElYoCL9FF
IBgI9p5bRT1GF9NOCIiV3BHzo+hjjvSRWAdEaL0RusCz2ZL42j6hLYr14LNDQ6Ap146mEf3SxMSj
vhu1DwCFBhNuiUTPRupAqZfASPc9tK5ikudWr2Rckg6UEQA7m8Feypx+Vxn2XcWCB3PeAlZ7fRyg
0ZUs6cS5rrYETo+7sPQKYONr92VtxnwO9qRP4ryudzrtnvqab4x5KlXE3SssBpxFstkspUtcID1g
QJLZcd9MmFdNxzDI6V3Zgb9v3UhVuwa+NNdBGzCy73LOZ0km4rQNcHNM8jOY0cWJk+5pG7HMa+8I
yCSkH/6AIOqvZlPMPjG6bEBiyZmXCUmtDoW3bgsPSiXEFG31gsoCNijdjp7J5tGmCJha/wWTFqFT
b2EOqNbqWoIUsIyjUyaewCpZAIvTtKjeI/rLE2v39i0BRRmad13gD7+iYEvNBOMQDJXDJbnrtFPj
htO44XGVrulahrDBq1AC4Fyp3lNEtXNbhFMAiomPdT/HbnFI2BiO5lNCz/M0hIb9fl05sUa30Rgi
iCvlpF0CrKNRLRaeJYXV70hth5n+JcPAKVlKlDE5AAi27EK9a3+XU9o1jRppzx1IJLnzntX9oeNV
XAAibeMkKXIet6pJ11jmDejzniGorg9d+l4vmihoj4b5O8u+91UZd9X9aH/EAGFoW3c1ILltxiOL
nbzsZX2NVQ7kao3lPpYWlHCgQUO5wtP7LNRH59ls2F3ZV3vWmad1WRv7GUj3TN6lfoDaOrL8wdmY
H5DeD/QyTJDzdJcv3tb465bdBuat3eYDT+3WwfNvCd6V+S/d7DFQBIMlPxgYxJIGGCCN6O3/YYxP
64puipZunhz0JqY5ilXtYr39hF7pnPwagwv3caMnX6zlEcwboTtW/zt3ILdLGBgVKjMNKgd0V/Mn
YpwmtqGbOHQrh1Ketuvy/zmUiIo+lrZ5SvvsWGTg0GZVzDxt46SoPfV/JzKQnM8STFZi+1hJbvwG
bnc488/re6W6uK8PgORk/ExziqCHB9UsN8w0ICNRANXynAKGIrsfNP/MbHoZ2T/0aQoXgAc0UnDQ
T27Ym/q20OoK0YnlZ4fSyMLFqA8D59HYtNFC9qV5V6V5TOt9Yd3740ZlS7mNQAgwgUCBbL/c2bwY
xuBMNRxQoJ+nJHaTMmrnF1d7P6MxdH2F1aJEec8RM5Ryq16TFoRzgpfCCOA4M6Jt3KaHzI2drRqG
0r8AwfL/CZJ9me3l+lSIzoAEgC7GR9LyUDQg1umDaf/22ud1tV5bJqYW0WmJxheR6ZctE41lIKBD
AHb2vOfy1PcbkZ30eRtPD3RV6UAxBxQdZq/EVXV16/qNnU6JzYwzKzEfXgwPWk4/rWsg3XZChIP3
M3gE8I4C/LPkpWarNeZgrr2zn5ksDKiWfdSzZIxMl7MNUQpt8GKHwYuhdwFLdqsN8kfa2FQLR1d1
GtRhldnsOwBs7Q1TU2iEHkM8Sx2MO2A2XZji1aJxk4DFoh74mSFsrAG1yPinzNCj9XWT7kyxbgIf
H7nrPy318rBY3s1+5TTzeE4ma1ehdYFlO1d/oGwr4FYKwtQi4lTxOJSbnoyeJqO+0PFsAIrzRACi
tct69FEMfvbFwDBYvK6XavXEkOT/iJNWr2s9PARdiOu6IvRsK56WdGc7P9elSA73/66e68PxwOQA
RC1JMVnjMVP3xzMfBfyce/Dns22PYVF8G2qYod0/Nm25XxeqUk08NGEaAOxFZ/qtYYBKaZ6afoLQ
qQ8n8+L2XZhbbytn/tEM9LcoVuBM4Slv3grBMaPW4JLxbOdeuHxMNvnMVVpcC5BOkTt3zIaNj2f9
I8AKQxsI1FvQF2L1r673VzqIg3x1gjBoOVfVAhHpEeC4tfYzWhKgEHxf3w6VYQuSRYGBhCqIjOTY
6NRPWgYpCw+14DBhIHDvvvEJ9n9VgS1juDGwFZwGnseGMSv5ORuCvQVG7DlrQtv9ta6KXDj/IwZe
DU2J8AnoTJTs2aV+35UGXvbNgIO5zxFi8uMIPHWvui8dFNI/zltlZpU3vRYpWXOukZpYacvP86PV
7sbmuK7S1uelx8los6IzfSzckD7R5R3A8t7+/eAPTJ0LH42K262NEb81DTx/2Jn4NMxIzKythlrV
QRGD0jZKBtgZuZujR0UrnRzA7mXFBzN144p/ravP/6AF2nUxMQQugFckY0vpzQB3Ldl5CCvfi2yi
bVwzSiUE7hUwOjDsJl8zdEwGdJLr/Fybdwk/lcGeNod/0OFKhDinV6ed9WDrKJjBz3S44/ORvlkD
NCohshD/IjshF5gJ10u/6F12Dmh7B+zWR3d4bpY36wA6KXRNQxBqb6/u/KnR0AVFp+lM6F2R7/1l
4+p47RHx/T/d5wjyQD8uOV1jnEvG7GY626i/cvc3y38u2XKX2HxX2dVG2UYpzAPRV4CuKmRjxd9f
bYgPUKNcT+vpHBjNqZ4fA3T6znoe6tQJAZv51t0HFy3CCtyHqMTjSXorjACqPICrn8/pN2IdfX9j
4RSeERg2eFqIQU0cE1/6vrlYTVX22nRmjn6xTIaSGvA9kRZ+xsscbYR98MEuyxeNp3fU2sJtfX16
DCS0/w9pX9obKYyt/YuQALN+BWpNVdFJOkl3f7F6SbODzWIMv/4+9H1fTYVChTJXmpFm1FKd2Hg5
PudZcDqjmm4Dizxb2rwnLVWKrkcqmPileqmNH8bIVxb4bS4D+zcYd+sY5T+roY8z6ACv0OVpNVzS
WmFfOgfe10Ot1jmAE3p/jNtKecsMI3oiVsEfDKirrMlVL6wXvA1sC1o+qjuxkT7+AcZYaXkJ15hL
naubLAYeMe/L44havqGVb0Ox5uI2/d7H9ABJL7YZZBKmeZ1rtqDh4gizHppLxPXK0yNlr3Oxkb11
bvPVnsi0s+bB0H2B5sgk6wNg2sfB1Z0Jp/GKNRdNfx/790T5ZpMXMXzRAAAsd8I6qplyMOvKq/kf
SVbeX0szex18lgjVugKvsI43l6ZsiE/0/ie3+xeZqa4/ltaeCLqWSEzb4Xa42CgAoUD/Zy5GKbOJ
+06a5pKrZQPHD1vbc5JAmEkfaq+QXfrAcpKGnY7qVVKbke/WcAYxa63zcTauafcu7B+oeQMOiPWN
I2Keprc8L3LI8raXukepv2Fw0hP5u4w/2dDDBp1Uw/8TZ5bLQCFqIl+r4Lbxs9alUFVW/DSP/bb8
JN79/0VCQojmPh5vc9a4E+XMobRu4XSkRL9QzG68LEvjP/cP1cV5gwIMaCQWnqLzwoolmlFag9Ze
Wpd/GcphbzO5SZp4pbe1GOafyzdWCp4asxwNgK7GoX2EwVjlvrOH59q1/R7qM9794SxteBsmTpMZ
+oL/pNLBXNoduvbC3Zh5XVU9KLTYljo0MtXaXqEJLhynU7IGFBakBG/1RN00c4sRKuwXuzADaSpn
aBt9gZ1B4VPHyYBM0rdQbP2jV2up1tJVBRwaSCW4rZCtzKcz06jZDrrbXAz3WVX2cLrAFisDqmTQ
Zg9i5a3uI5w4Kw/GaW3Pdzwu30nxFkpfNwpYXcZzO3LUBrKJLGBGK7wIEFy/VAA8zk13V9lFvJP0
kzX/aSOg7QXPUlQUIGowTzK02JDtkGTNpUQRugKwmURHRT8K8+3+2rl9RyAOmpPI/CBjhyrWx/O7
MQdOE1hIXoT6Jot3rS5XFufSZ/sQYZZhDGnfpH1eNBdXbhnrPRvibyIpPLd5rjU41/SvePl7lr6m
n75wOXyIO7uZikJYRWEhbsNeuRH5ToMK6r7JnlL6en8OlyKhaDpBJLH9bi9cWpZuM11DZvYTzLBY
XkT53qACsCZYvvSxrgLNhQ47HRLS+dAhk9ChqnZaIxmv/fxsLbhqE6cGxThkWkDXSGwcd61atrga
rocwWw1Jw4qCKNOVzS5D4mI1UB992G3Rvo56Cbuz3M8gxD3YT/e/0cJZDAU9bCeIVy+gxnSTKtCD
ixugOIthA139dsP1JjlFBLy7z4dCqwDSu9A/wQ0zm8aEydytNJwYrpud7NjYx/RUmyupz9J4roPM
5rEseh2Sb31zoe0IDuJbY/9MtNq7P5KlhX0dZLaFLLtxVeEgc42dQzRUnmrtDf3FJF+NNX/5tUjT
0rx6U3Fg3lqWYzhjHCS2j3d6Y/pRc07blTt5aY1fD2ma16tAgoyKHqsjjnM6PKiR+WRn5Nf9WVu4
jgG++M/3n/79KoTMoW5FIIl9sfCSispfCYGBcr3LhpX20OJQYNk43Uyo1MyhHpAOtmOeYytl6WAe
I8tUA6mM1eb+aJa+DIp/EARAAwx55mw1FxnyFQu+0JdJbfdJ1EPi15kKM2Cch0GblPzYirF+ux90
aQqvg85Wd9ynsaQltpCWn9L+b0y+RupJKV/uR1kYmm0A/YjCB2TCcMl//FB1nDkR1EG6SzJU46M+
crlX88o5OOg2BsIZ2sfU7cyV02Gu/TLd7NAlQ+KJeghEmecdHaFiJw0alseoPFrNz9q2Huqk34BD
7Out2HFLBGZ8pnF6plQG9Xi4P+iFgwNgfjQrgEXGZTVfNVXnlnRM2/rSkNLrIwMk/VedrARZmFkE
wX9wKxogm88ODjB6VF7wor7EmntMotgvWH2Cqpwn8iMTqynGtAZnORpQmhMrEWUgPBtm4Yykb4ss
SutLXaSPZk5VT09ryMtkP80myoMqyxIPdk4vhai92op9WfB0e39aFzYjQHlQ0cGZj7fQfC2JPKb1
AEfuC8vTHy7/nvTdGmh3IRO9DmHONB7xfIwqq7H5JdP2qMqe08ECzfNZH1OYW7ZPhrHyEZdWCvhW
0ydE+/tGGpjkpCKRYfBLUrKfVidfRNc8K3JVu3dhs2Pv4fcnSUXgG2dfr5OmXo+txS9aauANfS66
r137aCXf73+h2+mbWqhoaOAJARHJeaab2K07SDaoFxOYzWDsRifguuJZkQHuShb5A8Qje20QK3fo
7cKYwqI4jHoMpGjnOVsux54rZa5emBYYL0Lb3R/VP9mkj2v/4+/Pzme3L3E7MPw+oEo5tBrhLjJA
YifoZH6BTsEmK4xd17e/IRP8Dfnyz7oet0xBgUYbSx9udzQYNXMrB+cywijOjfXHBgr0KSX71JGP
TLj4EnpzzkcuApV0L0CdfpVR5OsR28EKaQODquesZCr0iFXfjeSG8t5vdQkklPVaAzOPd3aCPm/7
WtbWPutN31KIr7XaQybEDufySnVWn7bBfEJQq3CBS0Tb/wZR6paWk1pZjwlncRaOmdMd+6rRz6XU
BCzJdO0JkiSJ8GqpVyGUVH8rSls/D1HmWlBx3lHrPP7o425yVk2c7OxSqwws5vyuWd0EfdsNKxfs
7QL592dOKHwbXYR5SUkxuso28sI6D8632vkWBfcXCPwxbiYEup54LiMBwCGJAvzHa87m2RAPVWOe
S0gy+zxxNmY6fGs6aKVr/Qb0ssTTeBRwiv5eSbaWURzNmgDVwssDqgq/rJbiSqrpo2I7B2mk+7Ks
D/ipoAIJSs0q3wEn168HKDC27vhSOjAXHCSedrUThWrbZkdo6YOvlhvvOnwbIojQe6New8w0OhW5
+8graDrKqj53cRX5IuEbq2o2oEzuUjJ0fyPCmV/CvSSoIZTlMRsAypL2O8mctzJtUxCh5CWWJUwN
tGajaPmDPl1rCeHE62NI+nTu2Bx4Ag500Ru6J5y830hInQVJlgW6rfx1GHyfDG3rJKWfjhVkORTu
2QJSvRDsS7xsSNotjXVIzUDl87t0rJMo27fEdIO+dA4G46GpNWczTQNC4qe2jQ+SqgejdR8ogP1J
2hwBoHyDhcEhNqx9pxiADnbB2IxB1udbeCmcC9ns04p/tWl9GM3oNMb5FmaAm7H9XlVa0DfmRtjK
GYy3xh97dwOqLARJhn012F81iz7lsUA/063VIButU1SrqD7y/qdRqm8V6QPUSS9WoW947/pJm1/K
rI8PhSICIhy50WOsAkffxIn5C1Tcoxq1nV+6aeSXI3Tn5ZDH20qLEs9VkstIUlQa+/QpkU1AWuOX
Upr21gAnMkBRKPb6vvxBIrs+8iTdWR3I5swEPL3yXTIEWZcbO2hCHgy7UIIGwB8/dhSUcBz6M03i
+pjXrhbYXAWywe4Dx7AMLzNwYXcR+yHbwtla1FxhWN7ePvB+Am8WuH7UA29QBwmNVfSgNXm2LOY3
8tKAxlmzZyeKV/b57XX6MZD7cRtWOnS3WjLifhv3lfKuCpinfvpReB0CeJSPITqzFwpeG5PkrD+m
Xxnf8vb/GGJ23bAyxyU6TVdWbEbIOig/1DWNx2kiPh7g6AiDDYBMAC9oeGJ+HEWWGj3yBEecSQM7
Pz3ecFP4DiewgCV+YfLt2NOnpCArB6Vze3FYEK1EkxJPKvR+5ilcUuWMQjbPPFu1Da/HfKx3EJF/
LhuocyGym7g+cbssGNWx37paom91NrZBrSq/9WaAZmAX0CwuNhFUxUYh0GByremCOQgle1Ks8lsn
6yChZX8YZZ7jpIriU9pCvWqQLd+wBmI/2chfJLStDpaS+jVVvqucPfaKGmpO/1SM5FEZSniNG6ek
77Oz1EUBvvXwZLnlRkCQXcdB2jHjG83yH24Rv+VRYXppwTRfq2tcvK78Wabih6m1J11l58HQgkSw
s52zQ9SPPpzQiOdArnhokx8oaSMdMM1Twpi1HSL4euW6fmqBIs0a46s6mLgTuG8I4qt1vTVigVIE
sEGwJXighr5P0vFZy4np9al7Quns+f61dvvCwMdCoxeMaIIK/rw+GucO6s6JsM5mCydqZnPmsW54
6vTkqVIVj1rWp/M4BIT3EIQbgfaD68fHVVmUldY3mTDPhuL+0KrqLRYrB8S/AvbHhf8hxL/a2VXh
AG/pvG1kZ55Vt1EvmMRoW6HO8zYoVTn4duYifzFJoKlbigbXEISi1g9qkqqbuvgL741dCXQvfFGp
fOc8aHH5QP28QVefcOtSqLUMqBWUZBAbaBaOAZgu42uWas0pAyN2JS+9zbbxxoQTDArLUIwBkvrj
dEGitSoEXCvP7ljmpRfHDj0O8CJ77jMX8ixJQnH+xUN7LpthTTD9NuGZGEsWThHYCNyas6g1Z5np
Vvo5y0r+BQ2abAuGSb/ynrCmIXz8XLiAoG0MoDhUVG9ADY7eqZ0Ns/VzDHOyEyc1f7GLtjh0LSe+
QFFmJzoRv6BRq0wcKutXDrTTEaga/bGMVHIE06SeVF+c17xSzVOdtBlUwlhueKYdu7tG8oR5ltsl
z0OZy00Wmb+qWo+eu6Fima+zJvoiU1U84WFsbsw80sH2UYj6qjOi/m5owbA5W+QYOJy+aOYIGCSY
jt+parZbt7LdF4fquIwGBeKyNe9P9tjQk9Ew8cCdOIFeZ8IDVGbb/aBxG8cLbTcW15KHrpEM8LzM
/tIIOnyl1OpfRMmwzJDgv2t602xbHBd+AksA6vHYUgrwJqzIT6moNxXwmLvMLNdKlQvrzcL7Ci0w
mNignDPdvld7x2lsxUn0pD9XgLB0yd8qeYnbQx6jSemoQWX+vH/8LGUNQC5peF9A0fWm82pVksOw
l4hzPz6iegOPhYfSeNOUP/fDLI3KRITJRx4wovmhM6RK7kibirNV2T6NjMIrhuKbLbPfambActEt
XsfOoCtH3dLgHFQy4L8OttyNnW6c94ACw1nx3MJwvY/C0fwRaZk/FtnnA6E2hO2DuqJ72+3Fu9IR
TjcMSIkghRmK4gAYvbGWsiwcByhgqHCjBuAYYOrZ0uC24CxyyuGc8sehDD8PYZwsSkF0hi01LMnn
AKoeMnQtV5ERFW5fQP/KUDyti95UC5TJ+6th4bsALAdZarAYJ4j2LPciqV7YMiLyrMlnR99iD0n7
oV/rs65FmY69q52EvaWxfjoabJJ40NfY5eR7OxX/zZf7w5nmfX5+Xg9nVvdReJwNlYpAavUXj72y
elDVt/9biGlpXI1F6o40Mx0hMjiiyEm5XelX+uG3iQg+/1RqmIDzE7z0Y4g2M6jWFtN0NTitoUIS
/+St3wANkqxcqQsfBuQMc+pDQwAF8LOPkZgmu7GtNHHOTFv8SQp13GUgG4dJSvSNhh7v53EFECPF
4NAZxj13ox6bV1VtdMwS5yiPgkZkewPDKoEuoXJNvm5hFgFAA5xAR2EaHMlp7FcfSjVHYyiQHpxF
Y+kHGGqPu5Ix/qeIJ+3mFu5qtuyHtYrqwskAnizYPSgc4+6YV0YIlVnHlVycTaPmm3pQ1a2wB2Xl
uy2scxP4TWAXJtDCjbCySerOcV0mzlpfw4ZKDhnqbpG2GTqyBp/5h+2a7Sn0HScJOvQXoPU6WyOw
yY4cBxqD53gU6UUURuVpVqaEncWbLzEbye9saMczZH+iSz2Oys80zhKIUln9duBF+b0dneQI2e58
w2g8+mXLXaB9uvTJFS5KJxXczqFem3lk8oq3ClPv/Kgt8k0ODpUn87g46LJ1wUus+FaK3An6eoxO
yF86n7kQwEMe0O9j2fxumSGAmFSwZ7qKbwZZ7aQqURkQsDcDAbEOCNIOb7DkpobbGSRusgRJlYy8
OjJ8lprR1pAmOhi57R4S0uLkHWM9gG6+eehK0CSt1Mjf9IK8a7I13105whKZte2kY9Qdda2nmyRu
+S4teRaqZQdQToeOyTuQ9Mo5dyAE7xEtZY5v1U3/2Ka0L/1Pn01w9gOXHyVpw76p+7Ei0kcVDJWz
0ar03FdV8yOjZX3S2mpYqYlOX32+KibODcTJwWS7yVTHmjISi6w/N0pXbkdopoYZfBpDrkBehNgK
2dC2yk+2ntN3PAXi/2KkMI+D0gVue2hZzQ76rMkUoHfr/uxow++6Kwg+DvjJUb4GWl84RT7UcqZ/
vzpFOi2PiclxFcfUoymU/wNHPA5pKNb00G6OYthp4k1jY0iTOfR8mwEq7Vq852kIo0SjfKHttxIQ
BnvthTH/bIgCKWVgR4HwmzQuPg5Ho+B9ZZaZhEJA168HmEvzqGN7XE9WvtDSeACPAMvDMqD5MM8z
04wZLDZoEqYmOWIWd4aovC6vjrnl7O8v+5szF4OCfDZOKTyjASSbfyNhjr3FrTQcigd7y8aV6/jm
sMXPw5cLhBL40N4+0wed6bQAKjSslXLL7ezrgLqn1YwrMIJ/TakPW2qKA9U7tKxs/dbNQroqCjay
TkKXFAFhW6NEofo5yc60ewJfKm2fWSk9NH7g6v1U6Wup4M1K/xceiHcVcPdb2C3EpLOiVdsk5L09
VcifmVR+dGoTpJQdR9C07n+0xVlFze3/h5vlUcD7sTw2myTMdBMix5mvmd/iT5MEZmOaLXfVkH1h
DiIJS3CIbXJ0m5X9tDAKrDoCD03oFULIfXY5RjH67kaPUfDE8N1C8wvjtagO96dqYX0jiK3BwxDM
mZuXoZLZcUfwFg21/Du1Xtd63QsfHrgieEThGAWUfL59sO5Ujgs3DZmKV7mCbudDGcG9xGWWFaQ5
PDZdp6fB/TEtTpyOcwF8h4mOOvsyfeFEY6/heBhc1dcdDj/aA5RYP38I2SrgjoDIo90MvPzH484y
ucJkNOL7k9jrjMdSvqbNgGt45QvdPKrxakeUCViJ/976CBYxZPRMOwvbf0gzR6rblkEcSe2NF4hm
ca8Hf9A3Umbu7k/jXHIA6EpEhu+7o6OUOP0JH0eocA5MIijJIeHxRlOMHThxW6WCpqzeHETF3mvT
PGfWGMAa46R3f++Hv/2KeATDyxUgOOgyAZn2Mbo6kNzp1KQK1cdG+hBHjz4Ngpg89/4TYd7rLnW1
MJiFCGgbm08t5+VPmelibaEsDuRf5Q1HPAros4HUaURJDCvVUEJO+o/s3i3n8f5U3W5iUJWm2wmP
ERBH5pAE0bk5zCxKFhqpC8HNHpLNKoM87f0oC+sBYSbto8k/Fi/62YonUk+zWqtZqOb5hap6INHt
qNxXkr6UqXFyRi2INQvoZnQa22JlU9+MUUehDLUrWFki+A1GZ+gtZ+SpNoZNI9xDkyrNFr3z5rOp
5yzK9FdcpWRKWkVa4YxjWNJdMgBhMaZBMTgbXhyqfGeMrYfL8/603iQzCIn6CJCXKECDpDVbHnyM
GmgFlWpoC0lPJZ4qYSFpGujAFwYuqdOVxbIYT0dRBvkMdADmBSDXLaGzXdMxlHWR+D0zN3ZZnFyW
/u4Akb8/tpulP43tKtZsOuECSgh1Y6i2sTF0SLMTtXyyRm1lZS6HwRWpAqWm36DCFRYBAICDKMz5
oHtjDWcD6ZQer/uf98ezMHeQGgCPAPoaxrQJPi4PQ3JtHOighEQ/jewtqy+k/dmkn/XHBeIYvqa4
Vyy8gCwCIPDHOITDoRkoGCVUK/3JJtIbs3Hjjg+lWXlGUfup0MqgrqV5ihXa7AUa9BtHQGjk/nBv
rp7pz8DNA3AoZDZu5OoUOVSAehRKOHaap0abqNqIhEJu5hmCjNDQ2t4Pt/AZEQ6pgjZdOjeeNZlp
KaClYNRJfkydo05funZlRCsh5vLWLk8U06CdgnzkomTfdGvXrOHQFg6q61HMHTdysJBRn+mVMM+3
fbnNPmng9b9r4z+z9M8C5uqIcpIKe7bGLIms8oD4hMpG7un96/1vsfTpkdQAHIiXOGok85WuVoVS
KA4NW/I7dnJfc7/07QF+se4w4qW6Jsa6NGmoOE3KaZBKvdGBg1cDTCtdnYb9+D1xNWxdsZKuzfWx
/s3bdYhpxFfzNigQjNFThGAo6J2sgrxm4DX2qRmHSs6KfTNImPu2VV3DoWWEAG2UQYBo+EmkGSgM
/QxKnqrEarzR6djnz0kU3KBgocOTDTnebL/XJGVGRCkN8/Ghsk+jRKPcXSs3TD/y4Q2I3Yzzfrpj
oNGDvOfjBECAyxiaQXXCAT2Sw1f6QNYEZtBMvB9jrpcjYrh1Nujthrp0tHDIUTwshTr4DH7XoOqi
TFVI9pultrsVDum/VRavNo0k9kEA0BLgSfcd7PEOKKToT4O0MNAaaK2oQJL6JnfTQBSmOFYIcdQB
FNjD26Y7RKVQUGsTqKK1ui12itpUO63ADo9EBk9jR+0sD3qe8cFMcK+i85l4w4StzSB7vG9zxn3d
SFSPmskPW8BGWnaiRD3PtIIG2J4cCl9B0zlKYCQG+Kk+18BwUp969OydQVTwfpMxBORcv1DzGuj2
SPGGqLK9ti6xQUWvX0hiWPCN1hqPaYR5BZAVpz7VipPe2/1eBWFxl7pWdUpat/ABeVbOSpl8g99c
Y3uVI4tvjZCoRsokr2CFqg1gPQ+1suMjazeCpOamzWL2JY00sge7034ropjs0OWGVVsH3UaYZSbH
srJysCGV9qg4SuqpRTI8NDY8BOLYBuBCMEBKOzPdJYr9Gic5OdLepptBt8ujMTYprH3NetcVKtu4
MUD8Mao7QUMSCz3/Jg/BjaHQIjRzH1k05rOw2qBUcBHTTEDv3iLltgf1dtvaigxGByZRUkb9qWpj
45gQQJmiTsv2UqdsgyI3SuoxbAmhfuMeilzqweAasT8wOFFLUHi9GI4IJzbUHT5Q15/gzV140uit
nTqq3VdHmcq0qU3D2k7ptkddKmxsO4HkfZ94Oer00IgBlsRQFWdrmPRCaJtvGpoBbQ00oK/Fqvpy
/zS9eQYDWTDV7FG+B3IY+cPHrZdbLm8Sp7ZCCYRdTB1Yvw87xaYnQdGEy7NVKszCPYeA2OOgPuIi
neuUalobyXZsrTBNHC9Xxq+Gop6la/69P67FMFMBC61l9AzmLwKVDSneJdQKdYMrnqLp3zqdtLCb
M9n+v4iE5isAVoCs63NhgV7lWVMNuhU2aevZlGzdwd72fC3jWRoQRD4mKBf4/Wgmf/xQaCo1rHJi
AKG6JmxUXXgEoPKtgFD4yut68TRGokPA0gQHb14+yI04ES21nJBolm/HQHT3WgFBflQROv3t/uQt
XeYG+r3AraMjd9P0SxyTIXWNaOjK0vFwNzwYeXZWdAnMpFOB6pMFWu5+lu8zXTfoNONjASl/kyuz
POlA725pqP9wmFdu7g9p8aK5+vVZ27cm7lgpFX7dqkBEAZbV7FZKswt7FvMFYA4YEhjBfM8CWpW7
oylpqBX5MSLxLudpULrmFxojC1cSa2WFL40Ij2vUk9B0ANNmtvQcu09Hgc5O6I7Fe8fiTZ0m/8WQ
0JCF9sEE0bjhFAyov3WC9DQsE+q3hnqyq8yztT/cbDex4n4We4kFAOkvILyRRKL0N03wVcIFRhRN
i0pzQ00fAwW0/8xMt/m4Bkhf2LIfwszyujTtRT4ICHKOdphAVlXpD0g0V94NS4vheiyz3KktSA/k
B4JoRVj1h4J5RJ4YoMrNCr53aateBfqH+ryaNOjQj1I4CES6XW8/9tWTBXu0KibeyP5+1gnrX058
HW2W5Y+wfasTOOmGRLgvRElhpD080M9aOP5vGHPSvIGiCA682dIGqQmJWS7dcBj9Kv0CLKyiHO6f
B0vH6SQ0B0FAG627+U0U9wCSOqOOkUTUFyr1gPByqtQHf+J+oOlLz7NotJ0gWAIcp4Vn6sdVTU0O
9JgduaECdGn/N0HiSJJjTeFGjuQWBBbgO/9vEaehXy0JHYrjHY0R0W34llWQu2GP0vzRuUBUVftY
Z+ABrTVsFpfh1Shne9fqkZzXA2Jyo/CzskC++Gq5ICewYtvk3O/lmtr54gdEdQ+4qkkKca6JNKAB
rkZxTEOklKOWBZEJdD79nia/78/mYhxg16fGChbLXLZvEG2UoePmhnpjQY3Q9Dj7EbnNlrYrO3np
PJ9uD6xGtLEBg/n42eBIkwHeSN2Q1SD4OZukW5MKui3I4oSFgBTQ57iN0PCYrUX0znNSC2mFtUHC
khu7wrG+8l7iM5lPTTpsgLLJvbKJuceTeOem5M/9yVw4e9HBQWLrWGgvmvN6mJL1kaklhRVqg914
hYgqfxhTUCG4Mm7uh1o4gREK9D6kZUC8zztJWdaoECXPrNBS3ka5j3o8jTJrn+i/ulUtBo0s7HLM
K7EnwxbIfs5ndgLOq4nZm2ENVcHHQbE7X5dU8+CtAZ7QxYSmLpNPCnoFMYe9EzwUFMut4IZSs/dC
FdUbyDqSe3pba3uoLRCPm0UNjLxmPPIs6h+Qg8mtwmHBZKVF70d5z0YPqVTrmxCYDvBXvQ+ZBgSE
VovnSFQyACuqPPS8Y4ckzi2vcWtrZxmRe4o53IAMUzQ+gDZQ3kiUkl8ixSWwgonBjImKwbcSO0PZ
bjR3VG/jEN6v2Wbo22ijs7hG6lSJTVSMAh5GpvlU1NSCh2ptebVqiIBVMTwLodLvj0Y3nqO0/1UW
+AucxI6OPRDvfoMbBFB2le57Q2ZH0GxBiddgg9pHtbtjXCXnVjTOKeHia9SrcicrXAGRmToPDrAv
uziilQ+It3yI8qxFrhgBRZ5G+9HYpoARVBp/MFGdSbCLunKTgKyOx6ljHxkaYntATcUuBTLlQWOj
Gg62MTwWde9+RcdFf2giU90oilp6qZ6pniGJCu1zab+XFAPKajIeY0Bqgpw18I3vMVXArbtfs7pF
8WfIm11eUrZ1gDXybQHta/yv0SNZF/kdS7ogJ20JfgGJPDzmIo84DZhYEVSf05YPvjBaPchtZNc2
HeFgoqulr1UpfALBTvzbSVvZlTSxfJUkzrGImXkW3DSOvM77iyWBa4k4sU+8hn4LNVJln4lee81i
2D4gh5ew6hSO9lLmNV05uRYOf3QcwccBJAtw7zmQozcdZhSNZYbAVG3K/EXp3oWEBXQG34T+F2vW
msS3Kht4Hl8HnN1wJDYNRXFMEwyBsC6+S/KrpJck3pvkEeVOr1FHX6yBjJaOruuYsxsOSU7kdApi
gt8UiQAWwqa1vX9kLdwAkKPFrps6OwC3zUIkaQdmvUltpAptIPBApmx3P8LSIMDDhKqCgXrUDfQ5
i3QwtLCcQ0H+aHCCgEswMGhrVnZzX7kpf3Nhv42e38TIvJGNlDosIXHZ2GFWmsqWClbtawYJL6Wr
fsmuM2DWQ8hbblipP0DY2jd7tQ7yOgV4K7NZgBE0j2nROiuolsXRW2DVOVimOKVnaaXZZ3ouKeYX
ptqVKnyOU7qN/P9iiqEmBjNDgFhviDSgZuSlzKaxc/svYOhQ/iZWuiEZpKDvRzKW9h3EP4HHgB05
2nOzR0aEqmgWj6MTRk7Kg7gHb6sT/E3tct1XE/sPqCdFQIGq3jjQIgTHLIWlZZlO+kRQzhtdI7pY
nVl4qNen/phUybbWRuWUIENA90aXGzFA8bMoMvWgOCnxbF6j3JxaFYpxrvSrpNAOFQO/HHU36yGy
GmvnJjLagLZRviZjzDaWonRbAzq+RWtCxwX1yqArK/x/pNoo8GUS0EOgIlEWlCivSWOD8xEgVbhX
BwaokzjQBG6VBoLJTg09h/vzt7QcoD8FsDlEFYgzrz0rXa6kUSPMMOJ/RRREbeDy9/shlnb0dYjZ
e4mxvCXSRQjz1Di5l8g1isFSloMeJnRNUTC85YX0KYUHt5WbaLFX362ejj6t5ABDC/XVrBs8NdI1
wvXKopvLNFhSJ0NONSe0exN6RvStFzxIYOPuATC0qwfhayXsNO7P49KnmmQ8CTywoOM550xWpLJa
sJ4RVAyngVWvgNh9jVLozd2Ps/S9ruNMg796OrmRymU5Aj/a4xENE13PGN2VVbfwnoDU6X+GMtu0
upuDh40iaAjdLj1/aEycDcZzjHTs/lBWpuyfjsDVUGyQlEqjxlAi/tpZ8MYYXirx5X6Mfw/x2eP2
ejDzfJ4b2pAj93RCBqdvMym/5pbi6UZz6ZrkT1Zazxgth4qHsc9Ick5T1TOrNhhMtpKBLA8W9wLw
AwTgtOnfrwarNOWA51njhELJfQWE0AJ8euj8bVbGe8OhnS420HlwZsD8DZXRj3FMGZdZrvROqGY0
oBAHyivTE5qxNwbyvTaNP20K1vrYH+wxOdyPvTREZAXIDiZY5o3aYquWRLA8n76nr6i+gbX59N9E
AN4XOkhARczTD72uxqJymRNa5UXtC8zhU9n8uB9jaYMh94AaBJIQkIlmKY5KW1UgubXDmoJKu22j
lVmam9T/Sz2uA8x2sKm4rHbaAaU9fkmV/yHtvHbc1pYt+kUEmMMrFTtTbru37RfCkTlnfv0d9DnY
R6IIEe37sAPQAEsr1apVNWvOL4nZ2FV/1IxHMXo23V1DYqyzjl3T2o321ORPfVTbTffz9igXA9Tz
XzE75EVCe2E/MkwxeUYQxA59cyOouyiDaAYFcP+X5MLf8/u21ZW5VWft8VEvA7bi7nwxkuyli/W3
KjZXnMrywABsE77x3r1CjhWJD/u/HxovYR+9FMXwYOYAFtQMjfbS/awF8TdKIq916f4IZXNlVv8g
m+beZqocGVOhirad2Sn3DdGtNCkjPm6UQtzURhxtjNGt7sxGbY56kQcb3fTST3EwuC+Vz5uVjqIU
XQxYNGTXS20hF34gycQKRG27DTzXP0qtbEDY3XfbeDCSXW7J34ah1KkjW9ausfTQ9gtRfGt1DTgL
/Yr7aDB7lJuUMkF3DPD17TVUFo85dQSAhgB5IO+69DCpWYFZ8g3jRY5wlM1vvRLSx7bT5aMh59I+
C5No02RwRhRjRuxel+Y+T2TUetTBYj8Lyckgj3RI/KY9dXCeUMAcDRrto0DbIVotVBABJZZNXt89
egSVOBJdvO97tzxIZBs2ACuFDXiG4p5HuvpoJQGPU5i+HNdtsl0uFMpjoVFIjVGCeLPKFffw58KY
LzEM6sASdfpGriA9Xl1DZx9X5C5T8hGF9b0cpM+jBpC5zj4YdUR90j2JZv1C6uMkCSWgNAWi8tFD
n3skDaJ8TsTorlbC1i7U4tE3f/ttAFBdWTsJS4fNoLmFdyhaLCgPX66TrtdNqGmkqAVIYlRnWINo
Lr6hwI5Nsjskj6/KO2Iu5bWMbMRLmpAG2nSxDQMWSYJIfUUWpfgiZvtcsetgI8rwqKy8lJZGd258
+vvZfYoDHcpcqa2XMBuL71ZRx/siNNfE2JasUARmVbi04fKe7XUIVaqxJIh7Qbh5p2jNTleOt4/T
8mn6n4XZOIJaTQdN4sUnNsE2iaotcle2kb6/cmnpEG+yceEJvwLKaL4vgJeXjRczLz7KSXY/GvKK
iWXH+z8b88dK3klymTaa8ZI1AvqhOmlaffxlomhg91H7okrhru+F+7RNd0guf7k9jUsx69kArdkz
Rq1VKwlxlC89nPme8tnQTxnZydRbQdOu2ZmlwMcCrKQUM8jC3LSol9TPWbGV10QBlt5Mf5poJAqn
QKhm1wi6hxB8F6n50rxlIxgiyumFrWiws64EVIv7e+rW+a+habhnpyjMNVSs6C54GdWNwjqZK5fF
2vdnPsgv9QqROL7/Gc6ECUO08lRZ+v7E8kqmhFwG+gyXv981RzrEosx8kUoXdikLQnEh+ovIndYv
sEWg2Cj7zraWpPa+4qFT+pJWWzH54H2u079YBfIxFIpAy4kIMlyOQsh9z9dbxQAJgt5hBqeM0Mrv
brXlYTCRp8AUzw151bsOrKgiYJIw0qbHUYGCYk2KYHExoLKeaKwpn8yJSuXID+Qksnhqedleqb65
nrmy3EvnYorJJ+jRlFSaBa1iIULRkvnWiyceLfk7b5FdGN2r5XiMvBV3tuSXz0z98XZnJ8MfFCGi
sEaB13uSjNSuGrtWXm87rcUJozAIUn56FcyLyIUlZiYqXtaLIQ4OVV5nqI3TX5gw4OOglqaQsZ1t
XqvSkSrUWvPFF0lulvYYrNVyFwdxZkG+3LxROBpx6fHgzJNNFdh/gaC2pmwwBUcqnFc99/7YdFHi
kkEkxde3v8oALY3D7Tla3FUIFNE6Q3/VFSzGzaVO0hMXEwVt7lFscW90sbiVkkzclGUjHwwZxs/b
Rhf3l0l8BjwG0M/cc7Va7aVKPPUBQ3jZag9Z+9CbK8+tq8tKoWGa6jPSEbyWQYBdLk3ch6riC2F0
8kRBQge++SBRDlKi+JuKYsY7x/PHFsioCUV6/TQ3U99oRCGNToiwPBmD+jFQk62hpD9vm7laq5mZ
2eM56s0h0assOmk6z3NPpr4Ho6In7GAawv/vb1u7WqSZtZm/kcRU6DWVQeU6jUCQ6+XUnQN95Ulx
28o1aRzyBkmcJdFJaB9Mby+WL9maZsSaiZkbMDX9vyaM8ih3h+qnvEZVMU38xbPoYqpoUbzca3mZ
lDWv+ugUK81j70vkNQoIrrSTIrkvhte9VrK8Mm/L23vC10/UgQQxlyZ1H6mS0OqjU2mxMIco2/tU
kfUV73Dl36aBoXiBNBcCnAQBl1YURe8EsxCjkyV8jhwz++f2FlscBL4Heo/Jzc27EkgXNFbm59Gp
zWXEO5Awo2J97JvhYJbp3f/P1myN+rQ2E32oopOhUPs/IifZabtiXLk5F4/o2YhmE1b4Zj7ECSMy
XCuEfqrf1qX62I7mHY78oR3GYSUqWJxCjZZcIK7adcYugbJrEEsvPvntfRydknzYlIawjfuV2H9x
J0x9UiBUFtgAkBKtdblI4pPZ30nB8d1NldNGI4SFiYmnJtmVy40G0cBYxL45bedvovBByX+04dtf
bAAqq6BYVfk6N+bmeUUxhhHUyWbU7sLYbpMjLMS3rSzOE/3dgK14a5KEvhxI5ilx603rUSfeL+7Q
XSZoP26bWFxyuu4JlmHIIWy+NCG4gRVERhifomGToVMAFYoEhn5lYy34NMjiKe9C+EOT/zybF6ey
KwqNG56kprhjtDLZrLq0iw4oUm8+GanwNoQkdm6PbbpUZp70wuo09rPIM8viWDc8LzqBgHnO6HPA
eWxUrXmt0vG33AvfhLzZZ3733mcOiq8Tezu3N6hqpLYvzaa5BurUjKKTaT6UeWRX3oPerRUDF+4h
KO40Ini4wCbelUsjXk/gkZhydCqUwzg+A9AN1kiaFnYfDBr0GbI9KDrO05N53cRpjv7vKY43FSCL
92/ui8/PTqmZpnkku3x+pOXGuy+M9zsZwMXMP+V/UEXi5F3PVr9u/SFOVVj0awVG5026gpdemp3z
z8/ipyavhKrX+byX7OLwU2+sae0tnExVBVEBVwXEoDRwX/5+z5Rd2QrV4ERnq21mtEjJ/nFAbagv
xpWDsmiKeJ1OY3zaVdtvQN9VIVPGOhmqbxcpDFnybxF+oh7I9O0jueQI6GieKAPAi1zpC7lRWIqp
3wSnRstOSqwfxRqy1sGqbDUX/kOU3VVvt20uHRVONkNDOpHn9GwiR7gNIZnKg5Mcxk5vyQ9dVX7q
EOi9bWZpQ/Dux1VjiAza7LaW5Cw31SAMTmNx8sZn5f3HBRIOBD5QtyJZPgcxt2Mg52kj9ye53Jtf
gnp3+9df40Xprzz//syhJGZXGCAz+xOsU5Gm7XP1uZchfzNtKblvrY9e+XmkJ1xRt7cNLwQ5ZGx4
VcMDh27mHKiTpFbehZHSnRJohrXuR6w8JMIdIsP5Wr1wYe9BbThJywGhofVgFrobSaukoud1pzE7
Cc3DEAJZG7/C3l4M/4jZGgB3YddhjeIGHppoat66ryRUplpBaU+J5T8Joe5UqfYpqNeYdhd2HXua
pBpv06l5Y7ZsfaGNmtDWLU66RXH6zWpWgtA1A7NtbVm1PBQtFSaEL5tsr44r678wTxcDmOyfuekK
omBNnb5vJt89YduLO8P7eXuLLSz8hYmZAwhdM/GMsZuG8FHsgi1IHVzNsy7GOzN9yFNxZUgLW/rC
3izuqN3a7zS9b3noQPsmp5TlBptfsI9qpzRXjE3zMwtyYAIFokDMQffEPDURWE0XZ1LensLyVTtI
7cf3z93552eHpmlE1U0MPj/QwRBBBrW1kKDWNpV/KJLPt20tbQVoSih6AnGD42C2Tp6lJZVZZO1J
6Z4hotwW4xvEcit+dOGuM0GJWwQ1MjWBq9xqotDVXsrNCQJpeGo23MHQ5bn2YHaH28NZWhkeIchL
crUaVwSGghmFUJN7zclHCD5Qf4wr99rK9+crn6dCq/Ze3Jxqp5K2Uba9/fOXVuPs58+5CjrU5SKv
5ucr2l0QPoz9fVWshGgLawG+Zqr+0gcBhcssRKuqXqwNGoBOgXTP3RIr4GmekzV01B/E2OyIYIay
HXgCmozmGcIhihNJSigim2prh7RAuMXn1P3uym9d/InO3jf/2Oq24fi/BHPj6/tK2mje8fZsXg+V
dxwMiQD3ZDiT/jAQnLm5vLLQjxr9+qTyG2L1LvSp5H7LsndHpfAjwA5Cwh2hIxzDpTflN2SxQMsK
xxVyvYwc2xpLxvWuu7Qwcwi9nGdWMVlAn5V22zxa2XaL34fMh5BA1a7T1EJqFJkYytUpeENaos++
3V6H613Nz2du/uyF6yBALuKyzcWwJhg8qsGGBtGkfe+5n3TRyBOLkxI5z6bZrm7DenA1yFgdILIt
ekFUN2+P4WqKJgMWD0wKN8AL534ydz1RjNXIdeJHVGa4X25//mqKZp+ftvLZVqVJPxlajc+jNyY1
lR0KPz1tJYG2NoTZHFVNAB27G7qO2yhoSkfga1b8/JIF0BQcepKO12TGllJ5guI1lpMN31xzl/jx
X0zTuYEp6jibJj2zjES2atAyZSbuy4qSLGVD9TFHkmNltpZWBC9p0LBP7YnFvzSVKkIfIoBuOar0
JKE0U0jxphtW0hZLEza1vbGh4NGinHJpZIDDVPWKXHACo/F3jdRmD3EqpCuHY2kopGdBHWqMRJr7
4jaJoqaj3/xkNv1JtbwHo1MOUhVv37+HJ7ZnuIIwBlvx5WACkIFJF8iuQzLQsdruORQ720rXFBCv
vDpHBQOaBiBkIpmfRnu2B3I5NwQ0YF1H6UtiyW6j1cEz0G0ka9KVC2Q6EReXGKYAwtFyJsGgimO8
NBXD0OK2keWd0jQVX2Mr/k15G3BQrw42pATIWrnWu4FPM5tTgu1seMooDUnX+v5pq1Y/lOrH7TVa
2nAkaPHFiHmBLph9Xe2KARWG0juFA3AJqzX07eil7u62laUlskjI0YSIvChx2OUYELcZohqO6JMl
/66Gb0P+NRe/9un3d1shhUoPDAcU+u354z8etCaszdg/mQY01TTQ1zJ9d9m2DtdyNdM6z/bBhaVp
Vs/WBDrxqBfF0D9VaPEaZXJq5SG00Zz9nmrBPpSN1ySXf/7F6KAfgmNShvti3l/ZBaEuDy57b4Di
JiDZHWkHcXgKjLU2l2tF0SlzemZptstzeAIruTS8Uw3b4lax9HgTQgGzq1RBew0EubOrAYmzQErH
TSiCLc/y0bfjuFB25OPLNR+/sHkYLhV/AL4LvAsoxKeJL1beKbO0TZF+EMbUVtQvivX79gQveEUo
RRSIGmmDh79wdh1KiMFLPYXsEwpo3kah2eYgWzQSpjl6bbdNTafqav+cmZrNcB2butXmg3cah9YR
hiHdZGOMbGTt2nE5ooxh2eMIQrZdI4Ba3Ljwt8FVirPkqXq5cZMwH+SOXj4n0mi4GIP8Nzn0KblJ
K6H2Jg7NV9Mt1fdf0hKzCsiFsiO0hjMf0xch8tJq7p3Q0Dsk0F6KSbF1Af/entTFfWKRPuN9YfKm
nK1fnimJWui+d4r7gYLQUEnPEVozu6YYQHEmgblyiy4t4lTmpMJA7xmAqsu5zCSldXXU9XA3VnWf
8Ajd696QPbfNk9DvwmKXSjkVw6Jvj7cHurRRuYAmISQgTsQJl4bTdkxlP5a8kwIJpj8EkV3o405V
vZUJXbZDDuCPGdDBl3ZgbeoIovE4sraneFM23+u1oSytGWH6vyamv585UqI06m6R558K4N2F96My
niztMbI+3p6xhVuO+fqfmdnWqMlBCH0usFS+AC4wjr7BXr+5bWNxtoCK/FkRYFCz+DA2xU5pTROv
ada70XgqR22XNP6KlcWRnFmRLyesgEiyGSTWRMkQf4jGMr5LTXXN5a6NZba10Vse83ZwGYsHp8QA
MK3NeDLX1ApuT9rycGgPnWg0FeLey+GobeuRPJ3Wv7dOnUjuzK/ey3KD44FzhMZYmWa2q2C3oLAK
PVrnOiaRoi1VabLzu+HF6GXxL9YG8j4q6tNYrmitdSNH6MpIeRJ6/mui6ijrySs+Z2lhZHQXRFDw
k9D4bGH8Bn8j1JnrJOVgbSt1+Nkpg/dgAYV4b1poSmUyb2BEeL1dNQ5FbqGmkA+4TjXRiShyqR0Q
7dwQi+YbPTbXMMJLAyOSQBoGgDAX/WxgZR+3SlPivMt+XyeFrevHltrA7d22ZmTajWfeZlSFWhmK
6YaASFJ/jsqnqF252ZdMTExeVDimCtH8ElJ6OC8GKcBnujv9mxvttV/vH8O5gVnoMPDSQv7D805N
lMqbxEVNUu313taadA3uvDaW2eFEuSbS3IyxiDhLA3Zl7Ze4Rm+/aINzCXk5pL1XaMWkSzU5KwhI
fG5rpHarU/UXaY4p3vnXxOyOyVtFS8ZcFxwXtvmwId+0hq5dusXOLcyuF90rJdnrGcQY7ftO2gRj
vkvddKP0K+5yKeQ4NzRb/BHia1kuWPzE2mTRfd4+W/E95CWqaUNuFKxheJa8MxQMhIATQyEaQJfn
JVVMis8C40rsrACu369lCJYMANbnJT35NKQnLg3IrlDSg1BhIPsp5T/WqsFLmwuvb1HPIP90FRF2
jdaCptbIDOTC1h3l57j+lAVr1LjTpM+DeQR/J2pcpNGvqGgaVrwOgpSYOs2T1nZjUT94hkLj1wAH
et/5wyEO2q6Em8NM3ts3hJcGf4LPJA6V+N/LCdQiMa4lPRYcFd3XUcpsLVzZcotzyMsdoQHodq6C
zSjkpuvKSHByQ09OfSa693GYKcekcuMV37l0jCayMyJla2IQmvkbvQ7ytM1HwdFg9O3EzyoJlSD6
wvlduQcWt51JBgechXUt6FnV2Qg3A9tO8XdGu/XX0MNr35+dm6od/TLxasGxvEcD7ZHi0+07YO37
M3+j5BoxgDEdm25rtaGdmF9uG5AW9/TZDM0cTelWVl1NFgJzIyW2FNjhm/ADveAf0p9/WmErqHb5
W8np2rdd5ei+3v4Fi9sOHmQ61Xilksy53NhCYA4Kmq447WaHMggCcdKa6NKCCZKfdBTiHsDeXRUh
R6mH5cw3naGRoT8cNu6owB348/ZAprWYeYcLK7OAvUuprw2qYDhQBL4lVrLPes8JoKLaeEn3S0Xr
8y/sEXeAuYQLhf19OXGFaLh1qWem42ru3mqyo9ZGdkquakPn5p1cU2m9bXBhM/IApm+SXhwaJ+cs
khpyX6nvl6ZjhN23wUq24lD8c9vE0koBGAHHR2A9UfXMxoQfr80xMxzDfZL9V2V4aYuVktTSMnET
TUH1xO0yjz8rtxuHMA0tRxey0E5j6VnwK3ja1OQfDcFUEk7h3e1BXfOd0yVzbnKa2LNotJKVwi2C
AN72pjsIUFl5WrbzE/O5A4Qp+d5eCM2DH9ZvTVu9iGO/6/L4gz4g8i3Hd5pf3g352uvyuutx+k0Q
OiBFhqLRFZlO1fujYnm8L5TOe82F4NQl0S5sk/vahRG6zX9JHj+uSLut4q9x1S34HFjjJqo61I+5
sGc7F7WmyAVhYTlKE9cHVXfrDbJ5+cEvvXzXJEX2mPvh9zC22pUdfA27mkbNl+lXwzqNd5crEcYR
4kuuYDlS2qiPI0nMY18l4lOA+t8jlF/hIYPt67Ep+/xD0pfirgbpdicl9a+VLbG4CxFWYB8CJOIO
vPwhvW4EdVBS9dMDRduUUaXa3ph3j4g/S0co4tqvSRFHNrwzzUtZ+eVjSjvvNi1K9aNbydnWy8J0
4+Z9cYBRz+ttvxSKp7Twos+3f+jiUp39ztmBbKRcUbrAtRzQHf7Gz/PBprNT/1QPnbvJa90/dJWo
bS0/W1urJVegnVmeHRqp6MgYNIHr1IOyNX0E5YatsFb+XghE5HMj0484O5m937l63GNkal6Wd765
z9rNaLwX1DXtOjbWBBSYchSzXRcZWiN00IY6paLurbbc98FaSnR5tv41MUendABfUmJf0+nG6C0B
4E176anrVkPgJTs6QDtqPPSuoAh5OWFpZwo06PuW03ofvIqkZ6/uvebX7U23dNHg/xXYWAi2r7Cd
ISRn8SjhL9OQAgAKvL314baFpXU/tzDbXPpYibIbYSEbj7l5LPTvyQ9ljal46ezoELJMBKfweswx
pIaVploZW6YjosFdZgA4rK9S83OUE4j7s40R7G4PanHa/qMSRp8Hr5TLtXGlNBazAHmQQrlH7gTo
7e3vL649qSiapJAwhIPu8vvwy7tu2ImWE9OUuNPjNieYKhF0o6Fhc9vUn/LEPJgCb/+vrZl/TMh+
5aXUWU6vmr8033osKv1JtYanLMlB82gn1Pi+6a4M7654pEF4O7Sy0xvy/vbvWNwn6FuC99Sn1pPZ
lLZ+JSDUMbATkdwtka5QtB9RSUs4nU/JjxGd15VYYc3gdG+cOaQwLOHF0kY25qdRie1M/RaIdnG8
Pao/YdTV7KLKN1G4sjfFGW4phS4uCoPIcqrG6O7oEnkbc1mCv6SPn9ooznZiFQ3bstC1T7obK3dx
MtIUOcb5pqUTwgl8VDnGwGyP/pg0BzUvyn2lNO1GS61uY4Ew3XeR726ztpAfubwyJFQsf2UQSzfo
BCrUyfbD+TWPRsNagKJlNFwnUsKDoh817aiJaDHT+xG329sTtrQq57amk362KlIXFHQgWGB0MiP/
YEqxe2wGz/9p+lm9ydvCXYlTlk6yQRIbgSvKXABqLu0JWSuF9KS7Tt/tpa/5GjPA4ufJ9JBJAOAA
xf3l5zUhj9OsAg5kRg+6I0XO7dlaKivLQOLoCiM6AgkwcxRm1UttnqiuIwTe8KpDcfs4GGZI154B
XUPpf2tHV38SBs1wTCM1vw+CKHowdkvtyUhC428mE81EGdw7GpT6bLPXnpsiV0dZQPG3oraJhJXN
seTmeUzQAadO/HnzTP0I4WKtFT6JTSH7WrjdW5qnuzrr7Yr2a7tM8t+BuwbjX7RJ7RoGGypaV3B3
o5XTOq/ZkJ3wCG1wo/6TF8lGaHl3fitEf6VCsOT4jamNhNcCpJjz93NOFcUzXI6aMjqj/CMkEUEv
1Mo0Lm7KMyMzjy9muhBUmuk6IoS/mZ/YazWBJQMmQCjdIus0Qbsud30adrXSBMR6w05S7sxsZZLW
Pj/9/cxHNFKTE3NxqPxe+Q0j8wsVu+3tg7W0DucjmP5+ZqLoIKVMPEwM0oul3XvdQW1Wzu7aKGYX
3h/aUwijKQY9i+1r6a98fm0Es+vNa5QgNAwPxyaK917lfh1T8dlApOr/N1Ezf+27aaUNHmaC9OAq
W7fZwBT3FybwKFSAJHCG8/KPVSEP6bWGBT/V1hSOrUmNbiUWWFyLMxOzUaT0bNZVhQmfV5YCCmdl
CEu3GqUrLhhLgaViHs8lkR72fdviRMSD61Fd2Jfj1yJewUgvWoHkhu5McD1EUpebVgkTKzXEgsug
2fgviWpXr0m9Fi5ON8o8oAGr+a+R2Y3W4AtbUIiuU6bps6/mdhEpT23fvxKb13Zh8oZoJi2Xsd96
TbWJ8zUtiqVo5OwHzC+ZfkrU1iU/IElJKnnFQ59qj12qvMZej5aa9hd1eygyEMSZiJAZ98wVhFHV
R6hwWk4d2PTcC+NGEVa2x+L2U9AcxBDZRWv6+5m3iSzaQzKPp3/pG/tYo98Jxb3bh2jpGqM3kQQU
1wswpVmgMMoBYA1egE4J0y4Zj1D5RN1Y3otGLd17TVQfyUYiNVfQ3nvb8rQhrjYMrAXQLxhEdnOM
r4LedeKb+Lm0DT9T1TupobLNe7rTomxnIf2+EYwRvYZwxTMtngZkhVCYnxR850LHVa2MitGMIAfg
TznGAoKiFXH1oUdwc0MyvtzfHueiPRr9UNICfk+t+nIRpZpYLAxI8wXKRy/47VvPsfexzD/dtrK0
+9ECpspChEDf+ez4GYSrcdzJpgOqbicR+nTQZGafwoKCgrTyCl2xNc90tKT3QyFUSHs332PvUyfb
OZkoH4mS4svtUS0dgLNRzXen7Imd3nZYauWtZG7KFae19nn5cmmirtSFmrSBE5rfuuLzuztYSTpZ
f5oWuKGIEGd+V4APSKbhm4xQZHuR3Xa7v5mdqSniP9+frXlbC8ooC3xfSj+7yNIE4VpxbSlY+N8I
SDddTpAnmV7X5abp6Nmzoh80dye6d7cHsZgQPrcx80Blbyi8I6ccjejdZZG0lVFp5Nn0qcqED6bV
PUhq8kGKWn2b1fJnMV2japhmae6Hzu3PNkFZKZR1uTmdFrWN2PyUjAerNOy2fc4L3/a7Uzf8vD3k
ayLQaWNM3Jq8m4EXibM42MUbBHUam44gFkF7yNEYIZ08Bh+a0lV/Wjw7X6SwJfmcB67/VBvDeKhK
N6QeEzW2l/uf26GLjjQcFC86efJdm4foZPtuv/Vj/5/MS7SDkOklmZquf38sAU2zBo0yRNTcGLM9
DeWwqg+uyrOxI6GWPO8y/mWs4fsWDiaF6akDZGqQvsrbiUOoSK0vGU6H3OlnM/56ewEWtjVZf2qd
FkPh9Mxi4LHUB4hfqEbmXv6qBcG3QRMrlDWS4207C8O4WOfp72f3d1lldPyNoelozX2X2427crUs
OmJa46fmThoK5ijqtrDKwjO86fvFntrnoXORRssOapJtIdFaCRUWR3Nmbbb0PKGBkLSR6UTJfRjd
wZr1F7MF+8YkMDhRqk2rdjZbfqYUUhunplNYyp1bVp9axfxx28TSXczD818T09/PTFTyUJaFEZiO
6ua2GP8gsbVR3Ye6/3jbzsIGky3yLlMKeJK9mnlmrwkzX4OF06EYHW5iXRMOCID0MDAL8Yr/XNwD
NCpYk1AC/53NWqhwDVCYMh05r57yJtmTDLlvY//DOMR3bf9uTqvJdZnilFPXaS6dP+E9QVBiH/VT
Mr13ZXhcfUZMru/KG5MemIgmoRmaE+doQilqQV0SjzZD9GugHLzJjMSK7V7shINUW/L9SJllBMDM
Bizopj2mETgWuwilwfarXIDDNRZXIp7F9QRtTBurxk/TZgc5FrJKb3Uq1qOsIo7W75FnLoUPtzfN
4vmyJukYuhUmFYXLzSkYXliFVWw5Brzuz3W+plyz8H1u8AmEQ9qKptzZpkzUui3EkmBK/BqCKVrj
NVi6yKHRMgEPUDSYVDUvf3+epXIljRZXg9S/aKH/U4HHT4/DrRkIH/0Y4LSRVDvZaD8UqfKYjWvE
DUsFdaBh2gRjobWafvfLHyC3qIzlmQ78QzdtQ3lSUH6p6tcomWDV7R5hz42fGhvRWHnJLHiVC7uz
CGJEOjYXYhO7xvDdyobPuWQeYRMe4f0M13phF41RN5BoiprYa2YhGb0VfTYYYFxqtdbv/HCAmdMf
3a1qdG9WH+or7kWevPrsQIIWhPoV+WTg9vNWKK+QG6MxElwZ3dwfNc33XmK5kT4YiSL9DkYLfgSo
Hf+pC0Xajpksl7ZIdPNE0Z1pbyupvMubwHwyA4TDQ1TS7gpfbDa5UHV2XqoNKjhib9dlZGz8quwe
fW2UTr1aevCL1dXGsFwL7W+evuSmY67oQNrdPnUL/vMPZZrFLQoj35zrvONJJdSBajpNx09oH9Sx
s3v1JKq/c3/l9lnwIugbi2SpJ43CK7oHSxk9pMC5QIN22yCOJma7yHj/zYMNmuFB4YOzmh/CjLDT
LUxuHrMxNp7V75PiRavMlat6cdII/vDTYEiuGIFL0W26AtJ00tGl3fnq0fXUZ3pT934UCLZkCCuB
1KJvmZoNaV0g03LVYj6agVrJXjMVcoWvbaC86kH+0EfJaRjlyo4Tn6vPtcVS2AWh+iG23k1+RZB+
bn8W+0Sp+0cCkWuvbu7byHuotTX6rqWDTSclUTWwKONKAKLz6rFEJ5D26iqV7wVLLl/7rDEPhR6Z
d4rfqytzurgbVZ6lsA5opCCnv5/FQkNiZXKBCoFTKU9h9RyqqJJ9u322lm4cdN7/NTELtyiHuxkk
S0AV0KAdrB+iv5LLWTRAO61Cv6vIjTnt07MxBHLbqpJPDk4SnzVQuaG3hiBYszBb+DhvVaEgJHKU
fi/ru7XAYvHzgKBID6ELgUDe5QD8HrGx1M+YIdDMwtDYv2+vwFIVn92E6B7sEmQS51nKQRDKrDN7
gG/pQffum99GyoN6F5h2Oey67+6wy7NNbGyFL7cNT8HE/NqQJy06Go3wEvM4TkZ+uM4KXtWx+Jy4
b7L2UW0zCDqgcs8+d+P3Zu34TAtxZRB50on2ZCqpzqIPFLszsU8I0dIw2VOheZSF5D5L0DNR0O2y
68jVdgIwt9vDXFo/gIX/Wp2tn1WmflLBP+L0ifQxGZrPTU6t/baNxamERF6llGvS+zgLa1LkLoOE
xiFHRTczcjs7SEJbGL8k9alRPzRVuB36v7ipUMGBN4ju++tWsc4IWqPwNW6R9EGNDnp5F8cr9+6S
+zkzMU8iFnXV0bctmo4Xht+tRnotRWu0fddYqXctXVUEg5TaOWBIHM9chJYEah4Btne6IP+haPld
2iImaij6LykE3ejmqni4vV6LOxFFDKLQqdP/iiOBnA/bvyU9arg9bf71sLVcM9gpfphsxLoWdx5x
6nZQ3WJlTpfGSjGaTPMkPKLN2yLduHAHuVf9kzvelfKm97e1diijOyNeeQ8tbXs6/8k0M77rhrWx
rUWEL0v/JJubTnlQtffD9QiSJuY6emGQC5od5tTUqjIeAv+kZg9CvLX0lSO1cNfCWog6BnxYUwZu
dqTgxlC8ltSJ07b9wWtFu5e0XYpg4xrx76IhHDsJGsUg+T+7ZKe3uVS0ne64OcL1Ungn9uMduNd4
rTC9sCL0jBDy0T0InHg+Y4FWqGIm1prThLqd17Y1rPEwLBxYqqwG7zsZFCWkjJdXVQliuhtDWXNU
rQPfFn3shPJjHb+b0AlqDDwqFa9JX/UqC9SrUVOPMJA4YfcwgeiT93vsKbiCu0SeegXmsN+gkBLa
BALNaRVkpA9Z/fru03/x/dnWDb0ol7WR74vdLvuaVNGuKsOdaZZwzDe2Wb3/JBpwiwMhmpTVr2RM
almPRqjMVUelgEwqZMWXXUvOsRyUHml7AkJ5/Z4QEOLKc69THWlMxOfeHa0vZhpXdq0W7b2X4WKM
Ti8fzZRnjZKkIjVyyTpkJLMPZmNy4yNteigsvX+0ulXewaUtSeKLXim6siaumMstCQayEEejVh1E
JF4J046al2VbQ3DXaG8WHCvV+amlGZdE2/nsGCexGOaunqqOErU2RmyNPt2SZ5wUoPAQbm9voSWn
QaMZR5n6JKjHmXcaY2vIkyFRHVlwEEbaKnDhmuqnUf6LrUrkDzctUNIJlT+bPjOtVM8vNEe2Xn0j
sWXxaRQ/RepjJjw0awHh0lqRO2Ovwu573bKf+1GmF1asOZrXtYg8QkuhBY2+1QvjL3rDSR/+z9Qs
H2O6MPAhioAL6V/V/IOlr0Vki9sBjsM/RfPrmILcaGt2JYeuQwF0p5pDgGa6ONyFBkpVbYsg49Sk
s3IUF42iHsejG0o9MoSXq6UncWP2ZN4cMrRbN/Z2EWG8aj6iKeSHP27vwIUQhvQugTsEIlwq6rRD
z95VGrnkNKpMzUnl9Lfq55vUSO/aUnpTzfrb0KUf3QJinNs2lzYIb3vYMBUQbnCmXNpEFnzorITd
CEH5pkgcST4qRrpytJauyf8j7cqa5MSZ7S8iAgQIeAVq6dV0t+1u+4Xw2B7EvohVv/4eHHHHVSqi
FN3feCLmwTFkaUulMk+es4pkY7vjWQTozbmRKi6rZGptC+S0jw246mijwKBtjsICDS6AMAjAZCji
gK4tc04cK2pICBW7lvipSlpk4z2A8udfE5LXy4y0c6AaaEWDho7AUvO11AlH/u/oPI4VgJ3JwZvf
rq/NH0Fd6XWFnBVCsbXtFumr9TedbIgmHfhQergGAGTqP4l5ZLcpy+nBMlortBvgDShFD4zIhB6I
kfK7zh34Y1cvJGB59rtxmjnKQbNN2b4GDh8P9dg5NBMHnUpJIB4NMg/Q41//0VsHBkcR6WAPd8NF
dcyyR7NzpvU3zzsNL0DzCEllhsquCgq6uamQ3fpThjMuQhZrzCqAreGvkxZqqCUKbxalKuzk5mhW
NRFUx/DYkwM8otdEc9rBioT+uhB4Hcfzx/Yf0qGpwfgAo6ODzjAErFDlWwWAzpebFEj56pOwIl18
cp2bWVVz35ox4CrwSkH7H1jkpLPOC1YmGkGQpDXply6fHgtd1by0dYmempDCVcZAtarx2Iryjgjf
GzVIvMBZIoTdJWMZXt9qW6UHNJhA+gCM8iZajKQJM02tgGYZ0NQJT2hQL0Voav0dy6rdNJjftcJ8
SMt2R6r06yAqRRJsc6Rwm6tGFxKIckm+EaVmTJ0O23XfhV038x1QLfCjljHt7WJpFZfDlotDyheS
Nug+grOWFq+xrb4vGuEAvWD4Q2IepoWgsWY+XJ/TrT2CQ+X9KXSA6Hv9+xOXk9aVaXDKnYi2Uaw9
FE8f+Dw6kte6BnTU5L6SuTUdVoAeMrKWQxtWKu71rQYPIOr+fl+aJUNwJ7cyfL8o7cL2rS4ro1Ys
9JObGVa2IjvMA9eXBbAdlrUHHusZ3rll7E8O04JWL4tDQUq2d3KgK3K0T4eWPo1vtOuyp2WYUcqq
4/y2XmrvmLRIHpoQt/5WF0yFz1l/p+z5UTJEGhevvktOggTKTAmMoj7ilUEuTL8rnhpwi85ucmuh
IfL6qmzt5VVUEq8ZgOUuoaok00EsugCZUR8t7+tylxZPxDxeN7KxgVFAw3sc2S1caHJKCFSZhtEQ
1EjK4qWoJp+MWB8VzFBlRPI/epIPY5HhVURYebDEYRlRi/EUI9k4I0CjY/ciLERBV0b9lbRyCW9Q
cvX08QtEJUK7YCpRGYUNOVEXJ+jd7wSqm3MVvyT9cu/m4sv1BVnnQt5j+P14YeHJBooSKbogCSde
ylo34tOurEL9pnzTWn/iQRwrgsyt/XViSR4MYIsuMwruRl6rPbGYvsR2c0zARZARFcpLZUq6Ehwz
1lheNujVL2sQNtqhcBs/RXUxXf65Pn0bK4RL+r/pM6X3jlFB2qfOcEQXO0wb6EErAqnNkeDNtpZI
oTIqJzSXamzRPo/zAlXo2xZ8n7qzG3r7YU40RfS8uRFOLK2/5MTnz2jF1uf1ZPL+R1UZ/uj9dK05
BG2Zb/JfmSoHvTlxJ+YkH+3GrE4rCzi8ghK/cNawVHFAN7wA1DP/Tt064JMB2XpcLt4CL1Dnx4Xu
yfRaqG4a1SCkw5NkS9YhkIY3myAi/o9lKe5hxRBkvDTczugwhklqvC+z/V1PLd8pVNiyrYa104mS
sRtl27kdX0ClYfIZT4Tmi2WJt8zt7sfaeIEm+ovltr+bWDuYdrqzQF1YE5WyyPZA18w5iBAvadGK
KYHKHZkdoAK9x6x1DomXfGsmXXGaVGbW9TzZEknOTAs9rQBwQLok98hPy/BQWiSKo7RpxkJ2Zy3R
mxdkw4Y3N8TVBidKk9c6/d4k/xapIve46RcA7liL8oaHNP35SDLmVJSNgB8y7cEG9T610ZWWfSbF
5+v+bav6j9zmX0PSKcqboZ8gl+RE8dKFLZ8D140DPn5qtdQny2tSPvWD4/O6ulneLdGB/Cce8zpy
IKisoKhzPkbKjHxoUiAGq/hBlDepFWQqytbNA3xiQtoQEIilad3DBO98ezywVkHKuP39tcwPICI2
tnQRmQW4uZPEwU6InW9NNr4SU8U5vb1CQNT+ARMAmyRNk81ZY5gFoVGif0sSyOlpTdsHvAJTGk05
ODwgueosn8pauxlFv59BkXB9j2zuRUR1GN8aRsg6EAVJEcPamRMNrd/aIX0rUNauFdHDVuYF+bf/
jEgzGTd65WgWjEzQOUEr69j802tW9Vr3zvSsefrwoxLJtMsW3gOMHwvFQ28zGQ//tHb/QwThAu5Q
ACVFsrJxImOmt6zOD2j7CHv01hmk+4xe48PClp9Nkv0yZ34DfpOnrBhv3XIEZfZ4Ww4qkeCtpwE6
ytC6BvTF2gR7fjamKRHDWMc0EtqQ+Bnrx/ukTstIz/jyzJlnHRLSqFIHm0aB+FgFP+AZZcSEBgpe
fdZzoAyL29S8g1QsyrmWdRSF4ureWmz4tJUoETCqi6ZiMGFXBX4EjQjCK0j3NujAsgY/q8ZnMQp9
t5B6nxjDkc0f6GTDsxf9XuiqR8+0XMZNPDfVO4HqZF99762fwPVS4Lupd1xsxSWx5RpOLUmRYybi
lraLRgHpPpgxaFfC66dyi3cJQwHaFBcEeunlyF6PCyGKwaCRUzRl45fgGguNpQNJQMqbH4K1X3Hn
5z5pdb6bmF7cNtCtuJ9s3jwN0zje9Blbjm1qNsGiLXTXFlSRBti6Jk9+oPwgoCzTKBmwyouZ3fZ1
DQIF7jf0Ay741IrkOFhu5Br4SVAGLlFxDE1VcnBzFLjk4eHRiwgU4/lJLLilx8zEZQ/pr+/cim9j
Wr/FUJS6vpxbZw8eHmBzD0ovF1JSBTCFVKOIkDww/Ze8ARvR8tjR+KdRTW9m16iaEze354k9aXs6
vWf32ow2kEToYVzWj3H7AbCGg8EgBQlZi0tWTBQJeoKsNwXSJcjikLf7ie7y2ifdnal6R22u0okt
6XUzgmVvsSv4yyZ3fVr/oEYbEFW4vnURQvgBRw15WyRxpa1m5S4a1FOkzbTmpo6ZP1fdsc003xxV
nQebwwF2DXOHlM0F1Xwp+mkp7QmwZ3P+2SyoUwrnBdHo4fqmU5iRb3YIG2Vz28GMYS1Ra6VHZJR3
JlUFmZt7DSxgfwBrYPdc//4kLE+rfO5SkIpHRjz/Tor6nhSWondq8/icmFhHemKi7Sv0braridEn
duDmO0277+agURV2N/YA0kKI9VauBRB9S/EyTe1ksDo8CQv2hVRfe+elr76mL9fXZWPCkDtDiRqg
NJS65KyARrshA5Et8kIYDVTB3+8yQYXtIPxGWIn+YGkfJ8CFC3fs4Jhnv1rCmiquvo3r/ez7km9p
jXpqAAWh0djU+8op70Y+Pc9VGY4miFFc8QP8Gt9AuaYwu7U0ALaAu8sBusXyJPg+NHrnCbUxGtEM
KsA4lnyPmnFrfbm+OBtbDcd/7YKgiFwuUPupAU5x3kCEs5z0GyR2LB+cew/GMuxN1h9N0ShQdlsX
/epvoGwKzijIzsh7m+X6oLn1esORZ4u8Ajyf3NNChK1D2XOsJ+y2Lxi607wBxNClEZVlvo9pBhZG
q9B/DLle3qArTJW83HAeKPLiOCOZjAmXO+hJN7QN5MwRxNE7Lf42axAbQQnwA5ONbqgVv7uSm0i3
L8tMqND04KA30Eu4th8dhF58EZXzFatwa6PweN3e5tb9z94Fd1TTurXIGtxZSY7oPnSHVZUuyJxg
AcNPOgaduLlucOuor5owABCDI8CWoV8lkuhp78wIE53Q5H71/L99Xpq/uc+dStfxeXt4m2915yOf
B5kyZGaAPkH1/9ztulU9drqGz5fOnVc/fqQvEtnXv99fz+KJW58QyS48xveLG2Ls23R/fXa2Vhts
BUB8rNVfUOadf35pbS3De8OOeFH2PqdumAr+DU2hu2oadxU0Aw03t8E8pApat1zVqWHpRvQmSMrN
ZAEIBAJEUz4Eow31UPJzcuPw+hC39heQK4CSApdHLiKJvJosCnSLjSDsa6Y/eYoIQvF5OYKY2rKa
SIvPZ3oO1Bb19ffDVfEMXnPwcHxw7dISUU76cRkmM7Kczg04oKUHGyJcCitb6wH/unaNr6R8ciqq
ZwkehY1mRqQ8FGI/tUfCj0umyHFsWgFuH9jsVdhbHovhDpNRjDWJGuRsZtO5cUsCYXSNhyhmqdzz
GohIhR/UFNBbg5vQXEOv872dARE9o/mfRHwxE3QGTJD2cV7bof7WAbTtF9RL/A45jevbbetEoTQL
Jmp0fq0awudWy9xKADOdTUDPm7sWOE23QcuAmf2AfvUUDGn9ZnooogyFp6Is2tqJQNutzXsOMCDy
LYlGvRwULokZ6cPwmZXeXS5KxU28deMhVwpZ9lX8HfDp88FV6dwWzGVmVPEj1K78WAsH9u36BG4t
24o1Re3cA1BLftWD5we4AK8GyClBwsc3pvJn6YGCj1S0+pdAyexYgGw1jGuI2Vy3vDk6XOXYL7j3
Lkq34MyzzUbHGTD4PH5v3G7+6ja0CBsyqXSTN039AVqhHg0mbOlWKgRdiKO1VhTn9UPqlsfcYLdx
nSmS6Jtb4q8ZubyCAv7cNayDmfLQVkHeKIKT7WFgH6AZxwMeTTpiRubweqb4vuge2uV2iH+4xpcP
LAqUdvGERtcB0MLnW87VqpTXeAtEY919ta3p6KXxr3Zw/zczfzA4J/esQAkynjpq4h4327AmzNsv
uPGRT2JU8VLbnLS/I/qT7j4xxag+CFa5ZtQAZ2EzZP9S36EKT7vOvOz8AJf7/2n7UxI7McJRWUj1
JQG0OqUt8ZEc0I6lU1u7hQ95oJfA8UymEnq1NTSkT/FiRys7pHMk/yAgJbHi061IL3eadWTJQ5Yr
nm6bJoBFggVc6ABFne+HZlhSay514JdF8TbF7aNZlDsbIm3v33ZAvv9nZr3JTuaPGknJ7Nq0okUr
2895aqWhXZbat0kYg8oU2Vgr9D8juQaXigYF6TU6G3ppmiyxIwi9Wv6YWuOeZykPWscuBj9Nsvq+
FMuyr6u2Dl0e06BptDngUDDFwV4AeM77/NhDPHU3J4Y9+BMUjQ98mOuA1Dq/dSGe52e0n3zhDOkt
rdunDK3sn/Ssy6HRZMfHBO1Gex1Mq+FSD1CmRz/JQg24947+jLlZV74t+jiYppr6CEgK35umIZgY
SX5rJQEMtda/25quveHFSHYaW/g9X2YEw6jvgtPAQmM1ahsGlC5188WOE8PPUpaGVjX2N51dp3t9
jFX5xK1YA44JmWEAclFdkzZK3aYzt3rgqD3dC00TVFVahy5IUDjk3gfc4KkpabOwhFmtNzE7Sjzw
cTx0eHeqmIq3zjOyo0CUgX4A3aiSGywyT2SFA09bj/39muxt6jiBmJv9qRpda1/ZKo7FrasD5xiF
PR0UORfUH4PVJ3zQLDMC1OmH4yx7gH+ePnDGTkxI0+alSTyOhYlowjDCxbCfvdk4dtV8c93MVkCx
Mpq74ESC1OKFU6rzWasGxwTbbvm1N5pb0YkDLS0AtFkT9uCh84tcBdXenD7sdqQvLW9l6jv3H0JL
SD6mCANp+QxhFXtQzN3G9z3Uxf5wtSPSlMtjkMi184E2ZrRQdMm5qd/FqWJXbxwgBJOg1IVeBxyT
7JbqOR60esY9RV3vZ0J6/WUwy2ZXNpq1syaDKl4gmyNC7RGwAsTsF4p4U8/HeRjRb+OY2S4mdtiO
iuh1c0AnFtZfcOLTJ60Q3lTAwsDi58r2joPG7rpBBM5QqSKjzdFA/AKUK3jqoG343Jan1YNYI6bI
Gf3W0Xaxbeyvb+vVf0k3PK6D/yzIsR3U6fB0JohWlyz+kVDAQOepeXVneLkPGEK7LgC5CMIu+iUh
ljV1RRyb0dQ3v7XYYL4rTOaXpFNZWiflYkgnlqQFatCDKMiCHae99dnO+roKEDjBkIVgXBaLIlm6
OX/YuvBtcHFIPZ2vEKSl0U8hECFZvP9qZfnOLSugjV1FPs3Z2gmrHg3wEVCDv6CzsIjo+pROJOpn
vfAXvQTu1CptdO3xIUp72w6retB9jwvz2Uz58NnW58U3Eaf1Pu2y2Y+p0yK32WvuvZbl6TFLV+UQ
aCrtid3Pb4U7U/DfcvfebDp+Q12t/gy+yDwwkrh5weLld6WAg7VAvxwsZsuO/RiD7iReynJPYqu6
i3OU3XynAX2Nwyx6LLu++wSypOLOS2IWLvlR9MNNh8Y8NwndIkSb+CGBhNwMgTwtmJM4rKh7lyWt
9YB7HMnJsulCHRQyzwxKkUGt6d2d4Y72k83d5F/EL+7O9jK+77JJ7LvFTffVWHP01+lT0EyIWgba
pgH6RJx/l9pJfa/OiE+aQQsti887M3aLPRCv6bOTa8mxMPpi14+6UCzcRlsKbgvAMQCKwPVx0XnR
5EmZGIVTPWHLY9xlyg7NggxonVJEEXO8TI9GXru7dtC/ZWNeguyLPuksK8JVP9Y3qkq7abnBwrJy
X0CalIfmkGShhtrW3ZgMX5yiVlH+biDdzn+zdKUapOS2UdrVU2M1h2rQXr2e3cWt8epp6b4zx6Dq
Ft+z5qNb2vdZjKkWRHHdXu73858gnavFi3MOFujqSRffNO3WhAT3dX+kMrDe9ydu3B7RfcHWMQ5f
bQdMwIrPX/oF/H6kixA2AgJyES5Qzy37xjKqp1Up0RYPTfk8wM4HxnBiRPJ0XeYWfarDCLr2Fxqw
Jbz+fdUg1r8/maO0bmperIOw3CATIWS0yftzeWhxBjgcnLAmhB/lXB7eZrQn2tA+0ZgHKGst1Rfu
fYktFS7qcrkh/7CSQiL5qa+FifOh6KRno9al2VPtBiUN8Nx571Sdf186MqJxejZX+D6xfeHuPbAq
VO8ObWACDU8O+m2hfCaXf2c7q3LNi9Mn1jsh7z2f1YpEz+V6I3uPdBnyZbaOCEo6dCVtdLxBqvSp
de/S7FBVYV6+O21xbkI6dmOi5YZOyvRpHPCsDHJ7l7yfpPHchBQ0LajU9CbDKCjHuxSRpuJUbG2l
k1lypfponULrrKZF+mQV/yZl6XsquLRiGWR8xOwstPMSDGBJX2nz79h1gU4+sF9PB0HOz4PbNjZx
CtgY2kCHIql5a6m8x0bBdV0IHDlUW62VYencxpItrNFajT050P3SjSZA1rWlD1l1M8RfSpMEPcgT
vO8D+z3QX5r3u0qPbNjnHX93jHv+O6Sz6ZkjjysjZk+ChAPZuyyk79d5RuynA8aAaBzvXPl1qMXj
tDR9lj65kMKjhzF+6bLD+z3MqYl1W544Y6cbRyfPWYobBYyzN0N/RG/tdRPrRJxHzuejkBYsZhbv
tA4mUufNQO6tOjptQG3FQLbOz+lApOXAbWAkGgBAT26849Ox1T+w3KjTIJuMzOVleSG1Id2Y5CZ7
qvWbNts11YGrGPk2h3BiQloLM3P7kRcEOxu6AVXgVoqocfP7K7kM+sDxWLLM87XmmpG3CPfZU0J9
UL5zVXSyudAn35d+v2c2Qz0yfH/wHpMSgNFHvP0XVVl4y4+hFv/fKKTtVA2VnXaxzZ7sYk+yO5Rn
iatIYKgGIu2laenR+Fc6WIg3F3AlN/Cy22pSGLl8UK4Pu7/jkK7FyS0q0aOP4Gli1b7tdT8Hhatr
/xis3eA8UT0q6ufrB1G1/tItac/MwKMHMzcv+9gBWjv8374vXZGjCe0TOq/fN4M1NZMrbnnF75fL
2VpaASDs4PtgGuO/CxXPj+rzxvnxMPvMQY8pFkQQv32j//xPk2NLVyPJe9OFr2VPfX9rt/tR9fLY
3LPAEICoF03/6Mk+//X9xF1nMRf2BDZAuz2U6WM6+JX5+oFRnFiRthB0xp2JdPCCuRvY5TH2FFto
83CffF/aQhzdSXXi6OyJi5sxysqbWaUdoJgnOc4aaqQV+IQRTPqtKyBwD3kC9Fe9XZ+njXFALN1A
sItnwdpwe74aLchOiTsnyVMPJiAAHaGy0SuaIja268oosyYlkWsDdci5iWUEeWvDBmh/xbHvOb9A
J7u/PoiNqUJzpaXjzx9KN+m+0K1Yz/F4WKXgTGRa7rzsxZmOJRpNrttZf6kUIJzZWUd6EoMYpuaO
1arZVmjfLRCTa94T8eqQeqk/t99JrZi49SRcMyddIMRNZuIlMKebb2UWxeywlN9A/pOZy7vDYSCX
gLxa0/sb6bW4bVEby2M9sumRJoFTPfaD4sBc7oLVBChrLNDfoSQoHRia4NUwmZUBwprASaxdz1QR
osKCnMsVbpHx8o+F9BsyZpOKyOvyqKzAIVBIUAK5votmGqPvUq2qZiNaErofcvsZFFBHyBAerm+y
y1WHGQBDAVVaX7pyxaDJbF2IvDfAkV0d47I/aF3zywAT4QRqgpYPirOzOSrwfICdHvwxqFSc72nR
zEu5QAAnKrXx1k5j3610X9d/Xh/U5clB+QOdDyjlYP0v3kLQwQDqmiFW6Nh8l7XTM3e6IhCV+DnF
9l0lxIvLHMVz/tIrwCaY8Na1wsPkgm+UjR6So4WOOnrDfJGX0GN3fpntdOzMXFXn2dp8f6g2kFsB
+ksG9UChZEmWbtCjav4al9/KRCUsv7VOpwbWH3Die6BZ6zYihQF3OUByJ0TSGCKA4fVl2jaCtB3a
plBXkan3iJuVgvaeHi1WFbaiD4T2bHGFke2p+mtE8ta5aXY21BeMyOM3vfiEYPL6IBTflxuVs4pq
EI+CM4MigF+FDuS4P2AAqG3QuYBqDg2850th09E2UixIlFsvafqzQHrwuoHNZQBYEX4SZU+wOkkG
HNKa4PbSI5YCC4kmeHoAqhGIGiDfFcd/c7JcEFqDxQWE/HI0BrnExhg1LIZFORoVl8BW9dSoLEjX
PzDpJBGti6OvNy8sq19so1ChFP9IdJ1flWt51Yb+A8gPQIokzZipT1MOSh3MGM0SUIXgNmb6fdvy
Lxog7Y4hrCDp+O9atI3PWHocaX2MG8Pn6LuhbbO7vn5bngfETEDLgvQDEmZSUEXSYdSHGWLLthm0
XzUj4gaYZT6wcughQuAGZiHU5KUhg5jGGQdURKPMZOXRne0ybBvn/Q1eIPww0bMLRB8ubbn7Lvem
ZNS5bkRpBomszwh/PnCYTg1Ic+U2gC/g6jAiJ7tP57uPnNXTz5Pzo9ShYQFa1MKIBHh7WFi/+5lx
Pj3SIrRitMdax+c15ziinUtXfH9zJ6G0iprxSqovS/ANzVzl5WAZUWMFPTiIvE+ecU/en5LCKE6s
SJMUtyUaXUHmBM6VLDSGNPz3+nnYqKitpLQInJAbJEjgS8Ef0+wM8V+qR2n5ahsvFc0PzI4YeSRp
fd+J3rf7OByLOajFp3F692scxsFVC/wyuMxAiXW+BepegAe5dUXkulWYJlV4vD66rYDNgdMBygcd
opacr07yum4KQ4gon6Gr4du62wW2lg9fZwSL+5Ho1Y1tLqPicbC1M+Cu0VHqgSoRJfjzUVWZMXDo
6eqgjQcEe6gL8WBzgsJqDykrqJIMCsjglj0AstHiAAogFyCgc3vpAlaMLuG4VQ16KHv3yKubgu6z
WDGbW9fFqR1pLy6o7dv10q7jit9E3h1BUfj1/QuGHn17JUsGTFlOzLd5TAErWQTIKuqDzbKHlQTG
t8b5AcDLO8D+3p9vxJSdGFzn9iR2K5iRMVeHwYq/2eMtaFbDZvk8WtMHfClQMjZGBZ470NOe22mJ
FrcTUNkRQR/I4AW6qMPrU7e1Oh6w0ODYBaINkgjnFkyxNAhEF+T8QGNkNwdmvL+SiMDGRikUVydQ
nDJGLwWVR2KLdV9PTQC8TAMIZZb/c30YGwHWqRH5VluKvnMyBiP1ZMzAV1q7pnQG3yYqxOG2Ibw+
4BrAACa3YGZ0jvNyfRZ4/ZFrv+L+rps+Xx/LxpLgZkbdxVv/RSf0+ZLk0BtKHS0H6Np6S7zfxfvz
daAvw0N0ffiCTVA++LUB1RNNIyLK6oeOv6FzJmd2UC7P14exMVMIlwAWRtvFet1Je3ds0e8JLQwR
pdzP+0/0rbEVyLVNC4AIE7THoaNQDnU5+NEX5O0EhEKaXVpOD/0c79ouf3v/QCCNiEsOibUV+nm+
Ho3RgW4Y/BDg3HjQBQSSRBZ0jeJtu7HoK2EqePHRz3SJXKznSpi9wJ0W14/68lj8/sAY0CCyktii
9VTm36OalyfMzXDMG7aHpGBUglpKxLrC12+tCBr+dOgzA4QOY+dTtUyO5s7DhK01ksOijfu86d/A
WqtADmyFHxRU9a6xCoGASVu6u9DylXe0SuB/PS/2Y6ItgVmkN8Cs7XNu9j44LI5VYtzQRtxXXf2z
Ix73hyx5uT6rG4ECfgZ2IGYUL0f5yp4pW0xgtkRUgGlwKtijZpdfoQbwasYMpZRFsRE3KH+ACwbd
KZ5GAPpftBiPMzgnirEXkT1lZC8aI/s1dN54TBHuhaydx93iiSKArHLx1oE4Iqxja+p8qPl9xIcg
owX8K9w6+tGlBUhAHaZr6y9ZiYc69DwtsRckZR44meKQb/C8YtAmiNn1tfH9kgrPLlnLC1ugn7ge
HliSv+baDD54kQ/sUNC6foSgNL3VO4sHPVB04aA5H3jy4uDjSQ3+SvCCyb6MxkXjlIMhopmznek2
T72pEtPZCMfOTEgXcTVlVcVNU0RICfh0frA8LewS9Bgn75dghvw3nh8rWTYoi+VsBxMeMMxGISLP
DEAgXbyfC97F7WJjtXAwwM4r7Y18EkgaojMDSrJj8ujoijh5vf6kzAAOAKJ+EKSizV5+JnsZ3sgj
SZfIKJqjbX5PC33XGi9lkgB0+WyMT9fP+Na6wJut8/THs60+4CTUI8JhXhV3S3RHnNd9oCXvfxBS
YNYhPrlWZNE2f/79obVQi837JeqPSR9S9ijIY8r21wexcbvgEBHcMBaakJBAPTeCR9wMFgz0FXvQ
Df+cdV8+8nmczfWqRxwmz5GVDBTdNmhbLr9X9k2K8sl1Axtrjt//18D69yeLUJkcuNsKBuAKDh3p
MIox9NzPxB7R3NMGI0nC6xY3ZwyytWvr/VraJOcWWe5Oi55CO6FjuzQ5lIrrfuOiRI4OFB6QQ1mF
d6UZ66exq3jXg8gl8VOck6dKpWixNYBTC9KU5WMzUm6DlKYSv3IUzlJThdZUjUG67Ic0IRyDAP9b
vDOMnd6FXHE2ti2gEwk8lfjzB0R+suxmbNo1KhxOxPgtUrN1fk/ez06LUgnKmP9vYv0JJya0qtUX
jswb0vweuLJWb2jl36sv799Np1ak96JduMC7Cwwk1Y9OcSAqZMq6XSSfCAEHCMFCxRBxvcy3ALmN
au7Hwols9oPWt+58aNIf1rdOvB8riOla+XSQpYQXl9OyRgVKarA7OJEovnHtt9e8Pylx9v11V58s
R9OCuAz+FrST7hhM+o4D2Ap99kbV5rA9YX/HIS17D5aFdBwxjsk4jNDSZKEFbhSIou2uL/zG7YHx
rHhp0EKBg0ZyvMSzwaGGsCbS7H8KLeDupxx0lh/ZXSdGJF/VxgOpLBckV3rvvrKSHJ14+HF9HOt8
XG6wv+OQHnPZQnSoyYK1Ds+wb+2Y75NqXID2n4/X7Wx5rbWDCxOzcunIl/tcJ4WLNXcjDaqFbYgm
iuvf3xgHSOGQ80KfBCJK+YHSCi815mUEb4x3sMub4RfErK9b2BgBSpNARqxFykvpQGLxsZ9MakdD
cct/pqliQ20NALwkaHgEzPxSsoW2ulfx0cZN2IxBlrUB6+7N8fN7x4AWN5SQ1hwBxODkCI5OeOJZ
cwaOiBm9MVByuLn+/ctBIP0M9SMKLQq8YuTXg6DQcwLvNMookGoHzGNXk/yQMBXf1OUhhxmEupDH
XkWk5Hqxm9q87gyNgM8KWBhtT52n0rjv8wPRv1wf0OUxP7e0booTt8V6qud1B0va/OK1tyVA8waA
rcX78SrndtaJPbHT0Ewr68IjkUGnwDI/DW0B5bloNiuIUEBpY/f+YUHLZQ2zwTWKoPvcnOt1VlKA
ADVynAS7gEGH62F0DJ8IRa7o8tCgP/6vITnFUi9N4YJglMDtk908fO8ASrw+lK29gGo7PPCaY79Q
9JwYBd+R3tpRAxUsYeWZT7Lpn6bP9+mY/0PE9Hbd3saIgMFC6nZ9pawwmfOp01p08Q7GPEfO5Pwq
KFyNk727DLL6GHQ1o0SKBL6cijTM2uJZYc1RZj+zvcUUa7JxSCF8o6OfDKlbvMClvdY3vCEsweed
13y479gD+us+MEcnFuSoyBnKuYzNGXQfuT/0L4squNtaBPBIr34e/4E/O18EnblOapJqibJ0CZqe
+mNivt+VoWLz14R0RMrEpTNaopbIROTYixAKCk4xBdcnaiPxg9QDGppB+YhwF0TE5wNJ6sUk44Dd
NPIbkMZWpl+10BY+JFqA42gvu1XVTVXk2Jg91NdWyh4ElGDOWY/UibNJxq7MO2inRh6ZArRlooHv
/ZMHC0iko+yNFI98SGJr4cZg1sDYJP+4rALmLhyVcoprevY8dEGHKZK36Ale858uOR9GUZhxMYyo
1TTNw2Iv+zzmvl6Bkaq4SYaHpL4txvKmqd8dyK59reDpAZEpHvVyJzoSvS6bCZLsPPcCJsafU2vt
9Mr6blFDkSHbOKiYvpV9CBAcoDKlzQFNp9LQhxpJV+9Yjb8n41FjX69vwK2tcGpCOqkZqC9Q/2yR
b+21MJ+WB85zxV7YNIEaF7IUELlHou18mVqtNNpcS5HbzMbEH+v+keiTwsZ63i+2Avq1wauHvDE2
3bkNVk2mmDmGoU0elGGKT2XrBrQcv0PFN0T37+invFW40c1xoXiAtAhahy6Obq5leOZXWB2zT3wb
Gcpf15dmY/WxmZA4MhGd4ykh+biaumNKm3iJ6vRBb3N/rjOQpbz/qgHhKD6OsBZwUtmRTvHs5tAI
WqJCaGHWiaBUPZQ2punMgrQ0Cxeg3DNgASvifhtUErTr/y6tPICXKyMTUjoQopU2cINWJ9LZWh8x
u4VEOQQ1MqP2q355bDPy6CYt9XPDgnCgKtGzNS50giIXiq4xULtJTrSdWVezoRoQQk0BZ2CLeT82
CTgIPCgAZEYcACdwvqnNmC7WsLAh0kBlY/P7RTvME7Spdtf32dYdBDtgH7MQbABQKD0Ba10DKEKD
HbOZboZ6r3P6oGvHrr+lrjgaPQtB335IXIFm0e/Xba+rc7F6iNtw0WIeLzLKqFeBOcTMh6hKv2gi
D4rhdhmAbEPv/XVDm6t1Yki6KxazXxPmxRAJamYBOKmzolWVTrZsQBcB/wA8fwmdQXkodbKmmCCF
9arlgLIpzurWZCHkBH0+Qh4AjiVHWpBhTpocJb62dPc9fKkx0BszcUNRKFzbRkwNBhwUgZDmB7mf
XP5KEt2eyrIao4k/ryIMefMj0VC8iJN92ny7vjJbbg6PEGBx8fpdcQTnu9yySmpVPXYfYc6Rzn0d
lFn9S9PfT07uoXTx1460AwQfjWmwMnBQ/EsT/tD9NL/3U/3Q/lSEdFu7AIk66BaCaBnB+/+R9m3L
cetItr/Ssd/ZA95AcmJ6HkhWlS4lqSTLlrVfEJLtzTtBEuANX38W3T3tKhajeOR+mInYbZtZABIJ
IHPlWrOwLXla5GY1yEPWhdK3Pk7UBdo5ACdRKQGZM5SkT6erz5KiK4VoD+2YHwb0JrK6eXLctTaD
pVEA1QE3I4g9yNucmqEAKhh9QbFfsjj8Eelr8OWlsI2kpoGjkwBHMPdliye53iesPZDywNO/rO4F
F3i93VfojUv/dMrtZSdb2jpwZdTJkd4E1+JsOK5mNmWeI84wcKyUMRgxvxUKheO1dMHPD80D2rGh
aV6PrtZeP1FziclQcW+KFJRfw14pdmXS6nNttj6J5IOV8W0BxojAyr+nEQ2xyCs+uFBGB1E1REen
bNhEWTA7OgSpXCUJDqfSqO9sKe/6pEQVlwSNTQFGl6EsihdCsr3oSkifEnEFyZfn35hzxCoUQ3CF
OXuYV73uNbzFhjNayy/yK7d7dJyvnLnhZTs/I8TZnIOmH5sb/Spnj40OXECDxhBB7N4Jh6i85ePw
XEEYW2RN75ORhkVqhUn54srofWilz+3CQaqjDBrifjOIExp8uG9dlDT1bFeZ+YNT6BtB1pgdliLd
RPIJDSkwYJ4xfbZlhJJ7ggnJ6RWv9xk68t3s48AyzwKBGTatPV0c5tAZZHE9G6DN8WCRu1Lf6W+X
J3shLiCbg5oKQGUeSrSz6MZBgddalTEcEg5pjxcbkpu/YWBiwLexVfFimCbxaAMpkOwxu8Tv51kS
1MiHATJ52cJC6JkI43Hh+ZlimWMKC5JFFan74QAl2cBxC6SjH+X4zbSfY/LORqjgfLpscHHOjgxO
weloSFHFPQhJ4I1fa3tNGL67pqu1bABJXUQ4rPs8uqHGCbmviAwH29o0XghGocsDWHBcvEKBasZN
FwgmZzaA2mrscfBod4igk3zvGp9jfaVqunDhgAV4Lpho8K6es56Cbc3lTk26g9mkXzXlbaWSIEIC
MDLjIvY7O766PKSFA+HY4Jz/1LKSTCaN3kFLh/j5sO3AwFQln4j8+BP+xM7sdjPwzBFNDjuZ692R
0b1pYpAVe832PxvO7HLT6L1Rlr3CCvVIuBn3tHkuu9fB2Vw2s+RoEAAAIgry3EAIzTanQetYbwVu
oFB7V/aeiefL319yNACeUZaf4IvuHMzGVZ9WddwO0BHufGEAwgLoh1i5cC4NAjA2PHqtibWVzOaK
WuO/tmOpEl9kT5yvMK0tGUBKD/lo3G8mDrnT/e7FVUPyvunBu4frpYh3lydp7fOzENy4ZptyJfpD
PYTKCbK1G+bSXjz++VP8PApXJAHOTvX4Png2e+mzcqfrN1W16ddKziuG5vIdfcOpnqJx+mCKsMn9
3H30xgC8fmW98spcNoTeG7DN4oE2f2KUrrQ1N+b9gdqd71lJENHRz5wnoiC93K6415IPQ0wNLydi
ITc5fzv1oH+zaDJg9dVrlYGQbl9ZK0Fl6QQ7MjGfOHQtiMFzu/6gRLLLsM8lmjSDht/m1Z6CXblf
c4mlaHlscBbFmtLSRaZgkHZvRX7bJ3tev+Zrh8DyzAFwCV4lgm6saRmPHA8ynhawsqQ/aB4OZbQv
WbHmC7Sc/Mb+wWHzf2Zm+wc1bpYDCwy346ES1s7T1rKRi+uDPg/ko/BWQ0P96UAKAO+HJkIAqBvS
32ZdV995ss8DZjTlrTM4OrJspLtyxOhdxdlor5xtS/OIyz9Sk0BnnxP5QS0B+f0BXZWcfdLJjTmE
3Vrj5pqJ2Y1AcHRDA6BLDjp/HbMo1L1PHlolPr5QP9GMADRCMWWel6JDXdJCGCgiOK8ibMnKVXYB
f4r8BlrpkZZGS/UZhMNl/cgq1aLPHQg9u/bBi1m2+zH/NkJ7ldM3yy19J1kDV03uNXutIA7hHo7M
CqLRvH5QW9bQuuagH1r9tXObTaX328q49cqQNXogO77i7ktL5dkoLqF7Rgdt3WxXcTMeaW4ocpCR
1wc4/fL7gVrdg6o0bWXBjOnoPBsbUiw4voEQhUbQqeODDQhVoQFlH7cbt0I8JOQR5YUtUtmB3YRS
V0GOQG/2wm+QzNbI1iE3VLtS/aYsmG/p71W/l+U30qJbKbuu6zVVYn1pZ6LpBvMxCXCfpTrdyhvL
xkRrlLJ2TDoBZ/qD2dIAz3RQRe6tZIfeWtyEQQX+ZlvXWf2IYBFYA64h5iMkFHEBCqt8LUVuTAHh
bN4oQh4SvgvcrMIpWebm6AZC1sAq9l7i+pJcEa1/LPi7VqaPtN3UNvcLZz/Udwl/V3EBKHHnV6rZ
MdO7aVtIlTfRxk0f+jZ9dIUeRKJfuaQvLy+mb4JdoFV2fo6KrGRdqWN56/SL58b+qO6JfFJ1vdXx
mK5cpO7Yxhv+KuytVe4L86YqD/EA6ty8DA292TQ5DWxnCFLOfFQFHmn6eDliLPj61GIx1QHgg3hn
n/ofa9x+YAV6LToB1dSRG9E+Ks16Q8txDUGxsI2RX0Gb0XQVBnZ/tq3SqNPsRmDJKk1U+0wU43ZI
u/HGHjsRuKoSz27WVk+N5mnXlwe5aBkAUHNKluI2M/n40TFpG5mtp6jpHHoXLHGUQLPhXoz3ZRNt
exCdqGZlV0+TduKcyMsj2whwFfoCELVmm7rUs9Sq0kIeEvfWGG//ujyas6sFvu5AOAZ+jwoUttbp
aEalWT3JdNRvuO0FZZvFPvDAbWArllyVVhatdJicucjM3vzk6mtN9F4vD/3E5ZvHhl8SICCQDVyZ
trNL52Roqkwh+wWUwvwSMAFDM9kP7UGvOxoIGrm3AJOYvqslnw1I1+0w32u4qMXJnDgM0UKDitFZ
rPfytjCpJQ/6sBfQH9DSW8U/iw8/cKahHZmZPPTIA3GDkZ0xwIxZ2iGxMj8eXi97xcIqoWiI3TWl
geAcMx8X1MwrXVfNwVHxl1bV+VNZKT0wPaZ/vWxpYcrQAgaJAXRiTlib2T52CwpsZVLCEqNv4Bp7
0ArvmvX5psvbNb7PhVFBzAB4C9wJJ/2L2ajKROlOVNs1+v8eefuY59fEeb48nBUT87wG+ledtOAw
oWs3Ior8Wr/v1/qLF22AmxxymCjn47Q/Xf4C9dQ4qVl1EInTIzdTdLjE5Pl9wVY1jxdWByHBcWEG
RYizFlMjqkdP8qpB8Xij3GtbXYnuasjfL0/awlYFOAHd0hMUHRfnmQ8UrEJCkKbNwesKu/C51Adw
5UNGRkfq5pbLOL+irUpWgCRncRyCLiY4J1yMDioX8+eOnpFcI4bBgYsogirKfYcfCN1WPQsN7Tb6
cN/DZA4VMACm0CiInPzpqtnwC0v2jB8GZd5a/E+zM7eXp/H8oIAFZFRAhWJCMm/efjQaZgSER1Ud
WrlPHV+uJfrPqxo/D/WJfxmlfiSyZ+8qMLi3iRnBG6DEjr6ait1WzoOjI8A9WCiIya9Z8sDq68Jd
iUbnA8NlwsClFg6IIDFPS6k270fN4M2Byiy7TjVHBa7jrr2pzt8jICJBzEPBf2oVBZPj6QrVTjEM
PVX8ELXyOdeNl87Qg86E9leehcAjZWHcVqFe22PgxWQlp3C+qQ2g6UAmhKweBPHmsUln4GwdSF9A
x60LMxKBhIX4H6cWQ7v4kZV5eLLMgtcRgU6bV5LPPRKVTLmby144BdHT68qpiZmfxzYF8WWvF1Ai
AZ3+UwsoAQh5dlZ710Z/VvHB+TCEajam6VF0dBrGlWloeGEVh9gMPN3xNagPXR7Suf9hSIhPcAv0
RENn6tSC8qpauBIW+F/Nbb4ShtY+Pvv5qXRLNxvx8cy4HfWwY0+Xf/x5CD/98bNNmxM2gCAf66G5
N/XzCLmF9Mqqri4bWfReKHOgkOzh/+uzG0lEPS2yhVkcUucmavZjfEvtFfTFwjxNiW80x5AJcu5O
4zxaZlF6ZUbTuDgQ0Jz6XbritsufR8EdWCyAseaQ9iblFjW1rDgMetgYjq/itbzX+SmHuDKxw/7L
wvQLjgZQGF0HSGZRHHKDboccoaWIr6rU2emU7cexWFn3pQEBlY1qIfD5eEHMolmctBQCg2NxkNz1
ezMLMj24vOjnxXYESeTZp4c8eP7OrtiEcbdPhwEjytjt4CVfI1Xsmd2CDJ7calILJM13lt7exLq2
0dUQDDXUB6l8vPw7Fg7yk58xm1jTKYXHobl8UHaXBUkyPADWuxFc7hzQTqIn4kfSqJUj6Zyy/OfY
0YuLSxi4Xs64HsCA7WqiKw52B9VwL7+KRbJ3Bm/bgMB4VNCI6+K7IR593augM6yCbEhR5E8fYtA0
kybb1GgoX4lTC7tQxxXDw+mFzoKzM6RtPUGVQfKDPjZAvhwqVYZ5tVYhXgjwsAIwD1qQJ5GBmWNJ
h2v96Dg5MGP70b1lxkOcPsUlVOKazJf9U5N9uby+iwbxhAO11tQoPseqoD9KU0WXFoemfHA64cfj
tkYhNInvGsvxRUWQesk+HtCgAgFJVYhyLLQzaRpXXSoRDsz6qs03ow6FOraSz1lcrl825r0ZEcdr
UVKMK0a+041hIfkzUfHHnWLiKwU0F00aU4brNOy4CmlyWjjlISpfhvolKz5nxufLC7QQak5MzDZg
oiwn03u7PLTk6oexpni8ME0nX5/+/ChuSmwmRhoMIDb2FEhsy37T0nYlli2ckidGZqcL74xUN2sY
kfqLJMXOLDKQoI1BtEZ4vWZotnvqpmkGnHHlAbqJsRlGwHlm18WaqvrP42p2CzsZz+xAthJqqqyE
GaraIMu+O3nhVxD/ZPEW9YmNk787NZKtpRW4fb0rae7TYlf2LFD8wWu1IMftl+xJoXyq7WuVhyl/
xWsw6DvH97zsasygNGzU/gDS7vLagLJTIp+VPm6Vt7Hr0veMH2B28cvsJRdjWBolcoBh7ehhNJIQ
Yow71/5Oui9ZGflZ+jSS9wGZIMkNQE4+e/Ed0ddO3wUfxVZDKmjCOAB6MvOipBsMlhdlNYFAqME3
wk5XQsayhYmK1kCS4QxIyW0IpFE7qw6GPkAiD02ca0jhhZ2AMfyyYJzuhAgN+ZNAVXXg+nPHdoq9
9Pbmw1v5xMQsWrSyczy3yauD7r4bxr4pw8vfX3D/k+/PQkUnG1KRDN/vyV0OWS/3elTbSK7s5oUb
wYmV2WITareDZWApHJPeIhPoR2yHu5BPq62m9Ruvfb88qsWlP3p5zx4IciQSXbcczmV/tfJ3nj1d
/v7irE0UmRMnDJ6Hs+hk5q0a6sbAeEA0y9unxPiS1yg2rIH51+zMghPEU9MkY3p1YBD1SJx2V7e3
zL0Xa3f5xfWhIM3APsRNZV5Z1FKRgXCHVoeM+qj+CHVV6n6Vvmg8UGttw4ub5sjWzOP0IjG9iGPu
2Ohuq0KFbZddd8L9+DE7kWf+e0gzlytVVbiJgSFpbOdWEEcsQ5muyRksjQXzNd3o/9l5dxoAJmpF
IiyvOrhlE3aeDEopd036YdIDpKoAWgXP7VT2PROT7NKKuVaW1AcskZ+1D278aHk3zegE1lq+dMnj
puIyAJOo5JzRXTqUmRmz8/oAGcbIN8zsugToIO286zhf039d8jqEBWR+bfidPc/O43+Pq6QuMSw0
EVdhX2ygaGJCt0E9uMkKl85SREBbJB5HNrhtz3iNRprWnRVl9cGVnwnOQ3st2TdtxdkBjyH8MjBz
axVDi1OxtAZxkha63a2evlpka9c/KnN3OfisWZp5ds0YJ4xg2uxPWR+iOT7iW9Zeq+H5N+yg7Xbq
ip4IjmZBtGbdWERjXB8iE0Vq2ZOrJGchjUoUi1GfV/GKvUXXc9B3hQw37sbzaqpG45zwDuOKzW8l
+aYTjnzbux59uzysM68Dgx74DHEfQJES5ALz6ZNo9LDrKj8o3d07iHNQjoRu+aeetbs4125Tc40T
W//5cjhxDtjEfR8pUzS3oto+O8Vztx1VhfEdjBS8qnpD9YAL07ri1Cl2dRfRjZaXURC3rLxmo5MH
fGz4i1uw7rZPe2hGQkz2BroyydYqIhV2uE4GZQYaMNPL062hRgnodoc/9bqADqUTWiJ/yaJebryY
amDWcjsobmtmSMzU+NRVTrQRSkjwczf9prP6+ianqQoGqXd+O4z6bqQd9ZWMyz0KktrGSJL2XqaF
85ojSb9JITs9SmkEMRy9yrZCz0H4If0m/8SHvd5nTw13rl/ijYrptQslqvxJu9by/pFqxnXSGfnG
jB21qVQHxLdOKt9Bd03QGnYRJKTKfYWdF2Yxfq+XkgbARwecoI14ItXwI+2a1meFqIO0GolvGEjc
xAXA1yDkM3cpFAGCTvWfTU2ToVabwLp7otqKTrUYWWQEiWzsgBNbXFuQkMxKRbeJplyQzwo3rFrW
B0SPfjgyH8J6LPONxmXpV4WpAaMUM18mrNlqXZL4xoA/sFstDUU8gsPDbEy/qurGHyjA/Zx4PyAU
Wvp1MVpb0DYyX7hWfN2nuPM0EbNCMzOhgcNaKLzn+rir+rzZEmuM/dhIjAASP0lAui7eaXViQ9lA
5VcVuOF908YIU4qbeUbzPCzxk7+CVTW+aQuAUJvWa7eJaWoP6DLBC5a5Cm0NSRr7WkKHnfBksyED
7W49EVfYYtT001RZV+nYiA2KWwCX8zxNDqI2v42DTV4BFZTQ4kr7IO4hkjwgE3F1eT9aZ/FsYotH
7ERTDXYIIIKnh6gC5Rzr9A7vSdHs7aH2jdh7rLpXYdM9INh+yrXHipq3TnpfObtcFTvJ5NNY7whR
oYHKJG4UfkFTeAC7K4D3TkUf1HhblTEU7ysgc8cs7MGtnlHiuwNaLr/3OvF7awgUwkx5U3XRpnVz
JKrvouw+6m0Euty32HMEwA2rH4zY9i2xS6B7X1n2kz6IlSlYnIEJe+uicRJZ29k7ohxzJMTSoTyI
6rspZYCOpg1T7xFoFvmHa67TbB/Zmp1TjoxquEaP9EO7N1rij9gSY7py+Zo+Mot3J0ZmMTbWLJbm
HEaE/eLkn4Szku1b+/7s/k2kniDc4ftgTPTb5M1bO/vWDEwrdpTjoHEhmNFjRWIEJ+VXa5IyZ2fd
bBVmPm9bmRU5HQYwNLgsPHE7BEJdfBj4OLMyJfKORpGXA23aETurdRhYISofzCCh0N4vb+CzS/Cp
lXkNqypVTwsNY8nqAE3lXf2FWSu3t5Xp+tmxezQQU9o9dRRM1H/prp/xvdaGhru9PI41I7Nd6DoZ
t/MRa54zcMht9eQhbwJK/sPZml0FVFGK2Ovb8qAB05MGFve1VRKNtRWZrXvtFS24wadOwsGQgbSJ
hmRpM/ith4Cm117jIyczAD1HCqTBNTvkLh4Wkc7KME2LdxR+v7F8fPUGZy0wnJcocBPCJXlSkcQl
76x0DK5kFO4Gmh2csb525a0BkFa0hyRJAA1RwsutaL7azec+3RftLR3WoBpL+5qYQKKjE8EB0GC2
r1EfKYdOoLjHnENrJn4HiY3LXrRmYbaz22yImepQ0c3NEPQB8sO1T+y24xHM1hZXI0i2IwV7IKhL
K6X5Ot9dHsHSPjiy8FMX/WizDS6XuTRRvomMm9jDHSWO/YSYITdleNnSkp8eW5q9MMRodoOZYDVi
TYEZi24smyPTudYCuDygqT8YR5+D8thpGEyJW9sdRTG0Fdu6e4zsq5T5gF5eHsyiFVDnWqhpL1CJ
EdQOIEePMgza3n2DvzXDEyff2zWy8UX/ooBDoKd+YhSbRSloJPcog3h4vnzV0qAbfsd9PSB/ANig
ExHK6VxZLBJCORXmKvo0iYsaa/tjac2Pb3uzxSBWrzcekzhZvV3vbkZcO5sVB140AapZpJbBanqW
wwBPlcHKWC8PfRwAg6sNPie/4bnQ2gZADpBT1KVmoyisyq0cDydrxO5V8ViZr42xUo1aWuhjE7NA
MkgyamiVwEQlITS/In1lpRdnCZ6Kuin4Gc4yIgVXcWtBrPpQUZRWWOVbnkQwWesuXRwGOucRbAGC
AjD41KFkbbWZo6Ul0LLxphquTVqubDxjaechC/9vE7MtIdoIaZ82KQ9IV9FQNHS8doVl+Y0BvE7c
4w1lQpy+L7FfIKjS32V0KK7ssRehkTax746p6ys9/tPJ0PutbGRUahGToMoj6LwlUL8e6yHZ4AlP
N06PFszBZWPo9Fbrey6eFUx3PswXNl2pjkY0uyQMVmwlsI4DHCXcXjy0YgW8sbj4IHtGNRWlETJH
Nzldlg8Zen3BqPYmx8yn/JoY+crCLC/9v43ML4ZdTZQAngk4AD3TUbfSoX5trYluLBtBMXqq+mMj
znZi2bS4T/C4RBKx8x8ImGEuh/Xp3589Zdxf359tw5QxmVZA+h/wkIzK3eBuWdi3N/rvvGiOzMyO
dWKynrcRhtEW7yzd295fl4dxjhX86VL/HsecJ6PMeF+PQgOsifHbpGBhZqmNMtOnotZDe8g3DjNu
oKPpBIYaNjFF6sjim8s/Ytnrfv2GWSxwzFa2rGK4G9UPNE5xKf3cA1962ciiQ4DyFLhO1DLAuHYa
cFgExP9ISxR0GRJieLObdrNiYnEcRyamgHR0Q7LyzEBobsoDQR5oGJCPcm4Q4/5DKzPPhspLJ6sO
A/H6OmjKIugSbxetCdCuTdfMv41otJkRozHFVuHUKpmuBIHF4Hw0VzPH9lQjBQNrM2inXzIPMHLr
xuPPWbyyf1bMzLEbpVsgsjsYBtQ/7gdu+CpKfct4H8yPwgOnffRrPHPsIUoAWt1bGE9jMqxGgmK8
9u2yB6+411zGOmHAmIsKY2n0atNluK42CSg73I92fvwcCQXmGnpI0zXm1IsLmCmMXpToWbxTKvJz
4xlUrpeHsrwsv2xM3ne0U2jWS5Opujx0BvVTeadpThDl48bq12A1y378y9Js2yeSRtUYYzRMvaZE
e5EK6c/Lg1kzMdv2IHtoRq2FCT6qHhin6kly5+qyjWk7nB033q9hzLZjqY9eDj1LZDoK53PUHEyn
3wzWKxLxXWIFXhoHZr/Snr/sbmjaAmoObMfzOs/YqsoQEU44yjatAZbY3Yc1eX562i8LxqkXAOCc
iFFHJBPFZvgeN1s5/EaUgfCWBRYTQFHP+HtZCZ2UzMCuzPQd47lvJPdeuYnQPH95eZb8GWASF2Qp
IH05g6RX0JT0aOliJKietCDvk7Tz+bivkhX4+ZKvHRua+UFtabK1K4qwTPaNI4Jy/DA7Gxbl2MIs
MA8jsis9hJoPnn0zjHgP/0Z4Ofr+PI3AGgIODgPfl843YryY9W3TrWyWaRLmm+XYxOw+YQBFjUY8
B3ueb7ui843a2wscYq32iqdzULffL6/+4qIAgogi5dQVMIc8K9QuOgc1ukPXvdgt9a3yo8QM05oY
kyQqWObAFDU78r1OalA4Kvih1CFmZO+6+C3usrD13ku+dk9anDzUdgGBRmedTmfhv+91N0ttvJIN
5zYVoZ342lu0M98M43dc+cjQNKtHZ4CZpBVEnGDIbXxc+ga1ubwqiwOBvMiUVQD9+bygi+oMyO45
LQ7giQ6ZGQVAM5Xl+wgaSq2/+jhD7LRG6ElB7w0wH4B+nA4HtetM56U3tTf4VfTZyVecbOnBcfz9
2SmTFdRMWDldklG50gLc+wBizuqHKluZt6W4f2xo5mxW20NJzMZAeDL6PHoiWunzeCVzv2ZkWryj
xTcS19NA4Ais8Nh87jpxn492oK9KLy4dm0gAgHcWbXFoSpotCjM40WuzQO5+TLcZyqz8O7pqAEvm
fuwVgbDLzZitkW4vHgZHRmcrBb3mpjG66eD0DvFYhGMUVuCnt0HfctnDFycRatMgcwPryBlbX+N5
HesmD5f6vS1QFNwl7comXRwLaJyhgeChVXaeGEfzKpcVQVdKicIA8/ZNLf2keHDd58tDmTb7Wcg+
sjPzBw8a1/nI0QVRacFLtsags/x1qqMPHclLZw4qJdHIQFvX4uu1vh+s8Vlzx5X7/+JaoDH5/0zM
Fr1PHKXXsURS46sRf7LR2UdXlmLNwmxfkm6sbVXBQhY9Fvaha/fuh5HuUwzDfQyAMrCRgy/+dFeC
oT+xuIZmic57J+mXvtsl8uV3FvqXiWmpjjZ+3hecaTr653r9Jiveqm4lg7W049H2aIG2HyAAPGFO
v6/FJKduhIvyKMk1FT3IF7zQ07+M9l+8/xzX93b7O0/ZY5OzWUNeXJMpKGsOSVTvO5mFFKpDg6vf
NMOa0M2SD+A2C8gQ9iN6SGeXswjSpZ3jKFzOkkke5s0Upo+a58eXCF0j6KkFhhiBc2bENcVIBccU
uow/kopeR+7HNdLhaSC7xHUGfVZIxsycmUZtm+Wszg8ZCCZ3q6i7pQ0PbiJwuYB3GmDyaR6PvEwW
0MeTqNYfbO/Zbh+Mlc2+9PkpjYQ+10lAcH616AoXPWIl9onI/WLws7ViyNr3Z8FEG6o8zSNEQzvf
glwHcKGPrTAId0Ecicc9hI9NsK/NNglukbqIaS/vYg3t1O477+LNZQvzc2NuYbYnzHToXR3svndZ
f0Wqe+p9bvbZmsj7T56S41MDVvDYwtUOiwB2jHkRYdC80TP7RN7Vvf5gVNF2ZNGzbpa7PHsrok9u
nB5yb0rH6zea9sU2XwH3iv0WKp2XR3uWRZ1+CBoWUDPRURtDX9epv+WJ4PrguO0dq73HgnhvsmSt
nyXM8tss3UGk53qwLLR0RjunJu9mDPoOW9F2Ja0yD34/fwZe6iZeHCBWnnNpuMKrAeHBz9CjbovG
8F0nrDiUY/95qGJAlzJibVzIifqmctf65n9muE4XA0SBlgeuUx3C9GeaRhFUJmxw7jV3CpjlHcRf
ihtHlHeNAumyk7CdRrUvVcTdu2oUNyy1/2zM7ocVNd/1of3cRUA0JR77RNykgJ5tQe6ZLpttg6Lz
ho39E3gujBBcyCWQeipsEu06thUINYYtd9SN6al7HGeBI1iYQ5fPZ0O5aykEB9gAcunRu60V535S
OT9cE/CxTk/DNvHSwI2SrarsXQLAZZehnibqaEtScu0ZOCpI+6kwnDjQ0IcT6e0aufN8m09t8tPN
atKr887ZO7yWKdNVeXMnvhTRjRn9M4HzX9+G/45+8MM/51787//gv7/xamySKJaz//zfP3+UTVL+
z/Rv/v13Tv/F/94l3xou+F9y/rdO/hE+/C/D4Zt8O/mPTSkTOT62P5rx6Ydoc/nTAH7i9Df/f//w
bz9+fuV5rH78449vvC3l9LUo4eUf//qj6+//+GMiOPmv48//68/u3wr8M/9H/ta0Yv4PfrwJ+Y8/
TOPvqIqDRgITDmIEaED/8bf+x/Qnhvn3CfGLxQAI9yes+Y+/lbyR8T/+sCn+yIC4DaphOpiiHURK
wduff6T/HUK44DZC1meKQDiL/++HnSzNr6X6W4kbJk9KKf7xBxQ+ECJ+bR8ELwd9k2Ai/sl7DMrg
2akLxEOEeGHYoemRiO7GOOGN71VqLLeNnXQ/DPjfn0WRtPE2cWX81DEj/auuSMv8zh6dwYcuYUb8
Qg7J4EeNOb4lTkZrP4q95I3ZwqN+7Ri1C9mnDmJAXmxkru9J1/ykWqLZfqx065m2boH2MN42gZRd
N25izesTHwpRqfAFN+o/W6laFM6rqFF+oQYj9T2zcqpNXRkFDkONpzpaWqVX+a3dufX9wAAXyJB5
zUOV1fx5oG3/mpjU/IoKbPYMEs2WPSYCf8uvuoqoQCeteavRtERX2pC0po8fA7Sn3bXVg9HjAR7q
qqavxOLTL8Dh/6yB1hWT0NpOvLNaNSaQws5iEYzoh97lNSZklzKTPuZS9BamiWb5rtCHNAVM10rQ
xaAX5l6hw7S6olzjYsOLuPhqy3JwgnwonPch8qpPeRtR1I6nuiKOzCH55lGlPTpjoSe+qcv8hYvU
EACEsob7Q0zEJ0cJDxz6un1vN52IwhbX1hLFQtJ0t7Zo9GjDrILEIW/SHug1NVb8qrUcmfkdKDx4
MChnyIPUBDvSdWGM5K7wokrz+4gY9YPNtPKl04fIDWRb2wbUfPjIA+Dy81ujiPlbl0vjBhchmfqJ
URPIe4jY/CuNnTR65cwEKaoZgU6qsjKo21XTrw5UFzvMTxvhur6W5YXpW02REN+hSfYyMrCibLKs
LrVNaQ6asxHSsK9Q8KISrQYponFLQUjtC5FWtc/QJPilpDTOAoCPC/SMKLexfDEQqaHHsJLpxonA
tBemXq57AQqMveHnWoS219IGDgcUM5bym1RQ6g+uk8f+gFl8iPTY/FNlozdsek03H5Ma1/2gGfTy
npUu+9RHdvO1bUG1ELS606ZoIMnQ4pcBeVZddUMBf1I64NgBa8dC2xJTDPejE6HnzC7zYYfUV95d
Z7nCDjFzYcZXrsEL0NyJVCLhorK894Fj0wwfASHPNhC2Ya9V0cQ4knI337VlNYkq0qyxfVPo6bNB
RgtVW9loPpoa+SttjfxrVjj51wTwyF3XW1rhx5HQ3yCHm0ZBB07MA1EGq8Fs15b51pOszYOa2tz2
NZvRxsf/xV8TlxbUjxvPluAJrBsZMNfuaj+u9NLYllpv74U30hhQsCr7TKJCq0JmdJBBR0NKfavp
PGs2jPSeHdSqlk+9U1DNp1mbYDYtIwG0q5HlG9PiCglTLc2e9J7bSSj4MIHfa9P+rhhKUbKsO+IP
CW5YnlYXekA11v0/6q5sN3KeO75KHiD6oX25jKTevI499tieG2IWmyIpUiJFUpSePtXJDwQJkItc
5uYDvsGM291NHZ5TVadqPuymmnyX+NrWhyxb7H5USbyNrZjHocbLBP29pnz/GaUbsHhKC190DjK/
/JgLO2JvZStFeQrVur6jp9m+JOAvfCKVtE/WbXruVZZhYZ6jfz0LkCADt8WTN4V9gs//Akf7IclN
i2W/bO7IlJgX2D57mNjC5H5HKQnhx+jd5LpxAdyFJVCF85X4BMK8Xe77b2a2+LbQTYbqkxeGtzQd
7D01ZMNX4WYYCvIyH55WPmXPNKSzvsDs0X2zxpVzt7I01p2bJqywcT/t7V7vWINPsoJ9IYMYqCqh
9dDlQ439ZSSFx6HDKw9n3A98OYRUsqSXYKw+isVFLwMunq9yghP8IdurFG9NL1L2U1ign7byejbg
hGIufuYoTFJNG0Qr2DCAM6yPEEONJjwqzjDEqb+TyemHIRIDO0xXz/fDkK8427WIsqZNldF/6lCI
6AYxjljACF7nv/M4jJ8w26n9CQn0I07INAAX2MLqjlU2orYsQPHGG1MjhKltpjkZkExt9NrO4hrX
wBRQZNuozHSS+pqdcqUmdtBrbT6XfF7KzpNp+krNiPuhWeIobsuGg3aI+eb9UQ6hMq2qS5jT6GHT
6gDxyHRTgJ3GkqjAbkV3ddqu2nXflWqHUlh3gAoH9acuFlwE+PglXB5EJHpCp8yglI086R12DKOW
ZIu4bVyp40NER0hgBUx0UfIZuvkWiF36VZM4fcWipXoVIPiadkBUwx9UStx6ZDd4r1iFEA8bATPX
03LEU7PVbnQt3av4OGrT8MMyR6lsaVhxdCaM7oi6LtWCexqfnkWVI3N00uMe/mzVhMq/CBQNJN4X
K7ZuVJPeYmd1wpqK2Vw7VqLCWxIu0YfZxFgWEvCvKm8i6PrdQdJGfdBhFvCQnNJkaVG0K+QHY1CA
Z2e6haFjnu2wwSwiBpOw2VStIuBh29I2+UPdjHN+XDYR7knNuTuQmtUfo/JYisOWC/0MjWnqXqeG
/Y5NXvxYrB7pcYzwpCP3KIqTjkN5d6cyn2b9wHg1tLtk0I6Nu1sg66AhO0YBKsKWZzRbn5Ox2V9W
BX0WPh095t044gPo57XEJa2CSu/mzA/p47JF/MFiFMfqTzakn3PYsPe+TuP6sumtBgU2rNmXW9B0
tBzY3l/FfIYaow1/pDt1FAZbc9jbQE2McSBfSXnYnVqR1kSkS2CnXfuHOcsH33PUTneEA7GFgTOl
H2glsQM2wJWho9RghUdj/qPnbHc6xzrPYD7iKh7NpRjn4q1hlb5hWwqEeUl3eKLtUT2fpMPveOMM
TFNLKAPX44DliuXMoxK7cyxhsJrNSeL9QdcJiOlEsfopTjPETVKy6tZUvp6PUNsq01I0Anja52T6
lokIsdAOW65VR/wII6Vh82Lo5FqjCUP7yIuDX4Y6Q2RJ6bD9H08lKvq4EdIFiq6itxlX/jBguvoz
0sbgvl7wTrqJq6RsIzVnPyrCXfpNCIolIdIUZu12PY3valojih8Y47+1qq5rOQjBMfAu0NjPNJlM
hw4hg7U4hmkt2AVJWliTWQK1z4krUt5vkxtvC3Q+WbdIw745zO2vaEPnoc+CTXO4awSkQuV7YWjH
JviNdLWMNbxhWHNbi5H9hTshvsnSp/V+4+1A3YkFnP5zqpWpD2M2jNhd8UUMc2K0LADHU2r7YKx9
SVlTf6sMz8VdRleytxFWvxZYeO0rbqHMojuA73C1dTlinKB+gx1q3BZzlnxzbgODNNSlrW842TgS
ajB/v8hqdn9IHGOrKNpjBVsEqcNTZhD8e8iShaItVRIaCpYvLH1wMkG4d2s9KULWZvVgLN7Ggj/K
nCyn4zq7rLiUokEnamAVgpDLqTKvkC5z31Y0X1y7Vyu+c6hN+CscZh0/sV3syHO0EvzhDSujtETT
h1iAE5anpnDkrNmnY4lNssq1ftnL8TBiLHnWQLAg7aRLepMKtcLmOM/Y2mdES9t6OY93C88T1iN5
jH0VCl38yXtf/SFNReGvayrdoC1bbI0TBusSLJRtFkALy4SCvnJEHBru6hx3QYLCVcMOFxbRYq6f
kQnkvm9RROnBr1y9jGaFq4CC5vDJDRJb5bDcaMdpRn0RIR36OODK12rfa5SNeqqxHreKn7ZpHPJB
drl82jpdsfw8++ZmKeZ47YyJUakXORblcURl5ud0sfOToljuOyZyDa+qBobRF9heIy1OXIHALp0s
p730tetwI85lN0bK1QCKCqQPYSM65ceYjtH8vg0m2IPINa6rVTWxP6oGxnP/MeX3Pqxzc8CnGfYj
NrM3pJ1zOzdtvGbXnr5Zsr3VFpsUl0TMSNayA1Yz7dYAXDUG38Q5aWxVnCeMG0NH9TAvrWpKqDAz
7FnKVsM9KTpL4WVzy8oUTsYGUMev3FSFPuRM+eyyKjEUXYOUzHcHw/PQpSiD50RIO99yZknZ2f+4
iBIPt2kHDHlpJTSYFC6Os54A12ywtSFoAqNuGkjyC+nUeBmPo/QDCa8eqtnNNmW/xa656Aq6mt42
yT4eVlfjd1i5548+iQeIOgfduM6ZaZpbS9McshuJrcyrITG8eOsw1r9GU+XmvOUKDLPNhwR5HNiU
33swNbgSm3ko7irn1hirjHWJyjhHJuqHSmZrhyXO9CP12fw4Rr6gJww1bMYsG+qAZUWGrUtcBHWD
0SnXT0FTnZ79NM8QfjUBnTrD01O3Ms9209blgKO5q0I/66T0eetLoZMDBdP/vIELj7oSd+/aSUuv
SCYm6vmAh1jdKoTk9bul9hbUHJs6YPYIVmSyKM7CcCG7abXy5XrmyQmXpsCFAVCCtQQF3F5mny/Z
EZdhMp8ijni0dhkZsWeoiDhDzsqgX9HwDu9hzZe/TYjqa51v6NrKwpHsNBeVIfc24cPQEUPK79HM
/AqFJjDvC2eevsi53DEem2z+tedx9BptefkdPlH1w24i/BxvAg5WE5UTGqmGbiD3VOlUV9iZ/K42
oHHHGLGwRYvcFxH31RwP/LhlcERHZ8TtczRyjsUhGmN+rnRkP4hbo7vGz9mvMZ6RSTOxtY46J3x2
l9p8epcMNaVcmDBtSXNR4vdeY8RYqJxq/Mk44/eYmPgUC0W+ofBDyLpI0fgQF9M03CR8GhH2y/3Q
uTCKT5bCiu/YTDJUvcrdWPWz37emNZbnmOV4vE2P0yKqL1ruFBmD0pcEimnGt/+E0v9PINvj/Km+
W/P5ae9/zf8fULQrpfO/w2jfrwDXv/zbl2F/fv03LO36z/4JptX/wFouSC9kEF35myuD8J9gWlL+
AwaMZYnYG2zUAAf/J5IWpek/YFMBy51rDDVC7xvgb/+E0qK8/AcGDjimA2iDYfL1x/0fsDQILq4E
xn+BaSCqYQ6IDXE4xYP/wQbx/wDTcrbAFc2nacvKRKY9jdFLFem4VLjzKus+0pAj2sRHaqnuhiwG
MtUBEUHLSmCPOD9kyV7mdyWaN9mb2SAoCn5F6EOBCQz7Q450xPpp1fAraYDiW0qeRZ4bf6d4DLuX
LJ4bc96xeXwSRU7pDS4o4EPo7dzQ9KzMV/+9BNxEruEdKkNcdpTurqcWOuxfI3bkrkCITGlS94FE
9Em5ZQ99AZFh+TNeBG6UrsG7pifBA+wz2l2TLTzCCC7MEypZTvxhRbCFfYXutcTwnqLqYTdh25H2
O8nRnITSNf8ep1EhnlMGQ5TfS7RUTwVVZfwE/VJe35STXgAQhanCNJEEiVHM44Y4j974+sVhVimW
nvl6En2DddXxt6R25mdbN+ue96klk7xg38k398gxNmmf+b2qtntYzBR8763EDQXrlXFf6UNSa1ez
Dm9v2j4K20T7zRq0nT/RHzUaBhN+WtivcZiE7ptdrnpCb5g0WEyBkRMuTTHoRDxh8OTm51BUbHlA
F4TpDkmCa3SRqFb1V+0W684JIqKXz01U122WkAmWo+z6NYtALMR1MtJ+LC1s8Dtc8mwIvYXH7H7m
2CKpvgJo5QLZeHsSHQEoTPjatEQHGFqbzA19VCvcMspuy3hZ4g16EsHPH5ZdE8MHAX8Md/37Zlwe
kcQ9ZQ++UQ0WtVxjWdYFwJyBXPxYJsvPPCQLed/TIegfGsGb07cKY+86NvqEFJsXcKr5rYBN5A9E
nNoLhUV7a0X1nm/l/BegDgld5P17XFPgPTSHLBQH92kQYuryMtAe6T4r7gVNI9NKCqcq6NQDdtPo
VGVvGc2J+9ApUK7bIkVzWsRoCrEazGKo2Gs3567uK+dVEbplbOTLGCbFW57z6cj9vj+RyM5HfKmR
b0HEB1z4EWKogWiDfFoKgV8nJEzQrmG8/NAkS/ilKZhpVCcBM8cPIggDv/6oIZR0CJaPTB9jukAr
nsz55u7Yxlh8YlEa9t8QqxBLDkUQRQqAuZn2xzGdRfpWkdp9iHFLD1BLMgcHh01mp6kZ/RFPGPnA
X01PHK02WpM81aJDg0CRPDMOprxB+zA1XQyIFnfcvAv05oMd0pG38STw4Fox5dE789vif2+yada/
db409SXGqjPAUKTasnsNIDf9MnGM/MokcozclCuazcMQb3B12EMGCuXRLPNkz3u0yGdYg3LR2U0T
WFYYLbJu3xasALvF4Prz1/k9rzxIS7dF00fkB4RrcJGhnxkcSsfDTPDMwAISmc57gw+1xc1bh74R
oj5Xai+qI2io6JBPUpdoDu3UHGg9FV3auBEbBLCquBNbzKc2EYvIbslu5X62yZQP8OOa1NDGM63T
Q7pO8t1Lty7tZhpxi6xQD8mzRCuccV46DEo5cJoxK9S7S+X+Saa8vE1KtnfesfXvlNb+QKe1fJZD
/b6TYnsmC1Y1LgxvOmnFQKLjmi7iJEVUApvcPewuNOonfpEIoFYVTxeY4SWnffLrgZUMv5mMluUj
NKEsoEqK2B8MzdGbyj19tPiZvUDDcRi3bHsuFNDZGb4WJ1hrbHcqHeUL5XJ9WhT8Nm5ItXyVcWmB
rjKAkDra548Z6sFXXsEhrosxQ37BZXpEz43Rro22umrNDlv3g6xt8kKz64BSKE+/YptV7xWsY8cu
uNzCRCGUB2MlH29cadDGsbr4kZeYEeALdx3c5Rg49kJTcWe9rIbeA/t9HBrg6+VKanFIYkPGVi1Z
+HTGv1pT+gHGKF695yrWL6gAqWmTPCLmIGUkLg4y6L/16JsHtuS0rwtFe2BZ2/1oFvJzHcDz3AFp
gb+LG41vMT7xx0rz6gkfc7iUshE/l9kB20qm2h19jTfVog/LTU8V9awLcZZ2SifJfJ7T0rytuOwh
cAsYNU6Vz/PnMapLVMVqeFdx5e8B+0WnmFzJJRh5fED+644J8smPa6jY85xny0GPIT77KrrZ6oHB
bXF+iYEQP6x5s5JHLCeJs+EbUg1mibDSFSGLtxbu9Ph/e2apxV5wDMjx7DaFECcEy76ahP3O9axu
QI/ciQEpN+24FvYHgP8cpz7O76vcPYqtHl/mfd/7LfEGw8o+IBJystinIXdgL5DB4qx5Ap43wdXo
2gpk4Lg+GFmqmzQto+cVaFlv1TQ9xgTpvynWfD8a5s0JGn0AOnERfY2weQ1do7mDR0g05U9AYrS4
zNsU2g1R7fBUC54eo5izO+BkX5Txx6ZiF6U1+SBJ+q1axfI91xrmOszkbzpCPm3G5odqtPcm0e7C
4ZUVtdEk4y+C0RCT5HCbI3ClS3Q+/IjgnI8BbOmDkvmloR7twrLc6AZAq4w9CgvURlOng0mHttlX
8hKaqTji5vubZoTBNajCgDBLd2oEn27nVR2VMlz3HnDwfJkx2IwtSEjYAzH7qJY83KLJqc8oqM2d
3Hl0kpIWP9AGReVPPRlP/4ZySzATj0o/ixHgUDuPeu8bFmEOI5zYt3FUMelNyRrdF/W0yN5HxM1z
X1EDOLEu0K2dJUVX8pzs8QrvoSbxvwckVMz9sg3bmXGn+tUi8SWak6+ZOrYdUeXkp8Cd/1C78m2c
Iv4B1gb1edJ7x66GB44sVN9ms2dngqm29zGgFQC8AwqM44g/qWJ9PwKa6oqSzceqAXwbtiDu5LzV
73g0ou3Ao6w4TVkGcGKCLxqkCdb9CKOHWmGcr2XbJbQqwUwxZ4+V2bY/YYicBAzMJuQd50SfqJn1
nwLw52ECC9HtyTr+9ARZ2Z2NS9+T0iP0DQh9c+RLtRz4ls8HMoMa5bymB4RNETALE4XH0QiM3CSI
SSKW4fehHJaE635XAFekRzkrdbcBh2obtanTlGJABndTJUeI8+BuIzBit2idRw1GEwW1LVe6HsOe
usPis/UuI7VBEGiYQYliMv7bcKG+K8HURy0K8b5FPn8PZLDPoSmmpKXVDv+2eKvfkMlnzx7q2GNw
098dXhNnzc3YU6zj34O8kvdTuS7HCrqIv3JNs5MTeYz0txX0deMMKmUmH40HbVqU3PULXdgzWDQF
yidKjgSGUa+QYu/gCIrkbajm15HFcI7SdXya+A4aHR5fyLOpPiechpNvxqUDGR+181DR1gv/jD5h
wW3KctlpDXqsXHT9LVUEg/Ve0XsDdAWdXaC4bGNyj9jVTzYWHKMus00Puz79DMhsym6WpZT9gl2Q
N7j5R/2k4vHkp3H4vaKVPA9bjSduSRPxChEy3LcXqR4mBK//XCc1viwIoQgtRpEA+yFwrScLSRjt
K7UNj/kKp6sx4WLCfqEtBMwFRdEJ2EwrNGcBOEDB0y/FCncZYQQB3j7Aih0EXwqUllVwSC6Exe0v
VgR0pcDbL7PY0TUoo9A0RGl+AYprOKLGarAIGqxXdFPXOweTFmp3WixJXyUfRIPDOVt4hFBIEAJJ
8/coNcVXUW7j71S79R7gP9rFPTc/N2x89EDryNQZHsOSyS5q/oW9cHmTqIW15U5c6DYgFQfIiOZe
RwaGDHKshqFH0gNFT7fAjn3NH7wM5pTEojnIUdpnaNuKBxsnONuL2oDhjnCKg0UTW5Hu6vTeIpyG
3ZSIdTPtGBucxAwOxUi/ttyJe81TgFSzXLokrBWI6shHMHiWouixIDr2pBr2O2gXq/h+wtmGq9aW
GrylDdEbbawzjII4setD4yrxEvYVZSvaBjLfhoJX50HX2bOO4u2sJ5HzG29YRXpb5MvrOseYPeDJ
nnTbkkP57qpkSNtlEEl4c8t2b1KF7K8EJPyATjseztugsgN6mOJbRjwYI5qXf4p0jbN2FJPDCoUY
L/km+F0A3Py7WmS9XGhM0+ogpskc1ryAg5jYShQtwWASBu1TEO3ER7PfglpmGnQ1u2rGnPiIeI0u
cITzEAVfc6wmNI7tAKLyK6+tPJSE8EuEKvdGXcF+e56AT7Tcv0NlpB7hHSDbpASjkGYlkruBckaP
bncU3o0RbIwhyW/eICK7trDrFoMrSOpHmKmRfuBVceDFABt8C6/vB2DJ1UMz5euvBD3lYdNl/sdP
E7A2xYsYTh2cmMcRRfFiiM7v6rxUL4B21UcFall0c24lhBiwN3qe5yY+agTb38IANv5ZCrocFCfl
JQYvP7e4f8jffLa6TyRZv9eZWZ8QeZqDhGiaDdRBWlA8mwV2/W2cn6arhhDVvHkVfgIkEPn1nNvK
veWiNkeciPlnEbv4suVE/NlUxe80q+sbu0zraQYO166xKm50We9bj1WStyFJyMVYv33fSMQ/S8vH
DrJGd6snHEcXW/KnoCUg/mIZHkoZQMWjMOLyYW5tG4xMT0MKX3sNSvjX1MzNEyMxOaahWQ7YjrnA
XszdjSUEZqopsG9f4yPolBrBwOeS/LRWy/t0Npi6V8fuBug9rsOb2B4KnOQICo8RWycoIgyazg74
ZvazIETeltc4NzB5yUFn0/dlR+fShiSZjk3GWXlEDQcRrfnGTutI2E1CwVQnjhUGba0Zf+T7smYd
3XFJV2qceiTJM4EaLpOnBpTMm9IVyGGgkyu6eEdF3iWE7vgXa9k8UVpOMy7bea/aTA2YsAGhoLOG
mgykRFyeLVon1QLaz5u+MsH/0mbK311Y1tc52WXR5QHa8QPVSf0jUTvMBxQPzeW6WteALtaM/94n
5NmduUajvzZSZJc8FzocIRSTCzSc/O+4+Kon8bJ+8yovgKjq+isGUfOxsDFebsNeO/44JRAlAQcI
O0JiRggguBG/l8KE8MI9ZMNjSMF/Cr3Stwaah/MS8uU70A9gxizAoXFNaVxcskKLCmEEdDuvwRR5
G8sCEL3E1qPswYWXsBjejLqJCiwgI9W2We+UUzEHy1s04mT2LDs2BD6GbNLF35LG+kTExNfDOKAl
7yp0VN1akagX0Rh/ljsWVsYpTg+hqeTaLQmEkUfMqIifNBKN/GUuV4/Hok63O6A78A+LqJYvE67M
sVOFBzO4IRsEzNCsX4PJkdKowGX3DP6+QGKZ/ONsUtws2GNvXVV+Z8T53gA//hMvcsDwmwEP2LPw
fcA6wh261KwHSFV1QabxQ8QZf0rGXZ3SFfKM2qjq3kV5+F5ZJR7wTjGNRVJ8lCj3Sz/TzXQGggk8
y0kGqr6OhoM0+3zA3QqPDsQS08NebNu9tnqCZTqwRgIWlLFjAVnWczkR0OaLGpvDsCFyBr7qavxW
RkwsXSBTEd8nFQE8KBK5QVkUh6y6cfuwx89mbDzAN2238RaQB61h1pIOvGPBwVEeTUSUfTfzMlEY
EcOrEfaLcblKOAQJKD4+cwmK+rejkhdHURhtwdjWBlYTpoSQ9QerUT7OTogBRGRNEGL7bgtXI4nI
65JEp1T6wTX9jOGdnkZeieIbzK32/EIqLmzH/YppxjZrQ26H1G/7oY4ZXnWwRQWnxbn+WrnlzU8Q
fPD8bWNIAbcDjElLc+eJrL5hfMj5q2jW8qqt5QyemRMolePgJlLfEwy35KkgGbYvkWrh1su+olAe
dyvwqozK4q/CwKz7HTqDdkpwO8NXTUkOwVCF8TbAYTqnTb8VKUkOBO5Ne+vh3ZU9DZLP45mDvXIH
vLY9wvytAVnjvL3F5rhlx1XiqnnWa+X3IxOpJKcYT1Nx72FDut8aIbb8XAgCXRdAIlndjhNiT05Z
2AFLtrvbE/Ic1QVefIniqO6xpJbTE+DCzV9osyDbcYus3EDdimE7cQSuRNgqi5U82yWNom+czQ00
PehhoKrYlnQ6N3lAaswYB4VGGbNU/FrCThNlV3GQzRil8hUJ2xgVvzU7eD8wSjvQ2n9dqq3WcYAa
D8rb7S5akRBCef6rGZL5ZolJs0Pp18DytSbLdFclJOydHDycs0u4qG1YcIS/S0sLWX5bglzviCuB
M5MUAKDG44kJZTzvOTmVa2TQJCH/BfJAOGjCxSrtrGjQe0hZ/maLBU9rYvIKLEO2aWyqiwOEeJEi
TW7LbTcX4gi0NSlGeeGL6DCk5k9pU9bVzr3TCeJ7A/XhPUDY6qWQtXn0I1oMCBwrv0IZEq+PkLn8
1SS8hlpavFb9bjasVHAY27J5uUmtBYcOTq4tGj8h3wPGHX6AH4+OBcwcRMq7wQLWGsbhzezoOmCK
XbUc4ZXdaiNslOeIeNEDHU4DDJjPlTeYh3O0Yco2rRDrCfql8mBrjWi5Yl+PRMbXKBjIiICOJ9+K
RZPOpzSDzbqfB3IpFq9B56cIGasLFPANAdqHWiXsF8SC9bEIqLJCLFjX76rBZ/H9DgfP8zBWtxEk
oGeOYKFDHl2TUdLxeamLX6wcq6vCptBPtCbJycdUXCCBWS7DNqcvFoTj1waW8gGhwatpUQjHbyPC
wKjWBerXPEHs75yGqXRiOyhPRkhFDaQPM17u54qtyPNQqKzHQnR+S5kOX7VqplYVCx5sKIT8icxJ
+Xvg/s7vYYQsztI3P0dlj4mj+pMRXv2OITqGeIDP79WCvgPCEvZ92yi0ZSHxD0kC3wYDngiRqrM6
yMwDb/K+6eqIwrl2qvNjPA9v5dRs/GQTHaOIadiJbGlDnyMI5s5Yzf7MhSovTG+PGVDFVvjqNVED
QtxEhFKtWQw01COTPpCvHLqBSzJIbK0UNe8kEHKdyr/bDE/fDMoJKB6LN0hjIP0EMwufJ3TskdXk
1lcGxvwy/EJbj/3Z0QP3wIOHfWpB4UK11X2ZAJPtq8o9oQf7LfHQQsDQ4PYJ2CMBhwOynK3I8B3U
+w79pDqMeWIPM5v1d2FhO9oyHsbnfdqekqslbxRcfNijdb5IR6M+h+9mO5E46eHrmnQqE98RkwUZ
GowXTU/wyJ6gWp5/eRE/7zZ73uz2uglxLiH0aLGH+R5ViK7nsjyzJKZnLXCueLZ+qCTs98xtNyT4
/VBmORKihxm5zYmytz6Y6V6qOtwkBTCfFb3tRcOl5l7PQ2gTViSnZlf0ga32SKFB+tTIkYQxa51e
cWBsZpe6dJcqM3+gBwXUA6TrptKwbq7DdJ5GkCWpbcZjrNFv8RwLJ2DWegpdcu9LCkZ6Kd9RQ/2H
m9ebfPTkAgLYd5njpT84nVegCPhyts10s41p1BfDPAJilBn0TiSBCM6C5n9EhqLI+yGzhcQUlasb
TG9q6BM8L+tpJCW7zQgpH7ISx3beWTg3mdz63Y9vc8xxpxqSvMZjIkH4YR0XHJO6qQaJLkVCpqsL
9Wpo+Q55GMNsZEM/Zgrlu0reZLrnHb6s69TGw3IVUAESY0vNDphi35Ix+QNdlUaMVokxLUcyC3oB
efBMFXe5ctHfhgQYMaZwsZzXCvrqYXqdBb7S4MB5dQnAvFaPkOCUHoKEHKsnb1AYo/cLcCRkVQY6
T3DdMSjQPjxIxIOJtoBPV9Yd/A2gmwFNUDxly7KeLLsWcoQ+Xi+Cjf7FMIpeAybYbRCojaiDM87x
ROebFQAw5DrqzgmifyRmTrqKAr3mJOChrLU6VwlDImpWRVBT0KI8OyisPORXGI2tzXuwhEiJViu7
g2jJ3QAhRA0fXAdh8PK0cV7c4jtUn/nOCUAGhSEl/nf2zmS5Tixt17dSUXMyFrDoBmcCu9FWa1mS
uwkhWzY9LBY9V/8/2K4sS5llH8eZ/CeiapYl22izab7vbbP0QQ5DdznlZXGfNgwb5KmxB0RWPX3a
AOIvBr7GXdMNzQNC92w3sEuBm0Af7aoyRXom7IGPaxqTvNKKK/aEp/DDDI58MgLVSF54Zaf3/TyL
qzFo2oMLd7hD5P8xtYwAIa6h43wfj1Nm74bCIFrcqqXbHCeiIc/nXPdvY4DUiwbjY0QgnbqF3K6j
wqDVvtiAtEhkUxDaaWY8Al8wPhvFkWXHvLLsvnwg33852GvN5doiT1ucZAckdWvWwW1v4LLYZkS6
01Fq7fJ2TXamFODYhQxCmaf9GOoJ1RQIs7UTyv+U5T1icdiIeN9lbpswJ+lCha0sczuylOpDvSTg
wa6TRg5EGvNsZd2MUK/AP7I7jNkAJjTbIz097qYD1mo6LKvF0ycvrfGglmU5YJMV1Eb7EHmBWX4e
1vo8RxcI8C6Wi6wzjRue1LhQFl7KjKnGTqOFvXel3YfeMv3KtLvZ436k62mWwDKG/Yb2Womj8oVb
sK2SybDrBY+CNZ6xmx2KZTDhdxfvm1rjmSPqR5vNC8eV6dvEwSHSNIXECG55L4yV8eRMhRdXeaTt
WrbnlZtZ88XirOavgiD/Ej6BCAJnpXRsUzgot1/42VF/Tbmq6mxvQ6Z6+2b00EpDrsTvx4apcRdw
UlcGtCC9NxPXGY8/CDZefTt1P37Ov+bpShcjNyWlmBIRCrrbifjBADu1fhA3bpDts9qQZRgDwsrQ
ydAtyNSz64NveIF6h3wiH6/EUG6eAwXGIFsn3sGnG+klnhcRXJn90Dnf3JK/JZm5b1gIq5damWcu
tf/oS3v2p46fm8381b38p/43mte2csKfyW6qxzJ7rrjZ/sY3xY1j/sGGiml3s4ZRiW1zRX1T3EiB
eIZwWWBIm/iar1qc76Ib0+RHbEZ0g4utS8vmxvuX5sb8w3UtXPI09Xlg4Q7xt7+huXl+Y3ms1Vzs
SM4p/kN5w8X3/Hpjups6zN5Yo9JFf8wmuwvzQeA0/eGM/M11/dxW/P0wtu1aLu5VrOkvDmNleRfH
1IyEyPi7S8PvkpOe+o2sSdQ+9Rbv7ufHs+RzW94WSR0EnrRpcifah1SElzdy0cOKaSOFfWhy0e9i
NJIIG9j5iIlOK/ZBBHCiHVCxTQzZyCQ6sEGUuMgQikgy2bQpYS1uf8vgUvnn0pxlcJByXBr/WCBx
sVi4qExddUTKT2wwX2T51KM1AZroEeDK1AZXnr0lru2oSBDMBuGkjAGesc/MnJt7WQdJcoq2B8/L
Qk858NKEKhXL9AmWdhxB57lEJvoDBD7qMRqFPY9oXoJmoaF58nHE2e91XS0IgBm1SaCH5BUGqL6D
ygPfjSc9T5swp5lfBWe85xMo67SobSomlqlf33itWWqELB247VmvM/5cpPtOJEch220U79H/gAvD
tTcx6dpTvcxi5zBh+CoSce4ilG4aipUx55A5iScFXq+AvsAyuROabFjMKpA2jNgWEOTshPwubKq+
IdlQGHf1IFm7WosqO+njSbj1dSbS82rAAwNCzgePwwpDZXVROWb5FqCqJdYgDwomOYXfUe2Q+prJ
hy4RVXeilmjB4uHxXm2+LHmv782qr62TgaQpC1tYML1bWhuda+2YUwAbXvnWvTSha7D3JfWwz1Fj
5E9wbu4WFW944sg5NxjGTAlGrGIVpJ+mwvLtz3WzyobBs19po7Py2q4u+tY2jd1qkwAhwTfl6H8s
8D8UB5UtfUp2ZbWgoizqpp2Qp5bNHFxmcvIcAIYipuBVzmP1WtHP0jCc1XRublSvotEGVtYoL+25
HoY7DJzCvSrVAA+7wK5/Bf8KcV1OyJUvGrrLgWNBGecsItZym09WQ9nIHYCB1nCxplHSruGIrDlk
XRC7F5itW/dmxoEymCj7MbtdGHkTsK9njtP3J3MpBBUrY1k1co9/yFV6L5MMQQlIvqVIgCrb0msO
iZ679X0w0haN2qKQg3hdFZ2LQEZTdnXFrJAHr+ymtYJrjehs4779orozMpsuGrK5AAClhnsrIsuv
qZeJ1+pscQXyDBflXGr2RbKvacoBi0RgUdbXyNiq7ApPbOJy0hdobZSAFYqgMZETo1SpRdCCkiJQ
Ko8QYWo5tcDg7nnu9utyDWuFpW1Aa2fupm7Apho6ybqm+F1b9lzzmOku886gBVz9PmgZ1m+TUcTE
wK+Brsc7XcwS95kw2gYwLx3K4kND030PYICA54GOHhcIuQWagiMZbEFFUUhtlVUM9ALJql1fT+Ps
dKh9O4psmvFOVpIMwrsl6O0suOaZ1eg40iDJ5YBAK6hnmAXlLdr/uPZgY+upttJY3w+M0cZyB40g
kXzTFTPv3EYD9dLy5SX5vkWzyEbeYBbp9l7u5lOIPJy1hP5NN8XIZarJrsKGR2lwQ/BHNlrhwsUX
5KFRBUTVdbSlUy5g2OQ0gNTE+uh1vSfQO+RGfr4aNYVCWAV9uH8fd+vZ3GPK2uncIIYKY9igTi4P
DvPBKIzWOdZl5pXhAN8tz4te6Qs0KqgRSa9FtuQZJstHKaXFVr+wyBrAyqATAdVKdp6MjPIaSwrt
0U0idf4ewRqSpotxCcakvA1qX08xwpUqTgHLJmjIX9WYPn9d8lbxbQ9C1vYE4hMM5Ntb54fxzLUQ
AKCS3YwfTrIJdwZkFqW7Zr+XtvPtOCSgWS7vSuiOF7kUvPdFD0iRhk2hwK1Uqca7vNHBb72Wv78k
Gd7pNOZt6YkXL0lig/zWizmM0RqBe1qr+aIV7anTjr4ks3q0Dj9/LW//3r/3he30CWFS1OWSgYNn
4GU1UNx4yby6EOj2SsrummG8Z6Fsml3tmTjxqkTg21zEYxGrX5VoPF9Vvh6amYCniG1z9lz3xTfX
iAUlOUpG6Li43OdTUR5gDgTEkJ52P/+Uf71I+JDUglvUkvGCtl5sRbysnWp0OBRBGOigMOyD4/q/
ynv867ncPogFNOYxCSIYfn4pDsuCLNrG9yGntWt5uyk+TFxRkCn7mpx8zVtuydOz0S6rb1/jby0C
/3dT/v93Cnvz5wr74enxea7F9uf/lNbzdKSvWxJV7X5rdfyeU2H+wa2Mbwctt+u5BJr+qa5HXG+h
4ybuitvBYhTnR98H/eAPLh94rG3f/R5h8Rtz/ktpPep8Ihs9mhmZOPDeEUbx/HqRfsus0rvvOr0O
7n3ajq3n41bKc6EvyYlKvM+JmHSONaheO6U/yH7C5b1PYgbMs8UGu4z02sQHV8wBQW9thcwk5Vkd
pGtw7OQK/hcr2+6ta3umac06oJiEcM8p35ZlVDmu1Z0VVTusERaTvN4Zce92+dXQSN7fXTzb1nU+
IxlWgD5ZPRXh0ghGy0PrVmZ6RNHgux+TOM2X4uA3KMj7w+TbTuGdeQWBNLu2Kz2fR7GdUr6Hik0C
pazIIzKYddEc/cZtqILLrTlLDoOzlInGtDZPRUFiQu6dF64B073vY5QiOw1I32W7cvsuz41WOc5T
XhO8ddU42hkO4DCZqah6lnV28KwOt40J1iPCdphR2zS1NtFt5bUaw1UOBEJ43Iz9TnGFkLjgK2KP
mmTdrM4T1uiw6vJCfbFRazQ7eyXlpwmFnXjtxxxGsr12k6TRNNM5Tl3DseoC6BNpGpKqGscGM2Lr
q5VRf/b9U9/lfvFlaSSF0JAdSTBcQM0Oxd6Y0JYx/ZUFylHbbN4S0rMJ3VHOnNK4XlElJGLenGlU
hQ7tiBJ0DuRwx9flDA+dl/X2RWtIeLgwrwf7aq4oaNi1xVqjF2nn+CIfEnj/dqiN/lAk67QpvsqV
MuumE6s+lnVtPTk9lvNI+VqX+4ILWBH5kxKoBEvZ1+eV6JJmT82H9ZTEdg0HGzdUN3rwlPAehZ0M
50CP4q0vRoZCySCFM9ZByWQfMuRotxjfUiA2SH9Utw1RBWMkep+Tia9voTC7X/nAZrvwKb2xXgNg
4Ep6O4NZRu39wkZiWa7oJuZdTVjF0KCaahkQqzJmRWwbQPAtpcEa/BtXFRlVT5ZvMGsVVZM9TTCT
09FzSTcQp9HEJfqYTEVrvxOqQaEPu2uoJI8CFAvWqW46cvpJLZriCUGTJtx8wFFBbkiibFx2SWbf
1MHcxnu9+k0SmXnCL7VmjcKJTskhnv8sxvOLjF0trKKGY5FbkqevBtPpnuSgyyRcc3ydYRL4MZoU
m7CZcFrcjD6QZExeccfOb7hqOY2T6GgIpzDOcSLDn5C3pwX/tJVa/DAfYx0AgS1dcAiQ3b8ns4sZ
shms+DiRNghhAAL7gSVZ3Hls9x82Vecb1epKh5D/9WWpCb47IwQkmS6HNMXv3ykSRLEUCEDPdHBn
8GSZc7GVqoRQdTTIH0Evvb3uWuEH2bnXC1ZDf6LPQjpsTIRrzONrtln9Dh1r2oV4GSczYizmt65j
JFIAGe74vpU8Ytjvl3I6Q7O1NJd6NdaDNzml/4GQl55M6Y4ddL7pCVPvgWeTdCEiZKraFHGH38FV
uJlL9+KULzbl7JbT3zXgJOVVnfTMfMW0NlUQJap2ME1YLl4KcsOaKp86XL6mt76FjTXS10aPvTGL
yJgHpucGBISAWp1lK68Sm9vUREuIDAoDr9WSEUCkVXK0KHP0TK7SQohxJydh6tPM6ah28PE20GBl
tu6FkRiyP9Fx1nZXy5D6xgX3beqdb2H2frubAsTBBGA1wo0MCGCf7ip/rNFAlu7YJJ9wX6XjhznY
Um8culIVgHJjIsL3x9zCIFoqndEZahkzxSphKj1lfgyIVVppEM6NxCLFJLEhLM8CKjCTh1V0zg0a
AY3eKfHkw4T/obxMukTaR8sdtT6qcpgR4byzWkzFUYCHy14q9rp1ScWdi1udfrELC9fFGhVD0b+l
w7owLsfBUsPrGjuYOiF6iXEbcsOkd5DmhEjotayrHZ1T2NltSGtQlLQfgkOZ2Fa6h+ES5HxUHSUY
wKr9LbpIJ4v0QDJLaFVGPh+DRcUAp/lUXccjMASeRGE9+gJPyaFC2whuIdKKgm5Ih23OL4gUCbZL
UmQOajzWo5aSvMmtyyuHpZFMIukirjBaGycpBE5xPeJJ42XaOX024Nh0rJu+K+PlyEZfwWIjOyTt
OqOJFHvLtJwaqdF142hoP5Ogo965WKiXQxDk3tWIP4UsE8RPXBpCnFcoMsqQ7TbIz9aCXIswnbpV
nDLSM5EI8t61djFKejTPRuMmqDxKt0yoWR2X9EDF7PiI+lw9JcHsF1eGtlr3AD2niBTIA+gUouVN
Ewp/mrhkkg5lhBVLcT4tTa4RJPECaMICaWgbdrZRF2HbEk4S9oBSFKtMPpkzvpeYF5ndLiSMeM70
gUhJRCKzxlV0iGvFNsPrm0K1dCwTgUdfoSRbLIhKiWcenf26tlXocLmeFX3QTYckV3BHKsVOCjbk
KRraPbNHFdzAoZ2JruzX125L7kNEAIx9xLziNudcUPOwa7GarFjMJ/fOZxMHPZpF+uTGZetHxtAv
5xZqOfpiteU3B1upUV8PdazPUYS8RmbY8E9WU3lNcC+hRL6x1I/V0Kn7yehcfz+zWbSkDiAJs69g
97nGsoTk/wdyfIx0p7qMrTjuLOtGuhI6smtzM78p02JtTjkhfw0C7iS95Uliv7ebocjOpHSyzw7f
Mie0ym3r3UjAwrAZ4IPhSMZWU6N5JQns3B/lKI61Rw/fWd17K8+ggAwaxoHWMfe9W7XKuJ0dZfdP
GQkR1hS5vYf2YhLBehUj8fiYtnNy19qSvBsjNcWnmL47anvLAd1f07TVsF8416+hc1URxpP2thdf
qu9dlCpPGnYQGiwlmmLDKtdP5czlfmD/garxuxLVQYps97GYbSBm5jhWzcC37QuB/plvuFtqRItM
MdPeomLw5FScCOIbZEZGUCbHqzQxu5TvTYkHXffmFHoN8qwQTTxzIroFMrxQxS8bMtRlPI77kl8+
J2jsY6UTrw9jkfaPgdn0566207fGWDevzdTFY+YtaHt5yjXjVdZgcCUrzfP5Ep117PYZ6soe1XAV
nLpcVF9Gx0kvO6+Pv2D7EO8GRj91XBA3HZGrATVpQqHaEEW1tk69MYrP0zC6oIZOG7+Bgey+pE7Q
xG+JNrEL3myqmvcBuR/W+7lE8nUP3VcQWJCkQ+0drUzDahklu4L9jcCBV/n7sLqXKDz1aTYrCs0Q
0oJmwq37DL0IxhZgkA8Vpi3pWHwTqiz3jSm6WyLn+ooLcwQu/vky/Jdjsu2ydUBoBRKHjnyxDFMQ
7Iw+QFroEWdwIW3lH4n1mfcL0qd9gWZ///PjbQ7hf0MMmwnZYwVzSGXcDgix+fwzOsac81IgDKVZ
kluX9y2mAcwPJsKkfWL0E/oYc9xZQx1A8c3jL+LRn6/+X49OrKwLnuLbzNEvK7JwuID0mgXTc+OK
fYDWLZqt+unnH/E5lLEdBJkhnmxEQC57v/+iJiHvVZ3OPMxDzBpupBaXVJvORveZIGyGp/qTyvob
4ubvj0U8tito3yN29vnpjM28S3TWuCB2VbDrkWi+badAXA46H7pfoFEbSfbiu4Oy4UA+O68NS/QC
0jDMdlrLWbnsNDx9XLoRmVsr+tw1esyo6stpr5i6d+2ct+ckSvgfCVhw96lNxM+ogAV578i3M8rB
R1XWC9ik0t9zA/7jPfTXb5jf0YMZdv3NFm+/CEAmXsjGUMrJzxu/2Q9jVp5JI48PX0/7fxGWf1oO
d+SfV+CWNPosCvTNY096Qf0P0mCXZxkG21/7BrSY1h+SWRDEUvgSlM3lMvqeYcBPsHXwZHMgz12L
7+Y7oSohVIk7oJ+Wb87k4fBvnOXrjxjy+fP0x/Ie8n+LT33OO3oWQM8WKMzNT0KzK17eMBAbVjLx
FgwDUGI93GbyNu4fY8Ykr9919dkijt58h8gzD85usHO9DrIbyyZSMrV22zpvVOpgJ9zbAQCBvq/b
N7Z64ywP6fQg1uuU7Ry/Q34MAA6YX90Y6c+t23zyvetkvvTi14559/uX4v8L6/+/kdC3efP952vw
np382bW3/fHv194fAHuAZ4EZcLWQD8Xr59u1Z4g/TGnS9LL9zyfHwXV4Lv+bz4dhB7SnahlYGAj8
T5iPoFpAXJcADVh4Acni/s7lZ32tefnh/WfxdAIVRiKJcpP1ZvsFf2QoSGJdHC//4mWFdI/1VBqX
Xl7L5WoYGoZ6TefV+qgQNF+j3A7My7Sbsa1MWUA3vWVWX7zUwl9kl278Kqnm+E3OnvghnQr1QEBu
KvaWNdhJKJzWJraPQNN679Jy89gYVou9ejJI5xBWCmISoEPCueSMw42CH19ZL1NC+lLf2ySCUhKG
Vko9nFmtFmq/sDG9Nyc8VZ/qeNHmW3PI4/SouzEA+8tJdbhy/SI7BawEYgc757bkaKkmSCIjMd0H
siCKYq9Mwz/gpprwuZZNMe9R77htHtWNMu29NymCZrwG5+YJL+uojjnaAPMwI9TMX3dSaRn1CSBR
jC/BvRRJUl0lKi/0ISfiD54amTYvdpwXH1kd8UX6WH7IDCya4qbBD3+cwMmyV6OJOCyJltgE5mL5
t6v1MGV6XG40DjHiw3lskNLbriOq8SEFDlnawokvl0zVeEBbb7gvTacgWcNi3j+s7QJGg32yGrun
JmZARn/oqgenm53rbEvadQ4Ie2H7IZ6T4XbTYjwFSRYDf8mp/gIZkFxgUGfvyLWc9m2vfNLoZDE1
BwVUVYV+lTzJOA5YrT2nK5hMJYpKUZWmf1gaMmfCqc71nV/QNHJEYz8uO92SRAvZWMQF4EKwpqcg
dlZxREXYXvYry3mYjORcbGpvo4wc4t2/bD5dwoWLnqtAL2UMwQ50ModuHpBRjJ23feqYFNMj2aaQ
+F3PAgCCk5J/BrgAmkOAZvCA8Q05aLPgnfbzakH8nyeTu0tUG7/rYMmyiMwH+cgD+iIL5loduSNx
wZLqXty1IwpGkhoxBEWTXa7sr47HUofA9i17X9dcbPNoGo3IJ2ZscJP34NrDhMdmAeUlGReNTGTr
pHpCXNsxRK6MlztI9FmxE+kE+NhV7jWoc/Z5zfzcw9uYNbcoHzIbG8bafCz9ZLpI0jQo9jHoEM70
yuk7LHJl/W52rP5jjmMKgDytvM/WSJ7liRaM/GNCT9yrpagrFksPlCEia2KDMNLN7DsqdyEfc4RE
DnMlM5tEBjc5jUWCjBS9S55fTFmWitB0wMAi5B/GjVU7ctgFcz4tuy2nGIssAkMwceBSko3BUQdj
ngkDzRY7YnkURoiejG+1xXHwwQ4MzIY9DTPRjFmDIFvI2I/ENVQylJXf73KAe0hkr/LiMx+LcrUP
krkmDzCzAgQSZs6v2pN4d2fnMhaRu6r+I1hn0O49iS3xQBqGPgbzSCYan8Fzjv4ktBUtgTC7iAJX
AhfnvjceUIe3eK3w/X8uhRe0BF0RwXm5rgJ1TW3aOJygzavbdTDSK1kqo96xHOSf51QWD2kZpNiH
ue4JnFVV9ToB5xxAKBf3uObWWEYYKMrHYUjbD1wxM5Ee8PrNWc0TBR46iRW5axWSJntO3AcryAlP
XRt/E4w6tbttu7VxIYkM/Dx9lVUBvbqXDVY6nNllqYg46tI62TOo6u7MW4n3CBtvHAceqFoea0CS
cefEdC+kWRUYJFwT2Ppt4P7vlPlPyK6fvuFxDxM+9Pwlz9/4/pI3/9j4cNg6ufHFTPv/esl7fzgW
3Ru832F2PbbpP9/wNj/a3uuCN6/jbsUWf77hbQHHR9cIwVrwf7ySfysk68V+CxVI2BJqWAEeYqFx
e0HjEZC3koZcEb6KMfVtQVTO+SqzYJdixrubDNzPi17nV14tpgvT0N3xh/P0632Qw29jhYOPgMXd
ERuV+eN4MbhqqR3Qj1A2qXjV1OuA2Sie7wIS63a/eShm+Y1JxUuLXsAWzEw/HqoyYsCyCZONXefl
Pc5vN2rKYZO5lsEvPtVfTqp0t3o+FnYIe1+85NJtHPRazwGPSwdXe4/A3wBI22L0UuQJvIPN8p6U
yco8LMTyf+6mbrFPP/+0LzpRWBz4lBtDjIza58LbpscfP26XDQlPuQJBRDzmzRkBUUThEzEwODt/
zdCcm62iV2NR63kH3fHeSfA1hqNdqDdMUn1+MFpvfXJhaCxE/pqU7Z//gi8WX34/7GzgOCi+EUYj
gHn++2WkrpCuBghYe2t3pYj0OzeqtvpFeenXxpUf51cOA9rGqAzQvlVBvbjA2iFXQWumRVgYdRaH
rj8TD0AMWcPJ0JZ4781JdlMNRodIs66m9Uhml/NZj737Zapind62IPavMm/oMlycY2OANK1DSZ6B
GdwlhVdOURJjcYpG1adHGozra1ROvU0chu2Nxz4YneWwpPaY44JW8tPPT+ILhMNCuAsp7bgoe3i6
gKg8P4m+JauFewxLHibQg1sI/4CXCavyUk37rk+nVz8/3ktIZTtgwETpBLTooXwRLw7I5DBMPmHa
oZmKIxQatU34rcZ42AG0f/Bjfdf4DoNwRwi4fD8JkrQQctV+f6zdGikVKVsdHPHPfyuehT/iPN9+
KcIGETbwwPS9F9+xx8DF6LcQoE9Dxp0yRbWv4uXz2hU+Kkjio0rY/Ojnx3x5+VoAApucilPA05tJ
4fmZXzEfkv2BqC3gJX6C3ywO+F5+ZYj4u6Mgo9rq6oABKPh7fhR88n6XW0hb21IR+DP1dhS7nfuL
8/d3R+ElgEkBvIK98sU7YJmlSzLvdhSYk5Pp9C7yPibZ3z5jvOIoEjP9AH319rL78YHUkm9r4ELj
TszaR1JXpw9mq+XTLw5i/eXDeOClHrC0KXjUi6/PxR8kdbNJZ5k5Op80aRx1KNLJwTqXrYH67Jol
ulMlkrddMmN7SaTcIv+KlbyJxByx5rUTwW3XSPIa69rJMpkTu1B4zfXXsRp/Yk7L7rz2TXvqZU/j
Rj7rng1h7ti6ss4rndtqJMP8gtQv375MrIS/K0n+Vudp7CjePPjhSUGj5WQ460jeLna1TpkqvbSW
N2sLmR6upRIV4bdpfpYUNDse2zqDGRv5QlqMag51rzrJ54+9Yxb5TvfTFltLTEvCjaWm5EaNiX02
L3ou30KELF5EB7XRXZYpjujXg92u4iFu0sSCztL9up8CU38KZsNIDlpXq4/Gwc2rMy8rYRaKTJOG
Xi+CJPbWs6p2RxyWwgM0dgvlmcrxk+MiV/1WKOj73SDipIfmVM5N3epC7NGW+sN5vBLJSjQ81pNd
X0K5XhH4TwbSZM0NyReZ9Lod2efpve+uA/EIThqQPrTAOoSmXOIpIp7Fb49WD5uxixs4IvQsrcHb
G/rV3E8mjSxRN5r2GeO80IdkLRv75JuS81N06Fr9wjP4O2i6PxBT17DXZxJRuyocoz2YeNYq9r3t
DDplVfb7xXWSWxxkvPFQJTvXCwwKem5O6bYQ9X637Yskk6/ECL2fF1V81pMN74A4ljiaht/+QY+a
iwDd6WuzR1J9wz+m04gCAbfaa9K55qOlZrXsWXjXt4WV0ekyN1jA9uZcC8QRy1wfFlnV8cnqeAif
W6gvJuA7TESvjLFr9cFEi53tHOJ3qMMwB+OdqYNm2RPfTEaLYqkltH6sPsYZZGjISJplVwvMHInI
Zo82gye3NYc4YZctiFDUnw1l5i2+uYyUgkTT2aFZOK1dJ6r2ydqkTCFaLonjlEDFXYIGuImmruxO
DSbYnG+CaHCSU9cFo7400HGNPttaNLbof5gpKt0zRjq2HdXZbH9EoeljEe/h08O5MtLhkHqzWV4o
s8AN7uVTfj4ZQ/GxxXY2Rc2aYLlVLvlT4ey1fUHLDLEzUVx3vLQzNKCPi4dA68ylPQAN7WJYH/25
mFEaiwaJh65mA2mJqPprQtlr76TspNakt7fLSLFe4HDriInMdquwYgsJm8YNJ/LStHfeGHjxAX7b
zfZJraA7HadACmWtyuivHduX87GmIN17NYyd9d5F26Ve4QxJ4gezRxtw3g5Ndr6KFjHQAJjQRlU3
1nhEyTR3owzBtAqTzpjfI/PAqV6M80hF8eyZ46ELuvrDEmTTLTn2qUVvTuz5/Z4oUacHc4id/CC7
njYQNWLcjtpmKdZjWiipo6xY+/JopYXTELNgIubUqCfsM78eNmEWAZd3RrvEKvK8WuKpdLyZwYhH
KV5tP+0kTUuJDTK1kgK0x4HroxPvUHGTlUhC50ru53XZEcS60wztlKlMNPS8svwButO3WvkkchsD
u5yXLD2I1Urezn47YnRe8vYps3vviuyurNkjI+L1PMyUY+CQ7LBi5766cNGi3PMrxVdx3vmorZra
itH/U8Kzm0to6Yy0Qu7mXNckALAZ32W2lifD10iAXFHKq0J59RS2MZklUL+qSHZZSSop1k0VnFtp
2egrYosZkvLU1vbJEiq+k97KJx4rOwHrGsxrQ65ee6oQBtLL4Jed2EGiDeuxoKxC7WxHTe2rMe5X
l1gdJRPSTib6CVwir/CXkBT2qB1/uRCVCcQiG5Jmo3FMyzdk1QXNXvEQOyJWxolX1pBNB9oIuoG0
rqqKEAgQmshwebPOWcY6bzjdFGHVhf5NLKdC5STNcz/rqKpyA8O4qNtpy8VwAnVbVkS2HlRNNkiY
VBMlERTFbEVFuZlku9zPexepkGV84Y7o3i3SdB8bhdaB1pTWJuG7Qr8fjSAhYDspQjPqreJ2DKc5
WQpwHoMlUbnIVSIRoFYgUslzPgSyMK0oTUHaSLkbMTeSToRemAIn49UyGk0RiYn0Qfp05u6TrKcu
PrQYXUx6ElJi9rusItwUj+Rk7XvbTt7lvLPqc0nRjhk5Bjk1oW5c4yaJCVndVcPS3OHzRvFN2lTK
hUPy/X3Rz/5DMKv4SzWA/SGOYma/ZMea/dAulqw+rqlKvnT+mMoTYQ3Vm4XBDtlb0jlE2c9cmEQg
xLYXkonh+2Ecaw2+HWMs49ZG8ok25BVI3MQgGY/WQ4kwEKmrqPz3OCfUrWOU9UNTdJIiFpRuRKoJ
qoAih6i3DXJxl2WP3dX2bz2VlzPxw7Msjsu0aIManKkDOfea6Tzt2mDcpb6G/3cQ/3yqRoI9Q9MV
bcFL1VCIm4p2CEhFcVYsNygdYrenEpQY4hVPdOGkGod7LeozYlMMygQGLl87jA0Pi0iPHOd+Jemf
b3XEp3QtVzpGdm5QEDFIaKNGIFPqheg8dN9e8goIrp7vDLBnhHDoxXvvvOH/QxG1mMmClq/2Fu6y
TfuT9juzrnlEHRqyInnKLh09LKk0UVK1W2XsvisyDMi7r5Pef8Gmf4Lu/DD0/oXSvB900f3jsX76
R/SYfWq6f5y6kv/qnqFP2z/xDX0iq5HAdQxywjYDFkJQo3/BT4YHwekj3aBJBo6ToRli6jvFZMFw
uvxpNBYQVKwg/K1uC4T/P//kR9bGSAlYTpcCWbbO31CSb8vZvxd0ZMZotaTpwZcSc0rjxosVZzEW
g/tpTQ7WVPRvlkrS8UDc9c7dgte6Pvsy6hxIwvw9JcL346KGR4fAzQ5Y8nwdWXnMYJ8UyYEzZ5Fj
auvXeTeTsiBqNEg/fEF/g3I930m+HQsIgsR0NFGC3Mnnx+JUDuM4LtQk+UlBjQ2a8Y64o293xH+U
Emy/8cszCSFN17G7faH+izWu6yTlbSZHcRm+9n1XTQfMOMUZ4RA1cQ9zdWk08d6S0GBTdfr5J3y+
gn/9hEwIjsSqSI+p5734Fp1pIDui5Niz40CNpfJSG+tV8z/Undly3Ei2ZX+lfgBtmIdXBCKCwRGk
xEF6gVEShXmGY/r6XlBWVZJIBsOKZv3QL1W3eDM9AIf78eHss7Ys4h1OURArKr08cQJ/KyX590+a
FslxlEcK5c1vO1UzgqQrZeiqQ4DUlcCn0b3JvDFqIzohw3mnZ03uaZE58XLA8pa3f3WmdJyoaljF
pC2wu9hXA4pWYU/Eh8Cw4F+303cjlS9sQCNnIJScE++5usn760W5oV3eEikAtwBvfx3CHhRWCahS
1Zf2JqqseS9TduoC97LP8kFpPE2FgGezE93FCWuD2vUSVJSBsqj0iewX/xL60hN98l73c8FJvpZx
rRpr8desQMQtSw2euJ45O3Bk5OUcyhjCWNR/qVeODuz3eoBqMpPKa10niK0pCgqC2jjT2U72oVNe
lNzQ/QAPmX3Hlcy4r3uWWcccNkBeioNIL/EflEHLAPqI67HezX0336ZKoMwnZrX69vbtz4fhXl+h
Zp7l28C69+2HMXKA6B1w7Z0Kyx28TGZhlwfclm13hUjQre3M/op/t3LNhSNp7mqY8OYKggmcpTac
DyqQckTr/FuTkkVeq6MpDQsks5eqUHdToS2c0Dz0WipeL+NQ+pEjfGSzhQYSqBBKocQcjC/BCKb4
xKsp/5zP3GohbmE2c8/HuH/7alx6RFw68nWbiJoZo5/FheUk+WL+Ko8yXoqR/BvwnelibzTiEKF3
OA44E6cERM6Qt5oxmq44eBndhgOK85jnrTl5UNyjaKtoU7n9OPxo/5yhLF4ocpifxNh/VB5S3WDA
0jaCLSVFpdehJqspnEFGnBsUeydRqdxxZFFKgm8hruZEt32grwMGjsA2sRWoceGwoJpoPL+KXTS4
7W6j4wCnuR1JxhrZHTpM19bDL1U5D36MGuG2wZ4gpu54tC5iTlt+zNnqDgrwJsyKXRjLpC4D0en7
OoLtgxGJcRebAYdLpcXZsIQNxs67mO9T7sjvE+7yf3KrBBQdLdyJEPLP9YdshMxCTaoJGZzOMv86
fmm9gT0SQKhtoMX9PR47aHzt2jix/rz/K5Qhc4VowadYrXLVHCXUFcsB2Vm75XpneikrTFk//tL/
3C4s6SLeBb3qcp+/1vSVdTzXFBhslcHsuACZradG5QI8DIsMJxLgzaICKAQGUz2xxL3zyyi92AxQ
884aYC/R4NUikLSdM8Vq62x7Q0tSnPY4FA0pNfANFxOhdT+Q7n6Q8MI78carFMYSZpYYw/BmB8EV
rbIKMw23D1KUaAhMSxkWlDbawYPWN+2zSqUXRsaNIYE4WhCE8UC5uzyhcCzHvAInTEE9BzXbqi6j
VJ5+Qc24rIe85bKeqAE6IGu+BmoiXVDooX2dpZA7L5O9/J2EOOCnmUn6jVY5iT/CiNp//B3/OWH/
CpzkHoFBMDjf9uZYoeOvIMtso8rpdzr0iS+VUd/ha0OAt0axsxczSsou9o40pp/qUiacKZOg4056
9S1TrOklXV6qkdJK7LsGRxJ8lCn5kSprn6R1j6MY1OBqGkA5UyjtaUhodjOcej9Xg2lbF/YDACEw
s1Ewe7o6j0hLrOKM2nlzS20BFz1U2nuVXL2E3BbgINfAfKmC607VpFOxevn+b/d9pIKxDSdOYyeO
hvRtV4YjCuSot6xtHarW3Uw4QRDlxBdR3nFxNg1IHSgVdQ4Yv+leZtTOYcyb0g+aNnz4+KP+GYrr
R0ESTiLZhEXzD4ATSBBNi1OMRfomhQsvi+a5F/geontpDzamOTegtCls1MPFx66B8DdZl4rWdHcn
HmSJaP94EIIdZbJLhmw9vBy+Zja0EQ9SN0Bw1cM8G/KBbHR8yQ4NM1J0w5tMCy+nVtLPtKp19ou1
mFfFnN8/fpZ3RjrZZqYxGl/2S/YqLEYaDk8SG7tt3ZbafRil9pXJTL1olaL2Migre+panh0ErBcS
9T8XH//6O0GZDL9CtOQMt+gP3g6OskZmlNT8OqVZ3KnhUbNDV9P8NQb/XxzG+5emE83Lv7BIa/+1
E8UvFLpl8f8BtklZ+u64yvO6BGH+r4uyeXl+fRL/82/9WweCcoNiCQstJ2dAKqaJOv8RGuv/R6Fi
Gz2xzKz5I0H+j9JYw2ENfT45s2XhQRP633M4GhGSkGTTdJUWLf7zfzmHvx0oiDF1NJ4L2ujtAEHt
FJM3GsM7IM/JGTs0ZR/Zs/w/Jf/+bn0VmywTU1RquqRbWO3f8q6N3Cmbd6/6+eTp+u+2lxjwakFu
FWFzDs7Du6DALSWvbK81LOOTja/mDVovgOhqH9wWWfK9MlXqbIGqnNi2Huvz9dF1cU2JA568Hahj
WiCbeDdrf83Jo6emZQX9OwT+t1uW657X3eIYs45CNgvvSMQEWzFI5TNOKs7Cizy1JTry/MoqpOHt
VknzzE/g6jpelEO6wx4yuPrUZ/1zNHn1We2KO8kwsYPbOTNDD2nvw9jJzLn/Ts13hsyxvmEGvu6b
FinMjHeYc2uh3XRTkpQbg4vkjR3JJ8bN293i372/2td05TjOBRdBt6FVzVfZUGHha7TKZjQwxhnT
AE9rRfyQcBA9saE69i1W85dEM3bJWW7fJkJcz2EG5yrA+vLj/jrW+Gr6Go5WFAW1Ebd4SX+XMkSM
ZWM8ftz2nwH53kBdzV9cEiphQUq6bXFapVx5Sw00FPOD2j3Y830JxxSLliS9SetkKxUmGsmzDJfl
4GB1O/6zdHBcDk686OpM//d3W833mmSyPqPCvRWUVgyQMufwQsrvhuTKDFMqKX5Q1eqOEqkW9dDb
T/gxuQVTlozUeSBf4paFB8Cf/1pyffwzuQIarbd2OXZAUvlbC06xdlZSnL+fdBU8ZLsJ8jHq+1tN
ig6a9gNWK1WYu0AbL5pipwyTu2DuJXDHaMolCrFVHVhnRk6zcM6Bo53Y3vy56Hnn860FXPj+JVT5
TvmtDAm9W2h09Bzw7r1i0kPIHNTDYD8F1W0QYq+Esax8WU4bcpsIx5tNAImNVNMZ/zDKpQAjFXL/
Hw8s68gsX2OI8slKY4EV7m2dI7tSG+swjPKTXeubVEtw+8vg9y+YhKiqvihSBniMrOwtKdWH3m4u
W7n+zf3NZVzlT44W36mTdIVH8tPYhvdSK14akeMUNp4PrbppounCVqQrSzRoiKP20AXaPUDbH6Dm
PBzmQf4p4/caxXIEw8qJogshTZs4CM4aOzmP5vna7MYv7AvOZTnYCwEeHK1/JMnnS4/FSuBhZHXd
9mI/68ptIrXf46K+KpA4uZpanznA/6I4u41NlMY1xQpGFkOVzh4GadhlY7ptUAhsuqHeqdl4bsRI
jNVy3/b1hZ31uJsWdyiHd6iyis0kAh9rlc9FQXm5XnoVw5UBbprRpbWv9ixwEd6SrglUYC+oT72i
/kC/iWYNCbxITnzzI4Fq2Vq9/sF2JGVsTAnv0FQ7BBu7pM63Hw+nY02vInoyqKglc7Xy9YEBMZNE
Bb777XNtr4K3XuapbXIU9klZVm5kBte2Hd993PaxWbCK3T2WkjDwjdpXZLvFqxELs1uyeclNUpsw
GD/+kWOdo77tdwjZk6WjdPenwbkVenaeyKn/uaZXEdlqWsVpa6v2gYmhUsnKO5E4uvdx48c6ZxVE
JWO0pUQLW7937GED4x8+N2C6fdpR9/rxT7zfNdQXvu2aEYRrVZtK43fS5ENhpATEpFbpc42vdmDC
MQ0MGefGHyzWGzQszdnQpNGn9hSUB68e3R7RXmDi6Wdj9s2aMeYyw5fPPfhqouZONEHkFI2vOGgy
gmn2SVxWJ9akY12+fO1XYceypazrAeX4GfY00DTmGOSq9am5SsrwbeMJVIpSd7raT0fnJ3gqB29z
+cRe6NiDr+ZqpjZTgiqi8/PW3hfNgIOhUv8bs3b0QHCs8X/M0amtU5vGVSfYVa0K6xWNkve577ma
pTgHIljQbKJM3QCHo5Tdw4/rlNp2mSv/3GNQ8P+2z3Pcbo0B9xHfEcj+jLnc9RmFV2lygfXP70GP
z4suQ8WVFOGJ9NaRzrJXsxZIyjTL4P99PIR/M5422uJ69am+Wt8EOUjV0kHvGl9tKqI9uVzwhPrZ
x40f2Y/h8Pi2rzBbscO4kiq/76ziucgN6duMtN7FbcHezhQc7VKG2QbDTfUaE/YmcBGBYVlkKHds
GeqbojeC3WxN4h6mona9WGG7yKdAWpEJAik1DZfIBX+lJgoxs1fMzw2g9bV6l1JLOEpy51e2/RKO
suIKTKU+7pP3D2O6vYoHgUDB73TY9ahWKp2RCrJcoVkPst5vzSFrMC6IxBbBbXv4+PeODZ7l76/i
z9wNKOSkuvORF7tKI5NY6qJT7Otjja9iBInhoGgoVPCniTJtqQFH0lLJcWJsLl3yzkyzV0FC0SQy
uGLqfAPvXS+EG3ehD93iXKkon1rQ0UK87R2RGC05nbTxIwniVTea+hbE2fy52L9WPwS1VnUxpC3f
6iYVon77y5zCU4ed1QX3fw5d4LHfPrs9wjmJ46b2qeTW8QsslYtuiH/CDmAnXlczAKBeOiCfTK/w
e3I2baLV2KpZp8QARz7+usShtDKirNk0Pu6ZdyWYW4Ajvz81aJfqtNeDFgtcHel31/mlpf8EbvZL
bvtfHzf9B/v+zqha0wuAlJGHt+PGT8pRHKDlwSnQCofzqqSCdWrC3qsoQfNAJj6aUaR7Q63UWG2M
8rnUzWJjRlmBMU2QUm3tiC9WXkhXeWwHO7B8JaebSdpIuBBuqrxjOQ5SdJVo77cFiaV9Fhlfa3zK
PAWYjieB5t72EpjEyI6oACoCSnaUDseurG0pXR20nR1n80aX6/oW6w7wYItPX2eK+FpydLT7ZtB6
OMHYT4DY8C8FD7jTplT9Uk5j9xRgYnmu1EblDfkwbSdb/ikW83YIdok3pW3lzoNCbTSIhz3WhU8W
IvDtACrOnZu+cuOx/zHGpJnrPP7kamOt1s6W4r1pGsva7/CK9Cb0wS6mZSci3TLu3/mwa/WUGVW2
jktu5VM+lW+m2LFchFMvFHpx52BDhkcqH8BHTDh5zNQb7D8eUEei1J8T/6sA2zeRjozfrHxCeXRo
g6IEbJHXh1E95ZxxbKItf3/1C6rIstS0ZWTcTXAp5YrtlmpzSl6xbHLf6bV1CUyqDmXQyzr2Uzra
18hphg0Kc4mbA2kCjI5r+8fddOwlVsF8nNMcFafS+m1V34gm+C4X5dePmz72BVZBnALt3J5q5M9D
lGvfKEnI7wp5LreQ2U95pxx5+rXaZ5rrtLDiqfLlSL4EsvArwQToU09vrmJdU8HzH0L2SE0Wqxed
oGx6EqZ8ZXA4/txCaq4OOEJTU0ueOtNXIeldYpnTn2lWU8FVssdP3ZBT2/l2jApJgG1Hw4woGTDV
qE/3CVafH/fQsc5f/v5q/M+WWeNwR9tShr20SJqrqv3czT7JyLdtY0QhQgR9pg8ipKEQ/ZOH4T+r
z6tntmCWToaemj6udYfcGZ5DzfncnsVcDXd1HM26aWXTt2JHwjkxTF1qNdITY+VYZ69CdONIczCh
pPFrUHmeA3Ifb6voRAnskcbX5BZtGFHHZTg/IqOnUizrroNJKk88+TJh3olka61PAxNLhVho+jWW
EtdDQCIldJr4TFBPtoExTgGGNUjex2PySMwxVrOWCszGwm3e8O2xRmWW4JNhgxq+NnvqpD7+iWOd
tZq1kuOkYPMVwx+qeDOY9QMYkpfPNb2arWE8TPgqT3zkGqVZKLdo7A2lPtE3xx58+fursQ8zJkqT
XvDgU9C7uJV96SPlc8vIgsx63XYaOXKtxWbjF0npQsOPuDHXnz7uFXUZ4++NoNUaBfjcjhJ8Ovwx
uQQ1uZexycnGnVp8DaLAa6urMTY8WdmP+Yuq/ci0R1mfLzTzYLXQOvlfeOvMSHKCE3HvT+7yvedZ
zXQ9ohoxTXC1tQPqhsYRZ8PMU+BwTo56kINLEhW6uMHx+ZD21wVaoTIgPtb6HolpUi9JjJpijI87
59hHXcWFIUlKLG+y0mdzsCszA39RFI2fa1xftnSvRkyhd3HFURIBkG1cWWWNDpUaoI8f/EgaTV/4
868bj4IUpja2P74tuuGngS/xIa/CZy7n412Fl7Or1sZ0GOPqRxT0WOVUD1Uh23fjhKd3ZcB3z0Oz
xZA1jLe9Sd6q7JXY06i8u4GDFN4uqOtN29nWWVlW3+IWj/J8VL+TbLjS6jo78RZHun9hb7x+iZHk
v4EVc+FLcvRbVSPoU3Z/Sj18ZA+oryLNnJdmLStK7kNdvyrBO7oTBzvXmfJnNRw+N3PXfh8DGaS4
pwLMxyAD5Ez4wxwePv7Cx/pmFW9mCxFTTbWvH4zONkcbmAQY0Xzc9krx+N9T9lrpHnfRXAMTz3xB
zvIQjbPypdLK5EqVKFzETTI8OHlbVRvHrpsFHjleF/gu3s0CdnNL7faOEhI4wRCkf0Rx2V/aWiEj
xOXqsOMkiBZC+WqoI1YC3fAyNhrku6GE9oTnU73L489l5KEyvB0+YTYH1Cr3dH6nuA0KRk4U3sc9
dKz3V0EqnudCg4Ke+syiPaZOD0aXnQjIx5pexRxEkpxcsy71U7t4cSrnSTFPhNYjLf/Rbr8KOPIw
KpYsysQPGyPc6q3ZbCPpFEjmWOOrgGNYaOOteYh9DMbzrRLW2OqK+tRkXVRW761S2ioUaIVk4As2
0rxFHXC/YVfD5dhtAfKNUncDDUnSb+XyWVuW9vgFA759jhP0oB6WtEmqzF6UGR4gDu4PHmw92hmY
WocOULghomz6C/MUO9ivKfJzu3pE2MAe2U019Qv48G3L7SS/1NlPA381ut1fP6tgzPap4aStYtEg
S9SGQo/yx1n+kVJT3crSqcl87MOstj1koxXoxGXqN31JrnzclbG6/9xjLz/5akDFThqaKJRTP6jD
y1JtbyrxubiprXY8WjhQUT9jrQ0xvADMbW4hRdx/7qlXYSEjwESTYea+YR4C3a8/uZ7/Q+GZgyce
zDH1tT5TPQdZ2aESjbX73FOvwgJEvgI6jqD1sr4KA/HEvdzjp5pe15jgW5eneaPneI6m1EyItNpL
WVp4n2t9FRgio7TNsVdTH3u10mvL9FoPVOeTja/CQlWqeEzDFvIxfnlUTMhKLRr5E8vgkZnzZ2/1
angHM0Y0wzwW/lQVKT54OKzgh/e5XlnNylSH5xmzq/WVxGm3/WCz43IC9exzra8m5sytU2gqce7j
R/GYJ8WPgornE7EKW7T3Y/Fa5x6EeGYLs4h9WZX2BOJLpr1hPhBrjdo+yFnjxvmhHQ9LjIbSAmDi
0eQuVp1A/YWzN+kcsXMJ1715qwlt3+S5O7S/tPQrLWRcDGuZcanSiokVs2aKM+5+XfhKB02h+Cr3
Uo1BWj6WnD4xaKOyHFZJR8n17BPA8e04K8Whl3dLqG4tSqPlZM9fZoaFNMgH1g+cIg+F+X3E4RJX
zCv+nyrlG1SvuJ09/bCDX7J9T5maq+s3HHYvWQy02f7VjAfLjDyiv8THwncIHkq0LAulqKnT1ylu
/1pb3RcDSOrIi8TVXZIfUt5Hil6CqeL7/mwFZfT8Dk0q3AVLARK15Ip/jMI2/FcOhjKi3OIKN/+r
G1vIZY2273T2L+OhattN3l/zbknwInp4wsolq1kvV+dBpnsilj3IjG7R1OedvHOCkP+5W9a4CdeR
vM9uoBRecGPwGDgoLatH1TikQ3gpONbAR9iGqvnIM4Tcr4RZfqYqT02LsWthfIv1/CIoum1eFxtT
jraAQKgIvlLNS4Cz4GKpK+AGVcB2CmVlix0nqjdxtnShQo0ahzIh70QDnkredd03LJdceZguCrn1
sgj5YOWlFSAfBXjWk52aV1wCuPIse/UnLxX+ZGpfTeRoIN1L9XPit0kYu0pgfF9MjT6eakukeee4
uhCAX6+BYdT2lB9yjLC64avVqQMZKNFRIsSnBNvTbeKpP1XJcCwgrdYAvN/MpkcT4qdReNkb5T0W
W/9TmcJ/d/xrsXKd1hXW8G3qmxADDnYZWK4+WqfM+o48+FqnXAEXwVKWoy4Zm6d8GK9wJThxB7ty
2P77yVdLQE3S2jAGLfYLxn40RhulGfAXwhbF2DL+lx1Pm94ODL0+OgPgca10J45gRz79H2Hoq2GV
jV2RjUmQ+LaW/SbnJfmB01Zfc4jGv7XYcK5tAQvt42F29DVXC0YzBbpZzWbsQ1CvL2DpGrfFYt5S
BPjPCLCuV4WdxJswqcVGD4QzMyepNaq01oaTrIhDTHXLieXl2IuvlhcqoLKsyfLCl5OyuqIeIrvu
Wjt7imVoHrqObYdIsvbEBDs2dlZbQTsF2jxPSeEb4/BcZ/ZTPoXPH3fqkYVsoS68nrsUlULsQsTi
K2FqEJ8pWnTS3tkkOLUeZKhfZ5IDZklV1PJzR7B1CSF0pYnCU+hRapH0GwQuZBuzTyYalXV4sAwV
56Ap82FAf6N8+TmX1e8f99SRj7DWGGtR00q2LjK/TqcHxey/c995YjAda3r5OK9m0SSktEt0NfHx
nn0I2gQ3FePUNdixtlexoUzappNLJfOdXn4MUgyk6u7EBu7PbuedwL9WuiqBXYrM0WO/gch2Pk5y
BWU017+202Rto0SNQ1cqbLLLpVSr22yYbvGfWDiFRp5AD4qVfVlGKl7LUu5JU91vh7HEAyx0ao9L
BeWsyUOwy31o7lJegjJeBUxdFNT/tqQ4rkY7cqRel+Y17dQPCsbX/mKHlVJWCeDOTciVF6ntjsUt
+xmgpFv+C69BN+3JJ7DVGsxHw9K2ieEvO6qZQiJW9RbuVPq1ys+TUeKN0j1/41DdgVlLQWCwW4sa
fbtsHXo7gO+lu7H2PU/vBLRtTScn3+pnXf9LFk+9OLEuHPv0y99fDSszt+TKSHg7Nr7xtFdOTTLq
2ZcL2ve+/CoiAXhrBm5HEz9TqujLFFcC2JM83+vmYJ9hHGJu8XNqtqmSy1RHZ+G+kEC3kWa2tT2g
2mGD3Dpgh9Ngl2Z0oM6QWeQPIIu4r5DAGLhFC7MnbofmesDK6SDjIwQjLun3mohm4tTQX4+lkV5q
io2JeGV0Z0W/GP9UZqfsumpIL4auwBQgzNVzuanYicBZ73cRmkO+kC7d26VzJ2c4vo/KTdQ1bKLH
xUDOQJCBhXa2sXCJA4ZYzQk8Dwv4V9FXXhHH2qUUORo7+ancySLX7vVBn3eTWqRbLZPi35IYkmfb
GcyXvuyrl6hK2psZXxXQTaDRQXVQYexA362FIh6xqcLfadnu4u9dcLlsq5sY/y5MdRvYKdWYHbRE
sr1S03B4M36ACZu2gSJJG8PMmrOki8ZzdHZWvSnU5JJionCf1vVzbFPOWmGHfmXr+YsOPP8hmqNv
DjaLj3WuGxe62uJzqOvtzsCxaSPnCcKPQhv6m0LOuv3QjQKDcmF6GQKVzazE1rneQj1DW8FOdYC1
jjXkQxY31XUiVQmWTkH9wJkIGATOS+azXiv6DSb1tyzXG5yu9bOJOtstbReuInfTLp2Ewj9AVnoo
gYolFSjEzLLCmyBt45u46jUO4Z0EDSr5PoA/3E4pYQR/p/msBzPrNZLSb1K5bb9IicU8rfTfCIf0
va2GxQ3NovRopHuRIahO8VfV3T4UdBWO6mDn40Amm2xKP5LOUT2tEJUXtnF3pim15IazBroktwAO
hlEP+LJQDgnQoMIDGAr6rpvCg1xk1t7U8vGbPBia59S6c0iKUQaxiwZrocXDZYydrdyYhi/ZovgB
Dl3Dgh5B0K4UVXIemAmceFllV2ZN09esyHA7lqWI+33NmfQaQz7gjg2xFflYZW5E56BAouw/2gjF
EjhJYlgJ5SRL5kuHNfS26fTwpTODctvj4/5DB1ufcy4Myh9pL5KdIxnNVhGyvC8DrAAnMBLXpQ3B
g0OG9pgbrZZuWmxrn5NMsw7QiMJtO2XTJolkI+ZQ0re/ZdjvHmX/6blNvd1z3Nj9Rp84XYo+ncgV
S+kevKi66zE83MSalG25wQXKYVTAp3sxdmdz1laHpijFc2A0xnkFADt0y6wamRGdfj5Y5aFveg68
i/O4VivgLp5w49g4anRomiHy8tEczurYmimVcZzbKYuK88KZtW+tHGtXyoyRkwvKIj4XTEy2nhBk
YTp1t1Fb4ZDFarKXB7utt0ln5Q8KjpGXhqQ3+zLudTJm2WRh5pdpL0Zq5+Ym0WSxQ2DSXjSC6xou
TmPlevE3CM56pTAnTtVjejFrxgxQW0uUgy3U4sbGFsLZwu5BO2oY+cNQGMk+p6Lmvmt7vaV6Cy9B
14lsbNKUHJ9XIBJU0MwlBVQz4LLYxWN0/jI5TJwRz6hfUEOpWLEBZZheZ4B02ZVJSRGCDbIb8ast
sfyoetneamYVCnTgY/czkSxgIGwixINwUi610mb4XTUSwSMR2CZSD6WJW3tuzW2vqvm8zZys9YRe
D5gh1IXmjgEmd0M0UzqIfeZ1reb9HtastjUqQXUVmNTcm0O1OE9i0FG5wdsUkZK5TatVILNsqn3g
TF/mc9td1K0ibXNYqQUucnK3nfVS8kxY11unGMStzAWhNyZYirUdqjaom84mLrSAO+wGVQb0l5ek
6+ZnCJ+ta0wzUMMh3gi8KfHQjd25uKwGtSzBlyAqKxjwI8AUyTpLWqF6lhQO3mQ6ON7GBuTYoDfV
wlPJpf2w+5pKpkE24Msp5uwSKnSP2gJq6apO3WnYhWyssM+2o6o1W2EIfSuZqrHNlGjeQOhl/9pC
4auiLnNtPGYaTwfLYV4rLeaZBv/n927oxOMg5uEyRIp7hvvJWOHCbKdf+toJbqMu7rk1aWTZNarM
9oS6mDbgzClNLrS90c0TcjaVBHaQLTj+thiFPmuT0f2YcovLi0Kprzu7Dtiqh/m5Po7FQYtGbhCU
xWC4ZB61Ro1LRKuZN+YUt6ObmiXbm4m8fBGo4XnU9MU+VXt9C0SxuJfqpjiLcGe8ribccpLIpExv
HG/sNmDfErfaDW8F8icfhxe4QdNtjyfVpgOZ8SOHYYPtZi896gDmD4OotG8iVzJGlwgXD1NiG/5r
eBvK35U4+Snn1k2U5PomaRXtNiv12dWnHkyhIoZdnAVfBpUFIMeX2MWudvZ6x0g807ZB84Pj8IQw
nmd90l0154Fsdcx2WUEOw44kPEtqJb9CJtfdAB2DETSzrex7OBSpNrPnUvJ8m2mqRGwc4RdGkbFt
NPZ2dYrfCIbIUC27AFqJZW0kdq3ulPP3UHuuQMtKIt+A5so3A0vGLfuZn3Jhym5iwB5iaZKuqJxv
DnhSa14GkJhN64jWRd05dXaYoibe583yRmEH4DhSlL2Nkcw3WbaLva131nUjBf3OSSv5bjAz4LUd
5tapHmioeuVU28eDKPj9BlvvopCrr0UFLWlXtkrGPgtf8TOI12rk1aKXD8EsY5INenknBDQqFddT
DETsb+BKf5ZCApWMGekWHyGWMfbuWy2PJS/TbMHgH/PzFBt4Ds+wWLeqOnY7qI0RFXKl3m1xC3Z2
fRG+9Dg0b0LgzAv1pcCcJs6xfaVyMm6+mpNdEaxwUY4UJ9jIlZnuseCd9gQj7vD0Vt43RcvnX2oz
Y0WazzUFi8oNtJxiVzWhc+izWrtEu3anxxmO2LGBB5AuBa5GATNKh/pl2dleU6grXCtQB9mNrC40
YCJxkijVEDuyqElcSQY3GRuVsZe0QD/gLThsrJI5nQtMd3JWkvO8VEs3KEzpIpOcp2hOzEMR69Jl
Xg33oQyvXUbte+hrRftmOknoJXr6u5l6C9/W8sEC3+vqbOS4Ok3RhzSzId1jmSc9cwOKp3xlFLuC
7dxjPsXJzmgcL4mmXWTY4lvLA27AdBbXsWRgJA0c494UAw4vLJ/eUt/pFNMXggmujtLY3wPLjn7a
cZoeJmOcD2od1jsNGqzHjAX9Ytl4f+utE++1DH4IFiHwW3t4xsC5NPWywF15VxdWuB21nkphp+kw
klW+zBB03cqhNrZqLSxcciu8qBITz1yn0M4T9iaF2zWFjZFpM75gP65asJYnrHQCHAxyV9LB9SoE
CLfSs8FiR+NwhpLsaSOwo76uW7W9NOuR3W+o9MKf7dH+WjaNwFpKjbWfoOqVndk3uDjN1Q17RvVr
0vcPfZsEmwHZvzfNoewBUc7vkrRkp4FeZJsMmnPTBI14kXF6Og+d+LfpVDIM31i9n81SguQS6LhM
hKpyFmHAg7Ifi+GsVJA0BzI376WIpsug5kixKbKoXtbsGtBwP7nEyoCOwUxHHmpZAgZsFd/Sopv7
jZmmqSfrcUosxCo5SqCXiLi9nurQupinMv6Oj3Kyp8jZBIKe48oQR9PZaOe/ucPnfIPH0EVK3L0Q
VJjsxs6UvSAoXjLD6jbIMEaPDouuJ01l5ivs+Cq1b1CdKtOuAbK6qcGjUQCRNi6s3OwMKxXCoh7p
ZG0HiNhCzD/B/0zTprSTcTNJsRNjRN8RRiNHbXZOI+vdJtLHeCbh3bl5VD3lcmBfJhiE7Rw2MZTm
pj/Lup931VTWWzUNS0aUjGOH2+szleWFzO6icdSLIYKYk9h5tQ2X2t7SmsatFKcvujyYt5rWTFvB
Be0OvHWN2VIr5V+dSsdYasq5Wee5f4kq7w9xEGIprSbWbmwqcw8pIj/UGT5AoSGKnSM7yNy7ofpW
4w70vcJ8YKNZM7Q3bsdBy8bjGbV1rSf1g9jnFXzcIVbCM9jKxZUYlfKs6fB3UIIJQjqa+E1iCuda
9Jp+35RddWl0Tb9pkQK4TseQCimocO2I8CZ3dcZhADIcXPDKTaSpIUqV4XUqtGWdD+wNWQfrYGpV
8WAP1bJvMOVLmUfYZm1sIj9nR4xrVbQBQNRcK1HYcYIld1aDyN7qYxnB2dcjJIki/ZJMPAE359aB
Epoo5ttJzmPb4V3tjn3xLW87XdvaZWg/1J0Fz3icFGq8Dbm7aoJhvsnYfGyyytJ/z9wr/F/mzqS5
cSTb0n/lWe2RBjgGBxavFiQ4iKQmatYGJikUmGeHY/j1/TGrul5mVHdV167NchMZCkoiAfi95557
vgVoFrAX+tiof9SzKda+OXk/4ii39rWQ3Tr3TAcnmST1Lk6mbep6rzUEjbU2yZ9wAuOnQ77ilkAY
mxBBeNiXrTDw0mxNPwYxp15SxOWR3F3vONemFUKoA79V2NWeXw8OXFxehkQKykZlYWtpKvFZT9lL
V7Hy1dEx0N5k1u249IGxcp1K7d20/4nF4MOFpFeTDVUkm3YJfoxRkm7gKTerQliwCXpObEU818oc
evOGTnjBBs9KZd617nbOeUL5wOdu9cDTbW4mwuCzeD7TSgXnWRjpOsmSaTMYYxpWJh8QWw9eWMHT
Zgq1iG0XSTYwHL++ri49iSuGYNORfH9lmL63sY20O9S+XGD+ze5D4dPS8xSiyZvhLa99rr5z09fJ
JmLBAcePltwJnv1Q2SRBrmg5CX/sajbWQLKvfUx5W0U80lbDAVwTdtg+Z9OEb4MH+Uon6c84ntVa
K0A0yehbIVtKxRZaY7XLyIHd1XCXiadmM7gSE7B2PTU3mkTTnkdy8zOpo/S1yNP4yEEpn2rC6a8M
V1za9dZZWcQK7JY4gsJndHSPy3ABhfjzTR0U0RpgnLMjSW++iXjV3WRqUtty2RLciQ0yWtS8boi7
XrFqNN4zo+XNBzW4J4h9+UH6pxcaJiO2sgmWu3Rm/KNJbCuL1Lj3Ck1UKKnZT/5SRvuG8vvYov6u
/IVmYoKMsvKnharD9tOtk7EjxbKs+1g2RXy9FE50r7uqC7XL/kNJeUKVXyTp9VBb9tkSKto6+Juu
4nbpWAd09RM7zXQVdBpXsMO7jdeOr6PjsVbXV4hNnfQZVMp+rzigVga5DMeIkcIqnaW88UYmrANZ
ate9OVQnNbkjCzfBPFBkxno/W1gOqtLpuS6qamd1SFZerNNXUfI2VXB/7lA/HLINhvcoddjta7zy
rfHcflt15bnTzq3Qc7Cb5qQIfZVmNz3reBAbR3HnQT6t/dL0VhCenYNZJ0NPPKVJ3PckjWSrWv/Z
q8ltX2T6CpqeTO9MhaZavunAXoskesv7ovwJ6zBdd4MMU0km7DANAuphWyfrwpvezah2r3zWwDc5
zPq1LUp/rTjnHplGx6FCyNn2aZODjJg0S0E6Pc0g27e+wa0ce6rdcLN/zOT4r9AsXO6p4DuSgPDU
ArjYUvSxg92DF7Dr+xwXHlrJUoGUkB33qvLI86Yq2gzk652KoXAfO9GJA5mYE53OuJ+ndjhby2Rs
i/QT5MjCM69udrkz39EeyT2Nt17LSzzRUNQvEChvnVJzJXf9SHfmTS+qN+WPvEcD455r/HPO5PlI
lqA4J07KfqU9lM9dFzt3kerMlbRbeBNQNjZJDBdzzi3vgHBi3aRASja1KSO8R8FrPyw3duIcI4c5
vh8VdQgpId7mtTcfowTixUhMy1OJ3HBtUpr+yMA7hUCks71WxGmqpL/O6+yJ9ywlWq35USirRU4K
hs1YegykaxKmlf9AQXZHlgBtsyU+0qB4VGWVXWHmlevSGC/J6q5Pmxtx1EzE+KnZvqFXUStuFkJN
ORDHrNoswKWvup7785L9l10PKZwVg50e9IZqulOFP7/Lyb4UGZ21Bj85r6OpC9va3aZ9cAqGzCGB
0ZCH7IJPcm13Xi3D7G0pn8xNnMB4zIIhebaCJDQz/6QKYW+U8l7hqD2BOpuebS7XfWrV3ckjuv8R
qT/dGlWidp5KBdiLyOfjdIkgHXZ175c/BsgGpNTKseYyNOtD4hXedqyUuXdq21vTDMANmD0wJ2OF
/WTllliyx8a+N8gsNCvfBwaRdjuDgJSDYfckDtDPh/UlzRoBqwnNBAhH2TXkknSlu3X8CsREWyab
gjoo9AxDhpVy5rXVTlC/k8A7DEAtVkPihujE2c0i+nklZUbTYMYHs+nDuusTzlFr3FZs452GLDfu
F9FmT3bGu84nHRx9UbWbIVBUAYa4lb5Fp+i63F5+SR5YRQdJNfDlqhplu3b6NRX+Lc8tL2w5PK/b
xTkOUX2SVmqdGrgm67bSHXG8pXEb2fOHnnMSexuKFDJJ9ZpUzWJnOLmmAli+vIsKhdvvQXZDsG5U
BpTe7+yQuRIx+VP3ZXXtq5FcbIlmeqMnrH6MO0CMdtb9VJRH0vLJJ4jt56WUxLY0wYqcPvI5WRYS
/XDqOnJgoRjBLu3Fqa+hEcGQ6ze5tr5sjrYWTCj9XkbBqA16g+Fdo6bY1KDWFN07bkDTvpTz3iy7
9MWT6NdZWyW3DQ3F1TjXAkqR6a6V9AFXBAGbaE1ykIs4eD0zXWHtYELsLFRPabVPSSv8O7/qYUoK
0z+0gQKUK+jzJoOOj2hcjmXfDHPPG7YQxK7SpJ42SQKnQeZczaY79vcYTLMva1ArpzGfuCI4Ao2U
4G5XyZUlzP2oSMkis4Zab+/p4rSY8UdvR4e2qG/a0stWpTEd0+W+X7xQmtMuTUBfajni9nCNOCTk
s9tixt23YinX0ghWS1td6r5X7MEPdloFoZ550s/lWS/RwfeNfC+ToEGFGNBD8mXT2sFRccApBagW
b3BcLXqzcM2vkrK7zRqbTPNKHGQ5PDE8vSNb52hF033f8+lXTsS2QO4667JYxr3W412MFWpVZ+kQ
zm5a3eV5UG/HadEPfuyhiKfLa1yJZpsaH12TfSw2ur5D2sHacxmMtPnI3ugs060vO+/TLZdDPWu9
TxIwXSnA0DahTGvrVVA0z8OQPRYXtJCST4VThW0fU7ca1ZvM2++4L3BSc1hEVWFdtjJPKQe9IVPr
2qjiMyMW2BzLvejM8kqIrgyVYJi2tHOMJSh5nozhZ6btve3hfm2CiQaoOyMX5DvCp31QglWyiicN
YKo9FaOpwmqx9hM+2HWeR8la9kF+nUymcSMTfnxrXDZOZh4J8aV6rUirdaskeFiUmeAj4j2zmD9M
Ebkdi3LACrcu+NLhwR3maj2kMH6joAyDDiVpTJp9mse4Y0XpoUFCg4FtqF5avwe3kUSkG/TJKW/N
vTSXV7aqoIxYlEnUeMN+ivtgrYsI9WmerpvmkgA9fXaO2lNIGitBIw/X9cvrAn1YVDKgg3V7f6p2
VZO+ZS0Zol11dGfOfuCxzWNk2cdW/nBd8VKb3cE247CbbikNIGghhgDZSI9ZpnAFI83T14zmuKy9
qk9fgOJ99SOPi8DKt52dvo7EdR6dydcHX6H5ibi1r0tRn9Fy3RWW9ccchX3VjUAbVadwqLIGbVij
QcLr+JYKni6trUDgMA511Z0z14e+jt/QPutVGnwEVY0A1qwTbPNQgazyZLa01F1qWVdJJxQY4+s8
6uIQBO7A/EDcCgO7fdxZ3eXZlF21A7sawfJSBma/csZmN2NsgS3LhIRZ2lo6Tct1JpzDAtAhjh8I
NYEaemeN9LWT/87j/jqyv8e+aFbYqqn2hkVdT7JAfS2m7xjGzi4BQrGaHeNnbht7wBbtFTsqV7Q8
ZLv3RcaoZSg+x6gujIO2ZmCDrMdkCNlLLLsQX1jBRLtwcwp5e1jRpj81RjBzrvg2nKdJTgFeNtm9
92L80RuMpphy2veJ0E/R5Vb1gqJmiCBp36zGoVgxNM6eJkCg1VH6nbPAbrTDzdzRopctFQTtfv6I
vv9tFEazN9gqbb3kQpVr7s2J9le4BcA71jQT8AkbW3tvSONeKBrrZ18EZw/7oFURDhcnhQIZ47Ub
O6rLXRt9psCsZ2OoQ6h5PfJj/jJbqb92ivK6Ck74xwHxaL3Je+5ZoGCAXWb3bDDi0kXzTaw8VSMZ
ZxAgWirZCo/cbDL5MZ0tqM2NoWSz0q53LAZzXQP1YT89KVjRKY+at0jPw1qa6TEfzKMc+VK2e/U+
K8yHy3Em2uk4mF11O3nTmVWZTWKrnXSGFxmkEp6nCn6Q9LkzPQ68iEaImfhXXFoyHMf5O8t7YOAu
grQPHIjs7Ac9E4VmFHcgr89mS8vdQMRhKDkdMw/6ll9nMDezfdkYEXE+VXLtpiLbBUI9j30n1zNg
SWacBY8hxiQEY0eriIIadeazhrudDpytC1OLIe6g9FnZG1IX2piX5CTjMWgbhjbsDXvl1Rr6vAeT
e1HlA6HTj6Zr8/4A6HExSETNu+L6XPetegTK6G4ScFpsmy7vrRV8Fmn+LoL+kxnjsjF80aytaqpC
DhhvTYD0w7CIU2b+sJxOIpO62d7BVX0CBl6slli5a6MKnKeJYn1j98nBIh0PaCZDjcyw2/Pcum7Y
qHpfporWKUk1o2d08ShjbGRYbfEjnTp33RTmS6MNRWI1okM7g5NyF8xprc0BJUXVnIeExilWkaSX
nLsXusBzRIrULm9sLJ6SnG2vmp29HxlQxKRuQL7DD/EG/ezWRn9jRikB+76FFdWt1DYFsvZQOG3+
nOgMYdhJ+geixrnUk3i8ZvLnbYzJ9x7koOV9Uw9vbeLM1B8+lAgKhOVuqlV0TWvjPJRGaj5yEthn
GUNmDeR0HzEsIPGn87dCDBe2ViJfzUW3O1lCRmPYN24ic7TPbVONm99L1aDNYztk02c4NRyBJyut
cBP2c/0IcMDZuG52rv2B6BQCaaGvdxXo8CG4H73FP4q24klCEtUqddIPVlmrXUmRDEt8JMrAYoyF
A0HsmCzMjJ7deL+05ePcpoont63vi86FNzDBGwgG8vqSGvE7LshbMPprTWlw9BqZrg32Fva1EUFW
tIaILaRm2i8jPGCLq3dOMmPjdSCweGLHzGP7d+gArreqFSOVgNXd0HVrsTG9uD1aeQPzbBJikw7l
DDiuORal6EGoieCmiAOBEhgNLJ2wOveYWE51EmJJySchlVLm870YJC6A3GThzrYyUhrdjIMyIjOv
yOxbjAnTfdIaF/eN+dNWfF7gG+1HxyZj3zUUg8duWELQfS/txGxgVEVHN8GQfgyiB+k5yHaaB2ez
5vawAWgN2RyiLxhPpGYgLE3sOHMBZVSHvVvsBzG0e0ujGaAuem6Y+v5ynBLeRD273VUcjVzJ2GRi
EToc8WHfO+ljlffzoXaNJixGd7wb5UVycEa57iMQvE5upM/jQDLmAoX9XozjI+qCueoYozs8z6Nh
v+g0uJkWPz4JpcptNBX4Ccax24HpW+59MYqWwo2crMZOo+tJTdmVN6X2R5s6S7hEgTilmcCcrxwm
WY1zORTcJNmplFYkZ8a2Y+pr85k1pXNMnShFho38VTt65Y+od4gG0qVFgYiPROAQX8zoc2yj/Arm
gbhSbb9cjWJwTsRJL1CjYXJ+jdxWt3xx46yT1lyePa1IbypUfT17vXmWtSoAywv7MMEExT4VNS+O
P9qfDMnIpF+icpsxyVtj7+KsQDF1wnSZk2uUT6CmcSxuKr8LVq5tlijIHmJqygbsSVTTtGMKlkDN
lKzP5X1/1Q0Fct6s/R1TaPulK03rTvOhXAlVqWNHdfOYU8mfgzbrfsRaQCFlNm6HZmmqy7ANP76F
xSVVWGessTXCxRiSuwnR7KdjJOXOIqtdrcGLjHqtIxDWWREFVVhnOQHtWWug5CvA3cDMxmvs1dk2
G7AlrKyhlodF59kNaLrlh71UinukI81TN8NHZ7b0F3UV7PPZ5MmYp/UujiPnm6t+OOnYKbf4F/3z
olW/9m0ueKZMZTKjR7vuGzy65Lrr/Gqb64UW36qJ24Ua1zusadVqSnazhNO4AunYh3OfdqfRnpI7
VcXWSfYxgIZU1pvMUdvMzBjZIYb6u5bfE2+OLfG/tZP/MTheubd6hOt0GC5xAyWJ+QjUQrx73tRQ
7lX1/B0VeEOZFjIsjav4QxtyvDKhHDzKtsh6ImacMRSin5jX8OBlII3GhxrgmZoLIEAGrP32Z8aV
a2VVf5NJPkxscY7/4TJrvWcoWn2I1Bt/1oGG85ZFCGzCd+9UJ3nQt1P8c/Kc/JyqUoZysBn7RdF4
CBJuvaKrmeRYdrYtHcrcmOP+VDg9GzjzeCw8u7sqPAfrxJR77ctSc/gExWcSy7i/KDfF3hDtuB7b
jnjWwIn2ucw3Iy73TTTNNaqSwd5APfpsuvvJDXOx57zh5Axyh6vEjB6KIGuelm6OWdNA1ag3ZV96
X048Ii0ZvHo8TsUBfkxKprDqtsLKrVPlKnMtRsZBssDGE6F2f5hGEN80UjNmAoC7ZuwrbwfbIeKk
7d4M1bXdKqND4ZkIzP3bKQvNehs6S5bpBCdWKu9B0pbX8RirfNUwNbmrseVth14kD33fYBFIDcwC
AV9Ns8aj/mLc3vZTuWxtzY9jDHF91bCvCgzQFRsjb2nVZW0fKz9KPrKcIaSZFC9xXRmriieBsSYU
zE3DFp7Au4y9+mXkPdlId+J0YL+YYDUsQLPGVrNKjSq/4Gg+xrwDmut076kvpx270/1d3o79mhJc
7AXJlTcQEuxnmat+76RzyRTORpqaGir93p3pbzpra9aR2khd4PRw4aCXS4NbDcIPPwrFLEjSd+HO
3m42x2jLFMendfblRmazHVaZlePGZ168BOO0DXyDefEYqOt+yT0GJsyG4ogIZmu01aplcPOjifDX
jUUbrAeMP6sUkD3/1k92djQhdJlxfh1LV5erC0ZyJ2yHizKt3NDrg2c39bkTOJ+Lt8Tuutt68r88
ZXYnMcY8FPrK5GQRxRPPfL1JPDRP9WgSAvXgzA1SQQdPOBpksXKAIR1nNLJTJZiaq0oba4Sen2Xp
lQRRqfI0jllLeZuRyTmO6mHEn8lc3R2f3SnKGHCazDeICGchOUeosau6v15EPodWJOgEI259ryCG
T5BMdes63RuXv7xamhnEkmrL/VT25lvuR/owJyPjZIl3qVex+ZR1Bk7OvDlTjjXreRQQcaLEuB3d
fgoF9L0Qh5pF41fkjBkxw6aRSoGrOvTVMXhTJ8PS2TnL+xCPwJq1Z3NbdBUkt7reKL+jX2ua4AbT
f7ZVkmraYLoNi7z4kfiNv9MBolWSmOXeNjWuCG/ojx7HUM2kbRRHXY/ZqZkccU7F7FxN9RTtbCN6
jSIldhNo0dOUDOIjajv+2Kr5lEvtXiWsae8cM02u8g5ialPr+JxP6AIrPbrGTdpq4Kza1l+qzOaa
3815CCbRkjesF/w1SdrsZLQwxu/0l28PmIjp9u/iIpsbJsu+dXJjma1nl4lUa1vOwcHs04RlD7Qk
r6OJj3CgjyiC4CsfrOpYwOe6I6cTY35uvA7xXJxUy1hSOKLctJCPOMu1Opgs7+1Q/eabJTOGMC6r
aq0WtbzacSLDpJT22nbm/qHsgu6xHctuO3a2c0UkpwhHzoa3dKy2ON5Wuqs10kmydlJcFoY5nBHS
kcF721kNRtfeRpOVb1LwjvGKgTavXdfdWpUJj0NL3DIA+gFBvN04OtXbJmlxApdXDMLD0Z+TlbP0
1aFZCEBKRlM/6mJuN4ae08d0wTQmYzF8+WhUiG5LdwDV427kHPHHOGUCQQ1Rr9zJeeaf9geXM3dP
svNXgouS91PpnRelxcdCLt7T6ORqy4MhOnWDTo4V9k8CJ4AZeQtrD7OVqw8LX8W74fS+x53TR2Gp
zeeB32rHu+uco7juHoCBt8mq6YZ009ZLCyO5D+PJaDdzVUZHSxM1JpSYH1iUnMmQc0A3z0V131kN
Vqi8wRMvWj+7jQPf3ROHRu3dWcMB48J0Xty2DrNpVqEWbXDdM5R6oVWmw0wcu/wypoSVu6ihD2oy
ibQ9CHXKLD3f0kE/Sbucd4SpusQHx0N7iq3xqVnoa0W7tGtt+x86dcWxIw8bFwzCMoPHnFEkrki2
Dc9k6Ly7Wf3lR3GGFJCirxLWgGzhNeNPUyyMfnKYtzxUKxXSq1Y88OkxSOszP4WM7F1Zu9mV0wQN
q22MDCOYtrENw7IXU0cMPP+7KGpjP7txvvdtT94YSfVujDMe0IWMur0HEfZUpjO+KJ9NR9n0GZPl
pmL+6t7buZfeWVHNhEum3f3cL9NjKgmpg+tTsXLHxDwp83GXZ8Y7rN1sjRPL3bsNo5P8kh25IzUx
Pha+m4QMRe3Qjnk4EDqq2xv8y0+z4da7zmmKq4rczLWuFha5F/fNxbpyTEttv4JMK3Hv6GQbTNGz
V0yfKeF9YV6WzgZDBMuANZdUF9nRuc79venejJBwwWU174ZXpjet31Vnt/M4KP0uxLxiLanB3mCy
kFGP6z1mdrGCcnW7FE2Kkm9/NjyQ15zuPzPf2yp3F7f3pt2rG6Hq/sZjO3EZvHgTSdyJfpwE12Yx
f/aWVYVWoxF7+8zn7BoqTlt0u6KUtDhVaftfQUsSG1xn3FTJAiJqts1+O6UtuXzoFBvlYgLtA9x4
bFq96r4u1lT/hO6YkTRCTL/eg8cj8Fb0eXLX4oB4y9J6+SnmunoUJkYMqQbrjLEj50E0VOjthlwZ
sc5eXKNn7RPf30J5bMwhpntcmobYR4PRHKC1DeySuqK4V8WElwjNtmXsF8n2MxDsx2LXaTYNJqy9
xQgWn3ZKWHYN8DoQhbXGB8vxMdbObmY3lRGX0dwlSHNXUyDS/QyJj+GO1Z/IBaekBEgQAR49FsUI
e34ZIsbucTw+DBjvdpi9OLHGAngcrsTH1oTFRFU/75soi9cWWvspSc14jW0CxUfT4HjMU1a/h9RG
BrJEHOQBEq396asIoU1aBjJivhjB7ThRiI9xFuwCzHY/WmastOMLRieh802v0+q59Zwa/2GHFrIe
zCALXa8VO7YIIJQnfs74rqC3uM6BRS0s0Y4pbhvPvU+l4qwk40HRTfzskfFvBidLszD2tP9TVj4W
tQHfTsREdBeVi3djsolDPZVWD2MpBPn3AaqkyubPAGfqoTZYJ2xy5EN43jzkMp09aYxTCFJ6PKoO
kuIqCmpvKzoCtizgQPwiOICNOeiue5yrSPEZdoO4kGdpllhKDC1W2YSbj0rF3DWifUV8THaop7xo
jIV8SfQPMkXKz8Cc1A09ePQEIHHZBe1SH+olnzjPUpqShgu0S715T0ck1pZddodgACA90Bg9LynQ
UXZqFOeQRZhm4sUHDyD2QXcjywAyw8sxCVfv/LyMb6qoCj60RtXrvD7ayHLq9klONVPregJewYTj
sIxa7FnZ0BSvHvUMwPFTMuOhnPJ4yZCH/fatc51lM/EsXHlZOp1kyqIiFZGX7F3KB4AJTDdtK8Vp
lLjqWwljgsUOsvQVubo8Tz22jzo1omNL/NFG2sx6FzjpD6oaxtM0YKYkVJSdmZKexFY6YAZWeGdp
JQ+J2UY7s8qYx5XWG0aaIVvnHIa+3UV7HLP1rhoj60o1EgeXE9vZqo4958GO/fY045jj2u/ydct9
hLbjBtzqTLSSyEPJNyZvNRIh/MJNnt1EDuZTmuTyWQUkDqzE6IEql36fbILBHm9FG8XvMX+/znxN
VwzeL6ybiBiPOR0OVulnm56I4E0TxE1I9mS8LlxUjZhkNhKteOai1z+4WNtD8jOZI8Zp+9mDzKAf
yMZ9jHF7bRnzcNTWwvZ6OuZXFaT6bboE00/pRtwLASfojuOnWdcc5QxXR2gaRq/ZSemzJd6wjsNz
uU8LpJp4ful9Vt/Rh78Wcxg22sZZadoxUFRy242947XviWgZW2Iw2mDcAYmAKWVkRwT+BjopKx6y
nX6M7gJmNmf8OUidhLBhk13LHXhjZgvbRoOpXhkZF7D92AhdaFavzNn3DkXjZzgJouo9z4s3bZkI
nQnPEEey1BHV85th1AurMY6LN7w31g1+3nPOBgMr9AW38uxKN8c9AqzGiwduB6f9O9zyP8KoPdYl
//3KQ2Ot7qtuZlaTEvXX3Xd981F+979+0eX7/OOr+r/+/tfxd30hiP/pD5sKFWq+B1Uyn7/7oVD/
G999+cr/17/8r+/fX+Vxbr7/+y8YmCt1ebUYltsf8Wcuu63/ADNdXv7v/+zy8//3X35npn13FTC4
Lv2oPv5PKPPLK/ydn+Z4v5meE8CrgL4pQXD+g5/mOL/xvzzL4hHuSM/1/odjbv7murbERWeZkINt
wT/6O8fcArpmCWpN30aT9Bzf+U/4aX9eSvZ5fUjopgC1Z3tg1n+NVWMVp6Ktcae73MADYBrWO9NX
7NaVyaJZRcx10jFW/MO7dfe3nb//qobyrk4r1f/3X/68ZHj5nhJrYGD5wrVcz7q8VX9cNmx6X1Y2
6S93ix70lgBe4oba8t9l/P6+wPs/C4e/fxv0H9uldbEcLMq/7DRahHhwXFn6rrOS6kQxsQf1OoUY
2ESYYZRewbeNr3OeD1PlP3hF8+/ifq1/enNhplsX8KtlW7br2b+sGNe+HuZlmbs7v1Z67zSs1I6N
627NgB7Q6938ULJ0HEYJI9myhTxk5DmkVIx2+5ziYYU3YD4OiZ1fW8qKj+wAxJ+2p5N/Ext0uZj+
sJrJOyXAr1PLSklWJDHBv6QymEviZB5y+x0p18nWu5wRbhUbO0bd7n4Ri0bJZ+kUu3OLB33C2bM0
b1aSZCxeLD8Ud/9XJZR9k5mEaZRRMV1zGgZ7LODDVo22vWtiHmLwgpq9Yw53nAfjq2X3PhtfAYkY
/WVBT5nVu5dND//6Uvvni4BLm7dfOL7g1wy8Xz6CqmSrCy9vceeiLh1auEZrpOn0ZI4xA5sOptLg
dCMhO+XIaGw2t1VQTOG//iH++e31qU9s3NZCMOH5Fc5Q05zRE2T5HfqeoJB0XzLseBt7xHYyy9uA
gJC1jXS9+9ff9p9/d0x6PD0C0+bDE/LXsA0c9r32qjJmzMBhxQTspUiGCUce5N0o64M9yXUPkiEK
nXGOQbrDkPOvfwRxuZX/dA+68CL5xV0iMWGrOr/cg5UV1FXmVcGtzOp+J2PDCdt2kee4SseNH8li
Z80PTpzd9mIeV3O1IDN20dYa2BWr07Y+5nabbH36/Pu887H3lTtR4bnHIfeKtWzNYLGTS/AfYR+5
H1w6c0eawvH4zNxfOVC5cppxMgS7A2yxPszuqDdqbqPNv35zfknl59vw6r7N++M7rmVK95c3RxCp
E9fSX25TMm0mDucd0ohz8OGVD7mbbS3VTR9243ymWDWLhT3CcvD/XYja71fBnz4iz+Jb+/Ly+dic
BJer9w+r30beJZWuF3HLJp15Ew3RtbSL6FWrwL9TUePgobDRnAWbW8Tgm/rTdfEKhEMjfS6cNq/f
XPc66QP8edYSjQMrYiK4AhRWrbyEkdw+Ue3lLEG1pYK0v//Nm/hPz1jPYjYAndRCVjZNyRn6xx8/
Bl3sdnlg3iali9Mpjd96m2srkw6evc6aNc6CISA2CI7tNdU2k+Vp0tD4tGvaWyfJBQtlifXujl5/
7ePoVCttz/F1FZnLv7shLz/Ln99qYbusCuCKtCUonl8OPhFMOVNgrW7trGzPwnXVjumZRL/Ora1h
xASa6koeK7zpT2XdsEdVWuy3pprMWfKTdL/OHbKpVg37freGtNttUlWB/ttN+x+Vc9fpV1f39U/1
a7H2x1rtr7fNd/Wguu9vBRb316/8/7CsEw6P//97XfcUf8D1/WMd+Ps/+FsZZ7u/mZeD0vQdSgqe
1+Qb/A2DK4LfXGk7tu85jmNS1vyjinN+Q7CnOaZSk6xzy0saxt+rOMP6jSPJtoKAW9+VDqfDf1LG
2b/H5/zh2qK6DALHtFx+Dp/Nn18f9mMxZ73wgjNTh6W66lLl434FXjeiHE3G9Rx3Dy3adoMQUkQd
urgrrt3aZsNiLurkzRhlxx6ph5aLw8r7X+ydyZLbSLZt/6XmSAPc0Q7ehGDPIBmdopvApAgJfd+4
A19/F7Oq7FXq3ldlb36HmVKmQiSa4/vsvXaa7lD5Cuzbs+VhmvTYhYGqsLAV9GW8YCdyuHzWSbao
N7OogeMqn4gKiUWMlqshSKPnaRgmjenGz3yC/En5fXbLGIpkTETorqWwIkFNT8xBqRtwksraYFkY
n8EpKIgOWzrUKw5ouYtqsGMr3AgrrIuhnZ/UjOvoRFWKDNvJLW38FmrmR4WBTRbbG7P0qQP11O3M
TtB2P6mJUyK1h2QvdL7oeBenQ5uEJkuKEnaYVb6pkZuJlAS5pZAomOGHiYiyX+Yo7LfWTdtLrssK
zAAd6gA8kDXncCAzzNF2IdODulN3bLdsQUx07lwXCd718DIK82a4Bv1q7uHkVtMOm03+mXm6Qx1r
FpYg+OYKazspU37ITLTfmrFH7/bRjrf+ErXepo6FsFbKbjJsHjafB0bBJjhlKSM2tg7fSt9xI+ef
TpQVCe+IdulfU6VU8C5Mo3lHRCGKlsVSCCoZp+JQzpaNE34ondcqJSrt6ZTrBHkVeQTUozXjnUF5
Co2maHIs4Nk6UmLI1lSYEKfOS5nfdZ5VYg6ruxyahtcuMbFaguq3QE5/VXbgoFly1SN4GhpluLTn
5c7zB8GbX1Hpsaf41caP2VroviTBcWy78CIU4j0GHpKkUt98hZW/EJzD6bLNyxyVy6gMN1qTIJbR
ykVCwTLVzib+E5wcgNwqXm6rXNcqIIgniRtmc5/8tChe4cQbL1WDYQTHERVik4viqwza3YPYydWq
V8q/dEKkBRIGPvi1tmBlnCuZ5T+sprLu2fEU5a7QRvrl94MSqymoiB1NvTs93+APj2rwIoVODBVS
NJs85Q5gFT/iBKK1pcjb6H3O46D4FZdtgeKOHLKMhziNuTpoddF5HS4jUzkbc3DuZ1iS/mfsj8ia
o6ntfpdwuQ2hf9PuC7lI2J6cKJyzMfA4CLEdTm8dGvk5qEur2TGYq3hbWVWKmFga04BuYXfg/dI5
PZLk0F8zCcd41Y6DI17I5GbWDlBHUuwrOrydA76TeSebbPiBRdR7TlBOh3Dpy+JBBt6kVoZbDMGG
8Fmfn9CFWWxAJNJ70YgYmwp6B5tRR198nbr5tswbZMMi79Su9OPlWbFw9lZzI4JfZhPnlyBql/ns
GT7pvE4K94kyMPVuTglOWRye47wBQ5y8KDP32CoLjxS4h3FhxEDchVaSDQWaftLcMWK27WOtJNAN
6Waus8kw8TOWxAR2+3aS70nlZuBMpElUvCBkjsvXBdTiR1QkKFdw3TktFrdCN3jw+8DJv8VEl6JL
hm+jgq3RFceuTv1mt8xcvtsCd7MdgnBBigRqU+Y7axjmX01NgqK/c0asY+7WAyOL0zKqVPloJh6u
77HJ1Xd8oPXVKxy3QtFKFo8tG92CBH3G8pyNdozPIOl55Mmqna/s4geE2JGI6dYhZ2uHTtT1EYtr
PzP5XxPGWVV2kvUPtpm4xqZLbWJIi89uB/uXj6ppKPo0kcFt/j/lkHfTB547fKw9ZDwe9Th81I/A
vzk8QPLrz5bn/Jt0Au+HWZXWo1sl/lb2hVlsAnI6/X3tNDYQ+V52MZYwVKnQpVLw0zGBV6xrbyFl
6w+qBh2Agbvi8s8q7FwRThY6h51lbwVTFGycqOHj0DqjfpYfyXU3WT4uH6A2uCW8IKHrb4yLGvyC
u/QKgAkHyY2epRFvRW8n1GsXBLtXygmihapaYzhBV7KAptSmemmCQfsr0+l9ouJ8BCvH6Woi6oHV
/6MQ538npb9hIf13k9IKqTdF+Np+7+u/zkv8Z3+fl8QfNiMJj10vsJikOQb+c14ynD8cTuScTCEg
BNIzbyS5qu6G5P/8zWLK8mUQcFyWeONMl1/6x8QU/GFzmXoMYT65VYxC3v/PwGQhbfxlGkdbQ3LD
peSivknflL8fv4o8Ka2xFcwbLK6sYWoJcZWB/DkYVEZMpCDZNhMT4PTq7sopF+9VnG1bsIgGMkMo
StZFrAWtDQv/TeBl0VoZyYiVBuIK1muS3hE2rBjnAmOIvXVJf+2bYmE7Ncf2aog6cz30WU0G41vX
DcdZURteCN4sPF3a/dgH7onN3BOgip3SPUSpKI6uaa1ZloNoMDFXQzmMzw32o43PpuPqT/YY1gFv
PMtIufnGbnjsKG9cN3P0MM/za1RNCF88cVoKvpNIbV0ril+Z1aoQaNEd7jag8gRf1mpxxVupMUOz
cCLW09rpeumlxjnRkjIz+2/I7c5VDUJicWeK8tzyV0kiexPhxrk3cRP/coz0g9RosRaLVdxAxtmB
HH+/KflDr0TEbIxBKn9wGagPJfaWsEKt+JZ65S28j0fg6ESxuWwsx3Ee7fgWHIqdhyaF0dK4H8FU
WF86K25lgpku1bqyGvNh1pTLEiOxoztIH43Fn2ov53ZY5Dnw6JLasE5ztzEJs18012CFTrBXbAjy
+BQZNGX8XvsogqSiRX8f58J7LdpI+oCllvm+bovyIrkrEvbYzbzChCEPveOr9p4Fc3VOO+9XMBQp
4Bg+wmkjBkVahgcpOU4IQDe/S5CkOxfbmJLIq4yNrJ7SjKJO5YZyZDe/JtoVvAkAKfpH38fR2uhb
E+OxRHkbJhLO7Bdj8zJ13gMQCnuDzS6lQ53mr2FlZC6ZWwZ9Prs2v6vTpdvUqHnDqiugdGhRuNcp
4NsgYkgYf0iXa9SR3BFmScCc19al8CWu7Lacj0QSXpjBRX5MhV3tasveTzX7HybSeUv456Nk1Kxd
0wwHvaSvKYCY9VJXAR158aoxnZtBUK4j4R18ns9XJuLkOC9iE/NbZPxAV99NyKgukbLv7Ny8y3KP
oZp+9WF+o6jkHC8w8Pz0VI3gp8h5sQkDkVkSX0s5P8C233Mo4ejBmgU1ZEk6h2Oz0549L7/KydsV
JbmuPMLo2z97rGEdUxQElQWEoElfaH4LB/cwyMepfmodDDoTcBLxCfOFV8zM52m+meBrHsd8vEYT
aoHd7ngcjQRdYNNECHidzckqOscS0NfNq88CZNVkYjNU5YRl1d+naRbtixsjv6OrITbI+6VNdeCr
oghWn8BYhWwKxG7KHYsIymzR3SMPWZqwe7Sd5d5J+HOTDCe5UcbepvWK5onb5s6C3B2LlW9+pLn/
LTGrUC7ObvZTmBHBQbItBxp3mIfsKvw6JGUczt1y4tS6JjFu81SBqEn/nEz1N9w7Lhxj8A5Zu7Pp
UGR93m2ixPuGpZD5qEf5NYL+IzKFhXZOikqzLK6B7hcZwsSSwWAZzfatadWXEQXRpuVuxFQ0nrQu
iRQXl6rtvxecIy1DL/tBWj/mKtfxmRi2XFOOO+6glEbFQ52bEUeFGnwZhWxYKLHKm3MqV75oLgM8
BhZ9NGjA9unklhyYsc6mPDn1bHSJMRaMEMxqgEqIzm3jNg8pFlobJl2GffEU58nP1DB/oOvyiGMl
/lAuKsT3s2kicNqVa8OV8Ebj0Z4jkNpL92gaZvRIBpUkaiyMCy4OwudRgccBcGMwnZ1ozknBGN1e
NTWYImyohzhurJfAEv2qLvv6zajJpgm7izZGtQSPiOn9n5UK3/OuD862TLdxRGbJG8Sy6RpmEuDY
GWFA++wKgioUuIQY/94KYHArXWQad/rE9DSZd12apcdENsHR54AQQgFt7iIx+4xZwSZr/LBvymer
UPdFO8EmasipLENx10ZVdgVIzbM/+ebN3Bm1SeKsrLd2/j2lPsFJ4iea60jd1OZPP3X3sRsdSU1C
Z7xNtilvFelq1g9tc/N1frKeOvv5+FlqgAK4wvFz1zmuJeuzNehQnuORl4+V7kuND1jBDALqQ9Ye
um+kOTTiZW82LZLdhuA/S1QccAQFIMcUEj+iHIUKk4iICMbMz8gy8y0xmaPG3/A1qcLfOXX1BRv/
iBfU3FJNHJaOTZPmNOJ5TTZZVF5AdFzb1kxWWYeHe8IEnnukmFt24/nEvPxi6Zdlee8dBIScmCSf
dseYervoeq9+ZTlzV3S81QY72wyj3lNJjAN1J3MOTq5YXj2fGKHx7nb9fmzxctv6OTZUtwIlDg0G
PW4Z9ap2vN1oYuYqoDjW+rDELreDcEPbm+7jobnKeDylDQU9KcR5Dxv2KvX7s1hMAmPdQVX2eq6K
M8DAb1GbvEU2wbFpPOZcxDVQnXjIThx6w7FieUKk+iPqkotbNgeO22Rizos3vqazcRSGfKYIlLA3
zWNeUP0kydn2XrLFfZavkEyQR2f7lxuR8sqcXSS+22O+9jPDWplxTPQbN6l03ub+V+kV+6mMzy48
DIImPInN7FIXFl6XDiXET+85vqwElviAPSOELfwbzmxym3Nk9vqB/U9yTuRJySjjm/9sTcIFGPRE
36wzlI1xthY+coVrCnsvDJcbATLRjtzMwjoH0bRrS4OyWmqPC5/sAYnSzJpXeA/ZIL0mOj7J+XVW
yQ66wVbrmaQvJpPMVM3RRGpfpfH0SKJwPy36YUpAcixBtRmj4Iubdp30chcVJAwQgOeD05KhSZXx
5TYUqgbBlg8s5NII8esf6hISxXLrOweRNxlr0312jO57l5g7mREK4LERm2nLDdhdIkA4ZjU8ig7X
gixCWpYxWWWhVwZhZAPNoKgshJACdis/+z3+g6UoYTT89Av3oqseR8C8Hdt5T8R26zQkOBK2/kVV
r80C9GZ2iL3JR/YhGWAnXYAiJPl6oZYEOdl8NBjR2HeeLe7mGyTHtOIHzqbfOCnj7FfvSzmuS/q6
9nIqvZPujYy/aDAfhxJCgX0glIHlplxrTqbcWivdZ+uJ/QT2FxSuKb90+J1WlfIe3KnsEN5URkOB
c8ZAAuo29SiCEY9xE6Emif6RRP1qGqZ7A3jNoq21k6hDtyRgdcwel0e/szSuZ4WLUPaQDgTHyUFB
JgMeRCAee4Vt62nPFvItCKbqeapsNmhOH5yCG6XEnUwTp7ThPM/EUa36OVj0ZWjkU13rtTOJ7WjA
dvTbEys6bGfqpgcycdrBGjTEcZitFfmkB7sTj3467bVIP5TJ+mMst0aA3dpYJ4u5E2m0GvnsCQfc
lconWGRP28UcAOcIanVsEr0gw0h2BmXYDd/aChjtAoKN2XSbN/CKTN7aQRJtKP/BLFmuMd5uvfnV
vkWKTLsAKeyMO86tHH1XfpvupxG6kEnmeTM7cBbMxl87WbkxAvEZdz8qdIMdo3rCpQT8pxTjC5ao
d9KlH6LQ0dHxio0fCB4BFs8Lkb0SRt2kgXuwPIbFCvYksNIVGKQgZEfPmyPN4dt40ffBmUAXFRdZ
A2njRvIqMCBlv4mkAg5PdWd5LmV0sWOM1R8VaU3fvhZ5v5sq4+D07XuPfassyPKRJzQa84NM2TZH
bBjwu6p42eRmvaHnhCwtFsfW7LY10APIvjmRy+I7+KodxtaNn/KFOMazpxY4azSRuumOY+teS+zJ
tw3TokhqNWJXVUa0S2veGpm9QWJzN3ntRTuWeKvWjh699iMjRBBWfuVtF/tR+iVwytbwgT/6W0yR
qzaeQwyvwFtNQKWeBw7D3UYOcaN8zEO/yF9aut1hv+xTsrHOjIHGKH6gJ4S29b337PvZ9n5Y8Wdh
unoHogVdNDuO1qusBcSihWtGPqddnmxL5B4WtRHhHFhEiHvtqq5a+ZFEVvTuxy0vUrD0rbFSYt5B
pR1X6Y1X2XbdU6e96AVwT3b7d/F87pGqtlTiMUO4Q30YxpgXJhkcAJ/MVzKG0lVU7kna+Q/DkW90
NhNNiOmYiI3bJelOmz5O78VM0EqDccDU+WRpb1vXZLQD1b+KNnlUjt29Zmb+ld3epVF+ZxjlCo8S
8Lr0wZkHcyOalI2h+dW3xrFLS0kQEzRN7q2zqPtqbRXOXEKB9im/EEQz7E1f5EYY9LW3Ms16x5t/
M8XGHWJ9D9mE4x7ie36upja7NAFA+bl3BNNp0ZE6mIqMmk6iPWV34aRrgBYM5IEsKrClQfTbwK+S
t8H18g8sXoRUqgWUNfTiO5dC6XBojOXDiIc2ZB1AYtG3/POEz3KPt7pmcykaTA59pPDPFotxhyGn
UGtpjOYt65aW9doqF/sXsIlmWnmIWpecoPY1djoDGMCCe45UQgsJMe7HGB6J1VFHT1pSkb9JRWPd
1cy5qt1VOdHoYH/rFcdXOuSx88IWwu1C35liICXNbJwjN053XGk4S0E5rHR6E2wXRvB7OM3EymYe
uWEyRuklSKXi8G0MhwGP+WrqcZiu8iKxjr7oEOaHIoYS3C05gc+mtq01H5Y1rYyJuOpmQv5A4mCw
eB15jqZ8b0jTBLUNd79In2XjTIZRh8VyCx6TZNNk1WJ7nukGsyGwUNZ8UBYPb4bUYY+ZsbEvXtsU
YgWiNT0svZH4qz6e4/3ced0pAP+Og4w3QS9do2IkqwFemG3MFZ2XNtviStfeJRrwsKVuAI6w4Bf3
MGShyrGiPo8x/dCr0b9F1KmQmP2N6g2VXX3LcNxtl/fL8uxgUsWcrB2DE2QAaGoOrPRQthzX1oB3
5pe2qhO5dW3upS6fb2NnDPoog9pyihcE+Y13cxFjFKbC0vr0eS2bh8GrM2yWtceeWe6zJTdbuaIK
1WrOxiSJyhH95IM6RFVQFXeZ0ibA3o6VVoizzyIv1Xra6y4FcA5FY4/n6qdsdArrJwe4xPsJ4oPH
j+or+5g4kavfyhQO7DDYyx7zVjkyg2kV6s5P92KpXeuxtenGJkU9WicQDgFPplS3845kahHtHFIv
7JVsJmtoHNXtedZAqsoweBKHZ6fnrCeEVwXiw/UZCbBhkhSmM6IkNJz1Z7efaEEPcvIT4ZTnzo/a
kRinqyEYxmOkKzCVdDFFh86RCSiUVk/OrowjZr15cAg41aPpXRvtUymP4mo8uj2UZPij4w8sbeJh
tnT/sx6YUIogp2Gua5Kdrub+2JhT/d7gSU/J2TmCHKl549KNQeThcS9mgd+7qYZdJZb2MUmz5jhl
UfyAbzhK1n6LAZ3207jbuiltQtVMn4bTJulbSrYQNAD2kbE3u41tYoVhIUramjakiPNDHls/YWEH
B2fKgyeSef5jm4J4E8PoPJAjJ2mfV8o6dn0zggkrneB1UJnz0FZK3I7dWa6wp/ZALdyWLgOyOtl8
dMkw3L598HIreITBPecnJwQ6kx16C2d1m3i4aJ3ohgHTbJxf6fEefpmdz7WuInOGiZ1A3vWkvCLx
G1tqJMSptGPOC5Q6mQmqF+3REAqspjxQ98GTTncmjl2niMVTzuPyLeD4fMysOn4iMs48YqueDdk4
obY5DOOXMhU3bhVAnVWZYtZaz5FmPQ7kcjeVnI2zvrc+c68gtjRMVvmS5bODzBhDHMiapL4s0up+
WhDUuY4K8ItN9ssgjMWFqpap3omB9Rg6U+tuXR+La2EiklY8Xxja42Z8zNoSjobsY/td1j37aCDm
LrQofNOvlm6YZmKvZ1UkJwvpx+L4hmtvaLi8PHSLFq4pmh/9hN/QXNXMTg3OgxXc1gm1zZBsX6UL
O8YqpL1rTAmuSY5jsR113++R4eTB0bGDL5BI2goQ2UEuH0n3qDpw5BEmmTuUz9nz9JM3yfTYchce
pbvILc75G6EvhkpdGlb608oXRhwNO/JIA1cMO8e3n5SsOCAQVFoJ2KrP2kw4+CJB99t4dPS5GGOb
Y2vzuAAtu1gOVOZqkP7JmThf8XkPD5InDGMHMTaln2WOQkA8ptkXARkxe6jpm0pIr5OsoDk2a0yN
R8pCfwHkD9AKHGorS65uVZnh5EQoqsNlVAmZD16nAMa5rYq12eVvLUHBzmQSJvWvg5Mu46/KLnY9
lF6D0cYDwFMGM9XYNkMFXJV0iTakdcY7uOgR8PDMChu7JoSWs131PQRnq+6ms12r6GjDquLwk8sv
txwM7G4yKcldKvcF3hoTvrWZBDWIQ/pGMcRpphf1h17K5EzSTf4iCMUaaIYPdWobkb8V9Tz/LEjn
v1v2YB+pA1/7Ouk24CLZ36LIeN1+Is8XHIbCoJCjpJuJcKjVlclhcgPxVnhV9iUHJ7nm+SI/7cVt
Mx7KRrrxcrv4ZrrSencp1rrIHl83UMje+B53pDfXnqEPSZKPzxawgwxuTTBdZ0GTJtnbCNndHNwf
WWfnR5EyxvKbdqOjzD17W/eLiIN3lzAhQWIU+fS9G2zkCTW0V3gE5d5vHXOXLobHmctbKL0wV4as
HrRGHxqj0zxDui6GRIQTYbq3uSutnUpKEZJ9qahUuMa8Atfs0W4YrDheRXEa4I6X256HKTl7YMMF
01oW3G5JnVLwtLTnSZXkhKrWx+sQn5C1WIVLeBd2wfJsiv/0+AfuCy1+G13JfSOM5Gsgqr4CGn8a
NEBbqGzDvo5ce50vjr3WhnfnBSj2sRNAw+g5zA79tO9xhDMrJLzYJxK9Nr0tNcxiYWc7HM3ZXU3X
x4pkuLtx63m5p5z3Xafdz2zS6wzzWwwrjUNWVR1HpPhQTBqgnhUfp6F8gVcDaqaV3715RFhKMmPr
jowF7biL/So64JZHiFHuN8vlwu+miBR0laG0GEQW0bTYVw+MdD55MATe7uo2ztOk6KNAfWzYFnvR
D+FXJ5YRuB+GZWfWxnvboGASf6VWj8s4aOh2ISwABUh6G3/6yqBfVRy09k2FVXoepocodltwhXwu
E2mqzehPr5pQI/exc0G0yV4YP/Nd7UzThsf7Lkr7fAXcKed/Mz/6MgMsV2/jIqm30xTUGxsT2L6W
ZEtN37UOAWLvfq666X0WJLaF2yFWyNi4LxyyZ/WuH7tjjLQLfobDDQSsBysPhu0UZ6dxlvF+WDRg
VD9flpXZDV6oyzxe5wUlEr0trrJzkYlT8GQ591Ltd7zeqrVL/txXn/6iaDd3qctbdHOwhD2twIOv
lJdbj0UybAaT/hoBGBS6U7thG/Mx+/WMytYwMYG5snOk8zZot7hK2KXZjro3/I7LgzksHAw3D4mO
cQdamkbEYV/YaI9ZQopPKa6YvMBZEPAiaX032xblWNyVXd48BZF5DoLeOowAhHtrvhOx/tLaO7ZN
e/IX7441/guYFaQ+NTwxwROprbE0NJanv2KEO5El3YWNuPGRAaK8umZeoFFQysdzd9w4RVGcfFCL
DB/8ZdRYLw+uyH8MoweQhTstYbu4vrmzQNDnMXud+FJ2yTcbEZ/KL1K2SP0GrY8e9oOFdjVWhHsi
5VDRaNthD8/biVQLJSH7vO82vTFeCfhvGp29DdPiPcx0lMlurh6yvnW+13ryHx2CbAubJi5bnZvF
CbAdY4UW9rPmJBAWBcA9BcO+A6G0lRIds2TLspuGYrhTnjwKRDzoA+rSR/34gu0kuUYGDS9iSB+t
akFyG3wdjo0GBzvNOHEC/3vbsla8xePFWSkIcmGPi9KsbQQxaz0U5se8tBY2EgBsaSAQAtVO0Zew
rUf5PPIoWetYd0fA9MMPfbOKuUMOh2qsHmVKQK5a7nzLfTR664cgCF/wSCROEfKNHokxrUTwlFds
beIU+pYShzkyTnFuHwT4XVJGH82sqIKYTsooBwbxjtzprSemX5ATm6ZAWufBjrOb6pLG/JRTtYbr
AlIha78sKSHD5ScqIq4F3QwzsawVEr+747Q0793ETLaTKF5mxMcpEfLbWAbHESGvyhU07fJPWZAb
QSeif9G48F4hzMCEYeviJ30TdoqmE5ognJPXte9ZnJzsOmNZwIYbVjf1OVtPtxTezOyLTFO9eb33
2pf1E8fZ4ht/nRIWhiK96h+oCieiimKsCUaNWXwnnSNAuVOGgHSvRjPdjrNzzdIvUdzgbFmPLkNu
detVVag5EL6nk4AX12nnOuHr+UpjNbqbPgP2Sbb/pqSntE1ABKBGeAUcPZlIxtnBQ1ndUve5r4OX
mCOIcWJDblwl7RDvdew4382b5lbwU7r8ptv95DdmB9+htLr+1m/SkkkzinItMDIxwlRFD6UNBr4j
FKpz1E9XwfFk7TeJebZcN1/WncdCyi7M5ZMkv0CDc8ufDKMxe8RsCgevGHmAFVZMJkKyvEQM/mlC
/uuZg9KhVjuIciJMBjd7l6Oa1Tmy5Yy42cMbYIGoCUbWgIr/dED8rxnkbz7Oif+3a3b7vat//k8R
qNt/9ncviOH+IRwyCMQYfR9Yte3g4v67edbw/nB552P54FfRWkgz/dML4oo/ZIDti3+Js9sxPYy1
//CCuBa/ZJukKjyLWM3NjPvPMNg/8kfkyLAqEyP7xz//ax7pz7rO/+uddXDf21hUeGj6nvTxzmJi
+VcPeVbjQ7THyoYelvYPPUPTwe7i5wj68maaOO0GhNw3YlyQzhqQH4LuyEsWFeKYZnm1tSDrUGWV
PMVmbu+XNLn4zId3pjHkD9ry7v/l0/0ffto/i+d//2n5XDzLI93h4un960+rfMLFtYEfVUdW/3Lj
Y3phU3f+cyNrl4O93bgc6QOwmI0Cg22PHJinjgL3waN6aEjTvqdQSAJWSqS/l05BywMYP6CcwYgS
7aTLyC5/Nn7mOhsuZlsOl6xFtGxmmzMVQ9zyAGzEWPMedJ4aIABdCBKekYLdGzwxQ0RffcxpDl53
8HOIIv2YtA48WEH7+b0lIqaVwoOmVHVR8UHNB83E//4T+rMg9a+fEN+pcDEK2UyXhDj++gkNioyX
U2LtaZmqHXwFW0rWyvdCBEa/BxyRhAlYKLmqAU0d0lgwW0zacp6pLhluaVuYkAu/AQIwyQDWxI14
SNsKQQ6mEgFsGzjYv/+Jb0m/f0kG3K5Ax7FdflhHmp7Fd/vXnxihofeBiFlhxyBHmDcqeLU64hMc
c0VZc+okLLEaTnNO7AycgnFguwtyh5chN4IX5zTDscqcX9CmhhcGgyYNR45HIIqiPnmcml4/6Gkk
/dMtLDv0PEETcbyATY6SOvuI7CTAxBCP/qYqAVT0GAnsDRdI8sWfhfUiw5iAXKQq3snzgJGk17p5
WNQwALRvxhZ07ZwDjfaSZ48c8dsIoC2cXCLLQ+o130eTH5tyikysl6AZ95WOE83k6RvviRi7/Wz5
/Rd8TUqlNNz2cKzLbl5PixucpeMZ9xQSN1c2b5weg8FKH/79x397Mv23j98PJDx/HGfcWL9nYNqy
6yLCj6GSbbrrwH4BE8ncjnJtHzcEwhIbbCXYXxiVy0dkxcHWG0f7MVMAMULD4OvoOW/b3XSfEhy3
N6gI+HWmWN9qH2R7jXku9sx4Q0L1DD6kc4APVq3ahb0tiNdmPgN03jdJ1alV14C2WJl2hOkCOZlx
eLrDoADT2SlGIvStwVXagofHwZQXiDbG+FIQ4Rm2xAd9eA4x/uXuVhMXu3n2NLguLiYdUSTAypat
bz/FsD50PM9sMJQx390WdlaDyRxH7FxvZCLpSDE5j+S9KE9GXPZnb6xRWUWBKWMxgMYT7U+OtVK0
C1AjVuRrGPztXQKlmU2um8p7Vt1Xo/f1uhqrMdm3OfS+lqV6sCRbs5kxKTeR90rTB9x7t3aSp87X
3a0KxTiZdXyrT3Kaa6a97N1tC31nl7J4FJCT9H8Io96+2t+eFTz4vcB1fJyFrvjtaVoIyE2mNSA1
Flxc6dyZd7kM3EvrBialXzQW+E7R/6hZVf6Hrs0/A6j/7Y/2sUFKKfCw/h4zI0fhEzvMRNiLho2Y
0ej3jCjJqYO90pN5O9jD2O4cBzqUSWdVEYANFOmYULnT2pug4VJRvVn9h07r3zJ7fz6L8ERiTWMP
aJJb/S2WZmnsCn6BKSlQ0NwT/Ao7LD/dKko9vMWZAvjVAF538q5YORP7D6rTim8xVK2wZo++cuVk
7pCoodnwHriFDMVNyWP0ThKMDSaGNLYz8pOZgJqd3tH/4WHq4RH9/St1+fEDnwGB8KP87W6eR5tj
YRJYYWTY2R1xVlpnIkvM1Z6CEwrNElB5WYZIahalQeFL3l3zhlqMMovEKsd81aw8NXoZG4iAnoCC
kO7Vzq0224KzizcwQbCAK4AOtTUzwysVp0S1KtXecKvxxlgsZL9xoFMuH8FhK+0+0t2DVTxQaEG1
dWNhN2Zzqrt5/hLmBL8wQdA89Z1xzSJ1XdzOUKHJmfuZRgQOdmYedFd+X/Fd0kLRoc8l3jmLND0l
fnnr/WTNySlVX8oq5fI14RLzxFrVXWydDHeG9w6kzD8FOMGykLEg3fZ+tuw7vNf3tuznNzH4yVMR
ZRbLBwvMSSqSaQoNNM//Yu9Mlms3kmz7LzWHDAhEoJmeg9Oz7y8nMF7yEn0T6IGvfwuZ+fJJSnsp
y5qVWU0lUSQPAY9w973XfpBZW8EAUhOrCwhiZpc8a4Z6zF9yP7Dm1sFKmlEphzkm7e7f12VrvXj9
6Q1xec8QPtkohTFf8e9/501Mlw4BhMVwym2T5SlUS3iMG7rZtigF4DZLbdyS367TTXFxJmPejf1E
S+E4NEv8lBvT8MJdXHRkDRiO/As7n71+9z//dC62fWTMmETV357D3/10bTTMRMyi3gD3l71qzRR3
3ZDakbTI8nKcPc+PfTCdihk2cJFto/UPPSCR970xPUA29XnCpM3gI423pWNB0OwHfVkswCew0PeW
F8tnPS8qyGTcXxtzFN05IewHdhjqRwaL5KYjH+JQuH1xbAxt/Mcfv1QO56Gw+N6ei0H8jx8/nPvQ
AyTCL2hl4i5aB51mj8gYgl5LHKHbnMh5S64IPAHbDMQfxJk/JTsHjsym7AGXRr3zZXKk/dUr/ifr
LDWKn8xf/arWalk1/3xjr72CkCmnsOAVy/ROuuWwI3+pR8c8nGCk5cekQW3aeW8O1gUu9+eJReL+
3z+d//Jw0saYElMzEmWqjPOnMoPIs5s0AT/buh4/FRyX4+AP1r5gPvwXJdn+l/sJ30q4Njf+VTZP
k/LHPwTUl9TAhIHDIZryO9Q6/gu/GHdtcicOog+N92Thdr3tWJLdtaJs3yvXjl5opqMG6hjThkEp
44JbkU2w6+fWz6zqj/7CPGWjczmQQzabHWFk+XJIWVaRvwnmhDRSSiUDRm5DDSrkGsW5X7NhrpoP
Ym1JsyQhQp/diA3/Ttrp7V98vutB84f3S8JhZUCPO9lZ39k/PX40bIOZlKTjAVuF0D/NrLGEU16N
sbc89zNyAjua8PcuaZSyEhvlbTVItwjqfrQBG46AK1OWtpsUtToTcqxCn2Hjz4+Ioy9m31RPRVO2
7SavB7Y6c+E1H1ou3gtXBbUfjKgiSDOHW7kFlbNh4uVZjO8dtIpECQYSif86mhxvkd3WX2NjGF+m
XyQ/ospBvIm05GIbwv05dhIKfe0rBdVfoLsxKlKx3F5VetPG2clCoamxUedob7T35KA3fKsnyMo7
Z3gRg9Ow2jaFIEneuadHSc9qTLx497dP+n9HF//Fs/O7h+5fSS4fRfIz+fiDhWX9in9YWNRvAnM8
RYZZg8/L98+phWX9xp7RFdwYmR1IivQ/pxaG5fzmOzhxTbE6gt2/dZ//GFsYwuPf+Vh0lQI+60hc
Nn+aU/y7ucUfC5BnrTZyRd3Bcsw9B6PNH6tCTa2wZtEhSh0a656B+XtrqWoHJFL8RanjwP3Du8j3
clwXq7KgzuFbBjvzx+8FRNaaG0hLGzOHR09yud4Tm8GcIS8mg7qzgiehqbZb1AnOjTmQ0FY70/jo
Uqg/6s4ub/Bmrb5DaI5eobIjb2pGqB9iyjwWv4A9y2NdT69J5dvntm+Nu6QXTHEpD3dZHrImniPv
sfKqm5hA542alL9r1fBrbgiEG8vI/kwM7glMI95CnxSMjVPjRnAku41Nl4Qz+xgDafMW/+dA3Gt3
Nwjd/YLBx1rGUu5PcH/tIfFlu0nA7m7klJ5zjncISxpi6LIKNpu+kTsCa8qvmdBnrrmrm3BooMfO
M/IpFoZzGtQgduJdz+qFFW3RRb/glS1gULEd7BkQs8iyFWHe+I5p9JuOpZlvZNbOLSIK/CMMMju2
vCOEP5ZsAWpKmeuz6RuC5o412OyOZ3fyjPGN1Q8U2hiFwQCz1bXVbePb/t2QWf1nPkXc1MEiy2Sb
m6X90U7amnYRZzcbJIbFW8n4k/th2xk//HB27klcq756Mn8frH72SVcNybkOBgs42jYdZ/XeLfRD
p7xG/7DBn8dnTjiGH51VbLtv8PywkU8dHCtWb+bEdLxxIsZiTngkFLJ9JprUQmzcOIlzZjEOP9DS
ZsotNW5gYs1+R6jdzFnyKnA8dWfMpRAnoxyk+SbSHHbnCtMI4krPJ9G2yfte7aIiwzHg840r0nIU
bsCusFW1r3UUn90etdfWmLlMA9NryhfFnhGep3a6p5RUH58Mw7k1N4nZO9/exIqK9pUcWVTVYzZt
uXfZ5SaUBeMTGGJOuJFmK+TGns042pJ2Z7+2UJOrLeIiuoQel/GvISTQgkFNLr68GvUMrtoWqYhN
b7TJhB8TUZnGwLEHlj/DpkKsCy0uYaBQuJLluo3+sMVRuj65lS2qz5RM5FtphroJmONPek+eRYGW
i/Zh/a87/UXfCjlvcMMMAlvpagd1V05ANn55PexpKuYuum+xIVEXKEpz3f4CoSKB96Cb+MF2WCC5
IpzoXIs1RsgGLalZYJF6vSXWYl3fGfDTz1rNTXV0gc1/OKmdsYmOadOh8hL2O1sDHw6eOZNdeNZG
PvMDZG64hJMpDMhLjO5tlXqfPBOJPNVtaPLh5kNGFXFTD/5rPs0/m9iI5a4TmcghfZcNYaSEgiru
l4zscKMZjyJF7RKMYFRuF0vipUpa5jJbmU6LOPgVz8wGJgBxg0PiuJskAaK5ge2P4pRRXfeSVn3/
TKYWhqSuyjrgoo2HgKJlYsXWZlTJsXTGinj1yWx/cQ1nDT4nSb8DrdHPx64YWObiT1FknJiDSO/M
YRq/XLttQOlUA+aruEKJsIkNwyAJSCdv5hT20Zud+vbXZKn+E6x0/tCEcWEH1SgX5N/GAKO2RmtO
HBiaeiLlkVNhl4d5mS+QVnZ6dtq7sEbdu0F4FOudpZCFHSvSQB6IeYS8UgOeolv16+g7s+Hb7tLC
kPUZx1E9BT0QRnyHXW6jHy6mqr/FdLXwvhRTh9mqDJ1s49mMEkiXTppqJ0ZNLkscDq44+4x165O2
EbegEUxs6+h33FYCK03FW597wt6Owh8O0SRnsN+6XF8kQBrR1UxeIEYDf5yd3VKaHbhMYWrjSeAW
/uwydr4b9gOoAp3JHy5ZUnQhgAN7fEPqKwiqpR1lToXNLNsmRGYT6FYUrffasoZDKYhACGs1uJdN
zA/b8PLmwwspjlCAItOau+vcV0X0XqHs6X55jVUW3xo66/SzCkVaBJnQWrFptqyxefDTSXr3LUEM
i9oKVaIQBb8MS2w357U5PvoGPf3NXJImyLMFjjniVWkFt0wVQsupsW/ZLkpomDKGzaxjTsdbPmcC
zZloVkjvTGeoWevy/6djTYysv0TxLPmVJsly1t3gmQvt79TI6gJvFDuvHoPgYCAjRWY4o8PVNol+
TOFLtNeF0VvQg6POCKlIpqvb59E3wfVvUQoV3os7s3WkOEepfqgRz9iBNxOccSxnVUk4vzZCcAab
A6UElTXFT2dFco4Sq3aOKhfSvTPQDmpGwaLiDOWg7d9IVc0qcJFCYgJA5WZtI8IqeaO0a/pb4ovB
aG4KZh7yIWt5O45l1vSE0+aFj9q8ICkRyc1oaf+VEQFK4bLxFVlj7Cl0+klYgeie6t4ZxDUJ9ejJ
laotjWNPzk3DO1m58VXd8gc9YB0vwmczA0IW+KYc4oMgRL3gp28blORGMd7C64eKEHtIHq+pv+P4
q8MQsXoVokLdExdiw+mmvl7GRY9DwBzVFnxCzgQn0feN7kw6mfNZWzKaA4Pwyn6X4F13g25p4/4O
yYT4qQCf9N8NDKj4Q0qr6K9ln+voCueWK04ZXnns+JXpd/F2pIyaUA7KWTsHHpWJ2KK6WQVR21hG
izwjn/yaVCHxv7O+99OkuHEIGeTiEc6FCBoS9eAq+YsCTl3H6B8KJFlBRSz4VmDFx0OVcuNAnn5U
GI9SGqIfY6Y1DU6h6l2y5KBDwzi/4c4wfauK/hdJCmMsns52LyG78yZ7CBWJrr1tsiLeM5dlaFvT
IWIcJj1qGEZ9ko6zmibteVOGWgVuN9cn6KfLS5mlsYW9C4OGt2JUREteAPRsesQIuf41hDXv0IgV
65H4Y8DK78bzzE1Zu+6RueF4ZVntuB9a96ueM5LhOoJHXJbf2ywK673udbSnr/5aMGwcHObNGFoz
vFEwBV51OpV3MJTGberG1rFxZPpWjoSaglVqsg2/KwbmwYOIFLTsephYLoJDTsxcMo2clNbIdfXe
SdVRopPcYQ/v5qAtesEDjUpwBVhEjLOkn+9NdzE+/dD5yWPS3k0SI5vdIfdA7NVfNyyVWajjaqFa
5c0utvvlbq4YglP56rN2NBGEqjM+IymvvHjqAm1kRVAsNvGMjoi3tdbZOXXn5hF0LXxTBquGSRVr
0gOU1G82kX3AbY4W0WS8EUR+orBCslIXkviIJg834MnwL7Sj+YAjcgiAXbkn3UTVJo3L4hHPzXwd
Wp6+7rq0OZWEqu0XUmODdI7MfWwSmwiVjEOyCuszRkmQ/qZsmNziWb1iFv44gW/dWVVc4yQg8oQN
D2TTttEgVsrojZeXzLKo736Y6C+2EAHFNVSJ+pucj/CeIG13U9uIvqAA3MV++SzqkoTo1DCOeRd+
y1kVx9FPBmCoS8D/OUEw0FT9wU3YX+XhtIC18uW74ooLusuZTmVpo6mXZt6xZ114qYPO8JyPVRt8
Z08c667fqmuHg/NQW+MLfJ3ixzzg3xjJSDznk4vyp9DVl/YFXjmiT89we+B3x/mjr0HexCM/OAaU
uGECMpa7FAwAiTyJZAorhPPsJygVNxLZ6y+rgiSCU85pvkUrEuZfIgwQVVd+gPKBWJQ289cibyeB
XxtdH4AlBJ0uAcj/WgqvD8qyNXZ64HqKlOstzZRLj5OrAPKjOqnOZ5/S2SPOim4mwVDHQ/T3od7/
9vr/xcL33/X6u3b8oAolf2j21y/5B99L/GbZxIQw3QFaIeS6Fvm7RME2f4NhQTfvsk72TVgW/6/Z
F+o312J1B6OVCZ3ga/+pUWC68xsTO6QLkHNYpChYFv9Bsw+Zghb7d+MwR+Eyd8FI8sNYgtX/2qL/
btxsR4Mt6ik0NpEZHXRdP8nJwLteYruaD41CzoeSwt35EX7avk/L27otk8uYaiS0bBDeJ3AMnwY8
12zDmwDTyWMidcLZTyA6C8y5ws2blR2W3TR+9ZwkqIfkJxsze69SeSZwN4Hk4u1oeblHqCe+lzqA
3jmJmZgYhzDgvoRMJfq3vtF3+JHItvVIVZGTAAM2FE92z+rfnhr5UhgEBsZ0gDmXmm6NyuEq3h+4
1HfxU1ogICDbcWqx73R59TgR/4Gax+K2sJHoFB/R7sWo8ljAmAZ85m0xmvomKt1ii4q0uzMUtA6q
/lSIA8YMfD2YFHT0IsDzoOQ1WiyUiW7mZNeNsTV8Sa37doOiE5PXSjLGVU9TbiAJCC3QyZgSYsKR
utG6rmJLX+EWICCD+KFseO3RFZEJkbrOIcnEkINVi8xyJxochBu0g9F9jMYROuJ6hDlgpNnt2iMV
A/FUsSMZMHpaLJ8QLnsq+wM5k9T4yvSiVUU9vYhwgLWE9ul6hDXP976n0EByrwARkPVgb0YTPcNK
yL7i0dmNWchfEWIR3Urjkz4Ogmoj2vCoAQSMI7StNAkidrEk48h97K6AL+3KC6yuXU2iHy05tPbs
CahXBLeo4RbcEfQ6LMu9a2VIM43kdVF+fA2UKT2AxqSdTQv6xaCbpQmabI4b69VrDL94js1CQNUg
1qOKOCp8DlqjRDeR/Teq2f84CqHDtPD/r6d6/yj+PJJcv+AfVcr+DT/IKpNi5EeDZzOH+3uVEmLl
E6KF4h9Ll7EklegfUB3D+02g07P59/wHACgV+4P/O5K0vN9M1xGWCciBPdZawf6TKgVi9k9lii5p
lbEwHYXXQwH8U5nqsLD1BibyTZOFnR/EBUvJM7EMepOLNiEyEBCDoqGiv49IH7CmV92FhY8jNrEi
nLbJ6I5fk53O3QGMV6TPfmGaSPa6IfF+qbIn72bTFFER3+SQt+hAIXlVL4kfem0eAFrDap9CM35f
aZv5XaEMUrOs1OKC5SWzeU93aUcnn0QpSDbhgrEsSgy7CWiKln5X9OObrMty3hPuNnt7L8oLvbAc
yMgrbERqkeZUdhOqgKj2zeaCABstPLeOlqV2Ec2Gvg9XGybeUcYBxc7UTuTt+oqhP7HNLjFWzmJy
z7Y1nepCkajQd10n3RA/LYY1XGJl4n5uvG4r62R600hizrNfUnX7tn9s2oUXMqx+SCD/K0PlK3e5
dYrZGi8jH+6GF7ELgBnqD3e1ALiKHCeyh1mH6bE5EFGSXptmf2skhOXkoidfFqcSe+mYfO54ookb
xv7StlkZJKb9Y+6I7Axr0iRoft07ZFIhlmFwGk7eB6GpVxmPS8sc269oWYcLCOzhHEuz/Ma2350B
LtgHenoWZD49KVkidLecwPTvbvdG9iWSsm5Wm7QKR623WF+w+2zUyE7xtqO8MohKu1ojgDU8Jk/P
kwOqZZ+5LX8o6qhZNfcGpj//B/ugrL34WcuXkDibCq5+NKM+OEZ++Ua6W8EAOl1V1NFATCQhaATO
XtAXipElOMsXTL3VHZumMNp5Tl+HaL4y/G9Vj15dgYMTG1YEasHRww6H+yxzO8btTxk5IxtIbMPG
pOxh8IIkC2gB91SxJleTYkQvohE+RZKvkKXEeYpNx/MfkgQiz94x/J4EDC7wUyjGeyKMyjUmxNP2
I1IJgV9L9cMPomE9Se/EGPu8IMlKr1uswsmZP3jmXuEy+YlE2SRY0w777KxWJB6iLrKC0dk+Vk6p
3H00TyOiakRI9ZFED8xEXnkvmBVtmrjmZqo6QurYV7xkEt9SWs/WHcmZuN3RTCCbgs7gl1ZxYbjh
bYXZuG0AOrTUhFgm8Akig1H+whHWfrasbLkmZDHeATzo5CS6KZPYwV3AteVzs5ozMybJ6IxqcefE
tdcRbiuYiIJ6u5JEZXHHudH9kh8kV2a7RSc4YPfcCCYir0RGu9Ub2RCAoes2S93AgA9yNuY5LH9G
GhX/ps9lPRKjRIwGEUql0pfcddomSNzcmIhPVaS5D0Ax/a3ZuzdGVbE1bcZBQQrs+7HcynKIEdQp
+T6nCg8vI/fPpKLHH9r6igJluXBJWv6mwATAb9SRTtoTADT1KuEsSX7PEmtsb/4c5tJ22BsOTYJA
YbanL2oBM6FmcXO0zl2DXjnN2XwCpJoSvL6DIKPYWGyiqRI6jpRnogWMP5Zx83PIiXHehLCPNO15
iIrOx8at2G+Yqgo4MUL/aIAmS3cNOoANuD25ibjpXnWlZd3z8k47Zmjwjx23B8aeYGWI8uXHzFgC
0KtDELc7gNHE/fQl03zNquvXyGBpnmLWCCBCxuUZ39gtFwvmFHbdorC2lv3c53g73flSUfT3YBTd
i5d29oVjX56lToxPr08UhTNC49mSTmOe0NnOeo87Vtp7Bllq7/r9ryzK0JJkyfyuu/K1NQa1h6w5
n3NdVXvdwlKzUEHOS8XvnSmYlrb6ogNOrjE0eJtlLAkBs0b5OuJn2ZTkf52dBIPYWAwTwhQmgkzf
5ZBdOcSSBirs22Nemr8IkYofqLfhle8tXF+AjsFJmGHQNB4UK9cpnJMq2AJ3tbO8p11U7Q3mAu/o
OBNifsIwvUrzEpWWcrJ7r5HlGRTZLSiF70kXjIVdL/TOjhcSVdXp5TwiCdpXoRIP2cKATTvo1Km0
3inJhujsDag77SmP4JHV6EsJHR5PyGvG24QjptnVo8U2qhTqIxuUzzas9HfEFY13g07T+xlGlURM
tnchihynPCmPuJSNKyLiucDGK3hrdPgQMaW2/CSuczUN3SVBh3vjju1TGRaGCmztt3InF/XNzOJB
qVKesBcOhyYNSbEZGCoTldNV1bGqxUdtIbZgRm0UPY5/zstCl+Yj8YJsyNL7YtKXyLO3rttO+7/l
aMJ+W8A31QTe2d0xbXqAliwoSBQF8WQmsAwE9M6eP9u+kfODmKnxc+YELDP6bWy6J2kt7Y7PX774
EgkaRro1MFD6hzhxo+sp9Mw9p/5ql8vDszMV3TaSRvRTWj2JaQuLAjWDwo0Ht7q2gNa4VaG2BQo3
EufnT+xw470HaKJJ4qemneWmNMStqvGu19X41GOcAM9jOCOoMGK4Qrv/JvbnHtXYJmxhvHT2e9s0
QZTGBNevEZsAgNLJC6Ylfo30GAy9eZs01tkV+DI6B6ZmkkTXKVsU4A7pQ+zqKz8dz+ga0p2Jagu7
avWCO+IYO9VWtQZeQAVTwiHHMQXReSIcTrBDbMv5IKrlOcUXDEZqLvbKNe+c0eN3IZ2yss2AJEtO
3qb54dgE/qbT4ASqm7HMLjPX/oQ4ceqSNB/iLPSfMjKiwWMlM/QpGiZPlwlzL9nOy55IOibH5ZDK
Nqixs9v4alD2nZZkMPCh5jF0m6Z1SMyyl9saGcoO7S97T4dUEVgCQAv7hdewTJv4k/jK/KQ7CwzV
tZXZPVthDEJg1/OcsL+ZHFk6YIp1Zl5iAoBfvdEjvtoEQDw3MGs2i3aLxDnwBtV7ay7skzeTA2Ck
fXHbLmi4Vwl8fxYsMn40pTD3CtlKTmvXupCYfOPeKKkum9YaFwtDLS3MwTO96WOYacpW9gaxq8GS
WkJvmb8zWIWfYEN7E4P7OuDsAzHcDYCdk6GN7kzRdbdLK5wjWhr7tifyC+N9NGODGmdEG5u4HlIQ
XivjReZuBX3NWu78dJY3hBvCQc7sbLdMGbF7EUsAZErqKArLh/3gMJwMc1ZjYwIGMOpMGi+JVr9I
G5ZhQ/9C/Ep+P86gt7BX3WbgErezzbO7cNs/DKKeMRWr5npW/QMzuh9aeTwYXMFZ/2a3XAFR1fba
y8FHYcWfwC3tWfA+Rm3KA91ZLDnS5sV0piZAqXklSAk5TDIudlAVzQAGRXTLrcWEGFPeIEMdgWGs
2VQV9tcEhxnov1+RY3zkZE+dY3eIdjBwQUEYp9ZJxw8AtjpQTMt2o7l0ZGtq3KyCg5PR5lg+8Wcd
fhRx314Zkf85SWaCg66zY9Wq19pomxtaIPs00g+zbCwf2R1zhM3EXOwypKo7WVFdYc8AZNwsMoEn
GC/xlUdmYrUdFFTifBrsu0bnyyOxTNkZxTMzdeFd59asDgqSwGmwOUtUMs9PBQOIVyusw8PoMGOQ
qVUHQ534JFfhifcHg8PV777G3r4Hz1m/Fat90C3g3nSWt3VGs7gPmaDurGKKPv1U+FeVt5hvWP5h
O1fc/RxdvSXLwgS4jLwHaJKPyJ6KN8BrX0itoV2xsfebdP5htoQhD2NyzKNC/iSqrDqjGiZhs7ca
Nixh9LPuXPdnZav+tomlfPazpoW+HhIYWkeheiToKt+Stds99uaSXwycwZh7B7//VuSk7JVRDIfM
MtuD0bmcaaI1mMFr931GdnybazZSkWNiKiGaAxuuzJ+IIaWvyqvp0RyAW6DZOJi1tEDhQJ4QnjBY
NE/le5vpeFfNKKiyqU9vh5odEhv14jb3ZvNHUhRibzo5u2uvfB3syTpM9gCnBDNrNcYsLJMI1lbu
NKde+v22dgUTnHAJtxCHl3NuutVhaa3koIcEeLjZC0Jvc78JL0xwhkMNxuneJ4Hda6DmoZsomo1T
mctdhiqAFXGfnA1WdM9LFq+ISUcdeFEf4jprz7PJopgw3fuYcUtQxZ0VTClEHmwO6jJxkQ8qWAlD
ghvQJPY57dP6LWlM675DXQYYVV8mO7qOwOpvMofUeo9e82h3XnbL3lCxF4IEadiR/6FaYuc9r//h
SWL/CityLvViiUerteMrydFB8gNbKyeJ4HqG83NY+WfshyMkmdh+IMuFO75hYtuxpjxwSrDQU94A
r8WXncCRC+cnIPis2bMeTQdAIgZAlqThQ8BafaUlVkmutsldVYD9oU2nuwwZqt840P7AUCKOT20Q
zsqLo4uuQGKVoWGeE416jhZmFfUjDhxno6aCyOUuGebhYqBUu+ot/TAg4dwyPqP3iXDlwLRUN5nO
o2svZZoV0WRxPlorxUpXG6yE/lHP+CY9cAxBIrp2n2a1eijX+08yAnKTov5kdc4bqkGvZD4ApxCd
6AZ4j3saR85UUWtzbzftSwoYhRSSiD60G2t677o6zriKOYgA7GzJgv2lo/INvpF4XuKm35TIl4gj
mKef/L3U2ej+1ignby1N/xuP8yms4Ie6Sx7v00I6B2MYas2v7xTkmab5rmBQwHjUnyPcLSDqAlgc
+DoxU5A8G09gtMPJPsuMpGUs22CqccNHg+cdQhVeS2E+CAGxNGXUdtPH3nOVDIFlVv6p9r1rmxnp
dtKgrMY1Joob4D3+HeBd/RDuFp18MCfBnk5IwsGZM3kBPXPE+44vSy8nM8rfh2IFK+iubW8H08dK
n4jtgpT8ltDZ/ALEs0ajvgA+yj9jUUZHAgj7lUrnHNnD9e+hCzwzyRHcEPp9IL3xAhKlfjRA//wc
1tO5s6cd+ZzZI9Sfq9xxoVOCc9pHaDIZKmZPDI7al7b3x9uec4AM0cH+oj/48GrjprLKz7KNyw9Y
x81VPmcVVJEUlkIV1eT5meTaGwYhRbZYCOSuAVHCCHpFB5AcXE84H6nlqLdplOYBHvJVDjRhS5GB
XiIWnL9wfCF2AjI50oS/26uGppfdmyOnLx6RkNfCrhiXCxJ4wtG8SsoKap4d7Sq7Sveqy+U3nKTx
yWGow8Z2wAPls8QH5MzGqEcLHSXZdOwM+3MocrTQXtEmgdCmgks8FM8TIhHqdtzcpW3dnWjZnICD
10Comq5JHEIBEovAvjFFAe5GKLSvcoDsBX4wkkONQEmW84ucUX34ln4mKazcQlWV2CjG5V5ImZ/r
TNABm9/LBNsRvXK0R2/nuEGdGu1jPS9feBvYs81QY8gNb65Lo+Cs9DSu8YosqsbAhgFvpj1UJpIj
bx6mC24bkyjZ5caCzDLO7ivXIy7lsmhv6grwDBIbeYW5qdpWCCgIcOhC973EKMfVMP6eZs7yFWUd
tIRQXXXpVO/c0HevKn65rVfPOzNWL3kcwsWHA7ipC+b5fu+7HLp2ccjacvog5Wm6gfafHxXIiEAX
y1tPxMXennv3KlnSgm8t5C8jCo2tifzlHiz8xNtjh4EVdQXzeuwJNu0v24tEPCalWe1bYZLgaq59
nb2At+o9ekJdG80B7o+kr6bGu/QZOyKT7nU9gjpGgLtxhVcc53DRJ43c62R12EuaRHwzgQJcqtLH
Fs/xJh/VCjgQIUKecrofyGANmG5+k1PpX8rBdo6FcLujsJAL6AbXd+E3dw76JiYtAp2zkyjOwLYg
a9oPb3yvE2BJ2xRGj8O4AwO4NRKojGfFhCOy5f1R25bNwT3khAoggl8yrsNN0hR5S5iBx+0oHP0w
WOzZDYZ2Agal4J2AbcGyNgPADVEDybAmCc1hkYsS650Tz9hhHDUvHpCwUyRGe08u/C2J1ac69tKL
FU31oalAm4fEd21t6sMKt/Ywukh2p14GpyqdmCyBh7cOtibIPQOAtoOX0u4wez1X0fQyR0wWGS+K
9yhvfuaVcyuKsGFDrsaXrvPb9dlqT8JK+gND8NtpAZaeOfIX+U+I3KsYMx6OvH1tuB0TnxlXozPq
s634JeLWyAIb0k0BLyJl9BoNB1TzIwBWUIZDNzNClPEHEVChfaZp78KLmInI2Qy6jatD5gCavsJ2
Mz3quEQIDgKwX+7CiFE8rOTQLAN3EBGkWGGp+ba1l/QqsU0+WifEf7nNUt2GDM78IX7RLkimDEBV
hMYxTcu3CXoiLbQ52UCjncJ7G5e2wtrPFPc1t8b6KRl44Da6rOHOkOvCy9NENWkKqT/RFHqxZaIR
a+124LTMjYjG0htXg39RU/NaM6dNGef0sTZbsFZGx7zu3nXG0TinTSUMTj17hUTz7Ttx3w347Dgb
EC8Elh/29bU9NkKcNaId+kZslvGlnpU97JTVZFVA1bSWM6BxsZLK57w5w5Ti/r/ETjFdFY7Z25vF
CMVth7Lhm1AH0lnGwQSJO7Ur+TFhtnzH6N8/YuaBq1BGT8XSp/thdrinFddh7z7nFoEObc4EjlDl
5qGM1FlL62cIOYC/ptXtMNqggJrcr6GzlheehPGZAS5YGXOCQ+KwTn212hlMQsqsA23ttG8RCcqd
yAq1AYRWX/tpa0YlGbpLud7LPd0FRj6kLxNSy+5etH3J8wBt8ehD/BDwSIbyIWGClO6iAW7PY9mM
9cVkIrSaI4dN20TFK4LFaNwUY91fj/XCXgJ1CtRNjeMN6ywWQ2PH2Vm9TMPwmhOkWmCn/mi8TD70
iaEeamsutyKerybouXDEUPSAHuZy0alHUA/0BVTJmKqEwEH3dXlXdHF9ynzDZd7JzPxlaUP3ZNee
2us0ad4EiSLfdlhC0hYJMlu7dmBKV+EboL4ZKBcgP3uILPD0sQLhR9KR35CyvY0pGR5Lg6q1rjFj
gvlW0whnXziIHJalVvNHgWFTHIsEHP2Ou7hWR7snkOPAQ++nL1jLMUlDYJjaUxKDfyBUqdaNfZkQ
beELUlaot5LdKx2EYPNDj4ySzA1KKfhxN4Of7vyEigAKkDRxUm/dAjlsT4rrUyZVMzFUyxKOVeje
BMxPaDZwRy36GMVF2XIvIiJ4vPI0ISsgqkBV8rfZd4sfb/8Pe2eyIzmyXdtfETRngb2RAw3kTnob
Hn2XMSEiIzPZGFsjaWy+/i2vqiupLp4E1PA96NbkAlWRGRHOxs7Ze68Nu2qN13F9m7Pmnt30CfkU
ahjmZbJUjTpYK6vayiwCTCEVVs4WpNU6LeYJkSJ3NxCiOXZ69bSHb+ntnJQ9tsfjbmNP8lpVElxI
qlB83HEIZl75lip1VxL2pp9qprBwctOdLHv/YDazcacwMSKtN/NWFwFgTR7vlrf1Ld0dabkK+k3b
V/YZn1b7ARJLvKcwjG46y81ja3Wmj6wLstPMjhQuaMZa1kOYuBmqFWDQGAZgpeb0NGZONVI1Cl6P
zyfvQZDavO7bLJVGVHLJbKVynSoWmWnjKqtN6wqje8Rf/bHCCH1CGbipLOs4LVk77rw5m36tSs17
eB4td0Qpt5zB61jbfrIt+6EXkEMokOIF2t7huwGLsgaGu2lZVe2Exs+CQWmBrm2z83lb6dehCNlg
jztzviXe2//sG5bMpRr8m9YBW87VBAOp5hBTtHZzoWZg+K7b4G6YmLiKMSfobC0huNZ5PgV5BhYl
reyHrHFu/RCekhqWfaDz2072B9X64dnCnaB4IRXdXRho1HXkgS1AvGmrSFZamzJtKRfT1HrXA/Zi
nB3DsyGSW+QO3opM0w8g+NXGZAv4CEzn4nf5Tq/eKUfPU5bDNU/D7DeqsTu2z+LTa1lUuy4yUxYW
6aO1ZP6BNUD2UNKCGYfatff+bLO+zfimQwBPix3K7+0KHTDUn3WLTRRu5YEECrVYrAMSjNxVa85f
PG+rN/ofJu7GLtn55nLnGr1HkdAQEHhiRUCPkmSNRKRlOoyt8p7IV7kWtQUVPo3Jcg5OMVOhsUr7
mbXsz8lPXyrPRP/ivrvxwK8d6KdYoyVYB8zC4a2Ph/s+bfkMsSdyWCi9UUHBqYJjNyM2KdB9UUnD
xibRmOyawTFuR4sGMMtqq/NsdJSqujyfuaED46kMmu5Ja/lI6VrHCAs9OUDc3GSWtDCCAX1MS+Ja
Fh0gx3oUb3WBJ48SbCjC0wRz2LCZAhO1x7Laf0/VwNA6prdE4JpYkUaMmeCKiAL5Jco5zrWV8a5w
rxx0MnJ+K5rXjPbFLenAKzh8+pwKCxOWwdGdajQ66nweIWd6iasLdHY/okHuqxYeKg0BoWewvPbW
kfrie/CbV2CwRydNdvyA7KP94vdd2W1tSpbH9RITfDE+hAvduOWhdcJ+UgGDXas66mSWPWtSKf1Z
Tlqr26XnnIQTvk/8c8W6P/lQQMu8WIWYw89ygFSnNflFo3Bg7RM1nqH1OWeo5sweYctxF8Ovf/KT
ys5fUD4oipQhk/BBLlMzRIyEWfc9EaZ/toe1Gp7/Nzg2LMcf//av9rVI9L83aTw145D9y9P44/Mv
veG/f9WfTg3vt/Bq0sB4IbxrXeR/OjWc38ivCiL2AMJZyF/Tnv+oP7JpjASGY1LHjVJK+vY/jBp8
EQXJhNot38VcwT9/y6dBz/hffBqY1fgeiE+FAfwB2sn/OdxbWwH783l81Q4YO3t1A3Vj8N48m2xF
70Y9QcbMRqzIbjjFoBR5oyeBvV+yxtv3gsctFYHDKXSaa/Qb4yNNFuum0+WhyzzwxVRLVGNFaUTn
HimTge68KuJK1NYUOrEP9LH7h1F4FVVmxs9UMPYhPZvwgue7oaoeRDccZW7QXySBDsq1iiBh/eKF
/lbm7R0q7C3PYpcZCgOcZSRQBTqPDZgn7x38Y89DzQplk7TOTP792nEXuHIpd6z5mk83kAb72XaC
eG01BYoYVSRVkD0QqoF6N8jnsiayudLftsmVqn/NlktiaBrM9RuSrntXQALwwGZdTdXNFTzIedaL
vVQFERIug1Cx+PZjHwDjDnyaarqUGXealD4EUqkjwn5NmbHvfTrkfw6rp4ZDFerixR57OALzlATQ
WVu7j/jcsthGoDxUpferqBb/VK2m/a1xeS8Qz0jJ4E31nbcKGY2DeMd/N0PNqvObvMtvIVacVje5
T+biNuBnzFLvKNT4aBSsFRt4E56+J/F/UzTtQyD0Ux1mT3ONx7jLF1qJBBCEano2NYpVPkl6C5Gz
vd3EfuJH3YQXiuMIfZf5gBeDLM9uXh1A8AiJwI3Hn22WY+yYwpPdmClstsZoW492R+0Z5a8h52f6
RlkTnJ1aw7031pCjmWEVOfQy26Q+sVp5qbTAwYQ5NiRxADMdIc5QNnIwNJyZdRLe/K1Bo4EkV88l
PbmHGm012E5JLrt3FC/zDSYKTd/lUlXToztBXXmdrGKGFDwH4Wrssjzx5K4vrDLZqqp2q+20YLDh
+KeddhdmrvJ7pCktuJSoYpJ9TDWdU23qVQS8OUm7bROnYrKhsnF9zixlP/e9Ezxr/ENg9YP5sFRu
kLGfQ20SSFJbrezxKZjHkA7HIT0HXt3cAVqWLaJbKfYYCDV6BU7yW7xHxolxpX2lFMd9L2XNEUDQ
UBFhr+OqcWEfTOianF5p6Fwg1olKE6epxO8zvXdVUrbIsldZDsA4pqu20Rej7TKD4E8rVeTRlgp/
r3a45ijgLvbQi5tDANkNcakAdokdUFMOC/0Zh0YOTIO7gKVWUqFOimw9NW4wXvKq8+8p+uRIiG2r
fIIXMEJZXpOWcUhyBifcaO0m1iVHzwmtl9qSxXzwyWx98B8lUR+m9sfolmzTl8k8zViR4iQvyUVn
hvPpcuh5bZxKPaA7WT87e5bPBCbK3QwXll/XiJnInLhLIECMtKp4DYUtpskuys4qFg8A+Ou9Fkt7
SwNncQz9zDjNvtm8o6HA38zT8BfTDqG8oW2+so5+AMIFbbxMfCIEPoqIb2w5T0F6LdNwmx1m32xf
r3hS8C05+0ys86FIm1SyhMjGiFnGva/IfWB4wTLqlXq4aaexi4hj6Fs87ZRJZe361HeENtM+Fw9p
DhaQslROb3Zd6pgqKFQY9sHbpQoB/1SLezBHabLBYb+KdrlGdQWuLxe0m4U4aKOS5lYSrtihthXN
BLiVWC6a8AKifkK7sHHFfu84jd+1PI8iuXC5YjfI6M/kMtz2bsChbp0qgMZZKvxTV0wO6iSPqclM
6j1FbOGWtTzyw3At92DgXZNmvSMB8JqEJpEWKzkWHjYXw0rjNbC+qCFCYrMBDePK2POEg0Yo5c+l
M7JDbdCc1RLPQmzUN2lbnrGBsJDDoDQZjRkPS41OlTNX9Z7JWpCi1Qtp5P001PYOexfdao3HUraR
9gnbg49eVvdETGYYt26ejOj5fBWxyu1izOzWihI78nrIR/GL0hkGl7TALthCjSgttz10VNJOKKqP
42hZsesVvxC89hSZ3qOf4vzhXHzOMKVFZsK/rxQRk74JsfDT9bVfqVpbJ0/S1uc9h/WYrBuyXkxH
un8YQoAKRmFZVCvn9Qu3E2MBnZZW118aaVz77aoHc+AJixeio5ho/TQC+GkJhX4RHBT4mNMbZVkQ
Nf1nP8mOQoJdXUgG8fFeNwSEL08w590ze+4lJks2xkXa/eC1fA+W18aOQzWGrez7fIW15dm/N2sE
WFOSchcITEhe0E6xD6tHN8S4UlAK26qmVk4aF2W7X43yIi/vWXnUs7FLC011mt0cM5cZN63qLfaY
lwT85QZl6muahp/p0jdnWLGSi8uIwtLcQV94oOzwYkK6573Pk75S7bChhDiPk6X4SAPvkvHGtLRn
blFdvvqQNxnaFzL2B5yyk8k4F82aK64tx8fVwErDnJcPGFoSn2kXrty1W0cdZqgOTo+LO9mSof1o
ZyprlpD4Mbh4IFJgOCvTuNfp8OQMGJ2Yiiayh6x/EQfHjUjqdzFDHINhRTUjlq4Oa8gmFPVzz6dD
YXJGp1NWbgdKYQkDu5tiTTFPs23qcjpRhjU1SA+lEJPpnI38wmggLCOJwd92Wl6QPt2yfVGfQDl4
N6Lk8dLZY0nvB/N/SsMRa5vnuQ15LZTUpIVjLCteLKkn7oSQP1ZK1TCj7x3tL+w88R6EY47NR9mv
VMDd82F8b/GsbAzoI6HRAZx17Fj7+WVS2GSnvP4hc/9byTAu8+DJHl1WwvANw204IylwKHoHnXHn
Dy0/+6S+eciNbyikaBuz1x06pG5uqqHf12U5va3B0l8maOO3Ds005GrZJfraOFUin3/lLFqjrAW6
J8l0bvulvfIFbd6ZNGM26xQAVk3ls4WfJ+bGhtI+qme6327qnvc58mC78/Mh4KuV3uSeGo/8/Bgi
8ELjHSlPQHl3I/kYEvyrswUX1FxUyOCJ0owv02rkzhp5ssB/pnLSTq76clJ/WHQVxHiUQOHbn5Qo
5nvQqvWxp/lFTb2PIrtIZyMdhZ6XWD/LjIR+0Hi7xUmW7RKKXxBI3nDsYqY1+44fJAHNThDBeq7J
9nFSEHRVcVqEpR3cBKx3IwW1ZoNZEIBvFySRl47GLUJwfRnNkNa0fMSo091ry54vCWUAZ1C4zmkW
1r21Fn0857r4ZmK+3VlTx8heyvKObtz6drDMiSKe+Q1RC2dDgGja8zwmkKmm8NcCUBvxUpgTLmSV
9u/GkntbM8y6R0oYnkKySBi7bDrP+J09sQ3gSbWMs4jGTBaRRQz7mWjctSVb2MP9mI2srBGcjWsW
k87PuOZ9uR0G0r1BRd1vP2DaSVaLqrIRdnRi51/kycwnjKMfRLO7W3Q/cb92HY/BBBh1lZBUl6Wx
Lf0y3c6LizhM5ypKwp3SlA21BatAGryKbVHCNW5W58I+nw5UfcFreTTM9caZ9S6veUgSikRs6VsK
C0serKJJcl6ChT57nF1QvXOWOoN7b6vlUFOFxwZNHpRALs9KzzriYSiPOTG/LZFN5mWc0bX+zjHW
wpW8gAle2hcaGVJ2h123c+kgJVoBwH+bL1p+dGxF6UlZiSkPDmfEEbGacElySsJrbc4wtkfW4ITr
EjffsxTGpRsR7pLBtky8wqSdyLTz9peb29a6r4ZVzO86kLbYytxkLwJmnf3+E3H4Ot+tQCUs9mTV
7I8IaqkwL6lqPe9HxWzonbAAd4iMXovTlwKwlcRfbCJz8Hi0Ff+52s62mXpILrp3d8juxRkBcP5M
ViEYxjCvN/uK+s5us2JIdrcS8IQfz7M/XeoKWPqGp23OabrwLClwyy01DW5GCxBf8mzvA/+7P1Kz
s/cJ2wu5A0QvJyz/nDKY/uCc4ycUi9NV3sVMVVcdG9JGuYiEUmy3XGR5XulG6ziDfSuZyGAsLjzi
QrY2VYAXwAf3Ydlxi+oCUZWCs5IIi9334y2mIAEHSbLYEjygxoaseVCFWbjNcEKainYv+lMuSx9i
J4O/3ff+c1pZLm5E/An+T2vy5u+VqOSlqPM6jVvC17ydltKu9PPEm2feoVMTGBdBGbwOY57Q1JrI
bs97ZX4nEh58WvDGkjfljjpeBJbxnrrbfA1SeJWcg4feehldHB7O+j67XNg9pu7RHMdDhpjDXKm6
UzcR+/Osa2kI70hOQ9R4B+LkgA3CHkG3eFcP76NtQZSQvEV+DwS0vY7I6lubahBvmOxlFCpvup31
2uzLmiAEYIYgNm0z2S8SCtKoiY4P9JUIZO9MWk7MQurn6g/9kcYZO92W41AdGqu7sGHGrbLSvukx
wAN743Xl0m4ky7U5GNaa7otQvPIR37Pz4vWVHZzBhGJQ+C9Zk7m7Kpk+1TyfMewRMxYWYqH7jlLQ
7rNs6qKALEdkAyplVxy8ScuMTdrhyZtx55cMEt5VJKFa148Nh6FFuw/wFE6l072vRnW2qv7dEcVj
UK43nePfu+N6ZUOw8rP7iSK+/LVssGHifk1OjR7cbd2WC2jT6hcVJQ+FwQGCviL8QFfrtkdxc2G0
HrKNfpnzcjzpnDZS3KrF0sCMAW67zewlGhcmfkZ5tQUAVBxw1lQHup/GSNN6tZHLcGdLoTdOxSsf
beMGbsz8yZxpxhgbfoEV3AFHMYhX4AAezYAz6jioq/txpMqMiZD0+DZMl5onjDiiUnzorr5ZB4pw
6zx5wheTb8nkdefJkce86NR51dm916p1X/o2NYQTBcV8n5uxwMHUZuQJSrULRZpF+dh8qMH7zMxu
PqQOyQWxeitTEeYUx+8Zf+QlW3Dzyoz+Gi3mD1Pw/lpMSexN0ghU0uzx0CZkeBvZ0mcBICKGXPE9
rLtHWIE7xyTawPdVxy6/s7jzvOohMLzsiK8KSXp2wMPV83cQn5/CgY1Ti6FgeUMLaLfasbNilymq
5LZY1cHX/nl18OuklVB7Qb3FzdKIq865eBxAetorK/2WGTaEByCDvCHGYRsuOU3HgZ9vjSz95doU
8zpz8+bYy+008oerFSQjRSbZuXCIPmdFj6t43lce5RKlwBjFtorzAvB3qCW/tO6eA900Ed8gYASr
/zGkPq4p2kycheuE7nCPM4j+LIz8fWwp0qkKcYYRsJK+Ni4cSzHyZMWFz+jdvNo98RQG0ah8qhr1
SLVLV6X7SU01NgQ6BfiWYw90/7bsDMahAjfOTIdxll3dvIYzxDOlSeyKTHkAtIBEnmfQVOYC6Bit
0wdWQ/3Rsa27RjHztkT9SasTmdDdWz+kDB8mvJBxQF21Wpp2iE9eXGLkqD/YjwoZeixx9Dcbe4Ut
8JFNzrptKdXaEvEfH3yHVGVZ00pJd+upHGcKKNEltV4/XZ5JUZMuA0iRcY2TpGRIFiU78AWDfQJA
9WQP7TXtB/N38o29aFBJ6uAaa5hpXcGOCpMozrz1zXDs8xKUdmQGRruthU/HBIFNUBl0SfJbhGbk
LhfdOrsgpKSUXRC1p/MmtHFVzfRzGktyl1AFsJ2CDML29K3oxjeDJVASIO8vnkUpmoc3YQU3ChqR
/SAWCONCa1x2ZzbZl7D706CTQ3MdBe3hkCy87Ll+d8qWDhLKuGw40iMM9DZDaf+94Bjtls16bQu9
oyn0yO0USzYJUZjLQ9jXd1iHiPmkEXzObWtXZCeoLGEf9cObId8vJXph8Utych9HTbKAw3phGEie
w15UHO6DFu8/ufG5fQ8akp6tcZBTc67V8hLAeEjE8OSFEh9BOn2TXvIEMYtLwmaPs5AWwAW2lthX
Cw6T8451CQpUm8ej6VuRLv3kUjoVxibKvNJ1xVJN8VlKE/XqDvYGz0e3tdDzt+iKDzb5N2apJLvD
9kX7cT/edaxbLAQRou3hWQ/1E9HhmL/wyXTJeFDQwkZivoTzdGnN5bDW/kMzYGri8JKx0NvgbcDa
7bKsAqmyTdb+buCETDnjcG3b5HFTZohZHtlADdyPx0DfBxdc5uwienavhbumRzu3flTwbiCt1PGK
Gb5OB36J2DhFdQnRNMOU9hWYOq88RakFMneuPf3INK7HBP/dHjzgnZuoL6182qtGbEjlD8A0z8vg
21FNXPIht+mMt5iQDXe6UVS3n3JhvvHHpjyCriSsNsroq2TSosqPFNKXk7Z7WkhOWUWeLQjU3mlY
QhfuFCPARwXlF2yFWdHAmfkcB9hEeNbPulQfjoTxSsPLHbRjRmeOr3uINcV+RvMSzsKByttVqv4M
a/UcSHFu7SyuOiZL+rqpTmbbu2j9gkRW7fAgsVojkg0ou6N+rr7D2BWHeFIYjnGdieFn24NoX0ec
ssJPGdF0NLj5zWo12z7RcTVMLDJ0cGsPWt7bYMQfqYDTatqO2eKrfVOkdnVYWSSF5IN6cesAJdTP
2COw19fZaPYHbnZc/sa6lObXlLFwokdmXQ64dKHAoaVzOsuoHGyxLoXwJcxM3490iOxrrxp2busO
CHZAo/lNdF3RR/5sZtMDELRcHTsN5Cbjd560YTw3nvpBFXyT3UwuwlzGcXW6lxNnsMjJVomftXQo
DGY3TjPsTWiDBf0g1vWdfQQ2WjeXmXqZB+AamJcrq0fndyaSJwHMjJEYM7UTPxV8qsh2J67zZOxU
9eTMCYdHZ0CNkASWjtoTiXcgfMsaxw1q+4leOYWwN9V7zqHesveGwERwNoG+EIEiScrpEdMSI9ok
zyS/pfoEd4FLtmnaWu0KrN7zHosnhwQQd4oi5TItt3LRz007MBADNgImQzwbAgqbvNW8QIHzH9IG
5xX+WFSnTe1NJRvUWjkVGwo6YtnX74ahonepXBzMvzU+fxKmZivY5wMLu9P4lkkjVtWYUuba92cg
eOnvxZyuulW1aZexnNwhjfjY8cgWjIHTphwra97rdKwFZT9dSuNcT+nGcajyYDqLgfWjqEdIaeS6
DGAE2HFXp4ArYNXHYC4sEjayCalw6ahMwxfX+xViwXJJF8yPne0ZEhKLizEkELYBGSTNqYj1aou2
MzGKejN4whsptGSKv5P1eF1qBXRxFdCr+mtReJC8zF4ffFB+2VI+XlsF0Oo2y6BgGdx6fHODiHzc
k9tQr5SJWwqfr2BcseEeWKgPw4z/Do99RqbLXvYmqbFNpY0qchISBzJd6yiphuo+t4L2YDvBJSOR
s/Dzan2CKq2R9Xu5H4s15AZNm1PnOpc8TSRNZSha/lp+wsIuCAqtw4HCSu9slY0Z0cfzBlqX29HA
ww4VGBBp1eodYpfC1z7xlM3mfSgbZ++PlEwYcBw2YzMnmMhHUrBk/ekQWg7agfKXpBQTjVX3ABAA
TQUydmw5vRu5ZCvjWgRFXHf1yAM0HdBUKMJitN5e4ws/lLGOr1a/pjCovcI4EdXlalKifCgHaW8T
ZaqDM/UvLIr742xSm7u9Sp5UZGuiHx1mgqQwvCfbt/pzhac6noS6LmpqfUrcNT+ENh4HYzrYiiit
TBifTWt8bNLgxh6Hk1ajGU1GSQbZA15DwTLHSmd+zbT707Gz6XbIoNRvnHy6lIb1SmJviV0NI4VF
AuFSHxZxU9Br2Dgd1Dp6hfn1IeC0qtvTcLTBOzxuw6kmXjpD5x4JrmxZ07G7oVIIhmVwsJkGtpMu
w10uq/pRgGN9IBpx9seRZcLAAYbaUco216WL/dYo97UzpQdUJ4zMeLd3qZ1mz1RSXbAufgVTAunF
nU4lG8cdERN331vC/UrQDuIiJ8iwemlA1NLjUy/YHeM4cbCp6eXoYG8/Vhp7rF+7+T32bVy/Szoc
cVq9jbQnHnIueHTBnt9/BwPEHFteH7jyt77dsiMVIZVA7TBsDUrgMPgbvMMzLPyRQyAGGh6rtJwP
/RY9zXyooLvFSoKjYflk7Ih8TnvXEkbcEA6veMYQC07wAkn4Ia3E6jkOKCvSQHY1NBqUXkpBpw4G
rHAl2rWU+NIoFUnLnmlkna9s+IknB+xodep6njA6oeKWXMbd2K8lhcAZhwKnvYYdYuXDEwWFb+yc
iXNgH6ico5857ZVdZlT9rGQyCTQ9LotPX1SpTcbh2Qz2HrpOZDHfUkAoHWCbuGyQ0cIKNF/9mlFq
wenUyFDNxCNRdYo2YSpgaEs/Ot/A3SpbqtexMX2zu2qJySmauybLXhOZLliiLRfs4tJsskTgyGL0
q67qBvInUuc9BAZoHvjBnjmeO8+smfyYYTF90b7zMMv8C38LPjpdv1SWfPEXVR+asv6QdFA9OHg9
b3DhTtcZeiUuYY9nRhY4gEOyXjKTGl/JjpGCMlqUQ5lPGyCvPJ7Wsn3UflhEVPgp0IohwA5vWpK3
NWVmJXUgTuhh6qGecXtR9SY/a/RkbHZUv5FEXXXsh5W9GWZP7pNKbAm/dRvfbOdd0AF3cyk15SDP
aYNyzfQTWN1jWQ4skUzDIwXqJbumaH5UpTnetLjh5YQgkRhJc08JmNymebabWQtUrqVeU9VXEd0k
ePVEq8CH9j1PkBq7Vp1xYAJbyDJtOju+Dz+RpDcrPMuPk4Fj61Rh/e1dK/aEvivTuX+wVHhDwkJG
15UZA6p8Y5GUnj01yW05Dc4TQUD0habLt/asH0nanGpepJHH0QM+2pJFna2q2B+hxLem+atM0fip
YH5Ry3ppg/wI4vKnA2eMkC/kMSrviGIR7NgsPuzQphurvV8E/m03LPc9dcPtNpUOncjafyYRMBxd
Atj3mAAoruBqi3Ro5LTneiO96jXdMvBlY9LaAOuz5QLiVRxLj5sfAr//jqzIX2MW9jkzqhsFb3pD
Iddwk2hJN3hDFinxocbMdfOJd4F+ZuHPzmHojPWGfWd4b5B93+qWqnLfMqxL3+Ey9Ae7OJKwwn4t
Az94CFI2yYRXp1duvOHqWJ2ut/F72073ZlO/cjW8ZD2Mw2AR3wuW6lE6sapNlMOxVuETHNPqE7yE
8ci2vrrlxBQFPHn4JfD0B4dHbmVqk8PAazm2ILIfDZc+YsqCq+/Dkr3mpvUTfqrDaX15Mx1Jfsy3
HJvMqj8fsqDHeRcQbhEyeaFP+Hoq0oec3/ce1qR/bN0An3MXEpNZ+5GkbaZ/LFDHKCpmRTPznV7s
PFvZJs74EGtGG56fVBDneTs+CKDge451MwW7xrecshzyml4OhBSV28vqGrUQo/aeo4Q4cvs4Wyu3
vcNq+91N7chPghzp0ayD7sUYqHNNsiVqaUw8FD5T/drX7X7GxR+tbuXuJpQKHKW+w+ONmGdBFSE1
Es4SNzB2aJTOG3x0xlnMRZQF4jyPzXMfjC+V7co4YDt8MbUoLl4mztws+cnKJ4dzGIXtQTF+uSOZ
6aKAKNLPyGLrAIS46xE/QyXTs01vmuNiJqbnk3RfeDPlqDihGZfX3JlTD5R9Y67D3hdssmXyzsm1
zsY2GGO5Y6xxPvSJ512AeBJ7HxAAOhqt/pcunv9hEvOc/9Ekhj3oX54/p7z8r8ix37/mT4uYC3oH
cpjpc7T93SP2D5iP4/xm+fwPsRee6h8wsj8tYn9wfkwek8K5cvHt/2T52NZv/DkmU2tg4ewStvhb
FrG/lg4Im2Ilz2YBGZpQxgNLXHlk/4U35nJp2sG6kDgOdY8Jn/+GQ+qKY/YXzqqsAxRCaRR1nVYh
r3FhL2XbTVpaFz4yKg5liX+3Up73+PdNh/+vMZ+w22GzQ5uD0u5b+Aeu2KT/3l7479+Xn38B1f1f
v/6Pq+jaWPQnAkr8Fjg2HkHbtG1heiaXxj+MheYfF1QYuFxolunBkmf9MmT/9q/hbw5AemFaPuw7
kPXi72Hq/slWSJmoa1kUcjD1BniLxT/hn+bUY9/WDh9LPbc0C7OE6tSWlISJdjdLgXZDOLtuj9k1
JqOcRZ2IcVJXv5VVq4JHYL8pfEtH6bJVH03fqAbaZS6ViFQpKHmMOjNzxdf//5eUZ/6PD59/r4dP
9TXkX39pN/j9i/64bqyAj+bPEsbf//8/aGG++ZvHlQqZlUs1tMAg/ce1wjr7NwBi1vWxYAscW/y7
v0MLM7k6/2JD9WHrg07yKcJBXIH+HP7T9dKiPNhtEVxt4ONS9squTlJavK8sIL+OSmx4sjh/WljQ
ONx+taLPB/M+QT0zHnyjY4zuNpTFVayuErjGrh03MnXYzTtZ2rISLgNaDbsTbH7MkLdmjiRHrh9C
Lls3zgKDs1elXt35qce0WxjxanTjrE84PWsQY2nAJceKinVssEHxA3irJmOgaWSYrflCE6MFbyFk
/XKAPrSoH2Y/6CpeKgDzX4Or8Sak6bBUuF5X1cawdJS9b7F6VM2JltoU5zgFfQb48KQFk0tDu8u2
hZAlB3y8UJASOgrmM2YFhi6mid0Yepz/Ut3JW3LtnBb6vER0vSLXu+arn51qeFvZEjzy4ZFOn8pR
sNewJjtjQ9yE05vsic9YQZpGbjaFEFbTJQTGKDBoPoTaa1/4G9hBhl17OxtZQPlg4WS0E9uJz8Ep
gcqD0ZdqhTqEZLtP1KB/lKHTDeelyvz7fk2gM5NZbKDjuKuBDE6BhX4fwrI70rJhxWvvu59yULjb
8sW/VoM51DIYFSnn/UyGnWitZb1qvPFLnAvXXAQhDfJm8DUKTrDzwMhbmyV9aFLT5grf0WWjn6nm
bao4pA3jQv4vWSvOWeE4082HHtTvpr5KOMDRhpw0YOhJu9Mbfyi8norv2XCEaz8x8nbyFaCYUfzq
CXSRIAbhRqcR1Q3izijxJ/Dsga1GIoTH9RFf8VjwSRPfP6uA9fl3k+KxfTBYiBsgDQiaeykbNpcw
G7LOEwyYkoB+RiP2JsPQGnW+NO7gfeRRT7gUx4xgzlsot8jCSd6vC7IRzV9Z9RF0mvmqsQt3S6k6
iTuXxcaWyYz00Ix9gCF/VjhhGMhYDC3OcaYH4M0mOEuPJeMnYX4emi9V0E/3vAIw9Hrtmj+vikZI
/HBqmH/VVotjxXOaST8ADJPb1W6mnvZgOhWgUtlL1ySxQ7FjFtdZvxz6JbWDaHDmCi8dnIsbS1F6
nK2VAspUlRwmfU4B5rmW/BHnXAn277gv0yuDK+tDqE2YsIOhjSsEy5okrW5e/aaq9Se9B84Ontl6
wNdK7eVoZEx+tT0l9k/uYFAe9ZyciKT2xk1GhqQ/QLbXyL54iqHH24V6Rd33s/s5Y43KktiJe2D9
u768Goq71tU/J+Blb+GaVwfbG4x3ajFlsrWTlTcNiOvyMoAHfgoBGdD+MdZWlGC62zUsw7k4Rzzo
ePQQMxBQXT75jIXPlgom1JCUBcy8MTrhMaZPLg0l4Thh/8RjhqK0pkUDPJDuApSgNTisE14wPV+l
8GREer24rZWaD/D5gBINXinSL99x1FvpFGV7xjSEoTg1dC93iyFYmo6w+bMIrsl6mOwaiyZoWDu5
md28vOAgzR8tYAlvVFA2L8NiT2+LXMJIVvjt0CKHFMX9/3B0Zstx41gQ/SJEkOAGvtZepdK+WPIL
Q2rb3HeQBPH1c2r6YSJ6om3LVSSWvJknZYkNJgVqWmxX3Lz1vkFq37uYsi52Nv6R4s/0CWOydI/p
NFJghvhBLF90NxtdIdSV/EBxLzmlkqgu4uF+pADrl1pa/tmQPiv1LsrmkqtxzaQxxOn0EPlpMm+G
JDSHFmf1/ZiNqt/5tWpaiDVeTy4fSwXDb8sVVk2DYjZZpQ/KKWvgjq0vD7oTjfw9+Eg9MM36G1el
Ze3YzqMgfDZbHAAYLsjR426hjzpdCA0GbIvM6+Yiul/6OfhIFMs33lg7j5j1V6YmppcjmXgXnRqX
uQm+5NAWT7ZL8Xsy3wQSHbTGDegDZXhITsLUkPXW8VoMiXltoxhdeSSXs3MwGb1kDD4eG1LpH4C1
evGP3I0qd1zkCf+uDITDhvWW+DUTfAR8knfJrcxuhTPATpbTxM1kprXJx1h7OXnJNXb6pz5kidn0
xUAuclmkXp6jgNndSTYL+eY8D35boPndlj9jcbYO9SgxAIGiPzWZ6XZuk/L1ITJmtFnOwm/AiQgv
prdhHgyI9yDKX0JtBOP4rim/6DiAiZLUAySCpI1uKIWkfQ6DDiMU7c56NzuQNFuFxICLJPCf40iw
khPqT78iYpLv8BYksfCGKMnfcXSDz4x1icIraW5goqo6OreXCeqbqg8jryfoFJUx5Qv0rRm+YGr2
2AU0MewJL2T3KZ1z6LXhvMRkDiMcuQxEGu8U9wjpp7GNNFpjPmTMDDV0758+HG9/BPFnnIFlgV5b
Dp17GmdqSJCKmYmRbQP5hhLUBNRR9Nzk2d7HwB8rF1ijyev4DSqvT6wPMthmGBjDoE5rRExCYsAX
+NGGpD4untPaSxQFy6PKW8WcoBJNdzBhcLOmTKzxnHR1BjShceqFlc9jyOBm2sNFgfg3aZYIycSf
ALff1xMc/KJ1D1RNzhc1jkbyWYkwPacTZtgNnuva+aH/xSl7XOBs0GTAs2Q9sMe7TwbJmRKdMY2W
R85MK8tfUR0Xq/m00irnzFNQJoWsgapyzNoJLzEpNtpzEJgK9+TRu8KsP6aEBXpZgpqeY/2t3mOg
AmbfC2cat3pJCuhHsovBjHnlg1jqiqhGh+Gdv1RTD9uB7EWDdb9IsVhEfAhHttzlLHqvpc9VUNjG
nsTXFFdpmtxgjHjFS5kxSevDJNbnLrAuvlqwLP81rh3SE8Gg4SZ/rHp+mcp6qcCXxuUTURWIEZ5s
OnPCZkt7W4ul4FlmhEy2wRSzcruA838xNNR4xXx22vekXJ03p7P8aFPhx+/OYHl6o6pqXjLyvb8Z
AoivAkNfd5/MYLMeaWsg3YowusCmKAgIauq/872Ucn7qF1uzGZeLFzG2KqP8V5lm6U+dJz4VU3pq
EMXLJPWvk5AEypUVeL3mYSASDGWUrDHuIO8Pv1PMSMDkzQue094cTZRyKpFMJj9x4zpwRUuHBOCO
+TmFcAEILrNT2lvPWjgBALLRruU2C+js2tC10GFBj23hMZbp/N8dBaZyOxCoEofFEaaGw6NTdOta
meXVymH5Y3NIb6vbsEI2s9FMldz+Ro2F2oG6h7L4PBNwJO6VuZ15XykP6fZjYGMeX8Kq8SHx0pDO
ngWNlq+YINAiyvA08FI9W+Kc3wBbQakiPyJUllM7ALUFOc7PJ6YSiZYuabEZJjiRPPg4NMF9+zNj
+gxJhHNuEXWXAZBfgyNaxe3d4PSeIFIAzC8k9x4vCb63Ti7jDiPa8kbra4kDHpF2G5lK7MZxnDGc
NjD1tgqdnyP4otXrLLVwL43xy3xXOk7THuamIHLsSul4D6tNOJpUY9bTlcMo4r6tUnxeUFyT8V67
fvs94VPjDMJfP9uurkx/YHyk+iloKBG5aOCrx5WSg5eBpwc6elDTfQ3BNrfprp5Uc6PWOP0Llk7b
Y48PLYsk8DfhEplQfRwiwXvBe2+XMd3KYMjuxiCN1HYOCTEdvZjBB9psjWkzi9TykzQicC8mll6z
7Xq4l8wH5/hdkykWh9lt5DXgyAWVgWkzyqsVDHHc5RZNYZgY9ttFL2irIVsSkJ40QI1cjQOjjXGY
ucDyWgAdBh2W9yipsYf1WA1ftBkZvzXCkgBuXAdnjo8382asy51D77Pi83XMwTWpCjfgsWD8fQDL
1f0j1IM/d1nD4K297ai0zXfpA1kxL/8KqcwlHe43kOJV0GXyqeyw2h9SRS/RJWqk+qkhwfcbE+Dy
iyDg3aJ/mq5ddmWcYD4Fqr+9plnEHdsuhskyHaLxSeGj/kvfDHo6h+fpvjfcE85EC6PpzrEi/TZt
l2GtG8LnGk9OfmhaP5vxdCz5PddOwBz87rStt6PktVjhiOaU4FISd5WLaty7tagxuE10AP3Bq0HV
hJpSp/zxIW/Nf5w0gZZTdEjpN17awolzCesfmoLWY4bN8m4evPwSworgoJamP1EZ9JSYjXXwyzNK
k5N0RPYhIhvO/C5t/RzOefTB35nqo7BjPdjkXQzdqqvHGdhKXTJD6pNWv8+Olvh+Ah1He1alfNpS
NFd7924sAuL4uan6jwUrYP5WTt6c7UKUq/LFOGs9XOgIyYETtCl3vm1jVVmd0dkd537BWD3tOxxY
cBISMHpQtbzs0yvaMT3SFri++Y11nH3nigVX66CK+UEiy/+eJB8yzNpMalptJrumR4vQbmjaiQrz
d3F0F0B2Lkne1Na4t2aB+ZhjM3iZbOR8uErJdxq4pnPtEGb58Bl/7Eh16y+P/Uk9F0Njp82sgoVn
OlTOjqoiy4Ga7pNiq3SbY2VZYCud08jrBSZbfOPxDTxnwrQ8RUOjjnkg5n3iZxHcgDK5dw0KuUNR
9Idw6pqnEoGcKGTT04CNgwvRc+YIt8NgGk+bkOvbU2hDF4JSbj1NA4PvWUhCOeVZJZYWqPolvJFb
RUBMDQCAN46hmOunsGpPTr+uV605BUGtplkvZe+SdD+1LXG7Xg1htE2Q8Hqk/o43uokxzf/KeBaa
+y5wuVKYkSsvoBJaS4iaBsVbDXx8ZajoSy7CS4itlsbnY9KM5lwLVRLskVyOyfC8GqdJnIfChKQa
8zh8BPTR3/uubrhAGOaDol4pGAgjp06+6dPl5gIRbHxsQ9qAs0nlzSVoffOAgcFMXy1u7QtFb/1F
VmuU3Sk1zndTNdo/lnlntNfkEx6q1J+PJk47yNDFXIxb8jKF2hFetS+NhMuAUTeP120YG/1amqKL
N7IgasUkDfDvVmfZ+McGeHkSL5rDywiDyN92OG4w/OdR/B6Sg3q9kS8YE3J72VhLJ9kmwdKXHie/
Wb8DsbqvYvHdj3wV6TYdrLD7CqjfsVWS4KVZsoWjbS85lMnCPkBW4hu1Sq9kScox4XQZQpIhwsAp
GODQhKWFdqejaLIF/5WrjjGw55gKe81MvVlHddaZ8fbUUWbmOskpIKEEcYgECPlMCD6GJFpeDDNj
Njevtk43jiSgs0SUn1gx+OIchSS6I8Gj5LPbc4p94lKtkr9gWNPPdAm4cxqe0gt9pO1LIZNp4Ure
d82Oc6BuHls3vUGmTRXLvdSOc7G15wzwA+ruP7wTfvSpxRzSCjSp0Ae0WXW3q6q8L7m1mhd2tOB3
7xUOeNXZo/8GN8RnE7dqvQzuwPQoD+JnilSGZjuVQ/mqrOzDfbni1zqljEqjrc2X6S4gcsiHvbSh
f06ipv20fhT0WDTy5Cm1ZFA2eTVy44nZSDghs+OfbDyrdxPzcu3HxV+ruzKL9HwGrSGiXSHF/B2Y
wLv3Qgx+dE97D36+zP9Z3++qY4umBOImTqkTmtNfaZc4eDjkAp7EA10FbM8NTtAZcXSSegle6wVn
aR4xawY+lnfjA0fi6MB+H7vHNkzthoUVikxOZIb2Uhq3hmeny3G1MxAVOTawhifH1WKhXmoFyMLe
3IfBhLzd6MdsQk2YwtLLXnM3xuTCI+YxXNfDXU6bAQ1JRRBFF7dZ1avncPbhbaHPOUjLs59GyXMg
lHpyPJAcOzr86hAjOgxjTSH5JQ4KpnWQLdqDWdvynSxGfcLY1WUbm3LpPUwLE2n25aj/XSeqcj90
GC3yjk4YEvt83xC5U3xw54mlinhLdZMjCOLEQItpD8E5yTHiNSssGSC84y0Ay6myz4nOit+CkSE/
EXLD/ZBUXP5jH+jgQWiCoxANxXwSoLf4uBYlvjhSgQ5jItT86djMyOpMHUBxOXBbF2KgL0BS3I6z
LEYoKeI2uQCSjiQB2My9z4pkDvCYE2iscGdXzfBO7XSHEczCv/vX0pLypNiVVvzklHPC8ECeW2ra
Zm0isvkXgRCYhl22+DhdHODpQ1DlJJ5sHS70dg2sUQ9R4elqR5imuu90UDfvXpb7eCM8c6u4Y5EK
8fHjbMELCgEazVeGw9+uge/K9Etlh26g+e+Q+eONrAlZXsbPwEiTgugT45GnFqej3tVrog9pySV3
41u4d2se4qkE/ONthuDmaQEt2BCsXMfmGtbdLTW+MGj2UCn/FKgs5U5F3H8Py2TJWOB5iq8c8rtT
KFPY2zkq9SOv8vpeJ8nyopMUJWDICbdyJ8f5mRNhqghEtv5xbRQYULDPWJsSAZW3aDz/00RheSWb
dlsFw3GipXPlAdkvcVaqE2aBiU4rdCiDH5dXbYftpfrEOQgqaRZKP2G+1+9ZhW19G1tQC2eFeZ4k
pZ/kb3U2w4yHBjjHu8FC1twNQx3O1zxjON3NjvO7GsscyjHFDdNpHdd5eV9dNf2eO1V/Li20vjrz
cH77JP04WXjrRTgmQE/ql+k9WzVr5uT0zrr3eqWwD/i0V9BPH69HltOmfU5KEUNoXAmCPftVjPwG
UpjF28S9+i7IFGD0TXUOazSqOnId3XKsw675Dck/vYqwXncFEPx9DJadlBQp7u04hwsZP2cNTnkG
xYqgYIiBeOgIbE49LFvEtOxYFb04Kk+LazNpc5qbKTiHgxs8zm3s/C6HZb7y9+oeM0+K05wRBC9a
OkqPTeaK6RiuIvjbKHxDeJ70eprWsDuSSkz/YgHz38veNtl9Y1oDguxmAyrqqnlOiRScEk0bM8UX
w3hxR/qNt6kUIHsdGK2EPEf8eRzfcwQFr5J63AwmU/95lfV/+lKQLkCePfdUqvSbnMrBg1eucL3o
RW8kTrpZFweX9O1viRjPa4R153lI6Em4IGm2/iWn+RqrOvAes49pz1S7WhfjSauZdseYrKUD5yy2
3kFLWmePlT+3IzqAHL1dReyNzb9tV872rp/hxKXW8VeDc8LfAoBekP5w610h0fbRX4RGWD4JIAdy
IESe5kNdTkjPA6sZdqAlPi6GM68nTPeQ9hVURuTYdDnQq6rRE4SHH4i7OqzOVRC9CacwfZ6L6WZm
DSlBwZnchTixUi2R25Wsntp1mj4TYlNveZ+FOctWxiACH5ICqE4L9/TkZwAD1Myhz2xt59eoa1WW
508zpRXPQcZ+8eB3NRi6YVwz5x/rXvJpA0qXwboX6n4uevmEws5X4NXiRGUCSQzpemRU28SXlyDv
iu6Lflj1PQVRdZ9UbbQPSlgXcQeqmHyC4oRqxaxOrlcvxW7g4Fkf5uUmWzojoJATC424ruVYNxTb
J9haRp2VjyHE1+fKZGtzEb2q/U0eduqbghrp7itKQNhlyBXs8i4pD4GP6s+gCe9YB5U+2s55g6Pa
6j40m7IsFXsLrmO1bYkoEZfnPzevOkrLYy1VcFn7avy2duXl9W/c91SGQsExEN4piEU871Qo8jt6
Q4hwM8MYf2da7VogUqDZUzojYcbtSojtZ/gdN9zfMqyHTnni7+StyClzw0Jq8wFRhmv2RBQC225L
dsRff7DSqGvujAKtV3Tm0Z0r/79UTu3J9gLz+wBVYfGrOjkks0iugRQEpiKGN9lxLHryYxZrc7EP
QLZuy4qWrRdqJ4poP2OOlYd+cJAJbGUK/KVO9T4Ahb2lGOJ/TqGdl7QN2l9VagkZF3Pc/co1sXe0
XlGXe8dQUjoqQQEJIqXzb/DD9R7p3Gsv3iw5d4fNqg2rYeW3J8xQxHW46FgaWVaUt2ekESI4QOfT
p6jLwEpVazyauwxEZEbLUasfPdrD1VtDs3v/FLidTtj3sZI/3XBDR+QOTx3XPOq52rfBcqf9gMRc
quB+HRXEQ4INwLTg0gdNsBsYu0xcqyCNHzVw0pRFOGHcFZaAMp15Ut5XRrA82hOmxOtdWDl3u9YV
Htbfig4mKDUghamxYPu7G3KntiD74rHCsJ4lt4pFIlc+0XW/+S+xCoZNNcxLC1k5osmA+7Ci66Th
QWTJK7NfsU81yN0g5unV64rZpUtCwL7QHbcuuhtJxrGZ+KS1y+I1K7MFEg80Es68hZp3IQ6DPXdC
mpeAoPS0oqq6DdCkhVcEWO4nOudz0OxrEW8CQU8EYawKdXcbZv1yXHj7X62jHHpg+PPnzTo3w7CN
tKCVFRH1J/ZyMGND1kef/NqJegWvO98cqEdmS9O3lVqS5B7XN3znjKmwv0v8kl6qSbZ0noW5MhtD
oQj50OqjWuJFXFXUZP1z4KdMPcGxy5BBXdi+USEcPodDOzeXsvBBjFk7Rtd17vFGc4YE7oMdXESn
LpHQ3BMs5jc/RRdNX8mYyPa3n462/mvBZK4sRHjVdr6bFw2uWjrhnr14UcvWZjSds+uXevkzNHE3
b20y+WpPpQlGNPxstOX2ZIzFdoUi/R86FXIZB5blu9MeMd2Wj3Pj+tFyD3FHZw8rGbEtSA5a0aGi
4+irvbFxCeisQfUVjn34LfXK5QyyB8h/IuQ/dFtotfGLqRvJmbUlrLwBmTw9cw/3LlMhp3wbhJIh
RyOBwEGKjO6rsDHZtl4nmtV7Qn6PzBsckLQdqsgbG000oPKEMGz5IYHgGFSN6R3nQWIvztzWxwAI
cvgADC5mTEmpFGlcz+puvpcyp8LIRWEcDzRP3bR1dI93GgB5Sm06T//g01h5IZHQZhe+VP+OYYM7
b/p6oDpwLLUFNEyOx30zISDIy9L2/W1XXtuvhMk8Oun/BffbT0pCL8QpfzDLMuHwa2uMlrG7fnY1
ptA7oIpjdqlYLeaz6fPFPeNNzs5hL9aQaR06hafg8Pwgrov9FHfS7GLaW3wiBW15bwOSRVyOKEwq
4UfdvgXu8gOi7Z2oYizXIZF9RV3yF7bFYIYC3vtEyxxzzjl1ApIwXBGSro/GN+Ixq9pPsKcgiNDF
U53dUJhtYGZ3v1Suc8dEtvu1knDl7TXzGuPdLnv3npCU+1L60C93LdcHzsHrGoQ7kZmRFIKPy9cx
TfWu8SE7JMqoz9lVTIfgjOAT+jRt2d9xFGdwZnzohxXH3bB6l2q1385EtLgIcSx8sO+BvYmZUNT5
1RACsO6Jw42zkM7w0aI/06rO8kNN5Dh8tNyuuNlHY7seinaY8lduqpHEYc/R75SkaDqE4+N6tr/H
0XoBTlRASvk1nQzoI84RRRzuxyTjFnetJ6mWYu8P3Uz3sqXEKIyPBZCR5CuKyA7tCL+M2v8xA3UA
Gw4saDCwbtT8TFoq7ixtjWOd0vZCpXiEWqk7e/EH1x9Z/VM/mO6yudKqpUTd9WVzzngzl88yyFP5
1LZzlH+GdEpXmACIy+Ph4M0ABEvtnCMepORmvRvDftZHktiY3mucn84RqEOP4M2cJv6S4xS32G1z
blEwdaQDNEZMpMyOHV0qYKYThOnD4t9it21hhvG1ZwBTMt8tmQERHaTSOeECDSQZXFRGGZHZtkHg
UwYJ57hNsS8TYRXZThJnjftjjCid3XLh7nKij4IT3gMIyKj9AUaWcMpfjW2prBG55lAcSbQkHhc/
WK6UBlfUEQmGZVwR0LD7p9qA23+ay6wgldz3VZJSpYUtJ9oZ3/FnEJljBfVqYzpktpPg7tqS6HGq
qTymeeVySDaI8+5W1asmuY9kDSqcDqn8DhJOnz2ycmjO04x2GQfWuryRUsBLtkuw5WMcAwCnbt/K
jVyWaoQm1uilJRFUmQ7eVJ7rOfrb+tEQvbuKIoArF9m+3i8NXQU7es0inyKKIbJ3fTJVbI9Oolyw
4RX68kcrilrvFZyNZs+wn8WtCbCOnPGvu+UDQppH9Y8eFojXmdLJsa2SOP5L4xYg9B0OpoAGpzgO
oevQxLzGMJxMcLMDtTQ9B8ue4dUSXUJTQp+/RWfRBBkT0+D56GXmFlcza1UU3ok2l2y8w0Cm4cqH
XIo5OuMfyf8MBbOx22G9GUkdW5BwMiD+C+19wd3Xpa59pTnRC45YaZjFc1LSvnOEPbxCxV6xmAxU
l/WwvEmu43bZthF0j61Wvp7uIIrScZYl2LeiM9ML3Z6iGK43GcXW8Yi0VDP02CEtkaNaXa3q6MDB
GZIja8NCZnFweIl2o+gZB1flKpa/jGCqIT14ahIw7AgCA+izeEmelyU3zr9CUU37Bm3N6X76VDBY
+RfklJQxGGwImUNJCjsbb1NP5m1B1qxzUnYiJ2AHvfUBikGQLexvUJnFAxZb4S8ZDoI2EfBLBVIw
Qzl0vU2XrhUlsNDGGM7KITOXWa2heCCDUrZbY90yfoq9uGEbpZdEBN127Jaife3BmsYw6EMi39lA
JeK1ymtOqEGiSftq7PHyuwgppIFDgprl3qXlCEV1KoMh+jdSsQaGIae9fi8Rl0f4YFZKMruVKaf7
ufWbN0dyWd5CnYirn8I4uj2sesUYTAjUIp40jI+zMnXbszU4Ed4mT9eJpktSBAVcj17Iw9wzKNhP
NDZRzUD4Md7jDZvSz7biEHT2M2HE79uMIDyPbNjRF8tjp7dqqbryg0K5dXgYe7AjcG2g5cx0zXSp
vYtrMxImkI2kAmrKWevYLabCzLfLhJIHWsLzroWMpTJ7iMfU8XfVUK2CrdJm5luFYyq/NGJocEWI
4vC8iR22gNfKD28ZLy4PAtqxS3AaMrOF71GxYkUMkpkKxjFTVAgvTUVTyAQJHDG/rsEDi8ZRdChF
1k0rwmYce+MLWk6rz1T1Bfaz87nXXnqRUPaOl2ro4103r50549OR/f0MnEn9439XLlqOD731QUVM
oShaoI+0uRBKKpZ9LVeeSK4+iaIPoKCL4JCjhSUHzIll9UJdRLqlGJRbAmuiCAncsA/P3Cq8aiFH
0SR8NA8N46v4V9i0/UrXXzivI51wqVdfRqwLyVG6rNVPJuRfTpHjQDzeFCSBISmAglOcseIMB8GT
7tkwt9Yf0gFRZ5VDcg6XtK0P1eICSoeh3XgvrB+YKo7M2W39UpR1Vu3WOdcs52NV1+s1FWp2OHvP
eQ3JE3zh9OFXWrR/5zpz0r9h10/lCytyyySq88dkN7DWSOIyuvcPCJWlBmBKlOZkUxSm74iuzCg4
lBJt6pGHfOnfLXStigbMxR/My5RlmtIKd9F6zxGT+dka2twtN6EbrfUnbAmmqGtbrKm92Kmjl46k
fOn+8yPTkdJ3tHoG1ct6x4zlMUpnSdpKFgE/5GOx1olPk4Jxe9OcCVxPhjyOdqjEQw7s5++5czUW
M84wU8LzNLkd6dxgBT58hwySzT0OrjCIH1er+J7IvCje3//oU7DzTFS1NdV/VAJwKUSGylsd3lJI
Q+tdXVUGhtMLqhW91v00bCUgFgihUxSKPbQ/kA2lhLEs9hWlNfrFzyrbSdqsOOm9yrIl1ppN7KR4
cUxVSYLD8dAUX+EM0K7bq3zBrQkALputOZQOcx6z5ePtKRsI3Ml/4BZF6wleGYwbT/Dt+Lq7EutW
ecJ+ArOtZg9PPxMp4SruO12vKSP9eQw5rM5zpED0+xN/aIyh7rkALBaSzpUOM5YQZ53p+/o98N3V
JUc/en+yJRu+5nz0n2uRUavkZUJfp76jhTfww1v4dXCK+EHQ6IVht8b5PuGKAH18TCCJ2f2gao+r
Ns1/k96HzuC0QEvKOXtJpDe4B6KcZf1Xz8h+j3i55PIlp0XG7D996kdkcCLuefT9JGF9xDI58dBa
CJc5V1rHX68u7eYPpm7zw5D0cBoKLTB1kjWmn8RN6C8fQdCiDLv+8NSAzD/RP8AMfdB9Bj/BDg8G
XxiEUZcgJ/Jhu9NLSaSiKhb74tMi+5iNjK0YxfTF11BSEZDTKXIJvDD30TMHjyZSIb7C0OeXJ7fg
UmiT9KOjVWWXh5nzzXGTTGoZuHcEl+FUzR3tnIad6DC1DP3oivUvgxNUO2ELy1xnzL2nZq7nxywT
Qm4qC8QMpCdIJI/Dw0NqhmYnPevdU3jkMDhGgz63aq5fIbPLbWia6EXeUBWzpZYIMpIjey7dKwY/
VogPqGLTnn7Y6TPCRkwlQ97AxOjSHeQ0cE/JMl5E7Aa0naRD98qliRIgLhcZQ9m4Sa612wsaWCXx
dgTH6pOGDcbKMNL+OVEaro+MdlJOaEPlgz9Ksj8jxe+aNkVT3VbLTP5X+XYgFa5c+gvClZpo/nvM
nWkW8VYE+YOavOJ3TeJs2kC+D94xzOLL8NeQ08E8eechbNQWAGxylaGHxChSjClyyeGdi8F3t6yv
HWbLdsJCA8N9wDQ5jDDyinoPFVGSJbt5c5HVY4R/Q9CfTcGhCp5r5wZ4avQEoocxWlsuw5ujA3y7
/MDZvVeaBXoHbOJNOlT1fVmiy5ypMMDoQo2Cx1A0sh2NuUIuWzUMllKbdX0I9YxTAuTyDXGZ7d1G
Y8VhU5E8Gr3xiLpC38Too6iBXsAYlCtEq0L+n4Y4oicyFUbqLirm8tvMK3Nu6gY7fEBWG98toslx
CDP/CymrPHhjYY6esurAlAyxcPJddIKlyM8GT8bjGjXNZY0zTuvFHMJzolvQ6qu0vKZc7urXSjC0
RzFQFoxYH1R3YPm57fYNKbaMK+N2YbiLUJnVeLzCkrLa1tIPw0THGowESjT2kEh0I0JJctwzKQxu
JYWld7dInylFSXRxJ2RHBxOXedoeKUY55x59AbNTDoQOEWfPCWvPGW5Td4psqc9ZjypZNfV0l/N/
fmKebV7zicupsr63mzWqMHcGlZ3y2lse+6XMr4nK4ns4twu2rzguH9yZWPTBCUPq5eoYS5kXCP9E
k6i4JJHxfxwUnpLlheos/7xKGDUHD4PDe5uI6s0pdfsumxWmshnkvhpdBqPuatMTp1amGsmcBdlV
T+oDyiSHTOqU/JSWlGuHdHKdlgJ4DTgVl4hg1t3n2Fk+Vd/DZRrq0ts3daiI5hBwUCdfky2EmhWU
YIAi3kIIxvXjUGkMRYpNJvN53De1cbPrgJ0lP+jKHWF1qmm6+Dhethz8wEeoweiHkoneZ+Nh5jeg
dkkbZs2B7C3UEhtLYJFgZb54nsu7PKE17Nbd5O8HEZf3XZVEAtZZET5oNie8ncw52SWYSZ1CRVYD
YVQnb0jR9gqkjVm2Qw0WU23ARphJ043Xog6mEjdxllTzU9wpu6uKW2MSMu0h8IroweeIeo0rq3c+
jLlim0NI1U8j3UoDEYK+eCVsvDxFN1bQrbg3PbisOX+hq60dxHTuVsCeom/OXzGwQWo0dmBTxEtD
sOOkQGoTdQd+Umxtb/JfBfvsV15BdGK/ATrAA8y0jTDXwqW6Ck2+mxc9M8oPg/+6IUles264AYM5
uKC0jH0sTx5TDwgX3TibPVKITxURs60nLk4L94Ggfh/xCt95nRe/TUrq4DyiZR2nW/XMo8XmAlkq
9s17SlD3ISXmwoCii59dNKSzY4YFZEdHxB7lXrmHNXF8yr/i9C8GzCB4MpT4vKJAjvBg836KdxNn
14V3NEW+tGvhg4Ecq3k3gKb5G7h2PmdhIC7s/8XwNhS1F+/m3OnbM9wU6pu6COxphA9Tbtrq1rts
ckpz4GcEkLAY54UPt5IHD9+WO/7M4Ovfb44IRTDGZuc2IY6fp2VTH50+ztZjKhPHfta6iwo0ScOv
P/HBV94O/cyf/sCgkozVqpw5IJN93D6OoXNNFJGTn/WKV3pPbrkaF+Ydrc9hMIshtj7qpJgXBMq4
KJ8Th9nD7YbvJiEYuWnlGpk4aexBvZ0X8Fw5hZ9MVNeJSjEp8KuMmLvhczl+R4iSzvA8neQWKhz4
0o00Gs3MW6GTK344rAjMCaE68Zl3vzCS15xWyqmf7jiBxcmmm0LvKTDJ1D6LuPKB60ZqUGdgDZnP
BZK18MIuSOFgMOEASSJiBEDnFfUmRiwACHHAoGyLNBiqj0y4SYaxDvv8gb42YwEPTEAHIu5/eBHj
ePzy84iLomq9AOhI3uk/M5fCbQUATl9Yu8S3w1EDslUw8bcXLYefEeMnL1fPIrIp+7mEfgO3g7bd
wo+yU2KAYyL2588p7Op6awtH+1+d7vv+l8pyHA0Wqny9zQYhEUeFYiDLPsUROEKkze8o1YR/lRT+
zXloZNL3dwTlx/9RdF7LceNQEP0iVoEkwPA6eUYaBStZemHJ8po5AGD++j3z6t2ypRkG3Nvdp8PX
jM4CQBDeGut/NfxMB+sAnz9nVRgG3inuLdWl7GqnA8sMTK+gIOKMV0lXle92oajvGE+otLs+bSgP
wOOrf8jUdD1v6yVwf3WGJeE94svQsGWYbeju6rmlwnfpM0JNezGADa+2aiHiemYLaV4ZSmE2xeBa
Lm4clBnedOHap2wmEe9uumRqsVRp3v/vtA6H/q5bSCr8KNewrgTZyBcCtixe2KClEp6a8ejC5Azi
dJygAGesOzHRvAotyksgCTkh+8iGfEVC3q2jWdWfkkfUUeegelP+GB+gUGOFqL/TdWRmXem3Q68A
ImbIUQE7GWEQLxCxgKmVjY1PmZu3h2EQ5XzvsHwlnpmVVU7vlbbTT6zUXG2TIqnvulkW4XOC/eY/
DMhTcQ76mirjueIFfYvHEb5o0/SnttLyy0FoemhmEZykCor/CsdOF8S1gMLkWCz3uH//E5aq9PVY
hLnffK6zIUPH+ktBMwrwqUIbkGvIzwzFouPBB0lcPGCxarNtxgeY/uhVKnscnBAg7m6i5ZTAG5E7
qBNLlgTVVrfKwX/OSBeL0yAZZelqq4041LVMHGww3jgzBxOhwppVRnGVP1GrOHnHOl77+rfTdwsq
nDYx9KBxDmmpz4WQ4abk2A4eufYgaOF9oii6DNv+vzWMiUZ7FArMpP4mDDnszqHDqmyhPHKkjwnW
lbKWaY92iZ9OuNkMjoQ3MduFtFfOG1mP2Ks5zExj/LdDfARVUd7C+WbK8bAsWMCAODZZDpma1uiC
leXa2/YoJFuYPWlz2EBOaqsYHRrn/XzKTR3H/XaxqgEG37PMu0x0kWXJbgq82lIiXMe34rVCtCEY
Pn8tZa1eqnQZluUuCB3DFoVj17B6O/j/I+56tprN/JBZ0lrtFoFQ6hscqpeSAA97cOgKysUNzKZT
0Eebr8tHYG1nX/whpZQvIKLMZczpJaAkqXFGU53Lspc/K59UxT8lQNnulY4c89kYbAcwd5HoDZZ/
H1OTCSn8Pg8ZfElzsBOc730Gr2nilqjl0jy6rZz4Zwco9O61H7rZeQb9VwTyjWVVEexFZLKYihKW
60xIEjJns1lUa0BQZQTK7unQC/pkV5Egrf/1ZeZ6P/QSoGNCUcLwK6i42tGba551Vaf+hcGXAi8v
ZLHz7NkOP2rr+WK6m3M+nhew8e68h1q6gExOSnlWJRaojWhv+yk9gZ2hOAKrOCk86DdL1bVnGDvh
Hc+kdBuNaFMXfPq4CLt0/ClRFXclXiR/ByvJkmmaikuY0Vl6MDC1D74O3fsWW/v4DW2dZ9De+gW8
J5UNk0thtZSWlyipNBCJS7Bk07nrMuVsPX4+6FKFE/xdi/bWSK5M8RU6fX8cp3WB6OvXoWJVxCKD
i3RBW69MFtySqo7rbtMlgtldTMOBThh6wkDbTWKv5NBfTUXskYdC2zxjgU0uXqfalwVrbMI0aWYK
u3z9u6ezcd61Xis345CS5EWo7aZH3zG4ZBcTuNifcMAOZ/wW613p+4RK8OLCBxoHXpOsiNkQjJux
jtviqIUx/FFJq7ipsuKxjC1DWD97+RPb/aC9k20ycuWLKX9WKs6A6pMrv3oaTwpDNLKpjyQKlNqu
Vjw2A0LqTfrEsU53k/Orc8eIsGtl/O2KJw9SIv3cDTe2LcXZz1ov2tcEY/ShCdDnt2GSdTsKq/MP
3y0oHYuHCNR0VqKkVZjNnQf4YPZYDbjY9nQYAAaLZxzwWGBiOq4jdi0gkWzaHRrpZgM4bMkUR9TN
rtgVSqQogkQzvy5nt/hzzpzuNczqKN0OpHN4DmqoY+faV6N75GUyfS8tWQMyOLh0OsoD3rx4Ee1W
9A5ENQwntbkbcXARBF1juqpG6oe7apZnlr1+dkgsPFDfyZDbCmTw94Bi+ohw8bD8lykSu3c6jMdf
dTYpew6hZL+6UxCyZHGG4qggS7YHETNPHuqwlyebFx58xdqt5aNlk/LUUO130XLS6kGHvbkUFUlB
SC1i19dmPtNXHp+n3gZnBVL7J4xDWIX0K7ZbKcvuiemYr4tW8KE2+4Bkx084pMWpJo154lbJ9kwr
Ewcwy9Ltki/MdmeXWAhBzdKs8bUzmARP2sERcxD+wvmthjsrjw7OVuwyyYSwDmRaHeESGvjFnFN5
aY76vz6dGW2Z4QGyzCvVaa7Ou7uCvTx3c9c7n3GGbPPi1niddsloWXhIIm3kNzJkY97THkND0x+7
Psyn3TRC2Z5BuXJqGku4QZ7CQsC2IB7O7eAqmM8cB14MtXLvna9BFHFfglCqu1pzcvdE/NhO1Nh1
KEhYCHI/eF5cuj+387w0wF1TWg/bwRmeEtizh7V06ssyJmY/yRHf0dAvzzXhx60DroGQx2j6h6Uq
ybVw22kmzormOXcsKI/RHDzQi0OYlMqrHzXX3NZnwbmLPJHTC1fRGOni63Xw+Tt4NwOW5lQdzr3/
NvBgosOzD+UxixzsTXk+UrQz63RgA+xXuIpY9LTibKK+cHaBo2NsBUPSHVfkr4uDNYez90AA+IAb
BoPzGhbcvnnZttuaSCLRpcLDFJiJHj3ZGwK1nHIM4uStpyHilOHJeOeiIJx6MbmH0i/Zk9Fj4vwl
KJ4d4yrIvpTBk0vVifDPULQwxDQ2bMMN8D/sL76ffElyRe+SEkpna3BNXUiYtYdMDXovZBMXnz2F
5C/KU/mKQwCV4l077ny2Wrr+oUEtYjLMPchcXB1gAVSeVX+dYQiedLI61akmAkwrhu9gBu7K6afW
5AYlocfnZunKXY2bGdydnfE1dE7dbYH2iLNGzH0qysU89b1fJb9yVNHHbkB/wc4AsnFTYjhikd/4
2cYbbar2DeMf0CkKUx+saBkAJ8plfoKpWZLvpmmTe9QE7rKm8UOfISQNCGOz4jr1Ba61etNjO30c
6rYvCL1jhXCWGcmQp0HxmmnRFKchEQEVfT41YQQbdojJM+syzNEF9e0vUrkMwD3RLIxg9Zz/m4wF
ru1k7PoheqY8VAmvOLtoIGSYaX8RBw/fwMuSLJhrWaiJo7EmSnls3tojDUGLn8hZiYMJCrq1q+2j
KNw82Kctj42tLpyGLQhHjisJ486ATVqSh5mzy/ukYe1sgl5lfEDJ1GOXZsPlNZw3TF8papnL8RdD
bxZdw75Pz3Vr/PvIM3NxiclSQKBr0e43wdiRThKy9vQHMknBARWVzpxn38zNgeBQjY0XeZWGMGyr
mBVIBIhrwvWhTzgPhm98BNWdDRd1y4OMA9nuWIU7Lxnb8UDlZMieoJAPeD3g/maSqtdzOreWXvOi
+W79mj4W1ubLmf/sP/htg2eWb9HxLjfYpXvtiKs9TLGbXRzf1ieH/pnfzK5Nf7/oeF4olx4VG+6O
tyhpklBOpLVCDTAygO9wofAov69bTdartZSCne089WyeRfkvtw3TRTcr8w9aUCI3OGU0oVe68Xg/
Ua7rXRLKLdrXKewFBwUZp0D76y7JyQWUKFv1qPFCYJ0sTkBTyydHtjI91vUtbTm5EzEqOH+dfgOi
tuZis/R1gLusXlzV/SU0pe8gfFiql0N82zsLlxEWApbVao+Hm9OI8Gh2O5Jgo/gG5EDJYbAeLO0Q
Q0ymBljIjrf29Mjh1ZjfZEZInmNQ89sz4PokOq1yTC/r4sxfgWVdvHSixiUU06a7kPh5vi2Rp986
DBbSaKi8LW0BXvlZLOwvNoyv65uLo4YrGo0X92LCPPbgZbVLoTVxBkxygZ+fDPjx6CDbfrzjV4S+
wIRg/kURbFNvdWEIOxrHX1HlHrT9yoVJgAmT6llZen14I6fjwwct0KXkNLDOpMQQ8ReNyc2ulk3r
Jw/HHA2HqdxPkSZIzyK4o3ie0pnENBjihJ5zny626xStAtqEraQPP1QPBCGOq5ebP14wdM89noSV
ViPJ0pFLAeWf1un6mU7N4FdTWUCZ2HB3fbO4e6cbuz3PF3rBvQivbo+TbH5VI3YMtRb9ES9drH9F
lLxmd1mYZd3R5wVQsHUtl/U8KRAe+5Sa32mHvOTd2xqVyiEbc279TBB4CyGeUiuDehOz/vUtvxh0
ieExwWp3SVmM/zggZH6bDBABL60xIagc4bKpyRodxChuj80MlgMDh2xRfHLnEFhFSS+0dfjIJC/s
dnKAB+6WZSVOAgKGfIwV+YDvd+Cza4lLgIBFDBwVv3SLvLAb0iGibA0WeVizqoCx45Cd58R0xK8B
ED+x08noEagAx1n4NvKWg6JbY/qPG7HJSO+n/QNjpQfCM5LVrxhf5N/JnRXXE4vWjaEk7LhSc3DF
0YK4a6dbr7EouseVHcxZLd541DOlQRyMgRcy2iJe7vlcnJe+V2SmsxW3ahGh+LPa6dv92Ad8rhWT
wF6QTvgtUu7Nf4vorPhyFiyTXr9i9HaXnFM5ueR6N4ajfiR0FJ2tK1gilWMfM0WlQiF0pTEFq9U6
s7Nppm2Pl/vFMNOcrM5GppmsKY45G2HM/GrBFNoZ4zinKnQ5V2hFXv/gEIPrd6tmJ068OuCbVTZS
HJ/KlauMPybdYkFXd1VcP5ixsVfq1ct7fEMEzKrEVVx3hkAxlS2E03RK1CSM+vrCuCn3REKiv3ag
9E8bK/0tLhyT7CcrUEkBbsSkAC10V0XS4FXVyu/eiy6TSEpRONEo7uvqpMKOIG6Z2YrnQkRQHrG4
CUBLh36eHjpXAhBgrKEKJUQAqF5d06sIQZVvDykeleE0+qGN9m7YuNV26P0sPtWsktt9BZ4F60uI
qk4Wdgxi7WLnpk0asCckFcRmVaXHztHCfSJnOozXgTzJY53RWLeJJpb8TyK0OPgxSUpcDehqR5d2
W5Z9fPO0/hFf1fA/+hmaYLE+pvNk+SsCgjwEqj9mxLJXzpmYGaWk0f0OW3M+3YthKTHoTYNXHOuu
j6JDGynH3uduF7v3ZhWBRK30MN0nfatPiuXNB2bV4muOy7HDWxhhjuVd1L0ZhzlK8O7O8fHhy7MU
xDkZ5ANXHcnIsnykHXwk+9rNGBO94q6kdeUzn6rwrx/J4LlKY+VdV7ee8jvmAYyMvN3nepexS2Dx
yu75oYE18xP5Vf5o+TqfsbD3hLzDqqD7BevjMm6DQVJYB/rF859DvMj+3vd6A5+BnXgPZYYQwzaY
8LwgXlTIQoKJTFOSNrge1Rx9MuIwTDmaziahJnGkXj7hL/yvohC9RTV34nQfpvlwgzO6RBmLrI+j
w0LNjE/qBYvJezhjVz9GCYaXfSji+LwM4C5pMOweoYhSDrUWwEV2/DQ9kSLMeWfbTIvZTss6fFA2
3v0LIj23u2oJiDI3ASe0TVgOy2PaYirYzrSGt9sWB9R9GLB2epjTlUqoxG9xnIatQVGOspBFdpJg
Yb+uUVo9O2FXhVdn9XGyKC7a8Eh3m714qwPAcnEDmlii5EfMmB14CsOCv1MtlrUrzKuapmghdLjD
vlu1NCz14pHGO7oiyil5bqnweC2xFNMjT1mguWs5X0QQk1aJRFdi9QvovgQyHdfO0AAWrNmbpey0
py9qeFpg3gQ5EyzuSgu44F48PaZFkgwkgWo6s9OyO6mhKa4tTUcnqEuL9xuxPsJXXXJyyAp8yRzq
et3/cpjoJcVhSRSdl0KtJ1SthRScHuXLIockpqKCuYK8NzHfa0z+YmXV7/g7MOD5nZ1jtHDPxVl3
mRwhD4XjYara0pbrBZ+VO/vFq2lsM6OLNgCIiGPFHufjlt8XtdyVdA/6OnNfSfPwYMDi4Hl3LmXt
D2VCKYnNLXVxht0KPy5svBcs/vHwjDs/ZEh3Mx4DEVs8lAr4Z/qZuvdV35EXLUeK6QXhAL4VU/4T
HO3km193TowfL1BTvOlHEd1NUwrfp81aHBVE8nvLk5aunD3elqn568rRHmg6Eurq6B6XClkoq8gI
DPWKjLVhR0QDzgaSlIfdKvZFvtHhsFy5UTQNshZGUTXHu8qLsb/nYhiOq8NGcVNrCUWo8eMyOeDW
UJdi4TzuAee/rwl2EKpYgCGT2+3wF9DCuwuYO69V4gXfU1ToRnJeIKfy5DmESk4Ao0gMgD4gCEyb
Cbb+GzG8bqvxWoZxQ8kcOSizG9mzg3xwlym/H5ggsmPt96y8i5H1F3U2fj4e/dYhD1z0OrwvTSum
L2Iyyn/T5K++teIHzUzdFIdu4CFICNpCWIPSfnvhhMEet/sQHtjjivUs2RdtFrenBNkNBGnHCSbd
/eBDz4am4tImuzbzor6GeQrcU9qHDNx4nVA4IODz3hC0BC5/FzjULwaBawEfNVnMhNumKlncL01Z
hv+qvmmLDwQIkZ5wNhRU1KIb4hXRwQzd3VWFOUSdz7Rbqo6mQwusP0JeD/VZcqJAkfY6W68Hg6GL
W1+SbInEVMd3DME0XWQmWr8DRtn7dsjNR4IqlT+FkwofWA6t5c6MJqILsED9ouFc585/9WSMiz8n
NBdETJ5kaIPOfUUR6h6LZ0VgNMTh7Bb9ia6QgC6QsoX9gYG9wEXaSu/NGWq8XzSgh98ACm6D21QU
afFpY3dGlFzwtg3zzIE64NZIkxYdB74MjxDPI8f8jqcW5xeYLh7NB7hPuEQ169twH4tpHU6z8uBI
VSyWP2goYq3CYrFkQaSmBItTvd5TgDqD9dK4qHb88i053CRmLzMUiN/GcPMRufhVUjJ7tGNaU+DI
u48EqUtB6Xm0/J4bRXsrpagFkdTHgV7P/hkueoJJMghyXKOW/yXI3ZvxpbfP3MrzMywm91KMdfWk
pikESy8S9cOGP7riFe931QxllRQKJ0vQbdi7bygvG/z29HDbiOQ3HTRbiaxd2Avnn34Xh2pDpN5/
6CiV81md0Lyh/iDwY5JK0NY2RUv/mF+3twYhT85fUEjia1rin9yvxE0EKU2xHGfJqeE4104igbR0
Wu2rpRDvFj89C0UpIfal+ID7EzdaCByOTucabxKmifqyqsne66IaX02EfZhESTpVRxg4U7mjPK2m
FWguml8r8/JWTVn1YBC+503sRorS5GgFF4E3LcQ0eOwx6+wdRv3/uP1JRTnW4/TlkgYFWDVEybmD
exydBip0lhPBr/WtW8dpPga1dOSv0hRodynm1WpLkQbMAtxcAev4CIzCJ/HylRvWpkH8bAu2WFsG
8+6DjshxBnYheMLVHCkuQZAlZGMBcZs7OVt33I6RXT8x1fffDAnlRuh+gQ6XzBCkQsUKMcWudlgZ
AF/crFzZFyAsiENPwKzY34pIbmQj7OTJwXcF5rjCxVSKsJLhGefFqQ5UWvrdM7V+Oc6zW5NAEzX6
Oru8/p6JMI3eNXYreZG1rAXTOFrZGau78e8cN4C3dOMGfxVQKiKXvHbTEUlwVN1RTKqj7KHCJ138
pps9OGuF8ROC1UCHS5VSSvNr7N36LWo581UxxbHoOmV3VzbtWuzCAI7NAlxKio8pa+c/Sd06p9m2
XrZdpwUmvKPCHrHZtv/UzXa7nSpjvCeCBX514FDq4AmsQghPMstppk0TpwNW3vdXyAloBrEvrWZP
iEXyHNVDsg+p9SKZzAzKkauPpro7mp5hEkP+KtnWOrF4rtz1ls5d/KrDRzXN8uQS9bzUuOyhwo9d
zvAxr2cqBgL/kOBIxCZVc63j0Y2H9pw2c3zy2zh/UgrvEVgut3ltsWT/xH4SbT28T/d5Z81/sNB9
F68thQtZKsSVF+mIfKnjD0HUct5kGjsSV5ecriPG9UvLxnILcsQS4GzZOD+h1ZAQdCc0uUucsZ98
XShyxN3kwT2pv5bVEYdkJhHJET0R/NMCpNI+8zrkDeYhDJ0c2tvufk4F3NJ8It+j2XF4+yigHp0G
h/pvuUzORTQCgUNrqXCYwcndxE4KpRk3e/ySI07cd21XvuXjgIGYDx/KmeKGGINEmF0Niyl8LayD
CNpNgU9eUWFlvOUvMA70fXhuUKP1s8Ytj082NNVf2AjEJTI5swz1BYD1rVxQx6DVdX/W2LTPa76s
f2hClW801TrhPazGhmo0hApuFtRAn7UHtRl7+pTX4m3KZcTLid3KDYs2zncI9yGdHSUvxTNdkuM5
ZQMYHJZCr86uIpFx5MVKbxrn/eGRV7FGyU7j+hBVtbtsys4tjuFQDcWh0IW4V2PJ+8HhHATSkSvK
AbEYN39YEUMcjQleYISwtx1Y1tvTusasEsUIPYK8ZXXmxuzxjfmaTj4J96iKl8TbJw2GJNBVhlch
fDOiMmnV07JtIW1k6DJ+8SPElFEFPId31GUZztGS6gb0+xQ/nOmDXVtrwnFcDOCP0yQm1B0BSr10
TRyCswF21BC4JVTDwQ0tDZnIJSl1IC0yw7WP2F5Ocz6+FI3OSLF1pHOeq6znaJ4sS3EQAyn3YLjV
a4BhWL2ja2qbnVeXcAYcrSB77dhGg8Zxjc6unDXS65gRagFHyiGCxz0tNbKL4+YJyXg1j/AVcV5B
xLPR/WxC9L1mqbV/aVHVuXZBL2LhclJNFUs/tvqOptI6x4/jNGTb/JjAfILWtWzTwCdJ3WvAt+Sp
cBbu8A73/hZkBg7JWKRe849q8uYh4PX15Rc2+jU7cjxJh+51MgQYmV3hzQ3ib4tMLzH2PxRtpbsD
ZpnosVdu876qoqR4a9TTC/vEMPsVk2UJc9qsaVT9TFc3boGLRTHaQ+BqNhv9QGR9lOwd/kV5Wssv
yajxb6oWYqmmmMPPsKUXMcVAEhFJNyHyUjX4z36jDB1x2GnWV87J/u2Nxcam2qWBXcNTxYDVvQX0
aJq/1Ril+R8mjJx4A8U65SVaDaFzhCHevCF634pRtorkoYrSBlxIWEf/uknF7yrNAGigdPPax23B
dYHKasdXloHcmfueFMSDckY3ecRyiBGRJqsF0XjJI/URRJV8nh23bE+jrpazLxsMEN7Svsh8xFgl
ZEx80U7Qo3Sc0MRNz9Zyodkj+uo0AKqfhiTGn8bwGEXMDBp6vVUddw8JPgv/DMtQNTjLImYBSxiU
LQeNo0X3xVinl79EqNpyRyzZ+0+7nqqfwhvlQ6AF+Pghm6Rvjga3EBHxiIFy499qMQuevFc1LTaA
AxJ636M3Bic/9jGZhF0T7f0k4Cqn96HZijCcXJwbvtkDGGAAa+eY0AwQjPVc4Iqaf+tBBvoT3oZX
cM5Z0vHLenqaeCvnwQdeg8n+4kpxzTsQQQ07Yo57qqZntoAEuNvyiWcEABgzZVg/LCt7HRhqXcM4
vtOcwylQSVyAWMTdBnmqy7nOzlnhpf+wtIfNjie198TBdbjE7Rre9t5x/6fUdfebXmNCF0Wa6hMJ
j/6XBRRw7CLTfY9Anx40vgn7Eok0x73iePE16D0K/PgpBGIzfkhgVZx6ij/s4ic3OQwFRhWCtD4F
ZETwFrVHHVUJ2FYsf3xrfq2mv8ma+0CLW2yCwy4uwGt/8uTmn1w5MCXsfhL5oDMmp4WTk3cxElEF
89MqUF0m4eZip+BNv5cwPkqWbwXoCsImYbjlY3Q/OeyFkFiyShewxIgUc0XPzpDtQpDCEwUe+FR+
E2IoMAE6oxyfRW24+jceyZrufiAE2O0au8CkUX1mj3ERjizMWjxDO+KHeQ6tyxLEktHYuE8qHysO
5D0bwdYoxoY1ryKHjK01CnCr7eikByvfKLyv3fyXFpJmuS+yiAXwaIr0fiYH8Z3HaO3pPkW6w6Mm
PDRUH5zpDHwiAZxmqzV7Zk7HCWVNiRpm5/k58YFnT1tyTeLEAhUFpSEK8H0rlFtf8kbWcF/xdRx9
jfSEhseDB5JbQpWVpxd9ynjpYlzmiq77r4ayymtBFKVBNGxz9d+oi5qy7iwpGdswlXLN3KCQOnkm
hNVWb7Qvx+QUOKUVh8Ur033lwSc+pEm3UONlipjaIV0m9Y8gvOd++MHqYmGQEArfBnIL5UeEBwFZ
FM9skl1gVnoviH70khAGxSUmaIqifR6epJQJuoTbZe2x8XnYdsz09X04zUSsc5yuz5TlhXYbTo56
Yvud5PvShWH703vZwAUCSTTojxxtyJtAXGToHb1zwsGGYsWmxbFHWXbm7Px4IKaA24jgpcrDjSDl
SZ08DQCcKp2VxpXIcV6bHoz3MaJwLr9p9m56v/oOiD2/nqW+sxP7/WvP1aOPpbUx50DJenaXpnl/
z/W7vgPashXvoA4zsu5xnLSBcJFE3Fz/yWYzlBvtNwXlzOQHuS0i6Y9HoYBX7ZfBnWCgFQvhCp9J
HXJRs5zbWRTU/BQ04lGi3rI8I9Rxdn0FMT2MBrSU2iNCuanchCZiv03vEUWKl1p1OEIKX9bvcQXE
hAmnzb5Rs9I/UD0FFJJpxJqNh5PvFhbJFlekD2TKUWld42FbVWW/ym4JxlMxM+2XFDbIfQhu55Ci
WZCBpQOBA58C7/d+w5wVnJ25m/eGs0688emCa7mmWs/ssYWOOzJfUMjIWcBdYsF0E+MhRgL5apt1
444BxZEs4gn451XDOjrC+YUvSImcLQpFo/cNuwJF8BO25ob6Sk3GwY5sVJJgEXa/euwtua7M4ia7
qFin6LPjgQS2tWOX8QJR0Ml/BTnLixeERE4EsQue/cSpY8neVp6D6Z76NIJRDE3nGj0R+kwyHlXW
oqWXcrlgxQf8BmX0tJD5pZxG0vbKZz6GBGdud7IQ0OqPvAxzJTYp/gM68kIDkwXjyDz9oX6QX4Il
7AqyzXVJtOG2bywqa8/V8LJy2ZbnHj8CKbietCx+2SB6i+iQ/4aP4ncfDoEKwgwNPwZlOnBDgzC8
L9jQ/GOyTHApGluhx/eN/053YOKf2G4X9xmjMvNp6Zv0CXOKh1NimRCn0ym9si9CLytShF1FDozS
vUiy4BulfO4bB1SkcmfSRpK9+J4nlvqNY8b51ZYezlBpJaRdsCPXeYB8koFzRSOfuva7BdF1Zxtj
D4xdpJWkqL3TiL/hNctA418j8s070BGOgE4mc7nF41I9ZtpQZznyAEU8dSekf7Qvf4/KS7Ezv+D4
sjDcvmKED8QxIPLIxzSVHWvxuQT9r8LyYpUOnUPbJeFjMPYhouaS4kHEXuD171lctz+TywaajLFp
seeJILnLwwWcCvKD9+YjpDfnuV4nc6P42PwE8SC5ppaXH2m42/5s08ekiG53m3V/06ckvW9OoTJ+
7LGMmpc5HWhKjeBVrq9RbHL7aUCGHpouBkobu21JrefKuepxZeO7i1yz/PY8sp038esfjEOMSUID
pm0CLFbJYLovWS+cMzoaEtU274ryHkpyMDz7s8/GpOVwA/JKCTyVQpkTwdrUOxvDUWOIFLq5bvkf
N5WzmK/OWeffjkPwHKSVJo3Uj0egIirgatDNeXS8hnWe4kdEhVsi/RBGI36bVVfF1Y2g0PyChOEl
OMEC78Q7Y61TDK94WPYsHIJPAdLimbwmPXB5G7NKWq3HvIjFeldzXoCb4+TDEVwBcz245/K/LHZm
JGVaeR6mvqnnb11EmOzmIFhCSDeDPUp3qMbDWIEE3g6Y8ulDhqL0qQMPxmrXkhifKhX5G3Z18pE3
RPhSMb1iPPEzMh9NVP4BUKuvAL1nS3rb+k9QjItdnfOc3nOSWF9kGJe7xYROc6Q6et1T2kWoNHGX
kowJJBYeTOIoOGy/ZRNxdQpbR/nZL+S/GYT5mmbm+p3rMO8xOzr5u6CZ4IVkQ/dEGuYbT+r0B5p9
dpqhzbC8L6tLhVXm5AMTZAUvu4Ll8aTOYRgC+slvEeZNJHphtvDWpzvX5rG/7x3KNfESpuJZyij4
tpqHNc6fzJyqugmBXwzeh8cygSXRoD0eD30SnAJPIWzLG8YHmwI/Javi7N+ay/KVlOryB8ykA91C
JT4aH+EVT2CnxjOZx4/zJJoXy4/9CbvWPHFC5SgmwQWRShP5czVO6rsovI6AQDjG11iMwXKX+lkQ
HgnaEluZnTk4UkNF46Xnw8kKSeU8SLdh+OKksJcZXvot1Z0hfoQC5+hI952H5Z6TJsRnpHQsZmOc
1chWIl13UvhjsMNTlH+0mc7eK6Z+HvI2fsi6yr50XQ42i/NM+TGE/e/cVIqPq8TQYK3fXN0kkZ8t
IJe3zJ9JQFL/np+CGU1/lcvfLoumY5Gu6pl6n6I8Rdx4e5+3Xr8xygsfdWOw3QSE7u4HwSC+n/pg
ILkV6POifT7VsOt/c/5Y9oZkzMFr03j+o0wtgoMDc+XQwgyg51fnyKPYvnHJOpjkLN8WRSYxvd/O
3MTezunFSxTL6UHchix8I1y/2QSGEoNxfOfVRfJLsEnY8JKqdhLVC22DBpOLpTTyzJZ+v8hyOtRZ
yDmLiLkpkPq66DKOegBpIp9HGi45YC7txRny9H0ZgxeiVs7Bg893FbieT03jRk8hYfLjWrXLeHap
OtrxLOqYF7BKNzvX971LzvcDwQj1wN1If5IoMYPLMUNWzTvlsvMF3B3fLUoTzestXcYfLTrmepLY
NJ4lL6tTkSXiA/sD1RWYnhFVQ7AfgVmHcjf5MpJMj/031kz7GhctVqAqKD4wYnrnRsEgrgZv9HHh
g4bE4k17ekRHfN70ZpODydwElp+rmWFZFYOLb5qhatf6PhSsMvyfpDNbbhXZtugXEUGbwKuEerey
t7sXwvauTQ+ZkCTN19+hc18rzqmSJchczZxjTiS7RxPjYBLLqkeMDWNi8ii+5iybaOlNkSELswQb
+9Kvc3J6oHchqGjsI5qs6a+Z5fztlU5DOau/0BvOO7eeZrSqTRq/WVGKWi2zntfbX4oIsiPpkZaM
ejZCOzk0ZF5vJhDcgHrpYEf0ALo3x4qInS24OveCnIJGNArn8bbzLO1NPXfFOcRow0ddoeU2BTIO
26XUAXu6HQwTbR8w9cYhQeOJBRWwaOY+5UzB1LuVx3GY9SQiDPIE+mAg52XUw1OcrUe+63gniUR+
CUKL9R+W2m8XaUDSO8Y6z8V0xlLNtFIKXf6LnHzYWNrl8hv4VlfoytXLusSk/I1iIvcE4sGAlUlt
aT9rLjSAXB8Z/e6tYBv7/rYSojxEJfVEjkb0aQ0BacXKXMAFZO45zhwOVQeE9YM9IuPXUJ+2uOMh
mKKquadYqu+D+WY+F0gtflJJPDFuYBxIMXGS5KM6vQN9gyfacqz/SgUezC0WQIv4DPbMXQwrR6Rg
tfLCdgtAlIs4CpuXqgsrOJdV7Z4ips2fUai6yxyOWNAph3+o3Nvfpuke65vDklc3Dfk/E3a0sR3L
+Zpk/dgNKvuI4JhvNBvRxzQiQxoyOlGVUwbWdVsGMYGUMu241Av/p7Wc+pkLaz4HVFpyM4Hl2Yw9
2T5H5VE/U9xCkvNCcCHE7tyu0Job683LbAC6zHL5BmN9ZEphM4DkY66K2YVaiuWMsge1dV7iXkAU
opK8DpkeUNtuKOnjdzVnWAnGLjwiAwLAUdZYbMtavQ71QLNJINCA+Ci4IVPXqdh1Iig4ZP7/jWhM
/ZflVEwC8pI5D8qsmYuhgZmRzjS0eeXB5pqK9gfiivY2PH43wavS+Z8qTd0HclzKq8/aPKmHOYI8
Tv0/bxXqkHDnDWteJnUz5rSsGXnADcyGDRv+/lZZ5L9z6uoXev1PSWDpYSjBHuOop0JgRUoEQaO+
WMRPBYWfVBczlJG/zdliwwZgQPe1QNnJtyKQrbnYAy2/Gvu/TIfJJo+8CZjVPMprIewI6lRc3ITn
DQqgsLyhRUeQ77jD3dfAmwjZCXpZf6nSyQ8r6vtt2fsMtmGbdYcFktlT1ht5pUvhLBFGmr8kehB9
PK5ICUzbMGqRQZBvORdC4nYA/OyGVeR6f5MrbOkqp62xgAV1i0oTq7HQd8wZVkS3ovdBy9qyzRD2
2U2Z7faYtRLExMOuM4XC0NBgVbVL02/FPJIIUXaR0rtilZSyHeoqErnIXwZYeQvlfQM2h/7Rmyy9
HaYYa+v0LvMsYI9/A3WgdoJ9k32YCV8pFL0Yky9K5XyeDTxz9uyC4wxPhWO9ugtrG88z1Z0deu4H
M5r804S2PMU6Fubg1NUBQuRNflTx+2APd/OntGUYtg9d+Iu9wrmzJW0MaUzak8MzYcAuC3UC62ad
ChaP3cHSjAd9E4qXGlf2S+gFeRLjfyOXK4aBFg7ue60G+8MC12Yd6sIuf0bjI7nh1mp+q2CY7gvU
WDFwd2K6SOFFCRtjygGH4kPEkfFYPLRa1Bd/ivqtMhGjfrgPGDqA76Ra0C532IUKtPH+TccOqbQY
JXHXEUaBglVXE2Y+Sr/5v2xGGIVb8lzaGMs7qmMUVeUHgxf+Y2P83Gg2p3HVnDEJxBsZTcN7CY0e
j8q8MFpfq2z4Y6rlNUtvNQJx7e1hQsuNENgPkgWm0E7oqD5hPMueFCuHzzL1bqkbTchY+7ZrcOec
4xOPEyUX0PUDSwamGpHdkK9jy4c+gvxZLpV6neBTbKvKeCS5Q0C76RTz15vW7w3Lw9KcU4YeVFNZ
3hEIBOL1bgWjviMIZfjBgB0blllZywEXFyjBgtBb6N1cy9tJPc+/nSrZXY78Fb/BVPBkFU26taQD
6J9Q5+VLkiV/aZjOeAdKoAg8N5twvGg84Ahui8ZioouuBC73L/SJ+Z35iX2I6jhQBF0N3vMYdX1+
qhzW2fth9X2MPBjhzMbBpvXPdXyuohkxaTLmtv7L4+u0h4aN/R+3LKb2yzamfVz7VT6FMB+eJmQn
9HYqdnD2R1N1w/SDsDmhZvNJlYptYL0lLM4pGaCxY+URbi+aK42j3zPtkNzgiFxL9xh67Y2ilzbT
xczTHH+N9HkhQqkB9waqJetlRXa7/FUFr8BKIK+9ZdqETGRcc8CGhJK2l2KJuHn5AcuyeQ6n0QDh
WGV1Ltwwh5nXFT+Lmzvcqmirgz1AmqB+wgNAZvIETuydNDpqLYMBbp+Ltj3SHaKRLsc2fHQm0HuR
Jkid3dAaveRZFQCUM4j9XmxGvwXHBjwbqonRM+MO2UNL4rVjxXcoYFyx1XUT7IoysHeTou9GLwi/
sCqI/NvTuLJa0l51dXn5EJmt9ckeGnVDZzr0jkvkE5kU4tk2F2nPQ/7sdBB1jxaxA3s4JcNvgUDz
kbkN6T1N7PsohFMPNSYMB1aOEVYik5jeMPOxoRMwyMHYvx19xuj7IArXT1Q2gdmE/ir+mKFe2iSz
W6EeJ41dlFi6Hv2t3tQ6ABAY9EV5Y8G59HZ5grlVkU/IB9T3Hii89pXVlbWgx7n5fb9s2tbuI/fR
EyAqkKxPcFLQ6fM/ly5G02C2GoosMpuGrTswh1Jod7NhOdEd8DGxQ5Uv8EuYQG3Zbjh8Ojag+Lpy
vxKQo4CrbnH4tOmzl1V5VibIqfJZUcwyci6OHAZW5jAT9TLvGqOiwCSMIjL/AzmxTN/SZjTx54Qt
Xp/NhIAfx0pnGaTZBv5cN3H/kEzoHtAD6OmY83aWDVud3FjgOLrULu7dNPVscNSQnOC3RaQ+VKcq
K8KZDKt1tTWpSqqfG0KydFFTtPGPSnTmwsHAToGRpRi/aDxM8Y/9oy3+m2rIJxNohaL0JQqOWkzq
mtepSlFU0BFXAQA8aC/9nmEy4G+umvWKECS+OVbIvrzGpW0NR5UCCyI2hQtkQ9vlYLKTdpw0QpGD
lKFs2GCNZRKWzxkjY2TRw2eVzbdNVO2ae3raFIg6rAtqLjwl/kb3gaqOYzOtem9iv/kkPsNuTlZF
NoGDA2hM3NKuyiP9M2mJYpnW8gGyXRkeFhV60WmGrJYi4mypMkHIuGfjjXQlcHlYNQX0qy/AeGA9
bixfan1pdMrMBjV+10LVior5ipMJrXBrBE2zy10+PlR6DoNj07fxtI+sYlVY6jrz6bojRN4NJdLs
39GvTMcBPyQC/LoP+5f+xufonFs4IypXh1b5pv0lajEtsMWjYxi2ODsyvXegd311xYgcxAdoze3S
BO5TmAfLjZKlETQNgqyUE3KwaDn10hP53nGnurnjPykUIaIKCS4HgCDE1NJvvbWEz0iezPRKKtHw
KELj80cRPAOaxPPUoR0aD4xdzAzGcRUtfoCgjBK2tidO87z7Q3nQjr8jlJ9fIunwP7mswyMMZFj2
7xEl9O+yziUwW8brz6016n+xjyPkiMsVEWuNiPSByaFXPvrKpdTxonnHY5d/46cIh5PFPHUjZFY+
lhwH9cFMdV7tW8LufoQgGScpcB0SbMGwMjtWkNxyjJ8FnxPicHMBESYIp7Lcwk/WSrrLPybw47XP
VDce4qWPfmDE2bioyUxksOhpqmYBTsNO8kx0p84vu78DOBEmSbZFGt2wTvbFZq/2hYN0vi6ztN54
bcl7Qh9Eplk0lmN4GoLUeZjoU/x965jqkmtov9RjksOdX770976q2An3jAgwaWD0Z2Whyvi+hr1m
JRlGDJpDTiDnMtVr94YnRzDmpzVCR+24BR6WOXTo1Fzh0RaRydY/kH1QhoQ2SaQitXDVd0rsxl0Q
iPQ8BpjHuaKnCtKN02EgFAObyiRsLfG6Zhg5+Hfg+yAcNOsAKo1OeEeCAu4oYcEKvHlycsPQrhZN
gp4tqN4aSOjTsRnH5seqZ+RoI9NYntlidjAMgST68UtcqTjnnTR8hVpevfCLtmwB+no4E/QRfjgB
XduRsZ+L6mgwyI2LNhr3fSsDax/R9XaH1WOsnuBFod/0bN+f9z2iN4Oz1cbSN+Dy/izWKZWXOoAH
fEb2mmd/+z5vyp2lJ53trEmp+pSCYyxgwxK7hrlidl5Am0PbFmz3bgmelGYjtr/nsB8VIxAndapt
XVMEbia+TOCgErD4uaKTeC5RbF1sGJvFwQnoTwhNpEtmYyuu1CEgTE19+8R6tJlQtFZLAE5Q1vjg
pzFmXxHZ1ApeXc6oiRuHc9us0g0POFtgNXNS4iceOHmf8Q40H04XkHLL04uFIDNQkRKywWCvcSUS
CKE4iE4mK4rstV8YNu9GgFnjloGB91SACusSxd/wmhl4XMns+dkWWKxzb+nCxo2SrdVdp1uKrYEx
a/PZB1bf/2GA2t5Zep0yHFuTLM40ev5O4c3QB2ZpPHsswNoZ6CdkSB8B/h0zOPvsZJwaTp6ab6eJ
aqwz9cq008E1x/5ngXh5e+ay9qTYEKKXIdDMQTSJn7dM2snt/4AIE8tfN22IANk0DkO779IzCBMo
Nj1xpAQ0YjP0toNKGvpyftVVy7dRLc5E3pEv5hj+TszsaJ67eNgtEx7+jQPndNrWVmOWgz1ZaXkw
RRR5B20xAHMVz85GTkr/RA4b7b2o5XTnIMOR35IJcoWEIev1iXm4ld1JIkTFwTOlENRMNdiYiXHC
tZ69CD1TT5GNmbSEwyfwCRFlwp4NuglTWIevWphsso8sAnTxxU53VPe+wGF+dF2/C64l42V7Y/ej
XI91N5Aq5nVTGxwXuy+jE7fFxAi8uGFMdUYHDH3GZUPq2UDUt7aU4WuLEZKEKTBQ2bc2YyvPGbf/
P6JZ2MzwY/cvVo9eMxnggqwPftba/9Aiz49jNoGRlgUsF6wOjv20KPgFyTzBiTn3nRv+Q7nAXk74
dhFuQ4SO0Zl8kTX8UvBCkzFC9KThFlI9NHXxEPa+sXeGm9iiE8L+5iDk3S51Hp7XKCb9mNKKmVvZ
52D8oLwnDYGSHAaEIjv70mbD+eKBWDvVQHAoH6b2dw6RQW9Mr1GNmACC887JWoYB2h9BIra10o89
pBAqysZQBBeqCF75m9KXObABwXFnxzZguZT4pjKKuvG5QBx4Klf2+jdsmv2A4T2/65TzYSuWu4mG
2Pi4TjOkFdLv1CYA27JTnb1iwLe8cwRWMOOgFmjb2yh13nGg6vJ5Ge0AJBWT763Lucviw3IfQ3hC
Nl7nRjD66qwnB9X5XckEtdo2jPb20iqJILwlPfQtMq1dzWD8hEAihy0yN/EBoRibfC8um4+1MTha
G4+QqMNkZqu66xcPaZJxYIRpFfNdmDRdnR18NCXZbKVrXaGFXTEgdaX7X6VwQeXNzI3Ude2tmoo+
b3SYBz6DegDKxvbUY7cqETfVlbsppg56WdssX8JrelC7K94UGzvK2Xe914zh9i5tohunyjhntFJw
Grom/oAY8xe6kQ941UxPKAx5/8tx5SVgUhs8zrRNV0DBMwceM9Q9MsfsTVvaP1QRj2E1LTnJFk3h
QM3PaQMC6dX3cAtQNy2x/k8Gujq30hYsWivEmbu4qJq72E2r41CX4q2Lau5AVtc4jXrYwJtJ4RFH
Hxjl5YY7IdwVAUJkUENpvFE6dsGkYRk65CMZ1Gi/ccrptSf4u5q68L5wcDUD0UCuZrDHsDuBS+L5
6y5IfW5S8AUPRZWLxxyp213kEC7EPBpeUciQFHWlVD8j1caYULctr2b1AB9Ricf+d8dA1aPk5Q/b
zp7LMKrjsmA0Jg81j4C9R6uednx7irtjGRTMnVZWc7/T7ljMJxa4dpqYutGgZqkscL7wbrzwWhOw
yDC5knsT5qOdhL6S1Xe1GDYHgTVz5JagtkAINIQSvhZooVDYSAONDDW0yMF1EPEGdAC92Aksb8BY
erZBMewdh9cvoflolo/Blnm7ddYh6h9nK9PTHdMVrBwCj57Psx+jZdhkKSbUQ2bdyJacBHCqJKMT
b1u7ExoAxjwxwknbjw++NPWNWkuuD9dLFjzAo7gtznT+X5zhIYMWIJdb5A8nCLmHyOQBfbgp+SN7
FuZE26KQaECTxSSf0WWPHMleaxvy8RiTkV83NKhizCJC/niH7vM2OUagtC3yRi3cRo0zMrCCcYam
HIl00rpZ+AI/i90Z//nyXbUdx9kSxfLLS1nsbSEdxdwguHbldcBZy887E8a5m1Hr4vDCgIwRFYcs
sJAoHMY9Akv/Bf5YzDIOrUaGsq+UxSGvKHl2nNksJUudxxGM3BQtfch9xGtOAjMcz9xM0BdzYEGJ
37r+csQNNJlt387aO+BKdeODB9To1MUgXZBy5MYwLFGqvMMPodRBV2xVds4gyZ+IxSABo0TW8OiP
t0SMiLz5t8aSaPc0RpGr8itoskAEEQKXJioWThJp2weCY5gd8iSRMluQQexdetIUXcxbbZ//AucA
vNxGS/plAy5DYKJVoZIyrmv2TV7av9rEEP6uywAymyQn7nskuh0Nfug7t89movBtzTRuH6rOGg9d
D/f2rJahIDeQyD1v3y0rCUG0Ij4dk0vlxutKAt0etKReEzSwtIgIkikDyfM1awKp24XI55XTfJSg
LP65/LBfLYPe6L5dSmu+cGhiiCYHzsdiR4P1zOuNgzWc+4gtVUzACxVBXFhE04gbEQCtwnOMuhne
XMomh+fJrk6TAoC1NcMSf1qpa7nbsLy5hNCutgE006V3WS4M8hNBKWg2KgR7P9JSEH3joj8gzLqP
9d5H1YTE04uWDs3FOERMmOhndrrzITS5NXCozRjVUDOMcvPqMjAcCRh1d0FxZMdm2afAFWj2TCob
MIbGRNFulppHCAKJGLcstTqPTU0zXIMSUfzNLzrZ4PE4/DhTPGTEbdnS3jrU+FHCAosTp3YcYnMy
nI0C4jQJuDu+h66CRZNK/4Rcxcte/Agx3SPL9YFIjaAL5s/A8Tq1B+/pjoeqjtx4i1xEBGxiEWAR
txUN3zkXCVk01RTehqxE621zlMYvc1ETBYlrTweHTFhTsKMI770/BUB++9Wh5bJgQodFjF2B5zNB
elJXdyPCPwBIFMLnSlj97+zpG7y8mdsDhWD2MoZYRHayc3CSw6KZoztbOEXUQKE2NWSGwLTLTswd
hNkQBSDreH3TpVKRin9QhlnfUTkE0Xlp3PTfHIwlKVS1V/wuuSPvGuKqGaXAdeF3X/06JTEUASUi
oBj1T88elbUKZLFPhHfdwODWhXKEuRWBWp5ZFmyMsPhmZmAMs1mJMilV4txkiLGwUMjlhX8WPsdI
beVu9dDO7XNGz+4WG/3ww+p1thJKFRUko5UP4yOD2ipnd65bsKvOFNBNDuiQ7t0saoIPK8W2c1qq
kgGP3xsi3eE/jtV2Tsvxzkx4+pMFoUm7Y8Qk1TbD23dFBUH3W/Yw+aw88N/qJVguPar8AXCsDJ9g
MxNGQ9qG0qeF2pSDtme9AjwLISGcyTE/kk8w/LPHrvyxhoJaeBoQTp5cLMXOMeC2fl2AVf4DTJSq
p9bFGruRbrM+jBQxj/1QBg9tJllApBym4GumznrOFtlZd82g6u+cLPj/fJ0R+aUkclgGA5IgBhI/
/QRiv0CEZwYiJOPegqNmbO/nJhfkdbWK8kGwQvwLycj5RZXePkXZghytxN53QN8Ep9bOPDLDWFHB
futJF8HtV9xQWnEoRhZnXkW95jsOxSy+T++dqBZdbimd/edagTTfVa1AoyYtn2VmL4F6vUDLdGXS
Iy/8kTZ9OdETtnxziBkLt8RhFMO+jwbWN2XPFOimMouvOK/J5wqcMsMcjkMV7kiBmg57sLHDJFzy
nEUq/gMtm/g7VUXPDAWS0uotlHSKT6hYzuwLKcSDsAb/D1TMa9Utr6AXn+qinJ+seSGuoZ+dO9Rk
0H36PHvEIbs89DxSBTDruTrVSG9PwjWILNAn56fBDGLPLVMdkV+rFzJ9liv7+3VHh0cw5RxaX0gW
7QuxvJzP8G52ciClqwQ1tXeiYXnPhH6dWn9CqVCWWy/3wsuMWehetANK5yqyzm0024k9BJ8rD8ou
DfSLAlGTtKD2UCOQZYd2p2Udy+SRDazCNhOHufnAmvDOij76rTE3PVsaNgH1fXHM0U6S9FzHX1IA
R8ocw6pMMrzdpF1dc6qOw36JffEVgFF6t/L2xqsa3eapdUL73pvydIuA6yuNiKMBEBlKRKoS5gOj
EHWHwel15cbfaPwA8LSsPsGeUZJjOBe/nQ1PbllG61zFGYjwEiaDXffLE3JB8jB6iwyhKOovKK+b
S1WN5Y+UGbiPsimPPSmAj5YZ13fBS5nQxoZ4goL1i5Z9OXF/YmbIAY2+zwVeRSb5wX+htPUFitIN
b9mnvyWVfJJFa3+JVaTuXPxHWOSH9ohsa3wbEYWxyh3UY6xCuusePqRlh/q1JxwOcAYeE2A6C39X
+1PmYbzVfeP+sZFJbqNAuCeo297RN9p7S8tM/Dfiajv0LnlAiA6cJ9cZqj9BUKoPL4jo790Ov7HL
2lr2Vv1CMpg6rMrGwoAvemcBQRFSlQenkf8Rt9LuAEcwxKsZSVyMgQSedmihA+P5THsRbR1SSAkY
XvyBQB4CjQ5LjRyWUgU1mIfwLDFV5dzXyhRvUIBq5NEUjqhIxv3oCH0MRDvdA3GF4jsKBgCkDzFI
jJku4udDr8bY5ATvYEHqUk4RS5052lAux0/cLKKBZL2ED5MfvYx4Se6rHPcrp/IwnVzbqr9R4F5x
jMhPb8R5E+cjwthuPpHIlL51Vby3GKJ9BrRDl2Vo3EOHBAJLKdNaHHPDkQfoCX/wRzFwOTu1Nf7D
+IdLlZ6x9ufhiTPuM2zX4r0K/CkBR8soyoX61BKqCJd5YLrOjOttLmDV5y1+H6r/4OD6inMBpiD+
VG8IvW1KXtK1BhxlQGc0O6eL6yOwYPVE2hjez2YKTytuoH3t6BP2OhudiIzLhJxvmjY9BH8WVCCf
/BQTGQvWi8SM92lVtAzIJdo7ouDIpfFR0YDtG7EPtYQ7H6Wb+8cA+BqB3rAJWSu3jG2yaf1tnHxB
7K/NfnUUxqlpfHcsG504+bGC/WsGCyGdRuaUNAJcb1OxvAjCwAm9tbJ30at0uxDS91qZnAjQNVDh
D9yT6bHy2Dtu2n7FlIALjok8ylD3JxuGIBEQnJxNIHUJ3z/z5Ncqm+dcBoAEBnGnwIsirmnIxODf
UeESU/aWSFb9XuateeE3ERvu6/Dg4HNnwByYv7Zvxx/hhPQxn+HbKxU0/m7NkO9ncMMg/SKTSdo1
c169RWHbCFxsnW5L0CnR11en7NBdl1DjVqSbYfmHHkQeIreZk3qtoeEhLZcnkYEoryX6BL9jAivQ
LShwmI91YLMAHbr1055J/phTJPisB90LC1m98ydyCB0XiUUIX/2k0vhjCsD4a7qna5FFxT+Gnigm
ZEH/b1dduQ8LESZ4CnB3UBOmzFyl/nFDhtZUvCTaMJkns0eFwP06D3HRQKGKHcDBGkqiELIHuULs
Veoc5ShtKhHT+zH53vZprI7Z1PyvIcWFQU/0Xoy2+cDYR+3Owqo7cxrnX3Um3Evfm/9sgx4BItpX
4TveRbmEYU9EAexTMHNbR7sGpkebPbDCwvzpsSVP0Gfh5K/tZW9r3T7gTgE4UfUsUoYch2hXilZh
jmY1B1BPfeuy9O/LyKSPTjCXiAKtfGuPwRvw1+yNAQxLZzRuj5ZVF58To4Xn2enxDjZQ4RX0yXuC
Bh7JKfCeahM6h36ZiyfPcsy7WyO/1ZWjbyDSG9zVktFFRWV/iGMwvRSCHg4vIBIPWEnw+orRbJnx
dK+db6N/rSa16+LU3UJyMnvmbeKp4J2gWs4JPkSkjV9uDYd/VQr2C2HP5F3ZzqRYx41zVAwGE7fW
6XWtI+AMGXl4KBPTexMSKEw7TR4S0i7vG9cXRpp5HigT/ZHTCj/mBa4KnBt0GfMb8LQuS0RMx7kJ
bFZtOvP8u2Up5D1+Rbb3TuYmK0P3ByuTzh1cyeEyz5E6455Q72FPAymcUO2YBC9ffZY/g4VEO5tF
TwBxv2w/kChPGdZtGhdTjshb95oCutjrYBkuniu5fbgG90KM3slZ6uvNDrwjugomfeVa7E70dFhi
vpAprEe1lVNGZxYFQ7wxaL4eCwyUZ4Oi4SUMtPNH617AibeBGu5S/J160woa4IsoA3GMhtY+Ubo7
x3npFckYtPcneiabsqNzP8XqpacKb/9ZrbQ+MWuGpE+F2Y1IOByEyX3/vHSNPrbFPL/j0W+PkW7B
uPHFhjAFWYi+zEqu93HPEt2erfzSx533WroRnzYaypixEj/wDaExPlp9ZW0rK3+dC+iGBAWAAhUQ
kvztZBMJYQxU2RmLFkLXKGON7zOKBMbq599qSLvEmdL0w9j6AWBY8OwWN3JZE6bpxRtE/lh3Y/MH
nxrC1xp8aTySOMvKduy+2pIhDdtG+7dyiVNpdTcmfahqGNAdyRbWmF4J8WCjCOf4h6Bt/xuGy2Gi
ccW3A2HjznGa5dBCJqFRRBTdMnscvWRYCG47lwN7qhtkPynSwssT9keENSLORLJodQvC69T1C7bQ
zbqza50d0plBKE9OuW1Lx1tQWnKrpIq6wFtF95vnRh+CWYdvejbFL4JgFBVAvJIA6/i/pXWQAXBm
9BtNQPChCL13PWFn3cRLME0J/vL6ypikghAe2NaLi/fkc2yNQRMRWOledEH6UEwiR9lNm7Ajzvgt
10oTkiH8JxRNsMY4wSsqvrklF8DHfVESqoERhw3NR0p0wistKeo3T2cJesRo3zeBdcgax/kXlxNg
jxtiHfZ/Tm2eBq8+ge7Yflz1gmC5hyeYLiAsyOAumlmT/0sqD2vDeqRynfor9pj1GXyaRXe/hEz2
6tqcClhDVHRLSHqDjBKyBFM0m9n4HXiNve882V67QsQFN4idJ5njsPjNIgIOurSjPOiLHA5zLE4E
W8cPqtT9t+YqupvqMPyD6WpMlkyzFKDxDsh08ngQVL9W8YZhcrdNmV5/V5K8eFZR853DMPlY4Ci5
ljmpiInn2e1nyVr1Fx9lvifykjVbZeunQQJecKu8+JWuh+7JGm9xWal/QaBXPqzxTEzlYvlvLWrX
pNPNuM9iJ7wJ/mT0jqCj/8NqMj15XpO+LWp86LpVn3UJtr8l5uYno3He4e3g2FgGd5ODybihURzg
OhG5z05l6TNiyOG/cDDjnv9f+mpFNu2wCgiaG6Hpn6EqB3uXXh8/V7jcidSZT23GvT01rG0YQbr6
oaAuksTF3vhbpvk7Le340MLsuw8C/GLIO+Go2zOmwropf9n4c7oXuXUj5xr1Pc7ExjLQO8/gsTZA
nrP/mGRVj7QB8nOZDVk0yjjtn9W4b9jnmF4MpA1upabYjmU4PsbwjaubF7xlOOQH78ZCWYcNP5wI
VwjEuV+ZbZqUe7Ydm+zqSqMeSqUNSPpZNRsS16ZnoIlmzytqE7VgRWcm67E+hEyaEDP8z8Gm3HW4
zlFmzhrIyHAmF3E8kijT3PeQPzdios3agMLVcMfq1uLcLbLPKhiJQMZ6JjZ1Ntf7YsroMBkJvwVD
32KZLdnTwmW9VsA6D4SMRbCgbBJHsYHMyE0hHRkMFrhENi6wuf+lTeDd8AzJt4hZcZBROdCUox9q
8jQ9oiuM5ysJJ6O4Q0JUJeRIpC9wNRwqfRhJHeD9WxJZv63BSO974fUEQUS3CJaoJAHacYe/YDeL
R5KxguLLLBGP20yfwPv/Z3ALPlLv6Q/WIVVS82XVW3+NxK4MuBYzxszvEShTIkHnrNtMlqDU1Qi5
GStNvmSm4HjHWbTyMMfO8JNzqf9vdxJ9oQr0iUwHF8kRMu5WbC3NabVUXzCtjVlasZ8h8JH6Rla7
nn3jc4q36DftoZ9WKhVQ8Br/XxaMPQMZRuJ3nDqxtQl4c/CoDOoU4qoX+34OvwCVwpbvFo94ISAy
R49APZ6onLKNXQN2OLnY1gpMFbakAH/8H7gU6dyXErvEFuRPf1lJx3mZNCAIHGb5JS5m9V/e98M1
jdsKE67qPwtOpTP+WZNkRLO+EPhRnmJsvHesUPXBEtRDRRMgvVx8q91Fri6Otd33zS72ZX91LLG+
WU0mLktlBRFSPLSCiBsa9HiMUgQ/yWDvIcPniZ6D4uy5jbez5llf0YHap5hJ9EelSneHfa5ist0O
wUNdWhopJ5WZeJKepT4KFpUcWoxQZOovGEhWWRxnxJafQ5YtP8Kt1ycV6epxkWvAmUCSRaRs59EZ
BMnQpmnffQJUE536fyFaDSRRADEdmsH6tibibmbPFMcQethNpt9+DrPL/P6WSpE2uWB0FeQ/FcIP
NgGtexFEOG4m4xW47/GYQejIQiBmACue0hzF1AZQpDhlRngAfNry+Ybc2picICkx8WSXjgSogbFq
oNZ06+gJx7R+xaDc37f0eCR4Vns5IdwdvSMgGO+wonVgaOQv92ROmu91KC1oESvT/jI2mCxQmLbt
QCnFkDHDWj5H7cnmMsPhH6e5dz9KJFE2w3+Em7V4M3RN8QaA2js2CPzTFv6SzzSV5gGH8vS85pk+
tVxtLf5XYkJ8gY/cg56BpheQA0uXKdqRyLDux0bUhyJOpz9gU/SFmOvm6vwfRWey5CiyBdEvwowA
goCtJNCYk3Ks2mCVWV3MMwTD1/dh8/qZtXV1tlIEN/y6H98aR4BvOJhcWe6ySQQdhabWC/9uSNwd
kJrhdWXkAu6yJJ9MqQw3bwLWOhtCSk7lbwapaQ6rcaAdEAeyuLo4vEVoGazbIRowSncs8o5jAxeZ
d7bzhVSbEXlO9QQE1FuomXAs77ZMswKdMacS9b1Pxx+QGcLCGuYmfO548YKuTnHx+LNL5cWWGgkd
XFKf1ca3f0FwFm4AEM664DdjB4QMXUqK/qQ0/SBlRHpj14jyNJSK7V+aUc/2TUxxekEBj0WY1FPb
7CfcJ/PVTnpcvJTUxdkzzhuLziTuNz+2K0x7XxYsUh5w+fc1qOEk+4USieeJ+tFk3RHwwcIs8lmW
+7Lhw0Bwc4tnnXaELJastImp5RMERIRxTPc8xziRKRXCmexzORzW2XjQxQaUwReLwazjzUbzkspf
c9/ZGrFFWrKbyXWW0MKT4GMo/S5+mXAj3aEmYZBIcoPwM0SWAFYgQ7+y7erUYO1gQikqr8efJzrW
ez5gpHNpiI2Yqfz1P6IKJIW8dZgunV7FeoFe2byBXgYB17GsBpdQb5NYpkTkPYN1ZfNLboq3pZNA
FwJLlhv8tuVEYtLndoX2VZFevFpEW3kY0qGktMiLh+KkwYABvJ/BgJH5bAC9wWQ3j5PbE0nJqvxr
wqTKWEhMzt3hQqYFTteNf13Tjt9KalorWD5Iv3vYexbSGdt7PLNcgVXps/PUTgLbozWgWQTz4pn/
5b1B+QnpKPOaAgHgrlk34Cj5jyRb06eLgIhXSnmZplGpR7I5Dc99I6hONg1lXBehyyiwXFGVhw4Y
SnMtha9OlLCZ7XnKC7h3ak7Fn41nyvSru/qfLScVli7lF7uM/cIbq9d+pXwGTkLYUpo2XVNhOv9M
PXJ1KRKveQD74DzRyqI+Yw5zrrDooG99xCUpEJiNKfIFT3aUZQ2+xuftCqvT+AXe1DxDpNUIrVZZ
eyGmS+EFqmShekD2wpFBs9Fxaovp1UJv/TGG/J1iYIAtsY+WSnqdDIMDK0Uvf4AJXzDd4sKOcmvB
VtvOr7BVvCtXGgaPmKv5J3Z5KhsoREVVAywf5TrwwW/uCsv+5OaIwKBL48ik7X+k3fxvsbM0pC2F
y547oq07pX9qMdYzShBsQP0ekhd8F5St4kBI/rNHfB08DKCq3e+F4/oTjNNFEhzdzZRr1/b0TIfD
vpJkwsHBPROLvHtbQNFniCRp++n2Eu/iPHW0mEPCDUp8VgcxugT1oBxSsBhbIQ4qYq1uk52svi+w
hHjj0aIGERCl2z6SYlHPzYAEv4/o4QJWsEwhyZIvDI7TA7q1ec3iRp1N6YkvZxiiC2Q8Oq08w69/
rU3rP+R680pFzlsxYmUfTT/9u3CxP5qkqknSAhepMdgUPgtpR++s3Lt5szU/CBiD+6I2XVihZNbw
NCRvLQszuXMG/KFQD+/Iy+IDQdB7QK+rf+JI6Gev3oaU6AHQEMhKHBzeVRWieWIC8LptlFpPw+bN
z5lKZ0t4Lwm8V8BQkBJKobCudE1JkH514FMU4K3AQn+WXvfPZ68egrKJfi+Ak/6LaN/mZqydZwnG
MMyjZt7ZnnFiG4bsXXq8sE3iOLfRFYTM3J4XT1rV77EhX0ZGzLOAphJ2NEM+gnHIWadyRLHnOsU5
OZLej4ywspJmlyFYd4cZjPxDpWV55TKLBufd2RGmeCta9woXOCL+mpgJc+H0KtZicXZeB7G4mKgu
rThxAhRldg449Y4YTLgusrtC7xhxJC7yV0cOYjeM9ofHbilgrVPuCKw/qcaPHo3ZesiIye1GUtYh
aCQ+qr4YDsuqdLjMfnNACa6C1YAcOsq++QbaN4TYWYewd5zPZCEASQ37njkelCTAYiZYFgu+qbwb
3lL3IjX2405QmtVF+O10R87Z0v5bEUOJozgYBoz7vRJ4BOOoK/uqMFKfqyRxP1mJX+WKUVx0aUon
skRTHcWvZdF/rTZ/6KEe9K22bCRUs73aUZkdbeWecas6B9eTNZpOlJywJhdB3CWoiLVcwnrorGck
f+8q0+UKRg+tOZreQOg4zEJroBNnueKz/J2IURG06cBh41YO8Tz9AfvIgi2mQRIbJ4AIar02e2FM
FHS14ul5NNFSCkreOSXMC/0buHrmRh262RGk6uzFaXcqqdpfAs9xOLU1POB2wjV8pZhTuXuteDfw
ZIBhFWI3e1h4WfDIIxQk66XdvA2Mr4yzS+EEvQY1MW1kPI4nXNRd7T62eD/xo4vkYNKAi6xGMznT
6kGQe8YNbw0n4mFY0yahd4ku/ittvj6Dtxr3jinw4pldfwLfMu07L61vkT28++weX+PORmrKsDhq
mkb7yD42yp6/hSm5TjjeTaGAcQcDEgTUoguhrIHRIp53gnOUP/ZwYo7NYHxrcMU7irQGTMJkLTzX
7enG4Cg6qbRT3xQK4hLJi6mmfJ6gq6nZPxW+0I8YyB6IKNMsLk22ON5S1YHtLNG5UAa3XSbn9JJU
I/IGSIDjpEzBCoMQQwn2H1Zk1tJYSzeBQ7KWsuxMUHBouL/IcQ/0ko6FhKChxMhlHDvmDprXQGRU
pI8tjKEQlFR7aP0mfU+E8Q2efZwuXmoAyyQP/Q+7sQlABlL1Ec9/jW86pdbbqGYZrh11tQin03xm
ruY9WNvjFX6NccrU2DzTvpL94kKPPwqIP58lelvaLPUz5Q/qZtk69Jcfp04dNKKOROyGFAM9sZI2
rAkmuq7lnrWPbpGZY/7sFbbc+Z5l3HndYFyZ/rQYb7LjjED4y7EH968ePbwzIl6Wvc7i3jqz/uVa
n/4aeyd6cnkrXdEVQ8wE3gMph5u0Fe2qWeXE44GdwWelMeLzhgVINXBNSGn5KecCG3Y9Ehrlu8+S
7G/aKxzlfpsf+D/+xUzWZrmKtYo/U4Omai+y1B6BzqMJyP2z2Mt/7aT1S5tQXO6AH0EyKL5NL8L3
kaw3j86Cp7bB62XG5a0t246tqJVjXs7NoKSgZ7/i/Ch2UnpNuEyj985amDRHMXKlHOksOWZWx1up
Vf7N25bsY4r6SJ8SGI44NsW1mTtegI0s39iv0DLLYz07Zg2pI8nfuV5xILFxI7zG8e/UyAGZZMcE
aNQt1RM7/Kd4GxsBwhUP+Tq2F7sarBBTfv1KGXdEtTVFTAfLpK7djYlUloxrv/FT0U8+Du+dgSmu
rDyXNr8aQlKjmKVMtsytv/FF2D7fZ6Ev5jh/em0c+gMWq4pwzTrbM6T1qmELbZV/Y3tpGto8DBgr
ipEQFfthSDP1ka9UtcxL9mRKl1dW28lLNUVh0eXfvVEAtYHr7wMPdBd+meTKCDbFf3tjHa8keiAt
TZzXkFz0o+P7NjJ92h2XZNh+hj5+cq1ke/m5trwZXtwfY5H2b7xKl8CcatAfTjkUX8p13R9zFtkP
/jIYKklaB7TS1f8iFT2nKWGYYByHr95en7SbIS7MbLH2A1UAyer2d9dqjuMAqUR13zFe5D2rqozA
1GyeJlnpG8uxrTJ6Q7jkrGumRAcSK+OeV8g3E9wFCOl8rlcOGocg9tnqFjIj8xCnu76jdm3UTRkg
wVZHOZpeYPTjtu9o3tkCvbpdHpEIiftrblb5e7+yhxmVprITlVSzOazz99rmXFVGTLgV1u9p9Pwj
APb/0LpX4NV9UEAZu6Y5/soUnPeZx8R5qI3kOC+kvya7irJDjwh+6CoLhnU6TgZrYPYasnnv8OLs
2JsDUhEMvbNZguWUNPXkztaeXqzykUzdZHJthgMd9b/8Rp8Ab5RsV8oauIz/nGfEsVSEA4MwD01c
aknPdOVlV8av+Dhjmrjp6gsrDzbs8c2gnMyFJ9KQOsKigIq+QjM5xqr2GLyrXtPNBlPUgLF3HCfs
htWUn8y+FWGrnPJFkxAM6nTTCrOSzqe+YBgu3afYyU5Ck/YhR9L/wb/fHm3HWEL6/Ri+LQWdbxyb
B70mdw8eDSMJDOcSgnOzyeCWkPU3qeT0p8/7Vx4gQU9nMb9VDoZ3tqzyh2s6nQw2Qep73hTdg0X6
kF5RpGPLG393UhJ22WmR3pPJwkXt+vGmbjJE5SA24Wkj1Lhpc/MH/YSH8KURmJ4Xegp3UEq+fV3V
V8AzdTAsCdOi3nrGcxbH185o2vPgpv5hjikkVhVzWxp/L2XHy9GZnRCjxlsiqqem6XiVIo3OYDdi
dZoYh+4j20xyQjMuZPZQxZR6x14r4zUhmoN4y57awqC7Pfviw96AdJnPmINFszgZMnlZWe/gxMnr
Q4x3+sWIhucih6vLUGEGaDVm0Hht9tfER8Axw4M7SD8/zghYASdIB6MJi1JAsaWkc94YX9Jx1BT7
kNrYYfrNYpxEW01f6qZfjSSzQmnXVuPdXuOFVSbB/1DzczaNo0ICJdz0YsC7XIDBbR+61KlOXZbA
bIqgyrjev6hPbg5ealin7Gdy7w/XAfe8whs5WpMtHxRH+9HIyPzOfC+qiJcjzBIR4NnlSotYOkxh
E3nTmyfj+pBKL3uj7eDSss15sFVr/0euhlXdmEVfNuHcDa4H9a0ZvYCd2kfsmSO5Wi5FHtmbZcat
U68o6v60TKy/cAMfzG3oOBgRUytRfMqzYz++AB1+9A1nQmWH/pLblCNcVpLQDwXE/ItagSXyzW3U
b79U/b0z7McGfgErLqT5M45//ImJP6TXxIPBbzFw7PC0Z09rzt5kHOkRyHg63qOuTPdzI/qvlRUd
8geV23Bo0ks6xrF7LiUu1Ro9hFkeTQxgNGg+aD1cN60isY8kq4oDz1p9BG3QkWiB5OdQLgeQWWFW
Zu6kIwnsKB/KPBtPUOv4ZGRhfDGFgr8nOrbHJvm4cSLZxFrlpcETSbpk4dV4tdRcvjpzPLzrVraP
dR6bYZ+s05uA/49+h1x06V10Clku10JToVNbJbMhjcD/wFb7jJPTlqlSVDkdsAWCvCrjdCxCmpWa
x7bp7XDsxZ/cry7SG6YfzR3uSgBQcPYSfpnZdtn9v4QPujjmpePiK2xbSABptkbDkT6Hie1qFD1j
3x6vsY7d7F4g1jjhJFGDzq7oOfYbrswEPFEhdknT94LVTK0+WtITgUNB9LNKEaSNdcDpjeGxcngH
5P2LUt6PGNMEraqzjwUErWB2FzzJueVLSMzuHDhcvcKVQeJYezw35ahgJs2EiGLafvCvt9u+zpzB
35C6xbDu5OtfPaTtn6VUf5eqd4+F7vKA/XeS4yMseZZR204rsJiXTJbGb6+pI0qjtsQ69mEipp5F
Ay9845aLaTHuwMn+hdZLvtLibbPx1PY5nZtHLk7Dvh2oj+GHh3+RbPd67vL1pa/jhjQ9UXInppUN
C/Vg7Vc/O8sqxSzXdhpL7NLeODKhD+AWx4ptjstnP1o1SCFSVByWFFsWb6PNqvKipinDttFVfE3h
WWFWHBJ2gggMNMKkfCIhhh1XHWEF9OeiwiK0dzGQHXGudaw107L7oAeGaC8UGUdeSlgH9fSosGex
8zVGnWzzGMYJTeS1TjHimeNtxb4MasVVMljL6BfT9np3yFGbO2Lp1gmJSp9HgApvhJYVOBFMgR+t
0pD5sSKWd1NP0zFPfCyXA/+4afbxP4iTY+BTfnkhBP+b5EZ1WjGwb2Y6OmDLrYndWOCHhjBT2iqw
Ve3cmd6Haz7DGsN8hYDnaxE/RW7nBqnP9xKrOwaNZkKrtbIvmmH6S6JZ4HPB7QCVKtZhxOrHiwlh
lGU6OiSLf9YLbMoTbIgU8NGPwQr7mwwZWVk78awdcCkKsmhr9EixIK6hmOzQHPIjiwc7CwqBcQMz
fyLerVx/ZEuFDLksUG0I+tuY9mT7r09KwJ5gSVHdrWBSy1NOs+5uTLAZ8fwc5mr0HvHauA8dTl2w
xWAZW4fF7yJpUeJ98De1RxFG5ZKwAZs+YssG3gpZDnYMd7hzu64jFpAmj1DltJoutNGvu3TVxcb3
EeI6mol66BmET0RDbNp4YJECqKc8pwX5hXltuswiJafFMigoqGJf7XpFRTiZLVuAyk+S0+C1pK1T
mN5O0fuHDh0Gmykn72+mK8zs0eC8R4n1yae6KeB4c3exkd3WSK2flQOxsO4nLG2dRYHmmlbPIjd1
4OkFP3XW3mkeZWkfAXLeOi7Evxj9A/rfts5B3xME42FP8C/ZFgyI5rypwHhCYVGcvnx7lu7gdVh4
GrNmUspoKKPjzaePr62u9I6M1FBGHoulPg+ybRKN4BNShjF7KC3Y7A8kY3e1nTFF+hM9UbDBn5pM
/VtW77+BID+BGlgkg0HLFQ6lArfl4GACXSlkDwapLO5OEu8nRELom2lWh5ZXbc6ZteIPXOU7GTSK
213lpr94kbwQ8qRRQRBiB0/OwE+N18oeg77p6L5AASGxsAzzI+/f9mUmmbmciZzbRKn4y4LHYOHU
QAMcKIlxnjNLXAacrydE1fKUZQOlIBa1fGzw/AP7gZo1p8Cqa8XZdcaecff8+ZBAEj4q02b9XZjf
a2wcddvRW1nAVWynAn0rsfyXZaJJQc3UjBRLc/Ya2qcwgRlfcVbbQB47M+JpcldYga34XfVj0oT0
iQIKmWCDVq4cjgyh3aVcsXpRhtk8ed1inbp02igO1MP5liZGYPvseLLsynbKf8584z7ZVn1w4N7i
jzXQcIvJmqn8abG5d1MPMGagQ9PbAKvL74amNSD7VNZfhxK+yhaJ8H7XtpZLMGfLWl5NKOevCqm2
vmAWQK/QXX/WZT2BL+286FEPPLZPLHTrIpjrHNJDspTjFEp3JRZ7YO9X9cRuSus6d9vh3er2dc7n
e2aZ8mC1+ptQ0dzsF43bEn2Iya9ZaX4Ec04otouh7OCRijGySdADh5mb4alMfX6Bsyn/zoPfXCJ0
OmyNSH+dV7wbBsnDeEFHN7GDJcDSdx2B95hI7sxGe55jtMkCc09u5tgtzAIaUUQcGLWmE8XVW2l0
lUsx3XKngPMmVNzui8Yredtmk2ntMStQv71M1gfHev0fU8D62XC5nINuVfMrWqt+dVZ44xkx7JNA
kbwUhvmxMbEDCiX6IDYt/w3780DUJ5kwh9tDz4rSbC6u2XpnhgmQF/msAuzmCHYWtSzPEBWWgkxy
m5GHjqOb5K2UPxm2FtOVHfBygaXiYt3ymuGEzWLyWXVgYMq4p56UnqIHIVY40oPKv5aycP801Afd
nbWwP+hyZSvQltrbWcCgeYo0ZUF7llUxGZGI5usSScAHcABesnG694w/+LMt6iYctROgVtCPuBLU
DfkRLcYyLQlBc4pH68VVUXpPwa89TB7YMjQx2FlAIbM5TJeZwEo5yXy/KN3/9Wq28r1qkZ84qULP
5ZJd8901ynRJAnAToN5b8mgnoHUt30GueDTV4mimSDZLD+CisEKn3nIwiYmc0tJXj/Wa/4InHgcr
cWKicaq9JG73WPbrWw2cytKsjMAwUUhjrN1/Q4x66KsaL7Y7wfd2HcV+sSyMneuWLUiIRI7bv+st
qtLip8QKEvjt2OLDSv2VEKuRh2MXOScTojOezaL+XN3s6KTls5uk/3KXQ4AAPmnsISOcwBqC91cz
tVsRhlSUgqdGto8TKEnZCGg3hgAaVD0CGgG/vvzQg5uzKwO4jQ7LAdvhZQoNrv1nU9v5w6pJ2/eo
zyg3LIqayD/1WMhOObcERcJteR3pd3+mKLnmS7OgAo+tDlN/kFfkG67OqhyPNWnmWwxS6L8UpgD4
YDBPyMk+14/Cqp/UsvgnttIWDixC6OvcqrBX3n+Kiu8rtT+MHDDVjxw5MFllxofAYxyqmRkBR+tK
Csytvxo2CR7FoyuFM4OWe9mN4lR71rvw56Im01K0v2bsOeR3YUclYZEq6wVn+Qu1Dfal33AJkeU9
eo0hH/EIss1ksUwzrcjB1CfRS8KW8kCVpaUOOOkHuj9G2w+gPy7v7TiI79jFBGx55KPGrBZPzSiY
b1o4zuap8jv3ILu6fCr9bD7YJJvuIAylHy787WrX27aGjI3J6cqSs/mwpWq7UOtkes11YT2uWcTX
1U6zE8nI4sIsyIbEtQiIg6vc9uoMt6yOaHSeDDwJblsM+j4p2fwZutj5xRwzXPJ4MY6NFtnVT4bB
Re8wnCNYLfGDiJ/8Zy4CwzsiebH01YOai4fJ0U81iySi9D6R8alIi/tajXlIg8fWrkLoae9Prg19
16Cumnqqc8mNl/9xKkDTdEezVaCKo27/S1NwQFbHsY4QywuPuDxbwgo5Z7dWFVjYSdy7duYP4Zml
r734ElnfhhO3lWxvmrTbS0dF4TRXFIfR2QGbw6fLkM3nOWmhf6Je1esCy4iF9KmaRRwR6Rhs42xw
mpMBq9vp3lutMaPBiOjWtpU1nrKB38XrCrgIEGfucjN2QExT0UNNpoa1caBtFIdKpNi4O9BkjhJc
5FH0EbbdVXIutBPEMkkNGaq4JhlKT7ArfhK2lk8AEqj3bvgo/iVqLc5jMSmD3Q7HXWXSCBJMJOGe
PFxkV/hUfsg3sHheSvlXk/oLIgH9OJGAC0kVdLuJpy2bCE8vrqZDHfxE8Z8vCZORGWENP6Ah/cua
GEF8EMV07KVxsmRZEN+rXmzuFjjhiTQg6FDREDcJnhfgYKwEBEsQ4RrW0W5aPhSSU6/A1cns0hKE
OtrMwKdYbIZY9gBpzBUOb1e788NKXhctqJURAi6SH6ZEFFPb82FjVW59imvWB/imbX99k0OfuEHX
qf63bsyyoJ2hXNJDNGOC3ZOI46HDHDHqD2BKmG2cejRvit7si5/lhv9K/5obKNECYK3ApwQ0RFv/
BGHgF9eJI72bsS4dNMaCr6SHsrfLE8d+aKNloGsN03eY+ekaHXG4Vx0aUKm3lkG29Pk8oJ/MVj+k
r1wAZzsAhImcXbVeeeiNOfuSiZWHNrcI9zf38Wk8G7qZstAxe8pH4WnhUHM5ta/WkrYvdQeeCgRX
pH5DvFflc4KA6bz20mGvBOShTl40L4M68CO/qZ7Aa0uufTRHj81FE/6cQy0zQ24iWnLrU8obmynN
7Ff2mkRbbDP2+h0kFFoH99xD4jCNCCwj01AdjTBmUQndrMWNnKhNfXVleMz4s1z0hJhBpS+bKgSM
c+moHMUDVyT23lpD0UppYfYaRxPJLriD7VSzzt11cS1RvM6gW4zjkKrJjHZCtzV6CC4tmrHWP11J
H93VAV70h4iqFRaVjNcnfJdZF3RRHy/vjGoE+NHZ0+rHc3r5wtBXqmPheBHRxhEBqS9l/2gUZi7o
ds8n94tcc9082Y2Q65F1AO6W3SrQBvdLAmul2SE2jbAOc2CfkRERBksthzdeTe9Xszdmp5h5/Aak
aq5bJrMXhl2fPvPaPhNVlH8cJ6PIHBubPPCKoOk1ysT4mLJILG4xgFqcNBjDzmvWlc6jqAHwPtCO
UN25/OXyxAVo4tjNZ3LDkQAsuksSfvZd7sGtghwzQnuceF0syAm8LX2/LHhaHYtigVHVjThw6qRf
jIc2JYpmU74vXT62nyDtVMZvEHs8WAJ97KKMxXtL3Wx0oTXMFOcyGeL5xqJ9kTT8ct3ag9NPPuuy
q9VhikYiLJoP/lam0pkueM6qHnac7Z2wgPXWB/FeWkwdykKPLrPxT0YnxwfLkFb+pLOT3iY5MKFK
dqgB8Jb8AsNmeComUZ3MLUxSm/RP7YwGiR1Bw92s/UByPlDUcqonKxVHv2sm1unFxX3MGUaftF0a
DuUtdV9t191yJMPk9lE6/ZsJPNeHSiaqDTHgzMN3YWg//s7oNZ8upjVZ+a0Y1HjWLoop3UFdsWXR
pw5PshFHlwbHkXnHmj3fCSSC/+t6TSO2W65g7Km+Sbj9PGJesrC/pRwXs51i/1qlM6a3igxc9miW
Fo2N8WJlFxvLeAOdJnHYknFX1gUCIq0Np8rMMPqKNs5xydjxPdY+XQSy6Mjbj2VBL+SQLTcDE/fA
wlmmn8ZaobQ7FX3IT60dGRhgbSBaLv3e6iGbV+9zHPEO74yZmvgICf6jbRp5qObIvHt1U51l6g5/
Yst3FXwTSwrMleTCrv4KVzZNIdpCvVt0NdLhiuKBXpzV6RFRjEK+ScdmcrRsAg4c7MQNOHHochm6
CM82fub6t+3Go82kkGlCfzO7+nMTm9MPlVDj15qjaCZE3opxDmCFo4d2MdybzXYhouYc9a2Fpavo
VxzhZmvWlwwsB0jVPB4R26h2KWfWLlCkQQYRlbdXa/0WoxymD/om4j7M5jrbbB5JSmtHO6deduwm
03nouIqvd1tgg8shHKlqR+5GkvuniYcyI920z8lC+wI+Mmr6dmI06PqpKkSgQLOrRYNF2x+uvTGM
DoJmrLxHEw5/BFgitX7VXGZgK8KzE8eELq1Li6Y94zG1jHegarAIqOcYPQivG0E52XeCdTXXuN4C
G3vxckz6LRJSRoV2kcXYCsyo3uqsRQUHz4YSjE2BV/c8dO1b3sJXkJvB96MZO9v/pwkHj0/kTWsI
8lITdjFYbmKFeRRLbyJn1qYq5MWjvTWsI1yT+26EXnVLp9HStCjYVXJuPCaE08ieP8CxOLzbXQoY
rYlrLq+b0easHIgNOHYB/FBdpX4Y//uAtjdMRTE4zWffYnV5bQTWvfvgbg7DYaktSKQdq028fXT/
PI6i8MhcpyTA6ceiXIrWgLm07Jr0nfZxLxdVe9ZiMwaam5MmzBo/+UcnhvAekSvd8hG7pYML1Bde
SxhYoLwjRWZSEebKJl49KjEHEdrsPNWT7ccJmxXWFQd7ha56YEjNl9s88IJ9NusO1QujUXtV5VR/
kO+YGZUqo/8sTKsN8rRsxBdzW3lOmU7YPMvYBfqCWbt/b4iWJyxebPdgdmwkj1YcQeFyE++clV30
VwHnR0Mfmytg7OhCTfN0U6koIeXwEzh0GPd2h71zIPaRsd+DDSqxE/RcxFh28RegeHZSwAtQGns8
V8ckxEzfzwcnkYAB8VA52MdshwUsacUkiAVB4WtV+snWcTGMq3d1HQsG1zSSXRn4LhB+q+VYHHvo
AyyJKmW+e9WGagaChbRorWkZ5Gwpy73fLgDySVxyjys4VfaZblVBP11n7xNm5490VP4T/5ns9XDu
jpvNdEmeFMsta2eN9pAcGbx7TMTUbMinDp/u2fBYzBI0n/EcAjnF6xa30mRlYS8ftnDcDyvR4iUf
c9bm09ZB8OB1djc8mLSbVA8DEkz0U7Lh4+SwFOcpPDqqrE5cMVEc0ZroZYpVWhjpwSdGGRe8Jvj+
nowptXnlYEp5i+dS3ZQaJiPbUVdjFA+LyZ0HOlUCCn7m3G92fWmoLyZTYbyYJmvSLxOi6BGrU/Ex
EqibfjDlQj7jfW4nX2pgPDniY2+me5UtCYUvs8LL4y7Ncuga6j/ouVUOGR1Vv9igaReS1dxdDy6d
OfzaauIV17XMNP6vjdL6ORpdFnApbu58JyJ9I6lnvdE2Que4yaXhnLJdVey0ZfxFbGpYDjjkfB4t
fuXRNYIjSZKzaQMwICNVSJOh9nY/Vw5bJksm7qPUXJAuYBhLue7AqSz4odo43QASNtn/d4SNGLu2
jR6/RD4BWDMp/7rC44+1MEEG7LMmG88XI/QpWiz/DOx+YMXPYxKYy9jGV3vmPr3P8dmXT1nrwn5A
ymL2LabWBXc4WKzxLDOH81ErtzdweEmpyNR5Fhlc1ePJhX7puwHNDe782wdP+mgIfnvWAeV4+hir
wbCrA11X/Rd0bFrC24ZBxCZT0V/joVUXBIIk2+OE2MQC1+EL52RORyJRwJz0dsJzrPQsHVf45ypL
Vb63DN4YOzRY7IiJcqeAeNd6QwJev+JemN1xXFoX6aVbqP8ZV8qryKZNe8x7zq0CmAfnTyZVdshp
Cl0J8Ea98YHbMzp7qlMchmCr7HttVe38kpL3rLN9AZ2InFjexp4MxSCa7qVMlonVBSRUQgQSCypf
glaDIbH1GT1W3zBkWZQkL7BFDClvCv6Lf8CqLCFUZHUvfrfA5N3D2DE17zPYJAt2FZH6BQgqVU0X
4W87qjqxZNMeaugiPtdoNcllPGQT30m2XzRNF/Ru8zhw/woJBcaHeB7ld0bq/sHjW3qiilsNVPmt
9Xx3DBM9uJ0i0OcDCRQQwkXmEK/vEORd25+7g1zgyhVdi6cWV/X0zZIoSX68hobhB1LSBcFTiz7A
0ELIjHBhZn0+vCTOyDLdHryqOML+EfKORg6vflJ2dUzayEATaKOSaByldY0mLH9yTdKlQVZn9RUD
QRHo1lSneMZ2eihr9KdxljCnVJWojTkZ8zGv3QPVw8zSsZz6PsBYZ4dI6ROeKzaBLVycbCzfhtnL
81tuelONwX01//pJK/4i1ED0rQ3bF/zjwAd/tzww8rB2gGzieQAQvkvdktXyUDjvJDmdA5GJEZxY
ZVxNAs8MdWiDtXFoCk9UMOGKAhJIBHIBH49VRX/WuZ8CDaVjdMCRxSvkzqEyrEsbO+aWU2S/PRJH
e3cLo3H/mH3SPWAIX4EuNfURewJ9J6yRMhvfzzKGUMZmlv31iG4DLdBJ+DwyawxADHbcapp+CGWL
RR3V0pvuTHBZ/Q67DdcBb1mtyA4OTDWNXHgLtNpzvX3l4N1c6hlfOYz/eF/Tl4mHuTGW/IWq6NU7
6pFR7dwPTiRPXh2L/zk7ryW5kWtdv4pC1wdxgMyEyR1n74tyXV3tyDZskjcIDtkD7z2e/nwY3bCr
K6qCW5oYKTQzygKQuXKZ35TP6cIsovWOhMyPsZ9GNAFzlKbiBTldlocZiTLo4K4pOmqCOYg+gwqv
1WcEtAb4YKr3KMZ1aKBVg4V1OQwHdBXDGj++nLTnGe046qiNcBYhzEIb9tZ2oo5Z68zt2FDWlHH4
yWuxHVx1PVjCBIh1UsCbMxlBYQ6CCWWzLd2hfVPpMgePac8catdD54aSFKMr0VYvRRToq8i2ZLUL
hBV6ALls9ZyNjX5qu6R9tmodvo2IKpjfbcQZFnF3z/oF7HAAZZ7Y/SeS9hBJknAEkJDY1cBFHiLv
U/P/0uiCxqnRBuGz0U3GN5pE06MOYuVjLeGhb4tsH8pftz56cp99ivW3ytQ0i4gFzjNy2PgfpcnQ
TQ8pUuh3pW55eEQTJB6rqs+CrSorJXA/rVDt7pywqLeZBTF0rax0ujFixov4jlr98xjW4Q8NAsva
gXEPs09eaUIo8TWsrC29Y6KaOZJHBKCPn5GnNOzDpLxuJO9JEeZG18oucqS+EyxRmHwwqzM7re/g
upQlVq4VNkGZQ6vsJgOCm2KmirEmrJNQWdsOp44bUTKARsANV21medx7W+CA/vgJUpD+ChMkfWEk
PfTbmun1tZs5qPojCPQ4C0YvB0pSJzsETD7/Cs26/+KZvXcHo8GYaGF4E+7XApFQHVhD+x0fy2oo
b+aKnlABiIq76j7qmfzhD2yU/TdsbQCoAOKZGZkhM+hDudQm4DFkbmcaZIR1FM49ADGqMKqbEb/c
Ys1gnlFQ2DUDc0GsqTDwtT2nRm0YfN5431u6f+ir1r0XUZE9OWgZ+g/GmOBIK/x+xCe5dFttbXKr
bMj7/FIXW4HqZYi4fhXto660v4QKd7prhvRu89yQvUA6T0VobTSuMS6ldIl67goe5IDEjIE4v4WZ
4N6vVfSXHVrVi61qBG7i3vyZxqk+AIOp/m4js72NI0/dlGkQpFdC91giacgRtOuGLPqVTc0i2yrn
oMdix3DuXZ/h1n0T+qGmNiQlvplssxa3YJ6bai97nhjEFspGOswhaRWjF1WoIQtHfld9a1xDsm+G
L3DStEnbnYIUEfca1vFb4XH5P2Qqo9fLVGIu9C9bNSq+S4cupsMkkPfCOoArBaCdL0fuF4u7f5Nj
GGytNMJj+76fo/6OsgM0Nfx4SoQxjpEwxLq0nLEKnsk0rx0nBhM7TKXG2Xzqg8caolm37SYrQUp8
DqV8AOxidEBSSfkPIyYZrDHFkGV86Q33PdfDZ+HO0wOGwU75CYeh9FueB7RUBx04KD5EZQQBbfl2
CNSCVMphMm8a6C/GoxIIXuR7K8AqBGn3qdblZ0NpZJCN2EY4b9UTc0SxGAHHyM/boUbSw/XtAlSq
O1AlrBicDgbqHaU9ou3F7z34KJ1i2GCXXda/GkwEQ7m22xJ6GO2oaAz29JqRixZyXia/ClvTW7Mi
+gBhpCFHG2kKvwSIypWwy4u53jBXhwNOK2V0XxQmaCiCAx2Jb5Vu3DZCLxDRmXLFlaXrW5uR06vj
I///vUUjIqVTUgQU+dmEMWqMpgOyEaMq4DgjAE9ladsJ/iAtdEzrNcvqFtmWqQ8D844ysgW6l8LW
ZIguC5XAkYA4AlTOU7NBNx5mLHMrekPX5LsjL68pnH1m5TA1gno0sMDz7GvpuEmDfAhZCWqwCJ84
TwvtuHxDKje7Cga7vJIVJfebay+bpMOS49rVgslkX0bZzzGWIqa4t+ZNj7m5u8G5m904dBWN1rDD
cO2veYDBuk8Lyo/7yHDL4kEIo6t2NdCwYG31uUqvjWY0HejXKrfvkiABMIn/HsQTXHr2I/sfWUw5
OOabApKfXsFkI2zGlPY3zhCgohslafWAbDVXuZ+U413BxMDUq7oNKuc5hXCpnmAvZGmwAvxkbIG2
ASMsUbIC8KeHVyaBaDFE2gQmT8coAMtRGuIuJfV+schBss9znEdPDh1bajf6xj+x5iC181RQf7aa
Oi42eCt4Nznn+ht0xxnNZPi7WwoymkXMMq0xWdmUHiNK6kXm3ERFwF9A5R5tQVwXPIQ6G6Mu7xmv
RWifhrOsnC+O5U57pAkUbNkcW0KaeXLVuTEKv3lSXTeyTIyHhhoICIcl7fGhIJ4yEWWkkM2bsXED
B9SLls8RUoAgoiKdp4eI2flaA0zuys2QxaK+A00bZd/yEPTsd+U4fYdtIaD3teM37bBOItPwP4UG
BCEm64oMAT5sIZyvBZIerrEK0B8Tr5CAGJIB6tLJNeCj8k6MClEbZg32D40nnA8lCa9jbH2IRs6V
MdO8yKhyaN7fGZaf+G+6oG+FVhlBGVnd7yVf1NlzrOoW54LMtKo72eB9/KW3aYDv4k6UFiRM03W3
jKNgzgXtMG9hIeA27DKHQu6lVbN7600oHyBPMbt3Oa4qLmOgidaH3qb0c5jfIGz5TL8rBL/GHJQk
xIOSDxNKUkQVkCDcpDvEHpChawLa7Dxi4F0FiKMYfkPOXDJHTDHqkw/pLPN16VtAGkkYw9x7aehS
UamXmTv+on0OjJXKcwK1QLuxTGhDYoI19m9S84RrS0X0KPTYNc9JGuZqndEN+joRixmHGk6YkYFN
43NDcv0pnXuDkxVWr+joqH1VWt18W9k9ZWmE3OvOQXYheFGWOdLMmK3E+UWNoSCvMd4ST2lYea8z
FhFBsBNiRsRjJPoj++FaCbpYyo+f86II/IcOjv4OywwE05tkfuos1PcWV+Y+6F7UmFrhVvcT2qmY
lFV5+5lrJwbwnGV58SqqgOMJCyb8RojxvjbT4NJwSWfMZ3EeV58sw9YmZISq7+mopTOAiUypzxP1
gXndYo3xvfA6L3oFYISC2WjXCZ7Rni8f+8IX8ISqhJIoHNRXgTX9AR4ynFryVTt4btHr8j5jR0q1
xcnRP6Z+7K+0tCApj2V2U1sL5J4mafpKAjvtaf/CovSk026xZ0YqEWH/FiUwYAPTXWZP9StEiWh8
Srx0mOpV0Qv+zqVDStOR1PZnyyx7Qe47+FyhUYNyUldCrMuz2t3OVMwQXgJqwfXcahm9+QhO3o4T
3owHK9YFs7qkdcor0c0koKjylVdh1MUMZeoKfRdB0gqNlqkXzr2jo9b50Hj3GEKTcsMAYbKbFJn3
jZFz+blTokdhw876pt/y+g3zNtfuUH+z0PcxXgZI4sZ6hvG1LgnS6tpyrRr9r8I1evwYZB/+cslP
0+u6Ry9C4Ifh3tLM7uu9hKDcbxCZy8BG6SYpHzztDbDhqLQM+2/6TzbEbgOlhfIxBTNdbC3XhY+I
LCYK2dCLB8artpEGn6SBupsZjXg9bI25qbzHIK6hlJLD+GtGnAh/IN2FbFUEZ87Y8vvc8q4czAL8
sUdkxk8BdcLCp6zf+LPt/ZwZKWHOzCl4CZDdAGeRoLsMn8LAKpOsUKTrZs4GvaEmEvIvnUPgXaOd
zJQY3R9zIhkGm8+sCQUDxIVgAtIuYET2JFsDm4qKKSi6jw5jykFkWxuZro6ZkksdgBgXmBMRLhq1
rtlCRaGzG+wGCUm7R8BUriXTuGcw8mayi8lOlgm5OXk/cgRnkbUKRZXvGEr7EFgxfz2MQ5G/ZG1d
M/CIuykAWbnIdlLdgujbhSSoMHw7RFWQ1AvS7x0RbHzwEi2SGyvuorbZmVPpGq8lslvut7LT6DK2
AffOAdUt0HmVxX+niUf79BmFg5TEmOT5QYydmcwrJYFxvZmmE/PeCCwaQWJ02WacL6vWQ4iFT/y1
RAB7foUt4AQo6cRZ2D0V+AQ+MbsdAywUvOBvBLa75HNVeQp5b5AKV6nBOyQrdsE7Yd9p6+84PFl4
EMho+jG1OBqHacCUFVqoXHlTAAbbNQNKCAYUi25SEMR3ZRcUb6nvaRoAls2foRs4O8fr6TUt4+/p
ALzbrl/raPTfGOF5xY+BiwKbSHDdpEeGX9fPOdIMKMfTA3z07YrWQIJAEPeH8OYfiRGWkOJI7CD2
4UKOZ01J0LE7YKl3zmgO+3Q2y5s6HPz2GbDPKB8XkYD6qhUtkgWbsqsm3EQ6nziiQhjzT9gVZeET
IybBmmYC51QauNVcYVbhvOFMRCEae23IaCnudpX23IdK9cm1cJNqW1mx+ZcLrQ8uPch84Gj42lS3
zixwpqItBkBr5kju4CmYJiCqaL6yipwiqONseKM0aO8on5YKDScENUx7/lwbwKw2KrOHr3mQjfoq
wapyQrvJ13gmyJhuxBpJ9hzzQYIH8gyo+PtinL/mDMEAilr5HE/QILjb18yknEX8kgxj1QvbK58Z
0HnzdQABNKHomTwk14iL1T60+5rR0VTeMY7Mayg5di5/dqFTvnhGZymEe6bBngHeGPyDbT71n5y8
7m4B8bh7HHMMuDuJAHCRD0gRTNrVS8s/R+JV5/38KtsyQsTKHIdXEz60TYcJeqjZZ2zhiPeq9iRL
ATaEuX5iwMQ7zgwvNghk2obemWN+Dic3i63iKdBlhsUeIQ6oZFeQX/tooxxAoNJdDFDITrekWzM4
DK1KuU5A4eZXRccUNACDrNBHB1+4z5zRTjj3fW1/A11ZxC3dhriiLzDPACflXkE3YIV4MkPvMwjY
6G5usrRA2MDrjU/97A1YmFXaMR/GymrNA7EMEiFVWP29xvvmU2Iapf/FLTvDXiQnRH0d+kLsKogY
B0x1p3ulJmayRuTcTZRWzdfeYQa7phMnftFlKaIX3Bjml8pwydqoBd114fFaP+OHGL00THHW4GBL
+xezh7k84Japb7IOX501mqeaOVSMERFUYpwNbpDcTz5xL0BNoiSQxjZyK830Os7gNe6azJ2hsAwR
R3Q8VEjmIQKs6PzidYcLKt7RloO5A1KoeojXVkr2IAC69DAo90lrOm68CTifpLqZ3blP8UBluWm6
eaC6l5PxqfQmA55xtjS0b2fg5MHVEMPUwUZJ2/13C9nF5HlqxiRAgs5saEvYg4YmA9GKbnKA1tS4
M3rcNc21xM4gM1adKpnDVB5eIIjZl8Kf+kfIAMFc/e2adddDW+zLCRoltKh2pG9ZgFvLp01fhXlr
PqGXG+P47RuM9pvnSCKV96X1in68A6hjlMEvTbId+zvmZxwwMN8jcPkrrwNvjMNaBqX3nlpvxoZD
uaYOUoQsEILY4ycC9cGeqD7v6el786YrRPE9qq2iv4qVUTFAsiqpuquYi6yDrjdCEMrXbgaEU+4Z
F4Xht7BXRKz9hFvoVO6sHHyc3f7973/93//5fz/H/wreik9FOmFl9C/krz4BAmmb//63Zf37X4T1
5X++/vXf/6YMQaXSdlF0IWvTNh0u/vrPH48RHm/83f9HJkHWwr4qf/hOW1UbKp/hKjVT69UR1BOw
/eBpQ5zHhrsx9UT1UntM7seEuVYEPOn8r3Hf/xjh0uTGK0LD6XT0MkF9/2OY3k3OwL3/LbGAe2ws
VeqvFpyWdiv6bMquMFKBDlwlISnFH64MKd+2helKR6LaL9X7lYViBmSExvBKrphc1dmELYsDOM51
neAWcuRPy0fg6vyaln7/uBLBOelZip45GnAudu7vFwU2RSvJBe+NAcjQ3HmycxCObJWdrZjHMnpa
DRwbQnPZ2NYnW8A7RQjf1im3s3RpC5VMUzf4vBbm3qFNG9PEqjuSAiw1F3yigcF1MsZl/zRYne8d
gozC5vb8Qxx9MmlqiaSwZ2slFEgr7b1/BsELmu2gNx8n1+qBJ5Xjd9Tz+m0jTKS6JEnN10mI4Pr8
qsv/62+7VlrCtDBYoYvJRrEttezq33ZtMTdJaPtO8YTUIyYWZe5lt30CsxAa8dyuaQe7zJfxmL0O
Pdw5LmxT+8TqUrmK3Sr4D1O8X70DK1s3jVk8+cXQPiaZtJ+CZoHpoo94Yallxx8/qPRsIQHmOVqp
ZQv99qCNkAYDAVU8NS2VZQ7wYw2ZqN51iR53tWt6L+df7PHntIRiQ4I39Gz2pTCPPqeNYE81Qn94
xHUS3kKolzELfQyE5aJ8T8OfuZFDenx+1Y8vlFVtGvjKEiThtvn+Kelx8KAM3x6LhBR9NRvOX2FD
B5upmTH//OO12KZ0xjzbQvf0OMawNyuTFpv/yOhcvpAoolsCHS1aulGw6c4vduJ1Kqks1xOWYtDq
Hu0UBQncoXW9GAMtdH7U635MCxsHKSABf41iHVvJNLKm7fl1rY/7RrGw5/AViaNaLj/st31jG4BH
hU79R9BXh9KQdbqrJVq8Ab0WTLUbJOqjYa5/ZI71qhaPnnXStPgM+ChW1ERbB+LDQD2n0X/5hGTJ
s9a9unCIT/xGh4KTLrRD09E0j35jFZbB0CBe8TgpnElWYebQloMvrW7yBt/HKC2q1/Ov5Tjgsrtd
QZxin/FKCCHv30pItTx7oaEeBWcbYCD8gZamAPhoBwVniYrUXjkG03voJ+0uwhJ3ff4HnNjoxEuL
30F3y3Lk0UZPeguaSBe4j043iutUNXSSytQHjNt3F5Y6vtmJkWqBBBFnAbQhlyHfP2wQj37nZaXz
iKCd3pTwanfA76kJGedf5XF5U5L5reC/yo1l+ahsFAXggHrO9uef+WOstrWlbX6MyZOb9tEt12Lm
Ao5/tB+NQQv0bkfPui7T9CtsejL9AinWPjWnDRzZ6MLKHz8315LHop7Hlc5reP8G9DzU2i6VegTy
wQTUsEd3M9J/2nlzYt8ylHpIwRrt/M5ZwCFeeXP+wT9+bJvriavRskgpQFu8X54byoMz0FiPIiaT
teKhGBF9CueNjJr+r/NrfTxLjuuaGNUpwbFn1PZ+LSym8d1oPP/RBM64Mxu9FHShfQVEul3n5hhf
nV/PWg7nu4vJBVspXYIMjGQTKan3C2YgLnrPzJjyBYZV3mBuGMt9z8ST1nDk2/XOaQfzOsPmBhGp
KcDmzp0deT1hajd/apCc/KsAbC9XAFvdb60URsnRj30U1cswvtehrR/O/+KjN+Q44Nk5C65j8mdp
6aNt2DdTh2Csld+IOZ/36IXV+8LIrA3DuPQxCM1L5+/jetIUDp8E2V5Nx/ZoPRPIEQboScV0UuNQ
mw8Q1xER9dH5Z2CBuri3O/+A/0Sv3z4JTwheyfRc1Lw8Tr8+iqc9eIkCAFN1wxy5fdHKyK6UEvna
Cc3xOpKz/GoMKsEHbgQOUmZtcjUzud6Y1C9bW4jxwqV+HID+83tcMgY2JLqG+uj4WSl6Kp1ATgm8
TJ6FeHrW8tcQl374t18ygruuw3HR+DHT+CoHMIPIMMqoTwqDIu8gcTt9ufCCjmqdf34QECRPSsIh
U5WjA8mozgIu2fJJgizt1whCA1JQ+DSxOe3YfMA+EhAxjVnEjHBqnOTO7gzz77QUUbjpM8Wk8fwv
OrFHLFdrbXum8Jbt8v4QadMYSPrHFjCAk+50bE1PaEtNV/Qd5Jtp0TA6v95RKF5eAPeBpR0HpLMw
xdGeTDrsbzraHDcVitHIBqPiNNyJxGG4XUkw+Xuvqp3xvqaz/Yy7Zl9f2KJiiQpHW5Q8lluf92+R
gx3l7U2X4hjThM1NOKbTdYtFHcKg5vhFR/U9yb5CRit8WHxrf2XLrIbyV3IvVbTLHYxT91glIS7O
XGdcuWCgEAW2vL+DHoGlwBnilR860dMkXXcfyRQkSEaHEcjsj/Mv8fijeZTMfDDEIBXXC63V9x+t
UWgZUrWn1yU/Hbcbx0a8xo0euP7ctYVdweP59Y6uEcfzHKVtqNGmYBiu/4nEv6VyoahDFy1w49rz
dG9C8qT5PDJnrAK4bqs0m7i8L+zLo+DOklSjXNmS57RMyzk6uQ7cBHr9XntQrVnuXTreWH5M6BW1
qlk7djVu0VosLmyOo9uaRT3Xpg6wHGEvSo5HmxO3vCkD7okfged6TA4z2Gn2g5MyLtlXZllPOwS/
DON6bKyyZWAPrmEdd0x+Ljy8/PhDtInkiOAutT2yhqMPnJtAe2o4Xwecfczhljlb2D5mwMkzbm6n
a76qznKg9XY0/DYyQKQnQ2etHadnt4/s5rZl4Gp+obNr0yBBRdiMvg1yccsBzIvi5n0MyC95rFDk
8DcmczX9s1EIb24tIPsEnrCrzccS0daQCrYCKoegBSL2wKLbkAytnCKMoqOhtMzrBmkgjH0yNTIz
neLCWGrQyIwOQ5d1Pf6NEej6NTwpI3iWA8LMLzHY+vQTqTVyhOMwjp1Y4R+BLPf5PfvhjFCba1tK
pGoo54SzvOLf9qwArocdAhAlp8kZjib+4KyYLqKGI+byFz0V78JHWzbH74GFvc9AzRQWf3h8uSXw
/LZg0kDdxoosO5jD2H5GK7d8whM1uLDKhyvtP8tQVgsOBTft0XOVqLfE4M2zA1gNbJxpGl7XSmLU
onqJ23Mpro0MjUX8v0NoT9iVpGXWrN1wSi7klseRnB9CSWkDj7Hovmh1dNePiUTvEneAQ6DV8KKq
NNrl2FIfcoz4egTmFwnIqCgPVLvVhZdw4ngIulIOnQKXuuL4VVsI8xVlZGEZArNw7eR59JAhY7Qd
ll04wum4Bu7j4hOJ/3BKN+bT+a114ktTz0j2FRm9kv9cMb996TBrxDxlACmD3ALxChw0+2VEWfTn
O1iAaTO5JoHwms5RrtAPRediRM6XnmEmomw6OnfS8yd7F8RD8AqSH/H/80924tDwRV1kEsmZ0I05
2lxxE45lmIXhoVE44qi+uYE8CKK+A1hmC+wwzi93ajMjv2yZAMD5g+38/szUZjK1TMPCw+CkXKNj
UhPffILHOCY7VB5wSUlLJDamuLwNfKYDk9daD2Zd/Tz/Qz5kBWxmuuO0nFxn6QAfpyW9GgEP1EF2
QEFVYK0+uqN3gKczJl8VXqXzqsKySn4fG0B7a4onEW2cgmbxavZsI/iVuKNZPvidQG0VpZZ6dowV
kw1bbmpLB0KuCnLJ+BBH81DezyCS+ofKcmH6axONo2ad+Z2W+yJXNQAcELVoc55/wA83OJeppMtO
6kkqLNVR1Y9IJP7RgkaMB1j9bRGLvWr7HnVXcEN4/51f7Lj1wz3K2+QPGwgxTZXjwgNQQ+5FXBKI
5qUy34XICv2E4olKduJNzp6g5lKN4r857wSwgWox5uqfS9x40lv+0fxJgIXx167XRHcYZlvlDg9f
8TMmh7UubMETO56ajJa7ywlz6AAe7cCpMOH0NtEBKcxZgtPGqlYFbvNiz8Ir7lqGGn+ffzsn4qbD
W+G1UAJKcbznRycWtNqN5DBMut9gK2SDiHWjQ0wY25VSNLeNDLA5LIP45fzKHzYBfuASGVXCNhcU
Q5f3z9qkFqZMVcQ+dHCZhcUjggzgZxfdZKC8784vdiJIkuDbFF8w/CSd1feLSRsygFVWuOhJb7xu
4VeurSn5X1xCxCkmR64SDoXVUTY/YPDQRxCeD82c0M0E4Ax21LQMPDzRVEJIocNwaAIH56fZ9vwD
nvqOpGamYxIvl2b1+wecweXoVhXxATOhlPadKK5aJIc3ocfyWQNpFXqUWgdiHq7Or/wxN2bksMRp
Niz3g3V0mMGwy6HTSXJoPVW4D6FB+2eLKUr4JALBUHfEqRFri2L0/3zrLrnUct9T5cPbef/Idank
VBt+fCixd9kmQ2msJtDst+MYO28jFnQ4YQQFnBZ6reWFO//D5l0a5TTnTQaFNNTk8jl+u3SBjgeR
183i4ECiWxf8XZ9n4SMFGJvZhfLqw/ulwmEaaTEG5CE5ou+XssF05PSHxAE7ZwEDD08nF8j5KnCa
cTshvcfI18z+NBDxUpdVuYXA95O3vl+0ToHrT6Z0DynaHTeUWahY4Qm0yuc2umqZfVx4nx/vXq4E
Ch3Ho39mOlwN7xcUboZ3TpLZXHlQB2BGYh4ex39XDjYEuJdMqzzKePoyR7w9hOkB01HsihHNmj/c
zcvVZLn0HhgSsK2ONpVy4kT5ga8OTVvpq6YF2YksRb5RtStXIHXN5xx+2oWn/3B4l0W5p5bzw5L6
6G1HPpKYo+nLQ9rETgh4t5sBywzk6ytN6n5A4BA1atfO3H0NdPVPMztWZ1RJpiFIf4jF71+9Mq2a
6B7bKC4xiH+tXcwDUP8oinswWQkaGUED1+DPXzPzH4cYyRCP/tz7NWcDC8cs6EnmcA2DkFLFW98o
9IOH2clVsEi9AYjN4gu7+sSp1UsmyaRLCYuve7SqxYBjCFp1mMxMmqhRNQ3CToFPM9YKwdGef8Zl
q7wrwZb3ihwkR4jLnOvn/WpZ6naxYeTqoEoiQxu6+ZqhvbWLwumHRMzwcH65Uw9HHUC6SOLBhX60
czuYbBHiTxLBiClbtyLCJ88Ez5KjTnCh5Di1X5feqhSky2TKR4l5ZVXDrBiwHNIOlwhTdnpvoNa9
y91cXrdA3l/ayLI2tC8L88LGsU4+pkd0ouai4DyeYdRIH6AfG+qDRHg980A3z2WxRhlnrFcVtBJ/
qyNgaFusNky8dfHuVbhEBHrS9L9a6aDR78PYX/HPxmhkIrM3mbs5R3PiBXSFLy7AAU5tAhcdBaIb
PVbC+PtN4Le+H9QRZODZA4TYA/5EKcPN9nlMSTOFiXHh/XxIdNh0C3KCDUfZpN2jGmYGhF9WU4C4
eNa2v/BzrK8gpGb3f77XPMe0PAeYIjvhaGur1hsr06zVoS2q9gmDpeymbVF3ippZXYiNH7833QtL
0qQkhSfBOXognAlsA1UKlwS1N9d+2IptVym0nqNeXgiEy7Z9f2CXRokJ69iznI+YlySwmxo2oAt0
3wNuFSCD7Iqo/QJAvN/5ZOBbkPT+ZpIl/BgTUZbzL/XjRc/yLrNxYEegkv/Z+b/lFBKxJTQncn2Y
Qm++TUt1l5QI3dJi83GiB3YoQhQEzq/58SSzJsgilz1KZuwdpY2IMeIHOC16FbTqHs15RMbMHST+
jG5+bxfYLDdDDwG7MH6eX/jjPl1yJ3bOMoxccEbvz0XjDWVVgQY6OHHmqLtSNQikI5dcJV/OL3Rq
/yzV/FJU0UY4hlL0ht1XkyRehOhDHLDuLm8jJ3ypTV7t+ZVObR9eo1q6tnzA4zozCVszmkTgHcqw
NkCwOS1ulFEd31jDgGRcklf95yR1s29DZ8ZvNnfj5/M/4NQ7XZIIGjSOoAg4ugGoXUvDyCbngHLU
/OAjD4iREfX+n8cY6jXSQ4+TwrTmGGzUx64yXDQTDnYYxz3Kpm3lXSW0F/84yrAO9ydwPJrODEne
7xHat7M3ly7GlsBMv7tqzm+gEtXUcOav82/uxDEg2fUcAfBv+deyiX47eq4KFfhpbR/GcjK2vmll
O3rc47rvK8y1wZ6RY+O6bDMqvfDNTq1M6kfIcVzJx1v++m8rM+dZ4OHEHCjj2Tckk+KNzltYHtyn
SNbGbnaFrF+3AVN2afh04mTQm2T8xUAS8MXxySiiHj5p2LmHUOfQsAymW1ObJptu8KKr8+/34y1I
uqUheRJsTBoqR/dFGBv9P7zLA9xhxlj+FA37TNFUoU+M1oqBU+D5BU/EUh7LY0DEvcu/j1+rUQ5u
WcaEFytAS7m3rztbo20SSRwUh6LeuMh+nF/y1DO6BBmLrcousuX7L0ndMFTossmD7tHYDgDQ3igB
d8F0C4XGTKIvhJtTnw+IA21KhxoU+Mz79VDEns1JVvIglQBdwC9ChGzGkGTw/jxWM5Wl2JV0pD62
NaJ2GqvS7OVhLmz9avVhv/Hssbhw2k+dBKQ+bJpChBT3eMYmGgsRQNRXDmWFenKlM+MLXgD5JugL
wO12I5o1SozfI9f/Q8gmgYU+hHQ9D5yfAul3lKMhX59g0EeiboH7zVfQYJ0vTaFfhQXGWo3wIuql
LPvj7SJIB5HLXIoE6SzB/PeDX7RuWPYJPVAaVldtkAQbpQv/uUOUZFPBzYwuZIYn9qdADZHOveZD
gjt6vyDqBBC4B4rMvm0U/tZRfy1y4V9jTMSo3W5ezj/fB/TF8lYReqWgRAgYtN/ReTDjerIj3ckD
oj7t2g5iJG6AGm6iYYCWMJIbrPpIIrjRK5dSoa/vioXkMzD7RdohbIYLL/zE9SxoMDAk4vLieB59
5RGjxalwBnnA0rZhau7h7b4CkwJF1cEXcl8Putw18Bj2FUisR8+J0935V3LixFJzLkgUdHMA1C1f
6LdPrvzZ86OuFljhDP5VxDT9MFZ1sw2rIrjwsCfin7QArjJy9AC+iKOrE/lAiUBpJw5x5pk3kExQ
RO0650sRz9Hb5MbTXSt780KUP/GGAY0DAKAiWKLuUdBtte327mirQ24i5IuiuO5mfCHQcFmlFY6y
qx5JwfugRfZmjTa7e+OqIewuPPlybo6SeO5TcDw28zDO8tFnRnoyRrSPAmjCbfFb1Az+57kPxfzn
pwncjE27dRnTIzLz/lsW6YACX2HJg+W7zF069EyLshEw82HkyZxJ75/vHU30BanC1yRUvV8Ph+IB
81imX7VhZb9GQzkH/OON+wLqwYW788Q2XQb9YqnuSSWPQaGo9wVGrVJ1MOncrhF7HTGubNFPDkSI
dvn55zoRlUg+gOAsJQjg+eVz/nYmdBLPvSy5NTOA6s+6p6pbwf/DZUni4YDNq/b8C0ueeD42JzUW
h5A77XibwoiJuc48cYC7Zd7WhV3S7GtQ73OQNz3/dCdOBK1Mm+70f0YPR7ukiTB182MfmydrwejY
KG8MqwBX8A3MOSjesh+/GXJwdgOaBpSYk/14/geciANw5DyGbZwG0JdHQXiKUjeP/BJqZTjMBvR4
uUDfEL1BdkOMFvpEIHeSNcQsr7pwQk60dIm2UJwAXVMUUdG+/7RwmKumKsKUNMh2J2iCPkJzpoP7
0ox3NuZdhoc+XxQm94Ow4nXvYeXtzaH3plrX2Z5/DyeiAqNUSlxQzmzsf5gnv22zZDRMqmozuZmN
xHpjZ2TrMo3tP0/mf1/luJPao0TUoY6f3Nhm7G+EHhW2H6hCt15WfHFt/ThHZX3oovwSjvvUZ+Zi
cTlJTLiggbx/1SoHyKkhrd8MUMLUzVQj4/CsA9t6YmiZfm9HExlA10rd8ULSduIsLcMf2iUU8mht
Hd0zcWsIB2HK+AYJiHrv5Y24imMLz4ogunR//zNIOorsnvdPpuu50IOOE5h24K9JnC5u3DpVmKmA
asW1J8oy/C26smvLa9z7On8XYBOJr++YA/PeVxWE4xnraBhFF67zj6EL3CTTn6VnLwiTR9c5SU8y
+1OW3cTk/RUWofUUrU1yvs9TaQ8PXZtfYvl8fNsLaptgCVFjgbIfhRNYUYFtGjGWtOGYXeWpGW0r
O2s2rlCXcpWPO0ramvbMwsMCQq2PPiwWrS0uQ9DaYqdqfoRWlKPkyRFF0Sdv4ZyHItuYk0Y18fxB
PfGIC5CQGxw8D8yZo6DRO2UX4yPrH0YE6Wpu0jq766IwL9ZlkjCyP7/ax5qDTg3jYPauBbH2eDUJ
ZxXbEdC1CNt69ylSaFu/7PCKweQb9dyp69q1KBecOu1u/+f5xT/uH8Z5CxmB53XpLhzF5gJmhzvg
P3mwo4wOX9pNq9ouezj2jl6lQVRdSCE+xsClumHST4uR2+ADs1FmyNdhynNo/Yomqp2K/8/Zee3I
jbNh+ooEKIfTylUd3M5jnwie8YyyRFFZV78P+19gXapGCb1HNmDALFIMX3jDcQDFsr8/q9sPyNPq
UhhWcSDkpcWpGDwTCV88zC8TQfVL1fjzswaH/JK3ZbCW0rw1Fs+aTtmGUjeR/fW15yVeLsA7TRc0
hhSwo0CGGvVveMrZWnH2jaFInBRknsME1msRf6U42bcDeuKXqfOSX3ht5S9lquU7bZ7TlU359lCo
6dEJBHe6vOdw5BA6Ylc9FIxqfEFRpDyZlV3ukRVfwz+/sQWhSCjICUGsanpeL6Df9Hj1BcVw6VH7
OvoS9ewiGcB8VAgEzkPbrUztlQVxfYc7tM0VIMejaY/q4/WAMIn1eHDD/oKfYIHZpu8k5ykew8+V
XTs/sJ/Qj7Ly0eqTBaUTN+Id24nCHE5mjtkMV7nAihbT3ft79vayc7hwyFwAI1GDW1bCCok3nJni
eIXWAaoa5hTtvS7MLjFaMghxjEe0Qd9J9qLoAHcQ9DKFYnWdLwP6rrCHMkeY82Ih4PuXBqL521jH
KGeiBnEwGszq7s/xjV2lQgMABNC8XK6dxcoHI9I6RdJdGnSiLyV6yGdq/PPJ8xrj+P8xFFwYgAvk
2nTprodKjG7s49xoL+h05aTbUXi2tMg+xCRmK+21t2bFNWOrMoqqLS72Ew7cHcJXaXsZ+6R58TUj
OBLwGl8odPgrC/jGJvEoRFM4ISfynGXTM0FkQ+i11170ekRxXpPBafBwVPXidHiS9YRW1Vy9P6Wm
4MbXIoYG5ULGeb2UUdBI3yt0eamGGbjJDrmTEChajm1jgT11jNgyBmhjfKR1jxZWFVh5+BthFtGs
tHzfuCmIvXiXDUCJVCYW8UDX5dgcywoMOAK/08cWu4P4XMoaMTqSHA0N1M4O8+27N5JvcTEpUBPj
Lp9nr5koNMx2c/GsYjxO2G4dEkRgTraGcNL9od6an1pi0tCA6DJYPFu4co0ZvlFE50pwJ9SD3+Wc
hHtwdxMSBlp/uD/cbeDh0PXidaQpRQd9iaY1u560MXbkJeDko8YPw33CL+Mkyuoj/kLJqVFWXcj7
NCtn8815EgaQAFNEuAFeIFZYThrmvJexcZIvKHvkfw2uE+1QX1CyikLu70/0jSyQCrU6NUS+QAKW
T0xKmCHqVvQXBxYWALQ0w6g8x01sOw0tMjONxKEkmhIfacliHkmYiujvTGrZz9HImvP9X3N7XXCW
oBapeitIteV1EU8ImiNHM1N3q4dohwnb/Bz0WT0d9cao1vbU7UdWJxcBB8WsVXvr+vD2sUwnO6/1
i1FXWJmlGTrwO5zqrK8TGuJfAhfJbVyn0mwnu0ysIB5vryvaAq/dbO5F3tvFgQVqZExIK+kXeiT1
1mtS8dMYZPJvVWqoygTKKthpU//XuxcYKDoBNaUV+FRLnGWKVqvtDLjyRgaicnba+h/Kwmx2ftQU
Kzv5jW9JgRPgEqUqIsAlhMhvnDq2HYpTQ5VZP0tvnM6IpiA+qCO+d39Waq2uoxao6oqjZVM/1/mY
1x8y4o1UmvrTJQIxfaCt6iDdXDqnHPTfCc9bgAGNBgYmFSMqE6JcOUNvzNQD/s7n5C0gW1g8Aj5y
vIUilV4ImapjQyqyGfAl2aAqtxagvTEU6CG6IQCkoOEtm0qNrlnEnll9EYDh90Yw5Z8L7JFwQJXJ
yhX4xgalKERfkOIUKcOyXyYp/+AMPTIrlFGB949acwHzXuBej0r090JwkB8kx6V691NGvxVVBYP8
El67r9bgj1oQ+NhkimPMHy3sQYAvRd7kEVx787xr0cr7RwRyyN9JtgXrDF7GtWxCekWkWozZ4kmo
44hdXopgEMVxrvWgONRxhqpj4XaYoFRUfVcuu7cWGHyWaroqaYclhpO6oOjhcxeXOcMuNaydXwly
0Ru/gw9ouuJ3qeFwd/+g3L4uTBMhCeAP6iVddtKMUbkPBWFxkbXVPLlzIw7taBaQsOriOGjNmnzA
cjzgxqqqp1hVFPX8ZVRidMjpuqNvnycjryLU6S1cLPG3jaPuOW31vCs3qkWlr+yg5X2ghqW1oNrm
SitomePqVVXG8KWtMz5XTX8SE0K128KSLmLYHbKxZWRAhCscfxfTwN8P/jjs7y/0zbPK5kfnkQIU
WBOuhCUqWNa48M5FZJ7xDmop5tZjOXyRDvilQzAntf4y4tjpHkItCMODQDYE66xcZNHTIKix72PE
6ZOVWPymQMdvomBjKfgsXCjoktcHK47cCBCrmM65qJ1NFUXyYaSzunWgzQCliDG6geG69bGUooaX
RUeBxdp7U1r1I3hqVQgHUwmMyvWPMHjhtQQ2yXkAprP3fAbETHy8eF77j46Z8UqIunzj1XAU1kk9
FJ+eMPV6uNie8DcqzP4cu8MoX7IiyGEnxRNO4IeGbZJ6G8RrM4ybcX1LJlqeuCKsbEc1pT+fJ34D
sDFKExxyHeTf4nlCsT7BRMPuz1jkmf+585R/y2WcP8sm7lemqz7hYigKkOw8UA4UOJec1BmnP70Z
nA6RvNLDbKJu9i4J2MrTcHusKbXQP1RxBBfYMmYMCqekEz/0574X05PMofUiVYErTT7qGx91u839
0/TGR1SyKzyyKhWn7nn9EYMUfmZpzN3Z4usNX/qsIh7vCmsaC9wOCze/QHEzQxwSMS7eRHlr6yud
g+VdTUueaIlQBmIzYDh9sY1ckXmojkfNmU2W4lGQ2uWUH6DXQSbJag/lq1JLOiwoCwsP7zVRpRvC
mRqeqfNEUZ4h0FEL9MeT2JVB72HKPp8x4orM4NRLEvts4+P/lB+Q05b+g0/vT/9a2kjlUU73WxEM
Wznrvf+jw2nFeB5m37eOuWsm2g8NgT1xsHrkz/eajnzBsYFgFsltNFIu+CcOZZq/GF3q4c1RKSLU
Tz/AiflTg3U5OppJjArne78wqBKeCYP+DMdkGULZSZCA943ofSX1lzLusIJuMbVptBw2Rd+XD51n
tgfLSLSVKPX2wFjgcRUcjxtCZfHXK5tZmFaP7hSedR0kaUrutY3dqfj27ukxCp1hm6SO3bP4fhLX
4Mq0u/CMZ52ZbqKmU1pRdj9QNewc4R99F3D43hsz0wZLWkSf3zs+gBL4G4QZ4GaxP7meZexV5QjF
KjjPXgg3lJtKbrqentMcZ+Ev7AGjXRblXYBWl9uu8dNvbwsUbUhnKN1BJSScvB4cRT6Bss0cnMfe
wB9Id4rHtPaLl95A8LH2GfX+ZN8Yj0IMenyK9wN7Qf37H4clQOS2j9PROzdZjadxZVk9ZqcSclkj
NBKAJqpXosc3Xlb0cgg4SEMUpmH5qLluSABel945mltFBcHtfK5IP/SJHrlXhxbqlXVc0cgATJMk
BM9TAlt1MOLiKWuCvFw5Tm8tAdhyCtScTiWrdL0EMkcPgCY9S4AFxUWLxi+ohdf7sNezp0JoyUq0
88ZwdEhciGMAWxXl4Hq4oUy9Fvcn5xyNabGJW4ghVTS5eyMyxs2k0124/4Vv4zuAbhQtSN9NVV1c
vAejzVriShNdugorg80sTOxIURAxfrlVWD7WvePi8TXZ/VcU4HElCrArKU/3f8Pti8BrwPgQFlG5
uLk4CpdGcmg14LNGozp1DW7tWRLnmDRQJCkjFA5zrrt3tnOpodLORfiRP1W6qW6zP7Z2QZOLIsEQ
XVDTC3YFPdNjUHnlAWL/mrrFbdDCUCo9UfkJPbDFN7V06s54xkQXzMQ184AIZVTtHR2e5r7Pm+C9
YFdmRt1SJfAojqg+zvXMDJEJvIxMvJk9rTnjdaltysLNfmBrvFaYeOu0AgqivES9ix3rLE6HCC38
Q40OyzbHmQ9WhoFn6WJVJgzkw+Uw2Nt0RBkVOTn8zGEi4cAbxIf72+eN5eXFIa0mQVAw2MV8w1yL
dNEHwbntuuowDM5Hf5rTxxAEyvvvAiIGghcuflZ3WfJJ8sCZHWRszj3rcfSLUhcbaeGNsC37XG7z
qEjeqTfJrYNuD48q1V+SeLLN64+ZzDba/IOGbNpomE8gHhyY+UZ9glHWruhKvPExVQGPMhM9cHUY
F/vUjIbCiPBROM+ioU5Q143+byhq4y+3z7BGqeFNX+ypHfF4njr9aba19DtOgPbKlXR7Bb5SyNjE
QLNIb9SV9cfJFNXcWtCW6/MoNJ9CbYtulsyyJ7+S8myQ4R/v759XgdfrSB/KGiELiRStYrLs6wGr
FpNDLEzEOcC5BskSNy+06oImued+mbGjYMJWWCBQrrRpjm1g19qnEUOU+tEZ9Kz+L6y1ybm4yaS5
nwbMUfGukU1h/fLSzo1w5hmsONnaYZcU59GcRHcIjKFEoDmR+BhtUtPExxPjQYx9NyPtXD3ZTFEU
WN/jwMO852jIuokPjp314PXhUpg/dBzj/kFjC4tFH5lwb58PaZS9+GVVdJsklKW2v79Etzc0Csbs
Cp4KCBeEl9crVFqVyULw+5NGhMdgnD/RMR1PNEaKQzOB59XHcFyJPW6PNaG6ku+j5qm6UIsxNc3G
6NrNkHHFyHGXSOyb9dJxsbeiCPne6QGXIqyCeEGmR/N7Mb10KspYK/LzWE/mNxv3imjXZn4zbkPP
7Maj6EcwyrPkPl0Z+TYdo6cPYYdOJWcb/Or1yEUQFZIucHd2UQAa4axHOugTLcLAhWJIdvDtBN/I
use7deaOW7k5bz8rGSBUBQo7FM6ogl6PDuurljxb49npCwtlbriEVBLGfU9l56nM/fljqYjY9xf7
je8a0JKgs0bxFcbo4snogErTc8eH2jPHuD71JbTBk25WMeLYzfvfQiTWPAvhTdX1pt91PcMkwv1h
Mpr+rNe6s3cb/MIJcILNnFprdaqbxXwFhZloA3ikBTS7rofyEG2exipuzwKsJU6aeb3H5294HiPd
uJRpnuGmmq1hSm8WU2FPqP3Q3QIlRlt/MSh5pT1USXNuwwjZe8phzrNXT4FAP01EX+9/ObUdru5J
FJaIyEErASjl8y1mmEwplpsYs5y7Zgj2I/2t52IQwSZComw/wVzcTRnRo9+VyqS7tlde39v3SSVe
CkmhSvYYByzepywBFoXdUX2uLAjrKOIHR7sccgSnZxl/QNA43070nWx+AYbiO7yIaxNbkXeD2wnO
wf9Rzad/wE5eatZkQYWDsm/IczFbqFC0nYPzAUbgmxw12y/31/zmMVRjKfUQi84wNbfFLdg5JvKa
iPCenckCyVpimpluyhYR0wM3inOw4zo0Vk7oW2OCKSfSoamG7vTyWrBR2JBuWJ/rxhHxSRRGPH51
pYahdUVZ6JMHbf69jR+1pjatSm4i1SpeCqaGXj5qWefUFPa66l8XDtXWnSP369Sh8XF/SW8LyoxF
cMFGJrYi8l6sqUiT0HWKTp41vnDa0Z0VZR5tc9k2lGy1cDJOBARBsfeFCL4SqAtnH2eJ2XzSMDAN
001j1VW7che/segElkCuQL2rKuviR6Eq0ra4WhfnFF+370AS+5/k97G2AbbXH6lLRc37PzNFbBJN
pUukzvX13SHK2fG0yirOXV7UDd3p0Uh2MeZs88/QzuxvVotr5EqMaaozen2HwHah/AhpwmJLL5MT
PRusxKFMdp4BdhTeZubgJGLrYFg4IWKiymRmnIspvlgWVkUfXbdMh0ONQZvzPNUmYjatMw3VPwYm
O9ZWOEYbvRotppj7dC5VkCCJ9KDbD3EQoDmHBdjgbGKBY9kX3RtHeapnV7TH+zvqjW+ntHCJIXwX
0NGyQxFXVuOVY52Dyq2SU6k55inT5Lg3hfNV+HG60n1QqeliDSkXk7IqmW8SysU9KIqiMkSSNmed
/t4lG9vmofSmtTriqyTqYhjofYAneNJ4qZe1dhkHKGzN9XDGdaX3zmS4JVIsOu4ih9r3aHKHGlh+
dzdqmCR8qdFLNS4RsRpK0lZeZj+yGaeRF0yih/Ab5Zkg/pDa2L9NOycoLXOPl2CE1V9GpKwsW0eB
Jxu+me7ZGUbudPigPqLwU51beyfJwvYIyj7RTlBGqbiVsqxhAgI5ME+JsHsDH2jhOZtszifvI7K2
Ogo5YR7MP9sKk1pMMHH1+rvUDD3eF6Fpi+c4MJJknyPYMWyTBlOgXe7X8/gtt20kXxLT7P/DfqKY
nufSaLuHfIo1C5laK54N4vO4LLWLDGrkhjaGiaxGtgHX4QTPSB6GPvXICRei+5vs9qmn8UGsqGSX
IUwvAR1gWfgNJAHnFjHd8dQIc8SkO4qTfAtlpvn3/mg3gSkgYSAHxMKow7ENFoEFDPJoCmhan0c3
9+p4h5y4Xb9gVe95x3Iak+zfto7Sztj5eJZ5+2TEW+XT/Z/wxoSBZUP4hKlMZWF5P2mDzIEjTzW1
hbH8bkGp+C7xnMH1FGeV/4+h1Emi4wOTY/niBWXhTW5SynOLLLTxfYYwMfzQMiLU/0Z0uuyP94e7
DRVZWriJlBRf9QUXNeyhq1MBEMA94wbXPBUSMzgYrufckN0Tnqv5BvSgs3LzvjGmKhyT1nPvQuZa
XBp2CkYVUypcYeVUdjuza025dTW7+NpHjbZFnKb7HAe43tyf6s1HVNQxsA+KkoNrzDKZJ6xxaRx7
LkC20n7y8Lu+JHSr8bNs1971m1v4dSh0BCHWKm7eYsvKNA4bBDTcUxNr9S+7CWa5x2YzezERQzkX
1tyvnMg3B+TSVxrvFOOXMEmrihvq9Jp7cu357xC166cBt66d4c+/C1NPvt5fydvwFwlBLnwYIXxD
oADqWfijLoIxzYy9pGefKl3LPhqdo/+wO4KJfZqVbox8clnhk5wObXg2Na81NnqIaNQO61lzf/+n
3CQCFu0dSm3AQyHh8JRf/xLdD5vIbzzzNPQY7f6rTfHUePvC94e0fRSjk0ZKjyzXn+cUkMvWrQH9
HdLMKobv93/I7e4KSJpR1VC9Lg/ez/UPCbqGBmaC3eowN9EmsmL9aDpNeezB0pzfPRTpozLtYTvr
oGOvh8L6Fht7gRMohrd+Rdkmzi33sykjd/xOmOYHX+6Pd3MBo6KkpH9AaNJ/YY9dj5fSM55GXeuO
buoO+6Zw47+nFjMpSj/yGNsCurbfRg+2LZLd/ZFvW6QcIawEgFqgJGLctDzycvYlEjftMfYafNsQ
FfmU4Pb7oFmh2LNEYgfHFYUfw2sBOhsekonV/Ng0enJ2uwojORv9UIAJxQ59OsS8ClGdc5SdScyC
GrfTvnM+OmKIzvqAyWEeSvPZNlJv5cK7OZ1qFjhbQQCH7U4r9HoBE+AqkY3f4ZF1ch/iuq7PeaWn
2xQHiAOOZmuqsTeAfwIgMCGIqpKLA01YXnUEA245iBRQl23H4oCae0wL3Qq7HLnJea7N6POI0mh3
kV6YRR86kPY5kQJwnkcfhw79SzDGvnbEV5NS20ZDTMley+xeI9GrmI7fyPWBlAJpFlDjxR2poRHs
tGMnjw32DBejmcyNlLHcNHVSbeNBS/52C9Pa6/NgPY1VSJKJzsOurVOsbUWaHo1O93eGHWFGFcfp
Rxy47UPjOPWumavsjJp/9oj9IC6gaCV/DVphHgKZONucy/Es4sbdOPiqHoCMaCf8gqeVnXtzL6nZ
8Xz7YJYQXFvKkCH0h4BQpcljEXnlDnpV/vhqGF4Jae7CrGufRjSjdnrbtY80w+L3XhFqeMpNiO+o
BvzyAcqkgSzxGDfHopqAnNaJf4xlPW9711rLo25vB8CldAUsQhZSgSXh1IDjNwrXSs91oQey3xlZ
6oWHwZFjerDmKqyefdNNrZ9hFJfzr1lS/tNXFvsmoICFxOmy6P0QyIDRWpwvJxv0XJb8hCwfH+Ko
arYYhzZPzlDUl8bloGvtPJ/u301vDsqEIXWpC38pLj4g4Cp9N8rOgTTbPtnKFqVxlMXdyjvp2IvM
/2SmWaTZtsxs2awpjd88NwgBsbtUewTUL7Hi9ZSnQQqzMvTwpA1ogXWOB76797I9daZsZXVvh6KS
SA+PIo7LhbKUCIlJZtykmIJT1bj5iRKi+REFDW8748S78prfXJQ8MhS+SfRUfZ9a9PWsogkDZN0L
g9OYJdFBLxCJ83vTfYAP8E1mZvbe9g7DUWumh0ZwpPqh18NlY4XPEha8pxyi/F5HTX2bI6Z20mJc
sjSBQPH9LWMtlpIeOogCIt7X9gX5ySLapo6ph7Y1aI82MJECdGhVD49FIpPsEHe9X1M+LDwEeSmn
RXIjPV2Uf2H3O+jHDINI98EfbB11WfxJEJqFsagfiKO7+YcgKf2PlBKX1nR2wCzPpK/p3nYzdzo6
QAPmZofnVPY4DpnuHoxRZPEmQPm/3obtOE4YXs3hqD0HsJdfUCWxu1M6wVfcIsRNx8MOQTacvFQ4
424WdRgdkzb0ClLwwpitNaTH4kKBYQu+Q1keKOSOSvevv0rv4DpP5Sd61HMrPEopv/Wt436xwtHb
enbn7tLeA88z9Wt1r8WJZmASTOI3aKlEGra9GNggi32tKyNVFiGkoRu/4Nho+zprzbMR28NJiXkc
7m+JN8ZEkJM72lIbH/GW68nilZwIZ/brxzHy3VOUoFdQdsJ/kKk9ITIeZTvgd2s049eo+I+3Fwlw
hFYZUgE2Ea9cJvBRz/PuSGd+oIBj6/u+92cTW542r+ihGVP8u5Lh8FedaRZ+ylWT21sfPfJPEe7G
CDik8Oy3de02zWZCL/TZrutSHsIi9rynSET+N2eWZvS9Sgstb7mJAfMh753HFg7lRTzVOLmxFGIT
RDgrP6OT1aa7fmo9/4teG365q/WqFR8tX8zGNzlUffHo4RiWUVIJp6zaljkY6gJR3KBjJyrB+Ah5
QIlrBcYOA6jTT1T20OvY6rUrgOh4IhjrnRE1pdx1+A09NA3ctQPvSPa9F8jUbeibD2dk6Gd9n/Bs
fhih0v3O8LX7N4Cg6G8a3LDfd9PxBejNvMq40XLjqls8WVUQD8GMpPVDERgSnTHj1zSFybMNO+c0
Jam1EoHebDOGIygkGECJiJR0MZwEBxeOQBoRjHTShybsbZqzWIKHlK0Oc+f8LoPonVxLNUXgGBwl
MO+ABpbKfAH9oGaEa/sgOjl9csRc/dWanXxwLfq1gRLru3+Ubi5XNACVUQI4cfxbyMauj5KD8GgS
ERo+17EzHRFWSx/nOa6OgJ7n4zuH4r3nosDXEFMcxYa5HmrOwrqEHBw+1uTbn3U5Thvsi9of+Tiu
ETZe9Yn+PKvAWfhqqIm8CvwAtrseKyv82iC1bB64KytyMMtui4tjDtpPS0tt/MoyX/7bSNn9Al41
dFsNLZ7gKAtv+OrnZpRB3sMG5dT6FLIhQKH5UU+d8b2dWmMNlr14vtW1okSWuLsVHJLY5PqnzlFF
XbvurYe6sqcfJcycf4grrE+TWf7SUilWSmVq5n+uDOUjmCTEuQ4cN0rDi7uzzBq3GEp7fgCN0z8M
OBQ/Da1bv/eGBmFDlxEgCKUViEDqaP1R66g6gUNlJoYHI63qb2k2YP0r8uJkCKd9ibokOdjD6K0M
eruSDEpsQp+Y+hFP0vWg6dQDEJnN/sEe5gkREWEEWz60c0QzNzqUsnLXJH5vbwhWE94cuRi3BGiX
6xHHqZwrrSR89uJa17fCQuw8Ca2k2I5FO33QI3yH+inIViZ6c2gxOVYxNPeS6lQvLybNQK0elprx
0Dhzv9My192QVf3XzsGaMPQbI9ERUaeVLjw8ucU5amFeZmXetQ9OiPrRZurh4Tg2aeLGcGO5ckG8
oiUWe1NdgHQs+Yh0xRfLqcOxcts8ah/CVAt3nckTv9UkALW/Ostr5cbE4bLd+MMU/+hbu682bdDZ
AbqsZmhtVLBgfInohfWnumv7emd3ToZvh6l95ykMqn3ROt1lDlqcy1wjidBUk9KwHz2M0+la0RNI
917Rd3/bpatnW1R4qo9ooJrZQbenSSCG3EmaJl4zrp3J21WGyE9agisjmH5IPtfbCBrf6BgICjw4
2LcdC7REN70X9s+0L4aVaPr2jHChUSRHwgfZBjRhroeSTW84Ew2Ah8rr/ytr8v1w4BFT/Pp04wi9
+uedlz75PCARZIyU9AzX2/V4Ici+wY0HZCVz0/5vxH5o37dmPR4mL5rW1F4X9QO1d3jDlGkoGEwu
usWt401WmMgqsB8cxJ53orQRDuDYPzhV5CHD30/pAWdPCdzYzOejJeI13ZLb1aVqQdP5VXiDd059
6D+uvYLGdDVh2ftgR/54kV1ni22QmfNv35XOB7uUSbjyPW+3Dm8HvRXwoogXQom4HjHIijTH3N19
COtu3sf44ZyjbvD30ZjMK7fO7WWHZRUKtyaht6cj3ns9VOT0vh0ZJFRWmBl7HdnQU2ePvIwC5Qsd
P5yfvoYh7f39szQrJd5D/0WxBYj3dCIIteR/LGkqqzDyg1A8EDTnKSBGbyi2PVLP815a2iweEX3z
/oIkFuoAgMN6Pgo9Mu0tat9FtUsmW2QbOVe+9ZzGg3cQOoT8DRU9zzykdZnoxzw0Zb+//6uX+0D9
aNhlOJYCh1AI0OsfbRaIELgTpLKEEDH9WHaZb+waGGR/izgW4mWIBued7RNl6EpNEIofebmCoC8u
kdkfnb53p/ohyfr8b8Iev9hpshVPQZp2zSEI++nne2fJG6QwGJTTIXQs8UQeNNh8GsPmQfZ19WQ2
s36iDi6/p5HeoeForSloLHNcZgjygzsLtVzA/EvRaL5nb1YFlpsRUPeIJNxI2l3kW0V4riRmWBsX
kdCv7iy07WB28/d3zxaMIUIECDVS9VjqwfhOSYFqMOqHfBhde9/bwvG3QSeC+GkcKn2f5g4/5N1j
KpITyDe6NZRTFheasrwuQs/BTWzKq2/JaNbIcre+vnGMpviY+Frz6f6Ay+uEN1K1YVQVlpj4JrNu
bJdn0dSmB8WKPeU04A8yAE3Z5c1aOnB7RsgFQERxk1A2uIH2iTAwG+RCxodBGNa+tu1qW02BfozK
6J+ZwuRKMvfWzAhhGA2cnWL+Xh9JBfEYLOjpDyW6l/FWworvdkNstz8dkbxXcxNPdBVuKCy2arJh
xnk9Wh9Mie2DvT7m4zzsPbP4PkAu2/Wo6j1mfWevdDJfj9qfkRPjQWsiwKF1qpg3i8jJJ1wYQJ3W
x8oYYpjEqRUUz23nB+0GAFYOk8pMxHEUmEpuorK06H9pKPqcCrhAn3HUDGIUH0WZbWpR+BBVGnP4
6BuZ/73WZGNuQtRPP+tNoJXbstBGGs/QG/0tltH5PkrR+QQwrXX7qIQ4TqVJlvF2ihDX28aeKL7e
36LLR/51qqpkrlAU0AAX9xyBHeatfS2PQ6fJ56hJY3DMen2gE1bSHMJ/Z3Qp8RqlnR+9IJxWHtzr
4ZGVUQKRSGdTY6MTw/V+/WVLI29Nn0bUYRrd7BSahXmZtCHdWxRd2t2gYYatTUkJyMIRP6JMX5ML
X6Df/vcDQI/A2uDChwe52MieUwdRBvDvYDX4qpYmrOXUmPVPMdDfHX7I89No+s6H1iz6szSaaF8D
99ylriZWnubr6/h/PwQXHgpiikvHr7leiaKOOy2YfR278BAwAJUrNCQjFHS7uukuIYzpl7rzogP0
Dvt4fw+o//r/bXcuDFXlJAhRhFslprZYgxkbbhAXsXnMPDf6koVz+NgQxa986usr43UUOoI8cRTw
qQIty4x5Us16Z8/W0bdJz3GsND4Zkyl3QRquFSyuL8P/OxSdeEJzGsYkXNdrGYKoqrzYto6J15kf
Eq3lCZPG+COMRv8wz+FaWHUzNUr3pBvIXtFlQ2xrsYC+1reBpBJ1TMoeJowO7wUjUu0wUDzY3v9W
r+KSVx8LuU+eTIIEvhZU+8WJcSLecpwCzaN02vZl7rpwZ2i+v4Fqahz1Nv2dFbE4kyWPXzFAnDeR
E/tPup9kX9wSxyVivObIPgQhYVX+biLoukwuvuemlybPSVxon2Y3A8I0IOcsoRke+8gvoEErk0n0
DPal29Uf789p0Svme6k5KYkMLiKVGi/mZDjNRLG5M481gqmfeaNTtAK8+WRllqQMDYpat8v+ZPZS
28b57J3y0pU0YzW5960JUQMfddX7v+lmC/GTFIqR1pbKBJbLrIvYsHr6TEffypwPKDB/bKdmOskS
adeqmv+7P9ry8KsFIErgaaM0yiIsDn/lziMtVMs6QssJvmQBQmbsASrWeqMfxWwbmxr22I9UcDW+
e2QaUISBKNJRDF4my1lMlAaxxDoKjuYlNgDNpFYcbjxPTJ91K9Ee4mY2z6HWrHWibucM6YFyCFxH
7jvaHteH1HJCSbF0ik459eKd0Xb9wUqx8qvsnPTSl9U+zwt8eztrTZz59tsSYTNdJaftkFosVrsX
TilBuGWnOYDfJCqv2leOFT9lPlEa4lxrfKHFeLTUlH+Cil5IJrj9FuPlo43qTCRgCFkC/vxhyDQi
s4L0zg8QPh5n5E4psfan+5/2dljKWjDYeNfZVLABrxdYegnqyq40TkVoabhA4tiFefpvux7GQzJH
a/ivxVPOLFXJ2+ejOhBXqRleDwfZoYtspKVP2JHJXRN43T6reuu7VSbxT0cL2lM2+u6OldY3BV97
JbhfbKfX4dGM8/9nWM5frod3MYnqJsQaTjnv+aUDrbhpE2041iL9kBStvs+T7Ac0Rutwf5Wv83hq
PpQKALkQn/ICcJMtxo1KPQmayDZOeR0m333sIbd2NkQvaJ+Zx9kiuqP9W6xEqG8OSoEU8JWy+1ne
TmaCIp4fFOZplI510ArXR5KBC9NuYlj4pHO7ujXWnEbf+MBIz3BcyFJhQ9yIYYH5defCNk8x8LIj
9oThJjWM+mil6FK4JFfbIOyaU1hVzg6Gjvnf/YW+3c6U2A2LBBluGFJVi0diQPPVTGbPOSECPe7z
zim2pjekRz920s2sx+/zDFQflh8Jf5DwnxriDYx9SkwrG+rMPaX+6G/dyvefY8Ac0D1rhCdXnvW3
JoeKEa86poEqHb/evehflNrcd+4pYw+f8HWWz+ag0JODPXwrODgrId+CefC/2UHxg2TBzUvZe3Fa
62oe0URJvNMMu2BTp9b8KIah+GxWoaoMG9ZRxm55NHMbhzdAk8eJN3CTkrke+6KdH9PQ7D81Ke7q
5AjViyXK4qX14IoIw4i3YIIK4Cg6IdEQRkPxvlBSfRryMxIz/gSksQQ6UmLtrSpMsXA2huLF6Qpn
axkI89ayW9O9ub1WuLaVi4mO6AFRunn9YeY+NMrG691TXfnpKTBhxhjAUV6GxgWCADV2W+WJf0hq
VBvv7/dFUPk6SchsPFEkjMqq9npkt+GFjH2QPDioOH/NAT9gU1s14julYXy5P9Yb28/+c6zF2RKo
tmI73nonLzKwDPegq09e515cuARbaffe6f54C48Ytp+iqIMJAyLG+aJgcT25ZBadG9KCP/E0dZ80
0b+URpftzCZuvwwyiH/XQfpgdsI596iHbJBoGw8EKoqIqtW7+z/mZqEBngMGJ27ntUSaYHH2vB5n
aB1y9Wn0NHeLwrNzga/5FAeN9fm9IxHkKglZ8NgY0y2leIGg2Z5GdEt4js6Bls7afhCeeU4y033n
hUL7jCHgWLC4NICWk+r8dq7qMjDOplsXD2Ub/9J88TvJx+KTUejT/n0TU806QljFRqRmeiOygNFP
7UW5ZUM+cu2tbIL0MShxbcz7Ys1RbPn0MRRJAk+eQoPRK1y8t72cZO+NbIxEb6aNmFpX7Yl5W7Sh
sY//D2dntiS3laTpV5HpHtXYl7GuugAQERmRjGQyyaRI3cAokcK+77ifJ+sX6+8kNV0MZExgODIr
ltFIpuNsfvy4//7/s/ZHk+vWxgNlfTxebPISEiqCdIbJqx1izAl1Sb01jhFE/Hu1LRUfcdHCi80m
3nULubbb07l2OsKeaGkiJwISCGd5eTraDK7/glfJEVx57fdKpXnyBIjQn0mW/jlI0NLLU+4sNOkN
HNXbxsUP/+GBCemBMI5tQM9cAetisxwUVj9MhgGYspY/a1Ul+33QII9128y1dSTrwKODLj/+W7mc
Mq+M3rFH44him7Q35/lZk2jhSSz4qSFXCc91aNUbt961daT6QbIHOqjXPTQmFLhVl8bmMdHs8B4W
+eFdYjopLnwuPTUf5T9uj3HtWcRU/mBvnYfQi0o1UzJJx3Iqn+VmHN5AVzh/G2LL3sI9XDPFM4PB
CQ/GtrncMuSU6LhrRhpaajJVWVfmDxYXlS+6Mja82LVZpGcdwBiwRUHlcmkqkccisAECHO1gSBM3
MEPbq+MsJW6A5codzKLYCHevDY67nq47ElWCJe3SYh62upbJkXlEFaI54Gikc68GxjEFoPrTpiB2
EtUXGyet8Cq+NDXPWm8kTWQdlTj/mmXa/CAnaGhVQTVtTOPrQVEZEHEF5TieSy8NLj+U4vphtNvS
6q0jNYToLf3yGpolo2BorH8OWMEblw5aKjyAC0Wmkxf35aDSPinnINSso6b2JzMTssn22IFUs0Gt
WfTna5G5PN/e+693CdUdeiXphxFojrXwztwvqBPaS3DswkZ1TfpaT3KjCBaAVj+A4vw5vrWXMQo2
GhJwdDmgfLa6F/JgmKaWCOHEXWr6c9GEj5aeahtpoRf6nEvv6IgKEqEzNVRSNiszmhJmxqxPIZKB
Tn6wsqz12iUbnmJpnt0xyYeHqqZwYCVB9FTrceIRoo6RB415vEv4xW3bQb2jI6engqkO1oZXfQHt
vfo+YkeqlgI0tMYT68MERVemSMfEHEK3BSbwFR2o4U3Tjx+zEgYkKTO1Pd3Vmq91leUZeeEcDKNo
/TmI1NMwTt1dMaX6nZq0muCXeaynBWhonYWw7NuaR4Wy+WQgW+ihpofjzmDTkyQz3JlGYn5Nk9E8
w5qV7ipdH8+SPlrHYsqnu6FqHd9oQFOPiRVu3JdXjhIlexDJIqPEsV0d2tLMWwL1XjoCGZ1OWQRr
4pwUxqnjlbgxwddNCbg7RQEKYKuruUybVjfKWToaXNAPNKLDOw2i5xQORbNh6tUNaQrsA6VKKgIg
xJ3VVstgfEshQ4lP1tBGfpxI6tGJWtm1olY6ajb9fLoOkdTtY/tqfBgFmkTJDYNCc+jSVdAgiBvR
puQEBVl7iHujPWh2PBwKPdm6ja+ZIuUpSIMp7ZHSvjRlSTS+RGaQnKSuRJFmMqfzqE6dN7V5sdEj
/soZMaofTa1uxz4bjNmY7AR6M7t3m0gpdnOkRT7z/0cYUsa8PYkrwCTOSNizBe6Ka4R4cbUhnZm+
WauGGHDoS8MrpLL0wzSqduq0oPVjFeGb0QDrYRSWtZ8lrQf9Ly0AiOFRUBOleOtAuvNhDocKQhge
JmWVhT8b0vKFFhp4gE/YXSzC5eQHVlEpiQYNC+4/f5v0xm+TqoSfM2zuHT0rf47I8PuMUK0AKElp
lQ2mXdpD6SUc4cRPUVoZin1SLM1DUvSQlRSW5EJkUEvuqEa1txC6Fe6kt8m9iSTcRgC46hp9+Qy6
dIBq0bMC6m+N9VPtWi6KVk5PjrbA4CjJEOVO1bToD4uaxqgvZY3zxWyHuCPjky9/tmpAgcWhCb/+
WZ8lwIYvjOBkv+k1WW1JcPUQvlZ2euplUIdLCM8VXfz53uB0b5haJ+7YjegeEEbQ28Hrc421aLpy
SEr0+E5VmqkPYZ5ZrgH+fBcp1niegtr0bGQRHiMzku+DEMGv26fhyuF76coyAOO9aF1fLv0Es2DZ
wSV2KpRh2tutHJ3KRG531VzO7w2Kmhv2ri4yCSKuBCDngs5+ZXBcgqXKh+w0mJPGBk9HECxLV7uj
Y0YZv0aGt9AMEHpL1qteOcGfw6Hc0kG8Nu0AokWNgxDIWIfkQdU4A6SE2cmarOn9BBRsHyKfdtKz
/iN/Mv6mSU7mmXMbe2aHQs/G9XHFvYqoEgQDD2beO2JZfogvu6UO56BaspPeZwFJo9Z+aM0qPgGh
2FLoe73CbGFe/mRKwdKSR7k0VQ108A+Tk5+kOprdcrRG0sOO9AXSzg9qH6dbtM2v0kcCiA7cGnQi
wRjNmyvvRdcZ2FnFaU9TadmenMC22MImTO9SVLpSUcCkktMOKPdOths0rT+0Wm2/o/xo/GYN+lZN
9tWGI/QgH8mW45Bxk62nui46M5ulabpLraxz3BqgyF1GUd1jq1WQhCz5Q8w8HOdq0D9T5q8PcSz9
+XOnjFSoyFNCDsF00LikXq4B0llGOZZ0jvWaMz0oKAC4hlVG93ByTPeTVW+lx9fRCalxLg8yBFwe
PMvWgQKKxgRbhaGcHL0wfB0cvK+pTe8iUKRCyqFmXhoW5ob/FiHPD9EtEBXB/QgUlOiLi2TNi6TX
QVfORiq9sedSOxWTFT1KnTzA9d9Tlu0G424qUevIi2IrQX/VsiDEEA3DUP6t3PU0haSHZtrmlNSQ
T2Xo2AekAtvjUMIh3cCX6HayEvGwQcLv9sKu8jGMGWYmEnhk8YQHXSe7E4hFooFqzrkFHeWngxLs
k7H5yRqlsMKhAg3Ic5Rn4prf3WittnOKJT9Pk9LfRXKnuWE3ReemlRcvVRbpeHtUK+/0Yo98hcbz
UMBg18FtDt5nDI05P2e2lfim0YR3zdShB76oW+XeK6agJSMnQlMfcLw1xohG9HjIMzs/88plnaoy
sCw3HyEuderE3nogiqj1cos6F9ZW5xCY9CK1OeKVFEI0y4sbmmH70cwo45fvCeS1R27o+kOlN84Z
ZjHNRdJZ2Yg/V/5YTK7IK3C54JjANa3c44hyS5pFVn4uGz0P/RzmKo+GTe19o+n3upTDi3l7NdcO
+btFAeQgNyvSGau3ytwxZGtmjo1wme9TYz4jOOX8VfRSfeoR0gP+RpRbJc5vnWMFshcaZDpgxC34
uGqriXKFcsYzifHzROc9CPEJV8SlL+yjtm3RPi7O6WJIVH6bzPSGutVpxE4BtHUJq5Gr4UEdrdyT
gqwLXYVe0zPA4nZnRDos0xpZwrCyzY99CdukBUuA5gf5rOw2Ju7adlHIM3HqOAws2uWndqNC2VyS
i/MwoGSZ0lGLBEBoelagy29iiUilAx/3e223+nNbJtoutAd72Fi+lS9/mS/xxISeXaS85FXAlIlo
2U7M4izLxgIiYjQGiudmdTDqIXWDpJNcS01/sp783Srt3Jbg1OKptNqlgZRbg52zSmGqWQ/AVz8V
k1oCcpmX3QCe1Cv16FtZy/bz0gzLxjm95hS4Kv/H+Co6GoN6gmaiLc4VhbyHDiY/nx498xSr1efb
S3ztMBJ+qRwOWsXgLrlcYbuSgqis5uI810HxO7DkdGel/UgOiIvazXkJ7W8bfH1VwQYA0o6aFlwf
r6oVjZlUPYmf4tzEdfW2idA7C2KzP4xz9whheQyrqT19GFjpDZ9+bRuBdaGmJ/O4okJzOVJZG+dW
TpziLKExc4jlOvaNkW5ZJbeie9mCMn8JQYXcHu1Vo8CQLRgaqWWvu1ihQqYGMoflOYr75X1iWtUb
LUSQ0GpyYx/oYfMurswtkuQ1bPRl7/K+EHyJgMO4Ny+HWmZyEKZTxfaJMv3LDCH/HTfXvGvrpH1q
FeMv5FXNB7uVfqvpZT+j4NGQRDa1rTbqa6OH4IM2BQIjUYO7/I5gUhL4XOrinGeOstdns/8qRw6V
6TGLf58cI3gz9/24sc4vC7m640RKCignSSIoiVcLDSjBTueZNL/awOOOsLr0vu4NGvztZHrWZlnu
vLCWly+5nhl7gEfRwYqdmSUpy2MQlNWeYm/0hoXbyvNcmQ5Iq0n/ctHzElkH4pVJYbU38+hMLQem
pd6efctotJ3VQI84K3ZwmOdsPPzkDhSXDOEoxw2kyKviZyBVYZ4ixXNuhyhE8QpItSv3JWoNBAP5
wzD28MgYjbmxCq/GilnCbn4BeUTMv1qEKtQlg87w6Jx1ivJXhpT0EbhKesqK8VMsnJo2zVux6Mom
MAS6gMmesNkorcBZcbndqqlNtTGri7cVGi/xoQns0c5cULWlUXqU86zuUQ66Pts7ajebP5eywrjI
7UI1Au6Jnt217HqyRDkJK6t/W9ZLec877iMZLnqYplZxITmZNi7Fld8GCsnjkiIQuA/REaat0pN9
NZhGqRvdE/87ND1dkqORwvuO0s0d2EXt8fYucpi6H84U5oDiA8QU3TgE+s7qNmxKSy8cbdSfZHTT
vEnlBZMnsAGYULURKM7TbpQbpNejrHiTlqP0/rb51aXxt3m2FC95cU2tdhMYApq6tVh/arUl2TnD
NBylvJGBQ86On0zqB2O0TW8i6+zfNix+8Otx/9vwatxaG2pdFFb6k52kpd/CgfUuUVX7w20r6437
fXbpjOGgwOK4Tj+GqD3oddXqT4mTSp+agYZGiZfmfrat8K6sM+c+b7RhY2ivdxBLCgESGQpYkEDZ
Xp6WxmnTUA4X/WnpynGPbpzpmx2IZrTQDDd3gi3Mx/pWelnEF4JvCDU4qeviTxZbcWEupv5UD1Xv
FYpZe8igwUevlbNP01C4N5Mm2Wewe3woobb11Ehu3tUQuGyk4FbRlfiQF4kGjYhS6CeIRf8h95S2
9qykcWI8RWZY7Iy+jk9qSzf3UpZbVC1XJhkFLfpX6H0COr5muTLDrAYNNhpP09A/1tagnLTQMH7P
hhSklDXVWy2/V3YShR/SqLxaQbyucQuF2jrB0vTG00xv9V2R985fXACSP8LQsQv02UEPUN/qnbhy
OjW4aGiCFGJv+L7L+US9TktStTef0NEDUOok3dGZegiwy04/LwH9FGlZPunyNG8JO67verGUZOsJ
I0VSSaDtLk0HIxpgfaEYT9VMI2xm1pRwdcjVAxCT+zmQUbBMw3hnWOgOUSrv9yUYIDeCo/Zt0CXm
Lioq+a4Nmy3g+uU6gBvhoif0EpB1Xng8TC6/S0nSKCJXY34VjRLOPcnOTL0PYrmpHT/QNAC/Q9El
w8e8L0Pj51j7X4xjlt5ocE+0mazha9GokV1FxuzrVFnxPkWO4cQkRn5qWltN0Jf3wndT1CloQUVc
0QIzdzlOPSFisbXJ/joDUztkltLsRzWb7xyzh4BBsujvd1JZfraRAnMTBEx/6tYlJYpx4Goi2Qa2
hA6pS/tGpkw96e3kWznRMHLnQLMoP7Z1NJi/pXWkjIErwR2wbLjOVUJBmCW5CEUdWVtufdikL82q
cV3MnV6r35Y2l+iQcyIz3cFIZdZHK2uqofUBEMn9e42mQ/sRGKicPMxtHrWurgZA3qGRCHZdwAt6
I+y69Dd8kRA4hq6bdDcVPoiiLj+MiAvInhnL30BJ0l6jp6myT4KiG3yjzetPdlENW434l96UPDYd
8LSQks0XuOtXYElbgsZvsIzoL9IdLZLZ0/iMLOHkKnkeff2Ze/JvUyIQEdo3BLMrxx11PQcOSfu/
aNaLtTeJ04N1o73Jzj4oamI9zkOEFiFnzTI2Vnw9r+x0QPQ0SZCgg4pjzTZAbhvRKWdKQjcdrP4+
tgvtMEPvr7mxZUp3EA8UW5Tvr+YVWC+kQOQ90IDEs66WcgiQhcqdCP1YyaLMLoWd4VUhXr2Xy/Bw
e2IvPTgTCy2NcN3kOqj6cagut42ED7Okrm5CNzHM4K4scur6WTm6c6XEb8fF0t/CnZa6kbXkd7dN
v5pZILYiLcemFXwYa9PNMpAnhCASyXHdnh9KHo0eKl8ViSaokNSaSuBtg6/mVWD0Hbq5aKECjrOu
frex1INsKQLG2gfJ75AfVqYLZKx/ky+t027E6a+tmaJPn+4ocn78unKQqZKQOV/SMaJqDNYQqFGa
u22SOY47clNtWHu1jjyBKPCgQYV/gm9yZU1e9HAJ1cyMXDnU5RFrcIe6jREFOkWQzEgFopfWBMeY
y7M26/an23O7qjWxkZjZ7yQOpAwp7K5O6Ej6NtMGLYhcSiGqDLWwlsx+NeZ2dionB5WvpgwTJLzl
xv4a2VD+u2nnyJ+6ru1+TgGMbxGqv4Lpnzqj0EVefUtEyLxYzmhFbm9p8aFXs+6+K6uBJbcK9ImW
LVaGV7NPiZGUFjJudG/hJFanSB36cCI7ScdCMXbtE+XUfg/XlOTqWRYco7Ts34WmNvoGkcjGKVrH
G7AdC5kejjDDJkkq7ukfQlpETqzGzgdMT1qSf57z6gkpZu25LGRKyJY6H1PI5ze8xgsj0L9fR5Sb
CLwI+SAVJUcKeG91DQ5BzE1UanLk6gTy7Xu5HtvJb6Z8Ljx+r3/QzGgq76ZsUj+bXR6/03K1L76Y
mTK8aWFnHF2jTOdnQy5ixZ2sfK7exEmhfwK5Z5wVyHcemz6ifz0OjVE6tHRdTr/jEsc3nUzfsdcR
wTWPFhRe/fcXwn/8Of2v8Fv5+H0M7b/+k9//SXazicOoW/32X+f4z6Zsy7+6/xT/7H/+2uU/+tfb
4VvT9c23X85fqvaXfV98/dLFZbH+Nxc/Akt/f4n/pfty8Ztd0cXd/K7/BuHbt7bPuhdzfLP4m/+v
f/jLt5ef8mGuvv3z1z/LvujETwv5rF///qPj13/+SkcB3Dl4H7KEgJyAOrFp/uNHe3//5YcvOT/n
v/539qX4+suxFf/Xbv6gb1/a7p+/qso/YPFAr4QSLBp8sqAEGr+JP1Gcf+B/2UDUggnfiB5+/aUo
my7656+m/A9YG0jjAOOlmZgezF9/acte/JHh/AOabSqcwGQonyD48Ov/+eCLRf33Iv9S9PljGRdd
yw/mUPx7+xIii5tV2IdGRTzQVrlvvUlrJR7ixVdxTW7Xk/ZuO/NU02QBC4I57X+Yr7/Nb5kDBchM
k7ThoS/cxw9nlEQoQCcnghbcUaJdVdqqO3QZ0otyHuzahMvhtj1x5tfDs7noSP4xW696EVJadJza
yGTfkvhlHJXubMxZ/ygjfuXPbZvBr1rOvNWiDHV2dVE2fJLwr2v7pKgYLl9AuLbyv2nex4pd5bJv
csMea7mWvCIxtpzQ5QX7sogkegGJIQtIj/YrK01YKeqgsIgV9bqE9gcOqVl5uRxv9ZFcmVBEPYiw
BR8lG3Tl35uqTWyN+o8P82V31wGK2+UwNLiU+7M7JY6QCeRy2HUjaDktGMsNd7tC934fKvcKAb74
Aq76yw2UOEvUk/ViA+WVszMjHtt134U7ByaMx4nD5c3QpVcge/wRVlrXHBIDKRinuGtLKXvL3ovv
VLvPfCkItirmLyjW1WoTOcJ/hFch87CG7Ol2uRS1MS5+vdTL4CU4+SeT+RIyongCNzLy5kALXJK4
Ml2v51yPlkBswL5GRLyO3lNy13ovpTj8vIxllHjhMMixnxl2NiJlW8dvjbhL/pSrPN46KeLkrb8d
dWiIPkDfydB0X07sFNtdUQXB4ksKT7SxtqpD2LedNwQDejNW49exFfhNrU4bdb4rHkgFdIhMAZ6Q
59rqiJR6XKClri1+UFn93urm5VgP4+wXw/RVHtr3tx3Cq6PC2Gjwpv0ZxD3/ia/5wQEF+pLODf3e
fs1Q9iWUSu/ywMzdqq6q7xfoxf35o697dfaFKV7JNJO9FE9Xvk4JzLZW2kX3y6o80JCxvO2HOt8Y
z2XQw3nACPQsgnWbmJc36OV4lqDSzUaEtlPXBe6sdPUu0ZuvjtHEEEI2i7csmwW9VysmbBLKA2cS
D/91vVRS+hbOm8TwhzIYH8ciq8+DHkS+A8ku+jpK++H2mq2ypn8PUoBgSZ2S41g/IPK0n/TaxGCc
gw4QvD1eQxu3Tx4Osv85/Yx0wnTfm3X3PscjkFtogbwbxRb0+vqHsHnIYgre2jUDmGGOpPltSfeN
RQLHlbT1OcwsbYeuVOzmSgW+rpe6fdhmpbsYU31sUnTe+4Fb9faUvF52hX4R7m56RQzig9WhMasK
Mr88NfyqziuXZEdwKPVuZ+tQHzmxXPGiAD1x2+ZL496Fi4D4wiTNRcBLoosExOVeMwutnlOCcB8p
rM5L7cCbsnJ2ZTh5IEhKoh3FkeIQSuIb7HAn5xOOj3TCHhEqan1BUtwNYy37kaU9aHXd3DtmqPmo
y3UbG+bK7PAKEc3ApBdpp1ldUn0No6VEpcGHlu7JREboXYgg7lNWmZ/LDiJ1IHB2tGHz1cVI+oca
CTcSk6NyJC8nRzch2AQHKZNsrev7oUXQi1JS7Jd41Q9yNP1ZSmwUx66DfaiX+YavubY2ZEnwNOwJ
0MTrrgfo76IZACmTK7cW02zXz0YOlmrKdd1vM62nyispu9hOSb7CKud3iV4eZpnHPgk+Y2dMrbrv
q9z04XXK7lKktHYmNULX4eHq395IV6cKNis0L6DvIql0OVXzXMLLNSyyn0AAAs4LWqul7GAYGYbK
Rx/nWNOvlrfZN2LFdAN49dr/s0wO24L7RkD/V065reZe7WqTrTE26Q4+5crreZ/upGL+cnuUry5U
sSF+sLS6UKmnx8rYsiF41/cPaQAJG0Fnc6paCekfBc7lkCv3w2RUW2RH17Y/lxxVZzKRImd3Ob91
aeRKvfSyP8GRvqubSkEm0YIjk8b/Azwz8SlQNwtK1xb1R6OriXVG0+noS5X9GILCg6JX1l0RFH8u
sv5oVkJKJ51rfwoH636Jqp8NIZhqqCBAFQiQM5TIlwPue6tNUuBY3LSa5te4ljckzItjWujDHvqP
LW2ya5sILDF5b/K9pNJWE0zS00TIz5J9PS+QG0iD9BCk5h/QVWyV86/cOAxNPA+RVQWAtXb0qEov
ZcP17xd53vlxGg5+UcD1O7d6fnDmpfdqtEQOkz0UCBsa0Y6EsLUrZFDst7fzqswkLmG+hK4jMkpM
Ma0Kl5MM73VeFpEq+43dQocDR48n2mS9okiznVVW9lupHyqvy3t9BwF14DpzTQP23EZvtRT+OF3t
plPJU/m48WHC8OpaoqGWtkIdgB61+dVqRHNPFx94YH8wwtaNIvXY2NU7FbSP2wTL4sZzPh4jNTZA
mgSBNzd1s3MaXGChbIoqvw6NyD2RlCc4EMG0tgovtaxpcrNEZpAMZOD1MHbtgwWVDtMYOlepzOT5
9uCvHfUf7a3G3i2JXOvNqPhqBi4xLCoo8WghQJhDst4JPZOH0cm7jcvm2lHH99NfSdWJDOvquJn9
gIjDoCh+Tu7Jo7hr35n5fJY6p3QNOYt3hTFmbt/06CrVXXq4PeRV69b3jQg3LpUBoS9J2etyI9rx
wvsNYIkfloV5JFys3iiyZMKwbufIUGXRzsiGySvEuyu0xubUoQrywF+jGz93Rr+iY34/VBmd2C18
xQUvsY0JurYLICmmLIR74NCvHqlCc7vNUo1DCxb92+Bk8CzQd+DVAyiDubHN3e0peX3VQLdjEJ1x
LIEGromdRpJbM4VNxZ+iKPCyTq48GR40uvTz0lVr5eyYhZe1Svjxtl0x05cnD7siPKCDBkzqOu+g
B6oJ0CdQfGNW46fQkUtvAAK3seCvtxtWHPLoNKWR413XV9Vaqgw9MBS/x/k/2pUJ+ZjWp/DM6d0x
SGfTrcsov6uM4Cs8QPZGwPB6LYV1An6iOyB8r+TfhySH7Za5daTIIXQ1VD9K7fA5K7i3w5rM9u05
vbaWgBdEBp0In+aNy92ddVKjp3mr+k6X5NxlkeMaS1ERaucJD55+OQZGaLry2C4bu/baapKEFM8K
cnMkKy8ta/BC50mEZbmgMTgkfvPbNPs7rfx/fRW/vjs5tJSj2S6gIuHlurTSGxqUGUXP+Hgs7BSj
tHYzWhPHJEMs8PZUXjdFUwF3A5HBOg7SkjEO1JoBRRUFGCWvhsO0II3Ulz+f1+SKJpikgEfhkOTU
alRtOPSRnoHtGORl2Y9Z+kc0BKEfmx25sHn4uXZq4QIxh8o6EHo6c0mHXU7iAh1kNxiF6gNmTby2
5jGqOknoqSm/3J7EKxGIaKkBw8iu4P5fIwpVqaq5QkoV5Jfc+4Nd2V7I7bmXunHx6nRyQJYkFjqP
RfCbNKqaX+UTiOKmMTa+5JofQF4Dp086hVLtan+qS502mjGo/gS/+H6k4r7DlcPAJTdf5jFHdYoK
7uNs1OO+iyR5i9Lq9VVLaCEKpuJxJ9olL+e8lEwQlXmq+BTyBsrDjtcBIM0S+ZzkVnqXZ0G34dav
HUgqBmBoiOSFetylxaV2rIHXI0zqTdPdWRp0PdR8tsQ1ro2L2jcNPgBkyeystq49p+ioB1jp5zg+
ajKoDMbSe3lfvKORa+AVEUf/H06OwBnciFBLoV39cmSxqaQFSStxcczhTiql6qSq0XAoNb15R0li
cCkPyAezhjb19na+5s5fyrOcGh6g61WsI63XjSpR/aRSHa/sm3mXj0rh91EZ7Qa4uDc27TUfBAKb
hz9QBuItMfs/5BvHbkr0UWJ2taCFNFmIkcdGEe0VixN1e2gv/mx1HfNKIAKA9IAsxHq/aAC+RqOI
OamtNJ2rrj52shS7WhM7PuzFjSsp1T6bi6OTKc55rmTnTaPazzINEPvWkEtosEf7nRmOuhtx5bmR
YkreYlQoNE7JHZim4CBnpekPWvwMul67k41IeValJbqPYe3ZwzmhuoVsj4egBCXSIvp417VkiGDe
GI9xAmdLri7NPUDVxZutzkYBV+n3t2dh1Vr04hu5VQBjAecUzmKVEU3jXK7CSOU50GrSm9yZe1rW
04XcIcikKZngM17abl9pkr4PAs3YD22Y7ZMkzY7k82o3qelGzbqq8Qbg7/f1HPW7qB62NN2ubIyL
z1y58GEo1BSGP57mNIP5ZqW270jBlJgKlw0/cmXPY8p8Ab9TUlznPIJMRZqo4oE0sk9PdrZ8aNIm
/dhRMoOYd6Gf6PYSXLUHopbKopCAtlcrYFmhlI4iYHP6IXiXy2N31waOsW/6XNvr9ZhujO/qVFJ9
p+5C4CKv6Y6ksKCd15SEn1TCczJnlSeRSd4NLVKHt4f2Us5fnzH8Fi6EwJdYdHUJSXoywgpHmoMG
wu7jEgUQzEeLJj1NxjCGXgnE4DGdLOvR6eSnMZ0AnaVpfKcFkvMQZ3X1qVImNwI1h0aFcm4mp83c
HBkC3YvQi2JHdlGrnapqcmh7K8ErllW3Az7Y+NIE/MobLdB+9E5PlGaCAKSFN5nBAJMqUrmFV9eV
9VHuJpWbOQqMUyDV6CEqUm4vrrq04+PkxM3JyYp8oTKm9e9BgeiDS5rUegiJwfU9iJDobZapmexm
oWp+MTKoRtzZgL3RH40yqw+KVRTGPrLUnlYKR+lt14AFPaWXOe0+O0GW/qUMZU9Bog+rAwQ7zm+6
SqbLtwpz/pTD0k4zsKw2+8roS9VDQkX9LedxQ0fCaCBVg2Zzq3mxlHS/j0ldv5dnQ9mPEPEMbqtk
+kNVWNVn5AaUp64nmnOhEtiR+wGHXyjoU3mdiXKcl4dR+zU0+hgygSygnZFSEI4AliqojUJwShtb
/solyoMf5+sIvM0rAuGFiMECjkGyj+rLHfrmn+qsj3daXyu+baYFAmyttmFzxRD63dOJnAfAHtjZ
7LXqSq52XV0pgeynS9yHXjtMXepWkNlynY2K8inllYQOsqpRdYa5LXmINK3OXKnlReqWS5/Mbhib
VeQCU0H7fGpSF0mO9nMEu9K7akF0UlCHjX/UUms9o6Wgf+21udnCxF87vUQ3OAtkzAhsVzekkRQw
V+tMnVzwuNEax3K1Npp3HRWOjdN7bZWEP6KZk1uSS+LyMjbqOrDVoSNP2OMIgT1DtB6bpTsZ9ltD
7ySkANlstz3G64o1KkK8CyxgSRTMXtWMAPAXfV8Nst86qeVrTmfcy3mk3lWh80bQi73t8rzwKtmu
984cKrtGA6Guk7Q8zTb6E2GcjTsn1/jTJrSeb3/ctQmBigrMI3BO8aS4nJDFbidVRrbdD0LEg+a0
yTyS9iaN+qiPJUE6vhmSTfKPK2EtITQJGkgCyKHqq+Bv7OGghjBJ8QstpRLe6uX0gFDIx2nS0k9o
HrEgFWD6Z8MOe4GqmsLnAYbfj/OcB+9hKTE6N0zC9t6mRr31cVeuLir4AAih3cXfrcGDBhombZFP
pLYkiH+seP69rSAumFAM2DutoR5+ev5FNy+IYcqa1DZXe5+LRwnmfGEqWlnfZTRDeBYNKdTKIvMx
Ta3YVQuOwm2jVw4cwSGgQIHYFaQzl4veLPZQF1anUDtEP1lXEcJe4DY4dr1eb5hagcRfXBTlMJhr
hagVblV8yw/hr2XVJUvLAIG+ZD5c8tUuoKPYtcZOcTVJDYRybLBzxoXnW27fT6Nc7KV6Tn632nLa
iMWvPCBfnm683uhGoZv68mOSdnSaALi8HxVOzXGUInfIo+WEiMjsCtLE+8FOag/5ttivjGQrbXrN
E1A2twhQkMoiSF9NxmglhtpF5E21xrS+5kofv1/0xUBpdUwPTm5o79LOJoOd5s2zDRj3fbWgmlB1
FVMVARSsumJyjdjk3dLK84afurbzQcuTrRSvslduapmcLEhKsltSXiuHSk7OejMdVNoXTxlo1Y27
awWSfdkYIN+go6eyIVqhVpvQoZlLtmcSJhM8AD4FOdVNqwXaFTlvvSYGIaoWJRAavfvYSMEBSsJh
o6BxxQ2ROKE1BIwuTXXW6uypRpWHOkUCFLU43LTjqm48wvx3+7Bd2XOgYIGTQy9kAdtbrblpZYPS
ZiMqkpmpvAMPDBI4nHs3G7ppb9hq4afy0BwL6MSOfT1u4X+vmQd/Sh2SxOnrDn5qQVE2zK3mLwPZ
tgAlA7+QS7I1QZ7u9SEz/BJ2g30FlfheyegPvj36a1tee2mIQEQal79GREV0g8pxTwouDtCczGjN
vO/lwfFnW8n33WDP0A5mJnnGyd69aFiTS8o8JJtVNxnNaAevWuprsfFkV+OWns+Vy48HA50UInct
0y526Q5iZ4AXONRUCDarwY8WVXlsuMWPGnIabqplyH8uy1Y+4JpREbGBPqL/D8qTS6NTr4J2MiN2
3bzrmyYFHV4s+xhwNnxEi3U/dxvbfCXd8v2kEd2CARehD1ChS4uJjhDkVGHRGVFhN5wi2avyVJLG
auo3kRVpooLYuzRH5YdllgYXZeAJhZPmS+YkoysZ1VZD6RVXQ9VI5BORRhD0yZdflOUo1JR1pfra
FDfvJQvmA2montuqMQ9qnm2xNIoBrp5sPH5pRuNtyAys4400JL2lZYXmx4qR75LK4EXUE3KZTm9v
3DDXVlewMtMERvMRV8zlyKr/pu68luM21nZ9RViFHA43gIkcBlEiJeoEJVoScu5Guvr/gbz2KnE8
m7O1zv4Dl+1S2T0AOnz9fm/IhFWItjXCaTTXRNVl9DvZ1X5eK/e5WjSr99I1//uLW+lqU0vTgGH5
29tBLRZ5EXuFEdKVFjephXksntNZMGI9ECIHWvD76i1s0xWg73IRh4bcgCunx8WFbuNkwyqHh/KP
lhc2NmmXaxHfNDeiQ1vkDZcf2A6dVzdHt1257VZbbVKQ2dRHdkjKE7Q1HIzIW7fnytuomWlvRsMh
Adfhd7+/D138LgQ3YPhIPg+X1bevKKtadEqSV7Q0Y7sVi7WEU5k7voqpSJ8o+rZcvJf/Ykj4WSsb
Z/VsWhfBb5VPpqX1NJkTG/+SiLtKGzGSizr4NLFbh7xCZAqoqa5tuJeW1kr5gJQACMje9nZUUSxc
pcrECE3kvRu7M/5K3TrGHpGYIDObvGuby6VDlC438ntKeTrCZ51OJGo9jEr911O6B43o18DOtHwb
uXWzi4zmR2rn0zGPy/i+IZ78EJXsQc3gVrfVZEFpRYFEMXrN/uLSimf5wVGgycTN++xzW81ICKBM
TTzgu+9LpENKI7kzFI5R/RcTi3IS6qrzSw15NlLs9WmawgAMWyV2Tg72mYDIi7MT5kTzTljqTWyk
f87vWZ1EuDjpK+PrH0o13K6XNDaFGSpmNW7mKd6tRrRb3C90yBn1J4hPn96fzJde6GqUTguUpBWg
87fTaiK6I6sIAKN2cYpgbE0tkH2LELBPrwmpLzDZoAPTIoSCTKsFsuXbsVIjiS2tGw2AM9X4asdD
ureQD8ssloHXSPa10ks3CVdCLCELPZhAp09VhW+xaxHcbWbFArtaaQ4NdfSmWrQCKjHg91wnV3b7
S8UV9SvEfix8Vg/tt7+UO2ic5z0+zQSsOL7ext8qqXXHpOvaAON1jEMtMsS1OtE2UO6uKZwvNIrp
iXOLwdZuPd7PzvWqNisZ17FJ/ToPW/zkoVz06vA4yb7ZcTapt2qZfbLdaT78+WRYI1OZgoBOnKlv
HzsZgdWsqGDgxAKuUFej/kkZQ+4p4r8ZCjta2o6YCiIZeTuUWRtxErXM9D6qUNWrQ+kXCSY+blte
a7adCbn+rpPAK5l5gFHIKc7GStyi0fQJ4LI2sh57RimhvPfLxlO018St2tsp8bJjO7V/0bHTKZqs
ObAWD8X3osNWlBsVs9qd1/d5oFcGV5cI/W/Rqb4NegDrqBhvYo7FXWyXql8n0RgoSmtu3v82lw46
zBzW6+2qSTs3tJg7pVjibDDXHv60TboSUm5ltsfWabtAxv1AVdBp/8VlDuor8Xf002BKnLv/G8os
86ofeXWtTG9ydi6/JAk9mJw6DTuhzqFRmM+yJJCnrkVxM9S1dmUtXmpTszvB/sNjnt7DOTBvmXKQ
asSTo/jID3BdDBzaCOQZrBFJU+8tD7aJLSXCQek7JL0iqoiysEzja3FjF/bK33/IOYSU0NiLcoc5
2yhjDwGqbO4b13lJpzK94pl9qfIDRcC/hNsLV7xz7SFoNnLsSDdDLcbj3RNQDxpr+plXo7u181rs
HDnJQMUULzRsRQkmz9OvrNBLCM+Kafwy4aGVe75E65LQsTTXzNDrxnnfDmaMla+wworT3yehe9mS
kWtuRjDQQ2EYXdCQshVwH4mB9mZz+/78v1D/wCzBzhubVf4yzzZFL3HmqYv5NVoTVftFY29a5lq5
hZ6OQx5pUFfGu/Sx2fnXPhdiA1xH3m5QbTqp3QDhPSzocfiuruSHLMEzeOyMa336i0PRw1tbebip
nGOFfezM1ah3ZtipERuIlbDtWkPjTy228++/xQtV3S/V4f8d6qyKrEa8ciOMS8Ks9pBRE1ex0fvx
Ghp/6WaK0zjC+5XNYv6DPua4kdO7I2XajJPENxvMKYAwlPs9JPtDP2AKrWhadVBjoyLkc55QQAED
pxL+JkrpZOdKwk3ef/KL2whYDUI6WulwC88uU8nU9e20Hm6rbTT0K7iBidGAUOhdu9XtsvsrjWas
ZBdyh0eEPYek65NdNgp98/4vuTSTgdqRd0B849ZyVnJZM2ScrmYmJ2SK0vBrs1tDNnaQcLRzfOTW
tVJ+bX6cXZM5aDFLoZgHBjzv2jaEmVkkSbBvqQ+EuaBLrqavsTJaOzlnLi2BErF4a+XuJo2z9nbs
Em+bYjf2nHRjcsWM/uLDg4dDEuMj/OMsbtLaKpa6ZwIuMiW00F52fdG2Yds7Nf7rjrwmW7+0uMAC
aUiABnIGnK1jZR7qpicLM1QNAkpKHNpCdKNd4KTttdPyV7F8/qIxamFzYuWwa6y/5beboWMu8aho
HexBwN+NiqaI3m8/bRJyQfyhivvQroGmPUwBwnqmbixkqQUQ3JVtp6htCI4db/Rcc46WaJpDhSf9
yTWRELqFOW/ztsLqCJjbH0y92o+JNft6PGKuR2bArrXKJKgmw90mitPeF4gRt0la6ZBSnGv42oUC
lRvoKq5e+6Kold8+J1YWVbbGSYdlXaahDsIc6jgC7VqwpbApBOhynsyHTi7iyq3s0vShJkZpilMa
9jRnIyNKIp3WTEwYo06/k03dP8S2UvukQkbcElT1ynS99KQwNR3VoJNG4NLZpmE06mIlkIkR+8jJ
FwN+hp2SnGDBiENvjvmd7IzEr7W5u/vzTeL3gc826nywiZA1WzaJ3pkDPZ1sX8f52rdgjfl1atj7
98fzLuwRK4zGX2su4K/d87epS44n3TEVpgXE3/yna1XuMZupLN1lHp9oaOa3JbMpSMmaI0XGu0be
unQ3hAsHZE+8D4j9+fGudJ1S5lTw4ZKROahGdfoSUQ4f68KbDknljoHodbEvJzPajqbQ9y1aiW+R
abV+X2KuplqDBOXvnaD21Grj2Hq8jzlZ9kOaV1fe1QWeOo6ymk0zBfMTaNln6zzTMqb/3OqgEHq2
t4fquzG13F0cEluwOm6CxnFHP5qzEh7apG9dQQsCGbV66nW788fZyW7HtjHu1NjuNwOl78f3v+bF
ww6/bd4k+/5qtft2hWq90moOo4ZVq6RkeiyFualL/Xu6GPN27JolhPDhfiav194aCmCw7djFvRol
3ZXD7tK8QtmJH41DJfAP8TGujZqYLCRgpsZNWkAPDEolNw+kU8VHbLTsnRzMl0Wo6jadQe6unPqX
dv/fhj9nmJeJhUuqB3GOgCrzCV/qEgULuJ1Pyff0/ju/RNJbb+zUGAhE+O/Plmw6ZFgAJTVkrDzW
w1Gfy40cVZTVhBYdJDKVx9jV+5PeLBXlRzbvYrVKDg3+OcFURdYjZf33Us8+Mn/NI/xMCxnEZN6Y
Y9KdaALN34iPghGf2VFQmkbv62MuTolctBeJ1024qIMIstrheLfyejd5AyQdPa5OhAVYWxwR3G1b
lcbJog99tKTebmWhy42u2eOVG5t+qeDg+UFIWbFrj+rt7OM1mLjMQo3kyJIfkgRBL5I5B55xHAXo
PowTHonOUS/n9jYblmbrJs14s6TCDlIM/O5rJxs29Jdq32gdJ5SNXJ7b0dbvY9lUO8MmhdVPs/nH
ktv6xhqca52VS7MGjYe2Vimc5+cqU5ChUdNLVwsFkSzhXCbdDupyvqPn0V05YC5c67nSs+2id1mp
8+tP+W3ftcx0cOVAG20u83yrwQ7xlUyWd02T1b4zySqc0eT+UdDeL0BkDe8ARTVWasK5m+uk4kxp
Sto0llPIrTFY5fM4Ot802GFXLrKX3iQt4PWbrsam5+mduE9zpVEYqetGccDj5xh5g/6QO8a1yuDi
SFS34Io0aeAMvn2RCC5atLjsyaMomoNeVvVmIa9hozvjtUyfi0MRafXLCwL74bMCfmkBz+DN8c3M
Grad3RZbByeqME3caw6EF6YHtevqnQWPm8LnrN4pZwvMMaL50vWxIM7PiHeWVncB5Ff01Tkd1Vm5
2uu68Hx4TcKiwuqJM/lcmeiZfYyVnqeH9uh6G8yOC1hL1oTRk3cNaL2EzWE3QgsPwgp2OOc9zB4n
ES8iDywcvK7azTYcyhTiyEZNVPtWSY1uM6H53ipKN37NEnKCEnf1I3CTPESE0u+UogaS9WLYi1hu
hAxgbZdWcU/OEKuPtZ7pMKGN+kejCwCDIqp2+YDBXNo3X9/f/i8VBRy0NKLof67uiWefSmv09G+a
BaKiep8iYvAbpY9PXdHFxyFqqJFlVvlOX2TbFgvvnT2p+cksyjqIGgRB6piJsCtHAy/ryvYVz66f
3/+JF77rSsPj1mnRS0TS8naJuEOajWrNvCVXQTkmSZEFJvDJPk+Ua5KKCzjDm6HWE+K3bQ3ADpPQ
yISwPkN6Np2pO2aJGl3ZXS4UF8wbOs6rWwWOsGdVTjGWqSUATCE9WCivnXzY9a1sIAA53ia19egD
VW326FVGc4B+W165WF96nysUiy02VC86gW8fUpU4ntszRgdT16W81DQ7Lqb4Sxm7fvfnX46oFvwZ
cPhHX7/+kt9epyYMWCQrhQfDxPpjbRDyhHcYMLZh/Ntj94/Mwe6bH9VH0f34IfD9+t9g9vXb21yt
xN5Ye/2frvxRpd/eeHrxL78cvEz7X6tLAUgEL3c13GJJ/O3gZRr/AiIiQBAnLrxG+aP/OHiZ2r9Q
mOA+Cu2FihYJ2n8cvAz3XyuoQe0DckgIKLTLP3Dw4jZ9XkmxiDjz4S3S7YSafu7239m9QO8rs43b
VSnuI00SknKOPGpJHJjPdhxYrUGESuqIJwP5EiwL+ytncZil+W2i5NiGO8/lkh3iuflszPaxX8FF
HKnzTtuLziDesN2PIHX+bEzmltuV38VV+ZwrfXKTZ80h75F74JcdGB0W2pqXFl+N0hPcXPqtg/1G
ZDcRhC5DP065dqtO8TfMpynKoEYoK589sarMJ4PtNSZ7wDeVuA4UqlJob+XHFrVVmnHELLJ/VuY0
DsxmHA+tlekPSaf1frEsj0JYu3iIs9vUrFw8l0r5YcyWLFBbUWwmyKb7qWuFr9hAh5FS38v6Yx+R
+Iz7pGEq6gc9j/FqbjPpR3Ia/CnyRr9Py4PIsxrzWKPyq872nnq1uY+jxtp6ZX7XSEPs0fY122Uy
itd+ULfcm7MD5qiLn5SyD7QqWi8y6WHM5pcW2WCgGcTRwt4/DbqGJ6PWb+mWe9siHQUa/ijz5RLL
my73yDN2n3qT+HmnFPRZsyeco3G2MQbtg95Le+MZ3POHdgqIdH7so5d6mAe/m9IS/k7qY7jshKqY
D2JxPnPA/DB0ORBz6en4Xlq4HzVVOHIJIANhZ43Gl6oki1ZLlq+R08RBWRSYKGKi5VeW/Kin1eg7
VR9DlK67J25wlW8pBZ5fjlC/IItD2d6rT557r7rJ3YzPrp33XygNHjvbPnpaNO47Oz7Zom8Cszc7
P44j2MXY54tZ7cg4Tlt/UUbxPBSud9f3MEDVpflaamJ8NWu931dK8TR0ziMC82QJrGx5KDPc9mvu
RH5pJ4mvIevxS0U/6T22bjCdeY+OBUgbOacCc2I/0od6E1fKgxZlPyqv2OXzlAe4nRyNuux9NxOL
30LGitQi0MdqCrNcvmbqc91lz50LfV/P5PCaYGnpR2ku/KkbbR8lS3Svr0kmpVoq25x2z96ZkuF5
IKP6CP1r3rRMyS0BKI/N6CpB6xLRa1RlEmaDYwWtmluBtMfoRwr1y0+j6Ql7Z2OTZh3+OEYxBXAO
yNssFBtXpUXfx2Cum8aM5kcakC2pdeW0paVYaQE0fdPX3TS78dYGZU6EzS2eshtzSQ1fDhkuXgen
nb3bordTFmnxtAAIBOxfqMXNXYJH9Ydlkg35Pu4UFKZaPDlDniAD05icABkBFtdMFGxTKyMuQ0uR
j0PntoRJxdw9nLb8YOnzq2fm462Lu81xmPoq5HRPNwo6tCaAFlWIbWcvhe3PEpqjWjntbWq1M51C
vX+CrJEEY6wnR5CU6nOO+vOBGMpWC+aks7cg7TB0e0v+pShKuZ8Tgl0CHKiK2wl+8Qd2zAx2l0hl
YDpL9qQhuLvPK7zmw3KOdOGXi9TXCWNPj3mSTfeissebYnSqR8fENMF3Zrc1/dxruwR4KE5hINpQ
BqZMLrth0a0Nfmjjk1etucU9wU9flSlJj7LBWwUz5IqFJOOF9OSqK3VWZmd8S2M3/tw5TWFsNS4A
m94Vy0ZbsZ4ZX/Q9jSJmvelO5aG3uYTjE696G23qE+zQeZgF3pw/qCoNy2JG4W5EvPo0S63bzG3H
h0kfSD41nClIi0keFisVr1lbp35eiQiLAVl5B61mEZPulb+a0tEC4XTLnTYpUOrtGD90v0FFfNsZ
ZbJdLOkh0tPt4ZlEgvjUYx4mg3iJ8hCwGjlGuZhbrak1fua44OtndNpNJ/syHHjeg9om0wdIGPbj
1KrdjZlY44/Wg3vke86YbOYOb2HVq+YnJ22UwzjrUxk4omZVuRnRoq1SfcckpN2rjhQnaMHRttRG
PTAV19sqSdbeVJrihCVb8Z1uKe6XOEoK/HrESIZOFcdrGFZccR+mRNaLMvqG6eus+yTbDF/hkLr3
uh6LfZtr/Ye40MdtYg3FLmKLC2BsxEEsEUUSrFo8QRZWNgAl8mBbhFQvTR5tc87VXWeZUxVMszak
/lwK60fpZdpJJnn1VbDXLDh/pWlYFlb7pFReH+SD7vp6v4aogVImCexytansk3Cn/jbqFRJOuZlZ
7NKV7h7m0l4Cr146P9Flv7MSsewS3a6D3EtRd5noGTE4MJNQKrG+qeulP6EyW/xmSOwbuLzys5uk
OFxZav4hjeJvIkq0bTzTGdQKtwPsJ7VsknB3+gYDqEnUzpc2T/rXWUmzT7FBGKMhdf2Gpir/d5OA
Gh/78mYrbas5JJqMWfvkg+5bFSFo3zTFgxJLd1svw3iH1PoJjyuxJx8RY24nsvzZNssPlEQOSqhx
3E2OKcK6ZLeD+NiecjkXfkTrAtXj4uzxH5ZcZlxl7yZr9mpeG1/npWbuxUu7VQzhAjtGn1s3nn+a
pVaepF7CK+y8D8pUDk+Wgr9+3/fbCR8XrRYviOxgyc9ewsfYRgMOGEOkHvBA/hinxmY22mQbZYRR
2u5rV4nN4hVhHjlhrlWv9eQcJzJq/NQsQhMU2TdBpprGqQOvzPrQJHXXL1sd+VRHrIIdWzsM9r/Q
d5/82h4iItLqAALSl36uw8icJOJHe9q7jV78GPolf6z0KHsW00wXok/7LxEuFo2jVPflbCs7QuWM
23we1W3hmOlndxq8xxkyqY9lorWp7RFFUJqsVsGZeqSGeDS9PEBjGUCNNrgiYqTgrErtzLnHU3Jb
dm6wsBjDfEzXZqG9LWzlkeZlRLfYfEwU82VWFfHFirOXUpm0k1W06T6l0GokUkU9dK1+a4pYHgo3
ChuSzINqHoutKGffxb7pMLTxT6UtwyThQEZMkvuwyA0fTbcIyx5qrZntTTGUZL6O9KrNFlVFa6Ub
t2w/kZfU7B3FoYjIke4h2RvLxvXbuf3hsm7F2D5O5UfpjHsYaS9eWm2Qrd2pQwGFlBB7Z5m3ZUtT
0vs+1fMjFOpy0xIbTHOYDzbQPm678S5xmzv0bS8ydcvNqA4PPSdpng3FNq56n7N1J1ob+y9j2thS
d8IU+O1mpQfkKuR8EkSelGXRAt2Zf6o9JlqDXdD8HMwJox18/U3i00KsCl6g3O/cwd5UVNFHa4hD
LS1/tgC7ljl+JOEVdaejN+0dXL5f1IzJnp8kEX4hNtYLtRGM4BiwRrH6k22VUZgO2FBWQy/3yE+x
DWp1b2elekJPXCpfVOwqd2Y8ctz0kP4IbyVrNVxAeXwzzpe9Qh/q0U2dm6aXI2LH6EOtF27tCwQQ
O4Erty/N4QOO1fV9bLnV0SJn26/otuKRZN60nRAByrQDZRwkXBQYsPRrGCzFp0WpoatiVPpx1sXA
hIeGRybQqXD6YNXD7jw1/Skm/AhjfbAPooJtMRe1GzhjZdr+pI0cHfbyOfYmF/MWR97S7JerjtX+
ioPfjadkLmaysXNjDUTD+rmr1J9HCMskV2HeZHVYp/PTl/3oSONQd12367pqVTVqEVJ0DcZz4Tn3
MkkAt928Pnb6DP6jT4rvpqQ9NK2hBBCjzV0MUW71i7kHN1b3EKb1B81Thlugc1yupWwfo8pKvpgc
b1tdqMtNUWIn79OgL0/wuzjTqmn+FLlIeTf6EJdB47UeFmA4bTa2Q1S5EZkU0lN6Z46De+xnFJgm
Bl6IV+cip4GSDT/GypW7TCLmidrlocXXQg0NvdLuak+4GwdQ9zi6kXZTG9hVNYDjgRhV/bPUl/yE
sX32UFFjhVolBACw1WyEkql+Y83ZB6fOICIahfKFLcD9KvPcuplmKnrIF/LGFbweHDpkMM/5t8ig
BLZLpdqbTqvsY3TZvkVvIa72ro3/g2y0ZxcgPUvII9R385J+rlP76C4/o7ENEFb81NV09EVDh1zq
zcaR5akT0V7P4ttIZyPOp5FOQ7Rz4Q3kivtJlMMPqu3+UGuJ5jvm+NKZUbrtMnGf5A+ztuw1m3pq
qOcdbgXrMp3zLOyibNh141AFOKi6h8hDH9B3nKvDmA/3tiwp//HaxdTvoRCDIH7TWwqYz/G4t5op
/lIXqTiOJVnyRKwTjzNZD12KoYVjYiWqqgnFeFIrnwaE3BEHgx1/V1PI67IXeBzbMNWowvOGG0zp
bIx0KT6kMrHvU2X4ZFV1YfidgvDCBz1sX6RuEhdRiqkJItgKr9KQ/carVPp7ad9+6RVPnXyjBl2k
3Z/uil52G2KDxx96iSVgj9UH82Ae+5Op8NtyDI1ulSabtlke189N7hQnva2fcjUTH/W8ncJWU3LF
r+KpP3EmcljEtXuUMN1TX7ONzPaXyONiPpuQovy4VWMk3ab6Le3B3dirDbFrtcYNS1ett3Y7uj8n
11S2rkTGymPZKWHZZQ/JdsTipckzwuSK7lSl+QiXv5G7pByrgyOS+lnhfutrdJU+Tk0k/H4Zhn0+
iGEnPNFsM9xFaMQWzqsyA6/Gldo96nid+6NOru5Q4ExxpLlQ7Gz2jYPWZ8Y+n5v2QC/nizHoO+RZ
vDbV6J0QX7HG75XO3bRoU74MtV0/CrteNpJeV8HFpu+RyGtS4cY8LN8WrIa6sKOPcJdkJfW54czs
zPnwuWen2Cpd31CmDBE+EHNPGTdUwxbLHukrgmKyaFL3hD0xgrRlxA4CKdVnaXvDukK1F8WljvXr
2KYVE+FyF3QotbmURWP2VHLEHeFbyGPilup3J4LA4atCekedI/qmXKye0NYuVu4GetgbWm/mvOlo
2R3Lqbi10SP90FvsL5su85fOMrY5fxgYhVPdpq09HPuuyjYTHhgzt8NuCFOrnreV3imfPLPIfuKG
5wSqEy+r67D1UtQlh4Eiig+Q4vUbXe3TjYxV+ZTp5mD70rIJi0qygWVe9hY33BxdtIcHc+p7i7Rf
So0oJd8dq+wDvkNTi+pf34Ac4TpQji54Uz4WxzyyxhsSy6w90Rfj10aN2d5qdc7zgBclviZ68yNX
pf7QjnQn6AK1t54355sppgbJFgPSNuZ1KRMhGW9t/MxCb56/6fHyMljRQ5xObJZKfSOKnh6Y/Lf5
9R/Bmf+fWQf/y0DP1Vrn/x1o4H+r4uLb9x998jvwuf43fyOfnv4vxKq0HaFEIxc2Vvbn38in6/6L
/hkVGJoAWucYuf4H+dSBSwnwozIF8mYSroKkf2cX6MQaOLg4r8bxkPhISfsD4POM5QMRhMhDRl5J
FvyQ9bf9DneXsY6QTvHS/ZLV5hbkJ9vFCYHe9lIVu9jIr3FLV6D+N96WSUeUTjU6ztXaD5nT2XiV
obGpVFW8nyNAElPro0/mkJSHeRmy29lNVA7nIvJ/+x4Pf//vfzcRP+se/BoU1JlQzbVpBF3y7UPq
ECTlUJvxXrSWcsJVMOHgtw1MHIprBNOzPsk6FCAy7Tz0axjknmczVEM3L42tp/tZltnJW0wFM2HP
JEeOnnNHvKmfCuhUv/4pcdXx6f0nPRve5SFxcIV8tdoy/RPEtnJzGTG6xz1DUBmOBV4xol6UBz3p
lZmSrVt8ChjzLkvd9rUy3Gvdk3MJGz8AAju+XnSIIGgwr9++6nxkp5G21u4juX7kfNKfZK+kX3Ns
v8JkThHzYeJr3jR6G5JpKHdtWVnk6E46mNogeu2jY8tp52py/DLORhH/Gavt1+/TV80+9CeDPs/Z
74MTSW5Kobb71k0QEJfVEPbWZO9d3C43YkU33/8g5/SgdUDIcDRIndXByjyPUFY64VJRyX6vLAzr
m5rUNWhJFOwbji3ukXWbPWZdjoQ5wTTM1XGgz6Uzn6Y6z6/qM86Wn2shO4JmzYYDZxjh+NnyY9Ov
O0VG+X5ADA780cXYjQ6O3h9bDNupELokgzHi1V9S2Xy3iUPZ4dO7bFB+meDBkZs8GkukfgVSxgHc
gCYOOEKe6nMsoKZ3K6box42jUcMLjUvT6LLgavaXUwk96lAmLhI+HQgJZKGObh2tVK80h8+Zob8e
0aPo4Suv6/B8BTZCaMS4pCWV6+hqPmESKLeFaKanorNzMoya6bn2Wqr9WWreHYLSfNtyQTl10ux3
HMHiUJdR/zpolvKwiKn4WFhS/Tp5s02jIis+ZrnWvLi1BRrcy+y7oWFKWi9C/yYXxYv9CVBNDVp9
MJ5NcHgK7Wrpb0csezYtCtOP78+vs+7v309L9qNNMYoI+FyrqAxjxD0vKfaLXEzflihm+9m6RsM4
OyXWUfBeAwFGiIkw5jzqDAdxRBDs83vuaPEXZQXOItEfhm6xfrg5Bfn7D3W2X/89HB7s60YGhH5O
JHYmgheXjuGMso5vMTM/8sMm7rw4Qb0/0oX1wMGwnrBMGUjfZ93ekgDi2CDBZj8OcXxbcC99ymy1
+LgobX+URlp8LLUkfXx/0PNNen2bGoxa1MYoPjFGfbtHGh5Bn4Woyr0AHnoF4nO5sOYtKzGzas3w
HRI/n2dval5ysSIPnYXs5P2fcOkN00+lLoEythJC3v4EZVzv0Op6JasdhdJXrZk3skrhv4KgXOFA
XZg9fEkYzLRVV37i2WCDkSVC5HG3bxSn+GimIzttOjq7mmrDTwoh/nr/4c4Zruv8IT0GGjpbHdP2
PLyyJhctxW+z3qttuyyBSaNIbNAUCWIzRT2UwaLky4Pm0HZJlAyLUTRO6YnWIKjJkKRudoAA4N1W
Udq/SruTr6XeDPj5jZGxHVNbOUWmaF7e/9EXv4i9mtWu6hTa5G+/CM1kGHYgbnuasxZXfSqTyCmq
Gy8220/vD3Vp0nMJX0tHfFYJx3o7VOWmbd/ySJRDXXSr6XioyX4aj4reukfTyKubxBiusZ4vPB9G
EXhUYZOp2lBI3g66jGab6xVAyYSWbouIOLrllm7vKytS/oyr8uvzc/lBiIDkkVL5jB1KiANZz3NT
7yMxJtW2tLPsRLy4uxnMtv8ghTYfdEMIGvqytk4YXsdXJvylZ2V03CnWfGi0dG+fVaoLTDhHVPvS
jCVYBk+ozY13L9Pau0JeX5/lt3r617PCW1gz3NEM/qO0pUAnICchTNPkzDpOldEfe3vhbHbVxXiO
9d7JQhKV+qPSXv2kl/Yx3FhwiWRwZu7ZPGrdvFis0W72aasOOwMc6jFpaRBAhCii22yZ2bvSUZ8K
f+6IzQM4odr686n8S26DftjS/vGpl96NhsG1mr2ZqPYerz37MIpI3YAVfShjRbN8XPiu1XQXPi87
Jg7FXM9IDFpJKb/fmVbvOrXt2TxjfEHuIgUaAgB1S0s6JZ9l+/4Tri/x7AOj+0AWQfm4qvHPNs+G
G5Kbjy69I2q1uxRXo6G/WqVeGAT1PXMVu0/MXP7B3abbai1lwo4QT/AntEbxMl+JAVjef5gLbw6V
GoQeZixPdf7mCkAtpVHGZj/Zrfmcp/Sd/KZRp2DIjeoPpTPr0oB0S+WNJx7X6POrSFeDbU6T6PZU
6PquTFZuOoRvsVvAoW8SpVUeIlkPKeC7DafpPwDAhQvnpfcJ9c8jpQ/SEjvA2xmiZPw2MVXdvsht
JewG8xXi/7R5f5AL2/hqosnNQvMgqp2f4R4yJmdSnXLfKhbTcKFoWIAxj7EY022ft0BPqRdfK14u
HOasdaTrPBlH1fkFajGTKZmLqNwrojKfK3q7Dy541ifXqLN9ZpfXVviKm5wvAOy08BcyV+7fPwx5
Yyz7y2Kx631mGKW9n+Yhwl+WxOufLAYHgzvHU3zpeePT0rjRg1dhCEIwez0Mfmxl7c/G1IqPI3l+
RthVs7ODS2G44TwmrzDCqf1zSyDsoiygOeO2nrExMKrd163ef6JwaT6//9EurAAIvKvfAWcv1l1n
ZxOpcb0wcY/a642CTRC+TZCL20j5TPdyuEJ4vzAW3GIipn4lXXL3fDsL4ds3NANziltbiUOhjQt+
MQqw5IpF/PFjWdgLsD/RlV7Tk94ONUMRq7DlKva/EI9ehVShRq4SkmiW7d8fakW+ziYE2Lm+uu/h
f/Q/1J1Jj9xIlq3/SqP2THAeHlC9IJ0+hsc8SLEhYhJn0kgajcOv78+z61WnlI3K14tePKBKyISU
igi60ezaved8B8rFL48Qt7k2Adjm5ZpTbtTStSb6Ba7YGX2lvzbSXJ2N3TvteiOrhcNnXHz3U8/K
6mHQJlLPKtbZ7eKr9Up6on6yV8gchL20ecQMo33/19+teTkMft6/bfYgKm1wRmx67i8fQmcvA5ga
GiI0+tOTmCzxRoyFdsX04hIRmOfp+6hn/aN0upRxj5FoUdubSBG8rLspyGGOMkOXd30rUcF53EXa
agS0hRDs6GJouJv8Zt4xQ0IDQATfaXLz8S827V8d8mykXDA54S9yZo6hX8sZQ6waBavf7BFMlWE1
toGAKTckIZmgXOzZfq61BpV4KbMp0lPjfamK9fCvn6PBQ/vpSdK0oJ4jOMcBVIISArn8z2vMb9pF
5KnR7j3JKBMUU5dmN4xGewMVk0DxpY03HrtTuMrp2StK5oVocPSNg8zoh1m2z3PfQiakHScfxlnL
eRmQgSM5QGGw9NimdbQgtqxuFDglbQXcOiBQwLv7PmXgljJ1onmz6Qd132VQSpbsyfUuy8uaD2kd
7PIAyXmnlURzJ00TWeVJb6poLZkiBOMmD8RedVlsZ82NMPqr1C12g1iedHQ8Kng1wYdqFSq9srhb
JnWavGA9tGu1WTMmfKJDs7/eLDQxio1LXotfeF7IJIBWynJY++7Z1wQSHjcSjo/xLY/SoD/IXI+s
woyl7LZFWh3UUH+NiRbr5GfaQ3FgREvqgPpuySHyUYQ6NC8yMvdSUUay0GKNmVFYldp+nbrT7NR7
fRrS2Eb/MAQEJTFBsxiPO6+jgTVDrMGjjQOrbG6tlMkR16W1mkt0E8N1Lo1036zaFRaLe7sP8rCp
mu9NUYVIath/k3eIVXfLYkf0u7/R0tgIU996zlUpk8+8Bp9epo/dog6ZbV4Lb90a3U2amoAm+++E
gYWDO9Kawmzdg4DUiiBe6hxesx8naYIWaTn12lwC7+vCSTpH0Yhd3t1P4jTozjflftqrrWD2Ojc+
ut9++bRbDTUjrenIFeYRR/2XP/5YTYupIMoNaIsM7XdV74Sr7xzAUcZuM5zyYGZIaPnPwjBqNFvD
bp36s1mBCUza8mh0xn01kj9Q5V2MK+LR7NwtqzjUMpuxHLMjvUuaULfWKC0Vz3VRN9XoPqUs58or
nsaelOpabNykPNQQKgbX+JAQ1x1N+RtjTq69vgnXwX0S5fBpZv0cFkDAKi21d56Thfi44rkevmsQ
IoN5ZjK56K9O3V5bSG83hLjubHE99KcJWSLTABBBFy2YdqDtg3PfuVoHC6UEx2zjnlLpnq05QGw3
zRFS3WPXY7m0KHxV8ISYNUoK+8EnRivUquYckIy9KcsZUYRVAI8A52z13+2y/WAWcVYiOzVi2Ejs
LqFr1qfcy89Oa/dRWk/xbJA5zzb5BKzpQZ/qOyMYPlaj263UXJFMvhhKRqI3YkPybn/kRnmynXIj
VPFc6N+ai7qH1yQv5t2Sq+dgaPZaMLyjW0HEbXcR8/Efgw9Oq71QVNvPTLlXZtJfoOREveUbkJKx
ppQdVZl/GpcRA6Dap25yaMu+j5gd9CdVZNvKkmcgvQgbvc3cOo+Voywc6A4/LDtI0PF3mLsC5Yul
qXsivfywBvotxXRodX9jTnXY2P5Bpyerj9k99sxIdOUJ5mM4+jn64KKbNkop8d1aMlnvqjaz6miY
aTtSNYux2/aJOFeZ893EyuJVRQy0JlwacZ/bJcpQonM3HYKxOrXiwRUSSTaQo8Sn9mBOwRiyJObS
dR8qL6+jbmmv6168K32qnv2hi7nRbzs9ePMadYWc474b2ju6ma4ntahW9rQvZCr49rxdg4YL4eRV
s6x1lEq2IG1Mb5qSe39Y2p+1ZjwyCL12Mr5hke5XZz92RFSMTdluVgbs1MthLrI7vfw02iLyhfoG
XHY/jPPdIkkaqL1vBdsqCHzcvu1Hu1IAtMgr8SGtfQR40XlxVs84LKadiJ3fnkTfVzcoFZpt0Ekv
Ig6oQw1RO0msV8PwmKq+y9hwUvOmSLlAR8vgdWvUrxdNZDfJ9t3BtaNt2oT8SekhxfAXO0VaXngY
60rvyUCbFXrgfkMImEEMJH6fmMaAicpIwMprbfWQV6n26YuEkbYsKvXlDev9WjY/dIPcimHx1jib
sVcuZTAifAHXKZJxfdPnXjs4hQ4go2y964psiLhFivjorGTSJrwhlgh0cDz6UIc2g6gnXlEkwVaV
uQczGNS587WV+AXjIvVgm71Js65CLbsIQO5Noj127ZJ/W8zOdJgu5+4+c2bth2MOIiYDgM1QL/NF
Xjl5FTzmnZXcNEiwKF1sjH6mTy5cBE7X2UoxOGusragii1GgmU88Jc8IZtng3TFRb0FnlfpWMY2O
ZjG9wiJ23peVLx5Kp16+98gyD0PRaWNMQ6rcjYmVVaHfu07cTENxTwOlwv1Qqe+U0fWHMcv5wLjF
Qo1eiecgxYW+ACs7u82FgFeaJYgPf8reajt5GDxe+LqqJ16uNbC3sGBaNyzwSdwMU+2FxVwFfbgS
/QdIPxgCa1PlVbvNdH1Ao5qXkBZMO/Kxl91qXTNc5VzmXsDwLRu9T/Kjj4zroFmNvm1q2z8vQd3Y
bIjS/+7aWn9YoZRHpeZynk7qmydcNEu1lh0Ly/kseuUQUDBb+xp5CSJB/8Ge2zdPynrfcCl4kKrs
H53Cs/bDSj9yJFPeCtu+Vtf1qNslinUriwfD5TjrO/Od7tVwl1llFy7KLo9MdcxDSs4v+m1Di1ea
mld4zWMXjNmaqGIz4pI4MrrrERhqaMibwsRYaaxT3MJ9jPMhWTMSGOaOh+QGebYlaXvZJkbnIigr
fLxfZIcXMCfVOMZSnwVSBq+imeYvukwinyyGiPvMzpCa/z53eUnXy0br2SByLOcEhWtDvrlY/Rri
fpVejSsSS8/L1DlDoijDlVTTTeoGxgHtID72pdP9E6FmZL7n9hgayvFf1VRQtyMA2zQQxgbS4Cvj
UFMEasCSLO3ZX7IzvoX1pUe3tZvn3PjKEUP9SFInfdJ0t31fu7tE85AESoronRGA7yUEuriZyYK+
8po809kwZO5FNL/ayHE7/t2DaO0gs9z5+SSuPSho76LP532TpfNxoka+H+wqpRzSzFhVyHoWMa9H
1CFeGPQON6JJGNSOUplfKK70iHo12Qz6LLeEUL0MusXAVGs65tL9LFe0WZm+nEokXlkI8pvH1ZIn
S03SeU/JpI0vdknHL21cR8XO4jT1lk6K2s/SXD58b24Q3MxcbMsJaDhqG8SXYV1w8iDstm4WbMR1
6NT2fNckwfoy5qaxh1WDe98blbjNLfwi4djN2rtRLMisdJNUzFzVzyLjNMROSU5Gz1rbICicgdAn
PajWabKGSDWl3GVNXsQJRfbe5l57dIJkeCRYEzZL5ziWwyI2xa3TWJmGN0EZY1jWib1NdVlymg/r
Rdc6dSrfcjUOruY6qLf6iMw5T4X16IiAUonPuTzw4WGub0dCydKyrj9d+lYPiunA+9D8mKeSafNq
V1+MqazYQ9IJi1+yQW6CwnbuBovNd/YSL8qQZkZVpXsPnVEHJynJ4/BSt0HLNyk288zqkjdXDcGN
FEVznFrVHaWwtSTE2jt+Az4zn40aS72jspPTpxXwjEKPiMYst1bPQb0g4o+Mru92vLbks2vQANbV
5md1zHEzV0rbGrVrH7pFXk4QrpOvE4KSEl3/5D6gNQvKb5VWUCx7kDkMe6pjFr6ow04uX44mxjPR
FPZhqRbx3eFWsmO4XdyZwul3g++Jh8p0prj2tOxzsZv1WUxFFXdds5OmWd2Nnv089BnVpzZNm3W6
1IeZOS/sXsQSDhGAKH7ShE7rd5Kx7fPoO+mxtkY3WlEtwc5CJnpwFktHNs44r4i01ZInYff5Y1MT
3hj2g1ZeXaqFm25x+/Y4SscxUZLrzsZMZ8WHkFXp3WoXF1cNrqxaaznZnAAHkq45+aM5efqWqKT5
sW81f5dkvop9Bz0BquBrzVZGEGK4YujZ5NJ/WL3WXTbMtxItrFzhP2beXN+1MhFdJEwty3dg82lU
DJ71lek98P7KIjijWbr8DjtotqlqLDOhwP9JpRGIw4XxsOHpV1e2ru0XJs/vFp3/A+r5gqa27aid
i7W632Sqr67Usg6f8BazLFqFk66byu7AFcPk9+pN6mHYm6mDyFapmh+VNhrXws2cJxU0DrJtQ6VX
qsqtilLIJEYiaNW4wagm3JiYzvEOn5y5X/22xXWfrjjJcvMEpscLU1Q812KxLkt7XE8gC/OdNrR0
ymbhGtyQDPxbtvU20BKKfApzzOxDwmlr6eVmcivuLp1T3+sUsrHtZAJpjujWExvWV2YFTbxSrZyG
Ju32baGaNzWnLHgv3YhWUwcpgwAbTqeuUmpO7pxWdUPJlcaMBJfIn9tiI2zrvVBT/6L3uNsBUhnf
8gHLgky8Z0MYa+SXnUm8cUUaXKZ71iGfA6rYti6Jxg0Av6wki6VqkhuUxdo+n5ZgA9bMukooEcxp
anHs0UWk8DQXaIWc+xpDfEwXXfaAoqLeFWmfnVeJCpTfVs0WW5N1U5aZdW+V03qtiYXWxRRIZkIe
njuRDA890gwS2k2sjG2to6bRF//A2m9fMqvXNnLqk+e56IY7bWqLPspbsFr15RENXrnQKynGjZe7
/d7rQU2RysHpxy7emKnxaJOlRQdo4eLKLJAmgpE2+TkdXJSbTXrUh/XNz0wCggfcG+ZQ6nvjAvJH
M4wdSevRflLg/HC1un1Va8M9JOtfxmTuv3t98E5bQUWLxx5osP9OpYOtpjdeE91pby32hbhJ6/Xe
KyWS0yTZFqaW38E2qfJQFCmolK7GB2g2K4Bvd9qMyJEpQuix9oGsz7o7BLHtyi5Ouro/+UFKjBHk
oC2aTQCeRX+wueSd6UftcP2YKDStxcBrsKYvva+lGHVoAVj1Y7Vk3BsGKY7cKxccOklzFZDsdnkH
5KZL7PcRjyC13YxL0+QXis24qUX+PW9cFzzsDJ6wd5N94a/tplszP9aKQdtiKqSt4NYBm8E8xMAp
LoVmf16KESNmL58DXXFRsZzxCAIRQ5xuJH5kGDmuFcPNA/oOCQ4CW3OfCkJFGsACXYHQ2RDEwGPk
i4YyDeJm1NxzUcksMtZW7VStaTtcglj0VO3hLpvrm7lwxIdosBd4zfwwtoBhjGLVt9mY1y/jlKrd
BNk6NtvpsQtmk3m/cJ6rHC9xn6ZTPJRTeU5J4NromErsZjlWutAPZjXp1/2IKjhr23FvEPIeytrP
QSeL4bhyyfuYckvfSrcYohRgaQiffX6ybeJweP4i8oSNPRDzK24L6zXnsrrBd7vGlZxY4UbS0x1u
92SYrlHh5JyKRkULQkI2ug4mKeKydwDZTJ194+ONPxhZ9WEMuXyWSWfv2dHVET43EyQcubE9Oun7
tDhF6HZNhiTGKp/p1Yxv6KLbuyB382+m0rGAOs1urH3rJKdk2CAa7EPYVeqoKaMJ9nlDW7m1ZxEv
whr47KqLYzVTzQ+s3DlabzGwoeyykYljru91s8+uAzfrIjvl0NU1Ol5aNnbHfqGazlSitp7REj2m
aRXIOK2nBCdGJZj8ncUzpUVk+Kj1cPJ2pINB5XRip8BpW/omxSfOWG2p+m09lUVkDYG4n8sq3Yuc
vZAIuj4WCKUwCrD3uNxhNgXMiTP07jkudZ87cwAia2vIDmMWWjPE06mVgPAc6bRNRanOCx6iW89V
7ol2fb9dXGtlnbrHHnNlswmsqb0xcse4aagA9xpV3YGIE6wIpDNvYUmn9xV3ppAvAEnY9/G+5A1u
TBJ995U2MJjVBb2OodNDP1mvqjZ/1xfdva46HC1Y169VQ4GvtPXT7mDfe3V59vMmAH9kmj/aTGXR
2DXL3eo51dakW/rNyhftVGGng7k1j5jxdHd8IkmtucIdsmwyp7mWSr0yHsaQPugvTYndQBvbiqhI
UwtN4cpo0HEZVAYmH9uU5Z1QLec281C03sabXQmwC0i7x6OhzJyLeUd+oplnvO1zGWd2EjwDECri
qsg/Smdar4CCuU7UFiuZ8jlzcFvJZQeGqv5U1FZbicDtYJiiuJ2Ktt2YJnuup1OshLQLsO50dWe/
2qokE62utDgBTvSkDUNy8gfX35YJavF0MfAtywSL05wuN6gH3/1ULJtxzbGj95n3XnbEB3BvMvZB
ZtuPI8rysKldsTHondNuqQsrzN3K4/go1ldv5NMyBO7pFPTEUxsEV0Y50pT2pnY3DbO8JtW3eaob
2XCgtMlGCas8TsiiaOgsmI8q033EPbdbiCg4BDZ0wDZQ/ZscUxnr/XwNf2yOtIbFjUdVkE1ZOx96
1T2b9tRcYbwVBMzPfbT6c34M6sTdFh42gdLNMXrO7jBe9Uk7PCwlyXljzf0xmqqZ1qWY8/JkJUuJ
0zD7sYImCkc8GLFRuXq0Lqo+6gkjNnphYt5KKzO3eK3XTVEX+9ZoACv4jDRMzQrCdBzoshVjuTcd
e/0xU5FeaYlnxOTSXcg08sFySzptK82bGnDxZiD589NKIBxY5KpRHfDmBZnv1KHHrPyWIHs8xhW7
44uXz9POscVxLLPuWqYTbeNqfg3K/ivLC9KpegYKk9Mv2OUDyNPTVB9nLBF2WAlXfTH4MJoIlIJ6
KoIle6n8ov90uh9F73HXdHA/mUC1oTK42HHNtf6etl2+MS13PPZqso84TNTtai4cIZOLW9LETLJP
CsOn3SlTd6dDhyJ8kLu8yNKWVp6b3KcTm1eSrtU+x8vxwOkKn0A0yaZIyxSATTkD6/Lsdlu18Mo3
pbYuWAeJaK64t4vXpJ5memsyoRNVZrEcc5zSjoFD1Qveeyxzxx4O0K7EXPPMkNK7WZo5qPEu6FfQ
1tKrqQVWg3atDbZ9jquKG3qf4fjlhmGElNGQABpcYPj3lr5Usdu16C0cewFdZKS9nvINdQQKD+ZC
v61CjTFs2mnF3ONMj7SMm23L0PLgleVtBq4oblNK8GxloGMvJVOdEtOq3q7lAfko2O/OF89r3eK9
oZid04gLXmlhUU6XrQuvnygnYzTwXRfw4cc8v6dnxXAY548UC+Wg55WCMnp2N5aLFREMXLXly0zX
iT8kO6z14zWgWj0ys5XosJpQE0S52CzLszfmbwprbWjbeHOZPeVbPG5xt7pdSFwg7YkuGE+kwST7
arJv+6nt6dJgmePuJJ50ZbewCWYT+9CYa3E7JfMLc/I8qh1u0q3udj8mNA9veA+Lu0JTCz13Yqdb
WqA77OPWeWSQ+a1xvZJtgUobGDjAui+Rpsbu4p0PhMCTGTRmOOIhOED8rQ6eZpxA17w0g4+nqMaX
k3fjU2vQF69sS+0DfGMbp7PXuA58+V3BBPR3SzJJeAg2++/Q2M5uwoD8QNu03FTW2O0sUY3nGX3y
UWDQ2Wamnb3S60/LEI4CneVBCaYcyRB7pDj8MP08v9ZU5++4aYGwoOI7jqzSE5VBCwDFC/aDnWpR
L8GT1fWqU8NK64mWAi1mvzVPRCgNZ0fN3m0AaOqHmAJWYetTh4+0tLfuwCvLdQqbczVDW0hy93Ze
rDJcMzo6TtqPl1qMMLBZ2RRtpTW+QRYAkCKD2fbDmWf4oEsr10J9Sd3PHIEPNq8h728bk4xPr2fI
JKkbjgmY9zOHNcM7AMunTrqCqRUW+v1olvXhwgAxQw/S77FzhuTb6mXtofCUfiAoxHg26DFty7VU
AZVENrK1qpUrMqLH1z5BbF6Q9Ls19GCOgcnU4FvAvodt4xUvBGP2D0Zvd9fp2FNzV8VEetLMTtbi
I9J6HLppyawkLeDwpO3C3927qk7JgkrnM+ZkwhGZu33IDPOo22UXSMdlIJW063Szgva6a5PSPAHn
Eo+FkZZUE83CXZBJQtxlroI7P0GQTgs5wi1YoaaHa2kYn1OOa61Ip/pdr902iDJ3Lm7VktGRBzOS
u1e1BK4R+l1bXEFpQPhVdqOfbbw5N18A73U/hrHsZYT9vzmZhc/BjInL10INS/dtM+UjRy837iud
UKHu3HuNZkbG5Lj7rtO9zyXHTLGyL/5Ilzb1T9Rh7p4Yec7VWTOyJBoDg2Bvp+ybk3DhrWxysJyP
WprZz0FVyw+9EYJuYZIWPnsYcpmJrep1HHRFYp7i2x0LLb9KR6S/JXT+5yooux9wh/RXPmQvZKQa
9PFkanY4gpIWZM/4KSZcV1awLCwNRSg6c387cKWjf1+a+ySzzAdR9cP1kulWzcmYL02Ymq19zoYa
2cKky4F6CQ+XtcnGi0MkSOenZvXRzndtjWXD/v37shLlRIMo9GJLgdl9H5bZCUKMY/wqJDsepBV+
EtIfbiyUhmdnzHraI0GW7JfZm5/ahBja3VQvwbHo17ULTXcsu3PaePhwkX3mw0PB5HifJjomaq9G
MZMrlQ0PqhClsbXrwt7WBfP9jWqt6oFZZVoecLRneSQZwAJ7ZhqWg+NprHBJAqJSU5O3PhkLqydD
m2krB0KGfh6APsZfP6lP3jRUDx28mJ0Y69mJpTfyQIYFFh5sH0Xb3HSEYW9ZpYWxRTtBZVGTW/tQ
MroaQ5HS3YgSb60eaGmk32jDc4MONGFvR2PSX9vBG470zwsAQ0X1rM+FKkOQfzBZNHD+CZz0j2Ea
5bWxzMvRdQriFgKUP9c0ZPnrwTDhqb6IV3wZsE650ScQUliYEVYtNNnBKL67DZVJUODS9bBpbJNO
FXs/cVH0NN6SvhtaWlzhJR6GUGEPUXHv0niK4LLxzyVNSxURHC5bZoxL++DVzPWjfCiXegN+hdWY
Jg6SlcHnH3srycFkWNYzHYE8J9ZP9GwW1TC/tYHTPRZTIz+wX5oeLTpLe9NMFPpOa3WPdDU1LncL
YeO5X1peiNlleup1q3/B+NlHEBv8Z+4M7rVnpfPKqD84t71LfdBBuOGQbzQGigP7FQoa6vHEvAjo
KpGO2yIrEA4PJHjos0ZdKdlIr3kPZB3NNGfLiJwo5OyWsQDiNkXC8GAkeSHdQSTQvxFHl/swcxCD
08FiZfWqsJ99OvQNZm6LD6IrHIYSvV7xYYLGOqkcpwaxuUNyj9iOc5dmcH2TY3TYdMrPzkEVVIRF
N0m1NRL6qiFoC/kB9KelAVqDOULMtmRHtMLOs9XVLAJGod8rU7qfrpUVV5lITdqQy8T2oEsE8FKz
PWJSuJkzVl8AoDJj0Hl5qvYiWSzEao+EETrBYwYHAl1OwArURMeHQP6uiZEOXEyxUYVjYckEb/ac
qsCo9/SopicNxNCe3CleWAYGUDXQcVQTC5djITln0IEfFsfrSI/zs+GYO4P3yWVnqjetkrwbucSN
QkGwavgVtJbKTKKs3lFHg0lqbUJyiGpX6beKWEbqrFaYw8H0rOyeo6gDgtSXSXFwl7HY976XokTh
/aijiRHHa1axtEumV9foUORucdpyS3ggu265pN+YTvE4IZ0uzc00+AtFRwZxUGdiVGx/1zCNaJF/
4FptgaAkiu3eBXsBKaC4vN9ScNG5JrIQjdYyAGBF1+hwyW4aMzbKif2eL8JfGizTS2UFtIWnwOwf
JGZuRlFJIbfFZWduOAC2wTrPV7qT4MlvWnHf5M3M5MiQ8N9zxN5D6fLbdJz1nVk0y9nV/Z5ngAXk
FvBQ67yWVV9BVSoylyYqffVLh4oPaa4ruWsBFHGq1rXrR4tZwGrO5Kx2nezag64RVhCAMDjKNeOz
4JAjTYAPmCa31w/W1iH6gP18JdOJHT5PbioHhs8GFjT7nJO0bCJ6p1nPXCn1XVUg7HFSLbvvWd83
3Vwm5wmnYiwzR+211GBYNlNTR3W78pAWM6/lyVPtsJAD3tBpbTQ/0Y5LrVdL2ELy3ZgKxGikFtz+
psnMddOUHcW2Tpd0lzGuQYEzrn5YWCU7SeP5qHwxZOF0kWP3OAuDd/GCaLtRQqkNz8HdJ12gRaVF
zOFm6lvCrZ3BgRRuAoG0iJ0ITUM4jzare1cOWp1Sl7XOW8WBQpWM5ZmA5ulc1IimrhiFcmRJF79J
YyMEp3go9kSvWPuxmB0USg5LRTGhJdyEyQfCLs4LPVumJ1uXLnVjzyEFOR6pu7VUDxRaGpnqfsri
lUXAjDITvgn/irBQQDmMwU5c48ebpVOY5EWGKCIbBhxdxWzc0qO6GcliC/0GF7+LYoIcoRk3jJi1
4zhOw5HWBD+Nk1nJENEa1/YzsIo8rD11CXdk+78buRyRbtnOg34i7LFMrtfEwECjTfTY4nk2cu2M
8qCtuLMIJu1Ftzr/Kf7/X3Bc777a67f6a/iVMPkx/58PsF99nmby3x/bmv/9+kcu380//8zw77//
dvrVXuCPP/1L3OCcXO7Gr365/xrGSv5fV/LlT/6//uY/cJKPi/j6+98+Wi45l78tzdvmZ281quR/
6rH/hKF8HNVbNf7pP/hPN7ZGJfQbAkImc55lct29WOamr0H+/W+G5/6mY9N2IPH6lzAeFIhN28vs
73/TnN9cG+/SRfav8yuW3X/6sTVD/41pr2thpOY/Q6P8PzFk/245+y/BKJB7dPhQbdHhXyyqtn2R
Qf4BQDp4tpCOcOTTWF2oeMvonuChzA9OPdr7fBz8QzPM9c5N+/YWk6E42iIR22px11smmuoEr6RC
skRcX8oMym+78ioIZPdoGHPDaFvvYsi/6d7uh/WUG6tebQRXmKsu25emdJI++sOj/2+k8D+LkDG3
YzCC0+5dkkoRif4aYKGjxHUp0+wHpxzTTVo3flz4/gcIXu0vJKIX3e9/Pbh/fCVfNy5pL5iMfheS
/+HBjfUAzkKMzgPxp06cZbN/WGeV7+hW1KcuyNyzGMVCeCTCmL+QyP43PyRf0XWci63KdINfJMnY
ttoZSEXy4BCIS1zekHLFsu0rxOv/s+BxfkoWGWJ4vHQBVm/cvD8vj4J1owIFAorJsNxm3DegN+oX
iI/zF5+c9bN0+fcvFRg22yASe8fTf02l8uhSpLW7UIkwf0VmcoBIsPVXNF6dHndzvSVVK3SsAzeC
SNkvna7dIWyKiuKUJm+194VrKUJvvs9QnCz1rd5zh1D2obbrbV09cFF5QlUaWbW3r8RwKur81Kv0
VlLmMnAy/sKI/bNv4fLD2BeHi45gAx02C/Hn50aCX0FicFU+XmqNrQeQKpoT2if1ItuIec9fhbn+
aTWST0xwCx4QVPHolS/fzx9Wo5hmmOFLbz8CsHV3azKv+4AW2mmqk+Yg5im4KzWIbmb/lyvkZ/PJ
5SeFM4Hf5UJKxhT8Kx3bK4rZxfdB39lzpzi9dA4HM6n/4m37xel/+TI+InxbR/aPl0f3Lt/GH35A
prZtwaFpPpI+gDlDy8q9TS9yV9JFWwy/2phOOYRJimAv7V161Unmhr3NFIJ6IL8WY2PF2rIzx+4v
zDd/evI0+LEWmb87b3AA/rKBirlDoo6r8wmQH8DvSiILN6jSE6H6EB8x6hwju9egp939663O/NOT
J5SCs8F2+L/vIpb/5ZHI1WUq4vRP0o7XvqHZBtstBN911w3LCwi9xwIQZeSlAebzynqXdEsnrske
kjVk1+NthoAmXBbjrZViV47mV2ogicIa89664M78dYfeKp519Rf2DePynf20dzo6VilWrIsSjiTv
y1bwhw9TE4Fvp6tanjrHPGMl2sEI2rQXkmwwnYoGZbZswlyzXwA7/v7Q/hdqmP/fUNl4nv+wfv5U
pYR9LvMh+7fnvAd7+G+HoXprPoefqpbLX/CPqsW1f2PmZbMJs+V79AZZe//B3nntyI1l2/ZXGved
Ar15uQ9BMnykVRrlC5FO9G7T8+vvYEmNVmapM1sHuMA5wGk0Go2qUkWQQe699lpzjvmjapH4W8tK
A8wUSxHeveWB/1m2KPYXSDEUMxyuWfv+qmgaqFBUNPwtTbZAQJCksdQbpvInVcvb1dXAZGQvBlDc
GWx+i+nt7fMzzYLSuTEdjzIdQPEwIsqjh9DPmy6bvv9ymz6tKH58lo3VUyHUjcwT+Z2TWG6yOeub
JPBaGn2rGfYRQwi5YgDU3H78SerbHfDnR7GrGTz+so4B5e1ljXPhOPSYHVRRJH5pDpaD2yIfGddN
egohcmlj9v3OJFbMC4bqfrJGDzzGRQRC/iHXvvfhlaToiW9IuewF06pBULTStFRlv9RyP/qziO4f
3xc/NwAW1WSPe+8uo6+aG8OgOF43aTF+AGSLjIxB8wIKXVVKwPSastP/+C7pf7tLMF8WqgjGNqAv
ivauJMmy2Mi6CTRYldiGSw/4Mqz775nqZJcm0oshQFuWI5I5RbE0uijXfX0ynRMjklXBYuqRD+jF
sX0Z6QwEeZYZrPf0wOpT1d+OUjqsY7o3LvQkyKizFa8MWsSuHToPk2HStarK60GYlwDK4QroEm1I
hjkus43F3hJvUkOOvCC3ghVxlpMrBHnheVj5DZ2Nu0ZILkVz/IkD/S9s0r/WU34I1lE2x+URxbPE
f94+OGIYwwH9iuNFdjd6wsoNFxDfS5HhaIih53hdE97nLZJB/L0IdJ19xjkEST4zwY9/nXcBkT+/
Cu8JxxO+EhvU268ylUhI855MDGYdHLCHHPhXNUKCzm1ACHXSrlA+kuGgemmkgF1smIJPODAGo74b
elMcPv4+f1spljvzr6/zPubW0bvSIhfE8WjYImbW6tDrNeG4WncrBmDzH3/a2x35x8XzXOIVdDiY
sS2/vfh4DGHa9Q6Dqhq1GwqWnoLI7D95A1grf90+f3wMtjRWZqbPhIAt54Nfts9cr6ZMiXsHDxf2
6R5UG3mtGQKE7pRL6MfCZPam0db2VaRJq0Ax9pOFYoAepxUZ28ZkAhmVeIbMMb+qoFi6uAW2RWG9
aEVHC9k5dZkSnOZBZgCqdWvqVsbnJRI/dEqraGqkldOfaXPM6CBybgQCkS5ogCyZWY25Il0AqVGy
cuKq9NF+whfOl+43sS5xt6vDPPeCqMT4Aqa5sKPc18cGUl8WPEpy8kIQ7rcQo+XRznKiUlA02uS1
Is9kSUnjmz7G/WWbKCbNssG9FCWRnxZ24+IRKz+5z799lhe4B2n0GE253W/vc0QTZjDTzPGsLJsI
bUfngQxSKxgutob0FYVKeaAraa7NKSKqNmQCqY6EFNtuzx9bffxsva0zf/7oFnZXSHomVvN3e55F
jnprB4HtWYJxvtZAs8/hoa7kZ8wiVTNgbY9w8/wXPhQ/qUPTmE7F+w+V5yFnkeBDi/CiR3i5Dk36
W7qoT3MsLBSUpC+EybePP/S3yxnZXJzgaUws9e3b+14gXtX7OmF7N7odbgnFt2H/b3ruadnjF5Oa
7sGCMwZ31HpAkhIf8t7Y2lC6P7n8d6eOHzd9qax5pzla0bN9+02C1phRwYeOF4pBd2l9oorEELGK
LBJAgahX7gwa161DYnACkcD3RELpq5Z0VlGV7G3Tk8qODIZRfOZL/otg8n7N57kkPITzuSm/z3JK
cfuEhspa4+TfNKvGfDSdIZpBQ26uZbKMeHnkalPq2k7TXLjx00lfsnd7I+78JDdaLw3ZoxTQ2pg2
EBNUzrcm1+hlNlHuJtpVrGICjJrEIXBu5t+GV9a1CpCWNoEb0PNqe7D9Kpe+jfHkYQCtVmb6aMoM
oaWJp2PMjulAxxXNJ1a0sHCXFB2UfXWFNCV6xHCL7BsudFMq89EKz2t0i67ExJwJWHMANtChcJMS
RhX4uxgaeHQGYD6jAUfZDtE11T+xr/9up1hOzsuqSpn3t7y2qK6KLrBsjxDM3tM6yQ1tFDRtfBOr
6s/wxP8fxxAQxm0nXv9BYE/zj3VXvDy29Cf/B7RNl+Xy33dNV6IrXuNfzx/LP//j+KEoxhfeNx08
AZ0F0DZscD97por+hUAoqn9IkjRTl1Sxn4cP4wuNFs4DDmYdWiD6smv+PHzwZ+jFgJ6kO7GwJ4n1
/Ge3+OcBgEYzfWf6zL85ELzbFui9Un7Si6ARsSyLFKJvF4W5kuRIV4Z8x1OODy68kUQ6+WEAPdV0
ptsB+9jKSY5pv6vkPN3hcIF3OVdnk5N8Qp97+8z+/CZY5AlAXhan983brokwsgRk3lTpsKPapOhQ
9fib4aC7/OXH+U8vmntIlalay4L4ruaoQfzKUd4RryMHd5Fe+OqoHsfA1LZA/JR1FQRoZcMhO5OW
EdIcl5NvCgLRZhU6pdIh4/74C73dDv+6dBCH1EAy4jDabMvf/6UGgsJRTmweGX5aWMchTm7ISrEv
Kn0XmQPZEwQueK1s3nz8sctl/mvV/fvHvtsQJDNlyozBdTdAt3QLA4sRiFGNWb19+fEn/ea3/fUC
31euyMyiLMXNs4ui4UkK4w1QbQyss/WSxZ9elfy2pOQpVsHFMo1YbiY/r/zuugLhCLlhALujpGT2
bqWWN+hB5tVdsqqEcasSa5c7yncR7IxS8kMEWtjjOQDZ9ypJIJt8xPltrwO7Qhine45ShjucrVkb
T36eF+lZVDLz1wvVq8La42hYeoMslVc4kpSLDmgiiGj9yUii83oGjVImyn3Aj88viC8Gs1gU9Tfp
rNfrxmxuEmbabt93o0+AZ+/RphioNoNvLBD9pYkin4ad7SYMBL1Rtc+CZFL9QQvKW9HqTNW6vvim
NtIZQ+lyP2nRV/IDxNpI+jsJ+7U+xZYvVPVaQUiJgiSMTuXonFB0MdvHMRBE5N+ExkCCEUb7Dvi2
MtjbhBoKiWpuuiLkRWyi7sbMomDVAnImnzdQrh2tOhBck55jkfCFhtMim6BUdRGUTkHRnmEdRtr+
ahfhS61wYqqbbNNij+X9mt1Oir7Zs7We+25dks9gRuHgCaIQ7Bj535DfK0UDkBEtQihvyubZVAdp
NUsxjgWRElJboiIK5QYUUoMorlS3rBP3/dSex6n6Sud4cBmclBvqLGxI5eQiue+QV6v6Su+6bVXE
jHEH7SZUxg0PypMUUPA2dckXyx4wCNmcn23E7JjlG0J1yMOJuEksR6RI5UejC+9xa8qbnpialSAV
ZiUIS8TEo18L0QI2j+sz5DgYhGRD9vu0DZc5/4VqzAIUOv9Aad5C+SRgHc6tL8e5fdsy/fdRuj6o
JZQBZMSk+hTThjKZNQdHmMdNJxaltziHlSohZlTVLu/BraTOT7RTnbs0IQllJpYS4clESIyReQmG
wqLv0DP1WDGscTtrmj+a+iUKtXGFwNIvaoR39fOY+BihVl06XWaKjOIf95rFmafFVepJUbtnOI2p
q44PkVKEKwtK/GwPV4GkXo5RV6GEss7zxr606wpHQiahzCFJGc2GP7fx1ZyQoTTGg4fSaOtk6q0Z
yl+ToNqzOrtaL3PA6vwxubPx4jTKteoUu3B8CSP1mKnMs8dsk3Fg6wxsZJgpiidZnz2jFzs7gBGB
cX7KHirqqFhtVz0es1C5DlnQy0H3CXxYkWwBBkDGq3g/KssKgA27BnPeySRKdX7TI/DHyW9UdyPL
qy2TOsDrF5YXcbHG/EXPbp/jr9bI3ZBO9mLH6DaaTqB6Vhyr1PaxjoXdJrSvwjjdaQJJx0zsmUDb
8xCS/N5ydWl37OrztOrXJWyJuX4w7OlRjx6r7kUC294Ns8s03kpeWkn2M+UiVG5myBb56I0Vj616
UcgN/xeGp1RtzcgbwpekQGURfR85Robxumpf4EKihEOPJx1atV/b1Z7TMEA7L3BQgjN1p18w0EiJ
sWyb7VkhDF8j04hKfiXRUYsisUZ47UvOfdQ9ZKNnaeVSSe8BpLrxHbfXacarkbC6sc7h0p1VJe4k
wrqVhXuS+gJPPnaW3TxdS7VXqvJBX+xLabByan0fy8vhvsLCPbCr8giTy1I2PUV0hAb92chnDI0g
G4hJxRRrh/razqNzte/dhIkn2TNeKzp/uZd5WXgxRwLRIuum55Mv0UQ6WjxeU6cmtiNZa7l6ZdQG
+YDXZOf4vW17ZlVtyK9AzxWt4SasF49Xg22vCO5By0M5IYgnwZgFHIXwzQkElrJ0dARIGHU62Opj
LA4owQkrXGBZ8rGNFNKIxK3JjNku9JMaZd/EBIvCRMwtHycYMYY8r8j6Q/MQu5LI6NX5HU5IWmbb
aGFFLFoKhN/mFfgDxC7giYDNqHO31om20I3HebjG2risKadiyWnSzxP1AaeVm+cK/5aTWqZXSYxZ
RzwOxXlIPt4cPhulvXZM4el0ochCWKFN9ww59uDculZwht6S3EV5IfsYGgsyaYn18rVrI3M2FLj8
YInheISzbZVE3g0IktalEj8UIoS8HSQVyACtWVcZyWpJaN+jeTTdvEVBrkXTOu17QL3gJNDbeTPC
2fWYl7e5CL+jGTsNYCL2cTZcj3roHAKSQpHhpfm+6rER9F8Bmn/X1P5CKB7ddlozoe3FkjiUsrQa
WxTRA4DAXspekYqGq0RUZ+xZBz3JXspeKNs46S7BKx2Flh2VBss2w6FPWoGAyN8US0tRARVTd7SF
/wy97X0vMEay18YGWI22lrwhnuqrJNhyNC2u+xwtP4lYh7RryQuBXIs3Q7VIOSzRPBwcc1hif+P8
MI31gOBvLM5t8pBJc9oR0LNWCJBq4t4PnORxalWFvoAZNS/BXOtIzlh9VlJ3m/eW9rWWzLs2oEnk
8N4q1UuVkYM1JdQFNCKTr2OLj6AupPEsyHLyYEr1pCc7h5yt7wo+4Auzm/PHxdBef5urcyH1fsz8
Fk4DX6VxClxGEqG74XycK1eJw7tQc4DJdMMqcs4kSXN7RT4OuoWhS6mJ9nTu5oKIPjVkO9Vw3vfD
Lfo3F9vtDsZJ8ASCiS0r669RT7QHyED1hZ3zMS0eoIuoFjDrzQjne49vKpqRc4Hymp6iKSnv4qlc
D2iZ2waHqmally1yeG+a8vvBIB2qH2zszawmeTQSgTE7yCJYWkPoGvLQzywH5ROB6b6SZN1FYFU3
gxbpGP3FhEnCkkmFAVMRkatFxp2sTucqujlMRoxXBSn2voH8wS06JzhABqpXhu1I+DuddEZMVrPv
9hlkjmx+YE5q0GEEPrQdBslAvTSwlcADLzp5wjWt3JVqScKikPdCr6STJGaeVzs8swKaiWHkvFgi
xH9hwIQoaOS7I2bNVTJRluRFXGKomew9hRdpmUFZuLaARJeHrMgsIaxNTq3uyrLf5qUmzpusr7y6
KDcgtJ8TpzpjHTyOs3EzzcqeScFOU+MUuFP+oFnyLUjR+xDRr9vM08JlMpsdJKvCS1W13tCv7DwG
1OSkmnCm8kG0QEhj8RDQmw5hICn8AiNSRX7JWbrMnKF7hrbSXzPkudNzvGmlzkZZ6fchwg8QruFF
2irH0SCspsj6x9lMFJ61KjmMJWpBqw/O57B1UUv700w7Sk2NjdzhwIhE1ruxElKJqFHtAU302sa6
GzNBhaH193aS1cVDGdh41uexJCMkBwdD5BGMoxUCpj71bUnOVr2+eDYj1WipoUhLwnWcAvZyOeE9
p43JjqZahOBkqnYyuyK6nitF4lGoVWxDPDGy8UjoWZJulDp6TpE1O76VhF/R/VWPhdw+GmN1HhUZ
7aDK2ZlGGm7hsrSrOu9jrqrTd0bzUAysD+7UadNqMNryTCjdeGeNyh6ihXWRKmR+YZyfvWpGktd1
tKqzQ1pjXC9xi1TTruqLeF8ER9TEqOk4Kkj6SZGMewwhKZmAsYHOXrfSldoPtWfrD2qbCKSbJlVT
N/lSEHZ+prduVp+AlxTusqHNzqYDMjY0MyQlXiNe7B3ogCwo93gzTwQUACCD7m5lvqMdct59x/iu
JGvoTgqzEP1J6wC8wbJw6rteeSob/vqIzyeHgVNs1LH0CxgRqKz1dIBCptxVaDnJse3L6hobk5tm
0c6JSZ9Cfxlqh2auL1SRnxTrOFR3dX8wmfYDplnp6qM9XCAgXmd2v3bgfRCM+4ihjicLlUD33A2F
taLM3sw1eB5eWPr+x5Du8grTLHlgT/Fc7Eu8w8RigQRkZyRO1ayQRdJ4ryPNTUa013LizNsyRuLV
ENwh4+qyK9nHxoLKkzNSdt8Nr3lz0HCH+LHIMAiT5rs4PuXuENqdmxamX5vDvsvEllhhZ7PUVJTR
Hq1ojNC7GhceduPE8ugLHto42+r6bU4QYRDra4ZPq4HcLqmGlL1wqMw5b7153mTTV4slokvOk0o/
ZGzeWf81i+InzX7txiMZthNKaz3bVH1cMYlIzsR4kgLKMCA0vung00W/cRGpjTfDjTmNjDvGEDhE
GeSvlSU0FkzS3IxBOxOFctDFz6bzH/UGEUby3/dNvl+lkf/3P8u++XdKzP+GMkuNXssH/cIuCx/F
27Tv5U/86Biq9pelBc7QEZo5ReC/VJaqSitxER4oKtoy2rs0in52DHVEDgvuH6EDcQM/2oz/7Bgq
X1RtqV0URISAkJU/ivu231NliZEyGCPR00ZKpzLbXyqlX7pV+hAHA4wqvKzoB857RvIexywdEIUo
5Y1FGisWDXItSfaydPM1hcMfoIMmg8qL5Sa5M+3aVPy+MtIzoceLSFjvEgr7OVcCN1Hb+V7Rca66
vEZIwRVynoAs8pdZM0YDiX6rjsLZVVlQX80aKgPPiUNSPmnX8GBHkWJfdpKBx1QhGIUGgMDqhZEA
26OLzl+hH8GPw9BgvE2iKTi2wczH9iEq5JUgb1PeYdG2iD8LXlVCwjkWhxWH3pTsTjEUd30OTwfg
oarl55HR3kszmZaDfYLQc0xJgcYo6A09tpa+I/Rc8qG0+IGKXqGCcUaNrTbKln8u9tJE65c0OHlH
vChHQMvQ2ouRNtGTod4KpzRYRyMVIILwCid2q0D4tsWiJVePAEJAZ6NQt5NDVTs3cjpeAmrFDJcQ
KqrwJ/GKrKRlUM++pFDNyCN686aEacf/kKVhCdJebYolMu74Ixyp6YHAA4QG02n3ITSOqaA7atN7
XS9Tjtaet2OsU6xg4lZrRXqd5il0lTG/jbFOtKm4jEFDkfEGwrMaXHqnKPVsUjcz+rkKcLH0q84S
Hnd6lHl5dNmAc2izbGdU/aWexi63916Yt0lMWqf0LbS1ddKUe5nzYKYNLpQ9VjXAgcSszA4xw5I2
hPd2HdDpapp6ZYfydWRdxdF006uDi8d9ExbEkRPE4gH9AxXWdesqTR0IoLScGCxhe/Zjo8Jm3S/B
muqBOnqXT/oFrnic60Sp6rFfggcgsXdF7OAVyRaYrxQ3IdAawmjHnVsCWSUOcyWHFWs4Lvh4Q/Gr
xFjPya2c4adhWj7mFlet3nQh0Eyirokx0a5a6cEsrVNZpdEmrZ+FPZwzQ8K6RAo3v1psNRdNKPxR
GFfJWHzvkBTMY3Or0/8hFyXz7Kn3LCnzFb06L6rQa4igSNQcX6C503PHwu+g7bLxLCYuFk3slY1B
XuoMUrivggFPAqCUI2L/C4cci5toEKBupshFM701037LgRwoO6ogVZb2ZhDX3xiRUtJqACUD0J2p
uJX4x1TJgq4VdOc55/gxm46WrX/N8l72ZDs5D2GDqTNh2xStsKPlba/LFY1BGAN+jjETYkjhNQSe
El18MOrAHbq6IYkOXGzPKR+H/86Iii3KgJMa4P63R+xFsX0GE5GXNT6lgbKVq4yAO5pZQ2teWNW4
oxvnkfmWg5EFhiMjGJJrpukDwepwltQeK4JpfB+ThnPVsF4C61Up38nYwNxMnKkc1M5TQt4vtBnP
NOZ9fPhUu/RsVUreKbpOzaXjYleX8TQctC6gO5sM8laiMxWK7NUUCDSnwFUXHna2JMjJaHGklLBb
fGdADVaJPtGYM+VihacTX26whT8I7VW4CkSqUsTrIa025KpQxAxe5ujng1BJOlU9teRHInqSfFeI
rY3JiL5OrxPFvM5bnr9AvTGoxYJUbDISEGU73BMQtE04oMQE5TJiV+KDJoqLMQ/PpnE+aWWEYXT0
R8nxilp1GUaRtlxBpdW3qlPT1THz1aD1J6IA3KqjYo+y72OVeRKHIdOGpEUnM4XGpBC9HkNQFfUM
MaKM7qeMo3nAqaqp9yaNKuyUrlDkgz2FXglmoOBQGkJUI5vP3IqmBTg70W+128krMtlPNeCEhAS0
K7s0nmZBIzWyuSQEuyvTFCcZYuqYxHsc2ydZqfcIYOAHpABNzYoaU8DaC8K1il3baWAcycmDLo9e
Hke7nIxoHNzXctielkrQtGgfinBE57WfehJPKrRRgFfWmW5CMhSXcqZ9hxi1BhG3YE37cQtU5Bz7
0WpsbDBalPBpi1MSvFATDUerM3ea3HpDtByDBzzRQFjdxgG7JVl7nJqXBBEfl+VoDCLPgNq0G/VX
KXBcgr84Q1svY8MpuIhBVVwY8tivJyA6MaAsAYxmyWKUZun7iMMuH/fkom87OzkmoE15Y8SuIzlR
1sazQY7WvZqn52MwPahU9AkAj1XTxBfDqLmh3tHCn6/i6j6vq/EZ6PNWL69tYawHJz4QvXiqWyn3
moBMjBU9XI6gFuc0FsSxBFcRDzXLntUOveMGZVC+tKPZ3qNSr+5UYXWchAX4hZUyaM6lhgNbYWjQ
sLWgoRQvwtHE7Ujq9Z1ctQRpYs81Lsa+1pvVrNnWQxnlzR0tKVCXBR/NwUdMMZTFpgCvkMgRvdSW
txELsHEeMAjB4wXl5lnLh4ndLVKdG2iSvUKTzCLOMcgIGW/CuePAPCEp85NAqKUfkSQVk0edRBwu
K2c46ikxQpiO5PSVM9TQuGo1iiO2cvLTiUjl0nuZ1gNQC97rY5np+Sty0uHZ0oQcnfETl+IpXYKt
3Ghoik2NPWP2Uwuy3Cay9ayGk8EZdWvVoaKDSktbHdq3HojD2EzafWu2XCN1EbiDOjBAUY4gxUGc
pAVt2KHPS5idXRLvUrngmF62VmqflIJebmFwqrrMOtFR+5AHQfq8KdnLAaIZaIu3xAtsESuEynFO
7BhZMsccWpsssZMbtY6M6appMbjmQpYwXYVJFHhBGJOgrSYwM0h0nhl8dAqMOCyOUBJgQyGs8ELI
a0tOM60yWox09s5ChYIC1hpnDs6TjbZNNOY9e12p5G8oFWWAeYwzk701qRarXoynfdtMbXRdj2aj
uJFaNY0rleYCwDDsKgKGFSoVhBq5Ilx4QIG7yy0RAEaLElhsMoXINpvwpnqUeWbpO7qQta09xx2p
xEM7gtwubOdZmVsGak1XEdGrT4GmEqxWNLyfmFhGl1UYzgSBrpZ6lDpTmrdVF7SK62QFZGKmZNa9
A09m3kY9glBPkIjc0D7OemWnkhsvr9QgAukuQZ+r6BEhU91r9C+cvSQHxXDMw67I/MDoMBNhPOou
xqzRzqZyapg8VIKhELiisNyauFfJs4XKLK0F5CCGYEpQ0QzutUDZaFbZMFFyZmwqgTlGmEVHPHJH
vlj0OtemaOjfAy07t8wyN48WcSqRP9tVspPJ75BdBaaW4VlhZes+Wj7TgJc5Yphnjja0uwHC76ND
l+UY1EvfDNVpt4euRzOPOjTRUYFVvbKe+ibDyju2/aEiwjpx8STzdjZyG49uK/La2CHP6TDrpbPF
4MJc+IetlOoPxMTqoZ+EPU4pWZ6E42XFmHtaAqSJUDQJZJSUmsehMbLEA7UKF4iTBWNCScGKBXYc
zBfGf0EnEQ0LJAsDxgcbOsUvfyVfck9ADLTjGj+lark07+zK02cNCSxKq+Zh6qyejlUVDAN1RmK1
rp0ETIPZghTdJ/SWQqc348hZZgNw8EzuMYHpZW0JP8zm8oWeYP8Epd6I3brrzIJ9NDCOMTb2V5BR
SzcDDcfkxkUfdJ7OMLhR1OsaZ5Cv5JhcAb1H8nVqaB1okyzLt1i7DbI0NKqlORyGO13PoZCpLdJn
cocZECSD+gQhRs6XIF+GZtWgkEmboiJCt92QK10EhIvmZR7HG1s3pMtJzed43Ydl+M2wbkODvmaU
691LPtLtPLN7fbxJe6Fp4CLpG6A2DJ1nHRAy89W5nc6naTGeR92g3iYs0QF9ZIs9Wso6BFXcYPMa
R6b2rAEiiV2V3hUkCHmonm1kigKOnSi1TR4YJIsPcqBRlGC82kX1iJwxx0d+P2H7tWAkDaazclrF
xC1pa9+NYNBedCu0Wg/2s/agDpqRMH+3wNKWkwkAX0+jgVWQFJDcy0xb+R4OFaAPrerViSaQgXqu
nktzpC/bWpQKRl3kVKaldVU2On0nBxvx89gUHTb8AbqW29aL2C8pZX4kjYEynV+H05KmTjFOPzpa
LbrIK03Ude4KYlQRkZEqR+SBNQc8TdbScq+nJCU3IAfz4zXFyJxfzIq+7yttslekcTMPIdhpWE+V
xUwfrJQ0eoNW1pdRENMRDLskeuCddV6YKw+2ZyBkIwhisgUd6RACJm30oU/WlRqNV5msF5dtrCmP
JEiVvJAzpA/Ap8uEeQSsMvkY9GrsxEL05CZGCtkXsBBIKQaoyDOc95NYNVoDm2eWS/pKTjNDPIZm
8NTyv8SGBrh4XAYFZJGTARTrP+SGf9T5+c/aOv/jzCmLOenfN3e+lulr9tj9qgZD4//P5o7ESv5F
sRFvYTtZvLSLU/anG0Wx1C94ZBHF2rihfvRw/mmitb+QuaphkSJGUqdtsohafvZ3JIeuEGd/JFOm
jZLa/qNUY/ud7hu52aKbkQ2+NC8S3r+37R2CRJxpNiv5WlUutfq8IORgnRQsNIdSJeWAEveqCo8T
zJJgdHPzDJhSg0xhrzsrccfoa46OmbNn3yurfYiuAS1V+L30SDE3vor1AHFScfvkwhrPQqbfmRfq
5zkHSOXAIa7vTs6wCSd/1I41+5Sq72BPMcEHcMAJFpbBTSS+ycxBK7cmBNGFo/JVgg7X1sRWJHuj
uIjjB0kBMnI+yid276Y+z9TzgrwYIhtZ/k5KehvqzNicGTXGdgqPWXgN1hIZ7Ko+58iChu8zudnb
0SHGjuWO4qnjJ2eMyI7w9o4ye25LtOHydRMb9wanV28MdeugzdaDBWxt8TqUtbQe7iTyy08WwRJe
MiCs+OUp/J3q7e8/rLWIChle6qijGEC+/RoFbCsokByA0ki9VTrFvjJCOT6U2sGIExRn5aNZ6WTH
j5Kr2mKjyhXHQraqa8yK7MXKzcff563ojbuCMpXHi7kqZhu0Wu+E0ehsSGBh474WqpDXUPCdNavV
PdCKTZ6YyEMUaach5/b/+tj/XZf+z9KI/ffL0rWI/3F8LNLHXxem5Y/8aDrbyhfipzQ02EyFdPwe
PKQ/liU8/6wFeDL/WnW05bH5uSg5XzDL4hjnF+RP0apG9PpzTTLgBOD6IlwNebaO0F//E5Xq8mT+
IlTUyeHiWy1KWTSq6LSWv/9LxxkbrqnSUB19RfTGpWNS4bemUrMvJ/Rxfrkrv3lN3kkVf3wWXfJF
rG/DSn33WKL1TosY/TaxshmphJpUnGaAcdugrxhkJqryiSz/d9fGYm8rvJwsE/q7xcHCcJzCkRwx
VTX4eQbY8nme5p5eg2D9+NLevnHY/riNi8sM7wPXp6vvLk2PLalRqX183QmcC0VqxFMXTN1Xa2Dx
WtVZEJxEYgMGkxLRWP6ff7htsPvx0aqGNv3tbwjP3mmmWoLmahTFVrMaG7zPLBcoW+LyhC+yuZCh
m+0SbEDPH3/024Xvx3WzObKlEZ+I/XNZn395fKBGawwEVBrxUpKfVDNPt1rVxd7Hn/I+rny5vQpG
U/gCJs8OTq23H2NlU2ZMJSCdbFFTQhzqjjZ4602V1+p1JXTbT6G7FSszm9ILs+mWGXE7oQTq6SZ/
/F1+c8WwHHieyFFdSgzKj1+vOGh1TpKs5H4t1Sm2DVPicFSWn2S1vrM+/3Vj0Y/z8pO7qwLxePcx
INnGOLH5TVV7IFkpV1KaDXUWo9HRpekBLQ95ITNdkWiNv5vWnKnZ4VcM7q3yyc1npXm/QmD9Q1qj
Uv5QWL1TUOuhcBi3800ceqNbG6zfrTZ100EdwuR7PPTAeahrrv78LsNNYlHiJ7ec97Jt264HqZpx
U8kB5/bQCV+VyflUefSbK+MHZOaGQv/vH+K0FR0fWNP+UMXE2y+SGdaj/8IDg2baZPVfdLCUl28f
GNHpVTSkywOjOdGhy8OEkCgz2//xDQPxYqHvd3gTcU+//RQa7IHZKzVd5zSFrGBjORJq7nyygv/m
WcDSwCJnW4vb7b35RSwUI10JBr9tbM1XlLBH3UN+8A3d2yXSrpU2iLzaT57A36zjmspGp0AZwWn0
PqRZS4O2jwU+2nqYcoIRitINe9YcXBPaJ+v471YangRdoZjU+K3+8lT+sqCBU9KRK8092FZgayun
iLVHgHc6g66ZVthKQVxebEalT/E5Zj1Zeq20QNxrtZONJ7tUmDt9/Mv+5uqRx1FasunzGL1/FeaE
Hlmoaq0vIILvc+iqa6XsnP2gq9EnP+9vVh1+Pg5IioNrmsXn3Trb9nJPHtIw+Xju8HRWG3aVr7HU
7xU5PBpDF62IAPJz8tFSiRSHjy/0bysrRB4ycamQIOzi3H630PQQOyB0SI0/WEbozsBB/NLWw08e
pmUnflPwQI1hZM9ThDGHPJl3r2M/OsJqIZ36s6QlblkxuEVXKK8yukYbzZb8jy8KpcDfPpA9C9rB
4rjWiBB5V4UMXTnPOFZRR5N+wDRszLralakkehrrbaC5EQjFFzp2DLKmdMwQ+5B6FjMzsWiMAD6N
tFW4QBfXWOumcK/KHUKdsTY72tcww7dO25fPQRghAujsCSJwRp+VPLe0SbUVIfe67kNQ6rD9jAg9
V3HcoPuyCFGJsexGVr3RQdhBZjcqgNxamGsENwk8z5adyyRW2ka5Wsia93mXKSoTYLZgDzB+FDJm
BtXsNorWKX5i2I16Iwg1dFADGXYCDa6MNc/s1SS6KPDDT4e5KP8fe+fRHTeStem/Mmf26ANvlpNI
D3ojUtzgiJQE7z1+/feAqu4iUczM0zmbWcyialFSRQbC3Ii49zW6eUNq2lXAxQ+MQKeG/puUDxaY
/mHsBerKQ7ZN1VZBCa63mvuql8L7yHQRWZYBOyKaJhhWcp+2YVDZCR1KQMmjEOwtCxNqLyptReYh
si/VwMYqfSIUkoi+RtqV0vSIEjWYb0UIbLPRix+UZclt4rGaYm9n8EOZX7i+7WpG+MOtAf6h8R4M
vyovCTM7xKDtlyuJMrhmQi21SU/1/Z1rFcFF2FgjqCnmWlsJigytumi1CFF1MyITHjUATq/kZvQy
pwDom11oRj6SuNTNwaLo7RWCEl8hOa2Ky6bVSgVh4BYxztEM88TGoNHVlwbao5TH2fnRrhXcCtMF
V0hfdKWmkAVCHiB5nmKz4ZHV9ndSLkcGxagE60iFgu0e3QoZvGdvPNU1gKZFqRluuMIvKTTvWgud
0L1Ry8KtSc5YwlwOsY6FQqa/XZoVV49FVHLTQJqznkoVZtW0KNYXWLpm6B38yHWriTdlX8OtEGJS
bqRu60Agt1qopMHwKKzttIYpjr7e4DpwLUTLLpDB3BcMck49L1RRRUW7HkXmVqBUIRN2MCAaXPUm
8jyl3AtyQSlAYTQfhhhA4t5Mm3pYKRTMayczVCrl+MOoCHmBrsUsSsihbfSDbJux54tYi/TyddAi
WQpVm/Ilzgvpb07+4YlghyZZoPnVd29ISV4UuUtFsJYbRV/7kVt4mzIxQ6q8fha81aYRArRHqnWy
ANAke5yu1At3TMrf0LkNmMhxjsGe3tMGmjggzyGej+HW8HE71Sqx0O97dHkVkplmOFB5ZmpXpVob
/c3Yj2NCdlbOJAhpSqOSi81zCsS5VoHprsWqapB9rgQNiKaaJGBFMhljElWMzV1mwmUDilLoHVDX
uBCu6iHOmzfDK/zkseotRJstvckfc53M7rPvpRXKFECoKSYoU6zwlYD1m7ujuxYw+YvZfL5PHXIg
cNmRDpRGaRqNMrTsu/WFatXuk1IpZO25zgCVbixP/sOz/f/JhP8tT/TxI9mEIPV+oFn662M24f3/
+Yv1KsJT5b4K3szifkxx/t/pBK6y/5qc18V/KgVK/yLDz18myWmSozInyYm/8gnkTDmY8L2f/q1D
WP2vJHdIa3w+77h68lpB1IfMhU6+4521/+EGlUSBVgSlgHmKpbxl1U0XAUEowhQ33hbJed7+toKL
60UTYPelDsDWqUk+ymJig8v3f3oIaupZ/BuwPWCAQrNFv5NttZ/8H8LcxjDugg2/HaV4lQeduPDA
b6dmCSZBRM0EJdMKLAKopXSZGUhDIDGzw1Nl1WmVuuwD4F6+oG39JL3hzn41TAxBHk6OF0HZjybd
txTEmFGigWYq6m0YG2vZaJbTr+phchNj2zJqNSIxqV2hKoM7FYwBODjg7kulQgo+zu6pKWJl6lG1
4vx1m/zG7431hBEyqvhFN9UtWmQ70eDDPbe91IfXukhWSoinowmIaYIw1csgzG96mb+Gg0OGGEev
3mUelCq234OIQv+mgPK5gIcY78pe31mWOXkCpTdpABQm6TwLnkymoogMXLZqXjPxNeJTBCm+ECN8
upU7YLi2Dtad3xOjCRssbFVB3Wp0w4vFq2IsN7qak9ltl3UNUQz53tHbIN20R/XmfsSQmXAXUy+s
nrsM2VU/IPkJZEsrQICkE16uyO2EAR1Fd2WGuIgJZrVQhSeRyaBHWid9A5hlByIOxHdpdicyob7Z
fSukWzS/99MPW4G20UvNkbX8LkaW2hh/Fn77EvuJslBc3H1LbRshF8OGWGOg91ymKAYP5b2AVInU
xqt+AlizKiiOXQ01cHW9FlZJpG0TH9G3NMSStElfonDKWcvJPsxA/bPWhqJeWq211rBqiAoPHiVz
YPTfKECtmip8NQYElmvx2/u6iVVa4+8YGYitjCMt0G5TTV83VOhZb3GzrQHdayW95GvDVPxWl9ZD
nPWbyM1WmA9toOluikoAWNZepkbnmNmTHOQbyy33bb9q2QGtaexA2WyEwnWqgvo43IkNGI1NhIyr
CTOuQ9XaNaHLhB4yRN6qK/NLX49XZhP8VFPPgjYgrDop/JnLOAA0d7zfl1iXOeA/ZKSHyAzBmHWH
QHUCjCWnOmFnD501LtFkZzmFxkviq8OdSjFyp1vJRdIUxj3S8sZFyp9ZpQcyaMgMB83HdDmKAdj4
rPHXVUt2ovQN2bYGgGct8FcwA4W7LnT/e+7x13JcWSBr8oelGmnLII1ufOqTG9EqAcgbecWdTex9
pmJIKUw0z15v/apbpVi0hnqTsnEWlYShVojlzR3A/Go1dWgQJztkfVoFiZ7aHaZMOp5/oFsU3REs
9q5iJrjWSB2SNpqW2r6qx45Z1+kGiF+wq5MU9IALRh+5fGETpMIW/hHK20LvLs0UPJMSBtqNp0rG
fWCm+BFr0Il6a50XAFCQwwNcAeotWItR9qJblZMoZBbgxOWxtzIyYx/3EB0SkO5l68AzPfGO+joC
ozcqTbUsal3y51yAAJdK9VRsegBHrYXpgicvfP3VyJLJdIRhiO7iYTJWHL8JCIB8OKy+SPJK0uwd
934AUH5AdxYsNc/I6YD4cAAoiQ6bFk7ehlcmZPAcj44OSmJurn2fdZpB9/U3QaWspujaVwY+K1Kw
LUcM3xGyRiirB3qG/AaYkkbGHCX6HUUNzwlLfIBzq+GgYIClXCSjcQXoFRNrA7e40BaTB8GN95rX
3ep98JxDDoh1ARyBG2M4G69aDDdEwMoLwGj3hpitU2/YT2GZVwyu9AAovXhJ/gaT4xh3bBRM42qC
fSxUNu+0ccba2KWS5+St57gtqSmLJDY+xQAZeE74b53xaLa2F/CUibNd5GnQH+5YY5MwMw5Mzaun
qBuJ63rWJDd6qNuxzjbUwHyhZhKQJkZBctNU/be8y+4tM/qthbwaFO3K6/UrxTMuLLfdWyWXMGsE
CloEOkIoAnRqEZalsq3rYBHK/SNha9cWJg7aY+27v3Pd3PWEayFIkD8gFiN71sWvQ5LfTx+ET9Ta
UPdlb/YLeOsXcJW+G1m61SyeD9qVXJX7XLk9vkRmL+L3BUIiQ9SpuCKPNs/LA03VrIZ87obESY8R
UwKQ0SztTLfw2JFej//Y+33jw4P//dem9CU/hDifMakXflyOIgRAmHdmtgEXfNUEFVEvAhnVgZQW
PfYgYLIC23tB5Z3AK7NQ17176ovfP+mfnUAi1yC9IcMb/9wJq4I5DVIM56wGWmgabLENAEHrcqtA
3AoPBo3iLRM6HWdF/w3ktG2EygqrAJ6xeveKdPk61zgs4BG6INBVeM0BfEH4phvFBYGWVysduU5p
IF7pws4XRMyExhu/6rbTBaGo4Y3h3PVDVp7b3rURVcFoGXpSC8E1UB5ceS+Umi31l2qNbKr/U1Vf
rUC8EbVuY8TyMhS8ExnuqU7/MRHzPi/vWkmTpP60FD4PSSrJst+KWbZpBGmRSbwwPBHTqYaTbbTb
uFyNyiTc7lT+UyWVa7XnyTPeUMJddj2nZeCQRuAyBnE6VLdGkVzw8MUfLaY67hHoOkjf3Z1yM0q+
o/biFfyvu6FuT2ST3gs784lFTpe7sybBKplrG3YW8QngJ1+BJ0NYZBf9oG5kNfku+PqKDMI2VdpX
lB+cWHvotOFK1IWtiCFrVss/UuTuuBPAw898eZtXxr1c1lc9xF1ZandyYVxOd8+0w2zV904I3kmz
itWf4ScrS8INZSxDmiWMlRzzxE7rs03WKK+DgEMwmBVsKxey1HnoZwEDG4icNZV83xIn8N91UeQr
8OYjdu2YVsXje3DLq2Zhcsk4cYwoX/dPJ1en6qTO0eL5tG2VuFD00quyTY8+4HQlhrmSopeTv/h9
SrYmulCklBhsXKWqugsFaeNxgEhcvZuAeD4qOEMqj3olrvPmJoRfL1V3TYSKnNxwDStuJ3YJgM1v
UqJuInCUHGY73UPlSi83voHPgAJgKlNuVQlkJ7KeXRW9tYq/1fyfZwQoy0CzGPozKV55dl7G+uhi
ZRBnGy1UbqfbmIxhtuxiuYu+NfA+JKK3bdBdTifKMOC065X3J7rwVUSmoIx6MmlXTZqnXkk01OUg
0YW8h/4qmjuiqV32r9MtWwp8Bx/EFU+Rn1P2QcGtGw7iswYbo1GT39MtW/fiE3nTLy4xE1SGmqpB
vlbUxNmojHIH8o9UDw+Zi9Eo7txQvTFKfa3m2Y2RBT8LvGHBd1wZsbE6KfL1xaHBrzMbkLHoBNqQ
n1dfB0NVGEqN1cfF0xC+Z9UjtVVEB4SVGKq3vFNNudyO9EUvPAfR8z8eCgfFo2Yq5zzujc8dmEXH
AnJTUkgcGBHE/xGEDzXSTc7bhVnBdv79NpPqWEVk3OjDahe1FWo03xOd59c4bBsN+3P9emQ/s2U2
Zfk2RX0Py6dpXZtRSqKr2oD6tYcKxlNJqp37kok5cNtpNpdg609h5b9K5/zfsBWnHwLB+McT4v8N
vwcKMh+22T+UlLdZ6v0vZ/rX/f+5+5jLef///srloFM2YRN0lZIaPj/TVf0PNARI078oTpCr+YNk
m0ref2FDZKBsmgWcgRsUwLX3xflXLoc/QmWXgimqZ7rxjoCbKZYdUzCbQuzfZ5sgU46h8IuC2efF
L1JKAO/bio6nVXY07i2qXLJw4uQ81PhsZ7VDhU6u3IlOB6tOb6pveeDteKGciB9MxZd9n4WN1qgH
TBwxP7GgUBWomuJh+2EWv3jgfD6Y/h6V2T3SFPNQbvxGdArshRDQQVB1svjNNkN/KWuCHbS/jv/Q
gU+YF4xSRSL6jPxQCR2hvDDUU4W2A0MvzwpsWSOPmGWpotOgJNDLKpNq2Zk5/lel6P8MkDy7UQSK
2QpdMQ1QjzDMo5H/OD4eM93rvxueXZ6FMCAPneeSI6njGm+1PSpCCxwV152RbTW8e5sIx82e4hUO
IpQKOCdQYq6BRWv5RW9p157krqhMODg2Xoa8f2Rxr+vo7PRdvj3ex88F8r+7OA35hzdvlmtmizOF
6PRa+DwgjZaH/nKMfltqsoc1eqIkfGhlTP/9w69IMCQokjDCUvqiUBxEXup49w+tjNmOx/QZoa2K
HY+CxRBFC71fJ+aJC/+BfTPPRnhQnGpdpNNJo6xyZWWM1NIk6FHXYokj4Sk1XmMKIF9Erfk1yqsz
2cjiUXQ05ZfeVw5gGRRggxWkOaDgbsLbydwrmYHGQrzPRG3tSc1jEqUrlC3Q8KTsPIgwcLpl6bqb
BltPwRivyVQtKR3iGe3hNSKs8Dy/DN1uaZoR/Oeu3PbUslqZ7EIurGUIdaMqbEoP4eg2RmXjWz88
5Q2GKL3muPllCntDkCP82P2rAXxWA03DLMZ1hklu1EAw63EtNrWFgplVJq/jIlpJuCUbUA8JPMtA
1neVmGH23l0JzQuGK0u9/Ikm1KJFPk8FBORCdBtJlbihPZKvMtW7cKR2pJS3562TWQxMu1DzzTEU
nSG9L8oXNbyQ8MU+3vaMBP+fPQSX/tPqDsO2pMTMHsLoluwOuhl1jLcVha2xCrf9sEMHb+WpN4GK
4zfYhzxFamtAiJULao7ehoYEiBkLD0rpbc262UdWuh84y5bYHiIQckpee+rOF+vs/WH1YROmlYe9
Wsl6btt81cnP+EguyuFlMtnKyudxNBd4dZ4YE206tr76sVlMZVv2oyTUoqOY7tOAI1xlgm8rJ3Vh
6NrCboh/SSGJ10a7rvU6oUwoLT0dAHQAc81DQ6P2qMCKT16MKpdPjtpjwZeS5uQ63G6lxLc+3xou
T2s8MttgUjZCETHcW6RYDfU7kPqF3whIP4FXzn9D71+UqBMAUsF6vliQl7PTJEOSZLTRESJXd09a
HzCci9iM7j6Y0a+M51OCRffxNXIgAL5jLT6MvSuYDQkUxl5ucN8TeztwT7Q8c0v5e/XNI7hEXTnB
VMtpeWb5fmxPKAtQWz4U7kiCzCvYUsm5j7Ws9GIOW2OM7AHaoQywovQtOD9PPZJkAxh3WZQuwuA2
1T27kfRVOumpnff9swNAz6D/wVYYHDzPtigzXIbC2/GWDxxg82yMhdCXm6fIy0n+hWbhgaPagfIz
KbZSIp24Hxw4ZN7fXB8mLwcvGFgdh0wtcGJ/a7sfivDreO8PrYvZrS/KkzaqBtaFZS2Kdktp5Hi7
h0ZlFu/yOE/DXKJdnTDiNg1JhH5RoJBY+1iV3R//kQPjMtdU1eO0aqWKH+ncm0zHZvRND0+IVh8Y
l0nU5OOFIdM7fcy8QXR8pC5IEWvL411+Vw7+Ii6Js7hUWAXosbYXnVyCUxqWm9StVzoM/FS0wIiZ
OyP4Xlb5Qi4fg3BXTeojmfrQ1fXSyD07ECrSObAagV12ZbRt22Bt4eAYQEnT5HLtucq6HYuNkHR2
EUkLv9R3QXNTBf1ta1zJmk+q+keFFqUw7GqoynW+CzxKfevce1K9UxLqhwZvfu1sDdyBXYNLUSms
lWKN8/WJ2+KhlmexRs+HqgyCZHqk3IXDhUKS9/i8HFiv0wP143znPvJ0qqSPTkLlrOuitdj6K1+/
7SHBG7F4ava/PpTmZm9FDaBNhs/utNQk5V2pntgIh3ovf+49ZtQhO44LQBRA2fYgVz+Nw+8B4+Mo
OVWmOjT0s0ihqlkNJccdndh7ayTHLdITB8ihhuehAunETk44qUt/BTMWZZfjU/p1dACm8XlQut5H
xtyVR0ef4AVStxxS/xor6+Otf91raQ7uBq9YVkrAcCR1sKzbtYKL+vGWD/V7FiEAVLiZGFmjk7n3
OJwu1ImQiUbj8da/XioUdz6PCiQBTy2Hkss+yEEjeuhFCseUUTiz5e7n8d849AWzXRoMStIY/fQb
5bZWH40IwY9aP/EBhwZ++u8fDsMAdinAOHYqte+CPXrqjX+oXeVzuz4qd7WZ0G7zIw5t9dT16FCz
s62Z16YQFJY2Omiy+MPKHZfHx/hQu7PtCBgXSwwy4E6t+qAb7yv9xMl3aPJm21GQwc01U8Oed92K
txJvMOVEjvZAn83ZjgTQCOuhYyzSfCcApsnuzhqLeRJetqoQEg1dtnjXjFtgTOe1O9+JyWh5dT71
199A4m5W5zU724Lw3Coo3TQbBZdIimGqdl67s20XFVwSy4p2E+8WAnvR/Tqv3Wk6P+y4OoLkAYGU
yG/86KNL9C7OHN/ZlkMArFDjjBhq9ggVLP3ozIGY7TmQq6Mbt+roqPq9PN5jEnV8IA7Ezjk+ww+6
ITVqBiLMb/Wovm1QskFsZClSeupT48xRmW1AD+xBEEIFdnzUZQZhn/WnSoQH9t/cbCdvAVyMVS46
o095ctf3552FxuyynPgo1waRwoKOt4jLhqesKA71d7b/GiEPm0Kl3YFHQ2PX3lm3SMmYbUBllMCN
o5uFees+VdfueY8GnIM+b5SuTiQA61bvJN1SS7eDcGJFfJ04gZT5uV2AJxngfMZhtH505W8V0PjQ
VDZe5kurfEDiYx3UN8eX+KEhn23JSColty0NrKQRpk2aByl9Pd7wNAb/fPegKvD5G5Kiy406Z0+K
GETIorhBxjzNtfXx1g91e3YaYtJixaLHXQ95RVuKVdt/Oa/h2WbEk0XJU4Ohb8uVbmzd5rwOz5W7
61QvUrc3uZwa5mIEY39mh+ekp0GRdYmLDLEvv1GSXdOcgD8cGGF9thdLAMKh4TN/qe/E0JnQxD6x
ug+sjH94K6pepVhT9EAyaWHwsG2wF/BORdMZbOPf6SlJn21KatSdZ04XMCl8qQb/xgd86zcICAFs
kIyVpT1mUrEoosr2gEkM+FF60l0sbQZ1rQiIjiMTGATeiW+d8cX+7s1sKwdQ/gTQt6NTtYbtJkgJ
46eA5nJTo4bCzqjDwG6MOygGi7MWsD7b0G0W8AtJPDhIj90UeXZdngj6h6ZttqH7ttT8POZLDIBH
MF0y99rHfPJ4rw81PtvPdUXpqplWW61IdhFHa1O8DwT5xCy8Vza+CEZzZmls6EpZlXLvyKgmCyht
NKCVU73BtfHFRTQaAS0knoS9PDQO1PVFooXLHMGtTkVEKsckXZYnG4KrLBWWcQiG1xD3NQ4Oxz/+
wFbTZtfkUZcqPenYwr6I0nu464dTj79DLc8Oarw5ipjLClFnsKVslxonotmB6ZrzTNUxc9GOpN1A
2iN6Dh5zQCh2ODEe73XQL6ZrbldYhOWQ6lNM6ypYeGG8jgYoO5od5UDzZEy0Q+W3FT5hjbcK29fU
eFDljdYxTamOjuTPuFOdVkUB6Ukd0YWpoiVs+w3A1GU4amirKbu8+qYJd8dnb7pEfNXZWbwpxbCy
qi4ZnEmNPgpuqw6PEMTpVFhox3/h0CzOYgjlHmRJFXFwMhx3w/j3UJ8X47VZrIg1LfcDMR0ckdoe
D5Mzn9baLFSMUhZ5Q07WrqNOIuAsMEHFzhuLWaAI4ryX+pDRHjJHi/AWOjGLh8Z4du4rEs5IZSMR
gAyoHmYHH+68RBrC2Z9vQkWcQDQqIHWiNzqWi+bprJGY4ymtVhUwntXgilZL+Qal3vOanZ37AjVf
uMXq4HTpEkD1uc1Ou+fDm9IKoxqWo9s77QM2t68YuLwd7++BUPQPWRYt9+qyptDaltsQ70wzWLlK
fN7DQZ3tvCbMITx2/eCgYU/NsDzvkqnO9l2LNludpTTb4yYtL4ozezvbdr1be0wfzSoXk2bzedFn
bonYiUKAbggLIvVvEFR6iQUw+ifmbtpdX8TOOcW81JW/dp2LcqjUfrc4mrUaNWt3rY87AVsGr/Ju
xbBcgLleaBm879qC/PSrclO7zvJV5N4LQr7OMscyb1m4yFruAvkhKp/0gsd0DXMcdwJoM4tgLHY9
Chlp+NaVwk6Thq3pbrXmru72urnFNsMNTUxGGh3plHxhlbjTFgqObSssHhYjXKJELBeWL9mC/1iK
z8dH4EDYUWaxodaMpDTbbnDg/1a67ZbL4+2+VyO/GNl30PCH/WZYQVAMntg7Hrga3bj3fA9WMjDZ
7tkVbsXgZxz/EpL7onvS2heP68/x3z30PbPo4fe40qUFL23kAVDYUYcTxuyH2p2Fjwj+YqpaAhmH
H5CKhjNPk8n+4GNUMqwez15tava3lu0hax8fhQNXgrl6HSeeNMTTrLrhk85lDgC4rr8hAHrignRo
NGbxQ0lGTzcVup253xDADU45906z9NWimQUQaIwAZcuxp7QNF0d0+UdZqOGdln5vk1OX8UOdn53g
Vlwr3MBJAkrtBhQ5uurHB/3AQfDOoviw4gtDrNpSneYy2aAzsQhTC3WDU8WlA72eQw2jwWwSPaLX
ODTW2a7Ld8d7/Q4V/WLM51BDN87BlNWoBGXuheQpt/Kw9zp16Q4Pov/oA8YaVWwLWwTBs/Bm4j4J
0pVkCevA9xdhVYCyx+tFHTDmQb3bi1ZF3izFzLiVAKALAq+UfJGlv5p8WwYPIoT5VKrsjgIQ2Phl
HPUnViQaM1+vnTmmUW2lFhcPXvVJpS9RCFk1ubo0qTl3xc/QleyM/BIKBZSHkXoVzVWCzPTY+8uo
x4AM5dLG2PXc9qvyqs07IGkpFkLNWtDjbcTBXuoYAYyAeTxQaupSAbqVy+mFnmLppNpZRsCOoLBK
j736U5HRuI+ejVy4V6V2rcnJdRa9ivU3o5FXVZ8tfE9b6IK+VtJylSLxMKhveXDh+wKIFvix2Y3v
P2G0a6rFpdSOyx5jIlPbpQjmt+PtZNWAZDXajXhuashCmo9KnizL/kccN6h0f49T2UaWmFI8lGsZ
v4hBxfkR9xBTWHjJ46gBypcRyTc2GradqQlhAtqd+OgOpp146ioStSvd/GYqFxG+fMOAtcgACbLb
CC4i4qF4Y0KF6XUBELu0yJLfiNahnfCi1NFNpTQ2qtfnxdz3lMaHDTWqrpcV2lRlUWwqZG12aq1M
O/2LJT+HcVBUNmNsLEYnzx8y88L8mV2U3gJuVzCuc2nrRVgQn9heB1blHNYRaJ4PopCXJHxHZHPQ
kdnoxcnK5IF4Ocd2tJLQZJbJh4gQs/TyB6ZOwfA7Vi7yGOLyzmp28OPq2LMt463y7rO828fVvRCt
E9xuC9+Ao1/CAy8WlnrJo2lrxsW9iDusL5F6MJAEztGnN+9KL/uGkVMM1U2v9HUiS7YMolqw0BeK
NmDQOuB1zUrGOUC2uqUq7/3wW2Dcpt6mNjZCfgp3eCAGTnIKH09LpJGR8xdEFgTiJq5AFfz2eBA8
1PDsGHZhAJedwDgmFjLNN2X7cLzdA7M/1xocfV0KiimxYlYXYbnvw63Qn8DqThe0L9bwRDr4OBbA
wwttSDgq20gFKvizwD0O6ZZFijx6S8Qe9GLfmafk/Q5cKN6heB+2oqtE2dC5Q+9E7o1WPZTRpapX
i7o98TGHmp/dJ0wpgPOXcQa5AWYUQrDKh5cKAQi9C0/cCw/slDm0uWoweWmmG4uYOsiG4QK9c6s9
S1ePTnzDgTU0BzXLaS00MT5K01NNadZxtzq+hg61O0sMSHEQKxFyL06kreHXJ/WJKHig3TmGt1Pk
BoVMMp56tEMk39NOPAIPzOU/QLd5Xkq4pQ4OCdUl3pHAp1H6UG8mEZETk3lg7c8JkaXQtCqi7qTn
im9x8aIKVyj5LxSxos7jYakyAY5PXSwODdMs5mR61AhpSIoK2wRbbswNQLPzos6kNfNxCzdDkaWq
X+GuO8BFd8JT1cYDa/2d9f9hs0pRjB3KVBUM6upS6gYMMiflfonRiffYXCyPL8wZAe4/pYU5EFXP
grqNZaKboVykAjwV5cIyCmREbsasxlkajqL1iranAJbehEeNjYFYXWsIEXbFuAjNyQV17ZbSAl/D
ZScEG1wl7T4fH/LiMVWxMgzChZn+QvNEMPGYCMp1Udqmbq6P9/9QlneOcu31PlXMkp2V1s/xUC2K
HrNlBAKxT1ml/muYRFxzZJzr0SjNb3P3OtZvDfO1zEsMZjE5QgtAHKOlHBUOkvQch9YS4foas8rK
v0VhOxnwfjsVgQ8cJe8kzA+T2veCWVo1BUc1Wnb1st0o4XlJ2DkS0fSlUGimQ8pDCRcxr7BsTuzT
A3tnjj50a3hxfjEtEPMtRTSn+3585hCp+Pr0e/cp/jAaYy36eHfywC0plsjIRXjlXdS9JNJ1mZIn
G7wXj4pAnL/cYoLdYP6h7uP8m+S9KMUAIyG0C5IdxihuVDmwveF3N7A2w+cY42lYA8DUvktotMfo
3yDf4mEDA4m/M1r8trUVeiYL3cOAwINY0g+/XOEiLh0/vBCTOym/1BInTy/F8TLWnHr4VZfbXF1L
wnc9ug/GGwEPonVcP1TYFyLrMVyakndnlFj5mqX0FKkR77t9qX8fumsvCpea+VKXF6W+9NqnFK8U
2/Wt1YiCQDL+Nuo7tS4xqL8cdeyJVR4oKoh3pI4UY4mO6sJXqkvUb4DCPRjDQ5DfyN1D0d2NTYPB
8Y2YogtzUbg7UbiK0q2XXOTF9VDch6qjK/sxMJf+6C0N3wkRlrG66wjTobF8jFQnV35WCPHo0j4Y
3E0QTtJzP+O6W4mqcW0W1dMA6cnXn3y0RCrhlq5jxXF85g/N++zt3npKV2QiFzWIJWF9FQhn7oHZ
IasmaOVkPe12MmSUy/FUKH5/Rf/zmgaF/3OMLyCD+J7f07DorimLot9vLX331kuEha89xtJSiZ7D
p+/uWhsvBOO7oL250bgY4XWbT3rwS8PCPi/jW03Yam209Y17KcTvj9dp5kGwOw8YJc7BpegOIqwr
gcJwcWDTDEf0TmxV88uNCsd/9v1joIQhzBhnjDVq7Uu/2LT9o9LvkUVBNvmsQCPOMaZBoURNWdXc
3wvq50veJ+csNxR6Pvfe1NNUNfIJKRBdYFobn9KkeFc0+WpZTOv7Q/yKYj39A7BBHHdRhunKMn74
7VrmSEkFNDulu957U4y3YtjnqNSMVbPssn2SDuuy3Bo9fNmqsQ2F4mSLksj4WiJXYa5ilGHqQoTV
tFTTK6G6UpAslFYYRy9EBCIC+bdshds0+SWY+a5J06t88rqR9hFmB0iQrLErXIz5Y1Vex+6qbi4N
71pTrjRt8po5c6ZmN31LFwYpcXnTF8UdOtkoCZ/ZsPx5RMO2lyLVYwVL8kp/a4ITl4SvA45ozQIO
ojiKkEw5CFHALFR/dslcnbe2ZiFnMONcaHApdpQ3wZOueqM8AXr9+qaA88DnkUib3hM7/L+dyswW
KS9lX39o+1Na2e+X7C+W7hz76qe+IvqaylNQKBZIhjlqB5kqRpOgquu1p/xCbNB20x6nE+RRkyjm
uoKTU1CEV3UuczQLL0Ya/LIE8azYjRD75+8dga4nkBwGNM3qn8qTr6hnHTbiXAnI69xI1aRuBLm+
MNylfOoqd2BNzfVSPBPROKWk3YbrrL/0f521oMxZTAkEylVhBD5G1p9KcX8mKFk0Z1s2QyWsEDK6
m+goyq6bk7WPr4tvSNZ/nrhWDJvcR6rUqVFmNQz0L/RHE8HAPL2IjHbhtb/TgYdFvQwLwVb9WxKZ
Nt6hC7O/S803P9Sg9Q7wfeXrDNXCMX7Oh/a+g0ZZx+6SU8ZNYPRJm96UFiJSSdUkLPs8ylcjwonF
Jo63jbQZW17r9XVXPaNptDtvImYxI5RjUSlyBkx9UfJ9ccqb49CymQWMaujDMRgZLiG69tqNWJ3Y
P18/F1Gz/DwNfquE2Jgq1PExWtUGJIQxgbN8VKtUEwtX/7zdNMfseh1ShpDxCEsyAoNGva6Mh7PG
25gFgKwaNRS4p/3Ub5tqedIx5MCAz1G7QoaJZ4angyOJF81zd4rvcGi8Z5eKXkGWZzRa0O3lgw63
N82okWKNvMqq+/MGZPqgD7cLJZNzbCQbcoN1ctlUpGCbE9e5A2eLMYsFWjHgNCDTd135XqATKysX
pWmdd4TPEbuKlqoIk9P4qK2aYV2JJ9o91OnZfpRz1auLgDuoFn7Xrd8x5ZTS8FfnjfVsVwZupvWd
zCIpYGO7tnqq0wcW3xyva2A9GRoZqIcaPbVtmm/O6u4crdtbQyzqDd013B+YoqreWbUacY7WHYWy
tDBWIObhSSmumuLM/s7Sb+bYkwkSI4KetJSrhfbfmXH8O3dFierzFhkMiJ2KEZJx3rg37eN5gzvb
d0GjleKo02h7Ua5OCX4cWgizLdchCjfG6p+ekvY53tP3S8EXtzh9dva6VcobQOp7p9NyO4wQ/B0T
/bWTGjtTq32MilXqTvZS6zBW7AgRmiCh+pl6VBFvcsSQFhWCVxkvjPBWAKyWppdF+i3Jn2PV23a4
5QXauAy87g2w3P9wdibLleLs1r6XM/6JANFqcCa0u2+83U8Ip50WnWgkQMDVn7Vr8Ed9+0unIzzI
rMpKF8ZsIb3NetcTdTCJcCtYL6RDYPeAYlYm2UhYHtj5g5efCkyciLU9HkyCEsqxIWMytLBgFk/V
2K1hyArZzAsUIkGtL+a6zGzIX53KCHSMxgST7voaa9dpyddjIzdZBneJaW73sj8oUm+8PunTu2lC
QWWbsZWsSELkAJ+4iUDqChYBCpdhm+anRTXbHGaFjloRnCi+nGHdyJc1bRQ8m2E3y4wEDt9xreg9
zR3bbzPmrBqzCv7+iXzxMVs3H0jDltxNVYNWURmCtdlaP9v8btVTHdxZi8lFNpD3O0meHbeE88TP
RAn6rXyKsiFvaxNvZ2t/DOQy8/u/P4wvduxbVZJsS73oqwXTFXM8ekZkDXCM/g4v8sWTvlUmSS7U
bBOGYwZzjEWYW980Pr666et5/69TV/BZABSMJ52NCSJxAMziaxT19yfyj2/GH15Y82YjFHklehgo
4ZwBemMxjbCvKXbaRwGj3qUeAzHAFdZgIecEbJFPzXluoXstZZpY43i2rO98Tr56ejcbZ+Exoy8c
bPS696w1j/yHMcutZCnXc4MyqB22pH2U3hHWd39/cF/cr3Nz+Btw6eWFwvZpxuxh/vWzi94c+g3w
Z2ZGczSFYrafv1k/10/yD5/wrQrfki3thjGbt+5CQws1bZC7w0pzoP37Zte/rsQ/fYdrke5fK9QG
wqZTHUYz4EMb17BB0uE9WCHaz+V9NT//6NncSvNzyEqtqcADr9bd/mc9CoDG/vPOSyN1rPKqAYXR
w0OHX+xnobJ9s5w1ie9loQ6/Law+4uZdi+GKvz+HL7YDsB//42F3gxKTjgnkbS/Ww2ShhQRZfvHd
iMIXy/pWOQ99H5mMAfcNnmmQXXRMof3stsl/3jZxlzljE3ZHuLN32nL2KrBjCPAMf7/8V/d98zry
tJOqzrE6uuUo50P7nabnmqz+aWnfvJHa3EzgXKGXmnpp0EKlhqYQKBFFyNMy0HQ9FCSPxHfz31+o
W/+LV8lAinJGia6wmSVLS8O+eZ1QabP1KVGVhDf9GMBKMmpFh6IsujLDCai3Hz3BW9m96TRKyRx7
T3mHls03O8M/x8gfnt8VYvrvrUEUEJnRFptPDcRGNkR92fiDZx9rVNRTgK66WYD1ZEctYqeZN5Gu
a6hUr1sLqpO6TmYPZBrjBVcIVJ2U3iPXj0uzKRnmlcfHwhvWQJdfqdyn1Bh/qfGtlJdSrvRlPXRj
PLleACC45n5nLXljcP//w/tbrG7BTaCZbbFsTQO1no0FxXgDRLOCBRqYXFuocKxyPZdHTC9weeVi
nXNy9/fP54tN9nYeoMhsjDwXyDZ5th9YDuTQWpKnim6V97O+Kiib//lhzbbn9FgHkIQ8Lndl/Pf7
/uLNvJ0JEKKQVWV607Yq8Vm60Th/984DP3jdPf6wvP4Rn/7r5LEUNDdVUyO6BUmsBz6++eWoHdOf
PfmuoC7k5oqNx7KlQe2+jRlcrYsNNCTwBBXBULr+OK4ytvPaCV5lT8p98pyNMp6xYn2dawnI9aHU
MMsIuzWqnwzAAMy1if9lONUpFPV2MJgiWZoh0SDwa5wV/F1X8KuG29eG4lfl3E1WumlpuzXEu0tH
P2/LAAwewL3htWL9bmy5Ju69JrxD00NFaR1QYo8820smvU1IDheIJg/HZr5bJhKW7aZPT8oAfNBz
wrROQ11LA6GtUhepldNi/tvzB7PeN7QLmQIJQ7IAo/KhKO44ChN8aYGGqoORqbus1WNbe6zb361r
oKGNP9FEUcC6PBhhp5eabUBG26Yqjyc4qC87CJuDugth1+q72r5pNqN1tdA3g378nLUdyfKgMVZW
wWIByK6TKr9pQDdJf+vqTU2eD+6fPxvFZ4tH5IxDwAYVwaGe8pWuikh0zao0AKWbgQNodXh7zvp6
WmQCkAcUeb8Vn04zdt2u/uz0TdnLlem9qqvyNm9Qwo1t9NIK8sTbLVW/c30t80fSXIEQLQqNWThr
h8kbE1nYjzK9K6HhF4Lf2RzDv3iBKVrZTIEfs4SqdEJ7+FRNG9Z9i5lFkuj2iRYDHPIPXbX4GrYl
X82xwWhcMQAvXXEF5vlaKoKe9rjv97LYW62RALYctJh+MKY29PIltNwLqmaoGPly8pJ07oMhBz0H
fTpCtkKU/lj+drv8YC2wz8I0pzIPwIH5nrQDaDF9k75VUwL9caiEkyyZ4bsDj3CQQg0igYKgkRUV
1sUmJ0nv2XQ/FnAPP41zPOGP/fXfbe1qJxl0HZwlH9rygN9r/D7e02SIli5G51TQKCizsEDdnKse
tfNEEuET5NnjeBihQ8nQv3MOXGw78tzPHVQ12IgBUiMv8EY35avnJWP6MqcvxvBZ4e9cIylhfZe7
gNhV2r4qQPzYp8trSlYFmDglB8bzNFXHtjqQao1wOtDwQA2aYnYZaswwVXvO9yKPlH4HGAFwedDM
aIcUWooiayN9PqKOEzOtW3UeCyV/Hosa5wsmpRBdiFderOtB7NNqhlHhFOukjvsO4goMvWQaXXn1
tOLWEYJgIDwP9rhXTh/0faRAijH4m2ff1zOYQxIG7GK4n2BdBhRvAJe8PeKkqDeOnOGG5UYsWsDL
p6VZ2/0Ugw0yNCR0WOfn9kbUo29hkWpgAU7YdTQjhR83GrNdDEK772LWr3B9aZWQZOORq6L0B0lR
GoHAZJkCj0hgDQF4KP0c71RWDXuan2zr6Oon7kGXHUKQjp6YAdhO3r+54myQaccscjdVUKGYlq+V
jwXqqguUTjV6u8jTgQkq+3xFhRbCPiKCQWqtoT8MFS44TLz9EBMIyp69KcAMSc0iMc271ON+VQq/
0WASggbJJE0ozZVPuI18dAipuqd09ltpRW734ogSk63Qn7cs7Nn0UKGYMjQiLIwLfHl921K+oA+D
hAYK757HrJBmE2CThxJPgPK3HLxJ1oFFADI4evxgwsCwGMPMpr1zoPRvxINlQJcn89VUrW3MncOs
H/MGEFqVoTAfqXNJyeOQiwOB9STDvCOFrIOYbQxpfdTKVzai7lKDFqVPvwwo+lyq7SeJQ6Beqqt3
JjgkHGSAYXXF4DGzXwtkTGOJGQS9fWkgga+mztchkhgqAIy8q3dTGVvyfu6AJxjSeAJcCZAW4C/t
uJjXsuq3bRVfaZkaSsROUk+XZcRYahHVw7YCPss6Dt2jQzDAf9bqJ5RQtXZjI+DBV0wU5EHttc7O
CiuoSynSt6tlLAcFOipL82hgxZDhwhr05AmLnTHJROQ1x0KhUPVY5BcLL0tW92jVb1JCt2iOBTUt
Qqd8nZp2g82aYuZMMzNU6HTor42o1e9GgyQFTr7RfDDdu0VCbFmFlcLkWffUpJj1pCW+01qxfVM3
kdVZKKtlESjg97n5WouNAcqombUh11CNw3gZVFpwoNXUq2w/bLI2JYK+dt3Y55a9G4vEG7GDic6q
6FZ99cvoNwVuqWEbiKXWztgjItyONvHT4l7NiTYO4Zw+QkFkNEZILeK3bay70F7l7xOG7Kg62zJk
8kK7Z+HFfDqCXjsQQJ36OxR7cIRWs3pfLMMfRRERTUuqBavoxanfJHKpzBAo0rmbEVts0cJQoViT
AlPV+7o24KrQIPgSKwaOO2/iaj40oK11NXavLJTGyQDzqIYbbCeXOHUL32Asyu0ThgHXFTssqGBX
cqW03w48DCHa0Ru8/QYKnyJAmRCZkQ2HPgAb/bqeg5ZT/7rfLI0MUtnfDzjk5ZmX8cyOwGhN5S7D
mKWbJ7qZ4DCGdiwo89bPq1A33nR9NZGtbT0sw9GwHo3qZFZw9nfPnQYBFwaYB8tPyXH0vNhADwo+
GAWOQ5U99SwUIMgPDKYOd/n4ALSxLzw4qfct/I8XgeItvgdGP2jNjoxBS11oW9G/sVHDi2n5ahRr
MqRhAWFZo0cjRUA2rtxm2HuV9EXPgTFAXLB0RyKAgerSQ8XRh0DUwssSpJMiYP0a2/PBbbcDdqcG
IK2csSCjMtEAJiCuQqgFW9V6jAhG44f2QjUWl+O+UDKhtQaHvMGneYw5slOG4lUmUZ5F2zfPPvV5
X5Itb37DKlIzTlW26YdLygff7l76JY2YPOUd9uBp3+aPS36lzYgQlOv+Cl/IXyR/KkhcAoviDvGA
+RqvxA7GcLwPRezCq6UBjFAVn6JYYVApyOsci8gFiRvGKNgBpicK7Ju7WvpD9w/rx06qYdtQfjBa
dSgZdFowBpq0fNfBU6yH3l7Lcb6AJIrM6Dcml5OpkXdt1wVtmob5UiXZ2L73U7eahsjFD51SEJTS
bseVgjPuGcEhtgIvhtrGqd4Ib8D9zcO510LZyNgg91D/+DWosYu3G+1fxFjz9PpczZME82PEOyT7
ctvjETjIMHJwvYsRftJJrbdxXb4vON84opcFMb3poQaBRWwiwu7MLFYguZH5l4YDzoEb8CAOM3tr
EEzrcKhws9WCp1x3Msjs5TjYoC5Z1vUFoNmwYpLueww6mfaHK2Rcul7ENEyFpfW6n3UA/wCOxbop
2mZVGa9T3YZO1SMQCIy9AUhqapNI9Hls5E40ypUQXThVGCbUrl4Ym3LYl85wKZxPxzqlzl3JTwhA
eykT0ahoKbeUQV5idEFTrGASEzgDsAfLgP0d0yh8Xxl2CFqxzx17bzVlKDvEhg1Z8Xb25cKTpsLB
1lWJ7DAOBjasA3IqwfbcW3hqA8FYlZWM9oei8PoD9TIY3fbJdA/m9NDOz4gZVqOuXgGDwLc3t8wo
A8ylYHNT0G+9z22iMzsqUIpdnCshyDcIwvkBixFheduNpxw4OUnOtZKhZwOJ3PaBhoBqcCaItBUS
gikx3KeMm/Ey1Luxtv05m2Dv1J0F3CozYZwsG0eOGnzZlVti1sgF3IgV27wLU9QiaEUDOXpBx2ES
5lioCDdXDBngaF4gczdw9XUnEC2WuADHQwGQ0y7jxZ3gKt2e5uHYtXXclnKfuyD5edkKMvJAg/uF
h4u60GcULYyiHbCVO29ltuVuhOG3ice8aMuO1tCPWfZLhQ1VwF7HQFC0kM8eg35OCkh7w9dSAWVW
gZ0l/YkiwocRDbGryOTTXbmopMbL6TUjTFgGf0QkP5XZyQPtaulhvmHaetDXH0AfHkm+Fc2bNNMI
oB4cXip0ZrlyAT8m2UE2mHHytm2p+TChjuCkh9wWc26geiF5ST8BGA7T/nFw6Erv6hj25VuTbvBz
VMZTZmdJNsd0ikxzilLYDo1mMnPvdzHCKofWUelOYcbC9joxvRtUHzdz3LtH18SNY6qvVhCqD8Oh
a93IUXeEzEmPGlCjez6c+OIpJ2fR8h04Xz40XznQXiPSGOJkaI499EgRmfPIsiboII5H5FgwkOBY
E+WLi3FVtR697tOFN7ivemxt7iD3bXuBe4vvkPPQ5L+4lZ1m7DSYggR7Ml/yAPIFzuGLPO1qY0Rw
BztwA7t2Lqd6zWEs05vNgXpbG3NiMNjxlVNjZgsEPs1bpe2dFHvFHOyOzzn9BWO+1m9h5FnmGY40
ZEB5Dwk/dnF4ApuDcVAe6jyLYIHRTbGhN2EpzL2Cx4BrmCHeraRdHmpMSzIcvLa6wEYxaj1YlacN
mFsTgKlGNFQlOJrXwcZEGkkFtGm7aH45zTuqqWhUbgxWBIQCwaDSqMsG3ynuDQABXUIBXUI+gURS
FUug8ApOaR0Ny6MrERJwK+COs6IFcKw61QBza9ccW2XZw3tfTCdq4nQ1jD7s7PRxESWYqNlhsWhI
9LVelifafXodsM8Y4JTmBHhmiuMCadVkAVuKMoMnD9Z8v5jHWqXbpScRafE+2luanhck5VnWJylF
Fsy6kPRWAM5MAqY78BPjrm2sTwuu9HDp75pTb8ZufWDGBp7QPjVeSP44ZueRZj7td9i3oGYX+b4r
UNboBiihYwfW+o4+32tZEaQpCQAbPaHNhfgBmG+vTZyZns0iW6UzXfcl21tcxTYjHyUiVGfMdsp9
nMcO3SpEDIDN1pBi5cKMKQfZHaOxNRCOlqMlJs02OqRYcpyRkKPAAN82mEOD7mrCgYczv0UugSZv
7KTaNgUIEZmGBEKTq/vBXcCnQdrvLmbCzP3oYAD36mXfTEA/iogAi2p7bVBityOWccy1bK/QMlZ6
aGEUTEOkwxlmlEioEYAGZud18j5plW07WQJ79auv8wd0ZY6oisC8wdjUGU64anAPniXuZZ8mkNsh
Wzh5TXNsszNoj9fENOAIhvPeDAq1r2o0mF2yd9QceFaP8GxBXrRljji0KY6B5Q22iIFbmz6pQRb2
XgvUFBXeItSNoMetMrTIx8UHCKyuX5sKY+vXSk5214u3AuUax7IQmVVhxz5Bv0BdiwUS7xpweTC+
eZsgjCTo+jr0PXWzizdiBc+JPXgrZ0Cq0pm7rDTD1gHQ5jpKI6KM2+B1RgJ35qrPxnV8Tboruz2g
4giUKhJANifMW2W16zvVGFAtjx2U3qzRQoKPdwJYgN7DjPZ03XjA85MruBXZ/VPqCGyynws2zh4j
n0XKDlwbVwxBawUGwWCUUCAXAcmrz6mVAaTpgA+cr2URA+eYsvpLQVZed0DTDVMwsDarf+fdG5Xp
Ntf7xOhw7hjzCajzyK0+tSWxuR2TdF15ZjKBYp4BZqxj1RYm4s/JXtmIHpAbG+YSZTN4nEo3153r
Ia9twoKzFa/GU01fa2M4NKhG2bbpDyNidaYfFtxaj/FWCRRD7j7zZaO7TyMkOkz73cwnlDVm72KH
ZaTyD0G8HUVVqHQPs6RxiZiqViWmvF+J/cbTjUKlXawUqLPSiiVmkbVyXyKSG+VzUa8bFDEs4E71
fZr3AOB1iM9/1TBSLjLHb/EyidyKl+VzQsCyILucYMZtyl1pqKhDgbiAqZKNcSfU1yDbVkeutCcB
Y8uhrA8F9umuAjyBV+usw0QLXYC4gxytPdfjFJa56TfIS5cp5Mi0of3esdHbuZm54gjhuMN8Or3y
ftjq6bHNc0ziHxvmhVo3hD19s6QF16x8X6B1oeN+me7g6Y/r3iqPmt0hMv7k3hj06RiNHaK/Robl
OIYjy8H1SVGufACFfkW9xEOPywHVJ3erLRePbQ1s5YLYqrG3g4eRGh2V3P6aR9r7Lps3VAaYCwiE
C206qNlaBWmJ5MEMnTotrV07YROnwncyGTXNhFKTgeEHFXBEBVMHZqMHISqAK92IBdgZmHvBpDIi
J9H8lkP96LKrNX1xZLMb6TZ2DYeGdpeGvFX40iHMii7IiNopDwuFlzs2HyZS3RXddBIgQ3o2NrFC
iy0jT8YmRR0As/21WpXYqoT7CqCt30H/YmG5EB1hiAZOOcG+4Tz1mMsyNOPcWfTRhqsLqhMPmNIN
4PW+7xb6UNZqbUlj31vjfk4n0L6x2FHZJtqaV7DdRwHy+uWFpSEaryN3Kvxq1NY4DsksMuSYCMfY
uO/nX9Od15vbvu9fiIIUhSALHVIVM5KipNvYmAfWLtmAEpuwdN9AccTOyEkXHqJfASakA08Gd8xX
IHC/67RNOFnCTsfIHrc23NCivrG1RPHXJbW2NuQGsw10SRmRvGSYgMLwv87CuXmZJETR3XwgqRHW
466BScf0YrqTX6b3Nntmgm6GtgTGuX7JFuzcVCVimQO7wAviPHkjcDfGZzc+deBzWJkbLRogOn0a
ZWUbcaKOUlST7zrZHZISqAPCsUaiTp+z3tuorH6bFKS7TrOfO3ttlAKOErpW+oXboyWFPhQSIYWN
qCygg1dYX3OkLC1wu51mqJ0p8IznC5t3nnacCnxkK5nxLNDZQ+FGjYMwn/bAFHjwqiCNE1q2AMxl
0YNOnG14uA0a+N3wYw2W9HDX5ctnayWtaIFS0VB9k8gzqOhjhbw/ow+6uHOL5qx1XURLsqkluKhl
F0vY+jATaqjpQhGuyo5uREuQm2GFeSOFYVDrO/mrkheOwkVKyUbvXVQ2O0A2BTjuYmlCzToU5Zp5
FsyJLCwA0awIOVvLIYMW31MqbABpiEDorCCnvrMZxljG+s27TjaWQ5xRgibYEF//DFhMbKJX1eGf
PZoE1z9fZ0XTZokWBIPK8PwWY2p9Xl/zHrgl4cJ8MBAiVvCUtK567LUOuxaz2/UIGOSSnV0y+Jqd
oZZqf05pA3chWNFI7gVOj5kW54RxxrBEW6fcKo4ijEAoPZniIhs3mZQAIBbVvUmP2YD6Ez2y3Ax1
iF4GvQv6ebgA5fLWUswfiDoY+GuKluv0aYt7N31fAL70QNTu7TbpLJSD4fUxth9ue9+5G05HnLlg
MKr9lNWxHPLIHI6Op8UuvrxdfiM7jka73QxySCQFJ5ynmKEAmn1i234AR2rfiSJh82s9rzN7ywn3
eb2jzmOny6hVhs8WPdRQNSj0yNMxq2mQALR2jOa/Saz9FiVeAz02QhGHNygYz5ilMKD6MsDa1sRz
PpLHVtkVXkeVoPR1x72N1q5KF7T4fj3by5uOsFNMPYymMADJ1qlapV23GjQYe9Z6nOWoUg1DnBp2
rONFmPGwh+xjKuu3XHK8YVWoOQpH7Yc3T0EzeY+5CZtJ6pYXrzACo4SYXoP+bCnIHoYwMSsNxNab
UW1xbKyxwJNe6GthYB8ox08Hu1Qj29Vi3DOgSxzcf4enP+cDSoypG86e9db3I5Ry+ZkyxzdHnNF2
DTetBgWkZalX9ejx0NWtcFrOAAUZAUW5b5rmqDZzwHfLM5gxOzBdd56zrLKcrFNNX+m1h6zO2mV5
fTYg5Op7maTICUZuxV05rqwR5BG0LYxqz8yHcn5qindavBfqjeEIMOBtUu56861RKLX3R2YflHMe
kbPV8ApmqESiYKJpVVQu74V8ovNTOXxOGLeq54M1rlDDh0xQ92JUUM3MjpwSYwr7a/taGAwjmCc0
FA1R4wonRs4eqjJUX2v9ZlLnUuxZe7CqvZHtc2Ovz+8Tufp5X7AMw7Et40HTzjAFBfF8t+hFUKUY
TC7V/JxhsBP8z9E+VtcT8L7LyrvZQULa8agC1hwP46Np3oUdtybkjRIn7hRNKY2mPMBO5MHBJbs4
iHftKzE3g8cnCzuzDRZIU2AQuHEtJGCYlTU3ZnW4ppczPZXaUQyoHtV7LTXvFlPsbBxpzEIrcAVb
crTeEmljbBjR/3Ky1TrlnzAphdxiN+jvhsZWpokXSu2LIpLa45Q/iCkgxgalghquUaW6+tTILQEt
1aQhb+YN0v/Ku37e28E1D1p+kP3RtmBdgm4vmmkM1cutKjf14JkvxUISTBdtq+aVTHRnDneWBBLX
qHW40dC3oRmONkiDIR3fbP2xz4wYmVbMaA7iIXBXfVT3v7DnnxdGV5Zm7q/2ONVw9rInPkDYPjxo
+SNHv6i/eG1YtN7GyjYeQvOV5X5o6mK/1MVaEzKSoEhL/WDwI0b50dYIZOKNkJuyiKUw7JHm/cyN
oMJ+rNIO6/ZgVuM5Lw+uzCIYpCcVSV+c7JxhR9BtGPwgRkTDAImfl/u1m4g10hnuWMHgXQatWmsm
8h8d36gFmekeSslIH1CV1C4t++CMv9OuiZaR7nSTbR2y7EiL1rOUZtC50PbCgLVCHE5zL7Kxfedd
7KD5CBJKjirApURKatVFrHogdHpviEQG3VJmgj3+AC4gfIIles5bvX8nQsXQTfkEpY8KhQyb62Fv
aJep/cD4VSdRy2jxN3XxMKjm4g0XQ9eiH+kU/nEjeH+7y2sm//d/jP9nZUyKQUEoWMlQq9G//wZD
8YX+wbxRJhUTb3D+4bqejDu6b92fKeNvbcH0PNcbe8Z1CzQyh5X+Q8HkrSFYDYQZaT0owICn7+BC
8J0Z8FcDfreGYIx35tRzDYeS6ayL/HXUxshwDJyx6MgSK5nKDkhxEnP620unS5VJv0X9lVERMoy8
17+csvxGjPbFZ/KPc8O/PmtM+dtVcf0ZOxutqbD82Ud9a8szlsrxygYfic4PM1pZaID/aG3emvJ4
i0PHnHNMDBnhUET5d4KfL6Sht/Y7uSm8MiWYb8ZhU9s8Mb0D0nY/rZZvxD9fGFSDJPyfkqJcZ702
5pqCiynKdV0wLH3CWsTYaI6PxtotdH/SwCA0zTUyxm1u25FFntK5Qhh6rCl6KyP2YVRGjLQ56GI8
9vwb2+8vb+2qKfrXIqjGctEzBsUxR9UbuFjMqq/gPcDadlcOH+hBr7thVfcPUPtYzr6FhboDFwut
c2HjUPoVcghkQqAC7lJ+T+wfju/e2v3g42hQTKCwqeUhas4gpf5sCd0IGTuPD1LqULr2aM3O5Pfw
M192/b/8fhrRuGLBha1E630wfH50v7d2P64qDUujDiwbSaCbSEPDn133RpDoCqvsVC5wuzMJGdSH
NsogP7v0jZgYRDxSLwMmEet+q1dxPv1sp7/188mAE6jZOM9b4315aj7+frPmF3rC/3LzyYnm2rOL
7diCOgsyj9G+utGifDItORrX1THnJkLA9Ey1a88axiAC/UVV7VrrBS0ITdtZxSZHNNEWwGIRa41O
RFyClNstH/UIW1k1Ha7d+VynyWg86+nb2N1RoieOdp+xEYKojbE4sB/Gy8SNu7//WFfJ+R8Egbfe
QS4pMoOg4r+t1GWGV4kSI1gMUr2YbfeWt/gRs3T64RK92UDm0uZO1WEpucVxEbHrPf79Z/jidLq1
5DFra6gNK8duz3ZNcc0V/n7dL3b7W99DxxpaeG3i2Yxag40YFEYtRWHJAwH8O4PYf2Zj//D8by0Q
x0I39c7GO1CQLFjqc93sdOu+GV/7iqLKmKKBvB7NnWx2bvVayyOO9aZ+6jQNQrfSRxUTpesqaLp3
Pr5S7ZK6Tzl5AV7dmVGwBVEDJHR57VpqsNlhKO00Vdx0v030SUHCdkiL4/whLx/tPISW2ffQsilo
YsB8ye2yoHf3ZEhcddJRR9R/5cXZNt7p8oLqczBmR2M6Lc6VxXbigh40sZ2KQ95AdtB0aDK+tqjv
OJ04sdqELhIKHnYHO0NPLGDsNpfJ0sOWP47ppoM+m27Y8M3U91ea8FurRwdDYX0xwJPo6s2BZBDC
J7Rq4K05Tyj0OxA/0sBmBogbTdgiE7ZQfKcs+5H9nH5rBSkn2mgKg17bqduzdKW+k1J/schvPRdJ
w6xMg35gO3x69+03Z/pXm9o/Jq7/OtPnXGu8sYNcvx6fbOBFIQVFeSyA65bFMPkrUY4bRDwxIzRm
x9f1BYRpdCSYG7ZynZVrZPuqT+xqRtEQDxtdDdcme9Ysz3ouj9SqoTZwzl6dhXAWTAwUl6fcWbNl
xZkZZDzfzagnl+aOg82Sm99Ndn/1rK7//V8/VW9Vql5KAzHBBg4E6ocuNPpNbDZKdLNFhsvmB3Tj
8u8cU74YUNFvtsUrbKDkHCsmtdGW+8DgxMoRPzwL9ZtsKpdqEB2857b5Ag+GiBffBKpf3fRNeGRo
HBPXLa6bMR7QEZUOiEnUT9iJAMzdujXpwHVwfYBpufGO7ugPso3rRW+mrqRGallNmBVxn9N759ff
z4g/LbXrRW/Co9JhUhsh07l6k8gilD/JuK7XvYmNHCWbVF2fwPK8HL5z+vjTgXa96PXD/Nd7wQeP
UivliOVolwgKPTo0SK4OmYTXhz97HjevnlVgQ1GVOW2b1yGsf//sojcvXgE3Zj33sNjEc+dGqOL8
7LI3Lx4XuUv1BnEiVIxoc9FvvBm+eso3rxyxmdAUIUjhzGHlQgDMWRu40kzM6jsD3v/j7Ey6G0ey
LP1X6uQeWZiHOpW5IMCZ1EBNLm1wJLmEeTbAAPz6/hCd1R2p9qFPLGLhIRdJJwCzZ+/d+92fvcWX
py/TYWu6KHHhyjOU+Bjs25Sgei/7DbnoR6Uu98lXclGvprGhaIL1c5KnMRpWXi6PLu3MSb/BzPMX
yvTlXb48j2luSnvMIOfqBTLznSeizV+6rl9BRHpjDv3UaXjqH6N75a/d2F8hRLZZMbBVGRFYWrin
qY+n/def9kcr6fI1fHko7TACvbmcVpJslyFyor6q4nL96xf/yfL0lUWke0QKF7gdl26tHPaT8Re/
jS9PZD2lFp1xvuKu20yLXnz168/7szvvyyMJwqDR4YdNRMIhChaA6zM0c7fNlK5Dc/7Nm/zk6XG/
PqB25kYi5U1oiy66DuYLJqovo/trG4375ek0LPJCog6mg910yco2taBCbvjrL+gnF/QrJCiyXC3r
XS6oFUKDg/zwm6r5Z6/75WF04YkX08Rn1q1Avivp9tcf9w9Gz9fzDXf3VyaQKaTlZZ4cjyqesAkm
YIombYxOKXRWZfw+RwOKR3xFHV6NqQmUUcXCtbfRXKr6ymaclVeoua5t3Q1IufWzJt6mtcHQs9jK
+cEsp2XSf4xd3UcsudBBjTp+8Apz7U72tprpyhpbzR4CGma+CUIjLN8Wd4SSqUgVXmYOWaQ5nGyA
feOcH01VINW865B2Jzbzc2iyhfPKiH6tccqKaPXZjFzivNzO+bjXRbsW8P3cMlBm+5RH095L+XH/
YTFMFQ+zFm1inElDcdPB8w/Ni6ujTCh0/KgPAOxQF7z9+mu2nOXe/dH3vNzrf9rasQprGrWphNwt
8No+huODhd5IQUBZuXfVxPcTvshU2eqesZ88sRFZe5g6mxnGwRETc3m5K5xzGUIuR59qQi4fPUbl
9Wpwvy9diaw6tA5mIr3aLgiS0VhnyAAi9YBUcBuZGHb46TRfN9n3VH/F+oDD4b5kcFiau5nZ89hv
RhMdyxyBNwxkUwQJOu9Evlf4vkAY+WbXrXLEws444gPamVq6yZhuzIiScgb11ndSo215NPrnIfe2
hSu3VkyTBIX29FbpbylJJaPcp+gytGuRbxQP3Q0z20bz23o/6p+06X1p9w9ZV17XijhOGUOlgUkl
JuXOqPwWSVmIxiQzYMDKx6lDKT3cTEjmo4JvIr1ymMlhUEMjBQUtAbuv9JcubtCAmbs8Nv1xUi6V
QPP5qmnTquewWcfVJpuzx5H87zx5rOZxXbVHw95UKrN6eI691gYOP5TF40wUsrTkrYKDvDH5ZT0Z
UMgqamAgGO8nfcVjUNtXcLBWY72za7Fqu1sCNPwy6deG+Z43J2uygtQufUNqT2XXYFNEk86nGhLj
zQbjTtTULvGgrsuh36gzydZ4Uoq4u4xNvai/DKu7TIMIXJwUva4E6Da2Y3KDbtopynUOoNxRNF8m
w35AhR85uU+s5FwTOxHPewWDlXlFwF6QI0f3rIygDNfX+AgWb92gZBkipFjLgHGtm2Fghu1eC7vN
IG1Ip95Bw+rphSOeqmIdO2LXM2sTSbzOEStk7bht7E8xhJsk8XYlbE09Nt7LCOk0Bq2IAa1bqGs7
0YMyv5taY0HE+LYC2rfNr3L9e+LcTFgZaJL6tEOQpnrk5xW+6/R7EVv+tPgO5xAx0bfcq2/dGSYT
ExRrpeBHUJSzl4pzzeC3GdeF+W0ifndOTg74u37HQeiGftm1O8uT5l20+GOMcGtqSBJqlO1W5Y/m
vSrlwcu2dJSYi4ZbC70Fb70aow1TOsezfQ8NOrIgryPC4Sw1FblYiQizWct8vu9dDEENslHVXJVc
MbN8ascnlTsRadTIkCAcQr8IK6RSxaqLFL+dYJAQ+zJ7zsqQT3CPuyT2sxGLSYEydS420jioyBxs
ESNnY2pZo/bNMQG8VpmBrXDfpMYqdgxyEsH8FTgb21MyjRsoUKAH12l2lxUuwoGPwXBXJNRo3UEp
MafTJxoHLvhg+wa8IEO9WLiuMe6AD9fBZ3XWS1cVm5hphpveF9OlUxGYR57PxUBjddRxDHslenuP
+5hmpMielKKFTGTgxdB3uXRvI8u7G5wj8q0C2XOdHCRE83rc2K197lmgne6bkuMJzPCKJl2g1sCa
U0oriFuMTVDP5nG2zsW30eL57JHpkDgyGB8QG31dxYA1mUFtvTaoW8X4KMZyqyYOs9fbzAWb6e4Q
B2ki8/uY7MjF/Dhkh2q+1tjCtOSp61HFp6+ebe7q2kZu2O48R6U7N6wqrJw5wk9F5aHD8HNtF7dV
xm08WisXXb/q7SbvHDrEtXUOxOjKH8SDq6HeRGMfVFn8oab5IYrvCubrPEvLhigtBFDOkylLlshy
PYvoKWTaJZAFF15xtqMXN0IKzw0n0M9J4FurCdFQzSOquo8pSo+SCJ0qm2/sRn0o0MRPBfbisWRd
Tr2XQmFFjMes3eajHdhi9FuL3rPVVs/tYO8H9YQoNYYWA+MB6zAEUrvcGMlRDG9ae07ys64+u3Lc
pBW78shQsluQufKom2z73yfR7Lva2GbpBa3hegrLMycA3+S6kQbTZndWDZMZG6Dw0NcKhkdhsdMc
79zq56F9a5jIR9IXwOttAccwqteTu7facdU4D8J9obcUpMkQNPajVXwa9t2QPpMbFphYSSKKjr58
c/AxzCTv6J1z26Y3dUdcSnSXto9FsuGJ2sqQV7Py5Bxl040kEyxRDpl00NKxAqPBha3qM3HBiIeq
KUs7PMHuoStVXxaIB4ouXffpJazEcSjxaaDFsZF5N2g3bSoTDlOUS8/hdFGzEh0uApYovo/mOz5G
oCI6Ut3hzRjCU6veKuaDTLaCnjBWqjGR+1w5OCE9Ye+cMUKqEbEvuJRict77ih1n+Kjw5iVTvin6
8SQcrG4ez2/zLfS0/RgzZe1QdircrLmq4pcJVxZDuiXSVklGSmFJoXax+t8R9H7ItOAf9ZXxFhOe
GGKIkUdvuhKdFiSszV2LM7z5NGW6LSmtBEKXpC0JgcLOjn+A9N91ZCu+jPG+JZ+zXlyykM0tvGuL
IiisiDpPDyoez7Si7+juRT8gusLwngi/jZVd21eowj28mndejjK0rDa2QFSFMPjXJZf5B0DmRyXX
l4NbJeI+q+OBTu+AXjHH9Q68prmN9X7XKU2QsBjjNN5JY9vU88nVnlv3OxrYlZ7bgVMNq3jGe4kR
q0blMaYWjuxrEkZWM7YIOWMgVdaN2R+RFSbjbVrn6xrkvJ3d9CWm1VQ/douWsKZAZdQnTFzxTu3n
5X2m3QrAB7OQgVsZazWcAs6q3wtMqF42b5IIKhVDg+mWwPRNhZEz2Ut8Yom4sVAxGRMZROrDAJrR
wUyShuc8fkdKa9XDQdqXlH0qleU64izp9s45zVCk0c0PqawwsDFnqDJiEiXW6e4AKUhbFU2CpXzT
YrmXTKdbREEsB3P7MjdHmD9UQtiVnepJVUBf00pcMLS9crKa6CJYuCacAGO38ZqzZ121bSCSW72a
d2q6n7juHW6uMEJVrFQ7Q498xGnUBYew3ob5Xpedb9txMLOcWQ56TswWrok4W6vXpntdsiirTb/S
RcUqjuQTI5HxavYXWVxi/Gd0YaulVZ3c1gjlIGZ4rbdJMgpQd6vY+NQM9ZTkV7PywpaBIlMGBpVT
PVymlDlptFHD88zm2TZ37uwGkb5VxpW8ON25GedVuMxa1GM03+rlvaPdWFm7Jux4ZTIkT/pz73zr
8GXm+5FlzaZctjTu5EUXD08g47rPyYsLbCLD9t/dhfJRVW/j6G1oj0n6FOKtTrgXCu4/w7qqozev
xUvFC6f3VZssidfUGiy4LtZ9RlrkK4SRexPjwhkddMsEoa17jIhtod6P+W3FXN0heQCh7dot9L2n
axvXDi+Ecq8z70gQhpu1m7pGfq/rJ1HF+5LTT4hEvMptlFNcHm9iXNA8Vt1LEd51yYNWeAdMQgAB
jftw7L8pan3MeaQr5322x9uB7E+SF4h5C0qCzzr6T311bwpWCBUjQ1wdQtSfRsIXgFs6UaI7BF5+
h010UNkEptuqCIkqG1dDeDWR3lmjdGteQ+0y6NWqxYjhOfALzAcLQG2R4JZVs5NZPwz5th+/pdkU
VP0BXNkSFErZigrLZGHUjHPJo2jUt6QOr3jI8MDjYya6gYf9VUsvPeWFytX3HvB3kTsi5GsbHg2m
wvoN7RLK/bWOkFjMZ8s8JcO4dV0vgAAi1OPE/lGYLylOh9F7NN0PjUg/O6nW0VBdHDN6KDFrJ2BG
YKAIMPBBHyKNj9mBMs6fEWzvLf9Ty4E6TPG20N5DMa3dkTIAVbjfmjsz3k6ywcl+1Bhi5jZn3+4p
SysM0Rm6uR5TOxiGoXtwle6oVoTGNLHgzGyHu5nyuuq7bzGAbNvr8WDFW9MDZMCUyMaDOAh0noVY
R7gOOrO5t3tvD1P/SuLqdyZUrXlQ2ODTNIx3mudLInbS5SguKYVw//f2jYX5Pw6vFhcN8JTQ3YjR
YzbHMh7hVgYsUMzxBkNTwxlALsUcsXqeMm5i5L5lNAYupgmnOyTqSa8eRxpoRj5hFJn9LKQix8uh
2e6lnskJWa6nN23LYdcN+2UT0vPmMzHzXRoaPpZz320xRJh3Ey2Egm6TgiVrzqMAwwfIin3SI4O2
d+N46FL32jELjLXJ2TCA5OaIChuxjqNtCnTF7YpLqJlbgRMmavur0DQOcNO2U4x0ShL21o672XT3
Tq8eu5z7kRXJBcQsrWcF209YskB1lwiBf9u+DG24cQr0zfdk9tRTeJpK5y7P5E5zUR4CwvnNdvaT
/sHSF/pT/wDnEl8GnunjhLEQX3Tcfvz6hf/Qtfxom/zSKpTaYEtTb8aj24sHFrOrEEzPaFOHGoAh
yIiaqP/dAtGn+wGugRrE9jGXHWdFu85Gd69282PsfqZedOWFn7/+UMsW/aPP9KXN2M5eg37eBhuW
m6uMImiRKMu6+k139A+lyY9e/0uH0czcYWhyRnq1agRiVh9kdCh1oorkZ6LcRb3GYH6vSZTG4iDZ
E/spvcqdq+a38bt/yH5+9Am+9CABlFc29yD/QvooMw57fSrwgzRrlGSHUHq4LkiZrK5HchQSnM4d
e1Whs8uUJ1EfkbqOUBVcXf1rvf6vFOUYI1iSMRg/xspWkw9z8pv+Irvrjy/lV5CyY5f4N9ivjpjv
Vw0Zu3Tj8CXukEbccXjGHFIeKYCI8sj9kql/mbw3OaB6LVDn7q5iR5ljM2gwqbEXrE2s0iO+hbzk
+Hs71M9GZG4su9+Ys3mI62EdK88mCvHKcK+96pusB3+KknVRPDaz48sMN1y977pTOD2WogmgG3k4
YjVx3aapXwAVaWk0N+GN4R5cVlPWNL+2Tzj/muYpU3vaa7BtCBMaMZSxuncVhqBs9p36GVRIHuJm
O4gBIrcaoALpC4fiEZu8Ip5iFsoRx9FYFUsnwQ+VbrVQBpq+pqp4zWKKxQyhLgCNXOAMjd2zsMe9
YqLoX0gdazc/eeoaE6s5Y1dsruJq302hb9Ei1OlDjEaxSwFxZRwLKoGZXtubdbYC6IZHtZoeUlEF
bR/vHc+FtPXsGJTtyT5rDjUtNqKWkuh1Hj/LKjrWGH2aGP00LkYILbqxteTJA1ddkWvAiOw0z8lV
myTsxtTt7KpSS3lWiiAacYBL7IzRNtxElgZtyuFSY30dn1NTP5fVp1E1u9ydgrxf3P2HOr5P2vk5
kxQ/Nr5BW1tz5PTrhB0Hm15X3g/ZWc/OCEWBO4XpxpvejEJbT2p6ccSHF7+behzUEnhc4dD4SDlr
ZatWV/2x3Cn1RTh1MBv1p+zKnVBmzmzPjnlESI7dVZwKw1jDM+Egb/pQlVaDXdzMmMklfqN2GDey
Cmkg5ScMb38kjEdx/uwiLIjziszcbxkN4n6xVwJSdOaUNpJzLLSreD4Lqsd2ih4s5WlK26NXfjgx
rlqrCEajWU/4CnrpXZmxcRCR8ZYYdCAQbnjqhzIYeI+J1eossLU1QetPKb4t6GJ9vfESa1sW5k3q
qL+Zg/xkmGN/2VOaLB24ZUJJ1THQNbwbozhQXCQkMe64+XcKh5+s5faX/QVaa6kDEZJHkT0UxAxb
3cnD1vrrjeInY5GveG5vLjmkUEkdK3WXRgTmjdPvzo8/Wbe+bBFOpCUmnV15HLtzP9yxA/zmhX8y
3bK/rPy2Z1SydOiU9+AhhnCGDAZEjrDjUv3d9vaTYcNXQq7llHmXzRYXFidHnQkyBG3aZYcUZEmS
PsTqdipd1pnE90z3N8P6n1xm68uAqpw11ZmWf1YbvxrOUhni6QMB8Ovr/JMvzVpu4T+VP24Wx8Xc
c50jSyWJ/DjqAgMqEDr5/ddv8Iem/Qcb8ldybhoKlLSWwQ5oT8tKvU/a5CqrzTctoklPNG/Cyiq0
d2cYOd7mV0X4zW05kixJeBjuoCwFfQ04LJp2Wc2JVq3ePLvYC/yWDO827aCt0zQ/llTTv/nEP7nK
X6MEVHuK1LAeGTXiMLRjxgp2dZL5XRY/y/pbNAooa9HzDJLLBPrhZTB9HAWkmVgpElVXjbWzw4zk
ViojpddSeU+BwP/6s/3ssfwy7erCVIMu59JLRHfIJjLRH/z1K1vLsvGj67Tcf3+6ExrOwVpvcieI
Mr0prGnbFNHaE3Kv29O2wpamaPWqq/IAcD2UH2gcZfXoYRDSaGpH5c5NpZ/aL1qKkrIyDkybVmGM
JjX1K+ctSlm5s7tmAZXQ1tQ0ygwyQVUcwhIWVNSB01JBuoXZrnPF2oifs/A1s+o1/rhdPWWP1TTu
MuTGeXJjMMwviVntvZcwNP3O25YJ6Id5fDNH80JqNF0C4zffys8ej+U6/OlLmTIvjhqQ/Ectr2iC
5P4IMJiwNya5/9Kv/+f7+F/RR3Xzv7/i7p//zZ/fq3pqkygWX/74z3Py3lZd9Sn+e/m1//PX/v2X
/nn1OmB8r77+nX/7FV75X+8cvIrXf/sDvrJETLf9Rztd8KPn4o+X5zMuf/P/94f/8fHHq9xP9cc/
/vZe9aVYXg2IZvm3f/1o/x031FKt/uefX/9fP7x6Lfg9nEHRNHfi9f/9pY/XTvzjb676d133LMfW
NGKfPHcBzcqP5Se293fdNj3T8lzDdW1nOXWVVSvif/zNNPiRjaKL3/mfH3VVv/zI8P6uObpjOJqu
WRTxeKz+58P92wX6vxfsP8q+uKmSUuDtMjT134tv23MdwyUJxeD9XE13v0oYJ6XMGHiY8a5r2xKv
eDLP6yTMlW3Y6zrjmc6iTZ+TDzyKud9lhG7tHYdjYFo1Cu73sj6iO8+/57WuXOdRl9xoYXZnx9rc
ggRVmrVIG20vcl3ScLB7gZExaz9ppNEqzVotDCwGGR/DgKd5ZQ2Fsun7wrzPStJF/LGLh8gvxqbd
FqPx2LhTTQW7JE04Y1kiCLaSdHniSvNbZHrhu9Z4yiEd3BYGS4f3gRdUQvDLy5TYtnC4Dio91yra
qVrnbpiaXTlVTEZFJSz9qU5S80NLkmjb4YyHn1lUe0yR474hVo7Q9lhN13Pn2LcFwzWga/q8bgun
e4qToaMTC8rfteXn4NUtS8uQ1zvV0rFNZ0akcoLp1fh+2XsPamXQWhCyee+Kwg5aJw+ZsMTXU8wh
xMOokQQRjSlTiLekZRgb5fUccAPG2CLTZONUUFE6O930DhhBY2LEl3OySYphlUbgE5T3rimuXRfi
QGPl/YuSMzhJe6TSbk3sdS8jSDCZdZXMZ83cRa39IYXAkp9qF7oHL7WTfqtF6HCKL+hjFUw6Yp0y
pEcxqy+tLGi867mEK1riC13NTvtGa9iPe3vVkFuMPaLKn5OEMdjcukCFAWNYtdGuLbw9WVkcW7sS
d07WTI+m6PeZhxVLx2WLqJiGFN+iXJsq6nebWa/qJofYjsxDWUbf5RLXmzKLzvrQ8ouGNTqFZpJt
Oyb6pyZdmqGTZAWu5gXlBZwEFQgUxl7vqp1wrdceLLLW4P6wO4/JcgHIyDAATPYFe7KMvzHreyQV
hZzIRuE2XMUF4CbVYO8MNR8eGtQJu8vwimiMCNS4U9YQIDhXtLDefXYI/b12VaK+FOxMyFJoyg+3
imAKkjFDSIlL2Xu4ZlWT/B2zFxxC87bnAAS6Zok6q0D/0P4LrcK979Q8wX3KYZIm/GXW42KjQQt6
NBuZvucxjGBLgolRG1iEXqv3G8UKnQiEZ2IQRNNfEttY8rsNF1KdN2xSZUkMzIqYPGbDOrNV3dlS
n74ZGHshBIw008qVNUHJCy272VtoUK5cfQlz6ZCi9JFRPAnrYsWk1DqtwLKf2wxx8xlklGs5pDOD
0rmp+cm6zmSzN8wM1oxSuGAulKF9oCm8Soe+CEwVOJBWaAwF7bo/tKmmfTrhEO1TBs+96vS7yu2i
azVWx4DxDAcckaAqEVl6W6tNfdDNavZd6RmvipMi2qlHCj3tRAB7ucto2smIJkHjeBOZ9I19RjwX
bayw3uUlS4gztmeryhl3pkJ9KNseMUPRdK8WILM0t/w8A1WseZAhjN5ngn3VqpOAl+LsFPCDDe2r
bFIinhIAoC6E7RUY37wsPjuF5BAjIom74a6yBoi9kSof0okw+LoJWHKmPZ90PEuvekqABoyJm17n
afMcGfxzinY4dByutJ4vMhp0GhADc6DxEDMPLXtkG/lpdsLbUdJimuhd9uAHo/iRWHBr1RSSHrkG
MCaNX5KRRpyM3WpV5PVjQpywYecHYZcfSkwffBUndnb2xnne5RNAs5zF2RvouXjqs203Ee3lJL0Y
iW8OUuNxd4Tia20aCFU5h0WqnQYOakeFjZ9xFRmpkD/DuTeCgj4MPemMO36B1EfFWcwUPAAIJx0P
IdyRYqugoQMT49CzARmouyXAIav0BYQidR7jnareKwK8rdaryNz15GC087daZQpXiqynhAMC0E0W
poT+yS4zxko56h4TSK8GQ83NVQ6mZpYcldKeGah1z1nTPU+KaPyOtSVgOHGVujoI3WkYfSMxmerJ
6GKgmNv1Zttcz050rODdxjEMjAip632ddE9FmtUkq7a3o0pEy7IghoAsRM3gyZ0Oo+psGZOsNdc9
K2nhg0Jhm/Hs63QgdSnLdNKuyUWaeJNNbfcpwINeHIqGR8jLXvRcJjxzzbqthynIwlq8TAsh1XS1
TxrgxsuoaBg2OGfYDchktRu+eRpjEoIpX9wiXrtKyHGjL9Vv0Kxas6MpgwCQGziuL5YG2bw82OKz
88bukaeDhTCxwfM4Ol0eBoBM7bs9XYRoa3VyG6leyN7WXIFPviFxJyiLOnyoPOPB4VTAlJ90E92i
+5QOhvMUqvI4d9mEYCIimlo5Ev+ONs6QsMAbuMRNP8CdBOLY1Q2toyqxHop2NG8MYdI/aUl/MlMS
JwmZWJvk1stJB5qSiW+ITzJEUkKY2zh09oNtr2MzF8vFw4jjZFDBQYrpySxNP5oZhFUEHyQNTKMk
AwmXk9+RJSXI7gQUiEUmpq9FyB0WCIpb1wQHgCoq0/xiSOKS28nA1d/BXZiqt6xuXnpPBs1Ab2WI
aYuNMaPWOGqvSgeur25cT4qRBlGWU/eHKBidjnGIpYFjdCE2wlSP6wkcsD0wd6xdtC8MNkVYaEHI
pKlpKlhwmjKA1m0eai3daZGARNo1zrmqHR2aBPBAoCi0y1qgtVWLNENjtYWnqQGMLPVLBFzxFEow
OJEQuBRCu9zNIPMfG6OZt3Hcr21QOSKSgsOKs9MXcNmsT3ARes+vu3RjSHMdVW6ytvsEgYw9e9dY
H4KKmWpZe8PBNgsoPR2ASyWbd5VWbOEE2+tcWpsZ+JayjOPRBFIOYEZZZQNw1i4Kt2NbbrKoksAl
5y4whfpUWz0TG73Z6pW7yiZD24w2O5PuAuswk/uwn80VJdxZ8fAaVVHf+IZpub46LKDtStTrwQZ4
ylrNQDAUuxLSuHBtSDequE1i0NaiLmHmAO8zMwRXbgln2iSTudKuQzfKkGxQPzgeosMsCZEEsxrn
DQfMcGEjdepdq4wn2yIJQdG0Kz2qoA+VjXeqIxDwUaY+VRrSPZgAjDDhPTH8n5iWU4+cIbe9sPZe
JQAbXTRsWPajvSMpFmQ/gfRxhvuwZMsq4D0NVPt7fCWwwof4ksf62pl7k95EgnoFnWXBlDtS9/Cs
WoIOmSPSj9Geoqhp/bFqH3lmdhqYx6HI9UBrZfqRqpbYJHECms5Mw8CeICxCcHnrnaq6zHFz22l8
bSbDqXVHhaV5tDqVgsWXRour3FGQSh+gIOF0UC/MDCJ3FH9WSq/dYkljJxvKs8ib/byw/k2Gk2Hd
/VH2IGMRyrRRi7zdaCQKbGRJzzkuPuy5F+s+9nbQYuGi6S7mp7CFk9LrG8Mb41fp2CbMYILvyrwi
HZskzWFn6xUH3lqdXzo9MVdWPBJ7D2+cTDV1OhG7W1AUc1vNbqk9eI39boR6t20soaKqSBwqyJL5
YauO3CJKJO7UNjTileGV03UztM9WU4wyqDM4uaZVOTA1Q/BFZlbfJJo77lJ73lKA7YXW3DnOdCL7
RVmbQ9rcFYk5QBR2CV9LAYa2lVWeaEvMJEdoKZoWqKFdHYHGzrt5Z00aAD3R6B8iLRi2TV7bHSy7
OkyD9tm5BnzvislAHTEbBEYUNi9WUoU3VZ3Xa6siRLSgw7fLrU9DsmvEpnHjuhMYasSWc4MU1apI
A1vOJnaJHI7+g1jxZQ+b3NTf4q7YedHIDLpwtw41tZNmiBUnAAlhZh9LRaVDbnnFuskZ+esO6rwh
ubJlyXJTGB9xC8iOM+KOqVG7V13FvFF6i4b1zeAZ8Vmpi3otnDy9TWF5gn/l/remi5sY9z1f99ny
VP6rX1z11UOHYzr9dy2sofT08OubbHqc0+6tddNLFxlXWhOhzHfwmIbOgom3CeJI6xZqjFNSdCB6
82llM/2WGabISbPkwaCKuZndfr6OymEGsBTFRyvyDNDE1Pb0QEn2QCZ61Utt08jmM/QYhmuAtGcw
4C7xCFHWUqmxn0M5kER/xf3yHsY6yuPqLOkxfzNCxL8wJod7zo1A+yo06Rxk+8/E6cP7sIoQTg2l
/G4kNfpDz5VXeq3qEME1O3+L2lA/xUQt1OvS7sP11CQ9lddQf4PiCTE51I33xELFgX8KDWBK+TLU
ym2dC30/J9mmanMPCFe66pk52LQMO9MESmRxCTI9f4xVJdlmg5ewatTPpjb7xJrPgRVq7HULUa9I
a/KYvd5i1prOwCZdRtLGAjIsJFS+CcponW7EBPPQ7fXhlDHL6gcGVzx1PeKKqN5g2akBro9BmLJ6
liHcMSfp3oU5pyvgjwHq8pnWLOqyJmXKp6HQgz3UMMiQ6nketKu8SkCdQR6vlcI+WFFUA9yEZgeK
MM0AgkUOrg+rjaHpev1ZB6zhgifyDDmtm2h+LueuS1e4mZtrmmTeAbHaupaG+eTK9M4yvWJv9pnB
uU9qe1lMb0W8tAejrvyehe2dBQvXaQw2ayIkIn7Vi9B54jExr/A2czDYpwh6dWQLGXyt/JyUNZwv
W3+VQKbXVgyTuHV3RjxccUSd/TlvP9rC2xCFALxKXw6WNALoVMOidYLII/NCak5EiHZoM2CK9IAj
aBP0JdCAMutQQvWxHzezdTQL8hw6lbB2WIbuxuqJ/5jq60qUm5xv8662aaAUur3rXRPQ/1zsS7s4
qhZVjJyt8RDGiuW3iho+WbqqrAYJ+RzEHqOsyrAIIxHCuBknhPbaELkHQ3gcLtXZO6c9J82sMhq0
ONNt5xjye1emdtA4ANfH2tPuPKbkLKrLGcGO+inZgOFr1xGRpStmcojrvBrFY5g7+Zru1XAaG72+
B3QpTiqsxCXrBVFHRprORQ8xemdzLDecJuE/e1m5d/GAAXScw6AfNBezeyr79y6eMUiY+lats9dc
gQIcYJ/g2dUcVCOhGO7qdnbhfduklaqCIsXIN3qMUhBAXX6cpuzJsIYbUSN+IfcNobA2tHeNU58G
I6bo5RlG4aBx4CAqzF0rjvSO1tAchh5Baa2iWM7Gqt4SZbbQvES6UUeX1q7UkseQXJNArypl29vq
8N1MqWn+F3Vnttw2ku75V5kH6OxAAkgst+IqkhKpzZJ8g7AlG0jsS2J9+vnR3TFT5Z5TFefcTUdH
R3VVlEyRYOb3/ddNDWfnT87X2OFWbXLeb4YANleZ2K9enjNuNl5Wr+uc7o5Jl1+nKN6FEVLuoEaJ
nvUH30ODrEYtWdl7ZOudqHAG9BE+ABEfimkK17FLYapYiuDL3MyvycSgludeBaVJR6Fy+HKHvfg6
1dw0RW0/V7M5Gjsrd30LMIMICro/qu7shW+mJT0SWEF0StoBWfnxzLCkiu1ce/ql41AL2sbmWi1z
mhs+B48GyIYCEFLegvLWSlGP0fFdk5xnv1h9jX44tuGWAwRmQJjzrSXDu7HjIkicyaaJxKZnRHrs
8+YaLBCh0AtmtzxVsnrrSLXYzgmRNjLprRtfNs5umeuTzXVjp7Q/lW5hc5qE95VnFbDIxXdKWoot
pCkJ9jGDVOpnB9GFqMN7fFyL0nf1KD6Qgz3Af/8gwHprZfEzQt/kS4sjYS0b/AvKK0bawIj/tqb4
klsq/BIMHtf9mI9XFKy4mQUuqGpKxGclsUIFgXrx/UnCUMNrV5a/jdPg6BTedqGGm4KMZF7PbnYs
ckKbQ50y68Txkxzsc1FNCKGTZNN38pE5NbnBRWAday/40nTglJNmLXaQy6Ual6ircckHF9/33ppu
Qgk+33Lz3/em20ydt1UNeQU2jnyPL7KN0sEP7JW7ZHtYsecob6/eGW9qaCqwHv0GPZ3C+W55JWkj
AxcFX/GEfdZhRIsxYIVNnHyLMJpEjMRTutW5jt/jpMdq0yXzDdBKvO2cjpnMEBS5eKSx5sujxF7w
LcKmc7fM5TrhLw7NaPkIuMQXCT76o664d0xfHJS55rfW0EaNQ8NBlH0WxJyzBkqE4DMb2ICKdVSb
ts+/9CmNF2lZ/nATVH5jFFMoIPKY3DJ3WxpRwuLHRM6mgX8dPvVGhz23iO2Y+0lNPj0mjtwV/vRc
F2CUZdcOr/yKFXnA7hsYL6+ujMEZfFTVqB3LXYTjYmu3QfKjnMdHImhoVp64wPxBbK/vyLoBMLjp
bAAFswzPYw1QZbWsA1kPt1710wgyB7RZ66vBay7PDp83CNX8aDto7EH2hp0jw11Wtp8gMclG5qgU
HGWGTchqs1KlBAYes+Frw3FIonr1rFr31uvKx9SvH/Jhxvc2+82DnfEph7P7WszTRURgNYPuxToZ
HYK0J0i3fnSLx77Q9qMer8dnqXfuGL1XdXzX8/ze5I547KPEPvq/YkAXczA+RnVqDm7Ha1ntGIlV
OFctQc3TzdxpnC4WTp9EDod2MBvF1/pFxIn/nRxM9CRxDs7nALa6fXjCCdeex5KpfSnbPXFP3/sl
WpWUu8mq9/FtcX/a4QENznJTF/or+PFL6Uw/OeIR7IVRc1+VAzaYDJ22S6Kh7/noXOvpobRx5ek4
Ih149K9VWrUgAhkcZdOm4bRXWW/2AixYE+3KhjmPl6aojkOXmvUUjwWbBPGcYVFXt7huikwfVILx
wq3EDFeG8Ur6C1MRh/1NHAE2ZdEpCRyEzCpdKdEtxIQ2X9EmNptCTbeMtLi9YAcO/IbDfcT2rDrQ
6taOrqsQcf/8gjGbSvWYm8VgQSsFE3ozvoio7o9htRziIcqOVVDE9wyKHfBy9pKMwIiJsod1GE7+
c9fy2IhMEIZp2m2HAEcP4ddlzOOL7ahd1CikYS5uvmbBtmZ/S3xzsef5Z8iUO+kl3JRkYzcwNJD8
wBge8PNPnHwPXYuLCUgzvMaP0jqLUjMmGLb76fZ+uI4E7yv7erd2OuvRuPa5WkZrizlQby1P5th8
mMUGmHC8mxEkL7opX4l83TUOgvIAFsOeHw0KF88b53VI1QZplQbVQa2SbK0tlxD3CC1AbDeYUzie
3OyaFtq0p9Ynp1dlhgNuFJwQXYW3io6zOLZWPkm354xWXBBXR2+rEU+N/278qj6VDQkTaUWK8DRt
kdcBbzOHPhEZW1/ihPKbJmKBKYqkP+etPlpufQW62GTS8op62cili/4pt31SfIfNVAGSM0cRr1hc
U76raldH3aGk2pb7HOQu42Sy+gffOyfSizeys+Jt6Tco5Kt0unFj5yKatjiGfbhsPQ0C0pT+RjMX
26KbKNuxl4MrGcRgNbyt4OevDQ0trtPfdaG4ZUcFZVHzj9JJfzitF9zkdvbAfZnfFnW8q+n/0rnf
7IOBPHfnS5DY1k9wtYy1Icg2LH/6R9CL94gxCJW5dG/bBGFvF1Ed3w1MDJmmAlU8CBXXOydtKBzA
lVgvyJyH2qfK/Zz6/t7pK+JcqahQYOzGkKctYp8FQupyV6PaI0xS37XI4c6c4jFsm5XsbYUtRQH+
7WUZa2uHsaoDdHorUzs+9IA4PIaT81KzwWNkSo9e5RGu3CzbNGjgIYxpTqwXH17uPMUaQo239Yke
gjVDmiQoJotTaikSyqcSaYYVZBqFsTMVDgEK3SRJOkKby11SjYxUfRp9K8zsbeZ6oN8+5EGzpW32
MsQbRgxP+wUb5tX+MbrNkzX3/TMU6qlO+7NttP+D9fKxKRZ515tRF/eqMR2jnErSb9pWtxWj03Rl
M+cqPpUxmveZzsoNkyZBCJGidlBPOKQWPbe76EoVNEWO1zJu8ANaH24+55spLQrA/mEPU0BHY+M+
1VF7BJ5cOD77nQoNB2rlq2/Cte59GiMseQrQ6bhFIG6nJmc7aUsIoCGzUMpF03eaYZdNNC1v9lJS
Z3ItZSwLzoIeDFcPYGFJ8yhtp9vWBVU9ObaIDKx0dPxVYAJrk9XOPsxedEpd4yIeORNpkWjmYdXF
8XNp892ZUiphMjlQFhWYTx1Ehl3PISDKc1lYh3Q79LjHjI2FxC4IuMZO2MoJijeGTRDpJUtVv67F
8DRkRE85fbypo4Kk/Qq9HPpvKxzOOL/WrL42BoGMtq40gvWIl4+Ase0Q5x/StNRTmVZhZ6HiDJy6
pgwgEzshCnE/G7UdFn3XlBNxsSNkgiuquEKrrfqbtB+C26wVztqLlnttDe2umlz+fmIi6gBDErUY
oghas7aFau4jVPCWBXAnZ5x0ogue+wr+cXY9yhRSPT/ozstwO9Mj2IWtOiT0C7aSUHnLaeJNwoVG
dNGwrfxL3beHobIfDIwvcnxtbzrgvRu50NQz9xiwWlncZVF4Xwf2OevBtZMhXS/X5KshXrsdFp7R
CTPEH8tejg4O3BppCNJv9Og2ENWSLCAJwiF6yQ2cp8iyvfVkQvxqM192yiKBGPU6c+Ud2/21xMXb
e+wwnDd9T1/gLE9O6fwsOhvIAsOhhYG9KbxwG/VVRJlgsFA9QfcPI1DfXB25fbKrGBLdG+2P9pbQ
S5f2w0nelhGDDvRTNNNNCke4lkWeXUxai3XQpPYLBOwxzuytN+Gz9dMLVyZCFlqFo7aYThUyXTqa
tF/l9Jt0fP1nYe3YRfh13XJTUJT1bqveflIxxZT1Ml6UNWk8mW7QbbKqTeOViaXa6XAYb5qBFHRc
/jS+pKjMMGjrc2LjRipdTPbp5NqXaKznr63H/t7VkXUMRPEFxLbGdQEqnAhfHx2dJHBPY7IeluQx
oy99PXnRN5s4d8lwMpZvfLKrkEqqUZXJJh2HgpcAQ6v7l5SrbbTTDbI0EJlC7Zk0TxR1QQn0B4G+
PQ4pfIo6ktKhSM91lD/O3VQ/Nr0FoFGwLplpV2WAEDnVkVSWpFb67nEvWXRp5Mt0DueMANeewrIV
KcYfvfOt9xpoZZ1RP+WEKezmh3LvJ8apQfnbZl4eghp0IE2dA4Fsyz6UxE8kzXAXoJXDKaszf5s4
3Z1KEbjhskY7a9YahOtRV/ZnIJvxTkxYun695Gz+DGl3HNxunbfsp0vVciL14yWK8oSjfFjV2FkG
kXzUY/Uae/tyHnYyjq4htLiRpf0ehQ3i2XC8XeaqYuSTY7jNeRugH8hPmCUIYDhAUFjCrDJX3IZZ
1ezIGh+okMxgZ/PwvRDjY9vUG9G49/lEg4brgmOjpGnr7KBNuRmX6jEdI0Khoz4k/do5UG/JpzVH
zrF1IDmq5kzOe7X7BbUWdQBaGaqL2yjopj4tNqWlxNq3PWsdWg1Ha4hmqtBB/2Uux3DtjaHL/4/K
L6OFsTBSgl5M6RO7au6mHrGXl3+MynmoDT1HaUPtYqkwRIssYLPvyFZPhmnGG6cPZgFM9K99X3lS
MnAiz0oVzWXYqvYQDGYTtBULd1P5d/41IcKyOqqX/FID1tHL8VlmhLp3bdxuHUQKz8uY0LnqtVV4
2zUViQXhNAZIChvn1bUnlBSzN8S7WNribvjFRuQq91KaPmY+NPJDivdUoleZesL4cFR5962LyGOn
ZcODVIgvbq79hznyy7u0A1Lcph6r9UQPF0nTtrkvlUlOce+JSzjY3Xue+urcVlP4GQ0kdN8s05id
ABusbbQEUBZzQ4fKTZ1VvC4qZ24hHyPyzxPn2OkowF03Re5zN6hqJ4eJ2gfhZxufMtRVoaia9Eei
PGZLZZ+ut4wrwuxBcRq7K3fUvhGnmYfJuOv1MN73DpW/Fo/dVjraO+d16bzFJDHdONZY3/sKRXXh
t+pjmvRpcuTwAWibreYouYZxPxRWvW8mea+qJj3xbtUnU1bOV0vO1mUZEM0b6VSbSg+MNVR0pbEo
cN5jO9RZtuzm2Zgb1czq0Ql6+UnlnbWRJV5HPDszwx5p5B7tyjPL7SnKvddQmS8oBmxo1Gjr6rHZ
Elvkfq/d6ta37qxwupuJ6rrBvZt+TRV+rsy/qKl4KsX0OtAWdjOphHqGmqE/dOsrweo9RjmQY8p/
qNAbcutnGY/xuUwbfslhik5hO2T4SgMqf8IQkHRCbbON8p7B2nrpqP8a1x11ilitNC6quqNzg2yz
1Zw2AywJnvR9IzGyFR6bCCWUR0p9j5Yd0HzZd+GlQseqKq4uR1DmVI3Xr1UH54t26xP/D8WAKkMf
YyM04CJYp3CVX7XNOjtMw8ge15mNnaXOQ0DF2wrZfrHSJt33mqh5JFjkcgyuR+IBGwRSB8noH/jy
OanygQ7sa6UO5zFsgK27FDYu0D+ShtB6YqCk2ePsAeUu2xTg5l9jtVp3RHa8D2i7UYXUcAfK/Rjw
U/iFKvbBFWpJCKw8eL4o15Br7MNWkB9GAxHmt2C6hUnGA9I0cTtkc/DatENPInQDTe3P2MQzv3iw
nACHr1uI+b6dri0mAZwFmPF8s3RMzPHizStCFVgje9OWND/2dvkRZ3Wx6UUzHP2RaraagqddXjru
VUOvN0E3W6/Loj65lr76Tnjb6FGdQB+45htHeN9mHQfHlg4tLrS5vAPc8+A3c30SU6zQmTfTUwUc
zccbCpAGV74QVUYnD+DscBr6uvpMZ9r7pB/g7TPGM9zKLT7VntOmFJgFaoeogyGK+s/UJJj0vb5/
QwmrkrVb9zO5MFEMXm+PSzSs4zryn7EZj3vdt3oPXJWu/ZhS2XxsHyS5SMeGL/7tJOeKFI5QHUt/
bE+hdhEbKRVlW6crprvMKsVn0qHVarM+/k4QnLUncX2E07NIobF8o6nuGCPSOBK7uTbOFcMm76bo
nLgl6egCi3+ZBXTNGYp9F+QiLFr5WWo+eVPfUQvYb1iu/S+DjK9ToI8hOgOgKbyopiCwQcHioXdx
/UY+zbJIbpUpDBQV+83N5C31uQQ42ff5vKALG0Z6yZz4W17TMaVliVouG+tblbr5K/q7ZuUaOsMt
X312gnoQVTf1nUVyz1FSKPzi5v3or4OYImG/T84Is6zr7DdXcJ1+PNyWsRm/+31ZP9NqMVEqP4+r
GAPHWPN5SwsH9eLklyXUw3tr5vyHqbC63rSBA9vmINwBZLCS4U13AXk7ngizlZQJcHLZ/0ywYd6T
Y25tAHCnTdoiliOuN320XWfAllMgEJmG9GHIFWukyQoKP3vJrh+PWfRgjxxDncXXGimzPPHdIiEl
oMU6W8C7ZgIxbp3e0HKh45xPq5sCXn0Yvwvjz3dl6CMJAx/BHNVqYs1bbOrGaanEwDluK0zwwdgK
hkHSaZMh4nfOiVpshD89kCwwfBGNLh74SZRwGu19Vx6WOjgi7dLb1BbyBYVACuJYuOqcBN4l8btX
NzU5FbmBu869BAtYFYT7pJfBowVS1u6EZWfnZAmHO7LTlq+m6KF7s6V4V0H0k6Ao70E5nr1OklKc
KfNR9zIS6a2TtcV9XVUeKBgpV4PlAf35pjrhEPduKgchuU6rCJEcVZpOkCvURzXlrpHtgx/0xUMU
CTyuMSGdqSwhD5bKv5d5p3FHm3AzNpHZpDRITNwMq76fk1MnAx6paVArD86McyuDw+tc+41Ijfjc
6Hr8GqsJUHBusLu3nQm/D9EUPRWx3eJJHHKSyZrwIyZG/meW04cxOXN07tTUjBuIr3wPoRAid49r
+jnT5joLBUH+0PKySfIt6/yzWAb9RcDP4Yy7ignDNrsXSfclDa2Qdrbc/5b2U7W67jObqG0onY9k
NZ0cSQBUgQznk8GkPs8OvjSaEvl7Vu1tR8FRH0pB5a4atHWTUtyGW2zypI0IF6EVK20d3OFxdPeV
7dDV6gzmZ+lKdztjX741FRAdJyAvwU/iel+UWp/7gRSTUhcdeQg5+KhEt5ejuT2zuyZ6LwChqEm1
e/8xlhxeXWGbbWpCH3RtZpLTFYDikFRlfRhIHAED7RzJ9l+ZT0OELvXu9CUea4rWVwMg+O0ivKtb
A3XeEmZXpRyZRU7f+4eadiM8zvQFzeHSn9whIruj6dUAV2fcjRhr6420jHkDaQbz1j04bQyOzwYr
eILWMWkQTfAkZyc+qyxdnmcPx1OX0NK4Msq9yvDK4mHOXWSbQymPKUTDxtSI8VwBNK9lLrZVPHZH
OYzJBWuJsw6jq1neCghci8pmn+VtbW7kpOJjoUDmYZMxwBuIn7KvxldtT7Tpjdin4fYQPGmr/HRS
L3iYZ7/4mGqE4Cs/v560LjhKV1ifqRptiFd3IbIL4TBVvxSm5jl8D8NRoDletCg/7METawU9u3Y9
B42KGvI3p9PmbrQKnlqimQAAUMsgKYxr+9bSH9XorSoHXdQ8ZenPtCETrm87ntzGa7qbygsbKmyc
bNdy+m7LRtXUeg/efRpdOh2P4LIOXdhxhPQQlth6SSGXKZwp0/nbJCZAyg600fMiZdFHGOkfhWN3
jO9SLU8a0eYqm4vps3bQJUhqGb4D/yaPsD9gw0tVIrSqxKvuOXOpDkrQlxBvNNnkw0LDevdZQYRy
H4r+x6wi+8pt0eixqpucRqWO+iRRteh3LKgcHv7ER5WAVhcdlW8tB2+ZzXdiyJfHWATetnemayzC
tYQ2bAsKbEWs1nHgULU7kxUmC/qHRuRpHiyb4TEdJpc7RLQsPOnDNDlrQQL546yZeNEEpfxy6OjI
t2ochkYHj/SYpKxUzbjE1TrGgAL6X41Urqd2/2RrcM+bauzUAz1fzqZr5/5F0E334mqT7YalhoNV
iQEvmOprkycJZKjVu4Nbt+UHPhsyOmZTsBfS8VXaS8bx34QvbdF7nyJi0o0aCuyrRG5yfuA6JlDl
yAyHhF90kkQdAfTDJpCQoqPEJi4AXRKfllsqT3lci0C9oU8ijE9E1aPMlwJ4M70OlVOBvT8g4S4O
MvFALIbejD4SvDiv8kfLNF+DDjntvDC6+TH5kHzDSX2Pqgm6xOhTukj/qXKv9GVrXcn6rqbhkhBJ
m30pVVsnH9O3uPMOcqzaO3aR9KRq4b0PdZ2uh8zoH4i4JmJDGIdu58mfiR2SArWwuba5xaCcl7RE
14QYQJzyPMoBw50u3WttqAg2evnWFIl+UaaWZ47FcuFpJ0xQhnb4ofKg+45QZr5dBt/b9bBFH3zt
2rfMsDJlfRk9eWZZkmPUJu8YmdQWesC+8wdvZuwwpr8U3OyvRabM41R2GapPwflFI+wZRc+yqusE
769ILc49+X1y+uK5s0dqH31TcixOvHOrOggccq3yRJ3DsKcrynfRRWv+XtgG3vPitt5jEWUTHad+
WU0bWYMoCS350ikekZslDPNzGuUdLHkLXxKAUT97GWfZugeuZEOxr2KvacL6fFdmbWdts8jER+kj
lUSdKKI7uxDpamQlSPZzO3Xivkw4wYbZtba05vl3VpLRzea2cfYm3Cg7RaiFH4qm9y+TzpG+hYJF
8kZUhXz2woV4Sg864caqMVRaLNAbp/fjJyvqg42xW/cwDF73EiG+IWgbutBtiBgDN6bcoe7RFDvI
MddlQ1JQhzXlydFE4wQBetypxwLuN77eNWPxRD7k2VYiOvajdjZTEC1H37eK13pR0SohxWvFWdBR
pWr76xGrIoIBk6FYK+tvfdr0JNnMwZWut9N9a6luIyedbqsSIVYGxPOcKzchYQdfY+Ql9XoSkTpL
I0joQR98nDU/ek5me9svCK+TjpiUxU9YAxf0qgUIkpieY2bmYy2FuCk6x35xw5oiW5C1Sxw0EXWo
YfVED2TxWQ0YjwiXHPSdqySsbodYiNyd0ruyTS7ypiW2vjqokc5FG+G7lMG88yylHlJJSh6gvfU1
7cbh5JJNQv5rb52DmBLRrhXF2QkNmVntlL46aWy2HToaCs8LfR6ZIw4w9QDMdkvassNyxhUBgU52
r96ABQSbMlP+ORzpDk9nO36mIXx+rWvA6tnxohNBYvM2bbzgM9eKyDDkxT/GMhhuYsQ2K29xSnYl
t9iGOfaimzwuvHtn7vyvXpvz7LsZuaLNrEMiJElkxgzoJy86LhYBKAsELEbEuLOipwaCgQS5IY7e
rTDNH2InmCiuTPXb4mUFuTf+8j1unAr9gmuOqRj9fVdedVXuQk1qHQzWTS/ADC3NCxdKpB8FytRn
FeT9aagl0Z6VUx90uXDjO1x4YhLYaXzprrFsTKjicX+z6ZkfYzKlx9Ht049xyOPNlLXofVylQnKI
e83R3oXk5S1Oym7dc6p8L1rybW9cW2IBCAEH67gYv8k8pLxXZ48Me6T8jcqQQJdXH+jPu2PWE5wT
ad/rUPHx/eM2DazmxoRD8o0SzWGXhDgawy6otqBx5hCAHK04VSGj+VLedThcViXVhdvMmwgnxJDy
lck9+REiYHyxEbomO1GE6mAFsT9T0gypcLUfhWj3ivg5TkeoeiNFuKcS1V3PRG/tHN8N4ADJvWAf
r+4mG1/N1C6ExfhkCO6ia+aeKtStmLPW5tJazIa9w3+STQpdh6ssJmLzW2eH7pdaemY/9dIhHlYn
z1JXbPoTLewcKuAwTZUgLqvjgTe0d6eLT9LK5+Q2c7sueWR3GMpHloSIooLchie3o7NG3PhTBA0o
iJHkNthixEjUNJoHWk4LYa2UAScULpGs6lRDsLWROsO3hOVepnFNr2s3Mk3TBXRo+FYy3fRFdtte
9yiAk/mg2mb4oMY0eokTRcYlDbrNafKD5rN1F3+ryBTd2lPLO2CRA0fQLViIfcV726k9/8MpaECI
XeKb3DiGI1befKpchI1QVPZ3y2us9wHb7H6opvG89Hb6Wsfj9EZ/JF6R1kKhcZrsviZ0jEzn0RA4
54WFg1uAgne/QYCMj2Ym7nKs6NQx1UZxT9KCWtbOd4ch6lRidaANrRrjm39AUIdtRSnVvo/Cdl/U
jvmZLkhtEDFzVBaVi2quFuhK5NhvbItSSNFHy6ZvSNcEQqF7nha7W5pPAKo7m2LUfvnRwuXfeyGp
qgT5jXA3fekx9wXSgUN1i/yZam+LRkqoByyBJXRwYVwquBs4HgrFGYtOlurzPfmy7qkdr4tzllFE
Ec/lPjWOZreOYVoCf9Kvi19DVPIcQk8xHz0wUtwFRvff5Tzaj8pk2RdtEB9vah9GfXKQLaZO05+K
BlF9gFiMLl6+HZ2J9VMxiTcvZ3Y0bW4fSLZPDpVuu5dpSSacGYX7EGMJOpStW9HyachlTOfk4R+O
Gdi/XV/vu4VaF6cR4bZWfrB1PJApXaPlTeULlxOsu7naGUykEWu1amGtEI35iGMyeHOZ4Ypw6oIY
mZg+Hq4tu/3K0VBu2FGWLU5gZ93PhV3f/EMjm5kqa/R2KTPNLk0SZBwde+0/TJd4QeLkyX5CTHdJ
I5TDwptpI3bTkU5W0+yIpa3/ZWr+t+/3T4bW/2Ml/p85js/1j/LJtD9+mLtv9f8XvmOMwv+17/jp
6gb+X8eq/fHtz25l/q1/GY8xLv8ztK3/h/FY2u4/uY7dwLWswCdNF6v4v43HTvBPFnHHC5XjO8pR
kn/EFfzLeIwnme5hK/SV4xLWSQ7Qf8N4/Fu4kR84vLSQV+cCdXq2+mVL/oMtHS2ZFy9CxATEdvMl
UVDXg0K6pfpR3PNdrniOBjJ3KOlGUDSS9ylqk+9BZM3JA6RaR26OnTMiZ/quvoKHbnatXYpCnyvF
tojr/MPb++8H7Y9Oaflnn/SvF4w52nV9S1mez/r2Zx89cjjPD+G3Lzh/xQOuXrOabIqf8xYaweuL
t2ZynWe3DEPKmmOv2jWxJ45//SL+nMZyfQ2YEDF/cz3Ci7r2b/kghhvJuH6eX8CG3XO0+Pa3AsnT
rauzsALEQw/kNiZ5/es/9bcorOsfywdkY0bnf/nv1cL+xwiBRE8dc2lXXZKuhJsxo1++AzDa97Nd
AVD5C+RpXcfPOisQdlpDBdYT1gsZ4Yy8md6iHgwebDNGQABZXG5sv5V/k312jRD5v5EPv15iaMkA
WwOWesTiv306ReRA3dZlfjHhXJ5Gd2ggCzvOfs/Gmra38IrdjmZS986Q4PL5mzfo+tN//9MDjkVw
b75Rbvh7jo3Vpo4fduWF3uj7FMXWM9Nket8DD+MPbPTB83Ju6wXMHNeHbCH+aOsl3DQ9ZHMi13/z
cq6fx59ejmP5ruUpLD6e7VjubzkYS+qHtTKVvrh1zldqqJ3xY3F7eQ811RHhDMrwbSEvkJsbOUOG
2w9jJmWzp1hUZXyXlZi/UXXP5sX6+0/qP79IjgQFCh2EDkHge7/3WjDwKj31Jjg3tUVdwFQtBKPD
RCJB17syaMOboA9JHliYnvM0FQf0xtnfvEW/Htk/v0VkNCIf4BXwqdnebxE+SWpGd+ns5DLVbbzz
VF+/IDBGdiiE/9CVkucYhQ+R1fgLCQROFH7mboC85AyoLnOSkNAp0tzHwxHnX2bXfYq8ivxblZDd
XvSuOorOwIpU3fgR4SR4YG6sV6RBENScTc/N1I/IMSsfq00o+32UNsfRklj9e1kACY1xWXwpo5kv
0nz9oCxrMS/NMi/kZqJUjE3TP4JxV+9RcjWlMSfTdFmns1wvKFj2baXncxiX48dfP1kkUvz2YHFb
cPT7KvB4rqzfDoJi8LLWnUx6gfT0Tqq0sn0ChP2WsFOskJMMRI9REo0QvABjJVnrv//HK8UB6Nm2
h0H9t+iYOMwXxx1HfQHCEwerofAdDkQdeUpRsY7VICDE82YbuP5HnTn25a//ePc/f/3QsryQ+9Eh
KIPQDt6eP9xZ84D0kOE1v+CP4KkYEjpRMX5fTzu1jB8ycOv3Xw/1NFsS9Ckpf0qkygsjcR6Sue56
/kPtxc2uigI1rk1eEwRaoy+/H7yFL+psz3yMbpQAhbld1dyS6SzvTWPpHQkM/CPUuQR+ORHfGVi2
sH2CdJhfl76rkQr1eSDXgQpBK7SaeFGiKCVuFxaumxGD+NXeYtrs6jqX930bWRPRZnS+KpQc90KG
40c29+oI1FK8JdbQvJhwiQ6eGCkK+3Wwe63lP1R2V78Tt8fP/+t39z/f3CAMbN4jj72PqeS3M3RQ
yNvHVmUXwRWPiYAz7lJLJ0Z3ruVeRsv8nVICVAAOWJ9gjfmbh+vP+TjcIA4nkh04kjwWj7/+7W4t
AJ2wmUfdGeK9fp/D/PqNup5Q+BOwZJWd+pvLXP45nOnXn3g9ApmAAAxcfuU/P07IA4o+F2o8M9/w
Jc6SsD3kJVUKWrIKVBja10prUADLJ0bXDZo1dOtW/G/qzmQ5biXLtl+ENDQOd8eU0THYBUmRlKgJ
TKIo9H2Pr6+FUFo9MaRH1s1JWZndQeZthAgE4H78nL3XjvEbvX/rrT83DIc9XgjtwpZhSHiC0PKr
kcFlqcdDyIHsqtUN54iuMle9H4QO5wUzuk7jxt8MSZagrOBpwlTuyXVfcOaL6eLPc9x/0VHwAX3u
j13dodSULhklVJ78PCcvXMaMoqToMQ/YJKKdNfb1hUBTh9igkM9WAYhBeEQYkVkYffA0/FnzcGnp
Opp658jFOVnqLETmuhCtOOimVI8lgBowMTnDAYTsw0tvV9aNQL53izivXQU+LNLZcBPo2Q2U2CQk
jgAV0nBOfEhxTnPjQ8jVn68LjwwLkeVIaS5vzNuHpzJp7hC4JA6mM7SPDGgVTPau+0rbob4K3ag9
qDkJ8eHwwNMMTz8KzTvWu293UGe5N4CIBB+Do8TbD2DKNJETILyDX3jG52bKGJprRCOWHYzYHdto
x9QdAH9tMKSt4il4omNGNEXOSvPoFfVHRLu/PMNvPs/Jjt4hUO4huYgDWJ0vTAUvLC/++cF78hZg
d3xjXShO3HnTotw7LV201WOdDNCBqnqKIDHPKIt8VuN9XvvRVRekhCMl+LFysyifx6R0z/HKVHvV
58k+DI0ULoGw2h+gyOjvoj3/4KH983XxTL0UwZqBpZDWyRIaDAVnIpEWt8FIU0fQfoSIE2VWeDbx
CqdnqenpCWGa0DjTEueD9ezPBdSzpKldF8Udm6R7UoJLXORzSrV7Ww8SWkAayvYRJibi6KazMVnS
G1i//3vYyxd68wwK4ToOaqGl4qecO1kfwsS200x3ZNtGab3qwoApdwO6bauLIt8cl1HOQyW9Iau9
TlVbo2V329s674yNwh4CAQ/DtF0rZhCNh6hxxPEWqrm4Znis7qj9xsvBR7+O2P3peGpJis58eP9b
6NOnilgCRdOS5caiGv2jFlW2r0q3m7oD9KwSpZddXbqiqreiEZ+mNmUbCqzkqsj6lvCKbE5euqR6
rK2ZXSqoAix6VJp7TAzAISKDxk/hj4hiB3k7TESJFHEOGb2mCOitZP5qjl0Bu4Fqg7519UDLZnhN
sLveHiuAIpbF3pPRfD9Sh/7wUr/aZjQGR5zwLhrO2bY/L06qfVKQeMpoHuChhr9b6soBU1wZ51aS
4FUZernOhiHfZr3yDj6jtJXLyHfdTq7eMCwuLR5ML9sVQ5VvtTdF35Qe0QkgvMd9rkMMENEYc4XY
HG41Tnd2mPLJYJW7iluj3qAY7z5lRFt5M6MtpOxbaJkeYsTc+Ja5MyV8gKdDZvhzddta3S6pzZDo
hjC6Ke02+Rl6Rv6oBHFlQVtCkQ1QuT/aOelisZ+xA3YxovbQtp5RkKu9Fm619XyKNSbRALre//1P
3xu8g0JZHFodDAyWJ04WUtcb8im2avNQ5S6F2NhxWMBmdhMLFzBHH48v71/v9HGj0KEk1SanMM6H
5ulL08QO4hgZOwe20vaxHupqN4kUcTKoFsbA719sgdi9fUW5mnY8nmr+0vbpWdRw29FmBiMOk9tT
UUVl0z91EAcuddaMLxmHLEyzGmGRYwTJOYfOfiNU019RRz/qKNQdBgPufqAbPIuywYNqBXW6n8yg
2c0Z5h/iNPv8g1p0aXOdfmosz8JyWNL+ckadXc8dXLuxDhU0G/yBzNxXABSqq2Ic+Ug5DXrUoTVj
XswG3YMS4oe3lMQdw4Sf7SCHC5uFYu1laGdlY6QPPS/p4we39o/Vj6XP5uGheUY0C5/27Q48aybZ
fsKHbCqzZ2DqxBbQmoQsPSvtAHWVHjIVz39I+9S6ma1ueMgTvKpF2qxQcby6JiP8/+TGsZ5RPtNn
5hYuN/a3IxLXnFFWWvahmV2XhEmrfRwtxQoaFepTTJ0GpL4Y96mN6FoZafG1R/yAKL/XO23Gziej
7ZyruGg5lgx6eBE0mP+T23ZsfzrC5hU/zRh3R9OxqzwlaW4YrBvyXdJbN/Y/ewNIsa5pxhWshfRc
NRgTTc+8L+uSem+Wes/xvD1gqfwgbfyPph4/I5UczTWxVOGnratAYv8kZtE6QGpxL0Uelc+9X7JA
A3tDHUkz/pMTcDM/eHqWZeXN3rlcVgvLpVMkPXHa1PNwqae1kdsAN7zgu90lgOW6HuqLbTUbw56H
u3jO3Uv0YurOseeCyPClu/cffAr0BJCNJS+Jd5ov5MH3DjAuEBeg7RKio6Mb0BeI72KJRiTtiu9I
+/1vTj6KVbz8/RxL9e4ffwga2gwbxdIU96zTvoLq6k45oz0f6DyE0B7Y/61Zi5ckEhbWrqG4Kkfi
YoaU8EPXpXfWCP3BZzgeZd7+HHwGwe4vKOkp3k4Og2qwypbKzDyMHDzQD0iTY/by4sJDYd30s4gq
P00Suc2nOYQQjqR1zKviteiicF5L4ZbPfoAqfdUMdfuYOF2zJ9PdvlNV6V66y/E1iPpiX1uIHbJ8
KPZlOhGp407IOrdKW6bNASeiTMCLSh9s6dOqefjwmM9t/XMDouFGk1RaPHosYScbHkS+Kgm64d9r
RFpMHKUYpu3C2cW4oJR1Weck4BVBhQBRpffs6vpOMJcgXYhKsghcsYtMe7qqcxsbohSbETvsWYEx
h5w2FBJBI4ZXJGDODWTPL7XT09UY52HfNZm6jYymeWJj7FcyKdTqV4sULZVzqGYiToCsDCB9ZVT1
O9IFEPXZ43Q/sWSs2xBaApUBmhB0DtbNmLh0tA0wHaRjRclNb/ebCgHLZY9u/qJrIE94SetuEhMz
EvZd+hmadODJQuZYILa8c8UY8OBbPFuJzH60lmfds+8Ve4Ofai9VZF145VQ9TF7Z/ZwxHGzKuTBB
xNjBdci+s/NSe96i+y+e8L8b3yF8IjoOl+6Bw//nxGovhV5ZuP1aRTkgylBV136KXoEzG48KpzJ9
1w95sdfMFe4qrwkvgcls6znxL0SgPpuRcQcLRMCJC/ABGWWHdE/G+upYOPdzS5lilWBJqiK+qFUT
7Vw6ymMWh9tEtepissNxUyMk3tl+TyD6YKf7fGmDYfdDh+ZVWGgZj4Jwofeb5T51ZkZedeVUzX6M
hPFZ58NrPifeDWKOuDwzMHzsax94Quhk37Kk8y44kwGNZUSNbMMKD0QzGFeZPyNbybtoOheFe2ul
ABElQV5RYngN0C6r2LvLzpJVTn+fxURVnjGNelLk8FwiwQKYUiNFowW8/EsCy90VnTr3E+CRCx/a
7qZWsQTxN0TBJfaA9NdeJcsFmrF0fet2ppBbLHFhXLn7jKL6NmHyvAPowitXuaif6SiTSUNoJg2m
0C72x55x1VXchuOP5lTcSJ9K7nucJAJ3EcjBvBnxwS8sxjN+uep8AhIxIwdtkfp+dfz+Ou0xOPGb
tivXzQlKGgbJKcIl+yZO8YJhdN25YmofypnIH8CQ7lXkNvqiTtJx1ZZLWKddAb2mdk4uj7tRUEmE
JGUFByAnUvCB42V5bU1Jt5+FNi5KJHcbNQhkEnZUEMU59t+Hoipuc49eeuAa/RqfLVEpuTWTAzSU
a9UH7c5GSaEWEYmxcbLGwxDq3fe9nq9yrxrP60HgQCdNeOvzJJ+ZNlFKoIRD69kD7RudmdMiJcuw
sK3brovJuzXDR+UoegtTZIRrCz7Tyi5r8bmpovGnGgwYnMLfm4mnIbiXWHYq8klDglutRtkspRiR
gzS5b0elvuGf/OI3AaEaEEx2kFTUbVqlEgVFPpwfV0VC+NpHtqEtYxQ+WJR362EkkJSX8RvO3vmm
MllLm6b/6tShjdEgL/qXWjdwiZYDR9yavJNG2KMSbXvn2+AOzSNlLw/a0l/91crHP8xDaAox77Op
CL8lNaufQcDViu/JsKZXemdVYbKafQ5QE5DqK2hjYic5Bj1WKRwIRJTTdsxIF206s7mNB9KEJ9EG
ByNrg32v8vKmx398aViMOqFPgMyBlzaz6SL2nTaWg5I9qHX1WQNovfFLGdK0USwvUeyOG9VO977t
VRckU5bPZVixELYjY4lVyXMNIEMygHNcdpmmjqvnsHL4zsdOyfHupZOUtzPG2xDHx4tfRci3M7zb
uyydEepx/rs2rD59EcJ2vzhuM/zIkB1cY3DShG8Wxie7I9epGWx3iz7Q2aP8H/aWgM2mfARjc5SV
W0AW8gyXKqwgH2Fv39akXsVp+6j0QnpKZ0rmOaRPc1zKJlIDHkvyKKIzEaX2eZg1jCzjXHECGN0L
thz7SWas6gDcHuwIINbILjuD0MAcZ7Qu5iUAhV2RXDlItS/AcRa7pJqSq0YnPM0B9uvVNFnlkzA6
+rjIlQe+Z2GvGwxEV3L0vixKlFfET8ziVIkVOc9787mQ0X0+2Ohoh2zrx2F/qQMnOJdJKrZ1OhME
44AbFJbtnmNVH1YIsXEI62FVRGX7abJRRaHaJL7MyvR1Fma34B7iS2CkaH6XatPrFL/cscPdxIGF
/tkAh2+z3A5Z/wn6OM0EGBUUpfNr5Kn5uoc9+6vlGC/FURwZYmeEsVpF/FS7tHdo8DmBMSB2hJZM
gI5E6BuaV7TA0jWZMc2uNwtjZVdxwN5mhF+0Lq+ksUS1BcFwaQ5Bh8e7MB+gJ4473VbTS07dt6Yz
g+o6nuvAO5sJXX3E0MToufOqaF361g9hjs1nUZSkytWxOV06voVT16hozTXxdIHaq4OwqbJdPy2q
MIL2ruvI2GCBgPboieTGGjtie/Kk2neMSnZVb5KhnA3EcY7jteUR+pMwkto4FWf0VInok52Y8qKY
OhY2m2xjbdv+fWqMCH+xjUAHnmjxCfAfvFW89RnL/yM9mvSAVg2cYDhZ/VfAcs3DsVV6LPcqWUR3
kPmz19l3GOfneY0jJMGub0i5LlwBJQZBzw1mXKJ77RgJLuYQdQBZQGdCpNaq9YbpKZ0M42Iu8wZT
m13fFCzNO441izcxh3ptEhW2qriR+66i1FxDHKDlwwtOAC30VKam3nV/3CErQHMNc8t96Tg5Hg6E
Y/hJupi3fIbGsgNhbCNRLAewt8u7bFO0BTha77uleZZ7Jt16F9dljJ91naTcqU5rWuQxR0Ao5pH2
Pk3OIC+7sjR2lEHWo2nIfZ4MLppo34UqUUQK9Ucf67scgilV8VKVDoGUX810NPj6SagJw7R4Z7zU
tJ+hQ9CnB2TP3l0VA+9cyzluCfeb+TvDUHGiXOrIfO7LZ69eDlmjP8e8AVJ393HD3519k0pZTQ0a
8IAn0NMFoWqSCCk6OOFFFFvyxbPH9gaSL9J63eh5n7Zk70VNASzQmJvquxAVl0uZzdJynYeHFonN
Q1Bq46DJpdxWzoyYWIOS3BfHEa9tqA7Pi2PzeSy03OJWJDTJMEOMRofnYWhBaSTj/ZBHh8QH+7rq
ey53Frmq/8SAqflhoij90jIpu4JqmOm1rJhAa3Oc1f7Y5YGbYv/IG9/4YlL1FqRnOphTurJ6LWqb
SXQThuk+FiXncVsNHd7nhgQYGdjoi1t7G+XufFXzcZ5Zeer2rJdEhIeOLq6rWaOvq0vzazRAalrl
WUgszmw/NnABECCWt1PsPiqg4Y+TQyIc62gP7wyFYITpjaor5y0DF1v4zNZtCo3NJGO8JALz/Yp6
hURsmVlECRRkmmc+bF0knPeubyZ75jaABRv8PSmW/edQlcOVlWiBT74fts4C7puL8ALicE4REUVf
MG5/Q79B5Rb6zLpQk8LisisSPkfEPEgXcQqGJC+m0dSrTSyc+mXElb/gYvBtkLpk1N8B6lbtKkxb
HyP1gKK4HYkB59nzvf3I54uvizDR9UouaR8qc4IvuSzdG2wB5c/cKyUEvSkKP1eZJ+LPKY4ndgA6
nyHqUKf+gja0gSQ0YF+FP2JnFUHlmfGViAFSOK0G8NA4TrsU6D0hYfBrAxUcMu1cTEPWXdh6GG8G
SWacHafVNZ7a1ypqOA7FcZTepblm82YfSL6xIjqgA6MR5BnEeyU2snPtq0lnRJUOpae+NT21PHCF
JmwukjwXT2mA+pHw32489E3jdbeQ2zF7nNFDqJKdcG3zyZogoq+kHun6IxLGBuoQFTcoGvFpxeGi
nxKoeJiBmBamnABm0yHQ+jh8/lU/pDh/NLxH6R/KyFm05cyljz3ayvAx1vZdsa8k51h7GqmiM9/g
/baznleHrAZeneO/FptWRAxo1RZ7M4g5AzmhhRDpWHuAqY+gCXBKOf6rjU+9lS4z74BuuV57Iutx
FRA4F0qnvU1mHg1Ur9YNmybTR0lTKsui6jnCYYnvzhwAaXCUYxvmiv5yag6ykqJAF95neMY+sbkS
W+gqd9LyuUumlBjfMZI/u2hwWY2WtSzNlwNBDhj0koQe91JKEC1pNSJ3QxNfPLXLgRcpJn1ZNChI
SSLNWidA18FBjBRjlm7UfPVu6f21iWDZGUvZlrxUJbZlahTA67TW7+AkNwdDqPbRcX2xlV7Aaxj6
9q+PUZQNf6ARlMdVUnDXMA6RSl5O0F0DL9EXM6gdBO1ldFPNFYnk9Croi1pGuHTQ+OZhMGCt11W1
bbx5PJ+y8GfXgwfoKkh4bAe3A2iCVY/3dZ+Fnn/O6qAeg6GmUMBgfAOMWp1R7gbnRuKnF0bvYeMH
yI7RJw0+kTtvX/POEvrqeVDcY9Fa9wWgykd+du4f1Wayqccw2LTJHECKAm+TCR8BvTM7JlFyxnbo
3Oo6a5v0BtID/yNIvx07Idbgchgnyh54Z+KvvZlThLaS4IeHSet60pUFxS0ww+85AbbwjnygB3DC
uTlKL49Y3vS39IKdy9GAZJlOixnp+MMObvNojRatQ5XI84wdndNJ2q/pQbn3GMUJneOnnWPT5AST
mGCsc8HZHit99l1ReH/qc4gF0ZB9NiDY7t0+IGF5iK1sI6xYPmRmYu05/5EgOON+AUQXbApkkTdx
CGZ5pkL4ZODiAp9ALjCzHj+ytyPi/V02MAM5PsFxQlMvSGhnqylaoFjLOODXjur4Q7yqmLzvq6Vj
EcLExtMpAd8PxWNoRN8VvtxDXM0tQOxGTGttcyQfersjktAnYZAZ6h2puvWLJ3x934QVYFe53DBB
RMtro+iwrtIBNc9ZQHv4bgDUfBNMeGQNiWf6bI4jjE+RbZ7rccmk8pbpZZlV43dLdQl9LaC2Z1Pn
p9tKxxHh0/18LsLUhE4BzHTQY3KYa7TaZ2B1vx4bNEFq8LL4gDLhmVVqevolnFJSLiCI1HmkjfUZ
7lMWnSWVm3w1mkSvm9ZBTHOUGKWBzn+ko+/fHh/3KvD8u4LaIqDc5e1O0sRb0Q1x7toxfUiW/rUp
Cz9Y47WQKMsNGgIyoFtSDQarEa6y5rGSRsQDjpv/+tdyZIHjdtVc0uIqm1adobCfQa+j/JJL33hn
xjaQcL8wt62VYPKhKLuLxEQB7xpDDR49TRlTzBy7s7UDAOAM9gtwttGvKHbMhDZfGxrLk+7bGSTT
pl9R14aH4+oG7KyEDuZ+ItpM3/RELTrbY5fweESi01EhKFepdes7pftYL+Xk8XjHfkSzEDEdh1J0
M3e6SJySILHYvyogtN4NKBEe5+NCXJt86dwPL8mbNOF6jaicOtQAoBjG/tJkWH2DkRIQ4Jjwt+bq
oiqq/rtbS3/jRJV5a5p1uC1SI3l2wXbto1FsYO+5NzTHjPscDdTq2OkrHaRYrZWjt+dZy64Ht6yf
U1xrKwup3yqtO/CcS2fb8932Ep4oh5ox2w6VK/YEZjSH/KiPWlpbx4Yk8rvicyrC8UI2QcFBbDJW
dekHG6NYWkRNXzT3SRPnNym6mrveg93CjLW/6VCL7LRaFtYSSphjq/TSXDa+EFLnTejFFRAEQmUZ
3Zi0RXoLTuVIYKljUjaCHfTX6UAFPWZmdgu+rzgHlhYyg3C8FzJn6NmgLe1z1X2fMrPbk+ByYzmz
hQmmzUB1mT5VkaW3RoOeUcUuD51bUZX3APiJoBFueONGTJDFuPD72qAgrkEkLPxtC1nPZZGasMi3
RMkkXgrrW8SBuCDokG/TjfHw0rmMVpOj7PC4z4M4YI9S89IIUBURNlupUn6HZQBUePA3C89VGwK5
gjsyB8Yd3SNF88Kc7o/PEupha4uPhKZB0ecXTufVu5we7B5ggj7X+H/3lZ/Fe+CMmzL3yUgw+5AE
0BJqBgYyChqKMjdOrsx2Pk9Eb39vStE+kqxTPutSib2JaWaLxza8tjgdnFnpOD0ktjc++MJMbshn
j3Yyd/TOjVtxkfU9oQzYjBSH6iuvMOwfPE/RMyx99/L4xH8wgPhLRxw5GyxanCgucviTjnjVxrqY
ipZxo2rTB5rnP/QcFRfNAC69t9z8AqeM3g0ZzLgo7D/3PX4cyzZgyZLe47/+UvBW6LR2ALH82/c/
3Z+qEoZDAB/AqCApUacjmm6sO+r4ZD6YPK+rBHVNcpQZCBHifu6LJL6E4Bvma7MkA/qD0OG/yIxQ
WpqCgkYSk+Y6J6oSn6wYCUpUHPoARDzu0rF8Pq7IdKmg9ERJhR3UfBryNOYU0ZbOrVMW4WtipgWK
jyzavn8z/hwM41rQ9J2Up/6iUoxqb+g739AHXD1wqLKSuYW5HBlNRVcwAX+yev+Cf7kB5O5a0vZM
x/NMW50IvSi34TJlgUEOCXtXSk+RjJLI9H5Y9mQewBqKe6MY+x07lHcdRsC9TZsPdzZUbX0hI+k9
vf+Bjg/j20kVH4ip4TLexStiL0Ks30a8pDdQE7SzcZgFPTLlh95LPdPfNWt/2LZN8zPte28XOHra
q3mcwQMFd1Ory58ezL9FaG52q0kSj0RkQQwdGT6pSXpGjKRQPwpe+PNu6D4Kmf6LDkHzFJnKIu2O
H+9UZWH2np22mjiXNu8wRTZlCzYipG+UwGyETfoV3XN7G+QLH09IMDR+nhtXCiPzqiuY+ebeDB4f
+U94FkSWdVubbX0+BCq5PO4XOkv13fs32lpu5NsbzUdGk2l6DPkJHDgZCRYiyYk2xYetEpVeKbNx
tn0ooBpiaQDsx0moxYK4hxHoPmOnbohjGZ4tDUeqWg469JT0NplAjXzwuf4cWPO52DEshROGT3fy
SmJSKSVnYXEYQPs8FYXyd7GAqtdAXYV7Gth3oCjXcU1AXOFLDz9bRTpRinDn2upmeaGXQshBMQqd
UjYvHd6Nde+n+eaDz/mnvlabnDwlnxGxuDrVIizi2gEeD9TG44Tn2AOLpqR8jijzz/hkPY1IDnBO
nX7LI+B5UF8XYoHz0az9z0VDc6OWd4VH0FGnUklqLjYdk4HncaALxmf+4S0wS1q52Y2/TIze/+Z/
am64HkI8D5EiViF9IgwZbCz2Rp/aB6fwIbQ3+QvjGJBrZSwQ52n3cki9ej8QP8UQhqLg/av/RTqr
TcboPB226eFoONnNIlz+UGd51Ubfam+GVtLRnqS+6byUJnbbXzBhSK50hjd0HFHnJW5V3bmhh2M5
z4wX4JcPesiCO9RIH92Zv/wSFtIUfoRF3Yvt/+3aVRdh4ZpDIw9Rimr2KBA86swYGJfPjeM3H4hN
/vJLsOYoRB3LfoG84+31JgpfPPAJKAX2znPX4YTXYzP+lKUFY5zMMZgrdWKTYla5cIWrPpJX/CkR
om0Klp7SwvQcR5/8FAZBRp6EnHhIDLfb41AJznOd5i+VPzVkh7hra1okxIx4n3qSd67tiQBCr+oI
9Bgk8ZB9/4FP628PBx+IJqu0EIlCCnt7RxxiUkunlPJAz04+1jERBGceKIBtiaCIRoZUP4VgnhDW
vCD+ZJx3VdLurDAkyAweWbmx2jD6PpjB8DLOi9zh/Yf3Lz8Yd4lbjaiaReN0cysx2xqBo/RBWCDg
zzoct3uwD8NLvAxpEysZX47F8nG9GkdIQev3P8Bf7FFsrrgBXAsxPu3Qk1W/HQvhRWHnHnQfT7DK
JkGrnwQ0sjEuC7dtLzOYBFvLGf3zaBzTXSJp237w3Pxlj9foLFhBhC08/YdGCscD4GcW9VvP7S6Q
lOfM48YWJozPONSY5y8aZuVZVdP2YRgpxq0d3SUy6S6dIgxiqKNJtQHC/60LrHwNbTP6AZekO0iD
dkrlz0D4E0WL8P1b95d9CRPFoi3hdUFDc/Jope7ASRKc522zrHF0rBT5nzaSqlIup5Jl7EfIyL+3
6X9kQX4oMv46dRW/yT/+n+Ui716LJVe4Of2jlk/zuwH635/ufzUYebEc/P8Nygx2v72mb7zJy3/w
y5vsuP/C92cvmwMhx+IoXfwViuwIko8VzxxRJo67CKL+nzcZA7JHQqrJIQCdlCv5R//2Jtvev9AT
8bOzfJA1wErxj7zJ3sl5zJYeelxPLn8UH4W14O0iJZj+RkohF0fuGQN7BmX6paaPdqdRiX3xC0qW
LXqL5nVSTvmU28aUboMBkt4dLVnmzE4hrXAzJRmIpjmT0bYKaSitpJ+Bm2uXINjEyx76OCIEM6BF
X27GNM6fzKTeqWGZiSAMYP7FFITMgx4Gir3xC4aZEBF1JUnfmmD2tE4xmldB7AwonqoO+ffIwcza
RmDeLhd4/T5VsX1NwgO0WzczGasMAmUOrp6p8je1UVSvonHor8FpKPPLVggjJKmoFt7OaFsmE5WV
ieKTTRJbsB+KsEw3Eyr5a7ML/YKYVS/Hl2W3HVxbCIFQ+pgPEB6aW+hPwA0wipWBafjk5Egsjo5R
0Lobu1hrpOFx9X0kKREf0ZjTDCecFb0D7E+K8R7cLcPWvo32HvBwbCWCExb5xYy8Vj5y/2xjZW5C
GEIJ9a6qKz9cBWM07GKJlmzNTN7rYPN0DXlxsYkxB/mVdV0xUHpqypwRcDl501fiaGknN87YEZM2
m8DDdOZeOS0hEECVgNFcE/b1DcFUO5zDGQ99pPcu+QCGYIy0lnFEkASpT6Cc49oBU0mLPo3uWgIw
aB2r+T5zUorMqIx9khEq2wX+EGmic8o03oii8PtVR+1Deuzk68u+bnN51oL2Q1XsE46xrsIYoJlB
cieyvML1O2IW+2xeE6PNf4oVge9lmfU0cXm+6lkJ381YzXXkvQJELEqCgwKbhNk4KH70fYHqnmww
46siw4TlWRUTUaRtCEWPFsc1qXR9uHLIqXzx2pDcmBDNSH3ueTCbdwh59ZeyF+XFEPdxz+R6IIgi
XjJfbrugjG8aNPo8mV3UErpoxHl1ZvqW8XOaRHHVtaM17UQVgh5rUTrAvpkcr6/PhQrS/pzQBZNJ
95iDwyY6zxsus4mChYmIX0/5l8SsOr3WvVMRkeElM2nULmPlXUkoLjmGydABApJhkDDXmstuBZRw
vOjhAsb3sTMWpK1hBjd4adpwuujMHDiFbRfMds8CoOVkcRqJA1h50MHIu6M8d4U12btHFZZn5+B+
JpJKutku8ysn0UHzozHnCP5O5JI9auff3KEqoGbCbbLXnGch9DGdrx6widk3eQSnuGojGuShGmrY
XaW3nSsHUULvZR/Y5P5criBpStqLAg88Z4yT5SrDwE3EqDPSZGuazUiHH+g9TFNePuvX0eIf7Xb/
s63s/x5w49397PLb/C0JwZPnb/Y057/3NK3+hZUORznHi2UHWho5v/Y0IZfdyUbeKzUmCLwe/72n
ue6/6CVho+NALZdijz/u33uaMP/lSppeTDjRXGAPEv9kT+PP+b2XsJhabRe9LaNXNkraSG93tDwU
WQeHCZpLQNbImR795NUqXRKlSmHYly3EpBtM3bCYf9v0b391K37HZpw8mr+uu3x4hVVRQWd4e90I
jyLZRyYqVemTnYwObwupiFHDwCL//qVOznbHS3l0I2zqAPqV1smpN5sRk3WtOW37clAXqdM9ee3c
bu15xgVpG7fvX+2kK/rravjdPNqSeJFPmyBDRbMubkf8uAqMU6IsAHW09wkLJ4KnHAZIt1GFKV4W
n96/8F++Jh0NTrH0A2EDuMsd/639Fg2WAwTP4JfUqjgLG2n+7Ih/Bk87EwCaknf/z6/nLaehxfFu
AyB5ez3YaDL0E8Q7WQg4/IwTbUxAYj33d7LW4OXBKhFq+/41l0r9t84XN5d2F14hmweWF+f0DNTI
Fo3x4NZbeItQhiSqPF1YH2nuT68i6QSAq2PB5MW1xKl/hg7WKEWthi3oNbnRZRueV3EsPzhRnr4B
XEXZfCF8spKGw6kpMxSNkdPCHnGoZaCbwdxHn+OyJKkHAoW5f//G/e1i0GFodNIx/7M114bMh3yJ
Adf0aUzLcHykClBbJ7Kf37/QX+4diBHBWBfjBj3Fk6ewBCqXRyobt4anDhhd610VEvD1H1xEuMu6
Rc3PsvX20eOJZmbSgLvyHfHiiGSEZk5exPsX+dsto8vK3WJVxI9wchEnhOgPwXrcWlr2lBbzfWR7
xVWKsWD7/pWWN+W3pxq15NLwoKUr4QdxPD1Zg6U9DdpwU8aAGxRJH7wyJ384XuxlZzGZINE74Lc/
+cMHmooQzrNki30V9OYcmX5975Ai3t4VGRzq87FlLLDKZz92z6Ac9+UTs1TI6+9/x5N9ZvkYHKmP
1nm+Idrhtz+ZYeDgmUcr2bbmkNAmKPwKClAEPGgVjYkuz1UeOl/HHprSP3v0j1dm2bfBSXEGFKet
NneenLSeu3SLRibdTUjWtlOsp1XNw/Xwz78kywa7/OK0to6ckN+WYERiuUMdmizHOkXIXlO/0Ezp
9oib5t1sZ919Uunug87Z3+7s8kpL1mHwI2LZkH67qB/bZqT6Ot0WsOnzTQfu9XPvJSVxsu1YE58H
mY9kncJ5/YdflvVXQn1hPsnvSRFxcl3bLPLELLNt4BG7bUjFUDbM8+cmHard0HSI/e1UfH7/oifL
i+Oi2aR7TJPQcWhROss//+3LisEWKvesbFtNFiKCVg/p2oGr2n/w1py8/L+uQ5WFHYk3n1Lr7XVC
gqWGpjGyLfx7/9pNenFb2splRj8VH7z9p78fSDXJNALACfeSJ3TZ13//SmEqka921j7kdPw1+uAI
sMwS+AN+W14c9Kc2KwvNFDpgANpOlmSnE1aEUETs+jZk1m5Oc37RhwnhUmTJpdlZnPSwwZmBe9Va
FbGN0CzXaD1ZYAmsGqyAyPG0MSgJEfcYj6qEhXo2xoH3RbSuQLwVNrA+EQbike818c9rDsQBS01R
qWfIA91FmhRTsHL0OL5as9NY686BME+SSwtW2OBMFQ+5gqOU1M5FN9eNe41/yQCyhNIRh0fE/D0z
5PBZBYoA0qi0w/v/4ui8uhtV0ij6i1iLVIRXAZIs2+3Y7fDC6uu2CyhSUeRfP1vzNKmnryRCfeGc
fVoVs282grA80Pm/nGoUX+Emwn/2bLdP4AYmLw0Ry3yUSkiCdW0P2LOSuyBYb+9jXC5G7lc6N58k
DcZuO49FZwSOfmw9WcPS6IWHmKBWM+wmNSKCVVq2qn0a4MWy3W5nP2ZKMEuiI4xA/+2MJZA1BwDy
OaC7J3RPxSEWWxgHQH/1GiSCLIowo0dY/XPLAwr7ILa2/5ASue9F7QGp21qytw6Yg8st8aWrLxWv
9i1jWyJwQ09T1x8t8iJAOsOBepewfZsst+z6SYdBjxZYO0R1CY0Ar67Enp/zMaAl19FCZsmgDbwH
yfpnOrNYAf1KnUNwyryE5jVXwCHaEhVCGm9Y4shYsFFmCRVU6znnf2BZRK7dqfZ23VCfNPUNCO2C
SVAwAn9f6qj/xwxrf0A7YrtHbxu88cZSfX0PYDj3HtUgl0d0oAvxpBIV1N1U7u3Kmx/5HcFOQ9ue
/Why/u1l0JnMa9v6Y91c79N1SlKRo4K1zzUgwgoZgLWFSSRe/z7VuXRQaZEGSBCbaEqJ+nBeiHWO
vLk7BqhUnmelhvLokzpBsGZFjFGdR21LUpsaP/IQfvJN2DGreMQbsN7q/+clIcih1nPFSp4SZlPv
1DllZY64SyxzrqWvF6K7rklNfmD4hKu3gB0wu2edxyuyK50MFFQi3TWoYvDxImPMVZN03WnLzqxS
uOgUYVJ/eTThdrKwFGuT1ZtdEoTdIjz2zqRg406T/cTHgQ8/2GaCVJFPLIUWox3ybAiIhtapEcck
cukZFq1hAJi1ZTWRAMjaPslA71kPyHA1GUGno7lTOSmeJ6vUlcgABxPR5m6hSRtHGDK2ERI0AM7l
mN+EaJjH69zEyCfr/1FyG6P1C78EbFdFlXqbr0PMwK2biEOJClH/dvJYwDZsGXtdckCyJChgAxDJ
3rHazUIvXnileEW4kXpawmsvlp2EHwstD7SH0Wjky2jEc3oI3wNt4BtEQ3jGeri3uz3K/4ZhXkTa
EMPtHyFYuW6ia28pTs1KaMNr7HcMg+ZejVHm7zPqWhuI+ZIWw9CQWlmHyzsghXBPhFdMbw4OB/Eb
7Vf4hxRKwj+VRyqaFY/CPey+Pfo3Bpoac7OIuPXD7pXmsuqQKMHKgBbKmzUfb6RdIxgD+ju81bzf
VDoD9/lX5qL10o0hpYWGWgUTby4cF0nICHY/IORHBRERnPvmU/kTe8qQLhOtWwCCjXExHCj6pX9c
7KYbkzbQ9YkhHqlLYu42lOyB5csjER3TzzKvBF47CP9/5a7A0CRMvX/3uuWP+e4koBc3zpREpFoA
ozeeNaaMrIu/c1x0z3NYEjzh1KB1D3UHEu5WBVd4ESnYJYRePxiWA9PHFXB1UMziRuaxRaqqKht6
5X3nHRU4+TAd9h5MysXUIBSbaHXyjN0PDgvEVDZRk27Q3ozL/28102gUUzsKT6mm2U3dKvfdxFk7
3HF10eQu2Zt+/hj4pv6a1Vrcj1vIH9N2xRJe7womAVaikcEijtnvyQ6s8A7TO3d+KYs4JkUOD/mh
ZnRA1oZfF/z3W1sWSTTMXoCUdCJaGtMsAYkO50BwdpgXihNeAge/bIfIFzeoGawDyUoY/K8ZmIux
NtymVX5ww1XkOMJaIgMHoorrCi9aIqbRAqQWs/piFP1f43v/6BUW0oxz+6HBtn5oMTSevL1WxRXh
j4pe6mfkawR0drVdTCmlC1ql65AlaeucQXhIU8svq7A8GkoFPtO2Yjjdyrk/xY1heI5h75Kj5b6b
KMd4MXTZJOK/rYVXWjTXrODmHz5MrK4d6n8u+T8xmf1lcdWPGxEQaINNLKOXGpw8yg/7nSFwCkTg
fSTyB2nSs5Bdl9jaEIIaVdW9h14PmLv47Uc1hBV09YfG0ne6GDayinnTdSWP1sYplxAeDPpqGS9k
xGKWVeEJGVuXgA2B+z+Hwx8Ep+RIqeYRc6vMUOXmB2UG/JEzMGZk5C4Bdg0QV9maS7VxnaZWHq1+
324cVHkPRRPOd8vW7yYzBS8+OPlDO6S24JlvIzYVnnb6f4FpJgKOoqF7HSDUXZpwiw6GjMkYg0i9
nUzgsOQA3vFl9s7d+e7cawfN/P1lL/Px2W886tgy3l5LB2ITt/c1fIwvcsKObJ+cuK0efC33P75x
PmOVh3coKOaHlSeI0LjdKd8lRGz0zSzRH3SUS4t6amnKZBlH/58OGgYkQN1y+3XASs1Ghsjz+Pcy
b39zkPH5Jp6DCYiPwuwJLYw86cJ9GSO7S5RZ3WfQb4KFCNuZm2D2wuewXDxU9CT8IhTZMtsUlB+l
ne7rNdGLVABQgI5TOhnikuG/nFK2Sli65lsSqaujZZ8HO2NRghO45V+sFFm3++kZz77DTVP5Bxb0
zVmHhqeBGJBHBF9uGm6j/oUK2/uvQrW8/BmbbfEyMDiDzIgcraukt3Ft765ZL9u6f3cinDIS48b7
nAkAlq1GvM3SLmHwb+LbzNGY6k5RWExF92dFD/C0EiSwXB8RbrfKBpUyS8itLJM9DFz2PN3Ei2//
RLL8XOPWe3Lh9oNB2s6UR3XmWKwWLNVMdx0x5MmmnPci0sMbkJQ5AWR8cTTSgIPCR8hripCiXyQO
31Q6jhLm/vpJj0u5w0r0WyqUmLg4L/qZIVof9EZiX47pJlNjuGdI1OHjT9ZO5CL+y1cV+32qsDZm
nu/Bs0aymdjoEL+h9ESPUU9KgGNrl3+w0z4H5XKO7f0hsnZo4TjbwosW3YDRKA+Cb0PsPMcofD+s
+TDB/sLFrcn/Hboloyq1D8HQjMctmONsWWwUVa53XHK0Ib5LOC3+YNZw+SAIcYLwdgMQzCsS4Ez9
Jd8bHlmnX496It91noI4VVMucE8Z28WVlgdJXKx/8ilQL31nsOhKwoou2sa7Aa8fz9GStx+empzX
EU3iXVRtFKtqDR6rCfN3S5LOMyL0mR2DinKswKMzEwobWw/lbipMeyM3VRMRIOlzph3CoZ8uPZDV
0+D5SxrsJN2tm8crRYw8ckCPxNkiMENZrPSied4SvnNxJKOL8Fqo4tQro0piQ0YuvhESTqZmai+A
f8wDRSAJbE1jkrwXAReugbVMcW2RgjHV4rHCyvMHsvvKllCVWid5UJMN0ONgQ1MP42Kbtz4j89ks
x313JVEn9h4ns7c14SGuZkxlbrfx1hij/bJwlY5F7BRWQhFIoJK3hcdxpgok4bn2KJR30lUSEVjw
6UMMFvQhCyo4spP28QynQXw1TjeXt02T49b1Ao7TeyyQ4ygPs56XO49AdmxakLmoWJzWyxj/apMR
sED9ESmOvLKznFe/sNoTIV4tD0tYkN2O34dQTdAde3Mk9Ad3Ny5qd+t5sUGK5jtMVVCNDxNv/SHb
mqC1bxbEPVcXleJWiIbiNcDkMT1p2+8BHVrffW9DC9y0k3mGlCgzCYvlbtfwMeT4m8zJ6Vt38dSc
yLcmbIuqjlBNYz8sfvUxeURUDFgvSizOGMsKkP24ywhdlNEQJksZ0GwOUb+ervaSCVtagZlXThRc
h03G68euJuT/yBzb07ps6rhyyNYsMrEBzRGxQY2mf21Li9jJ9vqiDRh4FNIJb9rCuW/36k1aiNQL
ic2MXPYsoPi51EVPKqut5d1stdMLXuSoPfnEvICrbYqzzPE5zGpgaVkGfZkgfi/NI2SU/q6cfJXx
8LiPMDSiIAv6QGO6tiU2EjRVd6Vvgl9idfrUEsN5vqYZ7ZW094TYS/lIR8VqvxvMgfGMPlsrl4VF
dE10e2O9Db3pTl64OV+s2Lc/wlMFXYlLd0T0HfkbMDhuPd5PBAr6UX/kF/jDrsHWqUfWSnho2XB0
R7LJGv+wQNfxDrIGhJnxLLQ3lIbhyRs0CXqd6GAbV8XdUEVf7i7jG1qXe7+F5X9Y65m9aUsk6jks
rbd2w7lWskX8FeWR/YgAos0MXg7sJ+t/waqbh94RzQOirPUfd9YfJm0Y7jan6HCrh8XdvMTBhcXp
CZfh/Mx25CZcSqtMyNHht53kYt84LYnXZdt9IBq6npv2enLqiPVv4Tj7E6Ef9O+ut4NgQ8l89uQU
JFgwu6RtG/eN4qF8HeupJY0Fw8pK7Ncoe/IY8no5xWaVrxGh2FBwt1n+qmUOrvla2X9yMhb8Q3HE
RbxLqaQaCoxw7g+1Ix9Wu81voiHQ70uv7SKp1rH9DZTK5md1RzeBjpu/SByLuPiDHFdF2ITEfjvl
eld4YsqwnVm/nXaz1wMOrqhM5qYZ0mWy36+Orpe6CwgIWur572bwNk+U/VKRQYT9ucIdCZSlbEGK
AOdd+mOExLckMosSHeoqFyZc9dXKz/kTNPYrtJblu5zL8ozH8M1cKfkJyVhWxU5t5iBVIVaNlprj
uycqFhtFoTZzT3J3v/62h6H+VwjAF8yB2w8ZgsYYZYyh07tmWqDiiv4L1y3P2iEY+Gv20XZG6GZi
O8rZRoYXto39kHu8k9Oo7L6DSpJJ7UjrnojVqLlg77aedH3tHXCAbR+RcBuqcYqIX3kT5/OJuVpL
ZPWyid8lQhjaCqq7TzJf/LRqyLp0jVYINKLtzyJm+8Vz+vAwMTBaMgRvcX3AF19LPGakv9iWA1Jg
r9roYdiqtjj0o3ebF96UH4tihx0etm7YEpOMTruvdivtW2JDkngvQopPfg7MWGbcAHCsRMBgquTq
J01pR7dYSEi688XuuamaZ3Dt2xSMfybEAdhuuz64GBMGb36hQsxLkw5m3tjRNGRoJQTXU67/T24F
sBNiu5RHbpB6gfHeNPduoPA6Ax5sVTLAa/o7kXVUJmU/dI/5FgUrWyHXQfnSOU6VksOxkV/u7PZX
aXippzGWTiwrC2MUvMlkdhHQWFOE9rY7gZKw0f8EuJJkxtsDcEmoI/O8rBVETBc3YZuE/YxRAxK6
QzSN3Yz8/COcD2FCtEQg6QsJV6C2sZySEmqo76i/Uq397sRIQfUcBVVgZ3UY9j85e+IlzeemJkeH
edM9LpnojjQi2uAKTciEWmObH2NvV06KxtR5tLByrgcRT7BoFz3QSlDLreNdvMp1OLc0R3vCrJeu
0K1oTop89l/nWtGi4FvbvWTAHkUklD/t7wxs5jE1ixnxhnpTmwIJWOdjqGDp8OcEqZkc4PsJWRQX
uLHWgsp9iMldqZa9YPWB24zxUlizTcQ2NyU+mQGw50bt8VbxN9ne4KOGfrZXjGGoHh1x12G6iZlD
hdOT5KiyGMSsNHg+r9r10IZhTSggSZnWra63sMoQ1fT9YSi64bWuTbAegtViUhWuNemdV+DgYfJL
Gg9GfwR4ekiGRBp3Qf9gVzaHJgpt3kiBF3cNQc5MK1KFNaCgxJqbTzzRmhfoOjdzss6T+CH8Urzr
2JcgD/q4sjKnFjPhygitROJ59nbvwzhwQIl7GhpwSCyzcojh5W8MfrrCpdREwyY/hDtGPyihdtgh
TbsePavR0NaAxm2nLVYFjd9mAuLc2DrCzihdUt27YGFmizF29BIDvq48ghLx3sFgAQHoA8sW50C3
AzUithUgJLbP3EHZZLGKUTvjdQjGdCPvdzlnTLbmB7lta5RYUbw2+MwtK0r10KFNixGnYcOmKuKx
b9HAneClx/qmnbQUTPxq/6lQQendoDcmpFDORXsSqN6Bu6y6n0CmW6Rvh6LyhsRiuEXs0dixkwIc
wpPAKC6wD7UXbJ9hWIrffOf4pYw2sI2aLOAgWRFjDZd2mvlaGC1QY61hr/xbQnUUGEM1+u+2Lujq
kcS7f21BrALyqmDGPIov98VZIV4cOiuWMBsmxGQPgwDImji85V+Mo7s2NSzB5RegLAlmB2vYcq9n
RYuPTHIiobPdt4J5YDkEjOXXWNyBuyWwqrILQO8YsOuWIp/I9P5UdH15PyH0+wWoovJvdoJDe/+H
MtUyUWLD7TEkB+dr6OhHqQKwb7cx9ryGQxMbwdJl9oy9Gb2hYI84nkvF7xokMNk6S57RoNVXbR7E
py1ZFDr6R/LKWtS/zN1pp3tFz+7agO7T+ir9zghIVfhxpwjZR+tR3Ket7ZFv0A+2h8u+M03zBgEA
mETn0KCfpNJzmEzxWucpO0PjJAGDvf6w1HY0p0ppMtxn3tagY0YgDlBeiLm/GNT0TsLvJa+z8B27
zm2D5UVnua7l+j5fVVk37qgiBHotvWaKlZkRNbFcVZE11j7D4BryfohT35+DU+Eh/HsbSSyiAMHl
U3L/V60L6sLuio9BLMWOURXoQaZ7p+/+cpBM3i00ckR2jtQVY5WSRm1bLLYuzIRRMHhG0t+vPWUt
Um3Sm7NyUJ58Y3gw5L/UFDVUu91GbnPr2RryBY2PhdiPRT5zglnqb+Ub+CjhELUi69fGiz+AebFJ
VdpB4rgJvy1SxTcqLkFbTW9EyMOfwOrvkzfBuVimllWNgJ62bfcuc5P7sUEMzRV52IsrQjeSeTQy
vBL+qyeQVPJj1+v3OAv7ucc22x3mcoOpltdkeroEH/i3WODs8pQ7axvf+RWTG95qRXixhLeGWTnP
IVGJM7jmx0l18pnBL37dQ7EayzoSwuh2HJaRjLmnCMEgMbOLXVwRaGbecyxh8s4Xsz89+gwV1CkI
cwvoleULhcYx2P5Cg4pggHm9HTAzQyKQ+bIKf6plchg5M9yI4YZFnBcHTLiBn87cJ/aFuAMN3y4I
leb8V9TYixOwDrfHClBc57URtBXplW1S53Jtzv3Y+uMxX5u+PeM+XH+ou0ufQyaf4qdyWb31s2zJ
SM9k79hrirCj7TIF/ccDPAPBAIxmgyD0nwsZHq1phOgxY5hpGd6wV8QI6AoC5VmgFy/RfsXj4NoC
MUIYwDBg7NZ98Y3ACJYzbiTzAnoYF4C/hc7L7gMtPIQdDCzSBJ3u1LUBRIRRyNCc3L0Jx0SHJHSk
Tgf+4rALXZU3wULSZN7C67o1Dtm+B4SM3mPj9/5LHfghUeJ2M/2LJSqm253VWXnYKm099t68cADD
U3/x6Yb/CrfoqvuN9Mcfz4ZKeSAUpbeecxI+n61WOfzfRhPHH5tHQsUj89TlZYtdHVz6KND7bQzk
UZ7njSbybrIKXx3r0e7ik+eFU8e5UpPhlw3YOMWDVmX9sspwdo7G22yAMy4Olfg6E6KbhrYVV6TY
MySjBd+HYo9O68CEBGDc5LS/8mKS9PLcaXOCcpvEx6LdhZ8Y7u6H3eTDLwoxnPsgvob2pPs2wlNn
b8FCBmbFEY9YSHyUXkmQJtuvSWcODnoEyPSyPJO6yr+oXaZbZJdDD4yKdLhLNAzFfFylX7xIHXM0
x8QhHjZrbBiTa4vYNrNTnmatluq3NlVZnFCSD1Qpk20x9iXmk3GOA8BSIW7718vVoKcu7LxMcHmJ
skv9ILfaW96pyv1FW8xaxGZWO/KgO95RjGvzY0ty49JojEXNbbm33nFw7blJwQ83zo3aqro+ignq
eRKAD+jlgT/ezGf4t3zUoJfhjv65raj6q3EOVyxDeKyTtdPAHMOy1N1LOzn1kg3AFVmAbOijEZwu
w54ghpXvTRvhVo4bttTIbkNnvsXNRZ8dMoLwAQsKVdOXT6ZOgNJUn/G69046gP77bJqJ4sUmv6vI
oLTZ3H8ReMeahy4vl18S8ARFMKgC+3bE8QNZxt+Db7Hbok86/nOV5vYwjfdqnNbw4O2etjO7CJvL
uLE0TT3bW//zm726ZZOnWKIZZd82wI545JdVfwBqCOmgZwbX1IVL8dvBlt/+igsW1ywI1HbikrC+
yblpg8xhdBimsWX2cznWAbv8vBMbMMU9trKpaUJ5N/BFKK8931QHquGBQCBR9MVFr8JrTntHziAM
LHgypxWKDizH3WHsv9g9LbThTMSmAtzn010aVsAsP5izM+5hkMKO08JANtX7746cG/sSV360kFZJ
B3qzRyHlocQCTQqxsAi3NRGu2st1AY7qs2I+6gcd477VDsFl2AbWXlaMhFVlwl+Mc5hBnJyXemm/
beMiZyzQc+7USQWi77jvia5CO96dFyEpkYd+W+9yGmhKlG3iis3QmLozyU6EhGpBlX3sWN4SG8rs
NQSs5hMFWNdxbCW85EhJ1/k1w0a1u7w07Lr/22K5qgxKQMdEy4zXAowxTJORNBM49yWHY4/GfATx
N3D2PrvB0kaQ4ijdUmvTbQBqwSviQxnzMuf0773lsZ577kj4Ctr5YFnrvg44eZ89OydPNEDVTtAm
cUEWJ9YuunSsVDM+D1Q4LM7yxvret4CUTrz14qZutfuHokSJtOZYb1LY9Plvv3M3lfJbXzvSXfFy
uOZhTMno5f6WRcrd8vO0zuBRanJ8mhvG9B3TwohwKXNW3G9vIev37VAZpkgZqg5YdKNdA+5oaqdQ
L1hQYGocgtZdYC8FYh+OgBVF/RdLZT4+CXKB7vKSVuRuwgMqE1g3gobOcsv1SnEVn61anTEdFfr5
G9377BD0Ysfz0QWKGryIaogfJlfMS1a7vnmGLbfBgunrHiBETRBtwsKx91hdB8urcuxtORX2KMRl
wAORny3kgTHuvIWPSHmzIXTHiTIfIUN4OL+dfekflIY0c9wlrfyvuW62NQX4DPiBDQnC+zKH4plN
1uowc91E1MEuaQH81/kQnsIpN/qz14oYsaRpGUlA5GKi844mwHyuxRxOCb8jG/sq7K5Ql0mH9yqv
/C8yEarXnatHzpvaXJI8RcAzmwH7DH9ttYSpQpZtx0iXUhq1jMib6VQSTuLddIoWn9W+YASUedtC
bAHL5fA/HflYPMYeBiEErgZClKir7q+0SGk643dBI7LV/VSdZk5SfXFri7n4rtFFXnZZ+PZn7hTG
ubMKMYmNkV1OWovfwzH9E+4uU+I7FMZE+/o94QN/wqKhEiFZVK5jfaii2fjJEjY0YI5bNsttQXx2
fJhBjk5HGJeQcvu1c+fLqujzsnDai+UccKbNRNMr3/3OoXkAhCo81R8EROnqhszRxU7gp1VfpJ2z
IQWMItAqr8EQ3C4Ua/+UWOohLTWs5kMNWCJ8mvZyFy9wNpf6sAVXwB57AfU9o5Hw2EfQiF3g1Lrf
42B5/9hwMoQZ4O3pMzKVqT8xzRom+Jt7GCSlEMtlWAd3el7cef1g91cQ0+57OdDDedbM8O3C/zFK
WdYvHqn6t1ln+3chguUzxH3xONJ8UdZC/voPNRP4vsULIUktQjRPM4CEKw5bLywIgOkUaUgu2gYA
jN3ZoXSd9ScYqisIt7NDc1NJ4S5Zu7IYJ/49gK+bd8T5XuN7/U/KMAYOHZjU5o5ZJ4UTehtAODzM
zTtZXfxbi+0l2ush8lhGEYdRsIsY9GQnCsR9mTn84MHdFlpVdISe6gz36CMLOGDCA0OJo4PhqLeW
4EZQRBuZ6GYyvP+02ok8cKdqwo4u/DrrGfsTMOm5aJQI5hiTaPFklQSW67XU1CGvYTLpZHi2pVQ0
tALK36Es9BrfIdsOnFQqiPdniub8nUmDoSpQcEqzAEXhv0Dguja8Wjp6Y3LBMhCUBoALuq6/pnE0
8ZyYT8mqBmk8ACVehN7OdTy5+60pOjVmoLAoJ6xg6NiSbjMBGptLhCDr+nBxb/c69xnZL313K5mx
N6ntz/4zGe1sbRs/bm+5+lWcWIXk3FbADv+VyoC+7Bxq2sOq271PauxWDdrRrrSStmQ+mJQzVXiy
17rhU1PNMcPauU63le9Q97ZumaPFn/h/3xSQXsXJatlmJrU79Q/BaO9BEiJAjPjrVe2kTgUr8uAv
SoeJNUQs9IGA6LuFmBCd2lFdfEWhWRvK6Um9hWajyh9qk49sqVlrYsHCZwcPz/oi91P/RhwBwTL3
Vf3j+MhljqOOmNQtq+CSGbFtv3Azx+4DGlwG0Xwswk7gtOFisjtTHlxhBY/rTAWYtm23fE7MI9wk
onJ6HvulFoeOvGfJZN1zCYxm3wrjjobncZZt8GtkefmH2xhhzFItHY2gXLU8aHazsN4IAH/1/aEj
dpgFcMSrfVxosYOuffTicWVyVUfXkqZGNXjQgT2/53T/HQCuXprrwtQ8FMBjVwRiihvMJfLnWAb+
9gWHQTyFnvI+tKjZ11RWTvETM2R9UPva+5mU7V9GmuHN1bS1vc1FJP4ugS+/Q4agLf6/0b/LJ5vM
jL6u3Wd7Devioe21xexw4uFKKyZuX5jplZcOwHFoOWUTfAnoyNbjEHujc1AOcqizX+XBTwRyu0ks
4NJHcBQ9Kqh97ijDNre8D9aSSb3h1RDTQFpOfplKAnU+A+MNTNPzCqO57BVm4aoj+D5pVG6Wg6PB
Qz7p3bJDMqFzjnFp+IyHXORwCxoYp+4dm5NwTx1lwF73uMd5Vn1Q99TxvbiPlPBtJCpw8w7Iiiky
hn0sf1weYTx1NIsmRSYz9keEXZF1M3RuwDU2JeOZRvrMk4CT2eeK9ps074bR1r0AxoapoC3jxK1C
966oqng5bnHhPnaNY//EjhpjXqhbxZWSprvHdg4gCo/c/iMapX4D9Ob1DhzS/OM4m5BTWHgYDqO/
LHs2it1p0RuM1fAKz9XvQF0J6ZEzXlf6br+OoH/KsrLLLx3pUmVNU6ghGf1uVUndxOV/7EebhuX5
RNxHJ6mAD2E9o74q4nW7v85oxrSZlupeo36q0JnaXfnbJcGd6sAUYj+FfSHdL+QF85SVDOj2N/7G
jfgDe6XNyTsMhAc2IyRW7EuLLqfrogbBCvirI7TiSKRWXY9bk4yN2fwz34Nh4Cz6CBZvHK6M/g3M
20sjJK0G9Obh6s1D4oxIzfh5Bd5rKHggGPCxgGNtU0yJsBneo1PIgzcc5Y34wF2iozurrdnF2lpR
SQKIiw+uS8J20jgb0e2uRMf4GrFHvF+LkWB2eFt1kdSGF+HZ6DqigpoH9zhKGXcpaWtoEhSTnu4X
Dt56THNRgrbyAxiTh6rPC+sQuS2SLBAwpX4rBjdHBLVszKd7Rr5M0uB+Seq9T12H+36eY2kPf2Yb
fOoDBQ4+rIqDrPmqdsi8l2Zw+FxWfXUM3m91yQAxcVS39jmNWRftqZCzZL+p6t7NIlr2iPTyrpJn
hHpde2fJCIMje4StywG4WCOxGdOIbJBKKcJM0we2BQMTr7cEeUfdB/CQTEzJGanEzGvvyJ6u8pN5
XLZSUERYbYfIIuCKfRW+rsYLLDdjYA6vCyRDOaztF6XIPByHVVQfmtgQdZxg2Q/nlfsDZDRSkXRk
BcXE3lqHv/beyvrR4ZqE2YJYp7mNCaNrUMQtC9P/wF8hE3XLsLyX0Gin+611u+mM3g8EWrvsOUrT
texs97QpW7xXUno/hpu4STQQzTWVnVtfl5IzYdNcM8OOx+Y4HHhXWbp+7nkSAZSiql3SdQc2cWdz
Zr9x967DKWfJ8l0HTZnfkgw0o83cTLvdVzX93k1eBaDu+I5BxBOFpCapYOyTBePTZP5tVhn5KTSi
MEoKBNCFzRlis/S3mp7jo5w3IQmND/OKpjYf3xCyIXzzKsU63EdpK8/w/yKmshZXl6Ojaqb/xIQx
HOnS3gdoKQoQucw52vkCvDaIZIKzLTTn3e2FRQE8l234hCqlYSqx+95Xzti3yuzK923GOy0/MJMM
WWZ50RpUsHarBBJSpuIQ+2Fz9/vRD+fwvSg9JApVgxjgqBXsO+bQQT9fRB232zGQXdgdRyYlzQUw
edWec5+vk/aNqjnrLVUtqbPiR2c+N1XkR8l1i00Wi82aTuGIYeAWWWFvJ8U+gulvgq1FIOROrC5H
OSzxKY+RV32AtaCAof3ZhrO7NXZxizi7ddMCsHbP5qTcZcZ+Kdoz1I4NpdHGwPPQFPTpD5M9Bh6J
cr1tI/QaB3MPAx1dJJfarm5XdyHKTCOR5S2Dz3N54WlQzqvtrtcFJahGm1pjt55yt++DO8fKbSBn
w67xoUacZTfaGibnEHCgY8vfI5xQMAsjHr2SeVbjte95MEh929GcMr/RjaWeejffSho5jxFQ5/ZW
82bMzpge/bs0f62KLeGj6vPO/CEhWDp3sVttmBfjfoXH6XQguf+VsLzYO1QF83CHcqxhSu0u/sq+
b2nb9sksnTO9TdIL3Rb7hw/O+AAVZNwzh8xr8xEwVaTGY2kPnQ5XLFyD/7F3Jstta1kW/ZWKnOMF
+mZQEwIESVGiekvWBCHJFvoeuGi+vhbsrCqLUojhGldEhjNfZlpXIC9uc87ea69mzjjM/gF4w+OA
6sTkDFiVQevBTK/6O+a/LKB4ypnTCXiDo5ofdNwLGbD2DEGQFPVTiGiI6qPwnFhqml0CQTU8m3Cv
F5upqhpKFPTx7R9lDGH7gRwPWdr1Jtew67lrJuQrdZBGyuU8kIKFQqSd++9llyrqRSWDS/CCObag
aiMXRyXPETakB5ylydxN+zI0wzTd62XYkpUknAxODsp4KWg8ckmidFPpZC8fKLI15TktSyN+MC1k
NPu4jNrpcmhLFHtF7pTOsvOp5/ksA8ZvgSjvYoiD9cqkRsra7iQJND9YhVvuvzQOYw5xKEEw9AOk
llELrmQuRa9ZV6EbBHxYU2uj9AvBX+cO3An+h30vc7+SrC0nw9BCwWQgDQg2HWBcfdwEA4fV6tZJ
YipPu6RPCqPY0gdR8+bZluOSNzLNUC1Oe7tSsAbMhmj6ayHLvUopycgzq/smKLVodIjyNKmm17wt
ufz5LG2m3J2R/RHVtj+MHVWyUULEHXqaMoO890FRRQqyh3hqs7XIJxMhaFUFDqfYqDbQA7StHdas
nir9QDbjsAF+niVRPrVeOZLCM22iToROvB5krTVvgiCIkmZFi9PW2h0CMWO8yjRVZqsQ/G7OrWbG
wbBt6KuAxrDqkLIocOoGAnxrb7pSS77VaU8bOJZD+XrQ5vwtxhVD1FwyGD/Z1oTOibS2HyxgEk8O
It1+VSErvkt629mMsjI321yV0ielqY0Hsoqcx6gtIoEhJid+0m8ih+1adMaYrXESKbhY4hJofkF3
+7e79P/9+P8i9/cPz9hCuvmPn7AVumkB5Pznvy6esx+x+Nm+c+Mvf+U3YcbS/jEx4Vv4ERVZo2CP
3eq3G99S/yEtD1cuVmbr3xiZgpCF6D//Zf2zQLJA7RGNpuo0WPlL/3bjS/I/cNsMeGbY9PmLSGOd
v/HjH9nHdTqqOqNw9nHwsDrHsYjxNE4wgDvZi8WNY96UMKNpRtVEfGeZ5lowSvfKKZbmkalu8YVq
BD9qqgIDgAc8croGzhgVJQdCr6sLktO5wbuceLr1H1/D1W/D2Z+Of+vTYXT2OExu+F2VI0+dQnad
hghS9gzbRFuvrbVg2xK00K570Irx9zJ9SLNtRT8mO4P3j18rrlw59ShtT+GuvkcXIFlnZnZAaRmU
bsd9FLaxspKRdCFCAJqNJWhEm+hRnsvRoCv8i2buyj5XDiO2mXI9iH01rUSDiwElFAB1N3lOf2jP
TrnhZC7RbFBpyPhJ7k2v02uNF2LwQJBh7EQR4MXz3nLOi/B2BmEzDmuUv1W6tsQ2nb3g9/sLrin8
WX7yaX2YB3wnpMrJS8qkheH9yBU4NJCNFcE8ANlHIkxKSX5wwn2SiJuUS5lrzOHoTrN5gtH32Xe0
hI4qgOmwJmhHw5IyDjA4ZFg5KjGLzxw0CqetTlhWtSNT8q8ZZ6kqD0ZKNVNPfe95FC2WghoQuxdZ
OwHUxvL0YhO1F4NTrkrxymWzgnhjNs85bJ7soBiXgPzRbfk203+Cju6SzqLvlLu6RM7HPf8hpQ1S
kAeunpF0FTeXWD6Q3wa7caDteE9Cz8oS38OebLYXUZwAX376OOg4TKzbCiSEYyBnM0XEMVjgmkPb
VczLEra/lSU+kenDJBO5g44/6TaGmbmWgCjDlm8MV4nBPzKT5W1pb6g+5bIfYfqYn434TYp2otYR
jBA41t6b4XnWtOtq2EFPwz9iJQdH9wzNWHE69ob02ux9pDF4jE5Yp4+sqb++JhtPOvQSJqFyTAnk
OBRww0KCzAUdIlE9+/FoE8Vmc4UIesHbgh7o61XiF43j9+Kx+8FK+2tMR7HxYrBIqx/yDjVjzqNC
XcL6dPXCiZ+zOA0OkaGf49nKV1KN3jJO+23psBz2lRZt7Nnyvv4dlkl+9CuggjChaeAd4rmPFqpS
CyqrKczR6wledGf1XAN9lHPJ5D4tb/5+LBuYEW/68ro7y5vyp/uXyy9ZASwgNv4OiHiEP1mWbwdl
xPctC//r0T5579jF2PocJqqMLOv9aFO1RPMYDKR22nmZ1M2qTPQJtpdR02dvvqWWBeERhXlin3jl
P1lYGBkQEds3m+wxnWQcKajWHfDwMUE3NujgOyZhhif2mE9GYWN30CaAi1SM4wmr97JakKrEusJd
DidRjTdF16YT8+MYxbjMUUO2HIe9TFMwwB99jGmslYXWy7PnCPoTU9oSSIoHpycmxRIdJtPkspBS
w6XWQPm7G04s0p/sDQj9iUVl4dQ5rhw5/mdnyDrdFLMX5zNflfxcd87oyZMY1zb9TELJyL6ymhOj
frIYGOCmWQZo4MlAWN7PHSdrdcugS+aVxZhuIhyibutwvY+fIfigyqIQe8KE/+mIrKoQH1XZlo+Z
EalCHOgwog1Lyh6Zi7IIJiNSJPCzKPjGuS5RbgxPfLmfvPxEx0Mz15aJBOvv/WPSaUNdKMYJa+yl
0dATDM3J8IRTvk0ETX39On46lm7xPhDTLLPivB8rQFQgpSljBVXlU+uS1uVIzYhuWIVGRDnxCn42
GiNBjeaMy2pzDGzoEEsTYom5sb8XRMDhOC1jV0UYv5pxaHz9aMsrcLSGAq7icwQ9wGF6OWb/ua5p
cjhiMFZYaWKQRypqVyQ3kX5ihnx8JOAp8HMN1mtZU52jlboP5yGUHUYJUqGvjewJAP7LZNQumSXx
iZ3pw9oJCYJKuKODYTV1dqf3TxTXjtYPrUV4N2Xg1YBlc9v3IUXWVP5GuWklN0gKSWVzWzM6gaI5
Zr0vU0QzF4gJ+bPLwn307tFmq3ptUJcDRvw6N8V9myAgIu0o87hru/DwPHoY657sSl+AHfGamRyR
mJv219/qhzeS3wPnNtwiUO+cTI++1WAMCcIYGoq3c/dD5e1YV7K+mYJ0Q0BouooldD1fj/jpo3Mc
5SCAxtYgQfz9x57U9pyjapY97Gfk3PWBN9TOtUmDihgPneZBrF7HPfx4x0C92zv6W4FBriNi8dRv
soz0bkqzr/DRc/uDJAMY5OiaJEs2dSqLqk2czrQe8q4jUEg6k5HEoQExLqcQYQHGFRtOZHY3joO0
FrJ9ZjjRQdLFKdr6h02ACyeXRKJXSEFgPT7aBGQ0GfGsJLNHCDCOryhaVmOEVJNHhxvjlBqd5VX0
9vW38QuV+/4zgFDkQFJbSDrcdo8mohqaI7Vt0pBlgL19/kYg4CoMH8vqJ+8M0gRjpQV+UKwxrrem
78zfcvNAiKLcPmXiW9/vVELLnENcU0KtVtfxpXGWDdtwcLwcv2CB25YOwE9V90ZeYXtnZbdBhF16
Xam0ir4l03cRveVwX9ILGohfPxrkjA/fLyfd5eAHRpbDs3E000A2K8mINwRC/VaXzyRun5bxY7Kv
8iH0m/Y7UEpXmJfBdFdm+8Dm1npnp3ssOphFvNo4NMM3BYtpWF/rPbax7tHsN531iCK34FpbEmO8
mhy/rjfGLkenTC8wc6WcjcwN17V5FaKg64ic8o2BRM9dpp0zs4v+Wgp/qNkFfAitei6LC33wv4/p
VpPXlun15rWmeGPkaY/j90z1+44O6m2WHdRua/TnDnco2sIvRvQ4xo8Clbf0FkZoRXda4kNZxxeV
w98I1gRZ44AADDlsC1SVk3HVNXv6j0pNSMuWMnld3IG6TnDE3BTBOg43iPaCxFPvwZUV2MLmA8dx
ZHq16bfz2iHP1/G5ZhvavgqvbcNtC79Ai6AM91ZwC0bcts4tseH4Itm75SiKUKy29nC+bVoF39ua
nPPV0m3vaKZ44lU5NwIAKJewReidoXmtDHwcZ4lzSKZXU7kCROfH3W4WL3n0MhKljReuupDnrd74
FmLxckiwBSLG155l86LepcRkYvwlzGHc191WgfuikyvtFvaJHf7jgsmcsnjnKS3J8N6OLro2u1MO
2oYDaUk0Jy6ePUfCBA9U/oAAme496/qJPfHDzutAK+P8a5CtBfr4mMuXBkrZNONyxuc/uETW0D/J
5PzUavirKnS8FHAyw74gszNBGHu/MBOhjNxDsiZvEJeQf2TbNdVrDV4C5J/XFpSk/FQ1d1N/M+o/
NP1niwpetOS7JcgZdlHrwRbCpmWilBUeokSp2nYEDDmbQdlYauQqrWfaj0mv+kW/FuIxutbSVXAj
7XPgHLCD1xFCtxWa0p5j4L47D8+sC+yLkelH++6iM5C3rUp+eO06G+OiOdS3qoWMwTUnhCJebq7K
a0oKpePWyiZEhHZe9dtc82na7+j7YqXFedTd2fFt4aDfe5v9EDpb7aHXkEqPl77iFj8tMJwYTbfx
UM2vHTLHYN8ariI8ezrE7U5qfSd8bJpDBWBWWTuaN4pbKgJYNbt0jVyinz0xXGiQpAtekVVU+7p9
1rbfDcxQ18H8UGb3uU4CG2+ZUJ5sbJ1dPsBdn1cCjZEpPes2/IZLklpdIqpozl6J/GxpVWrXUE2+
XiA/nLW4M8psNZQoiW7g399/313ZZRbmL75vM6k9IxavRmNwvTH0/RxMwYmTxmej4XvSSDeR4YvZ
R7MLgoiOvm1A6oLUHNe2hElMBdbeBgrch+TEaB9vdJR8qUXZSHAs3ljn6GzcoM3QYClAibZpa065
KGArWI2fzumF3jPzIFuMPvorN2iVW6fRjRPbz/LpHb1NHJM5yxoKZFfzV1nkjzpAYhFO1Kc87zg7
bOdZnHjo8tsTb+0nnyooWU01YdQtH+rRFqdmjkB9HHK5sQw/m3Ff9wKlWafgLLXsWT3xsX48oyxj
UcfRkRJSczg6MSVYwvNe1JPXoMTcJtKZI1PhClAvd0aB8QCdtoUW+cSae/yQEHZ1itlU5CnIkyh4
vOZWwVzj/xMeiunvFW18V7Yv1PmlbmPpxAMe3wkYimGgz3NesBxIa+/fiUSMRWgOJRVnxekv2Pmq
1NbouTr3WkSNOzgTceNZWjz5X7+Lx9vKUrC3eTTK9osa7deh+Y/ZokiYUVFjtCgKWAQRByarXElN
TK4GtvrBoy9onRjywytCzQNGsMFFhBMwt/KjVwSVvdLbwqLmbaCP6aXmguasZw0TZAWJ5KSiXaWJ
qm76vt6N8qz85dRleCJnSK+BckhrxFheoD8eOc4w0oNUK3HOgqlLgB31JSeaZqIM0M3Ozdcf8Mc5
BJmViHSdOhLH3ON9mwgQEwU4hk4E9/1a1osViZ8RWBIrX6Oynk/s2R++T34g74iFHJuzp+wcPVxl
im7meElUmj022CZQ5lkB2vMaQrkLLeMtzcv4xNz9VbD5c8kB0cqBhFIAR3OLstzRexIbLakbfZB7
pX0149NMnbUcnNvNvVWjYUAaIlec41BxN4VvO5NbVTs5P+cfhHQ1D09p6s/SFs3qLD9F4j5RgNOV
Pp3TlYHwHFVZdT6VyXpwuIgKmB+ER6Nvra565Z6fgdSBH2BIbMFo8dLlr0rIwpTgfC7v//K75Dkt
4Jgch6iX0aB7P3NsUerGZKeFN1XNbTA0cKUq1PiIo8XKMBGyfz3chzWBygqTZmluEGFBbPj74cah
QmEe5bHHNu1NPX6iiEBkNDgqPofsbdYQhrZyfCUK/er/MLLC8Bw5gTssCPI/XxEwRKaChzX2piT9
GZExu7aQPru1iKQNKXK+g8/Tltfq7JwY+MPbsjwyZTrq2GzZaIXeD9yrCHM1DGX0DuXNRAYr1WyL
K9DUwV/KTxV5P7QIbD5bPldFXyoiVEKP3hbyXLAidPMIK6ilfdR6DeiHbd6OO2Mwp0PZjn7hiOJA
+yr0TMjXng2U8uvP+lfB+v3bQ6+CLiU1YH4XWiTvn1mrEBfkDeJ8Dcs8PMQalVco7hXBGVGVFjv3
Wh7u862shHegzNqMvme806N2U2T4g/257H3SyvcQ8qb0OS/PJYS46OpW6J1dXpDiNqJfZHe+bF5h
a+a6ze0QjG+vBDCtamwpflA/0xJRcW0Wy5+8hIrAmEDZoQp3c/YNQVCHq4NzyEqrGOwcR78bdZwQ
/7prw1diLN8+6witQyr87z8NkSh2mAeQK8riQNQgQiwj7/YZ1wM0f4qLx3ZV9qXh4Se4Lru2RoMS
RSe+kuPTxnLf4QxFa1/WOEHZxxURJJFdPXNAV0QG0C2W4W5CVxDfLLy9bgxuD8OJ//U0+Djz2YQN
wBW/urWso++fO7Mz5Ijo+r25m70eQucSUQyVUadYgeHp68FoLfDj3k06jQIUJVyECwzLBvV+uKHo
m3mQBmA419precPaIn8zSFCe1mkIKQWywpp/lF4JXKcXYTRe2Z8LSjHI5VNXTVGwruT7eR/uxsJT
ci8PLmvjB3/240PvXGaEhtQbW/EltWPBxnSkPY/9wWIKEYgHkEDfVRj3oRFiWFRvyuk7JNMUt3no
ULhm4rm57HJd4U/oAnjEzXqV9Cu9dvEVJJEHXxZFmgHGCL1n7dmFZ/Xgp70Wp7q2leJNS4Eh8jNp
WxubIHG1mohtl3T4FITJlXY5Y/Cg97vK7qwHQCToAiIoC9JWgY+TbBx9o4c/Ctsfqw0V4fkAp8gW
oASWUpN6a4ZeaW4bLAPOoTL8BrFo4nYNW/quQielbAp5O82Hana7icripg03/Jf65DvFZkbp2e3S
wjdC1xz85KlNLrXwTPmOuBI8THSO9fJxeMv35pO6ge34s6b6kRrY7S5RuA7TOUynVS9gTd4H02tT
31fpa5xfL8HnmHeuqnAdKmey40mgaGXX+RFdzCdW6A+b0jJxQIUQUsqJld7Y+4kjZcqk5/gzoShN
TAOnsl3NotSitShLRi0ixz3TQRiq5JbQY92dmLifzlt6DkzepYZ9XDqNjXLE6YDnzJCLdYmcfqKE
OExiI7WJzbdl0GER+FNwedC2h5bzt1cCHt+kQU8lxtIXXN37x1d4YKSzIVNNas9y8os9s+5vs7mm
VlGMJwb7sA5xJKf8YrA3yctydLQm2DE4B6vVOi/Rm3DbTsEFdXMf3x2akyl7DjsmQzLVp5DV6nJ5
O1ocGBcJD+wnusTO0eKA9alumsFEPo8JcaMIdVFVqCoAS9xsrNr5Pjaw5hLW7dLVHy9xqcKCFXAS
6FzO8FVjEJpZtJ+J7/SKXv2Zz4V9xrkNSAyiv8jvYomq3xLn0wXF8Lert8YRgsm5HO51cgmXGfzH
+X6mBygkZ6iBqdb7xgBSnAIIHjgzYnBBJTSUD0Ny4tK9fBPvPzHGVLGgLAIHklCOdi0zr+zWaTsw
Mn0NoN0YN6bZn4la3dNekVhW81MiqA/7BVHF9DIW4D/hjzQR3j8lsmuHwgZCJcoR3VkmvWRStQK2
LR2Gqb77+q37OA+XDs2vXrXJ7Vs+modxWYrWirEWSOxFm1qmRmaN9CvwIydW7xWh45xxLC5ObIkf
P1TmnowhBF2PSQHy6E7sxJ2DBxeACV9ovWrxBCOCIYA6UKd1psiPaQJb4+sn/Xgi1JgwSyWSBjUN
QfuorlEYrWLUUVqi/Bbais4M8CxBpdGc+2BHxgsANzMbzhAHk2zaq7UP4Jy8MyX962XWYWvm7M81
FSry8T2ur1LNTGsNGXMKEGZhCucO8BmEz25QwwetmcKjGXmjMV9//RF8nFjvRz761AEZAf63l5Et
zxrtYC0c/D9mC3Ec29vXY33cTN6PdfTaVFSFgcDjdm5r6WmyuepHvYY4EdNAd5i7c11Nal8BNnNi
XP3D68q4LKssBbR70WG+f3lyohuciowBL0T47/ZTC1sKHvqJ+9tnnyTHeq4YbBRoFY9e0XA2kgVt
jpU3Vwo3lk1v0oZV24Sxaxt4Wr/+LD+Zuo6O9oeJq1l0zI+3pmRqDWdGqw80LHuNzfStXFiVQgku
BnYOYjLWJWdqMNbWjn5gSK/i1O58HBBAsWz5FQwWQE0nIMQ8WijChhYimyPcLPFURUuRu7Aw/6PQ
Pw8qTGJyA6OylDD4drryvECtVwHl+SyaYfl2ynDeUNhwGaJZ970ByzHhzGlHACUAUyarNjqV4Pxx
ZeMXtoh6YL/g1nl89+o1qE0KYlUvSqTLStSuEuqVbzZgxs3Jp1I1rIy4UU7sUB8mhk7Xl2oQElkK
4cCK3k8/qHo52hDioDszFj5IridpGF3oJQ9antr/l8E0Dvp4Qon1OI7DLQNb70QbpfgampDdO6XT
kCrf+6ratHRTv56EH59syW+i6m1SfiYnazm+/bH3oiaShyaiDTGGzQtBAcW2Qs/e55ZXKLV5YsZ/
NtiiA+MsSoAZzaP3gwVtH3VSZmPVM+otCRxQuXSoVpxPMVWZb18/2YfNSGetoLbPeYz9lgSM94NN
0ojUTKHhU1PS9wH7w09z7OdCLKYmS+zyaDBPrFLKqTGPNiOJcERLxFRDbHhVK2GmBGyb3Sot4D/C
KFtTuaC5XCt+qkD4U6JmC+zDOUs5usMDf5hnLmfg4fS9FdgZjCzrhJrkw9vDZ0ILnzoNbRxTPpaP
jVMfsP7pscctQPJ6kicu1e6lLoONWfYTJIYIhNdQ7b7+Jj4s3khuCFPROXAxy+QPp1MYAlqI64dq
oxTsyAp+USCpnJhbv4Qw/3uiW6LsNNNCP0+pepnIxxonOauczqnt2AugvPpqtu/aOSG9S1hrXux7
Jw2V7SRNidc7yo827R+xzu2jaEL8PczVTo2i59aIgxPP/n7D/P1bkfDHgWAJYkLx/H4W9qXeDAFu
ViqQ5oXm5IeuDrB6tWGyq7jPOtr3KA7PyfTUT3zVyvtPnZFVKuUUzmn1aET8HVfNMVXqPV0f5n8M
cXg0wQGM07apQf5MZaNuiKrbEG4yeoGCMW8ao3U8ATDaFUbTPIXD/O3rSXDURPj1+5Chi+WG1xL1
onG0uY6JNFhykyZerBump9UaMg9PCq1m7ZBlMgAk3syd84j2BaxvSi356/Hfv5r/Hp4C0a8cYdiC
R6ckwCKyEAnDgzcsQRWNdzjRkfPLV3XrYGQW2Mq/HvH9y/bfI3IjIxMKb+XxtK/G3pxoHyR4K9TQ
rQpnvIzBE+BJ9oxo0ra1sHZaYBm/X4T/t//8SyHD+Yt46cPP6vl9uvTy///t/bHtf5h4NAM0BSfP
7/LZb++PLf9DwhuNJXX5A6IIf+ff3h9N/of1GpkDJ056ptww/sf7o5r/cL/BTEZTTNUwBql/4/zh
V3k/PSWVGrq+pH0uk+iP/TeR8insBmRHVmY010Rm9JdRFAAGckBxGLYkXctqiS0NG2SuoLKj8bBR
m1baJKHV4xGSUDHIJXDDJif8PZpipAZq/5bnsQkodEpfBq0XWxuMW0ZOYyJ+ZhG+anmBkJVDD9s/
LAc/txzWAxNSWR0k7SEqRbrSOQ2mLgr50lX7Ybyw8wD3S1bM63BW5J/pUDpUOSBxrwAWWVutjNNr
R87js1IM8t3M4VGBIxDYN2luKzvT6exHARJix/U6e+G+nXxnDR4z+lx1DVcEZtPQ5fZeQigjr0I5
pW9bQ9MwWnxJdiMVZ8PIORg5RLyr88i6AYszHTSyRB9qtYSg3A2s8As+DxSX0umaP9Z1+TNOivG6
JmeE1N4+kr5bw/KyC/iOhzoGuW7KwlgncY7qybYITpHDfRunyqHLjXFLTOl0Q3ZH9ohKPryP0xpJ
lQpRYVs78pS4eqTNT6LsOijuEi1Cwohi6BhpPdI2NG2EUvoSd6RWT6MxcC6dzPZN62vpgKih/5HO
nXyetM5IzElokCI9RiR796lQdnUy2w+gdIChtQAap7HCoqz2EXgDiLJo5OpIbx4wP9stxVlbea3q
KX8t1bzYzV1bgeqpNBngBhfiWaB/Kgp5AhJjan6r6c26Ee0tcRX5RuvuKqDPpEmT2VWn5cMIEMac
OLSD4QCclQY4FGEY3YRycV3pzk4x7grKaV5iDNZ6moZ8Y6XoaaTQ8Ux6ergq9W2kdAdNSVb9DGo5
5Gh2U8aTsg2SQaOl+hbS2d5A0stcAgkAyGj9ukjmF3Nqt4qTbyQlpW1uUCcU3OmJhIVtpt+0hY5K
DDrZNgCpEDnheoid54Esbzexr9TJNN6SApOYRUETCjzH3B+Dil60sJW3qhLDN8xW7RpkE29LRqMF
2zh5t8qzNg7x1smih8HJh0toH+m+wfs7ti+mSsdSb4TbSc7GGiyJpiGkRvXJUPi1UkxZgBd2cZps
LMkpnjA1Gb6d3yi6qHwMAPepIJpGvus5WZd5dFH1tknrh0tTbCH3sZGzF+IaaGm00vPhigTvlCZP
vwnbbKtGxWsNImCl2BCyleDBLMYd9x6qzTGQmmLizNzZ8q6Ra5JJpPgssmK0csZ3Ow5/WEpCA7cx
OVYbP2PLvEqxvQJFo5+rWDAg9QnZlT5G9soiN3OJgdtLXYgFOWIPTBUeeriyImdNQjXXOpXsnIaO
io74D1z2dR5YzX3tSBS/uzjdNOCtWkULDgZebRLj0FZVbHcA2UbosV5G3sagycaqs+xkWynMRHxU
4Bji/EFGltZqS0JQL+BTVIa+y/XsVq2Ltz67H+xZdrkkcKHUyJvQeD9VyAhLuoS+lul0QrZC8SVN
2s5ROgKxeOvuLKHaVwOI3XU0/jTnKT6zreBe6rLiqh8lHt0eV1VsodGVcq9jjU1pb0Q5DsS4126L
WnLJVri2LYArsTTK1yTlWG9Fx003AoTei3z0DDitB0ufn62gAieMrdHmUlx1BFtBfiRcHiCVF4x6
fm02Tf886nxpIFEbwhCMcCN1RKNjaHZiaDIzwGOqouBzwc2kJaJekA2zcl9C5vAilti9E/H9GkP1
Og2z9iyVA/rvyCl+kpahXYVNq+/iukYw6tBcy2wciSAsvhmg0DalGRhbQ1K+ZSX2UUepmG4JdnEb
RjwJL0NzBgYByvwEydE1Ux06zqjtm5DmYNOG+J7In1m3ffeU2Y3XTQVwa2ke94qGwb6oZGudjXrn
Kl17sDWSurpc6HcV9ZlrVR/3RWFVV/EonoESp1eFZoMqFATVQCgNLgPLzF+DMrBeszzIpxXIbv3g
JLyqaaBSD+0imLYkXE34WaSkvB6nApZXuFDogvZOIjbHHUPlOg+V15loKT8yYsU3IlOl0Vphti4V
Do4yAQUsZ+l4nql2BAp+th67sb6tc3lQQCV1wTOVhcqtEql2oa5uxjA5T8poCHCaFCypoGnQstrs
OY6SbaE6T6QwDRs7QManhGjTvHhsDcXD/GeYbhCZzUtlFtbWgCKy74Q+74rMHg5wkqiBsLkvqT9w
Bqo1y1jm6XFfOKTCQHz3COW5bpoLJe46fpDY6Wom+73A2gIkEVpo0UMy1kkD6cxD3z1mVZO/lA3C
hSTVlbUMqX0NcNFYLxJAxYJeHQFqIiysz9mMi4EimZX5eiJt+RL56tNpDeRbuoSsgQZT1oiXUqxk
VdtaAY8unVGh6PKc0iRwHpIoRbeKxY6tAS7GCh4uEGFCjNoVjObSpUjhePMvsmR0FcIBcm0nvCh0
WgRhtlg6pd7D7265I3Dr2mz92W4em7QDeqW/2dCcVvz6yjoy24BPR9wPJd7dfgbZF0sa5WNeJdtf
EtXgTUB9kfAYcBjbg80QKzA6KhXOmShXg41jXn6qlH9PyzrwS/WHZHVinYfO82jxe5qFsSt1k++w
H17ytD63S7xuuSZl3pgNPwWyjXbVSAjY425YqxC+1kIHdkVSHdlZEvbHFH2waU2UzAfXEaHbW4rk
6bXptqZKBGJQOS4SQgIEDPmMoDQvirNdQfdZnqSn0ayLw0z0I/XEKdlPYgmqmLU3S6WrSSKRV2jD
mSbpWydNLhIYl93Y4neFVE5MiPxqwS9ETTHTlXXo0hn8B2VYmH5a+zbJ5mEcL02j+S5y7WqE5rgp
Nak+E7KyCmzoElad/ySEa1WHwKKSKHbLsH7ikNPt+47+KkXreOPAdgAdM1z0wkivw34vQ90hWGWE
QhpVe2siIrIIVqZCzdWsL1pTE4+x6LfaeKP09Hv74DWqA/U8hPDdwWXvMsjCVP9cve0OhRT5QrZA
7Au/7YqHqOgJqyzybySHuLMl7yb1iuSlC7BMO5nc8jPAnA5BJANXpOg5lnP7oOsmSNc8pFE8XxsY
Yqe4PLSZdSUIhASTpW9RUAVbQ6V+gkrMt8duZ6TthY0kRgBkDa0zXYhVrfc4a/MYvFuGYLiIcBdL
+m0x22+AjOlr30Z2VLukGzxWI6GmYRS8OvCS1gif0mHEdpyJF3OOrzWwQZxFmKwSBKJez5/sIU7O
69rAjCMjOya5JAqMAzkAAFRjDcj5+DjldnxZ9XrjLR+ToSaZb+ZGfaHrkn5Izds6S77ZY7EzpGFd
13F2o/Xj22gGkPrLEr5rK827wdabH6RI7ikeaKs+KO5FLN8N1MshSLfnzNmUQ1f+aDtxwhIw2AAo
bYT9depDiB7Y8qD9gwy9ss1CAWaBgrdbUCyOlNowLbPvVkaxWzRuSCSfrxgDNMKJN22VF1KwMfJI
d6cEzn9aJAe6POc5eO5VPxY3fWhCx4YLLNl3GKU4aShmdNsrKeGuES5lKtwtsAv2yIkknB/QnK96
Td4MoekRQcJ8HkiirSfnXKnmja7Xnqn0V8Do96ljXERzBVJNhMrKiQuxXbIeS0Kz1PNpBk8UhsSE
EZfKl2FK7lQZ3O8HCT/YmFq+I14T3irfsKp5pQJU3hhmvyNuKOJeQ0zXsJHycD9xFt31eCfVUOFM
NW9zzqbAn3zCQEYXDVJ1a0whYY6pbN5LqXaGBAtyDehCB0AMhs8blZ/mKXoGALGOQHnuE0m+azjy
qLX2AsqLm0JnXIqWRbQSmqvOymVgAA8VSXnOnnQuB+U3aUSujt7zLGQRt20g3rKyjTK4YDZxTbJy
GdvqrjWn6yKBGJ4XZtCuepWXVaWKZM3VPrCkW0IsHRQf0ZPU5hfJTKg3Ej7LgcclxRCAm+rObMlo
oKrvFAcxBKRawjMzEojIZE69MGHZh6cm2sRk/4HYQZ6n2m+gOTuX7ZFMD9BeoRoepFG3EPk/cpgi
8ssGrEaiFQcfR0Z31hS3VmwdykJVWFbL9JswAbX3yC1ZkxKmw5LlZRK/WojJL4lv2DnNj8YMBtw+
fNVxNN9a7C3Enn6TFHFmmZm+zbM7bSRFQ8+kEjI5O4tZkfOVkiUapGrkDSEMhwKV0CtYlfGJlLND
LJ3F/0Xdee1Gkqzb+VX0AjlIb4CDc1FZllVkVdGzbxJsNju9i4g0kU9/vpoZSWe2oAMJ0I02Btjo
abKHXWniN2utz1BotHAaL7VzYoEoV0qN2CttZp9B2lMAKbdikRBO20CJXVS2L8bs7yff/lWia+Vd
MC4Hp3Rjo3d3TZe+NOTSJDLqkdMpdQhbDxmJk3B3C/VUT07GI8bY17s5Fwrfvzalg+MhV2ciHL8C
ZVxJwN2PgVfv2AhlOILuLGGnu1s06OSHFMvGZGXbLB+BjvFB1OODXVjvxK71sWO3mLbV9xws+UMX
EaQIGuonYvUHldgVCooEwbqBAiWy3keYC2tuZvnIYG9GkEu0jss6eJ1XPsCbMvqRI2xGtpOOlzqs
l2sIgGdl5WbsC8+lUlzEKuiaS9urxxwlXoySG8Qf2QlO54vD2A1iTXTmz3rIfi199hm4pWSGKtgW
tdG4cnzxHrSdeG+m4AwhNF/TR3TrlOFs7HTE91vVyQzgEvpeceNaueGjFxnPvVHp/S3RcdV74XGK
um+R3SI4TDEf0TuyRXUkoB6Glbu06hGaznfOZD5y5esNCy78I4ivKomCB+RfiNgFCi23Z32vFKOP
8pboiqc4VhnzAT+3DxUCoIZ9/5rBxpN05+0kOmtnGODlyDo/9km9B2r0TJZrt5sZoe6kXZvrMAqu
C5VAMbpfMh+QP51BU8XpEH6lBa+4SBXfTRHiMRLuxrIZCpgpuIDIvtTRxN6Skjqg8tKkv4eQdOe0
fRlbFFPMtHdplh/7giQzkREIWaOrg+mCgG5iX22nRG5O2lUrVZg8qHawIcKWlFHM+1mEHTzwEKKZ
wtovxi1SPqDthLuREGpM+psC9Wa4zmpE8XHqDP/3EBB37i0jGpD07JqAw+REZvvEHJiruhL9G3gw
7zBZyPoyH1gLXIMPXrUPbgTDyo6gyhfMjkoODFtMMLpEdm4T+72x5wvxz+XGnyZ5ypLwjtirn/kU
fg9wQyGtWkVMun29pTi/Wo2FGKxAqFezkiUNMNmCVR2uJGC9WaPzEmacuv6sdn0ykH3h7Uzyadaq
KwkjrbfR7D7XatjYwLRz+D88pNnByPOLa8ufqi5fihIjYdFemJYNcVqGIH2b/LnS1VXY/e8kSW93
CmBMc4ExBJyUWFRgFIbXADstf5eB38apYzw6RnExu4U7vbZikI34lgYOnoWzr+TucbOE53YxfqLN
w0ytQR4GS0X+KobhL2lNCQFQML5s0CKpFxGr4t63GrNcKraJm/0urHw7AS8wUS+8pGLclQbFaMd4
BY073QmB0K9Obv9EbYhooZN8payKTWHa5xq76q7rTfNQzYlNeoRrZFd4N0BmI+oHGqd1Oi7v/MSx
M9aPdd1vVOlujL4W54Qg+ztHERc5Oh5eP4l1oVX5xxAuF63hcAvHf2rhEhSLPa91ThFgZ95rNwOw
LnWwrlidGSSkPhWkNGdJ/t5AC9/Vwn8WVgB3b7ov8pHmoL6vvBeyA0JC85u3XNiH0tDfrL1P0hDn
DCcUOaL9lnTThf5iUBvDcD/qxl0bgV0QoTzu/Bt9ihf9puJWxM+3acf2QBzuPirwQTa9s6mBO1Nf
poTWpsmdf0tBY9rDqjYwizdxe7n4Lpms3ltetSvglNk2MLqDbJaT9JetCPNHSIJNrJPstRyyLTGp
xRbO37HvxwdrsLaT1V+HdLinhW0fSCU4k4JJxzGhxXXT8sRcgM+1ORKCiuWrDNb9Mm2JrbsQq12t
ODvjwDYQMXU35JXZPgxGeI4AFFA/l+fEdfMd2XKA1ptt5TKs5XwqzeyxWpo3d57NrQ8FZe0FBQMX
bM+6tMo4bMxrSo/gkPyK4yOZdp3BqwcwjPk0y7fBb/a5s0WhE8WDl+IDZPYDTMZcTfUXA7GNLEyF
X9wKLpNH1PzSejsrTXaFnYTbUFCocKsfRuccgUcg1v0URC0uP3FXK+9X0qHlJ7FwHiu5MSvjNWsZ
YcmW8OVGEwGY79lLUQN0T35ATnLQvrFTfEXzjhZAsPOY5icTa+pIQjYVbL5bcgu2hDlgErasH4Yp
j0ZGnAZRendMT2Xcmv5qBqiz5hcXMBYk2mf6uZr0eVTqjkfqBFbsZRwjfzUF02uTo/zROEpL3R69
Jnxo4YD4oMIJjugsgj0Hm/5Kx96ojjwUJG2hlrWc14SeYOUaxt4puksxifeC/MDYwrmws/0IcgO5
MEdb9EdyH7es2s7I6Z5Mu7rBjM63QGJhl8SbVN8B8bVkoQMfs5iRVT2tnX3rlcWPjhjNaoAsVdjT
rk53pq0fPN3wFpDNnV3Uyxq6FOxqm9I+hTgd9JhdTAp916f4JBn1IUA8CBoSQIiUhOT1JICWd2Hj
kk/uVAd02F9mZrw6qjFxOah2bTrRd56hSxYR97c58q4by0o/DnLIN0arujdmi05BUGv2Z5Yq1XkG
I7bX3gdRJh+EmubryoTcCgJX8ZoU6UMYib1XTnd+vxTb3CYrS7SUWZhx3Fo6+1Y8uWjbiGf/jTMq
e/FNX4DPC8R+WW48iDIarw1gVIBhSFGF7MXGJ5ZzF9U0q2ExHFHdI+6typOTWPuG9EHaj42WEm01
Cpli2CwuwzNwOat5RkHqUymJ7iX0kg/yhS0S+DntzM+oSp/NcT6FY7Ktl8fKpnDsvbU5hr9TKnWX
zQRkiB92Jb4aEBLZkm9mT25Kz3jzRHBAMLhZpmofzuMrcY6HpSl+QUr51h7lisqeDPtq0OcpNzia
fnUFe45c2ndOQ5iekqLbdOSiFqaf4a0zik1kg0uSBePU3B/10cxT9z6HBhyLjKsQMZjSr4Xd2zED
64mTN7q0C6wCUV3Yj1DehiwFEkZHgvZuO5LRiB4yffYFY+jwhtFjYsT7zivXvYsBq8k+lUmM85xs
A2KStqj0XvyEIHxPWpdyNoaV4cLBWGVAbvMJfVor4YJrRpqbXt/befg1d4/ihm5iKEoqtW6+OL1p
CVVakK/NrQuUjERxOPde8KkmiyS2ydsGZrmZLIYjAVlV3Cy2UZPORARYnLXmg+TOkv78RAN39nhP
8Nu+fwLucAAFtIlyalc2Y+mJYPxgLWbjxyDK+zFn1G3kvygpX0MWUpuy454pqd8Ohrbw8852QgCr
eZfVtxkouQe5Q7572jBFJPV7k0ffdsi7KciK/ZzlV38ehtge8Xu3hrm3mX4zJha/FbMOg5NzPbp5
c4RYxExoWOd1a1/bBbQmHX93jCCOrBhEU+FyXgJgiroNydOxoNWOpWVCCcsAFQyjvwewsm1NQEng
sOJWJsxXZ3OfJbZPzLKKRW7/cAYenAX2dtYVR6/HpjOb+Q1eq3j6KrulbtHQ8u5Hz5P72i2Y5xSL
/9z0kWpjYqy7y+y03kEz4fmB/EXfi6RpPz3JEI2XW4qNWVoWHAi/VhSkMnMJ9p9JW25xoLvpddJT
ZK4hwpIoGk2z/1x1JkgDJE7d/TRABOKlm4xq21huf7glMrulPWztHN69NrFUe/ISDW22tvziy9TV
qbWC7Vxg4JrL5d4Cf7EaE7JJQr97WBgX/Oy7pLnMVZHyeBbhNXVHBveDZpRWhT3KnzGtil2nkAXR
W4pPoDQNjzg1sB2bgrT2xMrtdWs1C1nkQRHQwMwUIJ3f70bYSudGD+ZTljnuzu+1uW2W1iKIvXCi
X51VGKxuGFwLVYTH1kHmUNF4bZJg6LczLIZbmWFtFjXkpxI76UOGOHndTQRWr1wPck7SdOJbE/kE
Uk3ANBj4GW9aHoBBy0TMAn3E3VSl5cMtG+QRFCXcrCn0lkMCaolTru2ANZWDtP1VSgr5YVz84Wfq
99XBD+DGFBEBs7CrQQp3NP8GJWXXL9w28NVPfKJqG3Ie21ujQKkez1zbvaLOAbdgg8AEJezW83YJ
fKLGm0rMO9PL67N25vCUGPAXYkBk4vec9oRrBx2PTDQFxcsySuD07jAyLTItI3gbin7ayLJr9wJ+
BcCVMnIOdR+NRymorbYkV3MSeVmTk9orXevUIw7ZirFW1ExptbWHMP9RLrXxy7AIcsbqN/hbR1jp
IbHqbuvxnwOnNkQ9h2gYfabEga2ZfiwPXpctWza1WJiYutkfc23NV3fpbGCikdgqHpFyBXZT7rRP
km3KIGhfzvVH2E/Ls2UZ4JIjugzOK5yDup8fQuqZCzMMfSjaud46Fnx6q8LH0Xqde/CdIXucmGKd
swGskFkyghormniyCFp3OtPrsJYLVSMo3oErLgeSy1Mm6jz9P0VWBA+gQeeLB7nxMXRo2Emx9o17
h9kODL5cY98qovxDRZm4hw1VnSfSk4/WFImPKEqEvislGdD7lqr4xIxdJisTyrL8CEoAbcs4U1W2
Zlf/To3O2cGFS+YtnOQm3+Ngs2Z2TcXIUCTVrB+bY9WgpM6qEdtIXaqF1moaOrbl9uxdeIH4zGjK
Pnyw/T7P9lUNi2MddGyzp7H17S3ucrVbCCx+NDtgbezvm5UR8lpMrKa+Q4Uzvy7GKN9CZrmbvrIG
krpHcji7cr4XYevs7PBHHeLU8aUFYGlUFoTMBQXybDvdZsFo3208lWdXWY4976BW4cNpRV2S8lKx
uici+KJV7rc7nvYkPbnjRCsIzJZZezhNfreaSfIhByVZjj12asaMg+gJGguZyGxDqS62XyVxQ9D5
fUgbKVamYejNWMPqcJIiqn7x7zrnCxRBFZO/04qdqBvNkAOg9LwqpgqBgzmp55QgTvht+eS9DjRX
b9AAJ4YbgZ7uBneYT0zZ1EG1nnlq9Zz8GAzpMRJhfh63QDjXYYZWVyB23IDFBroFTGxTmkX6WbtD
SYar7sZb9R0e06hyYbWkwN1veQZmQ7hLH/Tu3gkXb1s28/wqe7h/5Dlfi3RMtxbSTzh2RR98IBhI
p+2Ek5eNYBNs3RFo+4WY8MF40mIKHoIp+HBBf30PzIpXuZzY9HkuGxSkAPRrAuFvDCwoOkDn6ZKL
VTX+M1bU5aXmUPIlyUXoRl7YV0ZPY+5CgB0NpsKdvq35NEHy+cxbYW7Qma8loeDvgGrcR61a4y13
tbuZqlauvBD3aewU0bCuHV+/8XHXp8mNGOgZRlIeTRrfGBxuHTd+L+JRldlJkzGZ0Wq5zoeZhdHb
wpph593QfJAzNukYpOuGaRn2tJps+RoP9SHK+EyJRB0tuApqeq6LybsbUbxsSr+llwE0VSGqc4tn
px2YbPfsbHOHUI4g40MtCtZDslYFsoNgJkyzL+s1ihfOcPTR58oe5RFyb3KV9iSfNfTVdVmp+h7U
IiTkyQbQuyaTrmV2hDQGV4lFT1WyIiisMXzoSrvKuHFbIiO6ZoGtRsx6NK9S7pd74Qol9podI3kS
Zj1eYFExOk2Czr3Xi5NQ9TZ6WgOWWqxN03V0G7jxJc3C7J7o89Qm7Zsro23Q1xW64xWoHUJOnBtS
BZuRw7uPDUog+ulngrWbv+88nlvtkgKfgBL22rGJjcbzQN8JS4frGy/neWwrtvR44HPwQBwsn/60
kJTruNRGbS2ZtxppRWKDtHpyG03OIwfaeI62krxeHYoIfzN6lXstxvHTIzr9WlQWe6uSHMEt4NHp
vfhz1YaLEptbWNLxs/qtz7Y7+HJvR4JkL26x3dKhEbANwrICsjjWDImbO60m8dtnQbWa2mC52J4p
T+7spAeT6nSDBRrW8p9isf8r3dxzW/PPv92+56vtaBTTTP37v/3jV7vv9pY2Lf/1i/7xPfLf//xt
8n5vIdX/+MXmz8Dq6/At9OO3HKq//vy/v/L/9Df/jr1+1h2x11/cyur2p6V52/zn7GtEZf+VXu7p
s/lv958ib9r/5Zv+Es1Z9h9EkmArcx20c35407/9JZrjd26aOJP/kZDwV/rF36I51/kD7zvVEhkD
6OL+9OL+HZjNb2FRY4lhe/hkAoccmT8/XP7yl7+UvHxu/9uYZPcmjfufgl8qMzckh/OWx+a5AfrK
m6TuP0nnVOE1to+wYhUEmvGRP992mXDvvUaG65ZcPnoVZ5NYxXg2RmYcPR7sAnGHaZfPVUFkHjBS
2hGSAOasP4nWe3VqHK5OrQeyqYilz0ijX4vREQdOGzjr7q2u7cd2m5WAkgIj+a7syV3ZI+C6zrc4
tczgd0Dfn48gW8KoeQNI06052oF+D9bT6Jt7I2BQBY9PkJjP13jyo0uHQ9P/gEMIUkjBQTDcBG6J
/Zfh7f/17X2ff8HQbn+rf72//399CHC//VcPweWzzKX6/Mdz8+e3/J0Z7/1BcgTWyj+zOQi9+x+P
gG/+AeMTcagfkFGIqQ8983/Xjfp/YLmzCb/h3en5NlLjv58A2/kDqzwjIyKOUcTf0j7+5Y7/r56A
W07oP56Bv2WjAZ30P+/9NEIglVLLbewWdOAplb5UqzwsbvEDakjp3kXtP+bpUCJA8lsPJGHrzG23
s5mwjwun+xKUM1w6oKP8u9mmKoI8fMiHQP/WwFyiVYQAEbtVNByQONoaqY2BzKJDSILzmoZ0iDlj
wyvoTnb9tTHkpLP6Xf3K+MIPNxHVHM7vZUxwnw9N8tMbddeQn1hOL7PZlem9VlbAOi3s2bprPQ6P
mIKX4Ldd1lQFdVWUMNZbVHnabH33ATVK6J9SVS7pafGYGh1Lo8nSSxKRifkaiDqYjnoq2hazjOWx
6gb+ISh/lpp32CmYFTxmPIgqnEnYG5Zy5Si0QpvaIZOIuntCCNFOftq/SW3raKd1SESbkCJJX5CV
9Zeaozs6w5CqWCY5fpMTaOQW5kNTCNDr5DDm9clomUVcPAC2s7PKzBLmKSTzNhr6VeXzccRVWTnj
aRDRnP+g4rW6Q6pL3gwcruATr+RQTdUps5eBU94azKC9UoWm3T2zLbCoKECn0bqKgdToQ22i/lzV
cxvK10JUetli8C1wHnsiYTTrZggCf6jGmHpGJSwkKwSgZiBDdlVOCbBlFQxQMb6mrk+s38FQif7Z
CVSjTh0ZG80ZVrgRHQX1Rn1mKTByAcKxTAYi1+jPUTqwWVpuP2Tg1nUcBFmePTOc8tpzWnghACdg
iwu75VpZrTqVc+OHr6UtkOMMJF4nGQMyPuUodfN0G2ImI67NL+voMR08azqruu6KezQaYxFP9dTI
X1E7JWIg27Nx2h8OPqUja55QYfjEwsBQFazc+NQkRViu+jytrOcqyQC2dC3CFyHR6q0NkoO56hDX
PIo02GVMNCcSH8esVg99YPcPKdVvu2rSOvpIIHyld8RbId1aSbDsDDh7o8ACnfRIif2wvn04HUI7
DT7NsSaSSFQJ5+W2TJL0pSQU1qUgjwNqE4ggLTr3YrFBOqhwBAvZQIe7qSvqASauw3KKmtUw4a73
lTluCENlmjTCbxGravHDDzroSQNlD+kJamCEcSlNgRyttYn2sIIPBmwmYRuEssZNRtbv2iXrRt/0
o91OdJPzTiyo9lbAroEWzOmNPpWoIh12HaGrv3I1GrcFjv8UiOjmwoCgnrBzcNN23/ZdzY8iFlR1
oxc9O9rDII7Ld97K1PcyuNMRS7OQ18LBynqSMnsrvcsHxDt2afFTAexsCV6Y/Mk5qCjJ28fOQF0Q
Z2iH2BBVDBpWVldH4toT1HOt2jRl/zgl1mVOSpxiLCvMkCSXsPhMyGc+tNHSXZPOYD6sPSMZ16qR
j5Xs/b0OUhKqZocObmvQ7XVbRak7bZTNWGBlhgslWQoz+N7ELYzstlF9cUzrIac1HZJhOjRFSYQK
045m7yxJIzdW62h5X1j9Ac+w+LaWm0elTguiBEZaORZDzqFsLfXaZC5fXgYA7OJinNDJMkg0YuFq
x2SlUtTFPmUQ8BN3vuXsyrnN0G5ZbfEqUMzflX6PuqlSiQ9G3nGqB2/gbbNO8EwdHXZlzGzLUv+c
df1gkvsKhkjAyAv9cZyPHajaKbZ4o9Dz9S7adlsa2XchvOghMMqHtgdj+jR4o3WWAnXcStYejVEj
x9e+YNcmlGvcOShK7RhwdUijpFPPXzV5gk42aADXZDOPce8ysGZoc/RqNiQ3TQMy636C8bmRhonG
lEFAhbCZtzPpnkhXAE5O8yJ/FrOoykNGS3pShtGnT0kzAGDWYdqob7kged5HCjTOIWHl+ZlbQ9ts
fepyJNqZVOF1aLw0OsxSWW+pr+cULYHme1qCel3QH/aNryYyxtodT8MY21PNYeiJ1KEotGovRvBK
QmuQYOsk7GKBiKzhF3dr5SXM5mUZOGQJoyjy1lAAy+nRB0zQcmxVyb1Tsa5j6paLAkNBMBCu0FWJ
PncuPw6iblQ/r7Y5FLhOg2nkdqijzDmSyy6YEPu9P57qiBvim5Q7GxVt1oQLOVo+uh/HNW8CN6uQ
5TpJ7elk+IvR7ntZskJumgyyQ1DlpL2WhXlcfP7ejJY4bdY6GX0oQsoI02pXeJmxFWauX5Qom1d0
6rm7zrJODAdrJCSCdGrq32035AKdQp90kmjenoHpHAzmge6uct7dNsh4Cw90ajrRvFeYTJAvhNyh
jj1C+s2NmNqw32Ev0wj7hg6FWlWjazNTgOvbvGsV6y7bKYsrKCdxrkct242hNLhp37LNBABuX2Ib
YL64b7sO2b1X5U3zXPTpcJ3ZqLIStyqyOTMM2fIuM4JS7ZK5ljWDgSKyNghyTOOqzKH27pIhYwE4
zp0c7tUiACf5Mk1bhqaZwciR2am9SkNyLwY0z146HSyzCaDMqbooV7O9zOW2g2XaPzhjxjJAqdpJ
mcexcsd+GmXBnQo4+1Z9343Db21XXkROOpd8w7KTCyaTKUQo1ae2Gee4aflSazbFW5glhlz3VpgM
a9Bgs8UPNMtns7yxExe0nicR1t64BxA4/pqGsDG2rZuwHphK0Q9HP+ijh9DglbMzPA7yHfMUTz9H
Qty4rrY9mTEwdF1f+mx03jvvhkfBiN1yGkZABWPY4VO9yVybmDgp7TnYOcYcWFsnwRR7mO0U0YSD
fTx9TEVPxVJH3hKgoB3Sfd1Yhs0nUNvqgYQF8uCyaUoI7qoi620IjJkrXWFMBwoGh5W435waiQ1A
XjsPVYB+Iaa4ZkUJmLY8j7YKulWGctYnfAEu55746xLkXhZazx2q0SCmXmx2NHbhuWCyREoK7F/5
uFhieuTnNn86YaJJhbObJj+Yi8wo4pQOx69l1KENkTmzJoTYiqjMIshl8IoI3hd7n6tfBrEImO79
HGoVqC1LG4MtwNxEz6yZ5mITBhk3M7hKmRMbpMyG2aqJSGDgDaSPBttKEbtpY/eYFopuinkXmqc8
bWZ8wigummO95DPL0iEkzaobfNwonZpH0jS6+TOymxmlT0rcfbOXY5XZe1mpBgm9KMN2xc9KLPkY
8MBuinoYls3goHY6Z/ZYzk8t7NvmuOjMwOIz67I+zDPt81oElUzxElhLyOvHRoa1WD4Tw3yywyEW
o53JY6SUJsJ4AQCPzNwe01euueMdXeph8d01zWgjeXSX/rNkYIpI2bfS+aJxH1pXZzQAVwyqwAXS
FGa99d3Aem9t3DuZ4xSA+Kx+ICGasU+2qx36I3bwPdyeqGmHYd/JuWBU42K7YSqX9MGVoscZyNv0
cvGCqqzr7suMkgHJRTOfEE8osTX5kx+aZKGYgQ3rVC+F7dXDCexcEL3f8HAt4rXa9M8Ww71wr4nB
fGbh5nTcZ1UHHFl4+V4wWPbWlHBIIfqhiJrNPEQsi1Tfm9E3ADjByju3FqSILvGUJyPwE1B0cDDD
Gxu66nhiunZBwUT6Qr4KXLCod9z1LJZt0zOMc24miXGZ/WiE95sYPEFc7IJItk0TcZ22jjY1QG43
JZPX8tXASh871rNLqA43nZ8tc0v26FBMX1HLS+FLkcu8/IpG7lz5G+ey3ZooEgOYyOucYJokHirO
EZxd7exsZI8jb5Xn0XQcSsnRU80pa9pSwEWN01zln27t++/zLGS4mY0uNVmTBgFPwGpyCCundICw
tHYM/j/ZJKrEu3eENtG3+mKNysg0CnanHOFlFWbWcFFBKdtxQYHOYqGQVMoq07aI80EaEdYsTqW1
k5caiZ/T2Fjz/J4JRpXPzog1q0le2eqnyHfk6CakBtgO6hI4FkGSsDMNx0q775ZdOAF5pS01kZtV
eXoe0bCn37xmCXJA6kdqXzb0QXgIvbFzQD9Hs4g+WKTY8nHI6EYfmzYgMl16fpNS0aYDa48KpXsc
8B5NNp6F0jFaJVo5yz2X1c+PS2ZET3bj5wVxSNgJzoYkUXU98oYp7tq2n54WpyrUpWuGzL12eQk0
KqIvZYrOeNva0MZ7NaD68hY0Snk3PkktTY6vpa6rOy2nZMTiYDlvrVjs37YSE7PgNp0/TSOwnkIE
Qx1uzU6KVZYOIGgrOCaI6acp/24anUgItnZdj5SLbcldaMkZ/9xUmcENB050QCq7BzKKqAqI1XjH
GZiwwR2HcG/7KNYJI6U18kGwEhctWzhqDsay6l5xVVDAlP3QkhqhVU3+34LxjisxLN6lCJNOrPRC
UBuSG2ONbM4d17bX2xcMmqyVHEhtDkHTHG8rTBweUyqjQjOTCcmhV7SYBbd2bw4pOe+c+l+zlRLR
jUZMunEjMivi2ap4wrpOIGRSBrTd1exV3tmOyMW6eJ3GDeRUDo4QAKB1BVdNSWKn5tyTvN+qzFkB
gG1yYubDVB0crYx7DWoDGS2JvuFJYjilXjdaJ5cr6Xb+m1fJ8JczG6b6QOAr53MWMOzbysId5Mpu
vYS/wtx458pDupXF/uiGV/6I3juN+Flu+lOL9Zb0jGaksKr7otyb/lQ7q34IW1CuXe1ZryiOPU6e
VHtPpRUwARAet3dczX5Lhn2gVHZwyYc5tKpv/V09lA7aAAkPmqVuL3LiXHjNbUoxziyW/c7EwJnA
yVyRENonR8Fuu0L8TJUa006EjxOpobhjogkrFDFV+TtbvNsaKhHgqOH0viRDWKCThSb83Ke9/1YO
rJPRRZf5Z5eo5SkMmoYfcuJAD4V22dBlTnTxxyT/EZgDcHtjKpsD/xF9cbQDemYU5bVMC0UXoOap
xtMRyp2Xzso81IWusw1e6Fv4ZOn1t1uWseV2oQxIt7NDo8w5NxAljZ48Gu8MKsbsKR2NoP3RlbBU
Y1s6rfvb6EP4A7UrmckuRImS4q/C0I/zhKHOQxmp6iS1Z26KAQZxjGM06DdCFGX4eNttoaIzbN66
CadWM2CwAWW1FkOJeZgbzLAY20BbZZLLxCJeyGCVcUUnThbMvCE5+AGqiX5hgzPs4eCY+qjSthFf
cjYTDgtCo9I7Q0soypxfuYOIGfKqe5lNurE4Knsk80ygDePi9Dq7V04WmihiuuCwhDOJFpKS2l23
ZZLmL3XKJvaShDkIM7VY44zjIU2vjAtrTdDBUD94cnQ0ZuGk1fdzjwXG6af+qBO2IvFIJHcVewkH
qYqiHvuc64Y/LSzT+bqEaUyr6uU3lmlY3sHuvinihxHf4TLm8ysdELphwxBMw52laNXREIHfxbOY
9JuJOfCQsDV02B8lxUMHQvp3BdSkb+h5Ld4Wia6W+ggwu5qPI8qWm4PXGiANlhi41l5TGQTue1yz
XVhU5NMwZycu4ynwUhacRoEPteoQBNP1ojO6s5NhAOEYBuobtyspjt6gEBVZi6v7nTvUDlrTeR5j
6rjknNuTfXKT6IpHG52ANU/EUvDaXO6lk3f2qWrc5ruSfnAlaiP60GFulndNZlXJXpA7izIYe9ew
W26KyJVCxvzoEYpxdVWS9TdvqP5AoxW8283U3JXKaTZmM251Rl/vQXZzeCQQyMvp3WSqhsDfoVpT
Cd7pAvFSmkQ+iY8j3aWUuaYZoHx6zaxlPvScnddQK2kcah8CN1O+ZLrCUFnuRhl4OXjbqLpLu91X
t8CT1D4yUOJ21sEOmwabaf82dcysIn2yqzR7t0JurjzMGwXexxt2bZsXJYohhkcxgmYuReHnzoNO
K/vBTxf9mTBQeqm9RJ412SfWPmqs18jUK83qjDjZ56WqWKsLOPJ3hYfjk/GSl6E4yrIDF4Z8VAnA
Ka6qqaa5kwIXDh+/95Lg9RzXPsWziAcDCB9SsCz77SwjMs+odJh3/gdnZ9Yct7Fk4V+ECOzLa3ej
mztFSiJFvyAkS8K+7/j184F35poqsxoxfLKDYaO6lszKzDp5TmK23qOn0sgSeyAgFSNBmiGt53B9
Yq+B9gQtOOtEHafhSL5tpn4Uz9T4BtWsX1DfotzgBIZBJThXHjRP6S41Q+0q9mos/jatZf7lzkMF
D4iCohNXQu7+Rmi6/GlaQ8L/atcDbPz43WAXF5SBqXpF+mc9pBjqV97Yv9R6QXvwWAC+pLOr6YJD
6TnIA+shIu0Eh/N0009TjJYmteAvlOqN6TgNEIrdT307/kU5qoLr2q7dXxiWfmHbC51sRk6nqpbe
GksDfMCujP6+tml5xF07P9LcCewNcck/uWP+Ke4LNEmj5hZcfGUFGF/zA7wRqKxd5dCcNX+b6+NM
f0WxJXH152PaP2MJjEV6RgGRuhpdXfrSnLIlBlYB1HMPLeQDydeeTgOK8c2W7uz6PvHP290/w+l/
vltk+KI+1abKd4r0pgK9DTVxHkwbjHivMo3vfV5g24mjkcuk4/NRW5KW9nQbpcO9ZziXNU2lhyUI
D7k2IvmSuw0r2l/3cfAU29bfc7ehuCaboMCnFTmdqpTtUgEya+k/WGmcqLTyYt2HpzfvVP/7HvpW
VHd9zH1vDV8lSd+8e7ZOUJcpEAE/N9doLgtSP4tV9HM6ZKz3Y9m4R2009eMQ1AbdfxA5WGX4E/YL
g/ReAyfpGQ2iXZXx/2M//e+mitTEwQyws9XpDKTe8ptO5c/kolSRvPJrHJlXSqaQc8wbWyxZX5Ho
fF7gUtVTxnI4nBPXQIowEFnK/4sW7Z+prO9tb9Z2AYgUT3ULiGkFWlTqKZoII53HqmkvN7ZvPQnv
nFFDeLorvaQ1U6sBQQroz23q07h6QyKCke6sfoZuGbxhDlyGdGaDkUhgHPxnWqJH6UAmhgax0NBe
qWV+omR7UVkq/vBJoY+4jo5qzo7FNPpnW8d09SDvzVPwLIULRDMc2sl3NIholQlIqEKtEEbc7FDG
pxplAZLWlK6S6qRGP/Ju44RInkYNwcVoRG6VlzaTX6ddfh3BLrdr4nEt2CTLY6+Xm3Yo20jB2djN
rOjYIQNFytWkpQcmYua3s1c8Ku0A8hbdBEABvMmdPzmyiQmuZVi0FcpUTn6BscPXcex0+3KcuBaK
aWMIyc2Dnvkfxz8zU4Pcup/8Ui0u1DgC/Ggf2Ckci1/YIdf67yLfYOIVSPP+eyhF6qMQlhpFA/js
24p2xSDrmFMw+BDXPmWdtjdTFQ2no50kn/iH2txzVig0rb9HCcrrxWs2zEM2awFIMiWl0zohPyQu
IUMwx1ve6A4Mpper0kVW0b9hfexq1wX/YhaT3bVtNvk6WkMdL3mF/mOgmlgqkx/gAxZ4e6hfnj8w
K07nPRNcgQhvvVlEnqCCE5vo/nv2VOWysu3VA8wKDArkvuSmlA1vvfY3dAN7G589Rciyzd/j6AXI
yvkfIQkwdMH1UDPK3bTm1FJn98Ei+YX1DbmPU6h/tm2aJrdoll/P6Dv+Rhf8TaI1QxA1UHoPOY5t
mq9T8iCLHl76zse/R+3SM7KXAYS49W092Q5VxR7jMcPmCjz/KR9rpLqp8pPZrMfrP1TlHa9c1l3P
a5cSWVdIoewYZ9+VPxXkfZOsuT6/SDIHLYrOZIG11E0IcdRALL3TvQcrR7fAim8MbbkD/MXruAom
/WZq7MNqiOeHfd2E99ZMcGEhjB2Zu7qwZhm+OvbiLwbHw53gy/B8XQuO2vzk0NAfsopddzsmdKX1
FEVwdNaNA5fiWoRNIJIfpvrUaMmFFnUwFvylQkXcOi/nf6X0GAuOz+tVI4tABb4eYxxAF/xw0NKY
SbA4yeuZxWTKxdh3VM7m+WmiTZ3rxBmvNk/xK2voOyslSutFeg3VmIopLe1tBvqTQhZtb3ceNst8
8U+R8RclgV2zqPQXbrHeSocV6OGyeokaqvmTr+S8gALZ95h/hZdCuAeP2HEwWQo0Q9qAh7t0/Lmx
5OsBeG+6gktMUgs+JKOb/EmLYaV71qxX0Z6xsj8bzW1EK2yaubAZIPeSdhun8ZWF9L1BBefYZLle
xRquQnGUY53cmXF3gPqE57TgpdXmi8b+TuBgzfAsUdWivFn4zLzqnZu4V6+sgUarIkNhZ/M6XH3U
ez9I8J+O2tEGHXAxdJHq+eEIW8usFPGnjUWWuOfXAP9NsJmpTVwXSNy+XoCh8aMMIEZonLs5ueVo
9UZ+CyvLOJ5sgLep5mNy7qjdcTEB+744/xtkP0FwmjaEHkGmBpMf6b/MPH2wl/wiCGIfovLzA0ji
dZGFV6cPrgb7NPkepb997Xi/y7KC4P94/vOyjO/Vob5Zw2jQlUKtiVhWYSn190CfHQgh7nCnNw+Y
5Qjcxw5eb/AROg8eAc8PLLnWXtlO346bzoU19eFMEuYN0BvNX7og/O5G6tdqBmk+1991w6w37lDJ
LqlCWKbbkJTx0DHTNt6Dw3PvlhHsdWe49xR6N8aQnHVV8DQJ79a521o4uNL6qtrJ42YYIgmvRDGC
uSoL+OlJBHLDuKlS88gK0Uyc3Kzx64w2ih2mn3HW5zdG4Jv9b1iprov4ZmdQFUFqY2Y40ynvmhm0
SveUl1cJ/gqPyZGwlv77hycnuIhOtXO6fHGUa5YzEE9A24A6UwMvye//5DabZ11y5ET2bD3RM3AY
TGysmgOPwD5C5/f4hnBKjm7W/CQuPr+Eq5N/x+2pglMIs8jKioI51XbyY/X8qxtqvqWheT1oG8dN
4hdUXdilFhK/wWaMUZ0vwiL3ncWCMardyD5lp1kIbGjkg0JyWiDizMuXUg8+kWGeXxzZDxeCEZjs
kGuHPtiH1fLvrFpeysz55gztz/Off9/UHU8w9cABPTDoxuQDBf1pz+Gd50KQU+i8UgBaPT/G+1P4
FzExReR5cmIbn6lMaDTZTgMsrH7opsvz33/f4P8FzNfSYi5LZyR4gASTiHuc1+69B72sT/UaI8YP
m3GZbLkEYwdck2hmgvtPUvtKM/G+3KGLClVPUX4sNndEpc80QEus96oZUlR1vyYVE7mTQSvoahot
ERjw1j0OpalOm25FEvjB7fanfdQGvENux5uRE8ANjJcnUSPsXlez+WZZtb9mx+r8ZM13uLTz+yY7
F4LdU62By9qDI7BvnN/J1KHvPuXLkQDz/Pff9ytwCv85p4H20M6K+D717Uc1gCOL9unKm6+AOl0q
2uePjSKYfg4ynUeLEV00EndaFpMdWNe79Z4x6+XCK9PDx8YRHAH9IjVNzP3s6/YMCjHSrvqo/EtX
O6Sdh4ePLpoojoQGtLZ4CdNptPyuL/u7hiY216TRV4lvh/FjWyMK6PH4U4LlG2Z/XGqiMygkkZLO
m/K5Utqn0PhQddVx14Px5moOXHRrA+pmvg3d1X8yaSSe+wiAC9TUG4O8f006orJTEjaBbVUMEocp
uvTBPtb1NWPlNkav5qDlsf+hAyCqHYVKOpiKxgGI0oFu+fG2dDtoeAKTWHSCdCfbkhiSzUjwBVFp
tQ7ItdkvHBidldy9MAzynpSn0i6MDjpkl7Y2b1SoJB7VFZwAmscxWBQCW29O7z24N3hUry8at/4B
dHJj5dYf/u8Aw3EFRzChqgm8iqzDDVHjyFIE0VR86fltkXgxV7B/c8xaJaAfwFcjeG/pxP8KoBB8
xsb6SOJL1GX/PMRjZvPC70V4yexzP39DppOklOwDMNZhQQInmbSvdfUxuxQViYrIAktdshsTD4Ks
VPsXWTLiTu7a2KxHKXm/ZmzMTHJtr+T5b62z7QAZ8+aMe+6O6GwdXRUsZnxasUq1CSqha/ebUbrk
SDuCJ+hSY5wMbla/6aejCkGRA5nwa4XZtfZRtOw3PZtsvxwhRChn2GArzyP9sJQTVRotfMoT6OTg
XWzu5+KhSTO4wDcOn2wN10P5xsPZre7GXs28SDpwm3o5XFgALzl9rOSyFtRt72P3jyN4hRBcIryW
Je6nGr9YoXtRZJQuzXSZINpp55X3cX/eomTBiCP4BN1ExNWoOBlGbvBwSiqlnurB5jzQJH8YgYhB
l5pNgKyW7lEPHO9lCGk8q0YteNQgAt74HbLFFdxGXzZ2Fs8JMREPR7ntfGohy0hAXPWac4jK6Uvb
PENGd37SEh/lCG6kx4+HVUYAlkXtLy+2mj2cXB9L6J1Xsde3x8QKvD5U6tkPdfhLmwq50kD/3I/h
fjTMDXOWmJi9ruKbMRQ94WFBZQyQ2341qIg+jD/muoRfyd3ZVL+1eEtXfLXad/y5LXgOYKUKAsAM
tW4IL4g5jEhrfJcpXINbz1+S8uC/tMocGhY1VCm42JPor9prvs12BjwtbXc0CB6UMbkaB2hwJ6gR
SQJyK/VrY/xB4wXcnx06WvHngqo2//31Aifjh06JLTiX0O4HFwJlNlLt70NsOyvqb+c/LVtUwZWY
uTVW3XpGrNKktdM7BrBL9BNknkPm3ay1wvPjSO5LUW7MyPTARuuD0C8LbuYB8g2KgI8fTPQdW/Ad
0+xamhOuwYut/e0O7k0KKwocFt/P/3qJT7AFnwBGfnAzh2hvAf58HOIKYmqzxUcBkL6NihJEH1wt
e68c+p2WwQJ2fljZ5gjeAXBxN0TpCukzIWWCl+OW2OyqzXOKJZROdoYWfTCesYV4Q2/mTGlLEgCH
9ytIwg5xY31pcPXnZyJxE/+SZVLCopyhTvI9BfS6hxWpTvmSpAQZWnnVd9NVvqUHJhtq/fsbjxQt
8MQ0lgqELnlcn9HKJQPMfeLh7oqH5aXZelheV+Ydd2QJwQXgyGKp7AXPl2TGj3gA0gQx6oqrT4Pb
DhRCNik5kFAbbsG23QpqJXYkKhMCjq7NatJnfy5jWGn0C2Su7mHrOb9NkrDcErwB/ShxqeZ8XSv0
b7E5fW6j4UsQ66dNQ5VceNb69ze7k5gxwX7MqlUxDTBwG+O7y42cTPZtwQk4ajutHHO4yah7XMsl
UKhtuEnZsgsOYFRhDs8dzq+uVvva668KS7/b/OGyZRfsPOj0VF0Wll2NMrrj+pt8xV7QS7VZrpCN
IJi3E9Xu4FQKDixAozp/Ngv7s2teKlW2cXJkAbAoPAxP+qR6C21s9GDdztkTYW+DAAt4ChR7Ct1n
tM0MX/KQ7bySdrw5RXPcVLFqMp3cqL54UGKPHURa3XKdIGC6vrcrqgmAc4D9baAbc9Gc5w8ZiCka
vc3FnxQa9wyNiV6RHCsr2Jc1zKHR5cdGEO56pSk9Q4stcjFA8NOKnK3zm94GdxsUGxGuxE5EWgcU
oHq9bgxSMGPqaAKxf28/8Ei8L+Qrf9i3kyaKUSX1gtC3CyEcvJRorijpQ+G0qFRV9Xe1spZDEIAT
P79esgEFo28bcPvNwoAGzcku2UikmXsbCEUIFDmwtdNmjicbSfABC3BkdC1DppZm1YU9wgEFpVUE
fx/Mw3lfJNd6rDe+YvFwf35uEqs1Bb/Q0M2CQmuyEItW0yHJ5ukS/dv4qC2adhHSLOOfH0fi3UzB
OyAXQyrXlwtnDiENxzzR2HihutrGNCRhjAglLTPVhQyygsGqMR7Cqb1ROxSwCAJ2IEV900y9jShD
crBFiGgyOnM7WOyQ5dbXdAE9a5V7Or9EsjkIhu8mhp10NWYZgEFfk97E5W00bq9tLnx92ZiAbBTB
+KlXwS/uuMQuAENdOzmpTXE9Jbf0YG0DtiSnSoSGRpWB2BZtr3Rde8e2iH8ojXIXhdapVoeN20A2
hOAFur4vtXCOoXvN0yfV4yGWWoiNLnzd0s54fkdkYwiGzz7wEqMxjSSGoD3CUHbm1Ce04S8RjMnj
xuGVDSNYfV2VkweJ7uKP5lQhZwGpv5colyR69HNrG05MYoCGYOg2GkBxDP+qvygonJTqfAtRYneA
xHjjeUniuwzBwlO1me2UJkI2AGpfZYFV9GkFfCW8XhRZcdwsJcquZhHcadDwOCcj/hjWPFTJ7kxe
kXhMWglzW1qBeVqqYXEtYfvdDsUlyydiPMsAkQR3hnpn/frr8xWVeEBlS/YroRmuAOZZhC9rYYwH
E406YKqkPsnA+YMoWdtX0c03wUimamahw5Li80qeFC8L3I8GdeYiGC7K5FtK+8j5cSTOQUR1hlxA
aapWsBBSYhzmkBdC5OMiqgH9S/+/RF5S3jNZFU5Ec8aRBxOv1eh+7hyrVaPDUa+mSYFC4j6BFcJe
X7ms6ZjG1r5efltbdRdBK/7/ABVor/8ZOJh5Zbvc5LqPHiQ0CqYfGEiFdEeu76q6hGrGhxPqDpyS
mj0BrjTLBDoowHptdpV40a0Ghx/1z5Tt3iyzSkxfxHo6etPXbsdLSxQlhq+qHQ3hUXqakRO+NvMe
EZDzGyu5tkRYJrBnM0283AJ7VfS7iW7wnQf11en812XHU/AtwxDBEJWFFs1RNJ/aHeKOZl37dL1n
OzqcHlFDmQ69tnmA1u++kxe/bvAbc4iMSEm0GfnXwUsPDYmMaT5P9TFDar6db8viJVa+TsFjv1VC
leySiJlczMZbRjWyfG20ryarObXNdFvBnky34MYGyYZYl/bNlBZagAm2EjRcDTjJZyjyb2j5HS/D
OGyuJ9L98zslcWOvEPY3w8AYNgVNUFp+qBU/k6y+4X67tLyf578uy9Bega9vPg//SZEtemv5tZ6d
OlO5nAAkmwVKgGZ64S76dxoZfctqLmll+3V+TEndTFtn+mbINFNIZtaTHWgo03UkgujRw57Vlbd9
VHHzXBqKurFJMs8lAh3bMLIHd+otGoXX6mV9YTW3YWydGGxAy40hE/eYwmWtJMfterHEeF8hg2+m
WI5L0+YVo2qAAuHu+TIECFQuh2Q6NtY3xp7mkPT0Lmmf1gY7147QkNmYsmx59T+X1/NG+twyxfLz
qr0eE3tX0bDdIfxQjN+GpTu5UE3ue5hgzu+mzAwETwJbne3CcIuyXHNB7/1TPln7oJ5v4tr54AhC
mBKNkBUFPRNq1Pp6ovksm9Lv0N9Tyzucn4PEG4ogR6OiRXsoA7wTKjq73ARHrSrX+kK/7JJfNdHk
oRjycH4siT2LYMfZyL0B0j/TL2CAhaViOOXq8ILc7PnPS06eiHhUEI2twViZPs3LX0fL/IkO9tYy
yZyFiG9EeAheqvXuM0IIiLwffYnE9s04osuUrtI/u6offbvY8HySk6UKfkJLlii1l8KmI0h3iX/D
2ykLnyujhSPgg5uxruIbO7XtDD72gCE0JX/SPfNrljbHzXc82QSEZCQ0EW9bptz2oREYID6j76ZB
HguR6PGvETKrjS2XnSjB4I2hVei5ZBIBUgb70CkvTcVFoKvO/fNnSjaAYOJwyMSwFMH46doTHGTe
dWzUkDYtG7GIbJkE+9YCiB11xbV8PYPYXJ15QA4degNXxrIdMtzGxnmSZCEwof6526alD2qFuJhv
67CpDN5xPcbR+NOpGNGkpxNAXTJA3qQsaIFsZHHv+xbbE8KEztD6ZAot4jilO0K/dzUt2VEFutPS
QVou5h1h0PltkpinLbIS61C0NaCpBj/MftOwYLvBl7AyV3Wi/QgxFGA9yOEQNt96Hnp/42xv/fsb
65lR8oLJLR/oWP1R1fYDmkWXav15LDas87Wk9e+o0Rbhj7kSxlqdeoMPDejFTFbfKdAr3MB5iXRL
sksoT7ilsudNBzHAY4Bcwk4z9AuSOHK+tXy5dlRNZfHYhCF68P2lld/aYXNJP1EcaV89/t86LVZ4
FsT2Lx6w/QoxnqK84i/mgLQ2ZWorVv5S6fcDVeHyxSRbrhGN9p1oY5KSHAfywD9X0UCIHY0JILGW
nYYL7OoZJEaFFntXqmm2nwczU2+dZYLuVpv39pyNtxqMOs+wro3XdR+2CBJmkCkch8kw+9M0FGip
QCJ/D9cB6XXTqcEl7R7RwzzSHr7xziXbecEjeM6YVktEbbAOi/04uAck0q6m4jnZLEe/n9faK5Py
27OlDDE6oxPF/FVYyoQ5IbW0x3FlBhgH+EjGz+dtRjKMCHEMGgv9srYyfRN6Mjpbg09Fmn2ao+IA
pxmqL7qxZZzr0rxzlkWYI9SwdpfDGf7qfLqov4VOwWtP2XRMXBtxEbqOhp0TTzuYR8/P7X23DWPs
n0u4oKmdtbzl+4vaIKTlfo/s+XpRzY2HNdnSidYfVpZbuCneNLe9nVGHd1YBSjl3y2OhLN+88UPX
m/0vrKNjToMDiyEFo+Xvdigu3QTOmqz64OcF80Paqp67Bh3zyKIZtouXWzTvj96WectWSYgBatNA
DR6lDV9FICbSpy/ltHzOxnaEFxOals0QVrbZQhCQkCJqEC4xTh9eOp1z6yYoG1f6xiq9n1TYIrLR
gay6iVumkTkAvbITWrAQraVgTp6s7LR4aEyWVx87toLll3GwOEnPTLxo+DSg2Y0K6I07ZRuGKFko
EdYYKfBHL4DBfU/9XQHqOs0DIpkIU/gf+vkilLHrLTsP48HyYXa8CRbFD4P4bjOakP16waahT9XT
EWl7350r8wEIKyJIKNpdQSVdfTs/AUlfmy2iFu0KRWrTGJEWCv6KxqMWqbBiozVw2yn7qLpqygAf
puyJW/LihSLLx46Ys075TTThxJAawnRJPaW4X9LvvRZdrC4xV5/6GhWgzNltBuaSmEzEL3ZhBl7R
ZKj2KkNYt4OX3fqkLy3Uuo96k2/c7LJ4U8QuQicNx+V61BDPPVqTmvkgUE6r9ODK9Tq4w11UQdjr
zs/xnP3anJ3kjHiCyym7rp1QluQl1zGey+iX2jQ3VrUFO5NGmYKnoRe5qjuVRy+k8ZxDuHTeqcyN
3zn0iYcaLZyfQ6T3l2njdtexvbZM51vkRJKJOcLIwYjCHWpQFAImUH6Kmn2p7eiyqbqNqGZ1+e9c
0SLu0tVg4ptSqjYQxt3ms/dl3KySSBrJbRF2qfH8HXdZw1kIzO+loU57p7ev4Qt8yKf0ZgkQ1TP0
b3rZaK+ZiaoXPoiuE2zr0HgQ+aZFcwOR4IaNSwxABGjCutamRkrK2BrJj9qEgm0KZmhJ85VCjRf6
xvm62TsoiRVFhKbWOs5kBmSPkQcvYhR6v7LOeKmWr6kOvPu8z5KNIbhFyF5nMFW65TtO8NIv6EOX
zb6KjafNe1y2YkK0g1o33LwVaZye6bcD6Xxta3uN0DQ7IZJ62LzHJRetLXjBMEUDciiZSboo11Fo
vgS9tQfATYBozgFAPIiht4rkMlMW8ZfWEqahHTjEPvghQ4OIjEZpNYDqIYW+MNnBxGgXEPFuDSgJ
hkRAJmuoDmbIeHCtPKnVdDtFxn7Rs7tqbg/jFl5NOi3BT5joEup5S54frPh3WDfLortQMTG0c/w+
Lu5AQO97Iznqpd1sBNsyZ28LKZESUzI04Izz57S6HMP+gE5ifxw9tGERLU92izNCXB0/pipisZrt
XZsZxYDzx1+2rkLIlMKCCo4roUBjafdp4V0QQp1G4MoBdFubuydxvyJc03WzaprNDIVa2KurTD+p
c32d1Y5/fhISC7PWv7+5/6mRdegyVDbya+Cql/irN6poB8f652LonhwHpRZYDM+PJVkwS/AXMXq4
qhHjk9QeELzulnevUSAJgJUjQLdZjZVYswjMxCNN8DrzujKWjwlVA3dGQgHykKJFWRfFvLBLLhZl
o9IkYWezRaCm5Xbq6K33l0bf1iEfjFs44L5Q/sl3jVJ+AsXZH+NU/do6/fOghslOqaJDpHY/SiuH
nzif9udXV2aAIp5zUjQHXRBswVSeyvyeHFcrg8uoe56WF0N5sorix2Y7j+TStoRoRwUmEbsLF6tj
2uWFbrTxsYER5vxMZPsneJKhdCZFr9ZbO+5utEx7sTT11xRGJ1hw5781BN8P9qhHF5EZ/Tw/ouTB
yhbhSkpT6GhzctEowNWAse0DAwVC9VCoa6bFM2kHeRppV6qelmCjX0MyTZHZrimzoZtK2/KNOEp2
mTGeQC8+zbZ7iZTepevkL0WhX5nuEm2sq2zTBGc5zm6StMlo+72jhf5KAdxl+lZ/v/T4Ce5wpNRC
m/Ly6qguw9Bcblov/pmV7hd1TOq9Ymr34HYPTZn87rRK2wj3Je5RxLpGqgW5Vs+ctOgvbTZ1KtnR
fi6VasOqJDGOCG9VR8Mtoe22/bwvT2Ah9mOT3KIM5X/UwYs41jwsYs1BGxWNQ+V+oBIad7RkJGnY
bkxB4nZfJcXeuPhy0ju9XSKWaIn2rpp+0dsIQj4Xtbz0lG09gMoWSgiheEquy6DgntIXky7VWoH8
GAXZXncOm0UpicWIiFZognuPfMT2R/cuXr53vFvXsKROyCApjrEGbHDObqya5GI0BQ/X1mpJmN6z
arx94gNWd+rcDXror+5hE+b/+v7+TvpjCs5uMhWHOjHXRx+0B5OksTdDmN4jNOuLMYsvkFoKUC7J
ypOrpxeOggJRnTqPYzwDCirm7OAgw7F38i0aR4mTEIGu44TGhgcJOi3bdCGZKKzwkLKFm5IdEsFH
WMqc5zQfEYqGBg9Bk94/VEtB6Gsq8bEcBndj8ySTEGGu6P+StJo8XldV5Owto80/gRUPNvyoxOcY
QlZSwZdLZwuOO22sK6z1iz6llzmcFOcvI4m9iqDQoB/MkToMb/sRojj97OyS+hk1gIxMESGYLV5S
2Rqtf3/jFqpSm6IQ7RZfS2brGMALfN+npfXj/CQkO20I5hPME0SqPZNIy+Bv01nupzi6UjjZmw5H
FniJvJ8VqjFlHBJ/g3Q/DI7zYyoKhOHM8EKdCMoVnrAt62+vRVMoQg+E4k9XqjcsIjoLG8GfxEn8
CyyapDnlBWZZryoMfdidmja8TbL+GSBvs8sDHRn3RNtIOGRrKliPjo7IslTsWB9qDwgnFajywR4f
5lnplzNyIee3TnK8RdhoXZk1C5vasA/kh0qrDxHsRp3abuBfJU5cRIhmY6yMRob1IE5s7tKoPM3R
eEirGlkJjoo20DpA30A1a9WGQckmtBram5OeKBn1wAKwjG0qX5Kuechi5C+tqkw2EhuJKYlwUGeq
nNA0VouFI2y/arDA7bu8nN8Oya6LKNA0D525sfi4MSCLqSVZeNW2xbKH8Xo5OBaqYefHkU1C8Aeo
uIxelmJOhmu9DMVyqor2QxzZtojeNLMlSAvENHz0H5E40rXvwPU/Gd7j+V8uWyHhCk0mJHjsieqN
5SD7Nejgv0rQbMrFB4GNti5EztmE4k2AIpLfDN2tplR0NEXx325g/+q9cuOUymYhWHekIJjwmg4g
fw7frfMYpwrSU+btZsIhGUGEZ7oIvCLFpnJv9cEdFX6FQg3vCRMZx/mNkByh10buN4ZWhwbyhJnB
RtAD5sXRtNPM8vf5b0tuRRGROel1aCP1xuuBSXFMT53uym6WpyFEtsupn8PIGjasWZYMiujMqE51
Q1lYJ1d1fB6MifuI/hAyOawxWqvfmc3tGm+G+EXd+uDarc7rzdqpZpUWPZxovtLO6RVaiu4RCdgt
6hpZoUxEZGoOTQ2xw/LNAyKJ2alXkz2kLJ9q7RdFTp7EqTwDXdg1ev/BDRMigAg6UcikWUUKV5d6
bX5rEu8hQCG11IbtZxfJDfy6h2+WbZ6COtBbz/SBg5PTLlCY2BDM9Yt6ETtwK5eLe2dO2VbPr2w4
wRFUcR+GKJKYfpgahrMrTL39u/I03rKKJr2qkIy6NaK48o2u07aCZsn19Zpwv5nipDQIvKDd6Q/j
/DlCeggpUSBaWwdPlriLOMwm1CCe10ClZ/ovrbT3bj0f12hWW5Id2nP7UumuZnshmtmAhEkWUQRj
qro5KKXJhNAqu4m84KYbtX2UhZ86O3u2id+cLaC1ZOlEXKZhBkU4OLbpuy5SPwhLrhz8w/baSTyq
CM3UNBOQ2chxaEyDAL23DgoA3JGGVAVSso14TOL5REQmvVXR0DSW6aullu3zKMqBGhjLleMs7UlF
wvmxMsZ0ww3J3qFF0klE9QYkpViyLpvMQ5/Hq+RKTO9H2+6CSn8Jh+RLDwlMF6IGaDu3epv+bBYE
+mCvuzjv6mWrKngOZQJllXpMeByrpz4b0GGtPrtB93lyho2ykWxNhZCBM6HajmOYqMfYPyw0ONey
GzKAn4iArjZ5EWUTEbzFoGUm5SJGgT3CA+zYHxDAyw+WlzxvpkGSO1cVwobMNXojLE0WK3QeKZAc
27jZAge8v0qWCN3sh4E6REsDUNSrka9SKzRqd28Xqb5TW/eyAqdwfsc9Lrl/F0EsEa7ZDGGfa+Af
AITV3ZfIdbK7rFZQzGiiyocEiKc+1dSvytHwHhLUWjcOmuRWtETsZuspUDybqkmt6tQgpKRY2oF/
zYsnlMB3+VCje6uiyQlD+wfdLdqEf170ypBqHVKJJtKgxr5OQCOVdxN4jp5/0H5rRM1Oq036FDbC
mfcPiCXCOTs9bkJ9ZrzFBj6Ukv60U7eRkcq+vf79zdVUhFZuwbthIW41Z5elTo8D7wLtxvbIToXg
B8oyQb9WJyTq8uanrYz3Zu3QSwSTEVpmPm2aVyj3/Qp169P5U/i+uaK5+udsvCQwc33NI5TJuOpD
4zlMwbwaCNAhmTh8Pz/I+1eS5Qk+YTQjt4w7BolcyM47AwlG57rd6vKRfV3wBnUJ79lcgLEJALD6
eUHDYJQVvpZ5G3e3xCWI0E3LVKoaEn7C8GnZwVFyR3BcevUVCORNlybZBxG0qWuh25omYyjDdBtn
9WPS18+91/7VaR9D71siSjNB67OabNBWXq0fHQOZ4bbuagQy3A+hWiyRlNI0AyUPBwbgzmx2Za1f
Jq7Xbpi0ZJdFcGbmVLzoBxhGAMmRN3tXdlVfqpr3cv6IytZfsOolaxe1U/m8jbzmsooGg+BuEnp2
N9ECshkIpp3g5ruxZIi+LG87rbjnvejJGj5GEWCJfJMUaM3SajADEIyPISQxhxneExQYnzU1uijS
aKOwIbMGwZhV10D8lUK5D1/iYWjrAzdHmSkPIA83/bckPrdE/snIG4bJ7okiQkvdrxJnZKCrAMT8
rc9QW320QySP68P5vZeNJiI1F8vjIdfgukCl9DSP3ZXRRt/X1VsUswY5m/0i0yqJ9pKLNt5sn5Mc
ORG/abp9WnQxIZ+d1s1DkhrZFwT86ng3KqWyS7rM3PDxkhtL5KFUo6gxXINwKe6SeVchfjsbZf6h
SN0SMZxWFuhq04M2H7p0UJFpor8906N8lxeA3evJ6I6u0dQ/zm+V5HoUoZulO8MY1zfslELXAmXB
FG3RLoEmLzV+zJ51Ycc6JrsVR0jO+r/gmyhOdxDRm76lR+ZeUY38dzqryyEOl+owVXZR7bwuivzz
k5OMZq1/fxNZTMh9F4qWrGkIPKiakTYX2rxKbs02jGuqcW+Nw8eINS0RMRr1Dc38YcuZMON7+Px6
UCKp35MoDpkR7pZC3Xjxl8WbIpYSAd0GxQjOQtl6J2+Jbg03Rxqdt5Fd7k5HJW/iq7ydhgujyjj7
uVVS6x83Cu+S1M4SkZZ52w55TSUGDGmzd+F/gf8NR7I+m9IVEWnIEz+vmnSWnRxahHA3j47E24sw
TEf18nopM7ovi+TOntKkp+dibm4Ue/K+fui8iNjKemjDLmhS6kCAwMxpenQmVEHU7JTYdUJJHuLx
8wNJPJUIrEzrKW08l4GKvD14qgmhXf91Kksiru7h/BASw7aFs6+oY16leWT6fd/DyJxq+zYAk706
K3bvIlHUH1m6aCcQJMWW219j3HcyMJHXspxzr41dxfBLMCcjbA5oqHwfnGKPyslXZ2wOTdGfuKyP
Nuj63QBMfBN8KVvR9dS8MfUuD4akHpDMzNv8Ji7N74joXUf/Q92XLceNa9n+SkW90w0QBAhGdJ0H
kjlqtkbrhSFr4AhO4Pz1vejy6bZop7LLETfidlS9yFKSSWJjYw9rrxVEl1N+LNE7dItFRFNo1VZT
1WDRUmjLjXet6PwILKn9ePfxkh1wV0uMJWvrzHIg0LwadA/5XFVdz8emMCAdFpLOg9l/fJ9DprFI
URD2GZAkhmnwhFxUgeEPyllZIAr1pAx3SKHXE6CWu6PZ6oHjcomvBFXUEDiQRl5VY73rSrS7A3ok
uzvgFJY0lywmYWrEuLSNOXwdysmViKeOz+YcWPMlcJJ0quWIUNhKJB34gVj7DGIY4Lqah5gfSYYO
3UK+t1yzbMw+DHELe66Y0sQfI7a301K7yCU+XvADC/ATllEYTiZH3II6CTQRDfXUTOOxyvKhYG+J
XWwBOao7A1cfCmOb1dDRyyesgRDl4CGkPa9CC6JfBqhnoRq3hWzwsX7E/IZ+4W6WWMUOyVYZjdjz
gaPRFGh20A0VPrFR/LAEvR3KbkeB2T2yTgd2zRKtWIBJmKgafSnMej6RBKZmDWO6GqNnO8FdC/Ox
yjPHHXJm/94pwRf7NE0VYPcZEhDb5teGvQ4QiYFDfqPq6cj2Obh2i9yDRtUggxwpFI5wpdkWqE+w
XMiyc4sw8IIh9HNr2B5tsh5asUVlwch1X6UBknIGFBkrx9HLgOtWSeL3ffYaV83vIuL4EtNnCJKn
0G8Hl0ZafYauO7CQ9vZ3qwtLRJ8TorsX94B6gkfGmx8myUGRqdT9UUzXAbewRPSlgnRTMrcqJfTs
DKpvWmLvWcJyQHiOuIVDq78E9eVWl9W0xj364gXaPtB4JtuZcb5J1zAENPis9Iv6zRYUX9JUdhUl
DhlqpOvCPm8MeT0iBTz6MAdM6ydYX21NKfIiEIHYgYuS+Q4p07ns41PZWOsssK6PDuceutOi7CCM
Ai1qG46gNoNNOH6bcPSdBowHVm+fQj/7MeHj68ee+4DTWQL7siRA3MuwQgPf5oZ2u/Iisyw0jR+s
kJwEzau9+/hGh8xt4QjEQIaut8EPMgFJD0ix69TORdp2u6MR2oHoZklKWfEI1qvQBxD1M5gJ1xhW
sZxZXR3dO+P646c4EA4sIXtjKCpnkDZ6DVYfIcOLT2KZYuq1/M3rzybxQ5RJANNSToZtP2qBalCA
YYdK+lYqjsEGDpzUSzg3avaRTFOKWrjIQldT8XI0fzqUNy4RhzDQJqUtijJNMF5lHd8BIt8AkxWc
SDs6I0X7JooMaTLeWhiOXxQPjs14HcCn8p/QiKXM0YpB9QkcB6ddr/YmUWuFZM41nO5+MuUqyqP9
pJqvhGf31iB9IH1ORrRa0YrYIKQ4prRxyECWMXzRpo5oUSIqG3KSVuYThiBnooUjHvWAjS8Bi2Go
HTElEyLrmJEV+Kv4V87b8IsDtvITZybQnAD7vvnY2A/4oSV0MVcVZ0GOvlOG3tJpXtbBDa+7fsLA
rTYy18lM+zSzLfqGugo71s079AIXfoL2cnD43Nml6HPOL5CGoF88NkB+wAstaS2d0MlJU2H/Js3o
4QiSZXKWp8+WtPyP39mB/bWEJWYsFwbvJdxc0DXeEAC/kpHqSLx2wFkvQYk1mLK7KIaHAy8FuVE1
RnNWiSPr3u2HdoxXVT9ww83rSRdeENgWkBHM0L9nDWSxMKhIdmZvoaRA89YndeBxUOEwZm7MID2F
/KBvtMcK4wdWadktDuMyrroEZbUJunxzTiTMeFUrvUsj4/njdfr1Laxl09imCEwKNt9iIjFovVrp
AkA+C8aAbLTNyy+/cxu+pPokMTg2IPwNd2CK+6FrUAkv1BXTLSASWXL/8U0OOIUlsFOnZZQSA2lK
agx3gBiC/6X1dSkvZNzNbOof3+UA4IwvIZ5EY55q7JDVIyV67Uy+jXPoStSi8VuzhFJv+DZhMrmW
HLKf1V3ddpvfTWGXXJ+CKKcYNFZLcJQ66dRdD2Xa+E0FcKkzXn38gL82Cb7Ef5pNVIz4b2Z6o41L
UrnrsVY1l9t6fPj4Fgc86pK4sxRg7cyDCsc7JMGdbh1Go4uRIEiCrtDCd3nKjpwTB7zoEgo6FgEx
jCFB5xBZa6BZ6kK98/Loehx6jkWapWe3EocZX+Wd3EIH/RyxlqmTlSjr/UwsQszfa4QswaD1EBq5
VWFeB4Aocy/agHjUUuMRf3pgxZdI0EmABkdFGPUcArkKxfCctaHPwFR1tDJ16A7zlv0hnkN8lcSx
Bkp9MKNTu3Fab7arvEi3SR4dK5Ac2P9LJCiJxim3UwwckayyziB7lWwSOwS1U5tPgMDEySof++jI
OzuQ01lLFExGQNpgpvkc5TE3tUd/CK7QXk8YGhKMnqUVRlmjz5lpHHGhBw69nyhBVRZSZQJZbon8
JSbB10DmgUuHYTOMDgiTAcWPGLCMAC393uZZolDLjho9WPSBxJ9Z+SJ6F8aqcINxOtLiOGQU7L1R
qKpP07DH3I9KoJWYNT1K/zK5Cp04X2VNuf7Y1xxwAUvM6ZQPSZk1mAlEqGOuJbcu7amRbjzE9RFc
zaET4Vsi8IN15xmWP6QEk26GfceC+KopQcSVqotkGB+7vFqxPr9sOpJiOgswa6W5A37GY6PEhx5w
4YSoqVEZHCgmQMymdkncnddmeVkeK2IfWKUl4LQaoPtXVZjZJGPwlIlIr4yx2wYFJqYDQ7791iIt
QaZOaai0Bjpp1c/i3KThW/CnXACbe2SJDryjJbR0KOiYpcQB1j2q2q80YwkavkUD/ZGmzMbrjx/i
gP9Z4ks59KC5CDDs3/Jko+0AeWVhnHBhzypXyPF+t2S1xJhOjm6IHWT2ipXKvMHYY7HrZTGd87gZ
IOuHut/veYAlvJToYggyiScC7x+nqPYYzmmsk7pwJe3pbwbUCzcASkMJ8gctVwNYAPJVLKm8JWmB
6ZCuicEVjtYdqUBVmI2lN7RK1ke6Mwc8OF+KnGP8udEljwHGrOzzvhCtyybK3HLqL+bTqRr0fZ3F
1/BSg3c0ZPh1YgQp1YXTA1lrXbVqbuumxiZBVTYOWn3E1x26+LyHf3BEsY4zngy4eGTkj1zRqzo8
ptt76NLzzvrh0iCgjmPMowDXEgZfy159obU81s/8dRhlLekd29zOAhbh2jKPvQnzwUJickNOXixL
3wnujoYhv3YDqHq9fwhmjWloatyoaJVLShqdU9RHSjZVR/zMr52ltQQlgl6UGRJcPqtuoN5UJdsg
TqENbu+PTlUfsFprCUkcx4SkfYTSR2lpd8y+AMSEAnJYfiXRC4ergfKm+9vWujhbGksXdoGi7iqb
WO9KoADoeGyw4IBFLcGJxUSIIgng+Eajb6DMelHYRnzEcR2wqCUoseqsuNDQNFsNAzE9u4T4Q8t5
4Vbl5I80fjJz6LBm2e5jx39g1Zf4xKatEqeAyuVKyWvRBKfIAoqqvj2KTP916Gct4YntMJEgFgCi
0HkSUjl7gK9dxJq9CN2K22DDoscN7NenGCTl3+8RqNy0vYIK5KpD270Ryhdj4s3wmrFw5iLyx6/s
0F1mo/jBncimqEoDVdgVUZk6S+q4cHnbwc+mkYU5uq4BT/aYH8meDu2ZpWp2C+U/xTgQ6+grJoA/
5ZWXdtPDHC+3snwIpxjaRDnxeErX1MyO1foPWbj5/iFHqE0ZfYVCcGIbXyG70/g0zKztx2/wkNEt
6lCUFWMU2DO3aFWrZkVYm1zZDOJKIDSqV6ZGVWf98Z0Omd/CCbCmipxspv8kNkaA41eWcj8uLX/2
1NTmbmab5xgIWn18twPPtYQ0tjPx0xRF4DiUOHfznH7pK2MHRYfYU7115Ow/4B+WCEZguOzOsjHU
REXgqjlVw8mjNXUjfYfAajM2R2504MRZIhg7MVWBLTGuJWm87vPk0ZHdpYEG08cv64CFLTGMXTgE
9gRgPyJB566r2KmT2MeaCQe26BKxWGPiWvCZ/qHuw9eQ6fM2rJJ1TNmWJsZeyv5YlHloxZe+YKQA
kQcgsQBRXJ2zGNLttV+A/2ZzlDD1AP2AtUQNTnHTJHFnYZpW1VJt25D0NnoikWFBDllnlzkJgO0r
HCEMT0axfWtguqDzKbqrUHtRadT6LRDo8+czZa77MjCP0aIdWsOFl2AOGVlroPUo5sYj7wVz22MT
Boc83xJFyHtCMNZZwv6AReMhhGzsPoSQpeXmPNm3xVmAdiooWY43uw+ZzcJbcMzQgA4Dtb2sb4vS
DVnAg31NUO91WZk74iSwkrTcKkEBevi2C/7jnfiS/td/4ufnohxrqD80ix//dVMo/P+f82f++2/e
f+Jfm9fi/Em96uUfvfsMrvv9vv5T8/TuhxXAzc141b7W4+dXlKibb9cPX4v5L/+3v/zj9dtVbsby
9a8/n4s2h2rY59cwLvI/v/9q9/LXn3TGpv3Hj9f//sv5Af768+wpa55++vvXJ93go9YnYJolcyzL
xrAXWjd//tG/fv8NRIosjMxI6piUzfFKXtRN9NefTHwi0mTEsU3TIYTN0aUu2m+/4p8kARubQznq
9wwjkn/++3td/g0S+nsp8B6+//xH3qrLIs4b/defuBUOv/8BE+H6xJGMCcuWls3JT9NcpA/BXZ8a
jcsZABHSXqGr4rdQBc1Fe5WXnRePTw1jlzR7mqJL2d6C0qkxE1eM0RVBaY8lSAeTU9WkK62v+yB1
C72tyR2zzC1LCWB9dBVWhVcnmR9MW0mvJrPxBH+YyjMRJ958674EG8ymoanXnRjlcxH5kNqj4za8
FcMV4Kh2DVsDS5ztRUO+A08STNgtzBlyHPhFAbkAUFuWGxGEXhbV+wL/ZIMtV8Q7qZRfm6FLKohd
1q+ZSvyap6hCXpYhZHysV6u4FCpy46q+7vIEjBpvExxq4DyMpXKpqr5izveiIePOgNyUhYJ4H25r
zs6AjVrHYCsZ1INMv9rc9GKoaNuxcI3WdEUsfAphVVBe1SNDkfXZLMvTgl+TwNxE3dPAijsuQxR6
+zUGKbXL+mKrgjuny9e0DNEqjk7CKgKHZrimUOkzZqWEqln3tFsDjQFxgRjM8uW2L0afDm9DrzZd
5Jb21Rg/WtWuQ3XLKr604UmEaQBuG2gf1N5Yn6u48pgTroKg8frgWZmuGhHKmtuMvNLpWU43hvNE
Res1NcBzqvWi8SsHm1ETxpdOEN20MlqlNoSJwhXg3xuioURhP5B42o1G5bVlvzIsw215cxZ02svo
JiiiVZR4YPn1nRysK1O6wdjixZDjlVuVZ2oosTHqtREDuXXllaJd1WW3AjnIOSMQRTB9ahYoJPfQ
MNOYazAhv1Stouopz0LPSGA6seWRk76L9nGkN8mkPQ0NxW6MT0pkHFNxzSookr3klsTYYOjldu9b
zW6QllvXj2SIfbPIvJyDvy6pPSMXWF+2QW/HFTwDlwvmn9FKznEpFuqd0BujIP7g5JsZ+iJUd2KH
DEp5YF7JgSOSF6BQ9pi9CuPezc1sH4q7rgOBbOmq7CzTAR4U3wE7Yb5jyB9p23pFDiW4/Es6ArE8
wFLZLomf7aFflfXod2zwwUXqynJmTpgw0QlhZShFjoHpYaxsrSu2tuJpm0eNq5DcAlnpTXTAjNzg
5+xZpfE2Vz2k9vIRBOih10TjuhqoK/rBt2yI89qXEOLAYMJpR6/LdLhQwd+Hwbuz4EcP8w2e/5OD
QVXHNJlNLLKMX5gtTSdq4tY1s7cYMkVa3aY91jJQa9FDIvIyZMx1DOpPtTy1qmQ32mpFu2hVTgD3
ByD4ywLQbZTrjtE11JswEnypgmgtHIqP2V5Jv+bD5ylzJ+k3r5GZeDE+QyuPOjmYnzJAFdc9lKtq
zIma3UkRQYFjjRzXQxXfGyUFiil1bfYIrksTqiqS3DlGsTKxm0UXeZ3EHq9cOZ0K6yXC4GmSGydC
n1QKWC69S6In0NzqMXK7dGP0Nxm+RC4BLOYCgNALHX1W6OzzYfPD8fILt72YRvjutX94qXMM90Pe
1trjnBvipU7ZLdRoLyEn6EeQEJyGFHMzj2MJxUjygBLEJDd0rEHIoY6s6zeapuW6WsyEyoFtmRZO
qfdfIQcEVvYarD0pRQUUExDgEEwHP9SXWeQn4uvEUGH3psiG3NaKSI+bny2xy42Hyt4NASiuLuAq
iHlH4lPsemPcDfwklJvM8VNAsojYlqSFMz0yWvg+uP324hxiEtji/M3lErNAYTExdbLWraEJ1WR+
S4Q32adjOh15P+9Tmn/fiAmbmXg9dDmx3IZt1mImAUMbpmdmvsxcFXpy2MRyGx6bO5PfEox3i0ER
JBCBOIIIlICXHeleErB/BlHrVsapzMVnO6C7WPfbUBXbuYAAuW8/dyKXJuyhLzOcv2xDwTJcrDjw
y2l/ltm22+RT7qZjcis1cWmarUMQzI4ZVNBBGx3inI8wzuQStc3y4joJld+zuwibt4+bF5CBruD/
AS+pdnFHPDJ787Z0y/C818/UijcNHy8ninpifzaIej9cWOSqku2KYdQzHK/Q2HJtyn1HvI2ceTVz
vBAbE4xdrkxqtxtLl0yO5wTlY6fYriDDKRhKXIvClfTDyq6zrRneZULCx1a7sg59IzK2YbZKpjdl
XIaphjraRmow20nQ8wUgY+jO0awzC+2G4JSNKUWsYrqywvhBcEOyHaqeLm+2dn5VsBFevVz3qE+A
LxYgA3iML10IAa7y3uB38zFs1+mGj8A6CMz7j16gpq0T1V5nXZf26MVQSxnJGXAx7jC+UHKaysoX
U+9Gxs2YxF6VvYxS7YkC8J7vx7ZzU+dN0hcbrwDIKqOKvT5/atPYi+wLm35O1EXXoNW9S5vPHU4O
0U1Yesxedz6pvp0AqrhvWsevJPeQs/styD21edpTnyWpZ4zaVZgRzCRIt6JxM7HRFyCGFNitFoK2
Ru7TEDOTxQDviQl/0XuWPq0sgkd33AZFu2piu2ZSNzJrNlEocX7GYLPoeh8IrO1gxb5uEi8ptiMe
nkHJ3MHRNrUtTOrZrLDvM3oyUbDaMM+Jt1G9CTPTSwK6scfnJKr8BAEPwz4pTPh7nH1t7fHwNAsd
v7CilYXYDLfL0YV1amuXdAHgm3epPe0hoWnqTc42OuIu+tpQUL+jAThu2mpri8umteDK7e18pDLo
d6sh8UsEMkZeb4mRA0kmPEeggfMSQLhtgMhuxrFnmg1Mb03StTIfJJ3Aa4CPteGWDdYm5NLr+EkH
6bp0jPY8cSDdBAEIKaADBIVw0AfUAdR09efJ5NcZu+14d8as1rVssaflBpNCMgKPMyYIdMg8HaHg
kvmpCRRQ8DnFk0jjMgpA4N5eVe1zPzBEX73XkcS1yL4bERIEGHoDf4rUe+0EiGES31RvYHdFPAJG
v8L8nFv1Kiv7HVWBZ5ZvBdkK0J/UnZswv8feQp/c7S0KCSmgQMKHuOthq4mfOaDSKsxd5Fwi/Ovl
6yQUknLEdY5nTzgi6R0mv1Eo8vm0ZYi4FMMhrhwc1MYNj+/b4YYwsjMkVqePrtPMdKcu9GjeeLV5
AUTIyi7rbaufjQLrZT30reVFTuSPfb+PgvB6DikhqLhqHQgM6M4Fo8s6Kp9zfV8icTURa47phSXI
umm/kDi6tYbUnzREd6twhfiO6a0RnGlnFcq7zsZJWUdeHL6ZJUJNPoKt2/YMigmgwkXQPSIgHQGL
LDhyCyW8frBhqiA2wX4BkQUbP08IR2V7b5tn0MpwdXcfUOFaMewSvHuNNQEPYHq5HPzRfCjIXhur
kmPPd60fFbs879ClbdbMvKTbuYiBWVozuquMaB9q+NgivXP6Dl3XzJMxwLAIPlqaXdh2iLLiuGYg
lptVp3nerNgIPQ7If6ko8w3MOw7Z6JJAX1RUesCMbAHpcTOxQ/HRHQR4nQS2cf0Y1uMa84Q7rJY7
9FDyvKX5W45YyUhCjC5m81DeLkCFOU7utE1WU0H95DobXvisslu020EB0zB+NgyxacZpHynhAi/r
kai+MvTnKp12gYmYF5I7orY8EW9jSFJSYboh+OTMfHQnNqC6d42jQdMIKIMMDMcnUQ0rzXadPKmM
JwqyyfmrNAUKtMZl2oOmFfkKsLmAUOObzvOXXLsWf4a4oycpti2pfQZrbcAtO5QrE7eruLGGIa0j
RLWQofVanEMpMltZZxgFBweafc/Ha2XlvtSZNwHJmcgX2sy0DPs2oCc42DchJksjrtzKs7/Kad85
297iXsrPLNMEBv02Jdu2z9yu3qTdtiNf+hbHZnNaxTVSsHzHrQuDg/bYS/ur2vDjbhuSTRnsreaU
DRgCcKtgi1otnuDUrkvfbJTnEGcL8lxfG696eMB4F0Xs4/DM16kJX3BSptxNxKavHqf8rpzvo7Jz
VSePRoDxcl49Cul4QZt7yV1VaF+mGNaxzbUebmo7PMXwm9/BaDGN4JLEdPOQeO1wkfIRYygt2jKh
N5b2uYH8u+mr9RRNbt0VjzLepp3pG0N1AkwIWk9rCzlsugrJcEOLXSHOu/RLZz+iUn9La6gy0zfF
EAZO6zIp5qkudyZDUtM6ArRoIkhMItOfHoeu9tIJ3F9egIQoinesnVwjANuUdtvaB52IPxIOlWI4
8BSeCKz3ztWEBUum2BPU9gcLpzZMdWgBR0fqWgpIIfoDxSFjYo/WkOkNCs/uQj+i+xrOlJcb1bBt
R28nx7oyAakbZITNkm7SulsP0nFLx7iv4OqhSLgekV5F5fWgT1tAeGync7OgBKP6tcap3Bhov/XR
yrEfkNyfM4k6SXUbDK+GMZ5rpnaG1XumabmjTt9IzN2qKZGw7XJnhaoEFuaLAWBS4zizpirU8Aav
IfmZowI3GOCI09bnAdL5m541nlIc5YUWwifIV2DWJVD3oGfw5ueXI/KjCNhDKwd1W+MVVbhp8+Qm
Lip4k/mQS/dTjW3d9GDkCVbJYKwEcY3c9KVjekPuKbwfMgWrGsaeKPgRvF2GJ+QBBEOm/MwEiFJg
Mj3DEQPwvGt0OM/LDLVZBYL3baRA+UTQhyhHP43i1ZghkitOuhyHb+FlqYXgpPcgo+0BzH5uYC9H
qKs0wVs1KHAxZNsoD3xuXw7OvoRWggQkME7xLMyDtNIGeqTQRVEwfY7pL+rKgruTmk4ZMn4jSF47
wj0QH7upKjc1K7eWztaKyPNojlKYvkji4ZaVxI8tDMCr9ag7qEDAekh5ZoWFX2A2Lw8KP23vhkB5
7QwVDGCpkF02mC+S4TxLEXam6gyCPSpF+KHq1TBnrUP+ZCbVeVuHO7OG0LuKGj/tEEi0LxousxPZ
vu3oLhThWoJkFCGiN1QYno1XWiXrRIDhEYFo5CChDzHDqV6YHa07uP0qpyi6POphWJuDdlOsY5Fx
P7BxOijqpSaiT7wjyZXXGWs4Y+D5GYgEBmOACGi8tsQXdD3bxvK6EMdf/gBrtgKPjmRjKQ0yiMhP
DeGnYeRnwaOmiEwMtbVGpMoArfbFXW1O65xhvYvbKb9FUmCWeg0+kzWISOHD1nX5FKIjk3dnajIe
QhD3tRY9qZKHUD6oFCFl32368YwNRew6Orsw+vq8Z3o3NdUmNvsNinDcyvYdQieVx5//n1Scz+Ln
utDFW7MsOb+rUv9fqktzZN0f1aXrBjxzVfv6rjg9f+jv4jSmAj9JSmz855gmJFfmUdm/q9OGoJ++
FZ9tGyVinBbzdPv38jRq2tKWUKVlxESCy1DS/l6dxm9Q6cavJEFl2kTu+0+q09/wAf+T1qJHgS9E
bVtKIOJNiyyhXJluSZEUkLiM8mqIXAeaSdsEVE0tys/jdKMA/8bxkdrroWeTH4Vtfy8mbb0qEQVP
pWFvW2vsQERVzlGRBTrUe8qMTY6e2mWXDsa11Wh5OiW1cxMnDMc96kSb1uwdf0jL/LFqMdZQ9HH7
CnzSVRjalQDxCcFZk3fVSdKZ0YXG1NAeLLSRJ4raBtXAqK1zCd0511bODK/vkMQJDFU/oFJQX44d
QxlzGvR1WJoQVhkaxSMIyLDmOoFvnvmVs7ex1MBhViNtOFgELXJHzYq9TImyO7d3eAKiHJQVMJPX
ZK45WFaB+gJjmGDlEqFf0/FiDaFlucuAtoOsTjg9CIEcgcisOCswifYYqMpGwoTpDJc4kb0GW3o4
IoLR0a5wUhPyE124gZjtOmnJZRn09Fbkunxh8dTcMaOA6hYLCdnaZg4q3KmsIRSDuMfthqTaOTLJ
CFLRydpLSP5lCMxaZLlRGj//YMm/KIHBxn7oW8ymITA+CatF44w59hKslIPLwcoxP+NzoR0/5qBx
IaMh/67i/KNW1kX5ml839etrc/ZUfug5LrrXumnr1z/wh/qPdZu/gJO5yJef+f+xwYXy1WE/4j7V
X59eCv3Oi+AT350Idz5ZJqFzVc0xuS1nQO53J4JfCY5WlsMop5Lzeaz3306EfWJsRhHYaH6hQTKj
wP7tRdgnwqkjHc4xOyeltP+JF/k2xvDOi6BbNvs2k8EKbLocrskTR+dmaRlewukp0Kdh4ydWGK+m
lAftSjgK+TGYqg0oGmNkbQYgGBCNjCxeo6guzHofNaN+41PXopSXZv1rZ0ydN9WFFUKK1a6oC+ns
/oUGkru1LsVtwfPkDAyME/u77vuPzPF/d4j93zXF2Q4Om+IG+zDPnvKXH21x/sh3W6T0k4Xyp4kD
yMFqsx9s0TY/gbyYUCkoRxoH0MR/26JkaNKiPWGDKIyDemw+aL7bIiwYFk2ldAR6t8zm/8QU30N3
OOwc8tBkvg6AMiZdqtgVohkdwpP+rBqgFGr6rRxStBWbNraRCKL+Y8jTUcWFYbuZ7mWw6xUT1V0g
O1UeQcIsIBjzd7Et0BnhaxCK/vSyZGxznoAC2qZnlRkKE/kdI1B8QEDRQ7hJ2aU4Y2mhwxikmond
Ato4YgjuPs4GeZNrDOmDuAo9CJR3HGPcOF3M5JU2crQCf1jeX/j5n14ZWuSmwIJC/Y5xOIP3bYZu
AMR6QBXizDBB1+VSpzUgxufkrL8vrDwefUWhZ7Hp0eVFlZiKqPa1rmVx/8+/hk3RJAdNFmxouXJs
rIpxkFl2psI0zr9i+rCL1iZTCeqzShQ4RPsGZW0w/oSlcwLxwKzZh6Cml18//h4LBAlHFASqbGly
hgiL47ss3keQNIlpyd7Zq1QGSHBF0aSNKyBI55CTErxi5k0Tz6kKCkcGcv08gshfYooA0585GY/g
Bn/1dTBfDmeN4goDYGGBmsFwbBj0CbP3gMCjUg4CUMyQFZ2K0BIrBjheKBZPPYrJc6+OoTzGwcaD
Yh5N4yK9KnTCxu3Hbwi6Fu9DA4s4FOGqZVFKsZt/6kwBEjSw3lHJZiyrIXEuhlRPVYUiJEoZlZtY
dVhAE9hAxW14jFln2d0uVUCIFahdQNFXYMqi+dI3dpU+JUxXyVuEwnaDIZ82GrXptXFWDBI90yEk
yZaUTTi0G8IJSuxbM6VquhvyAYJd6BgY2U1IwNj4JamK+QowG3GtrVAkEl+AVKP00GVPzOBaTd3c
lCdlmE93bMQdCt9JgfRXKz0lTuBgOqeoCTo3aYPLeqlVJ0bjxbYz4k96VZCqXJOsrTJnA1hGio+P
Y502EmWTdL51wAG+kr7Mq0BLX9lOhO4DbWTbOqvYyQo8a6QwhY6yggzxhwOOSLQ1WBBqHW/CxPjG
pEVFLobPQGLMDeRSk258bJUem3tahCPN95ZoEnzY7nL8vBqIqAK2CdAqTAYvROUBZcMsy8Ho0Edo
A2DqtMpZW/kNtK7Rc+dpgDfnt50z/65MhRbnNYckAv5NYJSfb4HncPS0S61mssO1jZc9INVUQvTs
ynBYaJJNUjXjWOxKYQVBAnZSi5d8Xp84HcUJEASo9V8S2omwOP/+beMKhkTX0zTYmb1OBkCUUcYs
dI8oYGpFPN0FEBOxbA+qctRAJS7nGo46qAuKR4YZZX1xQgYNe+Gx02nDCzgEY9N12CY0bPe0aBkM
L6LMwasfMPSCd04M67+YO7PmuJElS/8itCGw4zWRmUxx37W8wKgqCQjsAQTWX99fiOw2iXVHmpqn
uXatZJIxmUAsHh5+jp9TMLD4rG/jPl56zRtPuS62Z7VlQ/nSlEFXfI+zomCeOmc10zW1c86kl0Nd
MyRpoxTqZm9/a9dtYoCQiKt5+8BRcfvsZE7l30fI0uH50DW9vo7hyHwPiJXDUxVtc/cipwYkrRNc
KaydpiUitfcKzzMACjmD20f7sQRIo3c8j11wuSBtwhdP+cq6E6uceK1FrWa2esQoyxdRYZXxRM5E
220nV/CgscnX8TlwqoJHrl6fPPeatX0JsT5bi11flMPc3XXObJXxmbZsMaS7Ytxgnu3FEiJhnmBB
NLKEPZ3NvDCiXSq4juNNxu4HZ17jxqLUmrkOgo5eE+vqymljmgFT6fcDQoF1VbUXK95TVCamNJyH
W4oQU0CLi7R1ZO+yeNqWSzVZGqRiaIkVxV7FvjWdZTB9iAq58NyYinNDGvs4r3XfPoteTMtO6pYI
tBukLpcFoHdr3S9bC+Chk4K95Mo93iRbuVE4QwRiPMeMiHc8ItHZsrW4QfvTvV11BudsfGroz12k
G8Z63irWgWN75sc8xeLpjqSjrehu4a9uLMEKHJh/BFcFHUM8Q5eBhWdr3Mr7rUt7Rkk2AUhckWag
gIcQVwwWG7U980c5LQ3DOVhxWXx/3WWunsyHvL4q2bfOFheTfKDXQFgxFstNh8l5XeQ8p59LnBSO
hBgz6dJDhoqw1vas1QLV9uKTsNJeneINLeIvE6HP7an8tVV8KrxFpvfN5NT9qS5xn5l3VRdFzjeU
WApglyXLzL5YjMXQ94yMXpuSoA4mJ+nqaWalzVlkAe8WQenexQqy+nPnjHZ5JlQvHaCrvBLluvNg
ZBcPRMApvheri9jGLizdraDiVbUORvdKrAMY6es8bX7H+bTjp21Ce71M4XT/+sIyL03x15dijq/G
VSsSosrrxr9CjVzix77MZAj05c5kSkNFUcIGO25xZjuIGeT74GWsob9xyVbWlej7pmyO5FFRf6eH
uCpOqIUFuU0VbmwXOEtYKJd6zKYcpgCyMSeqeF18Tdc6vd9Bmpa6OPSVZc0WJQKZZs9e1js8cFrU
BbPyuiWgeDJReuxM/Gb8GsfaicbJlie5hS1g0AYq0pZ7Z+3NPpr1uK0XKqZEzWZpM0TWceMKzVEZ
UbZYL3Qo+/IF3oFZhkszKv8DMLq/Tsc0ter4Xitv4KN5ti7MaVX4DUtihgLIgNa+bv0qSRtZUKzQ
/aaD4xaEqr2kyCzlJQu2UR/6pQd2F6IKN5DPuY2i8zC2Ija0NxekwUkeSBPjukE7HHNwsAbLgshA
vTdK3g62Vo7+Mp3RMDFkw177vchvKwWz7uu2YS0CKGc7ZvV4IjXh+u0sL5EaWgGsrNnso3xdXX4/
e3/iA2/Hb5G3JlF4OySc1M/Ymj3uFfzkmtXBcEQYxJxXU+MqPhbqwARxPC/NnrA3Yc5ivNTNodrM
gzk/mxRmWEmRJsVfK5m90Gz9t1OvdR1a0BIS3lQ6H8ZgqBj1wMpN3AyDpQeNXZvZCRObUQeB9/te
8z1VM//4zdoxOwpdArMeMn8VvHITRRZjSUWGJEbDA+NX+U3FPCV9ULBlfSr8Q3a/2ulW9U8FaJIF
9knXnzrmoi2xZ+u9YWZXqsjKiLZe6jmcfFwYFl64z+YYXhlFOpSozouUv7cXWqueALFYXssHQiFN
PkAnqeBLwSlNTiFej74yrM26Ia8xW49KV4CC5uSUrKfD2zcgQdd4/j5cKV6izC4rc4D6GfVm+yx2
ly5Lj2vQmuMJcZhAAc05vdVVz30/mmAVp9Kyiy+5k5pRV1sIlbkD+kLTuu53/rbOvbgeayfqiY2T
NsvcbYU5lodmmVkXrdsAP+C4XAom3S5j8xadnCsGsmNJe5CUJncTt46qgONetka5vbjJGr9kKFo5
+bYldhPN1UZrY8MPjrrDTorpx0g1eWi+P6/SJv0irWBQaKq9jo2QpdRfscaBcLtarstm9FJsbOAy
VpaNVgy0MkZZ5qE0D915Jid0zZURbm3uuaW8lkXOsS/HFiOAk16Dkul4yz2k07f8PC0x5iXrPCYj
fph7FUz3faQyJnMywhDgzZX5hWlfj7yOP44tm4jrlbWQWlHlH5yAKwYBAyuNFfZcbFaFbzdmXUqF
a/Vqlpv5FWFNstt+6Dvd8mi+O2h+cs2Hmi1iqbzl14hWQlLe0y+j+umqfV3PzdCaqcti2+yitxty
B/rM73RrlzzAldOPr+N6yK8suTyht+4rWJXf+yHvlQNC7GVbaFaIec2i6vUA4lGM4KpVlQ0yN93a
8HkPmKKH2TV5fyufwwlG06c4TyP1LYz5PgB5tIf0WRwOXfPJ6yp0DnaqKCPMqemg6/HXEAtNzHu/
rvwBjWC8evx9UWAR/rHIbQWKtdRy49Kfq9AP2p0chni8bcttWz/iHejWzX7s8w1aBq5IDmnYpJgZ
9yrXJdcO+EA+/oK7rcVIYDywoKO8elqy1eGPeutrFVBqLSuUzsMyXcIYZ3BsstHPzmb+AqWqWtW+
rFhQt/xev3d2OUbGSBjofNJ9onJnA0tmbMpQXOopaovuPqJKYVfH2AYA1DdeXC7ReNZNLXQUzHcz
/07gOoBhfRkP5vvtLIiW4qCs1vzNq0TnndJyLWvrUDvOWN90wyTt6LQoHQ3beRSuuoH/Q5uRKw7b
0JcyRUBz8xQ8TxGmK2dkU7RI7gytzbPlqvF1D7q0bGLCaIRWVau/6uESE/hmlreJeEXLAZ6+Zs1v
IbuTTkydgNzGqojEQWBivD/BH50POirW4mWgvg8Hp04HlYmD5jpUPxT12mEw4pdV5sMGQCvgY+GU
ETOL+0kYaJQpN1Gv6PBXM1wIDGmrOsHlzu/sJArlrKOP0UZbE1yItB+cnZcJ2kEdHzYL1NO2N9c2
KEjmkCsWzpkqcYp15RXc1x9p7MyLyt0A2gZNEfNHc6hzARkIGa93U79vzO/yBntdL+gLY/cWzeJu
y22aLt5wZNHGHOksFJJJMAdznY0xEWCUKj5zMZqGW74PhJ2j6fWm63iZOb0Dwtoo0bJx0hZA0vHS
Ql6/hYtZFQ0nwth1JuqT+KW9WJLWFn7eXw714Gh5T+krnWAZl17RgPYLae4rfTiZ0L4Olskxi6g2
BzBNWexU4lVIZAcidlL9JV2DoNL7oC1/5KR0BPGYW6bMbcMOWt7DzSIT8KJ5DDkzBthQ23PcjRNj
6qAfT/gpaqtrpmM5ekVfntBmzdfoLKbMttB0bDfqztWucpjrkWEjarBqfDstDQQjugUmxNsx3oAG
EyNXH3EWxuX1GmMNQyYU3JpgaPa45sITBrHWRDZ4YqwymA7xxqfclqrWyXkNy5K8lQvSa+Kss7gu
X3qaCoiRDcxO4ln9GvJ0XsXkM2+Ha9pZMGl2ZWQZsk+T1Rs0iTaNNtYwxmom85E6NTHPhbPFKDsR
1qbco17Tdfq5zHWwta0fF4rV4YpY564pNSBZYk66aJSg26doECbRspVDXftQSXqyLuZuTVfny2rF
y7yd+QzwMu9ZIVH8YHtKt4ilhrGdfRuzQacP8bSq8rTJ3Eq3ZCqsCUgqZv3Q4+TlyluTjBKF6E9O
FJXRN8oE9iPm12r5ks+uKQzlGdMIWD3J7oMzZen63KVlPSc48LgwAjrcux5JrTZlnQ1t7C/yHH8e
oeS+L9utfF4UEt+fnbQWzcGZckdaeyCsOYPdKcah73bInIztPSrTG1xlWbkQcVshLclBtq0I2+p2
8V5EWi3OB6vRqvhaaAcSlLe1oN7uEqvmXFfbFIBoT9b0ANltTG+mTJp9OTRZwaAvigTve7pNBUTF
YIiacu9lA3SysajKzj+tLRFL0/bV2Y2755j0UnllrmbpmS0W3TQXlmbkSB7DwB+ObiVtUV2ilTFs
X99uXG9ZNmmAyXpeiwSv9xULxRMWkzfm3CqzuCOBD8FGrQYmxUhFMcm7JmRRDq8X9Yz3bfev6395
zaGc1121rJvvnWaqRywPSTW6fHm9X5TpZlLNtzz3bUuEdD2TViu7NmvRokvV/kzZoPuqaMIIs92K
cCffurlRN8OED8caQSZnTmd4WxjlscL2uZ7e0hGTWstCmWgxlFtfXGpKZMVN60Q5XOLastv6PJwQ
SkKNMltMyPC6xtyDLC4IfH1MhzGbv2yRR+cyk4Ief+9UKRCttEcRl1SLU2a43WcruCYEEDmK7Dtx
qSJ0bbjnxge06tGkSbiVzdUjWyrIAwhwa2/jduP3LfJV3lrP10xgN19nZRttwU7a7mZTPgnUZh8o
Ry/DNzdGy/gbucRYfM0jpYpnWcQ2y3DoV1181YUloJDp0MuHkvMC0tyYjJtt7lNyncvOxkFha9Yv
3Vyb8tfStF3wDYsP8umzdKgnfs5bbRME7Wwx8ZtmbRsK1GvxCLgNPBovDUq+xa60OjMcQOg2EbQn
YyA3UtLnL+DEfXCt3dScBItwGqbqLYax4yLKE/kwQeqypVAYSawgZnGxE35vVfWtyhrFhAWv59Bo
uzWPU72m873tmttGuoYmfMViIxf1LYdNse/YEtDR/+eQNkUnhr0tzRpACpQySDA7Y9BD07RXGmnw
Humcy8ZvzeKTxmKei/pIRp3unME1BQ0VdMPAlwUiaxUdSYgvFfvAX1IW5hKE5jwoKQKjVj1Y9cri
aTfMnWgHGeOyi/fraw2gthsqJkLEXKItmmTWi7Shnw9GsNCr/hDpabI/Givp4Qjc2QXXoewchi2q
yLEeM0+M0+PbmWo33Y/i6UzlGww+TLv1a+plSkCSyofZDFq2joz1XM9m0Ei5zTCl+WIRmS2bXd7u
+OjQJRyB5tTshbNqTk3XoxichJZTMxi27MWgd0O5oK11WGI3tQY+gM7WfPFWBijLwGQaFCBKgkP/
VsujDkvmoHVogsjbZTGb0oErRT0GhgjFtTJa6C9XoPpf2aBrsJ6Fyp0i0uR1TQkn/eDPpjqUDVTE
TtLpZuZFaDfw9Y7SaJQ5O5hR5o8mankminnKh8a3lnnNhPR1Y+oOmRWYBL+WAPrPskVkGs5/3iDs
eSVDOdVaJetrpUaWU+heMu5td41IVeZ+22SV2eReYtmuvdyZYai5cTSjOPh7RMFAKj/hxw4cFHCf
wIlc5tUGuvsVgqrgNs9L6ob/cylvM9VnZ4XO/BptoYxWb3iVVWVqDfHo11yrdW+KKb9/ih+Cf788
RmhHgrpXEOGtBdJuYI+fen409ro9MDxM2zWGPfcl7N1B9pe+PcS+SvLUkl22c2zlkYeEY7G1sCu9
uMshI77tgZHc7bvtLVgiUYAtijWZLQuKN5Sy7Mete2FuLzIdWsFLvizRYOQTBa1qE4GsfKkLeCW8
I/1R5Us6efz3bZX9/k1/yOj99KYur2h7GMLG0APoLvrR7fLTm6YONQwy3oGKkR3fRC1VsMNI5Ks/
bPUigCKXfLoLuq2nepAruh/iYryri34IkjwKt88IZ+AyHVtFgNOmXVkHL6A0mDgUDr1dTu1rSbhg
+A1NfVJbf1gt7wBL8/BQISK4Uz448j8aasWqvDluh/5YpmM03ZXzUoRpouXinvnbop3nDV/Y5Wbq
Ntl+nyeOFPpKIx8K1/+i4v8BNjU498+L1jyGA3PLBtEmo/LfWz972rMtDgN1lIsjzxdOjrtxdnGm
5UaqMvonuBeKQ0Xa3l1W+DplFz7AWA8UkaJlVyv8C75XsOk4Jf/wZL9qMABc0nhlg7PzdIAmSLL+
uo7z2APximnoyzEIHPH/necwySpVjHsR5l29t3y9umeVypsxKWlqAh/ycQE6VoVXhY8QntDpT2qO
8IeqrUr/ZrEjv7wJ3bge/qAf9ONZ3q3EEDpBjN0th7DzHt4c+7VaQ0CyYzeE9ZMOxzCH6tpz/cwF
CM95LcS4TyN67WkwSKGlu8EqspPTjUp8DFe31mQcbk1xs55neKh+fgxngU9wloo68TyYtqamYw0f
dLqFL0BUcjmHaz/dz6GtqLtJTL4o503BObJP2qNZoVus4ip2iLs9dOBMPYTuPEqubB7fEDYtn6LL
azMN679bUOE/1xP8nZD/8R825TvcOQNN7jv498dFQGe9s4eK/pmKw9u/dZk8ur42X16GtlU//T98
cUTC4rss6cBwPX4Je1Gb1dPkjkfd1OW8j/1BcRcJsvxo19hOnXuIMFbQJYTWf+gV/A87GZMElmoI
EcnzA7OQfwpDIUJ+qbPlIxWyzV8e6sIPP4LU1d82zq74cwhtztlrpF/FvrYdSthrCn7yh+3yH8ad
UC94eTfEMCB6d/i0XPw9Gi31kcuAGo5qXMSYYLlatEnni2y+w4w32pduSefvvx742IdF4xlgn7F/
d94ItXRzFHX6KLjqBEc1pXX6fWBPJ3QWAp/SMiGG9tBFcf8HCP+dZPuPEAHdxmXQOXBtvvzXkW/L
cmyQ0xyOoT/W9j4LhsWwUURMvWGsz2Kus7Qa0XLcHjMqRdXZMFlBk4ihTIeL1rYZnH8/FlTlsB7w
vIB04N0sFEPb1U0+D8SBtvHp3ou7b1VUx5fKsazu29QvwfkWLXT2/P5736UexEroCzSsOiK2ody+
Pwm3rrG73uckhDs9R/t1aaLHvnOGx7lTtEeV1G+BXjOn3Wi0Cazi8Puvf0+l+PH9KFPguMAyoN/4
3a6Xm5AQw2GCl6uuYlinjZoOUxnKcO+BvyTCRs6x2hVOR0sVvYbWDcLI5QVkh20+d4lDtCl29KWn
perpnYSIHxx//4j/3B9meOi88eAJ8se7Jxz7aMRrJ+cJpVyXPflutH7aFmF9iONUDJ+smfaffRRN
f9KJ+U9jA3EK9nRIfIBP9m5NeHUejvG69UecxNXjmNFbT7nAcSn5iZo+Jsz4lo9lrF1ErYoquBjj
oLnkiuLc2bBNRq7GovXzS78t8xdnnNLoD4fXe26OmTwERsyTQYaBLfTuoO3yads8lDyPWm7lX1CP
6fXzV5pqDqtT0/csfaf4LJn4e3cVxYeKWu6UuHAq/tSf/M9ASiBxQlw94eMRwt89iIOxY9d1dX/M
4iC3WMt1RA8TaKz1oXEowtDy56NMQzkdJsB5RiPzofDszL3//VJ51zVvwgoZJbQgcnizWt6HFeQt
V1/Fljoi1bnV1IdGdzsUUwWYAV9ogrcypNPXVs00cFr2lH5uSvKg4wpl5apcwg0h461snuZahOOf
Qp4Zg18zjTikWdGlnR6+q/P+2fIWt7XaR5qAbCRwD/kUVZcgPf21su3sgtSifhp10TxZWFh2e9/S
VPAzINczgQTst16q9U9mfT/0pn95pJDYI2B1kIkjXvM++Cz21HbLxHDR5+/2u3lo+yesp3Bt9YWb
BfDYI+9srAL5NQIRu0rpD4WfhJEPtYa6LejlV5rhmwjOKmkx3IGD3xTrQZctndFbXdvHcXS4zv5h
mn+VtGGaOSiD8MdMB0javOfqOes2FJwH1dGbgw6huZBLtnwaxVjne2LpGt7rZemWv7WbQVnp5yLK
bynnLP1nhOe0tXNq16I0/a+fijycbgbfNmxL9z2RkUJVZ7lBLY8DeDqSLMtQGVKL5ahI3jjouwbn
4wi8zem+khc+V+1GUXqbxzTAEatut0IfYfvTev/7B3NMnPplmqG3ctLaxPcYcvT7620DFWMKPTs9
+FCjuJK7ryCvC3LFZXwJJ6qB7RsBKVwoW78B6q8Y+Nj5/FNhd4ZBVtrlNZ/DvKeje0FfApXO3vnq
cbVAVAcF+OXkxUNh/x0EkSk3qyEyJb/fv9A/ToRIuI5AkSJywyBgN/2aPKxbLAEK7fhAqRx/UPgB
dkthtUn7QxnNRuIwTV1kn0eamJs/aGj/I+Zyn2Ew3TjgxCTkvb+kW/R/40c6p8c0jg3UEtbVRAHe
9QdTCUJ80HAk3rCMsMIqtdmNSit4Z/QSGzjHeYX1fz8k5pV/nmLSdcjQBBX4vAzNj8viT5lsh7bT
OrbOdKypu5dHy8FJ7twSW1ahCJMF10sOlRWIKreiMzQZmuxPNFGTKv/6AHFMNOGYFI5ruJm/zolP
vTdsaQw4CksJfbVEG93g9br6f3vObFdXeCUN+hYaD/8clot+zjNTAx0aKmEfdC3G+ZKqoezO0Pao
VnrT7WX7vGEWt/0heJjM8ucHjQLihfBIKGhrIvk0R9lPIxVGFQywdNXHrLOC6EhGiQmdo/JhuGpq
XT00YTctf4r9/9iBAZODnrKLoBfB3RDTf/5SXbmLFc5cNEbUWKPryd5k8JQWpeXfUB+etyMD0GYP
UzR6yBj0TVpdKQiJOCY6NZv1NVL9qyYD9LT4//vGlf+rNrlffuj/2Kzw/2EPzI/c8X+vxEZE7heR
t8eXAtLFoF9+UYb78aHX3oPQ/y+uaVz1RSRMC4FxJHltgwlCWl2YXIj/Asa2b5qV3rpgPPFfhscd
ofQmgpCrGlv3rfMAEbgAfj7SMRFRWZimhH+l9PbLyoYz7vEEsU/qE4Cn+YFJQH5a2W6dC7wjnfis
qT0UoUIy+g+emqpLBXzwFe8SX4Il6PZQzOgQliWS35Ga0QOZU8CsPHCeWkCRQxbSLRtTovgw2HUW
XHYkdzCaOrl8Wken+GiAk5vQyrbTFgAFFVDGv2ZzEeyEu9YgykLToTr3cLnQZvl9lHNE9GsWxUvS
YOEKpBYINDaNFiY1+OklU0fZpGmLOHPmsDwJOXRPDG44XixhmopjakPPS/2QzvcgDfR0rLr0AnNs
iufbWv1F30CzBx5278Zom8+wfgqf4UlnD9zLhxFhpZk0KPfz6Og5MrvL29g5zY473UUlfBl0z/xe
gGZ5uXdE2Hi6FdESfE3hx++LSiKlh0zoZRdtOPqkKI0JZ9ildd5/DbxFI7CQuYjeetHLUjmKjng9
C3gQACy7PvB9XG2Wei7OY3LVzef+by4ZzbfFi+R33Q6VRhavFmAmc9YDnsG2uPM0EFAfxtUlWvTZ
lbDQi280xNddTTvxjVsssBiqsVN/xfPWPZRt4KL8J1T+V1s28Sfk0ppDWK16DzYcZwnsWx8dSd8b
jW5dOYl9R3/JE32/wycup05xLCtuithYFZAkstTIry0hYjNzUdfPqEj2Sb86Mb4LiNocELCKrqIW
OT9y7gKRYxQQslHkey6jOumgR5yAhIrbNSrbs3TMJP3ddvEdENE6NGOeXkdp0YOBZc546Y+hc+VQ
H9+HwKhXAo2gxyqUCEFsdn8q07K8hYGKYt6A0odqDZ6FZNBn7UtaFddlqv9eQFA+bWkm8GAbvatp
ytABKFz17I21OLr+lD0Zyt6+kxt4xspVHbCssI/S8+FolH2n/o6RJb1JPeBdFsyUdFbWSQiXgOSV
NVK3K+z+3EKV6robh/ZsxcNsH42OPmIuNbzoKN53Y38NQngQnrcliLa1J1BnNOciW2Fk4bg3DRWZ
fU2Zx4cyjDBHbJ1XYVsmahPZMcdI7KKxapQvOtf6gD2neOYKhJBp6+qzFsqZoQHWX2DOh3dDuK7f
a+nKKvHKVT50W95AwCRHSErp6T3Y8XS5IZ81njetvX4OSwQy7C3KkDTXcSngqOjt4LpIuEFzJhJs
64fNc/7S7pRe9lkHAcvvvyrO3V1Qo9Tgul2YeEaVUFjrrR9Y0Tc30lfcRxMtYjSopuWo/BT3uyFT
N+SdaL8xZCngKboz4I7B0vgXQHIHkYELoidxrjNx3w1el8h6+ztovQ8jmmIdONMl3X71ESsosixr
Rzurpuygpo+zI87T2PmrrwooYbAWLPGA9vX1FmLIWiEygZfU3VLJ51avjz0CVal0H4FFHkpZ3zu5
OhWjv4vdeh8V81kwyis3QF0oXYZdXmQ40UP+3JUNSmhZ/9g0/YtVzM99iHRcyGZHhsgHzxNnVfq0
xv7eL6evues95iX0inzVV4EVtDdWz11I+tq9HZzi7zWHW7DjpnLdaeuSyvD5ZHU7MYiT8Xrc+m81
WKDxgjjvXBHsNHoOChJVElTDo41kDhEpwS+PRTgqYwkZXWpZcd8o+kdU8S6hpuxcezlQ1Nplm3+y
FUirFDsGNZfYzGj3kG7uX1UQIL3SBfpqdPOcnuK6PDVR8+iVqX/eQ9Y+6bxQf7k4HewLeqMoD/sU
YdYbodtPVpFH32jLsE5B758XM7oWxufBhhv8IPwJrk6VfXRgbqCnEydUMnaqys+nGvWS4uPcan1G
Xf3QBlgQlARMrEOSrfviw7elDztLsrL41jjqvqjdLtEx4V0H1+tc9YdNgnBwY6bf7zFHFkLmjyCn
SCqVzd+QSjaaFhxFV0V6RUmfvgIBCWuc70MUN5qgPpP2mAiFZGTky/MKDZQxtyH22zfI2F+FXb9b
o+ly1pV1NQXI9qyyu2Ny90sfnfLJBUFfgAm6fLhHKWtfYNBs2goOTpAfWkT2kT7c0AmRJoc7QOpP
fBnRex7T4I7h+rVDpJqL9s7ZEOeyWigUDpblYSA/ZTL4hI7olRczV7J3P0KtpXeHrqu8vil7cSfG
uNjbUXGOC1q1s3EJAVnIE8gQRnKfFu9soQ+8kDeFa92wqR+sodvJkN+WQWVKZIx/dDXvWngiuwiN
kGFz6gMN5TcTYjk72XU38zRddtb4uZuba9pdjdE96rCIk63LkqR5jGQ3dppcvKydioczEKArAYDC
cg3us3G8QErlGrdsCDHWs+82lwJCe5F72y6vgco4LALRotgYrochR44pa90Pczaju7LFO7tDDTSk
1J/qQ7MsJ+0/OdqIdllhn8hljA9+r5Yd3Jv0pEV/udT+FVaQcIq6b+yvfL9k0k3QIQoR8UErx8+K
8pAT4C+Rg1dJAaF27zTLY96hgFvadDWhMWs3t02rl0e0tKzzJvDuK3/LdrQMI5IGoWK30cC2jzGF
YtHPrB548axvm2MwZLHCDToVmz0x/6YBj8ziXNrNejYtqN0NI6UQ96WbAzzQPTTM/Bj2dRyvYaJk
WmLlal3RmG+xcIyoriya41Sq7MGSxJgh6ZbtBV2rexhWz0IHNxt82Gc6mBZaSNPoKWqHpIyqIy63
qCqF55Fn5M0wcI4LmIFOvKuL5SpyYdjgOlnSGeMxTYMlb2vb7GlnN7brtZdBPWzEc2iFT95K08RU
RknsFZ+dOqeom+bl0a9hiYdLU9/oqs1xeBy+hEF/uy0puqlYxax9cJ5tnEibOIVCP0cqjVmIxcvY
w5zRTnTUaAsoAf8Sx/GJrqMGjoo/ETg77++pCZ/aFd9UeJXTfuiqr1yok1hbei/rQiUD5g6b1SOX
VSjyq6x6GDPnA1e3U6PkLVaED3mRP1WDvEgtL1nDnC6Q5nYJ/eq66R9GezhVSMAtdUzCghNF3jyu
CtUf0cYtKyU+y+f8vISAxTmmUIpyHbh3/hNP/DkGc5vSFhkY+1jOOmds7E/YSsEpas/XUn8v0u4q
1uq89wAs+vjzUsj7zrJ4rQiAzvdRftP3blshqzgrlM86+SXn9rlrvcnbBVZ4noXrhYD2NNQzsUqz
8mFypGfAGyeVp0HSbyKBorrfFlQ3a9iabY04UNhcDkva70NDw+tYqOibfpBLrg6qUJdFhBrDRAQL
FGX7gFR/p6z+1vFoabU1s0VLLVy7ftxbhQp23bogNrw8ZH1D6/uM4FdnB0cq7helZSdwJ53nzA+R
UxzlfTHpaS+juTvZacZTG1oBzEe4XkYkC8E9Wyrv6NUtifKGZNHkBRk6rcXT4qtmH1Q9xUBxmP3x
IMDsz6IWZZ7CQd7RijKoLoNwTrIWXeKQbB/qNf+kUc9DYeLcqpo7bITR3COi7EYdfon7ms6FJccz
A/kyGmkkiBlBdKKb5Oi75N2tzL6WaefvIJpWNKA4h1gpOwlRf0Vp/C7dtivh+fO+DZXRnAwYe5V+
Wzp/D4HoDk46Elx9aJ1VVnFsVocBXoiJBepNGj/K5lM9SHk+uyTgrK0LKBTDc03qdsqy6ENK31ky
9f3R7pCpy9sW4lf+XcQFLNIGGUNrvO1C55kS9ikzKllGQ2h00OYyizIo6wuVY/pVxOHNQhdM2+Yl
6staoUpoX1k+RQu37r44C7ktxZI4sXskx1rEf3eAEPUOPuaYZNBzWMn93ablM9pAJ0o3V4iiJzRR
JFLXBN3wo0ptRWibXNOkWO4rdAOHpXwKcShNqJYiwc9CFat+xocTabR5p4INYbPpY5BtCeJVt9Cr
TlItT/MScaBbZ632/6YHM8uGgqIw3imY915s03KBefA3SoHTPsulyc0uYAF/ppsBxZetvtjccE7g
X5d7paaTO/jDSzemB7TTaBdRDuzKfv0CcQ0+YbG98Kwv0X8zdx7LcaPrln2VfgGcgDdT2PSZ9BQn
CIkswXuPp++VdW5HqTJEMe6sp4oQ0wE/PrP32lP0iiz61CQ4rKRKLfAmoKrMy/GHWeR3yhIfUC/N
rsCRCaoW15Q9Q4VwpFbhuzHQSwirxFo/2vaqdEhEEV15E3TFfCg7sXTUJnos9SUOSK2agafCC2tb
7GnqckRcAfPUAnmu8GBHXujoMJhBFrudcm9G7a41IINjKfWHdCC7VEerb4utzkGfPipZPzhplrq4
5n4ymrKlYjwQVefp8vIoiPriNUYfKLgTWqW9z7OGup4jd+gzd+hIhlEhDE442YIBZs5jDqSldLtc
U5BS61a1mSzuaxv6IA1jYb5aBgm2UjxkQW72k1+NsrUttVG/ayi7vXaGqOqElTSDVQnLrRgbhS8n
SRTgnlD+gnMtv5hVzJhcmox1g913Y1yNFD29BPF6M64ujEzntFMzPLjE8NQMvEUB+5UVvmu5rryK
2ghEgDKjzO26DpMLHZUEHXtu6GK7GFJkXi5G7RSmpjzqY0E7N+IfRf4vKX9ldBqcGYmU21QN7c9J
H679BFLia38ubStVaDyMUdLsa00rnOd2zD+qKYRQViXCRkDw5aFOm7YsKocNCWQCkikdmNpcZlC+
wjm/Z4qi+CEhUoldNaX+isVwJJlGFyK7kFDF4N4z/dLqDH8xzOZD46w/VCLeYPIs5PCJeLHxHU/F
ssPIWL/q8JXcKV8tALr5Mu+QEI0ZMFcDUt0klRs5KcOHtK9MP7EEZTOIUfyBNRh4dGKg2rMVYSrM
TSLigcIN00AzL6r5J9YQAWQ3Q1PZCHfzvExeZZVFwAJhaTnuWh2QqTpfKCcGy2mrWD1FwoqNhL5F
QxSUcFrpFMe48RTsQHq/6QExPE+NIH2v8K87c4LaobSMB9SovSd3GUgULCUoRpVtHmfPZiKiOe0T
EWZ6VwusgCsZDlxcHbHXzwHSTpMOqxqDtOuuwwUBlqIm5Fy0lS489Gjn4BY22QTWnccd62VL24X1
IMdBaCjtU2KZ8V/TOo5vqT4r21YrAJEV8G41FVflOhTCUQwHHoXh1ENVk5ADYAu2LZr8YB7j+HvO
id7QfS3Ua+uYG5vRNLJL1hnpluVrt7eGaPZJI9W27YRucUT7v8FEhTk216oXdFLTd73rXwCzB301
7SN6KfBRZBjhlGTvJSop52rdWTGo2HW4LrjE0HKWrNUX2E+E8cyInd7VuEr3aoVAx64VikYgNaqb
sjDFdZGGF10c0I6IQ71jVdYcG1XPXJOGn7c9P6Y47oNW6onei8zW6XTt1Cj0chWM5qmQ51NfDkTm
ZcJkbLpo7PeVPlX+2iEZh8Wfu2wD4tdqlOaAJ0x+16Cs/5aCl9jq6IaZSJXyfYcW6dgM40K/nBrx
k8XxQchwgtIXSXMKXFPH66QunUHvZWgnSHiEtLAmguAuMzHDTZQ4LHNBUBmJ/FeRaOk3WgjzY4jq
xV/CiRyuWgVpRb7wS7bI0SPbgNmtMs04q/1kerEpJl6t9J2njtnirDJWHU4GqaGuibJdWBbJWTQy
Tu0ZAVLbzumLCl3rkslicTYiLcKInIpntTKmO8zk4yE21vUtk3jS6fGg3cWSuQSgGZa9OlrD2cIr
/8bzQaUyBpZNnLs6eESsYtGTtTw51uMVEa2zHfoYsG0+oN9mbocB4IIHQnXKTpGfGolSLpb7eg9e
fXkUjY6nDJ1e1zlWGQnOuAJc1tmt+2sSdthjunFPt5JsLcgqZ9bg8F5yEssLTY3hCojyY13GUBHD
KvUbUes8fbbSzYBdyx3TZqjgREr1d2FcsBRgdPA68C5uZPCnwaWGTg49Ahm5WLwsZrjuC6mCIaoJ
ITzT/lxPxYPeGElghUR7GSZFhZwwxWnJP3xYjW50ZA3tAstzjc64iq6uhbV/jdcVZuhoJfu2Kvun
ehbVnYSmkY15GT+sg5l6GAApIE2yjgxr7RggoH57DAURfpkFKJJibYHxKKBEvGvLKj8obZS9ArAY
B//q1MJWrYp+FTcR1Xw/CKcqWeJ4I2Orc1iOxtzdUCAdxJbRnmDSTvSnuRX641LlDFHxBpCjo2Vp
07liW/Yk0FfZUxLmHYpXy8rPDWKHGQzAtRdEl8cZWTLAHugA6eBVOlKzNfXHol41mwWo4capSqBD
HmtnlsTqFfxcGYDIpa6zLYvOGa5bg90no/7R56XxjLDKd0jA63dpraWtgt/yOuKsziggeCgIrSNh
Zz2VmdbfF4shvZh9P1zKrOWICulmjy2IR7QIiDDyQor3mbqGDwSilQHBN92rXAjKu5CIelC1ybJl
c9b/mLMifJ/kWv4xJKL8UJuJsCNsBAAuB1+c26ZglRT3zGdrv8mT+RnvYjKitedEZubRcoVPknkc
1IGeMmkm3C+LbglvZh5V3zscoz9CiXGml4Z5uxktROz2gr+IXm+6crqz3HrMC2H1e8wXCWlNM0x5
XMy6jLur4bgbQZeTITyV4VZFjkkJGnU1RX0SwTFlwPxgyvMUTMKiXeJUNh/ZQlAENMowHMohIdDJ
uFJP4wyMPE/ZNt20Y2Q9601meGzJYHQwINdta8Ck4SEpGXerVgJGBgrOrrUbqlD2RgY2+2k12808
wFfFmQ98slPUt7DP5G8q7smAbxtUyZpqeKjGMGXSqC/Fx9UntJ1LKTxPdao+CxQoZ62TIrjw/H08
e4m57aqUQ17CifDUNcyPfatZk8c6l4DzxgkxN2jndTwQV0RDKjmNHgmBhItgWzYqx/1Sa+1Dk+cj
OWQ6zgzYGMu5XWvhCK5hfgeeIzO3IrUkmevKdDEWyKehLqdLtICoLycDswjuZ6R/ed6CcbWE0rIV
LNOPjWAJWxEAzBM+AWG7gE3qbJNx6quZDh/RuFgVz1yL6fGSevXk6gfhGqYCONccy0sIbWAjROLq
WXiptotUd0EzbKIZpjYFtJAxgg/FE0gSY6/OYl4yZUF6jqkVIDKURH5RCYw/10TliA3UXzFlAsQJ
9hENNSNpOO9HRZvbx65u6qcqEhkdxcK07taecRx2hoS8H2A1njkUBji1QV3PkxEaDNniUfbLqVqD
Vp54sqvUV2WrUdiuWeyCKcieaOrC/aiP1Z4Gs/VlfAUPkyVIuzlvZNzX6AzvGJ9VO6WG4z9m6rxv
rY6Gplev/VxcLo7UFVwVCrPJuG6Mh6gKI2p+IRke60rRX3BL68HAZ3rWJq3c9NPsFPkyKLD0o/h7
uMaCcKwmzSiOWlygAyVg7jVvl9KLrQb8Rc4KylbVxLoWGCamG84Q4tySQQ7QBUTzM6Bh/UyLIZXH
RdZkhaCkZc08SB6zX0ycOmfEAdXZFOvBsBU4K8SUgMP+1lVa+t40YKlsvYzjfVJ3/bOcCubdkGNL
znEqv69pXf4swNEgHhkGtEs190Ruqd/GbkhG1oAVZONYrzazUhhb/K9MYiVWz0fAEfkZjcpwCtVK
2HZaOjh5osZnGOnKoRm62G7FEZNHLtZnpkxcWb0lf0/MVC6DvF8o8mRV670sGscnxmIdeUtJ1Hlo
bhTHXEi2pD8s/EgY4i2AWGmfUfM8cX18dKBLztB7KAJTq78Xeqt/XLuR4cusCvVdwVETu9KqcCnk
RVzemRZrB5HJpQtbnl+4akePJUD5wRahCaZyKWZ2JsAwhUHg3unwG4mgTqbikJdM7UNjuGsHpl+S
huWrj2vRAyMj71gLgo/pTSX3jK6snuJsQKVhRG1ACn0DW3jJOlfro+iHNply7skJjwdpbLxBZ2pU
NX37zu+q0JLV/V/GRAhI3wviRce/fOpF8NxSLMuwDfThWE6A1DlICU2gPSAuRgI7QzXTYuXNhEsq
ro9WYj22xFbcF0ZdINXR+xlMtaiR7cNN5UeVtj6h5texQBjTBL1HK1pq60k1W1seTWG7rmxEhQ4D
v1SZ9X3Lw8+BWdq6ORbctyIxuzcOmemg6st6FNNQ2cf0NQe4DOtTJBO41Rt6/ZbFrfyqQZ8hP4ol
Bm4v6bEMu4/CipjSVnHo14xUDrLKDs0WGyUfHX6J1cGMPu4lNSS3Ip2V7wvpCVgC553c8l7zrBoI
ARm7ZstEer7opan2Tt4xAQSvnYDIi9u0OIR0WKs+55cUxgAcr6LeF6JB6EhWAsbnMVa/k+A0PnEK
MeygRQ1oraiu5HW/SGblYkkrGf8pH9jgc9MeCQBiO5IpbeG085JcMwx6X18TmG4UK9Wz0KrSXzq0
notcsakjg3vxaW+nY7uuo5ei9rb7osNi1kISMNKWy0R/UdTW2AjKqPhLJoWXBIUulS+gnKBRBNxW
6MOK09CxfgAGdMqTRn+PdPF7Zsbxs1Ux92pDjdWF2AdawRiPlosde2ZRK3XxS5UNxAWY0aI6lTCz
e9L5sZl9L8yDVoous1aAXjfmc2Qx1sTKbTgzORzGOGwVEX5+NpXHKcfVylu5H7tW2Y8Z8zjaXxit
4bV/HyRc+vXyAjQTiAeFl40kZvENlqZu1pR81UMbGO2kP8xytK0R0dhs5Fc60dWpYqInsElEYfvU
5Ku5TbEobikydosyvwljf33veS/cRal5ztP6NKUlOdaUhZX4FuJ+NRvRnuV8O0vWfTqXd+nUHtd0
LfgqlHxjWuFdNLTGs6SsuROXY4hvDvy10OrblMpTt8VpFl8oO1t7EFTGPf39pDe1PWqC6LfC/Eiz
QVufV4E+UVHj4i/eV8bNuzVdYGvLeosnNaUU/JHMkzmxXLbIiJiTinQKqA52ReFbg+fOlt0swDVK
gLq8TBx9wRprtbMmpvJigSxyongNHXZw11FTPd333NKFkw0aW1BFMRhmd5mCc2xJHwF8oI4u0jA9
zDr5Bzitiy3kHNbAplm8seSmp84xEzWKxhJo0NnAz+oJZFIe9CSxbyz6tsEuFflnWs98CLEKDbta
hSGYFIFTsovzOwQa6omWlGFvay0oRvVwPY2chcFsFDseWONLivLI7ljFu2vWM8qnM9/Kcxw+i40u
+fpksTnsVZWmIRMZu9gyeiTbInzUl0Cl+IUwdvVdVAEo26CKi+y2ARA+CxXLNdSyQWqmqzdfPbHQ
1TmaHYwLPeNlsW+f0OmuTj+u2X5RuuVAt0im9sJUFKrOnGMGnIZXi/3hB6pR5mNLE/Vv4qJV94SV
z+yMsEMoa7HsGQWXoqtplbYtVtJouC3i8igKxBs7vdYdeFRPT7nQ4fRFgPNdF4aOGR9VhkWER999
NHWP9Qa/7wtI324/LwbQeYCw2tZi2RwA/xiJaEGLETlY1BVKMBGWS4koBiT7dMWA4EfMB0ek6mDA
skzSA7O38WkoxxSybFqg6u1UqzwsiNMrL+pnOdw1kYI2FlpyW/js8cuUwmrVHnJzTHcE1ahHw5wy
lv6ZsCXtZGCrNEv37A4bxgmEglCThnukOQK5dWpU7EIxwQ+wKFJ/Dkmfoata5MTLMtV81mKD5BCW
khV3TBlXzzk2an+sOIjhKpR30ixJBCD0RCiA/5KOFIzqlsG1EEN7rmS+ikqkQIuRJFt+AfPCY3pb
oQ5SERHkFjGsem8aO7E2HvPcZEClxVF6aulL9ziNEz8EhAP2hOTapVd5wIoieY2Z8ROMfnJZc21i
x4v69KwM3IDOqAiErBh6vjdKKWFf1DfntOYEZOk2EryYC66eJWA8ppzPx2KR9T8fL5nU8W4MSzbJ
cdQInmlMy2OpDdUTDK1og3G7sk3L7DEWauFJlMJ6E8Z3sVy9KWXyojU6UwkzBiWmieNDIa3VRqR2
fYUBIF9yOYP1X2bjWxcLctBnqXCoy27EtCxWulPXVn5Z+zh5WLqhvhvN9YecMLUjvBCQCI8ZjbQE
UVpyxYY5wLYLw0p1j2EZJho2/gu2TYO8E9DcTqQY1vuUaPk2XchBItFcYsnAGSY0ovBT4jd0gMjG
zwVdqM9xoGyjVhWdLAKJYufKGrMelfSj1VUxEgRr3NVDQetSt9IPrBKGy0ZXOwDL7nfVOJanpWjM
LavCyI+M8kccYqvDOF/YNf0i01Veo7leS4NELguKeY3ji/gMlfxer5Wsnxj118dUjgFjmoRS1023
F4w89+jAl6NZJOmZqbH5yOpcvI/NYbhb2OocExIW8KyugAUHNmN2DFzpAf5Oo9qDkVrfafBpnxq6
3ytnVr+b5ZKZ04rlk3iNlMbSMJdyA+TJ9LQF9ySXP4qPulefu6iMNjT5MaMmwfLpRzdWSkQizlyJ
YIxKN3z4zbGvWCXLtbyWQruJWQdh2iWnxFyK+AREMCTVYtDvxPG6w6SxWwOjIDEoyZQUbl2jDQQZ
DTLDv1yKUKiiUrkU+JwvQxoPpwl+5zGdYoWgJoslv2iYxLHlBRsGDOFOkjfdz4LIopdB0Igd5BtM
WXVMgulVefGEj0h6YRrH6Ayw0gHkB43iWjdeNSEPyiPGKiw7jUOi5P05nYTRr9usdsxeG97DRq3d
NjFHklGy8jBiAt7m0D13i9xyylpGfz9oa3lSCB1zm75H8leUpKBlHY9PBUGf6soUctPaSKj/rDsl
VhcXHo5yX9XZcoSpYjhTbTbPxuQ1aBOcsO4vejjN9oBaQayB39Rom2CsGCrpkvqIyV6z+MooT8J9
uTJlGRYRfn+vGMk+V8d8r4/94g5KkiJluLbMUc9fVdR51zZd+XIlFb0tUcomrsr2RNi1Z8moAXRF
Tfa0rkp/XrSJLJhFLL5JdHlBVK3Na9jF5osOUutDLdprPUEkCgq12cHTLpEbJuVPZAA8TV3hzvQR
ZxMi4E4Ea3oaxFXgO27Uo6z2sw8cpdkvXSUErORRLOdjdWHmz2eVFIx4LmMjcctcOXw2UnEO4JLV
EPxQYPF0burzsHI6tigfwfZN5XDuGsP6HkexsZGUpo9sRR8AVRpZ+qC0/F42qy79yD5j2li9BDfP
MNsJ2pqM3xWYf97aiZUoH1jwBpdh/9EaC5XJixoZiCGY2tTydYMuZIu2G0bKzL6b2LtMWk1eAguv
R0lCNqAKpQfcKvyR4aXmaBWT+QOEWnnBfSCarpRDHwAymDZeuZD3ZpZ/wZKBxLcuj6MIBxDy5Y7X
UfYZkzYPKJmMsAQqz1uHjCUIUX4yAlXl+D7reseifYaHyCp8LlXZdNui0j4gurLR16jsTkzX0hOJ
aLOHaaLxlKbdooUnzDOi/GFXrqoz2UqRyt5eMKXJ4YYhnPvPstEbzf5VNMq8HZOhpSqijHH7Vn5d
kAPLwZRshpB41gnwV7VNUoT4lCWy5aNRaT0VpYFX0bUdTJMQV3toEeZ9YR64iuD/0Z7zPkycA5iT
RGSKRD+LN4ayJJFAZogEt2nxrDhZHPdeonRp8PfH/V/Juz+VZf9LvP3H4IP/HwXcClaQPwm4k+lG
vH39D/8Vb+NL+4/IFw8R/b9qa5TD/xVvU/b8B7o1EmxcOwDkVf7P/4i3Zf0/yFEtrhrU3vx8V/Ph
/4i3ZfE/GkLvq6HrKuy/Sr7/F+LtG0OsgGcDcxhewxs98xhJpiDOonQggeo8H8xLsZFZe9j6vn8S
/ldOyn9e4+aygyQqzjH6tYN+N5ziZ3vyhW+/fM+X/17C/+eXlPGbO+z//WnxNnnBsLJEEFb+tHIw
7sPD+FIdKl/8Ef1Uv6LZi8q/bp5/XuJqfflF8T0xdutXuRMPbTxml95YUAZE9OLp0LZebyA1dAur
nXf5JGwWueu2w5KEm6kTZz+XB3ROaaMGxTDj+Jt4/GT5tV3XOsNtwox06E4BpcpMerM0RJyhBJIY
mNa536em6U2q3GFDTmtvmCTy5qwULKUYE3Ksq4an16HJOdE1yAfjOJA4MV5MiYm/3JvRuyT24B+s
THeMGoMVTnbABwkHPQf3VSfPfH5JS5SbZl63gc5ssUTjS+N0Txu96a2x9q5mBFS9Q4wik+jGDJvd
Vhc1Eg/nIr+Iufjem8h/EdgN6YOcNBrKHctEzKOowcgKgA3K1H+I1cAxzjQlKKAV0rbKFdpvU9l3
bVsHctWXnpaZ2SnsKLorjGgBnpjv2TzxjOvNxKWtl45jrCOdahfVEyCc7nOrrQ8Zq3bSugi1BGRj
8RJMrPqiMN8NQFyupuaiU4zNBApciLaZaJRBomjNXo5DItTCaUFtS6B7kTKArxSebnkokY2tNN8g
/o/HVKZcKklo/+/xyMEW/VX97lr9t4XgnwvpamH65UJKBSy47dwQyicdBBX6zL5dN9e1wgyzSDD2
un43EShvbSOUX3++P67X6D8H/z8veeOKssJSA32ZK4dCmSamBqCO+yVLnXaA5KLLjczYfR49AdbE
F1aJz16Rs+zXD4kQ3RiGhRuSD7jRXaBWSkDCoPjFB7rxFP7ziW4epVckQrNcb/iWTp30yWM6ePOl
4OMIw84a3fQ+Lveqzf6LyNPRjlwJQ0WyKwW28/d//lJveDn/vIfrSfHLD4mdpkFJaa0Hs0k8K8Ir
T6D4SkhQ3KRHxvBeWVgngJssp9LMzQzjm6ZKqRe3a7VrVxVjapBoqMmkl/jaGyAuROWFvs+ovk1C
vedE+eLb+rc9+p83Kv/7jRp9r+dq2a0H+gEX/StrMlvFrRrDBt1rH4O8+eIb+bcx9p8XunmK6Ajo
9FiO1kM6Bm37yJQLYobMdvfVgGqm+woCXBqpKt4buwmqNy5EBMNPhnDph01bPNTZ5c/v5LPL7+ZR
0/VU0usiLAc1YL01TG6pHPT6B8INz5q2f34N9ZNPa95Y+CQJW7yUZ8tBsWlY9+fRFw6LgzbvlB3H
reZ3duIU28GtHJpzL7Jpy/3ZOaF1C6y7xn8o7HK7eA+kjZ52TPXtYf/Vk1a6niW/ueFvrammOJRD
2vHWJDMQRVpkmz69QIs8dW71U6nsVXfKacfqBkiw3fz48zfySRWBO+XfF9oMd3BctXQ9RIDtyDXt
7G4mkLJQbK07VU94H9a9Dmfvi5e7Xr+/+5Q3h0A3CEXPDIQbMIg2sQP41s4ci3NG2UX+V9/lZ0eN
eXNej5GWx2A41oMehMHwXG4Z7DlsRjegKJ/Kzbgz/doJvfgYeqiPv7CJStfP8LvPdntk/w0s0fv1
ADYGI9Z3xhupAibLn6gJ4tNEL0pIQIybAcIBYGwX1wjduCp/cXVbn11CN6ebDvC5RM+/Hsjadfoh
fzZFIMiK6pukTZsiIZ3GdrSQbLx1QCirJidFVfVzzQiaGAlaiusu4XfRpq2Y9t/zVjHtXjO8Ittn
5TeLqbZpLRgY1kO9vK1m4lD6urJlEKg7+srYe023NYetkB666h4fiEwoXZPviQMHmbgT6udOvB9S
biHlLtFe0gVkyPrM3IL4uTuZd1gB3c0S0Qvl6F5aztcQbgG505K8G0vudOE2XF8HyAGZvJfy6pJW
0Q5e4h6oKNoA0o+boF/h4DLoUuJLpPbbuZvcpDR8KdlG3bEv9c2sjWQc31PuTPMRYaBTh+IWeDI/
lAqBUn/Qma/01kASLU9y7LWe0msnZYrfY2k4NvXq/vk+kD85iIyb284ykxzEPseuGSR7TbbFY74n
/nk/JE55kTa9t34338XD/KS/9MfpQT50Xxz4n50zt+SGZCB3uoh55Ui4yMx9AN0jY2y3Ye7pz5Uc
OV3krcXu+k0tzVFU3mb57s8fWvvkiDdubkvJ6JmvFu16gEl4RELvrKLqWexpbZDsQWuOF3QXW4C1
tjo+lygRrGvuGjxBzQzU4THqmtfOul/nfdl2bzF5DszuvNl4ZLBvD2noi1Ljpxlh8uKC4CNoRC+H
wlfDCu2QhM7qGAD8RBKMPwNrjgkmqprSI2fuLm0yGzq8IzEyNrLTGh2kcBe119jdb+18EPUzaXC1
8hAD5iyqDRpKD/XYYZApWGWbmPgvHvvKJy2LdnM+kmiBNrGI5IPWuDXzmddF2DL/X4KBdHIHFjbX
LzkYdvOA4tT69p23aJ7bJxlJiVPI9vjMquFEFK/YggC25wPJNJ2JG+rxzz/h3+ic35xx2s1PWKxD
DF1DkA7kGsX+giuw8MaO9AoCe/epz1K2EWz9YTWfskBnkDO/cMTXzvRXNDgYYrcV8oDurtLPsCz0
U/nV0ffZVf23+feXwk5k2WcCe18PQ1ehVkXiidsWd+BUQgoojlLxrc82XGG2pe9MBl+GhpcJhbBQ
fIEz+OzsvamjQjAi7ZU5cECFSVYIgpyDIglfXBZ/j5t+87XfMqYy6haUpI18SNpGfJvTeN20+BQw
YIHiJ6N0ZAsban4loT9r01neGXDTd4ANLT4twmfkYzAOQWPapD8nvhTqKELDYbRr1eJKiVi0Y3iE
RTdWmb9aOprHXuruZdbw3HoElr1n44St589X0ScPSuOmClsL8AkkY60HCr1lJLgJZfZqwGF9//Pf
/+xJbFwPoF+uBsLYhlJtOWiW3XSyfLwLnuAQbMG5Knk/hY/Ej3flV4/96+P9N7+NcfPYx+FHVgIp
L4eYnG0pfDNV3ROLO3rWkCnhdI9uGUimy7hbbfdVesaa/OeP+dnXePO4T+JJqvOFirEhWZt1BWux
Sji3wJL+/PcV+ZNPdv33X75GaxqrPCrN5VB4zZvomd/eu+3kboG3P/vAlrnfkedzHpmb0r4wD3Zk
952o6oBB/o/sB9XOx5/fiHy9MH73Fd/cXPpY95YYGsshk47q9L5UvlRtcIElb8Vzdzcmvh4gPkPQ
ZdptIOxQgieP6VEQg5b5jehevbE/i29jtAG2H++GL2azf4Nbfve2bloWErwjYVTT5YA5gS3uW2Y+
9zjo1jFYf2ZZ60zR7FgYYE/NFGj1jjCvJA7kZbGxuQnhtiPxrtuxkluMY8ICQfuqyL6+/m/el35z
fzUR2vMh5Xdbfc4D4fvgj17hyi861e4Xv8gnF71+c4fB6FzXYtS56A+d1x+m++6InIpl1D51y411
1F+bS7opPSJVbDkonjUXnq8vfdErytcy6Xef8KZ8YvAqllgluMHzFysOetj8JALYV/7gzHQkWKHl
SLmrAOgmNySu33Pirp5x3KIaULfXLK/mTk2+WYbmtrrd/TAbh8/yFbjrGnb927d38xTX9DUuZlND
sRCK6LGO/bnX+tO67PFmjuMTAiM02EprOPHo9+MuCvSWVSWarUBMTnAk5tg3sUuXz2W10ZRdp7sC
vmY0DNt8POLOAGKLFevSlae4xcSH0f/PP+tnd/wt1rI0Shwm1zfe+jAIvNTh6HI1m+2zvbqcYS6y
IkewQ5f0Wyfaoi3c6m6QbRMHQ+GOnspGmxX8+c18+iPfHKyj1GlLLpWUi0m8b/U5MMxvBfZo4y4R
N8skOoNyaivLLidkq0iDF1SnXUKePdUQoAV7htSTvq0DTxf2waTNoGOqERrQiY3uqtxNAoFJrLu+
OC7/xuf+7qK8OY8zwbjK8q63HbWHQ6skMV6I3PVHc2JFXtmi4jKKLU+i8YQipLGgXn+B9VM+qaxv
AS5FnTcYRSjLqsIdNjIyb2fdyYWLgMti6bitGKDaSP6eu5fsRPRbwNMIaVDBnOsceeRsFqtPPht8
Z29+WDz9obgrfoYnXbjU6YvSSZ75xRX2WaGm3xzlhYLMNTR5p2aguKuLNcxn0eiQFmLr58wlhMvT
3C8uoOsX/7sf5OZ8Vplok0fCayUneDY7zc0f64O5KygFyFl5RBMSqDZm2ku2jR5rR9hbrvHFa3/y
xNJujmBwDPlajry0vtMOTFDc2Us369H4otr8bGzzd4v1y6MZWXM8AoCRDhaS6Mf5AffSi/CXztDo
mAlMp/78DX72a2k352zCHstAqSJdp0MYRAvDndpnbLfHGRmFJ28xmvR7alFKfd374jU/OTy1m9se
/9zcJTKvGY+BaLnqfCdz9z6QUgRFh3nkOTnMzd7A55JETvbji1f95A7Sbm7eAg27oKihdJh2C9CJ
Sva7VXej6HWCyy/xD8r7MF4SrdxW+j4fTIwJl2FbE/lT+NUXBcV11fi7C/aWyhmj3xZmnY9ezRsd
N1mzA9QuWT6ro9qtYQ7Q7XqL8FO+iL6WOQKm6sgdbFMLVMlrj+noW+NPUb6gC9NVNBN35mw3xa4m
bgYjhERKoo2hN8JaSeDfty++uU+qDe3mjgbjCOHnepfhSnuq3eG7tFm+VaD9T18hZz+7mW7uY3kS
cZOj2j+Yd5L7ONvqGcPul0fSZ9NC9eZeNZB/Ru31Xk23ak7PXO3zYPbHreJ2xwStqN/bDO04J7bL
BSw6Av8vLjrlk6bxFpwdtki/rYxXXlA1nJJnxW/ua7fblcGyQauzhe72Pb9Ie2AIz8JRv1RB8gSf
/tnahXZ84up3Jz86Mr7bVg9fntCf3H/XnfavVX9fWou15rwp60GobIPRykl3GNJyQL+KbrXluDx/
VSl9tgVWbyolIPWVWF3PMSAiAjpBx7qvnyHpSF56TL44iz8bWqg3QwtTUgW9mHmR0c28Ymf58v/l
7DuWG1eCLb8IEfBmCw8Q9BRlNghJLcF7j6+fA87EPDYuQbzozV103FARZbIqM4/RMiPWcz1VRWNU
eZWX/dNg1RtWLZxa8be1QW64w2B8xFr+8m/HhJ2FNViQ820JLozD6JFJaj+CASaCQVhrt93S84Od
RbCOJhsonWOAWgfaG99VGbwqXgIll0mVUny84gj9j78WphcCJjtLDr24ByxvWjnf/cpFsEq3KEUE
SqXStYI3K+OrsV0TZ98AngeoYH9LjIa0sqJLCf6tv3N3/cESGtaW03vHu2af3Wm0ut/eEUz+TH5n
F5hA6eO1Occ/z5duqfoyV0H1XECxSxaj0Ypo8PblBBEuNC5OLP4zqpS+hzbN3lOgZ6EmaqVdPRWE
y5V5XrgSmFlwCiVaHKUSY0cyqyUKIoG2drvf9IMfvI9ur8m7WayHKhT5aUvWOvTfWGPURaTwpFxo
pZVoySlWK8XTwTdVOBMCdDKQEzgyB14uP2k10+FFtYeMzgYtMqRfKrmyuLdPe/SzZgGIhd9NHf7f
40pqqd47zbWVW5uS0XiwAhN8Bm3SFpYjrbqCwyX3v3Du3UOK3+m12jCRSVvgzhjgWeKW6Ezfghu4
tbIVpt396LfN4tUYR2XETocMgtVm6zRaY4xmrkUGiX6hq0rbchcc2LdSgW6pwRuiEujPR75VgB+N
zP0dlvM48MWwRGWYlHbwfWhCxRXVIoS8ktwTcgrOY7LNIbzf6DRu/71Ubons0MGgCuWGK92dPXg/
gIbnyem1AVPh2FMKKhGAjgqFDqsXmGrpQaKz4TvoRTDLBQOR4Q6gv4qS2VdmP0l4yGC+keFP48LQ
NgKuBTJNatIcvBqgkL13ygpNZCA9Iz//4pnly/9vTd+y67vtySTAQICfQTmNwumg7BqUjgaR1rx4
2iuqTUZvsDqpU3a1WTvpS/nvrSx/N+SEpoCvLIYEk9CCu7dxpbDOjdaq8EjDJejrgAvIPxS6wZWa
a6KcG4VWqy+9lhuUUlm+fF75+IXwevuFd78kL4Iwg/EwBKj2o9NpvMEq+b5QoCQm01alAotoCcfi
kG/D7cqI0xZ+tMFm77iIgNyyO40I12vQ1fchYY/ygXENvwIER/WqTwo7D4QGJdJEFiidlfM+E83/
n3WePe9IBhZk/bTOmdxpyS6yM8Xijhqtxtp57eAulWRupcW7+fSbYOSpHIPQBoEG0naE/OF33Gxq
XxuxwhQO0oHYtVY/ef6pJSePZntqYaarBKRMXykrit8ZKHtEKnlw0VPQ0xTP6Z3YHRq8y+u1Pb+w
7HPLAqH1IFzSi5QzfhNv4wWNLVQzyj/orHyCNMfuYYHjj/JgMefOYr+K15W1Xxp2FnLhMJHX5bT2
pZqcht9RzRHU/CnUA3WtNrjWQhTyPLVc22xT1Hqw2ea42jCpUbkC9tYZcWv/uMy5KY4R+oCxfOQa
FWcLZXNYg6usr0qXlY9cGnMWQWlIxIQxg7kdjtIe/bWk0v0/LVgGcgP6aC0zHyUiYiScBn4bBCvF
2KVB2b/Ddgcy2CSoAlRV/0FxVykABT4c1rbLdDYfTePszVcTYSSULaaRo+SEl+mtd8r1aMueybcS
weL6fOaWdsd0Gd6dnb4Hz5iPeRzQIYa5R0/AMNsn3/IaWnaSCKWu3MVN0ocrwy29t25N87vxXNhv
JXBXpBxwCcBW3YFmfC224R5yQUAGXUqzckY7sAB5/61M2sxtWkfrRa1ffLzbn3/y0gvzlize/QZw
DkYw5bBZul9OdbdIDJm38BACh29AIiL/Zez8VO78I3/6twFvt+DdgFIP5SNo2uBJu5O+JffSdDIG
4hnYT8jcD/1Kn4MGMhQK/8dzc5V6fz7sEiLuZvRwN6yfCjHIidhB+/acneppjquXeN+pMFT7lWzv
nBotNtYm06JR5pGZFnuw9M3noy8cjlsqczd47UKGxY2hoyWQvtK1J7+4NhW3cjiW8vrb0t799aKT
irrPsI14g7ZrK9DA75anAvaI4rX/+flJmqM2atMbMV+5y24pwYMDeSuk3Y0J0rg3tD2+CHPp+KHD
AifqyglyeyiXHZKPgpVRbFS6Pfnqvgp2LSppfg0s7tR1ZpvKQNyMaMrCsksJtv0vc4XoX26LXxAj
6F7BR6c3/jFZ2eJLkz+LTFk4eiAy4qcCgKJFl2DlLpkSk0czMAtJRNNM9qb4szz35uZ6LHz09cl7
J11VhCfQYDzfOUstwbltAehoCeSlp8j3HZzoHSRWdJqTQwt8MVdLLxAE4C/cVtyzsvfCq7GMKwVl
nB2ApUgStplOoE8YrpTfl1LvW5X2btVHifDZosJOGzRAZ7G/fIVUYh06jjKv/jBKtfe1QC9WTs0S
eOhWTLkbjhiCSoR6KY6NHGgBEo9R93XQPHVePeQyo4CALkOX3Ya4i5ZuvZW9vfSEmvsfwMSSJYQB
Kwtjvtu7hCbNIFCinQ9pzo10ajeNQW3od/oCzZIDobLH8rva+B+QZbBoVAB4neN08q22k2257zV3
w3orR316pjzYc+R0cd1NCFu1fJ0GNTZD/QazFEDJoYwLuF1Ikujw+Cuj8EvDTP9+N0wDvp4XkhTl
xDwgcn7UKqNIbCGMqkXCtwu5IyEUt2RvcUCu1xCZC4FkFmvURrL3sj3XNORaAbGE2gAfNSYZYLMC
QFxHX0KSy34LhZ4YLMB6F9RqHb7k6OJAeOEIox+ZgbTq6H9BECkBxThF+uf2aaMWA6dDmMIMRX0S
7Yi0LoWEJEl/xmgmQkiGY8zQu0qCzAPEC+hhP3yU4aWE2DVPXtOOMvwITj1Nm8OM24YigRHGr1Gx
j8B0giSA7vKlSrAtysyQ/39+bKkpCjxaqSn5uJvCHMp4MOyokNZ8syC75yrxBTnm8lzbdGMk36Sr
jNCpe10ZbWnBZi++pIkpkoVeo1MSXz3ULGAID7gGtFLhMFVpfXrge7PaxrxMoGZdWA0RywBUxcAL
hLT+/DdMH/bog2dRlqxLgctc/IRmEuWJcCfoAg1OXpGuDLCUJpOzgNt3WQJNKkxpqbfqoEUm1Pa3
tdl+wdvU+g5PU1YaG/SGuAD+8/yjlvpCJP33MrJJ55cpNPkB1oYc867fUJvw7NkQFbB5vTbAFRk2
qfF8sKVwR84S09iP4UEggH3R0cOFG1yL8frLMAZ6N3Aq7F1RgAh3hc8alAilhYHRejcAB/PPII4y
UzNm3jVKgMStLj9YgEMDHuVy0FdWft3CNTpn5iUpW7ANaPUOxCGrLfMumMy53YfAwalM8sFnjgCA
HPSvnQzQek5rzoDkwkqZUMYXF3BzINIg8rCy4adN9Z/NJkhzTlWR1mHUuFgWcfgsxUsDcdvnX/nw
UscfngXYQMyysHdzvMgHxaXsEug9Kr22nFVJL1yQaUmpPR9o+oOPvmA6yXfxIQlRYKt7fAHsi2Uf
Eq2QqtBCYQPNICP2t1X/+3ycx4EIXzSd17uBIGvCh26GTYUuxz77LOzuxTsKWvwpvo3X9iNaWRF6
OhGPPmgWgoDAruDdhpljjWpXOrHlK7EqqqMi4ZrmgadAStHK0CfZ5C+xierC69p9/fiQ4hNnoadF
KxHScRi6PDCQTQDIGNVU70M4pSbEdb6ZTxECR+w6/n1p7WaBiCqDPuSmT+0UYo8UURvV3vT1GCUr
iOMYgfoO/QKl19b6OkvjzYIQVLaHzh0wHoNinSRfIBbnrLGVHjemMHmzoMOKRMNBvQq1caAUhh3I
/HJo9hqNh9XzHTjt6EcbY1b18qG7CSoXNmAcfzDdH+5YWB2p+u1K3eFx1BSkOdUlYLO686YQ3eqZ
3ZvlPrEhU66GOqpcm3ZTa5na7SFBr/k25Cm7TVisXA7Mw4YwRp4FCw7S3nXIICJiVd6gMk/KHA0H
ZCOCbCJnjlCToyDKKccmZDI5FHpirYJ0zbsHq4FGGzaQQimgP4AW6DDJ/SuCGuyZw/NJf5zW47fN
4ovQhUXudpj1AmBvnVfwXvoDzVviBNrXRjrSarttjUSFVcvKgAvLLM7iDMSNS7EAedfJrqMTfTBq
HaCjLGxHwz0Dpy1Z6I3xu9oI3pO1B8HS/M9CDmypqwhGl/hGzT1G5rTaUOW2QXj4x6AmziJLEUHo
yKUxQmyhYtcdayuxmVdgQtTIAbPWzM1BLRXOjj9TJNekIVzW6rhL51KcBRm4y3ZdMb2nOAaChJfM
mIR2oDuy6UPb3/grGd30IQ8O53/g5NHgElKB7DLqaWWAok/cmc83xOMKAXbgLLCEIxz2wgBZFMws
wnfIoUcnhlLKvcu8J4MBFe4wU5sWksEKV6MCevbYk0Qd8cQXXtruQpuQyoh3zR70xIZRwiNVGyOr
eb/VD/TRYfERuDrw9jZcjiuTm/TDz89/9+LEz+IV67neMEzRFm4BqKJ4RqjTFgCfhnj6txHmsPAk
ZPK8kNKpGvTtJirL5PJkb5BmagutvaoBCuO6zuldOJhzjHhcdHEkZh3WAQRQrX0T9siBTrWV6pE1
Hv2re653QBPmn9nKuVy4ruaUn4GDfjGEPaciQWFTqQyDF6BNflYLiA9rwQJs6f9+0UC9dKSgCTRx
9bGlXn30Z/MtqSKoyX9WVmhpzmaRJXQDNmUJRPbJ4QtHHSq/bSLHvJEi4cxRYpMc+gwVS7qzcTvr
7AH+AugvmuXKsVwafxZ3IIvOkgVUVx2Uerrf+Nzabqy0az2JaaIeHHphFloojxwg8UmQzrjv9+5n
a3UQgjvwL93JszuI2RsQPAX5NRwV/uv5hC48q4XZC8aFzjYpwi7DaRvIocA1Bm3uzILyDsSC/qXK
h10xDzdQFfCJHFOGfPcr3vjsyi2/NFmzcCAOXAkNQvxdF9JxdVvJLbHzIe285nG/dFPPQew5KeVS
3osQb4A30y69iEcPZQ9HOraK61A2YaRasicu7hrUcSHkzxHtFcxhgiGSSAfq7mrVHwumUKFkBtuo
wIfmgDqiD06BLLnLLj53SZvj8y2wsKVvtaa7PISixzbgpnkELOgFB2ZbrCbOj0GiMJCcRQRC5Oik
dzGF3m64hofsyqCvB53b8TPar+W/j2ufGGQWE+JSgmMNLOUc32I1EMM3wltvRTadw0cGdVf4kPmb
Yo/7U/TgLrOy+xZi6dzGGSoeYwPva7zOLTQsshe4p5nNF7TG/21RZpFgcCFESnZ43wgSalMkp4Cw
wX41wsqfX0o+53DtCpKIPR8NUydyKGWoFLYdJCJlAJAhY3ZyIc+tN5Ta1Csx4HGHHWs0CwLQfy1g
pICrRyC21Be37cBcD2XP8o9uglY2yocOMH0ro00L/yCM8rPIMNSp0ELSHq1dpH/AYq08nBYOyhxR
LZJ9VVKEi+jMw9x2uBLwluKuHAdXrBVQNbNwg85B1VnSllIXCbhe7BxADw4kp8CuL+lB2AB8YnPH
VM33UKjkMzlXSNAdeD1QfSCzAO2+iptKgyqXtQb8etwFhTvrNBF3kQHtGbGTwqncDgBWqpM2bUSo
6LmXfNM46GUog+brsLbY8WZnNiah4v2nsoAccSu9wYUQP+eiBi4n1lSHDLIc4EOhgJrctRBKxpl4
fsoWDvGcSwpPpCooiAwlGJlxiB0EVGTi4J6e//FbI+jBNpzDyJusrXGB4K+P8Ufg+PWmdw3hoy2u
Lq3CsiIGxqXx5bV+1FKxZY4fHwgeFo1Ej5QIRI9RE49hmMslZY2+guZdgOdlJKokSDRKfPXXWpxL
gYSj/94jRM2TUTW1G4vu65Mp9Y7WW14vrBAWElAWMJvy1f1Aev98Th/j07ElZ3GEp2v4i6YYLhSt
UbI4+pdOlSDV2EjLOIWETmyMXKyD/iv0gOWCtenRJCMr92UUP0vYcQE6mKhR6QRAE3MR5C4pO+t8
iLTKbigoEa0WIDE2BXY24YCfFdbvLPOZoMQMSH6Rvz3/jMe8PXzGLELVhOAyGdRSndAZgX3sJTk7
CTpkiNRy0+m9nF/QFEWBjj/0v957/xnsKwjvXKvD8/EfV+wFaQ447z1433qQhXJ6nbw212bn2cwO
rUqV0zIntFE4/uYBKEtPpBr/4+N2DjXnK5RAhakcNAHauE1mC3p0zDcBWpS1QryTm/pYG672/Asf
owrwhbPYRcMaTcxb3AGUfm11pCTb+lIY4SnYcl+941qZ45uZBbghej+Gp4S7/wXDaFrFBwd/DimX
qo4Z2QAPEjCNTAoKyI01wko4lsdM8QctgbBQMfxbQjJHllOQk5WoGI9Gn4Efktae3fi9l6706/N5
XLjz5pjxvGhcoaqwUdwOdjdwLoGqxwncsWGtcbp0ycxB41BfgkJayWGhVPZltOgXMpITwz0wr9Mj
G4UwINQHoMfBGcO5sMNpsYyPFBlQsxJUFt7dcxw5XOmKFuZWLHThw1aGbOo2q9qVG32p2DLHiScu
F7Ich8+DHxlk3630QtI6UjvWYiS1lvRWfHGLA19cu1QdwQrLteIkDhCWf83gfQkjmTSBSYbVC3bj
wuKyg3J0C8FVu0XZBkkh57ScHLBWb3RwiSRMGj1EIdnkJTyX4TTVruyyhYvy9nV3L4GMTwOkcXgu
jvvae2Hq0yQMG+jwqibClVVYyhXmOHM+JzqGgsykQ179C2PWqOX1yO7leIvnjfJ8Oy/lCnPAeVbx
jVA1NXKFRjg2DPtN+S802vWcmUjQaf1lpQg69LDCLaj3Ct7K0KOFexUsj0HP5bJ9Lq29Dm6PqAdB
4nbD3U1pk4oc1EnxwiejDTeASkVC7/pSNKdi2PNQcyV8uCG9snsaDK8ghAiZUQ6jnu343GAAYPAh
gzVWahpPQjU1TiYgpKQZ7hP2Jw9jHVJ9IayRYVILKUEJJtIZKfsArRGvjQRzAiOgAHWsVQmfFSse
rP7oHxJcTAqWO2y8DQWU/7pAZlg7DbYlnL0bTwXbQaNB1hRrh2Q/nq/HQvnhxgu4m4S4GiUuz9E5
JpXyzNs/rZ3asGMznv/1hYPNzBLDgYV7EOWWiMPcN1m/u97KoV54lt7gKXe/GkqCXpF4WLox2aOf
AD8ymHbJ3qpE1cL9MceAjzws0FIWWXMXWpyrJi+tzdiUhsQD6uhrT4Apk3y0/2YPt6aHD5DQotbZ
6tDukCM5tygzsULd1VF0lA7xypFbSMZuqc7dZPGwL6NKaPM7IwOSSvwulL4Mx4fnK7zU3Lx1gO7+
upR5FYldhA2ELHZPQTUSKnV4RiVmaQGVtEEXQMOOL830CtyyXV9LI7qsoq4WwuIc0k2LZe2zmY8K
LrxeFLzi2Ct8IpwAfPSpvyIpgTFqvgZYsfQurORES2WpOUA7i6DPLnLY1bHV6q5RGbDhvASbRBNV
zhB1SMqI34Mj/OM+oWcPqWEgURxKcUQ7u9+LdrQFpIg9ECcY0yrwszgMp+dLuXBYb++Du5X0y6wN
ExGbno0hPQ3IVMhdnv/lpaBPz+JAX1c1I3oI+lTTbCOmQkHYB/7F3QsM1MS4XmMqQcncl57ktWJE
J9xlVI4AsySpkGnXTs4y8P77Xfk1CwfvlhPcfagLzVWoSyMtrNVOq07NNtn+wN4HvCfRbLf+ynN7
aWtOo9+NEvlFnlU0lq2kIoekYXTTZ1pbwH0PbrlwfbbSql85hEuJ7u1w3o3VsRCuBspgYtSzNkgq
NnA/sgNLXVC0uJVBbov1IF7dusx3g8DkhpKECWGXWrRWGdMgnhZtYZqmAnFogC1UbkAHN7xzbIQv
8PWzfEkekFJIK79gqf80B2QDAQS8xvSZgJ6AlwYvYuAmwEZV1mKy9Dgk37K1u08cxLAlS/jMOhEs
VRJc3SaMwCqdAs2ntht/5VZcqsXNAdflCMVcocdMEmYlu7clA6fGBp0NGhqDGu3XcFNL3zMLHSMx
xhJDIzjDOxPwkxzCYIEVHMrjGtpo+kMP9sQtRN5NGOe6MB8RMABvVzJex8d+uwYMX/rTs5hRt3DE
CTP8aUZ4Ydhr6+pMBEb5PvdXyu4LB/S2One/vWCERiB6DDBQRnNyoQ0ioUpRgMGm8O7K3buU59+q
NneD9GMaEsivMPmJBmG9Jvv0Y0VEqddmoFw/7CgkGBVkczyY20I/ofilJRVqyAF05deajku1jjlO
Gm6uzNhR+A0wYYI8Dgx8hNgB7FGA3l0kd+RVVDPiCtdyNeyNpn4TB5OHokCyFfUWqAHkPvmWcCCi
9GclAE8vnEe7ZlZDGtwALhUdftB4blVik+1oLTgalMFxMvgU2sooS5t/etzdTX3p83DH7JAy1cMr
l1nlsCFhblNDT3DkPwpxkNnGDPwM+Z0aog3r03YmmgOxEfoL+Zl2chCtYSUf0xAEaQ6bJlJB8GgJ
NQKuow+NV+rBewBfQTRwzZbTA6bbhsw2YOB9Asd5qw2vUKlLKIuskUpsExIMzI2b+it7cuFgzZHS
TZ75klvgxxBDqjQ16E40ZM4F8DohxemvYI8WXujkLPIgW4Vdho8QlwvmOKJrx50KH7Welatg4U1L
TsPerW0zRpD7zvENaQM2EgUPcajj+txaI3DhhUDOYg9MhOAqOF00ID4buTPK7YbZtQpYzhrQOih/
PN+iCzuUnF5id19BSKimJiKGafXmE8rS8kRPIJ21vtzS23wOC0Y9tWXh1YlmBoSlDt55UOJ9ZPOq
8JZ8tq/0mwDlSMgUeVtKiWHrCDsf1YPCylqPa2kPzBKcgMrjtGmnzwO6JeotyLJLfqLm4UqXaSGA
/wcUDJs6uKpOnwdGfrHDc0AR0UFfOSZLj9Y5qrcaPbgoEnjmixGCg9xdU108QxRdEzu5UUcbZn2X
ASVM7hibz/fD7QHw38AIp4m/N0Qz+mOWTfky3akiAoNJmRkhx2CfhnKPVhNtlqHKwz/NiA7wkC13
w8rIC1BBmFz9PTJcUckgozFy/w2+XVyq8H7h0fTWPIPdxzqhhFeoYuBLpW10iSDXhKeXtvZMeczk
EURpFi2kwJOGCMoV6Lp5H/Dfs0edVVwEyLNnuurwHhnDttkCI6uCvJOeiONYylDB3oYbXs/MBoZH
sv+zsgaPO4DiHBXs+RLr0wwiV6ekaqq3m/FY6fBzMyp7TfRlcZ1n8aWkWBg6coAgJjvpLYW/UqC0
Do7i1VULBXLJjqtzGquDZMwBxLVyXB7HTHGOBabTsSJD+Bk5YkD/EjWwh+IAqWGYwD6fucfHXZSm
YHoXzQZU/P2Mx8RJex9kzMpZQ2wuPGBEaRZIog56piGLhC116E8UwXEyXutvRke9LHfaQ7ENXrBF
tcCAw4NDl2YcKLHNvdPOsDJ1CwmWOIcCCwVUgm+45hIaB59QC4ZtBdgHcDH+DDql/xFhKLdWkF+o
L4jS7OEyVGPhlxw6Jy2wwHCcVHKQB/6QB1g2wxIZda5vKGVXr53d2fxqXfZx9i/OscK9QJDuMG3J
+i25FqBx4Dn6zaswG7ZqjdxE+iqtdvqMB0Fujg1uc4Yaix7AjeZEQCRFFoweN2u6LRDmVnLvpY+Z
xZNGHFpqDGq0lMWkMUUa7oFVVJQr1/ZCHirOAb1iAbOmkMJ+9D6hEUVorQI5Zk95odbAJ0vhWJwF
CLi9DH7TFKQDt+kTusjhpftlr0AkwaYgCEC9BpeQOgw2/FpV2DsParpd9cx5/DoX58jeiA3/H6xr
RBJgl/oo7BND0lIIEUS6EGqlWqwcq4WIMQfyVlQfxiPbAG+FYvhIVjCb34kNBQPKNTGFxy8sWDD9
HZOEUCi9gZ4QAK4O0e6SUAcfOq0JEElEqpSQNwxXssnFTTFPamAmNNYCwp/QnftAdctPmNwpAgTw
G++deCP6t2BNo/Pxwwclub+/inUlLmY94HDTQGXANM2tOvnTSHov6H0Vq/8UzudQXDahRI504eXt
Uj71yYd5osR9CC2gsvMbOU+kVn4+0FK8m8NwW592PSpvRsdXwg6w4iiEw8lb7KoNIJGJCglrlYEg
ZVbIWWqxo9q272npq8zaaVu6juewXEEUq1gI29FpXbvLNrAglFPouqQaCaIgxGvh5DxCS94Oeitx
reEbYb/xfpLYyRNyZfvc2pEPouIcuuvWQiJBlx+yq+UFPEGZykO1G99JQfMZJ+y10YUCmzjumnwX
1R9D4eLRwCpU9pbAPLXIlDYuXro+VVgSzE04MeeDcApjk4HCsNR7WtkUWsIUSuKaqHRAhDRGSmbw
EM2lkg2d51oSfnboRKU0JAJJmJVfKuHP0Oj/uMSzeBaQTFD0EWaY2Lg2/ZtegK6wBWXQ411pUsfs
kkbyOXxZGW3h1M/luAOpS6m0hfdHo3gmCVHPTkPfV/cm8Syo1/mfqPVCqhrqzPLKYXmsGiSIc+Bw
RrkiBQMqyP2C/U1fqgqVpDTd0x5kCuOXigfVxDuwHIS1xksacgZceWU+jbQ4SB1eGPdFcYEsCYwK
cAQgrMvzmscAreDD/LlXoJXfDGrOZnJLpXBE6GXB19hmN9T8yhm8Qegebb9ZoBSFqB4FpoMHkFtD
bgLtlJHVR86MQgGViIsIBk9V4VyiRNPQg0H7fyJil2flH4hcy178PUafTUYZg/cjxq8phYKW1bGE
XLJmHb4S4b6ByjW0j6WzGxkRqvoBlCy4sNskOOU8NKorAMDcWC2oVx6NHJJL92xm5DkhEyRcRn+g
cqLA2FalfUJO0re+jLctYcSSVsEoY8CfgyKOxKRbkC0UodR4UHi7bKVFuoCwghDG3+GWCIQiqjmI
+pKoBVAqcaLMVEXB9lpYPnB3xEpTcyGqC7OoHsKivCk4dnBEAOpZCCrLHmwwvAzU7OEite/PD8cC
gEucg6oDbKi446Dv3KrdFr4pkh79lgYwqJxJG7h7Kxn9wZESlcYIHeGtpTQ4WnGCTCtZl8u0E6F4
qZ+IyfqoMltfaSoUM6Gj0e5qKIaIKxty6VKYY7EbimLhcYADhYAcpV+QFN+w+1EjJymi6E1Q6hpE
eHBlFCpU1xKNBdqaOEdicy5fk14fkigJ58D7V0d2RHMBlEV+H7zmourl+5G6dPl3U+nksXCVQZR7
8Y2lermqs1caFEsw2L4bd1QZdK3IQG+77TAofqwmKPpx29DnVzL2pZRkjuwOafChCQZPRKqCT/io
SyHmBOqEkFmgtMp7l8DaB+C7fCeLtZLIwg6d47zhn5z3EYkhocd3inXP4s3qsJaeLmV5c0B3OKRV
lE40hRYECwPZN73jcsyw1X6xF5TJIeYOBcnNsOEu0jH9bU9lrIwHChLaRrZZ63ItFOxFfp7F8oyU
xdV02I+8Hb7Da8gIt5RFqZHdbuJ9skXlg4D2W/KHxU95fiY5+oZMexB//wMHF1nAOuCV6/hJeGFJ
6UgObzkRfaVtc4RJbi0AFeJTMhUBVTRCo4Bq3hjqFHCeXQaVWlbpNis8lUYUTI+DexADPSuPbXYO
OVgFppFSoO0A60SYtUuq1/cHN4dOfjL88d3Grr1hV3KJKWbozoc53H9CCC/TEJKOKjyASiSbkqsk
BWwog3IzujWqMJ3mxZ7WQeEz9jXGBdWXrE8EJQ1yKfGQH8l0iabUomdV6ODLIm2liRM3xbaTzgXI
ngxpAdOm1anog7q3p1yt7kWFoD9x5am12+mNmH02gUVyrULhcznxPQxZQHLgnUDKbvOVZHAzieP3
QcqVVPj1KskU+0qJRrpQcd1EtZ73r2SiEzVq6plYhkrsQRYhagOZHg4+GycyQ+U7L4GLrjh0wDkF
Xa6PdaTVTW/jsSSWFuyybJbjP1wv3sC387UNY1WK0hf47xo5y777Uqz0VfLl992+7n2Lkowmh+5p
nZJmXUsyCA90FTp5UEJIicUpHOgwhYISG6Rwr89gms7A/jgd4UsAiSv6PYqMhLZD709WNSoLBSBS
ZGU/FBF9U1loQdVlWzBSmpysj0XHf1Qis5NKKTRKoeETTUj48LtN6OKryYoEsiwFnA5SqccMQk0L
pk5En6oeDCQtwoMzRVJUgoxZHOS2FPB/tjSvDWwrcwyCF4j+WipB4poo33y+9N64LH0Nk486rluH
iziD6jk1ayPRjNnhg6qG2MwYrnrzfWhSS2z6O2aFMXYV9CW1sD67/r5rXkp+78OcHgbTUKMeashJ
tiY08fGiF1L/4JdK5Eoa4xkRpYSuPaQJrA4SWCyKUoMOjVX6MGw9RsUAqtkfl5Xp4MCATuxvQs9K
QrPO7b7cV3gK+5GrME2uupB76mVo5vmdTNYqtGmxdX3EYV5NCKOHTnUdOGwDr3ulYY8QFo9ZE4ko
BOBE4tT2jl8B0gK75VJBAVvQ4OTLKG50JcctvCKSDijJklRLSnaJYROTxdaFaEiCPgqk0A7i6J8k
GDYOIKRk+a6Lzjn2rfA2kLAYK+BveebExsnKn6T46XHm2BLmGPRn3mOTMO2pqn1DjNhXtOvAEBOQ
khC9GrAh4H6kD5nPRkGWrvg441R+SdnD6F6yjs4sISX3EBvZxyW1LelSK+DyZQ2199pQou7xqCeO
p4jaJSC29d3HGGUbfMbQoTdJQLinurrFqLRSvRlID/hrye4YV7LqlD4zA3uCpy1zEd2uMhNY4RK+
SjB9vOFCFCVwePMkhfFQCiErbA0WDawSWk+hnGekwsavTOGr/RBeIFLaDVhzH9a0haBnxa4dx0IR
4ZMuMFrSJloPs/qm1JN+fG0LENRh9dZKBN6icu/tmvcYTvSDkOzbDh66BPSk/Bal8gDwclicEB4a
WbVGYKtwcaAjPQNpFIYw3aWnQr0URjXjGCUTKiwSWVhUoaa0Rk5cL6i+ZE5KpB70S7eEoLaoqpCQ
jNbgfqROf4eFK2TvpBzU7mnJCANO0guyykzGB6Jd4vP3ImcPOT24TuKdu27fFD91WMpwHq4HIyou
IladD1AtqlXwDnA6Ej5ThIZUKmbDE2Ygpq6aNrsREq5iUDiEH1sJiv0eGSX/h6TzWG4cW4LoFyEC
3mxhCXqK8huE1JLgvcfXv8N5q4noaSOCuLeqMrMynS61niPChd2JaqgI+l0eeqK/hHzPA56DtjiB
PFmxNw52dzS42S4i0LVxnQY8TNlcSoqbSPB78Yky37TuJIeI07duRZotINf4LKxAXHckaGiDnenO
UDjSN3+y3cJscBqCNUybbHUJKSOEgGJPOPLr6Xkmh6c+ipsdl0+1dE3xvKq8gQEmbn1TOgzRTdj+
kpIVveqfVGLfQfaFgVltPsYvU5fshKwI9aR4GbIWQ9q8loO+3CcQHW1fBuaUGL7CFp5mkQC86EFP
vRoVGbP73OnHbnFyHHixKNUoaRq34MPK8RArz9zk6Uos0Ipl0acGlRBrB4v5Sq1mLCiMxtG0XSJu
g1PVDf9CPAyntjLSb+nepf6ieVHBrp/uyA96Fr1lGSiGEbAMhoH2YjiSntq8PF7cq45Qo0BJ2UOK
r7Mmu5sxkEFPlKJx6gnaMWMu0S0s/4oNbxfWPp4aMhlygtDCQc+doSajLqvmD7UfL8tAyhvJCkAf
q1cVR6Lkchm7MpLsJm+U9o3iCYnXKnDGuNoM/Lum5SRzOrBiwVP7SvNzjx1tzlg0s4N5qrZQyZkl
1V9FxGlAddf6nIkv5SbYNUjAsDd0T+qhWLoXrKMCrT/Gqhsn7AW2402rz83k9Vh2qQABBKOWxDsN
9+02IfDJhidWMauoIzmv8ggXMQ1vTEkXUF/WlfuoWnyd1fNeHp1hXQisdkfx08x+DBIqBsYYP/0d
TS4JNmlr7ikEL4hmCbaTwtpSHFn2JcmzuucuftHqvfK4Kmx9OtXVATYqLs/66nWYbYNQq3ZtOE3D
PfchLPdye64ZWtTRnaJQZqdtDKphZ5H8Ccb3vsUH+EeVw7ElX6RI+aZsHS29PdHlkds7g+Qb0uCN
bck9lK1PzaqFMd9oE4sXlSm0aNLhmBHbU3UddBT0nKO2m2dtyz7DfMSLxZ4Ss+YX3QQ3khIv0/Uv
8zPpvLTaeGkzR9HlXdwXB6yo9tPj4YPomnPujySEthupeLU/cdE3fBcgN8Oy7PHtcKR2dKv1XMDS
T61x7QbHGvZFMrjy0gbrOFVO27VHDRxAJ0lbVdpLOxxl4R4pxaGXv4hWrtaI7fxhuiqpcGXlxGkx
CMVl8nk0wJSEvS4Qf9piMbnMkq0uTmZmp3lpFa6nSiejs+4Oo2zUjrWtdFbSTo7fRwPIaFQNmiqx
p9mjKUtkw1/LpfzeJgp+ZihuVvqIlzFDtupAjXV/VUdcmHp33BR7BP0HtBRPRsP5zUOKgKGyRF5v
e3U1fblirJT1IGnnyzK/wxfbrdo7It6BXTm7MhmMa606iXa0Cg1ddrUerK0lnhhLEQpbqt+bufdZ
rCQ/kjRZsABLKIlPFpP3KjICIfoSgQxA2+zN2lvGjZTTwIplgk8fLzOLQFGl2uat6wKtjPaNZf6t
Sqy4UyZcyyqMGvFLyshhSvmqtakN5GbmiYHMvwzQTltg3hGSa5ppW8YBwXdLF7J1n+u6BFaHzdP0
Wlqfsvg6bK/qSlvnNcVtIzpRGvyV4A783aMwwbOSVsCR9explpXfif0uRyQIBd+3EVVaeWnT5lRP
lmwrlRDqDW+s0O2MyZfrQCyzf6rReok1YKH7oBXrjfB4wlm7SvfmQs9stucX8pLiQ1uV83HWe0Lx
qiEJk3XZTxhu2yzzPk21dNKHNdkp4vRRU8N37F5aQd19SVvmVZn1uyxkrNaZM+mvmU77jmQfnD29
Eu1OKKdUfucZg8lUEn434/gytW5fIN9axz3dbNhGwqGSsl3SRAExo6/Y9x1UVQjWmRZnqtI/xcJS
OSZrTiPU3jA/xdWgSeO108kn57ZEJVFXZ4rzQUFd3HfHLftMrQ9R46o4G7mV2DkHvpoI9SSiIPca
QKZe6z2h5SqZFmx2oLsP/bYQ78wqlp1aY3JcBnPXRcqlMbqjBukWN+VhWyxW2BgGusgv4sytpYrH
14g7daghyrf1uMSln26po61voqp/NgtjmlQdSokDBeKaab9Z/5HQIQ1lQ2I8mwBeq2neNvYXOR0c
UfET+buH6zWV6i5ITw3mKd38QibqsVSL6zLEbBqY/E0E/pxH/gW5X3F7L1aaNuWt7+qPVbF2dZ+/
Vsn8KoPPLPK1HY9LlfySe0H2JclnZGRNa0RdhL8pBZbp7Kh5jknGlHgD7wNZIpyF3MubMzdsXXty
f8ghoSV/tYKyuFuMA/Qaj7OrNvvBkndSRXYZ1b+deUtIEH82xjZsU67dVnNXAWWo9DWLz/rqjhmb
Q6r0Kxfjuzb/8BK6zGPcH05Ull6XZG6UL27U/tMN4saV33ryNqM9rjRy/ZweJUW0heFXNwVbIpW6
elHMW5m6pYEjOVB3jQ3FApaqVB+Kll2tSCKbSMjDlXWSVl+546BQ59qV9fctKfarWb+0KeqBvtzJ
olOKGFqzRFNormHtDfpE5V8Wu9ytQ/6pGjwkJ2UNI+PJjbsm9dT0OWK7tnpPFNfEwEMUjqa4K78h
GDvNibEMrz5m5V0zQ7qEbQnyHiRD2qczOah9sjcsX2up1IwpB20Zr9tsnmIMM9g3EvvKFaB7h4GW
FsPUSXcm3KyGHM9UeqLhZ9nIdiKlS3mP1iAjrKFjXTwtY0/Ozmr7pbO+ZE4ZwYiMdpMv6qcc5BYT
TPLGhtxvjb1en7k9OyrMlB0VdjXFm4yx5ML5aQbXFAltJatQNV3L/Iyx1OlIxpZDDQ4y+lpfEoQJ
7cN/uJR9Y3tdWOnrC2cAdCJlRAobDlR7jhRfi06mRUCRw6TT0PENgjsa50EpuYsOxYDb7WadTbpg
NW89CT8oAOGxy10pH0ku4sqmy+7LOIyZuBQr92KmBTnnWItwak9rBeg7uM0anzC6C/qBiWIZ9sKQ
+JaEZ2b6ABJSQqJaLx5+I1JF02L126nmjqvttAumOOi0AifIl07FYycoJc8oIj5Ed8iK2K0zhd44
dXVxucy1EWoxfLuq/IgxZlRlt6O0X4VZ9YXCj3BYXN4j9je6qghX0VP0fV3+GVw9S8XY4UnApVEW
yigrbZO1bZiccGw/DTWcENfX61ffXFW2Piobfmkg6YcboLDpvvPJK1a7+iXpwW5r/bXsQzk5D8I7
6d6BMJNbZmISgJkcT98cXHJcTeskFXRG0cGi1E41S2pZU4OT1Vr687CGZFo2jPGW1PP8obXi8qFG
bQ9UaY7qXhBqX5mXIKsGD3yidZIk93XSoaOByVdm5Tur/0zOWlx1GLLP6r7olv0cp4FsER2hb9dN
ktmYyv1hncJK6n42XU9PtMDPlhhXO6QmDo5Nz4PSPLXl/BfHDG5wmHYUJUYwJNVTY7I/FZnWk7ha
ur3oCdPLGpFiK9xqeXV64qj5XK64jt9mMSVBHEl/gil59Rj9rPNT3p633mk+lfYfHOHI6gczz+gq
hVP80zEYy6bOW8dHA2cMh/pNkMnBwY0OizozeJAtJhOZempSFvw8QyAty5Vme608afGH+qtO+elt
VXpWe7tonER9rCeEnFi19tJib0q+1sdO1PmEowExrOU7/pQ0ghWSX3cQDxKIXdMSBh+SN2BZ17Jm
XfpP/5Yu6qvyIaw+4d5SII2upLtN7xfpfcxOo9Y7MMfadaBYa7ELWMEmK77YSRLk9bnjVws+3gLa
ZvfFaczCCuvNyamyoMXx0rooWaATno2ouDK8lkhmpuB4L9Do1C86plLR09TK3ljaU/4v1f0I1bkU
qicFJWK94bb4bWS5XURQnq8tW2v9LlMOZdmEmR4QAs+q6zx8J6Mrp2GU/QrJV7Q9x8O/Kd/CRvI7
3Kgal9GvAiaMO1sWbRJp+9azmkttbFynyNliMLB8TyO3NbWfmV/WlJ0LjawDnd/G8dAIOmjIy1Ur
Z8l4NfIwvytNzAT61GYetWTNXLnCAitLTqiJg7ZPjqp51C9ac2SL3MRIB9lM41r/hKllyvZi47UE
magu/RRKG4nwOVQ9tmGtzhx+6LI9bYLA2r5IzgFLldZLaYWN9p5ILCAW85Ou/jMw6M0AmAipn7nM
qne1I9tR0D21PZaVm4g/vYzdb/VtoZ8r/5rpqsH+K+yW1x5Gn5IGwHGSyw9wpiG5RE3YavcqP3Xa
sWZ7Hgl4yfY84iZR8Ch6axdKckhDsNU/VeQV5JYXpWsA2g0edqi2DFaVLcNjDRFH+GTS3eSPkhQR
NbioL1Wvcs36owDQQgbxeKIdadgy+0eP57bNTsKS7a2sbfObotK/1r9a68ftc6GHKjv55NwTqzOw
2YGl8aBY0yUq6xsJprbS8DAJqhefrCggwDIxX/gsRn2r7mryGi8XvIaF7aVT6GyS1MnS6twMzPEM
1XpSImUaA13kw22n6K0SNlamSUzSQhWvuLwBuTkUVhEYVcaJxyLQcqXkKuxVPKQrnMOPZVu/6lTJ
giZMThhmi1etvsarXZe3aOCVP+mMM5XKN4AkUFSxfyZ3c3Vi87rmd2vbaPtOMOtTd0GuZhvGca2v
lfLSRmeNhraGBSt8JXIneVcWh5Q961EBPMx9cKusCvunmnsQc+Ze5pVlrrk3lW/on+O2LwUw3qD9
7PPdzOKv8aUQkSNSNFkbXD75XEYSzCLx7NK/St0BbtpFvddSHxMWIkgswx9/OWWC5Q3qDgZ0pgPZ
rqnx0lS/Y/Glt/0NvB0VgtIfm8FRc767d37WKvtYlM5uOyhD4wmxqMXX11viLgGLaOrbUn6s6XnD
ISR+76vYLpVbFgUV83hsG9aLurjAbtY568DBlECpQtRZjsFNNTGIAQIV5J8Yb1J70JEd5clhopXl
HtGdrud9P2bU/VFnnJe4UzbBBRqipeiqkA6IYTnlPBI+xLsQLWxU2zizg3pZLLJZfkSti7/U+t9c
vPedo7JThAmNdanqysGiVwcrkQ59DY6iXxAxTBWhRoGRXZmdKpmyqRe2obyatBWRU2+OiCK2v7V4
SZYUj79cuyr1tSwcPQ5i5UezClfTn/PYKbIw6YJR3UFyUIYnw5mJc2he8A3OCmzLhNNa3XuytJvz
mF2T/k2rAHAPvTB7EzsDWfG5WKEi/tHRtULs6HQpMn1Mcsg3VthyV1jQ4DhtSyqGXfHO072I9CN2
0pnhHKn3oY7hT/h8GLUQy6rZ/c9c7zgpTeJmXWBmu66jeXnuW8Hu499IP+jRfkMEm7hGEUw/bUar
hoMTa/qal7wu5PAurtxf2BumF+wZ8ORnC8T9qBCDbDKiAC6JnOWUEhjooCRCFrZx4Rbda66Thl5C
eByykabRCIX+azMNR0/3JX6Hfe2Ixq5C4kzShkw5DYxzvniq/Lr9KumbTKS6wPD7FrEmz72sV45Y
8u2TH+XGlWtwY5UnpCSC9tMDtz6vqgm2bZePMBvu0YJg3MEXWJgkxQlGYPlZVG844Ea+SkiAgBef
qUBGhIOdvJP1f/ny3l1rCkuyS/FtoU2LfvXibUYJDJRVcNWqjjJELhqdSac9B3YE/7DnPlxRS2rG
R6ycehXHnNyfEx7S8iLPB96EogUjdBTW8VrX6s/igLQTsNeV1bcU8MG4TouL+5PCHCm9CvDdKkiy
0OrutACJIcYwbKP9raPzjK20FaofOnhOQtu8W81LTa7WaOsmvgOvs1C76B7tbf154IEfyH4N8Sgu
twVJEaN/Uwdr7zWZL85OLbhR7/VDiG21mH6aU5hnlbvMMGHieFOmyN4MM4hjfOb7W7Vwwhg/NZIN
UOldsuYpnryu2bXzvntpCQHFYf6P2TNCCqm+xagVTS+6jwjKP4y/MXcTyalFHOp3smWz5WPOu2k/
wB+MnkyN/lWyvfRbqjj3YyYYR6o3xp/m8L5IN/VZwYZAnm79u7IGNT+R4m3rBlT5VMXSjh6ExDKH
KT5KPzdFdBQkW5gnaJURUpLBZZgWeA5B/oDsuHovsfYlpdyU3lAeAOst+TeJ3aL/TosApJWEbHN5
kYRD37n5sovEgIFP/1Nzw+k+MvWnGb8AeYmMtrNPmZb6nlcmL1nz0DQodVCCvBfnaGnDTj/BY9vF
elSpusIICus3CvjgQsTs14gDgHkT/+r6iVGi0HdqXNvtctBqyvTC3Boa+b9W+lG0pwf+jxEUN5tc
Xv8Dlh6vnGpnxzTZYR1jOVq9gx9AxSUCDCXbt56FIknM4kvBVz7zhzcWpPM7eLMN12pEd/EOb9KT
zawvQbu8aMU9451KGszEsaqdn9RwaM6NEhirGy0+aAmCMMIAMOEuUTcyy3C68DcKOjFsJZ/3zVg+
R8pCfBw0z4icMQ6ipnKJhK3n+5ZgeXCw2jtQ8fxvjFunflfVO1+72LsFTuV6MHU+UPXMysP3ph+y
iFgDIoYxK2xpaoSWb2191aBn0tde+N06R+bFMVZ4j8MjiEB96NgcKy4dpfEsqXbH8ge3ByP2suvW
vSkq+IpEJcR6/x2vOCHf0UU3qzehlxIo/0GnIgEgu7n7Jr7W0g6FFmT5rpAci96ViBwTd7EhME3u
aL9g9OUWIjZdKHf5GHA09dIH4RbI5wNOKnzRek2+1oFJvYSbkp0p2WnGWULmJ5+GdmfJ/2Z+cQsn
I2xyuxLeoual+arkaB9lLzAnj6HHGhHpd9h89e/9SQXS7xbFUYpbpx+kiWIusbb8YkVvS4IopHb4
EujVJBrtTXMzKDFu4p7OWYchn2xxehggpW5eo+3mv9ZGR9U8q0t5WHSGNtWfebdy1lBt4Vln2aH8
VRXpo5bYvS3A8haIDLarOlmhchzWyh305mT8v7yT2FCTALXOs5OQ0lTXXyr5B2yu6Dejld8FAAhb
0MYHh12XTt/B2lOGTJBnrcxBiUirifvnTmn3/ZqEclU7+tjsuib6E7Pm05rMb0FOgxZq2c711FH7
nZ7nfjmrnmF6sj5RWOwq9lWm2StCJgSktim5dfIjJ98yagT5EJkBIzhhg50SSs3hAcMlrqj/QdmX
P6TQ71IF02129upLex/b2BvXv3FSXBQoPYULzHmn8jeLiidtyhgsQ5s42Lf5k+Z1kr+ZfgXVoo3p
36LvZaiTxRw/KtVjGG97RzXnU97iwTxMh3XgEJdgYjLrNYDUcnqun6z+I9ZEP5uxdWtzPzbyGxCA
n4+P+C75aZoegz1A7UJEbtM9+mQRe39K0NItXtxyvTbbCUwt2qYPybynSnarozDjd2ua8KQKd7xF
u5wygdH9NUlO1M159TeLHuuo/cXz74zSOgYBsGnwsaAwXEk9zEgXFdyyYhy1HK7aR9MLMzw80IcV
4Hu4zvGumvYrSCxkFVSCEt+sCv4CnifUpMOmA7nLXpNzC277egUmCrcNNu5EFU5Hx9R9dblX+G13
dqR7NQuaESkmwST2Yb2e6x8DzVVuTFfAZVCKaboK41542oYjcRbsUE7Gh2bGPF23kIPS2FlNjLbh
V8cqpb7I90UJyxzvvpCQOzsntpFbbxp9Bm61e1atJ9Qu2EkjJxDku8yrT5/MdzSr7hIfMroMkQYB
vxYTKzUIoxgjKTL4Jn4j4HX/XRgf47wz5HDFqYi4ruVnQhNYQuBdJu5ydaRbK70cmjha8BtXkl0/
Xcrs1dJP63zOYVkBerW9OqC3A9xtHyGAS+sXYwra/441DuzJnSaPFkXCn/FlWi+tdB/+rJ8i1e0x
9fToX7MAYKXpfdHHD4nKsPKHx+Stbr4KlGDWfJhI8lOdOfUhRZXBFVjvGibHPLaTRCvxkdM90kYW
PvidstjWziKpKroUeVBUd2s6dpMnFBcRbnnMDySwm4r5tr63oJ6/IrM2uGfQ/NTRr2Y6ucXQj1Y5
Fx2eu6idt8XVeN6Lg3Ou7qwqjatTvaYzaUlS6SXpR9OexG+T3zPm3lL+RPXriKOrml8ZASEhYY9U
9bTVmTuo1E82BntpH9f9Qe3gAHEkgmIsxXCbmCRAjoH6fM7yQO900ovXfINOR84yIg4oel/l8RZv
WN8s6npo6eNk3bWG4yZditZZZkyfA4w2fPUQGY+IU9Vb249FhOd3VOV3fcgpUNRYHtOHgmylpdl4
zDe5TGOBiqRwahA/WgaUPhaLvtlH/ywxmjTOoOyWzVOerOvUvbZvmeXwPgCCAlZIMeSW8FdUn7iS
NaVvfVQ0mtJ7B8wSZzuxsty1smMUsqWrGHaTiK58TSvocPfRu32sqx9FOzaBRPO7JW/1AnrOijVM
0cWiHNQSD30O1GHfjEw0Ftkf8qEdv1nJPRp4fqubL0Bjbt/RhFqiep4/hIcTzHAUUGl0DSm2g59y
aYjhwqhUbxj9nWIFVeyjzsAqyI0XjactPufrR5u+x4lniZ8iFF2qvum5FWjHRfQWHe7xUIDAW9A/
BHeIqf5iSeL3WAqHuKXSRBg9vppg+0Lzrmdcs25Cojsm6NMXlvlJ7jJrVKgMzeOqYXGl8+Ug1Fd/
l2hfZkIgwl8nUSjOPKDsPk6tb5V50BpwOBB326VBSxdDgCLEno5NxD0RuzpHu6n/Zck5BZmOY6dD
RBJ3O7MrnZV0NgaGpPvWhGelnBEHzWjyWffkhMQGzTvSxyrxs62ihwDX1qlSre4Z+eytGnqcIgZ4
UPLLUMx2IxmnEUYff2fBUeTbGN+JmITrji0EUjb99mR0jPf5U9LgCDAVWocGCsREbna5TriNyRRe
Fn7CrAjzDGIyvJnNlykFvJcM40CKwnzq6q/C4p1IAVzoTs2kPkum7FTmTejdx6OebupwKfkH4+KL
v83IkDGat0L9iRrcst8yEXm+xAAuPwvE7Caav2wDNkcMu/TJEapwropyJ/3JgPZW4oOMtOuGHDKS
VbfS34SGh3JouAq3r9r67uP48UcOvP8Zqhg9Zkw4qQZ9d+rI6tO8JCi/yg9KtikBJxq6PSHRLo38
s9eBUIsFT5s3cBDWdBCQQQy8i/2xSv56ePiVaXf629Te/U+octm08wi1HjOjtdyJomm+17REafc+
FfleMdFkJdle5gePTeNALOahXKT7iCfBvK/U5yi/qmgZ4+hV7Ofe3SzpMg5T5HXyo9usP5IiC8qD
sHxYEvg1Qjdn5KOMr6n1JMuTvxT7foOnim5VDKKk3IZ4X8swh0+SsNNMb7MiV59+u9pLYFd0IyTc
lW5Xq8JUeEnliU77n15/q0BM6RBqKnSLnXUkTlYg7zmOsOXTMA/nrJSfChWsmviypNxr2CiW/9QO
ucSwirDOJUzn9jX3FNLEumNjzZlbum99SV8EC6692TS/kib4J5SPSleH7cgJH0aNe834Nw4gJVRg
aRbM3ZibX1Gy7snpe47H/SK/GMiKa1YI0vZNE+JbD6jdMWCkhjCdUth94DRTdKoUYjenafE1RUz8
RtaeDD1O74qKQKiN6emrrQ5VK77XBuE9KsLR+p8c556sKaHQomYst7dNfEBAXDmxaKH7PxcJTC5C
KDV6KAOZG1WreystovQEc9qr88QuAL5qtlrJu9FKIqfNjNwZxXYKkkH9jjsj9mFCUS2sycmMEJCo
ykR2qER3X10iwR+KnSpZ7Le57B3MyvwqUN8j7bpOz4yfXXawTHYn2tStUCRV35quugZBCJutdYxT
OWb6JpswThf/pcKTQkgRQyirMpYy34hogoSTEDbkEjtmy6AQE9jWT4UpHFpJmB1TUDwNXw6Zg2q5
5nAftdSVqt2qfGkm/JccFANvg/zVLYz4JWqKpoIrgbM0HwQdLsS14hgYGW1Ne+6S5k3XJSK3J5go
2UPMru4zSbtMGG8CE6x0sSYQFqHHtMG7VIcrUD7UBI/KJJnCri+P0zyqsFoRbBcGw4kZtK3Il8nC
nGOYZeREQq/aXatKXhLzvA0LmmSUs9WF4Dn1VXctZcsxuUWEpTkr/aeVmfsSo5F2GmsSnDR3sdCh
akrzowlHoy7DNB7ZjRtT8P0yEKOLNvkZKSgWa1kKOfCrcFFMDG1xCqjOmULj7NBFGtKOEAqFarHE
J/aUUrrOtXxZ9b3Q+bK1r7UgXu6TeVBJM2U9gNM2NMON1zr2BwI7oLPUDaw+E8AjFTRgEtIsycsW
BdxfMl5ICKbMV5g0pdtnv3R78BWm0Xpwyu65ITUjZrq5QG8LxkFNnnTN67Ga6F0rBWeC6E2pLCOT
RbHtmAAsFqRYaTVNb2SjQfGQP/g1BrbjarhKzMdtwrg1w3FN/BEFwigzWLavyey147hrCyVs1UGF
e6NlytAcInrm/n1tn2rg1NH8Z3Bv0/wO01cxWBjWKB9N9wNwFnXVeYjTs1TvCnk+btavagJ2l0wo
nbxftd5fdZ5DI4Rm8q2ohLYILutnuEXtC6lvHKsSv0QrIPLR7RrkL1YXfXVVS4BOFiEiQY23SKor
1PpXakgbnQ/BgP34NkjiTs6S+xrlTtSapN2pjhalKCFqAR3u1K9B3xnYfS71aP1MXSN6o7iariDF
qSdp0a9Uo0flUCtjT6BkMyAbzkTyFkpNqfkf0AdJQyXfShFJZ08imBFbByTYigsDyOnox9LPs2w3
ttYhWRaYPMJvUDHNEPL1EoONNdriJH3tA7XVtYrkbAK+MacqO2RLCy6VXFuW2lrgkTGvTgJknDJJ
uw0l4jLWH7Nk+amZX5DnnvM0u0WPBUUF3Gmkvd/YWylR3ei6LnriWI2+3jwUYudFO4hqZj5tSDvr
Wbf86iHaRefuzAk2+VES6pO9meXOQuqv0VCpTCcZu0k1KgXlPnDkW+ilqOxo2QbR06evaftU253M
3KkgJ+tQ2iS0J+zoCW6sP/XyeTEsep3GJdk6kjVbHvgR//oG679IP+YoEDoa5cqgS9e/cqFlghF0
dynfqiZ/kcxVv6zQ3GAJBaP5Q70t5YpbTBejuerJq9CBUu/Fqn4cuCrFd7LUvxudF015R9Pijznr
aCIK4kRp/xqk/Lkzme9pHAdKClnRgsLlomo562CGxAaRvPTX4wnTL/Q41h0JRzddpuonj76TCbiT
I2yuv4gMZjrsMmMffwClWEXJ63R/G/2e7QjxOqmBEd0i6axEQ3LN2dxUUCHetWX7SZtp3mf9q1kE
Q6H/amVKzMoUaMjFyPLzUcrXykWfyQ2YCogVd2icfHhOddnR8Yc1ZqdAjZsrw254KO/wu0Ybslho
fk0vHQoghmvdntYEwRPqVVMuYflLV0+6nZ6gxPawtzNWkhx4u+wZc6lHU1vBT4gwe8LOKgSWJ98p
vshOkHB1qEBEpu7mM8XZr5S4XlWvq+bzNodpdJDNS69lTswVk0+vU/cE6QS1PJcQqb5VgbwhOrVY
y3UESfMnkbIGQ5NM+eckJJecblztDovwOc6Wz6V9S9XWF+YXVVGxXp3ZTVDcKhe0m0avVxbIGaae
m7a4xbqp7YZuwwOE9t+roxHeVLrx909y4iBiokHm0Nb5cEyZxMpyO8USTt3gFAog0DBl0KrrxSz0
h4pJCkpxV9Rf24rjx6I63SY7kvQxRPXeWv7H2XntNq5s6/qJCmBm8VaisiXL2e4bwnbbzDnz6c+n
PthAb+2WBcyrtTAxpymGqhrjTyPhPnDBxu+2jXaK/7A+wYHwkOp32iKA1eqZDSbf4NXI9SR0AcOn
0cJyCtKRTFuH+dXa5KZFAEFCkHcq/R5dAW1vJL5SaaEgRd2I0D6MVoG/LMiHyQGw43DdFaOkv9uU
sjsOyoi7pavDglBVCO0sgbg2GtrPkkAUqx7BHPRl130HpS3vUQaUsy7I2mMbgOiz7Q/wWn6gjq6i
4PNwAKqiG6WNynlXGM82MhQMHrllHotMX4X4XLYVrmSMKyJby5RxjoLCux0lC3ZCRDloXuCeEp1e
i4Lc33F6iadOIN5Yq42ScQCCjlRhs9L8/cAkp8I25KzUottMLBIEIm1OwJyu0y7aAmZBkbgek2qt
dQJJ6wAGSCF21wr/we8Sdxx0edMM4/sgwA11U6lcqaEezm3nvlQZneYM9yCucfVSnTrlWvO/c4eU
+VA96hSiRtHH89yxj1oNq5zcat4jKvVkEUe/SgaODC9txaFZlA+evNMJsEZP2CpMEpDPQ/zp0XxV
5UvQv6lsboF8bKyXwQTVVZ8UQMPopAh6iQzIYp3ruHw2B6fHO+AFZXljj5BMnpmoazsMtHcPt2oK
cepPcHK557kOxZXSLfVTc9dCnHtT6YCk2pu+io33ZioXvVZiaPYeh7Bb657tpvGgPiryt9eKOceC
WYbhMxIp5jJYCDIqvbBRBPfio1J8HCjRe12nX/4UgJK9FFO9KSPvWQAvKO1jOADJBhaCm9pM4nVg
DxrLB1Vvrrgpn9+MfUiatooRwL8xrHWifI4BQwaljq5Y/0xDuQe8aCepQCdTm2DLQfrGPm7mbJj2
Ksu+9cyCYGyIJBrUdqcMgUpY8Gfev1gtPiEwecNwOO/iVT2mawsUz2/fc1LS2+ARJxZyd1SIHY+b
7aF/anukoYaS0a1Ergmiok2wQ7YRrhvKaBB0sKn+dDdRtczKO2jZhE7ekW+1rdz7mfMrLVIKaPBL
a0wF2oJTuAOix1WaVs+NRXkH4BZZ3Z5A4kgs0Y37zbCyMUShYDYgRKRbVXQ7VXSSqTMiYxYI6A0I
7VRH9WJayL+LyPReAX7ZwMovSys+Ot4sOg41QDpK2F58JMgYmETci/YgGUszr+kv3LF8IdcRNYvu
z9MelJO05BZbl9qyT9LMpbl5l/K/ajwtmq7ZtAoikEnumHI6w1Y8qIhaKjlPmnAVeiNzjIFnxMvo
88ZKdV/YN0CQ+6oD+JbWUfXzNfLp1O+r14E5slmb4x9CrUbCs93w/zPYD5rlcVoZNiq+ioVlEm1Y
fPceQF4+OK9tXEE9B3TdAodzahngMkaxxJwwkHF6QNZeburEkevJKYFfA+Mmi0D7qIUU18+dcq+3
KM2kWiE2VraeRjEc1W4UmXR1Pl9hrXTUpThRahNteuDAFhrendVbAEi2eRC2fLDjcq56h3ysbiwq
el0Gy1oCFss529gudqhXIMD8+qWMEaf0wzo39FuGAkLdPcFDjngsVn3/pZX2Lo2chSF5w/BfXO8R
dLdK+7XflZuQn6XWaPi7p1ztl2b0i41/PebpLnTstVevaI6Ddm8+eWh2ioLZ3qhW6lyde2C7k93N
kWFvA+/Nq9gd+VAQ1wThdFP45rKB3TaGAShWPhVExOU9U2mso4XUG7s11LMyL6cvA6VW47WbMvvl
MIuJ+IdT5dSjjct+O+2LMB5a+zc6sCB89xWIFHRsrRuK956cbsNyuFUQjYrREfHo9kWHiSxCPQ7n
BsQfG0c9evP6I+Vp3oBhFaxiRBfCXiqNeNDyau0E+rIiPn4+nrgYffA3dOkrXaKAH/N1J176Ml5Z
JNk64U4bngvMSFrHXDdDmcuwPtEclppU86QTgJGnRd+zsUcEtrSfjtkHa0PzNrFp/wqYb9uVyWqw
DcaKY3jLMN6kCPK02EJlhjDBUnchdZCBedOr/X3dPfR9uCpGrH9WsdWxEGAKXBCoePLBtwZPSnSQ
nciubGNGj9xhn89By2iTfHPYxqg9TFC6NHiorA8RPiiWi78I+drbqH1oxacNL6+WpLq2b3k24QGN
+s9xyPHWF9mbmkfHIiTEttabozrYT8GkkF+QTvPCGXci2RUOEXM10+3kRgUVi+gqT8/BD/iZNhbE
iveEoUXxg9+IkjiPd2DHrC12z9yOV36O/DyGyty3xTHwHmhmghxSeJf6J9vksmyjRWNGnybAaf8w
iifq/bD0jp0JdTUQAKD4PWJrr6HfAJKn/982MTpws+/vFCSpE0pbZ+zWDc2JlGEy02R20MrRncx0
Owamds+8LDSxeoNnMmyGhWxR4Kqqz96dqKvCHD81aX9k2rudHCfZzpNKIHDRaiRZqeMfpDm8o2DP
Y2fReYjIvUEBVc5P1VHupU9qBZpPC+z6UdPyXWQnJvyU7kBlMxQjvS6xG3oGlTXSExe+vVbkUq0Y
shiiLs0OzMtZNlo1t1nNZOMbUt/FKeRyI73tEOsPRhQsY1N3fWfAiLEqopUqUJYibW8NV6tWWXQQ
0rvHDNGEn31v3/njq+n/xuoLlU8XapnC1YJ71byLhH6swdkruziIQZlbhlzmlmLd20OMEiqw9SVN
HAFOab/Eivgr7HFd9SS0pTIy3m0vJm22KxkGmvT/v1wXCaJSNaY9kaWAOCuxArct78kcllOA5gjD
5JC9SPmO8m/SPwvIAh3JQ+cOghqGDaV4ltb0SM+0sTh1MhVuxPGVQ4cJSjQfwxQf7GQ3ljAdfu6G
WYK1wkY0NK7jYVwF0j8ItAblEO3NqNhqvolHZjCXbaFpLv6fRWKWoE7KtvRADcIieK5iZWGgaMNh
y9h4FMN5vWzS/uDX3tyHXsmnEV3+FLm6tN0k79HQ1aX6XkyOFQCtEPEqXmq7mrcOO+qaCQ4A1xsN
cVvPNAALt5qb+IC0t3r/xsbbqi9y3BgeL22OzZJi/34KiG9BtX5PgV34D3wfhnOHnlvWG4eW2ZOP
RWbBxjxM1nLIbxoqCbUENDCaVS+9B9ZXphCnJ75yRPL6EM8ro2WVJAXCRKdAKhUVwlV12cxDv+YB
q1m6TeqeLDpA3ihyKzp3P3RL+Jqy77d2Yd0zfKtwazO/q+uHMVjpumuE+q4AIVb1p6bMKaF9GoFF
nnj6rCyxpOVLBdZVl8M8OaUv0a3o2W00tBjHX7C0bRwlW/lqrK0mdfocrPue2qyYjo74nQ4v0OG0
6CdHKENxCOY15TT38mgJXZuMJrpNuS1RPsh6rQTqR1cXiIzT7QAQo2Vb2f329Qn5efhpawlYuODs
c8gFe27ycD8QAs5AOvkRTDRrnj7tDBj8iVqiHW7xu4CijIuRg3y8FSzsTjGxIqizsB1esQw1zu9Q
/1at9VTXx9S8hcmEJh7xG4vyEFSZq+PIj8xqn0zHykhWzHxdVHBHenpXZW929DxWnIN4zeUu6dGy
V8jF9UNFNlVcSUDKE1+xzG2sU6GbnFSI8LMmRSsqtHqy95X41onMTfANWxU2mJNIqQ0LvPlygYMo
IJeubtbMGZqnYbCA4h2ZmKjhuF0iftYsOfe7zs2ng2Fl/Mswch6ESMjZKkqgRYSoWBKzZD0WN6l2
o1HfKKtm2pIZC7A/m8hBsgcMrdPzifjyF3mxwaEbgkqaGwAjw1g13W3ZzlNgLv/B8BdlRpGNOtv4
Kk+zsQBGZPwkUHegk0CpFNwgJp/F+oekf4ZNQF8lOojXCoeuOLQBUhTG38aI8Ryack3nHcEOhLcw
msLkeEVZUXrpPKyzZT/2N0UNubEP2109vo2GG1nmXIt3TXRXD3sLwagW3haK4NMM4rciNTa2lDy9
T6c4ViLbWjYsb+WgysQaKT4oOza05cB9GLXBkRZ1ErhTI7e54zAWEOMWLW7ewGsP5rNifJtphq7L
2ob+9BSV747apvhWsDqUveriTnVHrUH+EK9EhEBW7vzTHbUftOm8efRSoNNY/1rDW2RN8aR07U0I
HdPaBEdXO9H52MTEIqj8Rz86fRXhnemE25InrXnqEtZlrlftptH3UhlNElEpYSO/ZtpfvFaa+oDZ
mOLuUfr5K0YNBAAQAkvGsC0ibePFBCV3JqKSccrcsfswTR24qAUe8IsVuVjgqRWdf9+SVG7PNWfc
qMo4umVvEMmZ3eRRQjJLQBWWdQ3oitX5w9KTDbPWStrecmhXExPC9LjC3Qny1A71U1jlrPbaV5hw
Z5KxYjSadvSFaj2dcvsU16K/d/3ObDeOCnDgO2AJhoNuUw7IRLFAYUkR40s53SLtjNXXuMrnU01S
AXr4Eu75zeZoH/yHEhLIxDjhVEsvqt6N5lhZmCVG/GD9kH5lNWbnsfaoUVuU/Wr5bDNyuEpbyq++
+Qx07aYq1a08ZUEU6bEgu8jKZbjOu7sK4BhObVLjmQ8IJiGObZVjEcvMYJrL0vrNcCNyjqJh4/Vf
PhZlJ6CBC7w7p6NMyuRY3GYVIjX89R2dJ/NnTbx9vXrrnbrHAipEV94S1Xwl+kjk7SZNojfdx4+b
peO9zSyBB1DTNaVnY4B5dcc+Qfik4mpY1Ky1qr2XxPUg2w+Dz7HZaKFYKNpC2u0GdmVVEPRUJOlD
QF4WddOEVI1sQUp0JjOg7huNX358m6aujzwbVWg4om4YjyGp5jPqbPIDkP4Gwj6m0zTXe28e1Yug
rj+1plixltyuDnYtnZMei7kJ+2gnUNelt9JAhoLhwRgpzKwHCerq1t44ze00ocQmHUuk3Xd6+uDC
JWPLVrp1g2Cn9B56g6GMslwVp/IC1K0sfmH5bfulDHGzMZ/KAiPnXrEelNoSEZHMYanJM8rtWwUN
X0R/ocaEOVv4j71qGCglsLzhXwzCxJ2yjHN8qg92L06eyDvQnTx6LMslxlu8+McQMnSke3tCL0p+
gMJdD76GbwyQYemnj7JdeOO9SiaL2LAssbQWzrISv/oGYU20bM35UP1C9+0z31e5r71t0D+O6qbz
1rEv3CE8etFNgvbUcQftISmXY/87SxdO9h7Cylu/QhNy6rmBRQ3fAvaK/llJFjZDqPq9BsApMuJp
MvrZqaa/T49DCmIu1ZPIM7zxbQqb25hNw+nuLNPNhoPWPWfGg+ysW+GbvwrOzkQeqIFdpTtATdZK
+1QG29Z50SmWC3DwpPPyRe1Y3q1s+7lW89JCPB6thgmMZoWRf0bf2rdOSdhhjco+T2xjp59MtWUp
ifyEFp9XZJynak0lWh8cE2nPFLFFTSkYY6rfNhVqLD0f162QMFF5vfXsnG2hHbVVhwBrXmK7UtOX
UvlMonFV4iUZC6b0VtNEAE4X8i+Zu1H3NmpUbaqiXCcCt1QiViomAEkiTHoTnObBDItg+h3IufSi
WyVvHCBma1uoCp2HinoaVHPjQPrXwHpF/xbEDLLPNAoYC25DXemO/dDlVPHIgXeVSUE0Yscr01/k
zt0ECk10jic4Cu46O2P7HVeSjJwhXTXWra7davpGAgnBQCr2TUKrXo97aaozsyyrrWEHnhsF5ivc
BIEj0NxVQIQUxGLAG+9U49PX5DrC4xVPMNoxCnxYjqDTWeL6zNLwZBGQpUQfqUT1GkDNjJqxAr4t
DIpaOW0rPd6nev0QGkh+RfIk/HDnoc0whX8w61CfyQITWhOtHRmstQlDBAlrQz66RG10EIDZHdk/
M716LiL8DP0iFzdeS2T0mJrz4mQ/imGJ71o+1Y7NVT85la2Yja4sLdTdlq5zn8096DbUfD7z6BYD
bcAsENbprC2VV1F6byKCFoaZsizSDgLzt8VhXSULFWG+U2+GcGmFlCvB+O1H0S5zULBjVKCCMnNA
uvGk7MxWrdMubGRsgZotPOsu8MN9gzbHVEApTvV5ggM3s5ytWhHq9KjZxMjZaIFigF2YtaZ0Izzx
zDA3cRfW4tnXKteBGWiSAMHGnc8vQtYdmaU7TXC72fi7dJCBCCgZQl+6EUOUTG9sUMMKgWkbIilC
FTjT4QPTJFvURnnv5dmtlQRHxj9vhlQei3Yf9YQqte0XQppIrKW49WPTJXLjVfWCnZdayjwOMCdQ
5UNDOjMwrH3soXGKBgTFP8dRqaesq3+FUZ0F3sV+NqW202O3mSnzj+kFw/PsFJl418/wDF6JTLwQ
R30+I7iIo85UNBMFn7EMxGPR3Dfe85UbOP3Qf9yAeZajXhqBMia6pu4UpS9OAlGt2o9aECFFNGGH
1LEo39q4xxprViYVfQDn+tX6ElrJmALUB1d+x4WA2/NpwnGjZVXnoM6ZhsMpPjfBzw4FuJxc9F34
lLRFmcyZlw7n6Yl9BN6gXLm0fekRnEUgV41uTZbNyTAYBOuS3WX5noIhb1iA5aGWfogZzwl3g702
bZNdp296dWO170ND0EHNBybKVePgVcQNEjavZaItIuH85hSrgzXrF2Au42lasxLswajvNHOcayOV
msNNlffB+JKxDdfveqmuQ/QfioPJPPKt96B/4gzF/IQlcy5xmHnFwOiJdh2ZYpsYNfJ6kt+nlooW
4zwfto4XP51Z/iMTSeyKhLOSlf2udNgqs3XZVms1brZZINAiGQxppSr8ndAfaOVW458NCc47HRb3
51eqn57fvz6t06v+K+W8K+IkTzNlYhBjcHPrplvvmK/C2Yf7XK/jZqaskJYosxcxx1qHVna27WcP
rStngNNzf/Xtzz/xIO0VtNCLn3+RZl36ys7CVQMptFrYvn7ja92ajCoFjYcoX4mYf61sbVY4OvCk
vwC6O5FgqFpRjYZRj0NJpy4nvhH2ImmozrYtdFVH6bkuCbz/iOqXkNo8JdHUPJbB0VGTtY3Su/VJ
XR9hmXoCTBVTOyBzPfafSvGUmLvh2xxPF7AJ7JrWaXYf6c+ClMRigZrFv1UCUqtO8oCD1ksMTi8d
+rzM2uJ3NdoFcsc7Jk4v7AdQ6Sl4Gs2lQjxGTFzoXlDQtK5NCQgDzSe19d8aFUU4ciDMiYvJwHO9
zHog7xUBhfcnOyU47Xdvo3XBejhnsouy1z+JoCuOffuusy9zdvFxpPEugfCZils416HA5y+2CDIr
Ocx6Qsy6mUcWVAb+AarUP9sv0LemfqNzjFEvtt0a6gLDW91vLHKD2vhwSulK9ceBMF1kZNrvumAR
0AN7yAmYOzahl+g/TAM9ctAuw3Q6YFHkhAkCbaYoFh+6f0wqH0+Q8ZxoxjGM9n6OJsa5TZEfEkgQ
ARHVi2bc1JqBjvNBaofW+2KYTTPc6kO5MMuPKdthKYKpfq7wYFkM9ihYoAQp4YpRQbK0h5glpZYP
lRG2JG/LB63ojlWbfWix7Tr0PCpHfprR45FTRzbEuItNZ04nEVaLgaQAmk0quJmMPjSPiehDsQzg
WJl1Xfjr1HuvlUNGIU3bXhiS7FqirzTSTJA1reOEXUc/cIZNoPM60tuMXxX3K9SlyPKmiByTgiJR
Z0ia/jJiBsCxFdVP1bhts52GwqBC64yGroywfYcR+6fZfktC2zwFu6PRzxlJbU2gAQzKw8NgD8fW
2KfpHSkwqr9xLCJywgWlYs9E9xofWowzzn+rtfBVBsFznK0zZe4UT3FzV2Saq3b+vaDuS7sOyzOj
wDI5D1qcJbUerIY8niF+LpBAtmn+8PN6ti8cjOZZFC+fSCedsUDSSRoLNhWSG0X3HtbUuagVO4Ss
FoxfQME2JeqdMG5TFdc3yZHw4H1QzRC5DDrOwxjMI/H2fWl/CwN9c9qczBjvBRCXQltJHd8Rtx7c
ITwmIGEXIGjGWxG3CBitao6Os7SpZlge8Uata+iafS+2TbIXctulW8dSkVc8JjBuCeKYpL4rxvUY
1ccOQChxgOqLtlklALczMwjuzND5zD1znsvftbfzkPsoyPvT5gFMeFE0w1089B+6162NYZzr+OeH
hLhgzT8Y068h2+jN3p6ma/XNhbNROcv4zKzeM1tDTffjXQQvRSTjV1osNeq5k8BiDggOhvDz27zw
MpWzl2l7QdFmgkvlUaBuZFZhjidPaDiRiv/tCmfF2pgVsgh6/BvmaTjp9FnD6DdXTrsLQdrKWSRx
Jqo+oh6K95HmolBU0Axi9jkByW6JA+paALvxzzPVPh97YyTFmEl7ivc5jhqh3erJ5udn8++TkfDn
/31YU/gblRW2MSxwCspZ6zPbcJYT7b2Zac8/X+PCGzZPN/VXQdCSlpowaUm78WJWVig4cdnkUdzk
hPD9fAn57wckzfMPVnFQZSdiuIF+wQVEwF5F8BqSU2JgTT+aSZSgqZ8sUZHsM7QRRXwjwk+P1HHh
Tci0BjftDhMKYPEVl+DLYbzxa0idSixltg1itmQV1LdAW16D5qWda6aOqyOKDU8q/jJbeVB79Ffk
58W1vA+ST1V9CKLOBQ+bcwBX6r4mBkyvAUHj8K3NDjnSbHIynITzRf1VMf+yHZaOeC6CTzVW7qoJ
Si9K3S5Ae6eSsuxEQPGiZUbdc2ncdUzSbtIDQoqhYMDB8KsIiSRn1kELLTI6W8FbBLxkSE/2OUxP
WgUdE6SHasCcQocHAxpBRoVJYV9Zx+qFPcM8W2ZKQ6NtWjXUQbMKBMF1eG1fheE/GT4Gla2XkiOL
yb37byvPPF95WdaPSCaUXeMX1oNdxfUt/BM2gTTPHdLVs4xokMR2EVXFxKJJ2zz+/K1dCt42znon
RUyKXmSjvhN1BXc3edkyHq0H0VLjZGjBMps9APzcVBqQr6+0VBadqFFx9jTLLdhmDmTmKKG88vFf
mE8vjbNF3Adp3flBqe+CvhZ4L5PG08mQz8RbmCtkOIVwfb97DX220dkQO5amoG4wCb40moRID9sY
Pqs4OcllkmJjkbNOKmZWZ7umxwhXxlp1N9hUOVru1Y+9Y0VoXnsV1vy06DD/h0jwkolEl1bW3pVN
Wz+9x3+0EcZZe9aqWhQp5I3urdYig88GZ8mXOVGKmKPmrWdDukHNKMUvgaLVlPl+DEnuGW99PTxx
MGg16vAra9OHIhlXBjLkFMFbwIRJyZxAHy1pVbXrvoKiwX3aVwWAPIGNdrhIfevaSPpL93DWCg2G
4yla7OQEPvVQU+ho5sq7907KdAT0T/SJ1HH8ybWpAxa5SCEL9Nlf5kNxF3bv/ZOg34DD++gPLCtC
elbTTiBR4vbRk3NDjBohHOfDqojaWNvROxglobLazHlpvuPkBlE53+FXwkB2wBTOjZeK0R3GQnxS
nwpUFmRHfiEjEvUi3tYEB+BoZgbdCuV4kxGMNit/YWSulFl6JJtSGou4viOcZAp8dIE7IPTsyvyA
P8n6/3rXZ/2ZNqplPhHmdENI+1Jfx1toiRuUlLOA6dFi9igZ/WXMrS0zVOfB0kEEORPMHiuWFmOY
LHrH2PVmVK9rcLXTf+Wmc0yPLvEocwNk5l1fYGpbJXPchbfYGA7JioL6hrRjxLEryMBNsmrX7S5Y
yCVWqv/6BZ+de5b0vcrKuSumKM+x3K+0lXKHFZW8Z6Z99y6xSQtrw2OeDTPDJat0/vX25LvxErRz
h8u7vBaEf6EjN84Ox3Bq44FdX2NgG6yji3tkfnpE1oxibo6xfxYug6crm+OpbPvXqzz9878O+4rt
IY5P1/L24iHbMJbgOH4SsD3PFv8RFzPODhqnQQhSaaN94zmIxMv4IDXUeNlA2fXzTfy7KJLG2dHS
KF0ph7i3b1Rxsj62TLopo5x8dLF0kvLqyJcLu4N+do5kulMRtz4BlMB2Fn3rGuMTvQSyA3vZW0wt
qHdy+kica0XShVpVPzsm2rzvSi9B9N61RMiTTCnKbQrwSqgc4Sm9W2hMHMmufAgXir4/6NBf34EO
s2okCYwZB8dqUt51fN7WtUd3odrTz/ZV37CKMTZ0huX49l1XYskjHPHnd38JvtLP9iLbTmVuBS2I
ZJWTWBRXMOpx4FjNHP8EMdeDNZkLxcYuW6CuuVUHmN7QJGSK8P5gkZoBNSfzXAm51skMaMsGdCR3
/NkwKS36YI1QkBExJLNqiEZXRLizak3ZJDJQdi2JEe7QYF/pcHITNpXJN0Mjo5FJux4is3By7BuZ
quR7eh4RWIni/G4JmZ0nxYB0PzFycguIovv5SVwAue3zmZO6yjKTURjvez8in83KuvFWFVkLocqp
rwYcIRNjKdeE2EYL6I1+4UyZvhbq8BE3UqxVv+uvzH+4sCL1s60UJraa0Doyc6Imjoecb/azOYkG
M828cgZduFupn2+SlWlh8uESgR6Hqwq13izjZS46G/GbqdrKoh/seq91hXcbBlW7TVJcboS8Rtir
ismN2GSv1A2X1s7ZHhqMKdS3bQ18QyWIQbiViKrGsLxSqV96mGf7p7B0K1IGf7wR5Z6JCtqwlA7p
MVde1aUff7Z51p1n5IPOcIAwqUCtyYOt952mLH7+KC/8du1sz1SaME1KdLE3liRFxlCcXzURqVrd
fyRddO3Dv7Axa2cbJXbTYNImhYuMQDBthGo8zbttlBpUl8FOOtPtpI/2jNRzVzMQpPx8bxd2Ne2s
4i1JlylLTxtwvz216VseXZk0ffrZ/ziS/7QNf23F0oZ9rUr+rq9u4+wUo4cqW8VlGSysyf1vv/1s
17TCpi2z/PTbBdy0XIZxduUwvvRUzpZ+RRaFXaX85VNOWhM/9MqVaVKXPqWzBd8yPzT12Kxu0PYT
MTyqLspiUvN+fiAXloF2toaruvd9ofHXTTuYMe7C0wiGX/38ty+90LMFjChn8KPTL3fweCo4hU6u
9OxekpmhXPn5lx7O2SoOUs+fugQpi6Fh9NahjS2iFj7BPH++hQu1yJ/hQn99k2HWTz6Rt/neQhru
K5M3U21b2xgdcXrMwpN8qOy9TgKbnmvkfv581QuF8J/xhn9dNUgQWk1Glu/bsP3IY90EydfTVZwQ
p5DHLR4HMnR/vtSlaZfq2Wq22jbnSJyiPb6b+KA8TSlW5Lm4G5702XjlQ7jwlv4gFH/dTxGGsmDq
aLRv9JyGIStDMmNL+RHZaD8L3PLXJu5e+OLUs+WdDKGj6l5N7Coidnw1SfhsDzsxYkKrX7uguILp
XFjr6tlaL1ORGAb6zn2nyPCp5MXvPCf31j+/kgtL8s/J/9fTCvzId/yiivaGv+zCx6i7Va4Nkr/0
p89WO8xxIzwjifaCTM7UHsjHXZTVlRP10lo5W+69TXWpdjyV9JlU9AwHFclmKhGC84lg1mv77KWr
nK14U4865JinZw8t162q33A2EdMZvNlAqMbXz6/g0qpQzs7vUapNNyZcJSLTqnKjjhEIpCXMcL61
YuthFSiv7GAX7kc5fcp/ve04bGLGEHMlhLwo4QFPccvKekHGe8VIhis3dOHFK2er3GHKrBfn5DiO
zkuXvCVJTdzF588P69LfPq36v+6gSU3HG8I0Jarg2OFuJQc7aMIrj+fCilZOF/3rj2O4qnUNGfne
2BPK3mIoA/U+KuXCyK/sgBcWs3K2mI2m7bou4wpt80zuGH68Kz/933/YPp8/75he0GZWkezr4VYY
N0yRufKHL0DYtnP2UOpgTGSZpMm+wKjvQNuhvcaePGs/vdcalyKjn66JEi7dxNnTKSa1DWRaJvsI
WW9pPzf1la/m32cCiRD/+8W2ajZNgeXEezmJlUEIRwXsHBKjbl/bR/99itqOdnaFxKhEkXGFVpDJ
3pBucfTEd1ORZ6lH7s/f/qW7ONvzRj8EYTZDHg8G19Z4iD1obRj5fLo2+PrSCzjb72IrHy11CGBr
tfQ5qRs0muLt5x9/4QGdT4oPIl041RQn++mze1Q/im/vFcPhz3/7ws8+nw3f6E2X4KJN9s1omaRs
aS+VIa70nZd+99lm1hDC4dshD739NhYM3Xu2lsHdzz/70p8+28sGBaFXGfmsLIYGwE8hKdMMskCm
yGKoFvmyXuL8xyd0tojtIrVav+EJ4W9gJFKLJf/ne/j3lmn/4R7/3jJLpl2RM8YX0yD62GVL5ehk
u+L9Gpd86e+frVynrc1M+jx+piaqj8z5Oo0xrvB0zlAb/HwLfyqp/9sL2vJs7XZFHgbKn1dsztJD
/V4cxT3cgv5Ln/tvcj33Fogwf77Wvw9gW54t4Ub8z9ek8DWJg0VkY7EnHm7185+/tBDO1q9BDo6v
YmCD99HIZ/hI6uef//AFJMg+n+vuOXVuJXWe7E1tlh+QIKMEZyZBi7D3e3w0kB6brvfiX+nOLzym
89nuImfOYDhyHzGw/3P1KO7xikLWrPL/eIGzVT3Iqofk5wJkkUwk9xysN+2RhLzp3byy3118Ymer
Oy6FKvWIS/jvw2f2GX8b3/WduEff3Kgr+dns1WtXOn2n//h+/0iC/lqDCHlsDfI12fff8TRHyoex
mDSze81gUPi82gZf7frnz+DC92Wf/vlfV4qEYinSU+K9yFDe2QtHF1cWxqVFaJ8t9KD3tDE5qTkC
QQJO7jOprTZpREmWg5OtFbzbIbMpshSkucc754rGLhbSqttDU+fGKk+afMs57y1+vtULG499tikY
Vp03eqHG+5I5sojuXv0n86SIm+Ez+PkKF+p++48I96+nWf8/6s6ruXIjTbB/ZaLfoUFmAgnkxHQ/
kNfRe5FVLwgWiwXvE/bX77lq9Y6K6lLtPG6EQhESyWuARJrPnONOdK4jM7yq3uj1poSyCE+KZ/kW
3EUvnGL++l1+dMs+TAmmrQMXpUJxFSREhgmb1133ky/wg5f+6ARPGnei5p3P7xLVLwOUpln0k099
XJf+zZD+6PF2S7V09P8w7a8Ms8qhs1+NzQwpcmo3f31hfvQWH6aA2g3AQ6xjfjVC86JPHqSHJoXw
s6Pjj17+w+NfDtWCT5dtc1mSj7tY0v2U/CRO9IN9w0ehdukqi1KSl57uQHYj1Ok282v58NeX5Uf7
ff3hGZ/b1HfCiZIgnI3z43hLbc7RBn1jP/c34+f+y0/e5jj+/t0d/vC8F20K/iLnS+B3wx2zHN0R
J2DMxD4l+4a0Wf1klP7gQdby+zlrTiMTpRTjXlGFAoPLt8AG91N0kr41P9t//uhJ1h+W9aO82oN2
x+Y2QW+LcIWOH3Yq26DbUfwB4z/8Wb7yR8/ch8e5Hcoe7TKXrUVGGDmHYfB/cp1+MGA/dj9krpjX
qCVHMTqg3NAqO59qQFl/fbt/8LE/tjSoyRlWQwf0pYX85rKBi8T9b6/8n2/zf8Xv9e0/h0z/j//m
v99qsGppnNgP//mPx7rkn/8+/s3//Z3v/+IfV+lbV/f1N/vxt777I1749zfevNrX7/6D7tnULnfD
e7fcv/dDYX97Az7i8Tf/X3/4H++/vcrj0rz//W9v9VDRnnb/Hqd19bfff3T29e9/ox/5D1f3+Pq/
//D6teTvHhGc0WGa9vb1z3/2/trbv/9N6190aLQMtSvcwJPHkPL0fvyJL3/xfDcQnFQ1/TLKMGSr
urPJ3//myV8optQ6UH6oTOgdP0VfD8cfKf8XIY0bGuX7nqY87G//+vbf3aD/uWH/QTHRbZ1WtufD
fPfk8+oqCJVnlPDAkhEqPT6wf1j+xihWVeHDu5BN1+8mD0JlIow4ouf9/dQmw09yGt+PvX++X+i7
fDMt4Ft8XFOk7k1loJxuy7wl7IVgbN2EThz9rELiwyzw+xuFIjSuItQQfAwjyawNayeUIbnoGUhT
1g59sW+9FKFdDGmRMJ9DqbqGeliDJ9KROC9yoxo6KkgT/uSB+/5p5rN4QpM/5/J6FICKj3V5npeG
0vNRbaIvzg9hK+JHnYV4JpeVif0Pw+/3G/zHG/r9DPvbe4XcSIJPQUBz1Mdd+wzuogV2ZrbDPDtM
5617a32AuHY05bOwXXJRJWt668jxZ3GdD5vsf741I9blGyqoXd7xMvxhLGVukvtCjwZmmpgu6R5N
7lgjuys91awlMHPJYYVCg3uPxv4m4TrvC1o4H/vZp5zUbXQEJ74un/76ggj5cYh7IsTfS8OUUsKV
H2P3oqmy0fF8s/XrttmFeRIcKrXQPbpIECQgXug7QmqkOmAZDnRvWAlOdYEsS28WL8Kl9Nef509P
HB8HEoLHdQoNY+HDmlvhgp18e+zfXxe2sVneamp1s46646mcprM6jtfiJ+/5p6fu+J4864i3eODd
8MOdsWW5aLliqKpnRMNFQRm7riBZ/fU3+9PQ06Fyg+NU5wYyYAx+f/+BCfehk2LiDpKmU9eDGG0C
ziwfKtpgnfJtdsrcnI2yCppDnZeINP/6/dkzf7jVTCoGYgPDz3gqUB+zQZlD33iHRnTXzK5W+PVy
2N0nKpCuxNfQD6+jDN3P80pxRovN48nLXdFdmsW0CCT6pn6leLZ4L+Jj21CRlD5yIzcd1h1GLgG/
Ke1BDkVascsuUyeRN5XUxc2UwcCA7Oktj0Vcuu3TElp9J8HeY/H0YvnNq8xsb5y+HFyaYmkieMro
XW8Q6c0tce2wGhYfVsTSccQJbEHvlZPkfQeMQ4a0NLcjEV6vE7I5BcdtLlMq4u3WGXI4dNpfAXZJ
izwiy9OUS7xA5W+1jy6pkq6a9rXsE2hrTt1CHe9bX+ublqr9X1UdpGD+5mOn7tyXrflSwlCEhYvj
Bnnnadc4AYXKSYUQr3bziVKmHkDiphESjiT9e8L7xiHUWx7GDuzEYXX7or9NWrF+K5dG1rA9yuSt
dePZ2anE91wcYQXZ4HBKqQPHZGfFCU8lWalpsfLz5AXsPqsoWT+n0vYO7VYDPi4mEqrgu6mxn3LP
GMusUXKEmmc3+zStzuxtas890nxloKgVE8eGZQn5MUR6xnH1ZGra2KL0YjI8KVuVmgs3VZ1Fj2Iy
qgwdA8glWyWYn9Vxe2/Tg1kt9zoaPefQ+NKBGi6H5coGk4f9r0ft3nDiAhgcBT6N4lFTHIpAaXaB
EKjo3+kthHelWsSRiABA6S91T5Q7qvX4ratNAjaAaVGfu6VfzwHFPAWgoiDv1Cep0BvxrfWU3Ca+
WyMlLboST5GIMorikjFxv6ymMxxSp66uHpYmjcSFH/TCXNWBNGmw5/bMGQhA2mOfB67evI99W9C/
6U59CC+1Zm7AI5+2BAfXCfuAAPXGJETqSXl+syXWPHrMkqWdTts5YtRZz3IgCLOA9qnan0iBDbkX
IVN00vw8L2YoObAzj8wBVntcGI4hAjX3I3UpRPgavvi6GKCHhpLpbd03NtmvfqGpMu0LjKf9rFD9
gtaGkdJ5WfoogmPD17LU02Ywnp9vWl/FoEdTo8HnhjrbR+2MiQb8tqV/kZaKDtPQnBcbYYv2GlAX
uce0SoYzplKH7+KZFhhKW3gWzNNavKaq18seq3SX7dYZzBrtDwn1blJkKKU1TMgT7drlPeNfr3mk
6LdliyDkC8NV28slqSpxYZEf1nRbGaQV6xSsBVbToh8/p6qSDPAxmOIvcxVjVPezOcKgLUCF7Ue0
8Z9MIPJiyy5odvZmXpOMqGajcSp6TU9/dlxjeVjV5M7UOkMbOc5jmB7ot45Qhim1btxyIk84B/Es
D1TGA+7zCySReVChNc4G22jo90e8dNUGSIp6Gj2oMB7olN4WEVf2tMqBNUHqAHiuxxDLQVtMqLHA
a6DKKlI3fFnjNL0u5EAXSNOkiHEKuEXjBvxsRLsZYMavReTJsymlvYjlyxOX9Zp0n5MsV2pfrCHS
F19Z55tTjzHNv92Cn6WNM2NPeqeLAXDFgubQKVPjZZGzP6ANJmjdw9oild2kZezrjEx+7NPivaTw
yE65adAopd/mD5WOnde+1OENoFdkKM4qwBrndS1Bi6cms5uu9tJfQ7EiDI9keJzIorypHwrwUIQx
kygCMraGFjqhENmCu6OwdMRBtX5cEUb4l3JVR6WEdcZoA8eF2F2TNjQ+qqhpil1PseS8D6vRDJej
54fz3sHsO5yYHFbCtq+K4rkaC7lsyqUbOXnEU7AvFuW8My0bMOlR7FBhmUj11eRsj0/ZKhP4EKnF
VBq7akRZaloAcZWnqi3TsLAXaQWl89DNK0R8SkR6dbYGZVKf0z7S+bRcSaabk2BNvHw/OX4X0HBb
oUqRg3QkdqemWhF81Cq5VA0ubig3VXO/KhoojryE4K7ThjadCszWcKn7Vl814RTCUPAiatk7/vUA
UmLABwSa3kLorLJvjt/QcwzNEDVK0PjhBaf7LrxyUy9YHfhUbSeAJoyFbS5mTNeo4tJ5hDbTQPIr
bUP7XD8ugFjdlaaBoRigYqXMftSZFxGkzCyEKjlOTapwxNDceZLpiq+YR5k5q1YXSoqloOuyZr8B
RKGvUxczbtIvN0HQNO7FErV++mydoqsvW4/Cjet6zRPYhIVxus1E5c4KOwBBfSVv6Muajlp05kla
J1NR5rjh1WQweXU2G9GoqAS+nC29DsRENNOqwtWMsyCkQdcO4oWVwo6YEEygL4jpNdTSFG5h5/Nu
SpPhRfnSp8U+H5UlojLLcJ/nojwDPNohZ5lau7wtQR9UN0LHND3YxhlQ9gRtPdEFMlQuMDTRpMNN
kxVutJkYts9dw7p32k6qgvofpAXOnDmbHrpujZcnm/jVfDXmbeTcVjLtbwMoTrTctoLek7p0/Cun
iwqEwSRasCUnZRo/GMeJgUGvZXvZ1RpDt5w72k3XsSmyc1pK4/4tklOLX7mYk/6la2glgtXoVdOt
br3+NgrQ3X8aRBo9p55TZIcCUmy/iajH9ekv03QDq4RH/rkGhwGoJnfjdBeCi2NrmOp7K2au8zwA
QN65uYihhOH+u1k6g3WlX5uY6asxMam51kJhFt1SvCRNhDvGFz1zShRF0Bd9tBigwNkT0Ymtwwhz
9OrSFVqPBpLZEjTmzUuz8WnOx0pve8eEtzz58guslQSBkdMnGJn18pVe6vXONBmqKidS3UPWJpSa
rOnaXmeRDpqLeM7m4t0b6/jeGr3GmD8Keuqn4ShPcEcWJMoJEucLyAr2fEMeFOxC+Obi01RZTaV5
WtruofcT9yrTIQ2z1vFI2YlOdhZAl4WUl8gCw2ih8ogNhZuUd6k7HmEKfsDZPImDZxcevAOaMcRg
F6icZFDrGZ9+nNDt2jN/YW3fjksAtSIrDQDLLmUuoKa+owKcyg3cH0HsYtLFT+OEm5GpbkJryjSD
aRxxMK6bKC0OeQazeBMTicB1Jyn5YK5Xya9FXnF3qbuaHp1BoUujyzn/JsJYIDJaStq5xnB9yQYN
jdhnyYOlYBPq5LhDfKDYzdwnnQbda10vCsCBleIF3DOK4CBZky8c1Rp7Fa/szkYsTlPQ3Rm/hkc1
VlGO4K2dtX1mPPTh19yjevST67ZyOGPvCKpj20VjzEY1g+qUbcrey/wzPUdmQiRAScVySAs/qV/Z
GtXXVUaumtZKBbuy9AplHuDJ6eRCYbcQABUW49JBXlZRtF9DKoeZ0ArpdxTTs882rJFV7L77sgkL
yFFBxKW2BURln+TJZTKM02dnzVMYAdMwPDlpO5XXhu0qwFbZQckvFbq9ZJnBCnfOkj/hSp0VTWsK
B4pavCI89dm/1ltNCCPZBqLQNFwvFl2KK+Br6Qh4+86HK9zy62VDn6fjzXCdmy56d32y2Ug2e3O5
cAENzL/ZHU46PwAx5FZReVj8PMv3QG3g2g1lqdD7pH6wWTtPfY673vnEYuNZ8JpRAScq4Rhymjfp
+DnwspE+Mf+IkA771CxH1AAkrjKeWU2UVyXQEIqgs7tAL32yqeoMBGIb4nKLW4d60Lg+opIN0Iu7
ylKUtl+KrPegxy4jxp+oYFXOUXEKKAfGxpvGbYM3l3ECWbjhKQcVa0kJS1PMLFDxGugTyWr21U9r
c+lFgYlOq85XSMXqdWBf2aQSuFPTB3cw7vPmsBgbQowLhH1WSxwEu3o6IoX9PA30qSoZTfWUjus2
HmrxbuuK0pS6cjGu1FjMs4ME2b9QbmpX99w6jveJaJ/yDhHP8XVik+CbLzO+AfDdBTZgZsTt4DdH
WlueMj5Wr9GXQ9jkR15qnCVnC10L30R/tOL1CH9527g16V55s3y2JpgnPDbOgKxkOUoA1jINLtda
YMjEy1OCTTdq4BQ/iUlfpTYBvV7acOYG5F4vIcW4PSCBkOlh3I5e23BmsuuIQmVKjsY2l+6P2UiY
lCtFrR741sDBy8Gb70UgnHQnQYY625SDsXsS40h+JhSShFtn9jnEFnXMiGq7dPQ2EfHpV5WJI9F7
BUGxt9UwfhqzHM9vNY3rl2rORrNhqMJcXZYMdkbbyzU84tcStV+sSwRQddXQH2Ql2+Jr6eu4enOL
cC7OtN+5/iEBCuQckkxLxMQxu+td5cPmvmF+0uOpz/8Ao2rz8ffG//9VNPuHoervwts3zXv1YLv3
d3v12vz/ENQ+Nq3+57/Cxn8Kaj+tX97zP4e0j3/0z5B2oH4hjhbogKilewxCEwr6PaTt/2IQOfku
kSZXGfeY6flXSNv/xed/EBgiaO0KEfCjf4W0g19EKHwTahBiyiWI9L+JaX+fktMmDNhwubzVMbpN
YO9DhM32iQ4ThfCqjFJOKI5t97PTTvs4WPJt1Uv5yOF3uP3DFfo3cdfvqySOb6r50sTy2fULD1z6
98Evqp9MkHkBwJ2hpHmhhR0FXcxqpoxa5Nh0Cxg8V7mSMVuLIukRtSXFLP5XIbh/fgqpNFE+4Un8
Sh8/xTRPbV242YG93VkKUC2S9NHFqzy6f8vPpVwfDarcv/7qQv92Sf8ngXh8X6obAknwN3SFLz5G
29NucRbH7+u9g1DmafD7ywX9yXI/0s8PSihS8522A2evSHf+17RuiLW0TL6ngUDYdJJn8/LW2Xny
PqMyks/ssDHgpdmq9NOcVBkF93Cgmo3QftUdEj+TxYOf60FesnvERNOCPFVNWV2PphvSPcs5h1ln
0LcEra/bPsdFGwl3lpta+vV0EaW5PXWWQT1X9Gmf+rhKSAIURLq4d212VpVGFafZPIXIUmJm7uNS
dlwNXBsDJCpk/oS6r3rPyZ2CjHA8RNn6bEXrgpRgit+NdiMwngoV6gQCjpY5s5drftuY4dZMyXO+
WORnhXXuEIRER3e0fSAi2J4tBPluyBHAAtSV+61wSpAJY/VApYx+iL3COUTNEUDriqMNiTfJgkwC
xajyfdAuvx1Pb3S7QipLUGOLtvvCofrFKRTlGqWWe9Mol21fzCZ1OcoNOaVz+rcFQj8Hyt8oS+g4
Gq6Erwr9xS7heVyCs2whdJ3qVVTvTaj9t3BsGliv8+jej7H3XAZZt0X5ezH7zZDtJkcbvU3bmfm+
Yld8GArOKlfDUNU3XoCneinHdi9aZ3lf28b2ZzTmejNApVFgZzVNXNwOs9Pn+GKtvAEO6H+rCx8W
pi7aHIuc9qabSVkfV0GyWG7Kor2XOVkgYiXhkAXnJhim4CYhHmdObZ6jSm7qiuW6mwU9rEgJyvZe
puvUPfjcqPlQ5GP8ZTBOP161bdCzxFdGnmtCmzRpG2i4W8uDFmItWShaXecJzhQMkuDKmbE+nPpk
VIeLGOfYIy0Bw32SZyXUfIcIBAiPARtfDY5+m0jXdMhn0jLhc2ay2gdJCroAQkdwL/NEq0MAyrI6
m0ekFrscYu2bmYPhqVgrxIRx6dAQDxE4FHTkjr6LjXoo2OjXGSIZMARC33hTuGAMVV7KuSgsk9Xf
eF4OCnigdBjukBpKoO15Syywagd/F8ncdtA2COxtl6Ru7nPrNf5G6qz6HDC/HjVDTeFgNGsysffS
BL2Mpp/grKgr0TyOFlIfBKWFRbgscmRL5C+Ri7YjkMvToCMhcTr2DrCjLEx0tZttVsdbMVDUg0Qy
TwA2OJXhAOWwwSxLZpZN4emYXpssPXLuCH/gqKE3Ytkp8gkoNnRbnya2OLJMyyIczkFCoqx1addp
eHxj5yZA/wKulOMSULBShdE2dDNpt4T9saF0ofaWT9mQ6P5yGmvzNOtcFQ9Ie0yBGFWGj20VTeDF
tXowvjtz5quGuQBd3uZc6CT15WaqujT/xFMNETzOpQ8FTbWI1tPFSbKTvktCcyhzVV1RdAY0Pc4o
qGKmz3r9AGF3TL8C9+NP3XKZg3OWSNVtPWJt5YVxvZ7cSMDWNg4qJLXDssoCdI8RI25jubwRN2+S
C1QuhICpz67WExKfEufEYruJrlez7rJimi5UXyX3/lxOPjSoELWPR5g72dFqV72tRNyWTeVytuVK
psB9SYoPT0vmd6RkMzk8GNsCgKoFStazzsic7h16L6oLnlwVIZ0lnLYlrLnee7OdwFu1PgdcW82m
vpZzecSFGTmdtwL9y8aTS/duiHVjw0Y5idfK98e94xX+ulmYhd7c0Rvy/Zjq5nHpPFF+baSvr/18
bJGIFLbDUKXVFGwDLxhf5Ywr5rzLKst5DgZ2iwUaAUUelEdJwATybCMKsmmn+DbLt0AV5q4WQd8T
0cXge9qQCgXcH8yv+Joae7KAAt86dGNgmyKfdRIEofPoi1XeOpU7o8fzEnwsYVkmEPGJJkAiXKCg
4y3SCPAmmPVjbxp6NyTxfL9Y5m7fxZDx73BKzPWVaPJpveqiqAap3sRJSvIlxS4mdZ/eBMtUFXun
DdDeVwvB9NNeqyynrC3zvOu8g7914oMlvc39orlxbE3XVN00wJVIpEAsx+SQI9KdGTgb0CpcaqeW
EGPpHiPbYP25xZ+rUGcnmduhna67+NYuKYRsRH30EPNBPjN5xsB+HQ8WZLsChizdBCml7V+8ekW0
UNK9UMcsYpDNbfWCImWm2Y7hcaHHDl6eP6b1YxarBqY9bbu7eujlpyow7Ws7EAPjJChasV2Dfu32
cNHDezuACj8K0G4L5V5KKbprINHN+GwyiRFKknFKdlCzh6ccDPItoe8B/mps9e0wRTna7iQJ3f3k
lUm1aXXveuh6F+hW0lmWgnPwQNIu9ZfhmkWV3Q/2Xjlcuonls7XtQjZgirFA77187npguNF6bH8s
vvoFywXGlbWs9j4zDPwOj2Lns45qju7CDas+OZ8xh/BDXN9TmMtN7hZOeN2KZb4nvJR2F2HY5clu
GimC33m5Bx+79my9rxfQ86cZsu3uqgZNvUIb7MLowrAV7M96TGRsDjyv/jrM7ngZZs4yHwZAFeNm
Fa1/xbI9GXz3Q/Da5DZpEFWvPcqHQqx4M2wavUOcccuLIa3RISKvQEapO5StiBtNPDE9iOk9w2oA
ltqF+3sYse0NGzmwiz1ZEroYWH3i4phcpM8w19N7NbblydgP45sN/JukEc5FPYTdlsrW8DOxWDCh
4tl6amt8x567DTVEqRwwUBkO/cSawdwLFJHk6A7C9gLCd0tuQRM5dE85j7Iuuk7lU2OZNNnlWvTh
azgca7M4y36TiYnO8ympzqjE9w5EkUCDWsJUdTs1J45j0RFWuX3XQQmvGGDEk2OK/FNMxQFGNSKc
Fw09ysFp4I75JQWR4qtNyvbcURQcNKZluU7RhEqTpZ8JWrtPmd/cT10oSdLm5CjLiI3CJMb71UAQ
F0O1a5viMlLqc30M1hbl8YlzGrKyue2h/Bp5yBbojpnXk2BMbbwn7H/e9qN7GOI42CzaZc8/2uWQ
0Bt+EViRbR3tlKeBcbJtCtb9ugjLG/ZC9cYe1V+eG953Nmcb0E9ij+/3NJTmqiUSgPQ0P/dFtc+T
uNktOFI2YVEdhpIwuedfeANCn8GbXkLlIZZKJ4t/HdgkfU7piVf22VbNnbkicTTsyJaMB6aHb4Op
8z0hoc89YiIbZ9HBDcyvbluaE71k21mM9U0ewTSgE+Wc34nOFywX4KvzlzpmdqbcSO7zhZ5zn0RU
0u96U96xSwZ36bh3ESgg8h3+IS57CCgaXRIo5+ycbCD1r5ZsfNwQx/cXmAl8iFPMtfo8qqHKpiWG
IkFncmJr54o7iIhYi+w+WRWN2630EyrQJxAudOZSxjGh0ywgWDnUNyFkFQTcmuaW3fuMu36cylMh
7cAG0PFfrUimC9lW+pH2Mv3K+pZcEyn/7K+jf6uSwhKdcaNtUwfFOXawW6kQvfd+9Ch8zO7RCIqT
I96puwQvAdHbrsMyylHIvjbCq878Uu+TErBA7df+uXICUlkTkJQxX/dtUmAuST7JQYvNlKGx7uTe
sc5Rs9K82IpaYKxcBmfS2uybLlcYJuzVOmdnIplTEkoJFgAMS9TeonmgNZRKrvzKuF9DkiO9oGK2
dJJDI4bHptMsdLzWeU8F92nglddag2ntQ/HMzmVxTgpwg9uqnPWL7YJfswkF14xsygflu0dcNm8H
eO8sQzFoYYb5Yi9o4AX8KpGVqKJU915Z1hcy9O6WNbgnsY+GbpX6Wk9V+MWfSJZMOPSQM7UXjNHh
UXf5JZUwl00VVZcJ4O9lyq4q5cHFzxvylhQZn5AXgIhqc33mwwrbKridBQaRgYZMtITTzjXiqKvN
QV2CupnOPdPtPc+7d+Syz9OxOvSIcUCyEy1cljJ5CacRwYaCN6oaU7wsVSCvsQQWzRYwm3edJEOE
IahD5FBqcVccNe1OhFN0QCNDJU4K21j01d5ZF/U1UngKy5S9FGmL8HKoSAs6xs13EUDZYiwhYJqm
OacM47x2M0aoioa7BtHG+ZSsj65BA+5SevFpFoTXdUccoAlqiqnHwO7Ix557QMzgsDjpeZVLdWiI
DW4DSilO6ykCeF4vSfm6Nu7DgqfjcVAsd1NIBCFi9gc0rx+7QMT3Y0YpbZkXbHplUGwi1+IOUmm9
WfLo10x2Fy2dNbulzJBl1tWELkyTESQaZ/WnWOroamUCv1AAXHLcxQXWGpNelUOX7gjx7yduzak7
1TjsEuVuAz1saoEKJU+cjkWZ7PmqKnFDqRNTfW0zaGxOtE9NTvps8FLyZgIeikBLci4WUuon8N/G
18DE9i6LG2yxKR2erJfRiQdT9sJbsnaHXvqCU2e68ZfZeYzWrMo5vlT+lyCY70xqzSsFC2vCCRP0
d3Y9JU3YHg0yYO6HdjgT2j2veXjYkAOPm43rnpIa8Z8DbvMVpDmUaoGt6HJoBoBcQYiXVcXlTizO
sMftjZDGj+1jlRVACmnloMDgSMjNPaod2A2sa5Tfd4PGNlOiFKjbkKwcsYuTkfDBjVKjPpQuMdvF
50hQIuq4SBIyku2Mm3dg+yDJqmEwiLAOJHa6VDWJkLxNeyx2+m0gyol2CZS29eDZqv3aZLsZJzXM
7LEz28iszTkodHleVAzXHrg/VQFVW85EFBTx52mkyuoh8ce5b2A3E32/9ZQbqh5lSJSQBJ9diiDu
UzvGBmUoRQgeIGbN7HCk7HYaw0jXSzL3UCHpn2Fz6PeIvyMyTPHpRCEZlqM1Stk+b6dCJseKHpjs
X0ITDSOOAKfwvXgzzxaHr+esugl3riKKyGLeY+pQu8zGxPTfxCRic+v17ZOdKmy3qUx9YsPZym+F
V5PrDtRuuv7YDeTjqIo+KQpDGyznpLQegxfycLLsXvMhq/zqMDdBr+2RWNmFbJDSrkpxXlAFpeb9
uvqC8olRqzLE4zOQbFh3eUz5gsKD5OAiGTflOrpgjDglzsrZJb+lszOSnnpXi6L+HPcNSLbWk1Qy
kQ84CYsu3JG1QrcMjva09+L+tIm6vSnlG4uuPTXUZDx0LY3rePuU2Hqpgy/WmyeC7iXSZVN/q5ux
2YGMARwftE+kMbZrSIJs0vVNR8N51oJRykCAIuYgFzOuGVDDGgFPyxxwQtGi+kQhTLdtZ4ZmSxqY
Co52OHTUv5MqFKM4svim42nMfSn9vjznUex2cULGP1Wlc0X3DmfGgXRtPdHnC1owPLG1S2nT5Dvt
xlh9Adgopa6rdXmeKFTFPMZKYrW9S4de8XX6uXkO16zG6WW7WOGcRmETNS1np1k42Y2plvyTcKIM
oZ/Od60X1O22a6H8wJWjSGHjSsF4jalRKTYOYUsIebFHRGJpE86/KymJ+YSoI3sJYRoKThKT7P1U
xuOmWQL1nKSURm2oE0nOJbd2QwYOgAxmVA7QU/Hkkn06SZNuvmz7SYOBXK7n3svP7NC9t3iAM+TL
p3437ryS6iDyDdtkXtozVfWom6m5onapXu+8dYoOdd/FN1XU2ScncU+drmCvUazJdS44dZywXf0m
qLvLT/pJ9pedHcWl49BkllIP4wjjb3qmoR1e8aspLJ1dJ9SmE251XiRFsTcjW1v6gQCCpsPRDkvf
XXDv+pNP4o42hhiM1kOrZv1Knh5Vt8Zk349ILb0pFvtKO8N5n8rnRpnmTCC5JIm8PGmU0ajpNdDV
FW+gm7V3aupZ5odVXbrr+I0kDcJMG9dnNsBZDxi2P/O85ZBVYr6rJ2ykKY/6TZK2+izNjdw3gM0o
OqxrPR8CpZyroUfiupkIZNxGU2ApN2RUPBOiibZU4bYHp6zK08Rzg41DuQTZwSB6ZK+YnaGXZ9BL
p75tR3mvPZSphcjLu9rIgA1PNJ+jMxMUDdYpwgVdNhsn1uUuVWl8GiAMoxztWLLjYNOKCXMmwZXG
ZJ+y116jcwm0fF94CDC23lE9dDS/XsZ57wDPzMBXoi4aTt0+4/uNXYfAqZ4stR7jJ9cPml/XnD/x
MwOIKPitgsifABs7AFrLgf1wZ8b2gULQ7mRa4O+ZNIGImAjRnTAfgHclp773Evp0skmIXYnNpdHt
rjPWfhlcbzmZiNgesqHmcOCU68afo4kMqtd+zThioEGJwa67fvJ/2Duz3bixLF2/ykFfHyY4bE63
JIMxaA7Jmm4IWbY5zzOf/nxUVXfZoWzFqb5uIBNIIGEzSG7uvda//mHb4Rl8LRSyTvouyHzJXtj8
07l/omNfWVHRPzhS8wdhSsEPVd5BK4FIFU8440MkrDaBWbWki6/kVn7/A9jGtNHp8F87A2TS1cPp
US9SzN/Snhw7qc4wdZsmzsIoqjdSR66bAhw9jEpzCKCUBK4N8epxlouFp2sSI5QRNYett9iSNE9u
aoAMtUM88K1raX7xKVN+qEvzK2wpkoGMC51k8Xy4h2hznOWwcbHknb0Zm9yroGQfHjtppflQShQj
kZ/hHPqx0LJNkohnpg7Ebyy14TQzRb4CLEAdxwlsxQRh1uWgXuZtt+yCiaBjteig6yxFuW/g/fs5
LM2bKdQMR7PI/wSosx9R8MfXZqP/7KeguNVi4v1MQ6EModZ+r6Dz+JkmNddDNhHCKbfEIRSkXEAQ
CncqI5G7MeieQaJIwZIgKVLV6VZ4EGu0n8zc3wuKZs/aKo46msk9yiCYdwrG8HCgR8imtD0BjU/F
511YXX3sSOfEfscsNlNMHG2b5tCglu4lV5uJmEgrugQjtbysirQ9c/vqVu4DAtxqm/xQ4tJTX8ph
n80mQeE68k1nTM2K6XzfaN8NVZe2eaOEkVOWGn73SB3aH0BRy3ua6sYBchyHd86xoMxwi9uoJf/K
MKQbpBHDXsokzIGAr4i7GLvoARig8FXGDe4SVQRENP1lruT5BTgjPNFc7KAdWtdxNF41kLRdi5Bc
M5LmfVe3020SxNGumIPwyfogPTallUUuVhNkWU5ICu4gbRUUpBnbaTkTBDXV7T5nH60n9Z6g08Il
9+0bNmSmHxU8nVGdrude7ndpX2+bomAQIfQ7uJKs6EhfiMAAgmqvIjIXvtcqggeIcArsFwiabeob
pp34/HH5FQQB3ub8weGkCKl2AP3mvpYDqXElO6/cmWqdKBoQ4YNRJkW41z/YoMQ0ewsEG+DPKvxB
YTG/9brNmSWvoyZbV3MixYwNWZRPQ5LTiePlZWYtAe+qQWpCUl2Wmp5tLF3APml1CuFZK4EkPxip
hGxIoW/aEexXxaTFUWvFxT4ZTwJV/q6GceHjL2r+nLW85SwuJw9Qs7iGaq0+BNBmD2Yf0D0lWpzA
/JL0u6AldzMtiBmvQdqcaRhKSjhqATRyQ7NPLT5MvYpW4nIy3xeVWrFsFuWu1Kdu05oSB3BcYtwM
WybjR4ouOQppsjIvjEe61i7pdriFQryxR+ZakwJKmsmivJ2krHxSON8cteJrhICNz1TcR9pmtYXe
dApiI4iH0QP4S+9j+N26o6QFF/FMC9bCcXwiEtu8YqpkH+ZMVY9zIevHFTG6A9/RD2rS1of5g09M
DklPVL1moyixxd3AqfaAJzSTjhwr0x3lakUAlFnR/ybTUbXV19Yo0hdUO5CUxw/CsmKtjyVvZuV1
+WAzR3HBscIvolnp9Pm1G5rlSUktAylLRUpcvjT5+2zEDOAGy2J90J5asNZB31ptR49tgVCXsTj0
WihdKlVWHxJFDJdpQnZqMGU9PpGF7EH1XuM4MVx96Hqz3NoJSTjQgfh+gGTcMB8hYqbosYGH/8HW
zg3oK2+wXjDdt1xJmmFhFR+sbihMYEwETEBw46vXRNWBd5b9so0/WOHyB0M8Bw0M3IZW+Vc/dTQ3
LtU02JslW93FJFti8HOtSmenXlRJucCLjmRD0r0IJvngnzNUM8jzCOO82PRKU93PfbvsMruHpgrT
3w8bzUx8AyDleh4JANcqZBIO5y8706TV6k2dwmUfG3PwDKvUfHtq1GvAWsp/GDVA7B+EeBKGo8dR
ahgMMHtRIQ8nSuNlsjkciPPadkEpyZuumrqfVrES6+HKAuvijvnQpCplbLJi6ypMulHIW7us7wc5
7pzMQIgwR9fJmkE02MeqZ3YJs9SLluIhbsxXu3lb0IFddWO9s1BOEO/ECve6SVywN7og2+mhwydb
nwZGCgsIMMPerQUeCrKXHEYzMJwwCy7nhBG0Eer0vP0FN+zo8Mc8A01Uo9azn8hz6RvL2Ll9SUwa
OYaOWQrHTopbXSqYYZCjMXfRdViVfj+RZDP1k7YbevU4EZQC94YQNOScZMs15M60yUtuY8ebGhwV
MabdOsxEBaxiZ4H5h3lE9mjV+5Bf+f/8a1fA3MyT9yqcMCEh942QwY1SvQpbgnGjIZK6N+kCN0k0
3cgSLigWITFEMRIjl0J4HavrWO6vh8AkE6dvf9mY2i90EsQKRskd5Ci3Gfq9qidX2aBb3moROlqR
W1dTumtm2bwl5/tCyfrBC9QKIlX2XbOsG31WQSiNa0LRauIJzF9aAnuhXzPuU4jhd/ksX1X59J6F
zehW7KSAJAZp3+Y2r8gtqi2Iuxb0fxxQlTVWiFi1oKDjhbsfX8Sr1oTOHfZQFpkQ5ProKrQjYt1q
jRFGMVaeFtSZnwP7hQtk6Jztze1CDW9BoPdUukqL5C7XQF+ahgo2YCjtxBT0bhjKuauWRNjlefvE
89nNQwSlU3vS7KiKXCFq86JhC9lS8QWcKUyfkmmKr6yxGZ/4EDDdVwqkRe3ACl3ExHyjM8aJuCx9
NXpSJj7FzAr5lGfthv4VYXAiZqY+wLQIXqoP8YuZKvK1oLAB81XIQM/LBEpFgUZB6YM3qcrVzYpP
OMy5X3vRa7/W/cvt5Tx9D5jANIe0Qr7BrVOH3UYJBOirgMHYBLA4GuT/iJHGbqxVQ9yY2UykIPLg
6B4FlT1T3PVGjnjJZvM6tEUZh5fMiOLcDfVB/tWznzr/t8vlKbbwE9hFyIOyF1UtBj/Q6656/pqO
ov6psIOMYtk6mKIO8omEVj61B0ZRZzelHIU7rbOju0xk3XFUaponmXZi8iarkE1C4QeeeNz3YNA1
NAAMKzs7eCn6Elq4VgiJJOUsI8RC6Pp4hK5YoVEZwTEc9KMEdzY4ySabAYYl2Y92EffQEab6UiPc
/KWYBbhSrw1QRLBaVzYVb/+fOsL/Zaf9x8om++/JadufTCvjt9812usf+AcxTRh/oXUSLHjNNASp
9igh/0FME/JfDOyQUjPkNwWrgv/zn8Q07S8dyhpKYUpiYSEK/i9imlD+knXqNQbAq6hVhwL3n6y5
/w+xNT/lT4Eifz0sKV234KCrhoos/E+WWF4ntjlonDkLxX+KNCSRB380K+Mx1lvR+UDTcuvW4aAZ
PiKB6Zs6ZAzJVAvk3ypBfobFoFBLox6nXNVY1P4Amy7JLuA42c863W7mdF2O7AUcJNW3RZiODafB
MNxMqtlSkISrW19OY/baZQa4bGtjiE4iSx1cFZbdIs2i2qe3MEupdHO6CQ1O7ohnQIfPJvLdntmN
qQzpzTgEyS4eZPuyM7L5OlTrElA2qUG2itFLQEreFhB0RCSxlb6UdsEEwZyzsXDMLJKv4zidXrp6
ML/ZRT7G2whssnSGJLLRDK09mhOMwkS7kOXkw00Mkt6MFO1RVOQKxhRLnD8he0RiKc8hlN+gY34L
7sRc0LMiikcHrXP6rEfGclHEqWHsJVWpt7GS3aiiASzuR7s5qBEk6G3eFtJ1k+k0MhiGJz9QMpE1
b4CHHBqjsmV4/Z1pbKIRzNPlqSqKq6sr+QG7OYLYkd2SYUGmIoZMAsm5vUkyTQs2QdFXhY92pboq
q5iYOtQd6qtoC+ai+Dg1d9R3obTRWrl8TrqlDQkphhrBkKuzbpgCrdVGaEXkoeXtBGwrcsjEHK3N
k1bq9vdsGqgqai0Nme/ko/I2SEARa5aOFYDNj91hiGC87AJ5xnxXqxKIDAr9cU9woKjJuEbzcYvF
u0InSu56tbMSkbRgZ2khfGks1N0wlSPhUfIIH71UFutbXozs6SB6qC9sAYncsTpljr3CLGJp20+2
KXlCSGbNHLSilcv0Va2D/XKdu1Vpt707BH2l7rqadGQySBgpyKikhw3IHshXEzcW3VPSkDwyduax
AETeF1z4OAVTRA6jim7bhShR/wqx4WtdyB2rpKNZBtc0E3iEis0Jd1hgDPZughfDWxbOcuxiWW5e
1FYfNJuZipPD2grIj9MN3cw3el5psRstkkVOWQn2L0aTZl6tAgUznQwKjZNCYsB1rqaBdUTc6Pqu
tBqs4WY0Eysck0YE0Qllei26yX6pJBVwRHRWttLkBUxPEpgG/jsb11zuxv7eLB1/U80QmVK9aq7W
+Ynuxkoik5w0EHxD8cpny+R6JDPFiMwIft00/0onJX4x+wUXLnPoOpJXkobRGaaKGFrZMjsEgYB1
84u45ExzaeNF6ik6ohpvwKtYIYVJKjO3jwMmITmx9qByE4mHnS2IkjQxuH1sKUN+ZcMovYKp1Joz
NlXwE7sQIBi+wPFaH1TKjgxonRa7LXPFRUkJZyC1G9KigliJnizgwtEdNca2rjlFcgjOGPU9IQVK
SAJolqA7bxe0GW6mWIvszkoBrJ2ui4cU+aQ1D4XoatURHQwcsgSHCdGtGPlOdVtabtHMjDHzmYhc
c/oVcg/4RvsGvalUoNgja1neG601JtsubrBCqjJLwPRfSnX0ZylkazKSBbIdIYvxOl/r2A61EAYE
KdRNITCkrOj7l4rOw4fDZFKjgLHbPqwC8VzqTS1cy5riR6sr7R9lIPfPuIwICSQ0boctbOlQhQrT
dQ82xDh0ANmQGrsenQt6PvokxQ/AQ0e/mJWQNruVteSdnzP1+5gKavKRA4pX1FX96HDjsAnNNCS8
oUKjs2to5DR0bIvSHUUTsULo/XTj1soHEWz0bgEhLWRFpP44tpSzZt5mP6SEGObErG0/ycmBq6rw
zk60iV247hOFRE8TC4ohrXbEKduOHsi6i2aP96oxpTcn3Qah1xPorHq+jadSIEKA3Daq0OzyYK/z
7qm4L6xyvrVVeCEhperK3lPy/jpdbQb4jvNquBFkfrdVfCdD7nKQCxzSpt9qfRR7QTBCy8q73UAa
loYrhkHXbSdMmTTs7NuqtjZxWF20jf4sZPFjbov7iRE5LYg/KOqbEt4OXX2Vp/Ds4nmntRGj5IQw
S3szD3DX5MJVwuxmiudNXpOqCgXG6/S63pnN+NAXATHXSTztNIN+vCiOQ06zQ93tZIF1haaW2PCa
VI2aHaZ/t/K4cEFPvNHmanTR2wTmXT4G1gE10ZM+axCYMvRSCRMNNSCwfDFA5DTmhkiUGZoc4qVK
D6LVpIOV9w94BjAMEq1XlWO5G1MARmLVyhlMBgjUiQpr1zCWzKwBGXi/Hwi8thW8Eyxop2L6ztCq
Q2Nhznv+/FPQhE9tAqAUEAtPNOZhMGFnpNplOswouKwFJZA8bwfUQI4k89dWobiDgv6uS0mxyYcI
v+ORUZnp6E37WDAJKnK+1AbUn8FXBK+SrB4MOmQGj8rFqEj4SReKU+nipo9ING/YcuS02IdBa1QO
BIDnRiq9PEl/oirc1HK26xN1J8/WI4ocAA80w1CBrfRxkYUrG9UNUs+NwszEWUgLZjOC5jblMVOZ
pGRaCsAZFcojHFnohspayWTde1yqx6bOLbfna3T7RfZMKfPrsn4Y1OSZ/RQdlR3tSQG9G0akeV1X
sgnEEJ+YqpkgDzKzFbO8AGt4U7PoaQo6C+siRXmYisjv9TxzDFw8nDxSsFCwpqt2lHsvsSO3R79/
hyYfiR4f0Kbs6xFiikSsK3Pzd0t8jJgH5YpJALrO6VlUGcrGxPjJ5bzESq8jhpSm1w267eU6Sj89
x5NGERstCuqtRb3hqZX0A4WsV1TjZsk+hhtgLa0wqU1UDH8n6SCltyLB2arQjmun3ILBMHHEYI7g
7EG89M1Ahk9KclNNuBQBQU5azHeqGP0cTwGlIL2+sHiHSSFIjq62TXPdhEO4N4R2XSypi2AYHL2w
efLx9yWOrhbQaVpoV5vCa8nQ91i93ppdAqmDU3aqgO9z7V7VCzLvR6LtDGjPwiRcBmILlhEExs4k
GzPXAqQXJZ4/XZrvOgRFqpRezU14AbB0qyr5sTBJzYKWobOlhrJ9q3LQ6MxdUkUhrzVIdzYQr2zX
25Bke1SQWvYapaovNe03qoznmKbXjt6J17wU2V08X0t9w3Iu7/sZHDfg9evDG1WghHkACdNZvNPC
Zbztw8cMvbepND6zPr+3f0glmn+DDJkuCK6yRr+Qu8SXsjzHPCZwevXnCDsgK4SyqaGnIC+HIskh
U21bYjqcghw3JWw3STHI3rBeqo2LV0jitxBCZWUL3SR0NNnwwtSw/WFMb/SBQ3r1OmgDdmYVoL6G
hF6l8GUVVfTO3FCNyEv3A1KiX47V4CVLT41ciJ1t5Nej3l4QyQsOlLGdtPEz2GFDR09hW47Q8VO9
fqO2HnZ2+TapUlW7BjwF+FldHr2aqI/DfbjI5g9g3huMN+qIvqDrGIxKsgpForXkwieNoJl3jZGn
r9BgbMtNjMxKfMwtpg2SIjnyotIYAU4CkNA8TTgL2qqPr8UwtkTgxjF809rIxXuD6c+bInKs+lXb
YGZlAJ3hSVblsOwDbA2otYoibjx47spOh8ZkuPZkcCR2uM/AqQ2I74WygtBjarUDHUz/k2ebDnsY
LWbsGQBZMNhRLEAzyfNfma7YC0nDTXVspIbAVdmqR/ioU1g8ypkZDZc4ZijxjRHE3S3eCVHElGsQ
zAxDxYJ9a4vMi6ZcqEyOp+oHn5aMbrnJGtnPB5P5eI+PCwCnxY15lcnkzlU4Gu5GhsKtq3TdjNyc
+dImVxpmwlOXT+OOo0cGHpvCvnZGkfAD84IK6YAZEigfoUxrZWlnqnEo01h6GpdSul4x0fqCYMcU
HH02fyiIjEDB4AznziQly/eP7vp/cYb/WA3w/nucwS3L9P/s2+yt+NH+Djasf+ofYIOk6OZfGg2S
rCLt+UMGJ6FE+gsfLoynTApnzE8Aqf4JN0jWX7YqY1SEHRPzntUS7r/wBprQv2zsUIAnMIrTLAOR
3L8BOPwJN+gmYixDV/BB0mQb25tPkWE6ck1IZ9qxlRj8xCmTV0HFt+1AtWkVZbbZGZyRWLD73x7V
36jhAFOqf+nBPi5smjweoSHMMpXTPBNYQkJvw0Yc8a4ovdKEqYXVTLT/+io8+T+vokCeUVUV9pIs
NE0/EfrpxZD0ed/Jd4ukXdF2/gwUVKyxNMEj/hGKpDiYyr+X78SdnVxzvfPfTM7KFvHAlMjyHV4i
1AUhtjttPvuYAt1aVbP5+gb/VDL+42KCfBmyUEGOAI1OLibl+EvAXruLilH27JSMzDpjch7D9LvP
5THyv77eid/oxwV1dZViqpoQ3OvJ3Q1wOJqA/fWuCdOjGgjoLEG9xzNmH0rjQyNmaQ/h+1Aje+6v
6Tgi58wPWJ3I/lg4im3qICimpYMWG9aK7f7+eJETQJgoVbLoJO2yF+p1bJfVtpZGczeWOF1XBnWq
TD/rGVHR3af+oOIvVmHy9gSnaC/tu3Y453v+J6DMU1EB7pB1gtutRn32iaoSOZPF+C42bxeIpk7c
kljfZa1Nira57KyJGN1/9ylwQd2ygApl4Ei89P58Cs1goMKrF+O20G1gBiu+b6DiK3lV+1Uyj67U
qctDVmBqFdWSq3POmSNdsVTN1V4tkNvIZNqHvXkuQvnTfsLvAivRwNdVE0O9k98lq4RP5vZi3pb4
lg2Zvoe1+ZozG9zItqXAIpQvycNLdjOShzPmbh/ebX+sDK5tA9wiEWZXtMTJx45EwUSYwLXNsL1E
c/gLUEX7poREU+vm9GTa/U0E8x2DKQaGQhPhHuXUtjS10tGGeb60p0D1vn5Pf7cubCSkTI5YrdZp
GL2ksr+GTERuC1jbtzh21syL+p8pYsOitdQz2UOnD99eNzpLW/c6/Op4/H8uijEOAjGyCx4tu3+z
a3XfVJI/SPXDNKmv0dJ9m+LB686bb3989L8/edxJLQ1hs6CDB9I+jWLHyaaqwFeVo7DvYxMyjhV6
YuVtH0L9epAua/iJq2Ap9zCGopuOPW14+fpJfxwYn36DKjhtFY5Vlt6fN18yU4aKpyrHoXcA6jQ3
0r7TlvaoxRiG/bJ/mYY/Ib5mGleANbrRPlgcxJBnfsbp9vTxKH77GSfbU9bEMzpDfkb4yxB+865Q
4UceBAnJPBiwVHonqd3szWg8UzmACp25/Ol5cHr5kyXQoccCzuXyI4JFZReC0cYeNOLCvBmlHYHm
ikNX3SzfssKLn4vstkVI8fPMj1h3u69exckm0Cd5YQkhK0dmfhjvvAwqybAW6ggc9uU7CDNOgzVI
i+7z6wurf3v3mrIewBpjxlPj+0HGj3iG6ooGYZMyVpUZ56LPdo1pOyzHAOhJ11DlsUDHq6TF92Z8
XXB6EYd5hH35YMLQFMzQtfuo93JI1GKfp25oXKnq7utf+lFXfXpEfC94baocY+J0meg0nKS4Kce0
8Sd7y/j+xpg89KBlj1MFk35vqjyElMX9wLTnffjV7vGalLYTdVnmV8W27pGX4XTiFNAGPdnXH9vS
64EdaHwU5DJkjp9Z2upqj336myEVsslQLTJBPdlfq8gKcrgu6jEttkBR81ujXjK0kIoXkwiD3AUt
NXex4Mdv6mSDkmUJ75bxG05EQ+FNV9GZ3e4jy/ir33NSikxKGRUlE5NjOrtwqGbYn9fWcBWmmyWG
wrWZ4FmmV22411r6Mj+vvyXaTqEDs/qb8JXkriS7y+ULXd6hQJJ0P5Wf4tFpyo1aH0xzMzTiohbb
Kkb24mXPqXWXBTv6T/kINfPr5bB+EF/dycneZcsdGueOJxsvr529I0Q5y7eB9dbPj5p2+/W1PlVw
WLxawuCYpL/AC0icPDaBGyNMEKEciWA07jQ/35XbYGdf2a/moT4T3KGvf9kfd3ZysZM7G8tKmJHJ
Ou8Jadb4BznxJiabPUezWx6wl7GLQxpBXLgYBlcLXIn6Ce1wPO7K+aAlNwPBEcoG6Cq9XDOKMeO5
k0GsNjDlW8slyb3PHOU+vk8Hty4dpKkQ8uHyXSXIwOCwONr4ANdqGa5wUoQhn8+X2IDyh+N3o4Qc
fFSLMwlEn8qQfzxf5N+UgbR8p2c+1aZAMjsrR2wkQdlqN9d95V17Hg3YfX4Qb1eUAy53dFmjOD+X
Gad/2nzXJ76OuBUL13AKZN7Ib/WxNEJuTiqeuA34zAAIrcHirTuwjuMoh85mTq4LfVviG+RPWOcQ
afFDAEJbHn6r5EuONfIGf4QaqCaPUuVKGNqibUC7B6uHby27XNpH5kjiXt0hS9bSDWz5ylPzZ7s8
hpKrlD6uj4H1sECLrHaSZ5Vwds/t9J/2oo+7pGTUGJPbpnKyf+LZZJv42SnHLAJKc9PJU99kds9H
OD9R5fbKVY2UczoUzHeu+wFVgoMWZmr9xPDkdtudO/c/fFM+LXRKvP/8QScHbwCnnyHspBzJzITL
JKmPicCX04tuAHqHNQjgZohvBuPQJxeKcUCKjjmveq83DrN0xcDgxBHsn+DpzKgKWhdv4qUUTngD
Kyoiwud7+2i+QzM6Rnf6G3Gv5j2rK1j2PnErzBpKy2mOlh884/6lPSpweQ1H/OJoQdIyPubX1AD2
jX2boA/J0SFDr3cRbtMkVQfpx9c7zOr68/mjx6mHDg0iBTjFn0tQlVefe2lUjtK9faO/Jz9szdW/
5+pFJ/ay4huSD/llvmwO+s8GV0tEwDfce/5GIW4/o4gq3yTI8tfdUdtUj/kDjnW/mmuWnExO6HNv
ucj7pff4WFwGF7DipLv2st2X57qJ09L94zO2ZUWlrrWEJa/F9m/fETK5klktN8HDbQZn0Fww+Pxa
qrym2VY6lvA7Xpv5k7F0jUxgW5z7kk+oIPQLrPG1yRMgGPTcp1Y9Y2tLOVwO9Rj9IDmz/RaBRm/T
3rPFlokYqEw2+swd2TT1xJWfVce6aB+KIy+03yOKQKaZ4fUxXHXf1miLhcnH9usXrawv8nTRrzNw
ACQaLrqoP5+RnZtNZVg8o4axtUMm2vTA+a/fbZLYbW+7b/aZc/LsBU82tybLe+irXLCA6MnI8WdR
YQIH6u01s7NcCQYdVHXFmd3m7GVP1kKRFoGVr2sh+La8d6ozXvc/rQflLnkb3uzH7Ez9/KmNW9/7
v56qcQImSEb+z6uFjwH+rXjAvqk/9Mgd0J7254q6cxdbN9rflnm4dEbU6rRu8+LK017r3XC+KUuc
tnHqmMrnyAQzFky5TMTIfiz78N5Q7MWcwMFDb+5K9dZedlVwzVybueCjKK5wkMMoiOEYdh73Ja6D
Z1bd3+39vz+fk+0lSiREpzFbbW1iHOrN34pyV2LcGjvQNON3PYE/f27hrXXKFyvdOKl9ixEuVBhx
zYD3oCCM3Ui2X7T31JgSeqZvkukVRzTR3Lp+i1L6f3LLJhEgyor7yh9bxW9vSQoZ4PRLrh6DX/Jb
OB+CF1vZFN+ri5Xp1N3E+Zna+nNHv67Bf13w1KwMCV3RQolWj0xmVcubEI/Yfj4/MAuc9dUPhSfd
bQv1Ao8i6F+Gj5/71/f8d4fI77/gZGEixGmhynHLwwMyLNoiHNOp0+f04evrfKq91/KBzRZLuRXR
/Kinfnu0UdiM0xwE8v040TOi1OoPc+0PeYCRu4rs/uXry33GKU6ud3pfhB2YTcz10nmTWXg0bLph
m9XYQbhwXbLc63JPre9Q+6U0z9+GO2y3cMtKz7zhc7d98hHh4KwHEPTke0s5WJaL0CxvD0r4An8h
t/79Xebkpk8+Hx0NqBVEXE2yYIO49eSVLYwBR9aZ0pMjtRmMmxy2MyzyTTjt5ZdVYx5eGbA4Io+g
Of4JZR8iGZTDhtBZhr1EYrATqf7Xr+cDJPzjQz/5peLP/VBPg8GqYO3cw/bAwxrnXtQoy7BNQAqv
o3YflhdVuJ1rnIcdrdni9o5cBlvX+b0W1wKqEG7DdMA5bnOACQ2CzgPWwGkDAIaoT0Ujyz56GS09
FMttL0euzsEFmx/LJgMj4n728HArscqVaVRr8z4ffnx9hychLKz09Q7RqwkNsJqxz0npjFdF0scq
dzgUN6+VPbqCybyxb0x4ii9aurdp7ZfbDJegc+F2J5E7ny99Wi9AOZUjmUtHYmPa2wRqTAgzw4Mu
0fIp4B5zLpnuc7d7crcnFQPz4fGf7zO7RDNPlMtwGCBrGT/MiA/uSrM3ZntmuzY+nVBcVMWl0tBU
/NnFaeXGNDw25GRW7kHhunqPvKSenQhCnOljrWBjhJo58yOKxtT21PiQpL4ZbRWQuNGHNjV0nJr7
PNsinwUFSiIcKmEobrAsZuSrH8cX+0q29oF4l17nl5C1GPJXo1LFaJe+DArwETM0EWwRHdhX1so5
9UhyoCegUI2Jb7MubexeO/Fk1dsuPFgNqn0aiDOf0seZePopqRpWkMyKVBJUTna6zE56Newk+T5e
HK7XtC6k/1+GWyy+GdzYcHoKj1Ug3CH63pfbJcZawmmepsPkAhBYxIniDY0WJYmgfngi2sgW7C2/
t3bxS/iQXiHgQPWiY5XjkWGB8h/L48ly4BaF+GBP32xp04tfSOUzYglLd+z9JXFiy1G3QEWr+dhT
ZADH/wyKPRkCWN9CQfn6W/tUXH2sg389gZNNtrNbyCYJ671V7zoyWAdUVjtj/wYhCf+//dcXUz/V
KCdXO9lkI8maEQbxvAFZ9s27yau28s1YUz+WITuZC7NG+okHFtzJrtiSR9gc6DHpq96bV6i6HDTB
9/QcAnRaOK0/at1qTIXxh/1RWv92vKKaluN0SZT7RvM0Yl0gIJ7rvT8XK+s19A/jWJULnSIuRZ1m
So55470ZOY3qSKhlUJz+yL6HUDECt0OKie1O5RThLnw689DXV/hpkf927ZPzQptQ8BBVDgTVOuIR
6/WfVrUuQf1peMKjH5JiNzsm7fgLaE+ruOETxkvSDqsiCL7ymajJvzvUf38QJ2hbaMv4U0+jct/l
+EG75V2uo2X3GtT0Z8qHzy3RyTM/OUUKe0Gijgb0vp2LnZUC5vE1enKPM84lJjKhROPiS/IVllJf
P/GzVz45RNJ8juQ54Cab2gPgQp4Vjhv4RC0dCqTgyoO6rncekuAzF15f5Vev+uQogaoktFnnwsZr
/9i8sMaMN5IiEG5Lj9JPfB/qGtt7h8rkzIXXD/erC6/bzG/fEOYciWWmPGtdO2qKJwYvrLfyNQWk
djO/CXTq2worTXk5s5xWWcvfXHgdt8umzlD3ZAe3M7PToEUqzEPcpPE0zcWlpAngWXfe/GpYg9NH
D035XCDyE8k7WRHzN8xnGu2lVhAKKrdwMpeAWSyjwEBzctU11BnzoMbVVOSx1ebrB3Xu555st1FQ
KTB9FeU+AAQQqMexINkHyiPjx74+B/P+7Rm/glvQnDUB7PfnS+kyKRsrUSn3RbeBye6M6IQVwawA
qsFlVElw3clxOZyFPrV1fX9aDb9d+GQ11FJpVZBLuUvKdiTfg8PYqE69DCN5w8VTDs1kjkHgE4MQ
KI+d5OLHlKYeWdCwx2QNRa6HkB+PxCjdz9MF+dMCEXDiawYa9DsIbcRvJAPeDge9x2RsG7T/k2Px
X3fwMdj5bT1bCM3JOqtZVsLtQKYb1gdo6Jy8dNNuQb2UpN7XK+MzJLluVwacERSenEenBA0MEQVG
HlRkkbnXFt1pkksI0/QfhbeKXHuvRVCPtZPsNmI3t7k/0QNC3cRXJGv8rHjU8yuCYwHd1M7T45tp
uSJ9hAxWnJmaal+PVyZdk1k+NfJL3F9hV7Rkz5nYN8VetXYZQu90uaxgCyPy3iDv91SSwgzlGAWX
cXt/5mY/fQcMALQPCZmiEWlrnuzNM/TlyJgoBGyERZR2wuq9vgNmtrb5Y2NjHHWXVDd8rbgzhPke
KfaSMZa901uHdCjYu0VFVpJn/+xsV/tFbEaUe7hS9dRqFGEUD9eStIEvGxX0bRfdFlfH2s/mzUSO
rrkfn9ULIgGAI6kxM88q7r6+vf/H3nn0yI2lXfqvNHrPAnnJSzPAt5gIhk/vJOWGSKWU9N5e/vp5
qBqjjKxRovcfqheNglQMmuve95zn/OrivhsAZ7d3tgBoclbd0HJ71rTxek6I67Zely8Y3Y8e8MUt
BOki2kTNLVVkB3AW/mbnZEkKUltQFpTUKu4Nk4ZEMrsJEPOPb4nmN2LT85jMXWkTOAZOYVdVO+4d
Ke+0t4r7Rl9ZJKu1exJ9EbUiY5VXubM2kjWPpiHuJ1zn89ZOX/J+04lLSuxt7PfCp2Pb5KsedkW9
iqcVMLfueapX1TPH10YANZhJ61hb7raRXyrvkzDVj1uj5VnZlmfpukvdSJ5NiY2Bn81oQrZGFpkZ
WwI4V3N3U4TVClG2Qx67tW77m7A+zsveezra3c9P3tb5bHX2A5a17bex3gxi7CCmG/dusnfrx6q7
IkrDEacx+GSIfzzXnl3pfCdWSahlxN7fw2jsOFoq9dWwb0EG1TjEy6MX7NPmhOy3LP223P/5LpeE
3veT8tnFz3ZeQAqXPDy+yVqtaUfbmQ9sGa6oru3G4qIdABdu5bQJgmPc7IzkKmx2NlRLDIksi5+V
zj6es89+zdkEQE5LsYQCGvd5ceqcvUt3ot9Y9+UPdHsY2Kv2sz3Zhx3K2QXPhiSKHqsBBaHfI3As
1I96OOQY9Wzzi45UX/l1e9vnX3nqbF2Cqf2PDz6oXoiqNCUhWihmPwi/SF2citlK73MJLgagXIE3
DGNI583fAqfMfMwRFofL/jmEsnlKl+NXK83Rbx1OQ4WUcqea4GpscuJPlHpzRamwf2s/m85+Zs+n
dmauXqNwC8PEuWTFephbnBB//oQ+7C65CZPjMjms0sT3ezZSl1a9Y8ZGet8Ui6jCrie4m8a8+/NV
PtZDOI4b2DOIM0J3i/D2/XjsHPh1SehE91AMv00leEoz7hD4LljGNg0g0RnWhceshjyNzmlPU90c
PrvXj9PSr1+BfFRKClCA29//iqlxCbENVHRvT7QyU5ytbk2oH4Qw+2ARJ4qLeE+A67jhhJ6Xe027
aBNx79TGYw+W75OvdxkNv60nro6kBbc1gghUQ3i8z3ZyNbkK8DqC8H7iIj6ovPtoarENd+Hb2DTa
J5sfcTZWlsuRKkkBjo6eRCx6drnULaQ+eyX3PpgXtoiNrQGVcY3l5THA0pBVVrzvBNj3qshf4Mqj
YdBL7dTq89dyYBWvwFOuLLuqN2GWv9IADWFI7esB/ms+WeY6ZmIx4JLh+pTZJ7vecw3Q8uOXLgRk
foRLpi7PPh+CNx0kQtK7E9giVlCmxnVjYAf2gvQQdNml1BzjACW2W5HnFIHoAGcXNvSQqhr7i2OX
T6ok5C/WxUFUACtMcliB0fiJQzCp7PvNIM3P3u8Z7oGNkP5LZoU6lH6udOTZjhkWWA/3OdTvJ9u4
ijCEjiSLg0mN29OcBA/Q1bVbkc8hXffJ2YOeLpYQGH2XuPhZkwrkzUSxEHnphYpzdehNEhYCeRmj
614pXY9uAu5z3fdkFtG3Gq5AQI5XsUY8QpkTDvfnEXxe5uFu8Iiano2mGPAV/3s/djq7T3Dz6u39
kOBvIhgNno6GvzyeCmcjG/zXcfIVYFm/FS17oyBESIMDDRUc2ASao/101LSRahSd5SJtg6skpgQX
zvY2pslN+Hx92wkHbrWh8m03VFhbyAT0xcTp+s+3ct4LQSqNWHSJAFo0HIua+f2tQA3wCB2vvLuk
asqTFo+Pgq1mbjtXkg9pXdogNbKYMI2ZWqk5yfEqjxC0mIRcHUECbnpYxUczS1YcVEsfuVPiC5Pl
/tfP/G9/y79R8f/2xj6kPIGc/1EOL797W379jb/NLab+l0GSNfO3pUtaksxzf4M0hP2XzRJDzIBu
UDZwlwrO/wFpuH8RPe8Ra84Egn9l4XK0mJ2j//q3Jf+ykG0jYLaZWH4lRv0HvhYsNu+ndeZWhvov
yAcaDsKHFpzH7zvP2qmtPo6sGDdmc6ER0TdsrFZx9ElrcFXjQMDMzqzCGyyZWOYSlFFx2uPiHe3u
OrX0HPApVfx2S16QW66xJXZiz2g0vwDF9Db8B3+YjeSI00Ej1ls21p4Tun7YTvJJN6aGkVSdGkyM
XxPqojsFQ+puHgpifQrrUtoaILI0bI96yzGpybU3UY3TpWGre7utfgTCGky67VM1rgqvG7FLI22H
NlDXs3WMyDwhfUL0j3OZh1d08lrfgXGh34D8SgsgvUOcgiYk3naLhU3rXssh1iH0wQgmhEA35T6u
VcovzPKHoTSeo9JzJwp2CYnOUTiauQ/tA0g38CB9bwCQo3YK+XgtSGgE0AaknS5cqS4HUT91Ktdg
HQoV3FUkvc2bYYIyso40h4jheIoPBmBZpBq4zDcyrcPrpO0eRR6JL27YWxeT3dLeHWlny1+W5tAs
PBR9bV2Ax+nRc4AP4GW9YGrBlQm1Z6CWg5oZsjYsdWcK7A0JPsF1G+XVdzdd3NZWLlYT9rh9J7Xg
OizMaDg2oScfZc42YI8NKNc2EaTnBw8D120L/gcmCkWwV8oBREgqXg49k7o9BiQZkBiYCvD+uofx
ue/H/kXmDh28VpPHwQqhrMgaFVfmWQl8qWp4jWSTHoB4eqsYgOhzGkiaGeR7Il1sOPvktiZPQ5fK
E6hl7bpLK5swai8YTs645KA4pvUYLD++J0KjC9sGAotK4eIyid4p74YUZnTMFQHDftrJ5Fk0SzQp
Bo+sTcUlMAQlV05Vx+yYvHg/DU26Jqx0XCs2yGupTbFvFUCeQiDhe6h0tEP0BSnSptAZ2tjbds1E
Jbsv1ZY4+tNUul9Cm8k1U4S+KB0GoSxG6B9EV2KjoBCpLm2gUzTKYfuWDssq5MqdB0mavm3hrDrX
gZ+NhMpOtuyto7XbAn+A8XsbBOLWnlhU+bx8sxHmKkudZJPCFqAZVbAHhuDvy2L+Fk6z8OOSryEi
jHxXweHxaxh0s832QxrC3g7BDFtxlsAFyYzF259cjF1w9NLbMSvkAXhkzn6OpqvZSvzSQdcd3doK
N/BttGMnFiguSGwZKbjxrl6vyGwVfuZNHVEI2ZNBrIeFoWYFZ572bWWRFKI10SrOocAMXVuhKLWN
kNoOO3eHm+Alq5Pmltetiq/VFFwEZcAyOnSg6hGlh0uY5cJy07JHTy/ix7HM4gPuTj8djEcy6OyL
oaaQWLBLXoWNIA7DkR2GhvhtTqjrN+74fa7wM2RD8ygagxJU7dwqJ/oaekgNyxo+6iqfKxo8LsFH
/TTdYrCObopaqUOYp76bERgV2zYJXkMy70JC1tGxwMReYeje15qrPzm5yQgsCvkIuTYfVmHlrEVS
o+tiuL3JYLH/A8fvSAEYJrHPQXYDzkiTAkRANnDEpAU+BvHVPDPUORJL6IRRMlFAIio8e1RzReFP
9C1KOpfAjOvCNRGgphdZOQQXtiIJCWaN3ICg25EBj860F7fzoM23GhwW2MPhz36sSgjJctxrRmzv
Mp3W10oJu9pXoaOujDgbX8zAsE+4/fdZBU5UOJW76UXZl5fxOJv6quCDf5KVPWfgiLL0vnNiSjNa
MUEiKgB1QsQAVWnW2LcFkai3fCiiooAivllgCg4lHzdC5Nq6zds25q13lXvssP89VVoWMFFGTLVb
iAke0UlVQuSWyGqs7OCHCGjPcB5yvph248wptGJsbMsyMg6ZBSqsI3uez30hUJMLA0eua+2XMESZ
O1eZtRFRIUkDA70RuDMBc04ZcObVcoElWRr9oiMpoSAEXr7TB87k2TAFLHxoqwdCb66q2qsutHxq
11B15rtw0KwLSLXBxtOZ5KphDC/KlP4g/sy+WpeWZt7FkcPiMI2xJWESOPGzTbzDdT319NJlnl7C
HQ7WDjHoPcPwsk2br6M6YABj1rObvWkUG1zf8WVl2zegEMpNo/NnA5DMp1QT2bWLwIkvMGhoDSAZ
87N0XnI9rNx34d37IkzsblvwrXZWhWi6074UJKUfI70tb7LQQGGdqOBmbpnPYoLRsSv5okfla9rl
RQyrH/BeQZQK6ovGyqvrHp9culRv4fHqGcWaWtN8KcEZqmgwN4pQmotA1Mm26HvA6WBECRDpjnab
hXeLBx370X08hd9jMgwBRQ/avnW8ZieXcyNcaLAijUq8bIOEaMkaidYqqq5wAt+gx6jYsVrdoZ80
6z7J6rc2Nd4GwygvQLiUr2ru6Yob8JD65MpxpwiAMXwYznPirgZgg8hOm+8LEGGrGfrRRVgUGm0O
IfD3J/kFZjb9prDz5OhKkDFZxoMXeVhfJ0Ve3WgZOAqnzY3vBudtkh7AwOoE3NZeYl3GjvcAkb38
BgYr2kOZ4XvsxVOjzTR3yor1K4aIvmot9F8wKPZ9igSmn6r6tgaecJ/NSfikpvatj1loxAi4EjpU
cBVXKYpyj3J3ncOs6Wz7bpgoelrM53tBd3gHXAAujCnzg0iox5dRgj1+0ppj3cGLJEG8vSwk6fT5
6K4jvVJrM4pe6jarHqDPtLdpOlYnmww9Bn8xH/SK3RIErfGSQMh84zIbHhuHUEjeEqkeCPOZsyfh
XhDZjFlUn4jlcJILXWclj9HOHOw0Hw5kJmSv0NrJHk6VTjbk+Ejuy1MSFvQDzPEIYdFgqHnFjTME
cA06+p9dVDiP4+iN1wW74usoKx4NN85Wjun4kTW3KAVt605TQbzRwwHNou6Vp4Z55d51w+kEAaPd
xGU4ldCnamrx4+zE32oT+qZPAoIld2Bvq5PmBSTNEi+8kSqVqLVMW5wqI6aKCM9sPDGSssq37TJ7
SaUOPqdsvJe58cqvBgwOuhazOx66LBo2mpnNL+NgAgxPVNsDdAK+bU8zo6+byqc8l9aN6j0UFZFs
j1I6j6ojscdkOT9hPqipF0f6rUfKVbeq2oj9pYrCb6MdDXCoQsividL9CoIT1W4PVvTc5/V+dqfx
rYI8ejcYhUMtLol3AfFzAFz6/Efu0KjTTSN6m0P7Z5KTw1KMgHsbqF3bUKXdhR6O9l1nym7jMPWv
VYsh0De0Rq4VySrhOis1sVfWQMF9lu4SEGSXmm9n0nlIsuWFJyOzoG4SaqUsqOND6y1CTpzxmw52
ExOqliSHQLrTaeqkeXTa6GqK+2aPj2WJBGDpBsQ8b6shNa/mphavpFpJflGZPxTd3L4xSIpuZc16
tI1rB/FOh2n1aDfTl6l06KKCu+kkk3OZmfZTB3D8xPdX3Yxu9x2WVHiYQvYLiQPzVYNr7tPuWygo
sn+sPAS4pBd8c4iF3whIZlsXuFwYuY/hoLalpR/AFB7hYLjEQDrBLhItaUFj70Nquch7UfMEdRTi
fXhfdyXlgOiSBY/Dh7BunRD1TZBdkP50G6Y5GQ8/pvkXdnaVzYQ2GMHrHET2biram8KFq10780vp
aldx1mJhgJqN71hDHcy+ck02Bxo/YcAFatljC2fTEqBQ5M2ObUh8gKN92SRmtXOdPty4LCZ0KIsf
Vdt+NbP6EMRa+cjpI9xoqeY8aR3jz4Em7+NrPGrAwPxsnIkKHMJgM/XkyEWOSr6UBEGtFAiVLTEy
3j62h8SPG8SpnTl9Nwl0oS9fIIhhH0vtN+OnzMbr5IHxVobnE29YbOLe7nYUuoHXjJtal2pLxMht
oaf9Rnei9Eit5M1IqmMdhd4h4CxBN9zM76O5Dg5qBAEyeWHj5+mQHbu0JUh0DLxjX5FGnSaxxrwG
8IMk1mpNrBs51c4Y76UBomfiKzfToNoPci4uwhIKjiXlQPRR892IlLUyElQFqdluGoAGvoB0dFHD
Dl3XDgeXiUo7fTtF71d14wuxysllrmnmNRPyl6Krm3vScYOd6EjURD2bHR1l7ecZKDh/iHU962p/
YJd8UfHMV1jr8yPsvJWrU4tsnOmmbwmsLEfrIYuEwXft7RvP8UuE4pZlHnIYMH7QJNOW9O6njlnF
MzX7wmhUzEGMuBepeOBNGPabSkKob0w8OOOsMY2WfeLLSEM87hXftdrueMrk+UAqdy9g2QTXrqu+
uXaU73UmaScYiWEwN6z8WhRdStW0+7glTY9Dk7MeJ7INAwsJrW1GG4j687axyJhA2VvT2fOafaaq
R8sk2yGHFLAHY7l1vSh6hGGfPXvhZQynEFKTjVzTCYbhVKRq9Dvgh3Dlo26deQHGHnPYEsZwYQB+
nlo6DUrgmwt5JQaWUqqym7oveaXFo6zpP0GBNdmq1Hsw19ZGR35GyNp2tPlzEIyIIE7RUqTmU5Yk
Bt04CrZhPfYnre9GDp64texUsDay0UAvvE6N9jjRqRUprD+HtACiWmZ23172QBbiRtPZ7Qc5fO2B
uDwrAEjdFigTYMgd4zFpfW0Ex66LJvVrJYiM0PpoNyc9gBqLH8/MfxACmF7RFcdE2RKFdyz3c9Fi
AkiaeCWM4kZlVbNPZ0T/Ud6Ve5W0+CGRgjB/ayQAqpJtp8OWed60YaEOyZTalCIJu4m15AfBEzet
tc1JgrwJJfnTY00GYNp2X5vKwIuUm8819+ZT1rOJQDOrCy+/7oefhM0slQlJP08YBy/R/doIWIOr
r6k9IBTMn9OkKvezgGeUjRRzhgpdof2j7PJnzREDf4UDscjJjETOTkE2XadESyt5OfbeVezaX8zJ
/R4sSUeqbTM/k3S0F3DlkEyXVI6ntQdeGeAouStsTzh4N/MBBgW71SohIpUB4UeRPp0SY+q2QwYS
URcuuQAeiZxaj+t9Dq2BAV2qNYsH4MCeCDSOt/kp0nXlk+hyCx4VfU03XBkkFzgCoJNXj/eET1gb
lrCBw6VFdQlHXqHX4yotScySg3vL22nJVByAZlE+6SMiaDN3JmVablI6wnvH6DrKCCD12xqlhXAj
Yx+VJeRTR9FH0O3hKyPiKkaBXU49PQega6NAIzJPlQk923Wo2nT1JhiKAYNte8q6JyIhUn8Y2vFG
UL5ixptRZhrlKQsksuwIPLReq/mgylxDZkgQnJFPnq9F6LZF23BeqbSU3CuT0AHFDF3oiM5rAH4q
SRufDPYbKHPXeTVeh1nP4Y/V04VlWbo50vDAGY9xUIe+MyLzpGJ3Gij95l6PPD5k+kWH+RCb4jKi
bAONEA83TERtNSt6sl1kQKnS53hf1+RVN2pSd4YMrrOGpVh5+6h1q++VSJqVqFVx2VPyoeuUvHUl
InCilpJjPaeRT6gGxQmNu6k4ZyHh896KdKYElBWvQzRyxADltY47Szsamm4fc7MFg9hqrwYcnjUa
lAXiju69qLDUwKbLdwSliXUsZ7KpbQMSmIk7lICo6TqYdc/3RkHXxJHpJdv35SRq3nPNW9fttyS3
dfBIZ42SRzgQwVwv/Z+kojouHpwquBwz1u1SvgZ1S2SNhmuZAVd38Z0cW0qOenbXRJ15Epk6KNDp
blnoQBnzI2HB21CGTzSCfuh5l24JuCKPaIaWnw3DiMKugVSJnIbjm23vWghrZfvFjpW1jURCj6Vq
/dnOb2pXfc/c6qeMSrgHna2v8bIVq6Sq3bVhsJTKdlcL0y+m+arMp4vQcPYtoUe1Nb64OSvBrMYB
qe4E/RWeDiphsmxTay62xMOhw+HQu/Jm45tpaMXOEtpNG7nPmcLYKMAf4vEtUWLd4HOYVgmz1Hou
IP/KXr0NNaWN0AqJzMnHF5UFJ+IxcE02sbkipAzVRs22SEzBvMtLhcfINdU+dk1v2w/hS2aS1BRN
0UpY9bFpzF2ViHQ9WLi3UQA4cP9m8Ml6eNvCL97WrvZtcLNn2/ZuKDtbfuNksT+E/TY3NF+5Ybei
5bHWku4WA/gTRQcU3lUFzJeAMrp8IYPVhpkhiOJbZ3MaEKlZXAMFXE/OF1WWb9B3mGIcvJxBlN94
dhGvQ7yLNziDSUgysnoXWdRSZgHiFSD/SlftDthwvrXJ7NzaCkYjBGYZ4Z8LteZEAsIlmV8xavH6
5yS6p7BBVJ2IF5Wn7UoELmchS1AEjJ19Q63FNylzrVmka7+Fw7welHudxdMzvfrvveK0OfXOHRA4
heW5cvhA58ofw6FDpMu+MXOoTga1Gshh6LaqZOlyE6CBoUaMuoGfdckGjfSabG2TzztLuvuMQgq6
CVFulLJBLnbJQAUT58RkUPYNAIeum0BDmpnVj9qoP6dWkpOGFpsPmVk9cSbz/Kq3nZWZJldE+d6X
s/XcdcWrUwD1N+Cz2GDbVzCLhxVcVdzDDgzEwXR+wGIeoRlXOYmG0OzG/NpWyJum0I59CtIxdN4C
xRGTdxeKwK9SHPx8zYUcKIDaqlqT4wq/tkjgNVhTuNGVMjZmk0o24ikC9VkL+eJR6xPkwndTaz+s
oHRWhN4RuuRO/doxC26rTFqk6hRLItF9SdHuGaHJsZuTj6jqN0sbkdRFJXBEAsDXeUAVMdS1fU+h
lMMi050HWDHE6T27Bl1MEAHbKAm6dZuoBMWMV1O/1d4c5H9anSJlBoJnGzfBlOIP6V9CV41rMZtP
sSPKtWVG12qJLSJbtJ+6U9Yy5MglntY62RjrkmX+Oi3LYE+Hln9XELOcD4xhJ4/UNoIwQa6Gh8cp
KSUuGISSzpTeUZJY9R3zjVUdEmiGT1HfnDhifefsPO5i/WKY0Pp7zU0cWpCdlQU3IFyqw8FxYuPc
Zj+VEb8aVXIk4PBrH/K66pdYeF/AqT5DwbWf8q4pfceZSVcnKCosreDQ1VGytph81pEibjzVVbUi
WcFEIFLsYRDvps5+opf/Hcb5E+Et0Z72kc/TcvezxjJf/nTZP1UYMEIzS33RkAXTgHUmL/0rB8Wc
PgXRHlqNWpgaVup3YdGs+fb9kdggYKivEIVHnyz16ejStNqlhoCcVI84TUlV3NvGeD1SxyOSll1e
nTe3CnSibLIHdzRv3Ur7Kk3HXVWpBrsCAOWmrtjmSDn/iHTIt8Gg8R76Z7csh7U79ODK3aBcOxF8
ESLr0cxrCjbO7NYrF3g4/qbkBND4ZJneBUnXxjp25m/lrJEnXoJpKx3WwJyOMtOcVv90ZvxzwOKi
bWPLa8gE6EiC9HbqO1ovFraTPnwoA/ChvXUzJeENG7xpM7SAV91xJgRHXnelCQpTxuAx9cpikbEx
F44duWBsJVZaQm/bi9mDydG4HXrMJDk6f3OMEr+PW18GbIeI7VasLB5++xYx6WTDXtfd1ruLqEZQ
xh7La4BUdDqh/f13X/jfLvK1/z/3cNv8LF6jf90vfdufTfEv+If/+p9F99K8dvHrvy7OcYjLf+zv
jrHj/EVUgqVTKnLRvwgX9cjfLWPT+8tekhdcB72qcOhx/d+WMUz6v+CbIUHn78HR8hZl1P/uGWuW
9xdKGhZPT1Bxkv8JCXGRTfw/FZALgBH/J/8lDPcs6OS/vm8XJ7GaupLMq7Upo/YhNZ30GqKV/TLo
FucNNFDU/dPPOG5ndkOuatjoMi0MUlwe0dfSxP5NHgmYNMjg3NO9w9gP08eQF5nzvfEuZiK0aKYM
zW1L4ZcxnZcN+WyZbyQPdXFv0eAdxm8956ISnnnefG+o7wyGtiJcRgSHzMFBFg0Hu7+l3EJ/LFmP
Vshx7EJ4DzV74YICBUKwFSG8tMWnteqL3UBWawW3Lal2IvDWndP8raR4nf5H+LO8+ftp/qvo8xvC
vbv2v/59Jvj4eLtn2hWzqUtbCm7XuXcv46t6hQ1yNfvaFlvndbUxb7Onhu7vGqj9JyLBRVX17vWe
Pegz1dU4zZoeTFw5sHvagNN4HTRfQyLX6yJ+6yem2/btt0HxTzf7XoDw8WbPZEelhE6dm1yyOrSb
bb3Zdj4y8FW2lfB2ygPLw/b+z5f88A2/v8lz1zb7wdHWl68pOsSb7Jpo2O34CRfjHy9hWIxixqOJ
duf9B2sA2DM6AdNkcl5nN97YEvUwiz314uTbn+9GMLA/vrPfrnX2tWT0y+sh4VrhFaW76oe7qx+b
/XQqd+PX4ir8GR7FtYW98VTcRjt20uYDoe7jlz//il+KyLMvZ5GNIXmzFpmgdfYrrKztG3DtuLeI
4jB892mI2HCvBrVBLB9BewTDFX4yUP7h03l3zbOvFQCwrXci5ZrwdYa43y2l5RWtAUxd6Wf6OOPj
O4U1go5HoikzgaediZdbV9NyjU7RmkgXi+NDNt2GnhtsUxXZflGa5r5XFMyKuQK77nG8M4V0X5qB
SKRozqKtCDUeRt721yjRxbVGnMtPmtjWf/bpLSZS4neYpF1ehLB+TS6/zZUGZT0mwRjxo4xitPNw
sT0vDk6mppK1G3BiDMJGfjJvvJflughyXdtiu2U6WFgBVZ09G92gwmaI3F73NEFW1FqbraG78f7P
H9kyFfz2jQEe4J6g+iKOWpZH92xUZZx0k9ht1d52lUH3rLQpHCV2IR8aXa+uJ46hpyY3qISnjc1Z
Q5/t4O7PP+FMP8/ixxIrCDGyHf4fw/tsujIqbzBF4hl7ylfuRhoZW72G1BcrjvUVnVgMfmH1HNng
VYgSJI42iqstmR1q7WloLYbeTj+RRJ99l5K4JcKPPWTR6GUFeq73c81cel0RtmG17UyCirV4rkkX
qPFTN+5PM3bGfRe5yeaTx3A26SwXZTG2XU+HY8k/Z4+BHNSk04qIi6opv6/yHqVE76WPbGzTfWSa
mDlERKK6FQau7UtyOeEmm22jiHYcKtxXRlp88hzO9PxYyKFcSb7FJZfKgrZzNgUNQo/KsZ7poyK4
W6NBTU+Bg1izTptgS6rLj3TMjl4ZlyRZKBCfXm3f/qePRTI3LOI8jylCp6z7/l3IOajpstXT1uYT
Aa1I7D1fBYHfKMYoad0VNnHoW1puFJmqag7ug6ipXxwws/bWK8aZqXKqg++f/KrlC/ht3MBYMx3J
R4LJZfnnXAtrhWOrDbUYtlpsjtMiCJrvkgJcfyHb/A7RDIcK3SKM0zdDNb1iCiBrMHNMxQG4aRKC
UfIc655wODk59Tw/xsKkE/bJrzybzZe10rYtQGUWLxLN+9nWEkFk5xBRa++ZA4KLKWtyerEgLSZC
1dfaoIwtJMh25SJRXskEY3itRhKUXexXsRI0WgLLXc+dvGHEpbsp7PpPZN3nY//XL8Qch6abnTTM
gkWz/tvUioCrdXpKlPuCJhDGtBQdRRdHYkt4J1WVriIwukGwURqBiSwSI7vrNvkmCTkdUl+iGuuA
0PzzYzubeX/9Jj59COmWB3n/nHlT1WbXkYJg77tkBmKXtfa6mgzrk5dz/gXxbpCKAuEUMGMdw+FI
8vud653s47wLnb03hz/1Zu780WycTQ4745M1/R8eMigxCDMCELCD2PlsUUfTWE81Mpm9apJXUhUI
IMphwwqzQH5GRsSD43j1S2+is7E7yuFpghqGVhKYwwmaqTPW5SejWixf3u/jBwgr0lhByLpjcJK3
z2bY0WQSo48e7FHE0aPJTOvW6+VBDzNtnZhpibw8prgfdfTItUY8GmrsCU6duy1KILKCAq0/tfZA
1KgzuN2mGWkfpXOb7zpi0u5qluONMczN4c9fxsd3xq8GMc2Jj8MTPoT374ycBgZbGyNBIVbhIo4X
G1Vf6/sM9O0nn8f57o+v0HD5OFA6MwE6+jktE1GqZ0+xpAVaWf2D2yRhso0cr9qnGFjlqve68JlJ
r/0ZBaa5FQlYOLQjxLo1tF3d9Z9v/HxH/OvXuHAUmIkRzDPvvb/zUU78+4G249LWuUdek95aiwam
iiYT2UZg0VuIpeq7dScH7UfBqELTZ1UWcYK61m67OekeS1lJF3uv1mIfqEkkQVmYeXDSOwwp/dAk
L7lMZLl3cqkvQc8G58CmSj5zl39Y1ZZHu2CXDDIQON+fn32Ry9RDmHIzQRc5pKoqOu9NNNPubTtC
17Jii8hQ+VITJapUNHqhwKL75yf6D58Sp24X2rdkb2eeDwBycZ3ZbRkA3kSQV1xl8y4YMvuUCxKk
/nypZXifjTV2d67JjpKJFp/R+3eX6IPtEp6igdwMJEbTIfKpN9DyUROALUsntLFFqNaVTvXJlZe1
+cOVwfNxYcuk5HA2x2Uu8X2L6p32StOgi6tyvyTtdW3WM9HzaVX4Wl7opF911XWJE+OTie/j8mcs
2zdYx6CDybk4+2gZym0STnF4QFVsHseqpYdAb+CmaC1YmVP/7c/P+XzXyGf17nJncxqiuFx305CQ
ItJk97UeyUOv2xntBbP0B7TpfmlQpP3zRf/hO2KfCm3VMBaH0TnPOTcH1pA+DelduMOma7UvDuP/
ip5B9cmV/vH2XMdBiEITlwPp+89oiITo3NLg9jia+BJpPSscoqB5CI5mHlj3uMue/9ObY/6jQwmQ
EseOaZ/t/axkRDXDIz2kmVdtnczD5633IU6C3PvkIPRxkCyXYiCSemJAizl7eZo5NqPZJeGhTZIS
zbZNe7aKZ2Szo0TX6TYBTaQlqazUok/u8uODRTMFH4AKJIXGD6Saac4SevY8WDNyiYlYlHuZGKar
xlm2j3EV+Po055/tvJax935sMiikQcWT18lMeLY3TBI3IwDMDQ9lVE0gPYVo6Oc1s8pXUVpUrLaK
A9c4IeLYuyIwjpny0EIZSRF+K6fos1qAuXw+Z7+HbQbsVvBVTBbnZkjmaay0qeftaxf12Wi1+T5q
2IPaEQmQFtPIui0a6YtMkwePrhHwZg5odqj1u8DRIQMOWXCbp3S0aLmjyaja/ogaRn0lkKHZtDT8
N/lk2qc4SKqbDDLBwVnCQ7JCTX7G0YvEsDC/MabAvOyUSc4RnthNMg71cVJutv5f5J3JctxIm2Vf
Ja33UGMeFt2LmINkcFaI5AZGiiTgmCeHA3j6PqCU+UuU/mRlm5VZldVGlimKMQAO92+437nodLwP
oolf7zt7ItScOa9igvgNYf1D7KtsUTK7rAc7/L7RCiHqQ3Dn3BX1uQDs9vdP0m/ea45YCGpJBlwv
eHcGYFTnNTkDvnshvPhQy+DOMyL91EB4tAiq7LalnLL++7f8zTFrwft2LN/wXAKm92UTcPjdFHUB
zl1J+FwZVrRzu3hAnuT3F5Mu2530woD5FZonfmd5zCqM4QeX+NcTgI/A7k+2ZjhACN5FvqWosa81
MQ9L/bJfGG7wqEl0HEjIzbWr0uSD8+7XzRhTIS4u3ig63/qNIPTDHS2KCUtdxPJ7vxglQgxRgzEx
+7OMJvoHeKt56/v5cZn7Bi7T5wTQgfeecTZ2oxxVXMT7wXdPojJsFomXe3jcttm25WoSxIfhDQ65
LhMrKvkgRfpNdDrXpti2XEaKub7vLqxLqKj1DEfi71j6y2IU/r6OUMCVgcUQsIX5TMt41lPbZwZK
6HC6AJj/BW2kF/zjhc1cOBs3+ZqD9YI/L/wfLrmfJU4+xAHiTtrl9N6HlZFr073MlHVoYktHQITH
5N+v7DlueHftec/ZQiswPWoS744lVIeqnaiG7V0M+pCowokjblUfrN1fFxPeLQa6fN1hUJ3N+udv
hv5ZakXtM59T6M46M2tzZzWzXGfSuw8KnL95VHmv2dFnnvVn0vpdpBSgLMdbOEv2WdmCKQydW6Za
0lO8ktliOX1Akur5Pql0dyErc1hVmfzIQ+PXR3X+CLZlkhVS+nzLQH64kU0acz4S7e+NgV1fhdR3
hrAuNwiK46Ux9PoH3/ktyn9/F4lMqZCwC1N/fLeE7a5TchzKZM+YZExD3BvWLB94LEWPSSN+5cxI
Rk2y4cBKl4bfxbu46/oFMwfFptNluIBmKZ50iYClS0tvN3ZOuCKyDddKBNW+1IgYprj2t52eRFst
LIZDOI8Q4WPrPDp9d2W5DCT+/cr8/Y1kq6VpOReo3vcMmPaLW1m0CfAfvLyl7zKIgLBsEYcFVH6v
Oa3jVj9RQyfx/OCHmM/qH8SJ7+BdhPo6zUWdgI2OJpi9N0jlD3ey1ZQ0/FGk+yE06vVAlXvFmrGY
Q2uNo+O4yYVWzyzfGM/eneNp3ZlZOP6dYfQjQ0M+wxllfS/VLOeMXWQpLkOEboS1ta8hDNDsCP9g
QuyTwiDpRKIqr0CnmoCccD9Y+BXDV7w46K9i27qT/gHY5teDlC/HCDFmxZT/fomC67wSSYwsbK8M
yFUdAwXrqR7jtZZhKWy2YY2Ytxgf//62/m4rgMzN7gaE2aH/9fNWYBuJ1jsUSva1K52FXjKp4U/K
WgWNU35whP3mMaQUP7vyUfL1gvf+BiJqpZF0DQtIw88CXHB0KiM925jWMGxTAvIP3u83e6nJ0cyK
haDCg/9ulwvKBtIZ2fDeaA13xQ6A7sqpmw/W5K/R/TzzzVllsMH47DE/X0Bt8qpOiybmK5Tb76iP
xMtOtKD7MpLvDhHHuWaqcsXDE34QZ//2+83sL5aMS5d/vt4/PAxdlPTo9Pxk3xq+PMB2KY+qREX0
9wvkd3eNxhThPOuSzexdeMeIbEylQ2MvG1DklpEeHsaR4TDN09IrN2y/kwn+bT/99++HcICshVrK
e/4+oJe8UZLr2YsEqXBbbkwXuyO6ZDZStY+akr+7ewQbtEAJrWiFvdupU8uyIlw3kr3XGqiXlUTI
xHjubkgnICDMAdfDXaRF5fr/46LSEuMpp0ml+/Ot/eHWBTR/mhDf931cmfE2wal8Exl4ycOP0Q6e
0J0PiqK/vaguGyBvB/fwfS+uqws7wOw63TuVkSEzZTQiTLh1KqCu2Zcq+ODR+00ICfCAshBNdZ6K
92eFVWSlL2pyIIqe2lIZMmG6gPCxg5mx13S7XAcjpiqDCpCd6Vr8wQH8m02NuFwn05vrv8b72DwJ
C5fz1033Fd+N89YZzlH8PwwMw+z+/kb+/p1m8AO0dYLzd09HTC87SOs42xt9Eq4jwVRGI+iee2jJ
Pnjcf3cAmzQybWJy0h56Zz8vmjHpB6OlCL1HARc/pdZU78ex9jb1lNR74cpqHzFnclAlY6aEQ+2d
07cfZl7zm7wLbUxOf2AXc7kWLs7PH6KyKFmExpjsdc0Jl7rbcrBas10ADokUkXuDIaAc52LfjZZJ
EZdYjVkxy4BRoCDX+u3fX35rFkq9+zy4PtHktUh4ZwzOuyeJMV7DMOtJ24kESuai8+LyNe9s48LD
f3XaInRiNKirUvs5a5hf3rp2qM6GWjn3bVcNVJpd48bFPvrQDQ3KPEMO5pdE8/oThynC42irlAHs
qssuGfLDDExP4xGZdB/1ez+977vimuKGZPZ2knApTCt/CUUBdd+sBud+iCz8nBoILiSQSGyr6dqU
RnZe4KO5xika/bptM8FqMR26KFQOVZfxRrxZantAnl6HbspAfqSgXFtT0a16lNDJmR1H/rBSmtVS
kKdXi0q6zdqtTOqKwMdJwfMi5/R5U6fLvqJD9Bl7FJy4+SDVk1+N2YFBqPiLrU1uvKzymA60qyxM
5aRHnz6WZW6uoqJ2z/TGqA5DbTJ4YyVDfme27IZNEw0uFuS0bxYjFs4MYNlxuzb8MHiskTsfc+zb
vZXh5L2Da2in3XR87BgQV5RjnyZy4z7Xi+hGDiXcaq1zU29R65240Zyy0rY03fxhMckITLaROGeQ
zl8wbjpGnuY50MMK4w69fzHszJEG7DnVdvVU6362TvXQtRZUihNjFSUermhcb+8iH3AuxcIikqc+
9R1mSyUxGCVa22uRKovxi5/26ZMXm5hUu5w093bpqWiVd+6IIUXneid0v3HBlr3wzqtpjB+dVITB
vpmpUFrTWMj/kQCfT12JOWqQq4JB6VpAlC2c0v8qGAOYrdpLJD+aK8MDbt7NTZgqGi0NGghjPWgh
GlqBhQJHnQZhfaWJYLrJbVhMCxmWgIjTzsMohfnW4nNuVUO5RYre7TA1Lq9Vk7r7KXaoNCWufsB8
p7r2/IaCdyhrug9e3/dXVTHVybJpg7Rj9FEat3rIbrJrMpmcTXqjX7rcdBtHggEBrKtp6bAYXaXH
GMXp0U66tTUuw3yU/spo3UM5upge1jgALjubyTJYxTUDdyXQjZwFnOvP8RSmaJimCZtvU0bVnYlr
+1PUpkmAGM9D9t42enVvgXZ5wWG8u7GcST5O+qyIDdvBWtndCLvRjVRykQB+cDBWdJwnp1ONvgyH
Wq+YvPE1xTKMEQMOTnMj6xSdOahE2wS55riPbRuPODKxBT0y+qSStWZ4wR3jWMlWTAojT8sXVb6M
xPw6uI/L5YRcCDMnVRpPDkXTFEeiwb+k0xSZkBNKGyomec0q6GL7KGzPP4E9kShgTgbDjhozc/Cq
TLt4CBQ11oVfCkg6lRgjsbbMzDqJOT5KpBQ1ZJGmThnOtTmV77wxhw4bQ6/HW0HQr1rioNBEm9lY
HTeNWDD1q5jcpgmG6fwlCIv2skyisVhYA9ZabAPN17Id8i+gbvB2LAPEyjqDoO4C2Xm7DxgjPE5p
0T8rSsEou0QEr9wQadiCvWCWG5gxQ0E8IZm8b5QegKVA+vEQJVbRLEyFgnpjBHr4VSWyO6oxc0eY
E3ptz7JwrA343OCtYuSnNgVle6z3gUy6Y1vE+Xmm6jBf+HUzIPPMO+c60SeL4bsqmJPdohkuY1tV
t6KtFDdUsnQ3ksndl7iZnGc9JPlZTFU0XjZJg0+U1iddsWqb3mGpi0pcsoFH/XICrsYs2jRGj4qy
27Rk6eFLAZgkPeuTdHjqwyJ+8kYD5bneIzhB1w33ZmWlU3A9tipAEQ+aRUFT1RmokN6AIYuKqJQr
t9WNNU8egzEKDf0ysb3ZXbHuvjpVctpN4osOnkVuqhRJDwmNjOx9in0UE+Kaqlc5OlS1CtG9qQWw
CmTurIUyvqxim6kBo0aHX5pTH520Wux5K7pX2pWcLDdZi2Rqrlsh4+vA74MnxcW8jXIMgJ3gC6kj
LAFXctgsOzZ3xLGFPNMtfRrXCQv4vpJ9Nc+6sLaYd9UmElxztJd5kYfT2k+lKdYyFYLRcSu6T+Ei
HHn5hrk4O+A+TekYnkxRH3gLofGwoKv3y1cGCky5MDot/5yjkPws26xu+VLZ4DJXMmAgFmjaXNoo
iEUWmC8xIGtNlsOAKS4I2VCZZ1md2qztQXNwPJMd05W+CoC31Q4Ov4soTjPBmuiCBNA9s9pdnKZr
2gQVczke8dWUt2A8hjoGK0izT+J3GigmiXR/CHC/Lo17ZibarYpUz9ScUeUGwxqaOmUxW3Tyrcrr
VwV4FTACZTd4i4yJ9/NOBkiGx8It7/O6bi+YoukgQlnBAHIzpvCMpVw6s/WqCFmoWffGHU6T/sGv
gB1+yyP/kfL+onqBc9C8vHSHx+pNtP+1xPpbRHH3TcP/1/+2f2n6Z8LZT/+zLjrRjVfypRmvX1qZ
8avfkq/5X/5Hf/jHy9ur3I7Vy//5X19LWXTzq7E8ix/JaVT0fojX5tf//nvnjzm/t5TN49fH8pff
+Kac11z/m0Celp9PadCei53fpPOaG8BhM0lqZw05vb5ZVf8dt2aYn4gCPYoI/IyMZi4ofpfOo6oP
0DPgoD4rUvBUt/6JeP6djn1+aV6DCJc/6fF67+sHowCfEU+QWgzT1J6nuo/xvFFddQp9Rt+lvemu
StcrNlXFkHYx6feTbyanfTt4IKYZoIdi6eKBRGMzWIu2t66E5s4zYBVAL1uxQy7tqm1uIqNvNnYR
BjiM0UshbgnabFcYYKp7Jpb3U0HRdF0ykubFAGD7hNoRCAhxmjZ4MNRICO99u8Z00wkUfgF6iyue
H1s7uzSwSshwz2Yr6yUuTJwaDdiWntNl6MKPBFc/55jz5SJZhkdoUrimpfYWqf+Q005IK+Dg4r4Y
YJEeT9apGtrPduoxbZznzbcE+h89LQfxtSnb8rV7/6Sw3P96UP7vRQ/SVjYvf/BItX9wbD4/dizj
978zv/Nfv/Rf4+midqVTI/z3QysXLWNd/R97vp6s/vjff6y7sik7+ce+zRhY+fGx+/5S3x48BBuf
EIjQtiI7pwXucCe/PXcUHj/55FAupQKebXvulP5JOXQ+0UGmRc8paBMpzQ/r98fOtj9RRyMB5vaD
I3VR2f655Vx+Sx25nv++/jM/2z+kdHOPyyK9RU+ic7ZQcpqLCz8spGrMi6bUMvdz4xjPRZ9pC1fH
aKdJ4vRQToG5Nt3kNa6LkNabdz4ZIMqZEz3rdHA5wugPEr7Es7JrhmHFFOAF25lXCvLRFRWI+jwn
v9h7Q9Ndh4nJkK2VORd6wshW1kcg8qYcsjWpjZcNjPzKMVpHQYANzxR+zXTryquSeJUX9V0eG+nG
9DrYh3r0zHxehN8VosHAr27yce71+/cGzzybg9hRhazWivn4ZY40B8946yrKEgyCsgf4BgTbvsDt
Uvn4TnjtTGkumL7uiFSySV+U+oSd2Jg8EE4czTqaeaIPZRQMC9BfezPXHlHQokPJXkkW6kWi2+di
wihWs5o9h1yzwJfiy9hUpK1gCe7yOn0Shn/bkhdXWqAtdJM3H1r3PGTCW5egHKwCT2OS99NYYsCt
2ZjlUXzWadD7KHWNqdjqXU+sRrtokRhM2A+DfgwjPmaWY6DoZgQFmiAAtbhYdZG9hiYxURfoRz1v
xu3Yt+3SGA1wNxF/wIh79tBtLTKd763XoroITUSkjMb7K+ggl+00kIN3WHGivI2fI7r8i0EUcmfD
hXhQlRPekfDFG6n38pKYJL7sAQ6vgI6sKgIBQAAZg4gS7mrbRPZJ0CHeC2ocwto6rdYUj51lInh/
b9KrJxcXijtZzYm3FzFsMmUVBZamXbm6eNYytIQec/CKL41LIEPOZfxaaPGrsKJXUSnsE6zirJzV
T2nFJYo8m8CwkeFeH0ZqFL0GAVsLmacNIn0XKXK1lDGQtjIcDMoaLCMaUiQxMYY9Dnx9ngUkVH1/
6DJBp4UZWdKsvsaJYDzSzrCp3Wn+oucE2SfdmJ74kF0g/wjrC0PjDFfELLAobLeTro6hlo1Lr0Wi
Ra0XQiSmAVHoWFvkqOda2ztQrez6a0FjcFGhCYSOZ1/FsqhAmBhXaZmQQAzHpOZzp1U5HSqlDZ9z
SS7XdayiSI5QhKbi1nV7XAcyTew8l1epRHlZNNZVKmoYjIPiLtpW164CuwdTHoW3YZ08aVN1U9CS
XJQJ1yCt2mD5ds2LqsVPD56lBlxpUfvwvBH3naq0utRVf+jd7AwzgBJKIgSaMOFJourjLNGYUG/o
WJ3O4DBGX+K+UbJ0HdqpEGIgwQW5vw8KncVdFpe15YmrKXHP6UswODpWd9oA2kvr3WFhlc6u7Mob
HVbobpjKh7qdqEVQdBl18xh2cxFEFcxs5363El1xljWwi0XEwGtFIYivmbiLqk15IpiFuG311FsT
woS3Vcf+ktTkobZPC5ZwWNh890aXh8jHj7ri83pjcNua1WXZs54IiM5RczPoShK2iEGDLlulTzsj
wgvKM8kbSyd51Sp5qOm0Ms4CvrlGIbCEmaotukYTEBzr8OFt/yvbHCvlIvPWpCTustFZRVk4HTUX
coPeheXa4Sbh3hdXcA24x3U2BEvmbZjszsRTC12J+h/AAgQ1F0Ve4DwxecMKvgp7rm9pa13TW9AO
WbXMqdtAZTUYY4r6GTXoh1yS0uDnUdkR2Heg7SkewhSrm7vCaO60HDWdJ9ny52nk1TAWNyRVkCIG
u8U+jQuTO+7G0QdzrYncX7GnHlOX1VO0/m3YcwrofJgFfLQ7GXNSVOGj7cavuaOafZm1CfsmtZ63
1y4sM12RxO176d2G6RStG6mnq3RKnyA66mSGeYuNCgIPldXVBhoG9A5lbYt4PIYieUWx65FA68ZJ
0KsD0wRYskU8sgA6xbKMszOQtGd1zu9z7J0HLQC3ELQa6LJs6dvJQ2E3d3DAzJMOkMlC16Zj1bpi
Sdma3dqBMGApWcfM2rvo04pAA8ubeFoxMts+NYdApqw1nQka1ZsYHvb+uVVZV73iudOj6ibIi4da
Sz4ndUhrgQrXMq0DUCOSW2uHNdUyaJZLZ0rtVZq550YUZbuMQuONlVZY83WAN0yYbLrJcTDI9i6r
VXqijOSZJgImVbIzl0pq41K5pnWSOb3YRebsX0JV/tbA3WzZKyycusm+UpTJt06m4dPCiPxsxIrr
SMW9Dd3bMsMDe8hgDymN9dJ2gNL64gawyOXgpA8DH2s5RvzjxBFP1D2w3DOLs6TGbLBzz/uyRvFr
9h40C2okls0N7aLmLp8yJg1Ak0Fb0V6CiL8Gdr4HxPvAOrgrBhY1Rf3bIA++hlr8rPs06U0TWFUp
lL6wxim8DofiEkbvMcqqu7CF6FDRRThYSHwXTktUDY7ihZOmnfE1r5qudZs6L0C+5vmDoYUnY+Vi
rhJHz1o0X3qmRJdOFYMcLEwNq+v2blC48wmEAByX2rofqSpq3ngc0ECfpH5frsshT660FNvzwohO
XT3WbtU44k5vN3wEJ33OhuiVIuym66LnVLLLVGUsd1qVgTIC5w5VkE/nIwfD+4Yxdybfh62to1Cq
aY7zfHJjObDIoiNlr/ISb/cMQEwgeNoaAEVLQ3EGCnqoFMbFU29pJ5CpHAJ67VY6bOVyRulNznxB
XDZnmbD2jUqkyyhXlAXZDYqRsQvdJT1RzXwF4x7BahehrjehNDZL2wnHQ9Mb9pF6LVtEx6brqCoe
V3YpnhyLk7fTssuqoL6k64AwLL56kCCPt7ThmApJ3pPy/lVhsh2l4S3FlatOMNcGxqda+w4PxlR7
1rbJpuo86qipNlkcX2RBMZzMO+VStsNRFH7I8J/Ll8nauzm+a0XeLkWqim0yQWVHlEFjvCCoqUy2
HJNpsY0nSh1MDPtsqIcYphEIrs0sO4NF+VjCMVwlffmQl1CFiZu3nerMNfKPZ5G2LD+2qzRl99c1
oHA1IwsLK8Tz2Rnd5qCXnrUZa9x7Yjtot5rFDpn0/AFPm53RHrJFYrN3a33Tn6uaEknv6FfAgzZW
ZBpnwuOp6biYLpMvS2oel73i840U/QHylLjliJ7DoGWPFHgqAQ4UT03OtpPlHLwQArUFcjlmvzq2
s8hwKfTgrdFrJoCehoWa2kO/NOfzxbWi57JKHyIVAEOZQ+w4y0lOUZYu2bIgFxSBoGCbwzkL/Vuy
UsJpF+THMBn7qKkYBem301PYUC9NrFF7iqBsrOwKzFSr8aAj/h/mHh7BmB3johuaJ3nsvHZFr9ZJ
idKaoOfYV2G3U4PZboOQyVLRpxy7DibyPUjFJa3t8TQqON/mjYVeSruoB1DCwejdTi3x8oCQZlEL
114J7ABWNaL8RZIMXMYUkIUex923ntV/Qur6bxPc/4rJKpqOvy0GfU9WT2Xx2MaiIV398z/F7xLW
by/3Z8LqAlmg34iCGos1phr+lbA6VIPovCLFf0MsUAz6M2G1P80SZAvlLwMZgMTJcv9MWK1PaEcN
hCH469BONc1/krCSFr9LWPEJmLPeuZHP5BEZ9c8Ja12iOdOMpPns9Ml12mk2kYCrrV0neSJdr3iK
BUmjrKunLmHqKKXTs+Lodg+uWVWPqd6Oazr004YTzDkfEZMs36Lwwhrcg02CunDr6WhbxDtNWkhq
5B17fIw/V55H47YfLLGbLIIuRw/t0zFQ5Rk1WbHNCg5dIHKkQq19NaIr3NBKfLQ8QHZ5K3iXiVfL
e4753K2Y3OjsegVVMtvlHmnE1Kp2pRrOZeiP+HtWabWsACoupzI+JSamGRS4G4/WxAJgIIExUU4w
CXHup07DOZ89GSMklyI/E03ynE/iCegfNCr+Igj1ox2za2OZt/HL6b7N2LDbtL6RQXamQTlZWMkE
RXcg3u218iH2ScT7krbBBElqo0jC1pPtpivEN+AM/fTV9MMTuxjCE68Dvyic9AnsTbBs4/Im8vrD
UM0JniCnFj2ZMwWGeeNPnrz5JI2jUWz9mM9PYQ8UBeHNXuQivvC7qQM5XU7jaeh049Yde8JjApO3
zDYyEwKnwcOBDh4y7oyhcQaj/1ymNUmuO1xW9YPe8W5tVjxkPSmKrebDUHEV5r8q3ewBJfxNMUan
4dRVa7PgHzsODURVJxzePYy1Ob1BkgdNyugO8cje1uQxs3xAxBd+7N7KgrTU5Shum+yhJqJglmEc
TtqsEdz7QXfInI10VQIzWvdAcZboyNj0hM4xw+0xA2KlQY8515oeB4Q0eZ3LAOk4f0YJRjKYCXFo
U8B/lZdv+QciNYl7YFs9VAkgH3y940U9WcaZVWBrpBDxndNWaVeD1R6CgMMkKHt5NoRSnnluZIMW
mohmFq2Xm9cZodWTYej1lZjk3UzZNwVdxilgIrMWTxVsCHK48iZ2u+G8GoqHNqR5Cv5qaSXFDf3E
16TmNNVR17dogyY1xJu20dJ1YuZPzK48j5gWoFzO4pWwLY0+QDucFGVmU3Al9gliDrE8hrndEC2P
LAUz5vt2Rfpslg4xrHFFeFJsnbxMNyAK6aynnHR4F4jzUic1KE0Hj/M8dY5SJASloSfpYMIsQhoM
r6xxdh0EJwZ18dobec7GIH51RuOqz2hyK5mx7ETx6lSutshi7NJtEyx95eoFpsr2uAlBxhHqww6n
r3xIRPwwuVRS6DWWO9TJGq00D4/n2DasHY4a5SrUxujMnRyojaHjrrtoOiiHNUOHlFBDEFZkXhhx
LTrjrBrEcCHMtthObUtCnoJyrZwWLlnQmMsk4vBUFHqXOjDqlWPValX7ybSZJtLPIq7vuoENQY5u
tKp0Sgx1GcXPXRl8pQtYn0AueA19e/sW8BqeXNHOxqChr51Lj22R0r61d4vcXmUt5aQg4gJIP2uB
ovOOdUCdY06GuJLuGuPLQ0ZVa0cnXF/1GC6gcpiNC9r4uRfqMOTpqz9k/TFLiHlMm7jNromnhOCj
tQEkOkXjcCsjk7pfBrzYMpu71I+eGlN/9PU+o4dai22BCuSERAk2IGWrhZ1Sekjt0lz6jLVirIiC
FGakuUa1oC0Sn9CvQml6IvVE7lIqZqBdrWnnIyy+k2R+a9+virO8L5qnCvLBohfkW2EvD2/rxulI
rHnY8ALx2eKCZjKXWtqMO91gkRGfiB3O17gzMgi6pcX4zen4f3gIAjFpHqH9D1TMb2KRlt1jQRDy
13/+WjT/6/X+FYXQCCJqMBFhQZP4qWzuoKz4PnL8U9nc+oSQkcDgbYbufRTCbDpjM0yy4O7hIJJ7
Vyb/u7K5+Sb/+pcyay6bIw3j9UwCJGT974EKrhlmZVSI6bNWG19suNJNXFwljfE1y+fej2MBOMcQ
NgCPmYbgq7PyhWcJx93yKC3nwGyDWCatedZrBzHF1+HUb6IO09RCkbmLY1pO0FDJgDdumOyIdCCe
lfMJW0Z7GYw3Y5NeBao4MmO19+oRMptzSlZ1O7Ix4qqBq0gwIewI5sysLF/6lPJ8klTZwumCWxCH
N4DX1sLVdn3E8V/WDWKu0n01lH8hO+tswPTSN7zb0tNuiRQvwlzy7IA+ldlO+tquGfL7PE+eijIo
lpCTQ2CCFDfytHxpqOstaO3ia6RsSdmLhBvWY73ATOhE9cBQ+3J8KAvB7wzpPQh5DvMkr1Y8hk+R
MdzY3gyGN8BXk/avVN+Tp1rl0Uchw+v6FzZ/CzqVSq3ZXWuttksMgNC5d2yNIVrG1JrXGtwB22Yk
t+Kl2qZF02GrmyiF/KZN5kkwhq+ohK8zg6uiMW62CAKu7dCP+To3JXb3pb5BLMtnbsiz0xTzhrpD
Ttcn+RVdCMxucFcYxvrI74IH9JkZQLkUMB+6yXy2FKeblRi2d06Uk69DQTXPT2Ac5X79kmR8dAbw
MnCkuPl6NqWoITKpYjXciamtsQiYvqAQW4+6duFm+mmWhOUCTdG1pvSvyLYS7Jo52A3k2BThmmtD
urd6IM8159ZW4wuVHtCG4r4wUkxo2+IlqmuCRn9D/ABmz89fpryJVshkoQQQpC2yLCHDxN8EJG3C
EFsyfgkS62xMhgdHRpC6vPPMw9DIsbRXGbfbrJxuInDEuAq1FUeKJjASCHY23hKLqs6wsAuJjpP6
mgrdzuj1LzCNj6nh7B2vPGZ6dxVO8oDTwrWBbHWpyvwYTuONGWToa3CmEJlbUqy0UK912TIbk3Ax
WU3A/CCs+t507nofwhcA9J2e8j4xZpNmPKFkKjBuT5oX0IcnnKmnWpxe9UGIW4y99Kx4F3LnZd28
9H66S32mmZL8gOkBtyD0r2BYM3LQN2uvDWdnLmeRNN2295Aw1sZZ3GHGK2V4YSUBdVKR3INb3fLx
FoMzvppGu+1NbacTy+sVLN42uQ8r/UGRjPjKPJMquyJFoDqlKORpEnyasr8GlfG1C5x9BaZw/mjK
8W8LXXtNY/vEy7x9xfwoIaxxZgfx06gTH1nG6djnMD6VfZLp6S6wqus2HW505rKdJN+NNKYXmh0/
xVp1rZvDQ6n8177QLlRNam2ap8k4PSSlu0+d8QHh3AtCkVMFHmLxwyb/vcf4E6PtZ5Xo972Rnibt
RE4I5LM/Z2hkbsKJ4KV9LuYYIqyru8Qgp/Gxxsqr6KsaiN3wHppCWPVde4egbwV2bPPBp3ifJ847
NA1SeIEgbQwqoD9/ihwCdl03jc6nwCceToUG33K2udTWAKrOgqy8Sar8IafWV6HCKWmbmJGg3JH/
p3XP/zuVIOho/3BDflGj3Lw0T+Lxx6742y98O9xN6xNAG5PqM3MpM3nxLy2KQbOcMUioDvzsm+r6
zwqD+wnlG2WHWXFC+g+r8a8Kg/nJRJDM9DPvMbu0u//kbCeroY7xY0/cZLFQywAbQ+edgPc97kAI
XJ28COw5PbX+RMTsMz0eSidUD8tHqzTkF7NRNKUSCqtAnh6sADAvON3mwm9D/NjxOHpi2U/LACbX
PkPE/CVOpmnjyMk+65IEMHPMMXdnJGWL9zmSuVPHwwkmMLvsTJWteFURhVUtE4xIT512jvdVw1mn
6nMjSQC4CyUvGSDpDgNC9GML+ReXkzhZK0cyWT2Qr6eMxaxh9Wqfk67GurjTIQsYI2ZeSjScM/pQ
X/nOaN8wqjdtLS2levJmQB8LtbdoLe6GKu+uFLpfbExcZwcVwTybYmNal+2Ubxw3Ts9KWizMRV9S
B11Hg8eBShAwmcZNCMZoOQ/Kkw8DHuY4CR8DHy8NvUSCi5kqsTZOblh4PYcKOjEKwLVAFFpl3kmD
Y9bWSbtNYlDssNz4xLSyCzf6rMbyWsN4YxdHjrqUY5hvclRpwVxPV1+Kph/PioI5eMuS3YuvKnsr
sizfGZM5dwmgEOmjGp/oSuL7LvN6r432bTkV6j4NA2tJjo/TthGtVGydJ4R9W/jRxVWYl+ZhKv3q
M9Ob49pzpYttltbfRgLv1satMLVDiqtO4lrhtpe28thZA/0oJJ4D/Pk6uAhk/FXW+dpI8nKRE1bR
/MutpeZb6NC9Lvwq4z7e5tCKriyrom+AjnBbhbJfIWe4wIHQXplld+nhdKD1MHTj2lqqkYaPPtj7
ggOBaGCloNWf13I4RpUbIBXHIy6VT/hBX+P7IdZDmh4IwKoTfwSE3uVTvLHshJ6HM512/XBaa/FS
+3/UnUeS5EraXTdEPINwOIApAqEyMlLLmsAyK6uglQMONeI2uD2uhCdev2ZXv7+F9YBm/GctSmRF
AO6fuPeei4CpVZ+pDU8x0UmxravxeST1X4F30Ok1QEMD7HuH3jLsLaUjGy1f5BX+0e88/aK9vDhZ
qT+doNlmLBynFc9fBcVsqZydORIakuQqyrN6O3VfducDtQ/WiQ4xoVekixUXsl0PpaSbG2OPkBM7
OcQ9G7TyFayn7VyPxVkFk95kAYp72ft7P3dE2CaG/92aDLFrOqSTYZ96fgQQS98tk7hEoO+lX8MM
8Bbinxey9peSRa3LRk6xbwMDWFI/OIMdWjDAQ9hi86Fj53Blj8EPpdCdzz7h2flwstwc+cUl+ysZ
vPmcIjOFqALV25YMzCbkaDaWplVDEWxhRiK2KE5Om1lXVEBpOEO3cZXVIyStnWPWOs5N37Q3/eiL
+9koh7Dwuu+9oZ69kbRhhgH3tQ0Gp8RPEXLxu3zmYt1i8flA3Vpcs7rMH5igaZhCjhl5AkCCmFlM
lhdJiCcX/zI8U8gphfpYByFPKmVGAIyK6EnX2BRDnNziRZwhGqXvdlmZe0ze04vGvrvTTacfte2e
2efxWaVGVLc1KCME2LXzM6+yoxJpdpbJLF6KGrhiW94OPeHf+EXzUPkijZxp+l6DqgqTznRe3JmA
d6387AQpbeeQlRvCOHgLuszcwcdcI1OlTzEsCImebF8v1cGzeJsihN0eAU1Z+yIWQvfzRn0v0/ze
rV19l/WEmAfijCvlmC3DS+PZFRu+nGdyaImPy77qxfvwdHfjMlO98TKk37Kk36iIFE/LLL9y2wE1
rJbqCLxvfIE4XZ2xHRok0rEyslll7eK5LL47Y6Cus+QiTp3L9afKmyKqnXLaNqVMTkXm4QgpkOyF
PUQOxDw5se8Wk72B4eaOkRIAgbTkferaialTve7VQg5+OuXuDs87p2EQp9GCCHZfLQSksxqXW7Ny
Pin1ZFgip9q0jFv3CeKg04J5/BSMRvqwMB//ljXCZTKbDtbNiJnvto+zK5EU9+yHoFCXZZDtErGe
2axu4sBnYVpbMv2SBkg4awzyt8TNlhtP9epHUFTuj5mvjQCu4B6LFToDf5o/QT/4HwsQtlC5MaGN
5QpkhcT0pEuw5WTTljmTdVR+Uj5WXvY1DBbxBU3nRMZg1S+grsYH1njlC0ECa2jL9ZgqswgT9sr3
RjNa2QbQnd2H+SqRgrigLYJqO7Tzt8Wrn+NKkCGSr4az4Ri4Gbvi+5SaOBqyAcGF4UGkSUsilxev
sz/aFHH7Rht2/5IxrU34p8apSbZi4uzmorwgGeque6hXKQ3kHKXh7/vFEEffmI13Z2SCRPlRXMRE
tfckUGlgqSFA5d0zIIIFK+KowdDjkSltc203CJ56kZMYb2cVVAonGdW1k/fJtLFYsT23NZfUmNkc
AxmEy09t+pOPZHuMD5AR2hekuPRrVkPTX7Tpegmer2VwGJrY+Oh0ph9G21aPl23kA7nw/SOliI9D
oJabUmrG91USA5VD4I/MH8Zc4M63WG3W89iRl4K+u9278Vo8N8J6YbjLI6ZhqQTt7Fxlq5o/+DxS
LmDZNT8IGwPgh7fjZ8IvWqISKhIM0RkUaZ7YnJBjcsE5KOeuqPfIa330a9DXsBBsO99FhxSYWZTE
wWOeg9zMzZtOxQ+o2bmJm3ijB0IrWDQ8SzgZPzNFoQ+85dBjZSvdL98nOsr09oMYI9rzT9Nmluqx
ykwzQecdxMttVjbxNUp6Bgf5dBTW+OEj7KrCioNiY2cGKjLKxZPDeOSuSnqWDvMaAx5LPXi0uvno
xhhORqLhlbvx2e30PvB4R+HPRjbWiL2xJu6zsPQUUUY4Z7PkODYL1vw1IfHo/tctHs/+HiUwGkle
p4rDf+4eMT3Z9JAiuEuTuv9AdoZaT3PNxCQ8bPWKPKAim+eYurSzmUP1x3xH7YZgkj+k138upbc+
l52e+HDgmrWmFl/u4qZbaq+eG1RBcVEUaX1nndxmLR/dovB20GtgsmIJw3eo915qfXq5+RI4xACo
3q1vmCaLQ5J3nOpNPL+XcXYwl25v8166Bu2W3xDM7XFKspAPV1uYLxnfsUI4YCcnLqH6x5gvVCnr
hDnBbpO9GWcT8sQyT766vvjwDF/d2hWBOljurh2nqB/cFmE0s7L0Dhej/d6pC/wKEOVzIkvndkL+
cpDlgpdEzvAiplnsu3LIv481vfnYQwJZ8QU/T0mJeRS1h//TqUqHV9Xt5N5uKWebJiGlqtqk7EWA
Fd0uyRVEtQYc3N6dPHASQh7gVGTb3EjLu6RR6dXa2MQ89wMKUZLDbk2YBdU2W+kDPVsb4K1jvXW5
YQkbyXCBLN6r66TBzbR2a9gBWmIFPlrNM9bevtmgSoJ4ANo3aDnGM1Z/okEaB77WTe3IyFkrFQfH
QGBpxY9s1DJ/ZfqMb4+3Ylg7vII+Myzp+PExL0frZwGP8oAT8ORlDmRJIF+nsk1Yi+OPO+B4rI5K
tfq4as9+7Xyr2owUwhnwqAYdk5tJPJJV1/uhz/pvqz2F0JDeqA/HkmzQRLOnobzPk2BrZ6Q9KTEP
/VasAs+hN3oFb6kwKM7sBRfN78951iztNzVnxrZ1h32S1c3bNJSC52PJpiriwWdaZA5ZSBVFcCuf
skVAQh2fYLGgdNCFEnBoYbNtFXC/aWtPU1CFnRcYTwE7sBWZjQchylxqMJGEvxzYDg6YdPq5DQVW
ztdJwerufAeFp5AK2JaXaRMoWQHnCs0XxKAV+4wFtc+M+eBM/8UaesgTaQNaqnW8J9Yi8EFQeRYP
c+5Ue8OPvV1Srw3EP8ECbpGGwzdPYN3Y+oCplqxrwx4u51M5eQjvnLy65fyH1ptQyKEDN7drWWW3
IJEyVB6u+rAvLDLi7ovmp23060fRXIL2Ejnt5qZ7GvsGbw0Gm2mDNvLGEwPVHEmO9sZG+HUD3cRd
F4mhiDvJKVR1I5RWV3lNXhMsX3SILk0dFwi+IYcfYCoT8Y1PRx+7FJZZOpZy05DGgffBc6/jXr+3
jokvC8lIsQl05h5cMjKPumIhBuFL1reLzuzDnBIBTYwROfwE3QDAMcYri8v5qhvkui+Nyox8pN+n
yYC4aExy3eneN08xN9+2ipVzrPO0I2NBwDrPu9qAZKOrt35pXQJk/DXS4DG4Qawlar1qOfA/caGa
iqZl30+F9SqnEVIJDeuD2QWfFc9vaGOkQ7tH0MpQQWccmIKylV9pvjraonTGsoedeLlN/cTZpA3s
LVkYxmmUUds/rqmDAVNcMWEFtSmBygjxTQdfzpzAfWUGp6fgskmmxrUwB5rTQ0PHh+RqCq6C1MHP
FIvsyPNRbIiMGd74Qd8hk6FHHppXeORBCEt0+JCF+DHl6WlEf4RLcQJpte7INMabO7OLitE49176
E4Ao76TZyo3QNg1DMLpbL69eZ7/1rmehX4LesLeFbiEkVPF5TQtUaZOubpQjak6gEvILyuU4oi92
z97AWbWQ6ojg0Hxu7YyWi6YCm5hdkxrnxVSHyALrug0Nqt5+ZUArAC5ktVWfOrsk97IAwFK7j2qt
jJ0RN+uedNH3MU79Nw7C4jBlxbcarl26CdwcmFueWcYLQtt127J93fPVs9C0e3aocfE0jXSIHG2E
H+fBQK9AQx8Cxqsfmjg25hD01VCEk2WWoKCSGAaCCaQIgnccWbHM9/zGbrsG8yPeuu9k0w1Ragyw
2Opco9Nq47vOc+l3Ou/FyeqgCT03zo9gB/RnPlqAXazBxWjdOVv8t7skyNtwtGfjxvPG4MEO8OmA
aPLPHY2Rr4dzVlTlrcvU5sRqUe66RcudHEDfucoPJ69r2Y7THTn9cv49nDhwKTC74Sbogu+59iXF
D4LnCpv4bNh42Do7KmQH09PvnrVrPCoD6ZzduR1XUP8+DHI60FTyvLp8HThzsZCPpJGAg7/QebiQ
puQmtixxNbrLemvN5bdVoCnwHHSTw0gDSvNibnTVUzln6KAVzFb6ZYSy9J1+tieVA2EfJoINwxWb
jORqn0myd9yFgoeVGQUIf/vYWx/ZoC5ALvtb7oLAqyd2SszKo3bEIxswV9ry7TlUxCVpHmM1sCbt
Crix672l68fO6o5dy0NmML7Hc45duxNWu7MScc19C8c2fizsTwJVRmSMwEz7WWWfc+LrkDHXVTl6
3xC4nwbK9c6yyv2kuIybwnrkruhvdanbq8qDzGTWNj3WJE5xbK9HL65xaECbInhyN6rhrquD7YJx
okLWBhJ6JNtzkiyAYDq2sKmPKfM+1i9o13jc3HslBWKbOF52wdQukcz71ylw9W1fQJ+rM/8tEJwq
dZPvi1ivm7yIzwX1+AE2LaTWFXexU/XPU5XvHJVfN5X6aoHKbM3GpVPl37VHzLNega18Azmu4LJ7
T0OMi9IlW3DHCTPs0XWONyXzAtywgLFE1x9p0VWBHH6JYqFACItE7hqA4zAGh2WL5Pg+UPDOEBFY
n7Rvn9LzYddPlX1sSwcqGi6yootjfLvuRlBGbys0wRsC6Gp0KeYcAiB3N+kMXMzgeg7HxDxaF2Vf
k5rZCTr3bdFaoRMkF1JqxfAP33GUCxzqLR4R5AT5M3GIN2aPncBXGu95x4gnGBUtvSQ2cR2r9Htm
IndiFTe4H4mTBZsirR9be/4gPYUUpipQYVFXfEbJSth0O7OAypliqEERZoSVtcVTx4TCeLBld5V0
CDfgbRWbhrTApGSiZxZ2FuXYciEndgfZNODiXPPd4uK5FZV/Nimsg3GJ8sHqNoVZnIDtvmriHA4I
brKddFV2bfnAvoTeTpwoN3YsXfPynNQHZ+YpB98b7JfBv6fwMLeSLSlHP7RWLDPQ2QPSHx2OkYYG
U/OC4sbQP0kq83/4S4qKopGA7Re0QIlPAt8IXrwx/eW26xxyLHk5qaeyfadrI0qD4cEd1Uauml0Q
SqWHapjhS5VvwA+642pXF5WLj7fBujaN9l7Wcq9A2v7044vnHP5eu+L9ppzIRhqMtRLOZmVggcsg
U3tDircBjDxaIJzjHuEi2Nmv2zH97nEphtrhc/Moyd6sig9+7BMsAi42R3IHmjk/2UO/E21J3DLA
580wYzhBjky4M9nHXl0/iaJK97OYT33S+1wcZK6vi/PRFZAm4+Hair8hcWkQ/2c/SsS0G+PyBOIk
NnwUU5ZqqdGRTA0nV0svUr5TnNZU3s8jX1cwqW3cp5ROFeC6YV23qddy1RZ5QssJRD7eZbJ6ygCk
W0VpcwzR97F7BKk9Q2hGTBIszrNMnZ/k9bNzWyzAl6nr7IxUqmutG+Pa77+Z3fhmwIIOsMxHruq+
vK4ed23PqlDTC27tNccgP7X4OyEMfHLPYqdwi80Ed+FQ1PP7vHptlA5zHanuhxI2lqT5hiF06BXl
d9TJbzBaZUh0DpdvhbEzV0l+zqZ0vbY6231aEw53QwieFvFq6PwDhxByIHxw1QrTmvVW0RB4tnTm
fD0t/RzpfC53zL8pW9jFeyMeGvM0aS6TuQfoWqDVXpGxVSh5U71sg7QgQHpouaYne93ZrjTfM3YN
Pvy3rW7j/uAQtDAbP3ry/Xn+u/mOLdx2stTeLn4u64s230dsoeT801iVdVQ5oFTceue3JQXkUOd3
coVSqxFChnKoRkZY6Wufl8YxMWBk+Ou1x2n+ZBoCpJpjlF+pxnqL0t688my13jPOdKLcGKA2mAoc
dWvUV5Sj8fXEm5UZuEfy+GYw5MROtMvOpZcgZOzn5wkQ7uDicktwGLjEsZBbZwBwtOI3VEQHMqj6
bbMSTiSKvDzz8c87Q7uHWAt+0Catn1Qwc1K1Ur9pcHXBuLOXeatKTyKprkZ0YXEeLcJSj6JimDb5
9lVirceCN3FPSfJdsqaOi+RkIrfSevyq4+aGaMwYc27/FbCHsRskkiX7dqNJ9mWQ8ImtQLNseKiB
JBYO+HWOPJCY7fUK0Rf5f1np7FbP3Gvy8U7p7OptY7XidaFQCjt/Iidhgjrbp70Km9VczwnxIgcQ
n+2Odqqk0G77exs80TFjY9CFogS9OcuBq9sXP0CMbxamK9Y8fyeqFC1JK+b3gpedBiTfrNPjkgD2
y3gIm3Ao95qcPivPcK1ifMCqn3nvLQEkXEc7DzXGVTKlyxnYa7JriQ0aK+jiuGnMhYkKY3Gb+pfn
Xd/pixg+yB+VzlcSFJPqWz9kpzw2mH1ND3pwu8iJJ25l1T/XVE3ZQt2sVDdiE/K8q3lkbVH7inF/
5n2fS7zagF9Qw/cGqYWde1KSm4ohmDqJpd4mk15C2Vyc1R4vAtoNcg1LqNfOmDVNaHqrNLkZ60Zs
8CZObihXe9GhHr3Guoz/2vO8KuiO5rgyNyFzohmZzkHV7c8MSH82sJY3Rtxx8FpUftu1t3rQp6Yk
6cMwiNLhmiRWK2F1PqiIYu3J04ZzIHihOxgGLtOwtah7hOUj6kunIZSqCc59N+oU90XAe127KSdr
jpivs3Lv2Zu5p8FCB5uGcuo4ermsMETIFEWyp+tzbDUcTNxB0Du7wd/nC62z1RULygcruMuZvX8a
ZtdQ3fm9sTGbCoVpRxhIuDbmh2j0tVHJKMYaQXSyk77a7mBHSGwddMmd3o2iI+9vDmJcAPwVizU+
DtzLP/hyO9wQ/oQLxx+TsCpy89Uoe7JjqG3aMI7L9EfTpWCjNRMxX2so03yQ391emNdp6ZkfKlvl
XtbD9NZ4M1YQZs8bqL7k6hdteZVivdcd7ibGoZnzbqPoQkttu/tcUWhqDsLbOMhIsxiglxQBtC26
m8/R7ElZDOgTIjcg1WLRTvoyAPMsyFQa15u6q4pzOVwAwjMSnNxyszP4iPZNe2twNRlVvGM61VPV
lkPk9LF9JlpKRdVafySduoNw10cpfouwdzvjmJLUf8MDoUlYYZ/AF2biNARlcILf4b7bzYIaNEW4
8ALkLb/SlbCYM8Xidml1k1wCMEwIOas4uYW1PuJNyq5lac3UHfWwcNXaya1XUg+jC5P7oUR7bHjK
fwXVqr5Gt0eUifhr18Ry2RKss+7GNReh5WiuxWmNKvKaHgTpxkfbbhHZ2u5yHRBhc2qyNf5SNqMT
ZkA1BhHmiErwVFf11+QxyBYITaN27Z8HwzI5blC0f2mCkMAdWfGeUalzarCS9oXx4RFEQGckh4Nd
mfq+B2Ec+evMTq7Oyv1c5PlG9oCZemKBuMIoLooeQgQA1KXArzJv+pG6iBqvs+O7LB6ng2lb4mQl
2tsss1tTIXjl95YP4GqtWb0yYhhmQpEamCiML8FFz+b2fwheZFX5TG/XnJSRagxqFNm9y1wTS6CT
JAB2DLKXU4xXf4lX/I+kmP/dYj+QQP5LoYVWWU0AyK9Si99/y1+kFobrENNxCZEFSMVOgavjr3YO
w/V/w01swVVAiwHI45Iy8IfaQv5mWqS/8qtdAr/Ni1zyr2oL6zdSDfn1kH0JhSXO8T8RWzjeJcLu
b0JKSjkiA6UdkCHiBJewxD+JhRK2HJLROl4wKgsQtDa1MNluLPq4jKWf7ny0Q7eyMbGEVXqeXiuk
wyc3iTntGXXm8UEwoHxJCx9nXZ/19YqQuCxsLk4LgUBVXf4jPQm9MBObXY7qzmXzVhqsHTuWTxhV
82+5sTIRrEpPO3vfY+QYCq8y5yie3Oq0eL79IWbNbecGC0pIZ/VSjfyQ/IAIvYcNB2MpIOMGeZwS
XpXp9jZgv9dsljZpBN6pWe0xXDNSR9WeMDq2VxK8CDsbCVQyqstJ6ivx6Y/jzIvSILLYaSkLEgZh
KhnhaC5ltxkIJYfVEhOywODRXcgD9nsIa9DGArDSjqQto5TzvuN6IGTImKZ1h3yRl9aicbwXyRz/
FFonz7E79c/KafjnBIzZXpVO0gd7tmcr7AbG5NqxK3Yt7H0Jwy3i+jbnPkeGr0bAZf5QpeXGnrPY
P7aJN38ozsrXRgj5LbvsytjRpDNIqkC2ZJRRj+ioDWxciAQoOhtrMfDRck+jMkvihwmlymuT6LII
07wonyrMFlVkEsWEEg7vAbZqx7/p0kQZG2fwg7esNMf7crDZgQTJWO3b1rQgdVUy2SWA69tQN7a+
UmNJL2kHtWFFcYEmYrsCpurOwjd8/JWOoqTrA+Qe4Swc9ehbPct50Or1R5z7dn9t55SvUVIm/IHJ
FIifSG7w8XfEPRITyL/V3+aegPOEHKJbIg9RBKqBlUH7bnGT+t6x4uYw8mXim5AmOsl8nDorVDXL
xY2PHuCHmTTZGyuVJN8vS4a3fAV/MKDBBJNEUV5y38dlTUva9yMt1OoIowtN9oPxjvcIgWmsSEGL
6t5k7LwOq+udUtVoHyEp8paP2tJGdkW80Pyz8sVsoCVEzRTm/lpXRGG0rbHDzB/cY3qkc7Ud24q0
MHCmlEOZXFmiNPOjjFX8OIy6iftIzLi/n32RuN1nHzQyPy0kaT1aLelPrzUC6TnyMkkEJYDFllGo
YnCkqyIZmDyxJQ9N7JPswEoM6g/0GHAcMB/XfrcxJeFwB/wFyc0IhX5CDYvBPiT63kv3NfOF/Hpi
m3C2GhtTw2SaaYESZcAKYusGn2jQJutwF9NlMyB27QHiodmPhHAJObPjk03KBAI5Zk7Qd5eziqmX
3NJXY+I6zcE0GgY0BXZ65iuWS1eCSnq87pvSIN7A6NABE2eXE4trty0ttkSZwg8ozXs8OOz/AtIp
t8RsucMRc37/JPvE8MKhGoKvekKDHuUBV2451cVtkDEHCgn9I5VcsKH4EPDRydKg42dPlEw3nj26
xILE6fxE2BV7EGpAkiXN2FtRLRI9zNhhJrCR47Fr35Vjrd3G9nv5HkPwyDdMh5aP0i7jN6I7kx+d
JZqfhIVpB2mHu4qNLVl5bHGRTea+YyuHSSrw0msXtY86+U5cfJFDU/Pp5et0a9k5fFuo9BWBj8Qi
UlTXBNxtPGP1P92aRczGSTzc8nVP935MfEffd4GkbQ1yq4JD72asczB0DVS6A5ULsR1t+9SCR4m3
DDtOxTBZazSyi1rRz9quu+/XrBTbIUtY0S+pR44eSTJ628EYunHtBk1S2QG9CBds9WIbJL43oNDw
YgaPRB5dTYUGuMY6CGknh9sm4wgkAoLO4NvkTPxaX6jO2CzmTA+4uNMZqQYBjOzqTZAdLqs3pPNp
Qlxa3H4r/H78ppt6Bk64KqLJyg5hejwGWkdm7uIZa6YyJQ7dr0iYCWqbqdKCP77b+0otRaiavHu1
+4voXtYrChTDvHUq53Lm5Eou0VLagid/7okB1ElJdUXW5WU0sHgzLmWLmWfIBt766SLmI32tmlw3
ivm67odgcb9lZbxsbZ8EAK/2N8GF38jhWS27iQhe1u/jMj6Jga4s1L0UjzZ/4HgwZ3ceQiJ79Gem
pZ1uisoIPiGkE/sI8cvON0GG0yhE8cC7udJK0xxlHXk3Y8wUZlxl8TIOHhMlZ82oGVuu8XNcpUmJ
ZbHSj6Tf2F4Y5yLRRPzE1Zskm8o49ohzD4W1DOneSMeMXEljIrZuYH5FQKsc0ydjucjDJWrqsIL/
CCielFT/XuQsXI1qaR+SuoKZECP3R6czSjqDhp4IV2QAYuYvuuX/qDj8pwrcXwOr/hunXHmmj3wL
L80/z7k6f5Qfywd+YZWV//t//i+W+vw3BEkfXx84eA4fn0318VcTcf9r1fl//+y/OXgEIhYbtw3B
4ubf+4gR12JYBZjoiN+lvH9V+V7MwiZxWFDefw/LQrX9Nx8x1yV/IuXWhbJEIfsfOHgusVZ/Kzt/
r3YtcYlzlzbwDygL/P+/xF4tQaFKuzbVsySm2O3MUyUuS0ZC5syLLkTuiqrd583yb2gvlvVnWTq/
17rInlHHk4Lu/zktm6xnuxsGZ3gmdWGrkJgMQjxnQcGEiYsdWvDWmHDPLut47hImUtnIDYrQlgUJ
HkEcPXtuFJRH/RVpyrtLOlVOFmWatYfaHh9yVteUD1FitkeyCu6m5pNcuj0hXwRTuvdVWTw17Wfq
9zvZVdeiAc1QySfIKudAYgQI3HVbzJDFaxkN67x3cvnuUfKFwGOezAHloNOZigVN/pmKdm/25U2w
Esojsg/W5Po4Kp/ozHKbqPYd0+EzMMuj0w1IirKvFHsIqKd7qeaHUeqCKVAbbHLl30yl95Sp5eHy
R7J8ByzIj8JZcSyUfzsFYxzWdpzuBHPIixh2Hviwip4a2Y1mbVwh1o0GItO2lMDXNeGpS0tCUz3V
h9rIv9JU5ztMlWLvTe1bEMfb1lm/zQsunj410h2Xwo5qZmtL5/liNp4FkUyeQ8mJZPJGd6gP0Cey
1kRkRwfDKkZG9PlXLTVHLSp2EnjPoWojaN6izIp+efWocpekqX/1UgSo2v/8nNqmZ5LQhl+IPuny
OP3ynHZ9R9MDN/cZmzaLYPeUuv0u6JZtl7n3S6xzFNLTrZ1nTyNKxDQotwLaF2I32FNwfNP2sR0I
LV9mXDRZ/5aU80tJjNrQtPvUcA92PEQ5pJPUGiM3EwdswveYo/eXzOWlc1BZNSRoy+4ONdFL1XPX
pHztubx2XPVmQcJzJqKsEwTEdY2GAIvl5dtZeYqbJo8wORMIZ+kH07084L6zzYj2xHw7bsrS3UOK
iURafiNAMWSwed312GxGo/rG+plej6WbRdmnl/YdkPvVOhbUSe5BO8l9IKu7yvau83K+TZz5Fqbz
Y5DEUVkaJ0qyZ5ijB3Itny/hixarAbTidx6vyZyKG/q2nSfm85h8h6gWyaq6S1p+VjYdMCyjzuIJ
sYadU1bQn/QVD+g1Ccv/Nl7+H5wDtkWCo+c6tgAb+acvdiyUqqgTacXM4AnN9lNuYmMt/d2iSSky
8a9PFo7h2d22Q34ephbPePMQj/tG1JsYtV9OyaG6HLlRwPaSsW6OvqK1zy2r86lu72RsPIlFR1np
Xbdrd9SOjMySLtGw5pPquuPvcV249au5Pi7Y7QZv2vbt8BpzEvYxeitH7Gvet9xbThnqhVY2e5ao
V/FMQrnKP2MSl6ZRCgKQc4LnpheFKLvVDj/RjHG32kqGXsUw7DDG7R02ojb+PIK8dsyIWegS5zZf
Pvr2bhzrw+LqcxuMGyz9vMPF1uMUaoZ6M7T9OXHG28pBOYBJuPLmE2sILH79LremcxXYewLI1s2A
UIoQFyR/edQ0wU3avQjEYjH88ab4IsmUMAPcfrMXmv53ZfNPsHHeK3Wl+/bQu81dfokkwAR5bB1O
fgbe//pNdrhk/8ubDJfQIqsTk8p/ARPieKqkm7X9M5/1WQ8cKYlLpDZVkagPXbfcBhNknDi5xzR+
13rB1sjbPYLTyJj5GHk42rp5x4y/DUTGspDQoZaMCdb9OyXEgWUrktbixq90NDf6tffro42urouz
75e3xOa9Zb29U3LcxEtwlI1/o4J/B/H6R/9Gx+RS90n+BlN6Mdb8cloJpI8encDwnDLsJw+p3U+2
jha2nYhv8n9zNlr/6Gx0GFARO+IKF8fO3/9to8FatZ24SkUzXJEasPNCL3IQ1HrJaejcZzINccy5
1+Szb2YKT1Mz4bWQxGD5q7f/+uu9xK/83deL3ezyDwapa7lwD/1LwfHLP92B8+s50zg9T+g9yWU+
GoEdlpdLtavl9ejDnm6pMkqxV544jG17mAaXCAB3V/E+IWgkKlne5INzM5AcxHl9lWrvmk7zDdXP
HbDGU8eJao/1sQn0mZHKHZjou8xVr2JNTkiwN3VmPwN9eLhs9RB06tdK5zcOuU2qdK5Vx+AYEWdV
dXv6X3T6GqmrSzB39qPn1rblfItU8tRRAlV+/UgmBRmARNiGSKtR08bLC1O0Oezi9j0hUVPwC0Kj
5Jy3DYL25PXspCfUBtO/+ZIvT8yvdZrjShvkLZkz2LBc788Yo9ZCs5WmfKxI+A6KW9yhi/z9q/t/
UPf/0+7g8nf9f5ZnC46cAS1P6T+v9J8yOD7G9Y9++PF3dfxff+cfdbzt/UYILQ5K3/VpnC9Gyj8C
bG3xG0Ni6GTB7w79C2v1jzre8H9jbBRQxhNQbILGvAyx/yjkjeA3If9CjIEl4jv/YSXvycuI+G/P
iPQxY/HuQYUkYYgfUvJX/frqCRvZ+ui0LHKwcL/6tWA9lzEl/lmWWhKfQfwMAlZBkB+q12C3JKSr
zgbJNnmL7Ttrydxqc8APMfk0xxX98Ctx+OgFEXhALW98k+y4OCXkduifAnDTP0djKQQWGxx3VluX
AGbTEmQEhXJ6N+Qqvsok3lPc4zYZiEG9nmuNf4ncxT69azyYiqL25HeZx9WNNrS9qYQotqzxoXNp
tSGNXYelEOredcqZUQHJzJP+P+ydV4/cSLbnv8riPi976c3LPtAzbVm5F6KkUiW9959+f6zunlFr
7vTcxgKLWeBC6IaUlZVJBiNOnDjnb5A6oR4gPFWWUr9oM1cRY/jKuxsLAZRWwUeEm77xyjrFceeV
q7JdsTLQX1OYut/fr6UHWh/bnaIh7yXOUHKLRNzuV+pAzrJM6X1ttMJT2y9iROKW86nmqKhefBvh
1XTlrXYx49jAKhr1aTMMaiNiNyHmN0rcXA3qAN8o7fZJaZAKEtlgXHpOIDqhjQGrhsB+zqaMrqaa
5aufLWCZNkOGpFGk8sOWd/oJ8H75NNBx/5xqdfyZAv7uj4bmITreOtjGOzlutrOpIthHqQn4lXqD
JFBq1egBKkAiBIth6N40pPWmXg4Un8vOnqqq/SjJMBGEXo6fUKMvKbKLqRiu3Q15AGnifBCLbQ6o
Z85BOZaT+iEGEHU355CicNJVoA6QMPYfm9LUvuCdaIQ9pbu7ZJn6J0mKhY8TwILQ2Horyqdb5cGz
USIR1CeEqQUMMPz8BsjtF02f1dd0zTQZDrnSXxdd87Hfsz6LiohnEhgTkj91vlLZQYhnxJUTGEF5
p4ro8Jr5qkX09+TPqijld8syxp/nMVdGW19Bot04kricqFFfi0cAhNLkY1OSXJY0M89omtefltsg
fmqTZH2Gx6TfiRNkqM7kLWquUt3ZkBUYqaSil7pz3ekcePUsCeRZoKYRdDMDtVhBHGXb5KyCTu11
6aZntqZrmjW9u5LDeRSclZdkl84rEhzZQSii0dL3rIfK0pFibHNxgBxTNp8R2OSsWwjrGYus212Z
j7cv224NMu+yhfLA2oR4kXuIB+dnEv78rCCxdF9IJOJriuaotA1poCboaw4avvW7nd7xhiJs0Je9
eS6sBKXlrBJdfKc5UsxG9ajHdeOv8ijesa92d4msgXKmocAhrvtk7aozdFbWsyKv5dsuV3jRhzU5
xyQ7r3ALUKPK0eGjlCyGaZ7Sll6xobBXRf1QrClly03AIHwuhlvm3IoOAAhdixFXCrGr4av2y6Xd
5UqleFqovs2jasvGbUEmLx2Mu9tM8wKZoFx9tVqZKSw3TJ0ailW1SKILgWR02nI969sgevGMX06H
bEEPvuD2gJuBl+FNVBroISDGQyUS8VF3KMrAop44FoU7NXwsAq1HU381pGt+C7RkcNJpDCnawyU+
ZtuLgKYFCEKQfm32kClBXT71GWLO8TNUVl0hrUZZtQ8r0mekwhwQBpOA0vBLtTy3uGovZSTX12yB
1ZKEYM2z9LhD6EZLcqf5fpKPVnoBMLwQlhq7aE4VQBVYVy9UMLpbjlhJ5ycsoSG9jo2PsudtRTOx
GadL3dRugsxgDF8zjfLSB25RyUfD6B9uXxvk+0cYUw/K7FY1tDnOrCiOiPCUNLsx3LT0Y+ubKYeA
CZyxMO0EBcwmjlLuDNpuLb3E4Ps7Y0U1xPCRjDCTj3H3VSm+SMoSwCywmym6SZyc4wI0WL23k8Zg
VMfXJetBhSJppclIusHum7XD1FLaLvQXvZKQxnxItbdloetBAi9Lae+0D2Z+wERo/NJhDhnpqgDh
VM1lwR3mWQQ9nwwfFT2GULq2TqFB/rWUg2JKJ2EqU0cGgVypDcCYXHhKxAkIKMTXBdkU5Jvwy1GB
kQsAgKnnVt2Tkmpe3+r3mkzZG67ENxn90XVTLxsOTPMwnItO/1DKJlDbavlkadNpLDa3Z8uTM6xU
zFQ9G0WzwFkhyUtl5W2b50/AeL8pyeDm2kOlm59zzaodQXlqlNVVUvNDm76IvLtvz0QQh2NhiwPI
eF1jYGbVeR9FY8ZdZOicdsZPam6P7Ua3dOg5lJUUp9GYQnb6kBfXCfOmkk6PGZdhv4HzQTeCxhIS
4KaXzAbiKZFEV3IJi/Z70wkIRX2NlREipXK6CdqhwdrStDa7WCR29APURCYJZKl8Ki+p9LVJU7eA
dB0L+Qk0SMqR7zXRVg+vHW+bv6IbjV7b2ZAhwJePKLtv1VFVv26j5OnaA8p1iHU6jfl51dJAmhdn
lJgGyWZRFFu69aRtc3WYYf3JtiGvHVjIVGMVUfTQ2i40zDJlzDMF4xC1vbRWed/B0YjN9TKgHZPK
2TnbrK+yDhJ7/FyKaeuMKGHPmBU6mWHI3q0yHgtQzWb8NSsPY3WX1y4tb2c1v0KDETtXpmppKqd6
9qfsGzSiU1peJ+Wpys5m4pXVp7KHBg4yCPYKDMJrOx7M+MQsDHEKLL9maed0kKo5d1ZviSHZNaic
bj7o3QNNWme0/EKhNYiWMlDpV23Q/Io6HkQ/KftQap9u0GOhVJmQOKzyaMSPqXIClGI3ig8ldNc6
g2mm9g7eY+IXKxPXz6UeX4G02lp1QlfULgZP2z6mnS3X7g4DTta7DlFFE9q95aLuExg3fJwo+YAW
Hem1wHpbsL7CpQxPvOW7EL+NdbTFb+3wUW8iWfzajsexfUrVDyjkTVuYANulTQQkzwYaVA+0mT8p
z6t0h0AZ/ZKIwxAR88mEMFAexD5EYCdrjqX4sBZPgzh/ydG457GpEVSGSR+Ceftu5UdhF/N1t94r
tO9xdgDxZJO6hHL2AGYAI3jFwedZFtpTBltTb0nToFvnux68YJdcd+ZhssTupsqrrYn0WCjDoN8t
W5+VOTQQnl3zSO8vw3KYCFUb9RMAiAlqkQhDarE3yLPdFJe6PG+EXKpV4vg2jx/wn4QqEpQ1/XD8
dkKpCOcZ4Qekf2rgzzNcJWykHKFARa10q27XoTQCQcB1BU18OtBmexD17wlAWbE1ApOLrdeebe1J
6+7yG/IO7YBcFdwzBUBZVl3yefAKWNLz4tI3dtMWul4ze8b0tNU4DTSeVCT3G4o0tJiM0UvHsET4
+MZNIMKXRaOUoblN2cZnmlUAGPv8WpCPzZtsz3P1UaTCB/ZiSBFOIi2kXQdi37UmT6jQjWBgVmYo
PPJlvBaAG2PhXofwst1zXPf61Ee1DzjmW9E8t2oob7Cqb6Gon+Xkpc2+bDlEOv1fVAQk5Y9n1/dz
CWcwUC34/aqWuR+PfjyX0LRqbopUF8eljpmxGZohrmqacuGmVsvcwjhlbahtD9W1U1fI5Y0hTl9w
s7McTVz0Ewj/hk69guxjJU2fGtkyA2Mdxk9als5oFgLVi5tC/pgTS9AqRuNO0OVHPvlGGxUyFupR
Un0dxrQLh6pXD8kszq6CTIPdd9kadEBPIQ4X0xH2wupCov1iDo9dLR+akjW47ckakMBuHmCt6hdD
Kl/Tfnk005hYTMheq9ZNsgCZi07pn2vGvjYqwx2NpgF6u5yqJEfPAb5zTGJiL/0UKvQpLRGyGSri
hfxm9NsQAOeBaCyP23xJGqH2RSgiQPdv+yo/C+V41mtPX7+s4rPcvMo5vWvJPA/lw20FmdMhuF3I
PMmc4qfWjB7xUMPUSk6eipjcv7kWRXWWO2BlwF1wX72hYDBCNlmtKoss9hAd5r0/Vc9Y4NkGCo7e
sBISqYH3r1t6AXhxt6ovZTJELLV7EHhTH45VJCTrR2me/b7Mg30yjZMeTHkVNiITqR2Om2k8SsiO
FRuS3wk7YPZUw7yZtvhLUjdHZXmQ2jd9Q4XbdI36OTZ90SABBcj1a0/zn/q7SBzOfzgbm7qFngjH
b0XCApqTwc99rk3UuqLT2umYGfNHa9ogVzUFFbHxC/nmds7hogdbtaTe3N+gY4pUxMk1RP/WqPmv
pZy/VGd5InGsy5/tgH6snvzvf1pk+cO7gu/1bnvV//xR/4aVGMsAJmf8aSXm8XuVv+S/ewn1/8tN
0SwfB/qs97uF0h9Mvf72cb+XZ5BexjuLCplBR5PK49/LM8ov72VRSIIaBZgfyjOy9gt4PxEXXZx/
TJ26yd+qM/wIESVmmkxhRsfR9y+1Welp/mECCuA/Dep3qrhPzB/qoSRCqpFOmXLOovTYHvqLcBVC
MmqXg6Z5lg/7P9WLedE9A1qO3zuI6B2kx46z3TW+Ty+TH3vVef24hmyRfullV0LeQXY6tz9kp/yl
iHaeigWl1G4iNRiPmYcSjq87kh87uSu7uqcfpij3plB1Rv6+uHLQuPlDfECQP1iOiEY4bdgeIUc7
6DsdFTeJhJAN1pXCNOwiZKJ9MVAPbZAHMAs8wa9D/dA83g6KK7n5pQ/SxcYJ3G2ixm986rgXYEy1
LfmKO4SqK+ANjNS5bZ7ysxG2F/lgXPWgvaznxNUj1d0OxSWNprDxSXODwke2MCQdO9T38Z1wKR7z
g3Wpz2XYHoYQvxKHPCpKHFizZy0wnDgygUuBnj2jro+uxEyMsfPn+I4Cgr18LQ9DpHoo8/Kxit/b
3yOvd2P/KbUtRwp0N/VkL37THcbVb0L9/TJUTwr5BLcN0N4L0ZSIet8T70BsH0h7Axp4DvYA4RhU
buLPPlQnD6H/4+hKQRfqn4ENu6WvOJi/H/ITlBTfCKAkBPNdFU781vxQ3ic+KKH7EUR2ZPrJPVYq
Th6QyMJIC9B7dKpgdScHEXs7OySH7GD6ypt0yO9QCP5mfRnCmuvo3c4en5ybM7uDbTiTpx360+zr
1zpS/dievDxoQiwf3SQcT8Z9fF1Pq9u6oi+6ilPZratfswfxVL5uH8jFSD5uu74+FE6nu4hu52kX
5QLIP8ofm+fKa6PlTfQHR4sMF2yin97BDA44UgawoL3Bk7zcz87qGTp2ECtRAt5RtdNH486IOLEx
2mmgOMh753fVIXXh9wapK37EDOqA9t5HISrd1eUM6Zre8C3l7+zDofpQHpVoDNnIVskxL+qDdMdM
DGIv9QuvZZ2IvPY6Hotn6S79yvrhndm9EUHkYK85qIHgp1eY/ufsJB+KEyayR/MhOxusgO6Eo/Wh
OqjH/l/YgCvGH+uwf1/qP9Vf53qUa71upTPmJB5IycUf3MaNHbZK27AbrqFz394QTPQNVmURNdHm
qp7ogZp3hSclQjbHK18ouDmFA+7HHXxEBBzRye0PqZv6ow2l1pFxOrHTUHK7iBXm56EUguzKvqWe
4TGLHACajuQqvuFTQOF5K8zy4ajeDmWQOwt/BhthYbcMlrC+145SSNvevQW3IA3S71ggoDym4Vn1
fftaPk/hcMyD/NlEHThMg/WKnTazn4rodHwQHMMRPqhux2tDGH9OfD0qjniROrFbP5ufb2c5ki63
9GQyl876lQkZQVB/2h60B8Pr/elgnEsjvEXT4XYqjtsl9uHsXbVAqe9M3g0L1MEB5LwEOIIwvZd9
PfiTY9oSr79RGnZePhf2t4qogD65zaHB7T3xAAXCfn3L+P3ZZU3y3tgxncxZ7dLlk7w+0g7zKQun
ICOwgqsNBx/ihT9FRWNL7uxxxnRSv1LtNbSYj8Lx9pEZ5zbOCxSrKHXwNrX3i3slhp/UgIdyFo7V
CSaDCyXTqb3xaN2hUMG/8svmg+L2zAcVtbPAYjrIgRxoLkUZF9sTr/AqB/XSSLiuh/17i/P69YbI
mw36DXyZk3m1n3gsgagNa08NSPG8xc1tKNFud6F65aIc4HUuckqOdMQxxMGNzs/92Z7tzl+Dka2m
9zhf2aP9dmNHmFyivr24VaS5lsvxwooy3tWG4gMaB47xZHymrMb0Sz91fDqNsUhgBxKYxhm3ZjqG
Gz8YEeBvWw6EEAtWNzk0zzd3dH5owdz9I+KDrOyP54a/r6OfMEmzkea0bE3x3Hr6eWMr46Qa4Cbl
tmFJlYRn0rmb37ng/lyMhfhq45TwJGjfMzgzrwruI2wNH3ET/poyGh8wbPFXr7RfK6dyqHnZiQMp
hJHEAjcoDjCuj/BEWXKQKLlXDlju4n4xA/JZn63ZRvHAv3k9uyJygj5qCPu02TdJfuByondQ9vcm
flsPJL+LzENMoOp8k1AeewVLWPwyHopo/0B0YJhjolNeFh+FHCchaLZez58R5ZCjGYwehgXO/hIz
6GWfz32oufAcebxdlD8gexq1Xh1aTAmZr8mi2Vm42f3DW0+KMiYLvu3vN4IBtwukhWCQuPBJXOQq
PLhRgXo2ndnBBP3DyN3JTB9EHrjl/MKgsYmjFMXM1dn7F79+yZ74fMZVtjsn9tDkCgafIr0nucjJ
8Ed3yCoOfB7DzZwS7opnBGe9lkta33gsTuOyAL9ioXd7jG928twfW+aOGmyuzsghhu7oUclzxr+b
2Ln4FY/TYppafsKadYHuOmZAv4JchYnuit7kriyc1RF4MvvP9jEbbRZYAAaevQPsFRsjpHsWAgoN
rEYWXQQiyN+ncu1Z/J7k1nwJ1FCvhNd+kuzCjV3KotzOnioN/nhcQyIBTw8Wd8AA8Q7B3qcelgMM
XhVtn8zzfFgZDkQTfJNnTz4RxEFzSqL+0O4T1dUD4bo/acNdQ1TnmbCYyvhdUHid8whAn3vAMMeu
nDcqFTbqG3ZCVMhZs/tYUHrhohHNfR/kgYvP+U9kHxDJaFBz3HjOXE4oH4dAD/VwYFdO3dizQuFI
DDoKd3PYh+jI+/t3qWR5+xqBF+8l7xNTYquYudDMaYIOykJE2ZBvkz2DlbdPiepEbArREgggYdsg
p72E4BF7XUDhwyXvcGigOb23fdo+JdF+SnWTgHAV9rDw2eqywGB+qwE6IQUzT2RXbr9akRZ1PpgV
XkmCORRYxftMxcgjkA+Tj7a2H8bOfLSiPkyCfTkMvAXbARuaONvBShqSkOoSoh0hTKLhm0oYtk57
rIIFypDKTOn9Vkc7dStGlBoKX4H8CSFQd2CfeaxFT7w3n+d79UJM41mXrnQu3X28Gy5GdfKQ9Nfl
0+zcnXkiqOk75Eg+9TO7CpAbsUUn5T3wQliQhPpg5rnMF+r9xBKTSVmSrgLh9mJiETKgzsRGwbog
jRYD86x901m+4v0amGwx9Czd5kUIasJaze9ApP3ADCDrl7mTns0l49lA9me8Kbrbho8XGokE+atD
2hZChXAb3+I+Ye0SCEzPctH+4XMLBnnwGVhXPCjvsQ3hjffFLRGx9p1nX62rI+1hSORRs1IdhfwT
UDe30J16jUmCHiBj2jqTjb6JDWXcHxKGkXRn3/W4lOmUkFtMNsUJO39IXuvLPtTtQeNCC4aB6MnP
G88iJYf1+RSTYjfXMmhJVFBKJD5xCj9u+rm6lvfr9yXcE4WBzCYlXelCIgdLPQ4k3mZdEFeajpxK
vIJ1nJ9vBxrQmS+F/PNAI+iQH24HbMDXE2TM5Ao079yf++/0hGyqLwEdH4ckCA2pZxpWQRpyLT51
IAccl88Es+FOB5DT7fTMqcjGdYwsqQ4aH9sbMiiSW/KcjCNFapdOR1a0p10C5xPKtfsfH9GLV8GB
8x9YTuPteUvj8YD89TxelpPuZL7pDt7mWQF6JO5C58Pu+XjZUziVxJEC/fnShEqweS0pe+6IUXPU
LvHTLrjEX8RH47nVn6mt6ycSMS8BP2OXAXUURwt0xeEUYKcMi+lanv40EUyi4RhH9TPjy0ShvHEd
OYVUR/luFmyzsdNnNZLJ4JQv6qv5pN6lAcPDe7PHG5ejf06/W5fuqN9RPPIKn9JiinghDWfndk97
1OvCMmCLJM3c81BpszXvFggedFW/JFOkZs3dc5FOYdNXdWP72xDmZFJawAt26/T2HbnpCz5O0LhX
Lz+lpxuCOA4+ZgGEfY80L8SBWG3Dil5MZH3RoK/xa59kVHZdaps+f6mfeDM53/54hf3QRxrWkS8q
DpUlt472c5j1/twsPhDkHHy2o/CF9JQJKPSnOERp0749UcqV0fSItiDxa6dys88S8+HbwkOMv80u
alfeC+AkgkJnI0DGSuQaDcfwVFu3dWZX7zbMXYjS9uruaSioQlt9zxqB/vEVAPVKpE84c3G8FF0r
kH1JCnh1FegBvVGlR5nHQYEOOvrtSf5WRiiNesllQyjzbfVRmODr9uwWXdGF41fLN6AUZKMwwzW+
X4VtAXQLhXvZRwrI3y8D11uwg/bttXgoLustQCeWzW1P60iCCGsxc7oJOYieDY/ZTlhHCcwrXdB1
fJfoS7ynITaw5/DgmLvOy+AobLRcvLMvGnhi/Lc/ABwG/T3Z3if3dtic57cs2PPZfbj2I8hgc4Tm
S1a26MaBhE2MQnnkgOuUjVQre957QLGxcuWekCkkIJGdcxCQeU1i3+GT2RcN4v9q12TSe1YnHDOH
TY3DaEWwc5EVZhs19/tg0DmGBpUHu8wf3Y0LgdxEkN/TQYskGk0Wz/TbJxh6vhVBAg6QHGB1or/L
O9l+neWqcQNqaB2YR09txHixKdGj+LD5kFcIyiZ7L02MwAzx3LHZSIO9/jIEyR6GvX2UOQIQlEkL
TlNq128IH/mCj9mph2Q1ewuJi80vcMEkUn4SiYf0kkV7jg1sM/VlmxOI6i7cjEyO0HznqM0Osx8X
BbKKP8+/wSn+pxUrjM7+WLGiH52Wa91IZ5JUMs0Syy4KS+zr3it5iody1soeUqFEyk5u8MUam+xE
LYjKETEtJwKqDtrL5Gd7mru5t7C42/OtJZL2fSHAFoldQaKWRGZqb9f4OT7H5+5kXbsIt8JoDiQq
HBYZa+9QYyKpng8aNaP+Q/G0erTHo5h8b3Z0IjYw/71QE5aH/lz407ELK/4Dmr5vGufhqEd7RBx9
8xFpDLYtitwfl4+LfWewCZVB/wwi59qfs8f++74NSE/7/obHoJt7Wkjjjy2gvzeOi/1tYnGjOPIe
qixb44+4x3l2O5XpnLhaCAMA2US2DgQAiGqlk7kJwF3yzH1fwVb6KBANJdc84DBC4kv9CEFygjYd
HwaPwhJFun1L2ThYzqSofL9D5cRZ/YKvyNx+T1r9fVMCDuXPLmGC9+w5Wny/+Ht2g2bgnjXb8ofN
3XODvXwne43fE8j2gWAvDYQAUSZ3e78d1K5JClvCFE+EjqSHYrNH7/BQKfe9znK3a0pZExF9oPvE
lmlQQcjwNaJABHfikVsnDIAM8KYPwv3GQlO8xUNblaO+xq49hWzMwUq8VDwWB+csqMfkSmawkP90
/p5HWm5Fhrjn2JwWuAfaBY42XK275ix+zO7LJkxFUr3sPLO89yAi2+i8OyVJWOOkWP8yBTt3n5Mz
f+84ah2B//jPUAKcMepsmpzEiOIePm5yQMDMzsL9aMvhmjWLjg9HQAKMN1/3FHEk/9lTPMVrRZ/2
ZnMoPJEL2hPDhYEbI7ZWYklD1NhTuoa0jEoOSV2jnPZDicF6zPhYPtyeT/i3X253qGYQk/aSA5Y4
RKqCfPbPVysA6n+yWil7/1hfRiBLQ8J256F9l674jKOKRZ5MvvcsPmyPOvJaZzBQ7p7ImoTGPbWU
/OoONwyqzMNnLUoftbv6SFXtfvuGDd51foNf4Cshe7xnHkxSkuQaUz/es4f47naoHmmUHaVAOWxv
NfXNGznP5slUOVc/jXQSw+HEAZo0hqNxNJESc4jzu3C9FuQa+l13NJ63A/U9t4/YNL38UDNF0lN5
6jlinj+zOZJLuuIFp3vmlUfPNJLv5M/DoTyxC5HQyuxlsT9S5GwpTeghPMl78+bO36bVRsrNRzzl
aF2LiPhOFKd8TuVNucqX/mhEHL29/YCfBVb4/gj+n7V1/i07NjqwcuL/P8fOupAGavhwTy/5dxw2
y5cfEbSW8dvv/9aiUdBMoAVnWeBesbbQ/46g3X8CE04W6ZHsQFhKQb8haBXjF3ghhkZ/GjocLDkm
+G8A2v1H6DmoJv08cLR84F9hwv3UIjRozmjqjqE1RQOunmj+VHbC5Gqr8VWo72/lW6Y+L+KuHta7
cPfQkq88pE0x12ZrRlUsochR0Vj9YeT+s5LXH9fwP17BTwVkwIK5YnVcQdvE9EyhJ1ccBGGTzOc1
0mBfme19On4p9cFB9xMA0Otfn8L/tbbj/03/8t9wov/5HEefohv7Hyf2/v5f57RC19E0d80O5oyi
AQL/ve2oyL/8Sqk0JU2F7WgycX+f09ovugVFkXm7z2wDo5a/zen3LqYq4t1mmIYkWn+p7SjvM+bv
kHBoYGAuTBWXEdYWE9j6aUbVljpJKOFz2piggduFtSswiMj3olBhFuNjp00TXt9I9FmNGn+dk7ID
wox62NclgzhlI4gvQ4ZTm+dMWmbUNxDAe6k1vfkEhhoYSjtKBqePDElv9G3SpPIrOd9U/88Xxr6H
/fEuDBHK377ONVM23jknP/RQu8aYa7ETJARREX3r0o7THeK3iHyqqGtgZd2XZAbZ+Pmvf62CQY/B
/xQVrtIft1ZraTRkGywJI/jVntXY5dYwOSmv27Idmmk6z53e/4sYsGNhfr7VH7/zp3bxssyC0gz7
d4qky3Gj0dKM4c608pc/vzl5/6Sfv4nRVGUZPgPz9qdwJyLEiVBghk+XpMB6w98F/yl8rDGmzqpJ
eBpWSz2WCW4hdj22AKEEcUBSfqTisKQ3/SgINTwtTUTfbcplVEObBP8fDqwjp+xall5ErQROuygb
MgpxYdV3jdLLYKGkKS/+xWEFBsw/3o2k0xRQYFrvO8XOyPphikhjhUJwnW2g23vo+Oo8DSFqH9O3
co0L14KOtniqloBJjavRWDyjVLrUReBs+2RtjZEG86zRhJon6RzH1Tb7nTQirj9APf6eqCurJl91
EL2CIcSYvY1okNkI8uAAI73fprzfMQDCPEIIDJ+6bSwYEhP8PcWyfaTmfcys27xxdmcg1UpJaWG9
D2+/j3S6jzkKaKgwFO+PYhZmqqaiGXNUUM2biIS1gqMsuj3q9xXjDcgAhI/6oCkmmjv1Mi4gVlGH
dKVtW97UpbnNUBfTUQIsqmJBsw2W8pY3KUoacykNJlBTgcrYJMdq6zTKFC8Yts5qduqTbuHDoUMO
+LV3SGYqbabTXlMVKrpgg3A5AoKR8GxXZYjdXJZu2eNqjYf2hj9jJkHAPsy794ekb/A2KzzXEBVq
y+VjhfVd6qBnXsKGvI0PRTduD1mjak9JVqPLl0iQrO7EmzVL7hAX5UNZDHUEwWCdfG3r5+1VQ1Vz
8wCKp9TTDKQQL0tetkjQzwLabubUrw813s4YIOqrtXvQ4e4S6ADoNKgkWZc766CWBvo9miGgf9hJ
k2veemqTGgIodnlDK83ORRQn+3RZZb+vBhlvPX1e7bTHsBGsoLGraAra/CTHa3fAmQaZT36LGQLU
St52Ruc2gzvT+kddF26IhcU3+S2JF+SJCMfK9zrVNCqYmay09pBP4wspyfyhkeqZrkPKgy5ubUkx
MKtFijuoBGSOAIPWXaap7Y4lT21xlLIsVi9Omhkd1RYdaM3s9Nap8av51O8xGudXmCXIezTP+h7D
5/dwXu2Rve5lgry5x/t4j/z9vgcY6Hg//s9y1dp8gD6KsIRgeQ0mSt5yE1PJ1qESICUKS9zEcEhE
vU/Rc+sJCDmuG38emaR/iIG6sROlUOrSEcjTlZ+ksGaytDkxblyEbFwrpXw1IebDxkMUqB7T0zJ2
bEyy/Nag/RNbQ+9ukGZUDbhgfJse1m0NW/K1P7+ovejxh2jJNe1YIFJTU2dP/Sla/n1g0t7gjuX3
mzdzOJRAFBkT7X18igFTAOiCDNu6D+D7NfylE8Z/LT37/07bbYdF/fNDRvCyvfyPx6FLmx+TMJL+
H7Mwncci4peHnsI7xOtXbh75mSyZFsmUquvY2P2YhUm/aGRhJv69Okq6yi5B8fvJQvqFdEkCGoZX
hy6h3fFXThbKz1stYhag0pnKEleI7Mg+uX7YnKoejbMYhzQHMVM6zKNgVJeJGrMFkzVWjOUgxEpV
OLeGZhcWOreZlwyUnkPErKbFlZJWuTk9TfFzP8n5UWstYfWlGXorfPqtt8dlya69stY+7P0bcIiF
Lcdt8q3cLdgF4dqLfR7FhbAQ/6pUy4KqR6IgbnSJapo83gAQVTUBbN36+tfc7b8n7X9YxKU/mbPj
S/njbN3f/dsxWFV/sTQdZRf+j6TgPh1+I5LyE+YIm/rvk/i3A4O0y8FwCt5PxjoaGDIf9ttU5Uec
fVHEgG5AbCKf+ytTVf3jERSBRB0sJDQCLg5lfj75j1P1xrlERBa8vM5aMzzBoh9DLDCyr9LUdXRG
lKn6mOpGYoWIdRTRvJGjGNDdbh76d1gZzMPahal8xtWwXrx2yG8PpWUJD4q4ptcMkYKP6yKkT5LW
x19u9ax4dQNqf2zzi4RJxeQvN/AwkEqfb7D9j4MwCQ+CjIVWusTLsxQPGcrMi5Kfks5ov8Xi4pv5
NNyn2Pq1ttypk+HJ6lQnzqxt5gEG5dL79UCWk85zewI+Kpu/blb/Pb3/Axr7n83vQ929vlQ/zvD3
X/jtVGz9AnmacwXhTtYlgLS/T3HiMbalOIpqpOr7Lk+s/P1UrPyi7AUey4BeLZnKfsj+bZLL1i+8
QCtChp+sWCrT8i9oHkGc/2k35zipv38/vhEyp/OfMoxpSUkbZKy0rGSSQk0ux1OGV1LmqW1nGeHQ
Cfhzz9BrIrXPoaMKRukWmrB2yD+qw/G2GXPUS8oHnAvaaEbn4x4xo89jnboKR4JLNaXrM4KWyhOm
FjiDE4TnoFEyIDXoX+MqjoKvjcTIHRoSdKW1Uu8PyixZNFaXnquQBb3sfKtBL+0AGGqQmeZKCaCS
khq8D13s+vMo6uMwOqa+O4iDX47z74VWaPVLbCKKZKIDrFqgXG+JKeABk6yQnRZ8TfCtzEq9M90a
JcwFUQNEBp0UmRVbAah8nHHwaI/NTjHbGiwyYbRIra3EGtuS2JWYKNS3m3YpunmOzLqS6TFbkIWk
YavOKZ+LWsrCmcOr8lRC8rYZ5k2/pH2dgGNcuha8x7jo6kMsdHDOUCk0qbbFaxr1wwJEcd5SSUQH
PimGGeyikd6i7v+wdx7NkSNn3v8qCp0XE0h4HHR4y4FkFb1tXhBsB+9t4tPvD909EqvIl7U9Ou2G
LgpJPT1ZmUjzmL/BCfROb6DkwmtknRB90bHjQXyY108RSvaJvGK0dykufxdVNdJ/CpqpvxwRAVnG
sh3uHTUTIFMhOXQXqVvy7x0gPy90M3fNF70LauYQjVV6p1oyz5A0VzqdhoaIgyzYoFnux+4i7HIU
qJux9xEDzRIndle1Nvr3og5CrKtjx2/iJYULSzlzE7eZyoU64juy6YHEfwlwqtKW6AAhT6n2DrYI
3FRti+STBWekczr8oFCy7YFnMijkAwfrxg3ylt2mzPFgQiMIsciXqesFaC6os+ivVqnUv+WzX6cV
llmADLoUNDMictHlkMxkuzIyIQKNyvSl1WJoLeM4CYDFuBp9GgczCtaZnUTqrYZtFgmSbfgPLZLY
L6kxyQmbTRSwsKtPXODPcZjcdsHA7W46EgeVdLQLdamiSQT9SEUqdAk7tYNVO1IKULrOvjSxXgDK
S75+2WC3MC0MxcQdRuDJR5s9xDXTHxzju23omQVw3Xe2qJKjc64Xhd8vjaJM6JIohr1TlFKDH1TZ
7kmqp1O8CJNhuskmzIEwuDRYLDka7nmiOjwM6ZTmSGXhW4OQVWxQ7SomeVebNTCBCG3Ez06EhNCK
D25/RVyxc8G6jupTPbXyXi8LjXYBIRQIoy6GR4rTj/CXBvqTyU7Le7U47yQFDs/E8BCxstDP821A
fbhdVEpRfet8WeHjZmQxLT8SMmWlZ0GbnyDYggR4HzSnMfLcW6HAT9koZWegzsNTRe8uQfsPQzq1
palR57TiNAltH9p6XWtrw/BVKM69bjorbBGVbNXAShSJlj0otTmV68mGso7DgZuhS+ZGK6tzjAtL
zZsE7ukUbaI8H5DgjCw1pHMb4uVswK2zr6l54Mcw2nr5YNdB861zEVQgx1bGp6jOkhty6Ghh1qMu
TlwCE4yai35EJZt/kb2pbJtueB0DaDdVXNCEFP64ht/vxzV2i7AzMDUfm2SjazttpAdlos1fZ62F
qlODloDa20bwn+QoauXp13/8HfmQjx7i65f2pd57h/8VapraH2QdkJ9o4xC4mbN89c9Q01T/gA9F
qEeeQ31h1h758x3WcBjnXZ4fW4QpDTg7/3qHjT8McnMEA0mMLFuQTf3GO8wQr3NqHTLgPPIcChC8
8kv2Y03byJRBYOWxaurSOBd2Fp9Fqnb9ajGufqbor5Xj3gxCgYTmkWWoMzuI1HB/kK6QCXKeOhDp
FFK0WQtzFpnyTz8eZS4vvioPUMXnX6/CWSQ8Ift0DgKK2GmUgsC5XrWVr26xPLwLTTTXol5JN4Wq
iJOPhzuIX34OR3DF0v3IFg6Ga7DP6TCLqVd+mVQrXybuclR7YCChSfdZyOjMTJBB9js99z4emRjs
7UTJNASukOQJczr9OpUtWl+V2Jwwctqnu7gKXAqeNSCDVu/xT4L3gxI7t54hT2MTY5ePRz+oDP2Y
N0rt6FVaxszmOshOeikSP0sZ3a10Gu3o46HqoDbL0GmDI8p0b4cSCLKjpTjv83kP7U80Qj8k7RsH
HFSF3VihBuWmcpsaZIKUx6rX1tvviUKQJajEo++EyuHBqmZF7jdNhAcsagPGsKyKLjuLUMa4jURo
5WsFMYNnRw0G0IaVPjsFO0N3mppd9pxWPqYXJhbKszmpeV6hevNA8BsCUpBJ9B0lvR9+efbTWEEK
NcpR3fhoEceaA7Sx1uHjlgUStsupbJonOaXBo0GU86xAeb3zaY3oSzOB9b/0/bZVV1raGBBa0Hc3
16ExDsXGCWq6S6D7d6Fjok9hTfgnZYNv5VjtVrzCAlH5B1PTxBdsrTtj3WMR1fD/aoSffai538ci
csF/V41EPg+zBcA0KHxv7VjYy7J3nXM31oMXv6vdB4J2/zuKIGz1Li0xfujKSpwOcUNBtUXr4z7C
lTldOSK3ogW15fsIg5o7aUrjHmFwBERz3xoNFP5msmqAM/Wn2BHyiyaxX17NCvgAj/QsvkC3SAH3
GtsCWEobUk0MKOV2K9PpKXvnyA7iKDkS4OZT07Qrk/oOMCBranChw5XvhRphp658KySaNQdL2Xau
k9V4h7fySwnR95tqK9V5n8S48Kp1FT5R5I3u1IHi4kKvTetuavUBycfYTr86GM9SeSVvPx9iBf5c
jFdha6sB4h3Y1y6nKQwv69ZVz7ISBShiLUVJF2TryJ4gSUtYiaWlQsdMb1FDkB0eLbIQJhBXosLO
1JWTKkutC6E3DQBSN3a/ulnaXEeqGiFxqYUxsqtpXZ0r4TTLdKcTPPMQS6AHvyst4rSy9d31EOfU
lBv8M17KMsGsO6vQ6Ez0tvY3QvYEsTIvUd9rehvQmzCytRoFGkoEFr7WgV+Bd4MImpy0wzh9ldDo
wRBLyMfoSqQSpOVgjd97py4e0iGWL01W94+KWk/FAjcAU0PK0GmARYnSenJM3LwWfV30oJrtXnu0
yxi0NAbk2SYqWih+JdIOQRhhRe20Os7xyPZExdR/b9uG6HAQjbGqwly91jrR5LuPL7ADUJ09t3vF
/OLRozKpBh7K45XdVOitIVEKqjDla9xFJcGMu/d5oC1cJPpj5GEak+XoYFNjPFd9GfQtMdOyci9M
dzdSmImrldTPHTScUFrVlM3YpD8v+f8UNf6OivqrD7YidPrbt7wl0JpJ1P/4++O3pv3b4iVPXsdT
P/7Or7qG+Qf6ijTm35iIUNegKTC3px3EwQ003/4ZTwEEoGLHG2LzmOzXNYC96PyzKsU78qWZnPw7
8RQljP3XmXY/IBYeR2HQrgAqc/BoWQnyb2Hk9EvhJme9bzy0utVdldForLoSYSGrojWFDJRYmLhf
bvG8udLSGhRwpgJyoWoDPrcP0LxAyBDtK8PD/J0yNaYVV4VljCfIaOERYYya4ZnGiMYkQlu92kEH
BZOCc3vlL8jkIdXSDqP+nADizblvXAtHAOqb21rODkVaVUAwClsFo2n7QeFuXCt9pGza3oq/+1xO
l1or8sdEQZGk6HQgzJNVX3VDhPWaNWQ7s2+TDDV+2etLt0emTmRh8zzb2fUX3I3kILzb5/4I4tZq
z2K3/1bp/IWws28CFcO1SExfda3DVBfpeuoe2B0a9bMWPWlddGuFkMlMgKgoR5myQeLkNHnxhXZu
KuOVWWCOYVXoaVSfa1wjsdlYp7a7Hfxyhx8UDkbllR1YVyLIr7IcKDfl+ZPBF3ejDFaKVXqWvx7s
q9yJb8O6vM3tGk5Obl9oQbYO6LJVUqybOkA/abwanKc4QseTN7WuQQyO7s5qxl0/VKsh70p0mJTn
qrW6RaNl120T3LoShIdtxs/Yst+YbfZoYWIXJjban/6npJgeB/qcvmg9WTT3Zo+KTgfOr8yvEQLc
2JYfLvMAP1W7+NRk64HMb2Eq/iUhHS8hIv2D+klPd0H1jYt5VSC4m1TFjVYgOEEBYmsX7mbEin7p
BNqWDj2/JHLo52bfKx3HXtwHLQU+Q12fVI1zqVWMiNHuZMv4JHDi0wk0B0/Vqo0xieA6F5ddYK6r
2n/JkvxrbsOza68VLb6kGLGW0zahuhPMlburLm9WSr2Zpk9Igjrh+BCKyVy0BPw4zN5mqvZCan+S
6JcGYTFSebWHUa3XKCpMQrt9UjDAqRXavUFxb/p3he4ZRnpDlWVBQ93rtNhTAO2G0VWkBEiZwumj
Pocl4YXemhdt71xoObDx4mFqHgEWnBp4LUy4FJeZeWKUyRoLqHOJTg0QmueoDq5CP/FGNb2UikD1
qmCkyqpXFQ9doKenSvLc9OLMx6rAxO/EVuVylOzO2Qe3d7xK085dqkMXzih47MNnU3thB22nutmI
Xv2UaIQzNyLkO8GS8H3sSvvhe6Sk12oy3Oa9jhtg6AWUytVRP7Xzp1yp8OmxzC2WMGunbHc6FtGx
Xd5HHVzaFjVE+7xBbd1JOvAQN27XP+LutjGGc0c/R2kO/BNwf1t6rhx3XZjgavfgKPGZGqQbPUFQ
AB9WO9c9LWrXwDKe3TSlqpT71zIdbu358IWOeyew++1ujOpbJg3sdzd1Jla5GWNICBW+qBaDc2rV
1cZRmx0mPxurdM8LC/+JhPZYvhxinCiicIktDZ4TcC5w0bH07NLEyCW1zROp+fd2rqybstwpCWB2
objXfWluFeu6DyqWQfMKF2LyEKwH+DBZvcYFGSXkhr7/szTMq6ZtmhUYAW8Y1Qe/6i9AIj4i/PtF
ODF8h2hYT0hrLvp2PVbniNRFzDnw2obOhl2eUNYMk43RKw9Niz2OhtIjKAlnURvuPe3MKwB/y1Tp
UhBNUQ62qYW5LqjMiM/Skd5oAZ9HlG2qvYrtW2PZZyf9g6bCu6lrH1jBtHRV3FHbItm6cYK6dQzV
PPC3ZZ5/LRFU5EJHw9rpzBNVM87qCYZqONxaKVZ+KUXHtSowRsW7zkUwtGy4+ctnpGDqnRHG5Xnd
4rjU2OqWQsGlrky7SgYu+kEK1jdK71x2uNmhvqCHnhEhMd+hMy3g2buzUWfTxVsSi2vTmqW/hGBz
2CcZf3VRWjYMEKF9SvLpFofrl67oLzBRCTE9rJV12+bqCeZy/a6l+re0pIFRPC/PjZk1kJWkLi40
9QmzbZpIYFNs4MAxAjvRfRhYwLpn+E/TVsJzInvTuOeDG72kKWJOSZlNZ5pAgzloTnxbXmOgg8K1
LCjVI/efwgNOsnabe0rimLg9AeXBCg5ZL2SEKAObK82Hjpiq7olLEuUWFRS9IHrkzgceLm81fzV1
Fp7MmNVpsYPGZH9fGGDo6FXd11HlrwY+VmJjcthV3S7Lr7DbSxda5Bt4xQhEFTOUrbTi69D3X6ZO
vwvrfouNdgWqITlxcvXSUBDsEkJ9Kq3Sfylrm0Acbcw24nSMZzncvmTAFwgB9yIFiBLiub5K3T5e
tDkHZOjqx7rT8VzJ6hHPcli8avyoWiO+PXocnDpiRHXtxdbCpwHpPVVDpjD2MpAoToamUR4rX/Eu
XmNTh5gf8hV5NVBr1+VGtlMACgp9/BICoQsYZ7bi7fvpSe307wruSlTT3YbGA50CUw9oV4w15pWj
sQMfuUtS/w49y+dk8K/dMrzoc/cJwNLL4GpXlCA2utF+DcfTSruhYQgRwFV2LY/S3VAZuRerKpVW
s1fPhlBx0EtTQXIV5J5haWU7JUZ1LU66YqWMA0R2N73V02DkycejsU+bi7rHDMnAFnHjzyuGE6+7
1ObCfZGK7rylrLDGIeEhrwx91Rupv6O8qyOCage7KEzOIxoeXMxB+WSijLhSDMBi6BnaGwejBhS4
aouE3nTwTIzaM7sNv+YWNgFuMu0snN5JlaHQxSLrT8ko6Wk2VnKRWVL1IgPhfQyqoTI0ALVkDLGq
qzErrLH2EqyyYxMtTS79f2fEC8NovMGCjqoraKx1T+X4qYqMXWCWyjJz/SvdHrDgCtQzwguTe8q5
U1r3sknr05FrRFeHk5oydjG29QIBm4sg+ewWLqZbYdCtNVNeOEN1S5oCjVopcLFKlOskRzxPL6k5
J/mZFPHKCf162Vd9CA0CR/Ux3E15LLjY2jRF8Ks8s8zO2eaIAiMPrOgYUDrNeN46Y3rl1PPtifOy
voxbF06akPl1FmFfh/BjqZpA+6VzOoTlUwtebaNHJ40aKzeTo7v3LuKCE+o3JZ0qdSRjpieATE7K
Fx/AYXlktjBfKv0xL2173TfK9//KCsCASq8jJ6Hbt0rfnkoV5qSjtEh/Kt1phedZEhjpYiwlilna
56jJkBvXvnYEmqhmLrXoV03tP+nW3w0NR4uPEi6vSF/yv912n5FMA9/zpX2deP362/9MvZwZMe1i
HaCR1/yC94CkRrVJIC9n8bGtGX79qp08q6YDQUV+dJaE+mcZm4wMVTrKbTMHwfydlEv7od/0qvJL
ymVQtQM0wX8CV5v1vV8XRKOyouBpuOqy8hHbrDL8B1I3plFMhQ6I9YZCGyLR4pGA/Ko2SEY5VLKw
z6k7GliRNVu6vydZQZVmyi4VxToreuMC/OvWGZKHiPsQn+X7frTGRVvZZ2mHn3SNImOCa2GufZZq
cFYb6k1hJMgu4Ci7NDLzaxZSgOlJeXTx3XLmxKLJBjzGeeIwcvtsJ4n1Dfxyg0AcYE7Ui120ks0q
vzBBqp71jk3zOxb66YiXPPLEVvfQJpW5wIF9fFalr61GutGAEhXnmlLd56R5CZKyuAzqGA3Q0vpS
qtGIJB5FOVk32Rlwzn4D9DO8RJ4txKeyAQVMrQpIZhsQ3OkUaOq2tm5GmdwGOAXi8V4guhe0MOeo
uF+0cWdyJes5tLPKrmDdVX6/SHKHoCa3H6usaBaSNHIZG8SMmZNCUTQBMepqeYW49Smd9wy50Srx
7K6+LTX0onqrCb+YaOjXBf9MYw9nSdZgqJKVp21F0JmlyAbUeEQUief22Tot5OmAf6Ovhmdonp7Y
yZYO89aJSTp01EIzwjvE8Si2+mq+UbjRHHO6iKJqUcoQupEfPsig5x8oLkLDwbe9bmMUgJvPZmCD
me+u+PSfxhJoa4l/oPNUFoglIVccGYhMkK9USFTaxMzuUsndpZUjqcScUGJfxq61E6GCftPYXeWV
zD+VscUK671NLCn8oPyC/jSKS2Y4rYVRNqdCy5MHvdXwI8r9i6xMTusprTdjrj6PtDfufVneNoHE
FM6P48sK0WkFmLEffzP6bRPGGw7bxo4V1Co0bFQw4bzt48RmA3+hH5peaWZpnjRddBb35jLx+YlZ
hXHf0JGz6b3coLVnsDPzr+wDZTnZIw1EcqWNpvqIjKbpZQq1AOVZv102lbkbay071Q1pAFMwpiUA
4Rm+G1wa0wRULgmpM7vDkw8F7mez4beu5f99QEqQjLh6fXTn/r/P3d/Ou+bl9VWLNuevv/fztjXN
P2hocaXSOfyzPfirccifqPTT6IrYOGtoc7Px142LZB5gSt2CqYFHE1cv1/SfAB7+iF4fyosca0ai
PPYbjUMx97deXbpUUfFRgzhj4LAyG0LNTb9XgEqFKiqxSIgNKX0fXQp3LWO4vb4+rdQZnm7io7oe
zPDWRXxVmazhpFcDKk8mmZhJOmZOQp6MgXWaz+qejekUf2Hv/F+F6n64t7JvvOLzk/6SFQc7jP32
0rT/+LsiLOcPYYC3VWH1/GJG/dxcCjvjj9mcmQoqIfAePEwR/JFh0/W0YEf9AI/9c3spAtoUwGws
nDUag3MJ9Hf213431yRh5deB76Cli2QoHMP97UUzpeoNs7dvtUloq0AKZCoG2ZIj5uqpH7fNke6x
vl+3naUnLbJvAhidV59IZv7zV/sZ30i3yqaiv0PyVfdh4bRIrNaoop5NbtOtnMHQdmaVBBuVTOQE
VlfgNSTgORdngD6g38PM6cD1LnSnN071SJffMCH+hE9DQBECoOdNbcj0OVD0xAt8geYkrRFlrTdA
cSRuFC+jkQTqUhRYBYRWi1ySYeRnZhFuhP9gdw54KbWaIJKPVfbp1f54pz8/l6T/dZR/Tn0GIpCl
mERq4iB+Epqf+TjOt3eJZnPFO1qI05n+NNGoP9Jm3b805pFswXUBNYXbQ8Vyb3+R3VZNa721srvc
jtqLKA3EKbEEYvZ2ixQwYKJi2w2Btvl4fmJmBuxPkP4x6AaVMBAink08/Prb6ghtj3k4Znc1rduN
FnXIQLRuvTJ0Gls0DhIgdbyMVhvucnv8Iiny3n38Ew6oXj9nDtgKJ3MoFTpnbv8nqCr+RYaWZXd6
lWsXQVUjpzOzKWozu4A+p20CPRnWJbX+zWyEooZNd+oObEQ1SZJ10pjauk1wpbDSOvmUGFiSS0RN
T/vCgADTfzdqwHESfiF6+lI7+fjHH+4PV+MNoqoJU9IQLody/7cHVELg4EXKbaw+WhoUXOVMS45t
jcMDPw9CUZoBeE3cNwceeFalREGiUP3PPCv61iIfzy3gjfHDj9n8Vkzxf/NdmDOv/z8aftl93nsN
5n/612tgG38Ay3lN3vgzuVOcGSgPcRVjHtX+BSP+M9YA9m7PnqUQb4kmXoOUhPuHo4HccEFuYBgJ
xP03Qo05knh1esEHQ67j5P6yq/vBO3x1MxdV24LxQ2G8aRx0d3QRrKJQm45cTQeb/Mco89OFDyK0
E7bi/iZH79suByvtPaXsgWtUpIOawE0w4mFYv1r34/ftm6EO7oI4dgcVCfPe4yH6YrYCGQuHCiRQ
RvUIgma+2A6WDkY06TePqInVz8FIjjOkGOFpnQdiEtGJwlR29COaapFgx+n1rlt6GcSUDfWY5tPg
1jo76J877J2ZvvPpTKq/86py8euHn05ote+mytB5Vqeh3KkgDmv7evH7n87kXhd4+DJZKNb7n64p
wwbsNTgOUSrKFsM7HOfh6C3qVlo/g0r0vINvxf9wQmDV6S3PDBDcxPaHgvDjKJOadx5AZBTwdR9J
rdDVF7+9bBaPBXEUkbwJa2l/lBybp8CxfWQEVR8VDaMlDHJx4vj9UWw81PD+pTjy5knq7CGK0tJo
vdJpja0sRppCbjMeGWUfV0U8oZGn2DZl4nm9OMj7cylazRmKQWu9QMsxbRJGuygr1TlNW2RuA8LQ
ZQeXZYUbSXBk5Hc2HyUmUih6OMSyPziOr+4NKpRYA+Rt63Wd7JZKYZTrIbLkbx9mpMs1wANQIxzK
Xwc7wp7UIqqgueBPKgCpjZWyE2OEtlI11Uccm99eUSCTuQyJZFAnULWDoXzXlGpTjqVXicw+m7QO
o5TCqi8q28xPP94b7w1FfgeiCaAhntkHX63N+9CYMtBHEPPtVd7AKijo/W6USVN++zPZ7uuh5sDg
1WfSq1EabUZdjFoJgbWRmNsxyI5N6O1m2B/lIPLse6UrcegpMHkwjYUrDHEeFTR1/sKyAfK1cA3H
bfCHAv2ruURZLGFCB8xlCuSJGWrwjRW8QWI1i45ceu9O6F9DHd5EWIe2fhMwIXD7ziluNBNRk/bt
35rP4aNodXpVFpOL5mKcOV7od/YiHBSxahrSnY+Hmj/z/lPFB6K8DKyZ40q0ub8NVFX40oeM4oEk
rL2gpXsfqS2AMSf7wm2YHvlS7y4frpTcC5YBYkffHy4MlCluHRtxSiQY8PmiY5co9i+fid94Lkiw
ZxAQAZQx30H7o1Bzs/Mss3P8pdsHLCGTdekaw+bjlXtzVsmSCd50EFFsW57q/UGKNqaBSWblwR5B
YU2E7VeQPfTTytrKjnylN8v2YyycPIjW6a/bB8vGa+UXRIqpV/bW+OIH1IB114yKI8McVJd4NRiH
srJAPgXEFgj4gzkB3MvCvE091UnCC8Vyo10um2E9JGa2m+q8uwSQMZ4rtBF3VZpolwlUuMeuy6cY
dAG2T40eYg/ZwROxMYne8gI0t7kuyyNK82927fw7WXQeGh3zCvVgPXzgSmaEEZDXBZ37XLe+eSHQ
n/eUwLBXatz/dvxBn2XmErAo6pwtHYQ6hhb1OXye1NOE8iBVeCU0TMffvVoYxLFtqjwufFZka/YX
P5nmXqhaoZ2Ix/bGpnS89s2+O7J0P56rvRPPMIxD80aAyyOA2R8mrTpdVTol8Ro+00uZhrpcYa2b
g4cxEEMtm7jE6XsAuJqjhPGk66HrVdSL7rjJEV+ESHfriEDb0Sq3d5nOQtA9xDiTvktDmd3Sis1Q
FqKgLdmX1x+fubfnQNNoa1HIsNS5pHDwPmq6nAoeEZT5U+kssq4tTmpFOkdO9pvYSdc0yJuzVpdL
we3wwVcCV+2cqks8vy79T7KknVsMMtjI3oq2NXTgnT/Ib/YUtrcfT+9A/2E+f4xMLYiTDh0Zf/r9
b6OX4HUcq409OwxB90Bu12/NSZovRVkDghk6G7Q1hY7xGoYioPaqlFWyLJskmHal43LsaDq4z8no
VM9BaGGbmpiNimTXx7/z7fEjtyC+o2Aw9x4PqRAohohhRDDEm6wUaFUaP6MvgzBmm2HCNendkeHe
+x7QPVCh0FWyjVki7XWokrpB4dbqFHtJ5+vLLDdbADCkHlSOIsTJk9J47mjseaW08vuPZ/rehmMj
EIoRq1vc8vtDhxo2WQ20OG/0caFqw9Zaagb77+NRfhzt/TPJhjNs4LVc8KTcB/duHhXWENVp7FUx
4MpFqgq5sPpsvAGZbkCErfUzKUV4D+AdCfcpME6hq/rGqs/b8ZSm1C9Fv//5A0rpFy4P7eP5rqDv
vD9tQOFCFCWQniZTEza/gsJmhMXvx9N+Z3F1nVgAqS56yWz9/VHqSSKqhFiQh6vxuA5wLlyLuIv/
zVEOPqGIfNlBCQUdI+1snfCeAzxNlCN3xntHd5bOc38017nAD64mvzDwSpZG6Mk+uwSzpN+GUQBI
xgyhrC5Cu+qaZVlJCAKlAkkqLfD5MwqNQrMTW5hruFaR819d7avGofpejqBIV7+/3lT5qCtxgeoo
Juyvd1tEigh8gJBxN8iTbHKmKyPV4/XHo8wTPdzLFvw4siVydZZjf5SkmhBFiiZMVZIM9Vq3qhaK
26EErGn9kU87H4vDoVzNAfilYlfFTtofKhzSRkucNvSornwfY/uyiTCmTFv7viz9Dfzczx9P7UdJ
fn9AasgUtSlW0a6gV3MwILDBqaam7SktLfWsi4B5Rj79tYoU/lKIafCU2mq3Y4zr9WQG+aYs9PCK
T2k+fvxT3q4yJ4eDo6mWTsvROXjFsbNWJfzzkIgwne4sJxar0Jm5OZGVHYnZ3972+0MdXE7FpLdh
jMKdpxFWb2w3S05M0YHQjNxgZ3W4KX48tWPjzc/Bq2xOGE2vVj7jqTJPNlZR6l+jBNEvA8TewqKG
feTovqnWcQlpc2xnQexjNQ8uiJhYp3Vx2Pb00BcnWFQDgUIhLsAnBXbUuZKjnTXYZb6CCOZ8SmNf
fP94wu9tK5Z4Nn4kyETl5HAfY+lbNYJ9HFRadV0PXfFgw91Ydr6vbwe+8rqysxRBfyM5cwPY1p0T
uljh9L9bfmAlkJGDqvGjPnWo1hOOhe3iXR16I8bfdOFUrBL6rl4EFi7ZH8/5vf1L/WsOeSiUUnDb
/8j+2NciKILQq2tUxSYJHjCR0lmmWimP3BLv7SfgUMj9oWgEpeVgddsC0HGX2oFXqWF4pofjsM5q
bFNjGeE/Eqbxkf309lmj5EoShfYRVxMvwv7Ukr5W3CrSAy+ZwmKb1734rtrYpH+8gG/vPkYhZqDK
PCsZioNTUmEY3jaVGngqygGPZapoiw6v0Y1m9+FyJC9blXV8rOT77tTYoQQH8DWpYu5PLaDWSKgJ
xjsFYHQ7Fd1wHQo8aj+e2jvhEN1glCdRuKW1jULh/jCK4oxjqsSBN6VGdp1MifwScC2cyVj3L7QB
NFgj7XBt5FpJfSzOlz39wysQExkcDkQXjvyc+QI4uPWRGaKQwPmklHoYf4bVxAUSZyw1Mo+XCRHc
Qx5OCi8o1Dug5/qN6uTwPkypV98K4GNrFUD/SQKG6LzUguBUz5Pw2Nv33qewcP/mhYV+Tb11f40y
VaD7p1SBV5eu/k1Vc+BfVg/8/MjkD5q4nE++BZAWkAVkvjw3++PIQZcNHdoARohtfS600sXjty63
bjaZ27KzilPp1uGpGzTKuszK8noa5XgsUjxsJf/8FTDMUEiGJky9Zf9XsBfczrcVZaPLeHrKh9pY
xgWgOBiqGKt3rUMJ2IVEM8UxFud2vsgit3j6eCneWXFKDrD/KYw45AMHK9HbXFklfJENlLHkWnFU
c+24SX1k88//loPNRgOPqxWNASZrH5zr+dhBfB6UTTC1D0o7NudRmG3yyhy5v9zbj6f03mAcL4ub
cX4CZ0TT66dWj0p9QkYKJiVY8Q0pqb0mnjCvzDR3ttz6yc3H4723hNz6BkRQxDagUO+PF7qxY3Zp
x+R0d1oNIhmWSmQn539hFDqnYA9YQ8oE+6N0+UDghFTiBp0W8JZWTCzoj8fKNe9cwMaMxCJumM+H
fdAWoMkRTnXFKH1txlcgtbO1izLSGswB5N2iGrZ10URHpjb/9MPd8XrQg3MQpLLu2onsJW4n47wt
h3ZbIVfr9U1hfLb1ARsXx5lNoX1789uLCnEXFSqAAlTZD7t9Sa5Qz4kCBfXSEHZkz60/9eXkfTzK
O2EBmxH9DZaWL6jPf/4q9osSSwxor7gbkVnpcqyRMzULF5POCAWgj4d6Zy/yjs1wPpLu+W7fH6r3
a5EOYY1Ef9g79yD9p21dtsORkGpmvx5+McJKZBQots0yBwcz0lr0m6c6dTdWrY+b0SrCbC18uIN5
NKpfdDHkmylWo69W7KTTcjT74EthdBB9JhXQLrzWleTNvWo6HTE3Mdk1LrBchMsG9ZvzMEcdR3bd
cISsLd65GMCUATdHeG/O5A4WRyWp8W0/cjdYLJQXRjo0vjcJvXZQ9s26LDuJlS6UEKBUeROlkwEm
Ww2jL4lSJDeAVPwr5H01CDpCnVAj4pPD2jQKPV/KIeiCq4+/5DubZg6d52oU5X56GftfskrczlJE
52zAhWG8U8LMkoOSru0aS4x/a6jDtqM6uIFVt6OzcVDJveSZaE41bRzOq3Hyj3yDI7M6bGLIfvB9
u2hxyU2c5i5PavXEpneyq8Ju+CuzQokGMBp4BQRu9hewK5IgdukOb2A+1x1KbnHYLRO9dm98J7PW
Hy/hO+cOojg9aRqqPKaHVR8If2Y/ytrZtGaLaHXoYAQ22MeCtvdHATiFtwLQOvfgDUgZXsY1e4LK
Pe6IeaOg0p1nR+6Q9+KSH6z3P4c52HrQ5SZ1TCtcivuqekB4mLa3r0DvKtXvcRuIFwTkOmoCEX6M
nYVsvGUhDvUXFpQYEK3W+V4+jEsGOxVomzVs/zpTFoDx5MKXg3lkqu8uKIBJix4RMELzYEGnyU1E
lJTsfBEJj/+FgWqeBSd/YS7EBi7sFXRrf6j6v7r/HRlLv88gFlMk/x6OVbAROdb1Hw/y7ski0Z47
ICRqxsHL3VHEId9ku0dVZ1yEoZI+DCgleU3pHyu5HRvq4L0u6sypA4tDjLh0thVE2V6LJPkyHsts
9fuzmr0YeDxn0X77YCjN6sMZ9ONsAHwXJ7KNm7MRyduVO7T2XzjCdCeIA0BGkKYdLGBD043aJke4
QFWVCO6/OTuTJrltJkz/oWEEF3C7sqpYvUitliVLli8MLRb3nQRI/vp52DEHFaumGf0d7HDYYaEA
AolE5rvU3Ymsw9yJSjcSLHDzgKENXm7g2TZRKUI8OK9kxmdS0obBl6YPBWi1OwEvKkhNr3uUVdJ8
fX0Vbw5Khg+sCY1Ox10vxj82oBwNrZK544aZVFjv0QE7+ZFQj/UwLB8oGw+0Gqx0J9Tfum19FIWY
Kw86xr0ctEF5U3ozu77JcuepVMoKTU9rTnYxuu/dxCreHjGQrlvL+1T3ed2tZ/3PSebo5+kDZ3mo
u+o4pkN9tGvVvv37UQfHrwmQIuCC7VmGT6PPumQUQ8/lCU1RhPx4UxyNpoXujdj6360P0fP173er
drDiqU2WEhYHq3k5t6wum06y0iEJQ1bSmjT7j2acVnXoIDf5bSyIkQKq5nPcN07YpGtHTSEr8ljl
sXmvkbfs/KIbIQAwGTJaoDLJnbeB09JHMc8Ab+FNR0gtzSMe03qEVxNqDP/Dd0VcBychUH8IhZmX
cxeANLvc9Nywybv0o4QGArhbejsp7Y2bgLoduTntDoMUej1Cf+weR4OM3BOAwsFlj456Vh7TsU/e
ft/4XDMrg5BxAIdejhKPS59FGaM0cAfCzB2/L53c03S7NZVVk5cnDV19Ol6Xg+Su1NHrNNww7bPl
ZM0F6gS2eDPUav0Y8CdX1Mv6ht4smOcvaNcWCkK333UH36w9lB2Sceez3NpnoFEsj6Kgv/atL+cC
tbfonKSH+d/P3p3SYuQ0UBz9CIOze/tVQ+TnnkEjHoTNFuK3xFWBdkzihp1bOUcH8YGTxiskrBJd
nF8/z7dm5eE+oNMeEgYb4XJWeWJId5lgCoJYaI5LMZR3DXqJx1iD2f36ULfK8LSR0DCi6wnOZlso
NowMThcwj9DoMIfLofmZtYaQSfKPqw1xoMXu35XvjYe20okZvfmvGtofr/+Gm9MFZcJGEeAnt0l/
pNIoz+kFEr3GKqxRXTuUuahOXeurnY+4pqabUsKaA0H1cQnRrtjcdDY8iLzUZyfsG1N7jGvbPDax
mRzqyDDe2ymyx5OqMOwcEvnRQ5zuf4hV3K82BIQVxv6SWf8RRWIfXgVHzwkLD2VdV2C5IomVO8H3
+pvCvKNYvV4ELkKY5iZBrzW/mlPZOqEGdyhQSEZXQU834JdmtMj1LAa2j33kQIbN6r9HJSS6sWP/
LLLFnHZ+y1Ww4acQNIHKgF6iebf+9z9mvLSGOeXT6IQDwsyPwkmLB0fqX1/fQCvT8PKzUl1D9ps6
Jc93bpvNZ1XNpFkSXHsonHqcT0s7GgjJdCXwS12OEwINxvwrsnKyqRZ5zolqgkqe5tUKKEDOBIs3
JVJjOg6qLqezHHRforLYV79r5eY23FuXW7VDqOdRH4sWZQSUKeUnqKr6325P2w6NO1WLoELXA50h
UCo7YW4Nln9uW9T5aQmsVzy9Mm6ITZobz75qvFbKs+u19fue18KhqrxUsFsX/a6RpBV6Zmr/vb6s
21V9GZUiEfRP8C606i6/XWPHeWkakCHQ4+lPWY7mhTNIPai6vj+9PtT6R20mSBTiMqKq/3JtXA4F
4yKyPe46sCClH0phJs/LIhApi03tOWmEHiLS4H0fFi/foS1sl5aqKDkT1EPQxcSeLfpv9XFB7XyR
4APE/Ju67K9Fb5pj2cXtXQ6b/m5a+un767PdLuzLmFSeSRHXgbccscSdq86UfE5RdOZxiacs0JMa
q3d32pNQXXf+nwtLBU4gY0K33ADs6lqbUGB7mRZbldOeI67RsDCY2ljrnH8Qj4HmVP7Ocm4D7Doe
pXy2qljbqvq63H+cdzOtYffJsT1PldWf68lc7mWctVMwpvl0MlbhUlrozv3Evf1Iiz0ROxfaNuC8
/AAegqjF0iOkRHb5A1o/K7zIKdrzPPQuUtRccEGpT2W6E9iu9w23B40Jj+xj7WBvDoc3IvNH5G3O
vpfiYtHggvVzcuRKOairFHmd0TqW4EjPb906DEvdfWVDcW1vWTYiMnk90pI557L4t/A8JOKb9vNi
IJn2+kA31pFyEYQrSmRUx7Yf0mo8pbXGXJ8nUur7snXqYI61+e71Ua5PggvhHDjr2g3n6bJJeJdY
6U6DeufZc3T1FQ6idk/uXR31Ssv33iTXM4JW5tPYg7WOgIe//pY/tuZi5J0fzbgZJ1rZB8LtjYBi
zJ433fWBA7OHpAQvDvKLKz6NXs96ShEBMZp4zI6+MYgDzbWzEgaePhqyOa8v4K1J8fKhFMe7j1x+
s92nrGvyipfeWaulfwA0FIdFjvXx66PcmBQPV5jSvsXJIkpfLV22lIldn0cn/+qUC9o9ubjrhxKd
QM2Ub956PH2oYiIIA5AAQtflaOh3ujaZWX3uJuip1lDPofL1t8Jq1wcW5kxAm9BzWa12LkdBqsuW
Rmtg+d0U4p0qjOmLVevtzspdb/DVyIRyGyoIJCf65uYu5mruikFANVj0KIQBRZnekOI8ldael+SN
rQCKEqgb4Zf61DbVynQo47mm12ckbxEmBv9Hn35cwte3wq1R2N0AWEwexHCsL5dNo5BtF1MBTUMp
42A2ywDhQNtrvN3acAg9ALYlTfYBKV2O4k81UaDxq7PKW++fZO6N0zj7zin3ETjGDGhP0P3WrF54
adwa1Oe3WNRiNMq8NReczjO6VuhtJYcy0f6Hw8pGANvBnqaM+JLG/hGBprFRZqWK6lyDLTpVfQFu
36n/n5DJ/xfHemPL0RCCMAFRgMt4awILLT3ujNSqz4mS5R2PjPKEdlgO4HTwd3b3VSuAQ8TDEaM1
6o+IHG8BoE0xpIiFcktQoR0CL/MAKVtf6dX+6JLid1nIR7xUPtWz/9ik3U5b+MY3W68OELsMvhIy
L/eI6qJCUVyoz/4Yz8jgywbEKWo5r+/3W6tJJQylCh7HNrfu5SgmYbGPRM0odQ8geCDAImTzMfW6
vbB3nTpR/LdXdikJPrDrzUj+0joaZIj6DAw9CaN2tFFVtMZzVPTZk7VgkIhyen0H7DP+qy1Ev3MV
31pOevqrPASFYPodlxOF0us27ZjWZ7f250OnmXZIM3TYWc4bB5sOBFcwWFwDSMlmkiQapY7UBpfw
YPfP2aIB8k7x9eUlk1tlUOW63BnxOlHzaEnCIkJzgzC/rajnBsq8kjh8Lvq5feR9yOsvrsX7zsiW
JFhgC2OEB6YheH3f3DwaPsGLsI8ABbjZzXpOcV9pUUIImxaaU2Oq/R13Vf7gdab4OdUiDcYxsZ6H
tEJVgUzxywjKZ+dH3Jg7WmgrHIRkkf7j+jX+CDipKJUx6n55NgZfe8imrHgvdGrevT3AH81M+R5E
wFsxBsQEMHrr7YBjBeF7k2dBeB861ZABdSDH7uY88QNXi4e3b1ebHH8lJ3FUuI82UyNae3Zplmcd
kdKPS9IMKC5L/fT6V1zvmcvnk0cZheSAvbp+x83zKXHdaqwKVZ6jdkg/1EtjfoCvWh2nfkhw44Bz
iUK2FtTtGB9fH/lG3FndWFboNZrhiM1dzm8oESO2urY8l43Z4uGdiCBfLR8XU1c7b7aXVvfVLHk4
cfrhm5AMXY7FvwU8pJryrDnOT6Op3tna8H5I/WNWdM/mIO+Q4fbJKLz7dm6PuZadcKi865r66+tz
vhGCKEuTM6+WcCbV48vfYVZtXA1cWucR9cUwKiscmfN8efvOgQPMa399SQF/3oQgK4M6VMSorLXC
SMmWLTuM8bjd+X43Ah2LyYtjxThTAN+sqY79mdFj23sWY73gW1Bo9xqYswTl0MD1tLf2wzl0K4uO
nbrqJfLwvlw6K5qMcWjc/Jx2jX4s2qr7JqRanl7/QDfiyfqCgrXCjetTBb8cpXRjlVpGnp9tP5/+
TSazR51bdoiJZv5D0SJmncnY2COCvlw9m/25JugeuAnOIdnG5bDJ4mdVAmnjDB61VpiO5cW5hK5z
5xbOcM6yWJ2icjY/LgZa0hAS6DdrXRGqXtCotb3VanWxcKpq3Z0U5KrxxrKvMmdArHl2r32Oy182
awU3dkJyVVu1DDItcgMk6pDEFf47T2RPUZSmIfLNH9ykfJdV6qlsPTPI7OnX6x/mxskB8EGRkOyS
rHkLuMq6Ski7hZymOYPxMPZ+G87zKHei4c1RQN3S12MPcJdezpY64zTalZadRat64NBO9xAN9s/X
p3Ij8MFmXD81UOhVKeZykL4q8KrGfP0cAbU7TkmC5DXi0sHojzsj3Tii9HPYyLQoOTxbxLU1gb1d
sjk7O9OCvnxKfOvdmK9H5r98XVBO30lFrgrzbBe4UnhDkA7wD9v2Q1+pvJAplDdvSWOs3KeqxoRc
Sz8pZBXPjY/5ujal3bEvPB9HlDnBQqHODouTljs799anRDJnJRPba0Nr/e9/ZAZrpjQZUZmdDV12
p6XGSFADWbmD17/1LSnLY+9JzwOHsc3x8NwkLpJaz6Dd1nE4lrI9+sBpjrOo9J3QdD2hl+otZQP/
pf64CYD6nAjlRpizQ8DS7kU0/eiV0O939ub6ur2MRIyCEOJ6K9PZ3k6own7JHytUo5oKeY+Dmpu0
/ShI5OYTJLOoP1QKz6xTnkwYaSjZ9G3AfWp+WOH0AGQjtfyg9lug/g1s3KQgRDfsiLNS9xHLZgx5
8qRuftiIdP3KE/jEAP3LaHhcnH6cjz65qnMowdr/mgYr/awQ9r6f63I+Sd3sPuSZ6iw8MnECDelo
VOVZuTNS3VZayPpOIwJ+0Yde1efextiUgf3jHBnWv60F2gQ5Aqs8NU6rf08jVfynzUKfjy7+PNbB
63z9R9Jiz4Ha/hjd4e64tCezqcslkLkLdNMUcR2IqnPTnYBzI4lmvXl3EQpWHO62yjrrbZYNpgU9
PGuWr7LznW9tZmsHz9C6j02ZGO+NUnjc35354FZ6dDS8/K3dWNJYfsOL1CXUaIp1l0eF92dhzpnN
leMscTiZckEs2kbgXLh7b5Vbm3jdWHSzGNDcSh4gmTrqvY/kgdk6yameo/zIA/ztLz2fKv2qpUm1
iDRrMyG/wQy19TEZSfII87ZSyacCXt3O2b81F5JJOLWrHBMd+stlE3HOki4KBldTf9YlZIooKrWd
1PU6wKAa88cgm6kk5oww+8wgeZrR48y8/NykTnKgcb7HcLo5FK9I2kWUdq/IhxXSdLXbyeIsY72H
HdZGYQRaFWH7ediZ1fXFxKyA6rwUdOlQbMLmAlRn1p2CD4Rv7kPfDCZk2rrEGnbsmiQoqmmP8XKd
2DEidzrVnPU9tU0fs6hL/S5jRLvtrfcuJf+DPSv32Hm1eViVWUKZWW8vVDHoKqZNtRKsyzaty/OM
QqafFGdHpupB1hbmErAzuITnvW7Njc0Iu4QNz2OO9vCWSuNNSi5V5efnOS3V+6I0ne9562pvL8HS
gl47YPRMqVpam0vI7UvAgR2qm7Ntqiezr/tvQxWXO7fQjY/FiSKL4HEBb3KLReJVQf4Pj+Sc1UWM
ORueeG2qG9MBTrXxXsnUOcrO9XbwejdHXQ08eTGB6t/m/lAiR2duZxRFoaaFCJO2B2OYsicnyvWw
jkX2xVl8+/z6hXvruzFHuj+o/lLT3FSbHUwU16pUfh4afGOw8Y4CfKLfqk5GhEcqlN4v+eZK89hE
EZZSGH095Ge1tPG7qYkwra1tWe9ExPXYbpKHi2HWyf6Rc+Es6IgJ5b2zPeCBhCcL6INpKH8iKpOH
fto75yLzYTnMJUqw1hCJN1eDfIubFJEcEj8AP2ux44/x+wrvZaTUs/NSieFJovB1wIYbIz05mkfZ
i+5eK8v4y+tf8MYTiRYihVPKQUiJkdBfjpr2c5k1bYuQhS3T9sRF4z+luJnwFO6t38rzup8YBrqP
pFUyMPVsuks0zTw7UBzf62Ue7eyoG2GcDiDIGDxoyca3sP+S2GlOWpOdE89QOFZkxamaDR0PQCvZ
Oac3Ni+ChKusCZsXfO4mGpReNCOhz6OMrGIIsDHPT1U27uVItyaEdTaFYxLSFT14ub4i1Ts9gnZ5
jvIEOveyNGGFTfd7CyfKw+vf8uaE1m4t+S+Pl+3TDB/wyGhRhsdjw/83drzqQU+TPbbXjTiD5R5I
nlWFBqDW5jCOUwLjxcOJy/KiFMx4O52aao5xKJq1A54/zj14z72X2a2ZUSIm46IGTxt6k6xkUVlj
ic1DpZGRCgzPVH9Nsm7/fn39btzr9AK5ZF8qpP720YWuWYQuLw9O107VhzyOu+cqixA3GSt/OAyR
Ze9EnFvTwmn2RTMdXd2X9PqPE5/NbTNIfBrOmVF7Z1sTfajN+p4s4a0snZckymYsHVDcbfWh0PRS
ilxmZ7+Q6kFP1HSvSiN9ZzVj/hzH8LVJZIp74OR4pfYL9bYE+eudzXnjHLC0CKwhj0UZZKuy1mc9
UOclJs54i/jia1katDqqFV0k97gUN5aVw2bTrWHSgq16eeRGNarJK+f0XNV69d1PBbuz96vj67vl
1ihkY3TOOA9IAW3uvsxUALgx9T2PmvEvphcIeLfIFLw+yK1VA+excpK4GKhVXk6FsjJ1jipBITqP
tQNlPXmoDAcLQNMaduZzcyjyPQfzY9oi2+unXFTldI2bnLGv+NbGE8LnysQII4v+h50AvIN3Oou2
Vlou58Tt18jZRZWmdh0UpOdeP1lTipdW9GZSCJnDKj+/lt5ohl+JsQjkVlBVMBHAES31vw78qtBi
7/T6R7qROKA8RbnVpem+YlcvJ5R1tiwxHkzPNAHRjIA6EaWh2+ROf+KbTic1O+58iEC/LIEqYHjw
GNfsHQLRVfDi7bNaQKz3OITY7dt0xY8Occ/5QkGz/pDKrD9IkLsBmaJ7LMsqemuZfh0PpP1aWl0J
WJuQ7A9Gh95VlZ2l65ahryt8SsUQ7+z/q0NGAklSgqjqih6ndHq5tAIfTB4hRXo2fPUTQyhc1Ywu
2km8torsxERGWUUU1iI90KNN5kUzgBJy2qZnjVpCE8xpDyBEQ+uuSHrrLy/18ydHYWlhik47u5kx
pkGJDwquKGgMxn2flwffkGO49HEfFC2Sr52lptMEkjAsbDxOuzSxsckZF+3gWu38rM2ps5PIXR3f
dQ7+WoYhi1s9Ey5XqkRWsjMxKjiLZMAhsW0rQZbsOVgXTCS0O8HCXJfkIlk24ClzoOiHu3SMt5QW
kYo8A++OLItpIvAQz2128iJKpA86tZPoAQ8fELdFh7eiiqb2V7fM8ZNfqxrZmrnWAi8yvAcY29Wv
xLG0cz2bGOj0sV2/TytXPiW5iE/jGKXv60W5QFrHKpAoBx4qaxH3w5B550rqHQ6GwrpvI+07kOo9
Mv313mOK6Dqg7Qfv6kqGPjX0ygAWgZJTXdhPc45BUy6adOccvVCOtiuJKDZAEBc2BoTJyw/nYKdu
FNmYnCMz9YNxMUO9Mf9K2gHUu/+lH81H4eIa17hFIEqsfrT+3heFDHChPyTV/DxV8nMk6WwoXelB
p7qwLUYLo/T0UFvTTunjek3WitRKTCHBBHW4OSlQv31N0GkMRSVnGVS1KFvMnkZtZ39dRzPGWR8A
oEegdm5TljhHLwP1Ai8so8X6lLpZ9aOm7I9vFGSpvxaquDsD3prYyumgswkUjL8uv0Leu1M3cjWE
kS+1ez/j3WVNSfHWhA/Q3Ap1WIl1a+t4c1PYPm7Q8NvhwzSduhfjkGJ27uyxKG7OBaAICfpaDdgS
wh2rHpamZC7ZMCfvY71VmALn6c7z6TrgkGQBJl6fjWTcW1Zi4pm1zBW0kKFt2qODE7X06v8q0Ck7
n+bGXlizOdB5KJxRrtwckMGKhzrpPSfEEHl+VC02VbPl8vaQtvq7nZ29c397PO6aFXwI/Htzs6UC
c7iWLCssofb8q0ZUNp0SBagB1c2Tqg17J3Lf+FwrCw80Kvc2BPTNmVryajAQ9XJCzxzMxyixsxM1
oyl8PUm5+blIhQCJAt9EN/xyg8Pc99EuW2dlAR1KAKTc9dY8IRDk7LHpby0gdxGBc4W5gVW6HMqa
PXQHrQV+C9Xfh2VprQ9yot+xvLO7rNnZhtert97eaADRWSeIbmFZQ2rXtRWlVtiZs4O7a8eHUpq1
k+Jdr97ahqOlSjGUy+7lOvzjpVZn9jIxjBl6rf9jcXLjsJojhh18k5063q35gH4QZMc0AYDIXy7e
0MqCiGCaYedrBSh5ezyWcRG9ORAxH5CvJMZ8Jq63y1Fm/EdVHFsmbegsC9J8NP7WemP8/NY9BwaI
9gyQNYqhkEAvR/HRn0zqSJlhM6N9iBBNGmaNrX/qTcy9Xx/qxrJxd64MW/AHhrEl9i4CJeTam0zy
7va+xy/qcSzdPRXAm4PwcUD4G+QE2702tZGOPjGDOEU1U+13vYdUaXtdpuuS3Jp1sKNJPVZYxbaq
WskCgdeyNMLFq7rPXTKASSHYD8lHTZDYPxuR6vsg1xuc+9yoavSggVgd39dLjwkfGporx8qx5V5g
vJ4+WdALNhA050o+uPycelwOKoVYEYrYyf8rQFzS/9fbnU7xdfSgbI6BJ5UYPiaIw8tR/HIu+8Ku
dBaZ/prnzWjMx8U7mbTNwS6Lbudk3xwOLiedaYStYP1cDgcvC5pLGeshB2a5rxphhqmDMFMsyySY
9HJPlPVqEVcCDgkAuQ33J2D9y/FklIpOVMIOhXT8ADx/ddIX8WZ4E6OAEeVW5mkG1XATRRp9QX1u
9Oywn9NfQg7uoetngXbA8FPT7HLn7XlrThQpeAo41lp22QT8qUmzvu10O5waUWDJGzWn2LeKnUh/
9aXWPccdySubZsMVgL6Fppg2mhChnzjxefLpAgi5qPu+ccGMimRPg/NKef6FdesRvUChrIoSm52Y
jrRtRsRSw6yN6CQ2ixwizEOwaj4srQAOIETTJJSmTcTd+6Uw8SzuYvUFJw47O6I7VzcHS5rmePAS
NRi4lhpYQtt6Ww/BqHD8DArVzHtNrjV0X7wnaB3wcAHIDhuE5vxmQ48ZmVRmtCLs4mL6WgG6OM0V
NspWA48N0STv3QRsYOcJfR2zXkZFYpgKyMok3Vwo4+QtuhvzPomXpHiqZ+k/+ih9PHqFJ++SFu+I
IHdqdbTjRqtYA8cLKQTWT6LOoh/Scsa7N94H/B6uzxXgC3tJ3yLfY0QepMhg6ftVIp5mJISwzp37
t16jjIIOIAon1BBWj5TLw0y5bMBbZkAaYxDzO6EahyqWa779eAGx4D4wVhluqribUSwzRfkjF+GM
A8fBlshfj4Id9vqK3do3SCgAUuRpDzNqE5jMSs9dS3lWiKtDHR3w7Z2Ohg9LKuicubvjSSTuqei9
ufVLlgPqG1wcz2yorNvYkbuzUeCRGGo0EvHgrWHrYsi3s4Q3JueZ9LCJ8ERDAu/lEqpKjHo76mYo
VllvfEib+oTSGnaDivs8SAmKAciE4cvra7qG2c1ZRPqAHQIqiYx6q/rnzIVAbHMmYTCmOBjnqfic
qck9Gc3sUdKKxlPtRfrHyJt/vz7wVb5KUYbccW0C8ReSnJfzbQ0X0XJiD1nx2J8GWY5POcL09/Po
GDsn7bp6xlgIA6wvGGIO0hWXY+XdmDbjOBthleqQrLukKQ7Ir/XMemq0HJNm3f6ZiMw+Atf2TjSp
x5OTuZk4iKUeTujJdQ9gN5ZjNjddOBNyH4o4wfPFHZD51WiY+WOdPrYckCCZzfIwpkbT7xSlb1xh
9FwB6BIzaN5v6WY+ylw6n8YIfbtz7rQpzw4RPZOdM3ZzFORDTEZYSSSbpepLoVNAGYxQc7oPXR+5
z0OUGTubbv1DNpuO23GN/IzANbC5++ueWuakj0aYagsBN5U//KY0kRqT93PPM/31nXZzSqSDLg1B
CgFbUHiVWskY9Y0RDhigBPpguff5gjHV66O82MNtJ0V1ncuYMEgpfzOpCk+grpgaPdQru7Kx3Pa7
bxiKURGkEOL90PIy+VInZpYeJgsNN0qJk+rDQlKjDOJs1KFEekb/u7WmqAk65D7/s9x++a6iTubB
5OWpOEGF6NKD1gkbA3Qg1ukZET/urUKMS4PQtu98t8vG91evUPTM+Buk29oyZEr+HVlVkGai+rdU
kffLp6n3n8Hz97MUnvp7GrRUgNixxDcsG/IpgN1tfxVxD3UA+stgBDpsPYCtpgd6rRCxPh1KJG7/
8nKpewesTOiMwOusPxWpyr/FXTvFB0uUpjxIvV66g9F4U7WSZYoh4IfP9un/eLXrJl5fGaGMiswJ
nBh8cKDXXvVj59NcbTco7BRKEcOCZ0Zn+PL4OzisSM8s5nCm0sQtP4zoKtZeT+XE3mN7XW+2Nc1Y
qciCvv3VTTjy/FJG1sxhWsvuEI/C/5CopPj11hkBBOa2oIJG5gBP/HJGvlc0C0guPeSd6Z7MqWiC
SUsbrK6mPT2qa24Hz2IKv6ujKlV0jEQux9LtEZf2pV3ChJdde+ARu9xTg6hIJMoy7e6nLpMauodJ
Nh6LMXa+YKPS/DBrVT6OaRWNh7lQlHxFXtU/37wKq1wV3SREmzh6mxM3TW2T1ZCwAJ+25sGH3nmk
G2oEZtPudROubysSj9XSBMAQ33ar/UU0j/3OTpawiwx1QvdXhJruKQCQcm/BrxMBhlqrEVzLK7p6
k9OP+qANXm3PiIhGPKKNNmo+GouYAciKWHuWuY2hUDxbKHK9vpzXW5cyCxp4dD5R0AB9dvmh7cEu
kkhMHBPlLw95Hf32baXvpDnsGv6YyzjJMHTXkWqGZwJ3+nKYZqmGbjL8Poxqlft3rT/M2qkUxpKf
rGie/hV2Cxhar2OrDpzBd77I1Mt01kE5QInbPsK4vZ4K4yjtMjMDJHw1EaSD1aaBYSgjOU1+gwEx
mcwkTok9tZ8nf6mTg4rSKQNwjcLEHSaIFODa0p/aMC56mPU2isqnqohm625RSZMfpp7accAVhrYL
7gdZfEgjqnhPTVli6TIvhZsdStuM/2ln6WmHxpOJd/SrxnsHpi4Wd07cAo11u9oPmlyZn/VxbONA
qlIjpYqyWJ6k05X5KYrL9KMDJLqkfRR7w+FFov4YjXq8TrrD6nkVkl2btkZUHC1jdprAjMzyn3Qe
ok8QD4qP0oudX200ap+A2Ok58m2N8cltDePraI2eFkydV4wYU9UUDNq+th1QzqZ6LwrDBP5sT/6H
auzqKPBzN7MP81y7U9gnbYEss6st9bsSzSOaxEsNM0em2hjTQvR4XbaN56dPPCZLPVykMTxTiO8h
sCyJ/ncrvSI95I0lcwQ8lrIMltQuoyC1EA05t06TlPDRzCg70tw0/hKqS62TKsy+uSuTbvxi2Yn1
nc7ugNTICmFPO0c+OZqWFIEXc2r+jtKmf0yTxVxOrfBVslLcaus81E1VHTw9d46ZN5VeIOxY/Pa7
yLGR8rFngHIiiS38zmbjg1SE2CBPlf4FVxnRhWRVsX9iq3Qfi1qTNe4ABkZQxmIOFHmcxB8Cd860
u76lnRogT6lF3FvL/C3v85ZF8zTOaTJqM75gTc/jUvoNZzhN6Y35kTX+9CJb/NBGZ0Dmo3TTh4X/
+4eMW7y9284jA1VL3r+j3LNYYdNL67OUfjGSVerJwKmPlX9wzMl0sAwbk9+VVYt3pq3SZxqhaFJo
hZc+F+TWf3lxW5Dk+m4lj0Pr0YLQM6P52S0KR6bRLRRT0/qoPhDsFCLpoyUf6iS3f+RgHOjUUclk
ZqW/iFOcxfPvpsvtT6aSjotIvGnQUhucWR2Vy7PlgP0rJVTMfBKCVO2Ny51bzsjGVny5ZwCtZCsO
+IODWSZUXyaVRFNQet4EjidLm99mbUf/IlzUfqs8yJJBzxvvY0/53jqYPg9j6AlG9753Prgyftem
TfRZNa32m+dfnx9aOfbVAQ1Z9z8FDeJblo2mce78QsyhKa2yfCwcwWqrNOt+wrWyKzz3Ei8JzTHJ
06DzZPZUgRfODq6Yve9N28r/UupFH1mdCPIDm2g66Mi4/lf7yege4MtrVaAwAv2OjP74eZ6V3pxr
tJ/5t64vh6NVGlZ9GBGljoKlybPPFEPT4qDTrTOCCo2AH71P5eY0Y7lpH8c5YofkhR39w/+WglIb
lRPkscqSQ2q37gkYo8Mrw9bcvwZtRgDPznIvsIx+eC6sBq0xTEJdtmWfrDr0qc836Cs3aQILcO2j
r8yovY9QVpchR8r/4MTCw/Bsmun0C6Pu4qB3TFqkKTp+bkChT30mu1u6ANyXykgJDevRq535L6vM
9IPKLDjGSp/FQ7v4BpvWSDz10JuqgaTLg244oBEblwETVPjeuU7/qNlO+jFyhqk65lVh4w0jdfEp
SqLyo5O0vcMnrA1syZzBuLNpYTzXvgOPyaXtQ8aICk976gW2CZo/VMD5xvTdgp7r51aYxhI6bmO3
DxXOee2hTyWKwXPvL/4hlXnybnWiYW8I5UxhzXGT4TINdXWWY9ZUlOYqr7rLm04CgklLEKxT3f9T
0JPoDwk90rMXxYKI21RI05e9st95Ywe7vDBb40kHs+UcVJmN7422R56sxMPxjCsnYbTCHDB9wN45
HvBMSZRxth1J0GzhvXzu8qz4mZiais926k1xOMisSs8FOlw87UjVrXNqK5+0u0mITVmcNv8ywEQR
NiE/gUnrG58w88jpr3caqUBHKlaBw9Xm/IC0vPl1KbE+PXejdPU7vGrNJLD5ijkfJoUxNPnlZAfW
GHl1AFNz+Kf0Uh3VhUyH6lO5YvkHt20M25ZyMD96Zl7cWyPwhSBVbT0FloWYwClz47S/i4jG+tGM
R1dDHK52P8WImTuBz6X1vuPQuQ+u22g6cueiKAIzq4r/inTs0BxD8Ogb/fvusUaKNgI5ZnQUZRuX
p8W8NPNz5C+axNmmKgniXWRPgZtlsMAzTVR8ZuS174spsoOaB855bF39sMTDO0hU/bNUms1lRDKX
BSbeZX1oN41kCRCvwMIsXu02aXGPzyKd4iwAuxZ/622tHA92J4Hz02DLHvTRbn7VFAx5k9qjnQWZ
0EmxSYS15lhkFWlwNM+tEcSNU6fHeXa1d2OJUiklIjv5ZonBeb/MrUrPREprOjaayYWWGJkWuH6G
3+NYipaA2WbTsz1m/beyjor6YNVuOhNM7RzqlzKa6LiAOsmDWilbHv8vdWe2Gze2pelXSeR1MYvz
ANQ5QHOICM2zLOmGkG2Z87S5OTb63fujM09VSnJZbaBvConMhCA7yOCw9tr/+gdemNKLkmqUzyvD
lD3u2It7PKVZcegEa0eYO3Spz4VV2GuUFVOiHaW1kj456mi2oZFaeh5KLSFJba60vZyzZtdnLUoy
0yg6LaiXtjrlWuYU66zpmyBblaQNdGz3ztcS8exnc5mBi4dC2retsIyX1LPR69p9OalRKV3s7Wu+
7ODnGuu1r7qC8iAbu78ohOheZMdKt8cXEf6Z0ccL+1XKbv+STIPLsqSCMtexunzSjLl6GVdNpz3o
xGLeFqMyfZHia1rutLxav5Ip7T7O5VrT0rVg2XMs4ZrokCJcXxkduwu5bxbDXDIur7rBlV/kUI6f
Guy5S79DgXyfzc74lQ0K/V1ra+3kL3pPf2dieFjebP3JVTosSrofyxQ3S48gr9FHn4C6RFhymAL8
POY0WOcVxZDqZeOtELrzqXUt+VC4WT+c41ZQf0HHXNiB22uO8KtYEefO3GffLFnrD7phtmwOzTj+
RmFjbe51EySJQNgq8fmc+nowa+2uUCvnZuwWFVpPpWAuD4+h7MKZMqeEvI2ld0QbZc9R0Wjzkb3y
OMEJ3p6eAtEDxikp+lc3kc4VQWBF6c9pm6IFxe/rSm1KIwknRdaPbVxYLwXqQrrofPTuFEtPDQwJ
rOqljz3lohZLfZZP2hxlo1YsUa2JasthyIbnqmq6L0snEZhVcdyutxP6Oh6JbE5vmsmja3eSQnPI
XkT26I8x3oh8h2JB3lw3xR0XrBiPR0xe7tNGyUrkGY3Snq+d0JRwVIFbQ4d63/qgcCxIeZFZzr7V
NFBYLCISKywTqWfsVPoqv1Ane2nu+mzrO3phmGtYzCrETSqBvMITXbRB7TmL9Cse1fNaCPVqKRWb
kAx1orzRetWL34LrVr6WEvfqu0PuLX7h4WHoM1K0koPukVBHct0sMp/xdDtEhXSTe7Jvva8NEzM4
gM6crr6EyXdTdDaBPtJWlaeKMJWVVrpMryedVdTPMsC1WZjx6uspnB9/bpKm8ZWY28nrWCf1sSW1
OSXyYjTOK7x+9X1vD9m3WdYDW2u9iEMvnysHwdq8bT5yQ5MBgRftEAjsQZXjiSitDH8JN73NnXI0
qX+LMt8TRryMB89d5RJVbANJdlTtjvE6caksM56uWOCx9tDu7HjN6kOHOuFUF1IuYWHkgN9r6RW7
ONObHk88w/q2BUbTi061ax01QzN/hTbqtMeVaSTC7xUnBm3SkyooEE08GEbDm1RIh4WkEcPcX+jE
D1eHRAylF4jJyopQm9f5vjbk8BxDqEyCYhjTPtAn2T5nXiaSAL6l86XOVxJch7pebd8tuX9BRiK3
5ZuKFJ+kyqgP4lflPpfNgHMgylggtKqyklMc5DslUqWt5ZHRtykZdazMhj9Dck/C0s7VJFTWZOTy
rNlmNZgUa7Uf9Qr9he6MeUbECq4ke9spcdaY7AEMOckbYzrHAqOeLsfese8UBxecQJskVVtVM+cw
SmPofTV2AeKwwcV7D7XLAvsVaC+wkrFTD11fGvpjSe7JcK70fesGOC7VZ+mSdM2RVyzpeUWfYPtD
UZu1z0ZUPuIgJC+FRpq6P6+NlQeeQjMa8GYjvlstfYiDmn1GQ8PCWNx3uyWnbc/L4gbzqNLwh7H2
yPfsh37ybTyjayYqXj/tJbfb3WceoR2Bm6RjeqLXhrec0BkRCuG0mntUdq0Kt67GHjYoc0fclFox
fKsLKmI4FUt3PTHvuqqGgqY/T9gfnuRxX1I70EiQNtY2Mj1VWkXMvruIdiTqsiow+M5m3rg5nRrh
YyRkPiNs79OwsK32cp6JSzkotAH7omAeGjWjGj8tBVc6FLR2ReDKTr1qh46m0ZjUJo/GYVTEdmmc
4QpIvfFCWQyy993V6ww/rw0unDT0pKWfVJuBHmbmQQLkYagPlc/SToqMwnOcjkI2dCBJ+8lRVJkd
FciQHl0Vz4RwXROxhpVXky1eTguWjXRQci8HAF08kGNyQuXizC8VzgvH/Wixex1X4r98lG74CKlt
V8WUK7cafYT6yVmPAvXSTVv7SldcSrbWJZUaLW4X6/5o0z2DDOeFA1KSpR7HGoo28FLXAxJYJ/WL
Owqc4vR2ll+7nCnaAb1bvGvm1YtDu+7rL0NvCDX8NyMdm5YktGlXbDviptBpHjtlVq3g31qbPXtX
QStg4uDQssvJuHVaoKfEwh8uwBSXpDDMIbzUB1dPTO6bUd5wzt4vW3E6wEOM0V2Y1WCPb2diWjYu
jbHU806M5hlGmjarcQ9k/MvAl+NApsPo2EaRD6L4GpHKl0EZW02ddip6Uti/yJ5qdfnIY//90IOk
YhIV0c8xK+WBe30Uam6fJrjAEwU15GdVnlaXovLKYy22jF3XuMYHBg0/GHhvbH/IsJt5Au5qb4DE
NeuM1bKSaTeZRPxZvMeVGFndjPlewfzEd+vODDocnH1rpXmv8qvcposWvxp/aCEcMjbtnrGNr6D3
vf7iQo6s6IkucR7Kp8PUEthU43LwyzeRo2CXA0+Zb6y9NVYodEQ1iTHJHSJNNNXC6WkPiI75OUb6
DgfGKpOpFTx8dWMwvCWuAoyVWZOMmIzH03iWl+THAMdaWztdBj8/1Ds4lkhr2KQMhzZfTmDu15dN
zrJN1rGsdp10+kCkdXbZz9n0wSRhw8hfo7GoaSBKYYEHJItBwuujcPJm1XNfuDklg52RVs/Ov8zx
COCmPKI2g9v9EaH83UXE1Et1N6UciiEQ1DfvWzkQ9ChVi1tV50WgVbkSOnDhAgz6f1mWh86A54JW
hFeAhubNRdTX3lpjSy47k5gaP2Orsl/x5v7gqXh3q74fBZkH4gyG2W/Dmcq8qqfB7IDsW2WN6J9X
f9WaXzb02o7Cv1uqOiOmtxympHImR5P1wuRhtn0LFGuXScId1175y/T5319ZQPb//A9+/tK0iyCW
V7758Z8X44uQg3j57ey57X/bDfXXZ5k19X9sH/Kff+n1R/zzLPtCPF/zTb79U6/+Ekf660zCZ/n8
6oeIgF65XA0vYrl+QREkvx8geWm2P/n/+svfXr5/yu3Svvzj9y9oH+X2aQkn//tfvzr6+o/fcc+k
CUHpx+gI+2WCteDG/Pvfj/fXHz5/rvic/30d3UTX91H4f3779NLLF1H/dsOFe/7wI1+ee/mP3w3r
D0wR4WghDYXdzBjq998mPuf7b1BFQU3jbJgtMQ7//be6YSPMr4w/YHZh2M6jxZ6QpfD33/pm+P4r
/Y/vBDoKKmx8eJjm7/869cs/3+8/7yeX7q+ff6uH6rLJatn/43f9O+P5v+rAD6/F36XdPAkGOweh
BUkFsCIs65BoOIhkTbseMolRPHFC6OGs8cwqlavcHO/jwQ5Bx496ywQxMdLCRwKzL4V1PtBtO0YR
Dl5/XtDYPgH1xsGokDJeLRRnXU/0/TjbnwzRp7yUeXO8EI/lu2z3L9TCyyKS0L+VVvJoKmm9W1Z3
OsUna/Jr3M1V1BVT67Q+eqL4apA0Ls7YmEctjJkAzVdBih1NqOelsS/AWSH9N6K7FnoK93oGtM+G
bN4vUzX5pYPlgVbnNEhOJOrhrK9cuHtj/anI0xaEyFgCy8Vwd83EbWMaz0zfz8GkrtWU+BtLFYHR
uWnAHz5vDOd8bbJ76WVXuaKd4q9wlmb6XljLGlVFP5xaoyuC0TKm0MWJJgCNGULheHu0KjpOruqZ
0Vbf1Bgto0hyLTBn/bQa1tOFpLTQoLYE1egOIK/qS5+Wz4QvnCfpjI2Ii3jLMBX631lAb5RTH+Q9
HTrAVaQ5yJ7r1sI3fVyCtC9OjDYpgrj2booYOa3nXgw6qEwlm/lF9N03vBvAPi0a47JYjqRWhn2R
BOzuntt4PoqL2o/1EEOPvCPOgAwaJiXORZ2V34ZFrH7eDhLeA+iA7oj2wl6bXTKUMG7yHKNaI1UJ
H+kTSfgfEmKUV4rJPhxl2kgrvSfn0PGH3hRRrM6HBtjkZtI+o7HJA3C9DJPP9CZN9LWhb6la35LY
p87cY8zx8k9Ztt5VqbPvs4SrPNhx1NVzc4mlU3OKl+R0uYKK+QBJyvFa9489WDm2iDxxTvllrI1u
J5lMyVSPIxNv0WPy6fIQCkN90mvLKU0/7tjjfNfLdgk09vwmYCWuB/rgN+zmW708eE6Ff1J/G2tr
RIULczI5cvGtHjJqNHfEkPsOMiR7DINtaxqNbeanSXvUJFkglqduYQo1dGGjQNNc6itZbyOM1h+r
9qTDt7VWH0e23Oz5I0tUkRInkEi4GXUX4mbEy+Fdzm65d8Slms77SR7nXrbzzovBJUYSsoNxb2bW
WT1nUQwN21cU7QLKlI4OIQGXEEFNlIC4+14ef2kN+Z+0HlB2//vq/7/Kz8/162LPn/+ztOvaHzib
U9yxaYCDC1niX6Vd8/5AI7ZRzvAEofxvtIG/Srup/0GtRzyGPTn/f1XavT9sFqPNNB+p89a8/0pp
f91swRVDEbKlKUBWh9UN3eh1g9dBEe5qyQMT50TSsJsrOx8gg4SesoWR87eL8sN15N3haIJoUEC4
bC4FNM03h2MmbybwlAIpGvNh9WT2WXW6tPNLRgRnroKibDe5dYblY6VPn3ujwuesTPTxnBBD2zhU
zOBXarSVX8zxkpRRkvaDF0Jzyq/MAepVCI6fqQE2atVJvymJg6pup6NxUBn7Zp5VaP4Mtf2hiBNG
MeayTQ9GWxdLkMRak/sOmeT3ViqoIZrIjavCFs2lN1Uj59Ih+d+EfWDisjTHUDHd7IHUluSIuEgm
RumK4C/ozXxafcbPLRNlUeteIItYf/IMaCgMz530vkdbrgWqVnqArnWFwtRCY8uUAiJuFeJErTiB
W7TjeSLK5lM/x9VJM7X5dVI7Ij/kxmIyZdLqduAF7YBxQPB1BdfKrrsc0ZgmkSYXbXzJHUDGSGqr
fEoaz7pI45Sp8cI68OD2zKD9UZQ6A5lSZ0errHV3j+nPnB2UnoQNfy2S5copZF2F9YIZW+C2Sveo
m178KfPwZw9RQDARROcAPsREkCXIgAT2ZKpZD8cm1dxP+jLC016woPlc4WYw7RoTUac/dH1PVgF7
+pH8FU+7IlarMg6mtHoYlqs2XOWTYSt+Nw2VDIwhg6IgHXNU99NsDxAVJuGe8NQiG6El8G6xek1b
nhfKsp/UbT36tuLYuIdCCwLO1c1n8hgUHUonStXIBiwTO1Dr7nKZ5Pg5F/TmmD+uknKdMZYNKrOH
tYO2U78DExBrAB2QAMiuW9O9TCZcbZi4LHeyneqa72/mWwyvPV6MccoeqR8rwfwnbazQUjxnV9ug
73tDmuIla9WmjkxdTmGh88icukz/vEAXrv01yZVc85dyUW/rRO+zUEUJtkZLO/bqQVNFH6VaOQ4P
5rQtVfoCU5AJbib1qCyc6YnFHmpXPNtG74tGqDJI8DFKfHNYIPWTtehVRxDyzPLINsslDXhMlM9u
bjtpqCtKL7enjsaul1nKnU3jXIaFu/QgnxvT2B9SpbsxhEVxMMRM0wVKYJaRXpj6DCKtu5e60RNu
5U6eCVIE8QFCiqWLIhpXA05dB1KnA2ctRQFYXvQVgxF7+uYxaK38yS15mzmNWwwrp+5gZwSuReQ+
m8wZlAXMm4Gyh/C8KiGe6t403PYSlNWndIkmwhquOCPQoTX8Qpnd82pmrBWlq9V9XY1xWAMt1gZw
4M5rlggLQfncYsCW8aFJ40SMp8unaQEH9fWhjUWIoaqTRLhWGC+TYVXyLG+3MeHcCjT1a6pl1rEH
BHybIn2Y4NbVot5ZWSe/lOlqy2AYAb7P5ALfI2jm0aWNFCnDXaNfmVGYdmk/rbYioAHkQr+Q+Crc
O1mv3jJpq68TLy36QMW/8RJikaVFa+fqXWgVBuFs/x+X31dbuIv2pb6R4uVFstP7H7Bx+25s/98v
1ZfP9XP1alv2/S/8uVYrjvMHQCIgH0s13Sxa538t1opr/KGi2sGbllgcEIrNyuGv1XpbkcEhUb+y
WrNd3Jb4vzZifB5BDGzRoOyTuYgp1K+s1u+09ggMti0+/6FnQFT8ZrmucRDvTQ/mWifTFKq3qd3o
zkJq/MpgU0c+eK4wAT4a10U3aOR179prbfvMUsv81FDUIoRNbwa5VEcaOxNgSiYdsxr4vayhmbq3
Uz4nwfAncJy5/kD/9J3j/F+7yC1cjBAHtE/Iugwy6t4BtqWC10nsGRGTNfeySuPsxPMqHaZcsmSh
rK3HJu9VwONcwaoP25hjLOspOS2WQD6O9tY+dyk+o5oR785FmAG4/U5WxXHPIu8zb3nq0+YaRXn3
ABSj+pjfe09x6aihBjNlCnV8pCEDLTCawLhPUhTFYbxKCUTfs1TWaXOujlV2aBqlJx5TGXf0yPqu
m5v8RFTVfPh5P/QWXdvuIQ+SjVgW3S8A9etuyBIqtlAYhEeuqObbsmU47K/wAE9iLxW4eBjFQ6du
mXmDGD///NDvrILpOnE9sXXuCmpQjBJfH7suyZl2hy33ZOI/K9D2nSzXJWzcbN61qF1LR8CyGSrh
p+N4j6CgYBvefvn5abxls27BnaBWNmAmVwDhwuuzaOCSFCOhidE0wsxVhNXAJC+/KY57j5PVesR1
+Eiv87oF3R5C3I42rz9svpBpfhfN/U0JPbZpPMjOkZE7kbOMcctD1Ynrnqbzg273/d3lQHhNIN+y
NJDMN9qquh2T2mJNiMy8XEp/tdZmHzfgmnWnm+HsiMJntKNjaZ5/5KXzXWP6+k1zthw/ni+L74nw
+/V1jbmzSct+O4Kv17CX7drItWvUqCRxRqUqbtsaQeBc9mGvrfd1nH9k+PmjL79daPyBuAjvrnKv
oLCNmYxFkPce1Lh5njv7ITdKlbZOBogJd3Vt3/78Ydo2D2++9IaEbfm5JqOht490pkyTypZaRu3U
kzWawcuyC7f9c+PKmvdjMOz98+NqHsUcYBConxr8+tIOs9lDoPNE5BRZGi4e89YFFhrRImb2Acb/
g9vIsdjt4d7Djo9a8fpYjj2RT9RbgttonsC+ues06wXQKw8yVW39NRdRpy7lYQWK0WX/6efX8/ur
8PqCoiIATWY5ZFaER9jrw0OrQ21kcHjmoF9F0Zyqs4AwJJ+MZDjg7g1rLgE2n6Fhpc6NqnhPE6SI
wFrxIMpmi4gyLwsGtClB4Tz+/Nx+cBdendqbB1z2VTrGCaeGMfixXnuXUIE/c2sOPz/MD8okl8Bh
8oHPMAYKb+N5bKVy51xfRZSb840j+73bGPelIQQEkCHqlXyXqumZOxmpr7Nj8jFucz+oI+8fa06B
As3aSVuCd83ru5DluAWRKsNDQDhn5JitF06t0X3wTbe15t299mgrQCjQKL8VwTERL6tp82ovcucu
WZxbWcr7mtVWzB+Fcb4v+puFHpg6xRizmLdFPzdLT+3QjUTG2orDmjgPpDr29N+pSSqqtGDg6csH
F/FHX4/RKsUBTN/U3howeoKEpznvRWS2w23ieYVvp+IzFtvHY2p8/eCh2V7Lt9cS6bKD1pUjmW+9
pTrFXvV4YyaX8CnCSulmgOKmCpKlmfHTzad9KzPSjqX70CRToHat/sHd/OFzC82Pb7tpG923uZwD
pBe1k52IhG2eeSzx7JjHfCfjNZyX4WXhtpwSXZlBF2v29K3X2Sg+Uoz88CSYulL/mbuyCL1Z3SFH
NZ2e1iKy5gZ6j3q9oChYNHnbau09rd0la9fqd9Y3E/amMTe07f/Z2P8AbtK2+vT2PjCLpUhtdgU8
1a/fnLHKqwFLORjiPZQddEinXkF+HWamaSStetebfTQWWbGzOw8ZBGwIxU+hQYeKrkRSGohBFy0o
TCf3404pDnjGqKFo6l81O8BXFQ6DQV+KB/0Gi70+T9WFkL3ix8LCZd5lg+EC0Lpk8S6Tv4JKf7Cq
vC+dLCUYYGwevTyj5pur0k8wuGReapFn9eNXkrFvLKMxvo3KR+3tO4+17Xtt65a6GfvhcvOmv83z
WINZaKqR1ulHStk+rEZhBkvdX84JfeWWBOAn8Ad3XVUfz4nuhYxop0NbleGgwqurHUQ+OVkHYV04
T9JGiS8nEw5kXekH9EgoYNL0SozcH7OsgNH0WYQtbLTRGMzAUecviaw/MBB7+0zhooAllcOQHyNQ
rIG23/+tfRw6M7WmmKzZvLflrqdqMubp28hy1mfdWB7yAcw+ycp09/OH+W0B47jQ1rmGlBSe5rer
wMRYAPpfBzmYjVtkWZV7NZMvDl3J3Iwu64/Wg7erzp/HQw3JjneTfm+//9v3TCuZj2oLBCXYFZww
yLCu+iS2w59/q7dLwXYUUyP6bguz3Xrl10cpScWuMrVaIz1ey3Bt08/rnD1Jsz3tITZ5cv0L9/hv
u7cf3D4sVXF+pJlChvmWbTK3U4qLOzxVPXGSh7Yr9CgdumddaF+0soCKO2aZn0PX/OCLfldG/70W
8U23XhyUn+N7VOXX39TKXZlLJp3Rlp3kt6x+emPcoqYp/GLqjWN9bKPcyu/c9Vtquze1ml1ggHwa
03khzHoADsv9cVNv/PwGvC0GnBYbFGojGlgLcsKb5mKuGbjVvIOR1/VuGM94JLRx4gVeu3xkdPUu
ZoljkRH3feO1vT5vHbyKRRlkqWQztTeBRr7WSZAYbYgLBsAtu5NodXQ1tFftmTdst/RLH7DjRIfS
mDseD4ZVU/b551//XYe9+fOgw+UfSvC2aXh9W8BsqOdzPkUgdt9KG9TbZ1hXVKE311mku/l6OtVD
c2KXBsBDXggHkngnv/78NLZJz6uVajsNZjGb1y9Tn3eXZig7Y0zgmUWI+YyvVhs/wiK8mFSdeEZH
vhTTYN+O9DbIcbC0uMaFbDmUJdRC3cNUyRVHBbasp0zWm8MsHHBfJ0lqHwKmOOmQPWEauzZXjiLS
i3ZVrKPCXLUjr16nqFHL+tGqOuvQGKv6JNtV3xNH6ZHmOQzgDnW365yqD/pZZTrfVmEJwH3eTGj0
uhoB1tJVgT3V+tFs5p9r8LVjTM4MOA/afM30hZMcTMjIerOrdf2+m4z5eoGcD1JcjAfd7q3zDm6q
n2EadlH1ct2nXgUq22kI/5hPxGEyTfNZWXTmOab2oCK2Cvo/Y6l/Vzi4mu1bRxofxRq+r7UsjCbq
WgeOFbzEN5sLmPKuWZQIf6ZqsL66ZRff6VjFHqpVvbeEN0c/v/vfLZNe1waOR4gbNr8qHqBvNxlV
ttZuapdj1DpJfD9oyHaqzLHCylHjL9mIID4s504J9FKZr+0pnj6VipEDQQvnJHEa+9uYjzwL+ayc
yKpnEqWUmQHXu2syJlHbi12oy3wNio4Ouu6yQDp8kGr16r41Gu3c7Ids//Pv9IMXi4eZDpRtI6jp
u3qn4JKRW4M3RUlt3KKxvOO5/Nw47dPQMwTI4G5baw+D3IiSRfny84O/L/JQ1jYfWaIGydZ5y40r
rWXxGOvzNgmi051WZJdwPdwLt515duw0PnLHOYmk7pT6B/V088J89y5T37Fp0TgDAhHelrkUG+iE
XDYZxSnSrV2R1wUmxoiS9AYLNL+FQfvYZEUP4yCZnSPRInxFS6lUF7FV1V+RP2WfEqjZ7CWz7Kju
rfkSkloMglQM5kneNsuDa6fGkd6O38ph1s5zOK8neqGV5+6ksXPq4toyfQTH3kEO1TxiY7g0l3Nn
PdYa0jSn1A663pgnrduIMJ2qu9Wrno26TnjvZHNk9L3+STiV87Q0Xhu0TVPCDTDmozIWzoGxTncp
S90J6By863Ex2/PJ1Hs3IFG2IuMJcv+Rgiz6kLq5ftuoTtOEI3LqlXXvUFtD+5hKVdvnMbK0ch4c
36jbDt4N5f4hrZrpDtzGiwqz0OF6LE0WtF2ewF5vwBei1lC5EFUlmtOsL/uLWVn4OW7G5iRm7Dqi
cxzXZ6UYlGf6bO22Z4bzjMh76ALFI/zK13q9inKptWiEvDxcu2m+KvKh3LlGjHEBPhcXJW42Vxpy
FPRy6HeVXnfAyfOc2TK57M+pPmhkBBqj6iUIwFeL+ADZGGHf1d25SECTd0VXx0G65PMZjL8mtFI1
6TAOTFE8x2RP2PslllwLe+pvKykFIefIRR5hc7a7HiN2lOqG4p3DeWrPNta5X4isfnKNLj2x0lTu
yiZxQuj3uu/ixsb42pF5JBrybvwWWPeRnsJCXCmyCYWllR/KNUW87iZDtBhNd7wUeX7Qs674qibj
cLksrh0shYcCW5vS87Ka8+PF1DN8orOJGQIO0ZDZDQa2FY/aAmU9bbWzNFaVwVeaIg3l6MFYNxA3
H2tlar3M+IxuAUYqyuiVHW8SuRKYC93iAjWGWXu3l2PcGUcL6T9gSPbIrAIGXEHvbpSo7lLX7Q6q
N3tRTvR3kOQjTiZ2bBy5FRbXDN2Hc3Wxs+M0T9xDKfr1WlX0VCDq9FBQJFO5HK9Qm64cm+ZhtVrv
tEBSBsad3Wh5oZ12VlvvZSvUe+EZ9Ulmt1bUTAsGj0LVqkjN6uF4JgMi7GrbuydFaNwhkXeessHu
DmSbzB3GP3AY5mKpPmXIslhe6+UshgQU6Dr2DL5aefrxRCAkMjnMkhZ3CNfZVnjJtOw61+f22Gwc
735BvR1tAsZrodBf+GvjdmdiKeHkj2XQYjLPFZHaORk/XbCCh53F9hLNXT8dNwinzptGuIzQXS20
YVJAb6oG6RObuhm0G5ZyLJepO7fsXNzwmjwOjjBC223JAKS330uhO0eeLLxj1c2Uw2rh5bsiI77N
kOBEcxJ7D7OWz9fkZaxfWgyNKFeTu2spmtcF+PLZoJKJW5eFe75UpX3mOPF4JobV+ayzBH3xapJm
EhIAH1qr0ElD4Z7iU2BHyLLNc8wWGvZxcmlOtNZL54NDEGvYV4Kt35KN8oyRNdOqDD+xW40JwfVS
u/Kg4UsRZJnanbhtslzgmRN5Rj9fDpU+XzezkZ3Ec97skO3bO92Jl0jRXQWbLM8O0C64Jx274eOi
yp8ne/ZgT8S5EqiQLg6lbV3ZVc9K2Aov0jM7v0T/WV3WCSYbPlijioRwVdYL2azG2SRRe/i11tAs
5oXlYUShFRkc+sE4szNr7H27nO5qpYvsZl1vEApp507O88shBLgpQeJ2XqhGKIQwjOD7EixlzbgL
TUrMxgABFYmjLPSP2Eho53Xvto/6IPKT3kjtr9MMlUV2U3NiOG22rxi6R0TZapmfCcTVAeZ42UOj
mpyjNo/1udUMByHj8bgr+6M2dZOL0XOhQGzKaBM48TwrSvcKHfkA02PorgfXXZ9W0Wef7MVcrmov
vYGPr7zYq2NSe9BQg6Fp50SIVah7RiQ8yzpcOnGfakdKog3LGeGF5Gm2PYyGuc5b56LNc6EdVhTV
14Ap7fFaFZhrLS5/mTmdczc6I+SzWUWOHtZDMs6HuhbJVVaas7dzpDeEXOHJYqum1RqZ9no+h67R
Kv6EffK4H+yEuJ8CNZaPuYExB0U3rkftqrW7GLuHK5IMxg5zELsJRC7uylmdAugV9kUzxc1Lrinz
pzL1FA7dj9Nu1Ob4k6GYsJJSpUl3Uz82DznouBPYo4I/Qjpjv9J7okj9icz7E+moX7fwtmgY5U4W
0FAM2CJFUMTWGQq8/JOn1uU+i53c9kscrwNWmekScHx8cgqleEbImd02LWLvqjasIvDmCTmEPkMD
oYor66OCFr0LTaiFbcDHVwcLT4mzWC2PJlwqr5iPNt/W2oAsj/ZG87le0509G8tlq4ygIsk0Bxh2
NhUq69Y41tIcW5OmHk5Gm5lM0e5XuOPRzPbkefL0LbnJmO+wi2rX3QyN/BznBuMFpdpnJNjORSIt
8VVpS5pUhLPW3TxRU5jOLvNlq810NUXrOncrgoHQaSz1vG3zAj9yIqAIsptv2QfBc2yL8oQltXwc
4NsH4yjQQtZ9RTGrAtEkN2oxnrDf6fEwVzTyWZOTUuRXWMLWvjd23qky87ISlGccgTq6RmTHbHD2
mlQYc8PL8RVrrq8XwhD2qjbJEKMB92nO1yq7xzTrccnMVN2xSJPFOsCnDTyT3D1CE3g709Q7Xmb9
OKFnPVSkLLPlYM+zF6t1WU5KHfsO9lyQvfSOVc5AMOXCgBEs7U7NHIFr8n+pO7PltpUt2/5K/QBO
oE0AjxcASbER1Tf2C8KSbfRNoge+/g54nzplyT7W3RX1UDdiP23LJkUiM1euNeeYznQ9jiGSpB9V
kNtHWIXjGgPk0GZEOyaFvEBmdXB4j5eUK+01G2nu2Z39WJAJdgQT5h7hDeYQS4abUYuSLUd3epy6
5aj2RRR0Qjr3KaW8VajtzkbB5yv5ACYrzi+gchZsoAoOMsVqvV63n0r4mWPMbKpXbI0DWf8OGGC5
sKxy8Wq1sDbEhG3AzogtzJWEXIPS8cg5eBZpr1zk7cRbHmtekBziRz6h7KWQcellpWpvM8eOztKV
VNeOuyd/a9o4hd5edcj/9v3avGlkPD0JUSSHNo/YgZpwfgT40R0rm6VSFRVMlwSpHY68oG8RHEZT
hdMDntleNQy4I+ngG4SKbmqoPPU0B2aU3rOYcz+LlnNWlxghwQhv2tm47sSosvI184Zshole4qRW
+2lO+i2qpvIqG0EH6EvdFtuGlMPzrLGDWgwMbxrIMLsFFN15mdMrzjasd3wyVLAz9UbRUI6Owm03
iS3IyWCju7GmnllqXlintE2wMxoRccxa8RoOJUbInEZSIHoBqHT9A7XpVvu4muDXqyJtE4OA9eKk
dTbtlDUXXMCwTQ5yOpBrZNGXivoH/p3jwOo6DEzb1q691n2Jii+znVhbtcvGADBHeuizmYrMCGOS
xnOTOjlMT3pvCXasmu8wCuUmCYvzZJXamdADcqGpMZReLy9CLOrbmEghBNuuyV8fX1HclZvJiudz
HBpLYFEM7tUxMx6UsJKnvIzm2yHRkr3RZep11IdyN+gql5yqz2CzYo+bioCB6cT2uYqiF73Yycac
H8RYk03mVumtmQpkHRJ5HZJ8Ha0lajjr0ojKzPBiWNc5ai+e+oWLGxwEWx6ZkSAEdecZZXRDXsdC
uISWorGG9AlDd4g3kdEiWEfNbwWpYizfRCrqMSiEizdyicKBOl124ppYOoNHx2mqz9ido7tByep9
l04TCvRwdKKAlsVw09Zcsn1AF+NZduF4Hip92kpdqTPIOiHbVNUsxX2fp8opB5PFcQ+dh16hptAz
opeIvibozaX2QtiGJ7Uwp9u2Tq0v01B8V1JpmVv6wwZfutoEegI6CVTRWLeoUuY6343k6Z1oRSkH
2D7pVsvK9DbJBV52qbmf4kKUT8WgAHIRcCOq9czX4Dfgd0j4UJcG2B4iycoJBp1KEAorl7C2jq5U
UXaU2Ety0VZ6SUfVqjdTrsjzVLjoui0XUo86eTRiHBJjnMQfmAXN3YLDeSaVU3MVBwcqCtYNyexY
lWOgJVBB69eZxytQI9vaho5iI4HLOmb73YwNXIazcm0VUbvjjlCffohp0D9qG8zS8wBgtlK/VFMl
AtE42gGtYc1kLHb8mn6zxwXH2YIBr70U5GAqsQbAVqGog48DpCgcv2Bkb7a5zpdTjeIg3fnMaE97
XGrlq12m0eMwGsnL0KlwPvqoeO2VAnmHmlWQsrrydgRCd2itKj7NysDeblpqENez4VkmVnRvLF3t
zjWjZPLrxfJmZX1LraBLMaDX7BoNb4HRlH7vDlgxlEGeBkffjQY1XdfVyoWsM7kpdbs/qHSRd5Pl
hgdtIWA4Iv460GBYBJFTs1ih48MbKcdjz2ZF4G/D/UVp3Usa5Yvux0uDToTm54XVudPgUTHYzEOq
EEpJJqPuXp8XEYMp1MYR+kMsNxkhtQ0tkUvShhyvMayDJsZutxgN5W1k9HyK0KD249RDCzJIGqgS
Y3gy9Wzc1yh7dR8HNs9v2VgbOmzlUSlczrsG7E18v1hmfFBUrVK9KaZgDHOH8U3NeUpkRkN1Vxpc
BNL7iLymfahhki9XG+4Qz3dRm4jDjH0+SBw3mtdebr8PDW3YlkaR+IVSorFS2ZLcvIJQpapL7fOh
VTs6A5XvUrtv0nTMQrS+dkiGRd1zRqXYP05N1p37FdLCseMPrjG8RkzqEWCGn1y9nc4z1obSQ7B3
DUmj9OmMmF6F/tIfwvAE6iEJRNdibAxTd2Mo1R59Jke2qTxDLNzD8vpWakXuj+Z6iRsrPejSRWym
ReCzMAcXVElN/km/guPkcj+U/GUYh4vfTZq6jzRMSirDK+4qPqS4IajGSNIGmRdWrEs+Rmwr20pd
tvTZwWYyMvBiWFc7OWXjyUnpjulmZflEfqcB1Ln7GYxPoNpZtlEVYV9qRkaAblKfjDJLNhmJxJ4V
a/PGmVVGGMl0WaZdxA6Y34aZ03lWUhD3XnfUu9OOuJUHvoQvXZQ+8kE9zlZ2MZrNbp7EEcW1vJSc
yOZmaCIAG0notCGKOcOlRFlm1/J6e4afZirTtZGn7UHTKYKWBeE8O+XoSdOCs4Lhe752lma6MRM5
1V49lMqtaWXSk1Gqnx1u9N8SoqDQwJdPCzNKuGBZO67un27rtgCOZ5K4/DAJ+106ueYr6wm8z7rt
zzwsR4GBegWkVaMfcbckeLdDtyeuw1xIr9EG42nQjHtn0U1/LIr6bCHq81B5PYFxSgLbnTP0Xtpy
LBuZb2q+zYuk0jXsAQY3M3doqYQMsju1iPt8Yrif9XZ5yNuIqyS3dk5REifqOSVCHV+VdJMHAj97
xJjxAP6y+9qH6ZbdjkfO5HJNb1W/tvRB3ySpi+vLNp0bw+mdcxJrVaDVfXqBNq44R4q2z7gln9eu
d+zhGIWK5OTJIyihiuM7s85d3OmXeR3lZ1U26CVltFVH49mBQecbJbVDiFP4UkxNweIaxQUQd/MZ
E9t0ofWEqTEoPw+UBqj7uunFHZX6tkonpgaCq0u4aAte85L5gTDollmTDeUDqf6FqevFWZFpeAnQ
zH2xq0bDGZRUrkqavEI3LUdQAK5GlgonRQy796GjyYOdDluf/op5nAMq10QdrRdk4wzdi4I4iqKg
Vvv4i01P5ChZEzc238ExGmV5LFUiWOD02O03VyB1x3uVMpZApX1RpnN0Zdv1eLY4k79Oaarc1SQi
fw/rYj5NeVR/agsju+06ddA8W6WjZUsG9vNoQTUK7Z6Bf6sHGc2ajRHFPDwVpBijkQ5LUW+e0d7P
9xoGFPj82fDQLmZ1w7fbqX7XJ/EFGH25iyAtn2zo9BtG9fWxhACfb7jvTBAmZ3EMEd5zP+9Mv7em
ERdgXC2BzktfdlismGQ1/T6VU07fMUW61ZIvPzciRRY4dGc3E4YXDXN83YdKcYclv7kA5URV42QR
Y0uZ6hH9c+5H022ilVO4BTVIlx9GlvUlWhIaFSgq3c1QTHxNPSVDeoTtbno6ZrYXt+GcWmzMJN5k
WUDSBLFu0ihqf8kL87EkVuVJobSxq9ndOJmswErohhI4UlbEyk0cE8WiuH7d2cZj0hq00ewpumOP
v6Wj56smV2JG/pQmd1ATPQo1ayuF3E1GkyI4dvZRwgFGJK9na7HqaxqPSe/mn7uC5kO7+ixrW/lu
ZKjK1Limw10Y3rL05oa29kXMpMOfkrIMFCei6euw5nAaPCaO3LN0+9cG3gQAjLGFzyF6X0UKXFdw
P6MQTpOMUe5jlaghNFrWCYZQtYttt9osU94F+ZB1+5gudmBxyH5TQ47ozirArcNI+DZPmutb/WTg
WY2exRBTmIwuHviyqk+rAHRPv17xlQhgX7OsVjxzKAo/dsscu2Q/HQyJxIKPjk4fLdj2rgcd4NG+
Gi7riI1CJ/f2Put7d6P2htjMgwW9SisjLkatkwNabFXFQ7QqeJgm50bS1jr9uHDPcTk+RHGJo9SI
hsBsU8hacxVfOGluceyOGGVacYDem8feGpbjdPSsJNr2HZig/k4zNfA15jxsaVbnCmi6ilzcIXcv
zLGfNrrR1Z/SprK/lGmSPTda1z7SV4OzMSZzlAapHlfHYpjaryFTgmPJRGg/KbSJZyqek1xEfQ0f
Kd0Rr3s9O2UaGOUcP/551qO/F1ut+gQDJxmOspVP+15kRFQSXWJVlxvNhMiutJLzTnMfyoyedF5f
laFW31m8qwdmLt84niha9EK1keoZufVFrOX0GDliZ0uu+pBvHrQRx3FbwbvLEvJd8RW5H7zn30zC
LfZ5BB0GeSMMft8Jo0w6TOFoZKg3q9R8mAHb+PFkxFwCQMtiLUu37brj6H31NTZYSNiXxDEtWvOy
dsrWA0gz5xRHzf7Pn+WvczMLBgnfEtEuvCvt3dzTUEsZLXYkN+DSti2KD+ZRN2BtOY5kbAYmMdCe
bJWPUBY/XAtv558WQhM8EusIVCBHeDuEt62FJ7ojvBuEbH4AlAeISExDCtTOvode9QV5+sOMnth3
oElzRaBQJ6wp80CXltf5UueoFq0vtB4yyCl4gMbErPa2nI1gUZi2FYteIZ9V1yFVozFMmDSiIcb4
Ozwy06OjbVOp1WwDaqS/ho08h5jlPa3WNmU8uju45Qj4GM+f3KUsXteE48DOM/0g4BJxLoDA1Xsh
7mnHxHt1WIZPTaYtQRMW/U5JWyNA15NTzRSfHKwHUH5TTbwurB2PpVcd8RrN3/78Rf6ivCNGCqE7
80e0DeJX5a47VyhGQTJuasWag7GZyQh33TOd+GxHPBfdIIn36x76b8J2k31NNKH6RmqNH2FtfhE2
IKzQwcwgtmGEQ3rF26924E/qpFerTTcb4kaEkcOswhivf/y+/zNm4jdupt23agU2tO+NTG9+6L4q
+O/9j/wvhFTwaf5LELkiMN4gKf5P+bVqGjSTf/EuVqgFP/+X0Un7B3oDljk2CJdnhcib//Q5aTAl
gEqwGHEP0Dtd4zx/MiXT5V7j5pnoC8S0/7I54VdeIT7rP4R8EZPP3zIl/8gh+68NAZUPUrDV34cc
mbabbq5P1U/iM53hEQ0D5pkhvYIXwPL2tTmBhZuBBvgLXVCcE3m1Rz3lMDvIu4uwl8pDKOuTNEgD
d3OFTsfsY1Pdp7QcrmxzhPTMjOFxajDPJpbpbCLMdcCe3RUaO7wWavOZ+9Kw3tFuQtx4O9so8s0E
xorJW5Xt0QZRUrQlizYym89sI5/l5HyqR1gAZWUc5yl8UBnLb0syK3ehbI6aUyhcncqHWmj9eRnT
byGGX1lxAIGLDNR8LJ6ggw+bVs72gYl8t+NaM2+0QrM3qdI6HiKa7tVU1FveSnEJ8M0fq7HZuCNk
B8aQACfrWb+KFifZFtqcemW74FZ1E3zGowAJqtBjycbuSNtCId2gLzeLI5ZtNzYRDVXja2Uuq3bQ
ASAJEbN34uE+zetbI6q/hpnyZA4hmM02sb4rk3ZwiLi+D7PGvKCKunArsAZKBpGnLurlQIJC+RcK
/m+t6d8vxDdr9d8yBN781L9b9v8L1zRL5w+L2qtaQAP/8aX8+h8X35rlW1QNSflmja9//5+LHF8i
dCj8VRrAwJUW8K9Fbv0DTeeqAAZ/hKlgjaf9z0Vu/UO3LXTIlFS2av8g0fzTy8git1j1tqO5ZPMg
V3P+jpcRKdUboQzsAVyADv8gu9DqUnpvL5l6RpAFIVegVRni4xgx0V+HRe5cauqSmx64/PZTN/WM
9RaLTqPnNEsv/IJs98oDgDWm25RSdqHu7ccvUTdqD20MvCAI54WIlapouHVMxC8j9RksLdpgNGPE
YOng6fc1M9o+0IfJnYIJxztjDhG2Db2CqQSf2c7qdxz6Y85fFeHEaC+nhBaZkj8yWGEKZAnQKH5p
pbaJv9o1DrbeqdYmYVN9JGI4eWqiODs1bu9qnpY71t04xpjaQYwz66qWqdiHed0z5rXskf8R6doF
QDsgvLJ01YMzO2Nz2bmFA35FbxtI8aOh0G3LxSay++aYYKK4Q2agXSYoYAKEnfyzRukM55H+wzmZ
jVz6TE/wVy8GlxFP9Au6C7onG9599hxGUXPMi0rBZy/QPoJ/Rq8A4HtOyISR0AWQuKSAcZSx+97G
ZREeiXWZqkBmCiJ4twC3GRhj3jgbObQusQhmq4anrMmSwZ8tNUTzTafLD0UTRyAd3eTzSPzeanqw
3StwQFbsy26k/xwPeXRJmSQ+Kw2zbBpM5fBaZar9qpj1AgazzBgFMFnIg7CBlhmFqYNbwKHp6Q+0
Sh5sBYuSN9rlZAdEi2Xnwim6c6uvlybyaKbctwmuSP3Y6ZgspNhfTiKrw88698XZS8pEf9QbRd1n
aQ2yQZuRLhUI2hufDx9iDfG2/RpmYiYP5FrigGdd1A+pXUQvSLJRsPdhZTvMNYrlqYBqHHlFVBfK
xp7NHy+tqtAtshIgt6aq1vUyJIUWVLUtGHWLnCgFjhM9PArR67TYkHTY5JAL7ZjOM61BtGsJyV6A
LTWPNl93Nywmb03avU6Aj5vuc8CQ6b6eZf8CaAzQKBrWF+KTuvMkRIVWCtDwaSE5gW6AJcI7ELZA
noeyhdIwmHa/GtQ1ozjoSj/qG9GJPGaFpQXNCkV9aDu7o2261OPnNsLU4y9TCxHBLAuMEYvTxncK
HkQGM8nsvMIHVp4cznkDgHg63ehVqF33k2p2Pkl2QxxAI8zHLQigeVfGdlYjcEwHjfI4pMEO3MhY
cAEI7dGStui8bGi7e0cPObAZJJGOjlPABn1UxMhAlRn1Z8D4biUlSyVaIR3TZCAYds2vuJ3p9rv4
9K+zzC2fkinXX92waL6VoyG1DdQBPrg5u2nLcXwuLG18zlU9uzVG5kS7oVXLCcFrXI87EqId1UP8
6dyG9BRdL7Q1SMiaxaAaNsIsiq2RO43r05zsYHzSQbsZkU0YSLoW1bfpdjRGXz+BWFhewRpkQIxU
ZBq8T7W2vaoulYCp77CLwwFBTKea5qFjEKXTcinNryMJqZ86N6rjjT6DMeB5Hm30F0bjBlNehCZ0
z25+aFJtjjepk8VLwOR4NrfO3Ndl0Cpa+ZLPhfYSZQbEylidMH7jmqZt3THnbTd1A73paIWu9tj0
coGh1QoE8KHtxo+FISgxRAgzOsBzKE42dwoWmi4V6aVLNr5yTihlYFWyxvSn6vVRIUql4ZKmwVfQ
RZrHG8XRpqd19DR6rpWAqu5mkExejbaxOqVVPFvIHQyoG8qUgj1JF7UrzkXUlK9Ey6Y6tK6xv5lc
yawgWwiU0m0J4mrKDBUNFtNABE0Yh7ylW4iiguKxWEGySjMONp/G5Nv1qvGJkwpmdakutMQcQoFm
5O2uxZ4eCeViCI12oE4TcC4K9qhHIhlzm96QLswLKLDOncI81/UKUefWVsHIc+bBYnommOvWNzIJ
RRrYbZuQYhVF2ve5HPTcB8xqpXdLveT5oSFMQXkQrsKPxxxYrm8zltQ2tm53zjFyiZQMxppR26bn
0P7sjrZBKMiY2L2X2egCtkqv6GdVZMttVfGdBi60b9vXbTG9ADnOn0RvovGpqtA+hqZGhFaJk/wV
lvp4xchQyKNV2sjBB8Km1L4cNo0SQ5RNgHcRbtfH8eefKpLf+K7WO93P1btGb8PEYmQwq7LRsr9r
I5jlaLGTwzh2u7S9LpQo3nNu24Fid9EG0D9k7sEtj3M62H+pb/9Wzfj/VhD+/0a1WD2E//6qt2nJ
pXjLn1r/wl9loO78AxYpFta/YpXEfwGodK6Bq87d5Y/RS4MJ/FcZaFE70kLAvWVrzkq0oHj7Zxlo
2f+wUNXwR1zscU2Y9t8pA9/1wlb/iY5MnNfHAIRv+z2DE6+w3jUJ6tqyZ7RjL+1zHYl2p2iLdWIO
7R6wCJVHl/bRztFYmEYzFwAEIWzXEJdsdB5V2B9QL6cPP32Ev3mM37oAfrwxsI86b8yF0YUF6u0l
1GbnSMecZGNGWPJYIqWOPL0deaNZE/rMuT7yzL/tlawvCPfPptOCbdSiQUhR/vOt11THJmk5qgJ2
Le6ajdMcGkPpPmg+vludqqFiX6PSWAVr+Nh+VOU/3a3NPgT8UBMIgUVAPU3hYhDjS1BwQsGnP+DS
iB6iXurX9TzGHzgP34XFcZlYL/aM1JnPUexp773zIRrmAUhuhPNXZJ+josoPLQc5A4+JuWqDBhbY
oICBLNIC4bVTdt4S9/quoHN4zm0yfjpq3E9//p619XP9ab/68a5AplqY+cBr4tF6+7nbtUnYcxiF
2J8MZWvx1VxIrWrZRpH1erW7xLfpNF4lsm+PwIA4R2ctvhBiUJ+o63gANfdG6YswDhpAPc2HjoLf
vT0CI7mtYR/D6PX27TEGc8CIcykBluWgL3TXdCqz+TJxHF/Yc6Y9mYWCaFwklbrD09v5axbdDhhU
dSTyo/sgou39suA7tKDG4eCC5LZaIN++HbGIaY7bJt5gaWMhAqruKSNiZ2PXqvIcW+78QUbx754a
i3YQjGpaUtAQ3q0Ljvw8TWKZ4FGr8u2CMkD3MiBXd00D0B7ycewjpBi/A0uPGaO33XlGc7xhnFgf
lDBWHhAnfWQRemtc/PEk8yhDB9EtdgZjvXT/vFantrWknguIifjAb5DXTptG1RnBRCHi1WRA4wS+
+4OP/v0GsXoWWbQWuxLrhw3z7YsCqDJ6N0zSTWWH0c6hbtktFsapP6+H37wKtFtisAlDxkFjrQ/A
TxsEkyzMMlmYbaas5QMVXSr8vDeK2z+/zC+fIE3CtQlBhUC3kRCqdy+TsE0wAaVDhZ7ostJjc1+K
kDAzKPzhbukTgSCpEH91imn2/J7e8c6ds/YzdPZz4HLq6k8yzHe/XWeWriWJZwoqJpnhhRJbynfm
MYAOqlnG22LUgNNxe0YWNCrNjAeFqAgA28uoj77jKPDPFc5GbnNu091liozh3hojxD7uYZbfWjrX
ee4r9W2DIFR6AP+n2zQlXIJHybhKEYPfMA1ssY2gG+beOIftCckXrNm0t+DE1IUaXsZOWE27nl9m
16q45858jDCQhiHGPVka9ZYZ4DB5zbTq6CK3pSMqYq17jOtJnFWlGDErxnp14DlBBj7ZEADwsceG
9LG7VyOsBTu/a50EC7VDiABX0bGvh32ukyJwg2g8uiC6KHd2hjZba+U9MKO1YGWjt5/zx8nVkxBE
oaIMgJVgohGRDLrQN5TRflH0tGkCpaDWRz9AuL0b3qELko+5mdp+UjRlG/z9J4ntaLXWUq2wOb19
kvI2BbcAaSKw9UIJqiQPIRo4YiNkXwTGkg/nOHfKzZ9f9JdDY32OUA/Rpebfct5DLEbS33oapZj0
jEYw/S9coLJ1DU6PGI4/v9RvVgo1AS9mYFkCQ/LukYWWmFE6oXEsWBVHbW7UbRiTTVIbtXngOZ+3
Qnw4lPvdi9LLFxj4aMI772E6hFQOIemRSDsrt7vM5umKYVwemMQYI0SiPhFdo/79z1QAz6cQpBIE
svNuU0VmHivRbPKLJgmkZb5wv06ccmvIyL7482f6yykGh0wH48Yr8YoUQm+fmTY1C3S3QBpbgXCV
U6vZq4QWodpyF0IvP0R9vWNR/Nh3yKhwBEc4MbHm+1zT3LYkUtnYRp3aUeCQpfLdoS3zQkRlct9n
hf5sOmU/7lT0NXg5G7ncKiCZnyw3Zv9VM8uw/QXH3k7gnK0CFpmKhUCr48As23nflorTfbCufvOI
Mw0G1LJ2aTmA14Pip4MgbN16VLrKDkp6kuSnJYUv61D1Rd1O/42Xoihd50diTWl494gPAz1EWWJr
0+KCoETGkvtUURxm4dpHVIrfPNgOOAqWrW0LDoB3ZT1yotYBuYWsdLHCU7+gGVkoEWvPQcZCezJP
jwZy4A+et998luD/wI4xcWMk+h6nULkuqVfKYgc9XLtNturxG6RGBIhO+u7vPtpcIwjTAL2xNv/f
c8fiabHzuR1EUNL8D1Iz7DZy6UFopwg84VPnHySJrI/Bm/IZLhLFIIBDzeJMVd8VhGirs8IVZPFV
Qlpb0ga6k8sx+8ET8uuC5V9e0T3musUz0377MEqyDGrXhBCbiNn1FS3pd0YR92dAQ6SUZh9GOvNP
/vp7sT0I9kC+L6Yd757JPHPpOetoxzpsP0aQJlPZ+aWGXHCrdRPaecZ+cRi0c1wfCNZGL4L7Ap5N
CBV8QOQEsdcOHUBhrSPUPKAdy9SZWWYZzIoRIlvPLRih7UQtMUhMaCBol3tKd4kqH0X4axJW8y5O
jPF7WyTVVQQ8ARSh3XN850Y89qv8uZde61hRBIxMJudpKRpsLiq1i2Kb4P7rBo9qabX5J8LfJlyB
agSLNFWb/ltcVYjrB9SECUoYWMthRQ3muzSzO+7VqTxyU1NfzaYm4JSvvnho+14+ZHzb37O4Dc+h
PrmYTwfykBjMdHS5E6mQrpbBC4hZTMhxgOBP1YtVmV14cO3cWj/EcL5ew5RLHxYqRsc2S2hMzmT6
nk0Cn3JCHHtsKl2GIM1TusQ+Gj3Sbc+doumb3knI/nEkii+i7mTBeLbW77kxDE8A6WfiwHL8Mqc+
N1BZ4BuYXkDQYSnADmECoaUzji16LLuneLDLetstBpe5qdKLfJslsgUVG89LtiMAEDjQMBmd4fGm
2JAmwg9el7lVbuvMTdOgkiFvBBQvH2HfzAI+RR7xf6gLrdeiCePvQh9Gfq8sifotRtzoFgRgSF6i
HOurRij1I/UbsbNKSLYa9AMAANgMJSAMoqdbZOiZYkQeqtR08iNTG/hclrZjANStYHdh4L455csU
9ntsJt0D2mkR+3EvgB8bci4PHZlcTHUXBwCoUUoXYbEYjwy0QBYXmhnPfu26pEa7CY1Lgv3K8Mg3
OGlIFmeyd2YMemDtIsUmGKzp+EFyvZLFx8TYn3un6nrSxBr7PlVLIi+TKnOcy9Epqr2Cco3sRN3N
dsSehfuloxuOOEeW+wSHORMb5vM3g1j0e16I5F/GCdUjjsblluea0RO+qeGbrJib7bIKoyNaLQ45
z3JCeSUY/+QflBxrL/Ld5kVzR2VmQwuBruW7XiWUOi1H06AHMlYB1kFrxidS6pe9UMYNtQc5BlCt
AxKMG/oT5v7PW/WvV1sqOjCJDiIHFTjqe6pPqWtS6gXqcgYBuKq0YpEBVO4lcCCf+AVujW1v1hFV
Co32um3cKxfn8JXOF47bph9PtQbI+89v6tejiuUsuNtSqlCOWe+O/Q7k3YiITwSS4Zlnmlp2rUBP
RkHp5jd/fqlfmn/Us9Re6y/vwrS135cYblZBaoLgEdCDHPdTNczBnFblCXKVeUQD1n6JsTQG8C0Y
ujQJVC7LqvwZLwDLOYx9u5/ZqByz3P75jf36WIDEt37cgYm8F++x+EkuxlZLSztQm6o7qf3ojp6B
nXxbOdiZ4qzkLpaESMZlrvlKN4wfPJbv0rnWchFYvcEVnN0LfPD7425JazWx4lEERThE5zph66cr
WO/LHoK6CEW/XQxOGaFk9jVMa3ufLz1Y7RD6+melXornP38ef8UHvVko9I/RDEHIMTRawu+v61oz
TTAPAKjLZegPJqhza5sJbomeNMI68VWcdgSa2H1/jqKU24le8yB5IbXVIeJp/jrMtFB9FHT2nkRf
lac7j2F8EUIGIEw2VJr+Ohyv99yg2fVKN5wOUe3g/W00SXhLHRnWY9ar6oUuspHQC00OTGVarbnQ
U8IywIlVOajyVONADYl2AjM6W+IpthDn+uo8ay0kbd0IWVZ9cmYgGmNR0bHkeYWTqS2DRUW81uXE
dtMVcCH2eDAbgd2zGTFMSENHhlkr8CjMMdprfA/PBryCzjfGqGpxOhbOzA8nbfEqowo6ejH3qnPI
54lJo5cwCGuZR8FTh2ZkJLZ+ZRl1+yCWcem2OITkFSJzCbS5E1q0NdNZXQLIms19CweOTHadWN6L
0dGVJegs9bKoGlFeA80lcn6aoF35Vazmj5KQM6SkiGXJHMM/dIhraKWBVEjBwvGDZcCf5rmwfDT+
3fVUddbXtHJKZccJmRffimFWu3uYBaoBFIRM4AuJmrjA/9ak6gZQB74mjvB2v+B6OU9tLYYTmcAk
+2XgM7Jgzic8RunYSfwkcZclW9saGu1Gx1S5VWLTkEHfOCrkWdIpEyTVtaxJpGzjqwRXL9nDXTre
q9FkObQzmD/wbUYAqfEX4HyrkloDcq2Gqr5tDLV9jRHR3nBkR682DxEuOBJgXyh/UdC7LqEFmJKV
+hk2LUdmGavtJ66X6EdyMqNRA1SJhAMzj0nniXYcaN0VGY0DQArgiLJWMTejjLv7tmVe7RnTnO+g
FTAyHcvCvq/kaNcBIjRYyUlSpX5lG/CS1DbEotMpU4/5rOQxXYdsgOljE+N0OsO1xL+NIs1rwi5m
2Aqz9ZH6oUUMnrqRQ+xpUszBwurTtliKi4fOqJRiE5LwTKFHDOG3cXaRd9c48EeSLTS99xOR4RTJ
+yZvdhL+xildGnRmKlk3+skt19exZ6W9KCey4z2LyOiZTb0VuzrEF+t1yzj0AQ/hVJ+mNlQfYiz2
EZh9S3kRY2rbXukWrY2uvcUoVKHwf46wNVzgD3Mi/KXupAa2lhvPSzmLT31HkKzX9aEgBCdjthDM
bUOBSAAeqRzcX5U1A0OdJY9UOX0eFfqKgTHl0zN0BV36kcuTBuPJrHCPTmuNEznPSqUwiIYb5OKB
ck3ZU7a26kPfdhB+Ex6qA+mf6TfLbpWbqFUHevZ5MrwQUNUQSW/n6qcMvuM98j8b7xjD1JuiM0bD
S+ja3LHUwy5ALpd/ylJHPA+6299bcEK+j4MYLnFBMYXGSjlPHs7V5UF36+gl72wbRb7a94WfZp2J
PLhZRcmss77YzP+XvfNYjhzL0vSrlPUeadBiMRsALunulEEyuIExgkForfH0/SGyqifc6U1v9qy6
bcrKKtMqknkJ4Ipz//ML7BISfN5IIbYB5EjG4IpNgLOpozh1PG+EytQTFWjZc99pIasoOhCIJFLI
skyk64Tymg5yWOYpPIlQeenSIDYcTLDGLTygWXivoaPaCELZZYu2yeD0y2Zo/qwHtP6LnvSF4cpI
DJVAe+6YN95Q9s9DmsF1lvXM/Ba3vraty1JSXDnphoiTffL3ON5ECuoNQxqdMiGUwS36GgWVFKdG
icH6qGhrDpYKxVvey9nGx0Yh3BStQWJu3KXhIUVO1TtVw13QUczElBYVmd7Eh0i6d1sgEHhEXC/q
dmipIYZ/cle/KYLAfoYeTLju2CV9EP6s7ZyGF9s6ZRURuILxuPjYN4Jl2gqrslpZE3inE8pq8Ch6
sgIPnthixLlDMa7yUMxLF+cQulm+iSMOzM8m013TaoZxNZFZ+66MZayv+7wVnvjSVUmbAP0LrwAR
N1YJid45QSeFMVwryXpuuS3YBaq1GHpFBEiQpBG5Z1bc6t86D5aq47d5An16EjPgTyN+avD6uS1F
+g6uRHN+V47hhMeHB23HrluVpDPUOAH5HmojVIteyeZsVzMffvi6nOMyQgX97Enl9KMKBK9bB3nG
Kdp0SkyarExQ2KCWRNWSZwh02xCPgXSLtkOPtwva/Wau09q8lZ5T9IkI2DNF911RTjvPjbywRx+R
kA5lDym9hL+be/+/9/5vc0v6P++9r8If1WvSvFZ/Eq3nH/m7+y5of5HSCcXaoONJixHG5b9YmPMf
zfgjzQ/wNSwYZ+jknzRMRf+LHjDWqfT95q7wHETxr2w//oj+BWKXuTwE+Ja+1H/np47uQBpemCDL
YG8U1TMP89Qb2Zv8INKK/F2SbJgam+IhvZOeCUSxGlLj7MLVF2/xNt1ChN5JaxCHfNWvMMO9sq7G
X9que2s2xU19yB6SjXCdvEVvkqutk4cpWBg/+8eGSv21XohOtmFfWVhr2Sk2/lpdWFfTpnubTyfZ
ZuPfJi7rZqu/BjfqOwkMe20nv1qB2yZriWXxWD00u3orLOuFdY1ea5m5gZNs4kf5ttjBoryNNsoy
v5MdAnFukMndzizL1jUf0kW4Vn3HWmbX+W3/DSsU/qS+nXbmati1j82mvBOulZ/yVnWwelk1O30V
H1CtrTy3WSO33eIs4+jv0U2+5bc8KFfG2ntM7wTLtn6a7xhtoGhA+OmvIQliYVBi8VK75rbckqlF
bVZdW0ttLX7zh+tyW1g3P9p9uMVjausfgptxa12Pj7zCHc/wTs7fkhuzHW4pVxfaVXZt2IZdLJN7
70He5Ct+Qad2HlIHu45FsRO3yi5wO0dcBgfzwdtmS1qejuoSYb/qf2XesmoXwTO+jltpaS25Oa3b
vYfXBUHyV96LsY5X6j2eq8MtodMNGUFL9toaZR8FBXaBi4x/PkALbHPaSVcK1PMrbQPq72TLAeMh
uxh2NF9Tx/ze3I8ZGYNOT+ro87RL1+EtsXQravtoU641V3cinguSAa8l2gQbY5mu85V/JW+zBy4r
h3Rv3jDCE7AaBNQFEprRNnntADEr3TXuFNLP7egNU1LhKb7qrvuV+T7uq8bunqw79rIn5aq5r64x
vZKC1dQBcq0tflHNFtbigUT2hegWq9aRlu2ruR23Tea4lr5Ir6Rr4Z75iRwAd5AwXRtLyc73/LwL
ec32lzr8WFtcGnyRFYfhdzhZdnnb3YT4AjW2cuClpZmju8OauorYbOkBNSZ9RCFditwSdt2yd+jL
pT80d3DLFUZpkePvb1LHVp38LlqSp7s01snbsnnwfVt/lDPXj4BReE0v+UIDQ1t4TuvUC3khOFCl
wlX5ku5RLS8Rcvs2BEQcMVhvTCPRGTaDYavStV4iW8t2sQMCVrVLSX9uDTw0mncB253Rek+8K41e
oUZA4HpQ9o1987NeGs6AL+2VahsO6KWL9Ez51t2O99q3NCJPkZYk6JCjxXYyUq079c/WDezhW7Iw
JWdNBNM0OKPscHKKyS4t3axr7QH2BAcefF9rO59U41r8OeD8ETJ3xYW3Usk3eS2301Mm4g6y5Vrp
Sk4Ubb2f+UN7M8CxyBZ6x2Nsyw14ufGabMNr7aF8D2V9PRr33sFgX2qW4zbbqatmqYi/tG8I1wi0
uG7vCzczHElZ1tfdnpwz+ON77VFdcl934EoPdsx2tMzJoADrjFD9qdweVfLcoDPgRxhQ2zikVGjx
Xp8e1AJa8Up5qLYsYVv/JsoORMwuv+XKYMycT2Tahh3t8xv1jRsLHgHLunbkbRkug2FjJPvkNbwX
NvrKkpfYryCGfRdcgkrLxVMORc72wOluoQsv0k2AjL9eNMor71d8rrEJUZ901+LG+quoniizVDde
EaJl95E9rVV9IZt7JVlkP3oBcvDasJwkJNb0akC18X1wqFgX/R3GV66PQ1xwpUhgzNjb2cyIhtfX
oRp+mi+Dcf5CPitCVJxlEu+nFyZLZanct9M6DW4G0NhuKy/iR3Sf0nf1ypD32beSPLGn9inEIwNh
t7kusLGHG7oS9xV2gi8GesrQrh/jgN7kY4Ndi/gErJmvaY6LDZHwizpxRUqaZ9L7tGmFsjfejNYr
73q8VwCU1/19f288MqecjNl9aO7EzqkhpUOo3Ta3sXtvbCTNIS8nc3IE1P1bYO5869YX3P6pfhJv
RRCaJWz3VlhCOl21grPGBCP7JtyYd/X6zYJnb6eiO4PDe0F9NfZ4lTjtM9dwhKP1UvP6veTf0Xu8
brkza3b2YrTfWmJhw9JYwW118k5whp+RA5cZ4qhtbDBpdRo3vMNLGD+q0TH2kPmZyA/8e54RAt8G
1P0EvLM4JAi122rRFnvZ2us/yECzQzdadNzbgg37hu3TadCfFKi4mCDp3UKiTiUTlRJv36cY6rZw
tDENcoXHRLfT75YKTQOodB8+i9mzdF01L5K/MYgj83f1u9IMdln81Kpv1rUWX7Xb1Nqp4sotF63N
ompdDDS+dYtF/zOtF3qEq7qDPpwIvCd/euv2M6G0KGTXZ6NcFPvOdNjcHaY9fPtiFfMHt1gszVzd
Lqa6D8UbTixA6p8omCYzI1tUXepx+iS4Qb9H5x3fc/0WCoy8FgSn9jZGRpveLZzyh3lnYpTHq2j2
2KfVgL8/+J9mn2zHnXdNMp9b/uhtbcNQfNTCwUxwZ84pOmz1xUbndFFfgk37oyhtfFV+KDf9Wr3S
VBvaP82P+CbfmZg6PvfajbQmndiVlzxr7yjS0hhW/E2g2uKaWJ7f5l04Fgdr5irYVohBU7/WoDjF
q7LYROGWGIU2x4L+CSDKf8PRpHKHCVrvIku3ZODGeNMYq22wZZIxm7u9ijsglnjr0H011wFGAflS
N5fY13jNjZhvk94ZGveNyGBR/bsb+KWy/L8go/ofJJCa1YKflOOEg2f1r/GoGucn/lmNy5TVFoS8
mQIkQQAwQH7/DtoW5sjVmYlKXQ0lAPNgfupfoijrLyA0nSYn5bamUY7/RzWuWn+RrwGCLUpwCL8o
fDzV7TIAhFw6nBBLYJXQlTjucqKKbGjf+kyQKsAFTvDiRwETtIORC8EVWIniNqFmOJ5fNBj91PW2
0kA7cy00LgDgp9k/v38Tk2Yr9xXeBJnkx79J46VZZMrZwOkc56HbhS+INMKdVU7Se9gKOhbecvBi
jlpwDSbkN3bLLYhA697/3tSCRt04Ntqtir3FuumAB6iM8T4VinG6QFc77udr8y86x0xBK8U6EaXb
Sbui02sFLT2vrOzaaCngA7aqypn4hPcLEqHU9IoLNLzTC9PvIXGVnvX7UHblU528ANSLNFLtgSSp
8KaAYJAcJYyE4EjUR0zFdJTngtc+hzHX71z2EcTQuKNVC66gmmNBpzjGdiDWqr+75F9a7f87CfDo
dj5b9jevRfv6j8Ov/h+rNsx+HSkif//o3+ufxf8Xa3gO71IlA17Tf1zGJVX8Cy2kaSnchTX+hj/5
5+oX+BMkkaSZWGTUkQtpzOlI/7yNC5I0pz+ipSRViKAutPxfuY7Ps/X/tlkguDKjzPnaP4szQZhO
2Cm9MojCYFnGrjZljsJGaYR3OAfy+o+Xc/P3v/AfmBTc5GHW1P/n3477W7+H0RSTviY7IXxe42R1
p96UCwlt8R2uZMk3RYwQUVZNfqiwS33Cikh9yhtB3ihSKj6Vga5fCFH5+JRgHuD3ALmoxVGhHm8u
Qm5VtZZp/h5NTrOSYjN106G/+/wZzw0CLU7lm0l81tPWbiAaTZJLfkCNpXkOhvSVk8hV9Dfs9Z8S
So/Bk/lNWhhU4fbOqTL/df4t/iBJCRNGeBbp83tx6AdbyLIUkTWop2BSXX79gcBofusE6BmfxhmR
AM+0rriVR7js/bRyU1jiUql8TYbw9xPh14nyXkW0hXzv+IkaAlJGwkCDPcaFzQJ/eNFOtLjZff4w
J0fd72Fo/PL9+Tomu+n8Yv94cVCkc0HqCE/zrRyfcwVVWK6IyTL35F89Mgi3qnVzQVeFOmkklbgb
pnxR4e349bloSIiToQPiGaKcRtB0nPie0JvBHnleuw3MVHNbGFQXNFEzWeh4XTPLVYUHZSeZxVHH
T2uNKGgHRQZRicU3NHyGbenFrVaYoT3KBOh9/nLPTH34wOhJ2KpoIs9aoD/fbcs7rzBYC/Zhq7ar
NkJPlkJRukA0OzP1ketAalOZ+qzkk2IFNW6ny2kV7RWYKPhlJRTX6firF71LkVUfnocSizxLvCAQ
rMBoPZmSaVxJuPn9FqXiAoMZaFevPauWLuwYHz4S9DVsNjW4IOTUGKfSGK9B0GAaBTsGTsGu7qfx
m06lBY+ZtKV8irqvfibGm3t5fCA4bTT6jz/TKGFtW9VBuPemMHaDKIcQhLB58cXJAKYLgZdvDimQ
UvVk6pVJ25cmfNf9IGvShhD0zskLQmc/H+Xjev49DJR1zJgkVAMncy4nBFWtDC/dFzqRmNWAcCqS
y+ENkyxrGTS+fD1O3a1ilvV70VX5NW0Lru5TPi4//0U+zhUEW6xmTESQHlKiHb/UUEvGHGvUYK8G
6ohjuPDmkTn05S/HA0KNlmCuzO5TJ18uqeUc32UWmOU1LRIB7PhGg071lx/laJSTR8kJ3KoTZQz2
jRzjECWrA+kG5j9rxv/6CTbfNVhc1B1cepBBHb8waxzMBG/PdJ8K5NL6ej++JDTKF7OBzM3nD/Rh
x/g9lMXS+n21OFXNiPjWmrAK0z2aZP1eIYPZs6HENY8x5l6q/flg8/ZztOWiUOTYN1Q4xSiRtfmX
+eOAmaqavEWjyPdpldxAKdA35aDKtocxjASYlBCtDLjZX2L6fpx/DKvxHmeRHf+d7yt/DKtAle8a
nBL2puQLNiannl2Te39hanx8k4yCcAYFzWwkdlrAEYMdFYKk5fsSWlnhdMj306tyqrn2YJMY+psv
v0tEkCxhTSWmkJSq44cykOYTrBIXGJajoltgeZo8JpjseUtMEsyDb0zmG/Fe+n6AIVNf+JAft2WK
EWpuAtRgQnFMHw/uV4aaK4NR7vOmkTLAlYSEqySrou9BkCgvQSJGkvP58354vVQ+KpcAjrU5w8c8
Wd9yjM8BEu56Dxelnl3h/JsJ4qejeZJ24f76Yb4wFAUI9w/1t/z15OkEMYwMtOfNHk8W+V3tQ+lQ
iJDPLrzEM09EfcOWhQEAJfEpm7kf23GSsqTbT63UXcF1SZdpW/sbX/C8589f3ofvNQMk6Dy5RsHp
Q7B2/L1yK65UQataoOC0dhM+0raf46smU2jWqtSYFyq4M4+GbR23LwpWaNzK/Ib/WHF+3hRagAZq
L8g8EIIjYkmqDEitGC7JRj7sKfOj4cYLSoMMj+vL8VBMvWoQ47bdUw1JrxBYQTL9Lt0NmtEfsqlC
hplbnb7AHUT7Es2eenkemsIQnqgkzSy846GnSY6DppbafY/3/rKkpfuSKcF0+PzbHaMpH0c5+XY6
rBO/teR2r6Ti91bNMIFUQ2uNwNR7wK60d/BL7r9aR/5+shlZIx+QzLCTA0hBz4aAizF7MzZcNRSe
S5LeFoI3+hdqg7MzBZ0dfFtEgIY2X4v/mCm6PPmd0uDEahXp5ORKCCajpYoT69KlMuTsUOzP+m/0
TBdPPhcUoKEjWandw6/KN1hni8Sgi9M2rNXswjc7IYv+/mgcxgZ3eZjErISTWVnLetf7odztoVcR
CFXoZnSYBD3eom3w92I74K89FHATcbS0PBwP/VT+ZZRVdl3iVEirXEvkCxvomV3NZP2j7UTMTnV7
8isV4kAw+dDRfutxBJm8Xt2qMGYvHEvnRgFzRcnDfdj48D2ncBKaCXhxj0CRpK6yHZYxZeji8zVx
Zj/jXg9IArzDQXRqBBAGA6w2Wev3cs9RG3IErsQqKjfQ3srntq6jL+9ncMJxzhDBo2cV7jy1/pil
UPyCWmjEad9HmuxEfCgHahsJUJJcuF99NCYNFoBcDmZ+inwyS8fayHKstsQ9mhC2rbSuZckuFPAM
V4Di6EGWHPC4/HzQj5uoqhAMzLHKbo3a72Ru+EbqlbLkW3u1HaxxH0laHa6EJsPPdFKAaxd112Td
TWIpcb5PAF6MC7/Ax02OWx45i5wYsy/aqaCyDWSxlNpQ2OtmZW5hckrXI7KLFWRijMIjDMjRTdUe
+QOfP/jH6YokiyusMXvWigjDjz+sFmg4heGKtMfz3FxgI4HnQe4F66+OMp8OIBoQi8DYTncDkehx
pP+mt/fiZloS5QYRB2uACzMHuJDf9qi+BnfXZLRf86KwPnDktUIgdUSx5OuS6Gj1djAGOLO12Wvm
rW9l1bCcwVKZRiLW4rRmK1ndIv7NCRGICmtIl1FZpJ2TSmndLyZ44nMHs0rMXHRSD1v0Q90qACMK
QWDCxtB1wsu0OanFTgH7sX7C6P+RNoQAXDMqarLG0osmZdUJOR9SwjCB5MuirN12CHF7xVyDcAvL
QqP9UhFcgADGw7AryeQwvonbkDUmh0WtX2VeHUZ0L4a4yO9RmVmYbRedoi2rLm2j1zDuetgGnax6
N0HbBNY1zrP1u1ZXsJQQSAjBLkMjoG7kzGqb2xZD8tLFvS5tbLXUE3GtNCnBZpHa1s9+OhnoQdHe
Ig43PfigOFjBuKCjAec6SMi73oVSAtVHHJLHpoHjt4hAqsIHHVU2ZwoV8+uAIFs+BHFdhNdBjRf7
Iswm86UGXnoSZIAsaI9xEyxrvc/9Fa5NXotYChe33RANEVx80/OFfDGOnifdRr2klXaemoZ5Pamd
0C/pehmvijpKsJzSjFiePKuhWHpDa06kd2J/aZMXkPsu5l8wTLrcUpsNnn7EoWVVH5lLTxaGe5Lx
JCg0Yhk9V01aBLbVGmT/1CpHFZxXRU1dH2OD1yKYvT1Lcfa/bkB0N0KDf7Qr1bVY28WQCpENSbv+
4fWyftf0AwAh5WQX7sRGzWlOF6r1q2sSc3JMZN80bhtuDCsv8MbUnVBdqXvyJrR+GeOBLvFb1NSJ
xBmC71+niqA3TikkrfGD8xDxGtKKlniJDJmeuSiMSQmdXLDyHzq+Zz/0Ki9klB9x0i7VuvfjW0Ia
5Zm3koryywAsF/zCnKaX10KoodpNSOuqF0MXFMYsYAvQbwx4+sOPR5W58ZAfWksI1r3kmFZsQP4B
tIsn7uABwUB4UNT6Jm7I9COnJDFbFRJt1/Ru1pQK+sRYFBLkrD1M4xryb0NasQH3rEuqqn1B+FDW
S6snFWUZxkoVLhSZjKxtbQllXdvQeofsytR6nRcvaEz3qENveFXVRPvtNV1opLfemwNZZgZsUOzb
IdF6dItm53NelJ68QY+ghyst8grhVe/SHMKQYWGlmstinmCnFkIkNGDW3tJNCMzACQF+RUQspa9t
dAve9NJIirxaTa1HqEYY88P2GGFOsJiqBvZF0fSBuOWkVImM6ZIyIJZFDEmkITjrRsf6A5FGT5Pj
uq6qBq55V8jms08KE9Ra2g9V9jhJmDi+TRJBis8jQfWIuYgKGKAJiSIiUqLisN0HvTcHpX4tklJr
7mJW+7gTCm45q5hE6GbXkMUIm5E8eq+o3Cno87ewyxqUvFmUi+xZSzHDPi3YTpoyrpW4f8d4/scQ
gLeRzdqQYtAW2wrJ169A0r43FVFqVgAdqdDuxx4WtuBpvlNXmrgwtDp9J/kTplcmt64FHm9nnXLA
SkvCsVCp2lXd1IdJlp+yWmUqhWTOw1O/bkJBNWxtiqNvJIHApABb37ZtsUIeCHHSA20WW/xncbsh
xaWUEKJPqmpHqDyWxNXgLyeNGF8PQXkbeULjFtNE6nZYXpMIApmkN4S12eYZ8Y3AdsKovQ9+BSEj
1PdR5UOf8TThLi2RgCQyJo/kqy26fvDXk6T8GIOud2ND2ClaUy/MDP2lBqK1alrJdxUiLqpRwZwT
enL3rCvN2jCjYokpuPLQ9vnO6qJpMYwoNsKJ9FIK2g4BkHwzqUHkwoCXVpBPrkTNM+b/G7lHPVUr
k0jZ6yTDiKLQ/WCh6lmxV6X0RcHxj1TR8bY0iEsUOq1eDhhUXAFy+M9eH8VuNozPtSQDt8liP9ut
4/UdJBmNZWh7ZvoLff8ywQJirTYwfQLLKdBO1nQnFMUibAO7f6fSU8JrbRp4fX5fNH4puG3UtPlN
n0bWtG6SWE1uVZ3+vSOUoSRgwEgm5VYnJi1cV36qaBjMBWZ+nY9en/0cpmwabsYqIxZaxITExC6E
oNL+14j/Y/eOilbu7ujU+80hitQJFB6URFkVWL3Jv1JZTEeSAQptmh7GbPJwOxUFvyaQDZpE9TPJ
yaSCh5Jm8NJZ0dGiLtrE2qJgUtglZTG5E2o0S6ukR3W2kiKCftdSJHFlw1dV05YN6W75e4oBTyvB
ohHZ+N2UtBh4SipxlDvPN9Sf0mSE1qvHJu0v9Fos24VOXFNs55mJ5b6Ncygi6AhP6NEl/CrXkHyh
QEIi6hmdjsBhQJyR4FK54/RC/2cGqMxcgTiMwyyirhaAVOjdjbqzHtMgRXuhCnX+hhIIwYTZCNNw
hZBl0hH86tC48qE3tQWwRKquA6kjzaTRpoLge6LI+GyyGHBbykT1PWu8arL7VCslOA4xyo4eO6IX
jnQFYiVmMplTCG2wRWxiEIlSQtpy5ZFwuGXZJ+LN0DaKRfZkC7kwb3NBfVCbIPhZpn1MFlDHqbIj
4IscO8XkoHbNvmlFqKVZkjhmFuKVwnuheBvNQS24BmDN3PS1h4No2hI1Nvgj/bEBaZV+kw3pVK2t
cCQXxBkEojFQJQfWuKo8tFy7agjEHgpeJSnDLmoMH3A8N5DtpzL20BsT582Zw6coNblgOiyoqSmT
RrXTZLBqF/CLOBy7LYnztPVU027R5xBr5yNyuENLHJM7FIvxeB2klG0IpLVavWsJHa5uCNmJ2C8h
bhpupPTjHFfW1PnBKhQk0k3VW1z6NWJC1qHUS96qN9CXbI0q6BDqKAWa8LQUixeqAv0G2SGmqJnc
1+Tw+EMbLhKK/BeqfDHdolrxuNDLSkQITyCWO3XwOyx4wgBF7YrDQotw64+JToGUFWLt6pGrna2G
Um506HyYxK7ijhLU6br8d1pe3CbsiCZeuArSqGAtmFEVLKHvoMtMjC7JYJKXjS5e0SLrRxvbX1lf
Vuxc7yNOvuGGfzy899W6eayrYqjQ+Q9zLRFUAzEPZhETmDPbmsMXCzVmjaZWqXCXKWVp4R6Lh9V9
SYYdaV61VLNNcLQU9dWQJcWbNheam67LjIyYtCCi4TLgRUOUHMu0X5W5pIyYKA9+viwIBp1WHl3c
doUOhIAQlXCo1EkjIEC36vWCdM5GCB4JGKtUW8lz4z6bxBBnopzUl5XZetZbGEpyBM9O7vl4jUfL
uSom/xXYpMzWIzV9tkyieI6C8hv4tJ/fZz7c1gDc8B8kioHbhgz0dXxrqgPEglgjBwfsdv1DlBc5
e4uUXXOQeYtUbkb0bC1yrs9H/YDf/B7VolOLDTbgwsmoFPVxlY9tcDA4xjaVluENE8J4LHPh0gN+
wBfmoWBYATDMVjSnWAnguSQVzRQcLBaNjRVxvCcpG7QmnTwZm5A8vEBg+nAPZUBAE0z4MFXjFn4C
gxk+BDgNtwdCABXj2Tc16XuMrvwCbHJ2FDq2CEoUjEHMk9sudgJtMShGcJBQ9tVrQSt079oaJzG4
gOqdG2iGf1Fqcw+kLXI8QTpd7aq4aMIDvlrlRk7qaaGMUbX6+oTgWo0NHzilhvXl8ShFUwfCmNfh
Ae6Kv7agI9j6EGV7I9EvASTnJgTTAfnP3I6mB3E8FJbOFOt9H2JGXt01CQRwNSP0iVLvO23e5//G
czHvMGJnbYG/Hg+GB69RmdoYEjOdqNei35c/p3ogaWiULwH1Zz8UeBbWj/PnOqV8ZEmW5AoGOwcK
Qp9Dtuq8+lGwjKB7+PyZzg4E+Er3j20DqP74mRI1DDOFyvzgeRmxlLpg6I/4OFjNf2OKz5wBmEzA
yaTmnIzDqaBmQhQd0jxunwwMCxoXs+wk+yqkY0KXAs1hGfEXqGjH40xEFctTy4QwAujafiAR5WSY
wf1X3xpdVoMMdBT381c6GaVugpHTtIwPJmL/XVJ24i5FXHyB+PNxYyVSFrRInbEhvs4J5IjgtBhE
qzP2CCdF/OF1fK0UNDXgf/KXP8/xUCfNDLFOOrMYR2Nv9K20L8XMvKY5lV04Kc5MNkoPCGAzlAps
e7KATNzeSzyPrX2Bg/WmxFXa9rjyXoC6P742aAb0P5kDzDb5tK2MNAAnjqTCC6ILemfMU/K1a7UU
BsxbrejxqzNBUTApA6nkUg18fzITjM6Q4za1/IOQ+GJ1ncEVTPe0d9Xl5+OcOdqPxjnZuScdH+1A
SINDIxNUTkrkQqp/CfiM24anTcva9Juv7+LKnEiEORZ7HtPveCXFQ2OGcwF+MEc1adGo9+kW/aUc
rnttDH5+/nhnZoYKJY9ZTtd1VoEeDzZiZCHEvhgcwtSQDobUYP+exkPx/vkwH6cGcDHUMmxbDDjj
v6ncf/QLAD9FqwIuOtR+En2fsFJYam3OXT8Rps75fxtrBoX/GCtC1y2QIRMfulCebuGWYqRZi/0C
tMW/8Kk+vr0ZVtbYkmS4+hQQx0O1oH2ePwzhoUkV7xFgAE+EPDS+2mwhN27u0tGm4jt9aEbg6q6o
uC5Ehy4Oa2Mh6b3V3lWw2jrHwj9JubCMzz4UnwqKrwYv5XSzIOjPN4jBpIroexCBYaidRkI6+vlX
mmuRI2geR0pweQgF899Q6h2/OnnG+zWSqg9eh2uZgx+IWLIpad26Es1815p9tIuEQDioaj6Afkiw
5C/8Cmcm5ewWAyVWmVvW1snX0+oIHGgskS7UQOZc2SYPsnwe5U+SL6qm+/kDz/+2Dw9szXZ+kFMs
wuuOH1j11aIPhCo6qK1SL7kF0eTEIsxR1TjakmTfXPlZLa8xtr10TzjzQRFIzC0dKtz5P8cjE1Ee
WkkaRIdoTBLXKkn+bXt5vDBLz42C+S+cNrhMGAOd7CSaiQtCWjYEu8B9fNJFXJdd/k+CRj9/j/PG
fvoeJfqO82uk5Xk6cTygDk8jAPkgKP10rzdqcR8ZvufoBDy6BfivdWHAc9OEAoq1h7UzFMiTkyY1
xn7yeyE8FDXE29EUumVSC9a2MSzp/vNnm7/Eh2djEyZoCCL/h1tPlmFqhxtieIj9ul2yJnw4pPuC
GPvHPEJLF03dpYbf2aebPxhVFe5ipwVvDxo/57NHB62T1GXKTXJrCINAJohRX9gtz60AupkU8NiZ
UcedrIAqbOBtDOxjbdgk93pQJlclVl7bvsHBsJO0SMN0prC2dWx0i89f7NmnxNtgflDgkFMTswFY
HDctUocGSa9fFFIfUA7UU0NirOI1l7rjZ6coRqH4X7O/sMMdL7ggSMsRP4/oQIiy5HiFUrjBhOtO
1knZlS5O6vfPn+7stPljvHmv/ePES4sKYAvc65D2I7mvRvLLb8mTTYke3tK4SndSnKQXGB3n3ig+
v7AIZTq42JAdj6lkCbmTwoxs4hZz5UWB2ZOm3mbfMdsU5Qt7pzRDGacL48/RTqYOsBPdrUiODlJV
F6o7ZDjs0PzzbiJSfFZZlAX0FAGCx8ZsDbvGTukJ+cilyuLEC4+bGmcV7WTqpNn6F6Ox44e2vGCy
CD3hJO57EM8sMbK3Mg7Ak0gbBrElIKdLkMXSNKSFlfe3lSZ7N21Y+Ou0UKLNUInTItAzrbhwlJ2b
AUgFZ4c+NiryMo5/MdOse90j8/kwSm2wiPOor5eZFAMQw2No41WfGT847C/JzM5OAlwJIbVxMTdP
yUpQEzyvbWmEtxq9njxTHqfIwyot0YULe8e504X7GFXWTLOHYXn8gKUpVJ7ZsHcoOIja+NoQqzN2
4vLzhXRuhwLcom37uzQ55Uw3eR1ndTtGhxzizEEM9Po+Cbp6h5AuvZuMxrpSPLVZS6XnX6BYnn2T
RNvy7UwgL+tkCZMkKRZ1JkWH2Iq1hVVP5cKXO2UL56S8MFfOVV4QSmSFDHqINadkag6wNqQMjw/T
UP1KLaZqU5fTrxr7uO9gfxi6Bub4PTfz9Bc9z/oCR/DsGsLSGCUk9yqYuvNU/mOzSjAf4k+8+FBx
J1gJAlZ3W8xcCbGUh6K6j4uweTJSLaFr30tvQ6p9J65IXRZmq9xXokD3N9D66cIOeu7Do0bR4IjA
08La+/iXwpm1AjqmRBJzBfC0kqRp6RVT8yr3IynsY5K90FWo7wQyIC68kLNDw9ji7CXORjutznol
7qxchA5n5B4e/UFkYIefR/TJ3CoVe6LEFY3GryTGRu4mqYXt6OeT/tzegTW7DJMLsTHwzfGzY/Qb
cBmoo4M8xdI1jl7mN3RG0V4aBFw9xUBbWUGnjBeqqnNnJFx+NCyze9AHC2gLt1/QtyI6JBnuoZi+
qfncvAqw2QIp3ygZeaCfP+e5JaaCJXOXouz/YM/sj8EQ09GKDpVCngDS2xaXqmQQyBQ0wiS5VO2c
e62EYHBpmwnwVB7HrxXTYTE1E4sjKyDJJiHq+AdpVvB2rCDExqfvrfeAm9bj5w959rWimgQqpS+g
/44i/2N1oZpp9RCx5KHtBvqp5MWmtMzpuZKTQH9lqbRS/e3zIc+9V26m4owCU7Ke+oAOTZSPEUrQ
Q4vx77UR+MPoFpXfBVDR1X/n7Lx65DaCLfyLCDCHV07aXWm5ypb8QjjIzKGZyV9/v94L3KshB0Os
4AfZEOCeblZXVzh1TvbxNxaDDwrcNnNCpG3Xpwpj4NLNZUdybzX5N6sHHXiupiT/u3EyGuj3F9ui
VnnvWUy1KWdJJZnVew+DdiuQlwLoVZHHKGk20osfoxMd2eUACSbqjqb2MUFz9+igNH+cGYwP0qhF
L0iZ4r0mzC3HDSiPFwLUFMWGlUXJMlXvJEVG77XPfoRF1wVZFVOcJN5xAyObYAbps9D2Dfqu7y2X
JsDO07GdoJIHgq9iIJeXCh9+ffyCMSJhKfyEJmtR9tNadXq/DOh3pyJZXqBChXwU2MmHTuvM93Bo
a74aaz1DCeO4lwfe8psgpF+JENCHXYc8AwyuwoiaLEjN2IXunKNAby8S7/ranc/oB3r/mFORP8Pq
Z+/Zxa1wVE4Hg5XQ4Utbx4Ft089RrmR5ANEm1Cp4LfN756b9d6Wz0uaAWml7MYY+hl1krLv6kJcC
fhZFMFG949RueRmyKaoYTIJgqCubSMciz7KlzwKtn4H3JQ39pYOZtLSgl5mKP2JMUfifouTqstOh
u7WyQ4MO4TYLj7puLHTsq1TwZxLjozl+VJdqDJVNZ37Ke6AJfgP6CK7ubt4rmd/yN0wWy5YncgXo
n13boDl51WyOCi+HVeXvNZgjD6Zaik+Dnjg7ecetPTLLSdJPYMZWV2mHYi9xApSDdgPg9nM4Qcwl
9bkewf0q79oi/paWg7pzrre39/9rriLd1nKBBdZlFqhUxt6NMww/+li+C6u6eLzv3m69FVQt6Vkj
5AYmX/6SX98KIH5CBW0QhJVwJlQzs3mBX7zvUX/Uy6j3x15pdqKdm2sylOhRwAHQvXYgISpmmjXX
WTCWtON9s1t6xafnzORUZninanD2nv1bfoKAUgZXLhazrtFOStKLzNCzYErArYVFDRpOL0PxoOuZ
/W50EpjSWl7Jo4Ja0o6juGk/RFSUVWS0bci//+WE4fBXo0HHfpSoearUMLBTOHgqu/+oQFF8nIu9
OsfNRBneiP9bceWgSzQMNHdKs6DUwc+ahF7HthbhCUB58+S03XBcnPJHoU/eRe+G5ZKgXbfjkm6l
aojI0AJktALA4+p+UrMFDFtjVnpRWpfEg5LUtcNhp9x487PaaAO+ohKoOl4fbb7ExiKKNgvi0snO
FrV9v81seMSUIX4/AFk/D93swsY1g729f29u3tBfll59VTt2SaBCjWYG3WHF99Aj/ipcMI++6kgQ
8f3Vbh6nZB+QlwYAweqLRkk7NGab58GsLKHjuwMKW4D5xmmvunFrWwDlJFIelAI0NdcnqncU5LVE
JmZurVV+altTB/hXKygoNCqY+Pv7urkc0bgc9rMpTsu//+Vu1Hq9JGnkYqk2HQdErnPxByDY9j/F
Dvv8N2yS3E62pmWnxliFjfmUxkq5KLi6PocUG7z+YammeMcmb27Jxbth9bRP1sPyTAa0VeQledDR
00D9NwYbezHKuPs8QpHe/kYGRSjIRDwzTBB8rIJTBfkS0ItNHvSVkX3uzG7+0Rhe/B16FtM9tJQQ
fqPKRMImqVgZ/CFXXQUbYamVMFwseWA5CsRqTVFfBq8Di5gDTYfdfTY/iLCdH95sKIgRmSQzFOBd
Ho5rQ+msMHeNkmDLXKBRgsnQyGkegk/zXaXVd/KLWxGuB7RAJuMuj765shQ8NnrwOtWfJkcFuIe7
6Qkh+/wRyZL5YkeNfu70sEAXWnC8VqMKOBlb53uuteWONcl9rWqeaDHRMYJ/ATe3RlTYbajkeNA8
QFliqh/7BrUrPyxUsKINhM1furJp/7x/1DfeK3iHZHmeqS7ManUnm5KBhQHJL9AvTfs3ugPMrDSJ
eirUwXhh5Cs8A4B3hh1PcMPDUbaU86rcTbjNVkfexrWHTqjKBy6XWTk2sYOqTTvqbna6v71btSc8
HLPMFHkk3c4qtmII0VGqsimCqZnN7KQ1Hg04SK3zr0tXkS4D6U8f0kEc0sFKT4QN6K6JiOlq2Fee
w7wVD3Y5KR/u/6pb31l2zZBHI2sHYnpt31Dhh4IMuggAP2mnTgxJ7itaJS4M0qiPDKPWP+4veCtI
8IhnKf6ZJNKbYUw9HLuhWPBTRECQfZedB++9PjPpoI5yqkJFAqA3ekZgQMWqnNgXVcnKnW3fsjVc
JaEn/RgegdW7Rn8JeJDHtaasunxJxPKXq+Tzg2IOzucavP4Zc9vjW5CWtL5SKHRRJ3fYi26ujnrK
clMZ6ToHbmHMn/pItZd3NeX75uBRUzhCVPRHRktqBunTR7MPy5WxfLt/+Le+NuEgpWzmCmnqr3wo
cnXkUxO3ekIlETmJsURM0CI9/Ok05dC985Ye+Zj7a946ahjhYBaDc4RRypXZN40R2xliVkGr5MNX
PV2UR7QvzWdnHupjl6vKQ8w44Pk3FqVcT6mZxjM8StdmPU3WbDRdVASOPlQnBriUizonzBnnqnhg
cKH7gYJUt2NUK7We1w4NpUxukUQHMTK6Dj7zLsw7xSoCI02qPyj2IvvSOOO3ZqlgfjUiqGaT+QR0
f/EVM4yOSLPVB1o69aO2dPHJbSrzUtUM790/jJuex9IlQRshNyWc1ScIKyXBZ6tFULqMECB57yGK
qIzJwQUTgFYcc1+hwZTQkMzR0dRbmqAIOzMBGh4qMTeUf+N05129ZYmkJWTShBAQ0qx+0pzO9ajH
oghoMzujPw2MonI6vRxCTNSGVwY9HG3nIG7dQNl2kNk0f67rFVpXxSGKEkWgzLV2thqhP3pAZh4Z
4RfnyQIz4LmKfRiKCQ0AZvfmPQO5dRegkMdSCAYlO+K1WebJGJclXefANiGbOI49fTp/MAzGCMCz
Lxdvjq1njOsgmPCEy4bCt83wpY9TaQ6NkomntG3m/+IJ0BSia271b9hFNUNL+pj/e99opK1eeytu
ncxwZLdRp+F4/VMhCGrMNAQi2tfqiNhE1mlfjbwxl52bug1bmfSV/Uw8I0XOdQciSyf4VGRvrRNU
7Wb+0+IRrHto2VHo8H6+eVdMCgISlGbHYiuzE0vvMa5gA+bNTagnRVyJ5WJGiRjfHFZwbhBKSa5U
gsc1bsOoy8IsE7riLsp5zJOhRwa5wh4VnXymVh9JV5FpxqIZOaUzef2RFN1o2S3lBRrgVQL8y63d
IzASCHnLxIi/FQgOMkHXAlbxheplw1/3j3N7oXjNEPeVqQ3h8Rq/AUOrBTQsyQKQVs4Hj8ml5VTq
gxp9r5WmphbJ6PE/rYIA1zuv61rEgZRqfvO0Ogwq1CAlvhQ9GGsdNIuYjkSijFngJDOyMhn6sTTh
Ed3jxmgziCfhcllEru9EMlsXxoMG+ECCqLkj69DJiZKoIlQhrUNmOjzAi7ZEp6l1i/liIUgJYdlg
1m9HhLIoSFeTnIvPvkY+lNBC1vrEF2/MfPmXciCsyoM1XMzcEO9JzJPvwhu8nc98Y6eA32nQ0WiR
DFWrsEFRIrvue4qetjlCp5sQvsMJkpeMXRqIXDIKlavu4b5p3fALMh4lUtR4UuEkuTbtNM7jIlso
sSwq49jHvhic7CEXhjB8t1D6L/dXu7VDmhoSTYnDQ/v2ejVBNaAK3YLk0h4NRoVL5psWd1K+um03
BlTb0Za8v+KN/dGBhOsQqeNXcNf1ihVQChvp7zzQ9E61EYJUxXjqaL/U3+B7aN783DokVGDFIeqg
3Lru8CP/hHClbpSBkS/VUYVjIRiKhvE0SlkXky7F1/u7u3GeFOVV8gmgctSnVw8dlGlZ6bo5k7Cp
nT8snWH4hafPP0u7ReWtY5Z1zxVun1a4FiUZiER36cTX1+ep5LGWJktfBgxW6MqxnsKXEOIOv7Dn
/MEaeu+dh5DlHjzvxitJeQAHTEUCgM66F0OtIgY8u5QBDkj/qjAw97cQ8fx4/zRvrgINFkSgIOk3
rEpaE5l9Cjw/qKaqOsVGOxxcZdwLE298M86O0R3OT8Lx5N//UhODvbUUppgqoBnkw2cT5W3PHxMr
1ZHJcmP93Oqzlu1cg+2i4F+ZCIS9icSEWZTrRY04apK+9coghrj7kxMv5mcD0oGfSxxan/Oqt63j
W8+SCSUyPkCiEua+HlNKS8lHqxpV0CMKf+prxsPDoVN2+ii3tuURQIFqN4g21mjDMjLNNLZdVilQ
nWj1nCnwogqZvm0oFS+6cf6NXUkYBxAQGXCsvl06h07nwhIQ2MpoPMcdw5hGNe88A9srxv/flK8P
eRXQ85WT7BSFLluTiWDMy/SpDJf8FEYDIiRNoQO3bZPpexi5obZjIltPKZeldALjM5Mx615rHYLV
nAyvDiBQGV5QdtOeaI1DCGDbXqa83TyAGcETZYCGARiyOsikJ4fTo1gEjT3809dFf5mjt/PcwCSJ
5cmbBtH+xjoEo+GzN4xNkPaiRHdStcT3uaXyd7pvFTeskNDag3IU3OmWjW0OSzPKKWgFus442VA7
0ZPm6v/peV0Gk4Lu4luXwwNTw9eB2QImWzuQuULeGWHqMYir6MckXOegqO1H20IRo0O9bidA2Ma+
r/7+NQajLrzmeys6UapwW0yBVik2eLUQydRQTbvsxPPtvS+HIvZg8hKFQJLSG/fa8NvLgLNkfIre
Hg8rFZ1rx+WWQPtLFAe54RBAl27zR6ct3yLwVAdhjS9lrYqdO775mjxqQB0lzoUCA4nZ9Yq9ZTBu
gVDjc9w4jL1P5knRobWIS5f3bdHeGjG8ruZw7UA5cL6r91RTW2bQUE9+RlpXfSBB6xhBS7rlgQff
rv0Q/7Cz4uaeU3Am4HtNBHWaTasTTRAFrXJBxgmV24JsVKUonR+FuvNvo8aTtXM3Nm8qq/Fuy6SJ
zRFLX58mTVgDFIWcnhnmyjcnVC/Nft4DHN7ak+TKh/ycC2GuO87T2EQGXiAJxmmB3gOd36NbuMqT
kpfjW4MENiRH37jvkhh//eSgbJqWcCWngUDq8QkkT36atVHfaaHLj3CVcbIKRJsynyPw2Yyo4u3D
AbFx+j6UV75UAEbhcE1SioldEYUoLZVJpiIaBBNLhCBHOFW+kzW6t8dsd+tgiWNpdnF80PRJ7/BL
sBIrahhlE5h6So6hlP8VaAxD82ANz6ln979hLMAziWfxo5QV5a/5ZTWvHawepV6y+RKgNVonKH50
Vdl1O6/PrV3xIkgAHZEYLYnrdcZmLmZwNgBqcieFfbdP3H8RxV0OWghzzW8tBnaEAhyp3Ro/HXah
xkQHiwECHagaeGl0gi2g+bQUxbzHUbu9bjgRT8dbMlYI5HJ1uT1Ei4s4ouA+zLV5SiDzQNFg8d7a
tXo9O55u4IDyTVhFKCN8Pp09KvRAC+Ex0WU1qIGDLU7/YTQ9edHtIn3zreNr8dzRJ6MCoq0Dr6KG
MoX6WBHQrZBzQKNTKueuqOAAe+PjytZotMLxTtDAFL884F9McEjLMLYaapdN3g0CrhqtUHxom6r5
6Ax1graukHWO+4tuHjkW5Y7xvUhU2ebqltkLWWoiiihAsFsJElVRzwocWzC/NMXDUrc/9DY2dqLM
7TNHsAKTBW6MSvWmTZbSIkkTkL+BmU7JqWtq80flifETL0eKaAzMjzub3F46LFJqitBwBQG9lh6o
3cqbppEGRTZR+zh6ldP+o6jR/KVRZthh7p/odnf0QujAMMlBTEvOeP0ZRaWasQ1uLigmRakOut6o
9XGsZ0XAwePEUFJZhdjT4Nh+RugLQMRImDd51ppAA/3x3LaLLg+8xQqf4G6GIiyfze6TTvjod+mE
PNHQJ9rOW7G980gPOdx3Gn1ESGvwEyxmPRRjtB28cQGT6qXAMyeneXNYxHQmE2TkWrKzumbHtUvg
eItDBzNzlp+dESf/5WXZf3PNEq1Rgxb65/tfcGUu9IhJ6WB1lChgJs7XN34BDdkqejU941PDgyb7
dy7MSse4c/ZYtlcHKJfCInXaV8BeHSZsro1FBTyl1q49P5ews39uElQA7X5JduKuW6vQiEFLh19M
uW11ybsFnqiym6dn1Wypl/D+nFLTyHcM35S+95fIQW5GXmiqxGBTGAZdvaEIBk5NFVvzs5znyQ6G
lgoUXb0GKsdEcFeO3tA608ERzvxf1Ol15QN1sd9HJIdGMMLL+EOLKudTpXZiOrVlYegwveUhlFBJ
m3P8kFEpfgQibPDbAjjs46hCMfZkVqnSPbcDN+RQjYXIz3SfzfGiz0YVn9U8LOwXZTJmdCQXFeVd
MwZyJMKR1M+fTSeK3qe208bPWe225cmr52Y8RGqjclImyduDCuxmfiw9UXzNsthZ/LCpjeltNv56
dkD5ifqpcHGlVp9o0bUakiZXfRZ92T6Gee2dtCKHa81LBaxqQn/bQJBcj6I58B5aMuT666qMVmSK
qRSj9myMAoVzo7ZOEtzo94uR7tnF1ixcTSfc4dWmSbwOeehMDPYcLtqzmnWIpEWgHpY22ns95QGt
jM8FNE63EROEXHZ1gKYDO13WSEFXiscwLDZI0Y5Oq50iLVMO+tz/16WaXZ3ngRG6+/7ixvXiIGWA
5QBe2rT9DWVE3W3Kp2dhlYi9K2X0UdXzPT26lYvni1HWBHNF4Y5mCKXIa1fBRVDtCeKTZ5i2vtgJ
JFqTq/qijH9G0Mr4c7iX2Wy3ZercPFqEEkBBC/d6QaXsR7spFe05hTbwoU3Lr7NZ743E3VzkldCD
IokM664X8aq271Jb6M9RB4S/j7T4jL9Yjve/0NajUxvXqeBSYfLopK2ixi6vO0Ohd/4MCCKszkO9
tJYPuJr6OGy0u9OENz4VRTSG4mEfBpi73pTjdCKcw8F8nmJP+9HDXPhoMBb/BGIhehaM5p+nbE53
3uIbewQPy7KMrkhdx9UeFUtrZ4j6zGeSYuVf023Cr8uYMOCFfop4WxSOLQLq5raZUrWHTtWqXWSN
s5Y0qWs+QxIGt7liZUezjpkugwLwGNKU27lhq5jqf9eTDTjJpUBdRFrRL6FxVthjFFKQeU5DBHqn
0EICfGrhkKyG3odacvp43162H1BGxK96H7QeaTxer5dUCYODcGU8Ews7wyGcjbp7dBS3bB41r3XE
u5Y5HcD6eZFZO7Hq1o+hoanxDBBEAmFfwy47lRBvXDTrOYGS9BBOavg3QGjAUuCkLlMTzZ9MphkP
kzbskYjdOGSJKgWaSwWAKVHjetMpHe1oduEKop+KGm0adhBKziFsslDhleVkv/mjUjXBU1s0IuTr
sDIieLtFzSAs1S4nKn1GyLNLtiTxwUjybEDLch7+u/9Vt76G9eA8JxEGQEsqcL3B2VtiM0865ZnT
N/2uK+EFccVe+2EN8cRYWYYRKrkx+h4bnqJpMTMns5VnS7GC0syWYzvUf42W+p/VGShFJ93nJHbb
o6POL6NmPbjpNO0YkbTP68eQn8DoCpeU3eL3rncKbhzAJ5FN0Jt2H6P3Hdrj56wiGYA60nM7+GDh
FSgucHvH4c9e02CNdFTIFHf87vYekd3RiCHnIq2li379OxZTF3GWZFHgidDz56avNfr0bf2XXTOA
W6dMLprxJPaKLNvtS8VDki8qlSRFa3r9wfEmGqVFElT2bD8wHNDOJ7MuatVvY92eYbdU7b8MfbaQ
7l6M7mupCfPnW22NVgaFVUM2onisV97YcRrVSUbgaTEkU89tpqUnqxTjjkVvryy1JFn6R2YJg1tj
rNLJCbMcvHBQKrqKJvr4RO/IRVdaeQJHsFcr2N4fVqM+BhwCAR2ixuuvibPqRBp1RYCUTvkjM0rz
5Hrp+HD/5F6zkWvjlctweJDkwfK1rrvHcImbi65UQZK6i637gtPL/KahMHrpey35WZWmuhy9cqyh
H1UgRR+fIhgxxqNbwlZp1+rgHOwCxaTP0Lx5/0Z0STRf84AfH9JWFdVx1rzIeMTjOOnO7MatI6La
zOtL20C2Dq6PqEh7pyp7rwhSrbcPNP+Vg1PB8Hv/iLZPPQAnqaTIwBF4402xckKhZvbCMnDQK0PX
07WPY5jbhxoY9Pn+UpsNUdQDvQWMl5CT1G4Vn/XhYtelE1ZBp3nJYRxi5eBCFLvTTN34CVbhrmBT
5ED0/1b+qgrTvtTysebCFslZNAahRDPbih+GiO34gOGHc2/r8Y6p3dic5LMgXmJcm22uDNowxtyG
yUQEnd0th1bpmbo1ten05iMkvyIfRh+XquW6ZJkXU5LNiCAEY6gNh67tItLOOjneX2VjE5DUSS9L
J5D3FN2Ua8uD3d1KRDKyFyiAH5bZTp9zQpsjlZ+9puN2KQiSXmNN5nQZe1sd27QgBTN4Sx0sY2tf
2t50jkNkM7aoxG9+QAiAGD1hPIPqnUTAXe+KSkxmwO4rgl6b9D/4NhksKEgPnlIxTyhqj30I7c2i
vzW+lcui34Vs5CuScLVDtUtLPa4bEaS6wUBdN6fQuIfLjzCLi7NX5Mobp5WY6mRBQAuE0uRam+J5
0glZiShFoLp5/eCC0r7EWdad+sx5Y9vvdSkOU2I/6RhTNbw+0snSejNvNJZKtPpBTaHqbBOzP2XU
ht6lULl+vG+Y20sGpwrBEJU7MjzkX67XM5069ZTQEAHwZPtUFVZ5LjTljSDT/90VFUKuAJB/SijX
q1iiN5N88EQABal6jFyt8PPRXs6WPtc7cevNDVGGpE2GjC3DbNdLOVpmj93iimCxtPAvkFbjh7ab
lx0fv3WJHNsvq6w+Ey0vtBOgXgoYE7EOie1008FI9QZdDHCt/yrW+E9vD+nX3/hYsNJLX8UnWyd2
wiktjcHuJlgiN3oaJeO6gaDF208QcwfEQh4Jx8Jaxtkyu1CJG7sJeqh9ucopcipxMr/ZIxKRSGiz
pB5j7HD1FoeQ8YvGxdDbMM0OJvSxgSui6clBnuDD/WO74RFREqeBJueOeSJWNg5wMWJwbRFBNHjR
57xZ1MdZi99FczLsPFk3V6KmABxWYm/XpdyEsp1Vdo6AvVPtj27rJr4Wp+5hTugv3N/UDTuXmlj4
XdAyEr59beeEMZ0xFGkTdFOkHIpaL896ZHz6jUWoRMpqAt3XdQRbqHZvt3HZBJrM7LtiGf1u1vYu
0yZOfrUEQl85LUIRcuXPmwGe/bofMDhu6qOo4fkXMxImBGviMSrKPfXpW19Jl0AZGcWikysv9y/1
CiehquX1M7tKwiklDpx75VwqSffSD1bV79jErQ8FchA0miQRoWB3vZrBqGlYzEvD+LdRX5JIRXzY
Qvvn/pe6vaf/W2WNDQs9RtPgWG2CNkmaI2X+8iBStGmqOPp5f6Vb+6GDQBBDYGaAAbjeDzOI3UJh
sgkaJRke03ExD1E7haffWIUMkY+E+W0gz5FeVhARek1QQ213bLT5H61AVeI3FpFkOXRDiNjXkXrS
iFGJxqwNQj1GWXjsxks8W28P0gmeefn4OCAEN9hfmAddr3erNgAw4f6pGYPlPZoIdeqX39gNA7By
xo23fJ3UIkXV2UtYtDDFNsvie9mk2n5TlmKPOvWmBQCrfZ0poxkibfGX+9N5VsdAV8KxFfN8JDVw
fATK3pzP4rMlZAGQPfO4vHnXq+S9NSWDCbUcWlfGKaxbxKMcoBhvPjRyNEmqAxUVcwz6apUBbLTV
2BDY5YN2SNNEORp1/3YPRzACnkSq68k/V6tEQ2ojIWoxNYAUxQc9SdR/mIQzPkZLlz1OOKG/7u9K
xlNXSTplJfZDn49yF1X11ePqlkPlTC5g7MWp1f6hijuhfB7juV+ew3GuxHM5haF9ThzUuh9oRHfR
m0N0KodUgg1iJEnVvtrwWHDkkznUQda0lGjjKNJ+1jmqkgemw5TvEAz1ex5w+4qQ9bCi5EvGZtYB
hemlaGXNJteMCKY/lKViFmdwDMvFsBBD8R29KPbKwds1Je+VBG1TuSFSWt0EtWdQNAUmF0SzOsZH
T82F/Ue+GEP0VTEbxfirztJop4gh/5/X3/Z6Tfmbfrl9UTsOEzXfLuh6VX+fURw72nHRfZ8zYtD7
ZrS96NKd4OrpuEtp5tVXdN2lNRU4HgMmtpTj1ICizkVU7zyQtw4RU4XLnVoZNZ/VhpJB6wa1FX0w
G9m3wmx7Hwmt9/2iP/ZptRfc3jo9xh6JzaDQcqDzvD69qtKWjJJuHyA01z5BKPY3yOb54i4Ik98/
vM1K0nth0cwg0NbiibleSTGo/NXd1AVuVSvHFLZQBpKM1k+WudlZavOd8Fu8yKClTcKZzexFMYsq
sdF5DsIS1q8s9fpj2tV7F+zGhogCAYADs5Lo6ZVDbsU0aAnCZjCfJEL3oy75d8rCAsFzC/nxNx8e
1XEbwAJ3mUbnyiZMFLPF6OoDICS7Ykq9ZlYVCSRPqw8C5cq9rW385SuiHnQc2Yj0HyurIG6ymrYw
x0B3R56BHqhheUAtw24eUCOzaBvPLTpatOqGb4KUr98JRLZHSyAq2Th5hyh2bbCjM+odfGI1sPM8
OQ2UWg6tFvaXcbH2+BY2mSsVYgyTQT3uNn3XVbANuGmJxVgYoHwRGUWLriI7cdMz0sxmoOeN83du
hMlbu580zPDNvEmS+pnU+fouuNEk6OQ2TtC7zEZc6ABF1gVOdg0Z30GZ95iXtveBqiv0y9gO3TJ6
oNfLTWM/ZFFXuQw3D+qhizXbV/Vd77j9aFL0hCY8M3LcvXXaohjwm3lGugR5zGj5sXE7rNPpWrdE
+RHisJ1LLq/Xld+HGJa+Fc04RgrksO71pmotlQINsxEgRW4e4wrIkz27zVm3JhVVaaEf2j6hn0wR
+KEV+t5bsLEbSAdf+bNpBuJl1vQ2dgyGo+idJYDkrYnO7tiwRGu0Xf6ONldjISyKIiWyk+jNnO87
g83tZGlAI2BTqD2TRhnXOze1GH3NsNJgKXfr+pwORqydvTqO9RM3dZiOPLuWe7DiKV9OtdKabyTb
kYgpkHScPrhrqQyzShiFTRRVaYMZpAvqc1bmuR+0mFgqHlvtM1qse02WzacGdgYmh1yBf+iErjxt
1xdesiy2xYyU0jzoSpjZj1Zl5bQpeSNPWZkg3DcKB2iE2ekon5lkysbp/qlvLpH8EVJUXE5rOYTG
16eugJIo5jyzKDBAvINLyp+W0tJ3egubS8QIAPTR5CvUWHVgmderFG29uIMLOdoYa9XTODvZsabu
f+ytXRn6m0vJdivQeZyst7pAdEpIWjQ3DCyvM+dzh4ZMcYiQHlwOZg8frP/W84NSmCo1/xAGU0K+
3pljCKeYhs4JJq+OfDuCalkkSb2T9G2CJ0luR7IHspQqyoYau9Y9mk2Z6wQDdboXx230fxyALI/1
iDa5V5Tqn/d3tT1EjIJsGdwlB8mHu95VPijG0vWuF8SzmzGGAh3CgYZu/tGGdu2tHo/XiaK77NbL
Wf61FkmjWzkyn20YMEtfwrKuzM1RqZv6pLamhVwoEr9AJRW30E+aEts55PfmsnO+N/ZL84mOp6R9
l82b6/2mteXST8FoKjjfHyqt749JUbmnwennj/eP9nV2/MrDG0S/1Kx5nWk7g4m+Xss2cjltMWYv
TaiJzo/RP64vKR/eeMlU0TcnO8HhHpFTRDOlIVLozmrTNOalHuZZecAj5uQCVtQyiTFKfdDUiNP5
KxwvZXNW0mQMfb3s7OxdsxjNAG7Ts/5rWmFVfmUN2oyQbF4Mg2+LGhLqOPOM/lszJyarQIjeHNM+
77vjnKcVBE0zt8n0s6hhrJIprzL8kplmOD6oWeVGfoNDUfxRs9vLTIE6PEArZBqXzOymF63o7PFj
6Nlh+Jj2wOXea6MimmctEk1zbL0aPo2pTEzjsdStKkVl1OwKAHS5WfzBfNu8nBuzCafDnC5T8aV3
GM69NJEaRadU79rlqFrkRb6b29Nf8LuU6UE1uBCnpCggCKxTBndPbhFNrj+6iyE+Zq0+IPPc2Jby
AKtwOBy4Z2N05lxV87Rk0PV87Etad62vzfPondXEaZs/4j6DttvPycYMKESE6MyXRhnFj57vNXxN
h8Yt/pz0vi8+KElDHTiqoyz8MgkU0hCVD6c4fHKNpOw/hJOuzp88o2pnMCmJFj0uY6PVfg09VX0B
4GQR/xJ52h8BzrrVw32j2/oParvU8sBt05gklrm2ObCnLUqBRfZCuGn8OQqxfIsNRBaM2i3OilqX
O5Hg9i0ne6XBheYivRk4QK/XKydtgYhpqF+qMbfeabzYwzGE3vwPis/x00in9hno1fCznbRpJ3He
RjA0n0jJkA/ntWKs4nrp0DDbeVCk/7dz/YjSUfWlUSHnPZW9guyO2ZaeRc05Hb7fP+LtQ0rpnO3C
uIXpGOu5OigikgYdpPRFEemILPI8mn7sCrvcSSK2n5LGA2yuMNjTyKMDfL0/UWWm2vOovYxZxx0c
Kj3/L2de+BuXA5hRk2tWfbq/ta13ZEl2xPaobAJev17SiHUE3oSRvSjZUulnHbn1/FQyMTy8hzZi
cXeMdXuSZEEwRkqeNAnnXT0+SUUNx1XhTihgtz7lw6ydw+KtI/FEe8AAANHIiJN/8VZXopzGaGEY
Mgwyw+wuNdDJT1W/DA8qlHinDIhE/+ZIgQX5YJJQRDYKVuGlbqZmimhMGDBVp1+8FHkLxKLeqNEo
t8W0JSAOHrNXZq7rb1VQoSptO0lfPG7Zi7HE9sFRImfnE8n7e/2GueTtkqmUKTOprnW9SpZHBULC
pngpmWAdHuoyh4QWEo8FkZ/ZcKrLDNFH9zRqDJ9dFrpLO8j5rYmwPjmCxEDQbVkTUw9OQsBUGfVL
jMjFqUUW06/1qN2x++0qMIcwfUxtE1sk1bzeZWG1RZ33+fhCYbH/WBfmcEpjfa9rfmMVuQnOE7gf
kCv5979U+vJIX6ga2OOLqZfzE1zXoV9QmNn5YrdWgdxepldykTWkNcwo4ttWPr28wjtFoSQ/p7pe
9vhBtq6CmgO+gpARG4eu/HozJZAxJoKG6SVtyndxqDiHrItSpHMYqrnvlF7VH69tUEK7ychJXUAH
r6s5S2IKozHS+QUV16UEiR/Fn4Q9I6jt5IteHgd9XNwPdRs16on4wxIfpszuNH9kVGX8KyoU6mdi
XMrIT61ecU9W6IzvrTFSrH+9GDGYHWO6cTJyxoiYj7Fhfu/KqylOHmlEPfMLAZCsRObqw6R1/Yvr
EM3cP5rtEwH/H/ElF4MbSiPi+iNEhjr0C2N1L0S0Q+O3zA0/lPE4/FvRfv2i2GPTnu+veGtzRDyk
d1AI8UissiAjzJoxs9LlZcj64YlxxeIwU188uouj7ZzjDUP2yCLlbD40OyBorjcXNpkSmV1WvKiz
qj100RIfGHjNdo5wG0UQQeBDYb6nEkrqdb2Kk6jGojBM+9KLoX/QU7P+xsSkdVKoC/oebJbHvO/n
nXbKra0BwZaU6dAVbVJXyQgfTV7HojWD+HVSFgedGunexbnxsUBiUNGCOIXHfB2pRM3Qp0pali9J
TTnBo5FxAYtUHkbVyD6Y81L/2UMEUPgMjY2XsBmfJtUc/zTTKH/K0Wl8R/e8OUUVMDfbLPbYLTZn
QLFSkitLzAjDeK8ki794Q6iVZ312eu1lKEqKBJbb+qri6I/37XW7iiyhAw0F3UPNcn1D6MoxYBYh
xBvPYHaXJNNOLrj7HVNdM1Vy9aSWGIB+ikkSibqyopSct8r0rg9yvZht3zOJTH9C8dC376PFEupz
2ZPSPtCSnhnJWxy3vuSKu7hPIioj/RD2adqdUGJfJn+yx4HyyTIXe8RuG3OQrErE3Vg5RUfQn9em
bms0Cfum6QNd0YWfJgY4O0h9fEXP9B3T2x67HDOgxAb2n1rxulgCioAEjDnugE5KcxicuLoYaeYd
3/px5ZVlBbmIJLO53lAO2TC65WIIJrMFY+Lp8YXqafHWcE5OGEtcDkhjyoVrcWLV/B/KzqzJbSTZ
0n+lrd7Rg30Zu30fAJDMTCmTVEopqfQCk1Qq7PuOXz9f5O2ZFkEaMflWZapSMAKxuB8/fk7aKnDp
5adFMpWHckhzX+5naWMLXVzlr6PQDQJOiDvlmstc09MGT75hFJIYt0+MH7223JU1xjNmEG4Ztl5u
BUAsNgL1CVGkW8N0xpiQfGaaAtbtBLGrpbSDGG0dgnRn2pfbX+nqWKJWLnypsDVZnY0yaGnhRO7y
SSoS1MWbSPdKiXfDMQF8bw91ue2YlrDUQbUMGus6ocAvL+sRYVCexi40PUUOAz9e6q0q8cWTwaeC
+0sDMQokXOKrV3dJs7FTFxYPT7nSH/tiBp/ppY+dRutOo5XVXjHjrSawq1MDuZVFJniZ7U6mHbVA
h8rTMs/tXivABKO034Loro5CSEEPCfxm3vnzE6X0XdhGpa48RZqZe31b1O+0Ptwytrg+ChQaxMlF
08YKDze7aZ5q+Jz4WnWGFyRJfS9J7VaH1dVR6PPmFqKB4oJdmRoREp2zzb5rLPT7E+7lupO2qCBX
NwP9W6L1hZR5TUbM57QwBxKnJ1ykFk/N46MpB5+yUvuUlNXjUARvs+rkpWHz/We8NYwfyYmBPw5f
KKm6b0WI1UnvhJVvFP0WG/yiaiFGIvGi5g2SdGHN0yKf3OuzpDxpI2acg2rfxWFxZ0UIgWj18lIv
5begDz7g9/BGBYnXObKadMKCD1DVFF/2t9CgzRqjS2L2B0IIwUHthxmOsVPcZWBMb41nmaSgV0Gu
Ib0AAD8fKu3YFsvCJol6R/Uwyrbd0tFAI8duK4+5th+5cCGC84wQkazuQRnAuaVcq2Lr6eBK6OTS
g0kX9eH2FXjttjWB4gQNDvhvTU2KJ7035qZWn5rAsnfY8PwKoEf4dphuFdnXhmp8JhhBANvUdaGU
ULQ4XzuaOdoq6MvlqdDSCP3SCe7RXKleVlrFYcTO4tgv0fTYD8qwr5Qu2IN3VndFF47AoNaWktLl
8kISJ45EjoNojCat81+TF9ps6Iu+PE1GOHtF5iC2vRTamwMbElE4WIKzQ/12rThN7acJkRlVnwqW
1Q+74Zsx1VvyBJdT4VpkPyK6QwHhQgWTkm8KiqvNT6FUSXslHPBBszt9Y6dcRBxIl8DFoNwtGs55
nM8XLAiiXomcyHqKa/P9bBuPA62cboR8F+Xnrc1yMSWDaguy1HRIwgmCknE+mDMhJzokrfGEpJbu
j7mO7U2ubUluXhuFtkpBMaS6wzc6HwXi75A402A8GY1Ru6Y6OHs97bf6o6+OAipL3yp0BBge56PY
dgMZhz6BJ9rcY5qGJQ2H+zD4ePsgXxlFaFOIRxJZAApm56NU0C70hSbRp1ArFx8jeGU3dNLk3x7l
4rqgJEcvDDK9gq99EUJPs9O1k5TYKGS13cc6o2oUa2n3E12UfuPoXBsKbScaNPk8gqJ5PiE7RtC5
4Yc85f1QuOWiDgdLp8gYO0nz1io0s4LQJBxQiYnIfs+HAhfNUJLKqTRKaeTjv4r2iIw+eZsvW7Sw
K58JwyPRFUp9nW23Giouyy6XWoqaoYzhax8o/aNid/NbX30xIbqHAMlJdKjUnk+oicD7Yi1mQo7+
Z4wt9L3WO8gO2NNb0UMh3AAzCQs5Yk0EDs4HKjp0XOIwD48aakM7u1J/lojSbWRUNOLx15xBemQC
IPHkbuB5lx1YckEspZq9/TQ2zVz6lWqHpxqfusnrqZXp0JzV0jrymNaZH83pGH6O53KyP1h4RKoP
IaWE8UsWy2mxm4sacTWT8LHyKDKqT1WTDsEXZRyrxY20jgJoqUiD4arJYGr3lSHZjYtRAK0qbme2
E4bJaA4XB4xP09bPnXnO3NKWQ8lX8ciZvNQkIt4HXdaarqImo74r5WnU9rkzdvXeUdoxP4S4I04P
/WCb9cGxgnwfIydmzS71k0l9nvNyGb9CdqPAataT/RCmkV7fIcLqRPejk5Z/Z5zBXwSwmrJfxsQO
3ztFpMd7ITDfd+6kL3LsjxV8ludpIm7/EKR6FB3mUWnAaKR4bt6ro21gdwAqi02sUmSTq7WB863M
ezY8Aaoj0/KPA4Qbl0X+0YwggHpTpaupWyIWXLznKZ+afa0ny7OctdafqTJmJb82qyJ/WiT9m60D
HuzsuVjUj+agGd1djCGu6tH6Jaku6hA14sZWUJnqzoTBUP3V5n36AaaIoiADQui1LzoDq9y8wUHr
mCjonD3MTTWOh6nFbmmfJrSF3wVkhwhAIIw2fBhjZfhTAuWFK8NbaGSeE0mB/gv4MZQ9c5my+W+M
2izVS7Ai6bxiyqvWy8wksJ4XQixnXw96NXhFPizDwVAKI7nrTGuiHT8v51F65Emkn1Fv9PBUskTx
D8cag3Qng5pF+9pOta+RUeiaR3NfVu2cMc2tD3I6Z3R7D0H0HI6Sk3mV2VYSsktyXfuDlYwyG6Mf
VH+coggvUXq39XdpOqTKQz4Gc0yiODvJqaNLeb7TmyJdXD6GRBm+tWrby2nwnz2K/Un09zKHne05
YZP/DMK2eDZDXMdcg1ir9apwTJ77WZvkT9nSa4+zPGU4H7PTFAc9MlNOvLkwpNLHTrVc7rtOzjts
CwBIPhiLniV+F+lSfFT0TEoOCblleIAlYka7RSptdTdHXQ8rQ3yGL3WltOoegEA1PDlJxmo/lUkl
H+CI9KqnpFZUuxS8nelAfSiZ3SjOlm+I+JmDsPzgPLl6HeiZH6Mz821QcCvyWzgRlUvT/qT6tlYr
hl9hCW/smq6VzV+KUueyF2mNmsLPcNRTrcmxeVLksi1Tl46s9mvKuVU800hDFfZYpnT7stXln7df
xsuLnesFphilZbrnLvDJvg5jwFWFSvpYPOP2Gr1IKG8+v3EQXnFAdAWAyaLstKbEUF/u4yFdiuMg
U0puWpTWLVUavdujXLy8JoiSUMWnVRmu6BqwUEZ5HDOpbI4hENa+c6r4zogl9XPTIel7e6iLVRPB
ChYWkJiEJsbamw/nESNS27Y5GlVn3kXDmHvaoGj+G0ehWEfxk55GUjfBoTx/pWj7DygHDN0xdQbb
8PNxlN8ZkzO90fabDiI6oUGp+UjQKoBMz8dRW22aK/q8EImklbFKoyF3ISgmL9QR9N0EG2cfmn0R
bkxPJE7nryP1LsR3oAsKK591t0UWR1PQjUTmtTUE95b1I1FGHMTClgbYtKAiH3Wmqza99OYeHfiB
tGJTvEaoGC2e1XxDGcmkpTLNp6JSpoMuLNPQHfp4++Ndzo6ojMT0NUQ3YAmeL2qjLVouFLueNDuQ
9qaka+8SanG+Udn6PkvVd1mMcIvTjtqbYxviQVJDVCcJEIhzzgfW+pqXReucp7Fm/UIYV+9aDNE2
Ys/LtArKOZkO2Q551YXTHzlIXY+m5Dw1fZB8cFIr2St6JX3pIsrWaAQsL7eX82I8ceJEvRfNA6Kp
dVW56CgBYwbfHGswgQe6Oxq6b8n4acPYYwLw1+3RLs83BD7wfG4RclOyn/M1rCUnkLMx6Y9OOc5o
85mlK4dyvbs9ymU9RSCd6M3SeSvET9YMXRoqrT7k2jrOUl6MriIVGGjVVUijeZAoau+mtmZHuzbN
+/wvxZmFjmsqBVDq0rFs3xdZWk77rKZx/DG1MqN3cXQPtqp4l9cqPxIYnZdRUK3WPZpKxV8cBc54
5PaViVqaxE8Ihd2on7Z8Y68MRYJHdYnon7Vfl13DkB0bTXJ/zI158NGlS19QzdTeVaXUb9Qmrw4F
wgxrkYohrf7nX1iK6tkZI70/NnE4WR4XHZCOEYY9saLc1OZ+41OLO+XssgNEEcU5YRRD8qGL3/Mb
2DdXWSerszUeO75ifqR1U8Iea8kMFCFtrN28tud/uy+MxlLdUhvk+sXW8eyF3VglFvLfShze4YhO
xWRUongLi7nIVPh5kLZ5B9iGwm72/OfZo9R18PKHoyUpsaeNCXErZbT3sepQcjJq2jMnaavCcOWU
AUjSBUTLOcCaKn7Ub2sSaah8zBRejzwQfeTieGOcAtZkY+0vP7U4y+wo0cZ4mZHPGbqbab5MR7Wn
JOxpUrkcsWF1Yr+fFz3cCA2ujPY/XS+WoBtfwIVzHi8K2NlypEFyvovjHhJrEMfv6QX6cXtPXX4z
0SkJzCqyZUSpVi+MU2Jsm8/BdOS2kj6g1Rga92Dmql/ktpbvkYOpZy9Lxyby3jwwxXZQZK6uVz3b
8++WWSGUE5iqR+CHygdSl9xIkUa/l53yqNR1djeKeP72oJcPADQzgi7AcvF6W6sr2VoQ5S6HcD4W
2ew8x8MSviskw0GuLx7et3mKovztAa98SMBJEnSuCHxe1+qpit63ZIYFA7L4j6GVoGmCJvhLEHTx
4fZQlweBBxuckg8J1u+s65RmESjaYuXzsZXt6J2apKgQ5vGWU8K1FSQioF8YNdNLqK3UtVAhO5uP
ehDNny0jbv1QMbKD3CeB36OQvUFqu7KA2EeiIaZyEtipq0CkW8wWGYlCPiqZY+LJWvW81JjZJc20
ZZxzZQEZCpkboacuKIPnOxIrnqGM21o+auEY7JA01+90LXkzIgqQw2kDqqRmyF25mpCWZ1lUIHh9
NMZOv09HZ34Ey9nSebgyFzT+wFu5iGEGrau7Y9G2lKcb5dhasCXSrJvoLJ1y//aWe3VCO3+QmAHo
LgKwXPwUD8+XbLTiULKtQD4O1Aw1P6g0yHMlwAsiguUk/5AmG0p7B+v4w9xEtbOH+t+GIahRJTl3
cyOrqacGzvR5tqZ5+a6ORWbtCtnqDQ970NE+NmohZ55sQjF8SIOm+WkFsdk9lHU82C/kopWMtlhM
pVIzoijZz9EgvdEenvSM6oWwaYZNx3KumRMd6mzZUNTKUc9j64l4Dl3/tIoFK1FRvtxe0CunSzQ7
coSFDfdF2D01OZdIIivHrJTp21YMWLEuvXXaCaC4aXdNlqjmRhB+uVV4Eyksg4YJD7p1ldTukC+b
pgLfGClVD6odw2Na9HZjq4htfb5TQLNpo2YZRbuuutr2qaoMRYpIw9Exy+FHZrTDno2rPRcLuNY8
NeYXHV/ve2WW9Q3u++UNQmYKkZREGx0K7pHzPdoHGpShiD2KiEb1Pmtm5XOfwvAfZ0DM25/vylIy
FHVgMAran9Z0Rh6cTmpLhgq0bHzU2CoPsdpbGzytyyebiABkgo5SLhB0wM4nZHVoVmMDrx0Bfhu/
MEZjn0+F/TipTfgxjc3sLwfv+P1bp4YiN6pqcFjp/IT6ez4oSstZUxaqdqQK43hmk8afbScy3hxQ
CyYUXwlJeMroa4e0uUr0ucQ66oipY/weZ16Ouj2aj2ZtbXF/L7cFsAukUy5Jgmr++XxC+WQ5lUQR
9OjI0Y9mcbp7ua/m/Ri1W/W8K7ckanQQpqlPIVfIhXk+VGQCMOu1Zhyhp6cSnsY0+CW7NEH46V7R
8Xv0Y32s6D7CVEl5MKNlaf3arMuj7NR2s1PjqZq/xPHkoFQ66KLCNelychdaQ3yq5zSc/bmR6r/w
fA7jDxY8kfBORWIj35mFHEe0KNkYPit9HjsunJU6oP0pa+etUEcs2PkJ54DTh4dGHHuABPt8luiz
F8Fol9qxaeO/y67WPEvv76uABiA1br/PQ3Q/pw2eZtJGCHt56mjioShHJR8lGxLI84HNrF1GUG/1
qDml+X7RJel7ZjTKxgF45eGt5kelnUcATRbGWcN1A4oszWI3xpGWKNsD/zeeMtvs/TDpug+K1bZH
GRXfw2z0pTfNY3XCdiD2S7Pb8om73LnCtpg3naCScqQi7offMh6SuD5GhsA+WthOuKCVktdMdQl6
v6S7t5560fknDiMPoFDbOh+qM8swD6ilHXXJjnca5hZURSiN3B7lyoSgFJMzAh1i2LHm3s5LWlWS
nRmERGDguRGHh0FdcMSO2Du3h7p8hixRxSdwFYjoRT0acbfU6avWOCqhJflz2HcvppIOXtjYIB+K
HdEROClz4k9aVm30f13uU8YGJOfiZrcCRZ0v5pjJVSyrjJ3EseMvOEiQ7Kjxxht0dTHxM6DxFkgc
rerzUawhw7GmHYxjvFT9IcS0931EIrbHjH4rF7g88UzIEkRwYdUAc+x8qLqRJixVZeM4Q8lEO5Q3
4tmJ8/ZLxLb1U03L/8qapP8agHGGbhiazpaC6bXJCoNedg1lh4v3Qo/1aGDvGMeKToePkxQNj2gt
hl/M3NjCKq+cf55cxPrYoDCxL7xKykZHqiJQzSOCPoN1FyyDZLlpbTp0R1pJYnmlE42fyzZucoLX
KRsOstPG9aPZKDhO1RCyio2M79r6EzDzipHBE6euNpSezhYKoI151MN2BlvMcsqu86eqrXd6aRpu
Gyg/WifcK2X2ZqFfuPL0TUIbUYChYOaff/oFy5NRONQcCZ1tb4jlAEZ62Bzipus3ZnntGwvdFd5Q
lp8ugPOhWgonwMORdRyKSXXhNGGa0plolKSB/nz7drikaTEthGvYUEQgoD2rsboRT/Y6HC32UzdI
Pq1v468kq1FpzKV8+TAq7Ty71tJnx3lM48mnyzZI913Z9c9tkpvTQUvVaAspEYOePzwipSfwAkUA
QlzzqIYi7Nq6jOzjKDf6Uznkw+MEm+zT7blfGYUcBwFH9FCFRdTqi5pxWNFD0jtHa+wnOCdFW34b
DHPeuICvfE3Rx0AjFFk2H2tFOzLLyOoXKbd5UfIU2tE8P4+GMu6VyNQ3ZiQCjtW6cQ2KJSNGRkh5
9U5aib5Y/SDbx8zuhpfBiIJ30Oso31qZ7Mp60H9+8woiZAMdmPYRqp366uYtpLJWwbTso2kFmVt1
GZ29drdliH5tAV8LGEJmk3d5tYD90GqhY6fOMc2LfhfYfe8ppZUjyCtv2Vtd2RKvHWuQgoS02Fpz
1TBCK7TqzDm2Uz37Y1dVHop3WzID10YRbgvw+Fg1tLDOz3fUNNPUg/4cjQ7vkw5xPT8B5rl788eh
0oTcteDIUodY3ZWTEhVUa9LwxKtoHIpy7F1ZC7aaW67MBTIVu4D9xv2xDs1M9ISR2UASqhq1zOtj
K71PuSG3MLGLKIZz+iryS9mY4GxtkGono2LlWOqe9NzuF3/m0lpelLQtwMW6SbLve97awk/QbFK9
ulVlmnfNDmZ3Ntl6+wEVc3V6xjQT8gXAQJN5BOe4bwuZCSlxDa65P2MZ0RW3xsPW8bF7cvjntC+k
uywArHq07bGE0CFbBXWV2DDylwYhk1PH3RJjuGt2suv0IzJcqCvM2Y8Sx87msbSQVHCVMMyeiz7t
509jgUZ+6qpmouseU9Dad1UTwAnSQilGYQE/T8dNVSP5Oab4iz7HidGVd41aqsZOR9lofDehaWW5
sgJS/OfYyPGCZpUym+8kPVasY+xkZX0fY6QQ0IYyoixVqLND0XRpl9nFDWOoXAmJ0rTxQ/iC+g+l
w4vn1xs3ngW1+BVg59K71NcaCAFQC5ntY08A4JtaHvpdjoz87VEu7joxCo09dMiJAGUdirWSpKi0
RNlHu+yTk4ldkZsPof4u06ZpF4xZ+/X2eBcbXWjuG9S+AVbo91lf445eOyV/qhyTPi73tYpkbdTo
xptnJfoNCTLBHYC2zdXVYNC0ISM8oR6b0Gr80kqqPR1p0jujmqR7Q623uo4vV5EcUnQ3w45WeHTF
ufs9s0pkqTebVjviv6Sf8L9zIjeCq/05DDQpdOUeQ+fb6yhmcPZGAYdBWhayBYKIuwan5tbpqlQb
COGaPLd8w6rqX/o4R9XBLLh+D7UhTcYe04XJ3IBaXuX+VkPTlgOjFV6zgNZXzxVsQuFJ5zjHvJ36
+amanOxnahXp18Ya03BvpWr/DbshKnlZOoUTCo8O6iq9E/S/qi5vpXsnwzrK1cxMcnz2pA1vUKP6
/BKZdqseSBibxY9j3aKJsp666k/NykOE5PpkNrwqbfp4V4L2NH4fG2X30QlM8+9AHawvNJdqgxvP
KBS6MkzE70NL6XZ/e+Ff38nV9CEtUfGiX0OIAqz2liIpc2/SRH9EAqRya+ptx8QZDd1NZsf4oQ3z
58Ie/Bld/Z9NObR/6o1Zbd3j648vADxiOvAeiN5EdufbrYkgdKGs4BylJI0PY9coDXVjNUy9uUvT
DRj04s2wiYTA7YQ8vOiEXn3uYNS6om1a5+iEUBlHkiaX7tVv5pTrbiHVh6JQP4Q2j8Dtdb64KMgM
6beGmwN7hUYwceR+O1KD1tCIAjx1VNW823ctvWZ5SNPIW0cBDoH/AB5Kcm9erGRj5bKRxslpjMv+
6yiVmYuasfr59igXoZfNKPRMKNAtmMka3jXqBVuvtEhO7SClBytX5PfFtKR7IK6t/OriJiJxZyCg
AiAD4LT1TeSMbY7MGsBL5uAmYU5/TmloeQEt+V0/RBu30OXE6HIV4BbvlIrowmq0MCqmMqyq8NSM
Q+WBIFBpzirtScn7N1sSAn/AzwYgZ1KgSur5fsinCZU8PCxOyVRS5KmbfD9kqMLc/lKXu45ZIKII
OAEaSdZ4PooEWFeqRc1L2ASZR9wR3ZdJ6Bxuj3Jl2UTGxBNFHRu4egU81pFVWukYpSxbqoV+VTrV
N3uhnddN2iKS/dujXTwVFE14aZmRhUYwFY3zORlBPJr5yOsuG+HiGjnKak4t/Wyq4Z2UDOUBRumW
7uKVCfISwjpHd0a8wKshe24kc0m79ATNvboPjI7S19xJGaerC4Y/b8/vyjdzRPWE5150Ir7y4H+7
KSJrCnU5rBCNKtvw0UGc+lOi5+Xu7aNQfFV55YXs03oVB3UGksrs/IRULNJabefsBmfe+lbX5iLK
r+hWcqzApM+/VRQmSoFwQX5SezvY059ifg8jI/n21rkgJqVDkxJC5EDBq1HMFlMMbQzykxlMKYYi
eKilHQKVt0e5fDgYxeCj0CyGnOX6xC6WvKhlWxSnMtOWQ05X186Z02WPolR3r0vq5Nboh7/r6tzc
osFcbnlN6BFwIZGRiIaO82UMRqWCPx3lp1KxhvFZbXIzeaI3Rp1ODalk8WlWq/6HWQVG8mah91dH
Bg0VFaqGIFyr8KCtslZJxrY8ZZE52l5ZORjRYbL79iNG9ZyiEKERXxCFovMpZvEcWIsdlqdgQK+F
boHcM3LEz5zMtN58KQrJBd4vXi50W9exppbkJQz0rjwV1dLvQUfMU5l05UZceYmTCmUHWqSQuiF6
gWdzPqO4TbRekrLyNCTpeGemerqPLCk4kIvFO3WsTD/PYQSDj9vehPHUbrBH/angztu4ni/fULr2
OerUtUUFY717ONsZOKVVniqsdg5jXZhuPkbFTpOawFdS6mi3D8rloWc8evaBDYHeL1jwZT0btREm
1Sko44RWrXrGU7jYClyvzYqklgdbSIJcFGILNdO5vvrqRHdP6C2ak3iFE9BTqgbVLl/k9u72rK6c
QdoEoXSTpkByXOdEpC5LMzdWdeKoaB7Pk7aLKW/vnQyWo70ALUARDr/fHvTKUhIfCMxT9D2B4p3v
Ie7tAJVFoU4UqI4XoIZpeCoRrL3xya4sJtAWEDZdXFg0rWnOCoztyZjl+lR2hfx3bBblc56axecW
h7+dWsVv5qbSKka7Fm8pjCaU8VZxia02Ize2XZ3g6GoPQlN7r0666SWa/vX2Cl7UBhiJewU8kuuL
iHUV7jdNDfEzZGbAMNquDbN68Mh26LSq1RQhkzjL5RdzpnPbGaLuvkmqcuMXXNk4oMk0rMFF4wZd
43ptr9bDsiTtiTuu1Hbc142605Sxzx+cUqnqe7QNpOeilI1yIxt47V8+y+0Ed4YKKY+HCAHXEupR
FCeQgnrjlNUYaVg8UEaFiirqB1X4gABoHd87Fcyo9xEK583flTUt1kEe86T9WFgLLXRuWpqL+bdi
tmX9Dot2Zz50k1q3oj9JLu5vf6r1JqQrg63ANxIEC5GinW/2foRvPSxKdhqsovWHJX0IpeBU6OEX
isdvzZTEYDBwwIpENnghtKoqZa9YS1KcorJVsHzNBkxY5bemL4yCdjOXlOAykSutptRmldrlRdec
sC80PcOQnANb7cVwqtKDKtFtvDnrzS6Gg7JHHk9mQZFOrPBvoWOlQ9207bk9xZVkHTqdNyZzBmVH
d9jgjfaUHdp5tHdNY4aeOtfRxi2yvq0Ynt48giTCI97xtepN1lVtR+DVnTQJ8xktU8K9ZNJmd3ub
XI7COX6VeuBW5Epe3R1mi/6vtoT9CZka+7Gm8S2/m/J63IqQX+siv58elV53BUQEUQQAc3MdJ5ht
JhVO348n4CFsdFQtmexD6yzyA4KzS7HP7CX5UzekWvkQNShOLD79S+jHQg3oEEuy5b6tQTBUenyz
Kow/JYMmLwd69JLJs4cRjZl5QG6GdlEnSdw+Ne3lEAa5+SO15PxTHIBNuHkTJVgt26HzdUYMlt4G
WXrRzNZM3hgUMVlgA/JeGFvCeHBVTtFS2hanuphOpSN9Uwc9OkRlYm6c8IseDTGKzS2IhgBDcczP
N6hWh6qdx9UMMjsoyq6ZjE53a1hvs79IBbJPzjSBiklT5yDXG05hcco0Tv8hMUK73WN0naDI0gAm
uhPiNpJPpUkb35gaCfMFdjLHlsouKMoq26tqewT0W6rT4NgE27liPUl5T+X+dR//r5/T/w5/lWQB
sO2L9r//i3//WVYzrQ9Rt/rX/z5Wv4qPXfPrV/f4vfov8b/+v//0/H/878cYeK0t/+7W/9XZ/8Tf
/+/x/e/d97N/2RVd3M0f+l/N/Pyr7bPudQB+qfgv/3//8B+/Xv+WT3P1619//Cx7ri7+tpAO4D/+
/Uf3f/3rD3Ek/9fvf/2//+zpe87/dmC6P3+t//tf39vuX3+ozj8BlgAsuP3BA8ES/vjH+Ev8ieL8
E/yHiiLUfBIhkNo//lGUdBv+6w9d+SeJn3DVQoIWoSPRcteWvfgjTf8n2CI3KUEZVWNa7v/4v7/r
7AP954P9o0COuYyLrmVMcQj+cyOIhBxONMI8vKVQLS6S5jEb4kJCJdoNyrl8CCZB45Tr6E5CmG+n
Lsik6dY4fKhCTTp0fR/fAb8Yd78t1r9/1O8/Quy+9W8QtHZkIsktiGzOj9BkxqOWN3Xo0Sas3JWL
jKOmIjXvqlnfigrPb9r/mS74A9k7BWoO6+pOmBApMAbZkVzCXsvnTrNGt8DsefPuuVhXIY8i1JH5
WJDn1o48aRfYoy0zJ4pQxq7HLu8OpZ86PmTdYD6NVp7orhHUiebWcM46T55zU7qvrX7+aRhz8tjM
o/EpwJ11po7XVLWHLbXzKZ2VSbkbBxwzvXrstMUNSyVqXSAbGvNNa0jp3JZqx3TnUYtBF1Oz+nOK
KaqVlVXEuylTtHZHG9X4l1WY1q5FFbhwyeba0otsVCBddSZq3i12H8BRDs3qHRxpHXFyKU8Cr6cb
M9o18lLpD1aM2MCb3kG+DoUGcmVaoCBxCc7YaiNoahZYkhzirDX9RCQg3AfAsRsRxSqEFJELDV2i
MACuDFS0LnDVdT+qsZSGnhW2yh3MiPEdXTK6N3NYXhxgbXT3jblzbalM7pxQUY4j0uoe5B/VTZEw
9XMCBa+zK7RVBzbTxrN1HjOKn0e8wXUt2GS81GsomobvLssqft7Sqki7t2Yqu5UkD/u6Rtk1yhLp
0+3j90oD//38MSI3FAEIklrohazrJVM+oaoRwBpVyyF+UQi4Ei+Sl/wuLLP6Z5jqaEgU+pB/Meoq
LdyuqOxvyAOZ8U5Bn2rwrNGIHtTOobyLLKBpeFmjS4mXZNX83Q4W9AgrNZ1TV25bOq3liufo7WuG
hxO/nMxIJU7kuvw9SuyXIunoH2fjyPnL0mTdIdZD+rc6/REvib9ur9f6umK5yKZMkD3AK8gNImT9
LSRF+L5AQxQnADqDg8cAovEhp+kIkn2gbVR2XhG41aehARGlICATwpg1tyEqglRCYSpwC4hY5S7P
KifeDxzwnZEq0nxX22bQuwECHImL8FP4azEa5zSh7Wl5Oe3LhitnpIr7yUTd5l6JovSldSbrZCYo
9uP5UmuqK3dDaviynmmRj1Rc9pTDB/nV9UZdUBlUmnvdQpbRG+NhOJVG1ejuoE1RthtUtZM8+srk
2RvzoZbcMizUU6ebgXPkD80P4zIbPybDRkRD76TqoSwgM7s5Vg4mqiPlknhhHMlP5BRzdAdPAf3V
25/qlRK5Xj/xjr5mzNhqr3Ll1HZqdTEbvlVUBjXGUFVOsqgiS+HaKCS9FGXWfA1zokd3aTvzsAxK
Fe1qYvRj48zJX1MGy9KNe6350ZRO8LXFt/Vk1ol5ssxBL1wjGVN130Sd87kp47Rz6S1KNxCTV2rJ
ehLciq/lgVcxn/MN12VouWS4kXllUSb5HhfU4Z0mBaUfwkL05CKyMldUvg+dUaMroSuTmxlSs2vM
OvAQT0oE22MwH6AWlV+quDW8UeLp8fMuVd7WO/96e1GD/M9vXYXDgd2Qd4jLNUm10VcSajQG6fju
9ne9CFvEJQ6EhJgm5SZkbVfftW3mYYhIQbwuj+YftanFvhFV85NuROFLGfZZ4fVc0zyD2VR7kiZN
sU+S0J9u/w6RmJ1/GX4GsT83NT+FGsf5l6niyQyDugw9pQpIibpifJawNHqBi1I9U0DK3UoLYYQU
ttlsDH35TBD8AZ7zilE0wgj6fGirDgyp14lkpAjIN2qT+r1R1pWrzwV3tFwoW8J91wYETbO5+kSh
2Vot+bQUA9leK9LsqMM6Ds5xZ9aUtSfQhqmz8o1naR2qiU9MAR9NQq5aGhJX12zHron6uQu9EYDL
r2gy8lpKghsvx9VRDHpfDFO0eq+LRqgPQZIamVXUOPpdO8qNuPO2/AOujgLYacJOg7q9jgZHu7Bs
NMZCzwE69gwprX1JZqjbu/HaKKhVEMSDlwgZ5vMtkQfc0IMeh15aS4uv10uwM2io3Dh7V0dBiZwL
XNSx1ytmhDlqfSO3kYWN0eAanUY/b9dPz7cnc3m04OkKwo7Q56WIsvr8sjrFhpnzYcZ0HPelNmn7
iv/0kCbYhnGc5s9OokOQTIsti7AVVVjcYSD8nGio7+jX0/Ryvo4VwlZ1E3CHzTV/OcbQ5aeuhqaS
RXOxKxdn9sq0W7yl64t9r/9sM+cTcVDgBUG8hXdexhqCJYVijcgcYcOvDp0xqW0cAfeKxa6+h3Vp
uTNSBHdIa08bzYKv4M/5ZQYIhdAEqr6gQ7jZnE8bmvD/oey8muNksjD8i6gih1tgZjRKthUsyzeU
5UBsaGhCw6/fZ3y1Gqms+qq29ma9Ygjdfc5506BNV2RxV27RV6Z7IUHLUZF5Mc0DND6fvKBgXy6m
eekhEgtII6qya+F0mUOrMBVf5bgE2SfBX7nTZI/pmPLbM/ZiKmr0EMO0sR9v5YjnsaOqNnbnFbd+
w6ozFatJk/FpDeY8JlEPDH5wmSd9BDq+fZq4+yEEBu3kyEDc+voO9SCLZQV2iPOZerrNHSsx8nG6
2LD5/WAtvt0tTw6nJ5uVk7EgriSvL0Wb0GgXt8/YENL8vXTreE2UdU3LGf3p+nb8oNB5e2e47rkg
uDQNnETnmGbkAbxtC5db1y2MIdnC8x7HyooNBY73wZ55hgOeFgg3daKu4KiELdC5HkzMQYYdOMBs
Yw9bfOKKXo6hkpebbLJ9trXmfmmc4KtoQvtuUtFwxGnfTGvLq4//dZOAi0s4ECJefLzfhNo4c4h0
q+eTDeZVPtn5og6lHsKOgVrvTPHkZNuxaUxvZ5XC+6A2f/vIT7s5sCA7Os3qOSe8Xl2LbEgeOTQ/
N6k2GnpF9vpJIPLRAz/fck/LEWUaikawD8TyZxvSlAmsUI1qSkQ1/bRa10izwM7/4ycEbHzKPue9
IguDj3J2EaBWafXT3JM3t9W3+VbN+1UXxjXAdffBpf72Y/+/1fC2YFpxFf+vyOg8a72qvc4WnSkT
uYm5iI0gyg5r5jCGmletl9h3as+52EztbUeg+SjjVbbGmupZ45OWVyFZuY3oQ/TjtYqsRA5tf92P
dSTjYtFz8IXdxpsQ0OKfkoytUT7BfCL5ZBu2pfucT30t900nELD/+3t8+6K4L0ApMDHSJnCofL3q
ITvLXGyGTAwlxgttQJ/sZuuj0Jn3Hh+U0lOsLgPE0/by+jJrwfAGC4Ax8dq5f9ZNwbCdeRMRpdr3
lk9z5YkwMaN5uh9V2ymaR4OtoGgK9c1pxLgk6wABs26mElm9V+0UEEwiF1eGUIs7Y0iMohwp3GGU
rZ/klA1OvDhOO8YBgpUimbYq+6i6fFPRn5j78EGYybA1c5yc3VO0lOPWV9UAx7x6sCIx/MDmwKec
LYNLV7kcvNqz77QU5QNBXP21byOT/q9vj4V2ihCGIHwyAz7bsydB7lGTOTJZsrnZlxmou1VuH9ma
vf1GCMagamdOgWs+yRKvXx50dPwDu3ZMrL5wiHGyveOczebu3/fyZo9mjArrD64cABqRH+e5MfUG
6WS29JBQQixPfSCiP4gWmouyz8KHCXfbdLBVp3dRGRUvmaD3R60c9JD7t0l+sCz+6h9fr/fTKchp
AdkAvOQc4CosEQFMejpx7Ls6i5Nxi+c8oYb8SIP0zmfEBsapBOR/ipQ5d8eQazCL3GgYSkWdNyEZ
9jYRQ7hmqKiGE8dnKWaoykPgtutO2pNfpf4kAvuzOeX2w7/fwZs3TYWBgxeluIfJK9/06zeNjZyQ
VamaZByz8trn1E+Z0877f1/lzYyDrgJ9y8k1gIE2Y7yzJnSlgO0C8IwkrO02llgc7RmoDL88YdsJ
07foptVtkGwDIRqZ7PybXi9LGQtbuHXMsAD3OT3naa0tcszMMQiTLTO2q6KNisumCdRB6dC7d/11
2eUOIbb//vmndf3q0zj9eg+Qg7LllD4UvH5IZWcTLW0SQ+65K66ysjBjJ+uKRHnqoynh28+QURqj
VZoKiheIiGc9s1ZFlq3460I4ydolyTzAjyRXC+p7Py+nPyrwlD5wDjUyLc3SvgIJsRieUeZBaMKA
86sHJcPhxDemD6qJd74VJqbe6ffBDWbW9/ox2NVmdVlV1kmk2upKi0XfZB8aQtM3nD/tk7k1gxPI
i9Sk7AuvL0MgsDXmuWj4LioFwJNtGKa2ZCJZe90sXrmjuwi/IPevhtjlSHmuxnbEb7QOjGdRrubj
OHX2k9v61b2o12Gno7Z5xAJ1a9LImJYn4vH0A5fPHjLPFXXq4MlxYxMl3sXU3T4ZqK5jPLiZMrCb
VdjIxosw/A7NvVOFl96ivRsAcud7XVrGH+EMTZ/Mtjc1uyjMsq8j7seIimQbHJU1Rj+psUPJkeVq
Z1eEmxvGuegcJ0HcEZBGSVUFKBKJ6oWWILzMwE7WeLU7i3qRAdnv0u6X+60aXfxvzXyzYwDsTsZO
qcdvS0Re4r4NivZ776llZmxNYHc8YYK7xbY/BPPeghX2E/eKBt/aMCyntGLS6O9bWEcABV1EbC1p
7drkU+bMxfLCbMpjKFbvu1fgRMrIrmi/ugAcRTzkvjlfRoT79fFsn1ZnNY+ZPNhzEVYXVR+Zbazn
eogSYTNLSDPG0o8QN1fjUFaVvJucbnjMppywrg34bohpVSk7umyqb2tdjl8djhiZzqGqf0t7Gb+H
xVpdk0lTLEluEl+f+mJrf5rab3dEN4n16OagvxwGna/SoeqHq8hpI530XWf8Jj+kx6a1bLevBkZf
duzMuWEflUf0U4oz50wir2rCEnC724y4d5fgBQs7/WVdsuiLF0wLYbWrZc8Mj6fpx2jx/WBPXWHS
7IxD80N4rVzjqtq2G4i2ajvMkzneMmxqvxXYZn6Hy+WwbldEFYmcgPT2J3SeWYBvdKh6RqTje3to
q18ng/3dGDiZuOkGEelUaxtbBzPKsOVdJyFuI9GrcEdAAgWG2XTTcDtNjljThshHyqA1q1qUO6Mm
KCrs+zEZMsX9mv4WWTubWCIz7ZyoblOhpuB3t3lYFLmdjd1r19aDjjN/8v0kcxnQf2rapQo4ipTl
Xswh5uyxXo26jL1+qEeMips17WssoWO1QImI7TCjKJs2tx1Smxu+FToaTk+w3XbdaI1mSgTKhkJu
LZc6dXGFujI6xFt7xLeB3muRjQ+yNGZQHVEV37pBjkGybNv8XeAvHSZ+oPtiPyFovVkymqvrbKuK
x9kei+HrNJurQfknl2oX1RidJb2o8XZyihBhahPICtTUqyI/KWpsJ5NZIzW8YhYuH8sSgCmxZtth
YW62/NIEBf09Zdz6W89hcFVLZTeHoF3mB2Sug0oQhHoTP0e0z+NsFXk86oC8sDCUNX9HGEer9ILn
Ji+mb1qGjo5PZZoJ2lFhX+pbI8ltwRbVD5O5+rhMr/5oo9AN2+t5kVFxaGrK1aSsXI37veuuUzIq
01appSf93HnFSfVN0vRnIkNMGZvBMLmXUja2eWmb1MpXRDB74LLV5OyxXneqGBvr9q7k9XRH6CzY
e7GMI+cqaqOgS4jMmKnFB4RZaQ8D/TAa9bzFQjdy2Ssft2iEEc48pMAM3c3aaBAUvVR4YxhqElZa
Vhmm0lZuBfuiksuawH0qfum83/JdG2YK9lEfXPptZFzbDhPFZDUy+UJvFHBVZrefm3yWUQoqRCWN
FZL9My8QziaONIwwLVrAe/bP0y5bndKzc69wkl7PUCKxPsCP0MjbKttPYVDIo4kSwIrHcBbywjRF
+TiOtluQsSOAgILMqZ2EfXypYyca+yaeI72BOwvoh/Fa0PylxBa2/R53K+xRM7t3wJ/lpH6VkZl3
iW0vDlmNAkHphe5rzFOx0Wnvgq1ffzdtUDb7YBydb+64Fn0y5Q4nyKIISUiUtiOB6BWLp6YbCFoW
Yu1MtscAC5Nxw0gas7ra3T5DvilepqAJibmMOPkuxtBUc+KNCxhQGdF6xhUNdUYEuNmltTmHpJNP
5fZn6/zlXtsGjaide3lEGB0IlrVuaW6EiDGm/n4jgGhf9NZNV/JE12y+CgbF2EGYrNNyZwT5iyGD
F+EZhzYHUaoynQqWe2z4eicxRBT19NCWwWc9tg/hzDcDhhnjgF328rlx6yMN5m6p699mWe0pqY/e
bCaMYj51nn+b+SbQZtSk2M6ngm859Lop9nV0CAr/vurFk+KEd6W6Wq2suu+q8nZZ5yus2l6qwIq9
obvZrOdueqhzsQudn9Y4xlCCji5/Qa3lvhkLgsWdPcdrsA/KsMbEaLB4qv4AK3nw2GK5jZh4dOd7
XnB8tZLRtsQcazIaU2D2WEx3WRv4RUzZpy8AI64YtfJvnT7GgsPKSRg3xec8C3Rq9v2B7PGHaRZ7
M2dhTKK7QdbKtlvwloLgi6ubIxJePOK1gHk0PFF0PCijZgA5Fst3sw2GC3MNDt26ffcLb9er6Ca3
vSve/51ji0cc4DH6nlcUFPZdKPMvlR8cvfoxzG8cTyBSpCeElVbmV3xl404uf+o+vwxokzIRzcCV
46Ml8xu3sGVc6WU7kDJ8VBqOe14u90JZh2U2COR1g+NgOo+Zqn5YQ5v0o+2lZIIf2sXeZwBQcde0
e/Ccb9qwP1sFY7oC+MbszHu7HNMoytpEhh4DbtzPuU0/Njb7MHbFvVNMcVGFTmrMZMuKYtv1RpPz
Mz5jhvJttpYno//mLFaSG9XPamx+qQzkSauWVa6v86rGtr+gKMJWttFT0hjWscot53tY8uL1inDT
WPQlMvo0z9arZdNJsRHWbJu/Oj6gXd9sv0rn+wKOv3jrpyX3nhrWUzz5ZYrJ/kUOUny34AoxM/vC
Voi1vuzMsPvlWvXFqudbpgYHr4cc6OTVAqNweLbxUkvBSyEQDxedx1dRkWZgbtMLC/9TF67NES+i
bjcFbHF9p++mYenjzBl/1hNpEHGJrHKMLTFQKemAaMWuvQG0Nq8HMwv2HMzhU8Gn4x7NxbvBDvIC
BumFmWnnIpTDdT0DQgfhde+5COM7lE+NY9z62GpyYDvArKW+yChmDoWqf7UVqU6bGH5XtnhYQus5
GAqdKPVjnn1DxkrKwDwuuaat9UbXzJK267LrWnj6q986EA9hkPwSdkMaE3KGFW8CapA8FqqCQQCf
NPoSkS+CNJ+enEKSKitKR7X2d+Ri9NFRjYXdJSZa6SAplG2pxIdUV8aFwh8cZcC4fas2YWXJWqwl
IcCZjFRCfER9GxDGbu3WnuFX45zOFmXn5My0JIH9jpbMD1On6pY5iYbOJPcjd0E0pGGlrrLKT1nk
lW4iWBUUVHByyHQJTzSliN3gRYN5v5hm17vx6KjN3YViXpnkdxVM0U5ai47XFsfXZLGdfqa9EP0l
XWq27kxcWq2YCfHCHhnWnRNz19YPYbrtlx6vwjvXX+ZqX+cFyMDYVsOSWE2d4UCDEViY9kMY/iqw
/Ps+unPGt+t0/RfM4ckD6ps6LJMhrBe2r9EA4pbOGsYzo6PLsdW94uvZ2iaVKzE4SV2MQxWXwZZ1
FMl11yeqaTJanqHvRaI5XO7Cqos3zsEiMY1I7ba6XKy4rR1DplPvz9CDlol8KMvVlCGetoafUrma
fyJC/y6COyFimBD+GA8cJzqWa1c3jKmlte6LhVlbLGAo/VkzF3f5xR5mL84RW7lQfaJgSp3FYS5n
BISb8BRrQaIEc7H5qofg7cSrNTt3Dskv3W3PBlsnJjVasAO3yq+IESqt1DFRmcYzRPk/Vdvz+rp+
yp/cmblJ7AVN8WJFhiXxCR+Hr8Zozdfdqgiwgxu1gk9mU89tb8ocY2Wr6iYIBUe7X4043KFVJYIY
yeXWJQvx0X0ig17w7UC7/7yBcva7UlvbY1NBmkqZXWRfg161L55R2oSseq31w86KU97qZEqMN6fx
pl4dSxwJKBGUZUwYvKTsT8gfZqpRtafYnHNsQQnRSMMpJ8XaVT28BZzczGvkLWN4wWypHhKMMcq7
erHEldE33VNQy/mWeQM3vxojTxmg0jhNg5cljFVnhg1EEONEpNvArryuDagz6sz+zuZ9UqZYGyd7
OM2Ub/kWMlDtarNr4z6T+bESc/kt160zp0ZVBnMSCh+6nbad6cV0kXyZQ+WwsN1GYoRTia9L3XRV
XGHgtdJw9R4MjYzVGDeE8n6rIsg88baGok2aVi5H5VjNqUIyxVU5+qWJsp4IoRQpXPnFyNUUpfj0
AuyW/lR9yvwl2rCAXX3nwtuG+XZwRJjHy9AuL/QZJXwXZxvHvZzr7sYK+oLgQmEUL5L/wze/RrrP
GRzafYphQDglUnQhNYQyuhjz+Wj8bGVN+2OLGsyw5smwf3R+1t1Ahpgs9CVG0MUGhfdPg8L5S2mJ
jc4A+XR4EMqtGvqlkBEkhgBySrPKLniiC63YftzQKsSDazbO3uggxcYR1Bu1k9vseRe5hOL4GZxz
kGmwbNNPpi7miMm5E937+dJ+5s/Oz43V0c/XUJbui4gyNx3pJhEuqX78Y/Vtdtd3lXoeB9/Kdyuh
4DioMDmgCZJuAfedXnS+qZaxuBhI42n2ubnmcjd0LhWtn9XAElFUMvsgaHSV6VK6ho7xdRyrHeq4
8snKi+Ypi6DIxm6g+d9WjA+AvHzxaUBGu7D6MSeKDZnLPm6ZFwSxFOitYmcUy3U5GEW9m1cg32Qe
6dsTh/TtPJ0pA45hTlNDKyFbeFP9Zv5aArMM0tkzh6dOuh2J71GD5YvvT8XlVmOqmWhjQUEVVHwA
cW5obaW1LfyDCLyrirjFZB7mqoDC1RpXJl0qGI8X3jTmVE4sXGv6Sexu28YtgHwT8wmqUySEV8XN
ZEx53LOTysR07L//mvSXdmlpAcJ2yahsaz19paI11M5yM6oskp41p0rhFZ/Xtc0fctNXj52SBQdY
LkiOYmzBN9FXIwd3pBl6pJjTBMQ0YEPnJIuloyPfXK1jX2jpxSiwVxV3nldYB49MqktrhD2aahVY
S1L5RajSZYvyz0Wwdiqxq9UARRrrNYrV7NGLqKibwxjvyPEKXgTyxEbQjKSymIMb062MfEfWTvCM
hrDNYmij5g887zZ7P8vBfMYzZPttr7N8yfLMVcdN98HNuPhFEDtLnn1ZizKyD806jPcGlUSfNKrk
EyMRQjbEDgV5f6CJPo25HLP6bZHLy8dQ9CWeS4oRVEz2w/TSsHFVKJk6kpFc3WM8r/JJmdQT03hw
mnkwk0Vtk9rhSbmtO38Skkmu4WcFh1dbfWEc4JqXK0fXwFLON3Xog3pLa+Xmn0aLkdgOBx+KmyKf
HWMHBb7BIAJJwJR2U55/9gbJx+Arhp1xHZGvllTrNtnxhOSli4vBar4J2IC/LNQffMTGZFMzO5IT
3AAv0PZWbgd387vvRFsL1GB6Fgn5UFt/MZEL+xM4wL9xdD3edsrnmyKBS/pMG4flR7jU/c1MBjr1
kBn+JQzgHXbx7wHze5NV2Bz4EZxwAQCe1yNPa47AglsaR7rCEptl7qEWXfEBEo3G6ny06kNYhu6N
9SzSNICd19dx2YxHiBMi8cdW/CoqK7qqujaiS+gNz01z8tsMKBN6sGPV1uavIcpddS1kmBNTxmSi
OMVL6HUnDBk++VbVaprsQVH/ioDuODS7zGALWQn/KFD4tkwZmuJnQKIUdoBl68pdhwOUf3Q09KDY
W/v62SkajAzdsl71TY20M0yY3rpU26UcCGDPxpBrRJUZpFMtCXGsMXO5Kcagd3dzvQT31rQB9wEK
+4Kf2NrmFbYqp73KYaOIR9ukXCSPLf86ERv7Z1syequqcJ8wRirnGG9m9Ue1m3oRXGS6AIrROm1r
aPCJQO/9G6K/VcUYsuo+ddkPo6d5GDuwdHv0giTCpspOdTtlPaPSpXwesX145iAcP9ccVGtK9EDz
VEwj9flKGBe0Eqo/e98poMTrzVmp8OzcheZqIWIv0qz1xihp0Nh+G8oa8kI3eEFFmcPue7HQaBiw
u4vJSMoN9buSIcmCwdDd5SsciJ202u1ZV3DDYmPcWmtvrgu1sR1guguNfi7pndhY4jVkFBqT6dY/
4RCzPNpuNxvMBEmfjfvZt/o0YLQ9xwvoVB7jdB+2cWOohtfRlkT9Nm2Zkea3abykWKhVQgxbe19T
GlECUq9ec3fVn1LOlITjKmZjpya3/GPgX3SEhDVQNue6eKhyZ7Piegnzq3JuFK7mA5O1IXPpvceo
d4d4aoPmxVLBlpSjNz/8e839zXt+jeoQTIVlFdE1jPUBOl8vhq4mwK9ySoBwPWYeMmYve0L5y6Td
ntsNQUTtWFNCor1Wn61tKnVseeC7cdMbcIWCWhvs03Lub+2NeVY8QCv/ZK+h/zCrShmcz2KbYiaE
+ddtNv2PksL+InOvfj7kuRMJHzE98g1yWV7//ILQiJKnPyYi0LQFebjw+EeCz+5dwIbnYFHzpyHU
6k4Gpb6lRdSPUvvOchhkJEEo4KqU6AfgkDHHNZcLNYdSHuZGmn9Qzg432ZY1/r5u0FjvB0Lov2fD
TPJZ0djlGkeG5zH6xKDrkR1tpimUmbwlX6iN4nnos5uysMYnhgl5GVMHNgoIS+ubrR7cMCn1ihIS
wKJ5rhRAxtHTphZJ1vbzi8DD/2fT6ZJhFusI2GGO2scmZ37NKUEl9++P4J2NFzwfNjA0Bbj550IG
eosWJyboXq4R9b9xsIteCml9pJ18C3RTFUCORymFazrxC2d4urD6xeKr6ZJcM+PdWysLSFfh9MeT
ddccyz5iYn+q3aM9ofFsliGDvmnnWplxJZcTJvXv236jL4H+cbrfEFoSfALe7+uPxzYc/NJaJZOh
yuXNCueOcl25T60GLrCLxrqSVeR8clpARZDndmc04sGeNMNcRhiXvRt5BCEq5nEune+/f9xbtPX0
2/hZCG0Q1J7jf7rtwlYws0hWr7Riux2Kvddld21YfeTf+9c94NUa4jGcMEYYvDBi4Iy9fgww3ip7
yHJJjbeMDX4sQ/CH8E/aS9FVUADnLvVOXTiazHHv8yEl41TnzxsWMnGuQPjjORjNa5U7627SdXsZ
jiagRMVkuBvs7PHfD+a9HQv1Jn4/sFr4Vs/5EhrCUcNB0SWGW4iLsuphuwSR2utB2cepLIY9h2mZ
VlSFlz4/fkfHN13ijvsUiTxKa3rMO3CEnOmTY96EKredeDvhT50Mw7jRVp/8+xe/gXJ5vlh+nDSn
0BmxiXn9fOXSWMuIjQkcqi7Yd2WeJ3nU8WZtH5mjWe7+fbn31tnJ2onGgMVGss/Z+5xMg9mbpbvE
97L5tqKWxuTN7XeL8IYjpDtv30+bebcENl6iZdClTjAPBzZO8R+Z76wvIGw2ZrJzYVacf8OmteLw
D7SUeNY0/jYqlaFXW9q9z0j8SFyC/wFb7Z01Azccjh+zWe7+3IFMZ6ZXDCvjjmga2k++q9pvwp+D
68Wtqw84uO9dCmY1CxQ3l5Mf9et3GhoFY8AFHAnUiZzc0jbHpM4oDuO2JMr132/07f7M/AlHU/JI
EBjxUl9frGYeaOY9C9TECTYmgwDhlke00L+v8s4tsRfik8nXehIgnxEbDFmWDOuIJcabwEttrY3b
srXaayKi/a//vtTbFUFSMxMfiCToY9GgvL6hfs4Gaw03kcilni/wg9+OhoW7Ve8AwteO/Chn/b3r
nXY21KSodN9cr8q6TBL3I8i7Xr3DMuUTzqP+sDMjTJCJ+cIF+d83eHojr7dUnJ4g3546GSgz5wT/
ebSWwFKcqA1iBbpeO7uv7LA/RQsHh1rVjJGnfLxfcSUHJ2jr5gOSyjs3DP0DF1y2AEIZ7LPPU2at
dOkJRCLK1rslBS5PW7sfLnPHBDtwKHT/fb9vmPgYxFB9YWNJXc0tB2cXXPLOLEKXTc1KjbvtwvvW
7MUhu9j+NJfLCNb4wfN95xDgetwbWkKcXDANeP0FdVU7T/bUyiT9frz7fXc8HuJdcrHE6Zcl/mCp
/+07z17m/1/rXIq85nRk5ulaV/uHPRc6HA5/7q++fHCZt4v81R2dGz2DLgminLmKVk+6AzeIPiLV
/z3I394IOnZIXFCwz4vlbjFzRa8ik36nHvU1BhGf5wvvqtnrBB5EolJCkdPuCEKdp9tnYx89//sr
ebvDnDijmGzBSkc665wV68wUBpTLOBK7TNBinc3hMbJLuR/IvfzPT5NLRcjO+EDgrfln34fMJhym
+rFEGWLnT4pTkuMv+q9kfrZl88QhPoWVoWg615/YvQBcxH2B5qlsHvq89e5WtwKIq4uPqMRv+ZIn
gQuWg1wFe03vPDd18xftYm5FDvrqT5camkcyzMzhe7gTDZiJmX9vBNl9FWqHfYW745SWtvQ/yM94
7xXiRYgTHFnGJx+z1+sO3IldlhfJpNgad6Bky9Gt2q/RUJgfHOZv1wNnOeI11LunrNLzwxw5VNX5
JX1/ZZTLEQrudpR6cz7auE4b0+s1gfMIPSQX++uQdHbqwVAJ8btVdULnPk+HYMvdEysiGiGhOMa0
64zIeujGOrdgbQrzuZRmeC+ELO6L3LWvASo2aKNeoKDYNCdGhQcgNMYyW6J93vXjR13UO4+FGSEN
AXJ4JI3nj0VV4D4QaE5DMsVA9CSaDDrZf/Dw33sqABVIJuk/0DGcvebJjBQW3jbq8m0W15nfBl8K
Z1Y7evDqcSDJzAGj1+qDj+u9e/NJHGNfx0CIhuz1x2VtblTB0qpI8YBIEfWBTKUjxQf39t5KslEz
nDypuBZe3a8vU1oQvADg6qRq3cqmG60xxcndvmJQIUidpzDH3nCXOblAL9VtsJDDqpmvIrma6oOD
7J31ZDvEizJ8wcybM/v1bzHKWll/2c6UjVUa2vBKIViuB1zKivTfu+87T5e8yL+mQmTu4HL1+lK9
tstIlAVqAU+rHaw+e+eTH/LBDb1zyPAKT6oKnLS4r/Mpbh7NAiInTC6x9kOqDL/+sTIKG2Kir8wj
Q/hyNxKFu9NGppO2L4d0RhmEBANbKsDB4KoKlb4ZoacnEvoUZvUqN68Rx8OKHCKJcfswXjKel2lP
2EMqZkCSfz+od94JnSUHB+NCCoxzQaMDl5SoAjy3bRUE+5Zcpxju0xV43n8nwcM5t5lb0RjSJrHQ
Xr8TVLpEYoz49WtcpSQScKhXCJTlJ4M28Us1u/nR3orhSz1s/hHKPkgivlC3/75f+50vA+Y7Fr2n
TR3fxLMFIX0NpyZkrKzH2lfxCnP2xutWl/FUpmRqhMWfQRcOzLPaPBj2Un5hD3J/6VDXJ16JxX/1
Uao6gfq3a9zjsCH/JKaHEPhsxmw/hvWhZ8RDgMdV05S72Twx+ERffdWr9VGS1Tt71189AepadDf4
c7x+ppnV05Ba+PC6nbN+BckI7+kV59hhdrKzzCV6xAKh+OAZvvPNIIE1ERJiYMd/zjqahgwg8hg4
nbHfgJkxWdW1mnqocmFhflDbYxPKHZydWXhcMrfCmBpc/HyQBriMI3pRGbHGgoqZuzUbS1wUjKnn
qoFQZs4dmLlChYidAoG6D2W9RTszd/ovbYGJGNywdI0m43ogRo2FWgozS1trqx42H+kJcFYDb3OS
XT3t+orgggPKX8tNzKxzvMscY5gfdt1ZP6S/OS+k0VpiZ5CGfTtDZjcAAjwftTH5tNCkBiVw97Aw
GIwJuBSPaykE9Z/sHD8OHNv4PBbWUiXWFDW3SFr9b0bdBlddLT0I0pmpb+t+Y2I4h711Cws8H1N3
to0iCcZe/p78qSMqTNgdPOo1UAMEXkMS+zJV/sM0etbTnGv5zWHI2uMeG8j1zgjCNtvb7PtTGoje
uBwJ/QtP+tfqMoqKFRAGSPeuMXPfjRHtOxkcnWXABo3EHO9Th5Mq68AdsW+fvRwqCRPoS/A3UNY+
X/ubgi66T+HayCxd11CxmsJlidD+m/zqU6sZMtJ1jGAvMgF7LxJwoxKk/JDziAth3ufZeUU0DuTu
DGOQoPwU5oTAxGpVhogjtay3k7/Wzn41ZjjoTe33ZRw1efV1yAQphMDOww+/E/hmDJxx1S5o0IjF
ftPyVyOs0u2U4m64hhIVGmmzDWYRi6wdZTIZo13ujcYFsODrkvCbXTljF6fHbTxsQw51EA771qUW
cpnLJRLZmkoZzo+4sECnMhiW9OmiK3lsvCwQ10LPGFUJkN+4ZhjzC+hn24hCMbH0JIa0uJmn0u92
kPanm6aPVvugIF9BctMmtGdIp+Fv8mRBQBpu7TqQpi13bkP4QdrqmpiaRs0ztEjdm02s8ZuHrOBK
7e5Wsw5/MSHS9eVgrwNp8A1EG2+Sq5HCFtfeLjSW7VnqfNLJaM4kBJbMFKEHtNTWcdGWTFlsDSMT
GkHI4HPxovyTOa4OH7GbOS3SxWGFTvM/5s5jyW70TNO3oqg9quFNR5cWAI5Lz7QkNwiSmYT3Hlc/
D1KlaR6c04nmrEYhKUSxMn8Av/vMa2QYIJtc1JMfnCjUFMo8zgR76udPnetS1+yE0G/SjRTLQ7Gd
IDyWmxZnsHLvwSszwVrXdeTQR8ZEI9V7taDXk3f6fqK7QBeulgqFlR8AT2chplRmg1y5xPJMbdxS
jMevVSV53YUmF03rCLGObW/7XrfPvKQobGRpA1jNZabSO6wSikZl4MfTbuzQvNt3gDKKG7MF5b6z
QE5H+zj1egAsqDfKblyFRnaYig4Ar8/2HTdRZfYPvpH76p5bSjVs7A/7qxzU/EvHhfUtoLBfbWIu
SaBWKcxwF8hngfyjr7fKrdXGKGqFg+zDkQj917ARs8c+j8lXjFrS8iu17jkoK7FlsUQ63buN2amY
OJp40XxXx7F5rtHFMwGl9MZbSYBG16ar436TgT696qUwF790JnV7WxKpC8MZ8KwvQBU9MDtddKcB
oXkSlEG+D9Ke0oTYx9qMF80yB9ND/JITrZEuojatlE0s6v7rmEXtE8iH/Pnju/ZMoQRpP/QYIH+T
AUMDP76dQC+pWlv3idN1VSTeQ15KC6duJSkHxaJ5OO4IfnDX0yP/IgSKfiF0kJt3luqXmwIaCHG/
P4Url9dCGhEbca59JItQLniXTl5qzONr1lYDYlagNGr1aaQpAngDUe5LPc9Kzp5UVX9gZV0o4EwQ
0oKDhRM4jqI98JAWk9NvWiCOn1U9VEZnHIPs28cf7UyAYtDgs7BngSRJRXkRoNDbGw2pA6orxVqU
XRkSUpX2EE2GW9c03pxsBIIJOC/UAIaanlHZJcrTr9rgmckmw2ajcZpI6b5BDKruuq6eZlipPGbc
VU0BS1Wapl0ix0oK7VGDFGOUJW4cghXEB930zNIOihK0etmWxe/ZFc+fXkcEACQCmASy3WVNRlOb
QEsnaiIQM0y0OgP5JhXE+PXjL3gansA4nBceYurkGst8Dh8XgIsDowhGY8vllY8CVxltPx7kTOPh
eJRFNJvTGe5DiVFS+/u9ffjibD59Whli7UUWcVZVGG3lz0PEtmEn7huQv80byFX7Id6GLrSvlXRG
OY2Nj99pjjZ/0RDT8Toap4YBkc7aTG7jFk5yrRzQ1XEVN9uW19aNtBPu4/2wD7aIbG2tXb5NNtIm
32obGFl2dj3ukb11xZVNe+7BTJXlM+tBcqIswlypwVFrVAnfCkiZG6PsuGEUa43teOZ7g9GCyccS
tSg7LaY0qkFGBshEObGQVAet0cStjof9XV3kufvx3J7WzGddQbo2Oo1P5AYWXxrnTPBtI0ZoeV94
CI5V4FeKTs+/996kX0yjEKQ22CP9sRQqv98HeVFvPn6CE/0uzkFaViacU6rKnImLqmE2Ie0LLxLa
aRxDasV1Q7nOvLp7RX29vyO2LjynS2WrJUkfix9ZzcJAZLBQH4Rg0BuAXMqwUXrLxBlLitv7QKf+
bpsl0oAOzu6GuvbA8yQfZwLI21FOpepO+9q05kXyy+qkzli2g0VjI5n7rij7TQ+mkrZOiYfUQ921
I8hZUfoxxVP4NaCwsB3jTk7X9v2ZpyCDpaUzW+siCrlYJG2BDI+PjgwFld4SLmH/lCVgFcX7kSgE
YE5sJePXoclj3Q6Laeg3KRWrb/WUxd9XJnC+PRffgxqpoqmkYnT2lwKJXYK0XwyYy9GqBmnOoslt
GanUS19Wh4tIKYyDZJbiBle78a6JguGJBQEBR4qFWyPzPLdHbmBD12rck07FW7xm9R24GPW6ocO3
st7no2r5rFy5FKHmzYU6+/HcSQL04h4lMqeLFXXWvmgOQFlgVo5T8qjKyVpZ48yBQbecXhSeiBq9
88V4HRrnRuoNiaNTB7oBl1vsy2Yc9itTcGYxkAGjr2+hnUBLSD5+LaxbUyvyw8QJw4QKjzfU4Gwk
X8O7rRyEyQfQWOuZbegNdLFE7LLR1ug8fvEnUV85Ik+/MIa8pKYou9IRlpZAv8lIhpFuYARewWo/
h1JubuqkGZ+1SVMuwGKGTyvvPn/C4yklDabX/Q5LAFCxOMJKr8qVKqOYbHSW8JbU6DlwrEqfyogE
uwwS9RonvxISgNq5TaRFB880eldJoH/a2D6mdyjQj3vkjqirTJ6xUl6VZyzX8vHAPlLYUgn25GXT
2mozUGwKpbmsMmtvS/oNMK6JBfFnZPZTsEkrS/+hK0Umk9w21Z0GceKnHqdV7CInaWpubwIDRfsp
hsnpKeiVTOBVATXmMwWMNkn5zU8q/5M6jcb3qtfFYdNCOP5/aIWAtubcYlopunBOHy+xMaos2Q+o
ZNZxDgpV8QKhux5zf2iI/gzlZzgK9X3d9v5zRfEWnHslyNfWWOXDSnRwZr5lHgXLGPR+DISqjh+k
lsU6GkaZBgA9+X0DqQquVaNe0qdYwwOduZtwk5gRbqAO5hh4sa9kJRzhmKDSWE+RvhUHs7nIJj15
0Iw4fJCQmWltblV/x23Q2rEp1beJovmXtaQXeyOrugPwguwmthrsPMMyPwhCNO0lkq81N53TMxjl
cnpAMzBvzikWgUkTgDxtUMF0RqUXvyhD3UAXFJvLPEJay6iFAO5sVxwwblXXBIPPbHhiB4rPpiIj
LrK8DlvRU6pJycEVGFU3cpCjjrONQQzhfG7mxm0ABQHMdzQ1wCqN0vreRV3/ZIldLW468NImfLWs
vhJqsw1c8AsopSbdCKZW9ytJWTn/T89jRCHJu9DmmRWIluexUePMEXBIOkpsJldUMXxXl6pxpZh9
bjYog3L8aZo0A5COl6hVkqK3Hcwj/I26hzg1YNfScnsdCFjumrocSIa9urGzDPfflePwtE7JrUZ7
FLETpLy5fI7H1oG0JwJnhuPRTttrqAFdYh7QOQ1Mq5+gkSJUKXJv2EI4Hm8TC/yMHXlK+QRJQd/h
Ye99KuOpWqsPnxEXATKA1I4623UBeFnsJF+2KtqYeOeWhQkZsBcxg6H241GLiC0F4J8cfVcrHFHk
VOYgrjLpsY3FeNgg1mQcvDItINz59Rr8/cxhgicNUoZ0O0HiLv0JhAE8VhxAxZmidnpIKcBsKBRq
h9ikI/nxzJwZiqQBfcsZ/Yjn82JR6KOkIKvi1TTaEJuokGZw5TCMr/NeX4s63tVGjy8d5FJMtBGx
n5z7/ouvHXht7ZWB2jhDkajjLUzAdGPRdI0OgeQXNxC+W3QwgwJulpA3NHgq3YMjWlvKSxxVFGjy
dAoeS/DHkh2KbXCnmLlv2mUlS6MLk7FLbTOaygvDiMaXCTUDCinEORrUm1Q0bsyuUfRtQx/qKxg4
6QU1lfolgYH5jPvoD9kqxOdG6sSvlV5f0AtNtlNXxt1msroQkZJsElGPLFUuliYp/V0eGbW49Yht
P9VWLWrA9EUw4k3JBqCMGlmTG0kpMgoChqzI2RYdPcxOSIPOHgrLe5N6OJC7OLEGaRvQkGvtufmq
4PSe4u6ci343UM7P4gkDSNxbbAvM3HPoVVh6QFEZvvc6n8+O+qEZAJp104s2DigdSCk0LH48FLiM
G70E3tQrw89E5kDZqaB/RsijevKo+Lq+lrbNa2Uxv0A8ZXwR6NoCtVhcxjDaoWCplEP5nt6BSpbq
qpXVb4tYk/cIlPjQFod65VQ7g8mxgBrRYUT3U51duI6Plrgf2qmuiKWsEcacBq7/SoMJfzdFok5l
djB0t4asCbtC6PY93S2Xtm+7S5RU/lSJFs55pacefHhY5HJiaV1l1OxWws8z9ZB3RL2hsvqxjViq
WCqalwothXTHgG6/MUQrdrlvEtpsM/YNFL0Jh4SWg0I8epsTAF4lnT7spABH+ZUP9i6ntZgmZG1x
jkA2DVDFcpriohflMJgJHVqUSy6Fpi5zTfbdW9sXsJTKUtWaTTCIyv2IqNHjaOahvDGlTKILCNnh
W1zmSOHAww91yDEheigYCUWPQeiNk93im0BcCzHwWpE61FO8ohIEV9IQzoDZTNZJh1PpNVct29Da
w8I3dAe26Rg6Zmgpr+HUw96c4ji6rUbd+1E3WdtufUsfb1VVLi+yMAhUUjlFeGsaQNkrgcOZNUxD
Dcgj6QrqX8s2LNQUHxGXsnbUSWjdMleaV6qwklulvmdH9NdoZAVroMSTQ9igCoz+IDEdM0L2fLyE
vToEu4y4iFMlQnrwjKi+gHxH7IIV1sp5fxo8MsDsZsv5S/7Hkb8YSynppHCwOGaGQtTGG4TylV6F
hNNPEH0V1JboUfNRg0eqrX+A/4TBBAVJ7TqQJ+mVo/anXrWinY7K9KiVxvgW6HXziZ7A9PLxzXRa
iqYGSlBESWMO7cEvHj8pIX9j1EVZOIoAGGo3+U3ZO22PycZWlcoxvJYiRNTcQsKaziba83pUDIae
ziYxG8UwpBwnJ6eoj/FfFLb5bdoVyloidbJeDHI7klssDYGQcIceP2TGGmT2FJjMoxp/GygU/xy1
FKaVlcrei6FNneEYgz7+8Isoeu4mERUj+NnEN5RHA8lJ8iyLnMRISshNUp/6B7ErwEn3LYKJB3Qo
idutOSNTraa7Bc6OBhHxmQGBRC0ggaEdE3cuCkdmsZHVhMaRKQDv3FlKPqkrYerpKYbAMnwNCOcm
0wFg5vhlVaPJMCMHZ1R3qXroIol+i1KqWzMwOkosielCaOk2rYSeV9DSP7AgyELfo8m8sjZO8tf5
SQCDsUHnouwS9NlwdypJxlUTtOkXkyaoLWv1LpCFCz/0pZ3cDVvAPAdjzHq3nB3F22TtpHg/s4/O
0fdn4K4Djw22YDn1HsdVXhvzM8h1f9MDzJ41kWX9i+6rpmfXfio5wEaIHQyRRpOP+EsvYkbmgXa4
m2Elbh1k06HPPGNf+4F4ban0H71WDK6qXmu3YeaVyOUMwy4pKQuNHtU8GmkiBP042ei5Wm2B+Pib
FCcqhyZHuTUzlA5ysUGpPDflS7OqmuePP/zpScWL0niBVTBDz5YhXBRBsKotjXimtrxHxF67TZO3
xjYZxfL+94cit2Whybg0AiQ+Xmxo1MRVE0LBaNWeRnOiD9uigeENIzHffzzUu0z28VSSeFFwmcuW
vNn7lflL8bQxhNEvy4h7K5tQrC37kVAN4ltaYYgK4dhwidlK1Vba0nRgZQ+48rAne2lWAROG0QaO
L0bQv/WvYpG0hylP4IX3efkiK7A2Q5OZNH1JvUuDVLil7STd+YTJThKFxV4tO387xJh7o6+QiQdF
H8tDho3IVTnmxRpk5KQoR2l9vtnmcAlA+DInl0bkNqkMpk5sjPqbGGRJ5iKpJNzFHhCSLQjMTtgl
Q91CI6ZkFu7JiRH97JOCLhFJBLxfFP9K1SHdk/ZD0/qBLWWaVrhDr4r7QjIhjJa9QYk+LxLtWW4K
5cfH03V65nJ/SRKFy3nrkd8frwzF4rAPphi5nqgLb6TWGxC8NfqDNckxQFSLmsgUrh055wdFswC6
MBCpZWCA+wYadVgqAbrtmzsyt8wtQral3sfGlykepke1MYsV7PJpj5jZwuKLiJP4Fjr0ImUKcyQN
qZtlYCDifI/rgbQvKqJ42LWEPl6s5s7Ef5FTCEgMjrNKTS9imWe3UgUPNRLWKvwnpYr3zgyXMouI
qtsyNVVUtCX7BDlOLWSskvb+DvMJcWVDnntvdr5Ov0mnrUVV/HiKsbOI47SDBJmPlXlVh6n/NMpl
4kCfCg6NVWuuF6fqTY7y2N2oAs5EaGW40quu3qLFNH75eMGdOfV4DppesCLpgC1V9tsp7HuUzlJH
Ctvoix6lKF/7uvdV9C3Ck4/HOsWkznjUXwZbBGgjXHuWGRvUt7xhE4T6BWScLYXUHh2TOqM6HH5h
htE+MpFYSJPdyvjzklqchYRcPACGpPCBlxRQJYmBoaLO4pRjlD5EWknsgUyLU3VcLsUU9S8jrcBb
7FvaTYhY1baXobMGQio/1r02rgRYZ9YbpxUYd9KVecUtCkdC1ZVSpgSZE0uAWnxd0PYawvRr6+3c
DEN3xSua9HWWA1isN3UK5KCzgD2QL+IYZNb38ihXn4MeMKTdZWhVRDnrdZOnabaDRKmEtmLyWEMv
1oFdK3HCD6gICMWZ6EcUZdOk3Hw8M2c+xftFCOx/bqosO/dBy8GUGUyMr1GlaxArvdTjUjt8PMqZ
L0EJGylmlN5l/sficIURNBpqiBfPaCKSNHUhznJJBPwbh9+VKO7cCxFKkvOosxr/MhE1c4suq8VZ
gvuAdakiL+ejBJNNDx+/0ZmUZ4ah00lWsb/gipqf45fbXfPDIrNUhHoGzEEekBNOI1v0IlOnQkNY
OAY9mKd0qMduG+RTACG7C3rgf205PBEL13iUl1D6N0JbgLCbfHP0bAtB8hgYlQokKwgKKrYfP/S5
bwPWD6AP8GPlhNqKFQWqbA21gXwCJWvWqnWJ8sya19aZyab0ST0YCgEcsSXmPA9y2WxC6puR5Gco
vIn1RhHUtASgO0krO/mUYz1TRYCwQgCF8acve06VhqBPQOMcaEtPkjBnMsRX2W2WIlOa5BLKf5My
uWaWG9eygp9inGeC4/mqdUsrUXBbsSMorqzm0wDsayXvP/d0kBA53tEQUCiELm5aqQA4BJ0tQ+uz
8lqbppv4Jk++/p0IHoPf0RMN/RAhe3BTYA+eb5ok6+4blPsyR2e11I6Simltm8ZAhKTILDe7An4s
2L+9LkyZ0HC28MBGYJl05H5IwRDskkP5ojq0MuTdSVm75E/r4nSWMPAxOQ+R3sar6njHqDnM1Wxo
KycTK9T9uwHh22JqXRmXQDC1YegaSHXdRHkd3ORo4SYuYvHBF6RwXyZJUFwASMXaEX2a8kGMwI0V
0itrh5z7+JmQQa3AsqroIuVG/6lQm1lirox/ItQ8bdV+bPe4Qm2EKH1ryLI36mAVu16ixPzxBJzW
Gw26WSqRiUEpm4dZXBUDJO4aUkWJxoougqJOkg3trOiuoiJ8n/lTg9gukqNRN44A4fvX2JQ/yT3S
O2bVqT8rsYSVDi5to5f5dJBipVyJGU8DVZrOSN3A2wXmpWqLhYx4rTXbq6OELAB7bercvEYh1bpM
lAHrI0h3OyHpzZUGz5lBmRNaV/NHoaq0aH9ORdbVWouWUu1N3E0IW10j4tPsyiEfndITMjcPUAv4
/amggw1DeWYqyATmx0uiC/RYRkUP+5OmbL4XjSLf52CgPptFr96g34g8BrI/JQL7fiT1mwbu1kum
IWWFyIyXPOtBE3yvkQO4kaDwIpczGeOXVs70l4+f86QXCYoIqiWBLFJUPO5iRvKkrYVGLACeG2mz
rTzBuwLBpDwNutG+IIARr6yAMxcevhyQjQFR4ZzEfBx/lxKERRlpDKh2YKu5SjAOTCR1+gyXyE+5
yuX0e6FG450k+MPLiJRd44StLiWbWpOETQgVQN7nhDrRpuJyu6i8KH5D0zFFhika6Gl8/H1Ob6H5
ggPTSUIqEgosgv0ERh1gFYr1kiD2RLp+cOM31DRaEw2m3x8KYzoKu2xRkDaLL9NpBPBAUzlE0Cja
IIho2YUZdfaITu3KW53ZEpyd0IboeTIL+iLqCHAS9AWRvoSRI/MJRD03v0+K7F8Iljii6IuiNYhv
pRLXNFzOfE4WHMHbHFXpDH48+0hzJQgXiig6SFW58evOcjM1i21L7fyVYPG9Mn2cLKBnwUBzxIv2
gT5/hF9CKzOLgPCo81henJlo4Q7BW1Zh5Dz7mzaNHQ8KKTPq1ZO1HQxP6zcGJ9K0LxIdeXxBQNDS
JtzEYlYvLQGdWjpmjp6age+gblfJBx8PQ2Sz/bbcWL5ceq6ADurXQkcK2+4A0FtYHpAkrJwsZ+aO
hjBdcgC5MIaXxKGitIBJpF7hxIMWPGMl2V4q3AlXGq6D98BHRDedoujTx2vzNOQjLNKAbxKs0j9b
2kmYPnU81IUKlDRzb1NQ/7SVqBd/PwxjGAg1YOOgmmFBcjxlg9T2cS1ZsMvDUYaoMOqf9GGCrA8l
ZaIq7RcHRDK1g6UW5UUhaiULNsI2eC75ogyJdgkh1IxkFLZTLYP8+fgrnAnE8CKk9S0ZGCUpJ/tG
wN1ixEGgcuTAFDsEl3XLxS9Bs5DWkCbLiYIeVH+Aqatoq75ibFupLWdnpDJJEO70DN/O6sT4Gohp
fBt6dYsOZJus1EFPj3QVSButKXoTuNMtm45motK3KkRoRlgqfNWTAHIEyiruqKMiazeJHuxWPovC
tBzvNJYZlxyVL0A/hrG4YTl8cSESsC1N81LZIESkozEOgiJCLu4rUXEQwTSuTOyd1fJCS4Z+W9V4
LXaD4t+DZNUv6T+votzm43LxUGBrQGDxPLSvlts/FTIJHWEZcS+kqApYkqbxIy6C6EugFdNbHtP0
3VrkUd4mLqCabLq8bR8oVaX51vNMnBASuifwQdGffBGqRnkFx1yrrllPkugME8B9iXbDj5VPeRpJ
0mLjaCSOptLCRB7vgL4EjSdWooDaXYd1SFcn9JVGbTjItCc3qjKqkBeDYStVen9TWkajuZ1YKK9I
G+vbj5/l9KzWFB2sB4VnQHjUM48fpUBal1gbUcnaL74ZEMwvrVb5ATuoWYkJTg8XBgJcyu0KYgzs
6vFAQmCEKcuLgarecyQpjuip0qX4+HXOjTLnJiqQKzqoS0o6us/NGIeMEg06x0iOhLOP2ubK6Xw6
Cockaw524Xw2LxmWUc+NPURyTH2zVTaIWfoXki5Xvz+Kouq0qvgscw9i8cVKcuNZPh7/1zjLLikO
UsIHz7z5+IudOe7oGxK/zmECUbs5v+wvN2iDd5cilR6M2z62rsNi6N98qs9uVSNF07MsX/ykiWxY
t1gSt1PnJFLbuSiolo6fVTQ4kUW8TPwQbfe4NVbu99PlSQIhEb2SUJANLj3AOKIlz0sS6KVq+erF
iYw+Wq3cR2bcfF35Dqebci53cN3S0tPYnYtNqSDbyPERs3RCYIJSNUmxHUlyfQGyM9r00YALvcB1
4YAllV1PD+rHtq78Z4JX+bcFJ5BUmDlZJljhGSu3mJMoo0TQ0xLiqgPioIrTcNBlP96vvPJpK4Yq
EW87F1s1OD+LV/aFdvTiEq+xTK7iJ4sAwA5N2jHIJwNSUcWIKgSy93HTta8KqaSLAk73/eOHOJ1h
YM8kUPwL3jn6d8fLD6IyjEbuR8gMergNRtJDChgtOvvl2lc9U1WYFXqwISbuxkV2SevAqI/zNsWk
0AxyLH20PJnLaWHSSJd4nGQI7gaa9jPJJyO0KVqp1+NILOB4ogo6SsV+Fk1AsaP5MdVmZKxs93NP
hyUp4R4ie2SxS67/lPQooGG1CN7KREWyQ6ZtJ8PufWxg2z/2dVpdRGInho6vQEcB9+Lv0Nq+NzMT
fsjIkYT5yoS16Mfzc3rWUQJkU8gzUBtZoMX8YB6RBEITp049tAngNTU96Ehq/+41NEMNYbtQbCRt
BE91vAqkIWpE0tTMoQslfC+SML+kaT7R2NfElULbyQsxFH1QU4S7x3jLRYBwqVpkgIkcq8e/sIsU
f0ee/tulZTR9NXiC3PPQK/nD8QtlnoCoZo8gO/SDYg+KCf3tyjTcjydn/ixH4Q8VdwpSlKXYwcBI
Fxs4TIxp8JBGdBIzG57KOFSeFMRknw2lFg+AnHXb18VqPyCxjvDdlP/+rFEanu0v2cMiD3H8kqHX
WXmmk1+BTZkLqla2K8wWk5ccM6aP3/QkIWK+zBk5PDf95y18PBRosjQQaiRJZDlHwyu1M1nCZuoi
ICxXmlXTv3l6Fh/WxEQTATqOJvTEFuuxRmrGKjry4xSiOAQRK3MhJIy3chx1u7hsVQe7u2Kr4YBB
Gwa8g0Tv1+bKDDcobXf3H7+89B5RnD4PzQNQAvSglpeT2XPnmCU2I5QJsKLoW8SbHSp5ItiXTO4t
R4sHbCmGVPFveQDM8Ubgfd+SihKdbeaK+hr6YBB3geb336ZGGS9pYLe7EvkU2UkJXsDppxk3nl9o
I2oDdN8nGwbV1HA3JHjyTb7U3oO50BvYKqWoPeBS0ao2RAdgYpRiMfQKpLF6DDx0mB3V71G58Joe
xWSj6sf0gtgTWGjG+etA/0bqRfQFbKCbHieaTdaocegGei7f1IIF4W4CoXDZomSFqn4WmG9pMHZ7
vRgSAf+kaEJfHxwr7OxOr25oWZkR6tg95oxW1SqBA45A+BYZYX+pR6jiXYRFbbI8fR/D7rY3hK85
atsvvuHJeO1V4+fWqJVXP8qFr4UYahliS1qQ260cGxbXQCvc4M8r4Omu9gXK0wRI5VU36xC5Rdcg
SExPNPRczcfc2o1q1v5hEoNwN6hII+1SXw8mu5RntxYzL1AXwJtOdIVatr6mWBjwghDTPhdY7qq2
2Ir4YwkjjLHbJlA5oyT0toECpgNOS20y6vqm1Ursq5JoQnUUdU2maaDiF23pPxdfujRPZXTU6wkB
tSYaHkEKy6proGLwhLVDmrmt1eCBAtq3Muwc8HvpQhSiy6FJI7JStWWghtKPRfs8YZv4iMA63aio
KJtsm7BKfGCIxZBvLLwZ84upQFQKJdEsRYi65V7D9oDd5HboxHY2q0zXXJxM6eJhTIRx1pAVSP6R
OMuDq8/UODc2puQ1muqBPY1Uvmz7A2Y5ipRbme1bGsZFYLfa59ZKJxGN6o4gk9pzDL556PNXCp3t
8GCJbfkcIw8GohD8FSuEBPSKnoAoOY1Ug+IOiZ8CoFhKdyc2SHc7WWBUMzufDgQ4wqCYDddjVCvY
T4Hte73xhKRIlDtKYJk3xVR1Vwpfk19n+LNPndKp02aCT4kTbzn1QNeT2feAhWjMSL/Y3Ix5jlsH
hWFO4I+PgjO3F0VHDkKwZ+hSLdMogEIT7XsVLVyxMG/zLBke6lq0VkY5jUVgcJqc7QTE+nyNLS4W
igpyKgZR6gg93YV+2nqqheOw+Kj52tbItGcAO1eROaGshA/qqNKtLH3xtkq7lWrRSXiI6hdgfXhN
NAfJHRcHsSQXZtPLEIM8ZfS+W9gpuFk+1ZeljjPQ735aZpzCj4nMEleNtSjm92rZJ0R9s5tqYewK
JfF+FrVR/W4eTONsTmiIeCFc0uNeXGTWqBk1TRuMJ5t426u++hiGtb8yypnPRuRBqk0/BFTZsuOM
RDomOgUVkcrrYlwuqmmLMdgsEm+s5E2nCxIw+UzmB5GHrOlSd7BSaJgbuF47mjnpbhwa49YrwL1+
PDeneBxmhN4oEIn5WqYCdfzZWq0O6ijEJN1C2wOfoYxKiTOJ8WRuWo+r2IYV12NSQ9SOqVQ09i+J
FhXIt0UK8FuvKNtDq7RJt7JRzrw9YTFNQWIEqijvgNVfkuc6KBMVFXakO6pM38DzMzexhKLOx29/
ZhS44MCwAMPQoli+vDcNURXFtFMsH/8NUWwIKy3cYz4e5bSxCGuQggNoRxO1WGoOx99YLgwjlPPZ
nKkPUbMegvgh6WUdHxGQ6F6gJnuKgNYnaVAQg880uG2y0ATIjhfanSEl0dPQlribUYe3HpXE0oGt
VP3KQ55GvHzqWUqayrFGW0M+fkYV0MTUJtQepBLyoRPOYuTsVw78MFQ/TYM2PoEURBkKA1c7lWXp
8PFHOjcVMPJnAQtiUYA6x+PHclljq0lx2EgkzOCstr8Rk0RaWe5nti9NdkrwFMxIi5boYq2N9a6P
JAqa2APvojFSXQrLsNMqYy2/O4V7zbR7Krv0GmZ82RKPiftsgslxRQ4RjfUhwPPlOZqs8akNtWAv
4zlw17ZS/Mn3/BBdc1l/aWslilam9R0yeRzg8hQKUGa6txZ7dTGvQYF2sRcCkdHRCwsvRm8SPwdx
23wHmxgCRYMCX9t92WfmJUpfyrPUl1Fw0enhmDip2agPHn2ZJynOse3LYvgBiZy3h7ExhmCTIFX6
A2o2mFGZku5lYo1FvZ2mXnyNm35Q0LHxKdrjBpL+NL2+kt3czwPBDtVJf/p4+ZxOrEx7hS4L0MVZ
nHTxmk2kD4UE/sdByTdyyStUdAcj+TN0SXNlqNOdMpd0VTqX0FKASy5gAhoFY8g86D6PihLKF5PY
thujVGvfLqJcvSlT/KU3OV6qnylGFCDAew2phI9f9zRrQzyTuxvgzVxmWj6DXpUjkiWYAw34Rz9n
EY4leMfXW8Uola9yEA9b1Svj548HnbPO46XEgQxhgxmlrn2C2MPDpGYtoQtrTjUQUa/XtBf0urTr
2gsnApp4jWV8KoI3E2c4/ZlQGiPWsqkbV3IoJiqkiTiWyofUnDA5lqYUm7LSN1vlMPqKX+Gzpgj3
gWzBBzTjInkwrKzFUqxJgruw90gt8kJAs0sC5PUQ48XiKg2cAmeoENQ90GIqf+R1Vt0HU5/T/tOC
8AuOSxbqpziJ3NXwmvFpzOhYcWgILUhxIUo2hZ/H8dXgxbpgY+dYwoZqC/xeSlNIJVdXAcu45Dzq
T8EY62wf4ees2hytSOmWFUaj4RSPnyuhMoIZeem1+8EnWLEzzqw1WtjJ1qAnyMan8Qi6hjxj/vtf
rtJKw1QUA0K8xaa6vqJO1kJKwABZhY/gfrxCTrpGlCveIzwIPuzDZXfVh1VlimHXUs82kutYhhg3
K3BVe8wKyj3prQ9RwpBvvDxG++/jsU8uEMaePTQ4AKiW8p/j14TaJfiwJdFFoUlyAfKgdPgB5V/X
1H/8GP7Tf8vv/rXc63/+F3/+kRfIOvtBs/jjP6/DH7h65j+b/5p/7P/+Y8c/9M/b4i17aKq3t+b6
W7H8J49+kN//9/jut+bb0R/I0MNm/NS+VeP9W90mzfsgPOn8T/5v//Ifb++/5XEs3v76A7eJrJl/
mx/m2R9//9Xh9a8/pFmc5D9+/f1//+XNt5SfuwrffgTNG3I3b+Hpz719q5u//rD+nNtdYMuoNlJg
5zL/4x/927/+BhARaQYnJvGFiAjuH//IyMKDv/5QjT/h8SONBYyTNYpo7x//qPP277+iLAMjidgJ
VAex/R//fr6jmfrvmftH1qZ3eZg19V9/vOsY/XJ+UQilF0MWAsgWXWDCy+MV0iILStGu1O1Cno2G
9bG+nBoVvccoxhOmgYuoJcpNoFU4V6slIj8D4mNKNsZEhq3+aMRYwqK0115Pea3uYjo2coOztBp+
xlyTrraWwhnXtVtLj3s3JnSOmviqmwIbBeDqJdaRiKwSUz7EhQGZKyrGBtXDqN8UkBLo14fe3FRL
85+BlhQu0H9KDWniOaHQTk9CmmehHcvGoUCiyJ5lXu3MN7OtScf6dixrqiCzUngkBneCAG0AoyPc
3aQeTVQlCneo4BHPSVmw80rQbFA0/wbg/NbOeMxT/r1c7Eeb5H+3eXZv+bzs6uWv+v9x38xWHf/z
vtkj5/OtGo922vwT/9oxsvwn24UYBMF36qIc0f/eMZL+J+ks/z+hCtyl97307x1j/smmgEWhzkw9
dhq/7t87RvsTcMUMaoP3T/cH+MJv7BiqyYtOFjtV5OpFvo5Ng/rJUu0mx7SzxQQZ+J8pfPXgLZfJ
QwAScF/nibZX5BlO3qTiFj1nV5S9G6SOxb2RUv6KjEDZUv/XnBifIzeK0ydPHvUtPTAVK+kotYW+
F20vy5UtMn895EJfuS4UudkXmv5NMcP/Q915LUeOZFv2i9AGLV4hQkeQDGq+wJii4NAaDuDr74rb
PTaVrJpK68d5LaskAgiE+/Fz9l47u3cypznYcFYRxdfE6BX2OybRH5OzLcf4s+thJRPoMx4Jb13v
0cW0B3eKjUAnQvSop4oSNSn5yXBBZu+AMTi5n5N6DgzA01s23f3QzITGada9pXgfGSnJftOsJ4iH
J0WbSYfXB2ULGK2J4lFTNpOiGOfZvjUslbaDF1iBSb2RCDekFZdbofb5dbYTdQ4IynWfElG3kTr0
eUQOvfsyT268I0bYJA64Tyfpd5AU9ZDYIvUJUgU8l6FWnhrXoCifu7YKTD2ZXvN+bvwipeFL+rpF
YPbY4Tp0nQQaajuq4PIdT3ka+T9uj7Oh8ETWZESjOlhqBAg2rvzSlPExVTAl0trRRKCpRGw7iZ3A
rk1lGSa9BTxUEVX95olpWzm1Eol6aT6wPiUbMsMwP6aZqfS+PTn5o5lMJm29eiUBc3RLnSzpLPFg
A/c5U804VU7Mgcl3nopyCZw1TaN44KsjkDFXaVmjzgxGDeU76jyQZsvo6K/TMo/7TCzlvs3bZQdD
4ruxGD/rYgXJtdpRQU7VHwXdbT8XyojYMsvas1zXo9Y8aMBGtaEM4b/Qk2gLUs9JOqMYG5kmOmJc
3hZN9MeZEdknGcdHzSr9tSHdi3LL2K4tyc/uYj4uSV3t+8n63raoaBXlnUyjve7E3+o8uQPMva1m
dQfG99p5DjdQDHyryWLfjxhOfvbCNv2uXrtDB58gsG/pt/OgzljotZDpMsnO7XTUM7fYjlrp3Zsl
6bkgN2eri5Z456XOeEoao9y6mtKGldV9o3+4WytD/Zw9theEUV2y+jRx0k06qdUe96Z3sddqJrh4
1JeXRR/5c4aaE+ehV8UJRyW5N3n70LdFE7iycZ/YIcqHeRntoJos8MSTVHYMB6aL1zklWCf9Rjx2
RFDZYjnmVe74M5ghB50eDeEkyijEo4JjxnPXJozvrSE9jQ2+HZTw8d6G6bvX48J9m5TaOMupVpgh
jM0UqEPzjKDv3aE9jtCcYwOQTvz2hFg6IcN4JWhRqGZm9tbIsvaNroVUmxluWJoA00urfiagr72o
VZIgicdrCdsXeOAA9WE2rPTktNP3pSCtjZBHPlecLQLBzy1xs1cnQqJNUlnZ9PwhRd7uFSp45loj
962o7XNMwX0tLUWerF5Rd8VoVadcePY7AkxYf7oT9HX2mIrqoDQGCxVzlgN4NXGdsQyEDub0vTRu
rWJokIIbRiHjx7keNMMZ0sdE+eDYR3eU7bmcE36+j3VXelFm2kTCx4lvmyjc10z3dUXSsJ90dWPB
77mLW/VEqWJvVd2c9yiXnWtqaJp/W6EPDcs+r5+ZRBaYn3M79GRFEdGdJ2ApqzySsgmyyd0x8TmT
i7xt3WrLzJfFwZ72bmWcKXP2WS+/31rTAZ2gzSIzQKkAZ+NgjacQLv7Jah4EuABA1F3EQSiP0KA4
wezm9inurNBYtJ+tS3wqt3Mgap6oz0piihVFwywEqYPa29eyKdMHj3BJxht5cWjQhG1mwCbwWpOb
OCyX91Amsh1suOaJKGWkyXOY5nYaiI5JzVi+4LlayUQkN9OyDtVUROR8vi+ayirhOsehUGCV10jM
dLP39jN9AbgVdvokyrmIIR2pw761ysNMoqdVZW6kS/SXal7FzItdcwn1yXmeq4o/76ZKRDOE7+CW
EVGPveD5V2es3xBI8yLeEZVqB8byo9cyuVVHwir4vc271Fhfp2kkm1ixONcs7fhqeWU4GfVEWp7s
Je+vN91nHejcZEw2Sz00UTYNt2wEC9OdnA+CJEjfoZ5bvIaE+lW/LIu2G4xEudcIur6PWwazhJ3e
lav76MbimGs1H0zNQ6dP75W4eZfGTJrAIAgi1tv0zUrqgrW25CZZeAIHT47uYL7SR14eowc0YCv9
gP+XjNe1jnIe9gW6nrFdpLGevUybX6akHXZFse5dmeVbC1gRr4c6hiimxoMhVPJIVD8fT4DPbZ84
+6zzhdto23ihiBVtX/sNuy9Tv51AXuFnZfM29ehRlaF5RPzpHqrFIf1YY8tMujneyy7tt/VYxizf
nWQAVz1UGLMQuw1EWVXbsu6LHYJg9TAsq/k0aBfGxzJEMGWHVoEpQ5iZCqHbNU999r7ilA8XNXYc
P6uHqzFgK4wX3q1uUF5Fn4uQl1DbYer27scc9TbnL/RspmvuClaPoIYctVGrJhUBt2BvbSljPPGd
CmZGSTL+NaW14Zbhao1nteSrYeD3fKuwDXuI6AIxQtNaHNLizktKqBpOiA6ILUMAyuRZ+KM7vJNz
wf+bzTIgYCPe2Gsav7XKJK8JnOpznMEcsokW3q6emE/4CwZfnez2Q9Qd3GJiy+PIoQZLo4zlJlxx
cpdrApdBNtL3at4moOcbVvRX2Q6bZdC2S6oc1yY7zflbUrJXZm/eUFxsq7gDoYyfpt5aMN/9ThhX
m9lobxBOtTxWmfWQ5N+8kkk8zKTEY7DawXvJz16MTcjY5/X4po/sq5xUpqG+M0dj197yIXKXqIJ2
diMGtayLxnCV8awe2soOEzqiforByc6SVxOuEkNE+9pOYtgJ6dW+2xn39cwkkUxHZSLRaWBiHaXN
1iBrp7aLA6etpbU2o+oRZ1iCrJmLO7XXgd3oj3Qq3xpVHCxzvPSc7Lq6vR94YVaZkgDfeXXYG2sf
9U7aRdDZJZNKa69QsSKoJ+07nmIPMpOWXAqR7FZgHUSb8B1B0QyKsvpwCQbwRep+KLnUI7DuS+AO
7AwkMcCq4rc2+7nqlBs2sdqfcpIQiZex9llr6zuZV1sMpO9r2yCQQTICNDO+bx0l3Zl2pYWjEjPN
ns3HseCrzNWFnqKRttem42/ZbZN8T5XuQ4gpi3S9YLPucutojXW19UZUGk61YFbrYlx04lwuyk/h
OefOkrxcOHSMtvtB3NEZo7XvzSL0BrHJbw1M6BORkXZY3G4fy2m7N2o1/oYaJE0bpi7FkjKL5a3Q
Br5HMFxvvGglEcnNa5HLy+ja36tRfSw5wVwUtfhJYdYcCIfX34zOeCjVgU9F3qtEUmArj2apPbho
cjeJPsV3Wi+vrdCuTJm2sP+3fb3cHqKxGa252i5caKeqSf25oJR6JPxg3qfZz5FAar10N/EyVOe1
oODpChuORL98qCSFnt0pRy3SNN5dWeQ5v5WyvfKbunfL4ofUAPmb+PbgSar7aQH2hpQNcuVEuyLs
mFmfjLgHL03rIKJVdaz7npz2wnQeB+JRSIDPl+XZTRvnG9pVNxC1zE+cpkVIUjiO+cVBc9C6Qwh1
icW8bsdQownuW2jPfEqpyvfyNA1q275TF5LjySOmukjEfqr15lTXuU6OZzmC3cjfxzi+YnlN3+NO
nBx2+qGZvAiAWv5oi6I9llrfbNiRu8DM+YxajTqjlqP5adSNvitBvAHv1JV97SosvUy9WQ6Tif+Y
yfbIiOtJYdRN5I1mlkfdI/copQsSac5t9NRZ4wE8c/c4i7W/m2KEkpi4yydl0XL8f2050KXgcVQM
7ffslu1RJT19kzqO5muL4kUGotURDZH34TZpshkSndw51vTtKqEaTGWG8ALhiJ9I+NK5V48HdGmF
35r6p9ZI7we2JW3y8yS7VgUg36zFpDw7g3oDILwLl1wMBTj9nr5RdSjrkWjtBGL4vgMa/jxr9hqO
ZlXzknrddz2e2k3eL8eqSbrCr3LNe+5G9mHYrTZQsME5GKsuwtotl8h118V3ymkJRj7ViwIquw6Q
UTp3gBSTQJeas8ud3tyNtizxqJBZvAPIFAdyWF7lMmth4jQmVgUoZHeZ1yy7JJ/fBf3qKmw9NwPA
2BIfYgG/uuvyXIef4yzbhZUyGpjsnvOx90JtJehr6Vfjw5O1vgE1Kg8aAyTWGpOVGNmJihqHsOlb
yLI+2TIkAH3akPHQHnrPUw5w98aj3q/Pjparr3LStcBifvqyUmkTxYMYRa4jyPLMKrca+cM7J6nG
oBZpcVVnC0IXwBT1GLdjH2pVNUdMxvpzgZ41nMdMu2sBJ9/eo+6PyRhk0Hq5fu6MYZtq1XX2XotK
kLg+lC+OU9ew+EsMAg4RLIkR6ztdKSp/rdrvXkUDTS6J1/jxAt2pSUSzddTZOGUIQwO7B6iSptY7
ziHruZ60DssAKlLC1JNXciE401g2oaVJOW9jAdjsRg84w8l+yjpr8jtpWntISiVva/k+lLxfcTeH
RND3B7sAxkKmhxvg9XGP+u0XOefeS641+cNoqPMG56kWNmZ6byT9H9U8UNoZZXWqHWs+czCf79tJ
8yIiFt8mq4+3xDeJUzPlwOJ15Bxdkcijo7JvZzLOpqjMrTj16zV7VutlvRQLsSGdoNbvlUYygAxW
4RG/Munm5UZ+fXPHut0B5rWjdIqtDRHNua9Kx9khb4U35QjNlzaeKgs0rKJxL/GEcmzCxbVHkGA/
GIm37FpnKrc1ESlVWLWr9aYTvPKA8Ea/UqhZ3wy3Gy6zOqYjRaAh71rWdFYiYf5Qqi6wjXLaJ0ZD
rlEclw+l/V20O4z29+2gfU+kF5Jtr7dXUQ+Ba++Mofq2sKcfiIAXgVc35Q6EVbvxIK9SdkrULB6u
xQemhpaf5Pn0YphstQo5it95I4EHu52yK90pOSljGpoAa68ZYrs3Hnx2nA0n/2nG5gyLp7O2LpDx
p8JaWFgz1Iqtuj7pQ8VxAQj1iyg1762SA+cWqbfv85RW+yU2so/OHF1KqVhj2Zk60iwUp6x3y6iF
ec10chrb4keNESoNULCqtGCltuZBNxLBFymiJmgiBqgs3ksjQzJuJ8MR/G1CsJqrqNp2wIxDDNVs
KteZopZz3dQlb6aZwNMvrWJ8T+YWx7hQ5/pa2VV9n3OP26KmbAysZMlPi4HIJ7KqVrsDiU96mlES
TbO4bXnDLQvtrM+N8WqnWXmZCx1uPVpnxfOLwhS4uGUsH8e5kmtocEnyrVv7ooJBfFEazdyXmrJe
y77nZKo5RbNHVFJ74Sza+ElI1C0Mfmvn3lxz62c8ijksKInZxFwiwWV/iwmbrMw5QvFIt7U+LoSK
tsINb/31b1aBAFKdY2WTI1DasS41kdXiEF80uuZCrzkyZV7nk588HNRmRPlNM6PNIVvIWsEeaXnf
Em+9LxEVPpMFNR7Kqu2PhJTTreFo5bPNeU6Idi0hddG1uzBtF5GCi1qJqopd4kjq/TR6iPXgc7La
V0Tb0wM4CGgCgVHUzRkw27y3xukw0+B3MuVYCeOJPJ3AbPUFX067GTiOjAkM2pF4m51J7RW0Vd0H
+A84ua8zH7nrwsVdt515bko1D0h/DPRYf+Au9ro1kIdCSs5iRtnoCkYK7d4lwSSrb6/BWysxcTna
tvRwIcU2FEQXXeYloXS9Lq7Thxb2IAtNgJ8ijsLmdsQAlsHfKdhiZFrpIRAnKGtTFqjzS17YD82y
hnopN+niPplqGaVtPAVy3sniZw79NJhM6dupfbXWvn7iZDht1dn9Q3WIM8J0MBM0ZA2mPxogwbWp
XY+2sO0DuT32LfRp46rJd5mIn4a2LCczzXfWYskAlTKiV32ZGNsXL3Qvcr+hpwjFF7Oe5y5ba06r
LVm0x0olkawU1tE1rO/Ax6npplRgUXU9Kng1KG5HT5M94SEXhHxixvi56BTfTp2WV3bgiPCuOdAy
eoCOdH3Fauh36DQrhalvKKLuytuCZxXZDTacLfAkNNO3beo8JM6fRpMDndY3NPaikqxS30XOOndY
B2u9DWayukaQ5ktiXa1qCjNaKKVE0pr2P/TZuVtd7YwuMhwb77liWBsomSmuHUfADS/oZ90BcL29
j7Wm9VxuudTJwtnEBXWvLrwVoP5Sgwneg6IvG/SsCfULmkfbnaPCQNdpq4+mVUcuZj69t46zl3w4
7q5Nmcq2k1843tOq3Npi7lGTMEhG4plKKlmnOa7ulIWWcJ/jxrq2ipYg+kwpOZQ7sia3Yz1/qiI/
Jxl3POgzRwE7Mpf5A3GHT92wmQuHzb28ZPEJx/fs92l8kEV3pVK95Cb94bqws6iK3fc2tWS4Lrc1
Pbniom79G7YT76G+X5Za+LUbh6kkZkc317BolW2VGb2fd5oHlJxGSt215p5d/yVDtBbTdAynuT9h
V77Oa5gU+p7McdArBhw7C5nTVHtBynDDt+aV7rZp8DbitZycA60alNKdw/LTMbJVqnw3JMPBRhNP
zzC2qJaQkCog/60JmE29k051stVytxj3NB0p+yVEuZrdJJakRMkKfTSPhh4YoZLAxXq7b/yhh06K
M2TedUvjLw2j6WkG3Ebf7166xabPB35rlgMjw5t8ehA+jbL9lJgJjfbraqhbBs5hYn9K6XLQ62I2
c++HUxdbI8sZ7OU/my6mV2+uw1mtdPWhg0ITOgLpnCRnKJgz7ASgJM2wNvV0R5hxxbsM5ZFz0GdB
cl1lCt7uWjnbJQteMd8GfFPYJVFMspE6VgfRtiT8me9d96K5STB53h0iv6BNvQ1ylCaYCLdYi7DT
UO8h40lPXuqG9dSlvjTj0G4OntRC2b422k831T4pzqXfa20XgUa/zysj3ifWfMTKww+eZLzjPCF4
jtX7cmjPGapsn0X+W6XOd5xA9qWUr/3cndTl1dP7a9WiUqPD5EQS3OkOitJrlmZbwTHFbvhSGtEH
Rdwd0nFgw52VZ+D9iBAZZ8xBp45HtbTIaV3DFVS2rg6hVZ6WvNorqbvDGpccO/4/Oe4NbSbT955M
vE09bZXuZNKnoggyDy6Wibh4pu/g5/FzK8ktZEVx1kdNH2nyD5vU2070RZsB5QZi4o4my6zCjS/d
M9MUX4zHrH1lKfKpOXx6EH4sOuYXV/DLz7Mp8QMviJ6Me9t6dsc+0PR3a/mW989MWjjscRxkP+hZ
d+t1PnaI/Z1m07tvvaoEQ6MFGv0O9VYsDNVlUOi5jTnyPtY0zpOvs9ITRFwXR6RFjt/AhXnqzcUI
RzQnkc6gJih092kSnrmpZv1qOuNybvuOc4geQ40bfpqzcyjzOjL18Q46RLnx0i4/mA1jBuqXUBGu
dmzi4okYy0ubKfuOuDbe6oqvTHglh0ak8cKp15MZd+FqoJjJRmcnVI6hOowIdXEfstW0I1tZZMM9
cL5b7OSoa+NHZRlpQr9sdM5GOTyp6HB37mAtJ9pZZvFgFMNPtiC6Hw6VjCnGE8Ay1c/y20o+LO5d
nA3zFjA4Oak5jQ+WX4YZb3GS4Oct1/5Bqs+OQsQBjopCGvyWhWHfpeiC9og5aOGOj2ZOd9jmWNPi
QXNu/vc1Tt6GwVxODoBZamtGddNb0yw+nn1n09f1Sdfv146dVt/mab6g2Jq9DYxdGWmz8yQARyId
PaqZetc0L5KgSLUvn3LF8ftpCNEZuX6laswGzI0sGa5V661pOpRtcqhIAdlZhRtvaIVnuwrsEPTF
3r6Y6mzv86E5p6pFM7cJhSquDY1c2izJRIij91BC5+IsY838W0oxhY67apDzEJf0lKAHBjVHJF/N
GXH0PZXW4mXFOYmPmW6NOyINEs4hcbvzxrp70DznLUuTdN/3EEO0LvXubuLiQwrqSvAUAstpnLPX
lvsyre+E2LQG3gMow99q/plPKK26JQS7DS1dXqsObD3o5+I6x0LdNo44mm4eGbj6Qwhm0ZRUnOua
Kgvr2txPZrGf2jFqTBEHjdm/0Mt+GoYFWZYU68tNH+UzUoCY7cF2bV3qJTngCSle3HG4JNTRT8vN
EzIi00D3UF7nzPsspbnV9OkkbTfdrmb1uhTKhe7CM7qinWLNO61xH1ZMROGgjjSxvImGv3UAAfZg
UOmNPZPbYjR8MRDGW7bDc9miKwFGHBhIQugHp0NQ5q08a/2gR5YJ1gry7B+CqtpfM7fbrXX+TSwx
RaPFFjbllFqjmn5m7qeztg+OleZ0IeRToy7nNDGfXQ6PCh35LYgSGh+oCzcc7/dtAeWtnHXYBzye
oEOgFhNymTKiWItDjztw6/Xie+Ey2BO0DzQ2x0R9XF2xr1aG8jUumEBdeAExffjuzAsf16Ga5CfF
MRZWHclYAS+/ONhTdqDrFm9kPS3bqY3t0CswqCamsa1J7BR2x/+z1IFtE/ee1q0SrCArnpPS1QDN
25dJVSl47MaDh4yqRcQa1iDsJROTVzCotwFc+8Dmm5Kjp6eBN7b2tq3kz2akazHamD7i3NAASyTk
yqPmixLcOJe8MO7STA5YIHiNu8Et90PXlIekNViCmhl59Igcx+gNZ2drw0cs1mZDD0MPZRcL3D7l
Zla0R36P911K94bWFrJUREpRuw5MegnF8mNiHd5syEj8mBbJ4a1rj7JQsx92Z9Z7txXdYcVu5c8T
7jMm3/om1VIltHLVilKwYJsODNi+na1+r9g4oryqzDFnQ+FMjUzz9SwjmXP1htCYYeBjomhR/tGP
HdOqjboELeycviolZV6XZVttQoGgGxDi7U5JQ8iibwlTpHvwFk3o0p+6urNZRXSSsgAupkIez6ic
jdVkhFFP6BOzGau/lz0uY/e0OPF7MarKxuxW70S1CPRgYBCedujgvL7ivKLa55ozcQoymHRrpdtr
BvHu9ToB3xwba9+NtLixxNB0XtR7lK/eZW2Ku9rWq23qDfWPwTFRJ+qdetLbxPu2IFp/JQN1fktB
6m7NelxohSYMBMr2Q1Mqm9PPemlscbcI/apM+q1Pywdw67V+nFtD0g9liJEZlIAz4eGoln/kjREK
b6oiR+/agM409VCaewgWqCJKyvPVrzOWEbNw0RDo0r4mqamHpdM82x4lTqa7aA3MeIr62V13SeUt
TwN51zsX3MizrvTnUlPTD+YqWDbx1vtaN59Lm2dYG9l2StNm76SoRzEDnMcKXUvspOimmnJDXypi
NGdE5VCVezEs8OINme5rkW3qGB8/jbBzHRfdnZTjZ2z1RYQQghWtX/U+kIDz/bHp+9BruoOnnpZE
/RxoKAhF2yi9CAejurWr+PUIc511EPuG4TOVfezVftzW0H52pKAa//aw/FdKrf/v1Ik3ef3/W2W1
//6z+Kx+/KKyuv2Lf6usFM34183VoOIr4PXW0TT9H5kVfe5/4YpEfIhMH8+ydtMY/0dnZTv/woqA
WctEQc9J5Obb6P+tTLSNf+ke2FIMwrjC8Kjo/43O6lc1N64zGyE5alk0YPhwzK/i9aVb0FWP9RQB
lGJohd5iydqZ4f3Mm0NSHBFqJDX/6fn8Rx35ZzXkr2Lu2zUJbLF0ftj8wlxV++L7HW1LsOQSr8g5
K/1kGF1tNKlB2Hen+0mq1m8u96sI+d+XgzvLrAONm87X8Kv2clAHNL9G20cVMu9tb7JSdTo/XTVr
7N+IkP/2Uh6YIbZrA37NF7tZPBaNirGijxKoY8Qie8Li2Lkw21Pppkb//BiR2v1JE/+f+4J7aeLq
czCgfXmMsANqrdTqPiIULr8Ioxu3KZvaR8soh7GRtMOu0JnL6vbYnU1Qab+5/t99jTeBHmxLrGLc
76/PlV05tnHvdgB03fLYjP3qMxXqTsM6ZhzuFOM33+PfXo+xmIqXD1ng1/v1ONfremkgDIljRmtr
257t2ZiOqnTdowdP5J8f799fjo4mg3Cw4F/RkG05etJKzC5qHMUJPYUKlMO/zojatXbSc4vdf389
2yKA+BZOyi//9nn+pJXvlwZEnlzQZbkziUKJrd2rsvDOpZ60d1I3mt/c39d31VQdXJh4z24rEFjO
L19fYdFlNHPUWhUHqvu8Z1tB1CiYZlfp+z/f2peMB6AMX671Rf7ssW9mFaPgaKyqfp/bQCGSAsOV
mpNfqiTJSLGtE19Qzw9urIyXRs7mKW5iZB3//En+7qZ5YaGwIC9FLv5lLZDZgjiw4IMsHsbpxVEk
cU4iPdKJl9/++VK/GhL+9551nDpAaXUDG+FXbJFraU1iraKNLOERzJFyTLJWbX4clrrwgn6Q3xP+
YRmJpI03/3zprysDKQo3pMBNpIthlPTWX1+lRss9pn1JGZUvaaRcTD0Y35TtuITr4z9f6C/3yErH
5sa9wBG5wRZ/vZCBi6RLWk9EjomshIwv647eP8ILx0GrWnqJsycDyLgpoJBB/NfX5iFjo8AXhBfp
f91nf/q9TCmwcKWmKWUWU3o0BLx4hDHzCcwfDOVE+yGFOeyTtXJ+s+795enCu8JVd7MKqpgq/xJH
W5gVbhpRRMTBdjsuQnOGEeuBHCIV4UJP4mqtTNt2QnNiJByD//m+//pjwgJGMgyeTtRRt9rh14fO
2NPTsrgXUb9a60ZPGFgYMT44oxlsLdILmw6OsdDntIfB3UEyoBPKucXXRP07oPRfv384/CgA2YRI
dieN9deP0hdVqoqhbSJSWG867exHatZG0Nqi2mrdVDN7rryN1NTuN2/431/YVYEN3sAv3u13/qcv
v0nHhNlAg7w10+gxebUXkSDNmB+a+SXJRvN5XqYryon0v9zhMXg7XBAuJXUZaKMvK5m6xJrGCKSO
HEj5ISkdzYbQ6D5A5an+Bo/yN/fo4iXyMFTQI7G/4gARUmTD1C11VLVzcpICxWRv69O+KT0kkb2u
XaXbu4+VZ/2OH/bXK1N7ulSGsOxuUPgvb5ghpTP3qiwjo7ToC+ZK/Z6o+UuzmMbOqJXkYA685SgI
vYd/fre/7rkYVjUMfqxehurgPP/yPjE8VQr+PhLTlhklTDYtUgkvO7qLgdzaU/b/fLkv7miWj9tO
q2t8o+hsMDV+uV5aK7rXZr0ScppePzmNaaGjiwF8aCrVnTvH3SlWHBQPDfksJ8Cu6dlBiv9tYHQc
tWmR+5O5mPtGNv2Tgml8l+qe/M1yc/sM/9c6xGfkN27qKnvIjV/AeeHXVx2hINlgQE5pmwsRKBNd
VJMGzs42i2yHRGoKWIyG7W+eDC78r9fVQSbcUBEUXJSYXykNDvEyQwIgJLz1S0sgTlO3fmhGbRR/
mJyT24vDUGQ+lXOqqMdkSDMDUeDN2owPwyi2zSr1bDvLeS4e+xSFugXkHidWqI6xnn6M8aiqlxtU
V3uMyVvymKD2DX2/tiY8OZ8r0e9is62sj0lf6mpHY2nNsaUvnTLQccIZGZVOEa8HVxhlsRvxjEpG
hQ2YNzySRXkxEEh/4usu7VdwKyI5N0zgmzCuDULhcux6hZ8pw/CNZijcd0UkE3iUHoVLo3RkPFa8
6ykayXa9JsY80qqEeZnSEchzM5oNnKF+3NfI6AzB5JbAcQQzlact6tPoSvNn3tTz7kaFfluSGWWD
S4eYNMfJS545HcH7Atp8m4g00kWR7SnV/SoMpgqKaD01bIoS9lK/NsqpZRXACjGU/adnTkazwSMm
GetSU+zbBEk4Ld+JA/vqoJWj38Wwp3XoPncQTz8WybznkHQKHOJp7pzL7M4KohIOQowj3dhqtrlH
lB7rmMAXJkxDqZlcVYzV8qRuy2hO9Xzb6UtqBH2q959VB1w/Mh1loEOKBwZyH5ltgTJ0aOQywoo/
ET1Pl7F2bLmRyhBP5BLNkM3SsRFw9lNUAcGiNaNEN0OKfUFOwElbW5oQ/L020EGwXehh13/AmR2q
rd4RMLBfbGUYiVyXKa15GrfJjpgsfe/EHRhfR1PFEo4CFPZBJKoSQWj1lG1nWUOy0VaFZm+lp9jj
rGGx0drFiX1xCpSlNMGGNg0bXNZZBAOvA4AodYeIEiFcfSPt2ckPqZmhWhLK0m/Y9Q3ozlR0ydYo
gdWE2iKYiqg9nb3ZTG5ZDm2WDFgSymrCadKaAJqpaUeyiGs4ePrSxD+RScmL3cN7CDIv72TkGkri
kZu0Tk9G0xECkTYNVXgpdXGj9ClxCZdwqhE9MquLzG7QwO2wmlX/w96Z7EiOZFn2X3rPAOdhq0ql
DjbPbr4h3Nw8hPMkpJDCr6/DiKzOcC9URueyUJ1ALhIJc1NTpZJP7rv33MRltfXsNCLnYxjGVFDX
lY6Js+Zj+0j81ahia7RF8WDOjjyAW1nqK8x/eX2s7WIM78aW9S5rrFbeYjR2xFUPZ+MJo7xh7LKW
EjwstGYaPnVjM1x3K/oZiCAcFYmDlhnSL64mlkm1Fqw4s9wZjoO28Kg3U9EeJ89N790KdtaJwaHA
EdfRqrQ3e9kzBdcdCN6G5x7U8KUYecIgib6A9UlfeaBtKL7MhCLqRClG6SVFNPNHn073uqrogPM7
e2JtI3T74QvJQ4rx1HB3wRzpPGnMolf3mGEK88GmF6I/oHBUD5uTwzg6rdklcIYxNlT50I68HeYU
3evO76N7Tj2o2pBjne4G09PyhJvRKi+UvE7X+WBlw8FmDfh9YUsz08c9KfBQYZuem3zBUbswssHv
yWE7od7aNt6eyrRIQXr9RN1E6ixt3ET1pA814TWMnhg0DBbRvvgsRttcD2IN7RujcvHIsFLKTkoj
12DLD827Ebk3LTDdZ8jHzh61MIu5m3ByyoiqjHuzortvP9WFNbwJI/dZxoOeUokqt51O2Adjdjd1
FnEoOni67FLWczee23YGfYjHKAoSzUac7j+7mufE0x0plaqOvNsJFo1+KVXpKmYQPOnHYoTZ++h6
vaditzLHYg9NEZSXqWi3yH3Ox4fc71Nn5w+LuVsKqer96HTrEy3wISuUxlqSFbtIg64fEF/AdU9g
piSI3yDpR2u6Y6PTmWeE7eKu0V1TxYSvhHM3me70GphDYJ6EOc0PUSSy5zTU/peawIuGSiLlH/Sn
9ESnD+QznzI/gM5L2UU7yTyYxzNR9f7gByBRd3phrxWrmqzdPlV5t/LcmWfyUxT3vpQi9fQhT5vi
3h+KJtq1faZRkWvk00PXh/XT0oaaG6j2raegacR3Sc1xt2cuRDTz2en/KDVj5Ln1WaifS77nImkw
x5XHdRqVPLvQrliGZAHPdJlPPI7CXPyoRdkP+5YQuzjidwteoiXP2PHRB0esMNQ0U9A7rMAzees0
7bpKH+k+by4+LuYVfSkdn8B4FflOZsZ8tUrYBTtdpBVeynER61GnQN/YEQTGl0Gu6+9N7Sz4bgvb
t07TmoZ7Sc8g+5Qmw0FS6wGtH/WozhMuKW5Lwl6LmzUaZom1LjV+WJk3PhC10d1ZqxQDFnQXHqlW
Z5LpKgqs45lh2hdcfi5GexzpVew4adgnaZHyxZil40EYY/iBMdu0evMSWRAJwnmzUWY+KL6dWyug
ByJn6OD7oe2POavktZnJ6MPLvLKn4riJwi3v1ye6G5YiXtoaG0MZ5euHsKiW2rcdGxisEjN5Sbam
/l1v9/TJRq2vvENglmzKha+7cT+mMzGkOpOXrG0/hctYcXCCNgBFF0gU/br8Nokqu0gva8wYXIO7
+bW85sNTFbQ8Ay/mDU9BqYhT6eCjdXtp76KeXeB+mWz20mNUuRhcy5pq5WUNS/M6H3s2loUe5I1r
5euzCJb+vdJsDXe4n8PhSQdzGkFf3FoMAmGJT2MSoX+kR97KXuphLe9YbICZJsW7sqT1Kpt51KjK
75rU4nnwxeQfUj8l3adaET1rLmuXkAu5dywom/JCIe5AH7Yqv6dpQXKks6aMJtEQh9mlVcs25zqM
PoHrY8SYGeGudDBN1bl2F6z08wqr0Ryt5X3utH2i7Jx9XeHioNvT3yvruNNNYxwUDpEXsQQqsV1u
LoeZ/d2PdDRnEi8Ec+YYZS26X9AOstMaKAsFqjJD3EIGW/991wS6ipmYwgtIu5G67MEUD1id+bRk
yDJlH1jrYN2Qv5cyqaaO0NU6OJEgqxCyHXMrqxFHy4dVHS+u43RXhgXbj5uswlrl4Xzb18vC3avy
h8Y99bbFBiziC23u7FXpLLEn0elLL6rodW67XZSGH0yTrkMRsQcyCQ+tzeIL82G+EvHzlu5NWUv+
2rj5KnZiaEWJbBiQkVeju7wYOAYPLt3fz81abCuoPtXzJWP+/pwZRFGD/Mx+bgwlnjEPyZYBv6rf
gPLN3SdOeBKK7rg60JGWpb5pUp9lv2Ifn7MxtZeS6Vb047XEBHCNu8Xr7pQ39JciJUaSdEHTcRcj
UDifVwJWAW2yuj6tRu3jUyP92u8qBRNvpz3lN5dhbVscM0GHsmDMvaREfcmrrWZmNOrbQZkqS0IW
Set+9qWaTt3ckxcmcFRmJy2K2SEl7AKWrbqQwilRzwCVUN9mEkheSsQza4bwipF3zE/FEK1q54Fj
WPcr3VHfIl2zqGOpRpghx0Z3RbWYKY+lGGommzAVJ1YlThCvsgNROS+ZczJmmssPFdZRqJeWJT8M
Z7K+d/AFmYsEDsg19wYnnieW13uVubXYIytZzybmW73zV4K3+wo+Iy3ReFixNLkCsM0STHUSeHh4
DMznbKMHWmDiIOrhKXgukESMSFnEP2iugCKXkikXMEMJmXLRlGyjpXbFQ9GP3BNtKudOtuTBeCL6
3Ski3hG/s9F2+DnmbkBDKN6570bmYunhU+POF7jzCEKz08XC1pLQUGxleZ/jSKNFZdcrY/OqVcE8
xnNtm+luCArnq0PPyjdVIgYdpZY5drApam7yKo2Gw9IFOWXwyqneCoSVJh7LgW9oHk5BiVQ12+eh
c0bGTmCFKeOk5RLaCXyYoONQ0xrthn0fsT0MgaPZRUkbZxMtfcMg3AzFOVyt4GiyH4be6pbeeId5
NSz2KINbH6krDaaQeWbK3loeY3YanT5obWBC6cmdvCmeXUucDeRFJnfB+EmNR0VSGXv0tGOxKZrL
UpnKPdiMevj2mV53yin7+6yegmexmPISsHnFFDynHPQges9J63qGeZj4ahPW3PLuDGfG6MbYNOhf
o9rp1EDtVLvJmKbXElEkQLnsJhtPBKnVY2vhgt7bvK1cmMFmRMTU0/kQeGz1WczIjxfXaKR5VeS9
dD7DcNQnF37udCiqvPkI8Vi4CU2i9Xf6JRa+Ke408axoAqeLy5m93841eNLRCG5RpSLdoHK3yNp6
DKIR7wd2WoHVMROk1ZdmKZLGntjKd/PYng3tV+tJBbXxnfeU6IQXNMQh6UsmhNdUiga6dtGPnGIn
HuDU1u8s1+dbZhn2UtwZa6TOg11HDWAgsV71XkgeceodYz4ZKoCIUBVL+1iqbuTsOnsRDbnTVqtS
53Ie2Le76107lC7V85y7X1TBnMCPYwPiJeEosBg8Xg2/8oa9Yk9k0kJt43R2CUfCxuKJibuhp5aN
ZitG32xJ6+sJ8YBYMIu1l7IG5BNzk+X2h8A77TjH5PbOripOZwtf2+EUVQ7uvXUGlkI0qaHYknA6
E4tFnGFhPPfDRI48cgaOdFMcVHaV70nIZ09eTRwGd2luvlSgU2LVixbcoJYKQ0EqwUPo3oAPn3tR
dA5zbpC4g02w+FiNl2TssiGZ4OPih1pG2ztYzoItw8sdNGfWcHBPAmcO6EjKyvVU1L7s+V7hHcBj
0Fgf/rRkc9Lj83wKpWquc3fU9YNZZ2G6p0B9YcJrdUSRlBWOduwEOU89B1lE3LGM8p/dib5ODG6w
KoD5BrQ3C3uMdgwFdYAhDuHiyqgr3WKlm1Jzl1dGBg1Mj7jGOjV2twTzJn3uOnsWySb69IdcYm8i
wWeHWOj6LGDx32bAZQjftO6xLnw6dCoR+Qfe0TR9Cr2i3A6orZfvp6J2ZUIjRzfcTT4Y5x9VXgjQ
St7EvTqe+KtY8tgOh62ppiJxx1q0jM4QYISmxK4oNPCsETvxWLhmf6hgYaxHRIewRneDGuAPxKue
e5Va5NbCSb+GJtHHxLPS+Zy2DbE+Y2Ggo+EgX76udmdAxM64I/mi4Jlk5t30wy3leg0Qf+U2Qo5g
vs5Xn3Z0mdnYcquylVacM3Ys161tUYPNpmDC/WVJtt5tyG04BvybGucutIvp4JSqf0hNOoyJ9tdC
3jUGT/Cd52Bpx0cZZNj2eJAZkNjsQJwavP2kKksj6pOK2VjFfhsFebwagzbBC5c1oxlNM4maNCUQ
hrPUv7u0rtx0kb3aCSEPPhJzcCEhuKr3Y58jFs55gTC9dwQi5Y7LQL4HyGHhISRChBNcAl6OnQi2
6sba67/ShcKEtriZ4b8saz15HL1t67JMtE3uCxbUD/BzRUbYzh303pugQcQwakfCaiFB2OvIX+zv
bT0A3eBWXAyY8lpgIQv98UR+3WEgIezlMHSXloc52RcjshOeVoS+1UgVJkuuTryYTGDG3m3UgB9/
lDDRvDIc2cCtc5gdTY/ShV0O7g86cG/Mw36tTQPrp06z4FDiPZYcLQZbEGMtQ3GwGD3PpcOP0t8z
TzdoCQEWsiWl5bwhNbfEwBEGvP6hDTWZoNEGlibq+m2x5XSbMdTyRW0dnywLchrcvJHnJQdpmMQk
CFfxatU5Z/XUWpZrAlXEE0j1BterCy9/X/hd+nvOnfejHv3wZTDkAnaJng3+AlexcVnDbnjiV3r6
gkeufXXajCpPx8/Sz0yD6TjB1DbsU8ZJkieK9CCSNF0f3DEhrvrkw0KG+obJGMM4w2ZHVABEyL5E
AuHes4ZDwH15lLcQqTMi/rgrPwIr32gVTGY/DF0FH+bYk4Ze5YRqsYRkBGTjwyipKlSXqxbhJsMs
6XnXBeRs4v6+veZnwCPmKxWY45urCCbs9DiXLySVzc8+sBb7tusbJDKV5aMTmy4/eKbXQBzbrhd+
QlamwIkoqA4Cr2GNFN6539kXHjseN/ZeCQfwBuHc/AhjkjNsOzDY0yxtrfc+ttWzLnT56ZDGjXgy
GNYHt4+pf2SGzvyTTHUQYrxkgIjRGUqud45j2YHsNNMI0hC8WM7I/aeQRrrsOTVjsUchMw+edFBs
ZLDyQUN8NL6Co645MEeELY+Bxn13leMppezJVMQCopkhCgdhJ2Me5KvD8VQa7kmbMAe6Ke+K2HQq
untWZ9AJoBW0BrRH0uFdbQccXQFygT3Ig/FL7ZSG2hsOT+NEWcr8mEALFlTBGWzDPGwoTwX0jfCK
VCCuQNsdiRBaRTVzxUYcJK98LzQT0U/ksoNREMw2RTDivXe27yxJNHXhwVSXCddCSJteVy1gjJzy
rnLWhTkG/HeLNibt9GiHRuMAzo4m6k9cn1OUQi7+yq2ObB7Xg7gty0j8CAyRYSw1ZYHdzGgKPrI+
mOYjVvnIhKDH12E/uStwE6PXRsvyHnYG6paKJgpU2E4BFwN/M+EyPFm9w3kK81paHXo1RhAuhsmq
OGL3WBDrKhjIfav23cgLd038VGHo3UKvOHNWfyAWtVU4BNmynOHqDGgOvV/Xp1Ki4/EbJPch8DDd
qyB0b50jxU3/CcFmiA716vqMPciYbgKHzwNzIsYMpTpqyzYpLbrysORLTu7cKayB+bRtiSXDUBv3
fjr1HFxI6TpsBJSqjlx0452J/r2zvCriaJhbW6pwXWEJpR3EAb1mEuU2XLcciSFIJSPw1rdZN2VI
UZm3vqLlsD0LTZAY2Zqia5jEn79IF7b6aPvZ2xRNytt7ha+y/cg5pN8JUiVg6qstqjGgGqdkLrRC
kQTP81lww0JUClx9JCCEfzHwwv44l0P/wrsDU9YxquyqY1UV7QK1jldBywi0k3bjHbkhcJJR87pM
+66uwjbGD0n0nBNfh2G1w7a6Mzp/SNm32EF7YrIwGS3WfrKSxepQ3hvGZ040YREu2C1X7ASAMK1g
z+JTTddjmes7I0/TKNGV5cmEG71qrwGk1OExXP0oOi3KrLd6zDEkyevlw5jYVte/o+eWnIBWkKqx
UE1/0gGXy35mPaaORm9XzyNQnfrkeYIIAN4fCwfmFL6XqLnuPqVY+MF3Bq+9KipT3PDej0tc4B+5
S73WGcENpLRSdWVmMr+IokF/lql7netU2Dvfg9FFnAjKyQGVC57/GDh8DHS4kHHt7Tp1k8rcsu25
EOUjQI2MU0gVzt8ymDbeLm/SwNhyAOp1yUODuMhK7nlZ2QbF3RgOXwxBMwCdBlmQgjeygiYOA6+R
cSY9TliWX+aIvK0svw56sDgOKdk0N2MBe2BHhbX93VZdtoXfmvA7hdz2s0vQgLQZWu8ED4geWr7m
dpkInTk/AjlAn9Lkpt58cpZHAlZIiVFq4PLtglpTtM38BsEpI3gJ94mpFRvT/AVzg/pY5hmdJM1x
bxty7qtj3a+a7QiJULr5kECwqnNZCtBiVeUf2qbNygOFsF17hGaQX0o/wIYdibUPT7XU3mPEyajg
Pjr58j7jpGwhB0nxgMC9PnoRdc0HDOdtftRQGe0bpj9OLECRVHrlwq9JH3P2EzImzW3Ov/cUz1YD
H2UggxfWLXRYVZpV5LGFS+FcGXopsge7ht1wOy2L0nchrX7RY0v3UXDtwvQZv3pl5JBwsQrUZbaU
8h4cfI3V1bU6/+88Vf9lf82GFisEBV+AfGii+cVT5dad9jk0LrGT5vN5GQmIUPIRHbjJOQmRnfFP
D8y/Zaf9f6Ma/o8z3do4K/570+3lxyB/6J88t9sP/MNza/9mblWXW+m2DwWNc/s/Pbe/oRWFuCr4
Im+uPj6h/0QbRr8hdW91BGzasSFsvh75Dxho9BvUYSySWxsxG3jn30Ibbi/sp40+GFIKA4Josx5Q
TvtrCRzIXW6ZA2Uqg8kL3K1GK21SxG130O7Maqxqm/IdaXc6UcVMRBeODjbt3mIzZs7z8inLmZD5
AJoNjb18TuepHnbdVDRvAw8cTPBV9O6WUXAfsmr/Iq3Z/x075jeXW9H3P970/3/9/R/2M//q+rue
lh/1B0l58dM1uP3Qn9eg/xsFni5WQ9sLcAlhj/vPS9ADk+lSfsd/4D5ubNn/ewl65m/UB28kYTw/
gDQ3P8o/L0GqjPm3qJ6igWozhP8bdE3H+/lOFZgWJBnXo+gJQcWkj+MXV4nuvEw4E01HtqRR15kW
EjY1q1wgTsP3HooNseW5PlEXYj1oPAL7LWB/KMyijjOrLvaqXOuDpFMEgTa0jz5G79fIrj48uY7H
1Zrn2NkGqkiM3/La/9YF6StB5vd1Yefb068aevnvPGqfTd2QG8+Ac1gZOUh7cLr92FyPdEBdAi0e
aT3/dLeqNnzb/XlZe1KJGVo+6Waf3qiKZD3Vubs+Sz/6JZrfR4ujLI/h/AlhQDM9FRO+ky0+aG1r
SV+T4xXIsaq2JyDHLWnYjkiubiTFZILNZ8YK6c5MzeiU+tA4t4UXpHrUXYkfgWTTS9ikX0Wtxktp
lw9ZCnFmZ/IqISup/lh4urxMBvwJWjN8jmjWVzqBWUUXy5EJ5zvDbXWBgFXsatkeFiu9CjOoVKlw
wqRp6w9UCueYjxFhHoyVSQFZnLOIvyYmDw8YF1W/65lA96SG0CFqz+RPCr/NnON2as7HGMVmvLAb
EFdyDL92dBmiYQ/2R0sEHyPBEHgn166Hq4yCnh3zDe08NOM0JiUajVFrYCujsXXxFvvCoQvTwt/J
TErGNjSu51xaCd7Z/nZuCaOMbOr3udZzDPjxMXMXj+RJJOOuYRRHr7upPEnrUztYuyHP/F2/yHrv
dcOro22Cr71mc9dv8aCoB2KmYccJrTmxe6/+1D4jd4R7omvEvTP1SjpxZIzXN95MPnUmnHVrp3lP
aosEEO80oNKM+uvc0KecwCZjOhpEZqm3cYb/6tr9E+nidIfKdzO607hrm6Y9mAOiZd7pBP2Q1i9e
QRFW33Ad78bUuvZ6cAWYC/MNPHG7KvaXMrU/TC3oa8IzhqWhTTrXfJ98DJiljfZYZ3XMneAKROe6
EwLGMo6gj0GRYqya9c4Qzcsa+knZsqK3F3xM0nsjzJ4mI0b6hANufxgV2Z2WWtv9YDf2oXZIWs0d
VjQnC3ZD6n6K2UOdauY3X7out3rTOGcsg3ZViFASDdP74IjnjlPOk2f0+NEEtiwny44htvNYu/bF
luHJctiSgfDzz20fkE7nr7SSvB3ZfFF9ssOHJc/m5gIK8+Fdbqo0FnuaoODxnIqJCsthVBcOzstJ
jc7ZLMLwFGnnSPEskSaurzdzHD5GH1ag1bRT3G4fgsDfBBGs13BEw6/mJL6Hqn9RDqgByLXEXCuT
SC2vaVdHa3S0JigeWcDrrFR124EO268ub3Qrg6tysigusuHlLpnoLrKxUZKxQceF17J7wBKH3px/
5Z6Qge/gc80W24wZud+GcKiS3IWyE8j5CSTue57PMBG7NQ5t5RwNZ6hoRenYo1q6OnNvtI+ubMEY
bLupqO4zdDwLcTk0xltvWPHq2+4eZUbswqZzTjTB50mPfQsslImKALbtUQfSe8YmEMalmCvggZVF
kRZ3/9iy9FXtjGdZ0DNrGT5UvYqDiF3CIJxU/oBp8cpuZu4qRm7tm28uZ7hHNpHn1OlsyDPBEKfg
93bRaga72R5vI6E/hnQuj8a4+uHeS5GdBBufvuO/OY6CiElf9Eg8tkjHXQ7ce2qCD4X8XkHwobdb
+MTdeoci5f6tmqMybubs1KATkFQ1P1bBp1wFrKNlVaRs8vl2DuyzW2PSV0VgeDG7CFwrKa9nMx2c
0jz4gQRgcm4pt7OVulns5bPVxkIja7VzqMM8Y6sLDkGKGvLvzyb/K6HgW3/Yfz853/4Ysx/DlliT
P40u20/9OboAxSddxv0AFc3aYmH8P3+i9J3fmKeJqBAZ2Uyz2HT/Obo4v7GgxY+NZRPHqLOVPf1j
dGGqCaiAYRCn3JzgV+T+O6PLH21A//TDBlTaMgiFOOoZ8fnnNqD5X63fFg0giy4HbD1dbzxrSWHc
bhxN4EHgMmUclCNWMVZTI/IfNz7Ol0V9MAJ0WG+2nZ1tLtMhK9DIQz+N3tdiad56TKrz3gO1VyVr
k/FNEF2UPrM7G84RZjW2tFRg/eVdv//zBf81BLe9zF/+DI83gzNF6DPl/2rrNV0wS9Cw2EUVLPQ7
R/EoNIVLIF2MabxJXo8t0v0JUb08m6tp7v/173d+9vf+8T56NKORIITHievtl+yGdnukfQThHdac
4noozPJmnEFl78aeamgsaxPhfqHSC0xN4xSAZ2IlZzxVmO7ODatb6MhE1qP1xKuUd6sq+zs7WuRx
HvrNtCKH82budQ8UnCCwN53xgrvZ2OeuH70Xk1zdG3ewCn8Pu3BNvHlML3++1TX7p3/9p/6RDPvl
vabTO2TcpqXctbe2ib9eMg03Y/jhDABTXnaPdDpGt3IxkarWtYuQsAFl3M5hBGOrRDPHuwmlu96D
qMHJEkbZW6Tm6lswpGiUgOIiWWOPnYFLCm/ySEkXBVfc37zk7RTwy/Xhh4Tc8MKHHCGsPwb4vyQc
ZmxToC8bZzcCCbu1rOXHWHbrweAPPER2qa7qdk4vY7Q82Yu7wr0HaI+c6X3oWtV3GDnwzqHV1DFK
en9k8qu6W4LN0xVPv/mFATn8LrBPjAes2QzKsJT7FxwNaFoAHi44fqcE0dG8D3WbFGlDcLIp+sRg
8RE3Hfxyejz7j3IZhxuK3aiYsB39e+tExmNv1dUlyKOJh0jH8sCQbH9a1zgE5PX31lDKK+aL4C7U
TXhop7l5CjwVfYLRfxnKcH1tp755a7Omgc9Q+fFkod74AkJVLmQEDr/X9zJrKvZdtIwAAaoXAHCF
f9vpTt60a9PcDawycVUr543FUXoN8XTZR1H5iDIqb9Mxn8u4BZmalEPFEIDuWsaZkW4xe2hpK/8Y
Gqqeb8gwXfN4J0Mk1/yWRdSdqiLqsjwmAVA80WS+2x3LXMZGyJtk4xdKdAD3E0iKzAfcgDM2Ryye
x2WB7lSjn94I5pWYNQ8bwKjlu02EBfLo0JYkJ7u3EIJlonw13vcB7P7SnC5Q6a1kWOr28DfX16+3
H4vhIUDTQKbaulH8X85/nS9Yc3mMctAwZwy2Cyc+r5UcYeyuG36fmJhO6A5GbBTIu7NZDjfaD95G
wzbqeCjJpeDvMXyLhSGMKN8RMBKjNj+p7dtvB9SB6Ciw/iYR80v0iVMrtysy0cTpKMqknJDz8U9f
5FA5wB3RzOvOMOOic7atI6w029SozFxBQZ2rHxaLhWMlLNoShCbGDFTn/V+/fdvv+esNZXsdnJ7J
vRHPsShY+/l1LPjks5Ul7F4tqn+Ocj7fAtd9nE3aSuyhZ1ffWePffWb/9bfysAgomeT0bpH9/iW8
aFq+sI0JFksNu0wdMjX3X1x6Db5PpeNgeeX8PoNTXrGwlm10TE2vLrvdMk3pu+ppAB7B9rwD15TX
BrmPXUdA8srvl7hkV7/+zQ3M97dX89N7tNXc83hDvaf9mzjPz+/RMDO8Aw72OeCphu1ycMeLB1xC
hRnHpSA9RvD8rKHXcL5yrz2Oyr9SmS3a/VKFGW5UZl6jsb91rtveA6aD2GFrfA4Ucx3xOsKPAhH0
0TjGCR9OflEKq0rlNW+O7s29a/UWVlaZPhEJp92cHowj5xhWtgLy1Bqm+uhywolT0YVP4DwiDilE
5NDKGoJNYzDdhib/Y78l8XcWu8BjJCqOG/a4M9wa+5oO9Q582vQmbUcd4NFF9yQyAaThvGBxlXJG
WM01+5pHgb601Jodi7ZgIxmJNCkFtQ57EbZegrPOf5K6NU8Gx5UjzAiIN7k/HCKz4cncZ+67l82Y
kFZWHOBfLP/L0horxFqaKHauLufrxjBcYx/48jLM9nDveb18GI1Gfbo4ZxNuZ+Wt2THvwzNU64U1
xrJSiwccXLTGEuM5dW4yz35oJYT5jpjxFz/t6aJMhXfryQnUO0rARdDHeSgY/s5LUaWHpSU+s7T4
Te2yzi7SH9bLUOGYqnFe3tUoFNyzTdHVNLW1ZoWr2yOwhC72IXsyioSb2aXhZnUOXuGoNpmcLj9y
gKKahEjrXruGPC0yhIubl/QwN83QfbNYqECtAP1prsW5hvN7S4mIH4d5CvF0DM8wi8ekTmGOmqlz
xUr5FS8IJuYBhyY0wJtQMyn2tc1OFWvlLf2+7TWb8vFYemv0UfO0OTZsTuDKVO1YxYvo2tjBnrFb
vTa8YafzsuoqvZEt4YlQbTbCsqluAgXqJLU67ygD896UxtdM5sujxj9JZ6ncCLNK2TGloj56WTFw
ydtH0mYAvov0iyid9mGe/fCu8jFgzsxCL0gj1uvWy3RuOb1fkXw6O84aHombjJxnS/0MpdMgQN11
j6NeyqulwSTQFf5bQ7Pv3jfc+X7wO30PaDi/GA18+bVmnK3akCWomvcd2O4gVuGE/UHRILfLVNhw
hSHeFHkzU8uyjF/5DOenyoN7AyEZyWqx75UireMhXF14zAVf+tJDIbH9NvH9Oo1rYRSxM1U/tKEN
0PnTEuwj8vnsWZuKrsI+kkmNMLH3C7C0Q5/9aN3RbnZFHeQJJJ+FF2M9pw3xrJxl0s1kMp0mg90a
DyNfmIcNjfrRtOIGCRU0sDu035nFiFIByeMKCn28Um5tP7okpPZ4JabXprefik64l5reAtytTm3t
bY8Lec3bwsPdjr0eV4w+VXwAtw3Wy2+sDMI3YH3Yvrj3vMDv7u46abdfGFWzw4pOdS3xejEZ4yYv
jn6xQNuaYfkdGpnj7fL6AJWeXmlaQsooS78YJFeSsijyH0MwOHU8UpV9k28WiLx153MlbPvINdZ/
GAvqYA8cOBzsEE4sWlhFI8jRKoW+CgTo17zK1ztp48IOPNIVYbC+Obn/O8xzhEJfHnk0Rokw7RqO
ZXFvV1gN62iJSNdY/nGKApeAo39qowpfDArTiWmmDF6DKCMupsjpMqCt+fzKirV34iXyqtjDPd0n
uVGOd9BaxXcNdv9Axw4QPTnDSMMCsR4nwW5/gEcMrWakUoaVbb6NArcZkWy+eeUMHqtXzVNWNAa3
BSI2x4rZgfnaRCFYYWSBBUKRtUYs6aFePjSOtqu+a5sbAzopxGXELZSxpfrM/a7cY5Cp38IGk8w8
+O7HlOrpKZsMbvzAUFNphN8iYKQ3hd8PJ77Q1m0ZddFhDiI+GeUFhh/LEJHyopbG3YsymIq9aGhR
xcNDL+MxmKsSfLDvtu8kujGHaH8eLhb3MViorm3wDdi++13XkYSo8gWYnlnfkQW1i0OHPS060ANl
EyBZGnt5oSGF0x2Ro5HN90RB0+iYRNOntbXuFKGe7s/fVMyFfyMcvILQy/gaaKw7l7pn1QmYB2Uc
G66e7Ych9/32c4rwDbW84lvV4u7Hj+ag3wrfXK8Z1AnD8V07QN4NY8KzPIALslfHrpmW+7nRMiSe
zfa1AE93G4SgMnHUO+fC4+Y71fgttiDGck8Xk82NGAa8d+gAmIMQHPDPJ7PK+zmmGdO0rtp8qrhe
R6plGBDzI9zY/LjUYQijy45e+eVV/2iWWVF8pEsjnHtyBDaWfIYRaO4KTxm8/9REX7dCduWgQsdP
1ZnsA2pp3XZFPpz+eKnIT2Rsh5GVMWmYZxImFG821X+Qd2bLcSNblv2V+wGFNHfAMdVbxxzB4ExR
wwuMGhLz7Bi/vheU2V1iKEss1VtZ5b0PspSURCAA9+Pn7L22vMk7HmMJe/0GjSkBFJLNmMNb420m
zVYVsMucZV60NLWWTx+PA1IRlU4PjT8Bt/bMsgRHNRsx/bCJEojx83inbe6WoV2nfxgJ1LyJ5hK1
BOWkeklqMplWcpyALCrDDuQu4UBJhm06xPs2WP5DosiaAzRK/2zbbbgh1jb7CMeC64BPNq9c0VQf
/a7R9bopverBrHzUogjqNAOEPuGBLSN1BI/NB2mLmW8DwZyLCwip48CvkdbwdQIxJgtzvMNg52+R
BA9Qe6KhOeDItG9L6sRinUk/R29X+OVVNgra9a5t+M9+WHLrxpTEjaox26+qdP1nAgGiei1mjNlU
FKP9QnaweC99olPoo44j1oFSESZDS+TP2TOSa1Q13s42CdMpK5KxFnozarsT0FFUBx2TmzusXMa2
sF0agojYF42QziBBAkhr+2naRaK4F82sXjJbmkDpm+NgFBLDa1vc+/UYnUJjHm6iLkLPiDAXAcHo
Bk9WljbjViX2lzLSku4qp6mTlWXTASF3eutaSXXfZaa6nn2wnWVW8Pe01YCclfF28P3lpNb6/kZR
Sew8N3A/S0KqWH0q3NQYF6orqScTzmicfW3x8bF97BGP+MnZmjwqlarLD4x1iz8LpNXXORYWGu1k
GK+jeRkBOLqRGBDrqvs4a1IU8b3JaDWUkh0kSMElxnktmfaS6rjHx3egq4JB1HQZ0izktuzg6CiY
2EGtGC0u27SrS3lMMoVI26lkw92WAcbZypHBQYwFffDWGL+hLmvx4iGIaiwxwuvv5UOiGtNZt5z8
D6Waw2uV8mav4TI+B6Z6T4356EbhPSz4GFFX1Vy1EzTxrNMPCqEqktZpR/On+RyWVrnWLvT0iCf+
thoppCY7N+6NAVrfyHCArAzjPhqEv/YjzpKGg3EOlV/Hz2KjRyA93oa6767I8itv23weD3QRvE9W
VJh3uV4A2kNq3SahV+BszeUWSw18YfK0rvGRBDfO2LX3RVQn73rDel+VQh2s1itvrKIj+SUonxu7
ip21EWHyizFyoA3BTuIH7TNCYudjNxqAVlTYfG1iDIDot1qeA01+3uws4rvGU3vTqHbE2Cj2TK3v
Neauljw1jxYhGg+ygUzFt299jQv7nW9O17OOSrDFzfbfYvKkh8RTiGpb74bDS7gtB5VtqUTfFZSd
8SRuRdqPoOY4sVmy+dw6+sHr7C9mKt8XPWt6LaqHJugeUyN5ilCOhWn8ApT63fez6m/N6P839sFp
QP/nXfD/Qyxt2L38izb4v1Yvzefu68uP3XD+7t9SEkf+wbnEtRi9m7RKaX//v2Y4zY0/UPtYNr8p
GJ/RSfn/3XDp/uHSOceZpzDHEW0PYePvbrh0/vguPqG1R4A2p2Pnt7rhr7u4WKIAM9PIcRYMCj3x
S8VRZ1aFVyXNtMn63H2MeWFOzER5PWHois8WavJuZfcp8E0hu+tiRv9KwTrVGE36yD0iJKvvbcqe
4xTP6r3nWa1PquaIGjvWYv6cEq2H5NCAEA0Fwrv54Z7f/dUM+LEH/l3p8h89Aq6ejBJBJ98TCr0D
DLPXPQJDzIGYStgWEWX4C4k15mPKGoJ12Of4hLMKvjS1BG9cEKPjzr+HVu4mAVpiRUS5OtIa88kj
cT1JXArdZnYjI7XeIWnd4iJxb9D5THd4xQZSgeRkr+rZMu76MZ53Lg1H3MBZ03ECMQrShQB834Yg
fSI2cW+6dxKQH4FZpEcEBthHBlyPZHZNab1vY9H/Jpnq+62gkyQZvdBUtNVFu0R2aK8zpxzZnogh
wbmNDWoE2UxT3HmjH/66j/TXXQct5dL3EwDx/Iu7jn5Roa/FF+ughN5mRSVO6KepKfwehnsbuPuw
K+5/fxX6LyrV+m+N7ppv/yK7uv0X6TFfXzSd3P8Bcbzfhzj/+Zrz2L9kn1+ar68WmmXu89dSYzFB
kxKDEx0O5mjeMkH7a+wmxR9oz0CombghFtgfX+jfojVvma25iozeBeWGbog+798Ljav+AFpHGK+w
/b8ncr+hGHrdL2Z6Qr+TdRDcl2NCb/w+TfphHGEYuEbSVsgt4+zhVpYeLmrXAHm5KnkFKW/rOvR2
XRsaFI2xyPTZ6NEIv//1gnExyfnrMqC2uUvfGuG8yz161QB2bDARE5UC8ekRfZdxVP6x9BZyQB8P
wad4ngkaS9wq+9CRfYZJoPHjaZs4WDIOXVUHt4p7j641ZM3HpRUSy5M2RrUSCNMT/qIqwrs3rnlp
Bv/HIucAKKNVzNpGSU5ciX/ZtCbejvBrp7RIYMCnB6Bq2seBq29KR1RXfYiLTAPSfkCHlWyNLnGO
uYCVkNRKXoU99O0mCVA9EbvnNas3Lm150y8vjWtDKsnoVnJTX9/OTnDrJAjTrT3I/MqdnHHlY97d
jpHV71o9w1qPrWPRmi3GJSkPMefJTSaZSL1xJa+JU3/dI5uj8JLPvtDkLlY/BI00veh2btE70iRQ
eVB8A/WT3SE7G4jB8FALBPOMgR5j0G8th3//bELLEWUuej3Pen0TmiCeJVHKfD+U8Ww9/cgpPO4S
sUt7b8k+qLCJA4Hous3v336mr9JGbMh7Bc3s9U9uO06/g1dZWzJmweUZbMYrg93yAAXFTdin8wYd
DomGzdCph4HhwmrqxvzeTRkfvXEXFkTtxbOwlDiIAW0GDLzky67xwxvOWZnJFoP/LbYKLXaxa9Cs
TKRFvG8pSheJvi7K5NQk5oRXDvLnSyVnufBY6vDljRvzeodavhJH8aN4Z6wF8OdcvOYDuYRzkHK4
9Wo1kUXUE+uEqja4JqwgzFeDkwUfl0HyOhyq7CZWwcQJIa6felsA7S9o9pn9VH1s1GicxyS2GUYZ
0QEud/DGgvTzc/t9XYTPBriTuPSLbxA9uR3GgraCMUUw3UdBjEfNMO0MC+LazILsRnVKPU5TFR7e
uEc/vbsW+wHCTu6TovxzLh7bsiYzt6nbeOchDthJs8KiU3a+AVvDqMRHTErme0Jr5j/pQ44HkCUR
lKIx3kFb0be/vpYLRTPfF1fgWSQRmLYn+f9yrT88OwReJ2KEdLWr45hWVFqPDq9qybJ21lY2P8Bo
KaaTyQp9i7fAMzHv4A9Ajj96PkJCOd+3Wc25d3GA9e+JsmJ0HdoGPac5gfmEDrffWXQxzoZtEX5T
mvmIvR2WCapBF0LMOp3wob+xJv38RlC8s8fwdkr6vpBuX3+qJONUEMu03ylb60PfDd2BWLoMtjZm
w74mPN5KLey2hZl8GfueRD459m+t0csPebVEcxEAAF3+x87EL15fBEtyGFMWdjvTqZjctIudZ9WL
hMwgjXIzz9T+t79MNleaxSbzGNSj3sVPRPQyVnJifg+QYPgorBIHlc7Uk4n5xNvUcOnBJFXjuZ7L
6uxXtjhNcE5PtqndewQHX1tzzJ772akh5JjJc1VyNHZ7+yqSkE/XUQ4UyhYZSRORnZOpGYMJW0Gd
cr/8+nPIy5Ll+3AbEQVVFQsJlNvXd84yiHvz0qDf6VbBnWuU0FsHG9kHZYTkXcke2LqPyAUHV3Wo
0LZt2rx0H4e2up8UDU8/CvF+BSbAI7a9rU1GEYZeYrdJEyBplhX0jf3gO97w9Xft4fUykagI02Fu
evka+WCSsGsPO+w7izw6g6RKtOatPWUTUuOIGENemGNnmznC6IEsw9I/m0zucCrXyAfnZEKyEMz5
U+k5+tYsrW4DmiQ3VszGp/czgiKScYrxNhn1O5d4i2PfBNeGlQADGVy2WEJx+xt4VukbNdDPD/Hy
GqHWwlXBsfdyfTC1V3tJIfsd1D8mKKnRbXvmfrdUchNqRpW88Qz//PN8Or7LpByysVSXaGo8pGg7
A+JLzHEsPoBn+UrREWPubIbPIoyx8v76WfuHn/cdkciBHrkO39/rR62p+lzbaUc6Wmurdx5wom/G
PLpXjGbilTfU9hsLrlye3ddPCgExzNdhBXrCM8XFk+KmSeGFqBt2VVPCFbTcUDASzh8HVDliPfXu
DdMs9Qh8rN+qARcvY4QCc75Pd/iuw1n6ZGkl1hpf/xv70s9vHVdmO2A8sTd4vFivb8WgMRQS9DXu
QDSkSzK3fA6DCGNB5nQ3oyaPLUdL8E3rns6rWbRviCT+6cfTdFs0GR4IU/ti8cK0qSIT7BbT93R8
JwhN+WT7cs/Q3tNb3eJgRnj91WsJeIsSw33jw0u6QT99L+yGEP9paQB+vngQEAIVlu3ZA9E+1Cwr
r/PtpwbnwjoDO9VtUN0/oYZw7zRk5Bg5xrERbn8LrdfDXe5ZWbvqqsBYwfUh1rQrwr96gV/Gfw+/
EUeWTWFZ/Nhw+enu2JwgAddaCgWLxz+vvxwSSOMhF+h7HUqBQ6MS85Y2ZnTOzLr+MNjWF29Ad0jP
29oVWSsef/2WfH/NXz21NodYl29mUR+Cpb6oluK2LmfkcxZjk8Y0HoyyK98NwvIHHO28VYiJS+DF
4egAk25TJh9MghlYSBmR7YIAS/926c8F0W9BmaoclKSXp1r81XAq0kKxTgxqQTQZKBZEqa9HcrY/
ulKfO6NQx1/fhn/4ElzeEQp+GoA8DMsz9EOxhFc5GH1LKnQgEBxXid/LP7UN/WLKHXev+iH/4kIL
OWCw4N+BqH3Lpbh0El4/pTafld4ABiNF6epfPAZASBwERAymdWBNWFX0TOpgGjO/O06mqE8Ns86c
jmBXR5uUP3KOcK8Pd5aWmJ+RARbLwxu8KUpbeh8/XZdDHc+ZaPla7MvnAxKrlsS67wLEmvEKgz4m
aaAlBcRF0c/RFlgxETYTNwYbD5ZrvDJ929rrPtbOcSxEL9c4KDwmQrKc/V1Bana0sgAluZtqjuxH
1P4A8gyE78G+HUxCVMgMHt8ik/+8CqALo/PCSdanLWsvuR4/fsNNmePJlpp+CFrT4LB0SzJ0vjUt
h6iPEDwFRaiwN1gtBEWGgyNpVQVgDzdVdgoTSU+aYSqMEUkjMoNAsQCDGG/XyRsl7s+PosnuCOXZ
50nEU3axWLslc7kYfNLOoPmzSbPJPupOvMd67V+b8ZQdvFpOn22svpNjxrtfvwc/bZoUOEi56Xna
dL1Amb++S4pMSOZisUsclWU8pEXY38GbEeeUHO2VYJj4Rrf5e/n0evnB8gm8e2k2m8p3Lx4vGgyt
IyPMZ5FbdJ8rmCv7jDMvEkclzoFlqBIhlz0c2FMZa4e+2KZjWh5N4KVrFwTvTTnDybJxg11ZOezc
fIprxpwZ3ZAcfucHGLo4ZaaW+moixOvXd0taP70ctMlxBwoThyrD/YvvKooEyJYuFruCJ/zGanz/
SRZWe1VCBnzOx0XgMhpRjpN70md/ybKWWJA2FdAvukdW0u9qJw2LzRuXtTzLr2+qheKDfyB/mmgz
l2/5h9UMMIUoq9mad0FDpMOGjC/GxrUZVEgfVFC+Rx0uyuMA9DdaK7N3ym3eNQ4hIZZ70nYA7BH0
GmTltiPOyJ8Qqu2GnHC/q6FeIHxWE/f2uTKH6L9z4QtEH+4VbQ9GKK8vnCfBLJzemHbSG8Eo136O
iiftHKbXrhN8LHStJ4RdWUH70OogkSdSDp864IHwTOiQMlcxoBWC3SkkMW8ujAJQXyW1tlgq7lZ2
9n3kKnSqb9zxn1dvdisTbgLDC2q/xaf84x0H3grrWcp5F9dCQc2xpH4BqXMrMyu8h7CKCC70jE/w
tI370IzaJ/IcSf5kZHyTaF7s37+c5WjKtMuCn8itfH052uo5dVDz7xwXvVYYWGBIzDFG9Gi310Hr
VPmmjdyTVw7+CeDjeJNBj7jmF0fXJCjwjav5qQBDoEWNsyhOuUNgAV9fzZSViZm3IxVOXO4zayHE
iLwaHgwiAJc2hHmFfKvZaV2Lc+g03bsxHTFlqbbfzlDA1m3SzHeLoGbtt332Rtn+DysQJyDctlhn
2OW+zwt+/OrgToVuI2qy2oPeUNcl7euVD5mhujPGBtxDRjyy+x79nN7bpjEIfGaTNSIiZTS8yvLc
KGGeuiXB3A5izlVgO0QYeYFHDrCRzlF+ms3CKmE+1Lra1HYQlbtsjikzY04tb93qf3gOGSws1STN
ERaAi1vtVczuk7SXO1QmySqOzIZjKLrXMQnJE0YRNl9bJnXEAMzS4J7cWU1Cwi/j+X2asbH/+ptf
BrGXCxFLOmYDZrLu4vV4/c07fHtRx8lgFzn5fExEUdwU6BzRGNuC8F9toTudiPYrfBOZ2DgBshYt
/oac+Kmo7sVB62FBvrBWcDIJiUsqyVQSIGxwXILNHnBxWp3xhFsBVVseJZ9gye6QaOrPcTkmH7Pc
dZ5//Zn+Yc3nCGvyaaTN6yUvjxNNkk5G2jj+zuQFu40gAV87Tdjs/CJLX/qFKgpoptqaAo0+cD3/
WxwOn/kiKtCYU/SgRfrWmPIfL4kDFt4lpkH0rS9OngnEBDNl3rLDPt6cG6etIKrgZaWtTGgxtsm9
k2XdB59d6YZ1AawlRdzKaKSznfkot7Mo1BtVzPLNvt6CloACAjI43dAhu1yB+taqR1LGgl052c57
+GOgwBy7vKamRyVvlMY71br54dffzT88b7R8edaYizE5oKR4/byldoJ21uPsABBe7Wl8mgddZO4+
afNxT9J4fuVzER9ikhevqlbAYLDSl8jusZc4BXr3BYIG8dtPixWUvCvbJJrV8IFTp7Mk3rzw/XZf
5r3cGqDcj3NRBU9lbyZPbDTn1sB89cZdlN+bBj/eR5AAi6FhIQygZ6BRc/GJssZctkSxbeO68dfW
ODvzBhGP+5SgfRk3Rl81cHKYSMCrETah51Zn+scx1y08lYkjJ1Q9XYNQza2hei7MMgw3JtHCM/kw
vTBvJgxgw0oIsgg+QZEbtz3jiP1cgEBe94mpwk1aOE92Gk0fArLfGb0U6XM5inIFXZ+cCwzGxcao
pa62wGio3hMLbtMq4DXBtkZ9DIa2Qf2cksFG/xnAdrx2IjV+sgsPk/+cxpKuZhpkJ6ttw2Hbl72s
106e5msYy0B8lEQytClgClEQELCB1VaJ4caFMwC6yraCe24dfOMkadJvTUcI585Ix46Ta09M8FVP
lRMcTJTTzSY3ddvyAY0uPVIhpPc0cpo/Y9MEHTvx4SD8E6+3YTxABEQts3kbl219o6IeVmdWtcTo
lKQxA98afBIhayi0AHRHqP7g6ybjqgt0/SEIVEUKK9NbTksg4wi2hVxQrLuuZLMH4u1z1HA6FIl2
3R/bbNbNzvIIsyWX2FVb0TfWrd/CYD3JkhnbNp2zyMHm59WAEPBMBPtB60ruLShTD9w8lsMmXW5U
QMT8mrcx1RvQV+7XvC5yDAm/fsV+asDzQLKcA2yhXOfIal+sNVUNuDViSd/mMpYnHIrFDiMn74us
Y3JJ86yE5J5VO8kmfiJ4KD1yfpRvHNd/6rXxA8yl2bYMvjk2X7oHBQGnrceJkWTESh/RpZGtnNhi
m3nxTYh/DQezA8/TiOmmhs1VjkMMkhUZFAxF/G1I7AR9oLj99uubc3l6+uuqqHFQADGbuLTBVjWr
fz2HwbaZ8uFblo4VoHG3uevBlH+ww6zc/frn/VS7sMJxUmODxZqOZse5OH9U6IUKp+ndrYeo/JwM
QXpqRJR99Howf7Fd826EqrhBzx0e2zlHyy2ifjlmyXhcOSkotRUhOvOzg9UQDpSZwGJFRr6uXOda
5B1rRJ3OQKnxWq4U5hvx1tOEiOZioyC1C/ErkiM6L4Ly66Jy9mFUEB6BfwXQ+QzKSrmNtwQhOxmq
ew3m2Jmi6BRkLGh7AVHvseb5C1duNwtSrGw5XI+h1w77FJhvuZE9h9q1k8XlxxjzDJZ3lwjhqADX
L4ECv4RpSt3dF0iEiWRvinITi0o/gxm/MgI7zPeBi7PnVLdtU6zjtIzG+yj3ynhVmh1R3TPA7g+R
Mw8sfGAzCwSaMRCGsBJxcmiHUBP8CDKWGLKuL+dj6GWFvvODYGrWSe7Zp+V87W9M0Uh7C0yk7I/p
3OefIVLH1S6BFT9vA04Sn138lhlum8RClO03FI4wILp25cRyVieoWSaEQq+ZznNKawyIAd8XTbvm
KwtEpp9owjSfo6ZAnlx1YcRxKsplfiowYmIRBM1vbbzcsm8yz4LtQLoBooykn4cXJdBz7dSYgJQp
6fsN+85ZBkwoXYoQ77AbjmuHsa3akhJDKnxa+xmxB6YQ8Yr7b1f4dGJvIG47zooTkS5quk6aHMF+
MczVfhBDcG1iT1pPopqXe20+BKVPQTS15GWuAHqoLyxAHo4pvwM6k8TQO8YCyejMGWKXi9w60Ber
H5WlC+MQlDNnCSuxUxSfNGpvByNf8opskhNXHVq0ZBOlwvzoxYZ/1yahC3RNlqnYshUR/RcAmIHr
PpD4Mmd2dmeUum8o2nuQCMWAdS22+Izl4BTtAeipjQObpIYGv6vhjNvWEIW543d9uOMRjeFVB0Ex
e3RBmNxQ57vRafTCfu8ihi8eY8OEPjiPWVs/kW3ZtXeYJgsS6RQb0xaMtfE1hXQoj6HNngmItVXO
1gmK+p0Rar/f+TXcfugyZtMSca1BTEa9okum47i5AksK9DGbFMntykwJcIHJ4ce4Jxx/qO+sPgb0
bsVT8Q4/tcYz53ETEFWnolnbIun2OQd92BON8vS+guHan/s+lfxmmnYNXT2YuzuAFx4px6RBk/je
AYOGaj5t7BzH1V0rNSb1hGjqbC1GaRYbnsaUnIzODa8JvceGEcxj/FB0eYw/CVz8eDaBelaPxlw5
AyiWVgzHuAH3B+J/wKs0FjYscQUFnfHYmObJeSbdWm95wXM+tVWN2X420ywiR6DvNwMN/fxbauOL
WolBRPiLqt5hmMKfJ/MeW81IFojRkdoR17JbEbNlq63hVWm3Rg4v51sePTC4BMkD3VYRUP0QLoq7
c8ABnGWLGeKQG0HNos6phUPe4H8aTNWCE5IBhPTYbc58kS1z9rQbj11qGPaKRCT/sSkYI9+xoPQT
qF05greel1HMwBT0KcMdyO7lEQlN4KabrnvJvnldLTg82DuUsjupmgCSIci/FLa0GjCj1G1FBrAJ
2BHn/uQ/5m2n5KnIJ/tRt/Hw1W46UhHqsifBCxms1e7MIcujA/xEpmwG3ccWg/PcfFRmldnriszE
etu3FYEvhsxKnPRBaDQUlb4cjsJMOqiiQxM/p0PnfRsATTwrGPX12jZsQtWFjSzgqs6KJdg9Hzyb
KPcCdHragU9cq9iC1mm5OX6TUgwav1bZPjuMe5s94o1hpp9nzPOmDw3l7TM84KBksV6kdxFPjAZz
WlT63o34oDvELlSMo5nGRHS443hF7GL2JZGekW8RrtsJUgd7VvdCV/qEE5WKj3wPOTBta1rnOiIE
85ORp6h4TPixI3adiGqFwXqjt7XtZHg1QrddhVnHq04ne/BBYGpSoezM0/ei7vS7uW0CvW77VCfX
S0pdBYV7VOY732rVn9xdu7jKOWCZ25Yi6dnANAl71VTzeYBe+80CHE67ee69bGu5WoujgW+UIjiO
GkLMbd8INvh3BxN7Oq8+WTLAHgDQjOG7rqkgXHpM7ayjEwbj0UiSrDumXV0+YqAQEsOWBhY1xgY0
7Bw1V7rLDDngQfLnPN3UrqZI8wRxsiusPvMW4qXW66aPACjQQ9LuKm+8MQKWVNqbNDXq8IDaGKZ1
EHae2KgC9CmgTJx7GPjz4mRQna5tP2+498VMssFk5gqbUCXMp9Qt2/gxMMCQHTuQNc2pjLpZHwpq
Uyo23T1VgHWvGD+H91PKO7qdyIy8I7zA+dBjbhj3qRBTdz2V7fjoWm2ERyU3rfkWiNPgQDp10Rqn
sPkjYjogCa/5LGPCPC8e3A35CRG1X1I2SKJqgTIjkYAsIqKtBvbo2Hwf4b6GN0tyoHXFc4BLrrQz
/TD0bjCTruHiQ0CFh2coG0fpbuVoVd49s4OxXOCr/rco8bgvnlnToqQ/jNnIGNQcr5NI8l+xdVkd
x94er+a+H7qNt6xeoIlDdkFNRWCia2wsXCh5TPPN7+h9TwOSOtIH6incJakXlDvNv7IOWU9ywcpv
EnkCPVWTOknazjNu7Sy5Guh7T8fGc6EupGY+5JuByfQp1hm1jkceqr14rVB/GF0Gd7QrlF653Nab
FHGht3Zzy6T4ocS6mgDcs/cmbhdt5my2xbrJHZxkjgGPDGT6OJ6rymM2OyPM3lWxh23dH2kwn4J0
ZCMsmIRQFcQ0vKx2dh6QHel+7diZ8J/yDCfKDbl6SXTVhZ3zGe0amFS/NInBipqmIKGjJkJkXZi1
fom0wsZpdxY/jVP+/NE1crfa9r3f9GsIua29UfPQ6jXe2wyq71hPD8nkzHqbzcb4FXereHFldh/y
tnBd0HLhzhkzDaYON97eqUqSSEQprPtgmnG9LV1uJH1MoOS1kQg7BmqRGtcmARTTyvVH4sD60Rfg
jvs079HelEa9ir3M3eR1T/5SgCXwpN3OMA74abk3Qubhu5ju64r+ZtodBrWkHLZhgeTApKuFDbQq
EccnGlXLkZ7MSOZXaOqHeQTGsnLnWn1zi2iEL6GhKdxDpnfLNe+7E+xyK9L3ymcQte2JbpoR6ZhU
RyTzUQ632Jh9TuozVv2o1v6JfVXpDTJVIpVHlLD9oRAF4QusGg4h71nvTGvi7MmpwyytiaSFOhOu
g85S93VtQZ/g+o2Dtoe6W9cs5ADBhoH2elYpAhvtylNHtwgIZQEnYDAQ9LRx6Bpv1i80PsU1MVtE
1oFXx2geQgcq78KcUKy9qJyIsSb8EAFpTeb9Cpd5wbE6ArNB9Oc4770s1jQg2jay90GlHEBBjEWT
Ix/QCR7KLjGPCNCC+boepiG6VR55Osj6CHffp5Mp/6TpZA2nscoQ6itREXaUYUHekkPCgDJv/eJZ
xUK7hyKWTs47GlsvKaeObg1RQKF8G7O5uRmMicqyrFRYH1Sb4l4MaumWG152QvhKn3hJYH/WlFsx
wVhR9hLK3H2X+R5WbdPpMK6aKqvNO79Axc/3EsIQcIzR/ZgmKvTuqopgkB0WNNYhrCIRULi6c8IP
glFZeLCHIrrVXW7WBCOxda3dyFxgODnJAdagliRMRoTzGk7AkOzSOZQ2UMe5G86J4kU9WzNtjtuh
UnF2jDHlB0vW8wj3t6bCiLBimtgYmpK5duxFwznyOxVd1VilE+TQ6Jv2ZdthTTPb2NjU5cSaGltW
/sAjj6IlRhKL5oqMGw5hca3KnSyn7EqaHDQ3vQ2QhCzKajib5P1BNxwaKa9DCKqY0dGmvODVKu1t
MInyKzloIWB0L6+OxFvWITFYtNAPQqT2Q23VZkmOM4KxLQeWQB6iApf2ivFKCHAuI/hzrfTAlYyu
Q/jflCfzZxGnuD2HGAsielNfr8cq4RYaNVv2kHcesXwonHCaWfAZtjEj4O0gp5h6R4f1t5C0gH41
4ty0bhLDsQ6BOeefrXHgVDoOlYdQSpdJtIbJWH8bG+q3YxlnXbknfczloF+PfYi1sIyrrWEEIQnI
Rl/QM1RTt1gbXXul2rpVEArwQz/khZ67Uzovulg7V83T8jYM6zq3O1Ioh7B6Zl5ZP0qe6HhjzxWh
UlUyDhZrszeKdRZyFFsJD3YyGGUV2+uktfRel2R2bXWEMnCQMvxzSJs4vaq7Om0ZN1rWSWdu7myF
qiooBECFSD5xM1ttlIcCxGHlMjeZy9HqzPvc3YVD4Xk7nYviRSakk+2rGHLXFWuvvh84SsDwTnL7
a10MkghTMVviEZt3fhXrkHTY1CzW1CeyZABJtPCLb8/iJgb3b4OdJzwhLJPBe/I1Wr+NN1fMK1oC
UMwtHf22/NMZJ5B7bSuDZh8bVZhtO8C7T33YVf2RiVJwzgGkO+vElI0iysUy252UNefZJowzjxDq
zu3hnMxusotDnodN4BXRS0d4lr32ZNP4m9Hk71ipyYfOXY+ckgAX0Ne4M+Lnjpw7qIdhNT7St4se
mroUX3gq0nQbUSEVq8EOqvlIKa+jm5AwhnjT2D0eVUlGrprczFriBagPXADZ00a5QzveB9QWYmOa
pUYkDZiyXNuyltAMETWWhAw52j1HM8EvZ7eouZxyantg9qZPz6BxmYmsHWJiFnUKZeqtlTt+hS9s
Snoqj0nam5G23YNC0zVu5p7Yi5LXJaiNlU/0QH5HFZSeC+UZ3TnCcH+AEGWa19bUuR3VM5atO2Mw
ibgpewOHJLDQ4aEWMQ0DS4XttC/ZWtx3THkKQCioETFmhIavt1Y41tZtlU72fkw6oIbCCPz4wBvj
f7TQgW4x3vtsAhQt8xFIlk0H3TR8Z10HURO+i0JA/0BqYTCpIndPZOhinBOQDdS6mVoB10SZkkyn
qCEJhbgOn+WJQd7Bc8fZoy1MF8haIqhuWujM5TqJUSatS9KhBsJY/Yg80Ui8DNr1jHVHpXNCeSRg
aY1lpuCtN/F5aUthIB9iOW1rj6j2B3+iww+gYUCtUoHf39gYgvWVLYK+3M+EIDCRIjeZWN5IDleB
68zNVpWEKuxgYC1tX2SU5Ej1cT+4a/6gR6QFUk6orcC0unVC6IFsSQ+b6vRYTcDUr+zKF/TJ/aKj
4wy2/75pA8PbBWBmjs3gNqCsgqD/FM00GHY1E3+AAowC6lvo61n55NfgbW+szPVjxCyJS7MdATbb
pDd8bKBIAJytkWgTyAmlt4i6kINNmPV61cEALu48g4r5SKxmQIDvpLJ2bUwFe0ot26g+jPOyZhII
WBaUHxyYj17a2TjyIAKI55Gz7LTVA6XPFnpANe+qBJjZqq3S4CVJPNbBEZ5HwswB5f3G8ILkkU3G
AXox4IM88FgJMtkkbbMrw44tDLpB736OjMKBSkIE4rRu6op4LDni+Njk8yy/5JKu/DojOLe/Bw37
f6k7jx3LkWzL/kvPWTBKIwc9ueTVriNcxYQI4UGthZH8+reYBdRLv14djhx2oQooRGY4ncp47Jy9
105ibO3lVB4I+LL3MqvM9LhAGmaT2PX5KbXKTAcQsDgkUCz69JIQVdaSjzNB+B7yCOmAF/O0+ljD
PV+VdA+CwUX/EiTSap+JJyKMjjXJbjdT17A2VDbshf2AsjbetYjk+DbZ09Df9GBEPR9hDdlvEFKS
60mOCgCuG7vNUbZsh2/LnMj2qcrS7+aY2WsAXRpHByN1ANzlcKmb40imM5jcTsUvzKZIpjCdkcN7
7vx1KfOIwQK77unETmdgglcN4ZZYKNMM6FTFp8SrRy1IhtgETdo0UHOJqCSVKRJpeo1VJwQI2sr6
ClgDG/ewGWvrZPPheCWKoSdQPVbWD4+OH2RR8HL1tWXSFdkZdRIR6SfY4m/Eki1062hPTmfPA3J3
X2cesnRZ4lPxOzryL6qQKTDjylMsyCS2yVeza4sXSDlMJEveUes20dLF9sN+HtQR4391ncVa4T61
vZGi9HDi9pSTKaJTFTYw/4Ae0At0nGgk5wiRaL7vxhrvy9RV+dsoHYk3ynLT32zsq3Jf19kS3tjT
zAy2rJT5YywnAZTd1l3Ctvixa5CyAbknIaZpk0Qx6VlGbmv3SACtdk/rKNkyoQ6p2qZciWt9Ee4c
cFMoxE2pmXjfE6lTHkfeG2K4wdhGqkjFIa1ThoPjKPO7uLbnjj4FV5KdoYJlki2Dx/6pHM9tsRj0
u6Bg8kED4t3vPH1u1EbjjGZ/qIig4MYgD4OfCYl1kyeyeENpsxzdfCCJZ57RseShiwdNLHqgseGa
yV7vypeZ5FCDbdOchASX18Zr2k5OHICGRKiGB1nL/CEsiONADKsDiU21jmBV0eHCr53uN71uJe89
M5nane0qrX0w+To52xZ9SLlrF+nCJCbMBeRyxyD+JIbFyNdalwAST3OL+Nos1dQGKm8jCHUJW5wN
91od7ZAPWCAhayAw7xfKt4ndOoAtGhont28mKBVxI657s0q+KAjl1AHunLLfqbwZjq9m7FuwAFkg
E5cSc7ZzjeZhDcwgsKKMbSTbmvguIlPDAIHjLgTuIR66tlwvaU7Mp51uF5uiVACLwf3cCDnbNgGM
88ieRm+y/jvuZDgjs6vafRUjFc9roX0rHGAkKC7JVKJELHtaInV9jTh19o4hutSUkkGb7R2AkLwC
DZqTlK7b/WitTQsJAJtUYHvfoLeWt6LMsOH0SzWTIS6n2XmmiVkX28aEFh5kMCiaA2ecgjxHwtht
yQ4OxxM8KVv7koamWE69oQ/JAZ6N4x1lOqZjELmC7DE36YCAJ93YZjtbKTVvQla05UxIZ/Nm1jaB
uiFW1YZSohiMvTZXRki3wity4xZMojhSWPa0UxejvSWxNNcPpFaCVa11jyLco/fZfWs6pDM3KjdV
fprsqn6xslT+QA4Mai8u+1jsnbwBEmW20f0YYsjwRSs69gxtlkIgdjIY7V1k2n5L8Kq1AhZQb81N
FQsfDswwX9mUe8+LcPg2qchMjaCD7cV42Vk4Q5Y1KwssGmevHmkmz7KcVo18SAsqKNgRzrQsu3mb
UQ7/qOCe/RDVEH0LwfjMB1dTISIcwpF+0eMbjpYadLlrRUhQdOU1pJDFwJe/4BcCM0fF52Ao587Q
840NGLCMgwBGhSQb+VZjtwRg6/K5ycTyKyMupz12tV0pxB6FSHe8z7WzjwgHTAN97M3p0GSZkufK
W9ufdIZVfE1s11htiR6K3T3Ja+KNLqsVvsgmrZxvDG/n8Irto1VsvFQn54dYpdJ9qBElmez05DS+
OcbsjQHBxZ4Z6MpCuZryJJp3S0NR4mdmQiOcaq6zQE/J/LojHY+Ax1Zk3ysPgk1izzEpU5Ml93mi
oIvFi9nC30fGsudicJiGID9643ZLL6GtPRwKaTh37abk5uQ3MbibarcwlP42Tlgr7rAKJURQyTGT
Z2rJISBSqoYCBmJw19BoU/bGbMLQOdjxWPyqDXKaA82qy/7XXPUDCh9FDM5maaMR9qYr2NjPZQGl
jj5A5l3HdK7uwzJzaoZkCD58jznIs9U0yXwFwW4ALkmtRapLzheBuE2+XQUP7FMX6kO9FWaaw70i
tuGUDD3zfTMh+JDerjUYQZa2Iv892Uua+Qp9Zr2z7dJZiAz1YoIKaZBbIWqlVh0SoHpNoNC9/2I7
nc7BrBvab77GbKhqbejyIEGuKL6ABXKSmwWXX8pL7NWHhPhY56psTTRLU0PH3pekG3pkH2ca5Lly
bh4IF+KFLcqERmoSEym9rXrCBeC9hUYKs2ci83tqMx7h0DWLYa8lXIDNCtLEFotcWm5F0ZgnrYg8
foBw4MSyYLeBPaemuU8LgfBUIJuUQVox//aB8Jvpi2oX4A12EZnhIwO46ha5SA9NZmj77DyMtSn8
AkE3PLA+80CbEVJEWINjaL7qo3bY8gfdJsU2/BNUk+kRpTVZh0xvtGfVrKHnNXBDFbBGhyH7LoNF
jeaywKCHpOMhihk6b2gGmEctV3bl4xw1HX+A33aTEC9GPtvc9WrPVeJzQygSSe+di9mOF8ylPWc6
Ud0RgDSN4GwgLQJkcjKELgo6E9pfa3acgOahRob6iCYe4FAC654cM5pzoz41hd9Cs2Gr0RbVPXZH
vdiZ2jLK75PudF8blj6gctmQbLEQNkRqJT0gRgMGK8zhaXma48bVTwiCSVuy1GimSGFNoW3NWsbd
0SVpGJgcaGb9YCdL9ZM+A9cKot36OvXZSOSfkdRqX5D4te9iRnO+yNvc2/cImdlPVUkkN1EXTk9d
IaufYWcrBqpMLWE6h2D+FQJjuETs8iKG17IF7adc6zw29cIoltxn+6+4Rgo52cXOnrd9sM5Uqxjt
utF23tgKNcDOIJHY7Dhy5Z5wYKEhCauUgZsciamjlCGubJ70Id0yVnLXvqih35JIBs4Q+SYLZeLE
qAzoMrfXAvE2YXxKj2JKVFIb4jwcCRLkX7kvCn3MIZ6QPX1UVR5fCZmM8ZWdeO3blFlFsyHWTctP
VG45fQv8+LuMlXjYlUSvpodipIFDa405ahAvSpW3sRQIlSrO09lLNKzWzs0ZAjJESNor5oc0Css5
NH6nUUaA5kbmk/0lbwl92oVOj34BEOFy0JOBcfpGM2lg+602hyJw2LSaoIFcOjG6k5vsqcAWbBui
DPkaTnZ46qZaRNuuccS3pBxrGz25msbPtGurcOad0svGtmyt9g8XtSP4iPdKrygT7Nn0wdtWIU2l
jqZK0I/2cBJaMmIgrKJfkQgnRtW67HZ0PkiCqxy228NinmbHDTexWozTsCzOIataQizHPn6seWcp
4KPoVRe5vSU3wSs2RAF2j39WolwqzvnY4LLjF7eBmBjCuVBx5MUMaZRxyY6QVmuTG0ZyjKX0mOuM
5jHvcqYopZxonDK9+0RDIi9F+JhxV6mlbemMh/n/F8demTiulVXLbrSN7naw0aiFvaUbRC57It85
fLEm5OGMv1OAcK4Kg5bMGWdfSGUSxugJGA6JUTjdoa1LYSN1d+nts8tGI0d2OUAwkyI7OfOhi+47
VaivqTTUcqMnKSmS1Ksqo4ivUTCTHTOEDDSg/lLo0aMDO12P5LMTnALbiukPExamNPa2Daeivony
OX5ObGs1aTeEfk7aiD58bnr1mODONsnh63+Z6Jl8OrrlMyrY4Y5JR7sVbjpF6FpGG/FJBxev3KAt
7Wt2aVxqbpKT3FOiLM33OA0dmIM9Y7gNNob0+zItRjVvKLYB7NB1xhreWbYm/diusl8FtPH7SJ9N
cTcA82IUjp5ufIijFqqkbqG7YoUOq2/25GI57iqlfUO6grxcRLFFkn0NWY4ua67R0TYzYHzF2DSv
qQPU4jPJ/Qfh0HrbCR0wVkLE6mt8/75YNHtpv0v8nbnWk3NKhHSGH+locPm3Zr/CiOUy/mi97HV0
muSN/Bm5I9z6Gj4U8+bCGm9Vwu/85xfhgxZ3fRqJm4MCAMRbIsJ//2vF9EwMeofTDhVKfcPHTDx5
cdrvLegsXypm93vykxkwul4L+nIIzSfbIRLRRLXrG0Y8gu9VhfmJXu5SjcsvxavBNTIkWhzYIu9/
qR4m+iBw6e+0vI5OLWno606hSY8xiyKoxCQ+2khuPrMhrG/euyUNAgMuDuRp2GFd69Ji7Miewsli
mtWBt/WTtqPyzKz2BjE9ehIMz4zQ2D1/0Rpwto01PvNjytvcLZdD5EixazXdu7Mz0W2XNqNW+vOt
+m+/HXwP1loHZ724fIB01NAZY1B9xwp7q7KyIzE4K5rrGkzrp3EHH1Z32OgOOjdMBjwZSD7e34GY
KXNMtheLttbDR+2alVafz922H0XyyyBS02+SytgmVj1fl5WgJZ7XkvE0RKx/etoSbhF+T2STQsKp
eP+b9GlfK0vE0444xP4hY+tOuynxPN9tlvTXn4/18bNAIgjTRYFOE/fx5dJMc3JAXhEvO1PWbMwl
+tBNOZoMBSubLVbHuPdlcNnxDxQDnxz7gxgTif4KdFuVkVj35cX60E1uyNiJZ35IrPhBFUwAXGMk
ZdLt8m6rA52NP3mgDOPyecdMT0vbwHOF7UFcvmY1GxfNTYxwi0MP7YoL4ShmURLVtidTKUWCNYzH
ASjsiPovg+jdl3q1p4HFFp8tkTjChaYiUUupDz+ElmUdEUQLDcqMQoDnhSGAuQ2pEuEH52z2yKpv
u5O9jA0UhaVisPLn26dfXkNyYXSGEiDsEH3z0FzYAfts4ilqYjbwaJ1/sN9Zyk2JbfEry395biJb
vRJrisyymFnTCkm8PNGedDPa1SHL5xf2mznSDW4icT0MmvltklH6SQLBf/sl18IDwyL/Q+x98UAj
EC8K5tz7gQBhncDbZJgfRaWRwS36Se9OuN+G/vsnl+byhebS8IgS+oeQm1TBS5sm+iXRWiB/9jXh
GEc6PzWVmWU/UKMBs2Zifm0SpnxoZ6YnGxi/bBiVNCMIzzSx/vy7/OVO/vs6S64mJCvWl9U3iv/n
ogKKNCOpBPOnPZBY9HWQ0qdz1XXGtZ1Fi7yqHaNIzgt7PrDzYxTqeyx4qTy27J0wE0umGBsPW7wZ
YGX0xisUrwwxEJG1+nmsiRTw57zjT0TbsYxrWWffMGDJSYs23a45KoPlbFNFsYgPRleHV16CgmPj
LB1t43oykva6QOUgT5nFOndKdQCGV/ZCgy3oFP2dzWIpAAkJnTmDOYOpgduvEPNS0LLHukJ9373Y
sGTm12hJRXpbtSUN3ambl3M9Jp5zNq3WMm+MHiVTYqfCuYp41HLfGmIMeeRgsTFGj+s8SkzeYaC8
wlZ3aNviyad9iTWixQm7//Mt+WDndvjcrgRKG08/JfHlKjvnfUm/cRJ7nAciBDLg1cmGvic+s0hI
kFZmg/nPb2zhElUA20tDEUiUMQnBEJzPYnIVop9GtOMnpcDlV4912DAlHKaVBYF+/qI+wecpoK9F
837J+zjo+6jGmZrxtkarVfUTPxof0oslEfoGZhQII2xtqD/kxXevmlOt6Jw+2iNdk82qANOr27Bq
st+FqZFYZOKKQMuVIg+7H7xOPXmDm7gn6OtVdDuPOFL22RDZ4lvkDuy3Jxu10T39t/jGK9DV+ZEX
jdY5Q5Skv4KHz6evTZw0RJ1TJk/bGpAvwfPgeM3AVoJyv5uBIV2HFf12nCx/XfAKCtjNIsKIkCGu
frqVk4ogbGZKMyL+mp3pT0MSTfOh66x8eZQ6+u+NaiyTuR5EE/3gZV65Bz4tlmCdj754eui+9VVI
FyXSJSS7iK4chV3Zz9oWUFvxzSgifS90J3ROuT4jw8WlFQq/yTAu4bQHaULtb3a3aLhbgM0VtRVB
CCH46C6eB4d5VDR028GEuPvYMbXfO/Tdc9+ei5XAL8ZyhwiJICs7rslCaQ0cKU2jDb/riqCMevFU
/pNvBx2fwjOH4oUxjdH4fZzoX+cpSUOfcshsn+vMjo5ge6fiaA32+GBWZNTgbQyr8GjKcPplsrKy
xFd45H0zG4avrll66qiYHpoBY+ruZf1kkd2NxDQmWl3p7aayYjffOG5u/tZzg9jPKunntxIZ5ZeV
Ji1/ZZmLHl2LG6dsNkMYZinWbkWCJFmXKUMIHparmYZk5pedmpyNdDGXbtHb5A0KrHDYWRK+OHLG
ib4iwx92MWh/hpXPnQjwaVmRKew+VVPxW9jC5GPKFcfAQnjm3mHDuvhCH8pXd6IPvJHFaNDPInr7
Gx9IMj4p22It3VeTtLdGivbmEE3pbDzhnsVybCz9eLL0NjnKUVvcLcI+FyM14zrWsyGt3UMO7qgI
7Njt3qZ0ZO5Y6BH7yAacg7ZBAcfcAeVar84NH6B4N4EXiTYa+9/qQF9Clud4qKOzAp7YnOixSxxZ
CRGmG3LRkx99WqY1XmMFBE7XE1jlWatXTC/GRS4+aza3IS5tCy3xOJdGwPgyujMS1O/0dew8CzRT
EVqpFfZMgL3TFV8EWmd7o5dTcnbHzFojhhz7bUkNGv1YU9zaV1U43xb89TSoWFbdW3rkKGGiRbub
Ktl+Z/dPfHvUaDNPQNH9sLLFNnaUUex1JJZznzSZKfdnkrolA+KYGBOgEZ5vlAXlk4pDI9qmrZmc
HD3TMwJiR/R2WlF+9Zx0PpboCH4hKmmOTuYmjIWNLLPIbgOYcixN7iAEkxzRJUYZtw409rGLn1oV
GWtMCs2rxLA9vtJjiRK4tzvyQ10MshTfwBVOIwEwT7Rjh/Y66uvpQei5BGpZ1PoVmk6tBWlPPMQV
jUuAkXKRMnxQxhJ753TsUjtA2sJD6raL8Vrqgo5al+Ag3NBQ43KX6BYxlemRmIKWMnbaOtlE7GwL
qo6k0SbM7rScBNXDPNHaQsmWknPjRXQ68PBgVNjkdthzNewlQWnkRaxC3qrnkaHVXZU1SVdbsJeJ
SSdaK++R7ZNLRJMMYvli2w/JODmtb7pRdV5W+/xGUCKYBPUhHtk0U6aeFXKA6kTymhWUeAFeioEc
L3+etZJgzzqNpuNINOsLPS0CFOi+WJG/MJQpfHxbJM23XrzlraAloGoDuIxeJq9kOFTjwSua5BUX
Ix6a0ItI0jQI9HiKSMlNobbJiZWPaWLJU5HzbPPj3UeVJOS1Rk6YPlctnCGAZ/aUbxekPzvCAotm
K4uswWJneCLclXEK1Z/Pcjrf91bRElCWO9ZdWUeMOEorrh660LGNoBXlqg9ZEEv76yyn3xRQaRL6
94b1s86o27djscj6qFv98qKcmDLE7HhSE3BeznOOIh+9CZqlNKCFjy3R6DVe8lExwK/meo78KjON
3RzSCvV1wju2Gn8ABbqGcEynxm5+OrFNjTRVCaQPVPPyXmUTy08Z9+G3omBW7w8wilh+XA+lY69s
TCZzuhBZK+EbTCDlv1C3lalPcoMQR1Bhq6Ddw7DkL3ZbBcTM5YDOF0Mj0VVYWrmJDSHzM7Om6Smd
mJayjk9T/GBHXfarVYt+TwBxEx+cEgQnC5ZGEkg0hbr9rDNXqTduCyboBIBBw1jpRHyOmK496xkZ
Fv6IoI9YAVBBgZgZ9US5PtXPbR0bY9C6JbJ0limmzRZQQgAfs2ctd00pop3moVzyl0UkCflmlEob
lNy62Gm1WbA5ZQpg7PMRn58yJ7J6Y6uPnV1a6W7jx+TAvGF56xDE5DXXOW7QRCC3yR0XTSLRVDpi
nxYAA/bKAWvYYiTT2sOump8uQ1hBy9cwle+QsSAPo2OG1te6c80JwfUw6neTQTrwY+jw6PmYf/mo
wXKit+WNYbORNgKMIE3D6MFIcfNgAR+nfUv10LGQ49XaEHKSckV6Wp+yHpboLmfud+N1CIACLu3w
zZwzLcyJLtRGuUtYJfg7Sifn2ou0fNvKCXOomAxBCpDXQAQfEy1PzjGw6EddzV5xpG2PAYx2ff8z
Q6hVYr5oQnHvisLayoFM8wAxUtyiAdNT8rzr5rm3k8zaxvDwnZ0uidZm9A0JC4Frtlo8vILhWR5F
Dxmr8k/E32nCRTQtZ686TBzod8tkNyfT8CRjEf4kyM+bDiG3dBtnRf09Y6O47JqkqN5k5KLya3kz
C7+OEGDhWaiKIWgwF5NqbGb0wpRKpEDtwbcLI4bdL/6Is3PYKNVMZ8mWh2mwvozqoGktXJ6eLTB7
YoheN0YOr+cRXm/I7JagHrnriSf+0mdpEe0cK2Udyx2z4+8LL3+Uy0xmuJ16y9VYZQA6oQGVx9xg
S8CLN3DX+jJC1kqCy1UdApP0hYvjYRcuFqbJKXHx+rmTgfZZS3vim+26nxfSGuIa6mDXWnkwJpO1
pvCRA7fXHC9NmW5X1q+pjRp3Mye1YRHvkklikDi/k1iERNzZuzwHXlR/Ib7dIPcP5ePjWBPuTcVo
W35hrB2imPcs8aO5ZhxepP2kkbcxAYNfiOVodjwpvEGRyZavyJZ5vGKc03yHcIX1QJ/EaN9qDJWV
7yazfrOgqGPpWfR6IodET+Krsi8HogbzJfxmj5H91rCc2OSWE9t8LufRuMMNx4AH93OfOWetNMuJ
jL9mSk9uAuszyAoW6yvAGHW9Mk7Tesv3ILG2hMJY4Q0v/eIinBunrUcis7wmB2u4nghWtSAYJ7bz
xaoiEkj0GJrnyS25ScG6lUZGErtj4ZsCZdnOSFv7iip5mQMvExY6nLRyX7RoigWLExKITQkZxj3E
hEBhAYaar1FuQAPaEnuVoBqWjGu8m5j4NCKnDX1x/UllzXKb2c5UbVzCMdwtVXW/HCjQw24I4mrA
+A/7QQ9SA3XDFsFkrQXEHVEoRgK3ykuNhMTe5WPV6Hy2NM0MOsPqr2FKawUpQXnyfRGDQRt4aJKf
ocO99rHXDP1VpaOTPTeFmTu3MI+c8Xdnh+O4zdDxj8cyXax78h0te09F1bHqo3CbBgLfM9ralDbe
qx5b5WGKE+Fu+CkWJqcO6s1d0sUuI4jRKMWWfHv+7VTTsLdZdtpHV4kVeelD7qhY7BxWr/Go3DyK
v0rcmKsfsjajbZKla2rSgp7kumgmJ99hD4nUiz5GNdvxbnbjEhE07B+Zx+G4Z4hXRQ85fGz8Ac1o
6gNDH6ebdw7ZYykSQ0IDGc3GOr5LtJg6VX+DSgUlv6buALS2NLbytLqP+g4duwR4p3xTMbu6ihT9
0mcrtghiky1m9yVGGkB5mRQvYo4Sr/uk0/Wxh0Slj45Fdwng9MBovO8hlRFxkQZ7qj1SteoGCsS3
Ggef2jAzFkGdTJ/RedfG2d87NqBDmBMAEnEhdoDcWrtLfyM0eWy+czXPwz6ds/GpM4lY4UuQPqi4
H3ZMK4hr8Ur1AmhmuKbe/cw4/t8OTwMAuhitIzqVF6c7uA4d5paphEgU8qWh0mBcdJbVPiqCg588
vYt+532FcqpKuivN1H7/uT1yefx1YkN/BDU3F4L+7NpI/dvp0z6d2xa3FMmYTIY2WLjowlCPHZE/
9VswHs12catxVeMhqqe2bD5pmV22JdYuCPMZih2drrRhXVyAmmpCQHmf4YUhJ0dzHZ20pBbPHqd+
5TrD+GrzLf6k8/6BnbAelVYQvDCHcSVl/vvTjvDmGQRbwprXsicmNiRkqrL3DbSqSSBSXA4RubXn
VIeukaP7foAtUXzS//lw6cHg2X/RE2AYG6a3/vO/XXrXVbiFuTP7mDK0OtkOVLezUAPhRhAQm+Xc
gI4qH+LGan8VXiRuYar03e7P9/+vxvHfn3+KKqgmsAuYwxKnLC6uBGCWstJ1dOKzAntM53Rsf4i2
Vsuv1m7U+IBqxZB+SzfFXj1y/W+DQjzZ5cCa+us+7fT8OreUod1lpGl1v1Vf55iAE0dGZ74unom3
lNdpM3o9BJixXvItwcdyYu2OkSNZscN6q7XzsM0aVDG+1uu5OC+Ti552auJK7WpLOOGBBDZRPGK/
sKoXdOKuceOmA8YLOw6H6EALuAZ84YCnOuRyUJafOTRBdkPlWTkWchyHm0mzSmLQQtuunpm7z/p2
GIziF9ZR0ZOVh3rQrwGHfaX7rrPbgZqSn4lPDu1PmuQf5pKSfF468whzYOPY0ry44gINLaneCmcZ
WOdgQhizCyt3CezGSJ5SdCBXdl5Np6EqCFOiuL6FJm/vs3odnQ/kP1airg5/fgr0D48BczDmby7k
S0mTDfLb+4exX+oyIrhK33mdC+dJ4TTTTn2Z6tpTPxdwAdxwxBmJjLLxI3LNy+0gKYxuWtplvCIl
rNCniYSK9oiqbRZ7xDt6s7FGeh6/8FZ3Ty62+egwh/SLtqrUmldJzANiT+KfX+rBdh1KV9k8a12b
p6cpRQCcA8ptdlFBDM7BMrAWbIbGgAQ7GSXaDDgZCF6KcKY0jOj6bckxrpENDtkoz9g1VHmi+WFb
98pMCWnLLeiyX9zeiZojVWcvmOEQJrfD6E4AVa+l7lUG/9AKGKTaz0aztDk632Zq6ZUPYfla65J4
jLm3Bja6ADzaXZXSPdmQgByyQx7pPPl635P5metGn97N1KnyxO6HeTfg6SXdzlPaDreO0ZY0EMum
fbBSpPq4GPRxPjqAgJwnsgzTbwSFmminkGc4jxE36kmNlfm90+yhPncT3ZdtHMNrQwFrhPGuXJiu
IJDukOXGBnF9uxx1WXKj+pa006Rb3K/WaM22n9XR8tDxYpV+BUTECVJKg5hEWI2mmrQLlbCdGzw8
xCk2BbQMzMIYE3rjjT2mXhWAaaBhDh+y3XIXljDAYzhnu852h+91HlnkdIBcOU16hCZ2iNNuN0wz
AfYUcZwCaXUOAiYFrxN9gNVtvLDQtW0HVj4h6RHEzakSBY+5jZ5o9GVUV+onvFPE+xseANjM0FZ7
0DzMwTTzKmq9dfuqdxrHipx8j3zVne/qrBP1JtFk98KOjDoY5QtCuC4zYqLWOq9xHvShyk9omXSE
466Tx9h2kmGP5qnSdyFpovG+1CbdPuME5KQTIHHJDUCD8AWrOwx0L3OtFiQDNKqi1cM3K+7xQ+Wz
Qi+moDaeOsL4utOstSiZNKdUT0XWDXJDI1gMn3zELislAIeUvfYafrOGp5gXUgKI57WIkyWCrgUc
L5q89n5pSXmhmlmOJQ/aPxzjrsejTFihXtwPXV58r6hFh2E0OJ5ZaOYX+MU/4fggO0Vw8oNUWfXj
z2vShxkuxwOV7XoERyBbgMH6fkmSmlfnQGJww0kb34xsp9s48nYtPsjXtIAsA9RqzM8DAbcbLyHf
atN7xrRn1O6+Gk70PZOiZH/sWIxxJYhZ2NGp65ehIjPZQyjnUw5VV1k9llcxtmj8pon1/OdzuJy6
r6fAGRiGy+RFd8XFqsr2LCQCEepeNIF9wWyg7yS+qMCRCy3XyACIJugCXg24EvZ/PrRhcXn+/mFH
jkMwA6lHDP49WGwXw9iqGpBFDqGzKxMcN6gXMwC5HdnO85p9Png3bLmML4nTGcuucyKUHppKl5ep
b+whMHog4D4lI2Cnjh02Pj1zMA5sMXE2QN9afjq5E36LkNb2XxCz4r7G3OPFO9ceUDJHja5d14n0
gObQfBo3fz63D08+EwCuLJIRFiDdvKxZiO8Oo7Iaa7zJcxo4NHt+Ryk0V13HZooMnajlPx/QXGdx
7y8mnEGXvu0aALNKd94/ixGkQeBDUbNXs6DlHUaEzbhDAaMO3yWfAatVCcHDdV/sjaglFT2lqjID
7D/msBV9ks2+VQncJbA5PIY6Tls8lV1u9cgPEhwDbMZwIcvYxGG0MKl+0khvfYyMJomO6Ijo1CdV
7OdsicUBL1/BhtVK+2OGgOMn2a/RVq2jY9be7umvM/9H+Yi39Vv5pW/f3npCx/5/SBpbN3H/76Sx
x6z9npRv74LG1r/x76AxS/wLSislEFsDgct7XXbUW9f/3/9jGP8i1ZLXmQUXfSjAvv8EjdnGv/gn
qGtQcfMPkY7+J2jMImiMR5U1ai20SVbw/kmi4fuXWq5YLrZJnmcikuLbeLkGk0/fpMbQKmZnhndC
kGyd4KR/lqryX4+CNIpTBCzH7Oj90y6T2i2Smm63Bi5Zw3yT9YcJpsknK/z71XE9mfXtle4aXAbH
3r1Y4Hu7QO/rxCPLYUX2PCRkPyQnncBamZzgmnePGlyoc5Xp6afiwLXI/t8X+t/HZg1h9I6cRmAj
e3+KBfK/XOTVGFQRfrQfeCrdhQ9K49KhxS1eLNueVuG0Z7qWT8ySveip11v9tTSKJgyIacGlB8Qo
n/xIk4zFilYAFWTYSrrFJ6vdx7uBmpOdGQdhk/5htQOrMDIMEmOgx2b/0OE0p61uYdf6pJ5Yd9rv
L4nNbpN9CXdccpiL28EA0lXKWaYAcElP39w0JvvW6ItGXbvAtVrwYgN8zpfYIyPE+acn6dpoIsl3
Wf+LUmxd8v+2GR6Id9MbviOB7Iggp8kkz2ZDy/1vL/rdv0/m7wkPH+66y1CAaIe14cKL7F0cpTFn
RgQ4vQMCxDrEqC7ad9usnzAJvPz5SOtPencx1y++gz3FoDAzPujt7NmrCz4jegDkasIZ54S4eEck
9O40aec8s1H+/vmIHx4TliqeZXPtpKA/vsz2SIYBQ42TIq+YLTqwztpGcCrtk93rh4fkr6MgMaeu
QbuiX7w3NhNrgjE4iinq8CGF0rLLZSKCdCIKzxDNkwmD4u7PZ/bZMS8eTGCJ1mwtHNNwGyyiBRQu
PWt+1oXjPPduho4wkvL0T4/JksS5ItDE7Uv99P55xMTWsp+BR2C4Wnga06W/081lOmVaZeUb9BNZ
vxL2VPjJS/jxuYFd7wCSJG4PnublmhiVSiMKAfM/E4X8YcTd/Z2JgLNh+ZXDZsS68wl1+8MrwQrI
f3ST3EoK1UtQbwXkqMsb2w5IZKhvda9u6oDYj5TRrptqxz9f1RXM/P7FoNNKs48D/Q9157UkuZFm
6Vdp63vQoBxibXouAIRIreUNLCsrExruABzy6fcLkjNDcsa2py/XjEajqMrKjAi4/+Kc75AGhzJb
/LVrgVXF9KOrJvaVKSQghIxle65KQ28vpe6hyGX8kPCTcee2B1vXOHdtGEFkzNMoHIXVd9bHQmi7
YOPAZrg/B8EWZGwW/dXYQ+Dt/BgCrGLesyigH0wTCC6wepF6u3Y6cf441iiVCOpcnOM4ggtn0YWa
gzX1WPRxAzBU3fSkcbsXBAVZ7fm85Y7zEhBY1EGNquNhc84QnoTWzoE4x72Fkt0+lnm46B9u0S01
W7x1lpez9DrvSNsXAmf1UuPT6pvZTBABqFfJel2ceZAeURIIutRIoItrMWITdRFnphRWsk7EfERT
H06Hou4JFE0bNj+RU6uxuirNEAglRLnMPmSGKG/JA0AKtfl2MN2SzpI7ezxU6hWogWHsy60Uak9l
7waXro9GMar7k17EYl97E5iu5Ry9zByeoeMGPqV+Brgr8lsW55+cju7i7pSdoRiM03ToeGnVbFcz
0Zub7z5pcwGzr+QKndRmYAQTBk+ovTNJN0aIMLb6eV2aNjuEdWVbEbQHaBiZzeL9YqOvPdoLEsGd
W/nIVjfcfnehQql/IM4ufE8DX4+KFf7UeUxG596HkFYvgfUwc11Yd26HZ57BMajMA8Am5NSRga09
2xlhpWd4CeFmg4SfJuNyzhfcKIaBhujRlxA8UF9k0Pe4JkAdS609zGMWILcI8YBX3drW0EIV6ZAt
xBh2+Oe0Z5eZjHT6y+4U1/VSlgZDlxT9z8Uw8L6TpbIZarhMMS8+Ei4hcYSUcJzY2E3dc5D2ton2
RRdhvLDcrq4FO7p1j0YwhaPMBRiFWNEBGGvlPfQMp5coZTMrLzjXKTYaFTJ/aPvBbmKvb8VHj9NK
xh27c6YiCjDaa6e1+5Xiil/jBiLDSU5fN0Vsk2lE7kK5dM/4YY1H20ZWsncctpGn6Gi0BGw+LJSZ
WcluCWnqXJ5WIMY3n3zkC54EZRA5Q5o+AxLswP55OBQZti7Y9zaoHF1SpBmJBpuY83iZtLprR4v9
N7iztAOL7aOAQvsxOgcffuWLJESaL1IZqEwygo1gXKAx/OFkKI2ui1KekF22t/rxElTk05QjBpFo
23J/juc5tX6GxgilDLzSuvDxAqUT8+foT9HYmxkDYeMyGlz0quyi+1UCknYKoG9oXNdjkVuhux+A
Dqn9ijsxjGn2tvFGUVgxBMtBau3MlefmsTGQud1zCZbFnsVgPsbcb931moa46jAjNm8jKKVXY+rK
GwIfhXsYiwUtEQ1YVRBbVc9kxYaGHTzZjmOe8+iab3oG27TrlWE/tEO2he+VDelrT66rMPIYr2If
vuOXa/JbB6Eq4MPJaje+TmNWA3gulYoux7LiNsAbzLl/sVDUDLeOP/bDBYbx8WFyMpGfmbK3sRiN
mvUG8Q4Vl/KenBw7OyMy76QQapnOXSrWXtW+t9fBvu2ywh/uZ1/abhezccMy1GwETkYCOm//s6wq
a3k0uqJsjzybbb0DpuYGX9jCi3TPNhSsgj2mrIDH1ViwIc/zZsR4KP3pViLZvGRU69b7xWv1wiIB
tO+G1OC9CBjIx6vlYUs0xVDdYRInJMFKVXVPEW0+55urseYHCv2WjyM1MZmmngeeZb7Jxlq+vLFe
v1uqAOcg+i6/UUtQqFvItN2P0mjVu5DOfGdXKsQ1zur/yRy1eDZ7jVPLJxGO1SznIrJ+P7gv69D4
qUK5vQ4zcsRkpUUsdwoZmn+OeLQ7IFvppsQ3KSCj3hRINzMnwxu5wsU9OqpW1wZy2KRFjbfFAbzj
aQ8zh7xyGLAQJBR7Ul7CxUZvqYJUXTIq6R/9KuPEmiD3Ej23bO6OncjsoTAUzfNszhyrEKDIYtKQ
AIYkkALwiain8WsOEWDGdtgbz1lX2bf4sw0nwvddZ8nQOza2zlK0e5sQTn2O9ms6BhmsGRCCkqc9
1UF99NfZ8s+MTXdvcxVgwGBEOr6yzcEV2LhIKxJVrsv16KrtjkE8gPcxRzkSZcLLDax2sBB2ENBR
1liQdmSMdlh+McCFpwJsoAD3NJQkCrLaGpJauPUcT6ANzENtjk6GFLwM7hyr7vrH2dRQcSzMCR+n
t/YTuZBDgaVnyG3w8EH0WR7ZW4eVBMGr2UeOHSOqdw/N1DoaxvOQ3ZpYp3wmLmv+ugp+/iRAZtzu
uIVNhnxL32Hzrnq0RRkm9tvN2Lo+0YNeg+MEItSM0tDtuMF9xTBJb4Xxo2dIiJrSkKGVTPmce7tq
ddp3bftpeA1TvUI643KHPJrr5BpRA9X2qp1Hy0LMEwA7MUsnPfqI+b7g6xCP1DKRzmKnFerTOyUX
7KuxNEKMx5n/jXOxN5IUyB0ENa91eUedftoJlNrpYamBdXD5rje4JcVy6PyQUV5IbpeIJCPQFxtR
0LBv01BMicCLX0VB1QKkKzUlc1Rulsj3lphVA2x2TktQirK4XXpEmVhgpPUxZPieI7wKJqu0qgIA
bG9G8FGz0HmVpg7sqJqlreLUXZynbbbILy9CC6/ehsbnw4ANVCcI75FCLmyCVgiOC5o7rx+WdwBO
abYnYLy/z0p/yxN6FzXGQRXK+dDOwWDGSrEJhLNqE3bAYB2d2WBr8lODtDv3BqdZd711AsO6lDw/
Cg7F+4DLGdyEmxK1MAUzRJG+rfKBye+iSTDcAo5NC7Ad/oOA1c5+cDdTn02G9pt4DCr3rQ4mtGMV
eJwlGjDFj7uBFEaCADCKcIGrkTQUv7KH41Lp/hGdRWnCxKtHhCoMDJYkLDZlXs9Z14L3URXvaqV1
fg9amu0Y1Hd12k/1K1okwLY7p2dCuwdpPf0o0exSsuIsx7jhlehwPR0KAs4KzwDOm28hLO5mnCir
+iq7Lh32w0eNnAzMC042h927ss4KMFjUkKpCh5Sn7fJW5y409LxpIBfO2PzuU+h/+hy9g+AGQkPw
rBgDb1GwuECIDDt3bjoFgvRgzl7mHX0HHdPOKU/OocIaipcZ4MlHb89lsEOVFPiJOxX+d9qUyosG
J83zeOKY/p5EGz4QmBiem7NCZboMqn/GTlY9aztzFKcJon2IBI110OEAyFSGPrCuTHqewg6y9s9z
147c8f6ofiwylw8tzIynoVdIgqZeqaMvNT90r5AmxZUIYJL7gH7KZHXDINkaFz3NUnntXbtAGIk7
B3M/IhyrewG2ocAqLGZ7Lg1vI7BhtHCpEM/hPxs54/4IykjQgxVDfL87OUQVy5Oe2lQw3jBjBuKw
M9yeyRRPGouhxAffPkbQw/wLu6FBwgxvOVdwOgR6PxZifrSxMlrjyacVjtDb5inMIBN6fyCQlZ+z
9ERVZKFdfMB67VYHqNLtlUC7+tpT4ZU7BzAX/vEhpKCzC/LWYmfr5jMfXP5LuqaszxvZNNe8nZ0N
HjbQIrYhUd55elhBkbU9eX9T3Txo0jEebHttn7iBGuCss06/kMN1OsqKdYR/v2D764KqN/isrcF1
kGoyNHDHZM/h1qHZzroaNAYl9vI55U177TrLqefgjZ0i9M2nzA68KRTA2SJGasU84NQi8+RMBQXg
YgAN8ICVZzjEG/uL/WLgVsA6gAI2ozouefEn0FBnoiRsLU4pWO82Tsiej8Qkyz0U1PRhdUcuEYAC
GQnJrt2BhxzVt8V/ZvUN4u4HUsRpirzc6W/mMqUlWPywQYE1bDMIWR2i4bMBifiSdJKoHjfD2xXL
4PQkd2iziIvFm9+yTKgtCttOXLH1duBlDrN8QFFgcDjDVqTPYB3eR10K+/sccB75RgtHEZrAMv8R
hK1ajjUU75t2IhTkgiOyeRtWp5EHUJjBA4A1L4iMRY7vuvcE/5jNDrLNRTSJK2X6HPBBqM5cWzYv
oTnNTqTT0qIDGIV/yViBUWQf6OLJ4tnBLVE4rozYaoQg65Bsuictg0lsncInGqXAxRUFmOt+N8PU
ymi0+uxc5wECahCjUsctf892zqDgOCDp4EAlXD6FARWyAIPPMW3ucbMkPhxI6yAgKqVlckqMX6LJ
LxryKRa3pg3yl8aMN98EVwpLAh7/ECynjbvw8wOoqSlFfmc5j5YrOZ0F/PE3ChfXTixRqhuZ4smL
+klr1kM+qIjIphS4gHxmcl0BzQUpOiNtvhvhxTZsSMb5bXLC9hEdNrg6Lq/2ekSe310zFwRcTDFB
8dEru6Gkgr9A6A09KsKNbMBIpmF6LsyFZPde2AgT+cnCmdej0SP0vZLteCzGoHm0MuU+mqMJIz7Q
gfOQV1kVRFY50UN1AVUj7fkQehHo0OIjR5SPpiGst48G+iFfvwk400fBRz0q0hAT9Qgw5ttbRH5P
5zXm+5S123sniumLaA2itBALcjf1dW8AaRzA2DB/dEWKCbfKKzbIBCF5pbnKm3Z1cHh0E5QrfDoj
oOOUrhWADEjzZn/6Sb/wvkx4SMq8PmBJkURztFS1II5hk9Y0GNWJSV9+FSTfnOA21MBRY9kbtOHM
rbzYHyjuI5uV/CVpx/J1HGsW64PpG3FDEgcvVuDZH7bVGJdTv+i3KTMLwMg95wkOl1Lfd5pdGaAB
MwcWY1ulmVRC1LyQK0aZvadV+oP6YCS9wzdXmlnD4/soZQbi2ux5ICKce8G171f+gyFa42n06+4j
TeuNqx1G0CNRKbQzZSqhLhh96j2wWWdrGzawNK8akBLOIZzwLTCWrhhbrHQlP+3BzV8JXVcQdeyC
gT6qEH3MKuDgAKxQ254aKACr+Aw3fUaXSn0J06zi56goOw5q1s1jxRvdEBMixBGfhNudT27Iht3U
mb440cOTHMPgBVsJdK32inDvyJG6gYxF32fEma2c+9mr0KqCAJ/caG1Fdw+DCvlr7TqYrzvRlFTS
GwS2xB9dconWLqMCxWbc36GkwQFO17ZKKnUO4p2BiUBFjTGJ7DBijLlxDcN+C7W259hWBtUjB7OX
sY8cmS8phiiXY7NKg1QPslmSETYmkUZgyBki9IAUkbSnRfDRsuiyk3FrVjNa8LW9QJ0hrIAkAMiY
s2XmVjQ7orxZxkB0JEpZSLe6UAOm75omPCNHM/SSHmXymEB4mZ61D3Q0cvVkfYwUqAZt0LoR/oGf
Q54T8WThuA0LOUT2ZFSIQ05aEKNY4Y8ifNXqgsSnnl9xMrEErCdeZ6hLrKDhvDhnovf5HlrHyD/g
Y/HHtDB8wot+CKVx7OVyQrSGHh8sdxr5E+ZVBSd3Ve6Jo5NuvLQA/lpy63qMQHtawuGqMEliOZsx
EqAPYZFLQhZ2/DDSKl+NeOi6mRjCQstw52aEmie487Ik4+0D3O125Ex5A5+VnQk9Rr2CyLfA5LUk
p0I5X3QQLWievRgZBTRrH3rnAWqv56G6xaPAoZXaQWI38/LEE7yJPUm36g6lsyiPPT0UK/smJZyq
F8qc4549/RdeTQe97bSuHBV6+3S1J85ty8NB0REr+Cog3b70pd1/ZiyYSa9wc1Cv5jKLL8bHNfWI
mxV9wigGppw/2+PP2V+AF1Gpd29h61k3gVZEyoA0C564tqQfuRWf08M0TfKOJYfpXwW9q56wz6c6
GswuvK39tnplsJECBDRQy+6GbkCxPZxYpVHnny5+YwlAGTmd1RuRAC9O7gHtxeeGUgvKUs4ekxjr
ApHQQjgdogMzU/spyNwfTmmmD+RK9Xnc+MgVrrYAxuQeYeb67jsrFCsL2S6zhn5y5mPVV3Vxi6pr
VAlQLew2jj/4NrEJHZZP70QL07OjWpFsaVuy4OL5vbU3mydihGr23YLZntirO5QRCwL+IsapgbIF
GsDUPBlVKZ/WjmVOVGx6eWTf7uZw7H3KBi3oQo+Tj/uMh0gI9HxLqS4hmnKcu/MUcipMrBgY/Ckg
Yp7obEogxp+XowtziWs7V/geDJKTaPYLWDEeo/PIHbNtirSVkolXpzbILB5CmCGFkFO8KC94MZsQ
PSDefu70UWYTf7AsV4r4AW3AuhFmfCRGBXV2L/LsJTSY7kDdlTbJSblk5jaAVP3JsqG3kprTgGiG
XiFgbwlDfSsw7lJhDiWQHGuxSC6T9lZBpq+36TVoWi/bYytqKcBNZk9R1iCnIl63xe4j0k694OeU
QF5M66FsA53uvDGfeTOZX+ELG7onTszp2p58AVSVThOxBAf0t1MP1Q8bNyiFAAbojMBv+p6dCwL4
lUAo9HUjkjPMTXMxXokOPDuxUEi6dji1mJ0YUpAqrNlaYuMy3TQ9E8yAGXc10iBAY61I2F0NJ3t1
nLa7DWsDUB8zgZTYixbVRW4t5W24ELPH3K61j5lTTeHetabm2qjWZiB0x0rhcblp8OSXM1iifnC6
IIZ6Rvtp6toO9tJLh5wEC+tkbPTHNYC956eXuUnYTiwyxPXnZaPka8qctUMGa+ffZogIaI9rATbs
QhLHo8vSlTetFMZ7qgXSwo0XQe4Vs79s58810lRHhu0tlV/wOYcOmd45aN8X0wOhlajJqp6KSRIF
QvQPC6NhmRo/BuztP01L1XHrcz4s+9qxqk+2zUyRyIPMDIiQtdguZVUJ5N/Cbt/bdXWokQrT6X5M
ykUGpDusfREnZZjdykmY9RnMofnLEaP+aXUkAwFuzPuR3AvWMtFgzOQIyLy2bpAVTxVJA/OAARyH
8pJ0XQhxzmZscdVzThici+N69N3R0ZeoFYcXE7bfHLuUK2cOgmjN4dG7n1itMZp1Xcrg1vCC9qU0
MQAmqbkGN6WnxP3KqOfTZBbGQAmd4I98kLRKEAuL4ID2WTPjsHz1DZJNAkYF13e9cGE4kRgc+8hW
u1bnMIsCTHljh21ZKapUzez2Kww3g/NpNJpLA796GusR9jhKQ6v8ga6B1PWhkC3jfayZOpKYIpH8
hUWFKLB0OGZXSsQpnrXGhkHjBuaqDzADH6Xj+ecG1M6fpUDLxznK8oBTExzSrsGXbe1B64k2bpmZ
d5S8qVVcrAzQbKKL/OIN3x0fFlo2UE9Qs3iKwbHpG9zK6/uC+J1ez8H/FFGK4sNkjD90B+SiJnhC
c+0fc6xQX3a7kSBVqoHo4c5BqmUS2oALvjghBbvKsO6dnECEKHW3AVPymk/MPDI+FniY02LaTewz
12il0y7PWLOJm9nR00Cv6pBPnc2MFndeHzAicJjZ2DtqB4Wryebe5FvJ5ywGmxY+zk2TpTFI1FNw
DTWjd6G8vhDJGJKpcKaHQFyjljdvrdNnmxKLCzfptLKYydYYjFkoNenMbkiJy3mpNTsj7LjGDQ4g
O98hMknhxFcrT3TdSxuXDeZm1me9kQYHosMd6LHY2zmeWgy3OwVEFpAY9niWWYHsy0NaMtS4BILN
tFDbXI9XFYNRIyHZttiSxpvaN0gdhhGrsCIlIKXbvKMeMeSOcpPqy0eo+ISaWJysuCI9ddSeX2D2
qeCYD9sGqnhG6zXvggbpUUzgCY7kNVVMQMjba/K9vVkEFoyBgjtd4hdJsTB5gItODwpUNAP1Udy2
28jWY2bmFfO7wu8whEZ30ES3sAeVvX+Wwn9sz8h2864sWdg2IH4QdpGpVqItGnty6kPLDqRPpjCd
LsZKeSNoM9u4YXgCgbUAB5jFvemkMg4RnX65W98MScFO8GRQorHeD/ngBTFMox6jrSxLrNx9vz7y
3DbGDvcul/K4cSqgdTPTm6J23GtTOvLHxDZgixeGNuSmlRCnI7hsFUvfjVIoturSg/0+YLTGkMpS
ah+mylg549b0XtRp2B/CLq9Op3gpHVDbDq2rSXt7pBpe/D19MmOcCSOKcU4Z7CPAngozfzSZaOvP
wqQcw6e+5ny+mzQwGPDwp1Y3UsF8OFDsM6WXjD2bCzxbrD9xsQSgAexaupFaacv2sBZ4MDvlvnBn
YnRwVMd92xaeOexZ59fl0ZH1eGN5YhyvLQsZ9z0eTThaknPLi7LMn17RBDBG3tiDjfTGdWCBhivh
gSU1t7S7L1g6BLtNjs6ecn+xYs+sT5zl1tD3yJaK90EWBXPZmnltBOZ05jQvqFZHkqEeGh2GV2he
1uzKzVylTuVsbuwBeuZIwK3WI4ysa+HjAnehd3fENlbJQgtHwlYZEgnZ8NqFkQXqaDk6eYOqFHd0
82b4/mAmcrQNtujb5L31ahprVgcFWV2TLRlMQG6G0MufXL+Fk2HCyBwYRqjKLL/DVVavS4GwDhBG
PX6GYlT9T7oY1Fj73ATH9yY5rZoumnH1bl0sNcDOXY1geHjZapLLEq9eLBWHREyt5wzH5LjrsQwx
FPHbmpDGEElB5C+KE8KpWSdGyOeD6btrCH+kcO6ZvDpEwqSP7CJyTU819x+z63N+GDBSssiG2ece
5pzFTESvSXJBF6YA02tUBcfMgCLGKDksgp3Zo17aAZFwH1oSlhh5bcZ4toQ++Aty/ernLcfcnyCI
k8NFwMbf2YWb1RUxuTEkaa6F5aBczgMe+7IzK0zZAVR9hvaeys9lzzIy0RRBOcNbeBtJb/CL9lUN
duRMzSK8DSj2GryRA0k6jMZgoRyZy0xdFtsZJdZHGMLEf1YZrPUz6eUK4jJNPS9U59uK9j0NsBt2
JR5z0+fZOM2p4fHjkUgZuU5bwyisH1o89Mofsefnjse1IlppbHsLokYeM9Lw5vN5Hkl7mpoq3GPy
IedcZa4GkVp5NA2LzoeThjWU0mZJuI1n/K1loQw99JRbKxiK8MKtSGYjWNPydEzDiDjn5YLlC59B
09EAUWVm3rItiBSw9J+aa4rowjmlJzScdYqBCSk3JoFRnJE7p/2dobuRAWML5xEgNMNGJrmmDRB5
sPRKSCCT/LgByztciLYP5gtDgFuM51CTiwnruwzPLbbcV9uqQZCUfk2iewciIfYg1IUHItxxzLvd
mNmcj8Sx0EeWzN/H3i4OyBCJRGNWLbcnRUh9ecwBhRJqYHVhz9SZz+Vy1lW19yl9GX5anZ5hACJa
gJI8+Yb0rugdwJVoxAsdFnbTxwLFkB/IerXU6pt87f5QYdlsoIKzAzibGJjCD1lYCuw0oWw3jJiw
8TFHAeVkGczriGlnbN8+r7Svkin5NpB+ZWSFeYfxohJniLW1e+A2N7190aMf2C1WwNRfj4LVrlvg
Rbi0ModSfmO+ZR4cVor5zdIXbrjLXb9TrzaXYnvrGGFnxMD/SdpidMEU0Cm87jdh2L8kTr4qPntJ
Co3+qzD5c/k/n5Kbi+AA/e//v0mYffsPwqrkQ3/87QtliF6vP5qvf/x9V//t4aOePn7K/o8q5tNv
+k3EbAT+L3ClUHadspkR4Qt0Zr+pmI3Q/MWy0V0J71c1MlK+/5QxW+4vJ9wtYlMPnXLgOajeBiLr
83/83XJ+sX5VMKMxtFybQOV//zde4exL/i67HP7y73+UYTq/4gb/Sx4pBLoKVKa4bUHUQqv9K7MN
fM+ywnIV+3JKH0fP9B4In5Qfdu/h/BZkkO9RQGimTlhvIpIeSyeepsC67K2mv9WZrEEgB7BktGtS
/ww2BQr5TmJ9k9awXniegs9En4rrJ/BTLCqDGM4shlcJWWPtE9SX4j31nPZ+8Bxm7VkurTvRZ+R3
h1Z1AZopP/pZRg6qALIdNUsONJzgoYSsOP9HrzkTmR1sY8L0yyNQlcNvNxa6lHFBZfySF4aDoktU
62tbDmpNqtwzr/IU5RjIhca4K/tV32EIET+ZiXRuEgICV9E4wIvYjzxKGahCm6XN6A4ZAO2tlken
tkWDmQpFAvt0nBXHcjmxNDq0MgpzdNm99dLfLhfbqkiSst33QrMpi7VRE8pVu0wZY5KBwhfiMtyP
CqrQKcnZhGfSzu/2iLCFyAZH8vVcnGFIFtYhUD/BeDHCE+jp+JaUK7h5rAaLGJuUm9p2CODtF+cK
uEFe7tqqMs9nNbHb1ed4QVDxesE3Fjz9SHUOMUwPcO040FcuhMUGy4DiubmyaqO8RsVxy8lV/uRu
WpgM9R4rS5YTk479Zsjono3afCLm3ksT8B3ygwELuCh7CvOjbhcmcKt+pb9VUemSRlw3hItospz5
M4keTUv7rXE1Azyd0WzSW1+ngslRxHAr+06RgR4g2HIXltZTZfXXGELNqx7lVqLxmb1Pff5egXSO
tTAKdAY6Gy58eERAY6HH+N3MFLXzi4NTqHN/Hto9k159VWjjavXG64xceTbKjUtAbbAMvCh+dQwD
k016Y9TrXdqZ3lWFQoB0vmJ43GiyP4Xm7hUruZQHLCUb0Kg8CF627eQosUpEdIoMmlxme7vO1VE7
Ot0Y8Aekxjo26rqBpd4u6zXRlmUuxB4N5AOLnOqwBIK4K/4zIYH1rnHabxabDNEWe9plxAR+CWtg
GDyMiMu4381Rv872eldLwIMmjU3UWhOZVSR9wCknuzUf372lQVHCT520lvOjw9fCLttDA2CHxp4h
3Amyxm45FQHJjIAazhiscBXlCtVCOECXSP3josO7Ia349cCJHqsu/BosPuyBtJsd6MNbaCRVIhV+
UjnwOcXfk2074hi3e1QIVsv94rv0rTVRcsq1luNcZcW7xKD22iPv2mf2PHNFr4BDKg95i1vbd9KE
GKSIJk0CbRU7ezHnG+0uzb5uvGcin7EpysX5YeP3oFu1BueVnb44FWEELiPwrFTctWVonuBRcMNs
67YfQVoQKeDyWV2dZBUkPURGIBLt1G1sdWKKe4/6ZAsM+zzrg3xXpSiJSzW6KENwmPvArSK/k9YO
/w9hYwYT4BOycs/mTGZw4Dzqqbwdwmd78a1LEpNXDiAmlDtizgME2XWXPtLzM6hglRtk1yYaC+YH
YjsYTuEMCaFb93StbRIwwdC3NKPdeUin8LKSQPCwrCxQbmU4kcBLjF2cG8WPyt2YWphrdQ7Parml
6vUeJD/TCXfvLrc0J/T1mbVaR0Ii5UOmwvRRT/52dCsdHkBWDEnl+tV5YCqwOZwaWPkIxmrWxSDj
lTkRds5mA9ntll60Yj2P4dGEB0wGy800LxZz1FqxiKuXMOZ/twcBjWJlv8zUYxNLes44Z7ldyxLq
dtnL6UuMpycMMQIGIPI44nBp0+8xJFz6NqUHfembhS3nqed6aDt/sC4RWBH49Ie7+H8wGfwKD/jz
5eZww5qYu22Gwuj//6wdt1viuFn5if2Uh9cqI4mt804usOq8KexzrHZjRKTIkakUpA/fJpigIoOj
6h9b2b1UJJQmHkGd/0REb//ZH3C6ch3Lt9CWIyznCv/Vlv4Hh4VTIsjO10LsRyN3WFOkL6Kenzec
HcjTOudssrZHa1t56ttPkIIIm2tJGHZuPFaFd41+XBO6Xo4ovdAihjJMXAETCo3Qo1OTlwhL5xu4
KNuUoTw/fXj+yYv6Z2H8b9++5eKiPLmyUORT6/zRIOL1/qCy1OXbH9f21O6fz+twlc3yIzj1MbVK
H71Q3tbdsESK2rusTRedwRI5C9srr0JXnjZHzwr+CVr7z+aE378vwkBp3WxP4Lb88/flQhgKNaZZ
qCl0y2jOn6nE2ecLss0z39sxDTv++lL8S1Xvo2z46/9Z8v7vCuPDlzzVlMNfv9Tpu/nP8pna7vfv
7lSK/ulfgPxRlt6NX/16/zWMtf6PMvD0K/+3//P34vZxVRS3n3Js9emrZYxM/1jeWiHvzh8+Nf+t
LL6Wvc7/dvXx+fVTtsXH//B7f6uObecXE+K2G6Jmh7+Db+A/imPb/MUVDph0Ex9NKILTu9mevuo/
/u6eLH74MXzkaGBDbIfn6/faGMsgXGYX0yBmH6bZ4l+pjf3wdDz81/FBaYa/D5MEAQr0od5/s8XB
NOrsXEO3M3w5BUdzza1LRJxfhbrOs/W1zMoIe/3KZiB4twb1Cg7gzPNm72MzjPXQ5v1P8pKIKwnG
W5epdxMNHsRKB83qKnokCqRBZoa9byoLFKx1Z61DQj93K1yfzblyb+Ss82/RdlXU98ASMMQVuAfM
ZbiW9bfjIEhWNUndhEoXD1r78mbLz83qbFir5qFCucuuuhRoD9EcnhidTLDvZdfvAMQlVdAcpFfe
ZIvGgk35ai0SLh+zvyuOpvAKRBRrS6gRQPmYnOj2qZb9c9dsV1wWVxaDmMO2elHR4mnwuPgLf2X7
1To77BwMrKT0boTI7Ssfqi5ZX2coM+NGp2djXz/pzEFy6doxgUCfhPQR5tP3SPSbrLwZZMeMP4Oe
PcA9S3sGL1pdMji4bHz5Exjrz476RQlKOcBMLz5AwiYA0UpWhLMfswDiVus+OBZYP9wM0dr0xr5e
5pe+c+I12x67Sn0xcJsujZoCR/pvW+Ofi2bJ9qRs/WzpkUuLucCyGndtkV7IlngheGVr1KqacUdT
h9cZIiDKj7bcj6pIZvWV9gjd1Te46T3Sq+ELnoKZ4Ddfom3orjZ+s1U3+aMDDZ/EFXYv/ihomPou
ERA0fqKoriJvLv373K4f8/6+RgbBtDll3IDy56FY0FTU4fAIuuYDHQPahZKcE4JfIICSnmZpLm7U
z7ED0TISwcrMrKB27m2NN3lzk2nVOFcaAjxTplh8q4yubVgteV97u7ysdo7UmE06xq3Kbyh4zNo6
LDN18UIDyuzO73a2aaCdalkJmh17mmXO37nBWOSDV8SF4t8KI9st2RRcGIERsKJq0WV7LoPhzf6/
7J3XcuXIlUV/RT8ABUwiAbxeh2t46YvuBUFWseC9x9fPQrU0Ii8pMjTzNBETklpSV1cl4dKcs/fa
C90A7EKKmODYRt06L9IXQAm7XpvqbVwggwhRn4zTRYsQfQED1R1L6st+S9hMxP5bDhZRJXNUZRog
qipQrej5S25l9gqRQ4H7JUOqmCJMARnsyUfdrh+tQIFxazk+u2d84K3rDfT1rauoru/7xCDpURMU
ntrD6BkurznkS8KNhBXdSmGMfB8J2nXgOQs2t3LFYUU8Ksh8+L9zdpVyo0UA2xY4IAZ9gcUFlanO
E6CTdWnmF5DAHnOqnp5TAHDD9HPfxvoKNeIa2MYODy0EPlou52YwXWE9H7dU/72LqNoKEqvIpZ92
YxauVadKF6C3Xik6I+bheaxZeZeG4Tz5lrokUR49l5IuwvDR7EImKR9VDw+loiANzdAxUdc2IIwj
MYxbaY3Flq54f2mkpgWptyCOpUZjRt/yJskkB3zOG0GwzQbii9TK+i0m4+jouX8eR9OzOXrWeVCY
ztIDBRaTWUdcXrmUfrUSvb8ZqM15YPZ83diqkZqtI/ie1+30x+1C4z/LRXxWxz29WpNPzBnIZfeN
XU6LEa5e+7NMgEIIxChFZdIfJAUA/RrQ9lQDE6EX8EcCtORt3SwS9RWT2L4NgksUYqRsjQTc6sOz
g0JzHaYJHalOvbANHSaJciAslpYr6XEU1M284pPxs4Z3VnPhaz5hP00Wtj7hCjXsZlsWYBl0XbaL
iIjCpaj7ezuazqIeCk87qRn7Yms/eOWDMQSuOil4qqLxusMas3ZiBTwo50H+bnjIct21JTncIOKp
UMckRycoNYA4rRTHmp7UGKCPYT2NaXoYVBAxVZpB2DbTHp3S+KgR6kuH9MwnMQYC8PAT4tQiJlQc
Bs2CvOcjLWpgyURhLKsc0nJTX4YtkjqjZqLHGHxLWizYoGlZyCe/4CgaFIgrLelak/IwUPBeBsO0
LZVhEaj1s13SmCq724HmGEaee6T23Voth8ex7Y5RWK5wrNBzgTY2kUd/9K2+PQfXr+wVu0HuxLZu
6DLkF4Tbrc0sy37ms4PJ62lO4rJ7hooSLG1nurJqeKSWhvq2JI++M5qDVwJbzi39Zz0MRO75d70/
RkcErsNTWMZEDkbyPmMTvcgH71J2t4rpi32rJyVhoGO49wrAvaSNNpd2H9yIFP6pGjr+anT8bK73
8xTpLCI5cNaZYCmUsrwQWKfz4SUxGxilfvpIe6/EgvKYZVRLRNjKjY3dvKFhhegC8LIanodacUm9
9hDm8rdflONShSu7yByxDyPeZ6d0gP5EnQBh2/0EMWwuQpQgS0UNfvhWQ4qglD/Jb6s2Dm7gG1Ud
yit04TXaUOyNC6ye/i5uqDwZ9NF+JA0JvW0GjwcgmQlYldZkNb9pjgiKO4223ZHjeXtpQrVdTIRk
nksvrq6HIFLO/TQ0dzlk/St6vcFvzHPJWSNHBAoJTrQDdefaZYNsPSCwQKUl20mcaXU9bdKAxKUC
Yv3OITVtWU6T8eJgMjtLWEbYUsSosMaBt5VyhQbLiBuWtfc+ks5npPZiT2d7TveQ7b4OBnU94F64
tjsA235G1sRSzZJ0W+tRck0IrX5hK0q4Tzob/WQG/DqpzC0Fu2LjhLDOFkYAuQxWr0MzOkKMb6O7
weyHUEGvzb1I0/piJksfJmN8VkiK/RU7FDGGKC1vsWG22IV45h6sqEiO/YrCQH+l+hOcKzX1fqJ0
ozxTE8qzK8cGBWdTAuU29To7qn1QHIy4qtfCLMlbRkq89/mqmderqrk0UToe1VoO9P+Tjdk+m/ZA
diBCBTAiFHBI7rygv91eDJFtxmt41RwdzaqqrvrBUfZwW0h4bXXT1aYAP1wkRX/uwKRZKATfLx3i
TPaKD41ygWERGnyECmtBbGi+bpNQPjQD5dMgLp/pHXYrOhv9Sw9dFCWtjsrZH00y3TMY5RDZM3kt
o2La448pr8OWLV2DK/IxLnUQZsyKNT0JZXIpswJJCVS5zPJzz4oPHgUKw1tJ1jCnfu6oI7ptk/5M
RpXca0nYozxYYwV/UU92wMabHwiDzoEtrUy7f4rS5EClhYU66Xd61UcXbZuaK6vxBVsyHC+F+efG
cmxNVdfTE51ynnqWytZZBaaBzJndQl/FZ9i1VuB98ysLZs6hSCaywuprtChLoyM13a55bxNWCVp4
vdtHyS9Ud/qyHazkx+h1pFxOLV1Ewye8NaBgRe3YAHW2yXPnQEpftikLPb+g63XMU3trS/GDQNIW
kb1T3gx9v447eQX9utf5CCePjiQn+QWJlOq5QKiCuQiKvD1clmWzVCv69jH7UJLTAPvOqKskh1Wr
5D9MRV3SilkS7LEjgnFBr2iDLS10PSW8BoMsFvg9hg2mRYoQ3t00IfG2ioZq6CjTvTWQZIB00rka
/DZdS91zRayu6bzdGbIqz6yeubII6MMv2mx84FDxwCJNpCz0Wlx1W93+XcKVuIBh6u+GHBVUzz/7
rGQ2zvWMVSLs61U1jKtKNj+BA0371rkdYv8MCRHxwrJeO0ON3UWhTxua66AlK4ArT3EEE0lR3w8O
tPyQvWBSU3dwnEt9oI6lcqRJ83L2Ru1R4PULs/TCV1wS2Hmc6Fg28+LS3GlBqZwZdnyk9T+t27lV
GPlHs/5h1ITbOmF3pDRzBmFgb2BXXk5EVdJ/j2+c2ZbpNPux5JQBVJoKpzNnRLA+qs2oda9JC3Kn
H4anuCpDV6jTgWL27DHGO2bzGrUNWDromnRq0zmM0cz2omPvzdql+BLjeNqs6WGi2atA+fr8EQru
8aGSZIZn8ryGTgaZ+6Ke7BQ3Nj+m02wg2oX3dBKNs2oso2Lxn5cW/q+1ynSVUtG/p/3cUOpr/nYZ
vlbV69+es19/OxKl95q8Ly38+TP+0Toz5d9Ve26DGZR0QFzQ6vpn64xfYi9sQ4Yg5EHOTa1/Fges
v/9J/FFJjESnwSb3X8UB+XeQgRA+wVVJyW/X/5PqwNxoe1sdMJEMOyb1LwZRKRGAhDmtN7UQurMu
cANSSbZWH94z5qas0zMLuesChTISAnos+JuaAM77NdFRhynz7I3dRS4dan/dVmOwNSNUQY1mPJnz
eaNVy7XIbCKHw/SAnXLvVYg8c/UGXN5TXyW/BU310bQOrVT2/kCCVwcrgE5z9KslLbh3xJ0d5HMm
7tCs9TZ/cIIJeC1Cvfl/RL5JwlBEF00M/ksKwmYbQkBbSmFjMTGsF9RNr4gGlLUnlQHNlK2sgTcm
K8qYV1B2zg2RPYWqvsUmAWrE87C5mpg6sAAtA1Ezl5Jmv1L1eKJNP000GuJjNQj6HEbPTxBGv//U
CAUmUAys5QN8+icnJ6VU8/Yo+RCMR94e2sNGCxgeieOLalaOm3qgmDFhF3/9WGFNb70qTQj4WbHk
SPnDUS6GwricJjted3b+1I+SEs2g0oEJfwWefetjlDlO6pDTjHTQtTbqHUa94lKU0A4UgQB4oEi/
QCW+aq3olzf4EVEFL1VKyyst0cL1RXsucu0+rRUiIfqnTo53dc2TC2NJLC8p27DtdpMdYdHUKzDb
SVgsCVU4Z1e+RmDdrDFKXCrOdD/13Cf8Wd3CJp0MHdJV2xSXsVrWy2jkemJncpi2WBj1ScwQiLNq
aJt9Yi/Hsi83iI8eaLYukTF1sLalwpsCK0HBMDeIR0vtsOcp7NRIl0GgGr549TAebEIO1z7qoLUz
ingf5CUqBmhJi2kUV1IN2ZJ07TLUFGOPYzTZhV7QgMU0mk02GPrSMqH/J954bOqY1aquxNxJHdYj
+M1FNvAjgHPgfFTrmNpJqFectgF63ta3UEYHsluMel01FR5vk0DxhLAOesTePqpUBINYiAevjhah
MFwl6TgKpM35aIFh4HzcLRFdEcU88bKj2VpYhbbuDQ3cubPTeFhCy56moutXGWL9oNT2moivk6i6
xJ+MCpTTQaqdj3600cv46c3s9Ul34aQObkBCpAJOjRAVJ3qxP0Fxb8r4MlNz4bcWMU4JOzkrN10o
m6Qcg8FRRPIN7eeEk8xsM48Gv4x+PaNSgX0/23R4mhUFXLtr2ch+pO+4CHZdJc8e9IjdSnzeEz7T
NBAYw7h++PpK/4RS/qsQ+o/BHUvFIIdOgOt9P3iWakaem7rvokt+MUzSFRA5L3W8RBGZJYu/HkTK
TtZLyGtHmjtZm69/hJPi/p/LB+rGlM5MC1T4BIQmiBNLS1PzXdj7R6GnZ8Rm70pSFEaRkA4cf3O7
rfel3z9XbOEJYTw6i3Oh+eSKDbWugET5LpZ0Qa1OLoPxroovGvQMiwroCekRzi3ODGcZmP1dJOSx
KV70stomIDJjBM42Kctmkx1MIe4wx6zS9lBG3Z2d25tWj7cIE89Tp3SnX0pDW7JMmhUlGiQGzEdZ
a1xlI/G4U2/tijx8jvp6x/mNI3OwZjYC6RK8ynKwV/QBnoaE7VhhQHcoc/JrVHaYAb3DCLiWN0PU
gqB/5ox2myJwX8SqUR10zpSo98Uvq6weotrOFhR7ardotatAgIRNnIqsc5+uPTCZO71k+rT1u3i0
b4NJvRsJ5VyElX2uU2tc5nawz8J2kxeUZaVqLv889/9vsXzTYplfuH+/lVq84jx9fdtWmf/5f2yb
UBzRFmGqcCSTBtscdkf/UBzZDkhF0/qLjAg27F/7Js3mN9E4QapkgMNmHv7vfZNm/t3G50Vun6M5
Fq2a/2TbxAhvWiocmCB3gnTU9bmBA9KLts7b5mGLrUmTvKPkuwc7O7BXYVbtfRIA39yOT+bmk+ni
r2FoUNI5EiaT1vx5v5mbx6l0HAyWtdsqyiFv1E0yvnjGLyp3l4mIv0n00052gn+NBrKPHiToLvGn
j/RmtJhL0jx9qmm0W+c+wLtlWPYPWD0QpeDQW2LXWg8s8AuBWB7BwWXUKU+al2JCD48F+cyokAUR
8vCz6xd4mLdNrdx9fUP+4ODeTOF//YxkcmrMbfAvrZMJTesNTx842zGhDegmyHcyChIpC5XoqChR
bgKtvC01fWv6ynUR6yWlzLk+EQ2XInLOVH3YwQmiQW5yep8DhfBGpN88tD+T+OnPyDumMe0iNIPb
9/6pgd/JJ4y9tWtYgC2o8i00IN9dBJ+Ive1eEfmDoFVlF6hpUSYcydemmlta7mCk2ypo0cYo7WNQ
lU99lt1MfralDT4sELjr669v52dP3JmDRcnRNVgXT7IqFNMyQAxwN31dpG6REkkTwl5aEGe8iCEs
bAH21Yu4okM/YQX9evD5UX24TZg5VMmhyNLnpunbl1vFfCBjr6jdhGkaniHfkfL49RCnnynBHzNy
lPdZ0oQ1TkNu0S0QEGzMSC/VPrRjvQ3N2NVy+c0ye7qr4fzEOAYeE7SHhs1p7/2lyEYD3JMFtVs5
1asPsuUItSlc5yh1VsjsCbrE6LAKR3A6FMlihGHV9ddXKpnY3t3N+UfQbIsmNDdU8K/3P4KZZhYm
EwX5LnbNMw70/bpKi+7Fht69aVK6Bnu/6cf7sMB03Sme9ujHc10IEsmZSo8V/XGahK8diOxi7Vi5
vTRTY9jRHe23mskftZGmUj8NlXf0SlQomLeOJHY6rhaTshFNxSoAmK2GFfUVkmVROsuLtlBaBL0+
uce+ddHFOR2WyfuR5w1o7cg/m7vieKnNM0WFUDPCvwCZPvi3olEFtK4oWPY41RfCyy9suGBrEUYq
VBmUfn1lkWqiBmd9TJgWXsRdM2Kn7LHTSGn5y6CJlXscY/EGQxzJWWJ4ESmaQ9A/hFyqylpiz9R7
fU37yzkzSbT7+nEY85fz9uWeH4cpmLhn6i273ZOXmzAsO+nSmtABOqhrPQriZRvhL2VqgO1CEF4f
XjeBE7psf4ZsVRRBC82sErugNNTXNjTv2tboL/oW0xTgZ7EUdHjdOqU3pvrYBsbOP9adufARmZYL
Llm5Hyp+sSCUalGVmv/kwy9ahFG7ZRExV74BxMBX7d9fX+dnH5jJsUmD84o22DjZz46+OpiI2yom
kJq6PxzXoz/Vt2WbvH490LygfrifLN2GqvMfNBHvX++esOYKYXHlFmoSbzMyYCH/sGWkXa8ya1E5
a9ZdnTxGvAd/1bDeiY3fios/u0ZCTQS4dXtWbJxco2rklVY0ReViyYtfy9o+cmbUHr0JM9/XF3m6
3HMLUULP5GLmVePDSN5Um02iemDIMzrRBBQsikTcAFJ06X9fEkfx6+vxPrmpUqf2BN8VETb2zPc3
FTeEl/WxWrkAxcW6Nqy9NkyIM2Sz8grtKGINP236zUV+cjsZFHKBpXH+4Wm+H1TJ6ygZwr5yU5Sb
K4I+z0QfjAtdgFD8+vI+m5ZxN/Pg8EVoOl/J+6FM0KdOGZeVq1vFK5iIZ8PqJxdX0LJzqjn/d9j1
BNCUap0ta2SyXw//6YUaggmZEgSihpNXVpZ2Z1UO701FQQj2w1EGzabGSPb1MJ+8NHKGoKrskkkt
EScX6bSJbDwvq9x80jt8fdldWAF9HAsyuRLtls6p89dh5t9+ENr8R558jJJDJWs2J2lLmqfvjYan
a8Ay5OoQp+4B8oONqHcBXo6FHJPrcYTpoBiy2Mne19e2XkWPdl2s+0bmG1P20y4YC3n+9W34/GEj
vuJ0r1sfd6+yVQo78wMeNqL3hoBEuETjc+H8rIaMZt80h+up9Bwd9JE9aQTf7Po+fQwO3giEmhzu
qcq+281YnhGZVc9J2Oyj68bpXS8dz3SZnY+6/xJRJV19fb2fPQNQ5zY7DuYkrBfvxxul4rMCmaWb
TA4m4/yeU/k3z/mzS0KEyOLFUYva0Mka5ssIEOZEjKtfEWyDRiVb6iAwN702Pviqf2iVbwb8cAJh
ApRvRrROplrfCbIBAggj5oW3jjyluyiqIlqlWfdcmwVJupWVRa7IkUGjjN+abOWQYj52tX4O9mnr
RDDtPIvWX6of/VJJ+eeNARJf+Pr13f/s20bxysoutfkQeLJxHmstU7OuLdH5R3fQSo49ME8zCq7+
d8OcvFQkTgWYl7vSlTVhdUoTL/1kABFLn/ebWeST7aN8e0Enr1OewNWbBi4onKafodGt0065SFp5
16TDd095foqn08efdY6KFKlrf77kN+fM3lL1gI5o6UaYWKmgntG9lIsq1s6xZR9VO9kpcbJVQ5G7
BLVcf31LP/tuJOsr5TCUmfz7/XfTD2HY408u3XROUyQ5unupEXF/U2r8bpT5199cYj5jCzF5lu6I
GpxawRq76jeHjk8WbwCHZCnMWTYc3k7ejcHxSuDJRuFW7XDs8v4Rj/e1VkeXVuDdqGUKR3Fu7H99
9z6dZWc/F/McnSntTzfpzYWBX6JTWliF600D8qNs8NfTeJ2xrSWvlsnPC7HhyFrbRlli7FCn3X7z
A3yysabiw9SmktHJxvPknBMN5Bvr5EK7RHU/kc18D4LPxztJZLmf/hjK+FEU4e+GDNl1ExORA+hu
9fWP4Hzy8XNWdoQhJT+GlCezVB7yesVFVrg58leXYK/XcNKuu2yw0IXhu+mCEUmIlVyVfWXsUzLp
3abT10EorPXAOXVFMSW+qkcvcLUy2/u1pElTdxBtIREahUQmMsTxDkXdssrocVX5dO6Ynb9pOuWm
roL6oPn9HZFQHU0L8zAMTuw2TZ2vSi2KXcvwwqUGLGHV9MouKbPpoQ1BR/IyeIBDyfNMeWLEMo5U
v5FVhTpx0FYR0/0x4pt+JkbLXFwW2PujAAhY4JjoIywBF6RPj5lfNGdCxUmvTyENaf926JJuSd76
fqgQe9mh4cZBCczBt6NlOskOVxI9NkFtQSyyqaaJFCabTilvZDgi1aVxvfMm4yIYDHOB5TwjbLjP
HmEp6gs190hTrXqIBggEa9sm4ddMNiTmyKUsoMOQbeIvRN1o+7iylblQ8RtZIGTP+NzIxl2oALsk
pouuOuHih7n3sMtRc3z9PnyyTM5Ic8gGuqayIJ9863DkDCdVxwJSH3HdUz/5i8APrtQ6vJyDWfld
33yEnw3IgYtOCpuN+azwfnKxbGtQsIQXLrF143Km1cPSVVHFYoyZOgB6TfbNJX4oabEw2zrkcIqq
7K3AVL8fUlT0eYmzy9lkAr8tzTFeU/iKbvLMQhKLdr4t+UXZxc66cMyrNE1fi7w540fLjvDLxMIr
gmSnOZG+MsNhvKCjkL0Ihfj4VkOwQNx82H9zl067PXNRhpY70wSzlManejJBjnDMAbH6hVsX6Zlt
Fft2UJr9lEKoNwpUuLaFwA9i88op4Y8q9o2o+vabueKTqYL0WXYIFkeQub9+ct/60oA4b+WsNngO
E/rpPQCZYAJ8/PVLOL9kJ2sqMoJ5PiR+gYrDyZwEi7Fo+3zIXT1On2RkbjhwfLPDnrd7H4aYZQoC
aZnUT3e4VCvKNqrgi8S9focNsgaIhjklD7bUZbAXsvuRvoFCEjPV1xf32VIn5yVHNQl1MT4sOnEE
mw8FjxvV4T62QZBhzjHr9HIMMoTKkFKzqPvGhjO/0R+u1uQlno8T1IxOnlxsV7ATGo2rjZEij950
A71sjekRiJPXfzPYZ7eWRgL14Lnb8aG60Y6o5AfbKVxYbZdK1CLbhfAUG1BrrPygCOvGKOVNFKjf
9H4/u7F0LyRBOZrFhujkrTF7GeSKAGLYaQsqvetCB+mc5GG7KqANmuOsT4jj+6+f5p8T6cmtpUg5
m2GAfFB5nj+aN3uIuKvT2mRhw5fnwCxV6jNN47gmavPFiAEKhP4o4QujrpfNlvLSCifwQRuJcVRm
bXBsOeWaomqK+Gycln5lwENtLMME2cV0X0U/hYD30iv12leIhs8kblOtrm6s2HxB5P5oAXEBa6j9
MOLWRMHqnE9WrLi1gsHSzoPnwtBxBAACp9ZoH6jTAMERcbCKnDhYVzUMT8uqZr+LQ254WN58fXv0
eV76cHsopc05VsbMM31/e8xEyMIZvByeZzp7mjET6PMBrMBKW005+tGxRYvnqftx3h0Eil4+JSN+
P4zBN8Qqr5o2qNdkUuzMKcftjdafm1EKzAfiUdpROkvDQGnJ4LtK2ScLEyZ/4pAMyhDY/k8eLGbo
EC56wSohYcnBt55Q903aCk6tf4a9FFkQ8RLffDufHBo1+iz0hBwpMXGoJ2exJBlMOsFm7la9aDbt
gM0C/newKliXKYEU6iacUgShpuKhYAyRNAKUdaMIvJbjGT9M23wZ+uau7TzkMep0FRVS7AnLKddq
juf466f7yao0bxJmHBPNFYyoJ59cUTd+abUic1WHQm0T3RoZKJMQwvgSGe8w/21+TBzRGikfNGLK
dNvrvfbNuvRxwkFlzV4FM5ikVXU6o+LuLzRUjpmrjPEBeew5Vs5lXI848TUgBM5ZD6/WRKn6zUz+
8fxgsCqjXqPISQgn78rJy10NRKB2Ye4muI5wXjtuEcCOGRsgT/4LISU3vKUoG9sjSoKvb/2Htfhk
6JNyRlmHEDqJaKNqNW5jb9iNOf2DovvmCX8zzGlJ3O7w0JNHxEfgdEdA7xRXa1cncP3rq/mw4M9X
g2/JYh5lnpDzr7+ZRH0V3bERcSP7QVQ7T5LrkmgiXX89yufPC5jt3DIndfQ0Rk2f7FbaQLDoU8Qb
vRE3gRTnMgxeOkSzrY+KhKbWoazKrd7a/6PBZ92kNXNEndNga4K/Gw4DPoMXcLZQk7Re9GuMG7BS
xXPZlDsfVvHSxuc85rtvLvzDOXO+v2/GnvcHb+5vhL4/CHzG9lGFmE4CB2ru1HLoQ0iedd1tKaKH
wVZuMYefgSb55kP5MJXOwwsSGYnR4i+np3sfnPfUk0LtdvZLMOoYqPxDX16AtABr6Hwz2Hwt71ac
k8FOaiI4MxQO0Fbmplm1hGq2QEW3QptP1Tr5Xw518tp6Ks1DjoaZW+NEynvQe8x+WnetU5T/+gl+
flEmWfTs/QXpcu8foCHaopQaH0jbWORNSSz9tIpIh7Cm8Rzn9X+WIUuPeb6J/BeFJZu8ztOSYEpH
EqkgVzY6VbsJEa4DJ0+KjVel8DwGI/nmDf30+t6Mp7+/PquPu1ZPeWihX1xaWn+sMdeWNqJ+vdn+
D24l8wzyNHbEH/oo0Uh1OIm8zNUQCi8KW5w7dQ6hK+3ZHn7XTP+wJ53v4x+FHlIUQVzW++uqlRnj
CefMDUc0XFKm67CS563TrOGw7yL8iLFi/Pj6Aj+uynTuqQeSuEptCY30yRcgKlVRG29+eHMowKgr
q9oLXpoS7Klf7BSRnpVBCdcnGbGoWzdJV31zuPpk1Xj3A5x8F8TiiF7FlUD2NrKbRG4FHYrE7q+/
vtBPVg1eGU5wlKxpHpzqD5OS/Ipw4ObWmobJ2qF37Mftd68mgquPMwpFQgTq+OKF9keG9Xb2rJuJ
aTtmDyt15SkEiIgKN5UbdgSQ5LN1TZDO1VgM/Xo0xp9jQWRIR8lvFZNMQPFLvYmV8redFyWpK/ho
LSJtdg0GGWCNxU2MyX1jTdV21OsDiUTHaNCvUBzn2I7kAHYi6DZ9CJcn6Epiq7pBXbLHV9AzFz9m
JM7ZmCM7bSh3b/wqEwcPus4seQFcI5uYuLwWKiq+X4yr6BHj0K271P6dd6q/JU7QPMu7cNtlymXX
GukhZqRVLpE6OzhhtNYgS6QzDoS4NZuudtrLKVPWYJvjbVdpuptZXH2cTr+KJhbnhEE8+NS3VgM9
3xJe1MJKm861hfLDiJLkjIf0ZCZyuAHObZB44k8L3Sim7eBXJpJnSDeywMpMomy56zulBUHbYCMt
o0M7Ddu8wI4KvoXjStKWV0EkbLfNLO9CwMF1Uckho5RoLGYKky81jG4B/OrQUx+Lur3tFY+Qtky/
sDxtF2sFdmw56rB/6gLsOA3Px4BxlwCtajzts7fJV8bjGKs92UiTdxV4AGqyMKr2NMvtZckXtg8q
VS7MuXjYB3H8qkwGsTz6WJyrFVtPAsYWY+tXayCL5lqSSHBmmz6Y/FQQgBaYayEbdddn/hn6bno/
KTatUGDFzAzthgiWZy8lryPqb2Af9vtQs9JFR1DFkkTPnxkk1/Nuql44Zk9ctrPC7Yd2XEyNaxhJ
hLMu3/ZoC9ZYZlLWQNCOs9Bn62hGDLVR23aFvXQweCylMxpr/NjmiraxsVVkdkHlnWfXe5gowoHU
kqnNzYexEHQ1EOC3B8Q5Q4VvjXCzqJmyZaTn/TqtII5UYf1DQ+SC6LzskLKTO6ilvlxZk8hh/tXD
NqWW6C8jeAeRnz/kdp1siEePUdb3/ZXddB6nQwPyYe0dCzmq973im3tf9+PLCtwrDsw2sha1MywU
UNNnEmv6yhOif4JNGLkZN75eq6gAjE2XSbXcdoOmHKUoYxKt+srMMGCMC0cnzsvyg01nTPVVm7U6
Jlzy5jmPxcukMwcyfPC+mVMBdZ9WxU5Rh7UJt8WNICjw2/M7S222WgpcxWxlvvMi85pzdHxHb1Ml
gQYF5K7sZPMcGFAnI6gYRH+Mdf9qBgEA7UT0HWghvextgMEK4LGovQ2hBFkULBZ6Ck3QG9YFhOfU
wNIEeVPuB93EPT9oh1IFcU0GCOhky5ouEAVWy95X4KLxTCaj5YRc1i05cS0nNpTCXrLMJjIyE61U
mFIInzvTff+5Id9oTdJZwxhmBCqs8idk1MjLXB/D8aXg2HMOWwxEpVG18aIAgwHYmNTRjTrllD1t
v8LLrNdIlHy/1IEVt+QiFtVgQVKI8uKC8KvuCLig29czh3+DwT5bp1Kpb8jM1nYCOiyJHqkIfw65
d2EFoMvJmJLrvIOu1KmeeqV0tFcXfc5MNqYyIziy33V9fW4Efk84TvbLbJXBXBZBCDC1dCawFKFJ
TRJIg9xptenXKOOr/pxQ3uvYSJd1wwnaoQpziOGVgenwxArDNegucRG30SVSxateE5vAK+6LKvpV
jQWBHo5yMJPk3PZViET9XkwFbrcQ3q5lwX1sK+1emSbKMioSjNaG2yCTZD8is3GnOj/YMrmaQJQs
7LDK1lNNMgLnjwf0CPUKX2iziVXt3jJZMYiyL4BhGJf27F8ZsBa4Q9BcUrP7BV3WAzuGsbPr/Z0W
iH7JknOHZROrc2P9ZqB2mSBla8ruQHbAj6wVq96472CjLXh897VM74kPn3fDCodktbiG33kT28ZR
STMoU01+ZofWulcEoqfyGsTli7DQA/WyX3vTSFM63PrcGW10rhSI9ap357RVvVCgEmAl29h2ewQn
uLfszFxoTk/qHbWoFQ487KdVcOZlJtmt6WvUcQOduwAncVk4PwBBbah1QxzAGR35bpRCLCIuKDDb
9WC3r+SK/kAQvwp6rd9PsT4XS9nFS0RjkXFjgRJg9Yd+3LoAFgiuVc8N/xFsSsJnHtx3hTwasYUV
tY9K+GBEGhjT1pHMBYOfZNeKxpceT+md0Y2LfrTnlJgLesVL2TXm7J/5GXR49mPpnwuNXKJQe1RE
fSXiId8xzyxa237im3qKOyJjrHjdDFr2QuoAuMT0oFaV7frOtQQFrGiD/Zzm8bFJ5bFqtGQZdbyO
faVsx0TsAddqW4O/QZBPfhn58GtLYRKqrlYke3XkO7GVyJwmWolRNrivJ1eU9XWcDa8gnrp9Se8e
I1Ld+3JwA9mF9cMYDF14ZaYiq/IrL7eGYI1GUm78MJ72VDB/f70N++xYPQvbDVTkFocGcVKz8gbP
apWRShkJG2cWqTsZhNbcftT7i1FXL1Dj3vmi37Z2+N2Z+pODJT13yr0q6d7wj05GLok3U3iNoITX
GKEDe5s0yjJWbvIEL7cnL41C2XlEIaA44D2Xr1pozlnIV41mHab6GSjeCjf817fj4+YXla7kdaMo
NB8vTrb8vQBv4Ntt5voeeDgd6HSaASExN18P83FTqnHRYOrR8qmICE/22HGsE1TTJRkvfkNMno6z
llliuu6AAahdsMrL7wqiHy9MRT1DdBa8DY6Ucv71N0UEoQYl2mCqJ70pdzY4Ojbbx5n8//WFfXIU
nLtdWHjoQJKddvJMA+jYGa3T3O3qFr+/6aaBghqy2gCD+eb8/tmby1hUd1VtbgNZJ1U0kYP4aSzG
srDiS+lt5PisZ3eihrlgZDVNIbBCI6Xlwv6u7zn/0SdlirdDnwoxc9A42QxFdcdkPPgh/QNis1n6
i10PPv2/mDuv5rixa23/Ikwhh5uv6utMEi0GkZSoGxSVkHPGrz8PKHvUDcKNo/HNKdtj19Caxb2x
dlrrDZAmS/qgxnWjmn/+1D4LPJnfUugEREC8dK841qNUlDstyXZ1nnyQu2rBJn4uYyghYNYu8XwC
lH+eMd2ghUi+UXYSEp6ainTPEwVyUr1g0j6zC2iahKggqEi+47QF48qphL8CI6rbeqVbnzD4peWk
HLwy3IaCsQBVmUsaSKAj5Q0GLtXvyQIX9RpV8KhiHfTltS4213Ha4LNkhl+HIqOEyPSunF55clHh
040lHOjMnBKUzrWpwv4xzEmlJPQiXBGQEtwrQ0xHoOrDXWBA4CxqSV1Yie+3GBHu0Vivk4EEwHE5
/3x9VuJmhrDv3msG7SbTEKOM8UGg+dD6hxBNjs1QDrgdDpX+8fIeMPOyP4kMx/A8ciYgNSQiOLE3
SvNq7B46prq/HGJmmxlrQHzGUU8OatZ5CHfQ8wipnHSv9dVNoh9MeNQ8J9B+Xgg0k50j7Z26HYhW
JBonG3WsW4XntOwxGEt+lvOHog+/IxO6zUv3xij1hdU9lx6QUqmiwxKhJzlZ3fhHdUXI7XpPy2xd
VPoOR483Ou/l2Zv5QOP7UAZDro7k/clZUPjRgKwLSw5IwpdihCZq6v0/CEFLgGI97CwqWucfqIO1
Lmawkved3x/1GJ8DGTXN/y7GmCQnR5ord4nuWWxQ2Nmhip+sqnCp6TDzQSwZBDzFRv5bfWuQnoQA
9dJmlDOSfWWJEE3977ggHDyx/wenM//8kQ/IQxXM8GS6ms6MO2yOEqoyw3MTB18bBbI5qPHt5Smb
H8/vOJMpM1S3ybWM2h5QHWE1hM2mNc3HnIr+5TizGXYynnFZnczb6DsKBo/xQPG7Fw3lHp+WpVbB
bAwNetHIp0KPdjJnda8XuuWM55PhbDGnPOTF0hVjPgSdSQqIBpvNpBabmb3ZAUugAFwJ10GV2E2j
Hi7P1MxORqkRUAc0Qo2xTDZLsbFAJ1qUe9MBJQqnPo7CBzmSFwMaOpdDzY7GoD/HtVZB1Hb8+clH
kQrMcfj8yb7jfvImABBA/b4cY244oGMUHSkPHhRTlrdkpaHV4F28B4f0wRLSHJXCZqfiBiIG5kKh
em484+UPSp0BjWO0CDgdj95WkWalIrEq8X4oH1xUKS6PZm65IB3Mtg9/lw715OOkUpHqrtbwcfrY
Hl+VIy8+NvwF7MtcGCAoFvgXRPiQbz0fSASAxHQdDhnFwOQVx6284NWDAMjl0cgzt1aOS4PbOd0T
CSz9eZyBWrjpRCQARejbFEtJGfclycBtJEcwSdsJAQg0y0BLSrvSKOdIrrxvy5dQR5RLxyEwT9bh
txgFCQsrNRURv0G29mGabbgPXyct/jDpsBXQgC+wOZGUD42mLRyQM8fx2Qgm5z4WTCABLCXZR5VC
dflrpcr7QEyPslpsVbnYX56w2WgaUDYIlXyf6ZvJtWrRNzKS2S/8jTjcClhUChjgdOlPH7/iy8Hm
koCbxt/BJltz3EHfM32CiShjcR6svBobZP3T5SjzQ1JoRHIxBEU5uWEkXojhWMcEdlq/YsHgJ+jt
XXDvGXd75P8uR5sf0+9okxXaNNScs5RoQ2rs8Lbca8KzJy9sa/NBwHGgLsHpOUomnW4DTmPkUZwB
YzHR8xSSe7wVNqhWLQxlbmPjxv53lHFiTzbPCPv00tBl2nK4nIrWDW6ZCFJ0W0n9L4czSfEMcHTT
KwRqFBT8UYyTX3DWXEi22TQAqaSYcIQo/k8eB5x1ZhPjL8A9oNwL7U9Fz/epgD6j1OGWZS08umbn
7ne0KZcG7IJfly3RXLXcdq61wegbowGZFP9j8CmQTGs8TYGJ0FecJoOei5kiotG4h6SG02mLvpyx
MHez+XYSYpIJJZrIYiN0ZIIhb6gqmymuyZjCX146s3MGYZfLJ4cbGP/zfKOf4zt0NxLeqUfNE2Fu
pNtM5FW8RIKcD6SCFJD4yzvAp6v2RqIbnKIVLbcOVfdewmsUJTc1XjhN30eitibx+h1xeZj3jBN7
soSQnbXEwOeqMyoLKUp+VZZ0SPL6NuDhfXn23p90hIIuBlQctx+2uvNQjYygXw3lDYlAY2fm/TPw
h70neRieevtYsWnXJkG1EPR9YhCUGhtqQgB1wcqcBw0HK9LjZOC2EA5b0fhkpdGHuGwX0u/90iWK
xnmkU6gc6ZbnUSypBrMd873aYNhCKaEBGKMo9slvZKoK+sI3mx0Tz2YqojCC3yHXMckMNDdnPVVC
uEEubB8J9Avbbnv5e82EkajksWCpHQJKnAyKLmQUekGPgnovr7lx24x8ldfJwkY0/mPOy3bU2+md
qRq0IVBk469xkoHiAMLXH4Xa3VIMdcxCxOrRDPRgCSU+Nxz4ZIZlALbXQdufx3GTJvIrCx2LOFU/
qlq2kVrtDnLLH1+AR3i9AheCdzz4lMkeIQ1hpESGEoMgDYu1qYGR9AVt4TyayTdNMhGwAdYKHnwK
k6xMnP+6aoj3stVvNTm1Y9Gymx4BczRYEjX5ejkTlsJNxsTTunXo28b7vO13tCRuTVlejV0AXDk3
uKW9/INwKI5YZB/CGVOyQuKlotzoDeEylJ5Ma+/gKeMlyiryTaS4yoXFO7MvAXlhB9RhRvA+niRG
b5VeW4hxvG+HGC1491Ub8i3wPvTgPvh9j5e7cRDcpYv/zMZ7FnWyG9Z6Fg59msR70AjrDLtcqUFp
rvT3Yaz/Wsh/pC71n3w3Tm03/t//zsJj3gvk/6CBh8ZW85/VpeDMYXP34H97PVWYGv/MvxWm5L+o
ZEBsppQBwxnyzG+FKeMveJWo4YHTBhLGVvMvYU5J+os/ACoBLg87De3TvwWmNKSnuNtB9h/5RgZd
rH9bl9z92g4vOdq9sZNOd01e19QmRls9tBJ4CE8uPEI81GLUW+GuTTkgVtx+qm0LTfdagJGLXW7c
w/fzIvlDAWx3Kwg6vq6pCmQnDtKvISidhTX7DiJHrQS5JY0mE8pL6JJOtvHBpbMWNqax7TtTevRK
U7kqdNRzPSlr75K68feN7lt2OqKC8l50PiWyIeI+UQyPJ1/xX1N1qscBenNyouCAAy+HqaHWwZRP
0es6tM8STUR5W6HlsELNVsB4skmvkt6VbmTJ+o4lRLfuigIWgqn34AKQEL4xvQb3sMYR7UFLpDuc
5RNMoBTls+wI2j4vEIIafAkIUhLtag9r7Y0PUfNYGcgcl0BrIF+ID7lWfXPk0t2mEc5lahiYRwCe
3oe07MVrnjL429KZNldp4Rd3JYyzB8NLaRTFhnZj1Rna0UCp4NhAA/qpdKq+j8PauYm0MDkCTzTW
aR3d4JdS7mEi4P4nxPW+VdRveI5E3KzDL/wiYI40r/8OViGBY4HLcVaqyto13Ac1im46y1Wfo0rP
d74Sd6+hpHq7zvsQRSBXclH5Zgjhix6IH1AKf2qbytjldGSxTvePITbKnxH+LNZRJnn3AHO9lQES
H4lASbML0VVWopT327YsyuOQawOmXU63w6GlfEraJEQfPymvUNaExxlJypXVI1rld2qvYG2M24UU
KrdWm6rfQC0hsp91OrCn4Fucm13Gw0QQb51aaAGUBEDWUsXBLFsW+x/J4IKtikUP/f4mlDFC0Moa
HVq9UF+jNveja/RNbEHyfOeA2+I6bAcuMumhxBx4LTTPmSZ+xjaChqSbW6sYP2lQGPFXoS+uldL7
Sd8WGrFXbTnW0XcNKhErgkgEOpYWN4FY6oceUC/exdE3y3Qo1UgauLG0vcr6rl+ZjVYdE1Wp9rXm
Y5HTq7jYau2NGFjek+yb2NSrlbAJBtgMzQCFNlW+Bpazw29ZvAJAF28ockIKVLBMwclMX8Gdtb3R
hE/I+u8BULAtpXAIEVg277GwF/F8835IQXZI++RzWA7SaClcHbIsbFdlGFQHJ9Q+uh3CZmqUHwxB
BCiIKyLyo8atAg4pwkLOzK8wJBS3dBof8IiT2xXdcmxXCvEuixDv2NWmY4Ey09U713H7Qz/U1hOC
mnzSXDDtIRstMvPSwbzAF6XbVA+7O1+pEhz2eiO7oUGq32Ew39gJELIxkyHmbDPg0dq6ljMAPTV2
sCEK7a13k7KbbHzZRPk0yVxYxXX/6otieC/k+l7QxhwcQlUwjqWbKmimGjj/3uhWk3m3aUMreu2D
kKJUVmaJPODX0IN062CfmKNdRCfd4++LSwRm5X26MzRMefdqiwUOWJTwtnV2neaGn9H6xdgrfhR9
zAqqxvXpKdfOuq8iZxUOMMgGbRD5v3rZtaK22kMfDNXaHYDxyDmKsSshx3tXTeXXyLCkVzY8sHea
F6F9H4OFw3FX9Wj899qXWHWEH6Jn1PeWWYuPQgM7VnFi+AyOY+TfhdQZ1qkc5jsBzbZVhEPgqhAz
71hJbbHKu05GnhmjpMAUgdA5OHkbUTXslTaK6zVuuv7BtILhE9CvetV2YvnU+zqueVZzkCXE0OXW
N36GFcfHRpSoMOK7ln/E/6+iE9rE+k1bZH6wGjJpFPUHythw1Q7xv8yaja9RO0AolgpWDt5H60m0
Qi5acWXqXfiQkGHsaaTrXdxp1bMXAttaDQ260rtaE4IrUTOc8HmwWt18DBQpNvdgQotqWJmeVmQ/
BjPvRsBfIDkffBVbIMvC/AljzAC7M3ITfZkk045ZImKNCFpXfzZSUXrEk9vGsB0sGq/2O1NrC0yl
3cBcqaEqfe7lYevnKdCvIinqb20k1TC/DOUqUJJ20wYiwmISaNs0szKFEytoN0GntdugLqW1ifrE
lZJhwhkmdRCT7V26w6q7u64dZUDmP62lR0ibmMnmTdkD7DJcanti0XV3ruZ+UTrHStZFbw7sE4lj
5yHi/pR/oOYjpi8rGBYEwbfe0D76BZUV1PVQ5E+0orsjZbo7HJktO0kzL0PU3ROKbVlm0uPYu3zE
zKK7s8xIu2odEDx5w4YhujyrVbAlHz2zaA8U1eOPbh9HH2VduGO9t1ce83+sVZzuVoOD6r+rGVgF
loKEmjKwSUwIooMf49YdBQn347T2913RkOBYdT/oetNslBzNbMxIDNO2AgWTcAW5ZQWpt8diyJWX
HqBBvY47S6o++iPZsJJ6d+emTRBC+qvAiXqpWaDGX6jZ0fBU/VPGPtTh35EGx4YpxvcnwogsMTTk
w6rYbTZ57TsP/K983xZevPaxgLXbNAvvlQSbASMR5RrQdaHf05DEGw8cU4GTaZ6YWxcDkNtEzw0g
4KgxS7qgRFs9VKIHIXG3Mu6NT1oaa+5BwzD+tm266jHuDbtTG2VHEopXvY+Qfzg08daKUCDfiE2b
wj5t6/qxL4Lwzg2K4T5pUmVlDYq4j/VosGMpE56hmuNgJIt7wUHTEYShdi21Q4sAXZi/RENubnon
VV7kKm1HaxDrkDpCzubgJY9lEeQvbi7qR1hq2V2PftyHAM/One6q4PV6LCuBElUH1zT1Xc+xgamA
oTS4PfG7o4QJoHB0Ne4rP/hMjy58QDsGTJPYFlt3KJybITSrj6Ic4v+l1yL+81kkKFdeWitAr4O6
BQxmlPmKF2n2YpWdaTtt/igmAdaXak0edoaFy2Rtvoa9zFEnBKl314RcUsETl/muE/3o0GOo9qRL
SQPGOpH1e6XIsTQYoj7+FKAXAsA+irVrzRMgzjqKA37VSDn79cosNjrcXocD1SuutRIJ/o1SKtix
dzjVh5W+zY0i3KlC4NwVg2ru2kwr15KkJPeWGGVHjPTk7x6EXHHztgblISJZvERHJVAFxdxXHiru
HFc3gVMHG9PtxQMWPNFayaUOuFITXXe+lb28bRCu79d2YFnOyxCBOI4qy/mAWWyscIMTWWlOmPhX
vSR46prMSrcOGt36KmhU0b0eWqVWj2IayY9FFaNs3PjyY1SXqu9jepThGGUFplJ9dFBK/u43DVsB
VntsM2bV3SHAU/pPHkTZkpuIZ6iHRtBZawo8u01sFiR8B9IZGUCHW52eyN3d27GcY4gC2L3MrZ+J
51q2BUz8e1KKFlbviqtKjyEmc85KalMRkDkmdelGMaRmtP3BAA6nzSjodrHr9ndFWZkbkFstdhwa
lMzGde68WAc2A6IVoUSlyl7wZyuPjiXhpazmuLa+/U1uGiRkoCn8VQd4rrBa2uwF8ZCi2aS1Zvpr
iloMIFUBS8Pg5rbgdZn+zdPi8KeuhOoV8AX+mKoD9zdjF2EZDFu7O7Q+shfg+NnnEkb3KPcewCiW
Kp0f6U320g+NeNdw899nXU5wPzLzdVXnmEyVAefQx7iJ25sibZAeUUU2Jrev+bumWrt3VoCIwdv0
u1Zj3apa/uup8kcP8/nX9P/uWf5/8M09PlT/85v7/2NeVrxGE69M/sivJ7ekWX+BigLc9q8HNz/5
pekMFu0vWGRUcnlBAxIbK6z/enIL/Ble6bw8wQOhqUt97+83t6Aqf9EeoqsKPU1ivVMp+4NX99jm
+f3ohvqFFgIAtVFgcqRITQUDXezYK8trZdu4TZIVYBDQ0u1neq1J+Ktk8x819M5rUu8jvXtNO2po
aI1sh8AkfXHr+tc6V6Z1Kn0ochQflvik59Wo9/EmZfJOGlwx4rSwK+MWYbyrhm0bY/STbz33Mp+Z
PlyBgdKgw2eALz6vwGZc3TQh7yVbBFgXRF/k+Fsh4RHCOXk50Dg70+8E0mFU9uWjA6w9DxQbBSIy
jSvbCWC3HIcK04S+nm3+OMoI3ACApvMvQ5yUYKJGVLgmpKrtdk37WPVOhucDrnZhVCoLgJTzisbb
5yEUzwOFwjWpPAlldAX3rqhQbczfTcDx0bDBbsT5I5zIrygqoE9e9BT+MY85n7YmlTNK9YpqJ7yb
N0qjPdZu622HDMHivkGf6fL8vVX2J58JbVjAaMhSjkCuyaga0xVyZIVUGxubWl4LsRE/pW0KH6fz
O55ZEe80nLw4Ijgc20a8DkO3eK0x1cbdJbVKbeu2GqoMgorI1roxMuMVEd3M3UkauuurwQuCx5Qy
+dpXxOCnlxetjxC73Ly4viHXd03fWocgQ8CFpy4/XBjepCL2azopKSNiZxrUladSZHRXRdUdatVW
fNHbVlL+QQ19d+MJpnoQB2PdOcJtrNZfMqcaoBsI5SovTGWhuzLB1r79FpYOqHC006CSOW2v6JkD
xrxhkmUMITcYz69UqzoGZs+juA92AkY8GnWnxKLgUAxLS35uEsaeL114WsB4CY0b3Ul3R02RJa+U
QaMWlqWQALP+PpEeKBHhekYNzfYDdQM1Kh+VXtFeL5Rbzej0BdT0zG8BWBrvIk4CFGUxMzn/LSpT
DuLKrzVblsL8s14nzgGQ9UvD8+PgyzI800jkAUQlYy/kFf4Uji8dcIgRri6n/Lt1TBGZI8wAuC2h
WjB1GMkUq1RaM4VnE/Y6THCj+ziM5mqXo7z/5oShLjziSEUWs6icDxd+A3djuRZuoFAZznDdGdl3
bP6GlaKLaw9fpFUrmQHp5h/dhc7U3AjR/eOQZBtBsmgy010qhS3UN+HGlK4LKKStvoDLendSjWP7
HWCKy+oHtxBDuRVuZPk+7q+xbq4tCggLW+G49ZxtTRTXUe7RxuY7zX5r0hNKIwPJodKybqoGGx5I
Lh9VAd/jQg42QeCEvLKiJU3wmYGdhZTPP1ppFkVcIl50Y9xG+YskP5nhU6k8XU6NdyfjZFyTzGhD
z22aVLduXBH3gFdNumqj+8shZsYx6sHSmwbOxqE1OeVF3PVCQfU9W6D2HLgjLZZ3iXvfKEtSKjO5
dhZp8pHaMkgwXvY8u5acXapBX/a7T5cHM5MHY+sHOCv3Ppnm/vlHQaN5FJMMRiGYmpLXkF+ZoVtu
E1e/wZugP5aevwQ7nhsVhz3KBvRTgLdPRtVEfV3lKPzYrVvs8759KXTj7vKolkJMUq3B6TtPc0IU
fYF9lgE7OdOWrpTjSp8sITCaBholyNyPohfnU4fFT11kTu3ZLFTHba5NYU/RYlWRBol1Y+YfK1PZ
XB7XXOqNSAIYKwB03vXe0e/I5UghpCsfRVces46OgY9S1+U4s/P3O840xaXMCoxGaz0b7iMFY6lZ
eX3cLQR599gADTHeK9FfUpBimiJzxMgpfK0hiHSrJ1tEupCBu22Cfg8MkQraQrTZr3USbZLocRga
g5/2no0V3F6u42upEL/jmbtKLWXj4PlMy3Cttcb28kxO4K9cTyajnNwBR9k23GGJW3gPYl7t0UTY
uPk1pkyeLH9u8h4LbSiwUrHyawqI4Y0X/XC9A0Rqul9f2uIY+9/GDsjgYi2ASVebbgM93KGgui8V
bd9h0JuYGDsIB7fo/8FOd/qFJqjASjRyM8bmzc5abydxp2AKN52grLT49fI0zW1Dp5Emp2qrVXqt
UT2zvfqekv+HfPC+u8Un1/dgKdZLgIg3BsW7pWsg/wW+FkTqVNywsSj6GoPi2Q3ws8E8lOlPq/wi
DRDi+/pFaXDK4kHa5Z8FtLc1+OGIomHAXfSbdDA2dXIdNPd60K8Vg4qdgYfokkzQzDEGiuf3LziZ
eSdA0LQwLXb+NLJ2IhfMDzWgWVwwsCm/PPVzax0VdXrJPL14U04Whi92uoRlmGdHdNc3NXQB1P7U
+OpylLmd6zTKZBn0je45FT0au/Bfy7o4tsKXqlevkQVdWOezwxlBuVw+eRBM7+Po42ghj2PPDsVH
L0s3DW2xy0OZ+zbm3xGomZzv+76IWV7RMJSKJk+ISIpZ3P+TewxEvdGdYuTPQm04D1KnVT8U/gAT
HgokLe9UzNeCki08u2eHMtpfALYAIjnlgaQ+GoFZ5bAFk/pjr3j40mYLb5PZGCPTm9eJDvhg/PnJ
A0nWU1H3A92zg+SI0DEqe/tAyxcOxvcPILbZkb727yiT+VKUgRHmnm9jByyuYiD6m1J3vavBcbOt
H8hHXck+Zz46CK72opUVCEYFk+DLmTG3i53+EpMkp5mqOPg+evYALmGVR6q16TtfWfl9p61MwUVQ
sV0q0szGNERe4FQuLGA559Pr+L2YA6Hw7KuYdmmTAhAfcMuRb/uHy4ObXcEngeTzQBpwhaIxxi2p
wTVMedWoC3FIDYhM/HeBJlf4YHy1wE3z7NT6WDUZtAS6u8q1mWXby4FmM9MAgvf2VuVpeD4izjbs
bCmk2Inw5AbGtuifBEQtLgeZnTYTtBQ8Gz7QVAG5lnMF3YbAtwP5p4GAURh8oHu5UfESvhxoggr6
ddMAxApvcKwCUEs+H05XJzjVlb5vNwpe2H0Fjh884zH5GnqUP5IDuiW0t62NmOxKC+3Jhc82M5sm
VTVAUgBDDWoh5+HDNgp8oxsHaj1VyhNavYtbydy7/yzGJDXkQqxQfCeGrgp7bsHGtd7722xX9fTe
MJwTou+CuWQSp/KLTy4Lo10qexclFqoOk60F6jYyRZrr26bT3ge5tgHRuQQdn508rsGEGeXFp2cK
ahgVyvSxbzu1tuNpLCjhtnDyhRSZHclJlMleUetCUEHD8W3PiVa1QTOJKt3lLJwLMVK/YcTwH86u
8yxI6cd32Kr79mAe66TYuY2+EGFmQfFQpbqORh70NX2SA1bjRW6VlD6IrGdfPrZd+uDJR0ASC4XF
uU/C1gBlGd4iOiGTyfIVp/SiXCOf9R9q/CC0TxV6Ypdna+ZRQrPld4zJmklLuh9BpPq26g0oV4RK
vq5TFS00P7uOM+NTYJXhvWjm922AP8Hl2Evjm8xjNYi5UCOdZJfmndU8B9pLZf28HOLNn3O6dE7H
N8mGwfSlrit13xZu0HTaaweUeIZm5QB0UH7EPXbL0l6lQ87Ty4iXJncuUU6DjxNwcvGoZKWtvVbx
sVeJVn2yzbVPfozm8ZLP1WyckaoLw5FdeOqFqmZgqZBn4xL1We9e22arghsQHy5P5WyQUUFFwuyI
MJOZTIFKBup4KCqYUoZ7HC6Mm2gpJZaCTGZMT+jpK4PBgdhbLQJm/oNeyP2qLEJlDZDR/AcrWcHE
1qQaBEdnRBmffiADXFucy2ysBtjG0s02OqpEeQIcbikVZi5JdAhw+oTCMhadJid9p6p5XRicG4Xk
gUC9l4N2raPyriKBhqHz5U81dxCfRZvsHFLvODgFEG0oNsanWACVFd1LA0iMFd4ldaCssu6phaVs
GVsXmdS+VxdmdnZfoYsGTYN/w7c7n9mky0JHMtgjO5d6gUzzZF33rQmarlE3hWQ5CEkqwwZdiXaf
YkG6kKyzW8tJ+MnWgp+EVEnjdAsW/oS+ga3902IZ9u0+M91c8Poc29VQvqEUng8SIwsws3UxbtAV
Uka3OdYffncM4s8+x5tVfDKepPSKW9GGftrCo2amdoX6D/ZDUDhG1vkkdWtRpyjm1b793Kew2nHS
jhCxSsMbo1N2ivEP3mln4caFe7KVgZVz46ggnNhFK824j4ofQ/B8OW3nPtrpkCaPFxfhR0PuiJE1
12n66tf3vbYwa3PL8DTEpKphCh7OOM0YYqPKx0Te5sLB7H+AN7w8lNl7IlClUdidRY+Wxvl8OY7U
KCZcE7v06jVX4lXqPriZuAlq4XvtZbaYDHgBNVdVGC6wo+ZDy+SlbI23oGnorI0UKR2P9DhzlSt9
iP2V1dbdxpcyc2+IUQMBOsf8sXQkWynKdo9Oibswz7PnLu8aOoEmTUF4tefjD4TIR/ZRZPzyfaoD
/Q3rfNRl/R77xVHhAyjCcDWWDZUMPT5h36AkmogLLabZhDr5JSY1PbEqCtdXO9/OpSOgq5VY3i82
y2bXoYp9MjJyvHymhWpTK8MGXSUuUIUUrhFO1q80HcPbOhq0qzCr1VXR9zeilqnfLqfYbCoj1iap
VP65sU/OY71VkXDCKcSusgjd20bdB5I0rM1EbzZAYcF0512/UEOb/6xwYXiEsKvDNT3/rHXWNwFS
tmzrmnCs86cQZLOyTatqJwng6vp1bT47oYoAYLSlqrRtXi4PehzUux0XQTekL8br/ZSVh2ukU0Nb
45USOEejUje0pxaW7mzSnISYJI2JhLFetDxRxPR5yPL1IB6hia8uj2M2a34HmZa9Cs8DL+kRRIiz
z9xOg/BjZ9SruPTvG/9bFC3kyty1iuQ0kQzR0J2e3j4Gx1GL3soYU3w9oOaA3CfVZi9eOHVnUxK1
fKjm4Ivo6Z1nRyMBI3d0UrIz+xUwLuh9X9Dd2Ej+8rqbHRK6IRigUtV4R3VGDb3oo45YQWeufR9W
Svozk6Fqtktb2WxCGDyJRx9OtvTJQrPaKKuykq08Rfm8c757/U6ud6Z2M0TO+soyszXNNr+COa6v
HW5YeoL6df/9csIs/RLjz0/OXyTPOUwkFl4QvHoF/Aj/evC/Xo4xm5RUicYiAAA8aRIjNjMPG2L2
ZoC3K808dAF0mfwO1WEDEf1hIdr8iH5HmySL64SDlhe80zUPmESxiUtplS3Zd87uFydDml4pUJ0O
/YhvV8n5Wne+uNk/WsknESYHnaEAb0pLJi2p15X+4MbO1vOGXdR0a+u5GNyF3entI7zbAU/iTbYn
JNiDosO/xW4CZy13t2GYr4LyNvWvxlZQ7V9nXRoi8f0QaPFeU9BoSKuVS0aGS5CfhbmdbiqhLrUB
jAVqOQDaA+PeccKFXXI2RWBfA7MBYEVd6jzphwE/KCPq2SX9+mdZG8PVoGufk05JF+5Ms5vJSaBJ
5udtrnWIRLFxha9SjKJ2wpU6RhGxWaLIL0WaZL3kFHjc+URKBu2Qy+k1rRtgDpskfb28mGe/zsmQ
JplvJkmdKVXLhjG47crXf4T+ojjM0veZ5H6vIide1MQYjKfYU7ZJ+VX6Qy26t6LyGwX/30kwSXgw
wobiiaSZyUcJnZ8gDhYvcfNfBRk6EZko3nOT7y8GahmrHYkWS9G+TYaVEP/sxc6ulqQL5mfsd6DJ
51fcxLNUlxkzch2h9h8orW2FwlxYN7PnMLJtKtBZdRQYPV83WdUaCEpw+e5gGYHiUgwU4CWk1CVt
W+C/dWO6UrCwMc2P7HfMyVpNoxz4qEbMunkVpX5LxmVdthBk9oQC5QjEeZQSmG4Imeh6vOwHXhXp
T9iiuOTgfPijGTmZuy4Rry4vobkhoWjyBn3H12yaFUkVwA/qLGr9XiLuc3z6NhmC7nsItkt+HW9N
mOm2TgNR1QDAU1yeouHKOixqFUwkkKThUEKdMDm0wmhboiWZZns09cdHZBuWW7S7MSe414z6Y1Wr
16VYIR4tor5b9fvL459bFdovsjkup4Ciz9NINnEHxELEt30faW/ti5T8HHlfXb29HGduq9LAeGug
1kc842RRtEGfVZ0ZBXbkPvTuT5pgl//5c1lz+s+fbIWB51B5EuLAhj1pxvpKkdDVdj9lfb1GsQ1m
weZyvNkXONhu4JkSojXo6J1PnBdqaj5U44CsNt8VeajuhhBfgKBLjYObyVCiIstd53powYnu4s+9
BUb38i8xl7wjvg1oGGVH3ZxumwYK+ZrOoCX3WXbFNa0wQX++HGPuwyGjKiGkpSlsM+PPTy6lYTLU
1SCngZ1E8VPJa38FPCz7B5sZWzLi5NQRRLDF50FyP+97qNaBnZeJuq5Fr1mLoIE2TZZ9K7OGw9rS
l+TQ5zKGlqxucvUY9SQmGUlduOjFtA/sXjy65VODoEKYvkhODPn12FvpwhDHbzFd/AiUgxzgNaOi
BHQ+RD+y6FF4NW4rgfGcKVCwXwL50CUHv3PupOyO9+dCdsxGRHkDZRsgpDzVziOmUEcjIdIDu0GZ
LHxNzYR3S1/BDXMpmRorN+8+55q5u5wv0vt5hfgN8wHGAb1MmlrnYUstizOvc2lUfDN2KqYB8Q3W
AvVX5wcVmk5aW52d93sIwzARmvB60BEzB97iLpbj32cuvwhvOtSkgDiBpT7/RVrAhBFqBJ5t4RQh
ovC0cFDNlIZHijtqXwiu8exWJ1mL/HquwIAABNTy5Kj8zXAQCudO72H+a09t9wO7pHVb4NItOB/6
Wl/IqNmJpjMpSaPiMTbt5+PLM0PvvaH0bM4a/KUK9A30VSMV62pbqS/0FRfivb9xQAHjHsH+jXQb
uinn8SIjS4qkjj07N8q133wpMxxp2m+RvvPiYOFYmoulQTlC7A6dM7AGk1gZorr4R9GIarKtHH8c
HgVjAAq9itU/rh+OpuIgQ4GlAYCaQqAstOy9MOUCIKg/Q0x8rOhaCv2FVHm/FFXgp8CSZGRixr36
fDixBI8YtwWeqEgvFfFT3gVr67XXX4Xkh/zJau8vr8GZzCAcHtIj1nrsK5+Hwwqv08qenkWK54ID
DVhxPqnOTg6vzBRp9ub75XBzC+EsnnweTwCR4o8KB7akR1jmSusm067w59xjxvCsgBt2u59D9UW4
QjpstVTRmKlXjpP7e7STyS08s2vNnrKJ4AkHw+xW6eDsHCO7xsY6CJ2jVWvbMjMPTlvtZDHdZI22
5g2wsDpmLgT8GmODCK4Swj3vyGWiY6baWFnRre5KrmCMi1/64LmPsDaLyrUCe792V42ydHa+vwSw
KEepeOrT471ychFxYlFykeNjm4OGjQwFfHiEW+KlFJ4pSgCjB+w4EhKoL05zmHKtr/URaPeh/y7u
PXGTeT26K97aU5HziVdP2pW+H5pDIqyQAbqcYTPbAdssxXcDDPf/kHadPXLrSvYXCVAOX5U6jHqS
J9j+IszYY+VEZf36PZyLe61ma5uwH3ax72ENTDWpYrFYdeocODQTymmAaGYMjAeW8UOaWvAnPBHy
YaX3oHe4bmnrM56ZYnIq0+hVUxhhqhnf0vmjAnkZleCIHg3o2+jH0PSr6pVjk56P89wAfvN7eWyV
RV0MsBrksFllrd3exto+qTBCv5veO/IYa6qN/4UcKRo6HMM0jLKG0UJC1QVFTzyymX2NQoLtnnB0
4jxQhw+xecs+WhE0R1nvmN2TakZ+AQ7961ZpYnVhFKO/+JSYkMRj4DxahKCe7ucJ7+MJamso7Iam
hYHcBewjnDC40SIHDnJlicldTTD3yBC7wZN/6R1MMQrta0lkcBB5ioWZWacScmcWb+I6vpflYhdb
j+E8/THAB7+B4pQwiYJz+ulvq/x5asMlFelqB0GQHCKMtR0aAIjoSlo51zd284jiTQI1HGA44FHM
zs5hu8SFNCcYpa0c0CXt8/ouKtDK3TcqVM1U80VSMV1rhK4BDWPaJZTzLIhBtknk8Pn6j9m48rDu
37+F2XtdHlKlr9CXK1EyrEvLDq23zCA2+OKh3FfYaZw43Or2VixcG6X/vtpsC2NZ9DmPGCxlz1Zt
umMJjtTx4y+WZqFVrkJJCe0WZpvbWtcwRGLhuC4S5FV2Sm+5XQfOTZV8pFCmBE9Y2ov760Y3slk8
jdDeweQXUk224wsaoV4XYwm1lxxjEtBqECCRBy7y61a2zubaCnOZyJCIMpsRxRdZyHddLO/75kEZ
UXjg4QA2DUkI3JhMRvecJTMGgdHQg4gM7oFCmgc4HySfNQMqASDGktqIJ1+/uXuoOoDAFjNAqPec
O0a3aOYIliJMUc1AyCwPM4iN/2Ln6OQh0mPwo7KFpKxvgaQUEMOLxnIU7SSJlSdER251cfOCot2w
fw3RnV35eD8L5TJRQxJUUo0i9ppYdtJpOKBL4ErtoNtUc1W00h8oO3z73xbJuMekaBHp6D2sg+dl
8Zv8vq5SW4pmjhtufi68q1CSQh9YZWkZzRqzgqGGyRnkUw6GdSDw6F1fyUaKjOkNTCLSx5OOR835
Lio5GXOMimDyQS5dNElDZMq69DXvEr9Gu9mYOFftVmTCtIiE74b/c6GCouRNhv83JgcgqThDrHPZ
d3/eScHs/8oE4xizoAwpxjiTYO4e02FyW0r0BhbE6xu3eXBXVhgXUDQwQoFCDXOVvyoswTAeMM6x
1G/XrdC/wuYI67UwiQnEr3UwDmAtk0zsLG+8ZrrJptsp7Z065bgCb0WMKxRWiYYwYOVBX7cnM52P
VfwxNa9ySh6vL2rTEHhUUGUFZkj8fEatT24mDFIn4vQ04uyqzYs0K6dWdKEzzEkENp1tZYi5oADj
IlpEn5utVCM3l+gL0NK+h2WjcW6lze+E+VTAoCw6KUoP8mpJpKglq8zwncAL4MzKMUOX8KlL0VZT
q/jX9e3bPLIrW3TVK1sSgKPTkgIXYqjtcjeWISjBZvOuM6QP0oJDrizmdx18npyTu/nVwHoDLlQk
rBg5YMy2cqHGPUAIhthVnhFhVqQqwy+lqmH0P04nzvnaDH2QY9EMHbP/Kov5a6HKqjYazOUGaq1a
leGyxwgfx+e3PASVa6owo+AWZh9UYCqrjbrO/4H64Qx3ygM/ivOMMAeLspEPJkXZZNKx0whmYE96
xeMH2dovOjiBSh9KOEiMzj9PWDfA5luodbSG0nyRhqaxwYVYcR6gG70bFaDe32YY50ujXu3mcsKt
a1nVvkwbBVi7/HtO0sLPcysFqliaXYgPQyLW6qFhLGci2NeE2C0h7OENS1bYY64rezCoWkh+l+gI
6hjeFNxnZYeNm+ufyTjrFMn6PyAgIkPzZARqoIMqBYgqFG1vqqBVvFEskATmQcetcW1/bYC2FAjV
Y0SM2SGpCXPLStDRaj0MWpuzXz5fP/9bsQaVuv8MMGtTNBDZJAuqTEh4bgAxND2ilh7onQqUd+I7
dUk4J38z1aL5qSkhaNNK77lvQUaxz6IZ2bBW15ZX90LlFpAwt4VyhICjTDLw+EelU5p41NVdVX8j
GoTtr696c1sRCZDxQQ0QUeH8N+TpqPdxKON2kr5jdhJkanacvV+3sRVZUa3HeCZAxmDbZs5QGYEJ
RA4zNAENV5SPjdK6Al7+5XcgFqKWg8PY9tGVNWZXoaOli6WC2JPIom+EjjhD2yaaH9AE8oau9gXy
vVBmJGW9Z8rt4fpSN8OFBi4XVGPBbcCqMVhSUsdg9se7Y9gRSAT9TfjGt/rv7zOLC4cZZ0PA35/C
wpXkyl4SXnJMw+bFGV+ZYDxCmBZhNkbcEGoz+pmc+LJ00879PhWfKuVFm2xu8rp58lYW6b+vbt5O
G1MBfKxIXtUf+QTeaCvOXDA+ue0cf6SSf/0TbXr8yhqT+xWiAKLiBd6YAry8NOSOXhp9RP6iMIM7
XdXBDAEiHFacNZTMQUw/pxeytyZ9T9Pj30yE4NZAURhqyJiQAJ/G+cbhYsh6Aq7QYIldtOCeStNt
2qeJxzqxeaTwUgIgnJaBkTic2+kBo8hjEYWuPO1vuqpywLO8QMUdBI52bqi2qYygU4hRokhAclqA
JvLPPxkKeejegrIf3U3mk0l6oybViNe8Jv/KgXRCE6WH6etGNqIUFQRAI0/EUwkSOOeLBOE7BJgr
GCEDWmpKa9f9Lk8VF0ULt4oreyw5sWLjoMEg3mpAo+AGYJMkwEZmI5TQlQYEzknD9E4VcaPKoBGc
rRdNS469eOwMXtuWHl/meAPpiql8AOplUNUxwZgIOuhc9SYNiIXana4LT9B1OYG/PHRL0cj//Msh
WAHSDkAoeEtY1Y4KsvG5OmWfuIwcLcpaOo0mpw67ET7ObMjnH05LSwwBhGkadGhQzmp4zIzZjqfT
2L+QxHT/wktonwJsaWiGsF3KcEQOp0RDGqjLZx+/6OxGA4+rHIq5D57eN6GJKrzv9Y/rdjeiFvC0
v+0yn61TzXwxhToNBBC2RifRfINK95+bwLKoLA4KFxcvkQpvLNHKxzSwRvME4YAbVMyHiQOF3rgg
8SIA5xkmAFBqFJl1tPrQi1YEI4YMlM5HZfAmyLf8G8MFGHi1KH6cjbuT1GoYkDTSgGaJoGhIfB0I
zDJ8vL5ZW063NsPckq1Shni4Af2Q5KCvyX3ZPMj7hBSumn69bmkrLq0tMbcjym6NQmYsyJh9YSCl
nYvi10lr0OyTbPBk58qfjzRCT2q1hUy4LVV0ESBplQaK9aYZJz3xhia2MWjzvy2MxsfVtW8Zc9ci
W0yDSDqoI5iThCqgxZ7sJWuIndeEE2+3jtBqWWyrJB0UrTNCBf69oEtrhK3TUo7Hvvh1fV1b1yX2
D41EDC6hHMcC8ZZMs7JSCIGMKYHQMopvsiIfQOF9m1bdj2bwB/GDfGgxSoJLJfKIXTbdBcgGYFBB
hwbQwfmuknAgYasIQKqZAPlBUcEFlTfG8NPcrg0Mqy3gcPpxfcE8k8q5SRBthctYwOQoSXd5j1yk
BDljCiaPtj2oee3FUfUXMZ/iN/5dJRNGwNdZ1oOcZUGmp04d65FPCqWyq1ESbBLn+2IcMo7JTfdB
Nkcf6uCyYfuK9QLCWEJBxHLu9WizpyhPtvqfw0VwW6Ltg+EozPiyumST0IJ1W0QbRu3fgNmM+2du
23Lza+HZSeefQJikM6c7r+MUpLh48SWj7GQzhsvE97DGqxOwRnkvh5xbZfs0rOwxxzwTqrgsG9iD
MMVD1IBJvj6ay0lK/EFuPTGU7UI5ZPm3mve+3vxgvw2zY3WW0IggclBQsJYOpYoZRd300Py/v+78
21YALaRXJs4bs51mV4RtMunA3qAeblRHkhNQT+2uG9m6NamMIJ1UwtXJDs6Dvs9IugJGUk0KMpLf
DGrIKYlvrYMC6lBsBe0JGLTPD7EuxyOqLjCRASM/l2+q9QxWvuvL2LQBAiXMFOAXXzSrS60AiXyS
IOPtjgIm/YqZQIyi8a5b2coAQGz5nxXpfCVmNICrRo8Q58lDqSze1IFZrjhqAk9S+XNUkM2l15aY
WKtPeQi28Q4XZRyRg5BrUKYDkGzf9fHkkaQmbqR0xoMogFGxUQv9PpXzh3YcvxmjEdtCtEy7SooS
u1bNyo3npLHFpV/sKRZBq0zMV1OPMGZfYbK+VSLr0KQJ5vuSPN4ZU9cHHaD7oO7EQ2iIWh7Lyvan
MjQKk0e/n8WMgPwfVDSoPwdLmjpQqPGQuScG77L6RA9d7CDGa/F+xYgzsH/n30oJF7zHIsCctdwH
3PloKbNjqgWdA4Gcqpw+y9A/USnqGSgv8hDr6YuUNs6g3yvle5/G7jJWhxZaN+KhMB8AqvdF+TkS
ZEcrvS6/FcBzZsOp/esetlWuVWgSC5JitMqRKp3/7CIFw4QYIxvX65t0LB6SAeheKkAUp644L8Gc
Qu+nAEa8bGLLHmLQKFf9rmlbuzISF4ofxzmRvRAKa5xou/nZVj+MOcWZoqd1qwGyrffQTktrOzm2
ari/vnyeEfrv68RtSi0lV4DZbnMIQrw000dpcqonmwEPk8lAa1O6InZgsmnmBv5CkBtOj6mVOqLI
CXebQWJlgFlD3DbtDBUe5Cy5C+pTuJcsf8mil+s7tfVKkFdW6K9Y7VSVDlXZpnhsT+ahHI7jdASn
Q36bdhyH3LrT13aYNwKRTAvOhEAka7eG4E5AX4MQlAgW+gY/4YHXV7VVuAYeGMQAgB3hALBfp19M
yB408DKkQoq8OKOB+dmpAODpsW3dlEg3eOQPAu/BQIPBRbBYmWW+GVR2pGoZUTAhsWeCxlJFQmvX
y+RIsWG3iuXok2T3UsPD1m9+xZVd5ismY2LmGS1iKOGdCOQTFiZhIE6zPIKM+vrebtrChDUd4kGH
mi2YzC0mTWYNX3IwjnmXQbtMwlR+Puyh1IaCL4/+l27ZxZauzDE3WGpoyaASOKgVvaGvBKKB56rg
3PqbGSAGIUBtCGwntB6YIG+RQtWqCbMJcjjpjlTHx8V0pOUtxMQ1FG3AhLWrC+EFpLklSZ//Zj//
s83eY+XSFMM0wvaY34dzu+/U1gESyK7NDyv5m2rXaqEyk3nEg0Cq2sDMh4BXEJ4lebXrAZt9KLOl
+AtcLjQ6wKVEJ57QaWWuIFWKK1KNKETd1FrjyDUYh8WJ00vZdMaVDeY2WXqwCxaQcgxasbe7znTm
4k0nqTuClh7tvutfatMVV8bov69iJY7DXIFIOw0Ko36VhMQLNeOnaOnudTPbwQvTz+BUAcuAaDKn
We+bqIsJRtJqhdizlt/VoXZTF8ehqg5CttzW5bGGQt07xyz99hcnzaSEb5RCFHCG8+VNvVgaxQKz
Tdi6VWo4Rf0Mjq1ueJrq3FYGiDyhBbhbGh7mbvMqRZcABWa8KzFOdm5YQAKTLlDZgKpCYThGMk0Q
nRPb3fX18awwywslzDkTmVoBX60jGPXshhnC13Urmz4CJAilSYV2AdtJBOqzzyeCi8cAZ23vWZRs
euH04un3v/hQKxuMH6oNphuKCY8UJY1lWpvXnCUXccnNsTNhJul/XBLjjh3qbLreYklKeDTHN8nN
Mt7I6/aKQKSFTjOquzo95quTlfWTFiszTIiQM1F+aSAq655SiFpf/zhbLkAL8cDToadtmIyjzbpq
JOOIuwR6loAqHOZY9a5b2Pr8awuMk8lRqmSy3OK1YPyoWiAewrsGcrDXjWzBulFjATEjauFgdmPf
JEIyCbkw4ron7RGTyFPkmmkGydjEVfEam50pP0nFXhCJX0aPRXlbhoTzE7biLkbc0BwCDSmIcuhO
rz7YDNFCqLzgg6lwcDDYg3+sV71e19wy0d1Fy56vL3lzX1f26L+v7Km51VldAXtCYR4wu+4ofX0S
qpnzbtgapcHongIVdxD9Im1k+pVNlCc5dK9TDHjXLjFO1jjbdXNEUc2RjAFEirFpF3i/KaUrTKAn
f+p52gPbK/39CxgfTVKxhswcfoFZvvRE85fCcsyUx8m7eRJW62T8tMqSbDI6WNE1PzEg+825l3mr
YO5+pV4IYAZ0H8ktpv9xR45CyfHB7TUAkwbaDA1FDsYHB3kQtKzDE9cMlfc40k0nrqXF/RvH+22E
cbwUrAxlSAdzURBKGvloaj+gZchxu+3d+m2EibCZ1pbKuNAcN6n3YQRpxEnacxHnm1Y+UWKgZwQf
An2irc6QOTRpZYrI/Sq9AetHDwq9dgC55SIIhX991zbDA4bqqXAH4Osmc4xqqarnKIWpWNI946sA
ld2p2mtj5Kl/tXcAXMGZqTwfS+mbx5WGstZCe9SiU0bfKey8LThF7637iaK6/jXCHEpF7TRcXsj8
LDnRbWkZoTY3zoavqEUJbjCFh8jd3D+NyhSifEMnBM4/VWKYBHJgIlxbFyQUILvUwQRN7AtSRtzS
UtEyScaCU5nZGlyG2P1vq8wrSI2LeukI2k9LS45yuzi6JO5mCdRWVektg3Uw5sGV39TB8qFi+hPT
IbeGFgV6er9k6VERHihaiTLKXHemTb/FDCz6DcCfSmz9GlCARl4sE2k3qm+ZsSNq5JjomP5vVpjF
a3nbzlpj4UYT8dZDp9R61mdelXzTj4Az+NSmxBgsY2SMSrFAppsFlWy6YH8MRVCvWTMEajkOu71n
/xqCaNm5A4UVhoRmQUg/a+XZoB5Fo7MhMvg30fG/9QCWcm4Gj0gxbQesp7YmV46sva5mbs6lGKbu
zia8FJ7xz7Zh2PzcjNqmAgW+gB0hlH00ZCEIfLRSaFx3JzowiJmPv7i+QCsJvgewFWCUlbm+ihBK
tkKG8x6Lt9OjVGBNf+FuawvM5VWPY9wsIsJWPH6Jl495OPUJr3a95QSYHqGCeRjHQbv3fNtkiFib
ILtGMlqm+7hS95izTrWY4wNbHwfYTMwfI3Gn5A7nVgTBaKM+S7MgaWcbPNReBgQAuhmSUDpCs9hp
yvk4W8FRoyqWdBbX0FS67NU9pmDaV1nCLsP8T5/YZT+HP6MlMRyzGUyntiAtIIfS30Rk4LqgR0LH
ccBVfm40nHLLHMYiC1T1a136uEx3wosWOwmpd9cD0eZ+riwxnqGNJZnKiGRBOIw+nUGNQ5+YA+gr
EPOsZoz2osLzxm2beH5hEg0D+iwJztCMcqUsYxb0DTDTaMxWu7pT8sNiZdCkyibRw+PdS7JU51TR
N2sdoK35zzITEecqnOoS9KLBTGaM+EoREMXzqe8lSAs6QIfFtgwlJ5K+A9nNue+2jgeSE1rDBDEU
BpDPP2mZYzRWrrQMKgfZ61TO80Gds6/JrEecYLy5SMzdWSBagSQxsJDnluYmNqs8QaaqjLVXhUi5
Y2fIKl97bxX9ZqhfitFyW/PndUfaOicrqyyFhDyH5lCoSF0r6RR3N2UtAGn8ZYqOAGpytnLrXlub
Yu6BYpRBhkm7CAUgIy0gbQ05tUmEpuDz9TV9ip2yV8HaEnMVCFiTmFF0FqnsMsm9JgHAaCo+AHDL
QlSojMHPxNxWZ/Qhw/FrX+zS6ViNb0s13I68o0qP4sWPAY4GtAfgV8GT/Py79kZUGFC2xyuK1C70
raai9q+vd8tHoTTynwVmYxO0xkAmAwvgHHX7zPCwsdyHwbZ/Yg4QbULkmhdDTGJoIKdMJuTQsbbL
MZFeiRgmQs4Zhu64DHalTLLd9f2NkPNGtjeddGWaOYQmkZIqXPBSILkvIX5Hk20VBOTxnTPqXGoe
+kEuP9jvhTJ3lWkUGlJ55NWx9Qz8qqNHid+1GbQLZXHXqrtxAqGlJd51qcC57zddBcOW6Jwq0Kq7
AAiHqSFHGoV2RW9m+CuKOAdj8wSu/j4TYuoEqjQZASIO+jc1IXdGudPiygM7NGch24aolCXQnui8
MxdhOmfWlM+ouKty5U35AsE6abeUvgA8/nXf33QNZGBgjKJscSzeQ1NTZJYUfdcVokMbuVDf9pLW
9BpFcwlvBGTzpK2sMY4YK22GBiU2ULBOoQnkB7j09e/XV3Rx0DTsG5YDPDXU8DDaxtztZJpGa1a6
KZDJrWQ3umNYznArFqe4hS6YJ3AKxRcoANYes6gxlPRx1PopqLzBb530rno2bhs3tDtb8kY7tn8W
bnyy9teXSX1tfcr+sYrbDoLcGpWdOA+LRNIA9+jIFMzNTYLSYzlEttl8AzOnEv40c1/t/5SZCRYh
ECdD+wnNeNBdUVdapYSYkcjyvhzBZek2p9p+O/L6ZuzxZQ3QBGplANc02CvQmAhG5VSBy5fwEAsb
e3a2Aub8KpWZi5BomSAFOnko7To9aDIiL9MUO5cNOwWFHk/SjPV4Zk2fzrpa0zQ2SwaBximQGsWx
tFOcOiUQdtd94aKiylphbrA5ykOrVocpIK7kK18Vv3sPtOP8tfNCO3R4TDKfSRvje9hHHeQqaPyj
ys/sY0fUrlAhBBCMTnw/7oYDdJ5s8MfsWl/bqW7iRTftjnhVcIuufA3BHO1QuJX/k7Nq9qL5Z9X/
/gzMOp/7S4pkwax7+EuWHoY5shdFdxrSeuCwgDSZK0a9baCILfLICtlEnrXL7nYukgwUIFOQH+qn
0Qu/9UH9yGPiuOg/sFaYJAzJdIqydDsFZhvkrSv1tjwmaAsN35v+q5Lg2oEQX2W9q5lmz4NpmzJI
PXkl7G33/b3FTJQJAZZstB5Lfbp3eB1JjhtBfeT8+4UVaHJMHX88ArZLwLSBmsmuDsgUlpoKTgs2
WyiUhsVjE3vK9IT7r8UEZGPnliOC8a/fDY1fDeEBavXOsuzMxe+s21biDduxV+Q/H8KiSEUNFR1W
VFTTjGHuLBzhHunL5FbRsbXsrvRCybvu0DxDTIAlemqSegQ3EPFHwT4c+z0Pqvj/ONXvtTAhVpjk
AbLiODKdCzoPnFrJN2zJjd+G3I4fXM3mkflu3cagesEcJPi8oKjHFhZNCTPNIbiJgkQq7SmvbYJs
KR8+ejRUjckeQgqD6jGtfH0v2Qzq86OtzDIhatGjWSti7OUkfrEiSNq8RmoIrCXnFr4gQzq3cyF2
F6NtIhIVdjAkYea7/F4YdvMz6mXUg+NvQ/S9BRWcAk5dGf+ZOLzB9M0rDZjgT7EuShF7fobkWovS
XMf2mokYKIngjfUvlJH8RWgdORl8YXoWwsP1vd2+blZGmQCY92OHsQUYLeXiwRQqR4snJ62OCgR9
tJtocEz5RTXyg4jzGpdevPAG5T+XdXEDIbwDMwr05cVjispDjPIiIfRrRblTOrQIM68LoXvc+Ko4
eL0xH8DFbkeKG2edU5L6JpO+DLHgyHF1yKIbsnw3rFOfh8eCh/a7ADp9+sTqx7EJIUkjAZxkiGto
/GmY0O2s+7DfKZMbQiwYW/IozYc6HDguv3ktGZAyQVBGpsYC3cuiKjCAQc2GkbNEu05x8iI6Af73
tkyaZ5oCp0a4vdCVRcYPlDmWQUUAi9oXYf8EgtnjdJTvG9c6JK8cl9vMDVem2NuQ4p2bCabawpP8
p9DVXW136+n2sstvg5ATibej1socc++VqHikkghzguTOC1Bqrh4Iv4TCrR9KJ95xFrcZrFbWmIsw
Nq0sQWNmClClOyxLv48weqrJtoa2zy6OT60q4Z9eFKAOS6CJIwy3ZIdhwXVE/rQz/um76PDBi/Bf
Id1xHk/0xRCqOpLxU/qdPJw0+alWOG5z6adUPwb0pMD/i3ikM6G5AqOrElXSHHzN/c5DROQlFpcx
8R8ePNQB8V8wg3++hmVulWSuYcCIyieBOO3kR8ViJ6rXABRaqt/kmkdOurkmwDRB8ipaFCN6bjKc
xaFbImUOlK/jZIN3dbaF+/4u5bEvydTxzgMflrQyxHwfWexUMBnAEE43cJPvKOUo+/lFcSVgvA1v
8pJD638Qz4BsbmkT17of37/of/MF0QKiM9ifzczz1WKiQ580gg2WdSdyiKPeCC5vYOjyTGChIImQ
0fHA32NpjwFkbks91+egAHfj0Ltmg1kyt514O7r55VZ2mLOXAROwEFWbg/RJ1O2S7ITCJq9EfOhl
XhlOoR/n4uOtbDEXgyChPt2JxhxMPkhUvc7vXHWX2eMRkMpbe3E0z6L/4xCvtA0n29WIb8fSPhIn
tZEIczNwau/a76HfYPU4bTKQ8kuFid+Dp1Ke+qHeYnbJuR7dto2gnYGEQQWNIWtkGnIlAnUuOgB+
V0PMecFX7NzrRjYCNnWX31aY3BmznE2tC7Cipq+l8TiitOqryIFy5TsAEZZROMqkcVZG/ya7fZjZ
Bz6LVpnQ1D/fPjU250GOYNPI/NT6AbyC0d0CNGoVyh9f7RBLBbk4mgbYRgw0n1uapUJV6raZArBc
kqcwtfOb8I4crfvru7jxqSiJqErPtYzBdiaKdZI5W1mbLUGditiz/q62giXhDWZtpA0oWkFklt4x
MMJeAH3dddO4pEtgVHfVIwlqrKqo90pvJ+LdZNqdMOC78W6FjTodJeIHPTacUAIOnXERAwmjkQGD
HZgnwb4rD50vepWH2qoteB+9r8TOHEger6h1GV/OrdJ/X50xvcCsQq3BaqtqjlzdlKmtTtCAf4ow
UdUl++tfcCM1PzfHeAqKyejBdTC3ZH4Yn1SS2yN5GsZj+Jjlu94QPFXxBHXez/GEmuH7/2ae9aAo
04Wx7Iol6H6YKO3iUbAXDH/fOWQX+d1kJ0jAeR34y2N4tmQWcNo1C7DGZbkEZVKDDvtro7/OX9FG
d8bx1/XlbVtCVV7FCAOQSkwoU1uwokJKCm7Sf0mFZzH8HpNfSvhRiZzzvv0ZwZQE/Cmo02Dw3GtA
sN0nNXj3g7Q3XAz8eVmT2LhwBRQS28FvKqcOc3cQMNQqPNTfh67l9AUkupbz4IZdRdMW7gIdd8Ab
zn/Bki8YJujyJYgPldfF4D7Z12AW9sIv8aN1DJ0v/ZfyIf7IXq9v8WXuRs1aQHYDZQaKI8asXIgd
iCHgv6Cv1HW7l3fS4qsqxg5yzNAf5cfr5jbujXN7TFCQi74riIlYBH0OYfnSvlUO6qcioF8mZooO
qJdwLo3tjcWGQmEb5NRghzrf2NpQisqoqyUAA4CveydylzkQ+3WSg2qH9k8MudkR53bcjEErk0xQ
MHtlaqOxXgLRkW5U1zhqB8PmVSJkectjflthG7XEiDKMOMJK75V3svO02LGz7O8e3wf7W+RKDt7p
Tr6r3MRVnJ/XP+Oms65MMzexMYsYkoIQbtAtjZOoDch3iS0rdzFXtvTyioS/rCzRTViFc7CcdxLo
1xaKYFPlyNWLxdUWtMOfqvxrGT7VMYSxhp0sRk5dSwe8FJy5PXT9+/UF0/N/cTpXP4M+E1Y/g7Sl
2U4WnMgKvyXWezZxzsVmpFv9fTb+LEraQeCYfsuifjTDl1y5kxsXRPy76wvZqOSAqVbEUaD8QCBy
YDa0JFrY5gReM/mxo74s+8mu9+AUdw3/rrSVo+QgEPjlETyY7SvXOt0ndh/X1pl9HKO+HYQU1vWj
5qN74BRO7Ccnsje8xJkc/AAndIirntKTcFBvUGK3ee3DrYiHzjfNIzHNorOKDkUZSlXUYqshzOUJ
d5NvepGvua1XH6BXL7n66HSYa7TAou6Pdlk53GLHVnjAEJkK+Ccg8RdjzGh/zcAXDktQvXS9kz2S
p/JefjMGt7wdX+WbzlGcAS+S8ma86zjR8JPF/OIDrGwzjmZouVmqYr8EIN+15528IwdyPx3CX0PQ
QmfehVCarewi5+1b7bxoeAX1zs/ZTr3n3e3zs2knjuU85vZb5HzbPbX2IbHR47Vbx3sLImfyglty
K/ua0+2+PI83+iMvp9yKO+udo9FidQz7JTfkqsDOgf4+6G6KIOeSrlH/v9gggCMRWcC4hnLyuYm6
LfM5bxfE7ig/aVVcOJ3Smpg7EXOvlhfhVIx9aytlO4CKs/Zyo2oOBelTtIcixb9+WLeiDujN8QLR
JQnNdeZy7sRBggKKvARJ88OI70qedt1l1MEigWQH0MfCw4DNOXLRlEI11sygU5174OSC8pjzYGIb
NoBtpdz2gDvg6DNrSORWzY0xDQPzuXkRvdivHLwS/ckRffkwu7rtxXbuja/Xd24jzFG2XWDgAB/B
iA1LBqSBN69sZRIGfh17y2vR2IfhXX1CSgXVll1tAxf3One2GLpLitLRxHnZbVzOsA9CD8z+UbIX
lVm2UETK2BddGNxYuaMf5RfhNvte/pxs+WB9t06jWz01990u3bd7zVHuxVsew+hlkAGe8xPoS5Ux
L6bPzFgKw1rWwyAqMtcUUAe414R7FMhQ0Bx549OfZcrzU3NujTk1UgfGaMz3huhQg9LmLnmD2KBv
3cm70QMw8BHaLn62013MZdiJ/fSou5F9f/uq26+3klPcj4fJE13ZH3YiQAGLJyPuXPeHy5MEsDBK
Z5Bq+9TVY17aVrxkRpVFYRCXja12h37mXOAbjalzC0xKlIg1mOcnwQrUneBrX9td9Vx7EKB7tZ7J
bfWl3En3Ma+WtpFNnxtlLvOwKMIqmbCs9rG7WXbwdK90QH/h8GAVG6cY5RAQxKuoIoiYSTmPiqDC
jYvJxPtnkhO7b24LT8keVClDpL/+obYOLh0SxqEBfpaqhJ9bCqtu7IxYEoJitsNTfD8clJv8S3Wq
RVs9iIdwH9/Ogfas3kR34a0QNJz0gF0oOorg8RchtGKp4F9hJSWkQh+mplaEQECJLkp+gu/KzqvZ
JgoG2BvOYreMIQlAlQ5rRSmb8ZlQnGW9WtLo1LWH8h63y76IFtssGzdeOGPebDig61qbYjylmwmR
6zyLTkoYHpLJ7G2hEfymRaEuAiFliiqBCHKF6x+TTbVYo0y2N81RTQC5RE/s6c5M3eSkHzJEW7jo
+3VDn1wG6/jzjyVwpYIHAERdLF4fpUilrGMB/pDbQyA7tZ+7qUtuUNLNkbToNoiB7Mov7qz7ds+x
TWPHNdv0K6+SEr3t1bTvYdtSJjDaPunLbhz30Sk5TPWvaIE2evLzusnNfUX6bqk6+jkYmT23OFdy
aLQC9lXqdrLmNpNoi19TkKkY4eN8MBLOmdjeXcyC0VkxnEyFec9W2SjnSwbnWZL8Sz5VbjNgGqKN
UFY7KM9x8UVOnqPQnsybprpL8weICjrtsBvK2MYQ7VB/yEvCca2L6uLnF//9m9ih1lyaiKhb2AML
HIkn4S489qfseR4RJTCJFKS3+W1/qE+JaHMBiFtnCchotOuQINGa6vn2x91Y9nFWRyfNlsgJiiyv
4bf6rt8ZThRMxwUTiGCZCpRnEEceeBKKn2QWrLetjTPfXhoxSmDWMN54eCt60013B3YIp3KyE4h6
YwfJ+XwzeOKXW+F+EOyRN1VB4y9jH+N7CpgvgPqkvArni69UhMd+BBdqVO6K/q6NH6B0Kksz5/vy
zDDXgFKOs9T0MNP+Go6Lw4mGbDoA50GjSzUocFmVUO87XwT4UpISCRICrzl8CxNywLAPp6D3WX5h
N0oBZxzK36jtKzoT3GNwFuCdPcSn9GDuat88Lm5xbE/a/xH2rb1x48Cyv0iA3o+vlDQP22PHj9hO
vgiJnZASRVKiSErUr781Fxe4Z7MHG2CRXawRj0Ykm93V1VWnS9Dmn8tF9QSjf81+mR4H0j10QGlO
J7Qb0KQaLxV6+v8dM/63A4Oeyf9/nvif33mUJQSII4vutn515Xf0AQnskoz/0N/K+atfGmwevcLT
/HO545ZgLrwXX2GH/JeF/V8Ozz8e449XX2KUKehjvJax6wgULEmVPKZBw+1Nwo9D9pdP+1f/FisN
NXDQoDBlmWco+//5rbVgBZSBt/5ylZKueR29GUm8JztDf5rsAqThqU0fthaAw29/GzZsJuoWIqWn
v7z+63L/sR3wIIB3U6QXEDD7IwNdi9EnLF/7S7U9Q09IJvcrHGKgC0LYiT8A/LxkfysB/jX7ev3y
SKEyFGAo8YD5/PPLRxvspbfK9xex3BWHeVOkOOjiZkgP/SM8ipPqkM5N3r2M/SeMAQgr71APqfIv
a/AvcP3Px7iexv9xQQaj4CvN9/6S0B9rtNQT+KLd8iC+dALd+1s7vcRTM8k2T20dZG///eL/l7sS
pnlXDjUMUdBj+yNebppRhOpiuPD8rYRgVZfVWQR9p++qGEgfda2EZsp/f+T/vQD+sdbgJSC0QHg7
BngJ77t/fmEYjswT7I22iyAKAMlS5/VC8jpu3Ze83t/xv7///PLNNxwbcidv8EJqGDHATybwGDCh
TH4FtSNve73XIBSfLKkaSJSTugmR3N/SZgJQNgAa+1s98SfYilIZozJXkgGAKUxB/PHc+wRhewsK
7MVNLz3ktiYNptlfDsK/Qu/1M5DhQ18D8/pw/vjnuxkZc7RTbrvYAgYmiwRz+G8oEYa78Uv+XABg
e5DhhaArvscfH2JNsI4VY/7i6++XW9ec6nfd7B+2pSegnnH9cyNvPfku8Abf05Y8HGRzzM/g9dYP
Lw8ViQg5f385f2BMsHlzRLfPj48JaW7uXP3ttyA36wGe2+QLoCEUsGN9upJq7qMj/lM3v13947dt
OcnIWK/17/whJfEBOv3k0x0y/N1aH55LstUl4eeR3ANkyx4A0R/vkuPb2nyT5OvdSFpb//ee/Ncx
wGv/n2/kjxSu1CGYqJ7ijRz35SULmvBjg+LoEsJJ4FzJ9r8/7f/KLvzHAvzZlwycWm1a4ONuL98v
Yd1w8qrI+fL5/Xx8ujSXh7Nu8c9de3Pz43j3Sx/fT385g+l1if/rCf64fgUmv6ChhSfIv5tG3+X1
+fvD4dfh8KVtWsR88tw6cszJkbSn9v6ufj3dtYR8ITfk+KMp679tyevJ+a+n+ePyxdB9SosdTwNz
mfa9qJe/fN1/p+j/XN8/R3kdy/uhWvEBRp8Z+Aq45H7bX8FHblsliMSmP+/tcps+jP1jMJGwke8p
/Vug/9u3vB7L/xHol7LsIzHjIdT0JQQ5F1znmEOxGc4i8Kh/YZ9Bdws3ZbIEtxTcH7SOuST2b3ZJ
6d8e448UVbquozLFYxxeJQ715f1BkbC+5eRS4YS/EBy+Gnvg/XB4Mrj/747tl5vj3fNbUte3Xx9x
Aj//tvz/vokh8RCm13YDgGXIh/yx/p1zlZ8gV3oRMfgx52X5uijZzN97+RbhkliGRoR3tG+kv6zw
zlnAtl+IAWy2NBUkxP9yOq/3/h+7sYriGF11MA9hxv7H2SiCYlizYB8v7wFxTWPO9BbSP/fjw9bI
kmSnATcTXCeP+lSe8YLMESL0HYJlo9EqnQ+/h4v5Kv9G+/9f3lGMqgJ5Gma1rxKvf7wj4BFyiSRb
Lr2ENAdTM73gMuJNN3XhsYo708YZnY+R30xr9G4+UhlXZ1kpcc+LcWxGL9lBlnHfysqL47qo4BIW
OW33PvzbtMi/b0o8awrvOLg3pUCr/tjpWwx3ZxUPy2VS3yyMlZx4Hra/OUP8O4RdPwQrBRE+QETJ
H+nbXFRsdhU+BBbgEX+pdgjX1+iT539TvPh/E47/3BLoL2BPwDQT/Afs1n8e3U3FCn4HwfaCrIal
cBtPs53Yro8fU0ujHzR1w8fOtjGsYS7hLrCfN7+8L3P4yYq0Y2T1Qt7ptQyLBnYM0Xct5+jeQ+v1
txp5nkFOea1QGiebPYwT0vG1Ut3DDqjvVct1ooSvGY+JgwmMxJ+Bo6cETZXjGsR0O0Z2ly/MJkNW
DznbEgJXMhBtspDD92bHXiLdpoLoPGZufJvdWspmTPTGyLCm5nPehvJVq5kl50kGia0j4/oBcsDj
/hpCHHjhdTEL5ScYgi0bDB5kH4XDb5YUHcWMX9lVhQPFdFn3g0ozqc69rYQ/wAhvjQfCrB1+egvV
pponiTbNkLkdmUTvYRmSU7NDbNvzpNfAQXgKXY+c5XMzLv2Q3aeqVOK8VBIDcdHUT5x0ibVrk2fj
3tV+H8C+5G5JwtYlyHbqZIb53jHec9uf8Cig3wRUmU9DsXvAUk7VWKO7G4FmH4ISVxb4xcQNuXlT
ZbfhUGemz2/TNdgvUiwRO7NIbk/zyLUgVmUT/MJz4xo3RcvjJkL6Bl9G81OnIg5rtersEg+8MmAx
7eXzXMTVfBzCUAVk9KlZm8i7rIGzoeM1nZZhOW5TySk8k1f9a4ugWdBkhdJjAyOgGRdU4ofh4PuE
d6j9wuw8GRH/mrOqC45w8grQf5YBb3tVbvtBFtfl3hJbZKQchWH1YgNDjzD5ES9dEWIeyZrMwOuV
h/mxkDqCdXNfLDtgW76mtakgUdNeRY8v41IhmK2aTw9SsvEZf0uNhKZ90h+EnjpDdj/qR9X10XC7
s1Tji03MHPt16q7W4mHsT8Vcmdt1C31Ub5i3+cVz1QfnRHUC0Ko28XJQGD8ZiFdh9jkoXShiVjVW
bRxAwJnoLUwedbJ2Q81c1m0nq21hiZ6XMGqqlLMPJUr7USUOU0lDsJiZ2GzDTI2SpXkNlsgNZMt3
LBqlxoY1zWPdA3zbYZkHmwEL7jzUjABXp1x/5Rz+02RG/883gVh6yBNXOXVkdYAJ4XIV+dp71xuY
F4bsd4ZZSVqH2mfHaWBRVCdBofCRIdhQZY8lOagIYw+N7SFeRpI9sv5m7bUNLgUGZMvLEmB4rY1k
rwBjZHsa12jHQMtv1dXL1oX544rX+GhDUx1HrJKvJSxtPx31y0DiHjh5HYU7GnK9MsnrnvbDVxEw
YItZzjoSbxUALetgA0RUh30GSzSbv4ViLbCiUTH/woCERKGkk/2GDj3Ov8EVyEliMLgECr9Zxnrv
lDIEGFYF24BlVBgc2lb+GllueA3AWv/cJKQ6o0D4nlCRsVtZsGpup9LRqr4OrJ3WQQ74QMzk0Lrq
u7DWA0PssuUEUbA5kfoUDRYu7EU3dHuzdzBzDmd9veah6nXxQwQEgnMxf52mTNg7V8Yj3hbvA8S1
Khafo1lnyABZiwft93wsa5OJCJLfUx/TOlVh5UHZLLsX0DtmdEU6TBBAqTBDwQYD+Owz0926NHJl
Fb50nkO4aO109LXADKNvgEPkP3VhkPzti+J7DdF7/iJ7sf2Y1pkzjOgOxXQS7LqocENHY7KAtjkR
q2bJdZMhKlSx0TdBh1EUwmWOqGXiEcLve7GHCfzqNP9pt6kqMP3VhVmbRDOFI2meLjch9x0aOCgK
V7KGCY/qNPVYCLdWa95G8C7JGvBJVxTL6W6mOuxE8p5HRqW1hu28I5X2YdVKyKZo0mNq/tEOEonm
wKk9y5wNr0zMRXAsrBRvlUwCfS6rRR33cLPTUWSzgu5Ytwf8MCpRlRfGKphjwO2exk2wiNgSdGPW
283S4QoSYZ6L6DEfL8s+q/wIf27zXE08uAcuzMfnNQ6giRmEVkWgC6bJEeNTFLN2CP3v6EpDZDGJ
dvNzsUVlWuAE/Y8N3NRnyCAuCYldmT1aW5i5LmWhX6DCj9ZIMm1ZVmO0OMEQUyFCdyyROe7tWFnA
yj3drDinabdkWAk6yWPQj7kjA53Vi+bovp+i3Ab5ccl897BFuG7qnDt86SAVxc9tkTN/2LPZmVqM
GDR4DjONlkWadPN02ZapvEz5NICOPxeKNYkaY16v5WxsE68Z9beBWRlrWBjBjXzxiZStpKZCR73D
09cR9udU56Ax4TUOw9h9sVtXvCDdWCMyImDst4LNHp+n09JjANzQqY5iQMk1S/TyDWzo4kn1K/uG
wm0dcEtHCaxyq37Td8vazfbERbA9cjA1h8Pch0iExgyuk2TbfdCGoTX8MF0/rNGsjHHGIbNwjqmZ
1jqJh7B6xbzIHsBPKXa0yaS2jpSB2b9TGGZtBBIsriBhsKY/EjcFSS0hAXBhDqppByYB5kK9I+y2
czbrytXoEfY90nTr6TOw+Io3wi5sreF7EoI0s6l8vKGe0+LR9RV20QRrLFO7KYTaEb1StGEPrTIw
ncKCSYzsYXPXXbVMryXNw6nmyxaAJw2F7uGYmgl+qCHV9PeW8W1qxZAVD2AVXeGTpFghTbYGoyFL
vs44oD0oY00HRFQ3wapie7UfCkJT0wSfcrQUcvUkDpDXbFozc4O1CB+CfPDd7RJZwU6ZxU+PW1e5
/OgiZV6KvpRD7bppCQ9zLvh8C6f44Dbo6PQph2x88pnzW2PYCG5BTifbtxU1awloUaXLudrTVNyp
wF8lEqiENAS0AIB/qiR20YFukXscU+Pos0pgP/VQTgujL5kx8VdhVFmRBQ205TY3sXe4zT309DBq
N4f9qzQbPFvXtEOvCekHwo3ZoGPdpAFS1dqb3YDdYSb7BnOi8PfuxknWHuMv6wlU2J4SZO9VdOjM
PCLhQyIKOo9IHEOprHJ3sDzq4W4cyqpVxVxOmD82a3aicTzTp11WMWtgZy9RsHEbjc/d1kUUFhTd
8BXzJmptaNiN6V3hin1o9sVO9LgzrUADTfErz6hqUAlHG3fyR0Crgj53OEOCBAG4Yc1qyzVEmsWR
RCFbKIvVPyuuXHwv8VSqccWWvBnsju9xl0fTodvxx8oMFY+qR51JKnB635Mo2BgUZWP1tMDy5CMz
IZRGoq4UjwLtwxvlShQsrh/5M+2yYT5rK8KnZCvRCb5eusgtx7j8BKrAvqPb5f0TBORKepCCzkgf
oOLKDiGT+1QzC/fjOpsUHepeXj3LFDKGS0XD7SMdXVmStV/mquGm78C4yzXWUOMSS8gaIBSAjULF
J+siTJfDqEb/FqPqvs6Fi5Z2Rmgc66TPSkOSEkN7aDlpCo1yUSSMuF2g1+ulEwcEsnCp+6Gg9wMo
R0hcwjn+gjskHwkvvfymPNIcsPocKgvfrzhHG993TwTFWyYldCgrFCGj878iUwyPEe92TPwZ8VEh
qnXtvDgExn6YoWmCVKN6i2WWIwkIcmkxX5D4C0ySGQqYMNlFGw+4DSbDqke7FeIVwqfdkcsYbZ2g
yo4c5itvNODizgXSPYY67Lp6TLsobROno+8VCwHfMDsPWA5Tpk04ZCk/lQmDa1+ibA4jGhrOpmWz
3eRNbCGu2/YZ1MXJFu6QIUGzP02bJTV6vccrQhLelxrY+ljpAC2neQpuaIbquM02Pr92sQUSzkrk
+mQfoyojAdswVLeYuNxas/GqgPqdYqjxIOqPGbisS/smsyqEnRtPd4n8fUe3CKg6RrnGgk2sDoai
mn/5FdqaJFkos8iRejEc3VAtBmEL188FNZjSRz1k4pxR3fNTErg0buJQT8tjAYKmwMHEnTUeUxq4
ocHQN+ReijEZaxlaqL64FHhKSK+ZRpyMyNHCDUKxdaFRTRMVlVtPcHfm71bK7C0xUPIiU7rGMwnK
YQZJxrj1PrC6gqB1znmGRgD4diD9u03XXlGYByk67W2GSA3VNo2uO8lZJoHBr/NCSR4n9pZmGLsW
mcC3qtJV3cW2FxUyq6i8mXu7gS6Zg21Lrh6SO+FhtaHj2BfvNO5hm7ZIb8G+3byI6iyV1cOWqHQi
40xzdKdsxnOSLoLzuhz7eENOZP1HR4sxhG59NQ4NM7mDKaya5KPiPPgMSwt/o7xywjfO6FHWNi8l
jHCwnxRS1Z49Y4wwfVzG1ZRtuuhiIXNAN0q0iItLwCqoR/kU3RJ45wRoksymRya6gsv+W6N/AzGI
1KW3M36216GDhj8GzVC7i4SLXy5e+X3EGYX/46RxJIdcwpF2RNZE67HnSdFQzD9gkALGoRXJUue/
hCEbNKyDEGgQUebiBTuPPbsVynIEP6NBAwdcBX6gjPXDBjMi3Y47xpKbTeEF4Heo9YugaTi0dOYw
adKuhGTrHvOxDvNJrnW+Wnlvc3QYaDRkK34pEljUspvLCHNryAgycPMGVcDhqYCyJcCmHulwqHio
jgIdxZiwKZw9iXEaetKlEV6WiCf+axA6Cg9pRhEGmSsrDznonX14u+xPpl9T3yQdcA78lWG4xZvV
FNlgru5FhsoVb70Inn08pj8ilaiwDfWQY9gygpFQE4N4AKcTR/dXROtNNJwO3Jy6gnk4/aKy+1aO
XRq265CLB9HvW95Wwci+eVSrwIZsZjIyT0iHyMjG8gHTuRKyBKNH1I110FdPa2YTdUx7zsYG8zCh
bVfYg7UpBCbdSaCdCnq9VmNEYH1Dv0Vp6uQNigkVISW0AC/7MkC5CnblHqMOG2fVFj6iUUuTnJ+m
dfBFu64j+5hHJ74ogNLsFM88mU+zWObpearoiMvahouqVyfBJBlnIeiLiqTuDyXbTdqUigt3NpHQ
7xtXJW7GJateqYCWb329QguS7uGEMjicULJQkU6Qlh63mR8hRGiSQ8SQ75b9Fo21gnLMjssD1pH1
EsApERZliNybDJcHHcPZph15EOPcC9yxpFNBzO6UjrS9zbRFwYg5QTRJwJKFim4AFP+E2WO2Qywl
stdICWuEZmIpHCeZEclEcmxB4O0bXK4beFlNrlnYlpa17lEHNACIX/HrtiMmbgA7MZrZt71UaqvN
rBWKsQD9ygcRhAtgGANMilQbRjxukizaemRURpdNBIMNDHZhJ8R1BNngiCwcwwmkKIZFEYryeUaE
WmJ5mw+wx23gjjveJ5WoJoLiCNFuD2Wa1GtC06FOCgrSO1+oKtpO7RxCK0JC37TvvI0Q+vqkhREJ
35/lqpBLyutkC/FJF8wQL8vRSADMju59ifLkV7ir4Ns+ZyY65MiuDS5Nniakw17HFHhuTfUwMVp1
QPx58TBpCn3IXm+RRHbJ8TVUwiBLojSNy9OYZOJ7Fc37axzEHmMfLth+x2KH0xAQvIg3aQpFv7Lz
3VM1B9jxa8xx/xXwa6PEglbwFgylQ32RcWBgFXCrGSdZ+sNUIkSTCio4iHo7hi3hHowrvs7HFK6S
Fipf3dH6sRhJEPeIsZZjRdtxCAY06n1hl3odtrCEcTREQGq25eZbsshNtWygOiUor4H2sNXuP8rV
Jp/SJzngG5nFz272C9TJFuRGdSFTHGa48KqE+Fxx3KFVIj4czytZ59cMHwihFgjgC02unAxlZW1M
hJGAEV7BJFx7FE+dgBoy6i5XYMwn5uqhW325tzCkmWgzDiJJHqKt20zNEQ5+jROvQuLSUF2Ulgnw
wV4tb3GUjclRhru5lOWs+gbipZjL7tkSykvFec5OeeGW6BD7NYkPQ+DQFGZcSByyqEvcAQ2fFYIk
2VUAjsc6pE3gomQ4OcT2L1U2jEEDeXEATICSir6e90z1D5kPhv52TQZJyRJFkFHRq5piwn3Zp7Wf
rflImImmJptCAaX9GKzQeopEX8ITN41/Quy1wNrsfHZ1j2wnbveELrp2Ol7fSle4e+EVzOHCeFK2
jumsvwc2qJC9LjazjZNjhgQAjpy43aIpf1+zKw65gQ55VlWg1vOkQjbXk48S1QbSZqcKaI5vBGYD
4P5LRXQqLAqQtqpG0R+lF6Ik6P/AHGWlQXk/m6CyZGbIqhRxG0JDU2AsB0OiHhd24IHPWKrHp1nw
EbjxqvLiOJiEVfWAxKokzpebBuYPjcoDw/wTNECHtOzqSNAQCLNAe/VQzRrw8Iy6jDUjrTDWNmcB
b8DoFMD0NEtvl3Qu9InSa2kx8w1HrMMVAcY7AE2Q5gqhTR3NG7zOrYy37wN2mardOHIkvVMJ36up
YlOzuni4CWwuAjBmggQgDF4iv1k4bkCkWel0qxwHlLMBLL2Hlf2q6wpV20nDvHNpuNpgr+65UHeG
wdEe/AsLVgGUJKDRs6v+o2QlYiD14StAHe4hy+4TJEwSk59IZWY1kAozl6aOO2RtQIpM+Tvqq1yT
QLklPMZTgat18OD7N1DyCOUJiYhQ8CbjOE9YLmQFPmXFsfAwlnm3ie5+ICODqQwbtp4JMs1TvJzU
FvU9gN1QBDdDJOf1sDv8C0bPMRpxZWLnGBI/wKauojclYCFvfdGA4l/qQwbTxGc+R/xmpWOOWeMp
nbMRiDSiF3Ubnx6D0dEoJOse9jEphwoGPRsHi3reNu/Rt7Ld7bADVamBryQZCUfldohBQkW4KQAR
v/t+Q4ak1LA+0Vx07xnbs4+5G3b5ziXSzC8LrpDsJcal7c97xyP2BU+5waYxXDJcbRCri2/DrIu7
76vSOxZMztNdNK3C1bIa4ZyO8+WgcJYUM28o5EK+aUxPYTOksnyZ1xIzA13oBJKTcOvks5/4irAm
xAKMNV48Ldd6NEpAQaFccuDwXVim6mFNt0WdaWxUBLUrGDTI59EHEdZicnn/wIdhCJoMaS5WWqv+
aRxVDyoWqiX3OcrBlADI0TFAmQ+mh8jvdCKzDVPWeygOXccCeIgsEPxTwIQzam+gb1rECNiSBU2A
bHW9gUZI9BXouLnMBQq4I0cWwVqq3ZBd/L7qn3SEoR2mwmVq7pMRFpJNwrwAgo1qEaV3pUq06vGb
xFlw5+aTybdtbOxSbO7GoWWFMH0VmUDmFtmLWLSfXhefjz2QB5VjhhcIPMY/lyk9jXCiEifjFEjK
JCs30x3B7uVROw9dCTE/KCawm4nvWC7rgvAbct18IEPJQ8h9lCJDUyhK9uszpViudQqhsyLUisez
Ii9uAdgtS4vMNHNNKW2+kDSC4vYpiAF51Ny4fHrSqJHGti8RR5uEQhj0kA0R7Y4YEkm+pgWyFLy2
sg+a3oz+O4PgJ3JIO3Wda3cQycwxWt04nE21pPJ2i0qbN2wohqHJuRH927ojJJ6HDulNB4zPRywi
uCZM9isJ8xDUuj3Kz4amJieVSspvGPWN3gWcl/1nb2jRfQCp24pHXK8JihAvr/RELZAksWi+2VOl
CjSw+hFZrARSg9SeBaclTRWALs3UXTR0gLbQFQBj0W8Ax3Ra7SdEKh3CjUAq/1s7tYvbIGNiPbCp
kA9LH83gxgV7gixNLztkBZmOx7qfJ7k/ceQhr8GABK/2eT6+oJOOVk4NY2Uf3FR95cq3aYwhhzTv
yCV2qGONZ79jeeqpDMXU0CVUxTEXq8oeqjXqISgy8eVn1Cc5aLl+HTmZ4NWTn0o7modiXYac+MVE
bT6k+6WLexm3U4eUr00U3LY2Feqc0K4CRzKFYd9nzHhYXJyabQgsCkAYktQcRn8IOAu7SRKn9VOm
4u1qjyxCTFkOHMku5SIFJL2VAginKRlKkRijFU6K/RzP5fDC0DcDaT7IwQG1bjRPs1X+ySG77s/g
NQBekLgbczJNChUR68L4FS+z/IIKY7twA3lZV2GxiEqZOxb93pWkyMXybc8qkxCRjUi52JwnFLug
mMHUn3oDgHTV+WMEHFMAL8gLjH7Mc7kRgABekWjNgxcOyD0goHJ2CPeyw12wAvWHsPLkC+i9hn2q
8TQKIykF7micojn2bYFo/bL6Sf7QgO++DM4gD4OFFNwk9z079yOwp3byqPTqiBs8U5+Oem5E6sLf
UkSJIek0R+8jC9QPGvPAkslt4ilFgpU2FkX31i6x1o8rJEg6Aj3V/c2OEqnaVMqs3Zmft1pdE0z0
L3L+yvIdRbnIGVo9cH7uXvm4ZKA7XIF6g8K73cB86JHLzsPasM31a+P4mFc4D6l+rtCIBkZlIOZe
LwBSZL2wqXr3DPTK84jk/37HJOEz7R16eF00B1CcXp1/GAMNCDryzP2gXYF0n/Uj2BsRkLObRQ48
P6yRHM7dssLRBlNSO4QqAGViHVHIY48GaXVCCyhDQjPATNkDA3jF5ZB8gOyDzlCJljh6bN2evgQD
bndUTHZ6TfAiRxIK3Okk0CLwgNz7+Edul/J+GecJHYxonnkdlMYhiCWxfjVV2D1GKUQYSrNXL77s
eIjWjvMBiXoNoH+0IxC7rY/0I2bbsqFFdERWIijN3my8sv44Fxs7Mti890SjD3W3wVULn899f5Ns
lUF3RkGAWdc5MsDzVqVCQfGyMp+0QA+EAPwUX3MaSQBhAA2foAch1xb8/6WqufIhtO0itiR1NiKJ
Rg3hOqw088lNAd23gcxb7z7grIRhSlzKAGqjbJ3XE3JIlwKkRz+7xsi8QNNsSrfhMC1d+GXu5rAg
UOjGapZqw/raNFzNUU8KEIXpMRi0rbFALxmmRl+564bf61TNsqbSFOgiDSZ/kYFUCXTaEvWKlv8u
SbWiBq7lMpbqiG8d31OWwodjWfvqCCs37DCEW0w/i75/0vMOf5uZG2yqtPcogcUM6Tcccq9O0zyM
aG34jj+zedlFE7Fqk21moRRVh4kvP/YhwfSZhSr9E1gC/IvAYz5Ymq3YEcu1q4Gi2LyrwKg7AAP0
0ztYANcLsrYfZk72i+AxIJzS5zciug6wOFNlzwljGcY25Jj/ltseV60bbC6ftwStNuxBP52twbbS
YRq/oba4QuauANHMUaluZ8vGBYBbvCAfCuMzG31XtEuSedDRcs5+VONmHvkEXIEYVMv+AHxy62BF
lGw/glRKefBWT++gSiDrKWnW5w3SyiADPcAuN2sM7yA0f6mbAUP283zmwq/TYUDK+1zAn3r+Bt6p
DTAxlsEr75gEINLWogjmQ7BRPd/apUKnOU/8dZcNs9tP+Rqz9IR+RczQLg+FONvJeXnY8i1JjswE
e3waxkq8DThqKZBanSU/gcWa6CsmaxP9Dbkl/T8cndlypLgShp+ICHbQbVGr991t3xDd7h52AQIk
wdOfr87dzPREu1yIVOa/JRILQ5QP/HdQHn2n7r2Mwu19AcDL+DTbqXIPbW9mvkBlY4cxih8NmJ+g
MGMxBfEN6KDn6MlFF0A7WOUsiIs2Otm9DyP8FUuo8X1OjXIPsm1CJBPQ++jJmT6qM3NZbrLUmlwc
t20mnilkz0x8ErXXjpjM1hGQIjH9v1RAQIG81fNHwlCWctpjvkiNerHJeCHmnzZNuw6F+IanSSzG
8W5Gent1DLoFEHzX1aN8lwUkzU/KHye3Q+U6VaaGQHBxoiBYoCOKLthv7IF3qt0K9ZHs1cZfeEdN
C8XtkE/1Oyt+RvCxJU+eIhYo/rewEjw/zKk3eLtirZLvVHokAPTu4sIGw8Qf46h2zLkuMYugiWYg
RdHkkoO8TqFuoEznHsggLRtnOkTGUmStAzx5xKMcTweOHagAXHWImG5bJa567fCiytXpngL21lWP
U9SDjcagJyghQiQ2N/StISlhbBIgtbUKkRHlXLld1kZhJbNA+Sud65hGr64nNg1pvDJKRtPYwNt3
yWgY9kQJlBa4TXtEBoNVfg3RHcF6JhKqbkm998b3rjxHS9DOxa4mT3YsZIk96raI5qwtBcPPQkef
7pwEiNQION4MOD79w3tsEY0Mywwjaeep2JPika7vfqO48dPOzM4B/dRQ3yiWwXMwtxJaTCOjiA86
ZmrNKKjJglWqWIM94ekVX9Bas8yp6fzAPhZm8mB4FfzcdnBYPrkdlqFbyyeriphoowkG6ikKUP+V
1FOdLE8GNM3sZdRv5U0/6K55VLFbuicdtr65CGWA67uJFUhP6Kpsea7iViSMm1bep1NfzDThjtD1
OwBew0Ywd1D9S6DWyl1hfMKhevPyqBGXtE8gXZbWiSK+YWDmz4INfeNJeh0Yvdhc8xYwnsW70lPr
NYG3nNq9Xdm5eBJ5n4Df1Q4W9N4Z7F8EY8BhblCz4AOtX+WcQCuD/tg0Wzod8xWytQ9X80cHzrIc
PSeX/V726WozZ1N5mZmwR6W38rkgWJjunrpSL8VZk+LK/SRNbm9R381dhlAPvKiMNHCECwQFctkZ
KbIlSOI0o/8wmJE6H7NcN28gsumshuGl6EqQei5asx28JsI8MVbiKixyTbyemjGdv5hyiufEFvAh
flJNfjahYxhBPsjgOsyN1PcKnn87ds5YFCQp0Fj8qnUyY9OrhjQ/8pBRw8kW9nfX4dOY94MZeoGq
gu1oQB8yH+9EXVbNLkwDUx8q1liyrHIOLMoyNfb2V4tekRWWyp/0x8Zv2T9POfK8wxJ1QfmiF9jz
X0XqNCFKtJwU78jrW3pu23b6UeEduB+drpo/PX9jOWaPNo+3TXP5ZvlYkSBbeBN5tkNBQKnY5etQ
V69dB0OT5SEeA2BgyF1ArXLL71fZh9BFScLqDXiMWF4QTNrwRk5obQ8A1pU9DovAEKrZLOYd6VDT
+ACII6/riJotv6xVoR4dSKz+vOJpqV8X9jMlH246lP6N5Oop/y4ySedbb8W7vKsTN7Ln1TTxndcn
c3kqctttmSxXVtxNMUKUe1Y8YdRGWklg1bJtoHOlk27M25AK1bvjJsHE2oakFw+zcNLlKxyCmtMV
Fsa/2ehzSH3NQ6UyxS/b7bfZ1NCRCEYWwqFaj1uryZP0joilRJwWC794bttZNGClMd1cNk+8PyeY
4GnZBZ0fekeyLOv1uuwiF5yyOUGQEU1heSNTw6k0iKzsaezdWP7zRner0GsFCN3mQYgOTmzqrfOe
hk0XHerFyesTKg3b7J1Ie8MjVbl9GjqPa7D3ksE8tfx64szmqTb/kItj9YtLyDsfnesqv29MTntr
O138eA7m7DuvSajMMRi1cwt7yK6CFryXpIah9Oq/xsY+mx+mPlCHwvYh7Ck4fH6pK4ABFBubhZGi
cNv2sFnTekeX2jy/OVA685W2ge+j30zRJAJS5+VlKfziByTCSGeH6CZY91KtebzTcHjtZYEJgE1m
a4x/dKRwzDFyI3LYV79Oi5vY6Wf/FG3e9pbIvNrOzlr75Ulr+O/dpML8p4kL5DkL1vMWloRru9+B
xQDsInlh2GA+XvBaJc6w7GHGkeQ7eo65PgSXNeI05V+lJFMyn51+cdQtrzlChnTrwuaPbJnHdqs/
etHBCO3H+1AvETCR5w8x2WlW1rdxn+hbMdaMgOvskM00h1toL9rWHuB1FzrVkfWZCEaCqA/DzJ8i
ZL/cklyr7rAyFrAoXP+MDSzsqUeAbHcdTY/auTqdnX0nJcnXS+4jwKsAfaAxEGhhsxFQn4dajnH9
1fSz+y3DUY9gDgodHroLoXbKJMkXDHGYnKK0916Zjwg6Wsc6pPTV01g9QJp05mQlVM+llsH1XZ5d
y7tfdzaGtoot17QK4zEbG6WiW2dz3ZnBDRv4jVM4PodgiwC3/aipt90QXucrtfgB+xAL6aUXiQtg
PTtbX0PJdgUNmcPi3msHMTGL4sGOxF7myCYYA9uUTKJlK8JdNUzTf13vb/8VcV3Hhw5u5XnrY9Aa
sUgXL3CebB9UDuxGI3PocyAgQ08sPbfvxilx+YteTi8A+sOjSMcqZwSa1teKVA9zqkaptmPLcL+h
JhyDf5LTFO2AeehsKi9YQyjTLYZcjI2Hukik83+RM63huYgXj1+e4I8GdGitCO9IIuc3JMpcobob
4pdphWnLFlGrLsvljKJMFa6+JyhDE8FCh+KdvVUIAgvndR13jZ3LT7cS/hfT2fCgO4Teu8UIt8k0
kmPvrKDd/jp+WA+ox+NOZe4aNcUe3nXCWJjU4z1JxwXuqrJG5LNCHLwnCAH7c7KiEfqjgLsXpIEJ
xxYReVfdAFOEI/GXnXZ3i+1TVGUFZ/6AZsywXdL1OXCNGl3QhSm2/xLdbiPGuGlwjnOhUVXYcvK2
E0oy907z9jR7KSJDC8uzgHlia5I6qqnyT6SACqQBMu38gwzA1vYLkl3umTBYq3Pu9qoHfmhmeZJ9
RQAgryv26iS+rklt0tK9bEHqcG8mQavJbEijW9cV6BTVwDYS7gIuLRQGtiyO8VKnfqZ9mg5esEkO
h9n1kSPaGAKXEeuqH4z9xeJP69EtwSoYb2V9R84Bz/XKwENv5Noz69H1Q4lcXALF0UGQiFUTh6GA
ls2B1rg+O0J4wz0UungT8P/tIQkXB7H81MVRtjjtFlxq5Kj2BuaAt8HZkFUfusrQC5hglOhYa2Ch
LK6KsaOJT+x7GjMfZaCcXnEycQuH30xCVQcVd6GXuZt2Yfm6ZXxRtUujESWp/DJxNCCpXXUen/0l
5TMrOz0Ec5P+i/raeUWSkzzpXKE1GCbUfjd8GPAvW/ttmw2x0UjOx5RAJ8aA9WdOxkj+smpwh10i
V3/aNXFdRE+QFUFJml7ndD40SxF6/qWFo+PYQS57SPHRGh+UO0Xbe5kC3+5AoCpyqeeAqNMmHJb2
OMVb9ODxdETWR6oa765amt9A4l2bddtYTVkg++IlrxUdfcfJuoEo4ewHETPlUVbT9FqyqYfVLytk
4mmeCwe0c3LzX9T7LT3Sgm75vssHoDk18YZnySYb914mwXoOtqlAa7vOkla7moGX+c0b51eSbIrJ
s6lwzmgThPn3DBN0vm6SiBBqcITXU+R2E0J/1dhXxwnnNdMpkMe3nAPFvDKMpPARZut4RPBTiYEy
mvW5Y8U0Gq9YsYQiGTCXHAPPV/amo8S9wcOkPypC3Xhp02n5Zs2lKPdjFPJ2+eiLzblSSYdPOplW
/dyzq4j9UuU6lZ9JaEpz5LuVlME5cD70NCbxoS6ow9nYzpG9MX2RqwRtRxjcGSwdGjGWCvA5VlEi
dqAImz4mTS7io66a/grLNOI7Gbz0j1x8O6AClsGb06npVziypJXFf81aH2ScL2vGRtP0eRqamvuW
SqOObVx7Di72gqApBBwD9KxMmyB/QJBZTftZp+SV0XZE4ytsSkzQXk8jmiUmJlfeHQYQ7Xnt3O8l
1OVTPZUBO7SCFaixbRnXHnyxDWo/FJVFDWOckYhxOaf+/mr3GEEwrPrwjfTHDH1I/mbYjsWO97Kq
Cq4ECtmBybi77ZI55VILC1Bo+ipcGMDJ7ad0h/kv/XNjWTmrwGwSo5f04Ci/Ly8VT+HfHA1N8x26
eELApKg8e70Y0IpAKa5QMTib3U9RUc6HuJyK5jcPsESazYS67C0+eCJwuY27fRyEze+B6/HRNa79
RoPbRFm6ReiXRk9HU7ZNbvyb7d1jdJypnBWDYTw6715ztcpBPXNLyz4X658AD8NjM6A1+6NUbZ3L
hCra3aPXq8bbmnDB7XUroDKzKq5BFWB5wYMPOGk6Nn8CZU1/aYNC9zinsfVvGmvl8Oh4SlHX7GaC
nQ4M/EikVOChdPDyJrid12jK9wgEl5iQnFmHL9FgQ7I9aorAeeNeYANHYSq0eIOvy5PaJtMcy3Aa
23M0sU7xRnNFOxcwYghQrx/h4WMvnL09t2PpHgs/gh8vGMbAPNJifqkmwbTuRuH4YcohXndDnML4
emimXmMxV96ey5CthYGPtx1pRQkdOnfpSHHf4uFhWB205DHckz4iwfb41PmKLJ5VHBaB3RZQNCDD
tTyNyunDO45jUhzszByfFR5A+G7EaRGeqIPbknWYaJ2zcFlMm82owvh6m2HJCtc43yQ5jK+tmtXy
LKY2CA+9cfM/8YTipGqjlkWLMi//FjbMg10xB1V1b5PVAZDBl1Xe+eQi/wHZEH90n1x3XFo3Sl9a
pn2WXUoUbc2pgS5DYgxTuLzmmKCQYpTdRPsZRZZ3cUty9zhV81peTIT8lzrllmbvqmBcj62Z0vzO
dXOfm8uk/vDEjpSy2i9quur36jiZ0u/QYVbgkLbrp+nnxjt5nkLwnuaD8O50vMH+WLmtwX0eIoA5
eom/0Wh4nq+T4SAxWYwLCp8WgRsomLRDeYqqNRoQNPTeAB4QRgkRj/W28pMcRMayE6Fz73nAsgVv
rxfhRYaIHt46KEd57AAEtmyccp/aILrmb8V5K7MUtnn4UFFSkSKAEYKxw61N8DtpggkbkGAF610U
gaoQXzGVG8gzXZgxWv0ZYMD+iTWUeAh9cg1fHLvKotwNTtoCYAyremvq2RW0347v9Lez2zQUp7YY
PhWeN2gj7fZf22D1m3LXJXgRtmATVD8s8pevuiXMdDcbdxdJ6cW/WCwwoBmt0PHu/NJ2HL3NjICI
NW2UnxkbrekxSMnBwKWTbP3RrpO99UPF4INAbSsfDRiVx7Bcgc0shBD3P+GwARnPaT+3rKKC+usO
k0m3j7UU6VOHTUnRKft1cu8CVHY3eZjPxZ32yzo9oN+qmvvQVbJ4toHcAkXjJKoODQON1Yp0srfp
84q4Wb9DiXtfkws3dCDCw2kP5YzKhQJdJlyxIAtmV8iF2BDpReUbYXONPmsPfTUEj7XdY5D7V6cN
ljvD6MeqjEPeOtwXeVvWP1DqLsAecoFFPMWKrLjXNiUvMuMMcrMgrE6/5qnu3poEdgcPTce6UMnk
6h2nRsSco7yc/QwJ7HwH6cvcOvVh94Dy+eqstpNvdr63Rl8qcbfuCeaTvsmSs1zsE2/qvkGsAu4v
WEhUP0vU45nwgNx1XIt6F21VjFtCXqXNbuWZ9A4lAiRbuyQTuijGrzYrmqoR3MgDrH8e8af/AfwW
xSUGP+qPVYxIiX4DiT31a/bGPb5Pr7vPvbZkwTK9LvKXtNXIIVs36MxjQa9YXUxSb8vJdaX6ruGt
SV7dglUz8Xu62iV1Of6zkY2/S3ccKBDSq7Nap81Tn5v0l4cJ5DtxaoUEsfDwFnpJOkV7ufS4Q5XX
N9/KLI53W0UeDglE7JU+sMp9ujRmjtJdjkouugtmUy2/ahUt+Y6XN2GlBzSq2idxhbZ5CR10v4MI
COSvZRvAgo82/aSh7tUuxo5AyFNe4EhD648SUuSr5QklS26vbo213PHV02npZo7GDPf37NKeR2rd
D1Pnma9lCgAG2663xTkNhxDLqLh67qCRaOUzB/KIxaD92vk441L1HCkd3INTzAvoajv/SJsmOG0i
MFCAJgw02z86JfthodmWYzEMNKLHIkE5K1ka3Jq9H5ctIW9MdozdYWOXLK1ytk9MYy/9fV4qDBYy
LLvXXsTlgGiki1U263oktd/TTo9SI5fP2DY5bMLX7g0tep7uXWcsX1lwEDq3m995al/bJV8fprjs
6HrVIMK9AN4vaL5iahUvBbIOpbz5k01aU5wtCVxfTlING3nD1H7m1VKaz81uwNDKj6sFUdf1mJqi
Cf8B1PAcapyX+dldlpGum9eap2S3wM+gDSOeZKhZKhKiydonY+gQtWGu0Ea+XZuksQgw6k4CPhMp
feXerpXA2e53Vfg2FuPI+sbUR4ITF8UEklY4zsI+omV5g/KVqHFa3Acg/xU7hBNfmVu2w9QAonyT
j8zlzWM855iJwKD6Lov6xSyHdKtdvVvYeYzY2HEhcyuMnuEOQtO/BRVZvnXjabOzul7vO8Y9tr83
eW5PUl/FmvDP7rN1+VIe9AxXcYFQ0wMZgZP8QTY/MKBHkXzgC6wt+ByqVgiQKlBHTzQ9DIMOPaxF
CBpxR/SbepqcZWj3Rdsz6zuCD3GIQpX+DoIFowEgKPrzLvQXmvCC7FkWd25YvnkduhFdwlXUaZyO
wdFNpYt7F3lgBqApPuNExH+kW/f8O3j259y67h0DbLVlPXzTR5HTLGeh2XpMA0vePE/Y17xdil4R
fBdYboeQHGSFSwm17wDA/EP1HYsjGnrMgjwSGxxtlVtvFwVs6t17hSAJnD5pSe6rzZ2fispZn0rf
k+4ecrobT3En7H/diBdlV0czzCHLa5d3GIzhHfMR11QatE109ib097cKzvKna3L8ClsT6OhQxmXz
QqqqZtgfg+UhGiDor0KABbpjGrvX0KrWPxCShmay2Gx9k7OmDS+edIl1iYcoYez3glxKSnA1iHtq
sIPsK4/8FBWB51TDd4gSiQAc/D1T/btCC4lUkRPR3XihM5q9iiKBZaRg3cKz6zKBP4WjTNUNtUv/
R+hAON4xYi3laewi+WlZghah7Kr76a0ewt45VrJNHyqQSe7WyuXB8osgp9MuoAhJAgEihKEOofIY
UOfw1sMNOWJ0am1oDp0Ew/zYuqh4MhZK7w6Q031p3LRVt7WIwbPnYAiqB5NMkbrNZXCVZC9stj+0
lr4dC1Kz/WAghjliwqGlYQCEcoYiLr7Sia6J/yOP/gsSEF2ebtmzFZEfA6k7Izc8q82kImOZff5I
xFW1HLQV07NxrBdcInhi71eu8uAtnOvp9xZ6ZkShtAzlLmwHhlWkCmJOkE50jVPulkawhjBJ8ni9
KLd1t1t8MH36jLN6fQ1kgxTC1iOu+2tLNt9MQ1JaHmOLwQ+fBzyabevU2deDYlv5VpkgP/hux2WB
hCo/QxLo99mXwSegS83aoGWuyVWf4pS132Whvrc0DZB3a3d1d9g9qt9qE/OXkI3DC2hDjCgW2elf
nw4JAnECwckQRlv9aZxmgcRbqIpHOJ8gvJs8y0SMm2i+a7G9Yo4TBeWI8b3Zi7W34a5IO8TSGgii
507YIAeXIHTxSxCOGR9Dlw7/WRgjxFOCXwh9X2KKFwe8UD/a2AiyGQKGGgne7iC1xcqZk0rlSOQ0
HfbUOXPHXgXnMCjRoDVME8l+hdIT2RgW05tsIo1zbsEgBOeb5AcdBm54Gad+gKwpE/U1KGeaTrpr
cbGWy9LuPVXFMdU7lyO6fNYJ0m65X4PeXJhoOfRArXXQnT2Q3quBTXUHMIlo4v2xW5fp2meCW0K/
PJuWYnGDEz5H2V41jvlFt9ORugTNVT00SGfmfwxwkgyNNicbaAc62ibc6+X6MOAf+DD+jGxWzvQS
u8D3zfi6EuaGkm9DTcrHTaP2g550qS5Ee+m/TYk1aYdUaaQ+DEnwFUlnfWjclUPYV/3QHPW4DO+2
tt1rUrUbYIQZ1++Fy/qvRqASXy1Sy5MsK2fYE9G9+uj6XfS8SWqj1yhfUQ9GKg0+23K4loI1ybsM
u51seR60eigAUVXuqnEmSGcOEYTtBZ8z2a3Uoo+IqAm0VqoqPua8bKrXACUXzD91tX0dfVu+N11q
V1SK8/IELqwGjuKGjWYp3FSfoYKA4KNi7qKj62HU3Q1Aj/+SlT5zPwVb/TCvOd5cvGYTWhdMcW8t
EXQ56lyf5BY2ja7Ya9aq/Z63IcVqaRyEqlyNv11eb7VHPiq/E5B3wqdwIeo9Ng4SDKRxkwxy2nwS
ELeGuBDr+pG4fsHuvdR13NNMi3mPKqL8RIeElj4atpp0VZI7PjF3aXUkobgYTzl6pwKJ+NSMvzfu
cXowtwlemTDTMusCiarfrSb1jOrEVjcolgr+c2ysvMRky/R3W9st53FTilMCmVRxdsMYCTSUwCfB
/TyCZJr1Q7P14bfykZvuElYfk6GrDCC3I7DyICWK0UsBCk9vIeP5Dx6Pbj51ufL+I7Zj9A+W1U8s
BYKdZ2mmLq5PY/ErtPVkmm0L3J67RdhEhgFqdxz8PsiSZlhJT+cXcB4StfUfQGOQPkVu5CdFVz5Y
egI3A6FN6ZamalG7JCyrHyrA4u2wg1lxt5JXAVXs1+IGpDiIzohgu+YlJA9A82v24IBqmVPaRNGY
+yREl0XJGwgRrUZaql3VtBQc3UZT/K6JZSt/Y1gpypOMdX2HcCoQIIsEG3FoUWUMQJX2DKwyjuep
XAhUiGrkk1ns16zUWkM38bNtSAyugEiKv1dt1b2GP3BP25SaiIZ9XNXtFUX+XRFV0SBOSIL3JvIF
qLk1ZfrYe2YaX+CpcJd16TXUwKkaTz20gZybw5LI6NdcFyuZw3RnjzmcE708kqdfg7diZ9G+3KDL
nWqVbDheGZGFbjTYf1+0EszoqtoAf+cg8CqMmBtdrej3k3H1HuS0FY8E99R3ixfjwN5R4FTz2mHY
Ew9xYqRHlzbXeL4zN3Qdz30gg4Ux4tjXY5SniHqXaPqzdazjU3twW4Syuy4NE2OPrHvVzvKMEN8b
vad0XXBWnbzSrzrcPDgBu+JFrGQrjLdpgCaYSZF5KygOMV76KMGagi+8urDML3VY2xx5rUOfqsrx
dzzEm8sEiN5p31R6wJIu4yQ/Vjnbc+S+V75PKmmd0n0TAKVd+d8wFSOaTPhqY+6dXoTiFXX6lh78
3hg6L7ciQCHo5yTfLYG3/guIbulvtpyGA3IhHOSbqfJuuCmphNF+YfnEtyC7yX2aYPKvPm2KfPrX
0Z0pnvxkFXA2qd8IAipt1S6XxumS7SQDw/rna5IIkIspuuL3tsaqu6yDKYPzDNpZ3AtD9ucNoX/U
TH/aym5v3DqxrzPvNHuIZRLHuDLIQvgYF7/ebqe0ifJ7vEU4rXwGVPxbsKHIIDze/tnfIcXDkLWT
vF0RfSvmkQPIh3JeAE8w7dgG6vbGIWHT7lzSX3h7NtIJiDFqkeUUs1j5ayHR9Y7J21whvpF1mKaT
iOGE5z2R4dugqV+st2EiFhAEKC7q90ir+LePfYb7YjDixRs2yT5jH7BzhVrEJtR2NZ0N945kEBd5
tGuSfH0K8yjUj1BT3GG8keH7FKRs4Cx4xx+0ozVRBzxuceNESvzYciz+NHwB26FEEu4CNIDsHBYV
Tz9daWgfTVgBgSYd/FEeGP7OKt8MnrnQ376GrXDys98MjjpD39kPLRNzlHHsT6d5yq1+kFYRupKi
J3jVAogP2QQe4LPNB/ymhP8YzkrSEH6qOYEPW88Ne1smSH+QTVIdyAuq8wNEtzpv3TaPh34e+5d1
/f99F3j2fQwg4fbKL2Exsc7IOCv5uUlWGuFZMPKowWUyLqE9531TfhI3UjE1LJ24w8hK1okJ2/7Q
hl6U7FBaoFKtImToO6DbpT9T3gdqVqjJ/dnK8hmwy1M7xnaAusllArsCV15wmPBgvkLhQ00HY+s8
rmUJZKuKDtN6rsXynzHxzHjKCzQcavQUjOogxT3wII60hwJzaE7kQ+8tFwuGcptuM6Jpy4p29qeS
3uPfLsGQIrMuJrQTLtTsyAvV2fpQBsPEr1bk83bnJ8Cg2NJVrjMzgUqTK+JtDCQT6cNPrQpsdUqn
tLwatMbRvfM1vgKoAwfcblBW273bMXFlzL8u2om1RouV9BNWkkITsQAjV++KyQ/6vd8U5h/SeWa/
HMEpGZllsoSnfkoKLCTc16eeZNHtQDhY9FKOpCXsyezQz65JobiXPGdwQp/HOWvRu73P+RhCFotp
2ichWDPSOVc9E/1SgWdhWVB3CTljH2tvbP7Qs3T2M3VXtW98f9FfawDlDY6+ipq+F76e9xueFqMs
eaDoG5UWO2gdV2ZkYhLt4tVAkQc0J2hcA8IFEFwwmnl4NVX0OVzHnn0eERPMJ46H7iLCLX9XboLf
GeI2ek0Gd91jKtePo1btcUPoWqCjj+e/2PfR7uAMAX8npo9hYwP2dQ9M8e4jQTPi6lSGJ92BQDZ4
1TFvewcHfxOhHeiQ0RCimcBWOmwQ7X6n2s+mM21+m7atY9F4t+6+q2OCAoSX8s9iiAg5M5HZ7keG
9p8emwEmdcfUL+WmIh8THbaYHQrkJYCnRFt8rD0Yfs6ZmG5718t9Fp8IJV+GsABHka6c/pOeHv70
QMN8AiVThnQQg/WPjjqVHFIx2scOaMvsKpkH4l/sOlBIAdz8qfAawfam1ZtfiY+IBzzjacdUNA+y
QykwBjc2VHAok4zK4tLHU7rtBRTUcEgXn7U6Kar7W+8aMXRY+1I/Ulh1c4BoQoXmUQ6c03VxW/Aw
dMtqbnECYJgwZI94l7HCGyYYqtEButP0J04SYe9wjIj4CfxahPhisXQkVhAlpZ2WVw6XYenU57hb
MIFVYVL+xjFQowiehJkfy8LGE4/HIvWqpyU+zgN23Edy3n1z7+rcQphgZamaIzqGlINrGiyBHu7f
nwoM+LfAc/GEbgi1Nw2FTggIEngd+We/v0+wNjgXphbt4wue+/YwwkL1ZEFgoQGUqNCo7XJ6KScT
rBhrjqplcOLNqmAFs0oFjr+P2zzNb6hyBHlGgXMVEZGtRw6N3szyhCCfHHMO/pASZlJsKP7mLKrC
JXgsJkciYcFJXBkutRJvhso8inX3Aga04c1k81h0NLMo+rOIGoyJkG1LcNyI5gxvVwPpdkWCfb4d
rt89o+lWZlXrzX/NMgZPXUisdZuJBZTnfmXPICFUMnZzSmaxzuMtIpsu/OURJQEJHDmOeQaiKtUH
askSK3WCiiDc18hdUMP40INggySqyI8q0fFPS6FB/RHAUSSbDuF7TEz2I5K2pN0bhQwdNTjE67Eb
mjm/tCbWyYmUHjWdhKFh4UJEwyEyt1bNgNY5FgRqWlUvN73scCOXWgX31hZuIUCpSy/4s8lQ3fkS
dP9XgqDLe5qRHhLwta1z+lIP85jfCUySoBeD4xCTvvFjTiOGW+eXF066Z50vf9trm4D3n8WoIPNx
v/jI77CHN2G39/NifJ6dWfqXBWwhJXzJ919rvypIgnd9muuxMSh7nKsVcvSK2b1x0Ng0F4tbuzhS
kBEGzMpjzBRqJmWgS9LymwnTTidiM5cn7SfjdKhMvGh0yrNTXDAVF2426H7FzoULwXNuU9B78rpy
UebPeTP4P/XgFONlSMchRZouGEPw9v6PtPNachTZ1vATEYE3t4BslUxVq+0N0RbhBAgnePrzUXNi
jyqlI87M7omevujoWmTmypXL/r/5DZtSAy1UU60DyCm024Rsg6XZVM8qemLKL/nAC1gwQJcdk/Xx
GMv1N1vG4SY5wAj8LI/6UtsaANMdl3lMKwKYaABHuQaZPAiC0zhMPoPR0oVjk64hv+ZlVeQ7hYJH
7p81var2lVPS7zZwZvKKQaEQp12VDK086E1hUqNuKrIebRdHFz+rjnq2J29+uaw1k74fqdVMRgEs
PQ+YY2taHVfxYnQbQKeHX7rdGhF9uXX84zG4qjJCf4pImrR1w48gq7y/qgCumrSZYtP6VG9oHG6i
D2qazTKa8BBId5PsDlJ4CId03uTKyl7WnsdJTaAvK/fQSW2V/iIZchBYQoRPKM2TVVwcPgFWux64
63AGhohPY8gmW0FY4YXzSXaBEZz1ZtWaaoyQ3hrTigIgqsSy2tQKm02Xlv2sPcOAcqYHi4JwB70g
gwR0VTiYteRSNnPJtL6emFlbye1R3YXMKAQTELc39BGK6tBOCt+9JQOhKiKZGw1AOsc8bzbUP2Zt
v4yz3074BYSuicO+hRoe5QD2zmYD+2MLOz10SqMynNRs7JdLfci9/rKyNoY0qz1LOUSnzdnXwkUG
EoOXw+a4y6aYWe6c9Dv5AmYuGZCjCrwCw6ffCamLGkZTY8Y8X//L2HRzesuXlE6OyvzoTGywcnfl
ZDEd2LFV1i6u3Iqg4pPrBv6Vwhua7QBgBtFOKC8AH3B4KY2CkYI/xJ3knWfF2HNcr3rtj9pJ8yJP
JlT+dh/IwMnyeNwj0/QbE/wV8vS5ZsKzBbRsQ3lnF5ZzamibuHx9fNp3hSiQN6DflqmISkWRVruk
TDBsFD17oZnvSWteY/3DvxBCrEodANdMFanHk1Oo1aYetBvAbD85pvKbsfUX+6hNMKCIa+Fa4IMw
D2g5JBYNW7ivpuRUsm0UwChFn8/Kq2p9tMsJEaKGIEKR6S4xFcXAaVQExgulaB2YxdV4RyNqUc/O
zJOay3O6pL3i8ZaJl10UJKgiPrRR27hlu7h4qZPXJPijOj/Oze6xlDs79m45wlWL4CwY0rMS76rz
DzX6ZTu7YYqka2rHBMBn45ikFCvZsVT3qman8Xj1MzrAzfOE3Zhai3D6hXQJjpdIi3dW9DEwtoH+
S8+Xj7dr6lDGT7i6kaCwXXSnZbu6YG+EWw5Fjl/76h/eFvHoBXqXY6sxZSUjBRBBL1XAybC/6ObL
46VM7dZ4bFdLiRgUwPky4p3G7Eki/QY/kMnLCfUat/z6Af1rJXiWmiKr3BxhJTQIFFIhm/FuhCFz
qZyt5ZpJ3McruXsoNtV4g0fRpM3t/UqI5GhohhBldyx2NmCyMWijSvTr3BUTgm6eh3E5qoGB0Swy
KZom3BarPSnysU/SXVQ/k96Iqme7Ac6ZBsKh+NobpO0odAGQOR/UXWB9SQD41jLbu1CaOdJ86YAD
9njpIpi6+EHC3brUg95LAR90HNRZCv5ZZKjUekP/LBXM1EGm8vmxwHt7fb0Dwh2DAiMwK7JCu9ZZ
qN9PQEtmNoXNyZ0W6efEhQkXbbBKsqZlmO4SAEwzmpYZtaM9CLw3ZwGensPsZXKZWww/PF7fm0aK
GmtrFq+eptDnLWpsYyeKzGBIunNO0o7JSVrq9qDrMQoAcp/0IXm1fhAqts/Z2nzOwGsiDz7FM3Jv
j23dpig3Onu6KexxrB2Npqd5b1f4x2Z2lOBSYbTfOE0tdXxBbpZqKKbKiIEBs4+wx71iB3Qd1umu
rF/J+brApaVEacrXwLVe9DmIWvTypd7EBoucLZYKcxPujCnjYJmqKZiEhB6vMxmmfq+C5CETyFbA
QkDQHLevZndQ8icygzEZm8Za2OqPS5nux7OgA6YHH6xYkvaYG2028VU3b5TwUYIxrKOov4D51u8b
Ji/7yyECCcEBW6whfaHk88dbcGMUR2H41hrIOo4Kd8Z7e1UA/2lkATtgha+kftzz+fc/F2Dy80dq
KBCYxEiJnCU9RkbR7zvKeJoGRrf09bGENzfnne6whmsRwhqk9mLYhOb9Hn/INe3no/6LNW/1ZNaB
201dfAUGSFs6E+f0f8glErMsAwfMEe4GSV/AD09tv09O27b4Ch6iL41ze85OssFB+nFpwJucYne7
uZAslm20YAiE6AQX9v2BVcyylBT1h70EmnSdMRvBnaR1ZaMfJ+7kPUlQYytEm1BkQBzyXpJdBsG5
C0t5r4dgr4MpFcQrgMPplJpgsJ4SJO6jc7okepjK+wZ4gS1AvxL5SqBzubjpqu4d23+sMHflWSoJ
+rdgxhbe6B5+BCLii7xXq8RN6w8O/hPw+GW2eizn5kFUzTFHoKsq+VFLVYWjMkKak2h8kZmAt3a1
kSzq8hCWZzCVdOoz6r7N5Q+PJaq3tgORFr4NWQmCDtGgZQy3V3rXy3srB1g11aUfVWDaH7OBWk8G
4NeToWv5uqJut9arQflFuq9c6qRBfcBiq20WU9MaFAaE3SCMs6dLTZs78G3GGigRt6mLbzUjL8xm
G/WyBZnCral9eFInbTPbiFeAeh6/MmN+nLhp9zZSYwwGRCw0XjUETaSbJmcCRZX3Svfh9DVOsIPe
0Pr1eVtMqOKdO01sC0gkeRbMoSISsZL+k/KqcLhewIYnhTIvTHMWDWvNvngF8DoXhnS6AWCnoZ89
PrvboxvNCJzmNkbSwrF7f93yKlGh7bgMe8uU5sAfAP8hzdtsfaSBrdK+PRb2Rob43ma+lyZsKXP+
Ci9fO+zPP+lMr78Ov5QP8tqZx/PA11fqqg2BQHSd79lzeGgOxfo8f/wBb3Q3Nx+gEn4TtxqG+UYw
d+Xy6xLYPXSjDvtuHb5ST3iCLFLaGq+mPyyKT9ton8Ht6qyqZbyhJWtC+I23obJ6XbMNxzH4nzpa
iCvhCbhItAhbwz6sQG9iuOrpaBpLPc6+KBnFX4CeAYerf+SMSjM05tfa8OXffIFDohW9VjWSBO+/
4KIatMMDPLKvKonLdf5E3nYVXPwuNlZMqn9jTppmfNNO3Aa/9rHwe5qGxwP1tqGMsKyCXWqicIgr
yv577VQd7HVlec7p9CEb/tjF4r+S9KaFV/t8pOzO5Ir5ptO5qzM0T0F+nQ3pSuoYcbJPnx7Lu7Xs
Y9qImIBEp8HzKJzrSaPvyUlCec8K140ZzEGBBhSieLXbCUl3DQXpXwZ+eYx5/AVRJJ2Pgy5n2KRd
aeZMfvyMqwO8cDHTblJQuGUqz8rcmrJPd1d4JVbQG8AFtSw5I1ayqvm5XUT12ZPMYpPGwSEIVJrK
Z8ew2oTFGZBoH5ivRurWkZPMCrLz5yn68dErFy8xrw0ZSssAnc0UNOmi5m0OQKu8P3VptHDayx/o
hrrlJQEh4PHJ3tNZIiBDdhSIjAxRkzL1ZNDOyrp1CnDJAELzks7JovtoML78WNRbKlNc1bUsIds1
nC9FqaeJvO+MhoEvSGU86s9LXTp9pKti26ma5MX65Xkozy9UtZ6yQf+QpcNzDJyVB8R0PKsyuqEN
8PVdywGu66RoTHPJuxCc6ONQv4SRAoChdB78nAwi4BYUZgLl19E2Fir9jV6pBjOz7ejKVqsJw39T
PIGR2eIRNW1HVsl+OsLirDKO6D8945SoBpDGWr1tkuazbAyxl6UnaJ600w+wkFd5qX+jOLiJ7OM6
PecqI8TaksbsYeJtvw1A+B6NF4BkKSTCjuCM4XqSAQ8aeV/jS7idocYezbX6hJQ719XGQTAgvtEI
98hVvre3RePAt5VIyj53gXRdd4u8m8U7GoLjcg7q3WMNur2k74UJweyZIX5J00J1b58ZoCjU58za
DlCs0botLx+Lur8wOANM6kKarDqCQdBAgdQKJnr2DIZ05jz2rW/HLUhczMp/vPyrhRmao6oyzrMj
CwujI3qIGjLS3AziUeAUj0Cn0mnALM7jZd0aFnYQFxZL7lDxEj0+UIXSwewRNDQVgC1qOSxqiK0W
Ya6FE176XVGmjBI6IKaY6uh8Xr1RktJnRUMAtD9TAP/DzFjkhVF3+mlG5s/Hi7q1YSxqDAfo9VMd
2RaPCkRqwwmRdKIjg54NL23X9FNkgGjl6URpQBkduPdGDGEOMM2OaSsEIoJpTlI9qWAsUemaKEAD
pu3O+giv1FK3DrX1LaOLIIo+MQAJ1uoyYcRTO07Qs99ebHpFTaIQzLVNiVDQldOREcKygyPE7ull
x8XJfDjizH+hKERxlo4ro9C8KUgB3UyhNN2pe5x6mdYYnYZC9eSpr4+P7t6NvhYjvPb6mVl8qJvV
fZ5iBNdS9AKgK81gj6Uot34peza6MKwIvRdrvEU1FFIAGt0+1n73NEdKyaEGS/WULZP0Nx1Lrp7B
rk6T98tjwffuwLVcYRf7gvy7ZvXqPqSAq2f6k9UtlaKeP5aiqHd08lqMsIuaWWjdkCnq/pQDamAH
mp9DQzarzmT/x7ZQyDzqdkUUdN6C4x2twZ7MNomVRM896AQTXzMKEy4IlPWOrvP28CyIFOJ6fWLi
vwutfU/rDrkGIl8AdtzwbGkz0Ieb2ePFj/dNEOdYxOYOzw8nK4oLKKOYiQ7+Xxt/0wAUJ1fmhZcX
tUBja0Z7wubpWFYTd/BWqCMza2/otkl6jzCDj7qybczStMyxJdY+KpWldHKHD6m273rlOYlfbXPt
mBPy7pwwYBW6gyuoEcjyrr8XqAXxhabKztmrSjMrAf+oopcyWYHhDhrd2S1b2k6aj7qmeBZDvxiP
iV2+E9fSpWwzkzlaPvzSUQWvVuwwQ2PHen98yZrvhrNjZtXV44VCT1xy8Zp2ebwAwMiWQ3AgZS80
MA79xmJsCiyoEtywxszgpPzlGOVEzunezlg2UYmjQSRKzCvofs7oNK08SrBPmLmhl0qu8B/XdKa3
dMYfYVYlMcS08RdzHk3RNd90q4wPAXjgyhhp40+JZO3toNW03obhS9eon4rzqki8upmTYAQAf2M1
l5kDNutZAn/KGRZ5tjGivSItw6iauHJ3HiUaOHDiCc5wWfBE358O4zdMSSlJ+MLQpK8Zn+SBrMr5
Q/5TpXdjQwevnIceMDt+V3y1wonn9zaL9F648NAXJ6Nugc0IX5KTPS97EM7BW3D0b+C9ewVtf0ow
xfo7avv7O89mg7Ov8T7JgI0LtyGCx4R5Mi18Ab2JycOItjaQJJ0leClTdZo7N310Lrh2tBbqllin
gbpr6K3eCl/MDbiSerQ6XbZW57ipmczy8qtkT1y0KXnC0vQYGhVY2sKXohmLUQDLnJ4bOPoY5/dB
EX1sO2/TmhqNJ/Qakawh3sbLfa83NPOpJhAo8cvQb8Nlqq/6cKPHf1oOMIkPjU6VHUj8Yt6b4Tbt
SCF7yuVn7APLJHmqtHCkpwo85AAI1bKQvLJbMCp4BMw8jaOpQOPmzN9/qibEM7ApAs2fNPFL/un4
lQO39+Xv8uNl1qzSNd1oHwN61Se258bTEkQKVr6DNxbiwi5+qbqvGpTeze/H23/zUgo/X7Cp4MpZ
lRnw8/UWvBG79JgULqPvbfP1n8uxVZMsr8n7qIkuq92e61M/9PFL3X3Wz9XWLjBJmdm/RGEnTZzT
jS/Ommyd+4LjyLssC8d0Ko2ulpKANVnZaSFf8hT00ZIYeCjyZdU37YrBzwkv6zZW02gHwtvAHGCN
SdG/V2O5JzAFO27YNB40JrNugXauGH6IJtvWbq4nkkiuamNATYJGdIszg0nFqA3lDRlr/7KStpFn
z+VlNPGq3WrGezHCo9Y71jGLJdium/XFT5Y0r6pT8e2tco8iHIoadFWM/tP7PXMiK5MlPZI39Yrs
tM/0klv5P8O9twZt6vnXP9XAd8LEyhD5SijzBrYtWR59x1OfldVjAbdq916AcFXT0T/q5bdz6Wag
zjzTPjBxJuqtBXovQ7iupeyAjtQd5Y31gcGQjKkWBnBeL89s3+dgF3kBK+v8aE/Se9v9dF4Ct1sx
hDK3npuJS3bz4r5p4X/Oztben10N62+ZdbG8qWYOdQXHc9aRb02s9zZoEqSMGnTl8nWM11RgjKIh
fjcDsG5u+/pPV3XJZU2s5/6t+ns9wqMH5lnWtDHrYQDtKfYlz3pRl5I/JeaunbjSeVu4VqAXM258
4gSrGd08PglB7MTpe7uYUkdl6oQEiwQwBjDCLZKCF2fZzMZLzIDJS/KxeHK26krzyrn6Gdovx9cm
Hq2pmyB4YxDYA6GmIln1jl7xpM3C6X2cWp1gO4ayTUoGuuTNMHfm2WWp/cD99k5Puqt4IJV65tbZ
g9XqNH44ub77aklGE4eMZla8lvdqWZ5iPTKO6aiWzSxYp766Kn36SObQPk1YldvgYrwCV7IEs6Kq
ARyEcDVsxkPsZ8nSWgb+aXlcarPcT2ePbdhd+3IlTLAvJ8PWhnFyarN6XU69kOO/fecxCwsRLMaZ
pFWp0QqwadHEaJah951/mXnE5X70+fE67l8z07ToHiEJQCXs/QkBiJNJ0qmU6SFPlkC2zIqnZF9s
Ai+esBuTkgQTpUuA0R81JI0XrHIDHwCw9WkdeFO3alKSYKIUcI7lclxTN2tXlRvN8Ad9/fm8yCca
XO/awqvNE2xUAS1NGvbFaKMuvu6Nz6W1Zrjrv9060UKdmj63DRYEMOLqsor92lX+eCB6vf6X2iAY
JABBHCXWWNB5DpCDW7nONvEUD2KpiSVN7ZxglRr47k9BwooaXsWUoRF8QK9+kScWdNf4/X1AYmEl
KKRGMx3Wc/HHx1ddUcT3pizPHStOVyAOu4KRo5YtnA6t+pRHmXBGyNGLEdI/Z//imr6TIRzMEOtw
j9lvKg3QkO/WrpuvpNXUq3tnv96JEY6lcOC+YtBkPBZIez2Zxw86iomzvy2/0Wh3tWGm8CqEgCBE
QwR5d+kyv+/Vz1CM+jG2OgJ5nGGS1LOnRGq3NvWdSOFxgJ9LB2+KhWk782W0q5J3AkTebXzZX/+Z
sgv33j3KwQ7RDTkPusaEfVQAB4zz1hrfvcuq+Fo8XbhF1vfIh7BvYmm32b5xN/+WJXZbd9COWkX9
JivbtoA2v3ZYo4p0BDRiz+qHYKd4+S/VTdfyU/A6aWxHsy28Vu/ECzsLO9+Z4cg38aNZT33aR99u
czmHlsE7EudNGKnxJ95IpNmRTk32l9Zg/v7K11UVU0nB6GNzI5cB86diprsXD7Z3D3jjCQt/V1eJ
VukLJYFo6Ibw0NcV6fe6SpRNljFlfaSsb74YhGBfhu7FCNdV9qLSoaQdYMd1O2a+LcmcWu+dAHMM
mP/zCaNuX61XOZZRAsyswnOmeqnvbE8/mLDuvgZL6qqevZWeAy//IcsTct9GCMV9vpYrPNjDxZDA
xEBuNZN2gIqf/ci3veG52/KuPqufIi8DPRveOj/Y1d8BpfKrqQLenWeCwpljEvdSCr3JhgD+wt7T
60lsbUDr6x8P0Wv0OlpZyJbm2TO0bZCOHV9P27Ob+FOG6u7VuhIvPh9SlZJwg3V0c3w2drW/OT/r
6/o5Ws7nynYBL+93CN3+DKjeaTGh4/duleGYOiOeDDfwp3DmRpercl9x5i/NzFhWmyNvfrAczYjq
qk/TccJbTu7mtK8kCiZLNts+1KJa2QCuB0XxrPOsD91idGlOy8rrZwSWJGyArXq6rLrFGMgGy8Fz
wHL/Cali6pbz6fhIveMK0+ryn20whJciliKGiwe2wVkaO/uF6v5Lsx7mEMDgbMFQf/pR/YSFflF4
UFoQ0JcEFhMnccfTf/cJgn3rgigGHI1PuPipDy2Bn2+CvboavHh52sBJ7UmHKYfiXijzTqZgdAjX
KlOCGptjKAo3WWpvgTZD8z7tKt0HZzmxxnEbH5y92GlgnTWj0+yzsvmmPR3xyy8oWeE5/qSgqfMU
TEoNTXyWyixM4zrl28qTPEBhPdBROh8a7dXEuiZukSEEAmfQWIJhXFc3G+P6ACcjW7csL9sH2Ivw
XwWh705OiAiIs6xzFo8nx2UZw9DLc+VZr6dl79ObPuVFTyqK4HqO1DC6FKCcx+fWz7ZwGb2dXucD
RrQuph6Eqe0UjNKlHgHjLUxEw0PUrhhTg4jNr33AqmbqKlgGGAHpxcDFLjwL5YEenFzX5KnefRSu
jIJgqewQHIOzyalCxvuWFwJmymt3o7HSfVCvvWo/2gHHlyaTedr41j64KaLrakJaCO0T52u/BOty
iymcQbK5DT/XPm3S7PqONN+OlrelA6Ws267TT+bZHzxo6lvXWjd+uk23cLf+yxzgte6ZgqWCId12
jBZlyGefqllFjnO/MF5kd+pZvOvd0jXsKCbzHrjVgpIzZZ/ETdIpG3Mz/LTeLAZExTPoQZaTidx7
zt61LEHDz1LTmRXwJ29pQOXDZd4t2hVEutj/0zLc1661SLfjsxhzocGMcR+bkFGlb8/776UKKg94
eAPJAeKbNUCYHoljHr14qqF1apGCRsemFkSgvGOnPDx377SLXkazCIPB7l9FQlcbKj6p2HoFqHlk
UXUnr9oeAr8dX0+OT3X1fxfs0WbJyAItsjSXCVqZaikJpl7567bGz/YG3HjsBYe3arkP9vw4e3xk
d702XEYTPAYdUEtTOLOss8LsBKfjBt7EPxdf/aTVq0PpK4vyWepn4C0ti00+P25yAk1pYUz5rPcO
E+sENISlgswnbnDTg4OUQaW2cbgZNhpK36sHWJaPlz4Vndx7uK9lCZtbNrac1oBPbfoFEfvG8S6v
tXta/z/ioPGeiRfhWpLgkoAKeKn0mFVZO9Div7cHaxnzoNrP9Z/z99O2nOsUAQKvf318mLdtG+NQ
3tVuCsEPdgbU3JYVwgv6km9bfFLjKfDPf6x16Gm/ZbcGaWRC5t0TpI9u7IqC0VM08kEQKMnZaFTe
Ocltd/k6nHGKC+ak5ad/Y2CcK1nCCSpAyETlUKMty7EYGv2uVjS0Tzix917MayHC4bWGcVYSEAnf
7vxoOnHrFwYO3uONmxIjnJVxrrqRDGbct4Tce7sGDt6li3vigt99f66XM/opVwHxuS9UCtatSmG3
3VUv2lM4y8lUtQv9czQxLz+1JMGDrNVOtQb4u99qyLBqVz5UyWj71AlNrkl4UyPeOJtyvMqbOvr7
4Ww0yxcvcJVN+fnxMd3LjzNj9bd+C29qAk1mroQs6uwzbLONZkfKC8clztt/qRCCJc5PA0hLo3KD
1/885qRGu8+ipszgeAo3xulqQcL7medKZY5kkrzS45uWLPXv/XYMUkFT9IHW94d84fz673bREmJT
rQ2UujoidCy5yiRmMm9YA+HnBRP26G0MTFgeUC2yRqrahhdA7Jm2MiCQU71XKRN222RJM8Oz5v+s
6QLofGbDv3/kos3KDx9C/+VlamvvOEDvZAtHWIGsmTEYoW6evhR7dZY8DS6g3F7rIdjwgK+dZfN0
MbW3o6V4tGLhQGur1Ar1woqHZ8q+AOaSvIcB5znbX7YmTqZ2mDjMOzm262WKmZ4KZDvVSFmm5W4U
P3wq5rvVflZsq/3H5a+JPb1jU97JEkx+PND/rMcsrplBF0vAljzHbrM0Ji7fPT/onRzB6juXSwQg
L2v6Anr4V9mTaAsYVqvfNPq6X7+qc+A24fVDXada1fQ7p6e8NfmYFp3+YptnFSW16lxKNlNvtll5
/pikyWLiwO680apC95LOtALTbvr4DVdvQETfj6L11Xjl/yq7JJviqd6OVfrJ5or76/lblvAIAPGt
gbM8yvLeUrBHF+zr0bMbU0/UZH1Hmgyy7ikkvapjo7RDv58srK+J+nPTKGd1E5sVI5AzSf5qZX9M
axJ04p4gVaY1lq5JbYRVe7+RTdYkmRLr6kZftETyVDFJrq1e6Y6dqXNyjb7MEz5xePeMyrVMYXFG
okMBkyJT2QUv2Wvz6bSSZ5p/gDHJO89On9Jtdqi32qxbPhZ87yCv5QoHSSiSS1ANqRtgRmFsmFfG
78cC7rmrzAX9vZvCMw5lTGjpCRIkwBhHQGTLD4onOYCbJZ+d2m3VLs7Fj+YkrQrjs136Z9h/p/rP
79mX628QnncQNJVTzYTBRvaCdfL0I5mFM3kzvk+gd2JGO58yBoybdJtM3fx7vTTv1i88F63awCfX
auoGrthZsm1X2rPCSHPrtm7qAiLc++Zcm509zN1hYuunlEp4M3SlUBkiGF+qH5sfINO6h9fFYk9h
4LL40LlTVah71ZHrlb5Z3ysDlOUoEuQyhF6euRj8H6W7+5b6KzBReBxNXubzGE8/de6v/3aT3z7t
SvSxBppa6dlk2Jyo00rusNodFvsxC/IdAiWSty9TaYMJnXpL1F+J1M+qdaF8OprbDpHxHGRRsu1T
EcQtoBNApKBtjBgAjBppItKhdZYiiKKMUX+gkoif2/luvovc37/Ps/MMrqbvofdnQm/GZ1D0Na5F
Cs+kVgOEHoXsJrVa2ivydUmap16fX81l4U1WtO6aoKsFCuYWRrS6OZYs8HgkIz3fHMK3q6F+kX8a
a8kv/MermxI3/v3Vuam6ZEVZhDgjyd1B3up5PCHh7TV/tH+CUXXaGNqJ4H+1Uff0WTTLPc5rvAHp
8uz9gYhoQubdq84UqwPfms5wgWDhJFIs4AaY6ub0JYSYsPWLz7TdltoM9uB/tH/gThrESSN0CQBB
FhXI9/sXOxJE47CuH1IYOA6acdJXdgi76mMpwnpupAimC+zkNNJS5XIwvsTkN4OnTnFl7TXRv0Mx
81iU+EKJssR2ATNmeF6qkJVIz1L21c5+D8E385t6eo5IVNVUU5NlvM0vH9R+O+AyTixVHH/5Sz6g
teBBAhgAzuX7HT1GdH8PJ+NyAFsfNiY/a2eADLvGKt70wNfOPz1er1hCvJGnv5d3AqU24pAvB30B
zI1BxnPZ9/Ni8QcGbOq23bL/we9lNIcnZSmt0oU/la94w4+6uiE3nyDckJaJTbMy1MvBlr+m9q6W
Szc/tbM8XoK908VPkES6nRLtmqT2z/lXs/7e5zMmS4Bsgr42f0qOv3OI0bK5fnmqC+jCh9fhtEgq
Y2tDkgCJCfhH+6qGg95U1p3eef1ExHJfaQzaz8EbpRAvzjwHtWk2zdG6HNSjh1exGP87r7T5+OfR
u8CJoy6O6wlVGW/xzbaZYwHcscDE1IQ4qehBCjdU6XKApN0EkCwv45kd9nrkdkVN8tHq6bkfwOv/
NxpzJVd4EC5lCDRqYl4OlQoEUOtHp25uFJqnB3srhWI7mXfSZwVo+nbTOCuYQmChcCPVNTvDP5pf
MixtaHSwWWyk09PUOJWYKPpLmQirKIoDrchZvNfn1DYqfWg5ijPzomb0Ky22BgyPNliRK3DxrE5y
z7DEld7ErggB119yHR1cKIsxLuC+BLmS3hmQv2Gjju38LSgx7SczgDXYPvlQJrthmPpaOpOCp3Ph
ysqmKA5x5SsRE5dN5GaD9mSFMHgwarouukl8wjufZzPjqQDrAK8VzVzvP681O4izC7s5nC/bDCah
InpFVy860TXDhVp/CGmZ6Z+N1eNtuaOjjGRowOgyygIxsLgrVgn9XSW1h0H+VCn5YjAXVQ4w8Cmb
aVMw0IIPNp4AsswxG84sCMWN90ukqmB3IQDfsETuCqrJbfcpkeam+tzaT+Av66+PlyamCf+SN1as
HcdWSTsJlroF68MYYMI89EmTfwDBXqUbQT8C8qh7MpOSMy21yhd4m4oPkNBY6/R0yie07s7DCDQR
04MACDuKLEb5hZ6m6jly2sOrfRzx16Crzhe59CsdaPaKF48XrI0bKBgcm8krQBCo3JD5FzY4hd1P
Ar+/OyRmf9oOuiG9plYtgYqWhKbXaXW+HllHXa2AXzWE8wxKpPG308yiflCfpcEuf0um1nt90GTr
pMiLeWPFttfUZfPURPbHRD1CfaLCEDJYCXh8QXECKg9jBj5IPdOgyITLolhIDWDaEnAyM71nmr8h
KwitXm/Qkdto2Bug6YcJE39PkbF5QPmYsEUzPfleuSAIL8MoS7pDm54+A8j/Amya1b205bbSPj7e
Z7Fr4U2xgOow+GVqTGsKipXaddenAAce9GDm6Ks4D1aAOnon+GCL7g8ccn6VZZCgdV5mSbAipxNO
neiy/u8HUAUFMxbkwrcPvPKKC+aABwvyy0Opz4OLDTH3EdJIsmS5z3D+03lYnaJ1BtGKqf+Umw95
c5rbJXTG/ZdTHO4f78Y9FTdVwDAYj1AodgnOAeTnRqtDw3SQgm9l87N3dpCtn03Xyrcwqz6Wdc+C
jEkeJv5s0BrFWmxvQVR4PDXdQYWQYLBSaJ1MfLBoZ/5sR3za0GvUiQLK/cO+kikY5vB8UYtcbbuD
Fkg/NXsRB4uRuLAL13laLaSh9+GrnEfKxQ1Og6/S0/l4zfd8FxbMFqPXDAKK2cihgH4QJpHuAKSD
Hq/K5tlIN0mzkzdKPYsuXg7Q37l4UqDV1Af/tBn+YYnvL227+gDhatGFVAIKjLZpR2lmpJl7MU7z
AJrVYNFEydY66RM+/qgyN3bsSuCoclfqzRMOD53JMccwyF2UalXCSmU05nZiZ++9udc7K4QtUgcL
mxOzs71ULSkw+jLsdYW5igDpOFmap/SDa7fHeQznnDFhrP8PvfrPsYr5l+Ciwmirs8g6nW9Ges+Z
wyzhl9nw8UO1nHAJ795RXgXwKdBkdvb9hkrB2ZbaCllW9rWUl3XyASJaqX/Vgk+TGZC7mwrJgK6N
0og738uKYAlSI/ncHbrT7y7amEfLg20UWNUseYZnJA/mf/L6H+ZA/lJRQCsAABqxJW+8pxy+nLrl
kkIl39v0NM0NwiXIlhpPctzWWNpNvWrq5fH3YxVS7z47V4KFp6AoHTvNjY7LOayU4yvUyx8HaN1q
2h5h03GPJrQvsAnL0adcCp/S06rrNkVtLx2cu66OPWgjV7F+OJb7Uv6gBo1LIKJAdhtcILqECkVf
TqLejSncm9t19cmClwCfTn1pcvbKbP10ZQ+NG3bLWqomXJ97WwO4FHhdYCVRzbDG77i6xcdLB3u2
Vl0OsbMx6JI5NZ5WwZv9KTAW5DlSGmBDblv2kv6oPjrng3Q6zbQhgACF/lRpQwRv5htZ0dbnrdns
L8Oi05YX4vvHJ3jnaoxIWKCvywqgg7LwlWA/HJVCGncDlMj1JXgxNJizUr/XdyXcpP9GGLAmDFXw
WsqCYQui4QJXo8E9hHOcDiKtcxXZNZOfcta5J4geH4u7c9Ks7W9xgn0zFfij8kbvDvS+PweLOUiC
jwXc37z/CHjzwK+OGLJKqFVKuTsUaeWVsjnrT9/hF14YcBilXTt/LO2Oe3u9nLfI8kpaCfGkXvUs
58mgWfrxzxYTt6MFeffDBROpF1qdQAOPaxF/CORqploV+RZ9dQopcui1X9U7iWa9emVzU4KLrLil
nrnWeXcOzms1qjdJP5knH02lcFP5Jgt/B4RTAE4FU2rQIhIymoVuyvnesYJie+zTE0xOtQoFcNcn
X1vF+I1zb62NuDqfXLi+jhPu3R0DR6zG9QCEwGSOQbgfrQ7qHhS4HHH5clRfmXcK6K8PQ09XVxNH
MG7xzXKvRAl+RlxecuesmdyO0tqVp2X9pWxpfoAUQZbW0c+z4ccbyOfwsyaex7uKReTwlh0webre
WyoNhvLzWZEQ3OS2Kzmd7joXeLwn1nfHrRnD3v+IETzlCnrxuLeD7iD3Szvq5y1sg96lgLvta9gs
YGJp4LeEes1N+8Y/n75PNR6/oeDdbvDfHyCcZV0o8TmFbPiQri7z9tAkbuTC/7uovHq/M+ba/Bul
GH8TQ4zkb1soaLzLAko218wnZ4TvqpWuA95hj6kHsV8hDHr4Cq2EhBzdr3CSVIYLEZh09tPzlzhe
4P+5lf5afqkrOtcGLxi2TvNae03w9fGhiL0pf937qw8Z3ZlrowKS05BFOWmhHUyTX9h/5bXKlrW1
GZRFVrinlBN5tf6Hs+tabhwJkl+ECHjz2jD0EikSMvOCkEYaAN3wHvj6S2jvdkkIQdxuxITmjYV2
1dVVWZnUbPBuFdv9wJ6EwqnAEcpqq8qdQYFgVSBA3jNx73/a7HZB9h4PvDHRPCUeKhECG3oYdhep
SV9DI//sq10Qv983MrsOCrCtUJEeaVQmW0KXql4RKNYh6QQOWV1QjHh8aKlFYkMPbm/QbuEUzJ61
UXINfOq4cKdnDSzxTQt5ye6StwndSuXA3vuAJgsg1tm5u7IyOWqdIXmRJuSYOwjf7z0oPu8yKYAu
uFIZ5/szKEtzbgulFQQ7BhixpIktveaTIqwwhYinGqdy+q24EldgSXY5J1hlr9gtTvfboht+C525
/jFd+fsXtukd41ft+JvMrh1hBX7AP8E7ZKnLeoO/jX0OnWi5EXsmOEcj4D/fOlluSe4kWc3gAagY
kLQnnYCsgAem4RM0Y4meQzD3qTr8l0zcjdmJZwcnjxSqFbYyl0EM+1fqnRtpoyePCsTF42MmwMvc
X5TZ9b8a5yTQSpkusECPuovWhP027brCTiF2t1FBs7QQA80lYzA4pLAgXwEVr2kxr0DVPvbDoruk
drsFC90qOQoW91s9j6ub/En3qpOsyvX9Ac6e2yujkwE2XAfokpTAf3Ktt6OeBB35IgVHQBkoBNLb
4FcehW7uG517s94MdRJQxmlS6kmAoYptandrpQK7ZfdYrNvUKZKDEtmih6yuzcVLXmN+Pf+e4+mj
UqgRaXoSvDSvVI/gLADZqq1z7YIznKtNXI9vqtYHhWolgkACCl0G0vxHZuhmw29DdBZon/5bkwRE
E84QlL0/rd94hx/3MlLUECyAFCP6BW/voNgTmVD7MBvyaz8GBwNyplW4ghi6BWe8UTr033hOzSNI
SHwLtFuWLBzL5M0o33Ntw7373B+x28kgLVflpSfLXPpp1Gv4++MmZ1couCZhEo5S7Nk+XZX1qaIX
XYYA7ia2tdrUGYB4CtvRWocEKoST/31i98b+ZKdzoZGA5QtLnyVoQ7DjdM80u4L2qpYtpRfHef65
DhCMkMcyEbIXt+vASRBTkAvcGp78KvZrtX5TuYgEq/+03P+YmYSbnuonAy+PD2POkeUXA6UQWT9X
8WOpgG6eWgpCHpGEnW5F2GsKNoQu+yRF/BFraz597LiMROFOYA3oCIWFM740B5PbLOTkXBebqrs0
yFDILDATz1G49FQj8L4/D/OOEwHY/033ZNt3XgoYEF/jVmCpQ8M9Mx7ynL5lxtFAb6qf7Qb+TRqe
Yn5Lq7VX1xblyi2n73PAFe9/ytygZSSrvmXlUDESbxce9OhVp6SQaeK1vHuXw2a0IwOnnKnCvolj
ZWmWx0073WnXBic7rawM9KLkABH4D6V6lPiKgFuyDp0w3cbiUrlg7q5AaZEHzBT5eVRibken95Uk
dqmHE/zupx9lsOGhqFzn2qr9uD+Nc4ZQY0eyB6oN4MebLKjHKa0uZm1/6fIcAnZwYlztZkW7HtLw
UZeXvPXc81gD1hhJG0hFQF/2dlyQzaugAIrS6JBqK1a7bRc7MYSf9XorGTsjE7ZS+MdISvv+KOfu
omuzk+n0hUpiSqD1l1A8aeU2zF8Zc+6bmNseVyamNfJB6fo04dT+0pSvbfNYFJ0lBE4YyURnlwIk
uPfNza0bsqYCUAhAZIBf9nYiudDLJS7l+ksVII0DdfcOnGj1Wm/rdYBK4b81BtkSyBrh3KPYrU3F
yny96GgQ8MCzALBSOI34Lv1KRaKxhXvj55m+tTM9YjqjUejDDmdsQZY+aK8ZhIef7g/m52vm1sjE
lVdNpEQ9BTIGSAcA/WUPQuRpzy9sh5mHO8woeC2h+oNs6jS9bTCh5xsq4ZHaCWanfyD6Addx29mQ
pvcBoBwA+3uF2irXP8fKTus/e2QQsoCzFKAGcpmug+p3EH7JgDb0W0hKr0XIA6WWj5umrcGnujQt
P/fv7fdO5j5tw1DRWqDO4vTYD6dqXVqNSlLRArXr/QVYsjRZgBhAlbLNYanQNoG+YUpuM/+FN0Y5
ex5ojQVs8gwaCyPDBYF02CgJrE9uCgyKC1hnYGQsOkhNsC4zu2jOndSRvK3PCb8CL3Fb8qRlAwGo
hMq86ftItHirit9AbV5I3mnyHiDzGysbMVioVv70TegbBRoMnBugRYfe4+1Jbhsw2XWl2KMOAhEZ
KFf00L/ikLxg9Ov+xH/LK91eYaO3AMn9yN4DcuSJG5RSQS/H7omLXOCKBna3c/zU1vqzoTwNqp3l
j40aQAf2XPjoswkhOXnKuFMFmFH4hyo7GtDfsf6piSc5eVPrV1Uyudp30mphg8y4gevPnLKB+kIG
F+bJ4qWRmegI6mCjOSfcIuHKjmAPXuqDmzbYI5zB/QeACxTAUAJDbut2BQrcSjFDZ+ZllxKk04Cq
Vs2Pjw/Z/DjuX15e3t7eHh7ety5SbORPC0KFz3+9LLCPPA66PrFJoVx3ax/U3GprCINyCfbAWRB1
1TmKU5rxwV+Fq2onrTxHeopXw1rdCHb6qNr8SqPgVqJuvb7/KTP4G2ieyuDLRziAd82Unjc0fF2N
jEi9KAAmEKfKbQ/9czb3Vq6XIIqztkCPjzc4OrVBWjVecVdpPCGgGvTlNfXCb4M3sDqsK5I9JDaU
tBfuyqnm2fcCjy07kiaAAfhHWq7nJSr1taFeUvIIUVHSmq+PPvmS0Zpw3L9tA9KS5/sT+Y1duT1q
qNmCgBwqHGP8NlU30WqtzTIxVS/W7lAcL4/OL+cAJq4e4rXkw9kAX45mAYfArTyVx/V6ba63tr0C
m0FhWqfdwr068yC8/ZrJwQ8GlM35NFMvGpgJQfNeugDyhRe6Ns18320jZJO2S9CmJaNTRm7saAH9
YJgCPDifzV/9Rx7Z0ou0Hx4SANCfK0bSs39emPfxmroz71MAJx9SPMGDHPNuHaxfByD5HxPLeQzQ
ifYrJx/jpDuxqUugsiseLMz7mRLzXSTp4/qkHGuyXtgI0464v/Ye+KDhWxDyClMYa5FEqt93pXrx
DvXTwSn2UejsX0THsFdDa5nC1wn4zj/9VluCJ45r+nMm/jE88SpB1SM9LMLwIFiimR6MM2TLcob3
v1NJr/enfSbLhA2mjujqUbCYnz4jOqPO05CvcMJiMuwbw20H4qnHzj94L1po0qdgx/qFqf0ZAgMa
DDFRdG4o+PddzL7yH1pHuTbsfP2SYUUV281WS0rvc1v4xsQYylyZSEKjS1rP0y78SgYZR2hTJ7Q5
syEvL6imreVF7pFFi5OTCiBCLUU+p13QFwL2K3/NPRQ75gpPopU62KAggFrq9f2uSkx2imwooyAj
jyQKIEu3o1SFvBf9qMQoTQAvdoFp2Ln5MXbscyZUGknspE5CnvJVvs1X5QFoCGecg3gFrUrnKbJC
0DJ05KisCkJtegoIeFHI+PUQcSYZmAUiwpkvgC+a7U7ZRAduU5m+45nBJrdbcuacpc6h2Z1xNaDJ
1lfjIg45rdAuVub4Jzd9XCJB+i4QTKYMiHQIrSCFjMM97WDUUKav4kbTLhU4WKWdd+SeMmh4Ysbs
Yc1+BdawBlHfSniBWCDRd6D+2AWkWlUrCFcfvScR88Cv6rX30C7fqzMuELUavF6ArQTQ8LtsfrVp
qd6EiR6F+kVCq1Zt/yo20KLfizbxLxHIZF7uH/2ZTCiwEVfmJmcE5qDBl1D9UoOhrwQ039FA6ItI
2kZjWOjQVWAjpgZT3327U5bE0bHe2J2cFN8rA7mQMEx1pW+rTfoQko40pLBfctBZNA9LHaQz/vQb
bY0GIEVEAmNS2R+KUAf7cqdfvBW1pHW1w8KC2j9fCMGWzEyCUUnPBWRNYQZh4Lrb+CdjRdEUpr0t
TN/MGbkZzuTZEYFaVsvbVr+8Jhs04DjsBETsk39Q98OqthJoBJEUSc03Ycnw+MPToyNBNw8oPvA5
YRkn3gahfBopvX6p9vlWfVfB0F3YMhi6+zP7rSxAIcbNNzUmIwpDoRSYX2g73RrjqZcLbRMYFym3
IXQLD4Uimo/2gCVFzrloFtnnfyxN5tOvpAAKBtS4GAF4DJUAuNZ9KVmsPqt2CwbFhZBudGE/BwaG
Tiwi7t2pZkeJ1pVqiBPjkuzpWT2L1vCfZu5vA9Nqf5X2Qu+NBtQDtwYy/Mnf8yDcWdiFP/OBaC/A
QwON82A2V6fpe4BSDK1Rc+MiH/j3fCt+Fn/oU2KLT+LCm3J2fRAljOAcyEEhiXW7E+rYk8Ej1xqX
AizTT/S3Bm5LB8XMNiDDu7YwebPO6draJMdRMbUJFa82kJ4b4WJokklP/gkEWDvtgWdm8UuiRIzJ
0gt/7lBfm53c5LTmdA8KYNiEj9UjPcufwlfNk/trNuegrm1MLlcjzTQhZI2BgDZoSPuOjrDH4k/q
VEsMZXNbXBl7f/AaRePRFHYghB6EN+PEu1gMHL/H1t2Ix94yFbPcC/Y2fIzc+wObSRRBwAygMqiX
QSQSb/HbLRLxTcLpFQzyW43kqwBPUmVX4/4MUBUO7ICITgwMgGTGj9C42LUfnHP/C+YeqjdfMJnb
pKr8rs/wBYWFhq4T0ezAkT7Klbp5eRCt2DLeIpeu8n/tS4CDGItnI1+aBrmn23H3ehELg6Z4F40f
HA9yCYWwHf5wVbswvJ8LCjwahAYghAaEHGo2t3YKNS/LOiu5C29kW8Shv/PB19ZxgnZMMK/wCwHC
+Gs3HlJGckFAFgMvBAG7aDwrV2FQLzE15DMmXiIOTpi1RWKlnlLYolRL5v11k3+cCaThVTgyCQ99
RNHTYpQYAB7TD5Jy4YYHId/y2U6nm8wgGjrRPO7F8z7DcG3QAw+YiX8euqMCmWLRRZRmatKq++T9
93qteecsMgdXQAUb/38V72m6NvRzW5g8ep78Xd+FpPYcD0y8pVWheUGlpChtoPvrFxaRqrHVHIE5
SKMzt2M7yV9A6Py4TDFKXKGIKyHZiiM5zsLVjMp1UcXJ+KJMAt2z87JvrFxDGpFmNWdHIc3XgZj5
dg46uoWdM2cZqlEA4OpIqP9A/MpKJykeV6gXteOEldgxj6B7PtuUHSY5VIx4pZUsOSlGv1Ton1va
sUMJiVkkj5E+ndwbLVfkPkVWDPAb4CRALOF5hGdbJXElgWSHOHBqkLUxU6WHwd9S/RFC6CbYo/nW
5IV1wJlDQJQPo98Ng1MWxFePQg00ZvZL9NdMt6UmJKXDpc/RnzA/xJWHHs5VHb35YM5QwBdi6jvx
Ndkq8onXByekxGudQt9DL2nBrf+M4793sDBmysdurGmHlCqHCkIKpOMoLx7xfiqAPY4kq84zf52V
FVimmki0WCE1m1wpT1Wk8hZ4ss++GteWKHi6qRiQKYuTP/E4Qtkf9RYlyGERUYolkoPpnDSJ1m3u
n72fAJARa2cAmaYDIA/mmkmIJwViqw6+HrlSqUcbQxTiB5FTN0EU5SQEgL3pwJ8seZ1jZDhryMFn
jhLTcmH6fsYX6KhWNG18DI6Z5Klza1IA5WkxeJeMximphPQEhoedXLQkRWNBjpVkanUMtOdQWPA+
P5MvMK3j5S4DBqvCvU7PpadKOV/wvhunK0jtSetWcBp+1VZW6LbVFnBMxfuSF7usxp1/62BhFmMW
RolTHaztt+5AZanEszLxXVobus1zKBe1Hu/ZfdoEqzIUYsiOluV6CDx5KwZc46CvBOLVQ2bpUoAu
vDavlsLJMciefBLevQaoPCDGiGz65LDKTZWAtb703YLJyLTR0lR5pphoN1WcQkp7pwak0GJVrq8M
nwerKi0Tpwop3ei9uIRQ+JkkgB6kgT2Ju0dDbDtN/fmUD7Ma8B9XOOuBGbND/4cvCRtMNJRSvLNk
q23tJLQlyCXIdgklsNpM5Zzw8WMEac69iP7vbB1TG6IRFNWxz75ZKXSbKrYm7BTJMoxnzfVlU+OW
5nEMT6fzONLsauhKhbrIdEfFitL4adxiRz17EBuHStNa2senWnvIZXDSVq9p+9Xv6LCK1WHhIH1n
aH/YxusTFSr8NaZRWC+1YuMPme+K+gOch2f5Tz0HaBwJsm2tm2KzZvKxUhwekg9W8R5BwKV9lu2+
sxS6g+KFLYtEOiqXWLdaEBpytqEus3z/vPCxtFcfOQnU5DpXtCBPfbeDX3nkylUn2RLoQcF5QsLq
UbDlXfwyvEr+Wjtx8PqFJZi8srBM34WhyVSNau1jHgoTBfzG7QmU0Bna1oruu2ULtdFTnz8nud35
Ky81Ve+r4vZNtsrrt2SgRJL3Qf+74C1VWGnABXUKEZIVcgyN3dJ9jucIn9lRY8ncaujRmvAQRTb1
jikz5cLm2Lo2IBRtKyfpExVS72w8VXRTgEqiQnKX+5LVUwAKgpGDfDtUb5pBOh9q7pvwzHpIkybb
SlnCcH4rq94b/MTvy1zcyHEo+656KFUHzY6k7J5C/2A0JtuG9CXPSbKO2QtamnBpozn/LTnSdM0U
awj2fuWoyovYWf2n6m987kkGMjzdar1Vw2Mb5aPqRUQCHw82U9K5aEPvx+4RM2yPGtikZKL98uSN
1rgR2+TJI1CGAdxdv1c1Rx4OSbaLgCsNScNtfN3MUDhOn5PCyjQ773bFKtRO2SuaVO7fhDM3OApN
KgD6CNGQW1GmEa9WVj7Pqb5bMUfNoedLcn9DiQHtmdSJiBiu9MrsD2mFdjUb7W9gfUY/11bVTbU/
yOXC58xdSzefM7kfosRI/bb0fLc/xDLafp2SWS2K6AFP0uC56k1ZtmWeWbq4RKcxczpvLE8uxDoS
uyGWOd+F9HYcQ/+mgLJAqRFFdUrQDyYxQcf50nBnfOYY/cPZC8AqaNOECdq7Jbko/MCt+AcONw8d
ukPgQzUzA54iIZ0EKeyyJ5CT2woImhsdxzHoN4a+xB/0E6SHKB08RWOuY8yvTVuuY5qJuVxLgQsB
r5aIqGI8KLXYrfIG2uctFOv2pRbpl1Roj37FVzvICXdWGvcdUQNBfE3V2jB7PmKWmAvpZ8Z5S1Dv
2S9UkPHh8RqEUPpUTgf9SKCIghChW3vSugipZWiFCSh7qa2y0gnqxi65TUIbK0ifKPccFXujcJgG
uPLH/TPzs96CYrckQecG3RSAb6kTR65mstSrccpcdcUAaRJeNKc/wFkx2RS9jaiskTF8Y4+gClrK
Nozbf+K/wCYF47hhJdQFJ7FKAyyGWBpB5Kr5Q2I4hQ9OnnXKjprnSupvqh1iCNah3YJ/qFS71Esr
8fjXTLx0YAwIEggpSimApq8tD2R15Jl6Fm5hKiFcZUrKZ6CDKyZYeAD+SC+Nk3X1yeMRuHoACnIk
c4i7mCuqseR2cEMObcsSKJ5ItOOCJqYMvaLN/SX6kTWAURnnCdcc4PEIcm+NcgkwviFfRG4BSMS+
XCK3mVuG65+fXCOh2BbAqePnhf5B65/bT03aZg+Nbi4l9r9rQrcLjiwE+nUARkLuGzmm24FApMNL
pYBFbh8NW58e5H4rFNrBq/e5mw+y3aZvWb9uTMQWFid7l/vTOPNAwdt57NtSobsIErNJ9iUWObn2
Ai9wC2GkwaItYT06Pp0mOiQFJXGx4peaWX/ul1uTk8MV9eCKEhojcIcgM5lYk0gS0ID1NgzKF4ck
0/0R/kz4APIO8nt5JAuCeNPkQHVx2qE6rYWuFLSQzamHkvApKGhbjZn3Lf0s6iNVBt8KZB8I/5Eq
nMxlmpd+J2iUummy69WT3wyg/UGvmfiFjI7y3jR2lNi5I1DS7lX90aic4QB+HlKXJBF3bKmC+zNv
iO+RwH47untBE4zJ92hVRqnIRdStuEM70kuIZsw9KSfP4QaSJZv4UUdJsiflUXIN9Vh0az9Dmq8j
WrIwNT+bcsdPkZE+AFwUizF9jmd8FxcpuLLcQv7MsktTnEruKMWK2Qe2HxLVQ1M/dZXOklArlree
geiMrcVaJGJq31+mue03OgzgL1H7wWVze+BYmnetwLeASUkSwiGjTlaFRKGagkrNmmo56EllzM+/
NwpyplFNHWBDyZgYVVgZCHEQMjcKdH0tNyW/aes3oWp2QCENeOJRY8HiTAbkmz8BKw8W2JEr4nac
fe6FpddjVgf5t9xvek0gQ4z3hlyS+NwhGC9DW6htfQkWPHfgFPD2oAUfUufItd7aFds6o3iEU1dT
m+EggOGExeh1qYphwXf9DK2QMAYBlYAEC0j8ps02Ut3yvaYHDAmOACSFIZzXwiUz55xvTExiZw++
GV3+lLlBKRBBZ6QeELd/SoAuPPPJWy8RH+2tYM3uSLdQmprbptejm8TJqi8ZCIdy5uqZooGapeNM
GgmAJGUanrtaqoN2Ko5X/36banjho3dJBeJxGoENQSAMvFEyt+opGmYvnpRbgeSbtMtwHuOlLfrz
lsUKokUHhV/ghHCT324VL21YMKQYI9pVBSdtdZFUSZdvB2F44sKCA8+WBnEsxKproc6ADKNo1ZWD
OrQqrgAVgj4kNgPG3qlL9VOjvQRqKy7cxYO42NI+XviTaxolQiRtBNDC4hk1CXIqEGNk8SBgOeJd
DS0jHa16RJceyhRdzVu0pvLlii3x9czuP0yRxIsGkodIp91OEJ8qvST3CnONuLT8vlwb+ZkbzDi5
INctFU6NF3qn70reQs8v7y9FQeNRnQ4arXpjbRRyObjXbs1XvCdmg5hFLp824YFLdbRQ61F0pHLg
Mi/kH5MhHVaK7sVmn7Vv/3ovIn+BuhsQmpC7/I7Rr8JKRfJZ1mVV5IKaCN22O0mx2tyWE1Cy/Lpv
6WfrOLbgtamJqwSzquExqYzckcg42LxqkVN59kv9GpogELAjB02Y24yZGmQG4kfKSL/2H9XFavTP
mBaIXx3OTMIBlFGeup3uxoulgYVR7CI9XVqpKIBxjIGW+99fgDdmJg4619Mopi2L3Xig6FLegmsq
EHdgj+mWcp0z76ibEU2DWzH3A77WYUo6i6shJdqL/qb4RLc4DazuSIGFTtcS1L7OCys67szJzgVW
GSBARGIgJvhOilxtnkDiaFOEWeyOUpFIuL/3bnmgzheFIppDLR3gktYqj+rOR+5jh/tjKfiauZxu
PmBydJReDYEhTGK34BOD9KoR2T7rE+f+OGeyKZjgq3FO4gpfToHcz9LYzSzVO9bQnSSZaOsJuDAd
TlyXF7HYqsl6werM3XRjdeIMVb0sFNnA4LTHz+J3TFCbYpb82pnIBG8KU9qadv9xum905q6ATSgY
g5oOD75vbMXVivK+6IPDoIpdjuFFCWrUD1waycqrG2aGTcit6lbsTDlJlwClPxsB4B1wYICF5IGD
xEv39liiguOjUFRHbgR2vkdadRk03iJfrk0/4wSAsZR80M9j7u3Z51kPvbQoLZR9lqZVaoY9i58D
nzafjDPK5rPDLqgfwzDjPnAEFX8tNTUHcg5DLwI0kuTglC0EOSssnqracPCVAYwiYVFmKsoSrfGb
kxA1Ox1L5RTJRUOxhagLPqQu9EOr7mjBDk0ZdYmZJiruBlmpkta6vxCzh3qkA8N9jasQ5aXb+RBT
qDjlWR65yClUXGPpJRF8ECV4J80w272C0rVuggU7CloTnb7ocb3/AeLMtSRdf8DkcQ7kUEIjEKC4
PV3XCg8waR2qJGbb0ieSZDJwz/4GT2XnQBwjQ5HECUqi7LgaXMvQCONeg2fMclQ9VT5mPCRGfM6h
HygvzNPsZwL0DKJUBSH/D46oFi2wfUaHCDxiX+E7v6Z7LpBBz1s4YW01raMWpIFwpaaZuV+bhfLK
eQ8xMNmNaRSR2SFMZxvPs1GwZKJZsE3TbQooHSck1whPLwuTOnemIR2PQEMGbhNvtNtVrZEq54ZO
iNy0X+fqrs4ZYYGDTKGErmYqfdVtaFfI8jdUIA177RPCvG0odvg4oqKUmW906dmABAGUA/WXnj71
ADrEVpFzpF0qv8/5Arym8KTHy358xN1+KxcUYdtTI3JR328sv1YzK497jxiYchuFVZVEENhYFwW3
xJM187gZMYNArIytOcZ3JHHlhaIi9XKmypgllffXZSdBSUrqhwclzrOFa3ouGkAJUkPlWNPBXjYJ
jjMt95ViCOHaJUEGs3Xd29RIn1Hw2fIsXyqczN4kCG9FYPuQDAJNzWROEWmGNRhdXD5Gw5NgOLQm
FQiyqovaO6gMhC9ssPpg6QIbncX0or42O7knPT0IPZrXsZurRM2PmnKo+Z3u4IBybJd1q75YLWz0
udAANL7IMSOeBxx8cnl1Sl4KQTDEbt8gGwGMEfHKDxGw9ZLU4gvKIvoxQFxEbQ6iOpDMdUY6VsD7
DbBaD3+EfuvJC58058+AnAHhrQYQjfZd07raVHwucGHNcYiSAgNSdT1AC0KlnEWuVA4SbwQ7Ic19
k+fi0KxB/Lzw0JxLFEhwUQaeYCiSgzXrduWZ5gVgN2eJy5U5Uemr1qPOBxFFbStJq6SrVpF/KvTS
DqslRz5O9Y/FRx5Ghr4h/OM04JWFGHiiBpZbhXT5qeQTyxgAF6A2a2Kz4FOzVF+aao+ufuLHjqKW
cI14FWY2Gu4HASW9wIkMMIw9dOGzHlm8Zy7KEs0cQxnbZczb4B2GVMPt7HB9pVAhFhK38iDSKW38
sgE7xsFYQtr8BIfKwDLh7W2MiUoVcJFbQ3leq3oGfSc32hdnbhND5NUHdv3pSXj6XRBxidVxLjt4
Y29yDtohaaoigL2UHAJH/jO2bzx9DQ9HtlfJSwaxULek/4/be+bE39idXDRJIpT6QMXEbX7jRcDk
XRK8J9pKSTOQZ4QrudCJpxzA1sV355LbeficzIqY3aGJqN6lmZ1GC5jSmfN380XjFrg6f9wgqx4e
oImLcvnYL5BZDR9j13dECL7KbpE2ZNYeQGs8mCrR3jnlGer7KNTKDPb6Do2Ua6RdySZdBecOaw6M
vckTMzuM/TJ2k5vmuiXWZ7zzSvK84AlnLrMxNvn7OyaBbdyg+TgwsAN2ICQhBpFQGiYgdsW++6rf
VqW1TwBuzcjWPbcfp9NSInYuKXxjf3KNl0kj5UI+zjsBsBVshMUe75eUrrptCglnEuB5GFon/+P+
uOdqHtd2pxxEYV+DbyLEuGuzVwja7fHcNiMPQhcrS9rcNza6h4mLu7E1vVblNoz0AGPUtV0DPlha
Hb3+ufO/FiEyc8miG1OTqzTWmZz2EoYlPcZotEFOBj3Cza5s8cglhfxAf7UAKx68pdz2vOf6Zx9N
SyyK7yOoCHCie2Gd5tAXM/kD/8wPW/YFjM7ALA4ELKmdn0V1IXMz65yvLE98GLZP20YDZpeXTqoA
UB11us4UF4PjWZ81JrVB9woIxZRXo2hVTlZ9oDsVbjeiHxUnFtD2AC78DZcWRBurPMwp3sUXXqlN
XncM+oBMZYxyoVEsMAPM3ddY538+ZuKuklqIgk7AOtPs0EC7Ce8azoT+AhrioWym7GKLW8qQze/i
f0xOLsHx+QuaGcyzpOwF6lRgSJVfgTAWFklFJiuKV6WMYEQC9QE6pFFNm/iEQQTNS9NpdC/Tc8Vb
kvSLhmhpv38oJw54YgTtObcOHwVZNcg4ne4N/50rDlIPAIZq0+4LWrRrDu/mCPnu+yanh+Qvm+gK
REUODPuoWdzapB7o1lrJo/u6u7TKkZMKyyiwdXTdkYDEQjWlI0GhIbRJJc0MKjz0chuKJuU2i5cy
gLOTDB0pAxBZECZPC5UeRwVWlfgWKHKRaggPaUzNDoAOpi+xjk1CvL+GfWVqslmzvq1ZzQy6pzzg
n3xBSkFY3Z/ayeb8ywReSUiSA3TKGxO/1xtZ0KpdwPZSeRAD3VJjgK7UwQT2nHDq838wZgiYtJES
AYwZt8to6HXDVRmMgZ/vuVO3lVw4HFI0HNvoWb3UPza5of8aGsrWALnjaYaazK01ZEGaihmwxsUn
DwXrAorqw2KfAn7k6or6XyNgb0WeH8Oa1maLNiuZooVsH1fcL4Vq/ZHX4iU+k7ktB0tgNAEcCqCN
yT4IgjBXmJSxPQ/UE40PgPNXpPGDlCT1goOcmzSUaXjA3fCWQvfF7aSVxuCh8F2wvbwVPDP5lb78
+y1w/fuTsKlVYhCxtDnba4LFD3gigQBdj/ptxoM3MqLOfWvzo0HiUQd4GaOaBBBGHjVKUsNXdTxy
XOlAJIB+G6AG7puZBkXfuwBo+b/tTLZawvc+xwSZ7qNoz9ISeLzK1MoXaLEQwYsdQYd8ZfZVggr/
vuHZjSEakLlBkQdErxOH3yBTk1UBfFHSbMsWkvD5SxBDVmdJHXDOEWn/2Pke/1WQXzRcWilIIe+T
+LEIH8vAvj+O2XVCIVMA0hLu/RvcdvX7Ori7vTKkbI8uj4wVthFtA2NJxnzO1QHE97eRydZugpSF
YLJgewalK/YZGNFZYCoSF9y2rfiFZ9E3pnrqGK6tTTY6+jzbtu5HX9c7CUCTgQKcum8Kbxl6z1Jx
3w/6Y8Sf1Wgw/fYUVLJZljkanOwhEK3Q/xUXp7jeoFxtCGYZPfGAAvMa0uO58nR/7ufuc1D+gSYH
ihjI0k+mJUwETy1lzH0SmQb3S1ShblJ9AuJDOG5TSq7PTvcNzi72lcHJzOhtKYdqzeDNCki7G5lF
wVuS9AvQpdnVvrIyORpaoGtdyMNKVX8lPvh22Jo3Lgq1omwpqT97OtB9Dfo9ENSI3zWQq90rBT2k
Unq450bzfhts3ZTd7/8yZf9YmFyc9H9I+64duXWm2ycioBxuFTqpJ/Qkj30jOIyVM0WFpz9L8+Hf
u5stNDH7AIYBX7hLJIvFimuFo0ytBr0SQ135dVtgWj6s3ZTqieAirhoUjCcgm4UuH8zkX5r/uOis
pFNoBsjrH2EK1rXhMIS9mwpuBx+9/s9gnsnhXjSpSoZIJ3hmivwwMpQ6WDAmgTU027pl/pS7Yf4r
Vl77vnSnMbCH+s5MoxOtu12Jntqx6gQbvKotZ9/DXYIWVK4yNbDBo2fG6W7QzeeKdEjM99uIJqJ2
4tUbYJiYbMeoARo4uOciY21oEFbhytkAA2kOLUPirhZcgOUaXRkgtCrrgIGCC8QPnJRqbQ/zOGdH
3Rzem1g7qUm3qdKjUXl9gy5TMxH2IC/fzYu0pGXEBXk4FG+4mz1nGKhC31J2jCzVHciOFYeweSeY
wdGbwKgqT0PdDxUvjJAZ5vfbV2RNc+GGLX2tIIq4in2qwZ4KkpeQTR4XJEC7ov6Y924p9V+b7f3U
3X8lXQVAhkY60ko4PXluDnEJrJX2NNj6IyKX//C8n0vi3BdrSinaqyHJzoFZZk8PeUTvSIEgORGi
X67p5LksTidtNJolMcmzYwKitoH8aK3Hsfz5H84I1NDoJEXZAo05l9YFSeK4KgrcMjpsNS0Oou4O
HYVuPosGJT6Biq408UwSlw/WW0IiSWG4z5PlasloO5XpY5aStIUno98pGqa7fGy3dlE8ArkSDHXl
ycwrFC9mH11cu+5nh5p1lrJNFMmTIwNZdfgeD/NukjrbybVxHxPAfqMkiBBQErl1fD3pfyr2v+Y8
kLXKn1NKZy/KUEZ50Sf4/HKYX1Nddfpk206/Zcy8WRjWR3Wn1zXUzawgRnoK7EAC+7x6mQApC2w3
OGToOr08qL7q6wHkgrhMRZht5dQy9qwq1Dd1lpv7ltSict2q8mH8C+OmYEpCkuhSHtK8YwpUcChf
3nWeJvXGhpYFYDnrRtnd1sFVX92ygDKERAmiNpNTQmYgzZcSyKrCR9DlbWfTqtwqr5+BKH6QrOnV
isBRHrKNWnSPt2WvOQrnojmtpMBXrqdGBgOYbFeuqTPTHZlSb29LWd1MtBeg9Qsxtso7dMocp/D1
dBj+ulluck/vJFUU8qxpCDIGKAUunDhXIMdzKMEfqUK4tyXdz2a5j7N2l/XoxkZnpABudG3bAE2E
aWQAvgHkhvN+KnSXNWZJEMgr2bOJ/gil6kQVpLVNO5fBaaBCSWnEw7KeqHOT8Y7OpSf0SVc3bXGt
FmxG9MJwQqymUAo9t2GV6LjJox81co9x0m/SVPRyrG7ZmaTlS84MyGTjKPTQgiT1r1WWjsT+fl3J
7DMBnIWoGy3M4gj7lUhbpOOcLAEnksiFEe0X50+AqjoN0cOA94LcqRgLtNq7iW0USdQJtnr4gPcB
aizAUTAcc7lb+lBRKtVYjN2eqiJ32ul1Tt9ub9jqiZzJ4OKRMLIysKVCiUvyyrrEhTH4D96CbWJc
f+HfQMMrJ4F1NG8tAPIem6zy2w7QaOoJMNZ+ZIiiBL6LaXmfEOugEx9ZUAndrZx6YWQ+akq7h4np
EozDgYzUJSQbPFlntoxOgCgLWBRKbpy3xNNC+q5OwGpE21GgsyzxKpTjfRPtMSBkNL6umBefximm
ScYxnTpE+RJr3WE8AFTBGSxBCLu+AeCuQ3eJDEBSkzNJJGJFP/YkPUpy5EWVtkujV1B2NyoYCsK3
dnKM8UBM5mhR7SYG8gtBOkhOrIjKRyuau8ymop8GQDMGXIVLzU1MmUlmhSyD2ZINxWA2up3U6vW2
6oqEcC/mVEaWljIImZDaStTJT9DMT01J8DKv3HaUZtC0ACQ4PMs8dzHqMgmmCcGPSVLT60vixKMH
TgRfRUHu9oLWJIFNA4UStAwgDuNOLyz0rjUIJOE7/IYAlrGvN7IZ6IPIk1u0jfNDNUySIx4CCgaW
xVmWCCNVlFDE08iIJ55CtYNZYoh4Jt135KkqlyVAd7m9uLXTOhfJmQEbXJJUl5GNmMC4WYfTU66l
XpTK3m0xq3toAHQIfcIqGm84pchaGfwd8oTTGpTBYSzudw3bxf2Drueae1vW6pJAHS6hTAEmR94d
DqfBAmIM7LM2vdJdrr+IalorxhntBHBADRM0HBgmvLxGcsnyXqdRfsxjjHuWAD53R7sVxccry7iQ
wpkmKa8bSS4TtKiUm7FH8x/MJh0rQXi6KgWnAkC2hV6MLxboTdvI8pzmx1BGWnF+ato7izYCT3bR
W06v9QUF6v+EcEtR8jgprKjAW1OZgz8P2bOEoU8vTqnlJFqV++C8sLx0TgUR5PrikOu24Lsv0OKX
B5XGfT8zG1l2SR4TT2o6v6LD4Jn91wMgrO9fOZyFyIkdJQbDJoKscGeXb7EJCIMKPdpMYPRWDAQE
WQvMDGDKMBxzuaChbbQ5adv8iDaqXVgAiV3R7pVc2TEiY4QhE43+rm4geh6XET5kSjROnmr3bWwC
QflICxTgE1jY/m+XC8H6VpcFU470hIScKE9KktfxrOQdljWMEYy4HDkU6BdmJt3F6OOYeqC0Wr+G
1HyPAM9E50NssA2YKpzsxZZ90tWvINja3zYiKwZLx2TIP5/ErVy3Yz1E/iQ/ggWNISTKyt3yjrE+
EYQrgrXztCVyBRyCCY3kRxa+jqG2k7sB6a7KLcdN0QvxlBc7e3UTdUwMoBFw8cc50xUrHcXW1vmx
mgh964sc3OiDHLsMkHwuKYryZNVW/1SqEfPnNMP4hqz81AYtPTWstN9v7/GqdhkKRrFVwEhfdfga
hZxX6QztUnTlhUgNHiBT8sosEjw+nw4mv2rACyxgB6B5QKvD5bWxZoXONsEeh3OOqevR7WF49LJ1
tPrUKuFGSrst0Cm3TFPdEEjT2d8CReDsOctPo4gbdm3RZ9/Cg7KrM8vyUYFipR2iOrQlxOjXqQqB
y7mmVedSOE8P6GJKNZU4Zyn7RipHA/KXtlX176Kq+VqvBeLsf7aWZ6apxiJGbr5BIdPpW5e224+6
cycAAOXO9GzWgMvz/oYCs752N89lcmZdU7uiUy2YC6lW/QJVAKCJuU3xigKnwPVbS60tnNNLUwDM
rsZ7zBR0ohGRcFqsAW+Rh5opDNKsH2R0KHdeTJ6J6WeYUWHPt6/GWt7pQjDnMNUAYZLlZMC+jpgh
R6ty788ABB43Bv0sCALOwmEYoL4tdlU5z5bL7SzAsvIotnqYh9RwCAP+RZiJ46FVKUAuAzEPcBAw
r3F5HaOumDo2Q2fyGXw6HQYzhlcy/Jcb8AkJaaDJ94pqhXUt4Aoz3Ple/hGr7TZDpNM5c00wMyQc
vlu+mDcwC3ApXAx0eaKqd7kijO4UhGEE7WhpvU8VeY8umV00b6jxbEv7cGB+1Ph68wOz718/sIVg
2tIwyYiu8sUOnGVuEvjvkZl0xRE81wNGW1KwlOUiIWvGZJGArnkMIl3NDuutXBidaRfH1jT+YBT8
pavZZiyUl3qZiU1ELumVtwhrgu4tQBigHoWme+6NmkZkmkkajYGZuyhZEkkGIM2IbqYgUjXMDoyC
PVyTh6XhkZEwqIAxoss9tAqap+MwDoHS29XvEpwoLkxe5MWo7W1Yqf9E+craVWk3u7cPj28vRK8W
QiHM2YF46JPimlup1Bjh2ErDENDeSB8LPc6exsz4lmizvSuz7EFSmz89lZQjgMbYMQaX6h49xIrA
yF0dL74Ctk3VcbzwCnTu0g9lN/WUxGNQ9CrysT/KUndyu9nadSCh0H97zVe2G/EzGp90hNIYgALQ
5eVmt0zP6igzcbjjvcowfaChAR3c3klpCCKb61cfiSdAxUODFASdV3m6vIzibDIhir5rh+GOYKY4
eY1eszvtMb0nh/YVvH6/RCxeK+uDUGRskWNZaI24fkcVg11Fa1pjMKHfbxoq17YyXyGZU4BZ7Mtb
iSBA0zCpuVx+Ps6d5s7qq4JOAeihMY91yAF1Xct3ZfZ2W85yJBfGDfsINA0VU5WAmkTb3+WRmUVl
yFPaT4GSfoua91TUe7F2DXTcBaQ8kFNdAIovBdgorRVqZmE4uE02xHxL5dJF/5qbVuXRAk4YwJZ8
UpvurLwPhrX9+uoAg784oMjwIKi/FK5K/ZxXoBkJEOwrLo0KtIPmzSi4YytqAfxsJACR7EROgh9m
o6OctBkIYYAfoPsGlU5tIt1VHWB/WqSubq9oxZ6BeAJ5MajGgtWxfMvZm6AoczkDHwfbadTMo0B3
91g9tF5ZKcWvxEykY4Xj2MGJkvzbkq8edlNakuIILNA+B+DI5cvOJMezmUxToY9BnYPRQAadlHyH
ec//IARjerBayL7gXl8KkcC6KOdKPAUSgBm6RnchRFG+6mIuK8FkHqJtPEaA978UMslUAgt6MgV9
/pFl1JERnNiDawk2bMX0IimGqhvg1WEM+UxSpURa2zfSFOTGb5NsdFTF8vyg2WCUZ6I2kkWRuWuM
q7WEWUBFXXBALpekq4SGCU3mAIWFbVFHL2wuDpP6F2jDrqK4cvvaG6PACVtTCFVHGypKi+iJ4afO
RrBeNfgUmGAgZYfaCbQoHnIlAoVf20WYWxMwxIDD1fgrbKPnKK4ScwpqNMhkxK879SOf6vu+NoMB
OFC39W/FHC5lRcnSwQu4POGX+1hJABnM2nkOyqRvP6wi75mDvjzr6baYNYthoql2aXzAND4Pq9CN
uVGlmj4FSdxpXm3YsBmqrj4wcJQ7lUwVwXzHmtUAAAnoqpZhAJQILpelUm2wQ1OdA7ksdsBPV2Py
m7VOa2abrgFytp4IvJ8VfYQvsGTlpAVwReLMVAfQYjPTYimYdeoDDMcvwTLQqG9Gty0Uf9Q8VKcE
Ilf2FCIBlAS2Jcz/fdIzntkn2qcdKVKIjJt4Q+3CJ6NTNh9qI9jLFYUE0R0GzgDLBEfgk+/pTM40
m0hiGZiuDTu5dsIp1X5UlRlvagOogCTX8gdpDpvtbYVZOcClDIK25WVqGpp5eYCToSddaSpzkIwn
q+s3YR5ksu7YoY6wEYAHImiKtc08l8cpTI0YXNNLKAzm+gt/Dn26TUVP2dpGnstQuDVNudWGlTYH
TN+b+Wmgg28rWyO/A1iNYPtWTBW6IJb6DjqzTaTGLkWVwNkGoEUxBeij2pIOXcVgRWiHUDACvLJr
CKFgDZe2N0jjdo2ODS0nrZ7AJQBwuiRsT6Pkpz0LaC2qba6JAniHJC1oGnC4OYNfZFmblEWJNwzY
fzR7JVohOXqneJYeCbz6tc07F7V8ypnCV+YEUgcZonL9Sc4W9LNDOAsM4oouoF8PZTjMRi0NipwM
TGlJEk3HKTB6DM1rD9pvMMPGienUonzhioWHaUfBAIZimZjmtK7ACmI9g+kNa9Uh6DBV5o/bd/U6
vYOQEc6ZgQTzJ/Yld1kJjRV51GQsJqpPVfKI2VSLvtTSvgX2A2swjmkeMunlttS1U8JQFGwf9A4G
l3N1oZNzUcQKnhQdaA0kmXeqCvCQKOq//uyDPQRligUUH1hW3F1KwfYZDSZWB3WIwsYDgAi4CVL/
9nLWNxGkKZ/BK+RwYixjaCeD4JzqKvUm8jcLfw6b5KF0+z0j95OoS2bFwKLkAv92garFq8yJoxES
cibJ5wAdDl4koVm1AHKCuU2VQztNBwAhCRa4coEhcEGnwsC+jD6gy1sVStUc5109B9qooxm3ql6T
GA0TIXosNgAL+y3YziXO5xxEcIujHxYcNFBMiRNnK1Fs9mM3B02jDQfVHABSjqqha2bDsKsxMuVM
WgpKhza2giwZgUgvJeWDYeYGwKUmmwZZMYvQLFeuIkrvcILQ9qwhXchdRUWeyaRQCmerjyX4qDZo
mZu6dW4vfeViQAo0CCOnS+GYu41IH5dR1PRzMByk0/QnFPz8iqcDzDokIdH8hk4uPklHJSvSpGqA
axWa2xZDweqTlf/OzWw/hLmEOQ+a7dWxEtz2FXtpLyx5iDlxSgZfuyM9TIlhTtg6A0w1Xemx6ako
8RR0s9fPv27v4FoMfy6NL2MNba9oRcmgqwfzvXkDUU65sbzp3QKjwl4RSVvdUeR08AdGBpaUuxlj
Ax3usKOtSYNakXaYINw1ofEy9b/z/EEPXzHVdKd2njl7TR00kq8sIPsFnL7ILXRwb8fSLlEzwUGv
XVikLk30UuLdgPW7/Kx4NmZM1EKPVPVJU+7SAbBQ831aiJa/LO/ypgJTHAMXeJ8kdMHybEeRBRRV
RYclMoZXzX42UbNv8ruq/avL9C1NNNeyH0LjQMKvx5AQjHId+NsAmo1BycsFRsXcZyYwuAKt+9XY
zIng3lrMNfSP9kcMPL9O1Dh6fdBo4oADg1cStLZXEyaTZIx51rRwMqXyHjYSBdgeJ1gfAVfbNMM+
reXBA5mhIFC4NgiL2KWDZHEEUJW+XOdgg6/ZpDCFRv6NqIAMe54Tgbm9fk2W9hTYWtApLf1x3Fa2
fY75shgiqhKQi4k3Daqj2YB1mtF+WW3CL/f5AhV/KbViuBFJLtCSXi6pN/OO6BrMgZQryq7SUPlF
BBP/kOtEkKC5Htf5FAVOGiSTF0BczlOj06yNeErmoP5dNuW2IL3Xa92xBWMWbWJvYAgpoxIDVnEw
dvcDbU7FfATSk1v1EUO5f3C1XMTRs6ZIUFgL92WBefq0X2cearYwIMYF3lK5+I6ZEwdMNKiJArYv
OlIkGr/sDyOuxRVFF/rS9sKnTOeosQwg885BWN0P5C8GFHtRU+H1y3gpgjtPlF/aMNNkbPLwjc2/
1K/HQxgGwlQOap+Y9FNUzhughWGUzRIrowN9o6sqrl7cvxEz+ergEZQFlU4YTaQsMSKvXOol7TGS
nUUJYnJ0NxvbfgF6qNv7cRsZp9tv1PWDeClp8X/OVGC2QEKkNpCkxEBfl/uNbSceZo+CKYq90BaY
kLX7fb4u7i3QkD2UJwZpKTl8KOBbVl198muyvb2oNUuFBjNMKyOvAbRG7q61k17o1FrUoEy9MK+9
GuW/cRJhbF4XwpdjwigO8iZLRYUnARhrvYUPg+wCgckwEmdQwS0dA5pujBtviP+Udvssj/XDkEVb
lQDwWgiyvRwP/+idfwGn8Li7ZQh3Bk8BTTck7o6L1bQj+zBlmwUCUaJveVJvErAS5X5G3VEStZyu
7jXQa7HPaL0CxdWlAoV9pw2MYg+k+h7YvE6lHwn96kT9ss8aGj2XXO1CbX0pQycsrylDxsMYfpbz
E2aehAn0NcuBc0Q3A/QFVRfuHgwSWC7xTsBL8diufb2tj9cuEL7/7Mc5tS80pYtmCz9OySGrnur4
bjYwr+nflrJ6ldGShhQbfCAkBC53SYlQrqyTEL5tuwPXEqBihspJW7cXMWauPRuIX3Hmy7wuWnIv
BQH1PJRpDUGo69yReH7Iw+wDs/1vqrILQ/aiILp3zEqQP1xTNKQ5cK1hQZZ60aXUlOQsG6RMCuoM
NDbtHVEewD0iMFCrSzsTwu2hLqXoo9FTKRiZ/VZHvV+NbANoAre2FNfKFL81zQ2IWQQGa80uIo5b
KpdoB8XqLteWTB2S9UMDe9++GOaj0fSAvXzAzqYp4oX2221FWdtJjG2hvILSHsrOnNFQ8nqCskKa
Tcf3jkQBGbtjQdL9bTFrWn8uhltUace0aeJaCpLS15lbpEFaIp/9dlvK2omhUeBzigJvJW+DIztT
UXFupSDa5fI9KI0BF8n8kHjlNoqd27JWN24JV1EZRd87X5OdGs1oBgXPlw6+7iKOfDn9ZuN5uS1l
dd9AFYgC8wJExA+fgRCi6TAaARjKZDdhSoupDyYqbSwTZF3XVgO4GoDwIF0EmFfOn29DNUrbjsGZ
gZHQ4hIouqCFTn99fTXnUjhla0u1aPp4kILh1HcfsvlOpq3y5bkdPBDwrBHXIxMKuG3u2iZo32R5
JUnBpBymaUslNwRqcS/YsDUDCwVDXQYzeyiCLht65isBgqupp0mVMDl6X2INWt+5YJSz2eSLK5PL
J3MvOxB30F6Ev0GhwRdby1FBgmskDAytcJnpmKVOWrbj8+3TucbYQE0G5F7LswFNACT45Zrw7VKb
ToBpa4qgMd+HchNWQVkfLeU7kd/axgPZ0/ShPQ7ptiiDBFAf+XS0nhNyiHcVBpMyIJdrv9Te6/LN
7U9byWRefhq33dLUdfaIKdKg+sn2ufc0b6fNd+mofxfIWR6O653+dwuW+3h2rGlml4CBhRwKpIL5
bgClhlp5pu2X6h7Izfb3ITtp6i5+FdqTT8fllmjuJc1w9OrAILqt9om0V8OtXiL17CjyQe/AsflN
S1z5nYChFOTFYDlIXiryWG8AVdOS3LGfZgPZ1uiY7UDUpNgfVNm2xrEFbDf+cwXsxPg1faojp6Qg
MSOHErj37eyEIpI5nlIU9d7Lk+LCIsscGAh4bWD9Ye49ObTpqxXKjjK8UtlwMlRaTNNJkW/qQV4+
uPH0Ud11RbUBwWGSbjN0kKfV3hrf9Trea4EevcvNY1l6+ifXgoaJOC+fM1fvndJ6TcnfboicBKgS
Il6ozwrkrdNYnpozRTBisNI0YzQEWvmI4iBwOGcVqMDRbgGfmR3mVq8x0ObbvRmCrbF0emBQP+hg
tcQpNEGOHpl4l5j3AMOLvk2Wx+w9ZeB1Td/A9wRIa/qQnIDWflB8DQhvdu9j0xwcS3uQi+dqUz0S
QAdOD9rJsk9F+pqR+1Ha1s7wPL41spNkD+zeAAeJAow9DAwepfDBLjyg3dixwAlayVviPNHZpC4w
U8u09eVG1GDI6kakHAIgZqHlbyo632ibeV+AW9S1RpBFpeBwAPK08ZBPxcLZ2AO/bZxEg+afsC+X
JwLudx1TpagKLuMd3P2Qc9YAEzoZghnqgh5MV9bZC0O+G5lVd25pYH00pua0aKSoGtnPbcNXpb09
/ch0G3Q8qj/qzoQcC3UIKLBy8JECY2y3JHvzOHMaCQzIxKXb3mh31pLZx5ws+FVoZ+wkEVSkcC3c
pip9pTS1HaOvkRym2DXfdUAcQ/Mf1CACumxkoQfXH8ed3XtJAaitGNlilCarfSY/pA+q6Whkl/gJ
24L9NFQ8Vv2pNvEBCUZTPYFMFM+Fo3/Zg8P2o/sMzg6KLXiMLvUgris2qEYxBD+0/aP6+GW7e/nr
3IYkwH61lRy/HtIZZ9FuCmVLLfStV+5SzSDyvc2AKTkV33v1CBIEBE2xKHf7Ofh+pWEL+DWmC6Fq
/PtnpW0qFX06oKNkeiASeQQemFMNMThm9UOZgKdMadG8DDNWoWAwKZ7UuGGYbyvFfuqt+Tlm02/k
7+7iFqQXOevuWBPuULV5CqMCh+omsupFmF0kG3uUd+U8+FTdqFZg9k9DiXZo03AjIri/1w4kNhad
YBibBBr7VRNJLamsyK1yCNoUsLpNChZNhmKHH6LmcfsMPwOTq+07E8VpSA2uiKaN2gG+g/HURiWG
dtGzUhknoIIArDPx8pKg79v0JHW6Y0P+zrLaK59o/JF31AHazI5ZktOrP4f2oBZgt9THrVLsBF95
7UthQ5YOAzg5KIzqnJMTRsyqungGEC2Qj0HKyzYLCrRXRIbhlYSmxwrUB+gZh83PNL8neuNRjaUe
6UAi0OSgtZw7ouHi9f2mQUPJRgMMxTGOSoBPjGXpJ43lwEoWyLPMBkJGCkZXRaNPt5fx2Rh2tdnw
pdFND/N8xX+NwQcgctjA060A+mgqAH3sF16sSt9rM9t2+t6ytuP0UwNWfHzX2OnGsp1SHjaWPO1r
eDJD9lNpZu/2V13HXwq6a1DEQxEEM4U8Pjn69+Rla4dgsMKn0t7S6iRHGhixih3aUhsWxDMVeIYr
xwmRC3g1SpNwWZVLszQ2mDe2Mwkis9ad0wPgI//LotTFPKGhDbHF4jKeeQI1NQdCc3S/l3AA4nhL
lXtTyd2ObXPUnPtDNQn6spd7wh0teir/FchpKEYkS72qIHAYfTDJgThk1LeT7jPRjV1523FeyCkv
MA2oyvG92K1NxiEfsXmyuUurdAc+qzv9PpLuu9/tG8vDTSQLjMRix6/X9q9ELgIMc/BzzREkJumu
c6vf6Dff96J2x1UhcFnQYAv8ekxyXZ5YH2mZZYA7OLDq0CmmH3ZINknxpMZs3xc/mKgQsKr1Z+I4
BSm1Yq6rGGvK98OdZLjWQ7cnoKw7dALFWLHlgKb8d12cYkyKNjXZBEEsfVWAQG9Ef0xyBEiX4E6t
RFvQizNBXLTVd7lRmBZspPpebPuP8Hvhqn81zHc6naC4sa6CZ6KWNZ/drlyZKWbIISp9bB9VySF+
vyk8Y9Me8ICYgqss2kDuhZqRd63NEcImt3jCGP/wABSJ2yaQRz5H/HO5d5wnk6qoLZjtsncP8SOj
Dv3FvvVefJA2/R4Nbf03gbzlxlzdqLMN5AKVLNbbroIvEdANhgOa12KrbqVj7JC9jo5iEdTDdZ7o
YnV83a5sRrvSzGlAjWHH+vtuhC6KmgTW3rZz9eObFxLWUzuRcH/73GnAMrQDeX05e3OglC70Akz2
AdlaG8nxTObHPwS3bHWJ0DnUctAIjiHgS40kY1KWJIT5xTTCIe9g6UcZ/JMCVVzXkzMxnC7aIMxM
CMFljoJZ9aoPWgGXHgvagI3JjiN3amD5Yx/4Vq7ABRItkNNQkyhymi5Pppb5VrqN9a0F4l2BWq5e
NWSUUQ0D0BSGoC93sS76KKVMQbhQ7rVtelSDKnfAG/bQUsfonWqf+xJzyElrBQ7vukVZZsakZYgb
gCSXkinQVTLgh0BFkQ1hyrzr32298s0ysLIBqK+YOqq/AzPNHbRQcKifPef8ZVwAbDDhuEyX8DFq
PtOupqGO562JT1q+BWWMmbOtVh5n6UEHp0Uf/Wo1R0uBhqXcyUniaVHQd9uhfZmWj7O/S/Ym0nZf
B4mFVQJGAQovmB9CPxBnJcKkYoCIzTF4kjzVw18y/5iGN8GRr+nVvzKumsRSJYkp+m7GID3qxg7Y
eps8iO8NZ9wBbupkPDvDXt3elrkqcnE2gf6FNhEeN0gipRnVYJ1Ds/DPTrkfq61mnm6LWHMm0IT/
j4jlE84eKFNlStNjAisIXzV33lHHvh8PscgVW/MhzqVwSqsDVArBRzbC5D2bdgbqI7KdczS8GNtW
2nd0JwQD4zl3Ph8q1C0QOiDnDxJkzhVT6qEogSoxBgDL8Ktd5KO8AM7EO/1gu+2OHcaD+Zj8mjfG
NnoQMZGsWYdz2Zx1MIvS0ue5xEzZlqF6gum8g/F6+9yuB+8XlUfVf+kgAm0sX0crkACStQ4yWg/9
1jtrn2zpLtuabr3Vnsim2FiCksDifvGX/1wg5wcWUqaNtIZAsM45IuSj1R07W80i/EwNO7UYzJQW
2LECbH20eZDHXzFh9zhBwZ367D66tQ5O48c2nMKRYR3kedM81S+dH/0ExtKeOdZ+3iWHxssOxr7Z
j9t8p7yn9+b38H4KukeBa7h6t9FWA1gVwJtiWu9yxUoaalTJsGId6N73OdEduS5Fz9RyJldrVcGx
YYMTHraRe4Ut9CPW6nJm9iZ5pc/awfIBOL1Lju19t+/ZRqCTy8/dEsc9vWpqZFVV1phy/Av+5GeK
m6duQH0e1LvhcXiP7/Ofz8j/Ch78Vd05WyRn/LNyzhPDXhQTcP2Dj3ZJt2hesl6QxBOI+YwqzlS0
kMayrwyIYdaOtM9sfpi1+0mUmV9LM6Et458j+3z/z8QA6B3zPWYFMc2uKDxrW++NxnFKEOkannzo
njVnBoDio+43rnpiB/lg/f/tJ+/bTFEFaLW+wX4a79K4BVG5k7UjYGwF7sTqDfiEcMUsDBpOlg0/
WymmRSW76ugYNPMWTaSoY0+igdRVm3UmgtP/wgQAb4gEfzCCRC7u7mVspUDnF1t+rfMLEO3/VsHp
fJXULJ0srKI4DY1TftcVJy/vSvaErrkPQ8LUKDrmBUI/yZxvCeVU3jAjQ84p1oXsOYhYf83H6ae1
bXdAwduYd9JvOLzG73R3UL8jnAArrAiiYaUdDK/PPxuLLvPLs9NoP2Z21+IDpofOMQ6da/zRaqcb
kMxxMPn+sxehe97WFmTELiVOXcukpMY+AxLCItsk8TsqeOHWzRdUUTZNXDKefbiIiKG1OsyXhYkO
462InptHYA07whr+qhOPW/yPJO78pLAZurDDFcvehgPQcDfKvt6Fu9oFTsl/MspwvkzMxy4gxtxD
E3ZzLBl9D4OieA8qc8AEqL4P9/M3O3KMo3kY/hi9G/6uPES64BAWXI/VF+hMOnfJozAuNWJCU9PC
BYlL9ddGym8ffWSKgyyj9dz86UphMWc1UAFYzz9r5u590tZKw9Dygz51VDbt6Cipntrt04dRlVwr
bx1rOpX2Psq/xcYvO44dO9uEwz6hv7Oo/BaB72tk93RSd5NoiGjVEz77Ms5cNADfqrR6OY32m6YQ
4CT5s+kov8vkFOVu9t8i1fOt4FStSoDJDf5OqFroq40n41Vu3D3K8HguUelxyt2xLrzkxd4LTn7V
MP67Uj6XIodaOs8hVpo2+/yxnSKM0n0z2k3EXlr5T5P/YDJcLutEhb0G677xmWjOVvTExqAU2MMD
6RTeGScwy/q2W4OG3nIabzy0jiKwHKvvzJnAZS/OnjJq61ISDtIYRFYlew0ZMZUYElWQuln1QM6k
cB54osj5pKQDlpXuWsWREVvY2UETRrrL9ly9LmdyOGdcn6osi/rF1AI5Yq+w74X00Muak4aOCsJn
lOUr8qBOTPCqLap/SyxnqODzaNKUY3nATcpc+z7cWDtQvDffbivm2kOCmWzQo6CoYmCw5PKsirCN
05zOY1BNiWuMW1bDaxTBwKwKwbgKhveAcAVJl0JGIldl2qmI3JWDDRL7hp4UXTQcIxLCWbm4ApyK
HioIcdW3qLccydjT8un2bq1ptn62EM5epbXGok6BDCt8DtNfBERvtwWsGcRzAdxxDCB8lGYZAtBf
ZU1uD+6d2jeaPQZFxgrDaoIHaXU9yF1hwBFFcAwtXh5MWndyL1cQV++JK4KGWD2Qsx/nDmSM9TSr
evx4tkNJ8J0IIpDPiW3+hizDQv/38dxhLNnIcWzw+8pd4ZzGhxH0RE5zSn/Kp+iFun/xj83t01k1
peci+eOxLGugpowIMgERu4zGvPBAzcbtC92zOiBEdR+AOyun57pp0SIoAV217Z0p+i74jmXruKVj
DGVZOJJ8Nma9L8+tDSONpqaGC5UnhekyXa1/WlYSH1JlyiNfy3VjcpJBQlOZnEvFcxjXGtArUlke
91lr2juGOeXcI1ojZYBlK6yDrpfjkep2H6FNrBb18a997zJTitOCrbmagbJSKyd0WNS6w5hw2Rfk
d9U0+VaJ7MktQz0OzFkVDYOsCl2sDVilMOTEFzxHZZQSIL4jomKvyvDT7vZNrSHu+VP/P86ubEdO
ZNt+ERIzwSuQZGZNNuUqD/2C3B6YAogIZr7+rqhzzu3KSJTIrX5wSyXlJuY9rL2W/en2emzsdNlH
jggAlGmAXci/v3vwRmiz0InCUjVbdmTz3D2VpmhDBAb+zq7fGBS4u8CaDsJbxL7qymcW0wZbB6oW
2i86r9DPuT5AlCvVHhe3frk9rI0nCGBXgEmQKpFtDMpuX3xhp52dAng/6l+QeQXUyn+SLXlW+6SX
awQijeS2xY03HS1WkAKUrBOWrxJjQxca1JN4i9HJ4GdxvVZ+RCBudx5AAddB3+T4L8zJiURCGW2z
amyfN6RppwboYR+UmRaKJFpvHyud/Mo8sfc8bSwc+pJkL4vUdL9iXS1IDU21iRr3dpuCPFiE+byG
FTrZXXt9Ef1eyWlr7QwQ6QEwApAm+vQvtyRnuef2ALSDS2mNi+XUd8KPilI7kMy767zmK3eNX38+
m5LgBTMJXDkIQi9Njl6m62lN9Pvqt1Vbv+ueQ27ih2E6v/+FHSwZQCcGeuHVXG9fCA+KtoNxX0Oe
oFq+o1G9N4Ku4zuP48apxtWByBfEwIZEQ16OxzC501T9CKLFNv/q+SyeVicC/enOJtwqwKN7GO21
4GywEJUqS9V2VecCkGTcmxpbE8ep+6hGFBYbszEfiD96h2Xuu1/ELzXQ5I7ZeXTIHuvjxu6UEsGS
DAv6UlfkCoNZzVmBWuE9ATy1r8aYEhaTLHvsffOQVz9vr+BWxH9hTrlZDDtvbchXGPdeqYcMRUnm
8cie/8YV6tPq6OIBcu0snBs3ziFE+udOFqyD5x8QR2AbbSUgmhcj5Q34WO9bow28FE/emh4nnwAu
/cjYker2T6qxnSbYjQOJ9xpcN7LvBoI8ilFiW12H2ceubfIXKOo2X6BCf9b0l9ahseX+oXC2LPgA
LSbbe2Wjj6Oef2I0eeqPAOyC2ClqSoDLU/ZQ8CquuwyCqk66k8DfGh4cV3T5SpEhXWWxNavV1Fu3
Nu+zPFx1VEIBB8z445iBOVo8lACw3N5CWxsWfbY4/WjLQflR2UH9sgxui5rzfbsOgSQ+9h8cWpxq
oLJrc4+ca+NZQkfO/xtTk93uOs2Ee515P4zo/RkNjoYmBLV1UeQf+3FPT1FxymVtAlqiNvxxdITh
KVTuUQN6eEU30ixZ2r47rZ34Xa2Z/WcxujSCZx1XG3qMIRqmNsATXmqT5pM8+XA43V6Zjc+/+GXz
8trUNd9AVQm/rAVGuBPzqyymV5+t3MleD45PuEZ5shRf0M13duwP2ldQmDfgiffpGlv22aleWP7U
ZEtoisfMREefGwrix7dHqWyJtw+BRwTORXRdovtM7s93Lp9u1F1X5l2Z9HZ5ygtaHYToWcgsD70B
xZ5S9oY124OCtYO2ECgVv0HM31nTUgPyjLYpeefXAH1QgZGPkZ4fVnr442HBvXRcNMKiyRNc35fD
WjikWAeRlgkhGhqQppNfr3+XpAq9zNx5XlViBDmFjg9qTolGBO+dSozg1NQm0GIsk6LMP87sW70e
9fHTQI/j/LcDkC5kp0vjgwk4/ApZxXXtj7pWBKI9NeUvV6M7jrWK0fnP5xCspWwpRDSsDL2pB2Pp
9LFKFvhUx6IrGyvwoZ4asCm/80u/eZ5nD42GfuaEpdEStBhAYWIaAQDBVOZh5nT1nmsgt/O7OE9+
E+rWaH5GrhqXnKcEFnA68gXMWFWSThQPhf+hIsNhAZbGfGmFBQ7vY+MGYkIESPQ8SPM1oO7eMslx
q98A1C3ONHpCEEjJm//d3ltmh+ZQx6JJ697D73sqKyhjHXP73HrnzsQ2BJbb1fdwYYrzJUcOVi44
JD7APbKj/9JqRUVG2IjVcCc7KKAB7rHfQ76nnbhxV8GBBM8jek0k4a4yNtzmunB4QZPCIHPIoXca
QIFij5p4a6dDEBL3uQVyawxMuSwYQvXUIRNNUrMOzTwWDnKHeX9uHLADNAFrl5COecjQaWBAxUSQ
+5H+RAU7EoOG7o9HJK13zrlasnqbXwgPIeUnAfKQ9ricXzd3mJP2Jk1oTj/5KYFGpfjhTLHT+D84
G8MlTQNtOS3WL9FEfbXsXJ9bEy87aYHKB5/VFT2jpk2NO7Z5nTQQGT0Y87LETmbsefAb16aHupwM
E0wZNCtHuiztZjLqvk7qkYYguzgv68tal5+0+l+NB/6Wb6OlEqGJ8i6NWlGPue1iOps27rRzn+15
6FsHwkbuyUJpVRK3KAeiMNbJMouiTkSb6WE3uT/SeSjR74zmvttvgBqQvO0N8OJ4AESCngs8kJd7
o6IrbwfOmmQ56kUeTm5cLafZTdLieTA/assL+qdum9wYHAHqCpB+ZE8gxqZMH1p0wMXHsVDVaDpB
MYxa4GvWWTdfb9uRXqFyl+G5Qf8AXH9Iv6kbgvlttrQA5KGt86U/W10IUFnov/bDQymeBXrIb5tT
nFQ5kRfmFJ8/FaW30qVpEt1pq9hbrDEaWP+rWOYKLUM+Ol/In/YA/dempIMGoyLWULHpjp2RGits
lsavdaCxY7PQWRNI1e88DPKGUOfSxMkCFg/JGrgMl7uEpWmt2bRrkgyCjKUfG8thfgUtXdPXgQ7B
k9tTaW9tEQRP2ByITxHWKA5/2pDSzqe6TUq6Zg9WYReHFIHqRxOor0hfCXCVmT5HfWYaBxQ87ZgL
8Dh7mrtETVbNsT3q6ON0TBYJzepiZ9WtwOW2H84lA8BpBvEoqATzyJxcB1wuZXuv151x8tMJOOSM
IWvp9kMscF/F4EcHdw1bqrMoWfnQ8cIBHVBhvlJj9cIUkxJAxwCXeJY3zxU36FHUcwayLvfzpPE+
yjQzv6sEZXfQAtM/dCtyxNwbhh3vYWuBQHiOxQE5GvJb8g5+93BDyses8cc2WewaQPHUaGL4/HPo
eCWaNmtqxKPwxKtPh719r8b3b5sQQSA8cfSiyYvk0nS++mDTAENOMvgssI1wNEzgjs8T+mCdYyXK
iOvyuWMxpCDPtzfKxp2PF0Wy78Eu4l/FNNPISnhftslEyKfW/wyVwMSTd/LO9t+6St7bUR5Q0xnM
1knzNkl5bFWvzQfd1pBM+EpqsACNf/d7Qr7yu9Xj9t6esv/BqGFnBoU9UfxFxucJvOH+XUXbgGH3
3J7CraMGjhBQrUChEKSlysZpPTBQ9cRvEm4W9nkkhQliKPK0TLT/ddvS5iQiv4wuXwhYA715uU/S
sW5pU2NQ9vjQzg707dHoUuaP/fADnA9fWvqh83dCSJX44G1vQrEEeR/4fJBwUBZOQ0LNsEYNF2Qe
GeycFXlAxPfCfpnMIXBoecjqE3GqWCpbp+Bng8NdBs4JwTTY1O+gKgMv2yyi3n9YdHrnolFrQNJB
Jy+3p0Ytb/33OwG9QdoI6So1o9LnxM9LHxcegypQoIdoRW1FCEc7OwAk/LUDjmkIchGgi/LTbdNb
q4JOw/+3bF6uCrjqSJE6VZs0PQnZip5GVkVrVx01MsUs5Qed55+Rnd05UVs7HORFYJyGzwYVH2WH
E14buVWyNiFNFXVjHebN78L/4dKX0n++PcKtq/GdKZUBZWBtI4SJuXWEJfA0FKFt0OmRuDMLrRWN
v55DxzsfPco7R2tnjGraZfY7q9G6Fnfy3Hxa0RuxGA+Ms2guvtK9LOvmMoKZHxEUdMNRVblcxspq
htUdRZvkaREw/qFdkxUqOqQEY0TxNNFHXeycLRVm/rZnXUn1CV8OZHmq2jgiLZO5Q8WS1fBAXw/2
icap68CwuB1Co3a590cnC0i1akeUP+ZTn+dtzP1mAYPaCmFPt/i5TuiD77jdn4gx0lOTsvFk4olP
QVi44+huPRXopgUaHvB0vJPW5QSNvp6aZMYrlc4+aIpoXZ8JXcFm3GoZmNzEXvl4616V4RYysiCh
BRpCsUdWRletZskcn+dwJwG7FdHhOvvn15VTu1I6W0WKX7dIFxvTp6r+Rp1zmn5wyg+leRxApkKy
iJEj2euaeGPZUd8mpK7RDCNLBwjYLwc2sMZfcIhY0q/skFb3yFt86i0/tAty4Obwaah+MiuCrPMs
njkdAv/jSu8XB4g38IMUoJvIIYRenXo63UG1LkzZHahYas3buWCuTj2I6iwwRzu4W6Dc4ynrra+l
2+alxhIQAd8bqBfN6SMZHzpQ4/G2fAEwfRdyLif9amY8WQyTahxIdl3OTG7PHRiWZ8zMmI3HXMwI
+qkBiTyzWcFlZtK7HO8emKVnfuodZ3kyy6U+FtbgQ8U5Nff2iNxhV5+DywCstR6CExWIYw/cGCqN
scSGdDI3Th0P0uzceHeNFq7PlrdE6Ievfty+bFV87tutADpGlJLxjMk0+uUkIEO29CtpWKIXBtT7
grYz7rKfNAdbbgauXDbXIZ/JX1UTV80caCR7nKYpnNiK11/7mq35webZiYEABhzFBDp8t79v654E
2SXaYhDtopVd+TzmaCBFmweWTGwCDM/0Q61Ll8CGFNoZjTN+ADUmekpHzT5oQ9vtZELUBsi32cFK
AOMOJnWoXctb452b3hPIdZOGs8QA3hF8MnONnGNJsuEbOEPqhwmyaFloibUBXKMgp3HkIPzwRwA4
+7I0WbCgK+pet7vsC2sG6KhjQ40PIJFiU+iAt/+gQU3q2+0Z2/TvUTzGWYIfBXFFebO++2a31DNg
KXTsI3O5a50ZoPwUYBi4vVN2qD9Z7n2egqbFDqd1j4x4KzuBnBEEvuABSkJi5UgZNOvaajYxX1+r
exoQ/GeFJdygfzXGf+wozyf6syqv9GHHrX976WNOXIDynyn7tgoSLl1+8N3AIN2Tv+fpXz8TOCXQ
Y3EQP0mNaOU25bTjDZqmWFIQMNekgZf/rHcZTPeMKG8RmQFXcSq8FmaSAQM9vnTpYwa5xFGwqCxP
NX21vnnOQwV/k6KBsYUTqu14CzKMuLyMEB2i4I3iusR1qAvJHY6mn2XCc2ijAlqD30en551FvE5e
IxIE7TJygEBe4HBfblQpYzpCT40nBph3KpsHtLUDFOLPRQ0aDxZq3hJy/XOb7ozt2s+7tCv//u6A
6Hk1MQMEeInr3q/ibjaOtn8svRASkbdHuLWOyApCFcCwQMahK5dX3VpEa7KGJ53jI3bKhzTUHIuH
dZ/tKclvnDwMCs88rkOkfADlvByUmLUhNcEHlTSZeCh6G7ozXeABF6RleK44O7FSuzfT9oxiycfb
w9yozsA2Xi54OIhJr6hteLoufC4WnviZC0pfBkfD03M3mGpIkc12OPOljTq3BLFS19FDMwNhQ5ap
O0NWjp1Z3+7lOK6cCbxlUvMK8kIIXZEHu5yMFLeds0w6TyBB+Ulzy2d3BAlO7v1oneXc2M3Jm3fc
lw0PD8RcyOhJZCPiZdW7dswxpf3U8mTsyoOX16HvsvMyJUijm3yJJrjWKMSEldlHzQL0458SAuCp
wgcQSRaIf9CfqCQGrKGvC1SfsNncAZ4l4Dc5deE5LAjWdtb72je/NKW8iuh+bNfKmDDWdv1rnku4
Cr+zif5GB/Dd6olQWNMD+txC3V7A3VPfd6MdQrED/osO+pTTzPa47rYOGgpFQBNKfVBMxeV6DxX3
eeVRnog1C3QIVaASO+72KG4NG6I+MnsLRWDEJJdWKptW84BcTwL6w2PHzKDT/V/MZieDd4edKd64
GyVQA48pFhT0x8oDZ3PdKubBFwlJtQPXWaiPJKE90CEQhAjXUXtpW60LG149unl82/jG3Q9pWVDD
oMIAGn41AEfVofVWvxGJn7607o/F2/FQNuYROR6wgAOsDYJTFf7CTL2Z9XUQiQ6UqwnGxPXRpI/Z
Xmvzxqa4MKNcArk9DMwxYEZ8tSL74/Bye5Y2f94AJOstFYdy+eVuEN1iDeuwioRaU6jTw1K9NQb+
CyNwPSF1hwozIMWXRjrdKyjjs0hW0DPwvAhLlOCnPUa/jQVHEfcfK8pm40MGMqoBVkRkBztv4OZi
//PbalVHL8bexUqIpKzH2KNaqFu/ufmd5P9mU72zo/pMmV5wOsHO2p8J1EQ0IKn88siqPeKVrdfu
DSwKSgsJCFRT91oDYrqyNXE0KdAPOTLMEMAc66DQYhvhM7oMZV/lEd5n/jqOeyKw2/MpicT/Y13Z
drRoqolTWF/WObQspBiBJiejFmWQiri9+eSyKz6g8/aug5kKKSM1+Glmu0jbjnbYfK4eW1yjR80c
55MNuAmdDBaIwtSjCrnBR9fI5sNt61vnC0TLQMdCzhcwAzkR77w05nlAAJpNlyziOV1ETMcyWJd2
x8rWu40QCZAuiSYFqEHx0TSj6QbTZV3CC5ACMT7GrQVhB91Dtzt0FzINPWenJedn3x2icrVix9FO
t0e6AZwCxAGy5R4gwfBXPOWUmx4YJwwiuqRxsm+MPDqph+KnflggEuqSexC4BKzRImcyA9NDEyI3
+IO2gvxWZPHovBj5XjJmc+4R4MBldSFSSpTDlKcuaeds6JIC2B6IJo4UVD/rTsJDjupqe70zosx8
BglDSzPGLtE0kAij3ZksT5b4TrJnQz8be+CpvSEpLgLJS1OjwOwlWs8Caxqgq+ImtdnuHZqt8ylj
w/9NneqGUV0r4Yt3SZ8GdvPikzXoza/N7jUkX6/r2SOAkCJXBMkh5XUbdWbnA3rGE0RJQT+Yhyw/
85QGnWEfQFF3e4duD+ofY8oGLeoW2h0ZjDXub9//lpFXVK0tJI9vm9m6cGSx2rbgZUkE+eWRnzkU
a7156ROO+EhvfozO1xFQwWk+6tWLmd1X7dfbBq9PvwRYykQJiKYh866G84U1rqaTaS28dh4WUxN1
Dg+4n0viAl8/VQ/lwI8ONDscIG2GnTj0aktK4xBTBkYR6DFT7RMnS5YVaMJiCfVf4dCVIGTqRvNP
5xR5VRNT6RtwJ60roeusXxx9dV0kLIZn8ByfBzf20qOh3Vt0jPI95OrGkC6sKZ4ErbQBvHgOA04v
MdIhnOwi4Oa6F4BsmkGw48v+KuBtlI3iNX5apj5hCdeQh/Eml4fU43dzpmsBYjAQo1ulfcgRaJ5q
tJEcTc1EcwUdrFgsoCceNR4gxTNFuay2395Sm58GNJmM+mWnjHJUfE66Kh9TluShXf0U64u7R6t/
dfLlir6zoMzxQtEpZpWw0BWIJ1kTW7gvqRNMnf5o7XbFy6m8uGcuran+28CdTAwdrFGWo3ygn+0S
KlTED6uWPOrtGAhkF/syD3A7cM843Z7NK89Usa4sNPrSVjTAeixxtLQNcndNw8Jje3ABuSbqGAHd
knpjyF0ajlzTd64GaGgpGVOMkdTHlZ1K5zRqE0iyapT+9rrqr9OzGBKeeYgsunA7kEy8NGaxBXLS
c8UTZ3HvRM5/euITn4wDq8Iyi4RnHLpl6mXN7cBLM7k9n9dpImld6sVDqRshnorAaBZ0P9QCE5rb
eWC2v+3Bjlq7f8mdNplL7XH07Lt8yp4Bq985GFdvyJtlVBmkcvc1m9/atrXhVBlPeq4f+6aLte+i
84+jWZxvj3HrBAJUY0AUAvoTaI27nOAyFwtdBRIhOhVDlHFihTkRgEmgmrgzpuvtibPl4/FF+QSt
Dmp1YhyW0UYbPU/oStdw9jiER93e3hnQnhXrckBtozljX7g8mU30EgacR7cnbGNLIj2JmhsBuxNA
R29oh3f7X6PUxfvm8SR/AWc8NLhJMNFj4X9Ycit003jmMalB/PT5tt03GdrLcwe72IiSyRLM9p5y
k8297ZVGVyCWESawMjncXmeGw1ToEB+rqGGiGu2WIa2qKZrAcoxmfrKc0BgB72CkrwDuauABEezZ
svP5IBr9ZW1KcVrY0IaTPtVxrfGYpzq8Ilt/bu0sf6wWzzp4iBQPU2qPcSGIEWietsd9KL/8emQ4
4Ci4utfYmXXlI7FojhSKJQ6lyA+mYcVtHwES10dDD1Z7c9hTmrq+xeRs/s/mFS2/lU4+Nn4mEu1L
/Vr95X8eghoxw44/sbUZUZAH3bWPwSFkudyMDpocKlIzpD1WH9B2HRoQ/arzndjgLWOnTqDU2kFX
MmjgiXpLao1oKbAYAlwE6FqiX+alC4HGNoC2QfLo2LMycjWoCXhTpGdtmGXrU76WQT9pISl+gB4f
e8UI6jZkyPZW9AObzugqOGqMf729ia+vNVSt4YHAfQQs5gq1Wlk1Q2m/FkldfQJTQ/aaWh+psSO1
dv3kwwg8EpRJCCTFVZFPwBXm1SfIyJnpR96vD2UxhkNu3yHjHPn5jijm9f0JY2AIBwJdkk+oSIgm
9Zt1rgTSc1BUNit+0ssUrtWe1PCmGZQJ0ZQqiz9qcSTvcUDNThdJX5AuWltSoOBj6Sc0ye8JeW1O
H+JY1NaBtUTC7nLPCisVKEMYIunMu8LXo7k55RMNaPYl63cmb+vgo+KDNmiCNj+0LVyaKgrOs3Lx
RDIU2s8a0DBJkjsFugC0w0CmXGdfdKik3N6Dm0ZR/EETEpDT6Bi7NNqubYYWB+SEvOGYpqCxGYug
eDHa0IIPU3vHavh52+A1lgi5Erys/7UIMYpLi/oKgUWtcbEhj8aZatEXK7TjJa4iSBpEbTiHIugP
4mh9ImF6uG17azHfm1ZcwnRye1avGhZTS7VPjs+/50YfMQHuAq+emkOdWWSnwLVp0kcSTN53yIkr
oxUez5pS5md4dbYPFFd4b6An45jVeyLiG/4ZfEPJDYsTiJBQ3T924RsoGyIpssx/QXvIDks7NivQ
6TnnnDgx15994ex4MSpzBq4UGJXdTOiwQvHk7aPevf8s61BEK/IucUB79Rd/bV+X1/JDCtoR7zCH
y1dTi7zxfHsZt94RgCcR/cLx9pCov9xBJDd7y2h5lwB1AbBNHxnDt9sWtk6FiysT/AFInQMPcWmh
Flnb2MbcwdV9Lpu/5u5E0Rvh5wejsQ6QiYC62l6SaesJRp84UEywCs9GbqR3E0m0qrQXYSFvljkQ
Fy/b4Wg8U19EXmZ9Rsi4s3B75pS3uMvo4KWp3SV6twQpVJlHbsZ61XwX1qNh3kPXZufx3zSI0qrU
IJL92YpBmrWeNjCjQ1XKWeOMVAReG6mOVdPUJ3+a+0Pboy6WVlDsur2YW68FPESZqEFtFcG1MrOg
M+5AlISZ7QbpkOZdnHllHbXZLjvD1s6UTVdQRIYD4qpItDHn8yLSok/o0vIDmFFAf5/h1bg9oC2/
4b0V+RXvtoplrEalg/krcWkaFKVzsPPnLHuFcMvOmm0awiMrsV2SdVr+/Z0htx8dv0+HPhE6D00t
j6zxtTC+9P6eoY15A0kR+DHRMIrtr3rzBfNF1Xv5mJh1uR70amievDSr/jhpBvkcoBghwwhEFnlr
RXk3HGhhTHk20j7BPf8KDFCy5kWsO/nOk7qx35CUk01wJqhckM+9nLWaQiXYYl6fjEUToKweYNYs
sMDd3gQbDwswwOi0hX4MNoPaQjrqdrr4RT0kuZuboTY0Zcim7vcIeGVcowkR7DHuHq3U5siQOIP3
JtNTvnJHVWVtGpBqgc3i7z7/YNVPWvH59rA2thweEdR2CTq5JJD/cvIW5nYzAeAt6XQUwujkmJHG
gB8dKs+JOkDSdqZxY+dZAHkg3Ec11oHy86U9wIf8xcydIWk6n8dL765nnbXm4faothYLZ8gB7kv2
IavyM066eqlbTQOyRGtopOKhXZ3QejY4yDjoHpnZVkwu6ZFchLVAZ6Jb7HJMHWh98qxwJmg2GfNT
3oPEyteEmaAbExJliGfDnPsT6Mc0M6Z6Yd6NpjvGomrNnYtqa9ioSaHDGc4PjoRyErhdos7tlVNi
9G5ztDXg4oUxR27fvJhu9WHB9t551jay8oDYIReHVm/0lJlq95rfsa7zbW1M3LXA2wmEaiRA0R/7
rOpR62Tt09A3egTfQnvCe8Pu6wwEIZOOphHd06qdz9nwIy6+Rnl6NCST5nFyx2TudRZZbdofRteH
BHztN9FcWcXdAOZqKCF2w50xZnvIoo03F6giOBPAW6NZS31zfd4XbV3XU9LgofUE+cvrHiF5H679
75WvpzwFYejtjb454HcW5d/fXbFoxPQzAqQr2o+7Yzt+469VKk6yk8oKZu9hyb/ctrdxXSDtiu5r
ZAVR6VUf3BYdB03qtnOy+t+NJpn8N003lAN3xrVx84GQDtlHtOxs9NxZ3ug4ovTnpFx5PIC5BlW5
u8b4ens0G1ZQygWbIiDlyA2qcS0B7k5Qc1oS4XgPloZe48ymB63v/J37aOPWw2trI0UCBhkPkd/l
MulTn63NOKxJOboQL2y9DoRjJt9xvK6tSKiBj92HVxf/KvcQd6eF+4MzJlrRAqApAnsPTnY9YbAA
PC2CV7SmIJdxOQ6eZ1qWpdhu3cIPPkdnhOeVocb3VMQ3rlRpCD4QYAXw7XTFUAW3dDTmfkr05VGz
8gfetk/uWj7LQp8ZsPVbk/9Kpx/DtCeDdb3BUaWScQiksJE4U+NHu6CmndJuTuYfhX8YgXoaIsPa
eQS3plF2E0kBCSyYo5xaKxtzA221cyIWHtWkRxNzG/bk9+3dvbEdAMRHkQQyAGA5VHU+ulEzvSzr
1kTPPjAGFaX179sGrq87bAV0quDXwcaGMONyNxjjWAq3yfREeO10YKVuI4fizh+B7ouaWh8jBm7Z
wzw59fOfGybIaiJ6A+oOD8+lYa9zDFqthQ6oPwnEEoNN21018ESGxQhsAu13ju/GeqH+i5VCPywy
nWoHWEHSarLHfE34PAT6dHKrMZiX4+1BXT/eSEYBDopGX8TauGEvB1UhRYU7oV6TdjnV3d+5ZYeV
/kGm9J12x9TGJpcUWnD7LA+bXNWvX6DdMFm+WNGpQeKZjs/r5EZT7xw9bT3fHtXGJrQhvob0MybQ
tW3FJUE+WJBCH/UEipp+6A16HgnB2c67v7FAqM+hTRpnFkH9Vf+rRw2AomY9yeopbGiyZjz0yp1Z
k9v5Ms8tEfAmfBxUQDzUspUFKoTWg35ZT3h9WNYPWkXCAuzauX20rDHs6/Rg6t9vz97GQoHkzMXh
lbgnZHYuTQILnlaVo+nJMDt5XHZ1FWrltAYVqGz7ytd3FmtjC6KkqiMgBAIB169yrlKD2zZ3uZHU
T8JpQu55cQoqO+CZ5maP6WPLFsh4oNAuwwFTBcWA0NZnXeoaCTLxRTFH3VyERZV/YOb99On2LF7z
xoDwA2QHBuDlPoq5byri77wkazGGUtDOTBhESNP5MdeyA51E4Ap6ZPrfSwfJ8AwEMUZsN+0jHdOD
njeHdWLnITeeWDbGeup/uf1RG5fn+2+yld00OGiebWdmJhUrDmsRzWmsuXfgzazJ62D3OwdkI1kp
02vIriFpiNVVezTnnKwo61Z6orknmtVBar0UgkYLj736qdJeUeRFp2Z8e4wbhx/PA9hVcalJFLY8
tu/mvWiFDZrfxkj6esmDyRtntMyme3pWGzvpwoo8RO+seLU9emtXGokcV+ugc8vog0asYWYugVXu
EL5tWUNCHfNoIvIBMcmltRopr7zio5F0BpTMWWimj2gLnsE12e3skI3DL+MqiJoi8QovSJk906mY
DoJiIwFR58EpxyrIeTkGgw0Ia0P30tkb+xGpExO3DehiJcX45bi4MzWTs6RG4k9dlLrZE/g6SufF
GP8ytOxRm5LbW2MjcIT/iJ4iaAqjcwke16W9SXgVbShQEyYSanx8WdvfVtOHDaR2Hecwt1pM0r+H
tnrwK/9hTOfjjv2N2xz+KxK5eGzhMatPRun11CUZx/mrfy5l9mUxScxr/az17h3zrGABDKkS1hGe
U1wa+nfouYeZO555m3ie9lrE+QN7Rsf57c+67vHEtYs5kWxaUE/D+l9Oy0DHmnMPyYO2F5FFYdP+
KEgCEWJKvpXQNkTqn6BQVf0a/CBD64QATJu+jmwNOv1XMdngiGRR6u992NYFgg8DyBfQQqhAq+sF
GWonA2QM84XgZRFZUGZLVBYs8LzhIHniFxsEL3Q5doO9s1Yb1whk6gC/gc8Ht1zFGhp8onZPJjMZ
BqjSj9oIymZL26tybB03NGSBFApkL7KJ9HLmp8kxGsCXzMTmn+epjByI3AtAAUDjfbi9yBtXiPx9
AMOBDbu+i7sSyu3Eqs2kgYhlVWcR0C6g+smCAuQ7jPwra/CSCZhMfQS7l+Oqs9kC3wkWri6JF3MH
YU2GVth4njUSzEhZ/NamvPlzT8JzEXqA+xAAIqSaL40WrlvlnreYAFV8dhovAjwasuCPUz8c3WYv
63NN8YFDgyWT7rOMd1QqElvkQ5+lrpkY2npoQaw9gEPGzazDqi8RiBTC1GUnt3jKiu8+K++G6Scz
TpMFCpJl2jnAW7sIiRFQEyD+RvOpMtuzOxl8NVczIcvZ775M40vpfVqa0+0dtGnFRsrCQxM+Xhxl
eo1x8b2518xEL+lHY5wfLVG3R4f0f6e+uwdWuca8Y3plZxMo91CXuGrZWtyybivcWEndIfMtjpC1
ASI8drrqbta7T1nx3Iw/mH/oB6iI+frBpH1Eaw//70Ue3+vU3Bg7TqgtowkdqQFLeTjWZprBw0vt
pK2P/gxpKPRzOPMLeKxuz/F18whwYu8NKZOcpY7VUOjZJ619r01AqGRVtAwaxCznB6upPi3kGbwm
AjoFpn8A+PFz3Wk7ZMfyiVdCDrRow9HAu4zoRg08S29cGegU7GRt0uxQ9O14Skuhh9Cvz+Lbw924
ZN+bUsGjhqgKnZezndSt/qDN9KUCi+JtE1srJ3tTgPcDfBNxp3Ip2GBFrQvbTvSmd547EyXeemq1
8zwvU2zvVwG27GEJkUlCVIj+UsVeU0P/cMLpScalOQinj1zvlTl2lPU7ha6tuXtvSH7IOw/UGPSq
xH2AueNgiGmKYCI77tLWRsBRB1YSNxyaCOQXvLNABkHH2eycBMUgnn/0PcCmd4BLW8ccBYB/bCjT
tSwd8/RaODAwHxYW5t3Z16p7I+3iRT8zE1jilT35NBrmj74z3g3iAxteJz0WaHr5853y/lOUCdUX
MhY10BN4IemhNbtQTmrhs4O/9+pvTiweKTjyNjJYasp+cboFMSMmllJwgTUggno1y5287Javi0S2
pEhHjQTcFMqV5bucgwDAc5K07v+PtPPajVxJuvUTEaA3tywniaVuSW133xBt6b3n0/9f9pzzj4rF
U4T2mYvBAD1QVGYGIyMjVqyVpm6iNOSZpUFp06r7feFrwVlV+pdez6wUtHt0r/mMpBSdVZ5tPdwa
M1j7LOj28RHSfxNCr5e+ZDi5VuS9bzyP3SnvvL45G582HXbLyOIehLnOnyroDp8LVXet2fPDp9SP
d//u/F4tZlGyiDowdnLvGM91UrpZ/E2HMbGXNrKZVSd5ZWRRxKKSlkVJzY6Z2Ukd76LwpU82npVr
IeT1oSw+8KIL8iCsWQd71eg/B3uLQmftQDhx6NfhimZaeXGb+Q4QG9mpzefQ+VkrM3DQf2at49X6
582fLo2Uv+Ed4kxKw5fe5UOW1Ud6jp0Q6qomz1ERd/z6UCRRhbZKtbWuteKOqJbSi2LUEyTfwgOs
smnrGIWa50H+R20SV7feWYOXN/m7FEV4EzLcZDKfIvMUm25mWHd2e99/QhYq6g75FsnzyiY7UHD/
zU5QelmWCDu9mOMczrdnn9dbVrxItY9yEVovW7MeK+5yYWjxeXV1Z5dk3biLiepChCZR8fbUA0eh
aAOGiEr7soWe0MCXZ1+co4owc0xZHcyZ//IvnOWVkYXXGwJPGgaV+VwjV2ydrcyDOmV483Q5ZMJg
aqjY0hUHkbKwAkNya/tlZ4rPlza9y/cLd/nGlbXWsgIEwCtEpuMCpFu8+l5d0X3ZhsZEreO5SuPp
PBj+Jwn+sn1fAfay0lyGQ9+BZpDXUnmv9LZ9SuYEsnEwWVvinCvhinclIhKgYQBlW4tPUAOtOxV9
aj0rzifLQGbIPFabjbJVIxTDgUDKgsBI/Pur5U7RMA6V1VqU3O/he9JUz2+e3u4dDBz8r4nlOrqg
TJQCE45GhS1Uvnfl1y5l9kXZgLCvfbavDS2OLlTCkWGaynrW6n+S0N7P/aege+67rTbwlp1lHiD5
THV0HXaa+3kwPmTB9K6Mot+9vJGQbh3OItgbuZ32tV9YeDyjraPbhLYbhn9uH8+GkWUeEQ1D6itF
aT3HMq1mxo/76CHz97eNiC25fAFR+6QBzAOIFg7ufOlmVtf6Zjo5lCUtQz4Q99SdmUzaoS5mZxcx
tRFGQXgX2u1WPXQRYf8j/CJYNWRa9nBsLK6V0EzVBJ9Qvby0ElBrfnEMwnbeWN66FUvmfUJoolBy
uTw5afzOSmrVa4Z2PKmR+cfMo035g8VJ/WctsOYJC4zDqwv/HpN47lq9Q+SlBpLj1m08P+VyPT3p
wHcOKD6iU5sZh6BEH6D0m+QsFengxiPYwHBE0osQrT2UzKa6CFNtgWaW747/8+ugxLEp4DgA3S73
wI7Gua7UQfVCGGFrS3XV0DklpnM/KPk+Sz3fyL53Uec1jDnYp7yyqHt+rrOTjWJoYW3k6ova3N8f
A+QAR0OIjk7s4suRJDnO4LFD0yjYdc13B1qkujj5E9LXyYaptbOHkgIgNzcsXZnFusNgNhqg+YrX
SEZ3B6kWVA3JWG486/6O37z6gv6uiLqYmHmjCAjr1OX2pnldZn0X4GJZqt4Vs6rfDX7Y3xkj2xvZ
ufwyI4K4L+zgS+FzzkY4yCeKY/e6n3yEcqC77+xhZBqXcUelrarjqM7Brh565gj4y25c+40LBY20
t9tUPU6DD4GUT+Pftgtp72izedcbpeHmeaXsGfr5bGhJdh/2is+2yl+bbtSPSZeFhzcFjr/LBjwE
6wuZIe3FxfdbWUXSD7OuepUfh3edLfueXpbJTz1s/hmy3r4zldrej2mtbYTFRcT6j2GLCRZ60eKF
tfCgMHG0og0c1Zsl81j75bs8zI9lU7+35OlOC+D5S5WNBueaJ5FLUA9E+IwMZPE+kaKuHkM91byQ
irMbRA9jA03b7f1c5jd/1wUSlSIRFQiFsaNLP6ogwCdUc893+WlqjtUp/Nz84zAB6LuIff/Y1FRd
1t+uDC5W1bay0qk+BmNtdIPsoPyQINH7bn5gxl/7HjwF2r7jlXzcWKf4s8vvxaEnDT2bSBiXFVy9
TCyl7i3a0P5TH+7T99A2nXv9iKaJ8s44Mav3xAjEhtG1E4TcgESVbFghFl5ubpPrEOfTMPCartuB
yI+jPZAaQ/4Cy/D4wJwn7JnF55iZ+TT+w8TchnlxzVytmduHlwvwLhK6S/Nj4SM8NviqJ0H7fspi
vf7ip5U173Sb9C4ryuHYy+Z8mG2l+VkHYlQzsIqHItDtPWM9H3JJgTNNaZPDEOX1uanHD7d/4doN
xnww+lAaAA/i2OUPjByJsVQp1jyltOeXImu6g6oBWCk0pl9vm1r7fv9r6mqAL5mm3NHSQPNm7WAi
22Hq947qu11a3JMUnNVi6+zFh3O1+f+7NqbCLtc28Dyt1YS1dXr5MFX945TJRwQO3jFleIyRPwUS
oWgp8IBpFw7Vrs6//4sVixY65OjUZ5dPPRqRoC21SENV1i7ctmq+lrK8V635W2mC4o3n4JRHW+Qr
a9e+xRsZ6SqSXpjrF/eSKfujFMTIXEbaQzLaJ98IdvqkvnPmX+2X4Llqtb02PgZW6dGT2M/8kMoa
ThMETtuf34p78b1zCQt+FniUFgmSHzh+Hs6IilpZdoyMj34jeVVk7qJD2r+bOtlVS/lBLt8H5l2d
vZi5/xTY32jOb1wdK8kHcoOQRXEGjN4vZwxCK2hSTR8Uzy/ecdKEHx+kEQJCwe/Eibb8buWjxxqD
sAB+iDuO+PdXLzgwYNVQ+kKrEv4tQxmPWT6d7DL5MqDcoQ4UIct91KYM0XUIHXqWFYDqC57HunmK
8vYgbUq1r10xSCn9B1ylil7T5S/qJzPMCglBSeZfPs/qp1D3XT/NPjh9djCm1K1HO3CdYLxvtS9q
rmxEwbXdh+VOCBALZNxSrqFLTBO2B/KxXpKO2fSgNMkhZ/Z0Gj4rW8T5IglYfPPUq/6vLbBxlyvV
6oInS40tpXmYPre5O+iu88U8m+0DTeDbn/dyZlBcpIgAk1lbgv+AwdpLYzFHb6dlonq61rv0DneO
Grjhr+e4/lhImTuYwaPZTrupDXd1f6j850lPd7d/w8r9xuAg+YECSa0gHr38CRByxYneOXxggd3u
GUf1d46VbvWwlqPof1dqCM4OSpAiTVncY6o+RrIdRDzaeohzgh801T5qKIibNVVILXwoxtrr/X3f
JvcylUjmb6tuPpZl+Qd9uJNDBEoHYGjBLwrku3HO7pUyPPWVfB8H+sbnd33NiCQKYRCG88DSL/E2
qV7SkkgahEXrbuDVdaiCT1F7aFBr8vdRYP2+fQAr5shFqf8CAxMSUQsf0MxYUuqRRxZoNmc3TE7l
1sZdjeJG1DMV0tYTF/iwpbe4ksMRTekxOERXTn2ZmSpOmBPqGHBMA4dy64/ML3eZs3eM+LHrHkzr
czz/TKtfenBQMi1zk3ZL7uv/8QsEtJZ5o2t+NBv5VtR6JtVDNTreNTOsuqV/7mT/z2T/yJQ/oRR/
CAbj3pKa336kcs/nu37sN77B6+9d7IOYZgANC92t+D5exdoxTPOAQQTVMz9Rgz7AiqFO2bGL1V3n
GHdV8jxtvX9WgumlyUWIgZUhyPqMB5Ahdd0+SjSgfvOsvahtPBzsycr2Orpuvxq9y451qqUgWCPb
ZWZUvrvteteX6+UPWdwzRWybEUFd9RwploAbh9XT5MzpUa97+fm2qZUAgC2LV47IFOn8LhZtSgg7
FwBFvDrUj7GuQ+WsR59jZw/LMHT07yPn2dBgTRkPpV/szAKmFHf+3JpQp7zPxqM9/rSElsiOcWAe
/G5hbwoGXt+6l79wsRtBECZt3aoI/Bb+Lx1RzqA9ak6PNrULH8BDmX4AOXSM5C9oCWbZmfQvUN5F
vLM65XB7s5aQLqLl5U9ZXLdzDV5oZjO9ztpZH/rpqMg7tJSHnunrXYbAV7xRllxyEfzHoiOAQX8H
Q7XF8YRl6rRAAVVP1hpYm4b35uDOw7kubTc2lHvV/lXFcPQWJzDvqEgfa+XjFFWnNrRIS49T4HXJ
zg42ftWS2+bvryLjAtApqjB0TS4/zkotq4KhR43HV59+VKeoOeRBjxraND/Wvia9n404clvIMV7i
vnEIYLl8CFoF2jT6tZCA/EOZEnYPqBh3VRGm+8ix+7vQab7zf/Icns1PQGS/Kq2VPLS0Ap6LRM2Y
i0u7/QgUbafP2XTfd43yL4IOKCR0bJn0hXJ5cRuKK9/smQIRJZChd6kPTs+F4kDorRfSrrDNJ80J
0NktZMVxmbjaEkBcu3NgI8U2D1tKqAv/EsIPqjZj3+z1fVXvQs107TJywxxJTPRWnSzYSOGWIhDi
KBmqERPhHCfFiEWeYVqS5VdhrnmZ2XVu3sv1h7G3i30XpeFPgGjTWdN7dKiiJsnvjAKW73LWzkGi
1HdqGk3MJgTO96FslV0AR+1vB0InN0+r8CxVvrbx/a1EAq5+qjaoVuA7S05BlOLTuFJ6zZOD+VTp
ag++t1NBVyTdTo384c3lRmYI8G7oiWEXJMu+9PJ87JW4a3uwTO1XFa6/onq7uxEwENyGxEFgbhbH
3UdBrQfpoHt+3rhxUe0rG0kJum6Rv4P+4C5N3C2ItPiTl2m0kBoRI3VClw+Uz+WaiqzorbKNdW+G
ouMu0+T4Me1qDVFYW9nJXRwfaPuVx7fHTa5ylQFPi+ItPYJLqyZBrNXTyPDqufhqBvp9pYUf/ci5
m7vufdV7QTCemjl60P0toNHKF8U7VaZmDEsGn/TCvUcndyqjt3XPqVXnvtWRdImZ0QYWM5rHKJFg
ZkVC9XcN09bG4YoYuNhpca0yHCIw7zyVL9fsW2Zn+7xYPfQ23QQZ+rD6XE8b1/f1KwEiI14pcIyJ
auZffaRXWZJdKhSi6GN4SS2hHzfB6OdI1db03domamiXwv6P00AVc7mUMZOKOJ4Mw5Pb3ht0bWeF
30f/PgzCQzn5lGrnDxsOIzZnuXm8Kamr8bYEBbTI/npJMbu2tA1vDPbBi2iyEHdkFwL8dnKrbFd/
+5NtcQesfBpkQIzYi+k/8ca4XCW3QsOESWZ6TvQpz6AaOUVzf5qCbJcn40aPYc0WpUvwU0KKnEb7
pS1El4KOJpLpWR2K36Z0UCpl59jSScszWFy+bmynuLcW2/k3v2OcjGI0k6iX5jqlqaQWzm2vlR71
+cFoD3l0KgoNlsSErq19pu0OYnV32+y129CGZEdRWQeoQ4X40mpd2RENft/yMn84BLnS73qD94Jj
wus9DntTy4A31eMWDPX6m8CsIGYgbYJ4b8lb2DjhXPBetT21Rj26VOK7OomD+9trWyKouTcvrSwC
yyTpqlzoOQTWVfhVCxJ3VqIXPsK9bxdHrfH3lVQ9DV805qac0Gsg8+vDX30cHcqtwYxrX+KXENOp
SEF6QU38cpstqYolGZZ7r6zkQxY9UvIup84FO0EbcuNIRaC+dKRLW4tWje80VW9yV3h5GD/NNjgX
3zxoMNCl81bQWUm2hS0BfxX3BnW3y3Wl46BXRo0kuSK2VOqj71HSjOhQognZBXWyy4tafQgyE4k+
KC0ezSoZvtw+5TVX0kjDqG4hSQqm5/InjEkx+f3Q2J4U9rYrt+3gaqW+Na2xulKBPYGJgRuZ0tOl
mWYIdHnOO9sL4g9jWbphZrip9j6rciZ0s1PsV0Q+m9mRn7eXt3aaFH0oplFvuFaSURkv68qAHS6q
rAJfMY7PEGE/WuEI2a45bA1LrpljrpC5CubUKRkuolAiNU7eJ7P990aUpPdD/S0KebwoW0WUtWN7
bWhx9TqjVkxVNaGDnJXA9p5je0uDZ8vC4sSMKJo6MEM28mee6nyethh61kInbSWohuiJAkIQ9l/d
62M31LrUyrY3SrPr/+qfu/faDDHkETD2bR+4rrMIIiiB28cRuPYWh5JniZGNnWR7TvGPn7tk0l2w
T6fDDkG8wdiADa1tGy5OJkb0pNG8CB+RXbNpTJF5WeK3O73w612pVFsUK9eZl2Ao1MlzIbQTjE2X
m4cmB3IfdWN5ufSpYMR9QlA3nTaWsmVksW9l4vgw07SWF6shzOayWyqP/99Glo6sdbnA4bGSNNip
5TtAdPtoC8CxshJSLV6AeBsv+iXcwVF4uqtTKHtTFNyBUPKiKtlVer3haCsu/ZejnQkfnjxXqWqt
Mi8WSZnsmVG0B1v7vgzOib6vU/3LnKKI3owbeMyVcAPzH9N30FwJmP4ia53yOZuJ2LJXWifT+Gjt
Ck2opmzUQtZ2T8xEmhTPYJ1ePm1yORi7KZtlj9y5v7OjdJ9IuXUEH+fe/lDXDAF7gXiF+Usqdovr
0AokWW5V9i82im81pPB56Dz19XD6F2YE0Sa6buLhsog8NDxNtfAxoyVwkluPYfyhMz7dtrHmCtw7
EJ3BtseDfmEjLBMEHpxG9rKqdVE/yfv+0Je/+/yLYPbYWNBKekRgQ3xEcECSIi3cIOdRZNMHlb3g
Xes/tlWxr0yTYt3DluLBSnCDvI/uoAg71FOEP76K2bEazDJDsrInmT90/89QvLkcAVvwq78vFvrq
7zeKmujhwN+fp3d28f3f/X3yLFEQIm1fFr+0UYlTswJZ2dlVQ9CMEzdx6rvbR7/mxdS3BHc5w37I
6V0uojKysC6ZDkbu4neKWuAIekPJN/Ka1SN/ZWQRm31DkYDzqKykjw6O37/HjwMj/K7J34phq4K2
FmZer2gRo9UmCJK+lWWv7ZuTpn7PYTxJzGRvSBuOvPbVEKIZazeEmIe98C9tMnXIkDAEFL9w/ebz
OL/omDSP2VbtYtWViTLcChR35SX9g98GPFwbh1jd0BGcXRP529t+sLZrBix9EDfyUqO+dukHujEo
iJDjzHmWfVdb/UWeqgc0KtNgC9u9aokITW0TcBIx4NJSKBmzFdL49EztmOmuUfEcdYtNLd+10xHR
mXY8NFw0pi7N2GDnwozMxzMYM+/etcpBokas9IgdgVkftmjz174juuFgP3lbQ325iGolxB+FRgnB
s3zpfUynmv8PEyP/3D6l5RyWeOUKQC+3Dakh+IJFpM5iYESGFYkOf/WYBxCPJMaE3q59bI0H0+nc
Ngpcpe5e2iI4j0jebSo/ru0rMn0OPDIgiyj6Xu6rrwZOVCuJ4k1t6+rd58J+chJMTafa3Bfp8+0F
b1lbOMtsliYEMhkI0yx0a708NIHM+IOFCORxlqZD1WpbMgtrwYqSDDThojIDlO1ygXKepLXSGqQp
/kmPkJsc+pPq/IZ+Zdfr44+3rw/mSh7Uf+lSl2TazKsmvZ4AIRpKjnF0vI4ajC14CSoXDKZrAEq/
bXF1eYICVMDRAUwtUn4zDjRlLHBUiFNdNUtg4qhcLbuj6kySuYWaWPssgOwSIbkoyWYX52eb8Uyr
sFG8MnopzQeoRowtOpOVNjHpxCsbiy89m6PCMRL6VCOZP3gvPj8dLrKPg6LsJ11FGOuOflgf/Wy7
f7GXIvcjnzGQOVne0NyondoMtSLKeGjzwQ/8c0AFFWIt0s3j7XNb20mI/xkgoDogHoaXbqmEvdZN
AbYQ2EYax/iMUPiubd7Ij/c3wAB1oDioQmx0lTSJ+bspUTqafsWz1rnwNaHOsUV2tXYF4Ax0KkE1
UxAUPvoqc6IOWUkkooo3wHI1JKdAmtzafprHjTfhyrWJWKDg7qIYD6XBwtdzlPYkXbwFRsjW3JF2
3Z1aNFtUrSurEWFCFIuoGDHicbmaWVemsUAnwrO7bDwEmt4ctFlxIefcB3YpbUTEFT/gbUNxEWVU
wbK88PZiKAwtHMil9PhDbD3OzUs5n97sapgQZI8EQdoMi4/W58HU+R03dAqcTBDiPeZT00MB22yc
z/pa/mtosZYR9aqyYrGeWf7pIq8MnydjI0lfNUEnRhQNddLbxYXZ0vNWI7GWac4h+Xzg/nLzrQ1b
9TMY7yBeoX0ARufSAzIpkqJwCBVPU/z2MWOG7p6u6Zfbp7LqZjzT6RgQBpgnujQyMN9iJEqpeCmU
VPvSN2BS0w3/rp3D5lfkAK29bW8trops02as5+8jamFwbpzBKLpc8eS56u4HhBP3ulHFO0o9MrUi
KTxYUWaclKTC0fuYsQpFLfeIWW0hoNZWLurNMpUx6G2WLt86ETmPFJNyFLEbqI+N43/ucyRZupeN
JYvkZVFO5+mAjA7oSXClxiK5UQf0TfOpUrz5WJ/n5qFF9jJ1T8lHUsYt8Q4RFq5siZepaGqDJ1l4
5kjroLcGbIH8co3yzp9IMBLFtcryqOufbq9sJY8SiALQiwxOqzRgL52nDIYJohPOssi8LPckG0iu
+W3uyr2tfe62uB7WrdHcIrqrYAPFv7+K7wot6yqsWVrNDZwdRjqSO/1XVe8V0729rjXX4JL6X0uL
L69tY4J/hqVeKCv9KLNvgzHszPxfRJFXZpZJbzo4USwNJE2N/aU3650cfs+cjcAufurSH17bWETd
YByGpOmFP7j2qShPnXV418677teQbqxmzfNIOdG6Zbydj2pxPIj7VD3cKKQSWqnu7WbOD7oV1fek
qN0uz8rg/dyGW7fk1fLASJJtgp0FS0M/cOHuTRTLVgwGwlPn2VX94H4I+q9tdxwd577XSzeafw1J
+Pm2e1xFf8pMIiyTYwCZA6R/6YhyHel93auSJ2XFe6m6j+XsxTGaDeaD636RMAMWViBHxINz+WRI
y0xy0Afz0qzaK85H85eOsCdzUozeBccuqu7HfKOYurIyrgIauQwsMVazfK9DJs1Qgy6HZ9i33Lg5
tf3sOsOGS24ZWdwAE8G/rxI1PCMOE0YH2IM0++ubT+hiHYut8/1e1TIDE6HZuCZVOr7gciPNuLqe
xUP51V4tXE+qHB51wxSezYf8WL/5zuCvAyoRytHkYzRRLn2sj1L+vMVJDPk7avqu8cWx/knHYzA+
tMWfIJt2dv92t+YRAECJXhSlhuXgSWVCNdRmc3ieBtDPTu0y4bsb+40wcRVbxcKoK4m5En64vIit
QxDSCmrN8EyOvZPkBMxH4yrZw9T/ue0DV/Ho0tDyGSXntik1KhzZfezz+P2SRWffPDF4uJO3EF7X
Hk0lSNCXU3hiTVeXLuy3hVkb2Tnis6no4KVw1r35tuAPvzYifsSr669vdAokM0ak0H+QHSxIzTHL
3vxxYoVpWJHWQka1bAz4E4Safaxn59n+ro8NpMEP+daA/DWqQizllZHFUto+TCgXatnZgpk0zIZD
n1n7uky+wm/06MSZ4g5+7aod+rcTKEStZsSwrM7gFHdjXTKMtFW+WDtAU7x/dU2UXJeV0DBsi7HP
o+jswF5pWLSpTtXWSPuGjSWxrT5PegyjQnQenW+17OzEN1x1W3XqLSuL+15PQqdoalZSm5+MBuof
5UOnbsnkbBlZRPAhb6YyEkac4CWSy52CuoURBRsBdsn5CXaRIjhQCTA+fFzUBi89vlEjmHIzOTs3
PeRQdng3+YGb6C6ACbtLHuWuPBRd4cIMcFaKL5H5W0vrY99k4LVRFU5/4zx3cqPfq7BxzvUbGQ3F
r4OBA9AIACQetsvzdORwKMFxFedSb4AOI9px7BQz20Vt1hwmrYtOt+PZ9X1zaW9xslZSBkpihcW5
An6kz5DRbmnwbVlYHGuSduGMrmdxHhMIgszf0dZ74Tpbu1zC4lruZX8KDYMl0M/sO8h5YuxIvxV4
bgpzT1n0YI4bF+nWmha3dJMkPCnLtDhrhYECHeLA8sa5rHwMF34g/v1VXHaGoi46Py7OnXJC4tKb
jQfU1jeQhKtGLJ6PgmsWoaXF0UxGFAbpWBbniZ7Kjsbt174khvh5/fvtXibuf57ofHB01S9XA9lh
wYBrVZyzcDZyZuYj/R3TYVtgqOssgJcCqQ0tQuh8MXRpBsVcf5AYHT5nLxqSufbXoWHWctiIIGtW
SDKgORD0zTBTX1pp2tTpIrKacyIdslJ+rgr5j97cg1nfAqOsuBknw9icRc5mg9W9tJQPDCL3Zl6c
nTkvPB8prKMTNZ9vn82KE4h2J1TDdBAA1yzORmZCpNQzvTjHctDcj0od/JBg5HVbyndbIX5t617b
WmzdYCcqpWFsRfMnuarvDeOfkTtZz5WtgtBVdYRHIxVbUYYhK6R9d7l1bT9ROelNvlBLOqZkBLs5
6U5lXe80Ld33crYrquB9Gpr3Tft0e0NX4tGF6cWGUlTKBDMEXxVdcRffV/cpqWhYHNr0lxNDSiWl
5y6COPe23dXNRYGLQXWSRUi+L5esJH6jJHVRnBt3tJ9TGQ6iu011ylVv+a+R5SsVggi4RHq+ZHmw
9375qYshO8otFFVuL2bN9SmVUNZnNJj6/mITwYnC/NZNeGWLnK8Gef9+SqstjtTrbF6U0CAPEaMh
Qn39cstUuzYS3Q9Ksif6glLmjVb3TresnxFjra6jqxuv79XdYxgEf0S5CoagS3ta0ek5IiHF2Y6K
/JBMc3GQkOw4FvIm7+TaBqJJJpowJjQ0y1jYJJ1h1lpSnp3KPzVqw9irb3RgZG6f09qKgBURPICg
MiOxdLpOyfgFRXlu7Cf4BvchL6Em2yJFXlkMxQMB/QInRXxfnFMbpfasVW151uUTnJ9Y+Bd5F4UR
UkI0MqB0WV6FYRtLqJL31TmJyie7SL0inH/ravjbyLcUFK63DGYNhmh4GUB6Qvf20gm6NEtyBXHD
cxx/l4ovvAp06/mtp3JpYnERtlk3dH0RZ2eafSOaxwxZKPmn2zauwxw2mHegUAvQFBe4XAbqkn5f
Q1Z9Tvvq3je9KvxUDY928KKlJxl+GnnD066/1Ut7i20zffTcZBV7DvUK+XHaJTlEqveys7+9rrXj
IRtCsoeaOqUY8e+vMi814T9U8LNz2ThuHpheGj3qkDO81QrpEJIk1MNggsHQpRU7LgJTysfsPI76
YZxgo833m8Wk6yPCCAI9DlQbjIEuS8FVRfCsTB73QzXvitFy9YFZg/5PFI47hi2LU1OkG+u6voQu
TS7idjuprdVBrXuODWmnDJ8tUHo4xCbj7fUpYQfKTEqllHsYgrvcP4BFkTnKKnYG/ZAxIeXANLCJ
oV1ZDcgDYecvTcUVX3HJJZSYVnZWy3Rn+Qqvsoyigfxh86jEeV9U1EWUfmVpEUenOZPL1sCS032J
xkdn2GIdujYAIgvdMJID+nFAMS83TLUlhYLS5HtVdpcnkExHW/C8680S40gC/EnuBfhzcbkleagp
ZVM4ntTVh0T6HGQzw935Q66WG6Hgms1GYLEAL8HdwkASz7/LxUyzUtaaVvnAKH7l7d6RP9PwOCJD
6iJCI83qXS89MOws2dOPkkpC2Z6D+l5ro4OxNUBz7YeCXJ3iJiheoOnLSb0ydrpZ62foziZ7OJdW
n6JkRJugduTs7nbIuAZU8XLCEcHv0awyEQm4XHVYx2Bfk9anF9KeSvt3G8YHrS3uRkl9GLP0ycxl
KvmN26c/onL+VKjxm9+LAjEmehTQqwMjXoTgAaq1hleO5JVav1e1cxR8ypFyur3M6zjPMhkQJz3i
zqcLeLnKsXA0bWiFCqHuHx3E5oiOweQcp/Bbp32/bWvl9HBUGiECP3CtP2gbdaWVfRCd4Wz8kVrf
EE9KcuPzbSMrXx4BhKuSO5JRziXJoaYGxHknCc5OGTn7FPQPA7okMbetrGwbalvcx3QxcY1lrFfT
rponitOg7R5hZXmnNe9i/VnJ+gd9+nHblMgeLmMVr1463BCsK0w9LjUh1CyEvMaXKNTZ/T6DuJ7i
tK81R5hFd2n5pzI3ivvXp4Q9hurFKQle90U204WkzHPoRGdEoe/0cD4bpeQ5EGncXtZyB0V1mvIE
U9uCnIv/eel4kT7OVpR0FDmjrPeqRqpoIWX5US4kcmd4Q3cxu/HGT4rROwovTBiA++G/tUXxKouD
VOcVGp+b/EFSPomWUvvn9rqW/ocJZmGZ0YIoGYzM8qps/MjK1SRKzqHFeE4xBh8CI9sa077ePITU
BdcQjg6J8LLNEw127CRTm5x9IGw22ArfUg9TP/wsYCyMhy1U1tIlxJoAFEEfBlgK7ZtFkIh6LZcN
eNzOVkOJNnYpXkbWP7f3bZk9/bVhUz+gpoSrL3tKVmdHce2MyTnPyx0qji7AefQ24TJwx+5jVrt9
/e3tFpns5S4h7eTxtnCGOVOjrLST9FzWys+6i+anuNCH9zaBfV81dXwf+uZ0GquhOSVVs8XItfys
xXq5VWB0onwBY8jC/+URktoaiZuz7sBfEbf2XdkZX5GC2nfDeNLmh82kZ22HwQiaYo8BcS01U8e6
1SMVqrGzPavNnolfbecP7VGXK8tNpSTeGalWHLJa9hEb6JuN7/0qi2DBvMPBJhPGqOUt0bNSJ3X2
aKT5ee5sktWoqk9InfY7PaSqazVDeZLbsjokatndKaUTw4s5xs59Po6d5uZmPh3QRO9fitZPvSir
i5c0k6ONYtLKx8t8PgTppLgCE7aIfX1g+HGGpNR5TK3kkEp6/S01pHqjLnHF2/R3KwC3cQrQ+KjL
SSRoxHJbqez07H8qyj/xe/COxcn8CBGj/5iou3Lclb816e62u6/EDAGrF8JKPOoZ6bgMuI7m2+qs
cPyl8qfuf4fvVOkh+xB/um1lxa0vrCzSUr2ziox+T3pOci8gOUpKV7E+wodVGakrb9H8mIu78T8b
+d81LT5hQ2utoIy19Iwu/bgb1DqAuwYubT/V5kPQtMH+9upWAiFYEeg/hCw8z9XFR9sHSSL4f9Lz
VMDWyH3/kOkb1+/aMbEsmJ4Ebwp/7fKYjDTpGr6g9Fx0Zbgz5Nh55FEUIhCeWk+Fms5uWW9lmmuH
BkiFYEhaTfV7YZMKUtQmGf7Y+U/TwXFnV5l/htWf+Pft7VuJQCoxQCRMlBkZv7pc22SHlWzVPMPR
b2aoNAj0F9M0m8fSz6vDNEjGPeXW8N1USD9AzW61xlatw8XJcAKfgbnkz5ESptOhxcnO1Zgcw3SY
3LL6x6rAZ9eHXqo/zE34LU82PGbNQ0muqT86lMpI6C+XPOhDBY7VpPLgJ67ofY7hs19/2BLCW3NM
bmh6MSTz0GyKf39VRskjo7WGGjNp+9BARqMFj+VWy3/NMxmd/NvIZeJwCSsYNKMbJlnYiFzrDvDC
qOys2h2KjUD1d1TldcYrvmqUwYCCiXcJ6OnLxUR9oA9OVubnqXyKooiykLyDgjtunjXZlXP49opj
1oEp+Fb7rSuV7wtn70vOoTYDd4hjN/Q1QNatxWB09L4Zvirhnd+HD+W89TJe2/XXP1Ts2Ktd70p+
fh83+VmDRJeGtTtrxznJDre/mmsX4jED75MlJqPANiy+GrmrpmFKwImp/afkRePNPSvpHdTkW9fS
9XIozgsSSzCusJ0sw0BbdaAZSzk/j1mBVFPvSsqPqotdeS7QLu13BrLCeRt+UpIPtizxzk9ApyLT
2RnHUPp1e9Er6YLtgC5ilEijQnwlVo9g62xNpg8epz52+cF/lzqndv4VZQ8kCMewHe6yWYUzW/Ps
8VdpRM+VVu8m888QHW//kisIA5/txS9Z7P9sVqWkSvwS839I+7IduXGm2ScSoH25lVRrryq77Xbf
ELbHFrVRG7U+/Qn2zPlcxRJKaP83ngEMOItUMpnMjIxwQnPaAPH01G36bb/ND/TZPfYH41T2ftb7
bb6tysc581c1wK9whPJvkK7VygAeBNzUKDGHr8OGBtnG717549rRewfJXB69y7VKF2rScEUpuIcY
uek22ra/5wdzo332tuURd90xi5LjfNff8b2zeQZ77FbZgTV4h7O1i59+74tPjY+xqH2/K0O2Advw
1lkJp9c3FX4f3js4C+L9Zktxrh6btAYRKruvs6zZZsaM8+86TaDlXbdTrdTYtNQmG8b42hto4RTC
sqiR6HgzQMnm8qwbc57aepqy+2xWfF7t6g6KsH7LD7e9bckM2JswmSzmvlDwvDRTKEgL1LFm96oF
NbWxg2qEWT40OQ2StXLM0l7aQswKUF+MwbwTGp5FLw+x3IVOOY57A7I+C2DRrr83yB2Y1IDHqb9Z
azpgC3kvZqKQPQmuXMwqyNMQs5tPgFBRdp/XB0utt8rwy8HC0jeCIXaiYaA8B0tsfG9BwXRl+P9q
ZkGcoDPbcsUGw5CEAxXL7pv5p0d3rYYCdvwtr3kIiWsIH3fjz7Lfxt3Ki2LVrhQ9yFylWVrCLnQj
t87gQZXsuaQH7ejBj0ojmDvwP05vJbRBbnvSUjR3MRMhytwmli5lHqlezqyfGhwVpUkDmrEUjXjU
jLS2XOuxLXkS2rOCBgWp1ZWUJzWnAQOTJrtPLND8epQquw4sOb5DhnlbejzdpLbTgY6Q1SvH5T1l
lAPWmWlZqGco6jkHjp3dx7YVGJn54tlvfNhqXrrtTX7QuO0DgjiDZ/OTB73cejOMx0T/Ojb5A7Gb
3cSfUajf6892jVfm7Q9wVUEWLnf+26RP75iJ4YB3BJ/eO+pO2Gr7mGJMRXB5bePp2duMeLPg+vKC
24bfm2bXmyIm20BDAUEXyfBg89qrGTalOKGQcngCBzr5YpfBr8bXAlRWfB7kG92v/K/foHYSZCHG
TIIqSLbxVvx/FiKf2pDN7V91nX5jN1A7QjVdgKItKbLxhtuQ3BwQQNmuS8qgnJ7mYlvmbEf9OvX8
Zl6jibs+AZgUFB8BSFWU/ORuObRcRr0De9t9ms+W7zTxHfHU2Fdovb+9tOugfW4IJfvLoJ02Rqub
GQesr3fvSOZ8jUHn1Zhu0Kgrm2jiX7r8ssKSgCkLglsMwF1agkTRgCoKgBpeR3+gutQFfV7QlUt2
wXEvrUj+03Z2R7ndA9kFKTlF44Fe/fLqOsCLLpjK2adWs9E6iBsoG8gqtH5lmSu1ucVPJ0TtwO2O
ya73X3h2N1nmMCuj2FHHe0GhttEeVP3l9ke7DlpYJGaPEa8MVBDkmzap3ZYRdSjvh8jhxzqoLH+m
AXnN6EocuH43XRoS3/RsLa5es9QBHv+eexiLD5Vq19tb67ParBz7RTvv511UuLGiSztTZph12qnY
M27hNH3V0k9e2wVJc3RBhHt78xY9/syW+H5na6KE124VwxYHO5CxmTQaxPVmtRhyHTOwdWdmxM84
M5N2jWISdwS4ywliG3LYW+Cf4s0AmePNqG9vr2lt/6TXnBu7TVFMWnlvJ79dmqIwecpR/1PsVaKb
tWVJV/PUZQWrch2wrq7ENBd7SJ2x8XWIUepAO/dsSybtaYJy7v9tgeJnne1mO0AvK7exwGY2H3Ji
7p20D61hjxqF7xgruM3lNSLoOhD3xpCV9OlabYyBn7ZgbPxNkn8snftW4cMZtSIJnOdRG1Zccvnz
/TEofT42A/Yx1dhUzfqREr9166A9EPPJPt3exeXoCHrV/78y6evZPVIrCuK6+zS5775Yivt54psh
fZuafjcPew95u5d1B7zTMSK14qPvYyhXF8CZcekbgp831/AGr+4BXWd+UkEUVrEyVPIbwC792J5e
HW1CswIYTGeTZh7ILI06+UpsOw3tImVHlyug+FTA5L2yLeLqufplNpgX8UpCFcGUPngRe71CBqDt
isfkrg4Ux1desufuk17481pSvWhLzGwLSSkAEqRQZxlF6yUTrgfq7hLz1Sh9g4yB/akdAg6lXAgM
u9Xub9aHr44ZWZDG4M10eXq8HLdIayEWcUiGWxvivfb1J93d2cZJGV7i+ddYr9xQYhXyjoLlDeBq
lA4xPiZdw5WmtaQvEGTnij1Tz3vg2rS5vaqlU4r+F7AdouZ8xR0xqDkIDJkLX3b2HGFgKO5oNwSD
+lyQ3Kf8rTY/1oIFtbSNtBT1PTzj0U+UFzUboIYH9bgRNSYPaPrkZLo/jF9uL0u629+NoIeIgWZR
SUQefPmtjHQ0HGI2RuQO3x0vmocWKPj7jBw45pRKdcX1pcjznzVMkYhhY9TnpMijtk0NTbXRiLI5
UVCBTDZ6l7cbM3HCyhruZt6vVOrEUTpzjH8NilcdWhCogsggcm8cQV8LuHo0jJu0i1D3BZH7EfQ7
KxmF5ID/2RF86qgOoOYhRTojjrW8BNlQ1KRGF+BZD87zWFuryy+v5o8VKaRVyQAJAgx7RhSKi1a7
oxr3x7j2V/FlIim53jYMYABRjYqivG15W9RpCrxLZCpqUEAFIyktn9grF9/ycv5Y0S99Lx5rUKdx
LAeDUdshe2yMHvJxjf9RoMZ/X+ePIcnJFYrSdGnCELzP79gJrOWus5KHL3mAaJDjpALKBluXi5mn
GZ0FAwepHTPzLi2S/ikz8w/ST7+vRNSh4EqoeqH7emml9Loh12duRp33yY2fLLXsTx5Rd5Xef4oV
o/YTfRwPt0PE0qEF/Bi4U4EMhkjtpU2jrrq0Vz0jYk2zcZtfRDnNRQJg4xSiqLK9bWzJJ86NSRHC
JWObp5UCn9AfquSbWR1oE5A1RpOlJQnSftBoAugMnMvlkpSe89kuEzPSh/QLmPNnLw30e82me64r
KxfHki0hA4rpIsfC0KX0yYy8TjrEIDOin5P+zQYkNDb+KXi/SdewLgsuCNcDdgDPQchfXCGEzXgy
3TG1o5jMzWHIAaxN86z5+HpElAMdLfr/CHXSqQV5NbjR4gyS36zTfbe3ol5rghKwA18h6Q9MRr5+
2CVQ4HVwXYBhFfQw0seyZhPUg2nhRBVOX6johRU4NSQISJYF1rSmU7TggCCrBkecYFsX1eVL1+DZ
0JZlC2sTt2gR9HGbaqj54vYPUCZxf9idCjjI7RWKFUjhFsJUKD/iUhTleimud11ioNyLWwqEdEaM
SmfhK+wARrrHkqRPTdysHLKF8K4jiiCREeWeq/mtGvzIXtFaRkQ0UNaX3wuBu8b48+1VLe7kmRXp
uzGDz3UN1GSkz3sD3CIM478D+j/zB2mLRVC8WI60fak6Zuhn2EakmXO3LTTAocC3hZpqvSp/u3CY
EXbRaUVGLYidJO+ojYGWHWTgIgahbnOOlCl5ruP+jhm5n/NHz4CiV+nXkJWBxvbdZD0ZQ6jEASae
5iIPrLpeK52KtV25jiDMUAVeyHjXfT57qTJdoJAqYkQzkl4Pcma5HiSP1N7NJKowjuJnQ7z/+HfF
awK0BqitgXdH+q5jXeqZXVRWlBu676hs22efiukXbddKJwtuCqYdzD8hCTHQrBfx7mxtLZsclSuN
HU3Ko6tEZrLp7ZWH/oKPXpgQP+HMRDpPVdoa3I7oPCc7l9mHTM36kKS55SPalCsv74UIjW49+Iqw
fUKkSNq6GHyaqe4S3DtlEt95U1X4BiPlSoRe2jfx9sJDCN0M3ZXOgztpY8L7zIpijiI66Bf7Bo0b
eOhtP1g4C8BRCGyomOvDk+hy71obSfzUMyui5iYFU2fOqD8rJboIL+q4xt664OcwhvwaeFEBtZV2
rmB9B0BqY0XEQ8805sHQh7z5waaXNqdbVfeN7Mvt5S1aFM9mQRfqYCzqcnmVB3Ids4TFKdZfDEqz
Y1cYL20DtEQ7QizRyRN66CdFCefSmcLbxsVypGMN4hCMMIESTwWAX/JLNmUxSSDqE9nm1iLfjVAJ
1G4/dMeUr9wFSycAfVoAJ/ApMScnLbNGmkRUheM0K4Zf6G9jR/2ctEG2xs206C7oaLqImgKvIn7I
2VGzvWG0zZlYkQI1Wa7+4sZ3pznxbtgOw8qnWzIlcBkiIELhwpYCh9eClhQhyo40P3uAvg4KHmvT
WDLOQFw6CEp/bEhfiLtOmmsZsyMXknnpUL/EIN/xml8lK4D3oEGrQP4pJs9pshbyl74YUEXoOQM/
CMIkqbzSQbI3Lr3ZjgqboRJvOKE+kMDi3pOrJb9v+6FcRXtf5rkxyT14nDQzSyfod+mkTHZqArLm
TWHl1b3Ta95PbR7sfWIkNghs+2NfzNWD0nbZ29Qr7pZq7tz5BD4eB22me19v/7bFfcCYGkRM8OfV
8H5KB20Y3dyOSF3+nPibHkPrLS7eCrKmviO3pv/dBZRm0bNFuQ6sX5e+C7GS+t9ropwU35lDRQsJ
Qx2IKwFYKinYX7uy/cXHYqtr32+vcunKALEdmoGYNhawtUvTZsImu0qIHQ3ZZpcPK1fF0h6e/+tS
Mm9haEazc/zrGJeZpl0W5PMuf7m9AnES5FiGywiIZkz8CY6nyxVwd24nN6ZO5JaPaPf5o442y8df
39gaHHY8TxEtLRERzoJLbuU8Z2rpRKS4K7GWbo1pcGmjBNOqQFmhkCorFSTTGDtaXTtRQzdWH0zx
HtoYSbdSrlraKtw0QijRwvCqLP0NFFeZtdMIhhB7R5Nt/Wl1PnExbp2bkFwZg2+FO/YwoSrxznHr
Q+4lGwKceZZu9BrN2FE9JM0QpJX28XIPsPTiGQzsAw6RlC9AhQOFCxG3SrJpIMaqtcBzmEe96//i
8jwz9L4FZ87g5b2S9Z2OmEVbqD8GmnWvaCjIKdDoAtuSZ/zNVxOMkBg5Em9UaWGd0UwucPh2VKEz
qnrlNgY1ZNawlffUonP8MSN3tDU+G0M6wwxtHPepaLVhPw7jzzbJdrcP7FLIQUccpW48qzC4JYUc
hYJSGMVnJwJm3C94GgxNvr1tYuk4CWQxXqBoKkMN6PK8TrMxTs0cIyYoVaAPbTDrUaGD3ANKmx+2
BHfDkcXcCj6OJyWOUzVSBa8IO3IwjIl8e27ugJ+a2V9kwxd2JCcgfJzBO44V5c3BcU9uSv0O6sqO
Hk0A9Nxe04In/LEFSJqUAXhDRwYmHE7lhq+Pe8UF4bm5v21k4RMBDgRQCJ65oLuQXxFAn/WemuJq
QKAww9JglZ/SGQDCBqOcje58UH5K3LHgx4MmKXCDSG3kErrHNRdzFyi81PxnqdnA0X66vaDFXTsz
IH2hNJ5nlZgwkGjfsvyxBbqIrUnoLW4a6Ad0lKuQt8v6PFnB47aamBNZQFRZv6v5PqmiNlvLPsVP
la5U7NUfM+JnnEU4szc0pemwlByyqhurKbOdV6AnwEotCdp2+t6VnXWo7dL7RPNqJdwtZUPAJAq9
WmCsQU0ruZ8BRA2ZGbhcrLQN9H7as9435xe8OH3XaPaUopP5vbPAHbBGFi93lN+d5Ny0FJp0CBDO
iQPTBmxqBj82zbzTaBY6iFI/Gbj3Y/LOH75nXv7UkjXa1+W16xpwmagSgo5f+gFDlqo6mF/diBfl
thvj45TTI4ogGz7dDya50216l1ZV6qdueSqz19suvBCZTVwyyEJRir+e6q5zM+tL3DaR3reJn+d6
FiSqupbuLjw+0QoEsxOyKVGpkJKpeS7zsqgbN0JmCMb3b2mZbwfzlKZlAMz40P2+vailNwYaC8A+
IEfU0YWUDqaV2pkyEtWNtDgcx0+ZG5blBljDSiUYnlBCbjfh7H5W+vGlqiEYTcPeW2usiDXJJwrP
OVBfAAcq9vbyRFVtB2/lICR+gBI7Ufc9SO6UMF/r/S+ZAfgTmk3vs3MytC8DUM2JJ5TolcHeDF6/
j/Gc6uJNZduHWF/Jg5aCEYZQ8KiHRbC2SfvqdLWdtYNpR+BSG7YuQz8ybw3rUOiVvdXdj/JKvh9O
1BAAt0MNGwUhyW+mSYmVLDHwMIW8CYTGK8NHTb8PylRfSfcXVyaoFlC/FjgKKQK5fV5aXo+VTT3f
89ZhQQOiBb+O72lir9yD8lTDf8v6Y0w68haHQk6LjDYatcRK/QFif/vKKl3gSRpShrM698CvmG1o
xEm50cZiY+kpcBZc/1ySUgVVfjltB4PqwUAc7dltga0d89o44lXE9sqUpvdGsiYLsBQpxNaIoZt3
Ac5Lf6Zo2KpNYdtggZteoHoPfmh75R5YNoHESsyAIvGVcriM1myCDJIdJbn9q9Lqt0md1ojZls6L
QEFgSBx8KqjnXC5Dj7N2hP4A9h5EgDnRdm7X3Y0upMS1Zsd1uoJ9X/IrwTWHRwoaaHjuXZqb8qxI
SqhtRHMxaA+WkaNZN3nDDoRL0498HPvoduhbtKdhOAMoX1ylMum1102t3XtITqlh+9Y0b5O29NsS
7Pxse9vS0seCC2PcHgtDSic5caFAAXsoRRrcO8kW6go9OC/rD1K9vR8VkdQbYnbWRlvicv+q1ppK
uxIpFht2mV4eeK8Hc4VXWO4d/mJBZ6bEJXaWArmQK9VGG21IhaMUnJCE+25hf1Cg8N8FuTo4wsX4
uSU/JXUBt4hp4kQeqXTQ/fMW+oFzv3WhlLnyhZbSU+S9/zMlfaFhyDE0C/3nSC3t3VDYro9B+9LP
x1UhchEd5bsOYF6Ay1FUAl5F/JKzrSMVHzPoruHxxZ7T/rfi8NDGQMm4TRzMqZXZxkueY/IXlxEI
nwSxmFBRkF+vk+YBup7CqFVhQqoznxu3fDapeWfZ7ekvXAPZBHIJDNGiLXa5PlqTYepz1GpUM380
KFqC6tr419LBxesYyS/IK2xcQpcmQHltQwlndKK+5ofBa7Ypib9UVL03LfXH7dUshcAzU3K2nYOc
soYqtRNlZnu0wFNrfNW7euuBpzEtVmwtLQt4aEwdiLFqzKhcLgt5Qo8ijetEQ7mJITVYBF6P4f7d
7RWtWZE8fdbUIUVJ14k0TFbMp2oMUb+uypXztGQF/InwObyVUeMUf3/m5VijVmkFIp7eYTQyOeqx
4U8j4JbAZn14PWhKIeLhkSxefZKl2J1BYiXeQxXmdgI8ul61Ktm4vCh818P0221rC/4gxodATYHs
xwFl1uW6iBcbk9FQLxrbZMdmDxkIvmYwKWUwZt2vwiD5Sga0cHdYILSCt4PkULA9XFpkQPPVHfiP
IsvOf9UJUMnFqKyN4oifLQUlC3cgfA75KiYNJKdoCzDKDwP3oqYL9NxvDvAM0mIeya/eympzew8X
Yi2w8kgq0L0W3OxixWe+UWjIKtyk8yItxaizCplTv7WTz5Vprbj60sdCIQ3adNBphQKtdKCIR+uZ
Go0XpdovMOl4jbK1YSwv9cAxvv7FogQ9t3jE4E/JDZGSV5PXTF4UdyeA3Jj2kK3VpxfOlHin/c+E
WO7ZvmUpTTC51GPfPDNAo2QbUwZxKxYmwwdnQcTNKx5D4v2CuuqV0rE+JkU91FhN7/zoU+NYvjR5
48/VdySJK+d3yfWAU0F/GVMumKOR7oscdNxej25WBEbKxIFG1+YxBfrbHz6ho3T7Gy3VD0Cr+MeW
dHqnzG3iCYT4kZYHxXH+AQSnd0oOSe9vlGzjjiv2lj7YH3Ng2Lv8YEM8laUC4drIAX1Ue6fX9+NX
W/3n9qKW9w+8DYipQIbJxVwwOCutO5leNAxvbfJFM18KLxzazvfiJ0x7hePaeOzSqQLw5H8GpYDU
W4PlxvrsAREW+66db1TtNZufS/W+r9uV4LcUKmwQYYrwh4tEJuMpe1Wb0Cbz0ImP2uFzXz4PNV8J
6UtfCam5OLTQpUUH4fIrzfY4gVkkJ1GvD1AOjiywChPzt65/v/2hltbiCH4EQMxQFpDbSyzJW661
cHRCeRYCTFqdvEYtHpjOdrctLa7IAsen6MCLKe3LFcUc7Y/ZJPA744tqan6ZnFBboX/ReREBAj0E
vL/RYJQujcoEGbinNiRqSJhZAZT2Cufz7ZW8D3fLF5ODviUqumi/Xt8VBTe1XFVJBFKldIvdbQ+u
xltMLbI04DXmlbU8/QrFpmaDWtocDM6gHFnpYHaz0KBjO2k9BAzovCuooW6MPgM2y1CnB502o89B
fbVyt4loJf9eAeRAMcsFql+GS9amM43c8UjEZ/WBNPEzU+4Z+ZT3/c5Ca2ryvt3eoKXDeG5Pimgk
pXHZlwqJALH3WshqboB7+B6vEdMuNS7fASr/rUvOTVUF+6VZhETU0v/xiOb4TlqEDSongLb4CVTf
rJJsU4z5NOZaXWDp4ACAJpp7qL5eHRx3zjMMDbpelAzfMfLiK/yHW63VOpbODNjNYAZvClRVpKTE
GXLXSHhKomJycjCFQtRTy4xvvDa5jwbWGiXLwncDwRloEgFIc8CQLX7O2V2uDbpHOEXQsayTnvyu
u16cUhsSrCxdccmFCwKvMYHRgDuC3ke6hbxqBiq4ypUoU7rQLNMdhRqM1t9PvVDFCMyMBHO5dqsv
fDPUPKEbAJVUYPvlHI8wcCjklSPOwQR0mE+V2F9zyiUb4OXGPItAdmN5l3tYN8qYKpOpROmgY1a1
8AmDFEK2sn3XVgRUEEVjoflmIOe/tBJrtTWOFRxDx/mKqekbXu/ra4PEwr0u48allatYSkD+bSQk
shk0N8wypGts6dcOLiyg7WuBzA/z/pLHEVXAEgdGopzvB+OVDDRUIPXZP98OSMvb9ceMcPwzx+4G
tSBGUuIcMaW5SzxzPmqE7UvmrXGsXB+hywVJiWMytmYC+gYSYWrYakMaWjtvN65Jdy5ZQYEVeEDw
PQKsLW1bkbRIQHrdEyNaBXEDVd06QFSlLUQcjJVsZyE/RQIMXQpQquGqu6I6aYyRF1pVwQs4mKOe
1AlkRiY00opAybd29pzrn+MByhVeuYIOWbhnhWWhfwQyYSA8pc+Gl0vVVhY2s2x/aOlLAypDBxRu
xbayd7pxmum2rYGwS9wn8syarapsMDjpjU8qzV4x+vwZXHrhbUe6Dlv4RdgMcMsBpIC20KUjUdJb
RoIaP4a63lg/+okd9OURl8/4oncY414xt3AAhcguRg+E8gNO+qU5FBcbMPLh4o5zBMWmV2iYlpW5
kmsunA6RpkPlAVgmFUq7l1YGRY3nYWixzRPCFagbW+7Xa1OFCzuHMRTcLcjtLORl0s6V4KuF1i0C
/lyPW68N8v4LBUoXN2c1hdP0s3D+uf2pFrID0AChvg2wrqaieSktSzMGkzPeKJFTtmOzqRVNy30F
ozKZ7858/GH3TQoZc10rPitoTHVBDfgu99uWex8HMggHBge4aL0JPpnLHbbavlZcZikgPbTQnK/r
76PZrw0cygxBeB/DirgQ8DRG3/TqZTf1ozeVBhbs5hiILw6mw0IMrvrG5AYe3+Zs0/IH18ieMLKw
7RTMa30cPIifIJC8gHWBCU1+GkGgzo7R2FWiQT+mzVcodLlt8FEm838XemZF2s6qmTKLeI4SKdUr
xDyMiaFouLvtPtc5M1YiKkFIUNCxkg9Fp/AG+kJZfELpJMl3O2d4Sctw+lR+fOQRxRmMVYLdBSg/
dEgufWMeOm2YtSI+pfEO4OEwqx68OQ267NvtBS2d8nM70p3htHbXcjuPTzQF8G2qj7WY3atWbouF
m+liNVLITua6jS0b25amM5ojx7LfE8v2GXWCfu0TLTo8dGFxuEFSo9qyMkU91lWnuW18mstvubHJ
zTDV3L2haM+WeYDoWZg2z1Ze+2PU6vWhAzPYSuSUifbePfH8F0gfzy5oXAmq1NOXxAYjpm/49hAW
EehdHJ9mQZWgdBQ0JLgPinrldlzaadzKoj4AxhLkgpd+U+u5i+uoj09m5pNpI8Rq1QAHbpxWTsKS
44BvF08dlEVRg5Me7rMCKm3FNmIQejxV1cbtdnRY8c2FNBCsdH9MSPccyEv1ksxmfBJFRMVofNt4
dHK6Wx37XbqFXE3ojDgCM3RF21Yw16FJQ0/8eUqObfJrbO54VQdJ/L1rnoiarBDSLl5CZwbldw6I
NRqzUTk9Mdv2+/kXtAs3TCyQ0GBW70sNfFbJqcrTdqXMtxS/xHwuqOhRpMID8tI9RN/V6SA4fcqa
apu5FtKkrwPayJOJnt6DC2bK2+Fl6ROe25O8BMK5uDedlp68TvPbKZoz4hMlnNYGOd6nLaVHCXrj
SH7FrY7/kRZWg+1zbNlAT3q2t6avVXtH7Z+DW/qNcw/IGVLhMn7QWzHUrc1vI/vUKtu66HfJB0Vv
38/++Q+RVuwkVMUAi05PTQ9W1bdW/0LHFfdZOnrgKcCIE/CqQJpL4SUHkfdMIeF7quAnnOiBmpU+
79e6VUu+gp4Y9CWEIgPGhS99Zex0I/XsODlxGmrl21jVX7Rin564w79n7uePO8q5Memsu9RssoG7
FOm7izTTvMu0Z9r4ess3/zdDUpZQFxqQR61DT0mShdX0S8tZYILdhStrIuzy/mECTZD0YMoABR+Q
1slXK8dpNkg6RDXbeKm6bbWwqrdgZg3pvPHIyhX7fnTPT4BsTrpjO81MMWaXDZGJGw99Pp2FGv0x
Oz9j+6TbWuhO/0zJ1kpWkDDyhQPMEEjd8Ux4n1X0ZKl5HTyxlkUMNZqbegt699Q33eHUQIsuKNvs
wBP19+0PuGQQry3UiES3FqNVl25ZaE3T21mhATnrQfPW3ufqFwe8ucRKgj75oJgLgJtCwxaqakL/
WxDnXlrTh9KpB6PSojFLWGC1zg/C1C1p3Neun6Ikhvb87eXJdxGY5PEawAAj3gOA2siAAbeoyrbC
CEQ0Q63X6a17ZsxfVKU8oq4N2ZXuGapBG1CFrdRChNufe49kVgYPTIkDoqMMZpFY/PaQpHhq++X2
ytZMSCE6BecFnpkU9d9MPxY536LhuXK45cgo4A8AoqPAjmMELgDpazVVTKvOSeKTFxdQU/J2uC72
SfP19kKuP9GlFemkmbaX9CRHbq6OuY9hooAZXgBF6TzPDhQ1Ce49oBH56bbRtaWJaHNWrMqTgug9
h1Gjw0xrDCRoufFqbeU0iw26dAMsTajCAgYKaJtcQZwyc65GC1ZM1vpGUwcO+J8wTZpDNuL2etYs
Sd5AvIkp2cTiE1eOqC6M6mYsd9laW31x16DpAvE4VMqBOLvctcFi3dhWsGLNRsg88LpA4XHtPr5K
5+B2QnUE6B4cW1T+JSu1UkHhYEQuPIwOYPWx4rcOho/z53bLMvo+85xhei4EZ0R0exevzxQsw4mR
tqIaBiG5y/WxnJkt66A3blKQgnUspeGYms72tpWFXUSVAlkjcg2wT8jVa5uZcUtwm508nR3AoeBz
LT5k9gqN1YJHXFgRf3/m4SBQ0zMKIMRJc90NZS+VfaS82ir1yij/1QNRfC683/FAROkJZSex3DND
owF9C7NAYmOQ7xlUmFzqhhaLqvF33TwW7Vunav5kHYYRYxn9DoCTze3tlG+wd/soCAPFgk3FmNul
fYDpAYSNWYJbUguplYRsfJk+AaG/ln0vfTcxASCw+eC0sqQzpseF23oUL4mUzDvWOw9qr+wdc+Xq
WPpuGESE0JDA/uDtebmcEdhBN6djctKsBMwuTqCTp1YF/rlaedsuGnIh9IxkHpAcWUqG26xxOndK
Tpa7a3P7gJhBIY7njGTlAb90qqDhhio66M7QA5dXFNdxxno1ORGDvpG4yKBEEK/JWFwlbCjRQ6tL
uCJ2D14ofR2QFDAFykzZqeheiinqnCqcNX7Iza2blVvAP4K5BvV76a8NBV3NUQjLeH6ie6gCNIMT
ffnF9G6CwJphpCfFmXwrZv7s7lQbQ+lPozLvayfZOVXQJXem025VXodN/tqkZnj7FFxvMgCEmE4B
ZQfiJsCRlz+iSQiplIRkpzJipzXimqsSDJaIwXdUJ9CLf3fLy3+dmUOlpE6cn+ICswwHrzxk5DR2
3X3SZ3tP3WTA3yWPTlbtXLrz2Pjk0X1Z6REizoozXR9CjGKiG4xXNz6yqUkXd2MmINfpp+I05T+N
6h/gJOthJaItmYAnAeYHlCnkjyR/TSBC1HvAoJ+a17p70h4+jE7DboL/548B8QPOIialuVXqTVmc
iGX5Sn0HBaIJCfdDikL9ba9YXAokM4SSHcC/jvQOnFIitH/r4jR042Ege7tkj7mpfDj5gGiXUJOz
gTsBuFm6NpuZN21nasWJTjbkBQtfz3+opH4upn9uL2chNYAlnDFRmcAjWi64OBD/iCei49PkbZDU
udCYYCBayY5l1wbalAa2iSSSrKHilg7AhWHp9T7HtjspKQzb1YkOtd+XL4l5rEZzlxdVkPVKWOE/
WdDOoYGLp5t+I3WFlDP3Tre3QH4GC98BdRqa36AmgAyK9EVBSgUQ92wXp7rv/DgFo+rwuRwONkKP
6TxM6IX/hb33/B/gZEB6pYU7NHcdFEVw3rTpxay42fh5xRqUWkf7MBhaGsway7cQputXnuDX97oY
50RAR3sJKYYMJ8/LXhnBpAPaQLM72jleAk7oqmHiml9HZVwxthTEwQXm4SIUJS8QW12eyTq3mrqJ
Z4aTUiBZAezkyUyrJOwqEqYKBAsLnvCtVZg8xCScsitdKGCRemgOWlnQfcynLHRHlq8M+yx9bjRn
ca4QMUDFJIWKAYOPbKorhHSPQe/Seins/GDk5DBV5LFmT00K+OLtL77o61CJB5RJNLjQkb7cCktr
6dglNjs52uP4Socd1BUDe6x3aPzW8a6vqV/2z7Zz1LXWFyCZ7Et+rNYYCRcuNLTxMHwkGPyAqZIc
vayBy4kJK09NjIG22ajdjdan08p1cp0EAUMFxCtq1agsXQkRcM0sdLydypO7QzvoS+6E6soXXArB
5xakA2RYU6PPKixQpCCJ/g+dI3PFxLtzXr4zRWUFcz8Y9ABaXNalbgeuDyjvsNOsej66M6bySjb6
8NPcuRP3WRWaZK9T1R8YJKiOef4dHGnDHQG9bfF7Kl/ZI+gZ5nEz8N2AF5elbzsVXZbbbrWwD9hi
CI0BkI0JXlPaB650KRs1TOfa6QRVi/afygTnKG3W6qxXs8qIkOhGY54V7Gyu4EG+dN+5sDqNmT3D
0x7q3E7lhkmqBkCEbzrrqP6oki8VuuOVFWQkVFbBCwsOdWFdysM8Ns8Do6iLq+Crch/n4VHRjlny
/S82U7x2BHE5iuSipnKWQSQ2xFUBcERYIAoeOpnP6yxMod1x28x7UVVyLJSqxSMchBEYTJaSapV5
RFEoQkE879uK+kr81KP230KBD3CrIX1oql06D3jBloHnnliyBQYRNGiBnoFK3T2mL0nyFI9bPgZa
1fm5N+6Ye6+R5qgMK8+ZhXghVFnBh4bojQkNEUnPt4QP4J7SHXbKS9BAWS5mIrsqWwMFLX1eYMGE
iAxOHEQCL61U3jiPvW2yUz18j/8faVfaI7etbP/QE6B9+aqlV83W9ozH/iKM7Rkt1E5R269/R5N7
4262XhPJS+IgQIAukSwWyapT54zyNgVj86I3YX/cnvnrpBhq4gvNJ7qcwIXG90XLSk5s0uXVqbG+
OAC8pvTDjog3AYjm/BzypyEyBWu9ctxeWOSifjZ2eZag9HGywSfXlH6TlX5NPtSm8HspFRhb3aSg
dQK6G8BrACE5B1YSrdBmfahO0+Rl1YCleqmsR4dSv207L07NFxDUt72OnIX+1KSC3MjaYxE3ioUU
CecLwPN8jMiBuEMaBne5qnbLYXTlNLmL7H7TWNLjUE8/yiqGFEb/tRipG810Fhw7a86KXYUsOOjM
cMXhnDWZUuj9ASZ5KuVI2tCuKb9NVJIFqYQVKwsj7SJSgncMRGYundUxkzzLG1KfxoZawWDP477I
WkVwdVpxVWRFcHnCy35pYuPmkkpm41i9Xp+Y/prH92kpbSNZ2SmpsnFqy7MGICH6H7e3x9rI8Nhd
+jbxSkPv1+XI2qYyW6ZUzakgne1BMULz+l4X0Y6ubAkYgHeAKQfJOl6zMp+TMpYk2pxAkPJVzoM0
7ndWPHip+S5EGqwcjxe2uHOj1jO7qZAdOBkTyo+zfkzodDCcQeD514sFp5eRMgOCCIkCHtRolJAk
pk3ZnmR9w9io7XS10TftmB2yrL5X0/ZH18nqxrITUevm9U0WlkF6u1y1gOvnITg5NsIE4aD2NBWH
ChqYzLlHJkjKiK85JzkSdfxcz+diDgiEpeEWuXfeQ3oVyDPLbE+F6dP+KFX3AM0IotjKZOKLAV5D
QgLVLL7tul0UKp287E7K0BwBgHuw6Q+SHkEguUGJ70eVBprwenPt+VCYxeMPF3M8BNEVeOn5Qzuo
jUWzDlNWG5tpyFRPYgBo3t5fK7OHLnyoLSyUkUuq4tJKb7ZlruQmO7XWL8l4Ko0Kituvt22szR5a
b1QLROAAFvFau85AmtSqDXbKNMWXUwkXVZIcepp7B1O1P0gdA2xEt7eNrmSrgUuHlhL6CZBAwJ/L
kVVDaVJCuu5kFNpD1TlAK2p7p49dFH+axAhnyLkSkr0ykvhmlPp9dp/lVBCYV/IYy1cAbgAsGoqu
fPwv5jzNIlZ1Jygj+OYY4KB0WR7Q6buu3SuS7FZV7zXoCRCMfmVdL+wua3J2SZKI3QzD2HQn9jHY
vq27RDrV+q6cfeM+ebGCKQlGVKc01yk9S/RMWTl1L0Ztc3miIp4NHLqwLqfyW9v/HoYtFJbdUaEB
ovhEdyDTAgeOr+PQvT3w60i+1JEUsCECZAh1Mu4kHJHehJRQC8vlb8PYq8Oe1KhoMnemNLht6jMD
eXlnvrSlXs4xyEAJwQsAHrZwMm3r6KHTX8oBNAYQwQAz9NRIbv3zuzY8lDRGRiMsnF8oQrZDMArc
TDRq7gmtT6jr07jvTmrS7w0HbBDjNjfeCtUOJz0VGFt5KyzjRiocYQnzyT9CIcJggeSw6E61mau/
bW2QD8gXORADruT2g81saL0UGpdzQEDuwFw7ymRlT9q2rDZ6P7BghrR9/dh0KFHFhaH/pGVW524K
pfsvVVGqNYgZyGAEs6mmT3rWqtQHRT2Rtoqc18U2qQwm70dqZhDclcrkIdWGUsQYz6s52sAhqkjF
IBcIJRUkZTgXpswho2pMWFxXDqrtuMsetJ21iw5yUO8lyEC4A9uaxy/VTzN2jb1vCXLTq/Hr/AM4
T05bbWyNcu5O3WudbXQ3flKDghzH8dcs77IGkpb7tvGJIriwXr97MG6o/CwoUCA3bN6p6yEjLMG4
WcpyrzajyGVqWexGK+q/WUUUnwS7aJnIq110ZpD3XVJWrQOaoVM2Nm6RNjsVOBxL3ROr8jtkHYvx
pdBnTxK1Z62cryhxoOkA/0aGlSdvwj7N7VpRu1NaqJpHYjK4Rj/Hm9vDW4vDQMzjAACX+8J1fRkj
JKNrO9nK2akpjl36PVLfVU1w01tJ4+GBcWaDuylYUWzJMbSMTqbxKvenJj/0bTAEVRMOoCygRwBh
6DPER48qvWubtxgA7NuDXI3351/AnTalOswxGwjDLf2QxOyupZpP2veEoCc66I621h3bgX3tiIir
YW0Rkf+Buy498+BJupzeOqGqI7UNO0mzLX+pMlxf0BkQPd8e36oVpBSQiUeRCPnSSyvgqImbWm3Z
yTAqeZ+rLTSD0UksgCeuPJWR1cMFFgQQQGSivHJpJmr7LKqJxk7o3dvob9Dz8ipP3dcvmtfdl7rg
pFSXjcVvvHNz3NwlWt+xOlXZaUjRcmukIwFr7Mh+6IOZ+NAKZmHdSvMDWgnRsq8p5VEzI+SBFJt5
IOxJg3mOOx85Dfke7dsZKtiFvc/Hst/IyTxsqIQ+XF2NmpeGOPl9Jc+gV49TUQvR9QULQP8Fr47q
AZABV1z8E54+Ok3t/lRIdfJbayBPXQ6t8lgNsRLOtI7Qh63lYDaAVgMIeOq5Oyhgk/1120Outjm+
As+sz1ZpMO3xry2mWT2dsnwAfFzbp+AlaZN433UitqQrR1zMwA2Ro9PQjM2XvqVkAlBLZQN2upG/
xnZnjuB1GdDrcHs4V4fApx2kl8H3vCSnuJisSSWJh6kdTg2q0H6uFR9lD0ZAPZ+gUpVW/m1rq5MH
Urv/WltGfXZXVTPbKGNcmE6mU0aeY+ZSMOdgeW+RKPmn4fhzYCgzLV3GaJnlDtWSNO0YNXQ4oeTg
Nmp0yIvet9JZcHivr9MfM9wh2gD0k2ngzToltvEVre3RQe2dRBD3V6cNBAAgElaX2woXlVKZDXWa
9Ji2rN2WyhiYTXsYbCW4vTqrvvDHDA/SYo5O7B5tpadOfe/6w+BMXp99adRRYEcwHI1bGovMtSEZ
WBobncoWqhkZZa7ZibTIl6h2EfWQR8IeQjoS6B40H3JBtnaImpJoHE5y1iTfKysCo2nSRr07yGYf
6MCIQ4VdnXxIi4myCCsjBF0WqnugogB8iX/R5zVUDKwiH09Mop6d4yFoQrwYXdO3F2xthCBQRaSA
ugXozpbPONtOiZJi1pRqRDIrqPWTSic3zUfFaxMMjdmAiReizp0VH1mo89HJCbgGLs3cpKo1BYcg
NK6BGtEKt2lZ5Vpy9p4mFXozxm7a3R6hyBx3ctmtpvWZOYynYRg2jjVTtwN/gFtHxegbkS04l1c2
Mxrc4TDIjqBn9wo+1altqSXyeCrzYqfL/RbFrX8KH4VTnpvgtrLO1AF8cep4MvNvOh18Kt0R/S2K
RPI4qx74Zyifh+mZa5QtAypb1cYTyb9BlCRQSAMdkkkQmPiLDJJwi5gQEu74r0XKk3MHbW50NSsi
6JOyV3mpCLXI+llKfVSd5FAVsqem1F/Ef4DlsynAJFErOFK4PXD1BZyHOHGTdqkuVSHTN5DUJsRI
XGJSl1jFsQfb9iyiXONm9j8GAVYBWgWKjvwVUZfRWYy3UhXq+Y71EeqtO+SSvX/k959GwJwLTkHc
dnFccsfyOJclpAWyKhyN39p4jCpA3Uw3FoF/+ev8X3aWgSAjDhQkr0cu93Eyk0XT1olz31ZfHS9H
2U8xXMVz1K36s6++dImwUsTt6k+rsAePWW5SuN9cxi150pf7pl6F8YskHbKQFm72VTY3RVn62haa
S27zO4JmQ7NtJm/Ufco2t6eXb4b6zxdAdgqhE8Ab/u0rzzqEviQLOuyHh8ZFlwT+aBvHfa3czcKd
f6jf0tfm222ra64K7nzwaCA7CKzpMi1ne1JDbn5QLMgo5+BL7/KHlOkA3lRekaIr/66Op392PHwO
cqFAAtoGON6ru10xUKOXYq0O7bF7rtpnvUrvyvy1RNHXkpzdSLun2wNc2xpLs4sCNDmQXDweQKlB
SOlUSROqkGy7H9SJ7fPBOuTtJCpQ8Zmpv8aGfsSFZwwYYY27dykEGY3WSptwWbd41+3jXbyDUmOg
bGKU97blvt7bh/jY7clO96Jdm9zFeSj7QESEoP24PW7+aXL1Ndx2VdqZgCMla0Kt+l5JmRfZr1l0
l0XWlprSpm6MQ1Z2bi/SaubzAVd2ufs01e05mgzYHcdxo6OqW9ie5LgR2L0TVyGe3Ui+E7/G+UY5
9RP4FKGA2HlMtJ2WKH9201o+A13zAMwil4S7Ns8Y0JtZVCKb1ITEGfzMustAx6SMzNWM2NNF7Baf
rEtX1gCZA5YJIstXYBAntjodHD5NeARphdu8dCEE5d12U+3QrOn++Anci5v4cZBs/vqbeO+9N3uT
rwSRG3uGJ/uKNwaTr7qAxAhSpmsn4oKbR+Phgh0Gm9blJidTX0x0xFzobHYdJBfdOf0+G+Mjtea9
nCFPPN9JNtsPZAomI991jSVATayshoZEJl7DeNABoc1FV0jlQpdmKGiI1+Oy1WO3nfaJ8pCV/xBI
uKw79jnii71Igth8h3OqJ/I8FD0NB/u+k0Zfy++o3HnlfGjHXZfsb++ylVMD1oARxjkFxo3PLMdZ
+MysQa37fqYhBUvDdvYh7VmIUoXXOxk+jHw3QCdAgqCcw8Vog1YJoUWdhOhMVfPeJzsbHBA583PV
ctPG7+v6PlKeb49sWZELj16MLvfCBbi/8LBf+kwqkdIxuiEJZUgmBnOvlqE0JVVg9S25Kwu18qiq
EY9p9IFCKVBwJb3yF6RVlu5LMDwh2wAdtkvr4K0y5wr9suGUF1k4WApgVHoRoXfKag/xEJsumVgh
uLZxV20LLVR4tCD/BcDE0uWxHCXniznWaInAZTusVNlrIuX7SHsRC9jVebvYWJhM4DBwUv68jXTK
RlDsJ2GSBKURyMS1nE200fMf8T+kb/hrOGemljk+G45GbDDX1mYSwlW+pFrjmtOj0Z+kRn9UytNt
b1lZr4thcetVgYSXQUcyCaHbEddf1Nf4d9QvJJu3zaxthQWUjeLagtdFO9DlmHomT0jXKPCL7FvL
TE9P7q1mmx/R55Efi27ejfW7wOTyk9xGuDDJnWex2ktaYSxeUY8nCMeiP7zz0tHwzanz7Jh5KQC7
LBqf5DF2Tcub9feCiDSbVuf3bNyca/a0ay1oueEjLL+iG7Ir7oAgkgRRevmVq6EuPepQ6XHwguKG
2lPQ5U6QOAlpMrl5MXtgRp+JiEX++jha9sCZGW4wE+nKEtrTcEy6Vat2u/CgOxoKbOlT6t8pzF/Q
uLNbiND1V8Gas8vF0UotBsmJYDdR3xN7DuZRh+KJW7SdIHr9HyNEWsywAW24YmFyZlRESpT4Q2Lr
cZDWeuriBZF6zlx9UTKI+BSk/K7U06+qSwtPq5zam5Lyq8YqU3D2r41ZQUoYIAScTmiKvtwwBGkX
ALsxZqLWBwO01XYfOAPoXAR21mInOg2R1ALDDq5d3Nwyp0lNWtlJaJCablmlfrMGXYQrWAue50a4
iJYVlZJpk4HBtOTdHLzqV60TaEVknpzWvgkhe+/25l+dPZTOkF3XF65T7kbPKNFSFPXhqfIjmb47
aLCyTK9Tv9w2c/3khWeqwJICcLLcknjtPNtA30fmDGlY9X5ibZXO9LLs0MvMnb6AInsC+OZRBX3x
bbNr07kA29DzADJndLNd+kYM8cnSaEd4qbxLUJ2oPOsn+G3kCjreogb5Nf84t8X5xwBNKZIWsKVU
tTegl0XYZyiywDkHhKHUaZxgwVFQDsrQP8L+WSru80BFuRZgIkizoiDH5YhtXPbUnM5pmLqAdAtu
kmux9/zHOVfL+ymzoUWShnLTeqP5wzBqr6QCPOPq+XluhTs/AadISrNfhgCy7W9Q3N79sjd5YLq7
264lGg13kshqa0iyhMVI4medIWciNxAPExUH1pf8z4JwDpxHQMVN+pSGM7qbU/ZU6P/PFee8NtLN
ys4qTFekxl6ZPFGwzt2eKNEQOK/V2g7KphOGgNyoOzlI86SCro21GIaCE66coMNAAoS7yIMpLyGq
jaVoFMtr1CkoMxtMvj8aEev+ajhZsmcQaYVaK19A7o2e6kjuY4vb+t7I0hdHe6DaCWcTXvfKXU9E
ifjVYxZden9bXL7o7IY7q3pj1GjJDpNHCVkVtOTVX/Lj5BuWq3hmie45wXmw6tZnBrm5HOTJykyk
rELFeo5JETTt3WCKjPDgn884gxwCiA9UNM3j/XU5LHBr07ahchqqTyCaUo5y7urPcWBuWUCOxQ/j
Sd/k7vA1e7MOaMzbN9lGpP30CTnmb4J4BqFWtOQzgFO5/ATaSMWoQjMhzKFt9TT/AnqwOTrRYa6f
jByEodoLRRbrQfqFirBraf7tTbF22z23zk0ATXLUfzULsZC+ab3tpWBDk5s7e3gvpn9zMCFtjrfm
0h6AgvPlSJ2kSsBKqi9b3HTcigyFD+4GUzCitW2O2xdyrDI6WK80FUG1gxtAraWhqac7x8kO0yTK
rK7t8wXiuSwYEgU8nWnZUbYQCiC0y7Krgwr81ZxexlGQTl08nHeMhQwZMnqg6L9S7BrAYa12EK8P
U9ufSwAN0HSjM68z3HzQ3Rl8slqSC3bd6ql1bpTzRqJhm+tAyYbF9AN1myGS3XZrfDOVdzOeNiZL
9lH/ctsF18YJ6gz0G4BUBfTP3HHcRaD+iDInDXHrkpDMjYM5tB+bYvOvBrfkJ9GtBvZDXDUvHRDs
l3ZV0SQLrXHEU2gLZitrSsGahzao5CkZNTcDP9Igyo/y+NHPKIOmH3Q9IkeKTA938lSUQkC0wybT
cOoAg0NcVkC2BBgmZEib+H76JikPTdQc1Ohp0j31Z7Hvm037nplfgaYQHIOfgEber8zP+hWYG6Ay
wX2NZDs5hepMGk7B+AU41if757xhp/gJAIM9qmg7TIxPwv6pTb34JwoUt5dbXdbzln3uKElta3Yg
ooaAV7nRneEbv8bH0U/d4akr3fSHsp2PTiAFwNX20X3sTcdyn+/M59tfsep0Z5PAHS8qpTSVG/i5
Ojw3Jgqkmu22s9cWO9XaJKgh5DERTPzaoY3TGr2E6EoG5wfnfXWckVTNoFGYzxrw8B6z2F2PrqzE
2cSPIv2ptbh+boy7Tjnp4CQxgbHpkO6yLwxY5Y0oDK6+pUDfhp5FdK0vNAGX+ylVGJMqlmdhrwEa
W5ieYXYfMSAWk64datI8LtdSzSF3cfQ9FfZqrG8rFBCho4MqNP51ab6q4zaiLcEYPcRH8lRlfvkl
e52hN7MdHtt4kz6gS/R79UX6Ln0fhCQhyxvkyo/ReYP+KAtlWn49LZUpc2wgZwpNxT248qIXQtzm
NXqM0Gz3+vu2v65ewFA6/KRkRpMijwhLaA1p15hmYduNO3l4Gu7sXylz1cp2peG5az3Df2aC5Mrq
JoGjoqEPdcsrtQELaee6dPosZG/Wjj0Tr3rIQd90FLG/r+6MMzvcaw+aAGXdZ0MWGsaLM6NaZ4OK
KtT1N2nft6Mg/qweccsb/L+j4s4bU4XTQlUxCzv/A2mpr5HPwvkeBUthCnXZ0VcegtYoCzULFLv5
akIxd05EJMxfVeTemGwa3TXQA7JL7cDc9y+jts2JW71Q605FmTQSJcDXrimLOO5/zXPbs5TmATBT
DHQz/tS26MH8edsn193jz+9zgZxAGgVyFPh99U6fXAdEFU55Z1lf8eKpTcNtBOb+j4X7Y4+L2dlo
DwoBLCIsqfYOAcRtWRf7zn6MKtOLjH003scQcc9Fjy3BKvIlvV4ZIbNewKy2IeFBJDKzfhz+WSVe
rq0q0TdEG8xiv5mC6K3bgI9D2dMX6dXx7W18SHI3l93pV/Td+qErrnw3bXLDVf8hLetfd5Szz+B2
hdr34PKi+IyYpK4s/ej7h7YR5UTW7uZojwLLC3oOlhv6ZcSWsgQhc9l6sx8fvlu7yTOO3bfUi47t
U/qlCbLtbQ9dDSxn9rjAIusVeJzSKQtJtS30hTESNdmTNtwZ00OlCu+XqyfCmTluDg2pBcuQDXP+
rLpZ7xZP+nau/Sa0iGfUj60QSK6tBZgzg8v/P3uV1wy0qXqM+Ry8IpiecJE40PD37MXuGNC9iPVr
db+fWePeBpUGvTpV/rRWh6qne6Pbfxjex+01W41aZ1a4a5LGIOtto301LHb2I+CZR1Hb6jVsAg/A
cy/k7kZojyzLRIMF9jYecRe/G49FUAcZwEdk022ZP26nEynd2+P6xLVenQZnA+PC8VyUeBYn8A59
q/Qe+aG7pU99QNWASyAHJ6C123ydoH3yTdrKO+174jXbagft0ACMzX7iRt606f5F1u18KrgQPg+N
WeY2ljTSC9gxLFAsFEwEFFjb9rizABXxeU/iC9ygmQDyKZGyMAVoP4lqZBgEG311coGqQl8FpDiQ
ReEGghQP6hOpg6fdppdw/9MPw6HZ9r+hxhuOX+JjGTrI5EBrbEfDett9VK90W3zVgi5ge+bX9/Gv
eitM7Sz7nV/x84/iDiwtUtM4H/FR0kO7UYPap17npkHyZni1p29u+xffR/YZwc+s8fjtSU1rkP5F
y0Gie6mXAtX2q3QLr3Tz7eRK/m1zn7RUNwbHw7hnFeVLs8DgWFD6w258/a1sEjh08jC8aQ9y0P2c
v7VBcTC2yi56qHFsZXe47qCdbhdvu2fbHXfStgBsR/Bd6872tyfwhaQ0T5kWyfguX76THqS97ml7
qJQUUEJFF/7XdEcO04u2K9/w6DuYR+BjrKcksLz6HcJgFM/Qr/EvzZMf5TBzo/tE4Kg8K9XVKnEh
m4LMRqoIVgkdue5Ls/xjed9nZFEP70IGRYEDalzEtiEV1ugZjMkHx01dbbt5VVzdzYI30Vtw7ZJ0
7nxc1DaMGDCMZf/l+jvLH7X6oxClKlfj9rkNLm4zSc7QorA4OKJm8iC5vZu5yWbaxP7ogXTAzbYv
H7e9afWNeW6TC9qV1kqGQ2EztqdNzWovhWJSFeXbLp52dTQfJEZ36dCB/po92E5y3w/Rps5HX5qn
raY0QazYzzN7kETVDOFscBFvnFjm0Alf5nwhAMBNgbZjAbgc3cqTvD6AhsBreRDJtK3ewc/ngwtp
bBiaZJixziDKOc07QDKedL/YNH4nuCuuXTbODPHVdLAXRabMMLwhQAv/UXedbRYMbvJ0e4FX/dZB
RxnI2BYyTG48lFB5koqYhCRt/VbZFlblZaNg03+ePlex8o+Vz1k9u6fpfUSNSkKXpNLu0+xDGZOd
Ze8cvJrGqX8c09pNTMdT+9rLSub12rBLFK+IJq8DxC2fi68DiNpK1m21qNrMdYcin74jjRTEWRt0
lvbgyO1d1ORfHMhH9LQJbk/SsrG4zwfybiE2AIEy6Iu4a3utDED1Fl0S6vXs1V3r6lriqfFzOQhW
Y829bED8kE4Cudl1iaDoRn0ciQUoXNfsKjt/oO0mJYEjb1XyzDTwfsTQtBblH1acAFcHENKBcc0B
4J53gilv8cKjaRgD/Nb2yUYzcXuuZgFwQ2CGz1dNsU4oA+lgmHeHpM/8SUm8Ts4FB/OaFUAYl05n
tLAAMnn5JsBCMiXTkXij8J+Aye/CUu2KOwAh+cfC8gVn3txITtXpFIXUfC6PQ2UcCnvctO30MjNR
G98SxDjPg/SqAtYVlDqBTuRCftTOzTypqAqrOTgGUmg0KBAsGmefZcFo0nzbJ6IWnSWiX5sEI9jC
PXZNfZoOPUhbHcwfVFhLdXQhuxFkzATTWbkD3kGQjVpdLWjL/tca90JVLDpaSgUsgj74nflGop+R
6EYkGhD3KgWW06ZMUtOws+Zxix5yByR5DtQIi/GdGYnlZrouSvKv2oTMzNLrAHUPnnBXSdDSKeUo
9SmdJyd3G2Ztm3lTiiqKK4cE6mJ/zHCeSGu9VuMKtdOmVU8Qt9koceRJnbQbZyVowJ68YHukURY8
5VY3gI4EBnoxIcPJo1NytWgjgxoAQ2TDr9GYt46a+APJK4+gjeV27F3dAchwA62E6AtN8MvNZlZU
hUw2hpgq+8bTgJbVvHp2m01UC04pkSXOFSXdnDRaoi6DFiolfm5jV9XCLJi6o0jTetU7zsbEeSTa
EroKCmSflgjU9dKDXXoReR6ifxMLzwxxl20ZmCvdJouhTN5m1aGbSSDk+VpLzdtgY/57ibiIOzS9
I5EZSwRa222qGpvqLem3JlgRtR95sS0tlNPMxI3p5NFWsGjLb19Fq4XYFUov6IjgH31oJpRMo0ER
Qpvf5/hpFPWYiH6fcwpLiyhagvH7cfphyD+EZ8na74PNQUZxFIT/qrm4ytlZ0tvUcqauwGlVN2/Q
9Z4Po+r0gj20tl/PjXBX5c4o8sqos889BLwXQQdQpj/a7OP2Vl2L5WgJXMCFSEBclcP0qRtSE+pJ
YevcEfLeqpIg7qztGyQQ0VGMejkUyrhxTIZNy5xhspC7MttpK0NIA9HBVYqDlAkfGKtLc2aNuxUl
xGIRiPbTMEtAWuwqUdX5UxKjjSaHsBBhah8UMum+Vhl9mq22X9qNhnvGSsMflIL6Qzk822TOBYsp
+CyDC4j23FZWMizYpzSWvEEH7R1pZRE//upaImEFQQ8AupBUuvTLljZT15sNAJva6CEUihdz7exC
e97fFrid1bNy7DoGC8Asf6lyspHGCGxDg2uyfa/rbq3qhy4VhIsVD0KvFggQ8eIBrROftFG6RFmg
ATi5TMnrenKktH5kTPaUbukVSuLdP94SF/a4SG/Zxdg0DezBj9wELR5WfDc1/+I8vrDChfkkyfFA
UWCldu708S5nH3l6x0zBi3TFJRx06iwtlcvM8ezluqNrRG5wpyntaJcb2R4NZPY/d26QAYJ8Bvx5
GnTlLp3i9tyvJQQvfoybfAbgm0l0nEs0Y9mmjNM9lZL4kXZVMGWp4qZgZNpUVvVBekLCzGyAO9Pi
b1OrzXs6MlGr9nXXLYiiAX4xQWmysCTxnBxmbKR6keM0jp38WJrNQY7fahJ9g9DcxklM16yRgNfQ
ujm7WYXz0p5cO99URN1ahBxzffguZ+bP25O0uiGACFPxwkBr2Wf+5+z80WKnK3INcyRJfjoHxrEB
QywE6ESpOJEdLphmUVN38oTLVVJXhz5Xd/Lcu2AnBNe8cmyzSrDPV048XAb+Hhb/YpdzszAGCH2h
99cFzK6PfFCTNFTweBFZufTW/6GWVRdTggUtXDl6fCXWSySSUV83oRvoTUMkxiPwMg4rmdFFY4t5
UzOkZsfDAJKaV61/uu0FIivL6p15QZNYCelzWIH+7AgZihBU2MIotXJwYU3wpkTfJJp+eLKEhup6
xmagzxrbZm42GpY3kVEE71q5xV9Y4e4IwMnYpa5KyyXkYNmDp1NtG82Pi94Q2Ju8Lj3cnrp1x/4z
Ks6xNTCXIh+QoihvdMfMrJ9J/qPOH2WTAsXdChzu5uBUNL9crhOkDXXkYoFqyjTVVSwCvpPclV9Z
9UDUhQ5K4BarER/kkqhcOeg55YPDQkaL1BDGBrEInJP0+5A93549fdki3P0dkcdYbsAm+tl5lppe
t8eqbTAip4vTICusxo/B1OtNDZHcqS+zr6yUDRBXkzxosoZsYrt5HTU6uI6U6q5S08jD7QWikl3z
MY0AWcVJonlz2hce9o7jzePwZuSUgdC9hHQ8NC2sIouOALfaLk20OEZ7ZwT0BqQxXxxIY3i9EicP
M0i1/KpC12nd5LZbNiCaQ1Kk8vTRHEMlAWWELpdWoMSD5JZ6a4KqQdM2tydnffr/zA3nyondgCoo
i7OwTga/TnpfigXOu7rv0TgGcBM68aBBd+lPiDo2Q1oW2WzjSYlDbYJWZu8aolvXWloTq/zHzjLS
s/histzKKhl2zEPhBHnkSoYX6bgrH9Jf0l6rBBO3GmnOzC3DPjNXzRkqERacKnl0mYDxSjRlXKiE
gFOnRgp+uwJiVH9oD/P326suMsCtutl3rVlNmKs4i4JWe24Hy4vVxzF7+f/Z4QJXmWtaDY0FlL7z
Q9dubSCC6Z2sCja4YDQOF7FYBa28QsN0Rc/s3n5Mv4q0FVdD4p+15m6M/2NJfZVDjW0pwyqpS2X0
ye6Sn0MHRV3BhK1G+jNL3HUS2AVNnQtYUvIN2kiZHeBdhHZLWdRNvb7v/94tDnedV2NtQukchizU
ZcfU7ZM7bB739vKvjgalDLDoK6BJ4C+jIF9iWP1l+duTA4CVZDLsStu13k0RZcXqeJbnOv5CnoO/
w1ApLqtyLAH8kLe4/rraCOosEY5sdTwg+F7gDwD88fz5OdgMpNRostAefA2NfyW13MJKFpHBxhSc
i6s+h+QnstZQIcBr5TK+OE0UFVWFpBAtgiwNxn4DBF5VoLE2qEUYp9VYdmZr2WBnsQzp+CGTGGzZ
rQtkWiI4AUQ/z4Uzde6LSB8AYWYMWSFKdMtnsYhWdNUBzsbAhTSp0YrWkjGGcrzvjHejOoDPT3A1
Wl1/EI7oS2crKMa4oyxGiQGvViSGkHFPZrQc5orb5tB1kkOIi9zeO6vnGRju4GUABkPCiluUuGYS
g5w1kJ8olgRTP99bQyNvY1oqfjyx1ENz2p1uT7o/sbF2R1upBcFobUqXki0ahgH3QRL+0i0yCE3j
kVlhSuffWfx1/Bc9olAZ+PP73Olg2kldkhZw6wbcpyUxXav82WjPgnlcGwVaz5a2SghzYStdjgIk
piVynqgI1sMxl5vGQ7Y67LrHkeVuoTZuCe0mqwKCBQtKiqeM2ZvB6NzReLQgSXf7Y1a/BUB6SBsv
FH88+x2rMjMaE3yLAg0mHzmhxqvy/KGnoqfwqqGFZAWQfUND2vdy0LRyItXOJ/T7zOr7HJVOoKUS
81Psu+D2kJZF4i/XJlTCQRoLvfBrYpWqG5PaYmg4q8hzX4Pndnoo5X0yqx6lrxVaGedCsA3XQiNm
UEGOCAJeaAa9HJwxMjK2dMRLksSbYgeNNzfJvClWvWiK3UhEf7BstKsRnpnj3DQpOshOKgrya6m1
V5ziK3jTATJQGreV0/2/mM0/tnhERq9WYAToMTS7ekG7vpsMrVs6szueNPVJS2ZfFvUfrDWYgHwE
j6OFpd3BBf1yNsuuSbM5RXtmOW4MhRwrsCXlJxsUqLZTuHnmJ0czfWjSQbAX1k4FC+2un5rVC0sA
Zxd6HZCEQmIjadL4A/n4zpOGSvkXMezcyvI2PDva5MyZcbphdEaf7WoNT5xsM0PQ+fayrbnIuRXu
2lbkziSzHFYsdfqhQrRcnQ+gJfNS/X9Ju67lyHEk+EWIoDevdG3lumVGemGMRhp6EvTm6y+pu9th
Q7xG7N7svimiiwAKBaAqK5MHc1nb2DO7r4ZHAEhF2ARHDecIFQHPZR/pgm2dZe9oVBbsKBz+QQ0A
/FZ4tqG/ExcbltJ9KI2s8+c3gjYZjZtNUPZI65Knb7fqBX+ssCKo0hjoRFaQsCHyp4I3OWhhOH62
mhIF8gTEJcC7GOD1uXSBJkfzo9ygMqWWrgm0f+MVTwK5LQOrkA9m8wmN1/ED3fDq+CMOcjud7KzY
STzxkrW7w0z8i15TtMwCpXv5FfJE2kYvKZqAk13UB15Y7MrottNGTw557blr7oi2wy/NQOBT2KUj
OtTAaAVER+dnm662X7MUIoodT/tsLQ4vzLBrF4pGRnVhxlU8tYml9ZbxIbz68V3Ca/JZO2OWhphN
PHSyCt1WnGbJ7+oVppLBOk3E1XyH116wtr1QZkZUgkjQfEhfrpIR1fNVCLH+rjqDQI7T67XqA4tf
Z07lChiD1Ffx69ksACscdfUHhDwsXX2t/O31iLQ2EJD3qchP47KK59flQDKSgWVt7tDOh+qklSok
25qtSj7/gRVUGmZdJRXCuszCjCF+tQEB0DFrYlCnWkp/1kceT/tqjQU1X6CtBGmmamdOKGghCPWQ
AlwzVG6JooVcto5qPiaaYWe5aaXj1sw2WrgBy4mVy3si6N71Ya7tp1kcHP9DPA3KS5eTmQhVDPFs
TKZexS2axE2PApvlJFleWQEJwr+d/kHaFd3oXz386GpjZnVqwf5PTTxlmqG0uwZEj2W/nRMnKuVc
N74PDJZwcMHlQXsOArLLgU2tqQcllBKOeABGYJgBzYwQVe6AhkBf2VyfxO8eeWmL8cipFtuaxrCV
PWupNWEZJY6F9dHgej23n4Mjldm8mUFoXqt4niU90J6xKMfbvMhqq9Mi0zL0xPg/7THbeZKxKequ
BS6EoMPF/C3nv7HDuIwn6xOH5DjIqPAcZFWvmqoMik4Z8Ton9Cewq/d5nd6SIOXxJ61gbCTwYwDf
gmZQE3W6OXwt7kp+bmRGHmA8YppbUhDaeiZY0P1yyiDGNb6xNDPepjVaS+qfLd01VHevu8jaAi4/
gNnoJANz9zThQRibT6J6k5Ab2e15UL2VCy+GiVcR6r/oKYae5eUwhbxWSI1H9TGN3KaiFkqgYR87
QZkhsqAFCIKInZpbSumqf7/YcWGavfMWgWz49dxLlqMXL90AvCHyki0rXCcoa0Pe9ou0VweJ5+Xw
wNafCXRoMIktcSGmZbxS9MGj0gFiECccfw2jU6qdDd5uGSvaJiAb8/dxJr1cX8sVVP/ldzC7Q0tp
X1Y1viN5/qxtbV856vHdfw09+mzuS4/stfvsrD8GDsfuHB0vn2uXdpn3fllCcl3N4UTBc5C7uWLP
OA9qCTsq7YXGRc9ZzstzruRqYBP5IJBezKSwrGyiYGZF7+fYOUHeoAtfsevBAsbanbFwmr9vu9KS
22PI00Nd6U+4tMvEb61quikTMceFRQrrrtM2oaPcl09AY+K215xKw4KgVphY/cv4zpnn2Y++zTOo
JJEP08DQwva90CgBDQdBtFUIVL2qX2YbumE4bCRz8NqwuImb/D6NPEnsMPD0Tc2hQnH9E+Z49O0L
NNzqQY0AbC9LNVLRzi8hvov80djfChXav8z6HXeslxKU/3WnvF43txo4ZklYwBAFtNayGiHtlJXQ
b55ADyAUDpDu+4j0gTVS46Q+GbFdCy/VAMG4UrcSgTPba5ERvqXNPAg4B1g2nEovUdRuJZQw7+DL
+Z2cuymnTXF1NhcmGF/ScY/xfV1E9A8dAxqjeQX+Kc0iUWuXPLDg91cf/HZhi7kLZNokB6OuILnd
Gr8aU7EikZyur9Ycxb85hwktKyBOsF5srn7Mqw7JLjjHhFuh3BAXxaeiA6+a+BmRG4O0EIv823du
jAorpOkqSOmwJ/BJi/NT1qYRak0ablMqtr/2Bo4nUWo58W11mRZG5r8vjMRVQcGsr+PBnJmFG5ta
4HamYE11EltUb0KrKrOQY3PV+9ApghgHpiRUWC5tVrGB8yNT4+MgPedCaBnJsz68FQAhXl+ztbGB
oBlPLAjDzmwOl3YiEMdBGQwbbMBIHKA0u+Poq52jTB200fvkA2wPIsfmauyeC9PgQZvvHt/uwH7Y
jZmJM7nXDuXLMN5rIRoSosCWc9Me0r1RPmQ6Z6+tTSjEVMGtD4l4QAcYT0nyuOtkA9s5BB0Tsf0Y
KWhyrxQ8/cHVCV3YYZxlSrRBTTXY6YbqXSjOdRJuzBeQV3oj8U1OOFawOuyOA8ku0JZzOhgXkMvV
KydaJKSJkqP+IoJegccbPjvZtZ9nnEOmkjTkfZYcy+mtD3yLggGfknNL9hKU68fh87ovzj93zRyz
RFBsIwC/5mgn61Wr6B8MULVxST7XgtRyypj1qc0mLNNqBgZ2Jniq7v0+dcThQR0c03CTAJCvklOL
W3f3xSoxezknzTBUOUwGxSavtnHwDFJdq0OOmVQvTb0R1R/xpDxcn8xVf18YZa7cFNSWQwZZISQ+
wMclntCRY4ni3YRcznVDqzciJG4gEQy1NTzVmaxyW0sJtFKLBLRxm0oD71iTWkFvQnykDe9GEm0i
VXMHSDlWya4TfE/MJrc4q6AKm4TiAEFtTq1izY1ACWngUYoGK9RyLzfFIKYNhLiq5DgKN7ryhCci
t31gbXK/UooopUFclR2yQkwFaq9qckROwhK73zPTdVBrliTyZnfNXVFKQwIMajYaOPMuByNIuUnK
SUuOBSgcw13QiYcmDw7p3Ped7+Upeeyqt+sLuhZUZh7m+R9EtVmcQqfLo1DLCrQv5cGK8SblAtBW
usVn+tv5qgAQGsIxE1iqyvT7qERR0Aju0G1vx+Rm7hLtnT57mw4iRXeVjNIEXqSCW/deq3G25OoQ
cW/4UgeYm/4uZ7UMyUCz+VGYtEbuhZQ85SaE1K7P45of4rH7lxFmByphNAbgx8Or0M89uUqsSh9s
Pv8rx8xX9FncToK6NBtDxkMoraVdMDwgN7nl++GqFYAsZ0JydLSwdztKTSjzAfFzjCc0auQiALhl
Lv4kZsujd1o7dJBKQrMsSJLnRrvLtaFmi8KngZsPJandp+YmNFFrV0A7bCEKbdo6ECAQwBMjXN3R
YFoHjSfcUWXV1oNIRYlKmK8H1W4k+qFE80eL5Sr/0fBm8QbQUQpgDJIuhydjuap8Hh5A99tY1rfg
0FJjPG4i2cuKEXoEvOvW6tItLDJZAQFts2Gh4o5cJuNOLjftCMkWlXO9Wl01HQ8MNJtDdINt2FKr
UvabDv6RaD/QO1N7qr8T++eS4vCp7q9vrNXdO1eWZGSoDYTFyylswrTKUPZBSkfvm/sgk8hdkZWt
e93K6ogMQOfx7IQzsilhVSt0oLRwt2qRZZzrH2Nv3bY1OHSu21ldnoUdxiGEWk+i0UATveS+ChYn
Bq26NZpIZhpSHFMsjK5Tg7YoQwN5bQldltJkN4MCmaz7IuNcN+S1gwpcvzJQAnP7j8Z6GXbtJOHR
cjTq3nhtSKI6oz+YNrAz4d6fm1XjKUDaIJiOcRlLNog1QktRWu1AO+Ii9645Qpop23IQn0IiQgQp
l1KPmnG6E0cZvfI+nZy6iuuXqBlUDzwVgmVEyJAWU3rqsqq3dOh+O0oo0bsuxncEQytCsIRG2yHt
I7vQALkTCm10gf5JNl2RhYcAv2zJMcBRUDzSOFO/9hCYtaPwQAVFHu5Fl14KkufSKNQpOQ4kOY+N
ckYqQ3tIEzl1ShqEryGpVI7J1XMVCGfANPC4gnQRc+RUgUa1SB5wLxmtyhFBimKbL+Kj/pJ8Cr+y
D1F34soGgu66B6+P9C+rbFEyysREkGNYpU5h1vtBfw2qTyIHu159um5pbeeD5N1ESyWKKCBUuJzT
REW/d11gTpUSgMNKSB4rv+RN4nxfZZ8hKBt/UQGAGIK9PyLHVYktGRM0REnboXlJzOpeADzJHDal
uc3y3hLS0mqjx+tjW6m54Vxb2GUWL8Kvkg5qtcewgFh8LyRPkxiVd1T1hUM2BPlDkAcx2l760ekN
lex8SfyRB6LsDGNGd4AM8NROVh8uiy9iee0MoOBKgvYwaChZ9Ki/B6In/ep+ClZbOEbN8aK1UIX6
G3Q3UQPGG50ZPqlrsWlDGAtitOxVuzRD82/mtpjr6xO9bgiIHyQBUIpga1ZRqIyJiah7hNSOgOqD
2DSW/jP8vG5ldVMAswi6D8hfQQ7y0lXrsQb7Z4U4pFvvIJSz91zR+tXNsLDAHBxjW7VdDmAWqnsy
NGgemi1YTLay+xFao0McA/xB14e0Hl4WFpkYn6p6End9BxJl/VflIsmXKu0ryZutGG4BnUbqcjRu
1K6wZOgD6KnV5Tzln7VDeUaC/ndW5zlZXHbToFXHYZ5VkFc4oFPdJZvoMeR5yFda+VsIWJiZz+yF
mZGUmQ/5ZsRuRFELmuEbaF9tIit4Q4rf8uojGrYi5wV5QBdlAKfcBXed+/Q5uTyo39p4kXRDQRoX
GrRtMOPt5A6EJZKPU7Wc7BisORXYxGn5PCpuVmt4mf1NhV3ACoAqBIYBSj/yDN9k7lZIE0aKmMUp
2pChiGEK0QcaLG+zhJcmW7v1mCruCcB2oz2ePR3HCjACAExgp34Y6F4xdqBXve6uKyZmWmHMmjan
A9gso15PaVoWPfQxXfUlPYQ8xt2VHS7iBq9C0RZN8TiNLp0EJa+WRsWQznkPBaiBbdlBI9KWfE68
Wh3Hwg6zJLXS6blmdukxo7+BsQYdAheNvhISASdBBz4Ggk5gVjA3iJLEINqYHmmqe2N3M7et1sIn
F2G9OhTNnMHNqHZrbJN7GJhESFstPfbiRq1v+tgFEOcfrPrCBBN3AyM1hiqGCSBX6nwPE+DAv25i
rWo/Y7wAi5Fm+ii2yQI53oakLTA4/kY9+F7s4bi2Gnvcfjzx8j9rt4ILW0yURxq9k8MatuL4Se/3
cg9WcIBETbmwhNDJNQfU1VXh9ulJTn/xUhjyqmMsRspE/Choc1LOIyWhZf4yUms8BLfdUXiaPKRo
7fTwLm4bZzg0buS1TnuO7XRbOsVTu4Hm8WH0lG3lopAQzcStZzDNcSP1ymXtYnqYAJlrFZWzeXqe
RUdwB2vaSbCm25pV2b7zUtwLoHl5Nq3Qve4Dq568mJj574sTAqI7U0xxPzumvb+pVLcXpI0xedeN
rEaYhRFm5w8t9Ks1CiMqfcT1OiMnYXgR7dHkOPQXmoo57y5mkblXD5FRKOo8GtFprfK23YuesdNs
Ge+Hwg7teCduk1vqTY5+0JzSFm/f6n21C8HIt5EdUKc7gqN4oHCz2zO0vyQvfRChTRtuR0vDzMtW
4kQenxNzXlv2q+dS45x6xvnIZhGp6Y+lNANZoSNebcfJuT77a8VnQPlw6CLNqIICmNl6oS+0ekog
pkDR0C9bU+b5CTqPm+c6dYPSoqmla9ldpnPOrbU9tzTL7DlJI3WqRhiWHuteM6DZJRmko6i1P7Uu
5CmWrlwwMEaoac/Z+5lR/dKPNbhxIKsYYyJpu7jeIMsm5oGXbk3Vq/XN9Rld82e8TZHUww0DYhFM
bFYi31fp3JdaV5UdC/kBuW23Lh4iYQCP9d/PSM39Cn8ZY1YvS6Hc4HeAbcvheKvq9U3Qvmp650RV
aQli4vUKT0xsdeGgFA3KjBkbYTAxwQiQ86M5mq7iGtC+kZYgXdbQr5RXimjF6A3ZXp/OdXtIyKoQ
q5DwyLhcOzMGFZnZoV0pEHdvuzjGfW2gvNfw7G3sJkMKA8UU1GmRSGJikBANgVTPHUlUfBYo9Tqk
baToLJU/QmXXt7tACq0Urb968lkq26x6uT7GtTi7NM+MccyjcUp9Cg0FXwNst0D2yp/OQVmdrtuZ
X5ffh4kK+Jx2RraH2XQU3EcBkLVo/ZJfFUE9yHGzrbKzZPwsxfs0ztyu4dFMrA/tj0lm6wVACwMA
AtQU+iVqBxRrn0oDjF+mlZyxrW071Fv+Ghvjl4GckUnMsIRjXG0azXTo2D00Bg1tWSstAo2B63O5
FpeX9hiXmSLioyls9kswGUXKqTU+rhvgzRzjFELfmqI/G6CPahvatDgrKicI8/xhjpuL872M0aLR
lfC7vIU8WQo62BannHAP4j05SaGr9FsGxuv6sFbXSUSLCbayALVQZp1GZDeJJAOETO8H3GICO+m3
iWw19Od1O6vThwQh0sF4GX1jMfRLIfGnGcIW1/r76HeJ7Yv+zTDwKDtX/UDGe2ImcZt7ki/nUC1T
1cibGa42PGntlqjnfzAO0EsIigHNBchuX/5+FLYFUmLAG/WgmspUIFeAKxU6Hu3AWoEbnVF/7My+
svAFXxgTovWobRARpnwvS8A0ieb930jDbXpdAmymVOy0Ml7RXdVYeX2vJkB1S8Mxw2IG6I69Pu61
uC8hGCOrLM2oa2bcMhnKMennChlyheoO6fwpsQyeENC6Fdw+IWAGGj5WB4hAU5ioE0YNZHBN3xs8
CZX+Xkk4d89VZwS13H/NMMEiC7S+Aa0SCkdgTITAcTKgHyjl4RYZKyhZirOCJZ7rwPIhq8FMmdnG
hl43+nDyIb0tNx9i/eRPnDDLs8G4CW3Doc8LMpwGMCKGJZTtK9nu/Ofri88EiX+PBFQ4QNjpSF6y
zCo5oQkkdcLxBMyFcA4bEDyphRBvSypmLqki6Vbzx54TDefpWZyO/zEKrAO0kxEyWJQYKsxonBXU
4RRWitY7pk8yAzRP5Th6U6RUv1Q9Ul6KYqBeHxK/5pwnbB76yzyuOLCsgboWPn+5AUsyTSQjmNk+
prfGtCXyUQW3QdHtum6yeik+terW7DlXn7WZVlBpRskbwG7wKF9a1dQqBxFqPJ6U9qSQ1EV1ibRv
vbbvw8fra8pstX+PDxUmwHWA7EVzyKWlKDE1JTTD4aSbUJIw/MpDZy96s4tMsGVf4TUArq3mrL4I
jXb0Z+Pif2lOz5Kxz4k8nsZArk9m3aMypsaV1oGuDLctq6sMID/GYASxra8VAQ9DvTaxKN+KgoSD
AavKPgPSKRHzTppOE62OfQn648xEoSX7TMnwKsvIH1+f3m/2UFJAVR84nbkS+o3XoRMgKtsh2XgK
wXs8qr3Vpx34sN9J+CvPOWfrt6WcbeExBQQBND5VkQkCIlra05oY7UmLei+nkhcOgz11wU6SOO75
fVfAFMrtOAa+iuAy4zUQGu30Wq66k6a1rtbfwF03ig8kuP+R6tQKcHFpw+ix1XjtnfMYLqKBggr/
DEmCoDnQqV/v5sV5qGdGJSe90Z9SGthD9G6E+ygU7DTL7dfOVzft33xYoXaKfyguz0zmIJVia8tp
iZZiCEoJp0o80ryz/ZA+SEPsFWnHgRasLB8sQXsYbdmgTGeHZoRRVSVFLJyk6IVKVjlu4kAC5jHg
uOTKFELCddbnBYErilDMFgjEaBjCyRROSaXfUqlxtfmmAP4UvbIa0OrQIX4vMs6LeG1wS6PS5b4H
AZYatehKPwU1cjbhTgg+sP9H+f36dls1M7NyGBifAEKESzNx3oRtOWJs4YcA/XkpftYAPhhlzqnw
LYohgOElZqC6jssfTqZLM7QJauim1eKJhuGrNCpWUziZIt4qYYdkht2GPCoaNh8ENwTuCYz6uJuL
8z2CGRiwd4EgD4pyAiQFHe2jLRfqxkhNG0gFC1f3w2AMttDSMy7YhyH6dX1a2WsozIOUREKxBOA8
qAyzvRBd5RPAeCbjBJ3eTRPe5kUCOKmJvJRbCGcz+k2H13h6yDelvI2hLqBpb+TeKNzrn/HtlqMA
jq6hp1vXIYSDbq7LaTfHXM596PGcUgIQa67l5NCjRoK5EOW766a+x20dTS6Yb2k+qlAmujQVGWMq
AkodnjNBseSjSe7KGscSnTm1r1tis+zz3GqoOc8OiwMY3nRpqg9ImOlgeDnLyL3tg6D80feReJuM
ueSpOclezFQSnVGQU7tOhWlXitpdnfT1Psmbg6wRiXPh+jbLMwTNxLAVpMpwAZ//vgixs9CzTkV8
T2fc1d0jOIfdROcR0bH9YiiJoZlIxLARzyEdyY46EbFfwq9RB072W7/rnPdhG/+O7P61gBABtQ0r
dQGOia3h3ueVcr+fX1/WEdbnzh68YubU/mKMVMIbXh666DwY6OWcHvXsHLbIS0RuIv0uaOVKEiRX
Zff6UjOP0n+PGRw/MwGChLOT8V9BCnRI5GFmkzJwVcgSN+jRu27ie6CYR7awMX/DYmQYVd6N4bx6
P3C1kuzYMd2ogKocteiTzmldXp/HhTXGV0iU5lInNNG5dXuUxYmtOa0T2GLr6KiR/5/Tx+xJRSVJ
AVqF6Iw2NMuXP6KQ19PAdlP+Z4UAhEHKEc3fLMmr7JtZG/Twi9qiu+QQPJhut29jq3MFp7rpt+Sx
cVReq8O3WDMv2azOghs/4K1sa10EHWstkTCuGCexLdLWCfUU53FjnOooecukgLNs305JxiCzamka
ImUSwEeQwrAyM9jH0nul/dBoxzE0/9DFbe3LELQ98EBDH73OOHwdVWkiqUN0jkQldjrNJ1aKG6Pd
G8JoX3d8ninG7/UwlUCCAFNjeh6JYQkm8sLoa7tuZX174ekAfYD5CGIvaRp0jYZJ8rG9hM+gEMFD
0DzUmXwTDfs0pTv5Zy+VO5KS20TngZS+HxTzbC5sM3eo1JcrqdHN6Kzo9pTa0LCnntjalf9ekptS
QhocGH0wWVl41lwf9orDgGEX/Nx4i6poOmDWMahUsPB32BaCXuyScjyZygAmhlx8kFtQQVw3trKS
M8sy3kx4qCnfjKUFAJx9hJWsZPCY4LV4ImqabzqDp362su+gmgplQ/QaQFzAYA7evDdSfAjWUrxT
23OpuJFsgQ4h4xXzVgeEWj0CCji6MX+XIRnQpVDOI4LChWRuifmUpLexIXIuLN9u9XiczKgyhBEd
4ABWHqYN2ipsqzQ+K4mFlrqoqRwinmJxU+CEG2jjyDw+NxaSNQfLC5PzuBdHTSKHEt7pYXwufoPN
NyysH7ljvH5KwHqiBi6ZlgbGIo5zsPiH/xjFnQl5QfReq8wmEHMgfbUwi8+TbGe/i9vsTXH7zYSK
MU12GRQTOCQu6/P6xx7j+nWslgASwV7X7s0Xmj6EghXlNugCJHVDPq67Ps8YE8TyaiRNLNP4HIem
S328/gLD1gdHJ+fM3PWDgadFwAmcayENy/hnhMwydipYTlBlis+B31ut8lgK1pA4VO7tVB7cxP8M
eq9CrkbtOacDdy2ZAz3VUlkYRvis+Kto410nGlvyVAbjOW7QwhjgwNBtowttMwb4veO84ea5ZM6m
i2HP0WHhvUralUJWYa5HhaC9mnYT7kll7l5f0bUbEh5sCJ4AC8iqyt40q4yORRfn8Tk/QoPEkvRN
WuwiCUTRbgVV1enAI1pb9aGFQSaqZSi91CaYMc+aPW0BZy2wF8GCML5wfPXrhv5tAheGmJ1Y+rOs
A/B65+h5/E3P+sH4zH62gdW76Z2YWb9SS96/HiUohA52fhJt8YkztbOBax/Abk1BGeKxgfsUoxWc
xsGSb3pP8HqnfGw2+s7hmJv3wTVz7Obs1WnqBpgbnFCx36TPe+WOupDtGzZH896JP3n90byVZDYm
DaGykxC4TuXfoPRtq+ceqQYRSb0+PBWPcRx514e4dsyDmn3mXtJmvUDGIBFBfEwUrGhPb4feE/Pf
6VvFK2mtT+MfI8ymL+UgHoOijs9+KWVeO2nvoVSJdjQOPIDW2oUJe0+H5iXSlRJMXm7xPInzukR4
OzdqDG77/ej5O/nY1k+qtg/iXyWAO48VGunjQeAE1f+xOf6YZkap15Kagww7PhvDnZ9+1tpBbtDR
ZWfgoRuFQy05VflLe2x/xq2t1M8BkA3+r5SOVl0+qOaLYngx5cllry/vn29iIl6WQfXMjDAdQUx8
Ry2T1ssAKXHQUXomU+9edybuFDDXHuSIswhSKDjM6tCrFOgdTWkHzb/3QO3umwY98MNeS21K98Pv
MBZ3vbEdRC9OtlPr0QIMABMO2gdZ3rUpj+FgfWf9mYn574vYXyuVUanz6gjZQdpr9pDtOst8Cu4F
no7O6inzxwXZbl0VdT90c82ToFaiNY5V5NRKzqNIXT9JF2aYoF8oZmjQHgMyzSdJd4GSB7utbGWO
8RLvee0Fa7kbALeQEESWWgVsl5k+ErakCZoOR0zmCuatP6bg2niEsK81Sl5pPqW7uHrqa/tAP4z6
MLZeSna1aImv/8TD/nwHe7ZqZjK0goJQkmvbYrJVr803ynSTamiM1u8y7VaLnYbWlqQ6EIayhqKe
yyGuoh+T+oH425b81DJLOXE+61t2eL4XLz6LWYy4m6icapiergtfieHl9XYMt2l5h8danRaAc5T2
pNF9RbeJ+UuKX7MOPCUnJPxHOXbzVrFCf0tHaDs6AOPtUukmyApnqvSD3FupMbpZxCurrIfKxTcz
h3mfKmkCaU48H56Kt/ScPJQ32WZw+0flJXxIzoRXB1w9BRb2mLM7lUdghkCJcS79YPLGGj29SulX
dqP3we76enzVvdiDG9FfwF0F5wAg85e7Pc2qBtk4bI5cDiCDlNlRFuyE7iQDjSRsG/A0Ce2jPHla
Y09GZ/nZI3iFxdFSMpD8WJHeWFnAcd3Va+Hym5hYTKFpSKCVgPk2yKaeXhWgOqI4cgoyeXLzK4FC
CO3eUMPwOJMxT+y1yWCico9WSaVssGfC4FDkZ7mILTm600GMPd0VkYfqpL/vqUP1Y+RzDsW19/Zy
zEzYAEGYrMfgeztTgbxgKUgcoK9AtMIfhsRjxF6LuwtbX/O/iPAarcy4wX/nqkAnogAQOG/LrJ2m
SwvMLofykFij2BSfMwkaJ6O0y8oanUiSLehckrf5t74tGlqOdZAoAXXDZp2CCL2kkoDR1LmLU9El
P3Wbbqg93HQ3PNn5dddcGGNCwTTp4CAEQ+S5FlzUHPrW6XR6oK4v4UwBlGr6MWoR57KwmkuAGtVf
I2TiAdFQvK5lxEypywBftVVAICW7ejTvjHFfBBH4HTcGqKmKB5081xlnV6xFo6V19mo/1Kku1Yh+
PvpmNwFyQo45KDi3elzvORtw7dWytDV/y8IzQYJf5UU438KKgwbyYeFGFCorzG6gYEUGUHNGdlDd
FZ7Bu4rM2+uaEzFhUBz0YUpGGA717SD/LpHCAOORlTT+JtI/9Mfr41w7BJfDZAJcQky1onj5nqP8
thJy6D33diC/+aDaCIMJt2Hnur310UFPHRlDhHmN8dpuIBIJmhFBfqeWu6kHWNim/SZrHOMsV9xc
7PqO/GOO8ddATuqsR5Pq2UTjEnWDG7Dc2Cp6DtAeozjIQvPeZqsBbeajBfQK7OgmM59VlbeQSDZg
MCSmJffRZE0qkgjXZ3GtAAK84R8zzPEgRbkkqhHO5Ti9C2VLnDy9vIOoEjaopUD4Tv1UfE8GGXNu
FeNM6mrrGi8ttBpZF9/AnBMDNdNJjfENveBmG/kgipbwWeQ2rV+qD/meOlpym4qPBt3XJEfpnZdj
/CK2+bZT/voAVWCqg0HYRXOPFQ5nAUXWffDU5ZZqgPUaaKFNST0l2TbJKemPxkPxktCNSfZRGoNZ
NLY7Kd5kOlSDpPuofO2NU5yNm/9rjVSBOXmgV9si+YLPyyB+E3tdexsC7d+8T4mXx1ZleJP/QCB6
IXQ7gUxOPHWWUfKaKFf392KOmP02+YPS9ZKG9NnGDB0QiXQPZx5H4WpqErKgELaER4JwmnH6VJLa
UggA+TcPSYyKhzS6SvSR6ce8eYur1mqp6FSGq3avnCleC9JLw8w2mPoEHar9GJ395LkNf2ePt0Sz
wCdqBeMHia32/eG6wTWXlyH/YgLV9NX+enko0GYMszKvETfUeDM2d0L2VAeqTWPevXstjCwNMQOL
0qkBVWOJWuPQWzTqbdV4vj6UNcdYWmB2r9+Vqt7UGEqiUltKWnvqj0l618fvZe6pHY8ufNWcgkYU
TUTGCkjey5nLxAiEpPNKNWJplzR3fEDkM9B1+7oa20WriI4c86SMv+Nh8MSbRVBgWMBjj8XDxCLR
KRFRimuc5hc5F4Oj+s59BmEttCAmH7JrS529nTgIsdWr2cIsy3STDHQSphJmW+TmreoueJNPgje9
CS/kn1xvl6aYICNGIJvQehTH4hRyiN1B1p0meNBMzjXhfwwJXWCASYKgmYV6A/migGt9TlcnrYAX
CBmcSIqKpyqqjpIG4uRqTEYrK0vzKINdDSBwyARf99jZRdhwj5aHvz6BuRiZtSGTrI3jsy46StVY
IdSi89HKjQNRrOum1rYfEIxfsBcQQbIZyVZohlwokQ6C5qSxz2ilQstGJM51K6sJGh13abgmOjrQ
Rni5KfS6K3CQ422ij+cu2PflM/adPP0uP3NANpUHEUx80cekevG7Lzi9ufWp298Z79c/Y22wy69g
IkExgsqkrvHeCwJB22gFBSpVSHlwxtXcF3CogGoBOAmVeOZCPbVa59cxLu8p2j11Yg+d5KrkQIp7
H1kF1bBL40Y4ds3HwM3usWQNX9XIpW3GdRpIgeqViWugNtzlUbT3G7Jvi2yXDU+SsO9A7EOT2B7q
V4n+irrUHkUvQa8IQZ1519Xvo+pAp0YVd3Xhwf+dwP9JaLxLxHirRGjzyMgO3DZu1PGuEGvnGzxD
npkdvgQBLh1E09K8akbclvvMDZr3QriZJnVLLEX3rek5hGYJ8qEV9XTO4bD20JoJiQAGAcAVyLpL
u81kmrWAO9K5DhVAbFJTPhhyWG5GImveP/C+hal5ChbvLC3tkW7uJ5Rr0EHghg2dtlQUOeFrdmE2
dCzHwzwDOsMHZrMR8GylaFPeh9VoawF0nAL/7Ac//d5w9YAHg1q9FS2NzvtuMbKu9AFcyrB4hhjs
AigQq3ls6zKeq23kBHLhhEBHatNxqC0hHjmxZW0FDbA0AKc0c9Wx76xUA3y+7/EOUYahdaVCzT2S
hMRJYi3/B3EZtz6QaaKRC4c7M04Cxq/CbMw5VZVZDervUedAcNYVOs0FJdF1d1kd1yyyhAgC6kk2
ZCLDWmpjHCZn2Q9rC7Ce0Y76OnLafOI9HnmmmLio5CMALVmWnMsm1TYJnsNukgSRJ2ToIbs+qtUA
BTDIf4elMU8ZAUzOvgRKirNAq1R2/0Xal/a2kTNb/6HbQO/L114kWZZXxXaSLw07cXoje99//Xvo
ee9EogkR4/tg8EyAYFRdZLFYrOWc3m0ZQiogiIZNm41rc4NpvIkue8VCLitQJ8MEnkQ2xXfdtGpW
VCAMyqLa1jNjZ+RgVrqiq5MM172nz3qoZzn+nBil0QTD5Cj0wUmqrP2jqWmDPKKtz1sAOueA4Stb
e7l2J73z/MSeu2bXqnXXBuOodr2/LmnlBjhGANuX6C/KK4HjDLhkQOpnnNPcWnsLJVmjGwUipiZ6
W/0mBDtB5v/C1L6fB7Kso+jiRVSIJxmaz9Gu7XD+rVkLggPfk2Pr/tbsdu/gTorNOEVHhXpUqndQ
ovipgtQzWQ/DUt5MWWQW38op3kzG+6wcY+u3l3W/LxuBIEQ2kIrRNHQ0A72IH30vvYn0c53Qo5m2
vq6ofqmWG5sskVdvVMPw6+nHZYEiDwWJH/MSrO7qcdciAse6A/ouPfabHjPo4agE/rvxuj4NRypF
CmNryvlgNFYgFsfQi44JGM4H5wN1qsmDMFypR7odGn98JvuA3uX7RtIMJDi5Z6I4j1SlkKWPTC+C
6zl1nfe0Tl8tjcpcn9CQTpViX3Li460pjkEaCUnLfip2Q7VFJSJenoyqCmNlVyk3ZaTgMWxFMfWz
Z1d9saZdPoZ5/STZSpHxwBsC6MLQgFDK39igiKmdmjb0OLc3sx4Vc0DUOfKmbPOkf28fmyZi4HBh
3vhUXXySPZa6D1oIq3q8/CGCIJ21z/z7Hdx1zigR8kap6JFSwOEtodZco0CM1pJEhuvPNvGzPf2V
xNmTXZf2NHmQVG6yh0pWhBdVo84U4WzISYB7X8ZY0GwBESlAEbd58S1n6Dble/MGvqvxfUVLQqC+
LLvyyb2dsPGymFlUm2cTB5gsBLYzRuE4t9gTMzVGu4d5xfftle3e1kMwh2oH3Gy//dGOgTb96p+T
eQ/Kq86IquG+GX1t67R4bJbSnnXhsUJDnwH2BqDye9ze0nIdid7ga4b9TOpgjX+MyjV1UYha6l2v
XKMnILV+mPbdPPQbOnY+UbK9lUpGm0U1UFAtgu8Xg4kApOL7QcHeMiuaMdLjs2a+rmXluyBIdsaI
WD7NQ33cxdrRVH4U5utkyC4q4Y7YjKEI+d2PYczzAz83cdO67gz7fsTIZ3RlXq1vzTbb0ivnAfhu
3ha41G9eqN5Wu+56kPg1kcn/Ff4p4ammY1vW5kqPtVugU6G7pqq0tZ5tIn+s2FsUVJboYcac27mC
Flk6JytUmNy6t+uAmICyG6dDagfWc/vkpX7vRFJU0o+MyCWpXHrIwpBi26pMs3AMp6gMs8Inm/7O
BHmsP/tDWNwreyP6cdXfWYf527Z8HG/n23Rn/alCVIAfs7fLbuwjn3Hpg7ineQpQr86t8EGWr++7
13rzlgZdkP++AajP1RgOkXX0dlMQvze7h+rawze218rjry50omTrPbkhegWu+l1yQ/wfiOe24KWt
V9/ZDt9yXwbB9THucOljeTdRNX2ig3PoCPYxzJnRh8wOyBHMraH+EmmPVjTs4lv1Zbjqg93ldfp8
7aCTGcE/68xG0ZPPcetd4+SmubRHovS+Aap6L92gZDzAPSHLFiPpe1ke0+RcU4w8wTrRUcyaxfjy
Sm0U5di0dX90n6DoePULLZrtMw1l+VdBvouRk7poa7eR1kYBiTsGk+lSTMhBUHaVosFgePT0wzQB
W2auQ6W4agaMCUt6w9nR4pUDkALiX0SmmH3mbrTOG5Omqqr+aObWtZZjYtdLf7ejsRn1+s/ldfzs
SRyGV2wgncegiD7impO4JZ6pmblorTomnXoAOzdeUpkkefE5EjgXwRmlm09lbS9Nf3SmeQN+OtT4
dk0TZq6GHhnJnSBRh58HKpfCHqwMsubefExIsTFiWRe0TARnEGpt55U2MHWWFqQgFmgPXi7vyeez
xFA02KYY+H9Qap6bXNrFVTNaBHtSLzF4IoawS91wzarQIuAUaqY/ntpK5n1lMrkrHf02phrHtD8C
zJRB/VwtbuKX9B7+xB9G9NqYEochWkaAJQDIwACMLzi7zpXMjdwpzRLLaK2LHS0OEKlaW/1+eSUF
uUa2lH+lcNfJlLQmacARcWz87mn107A4vMSDv+4DKwtnSbpfvIZ/hbG/PzlLWV9Wq+WV/XEJlsXP
Xr2f/eJbwfNlnT4HX+cqcceJeq3lOTGkzJv0W/oswwUXnda/KwYMjXMltAm7kPTwPVZnRsp6tLwR
Ad4RkxqDGVzWROTmTkVxdj4VNRrOVubDu1+1Tv2ObJ6UXoZKJpbioO9RBwbnp+emZjZpl2WQss5K
SOttphmb1sjf+sH1v6LPX0nM5E/23/PSfK70vj9WJTjvYz15zLTyGn1Hz0pTSSJAoRVgyBzBL1q/
Mf17Lsvq+7nIrQW21iRhCUosU3tbEZRd1kh8fhBZgxeTQW3zQeCEHvpaWyEmbW+SDk3ZehspXnlV
A1LdSSPdSW7T2AjAnPndqtdoTuYfl79AqCfDOsGwNSBsXO4AZwkFSEep9kdS/Kg8qEkOSSprL5YJ
4Q6uPVR2S1MNWnrKJp3Sa6JM91TJJD5W8JQE6zviaeAQwA5R6znftBiQtoNjxjAQ+g6cOh/TgwE6
tlQMdba53xfUJ+u7PlWo/VDMDUT5CEzzCvWIKr+ziirQ8QRtsm/1mu4ur7IgcDz/Mm4F0K3SZEPr
4MrBIzJU2jB+bNHo/ideI3rr7CYNXcGh8+TcWuPG/u0ewZPqW+ZR9q757HzwGaip442rAwqMH2gY
erN043nEcF/hBakOaDMN9EX7hfqWLS26sSvtPMpimWq8ptEUzaqJnM6KolhLZ9YD60ZegcFIr9ri
tfIi62fSvOKN66PTU6HvQBOSnN3PVx+6noCpA8gXxF0ez7zg1jNAQhyMMKbOT8u+bou3y7spiFkh
gOETAJ4ErNEm0/zEEbWDuVbEzMdj302j7Xt1oWo3Y4FK/4EOrpdt8WfvTVPcwQhN6q6ObxeNs9MV
9GmFl7/l89HCcDtqfexNgOlQvgKuFmtSuHE6H5Gk1rIQKBzqLl9stQ5BUyfDm/js6iFMB7olexQw
1JlzvQeFaonelPNRIeTKpEsX1Bp8xpzPeDuWstBZqJrhMbYcFN49/gkSz2s1uF09H9Hmou4XO7Zv
Z1M1rgDYl0siC6EooBKBuQ/5WY9v4I8zWy1Kc4RiC6CrMJtKdrpVGddGjGHDyxsmXEMgaVh47LDH
B/uUU9txs7FJY30+5lXW+Ym+A0+9hUGIOQKc/hpdFiZI9zNcKWQp0QrCxjs4j4jK+4Roul6O6qx4
915id6NfWQmQrRjIPYjSnKUu7nGOSVAkSbtxaO+0+6xxyFs9jHjzOVVMZr90tPFbP1FCny9/4Oej
iu9DfofxMqgsP86txjBUa4mRwGOM5uFr6pglm+zSJcvwec0xv2+aKowXUJGY1z6X4qyJozSGshwb
DHRdYwp/2duKkl71VZd9U82pkXTsCbTC7gITBz04jBPgPMa7vEKfTRPffvJb3AohQaTHdmIuR/vB
eCuu7JfLPy8oTZz/PufLAOmSxEqG39fToPhZXKdHoP/7jE31Cbx2+LdE3ucr6FwetxcWzY2hMCDP
Sw+kvyagXHzJ7Z9zu53RK+qaj7MSaT3jq87TAEU6f5of2vR3Y8pm+AXpzfMv4bzZWttWUs8GpmuT
yBiu7Ve7vtGRjmte801TBmpp+WTrDXevkhVgu39+L57L5TyAp5vKitrNchy873UTtsWuWzc03qBW
/ZL8klGTiGwfk4usTRZkULgOz23fGIHLTLtyPWaFjup7lYHuncZ3XtbE/qhXreTNIbQnsAKhJx/j
JUC54PY363qy4HpcjyChCu3svcj85lt89WPVdsPoBiTK3M3lBRWdNhsYL4yBDBe+x8UZi6d1mTGp
K54FdrfJ1bzeLE4vS1SxX+F37VQKt44N8dJ4nsb16LZgz9TibVVvhxvM/PvxNfjPJKGs6JTYGjCe
LTzdcb9zp5L0pMy12luPnpvQWxXvBJ/0TnOlKZ2x7czqOOZ5dfWFdTyRye3cqLXTBCcNmeqYo0mo
BhB4U7m7r0hBCR4JMXSyfppRQ6zdO32G6q9u9jfEXb9P6FWSCBEZPQMX9JD7QPzHO/y58FxnUFFi
1vs5uUk0Z6PHxiNx3DJcMsuULJzIRcNDo9+KcSVh6vD8iCF9qVRxTdUjuLYtf3KH/heWuby1yqGR
3GSC0BOAZsgkMjhDICi6nGEko7maXeyuR7Q9GlfzXBKU0rsqAF3kEpSFmjyPPeqOzlRXt01Llr0z
ebYkWhKuLmrnBqIX/IuPlthgiuZMyF2syJvu88Lt/cwYlrBA5iRIV/f3FywGKOB4n6JDy+E5UNdC
p7MTA1bNGedus1INZHNtrUgcl8iLYI7AQZcCwzXlgXwtquiNNaXqsXKmBxAEg1XMGx7/uyanMngf
4g2KkxHYfkEVzc/GPglGT1bLFJTK0cPGCJPgEZHh5vF1ncIpXYPOkIIM/h7Ttt214y7eVTwv/eOg
IjFXuJ0XtYkDyBqzRX9psti+FidL1KDRO7IyxdtM3QQS6wZEDoNiZ9+S2iRBSpZsf3lFREcHGDCo
aWAc0UX74PnRQSm9KT2qq+j/jOOwwPV0HHsAPg05KY5fEQUCdzQ0AeiUx81Vcr1MusJTj50yLIFO
0vGp6lzTtxZ0glwWJbQlF8Q3ePkix2BzMdtsWVlGOgO2pA7J7Zrna2TqvfoVazqRwrmCHsSbTgaP
fQTVo7lJh7q6sslgbi/rItwhD9xN6OFh6TDOZl2dzGNhJ9oRyBZA4BzRO1iven6LlJSMpVEwbAPL
/SvLOo+b/6c20YSTK656pMgooALktuV40OalmnaJsarDYVwyY/GVbh3b0PAauuyMzFM7X3PWDiV7
Yg1IkRHT9tXM6hK/by2MPldmjkGFr6yKA+hVFaRZNv82HdRqUHotVjEgV9R7rXes74s6dQ/xUHmS
kgtbYD7wcFVAobH3CzqkuSOCljin7r1CQ3ej/jSv1lvb6I+pdUw0DIAgema9Jb0kpBJtOiN1xR0D
xjOHBxVqU3Nt5g4yp7ZOfcVqhqBW0nSD5olEIkoU6QAM3LNQogCMJX9VLwgHRq2qtWOal3523dvh
HEdjt2knSUwgOpSngtjfnzy84zgu9NytmCGX9zTNApJQSeJJcDHiekLjBuP7BDwot1WTyZ7azCqS
LtmXYJPPge7hWxNFY8vTZQMUxdmo0MJlAknHAKUap84ytuBiHqGOCqzzQE/G0O5Tc5PN7Xzrmq0S
9Fk1HfrWRGXfcm/swV1eqGLUklUVTH4gXYJJJMSqsBWNTyDXBLPTyZxraJOw/aQiN7OJ2Xz9uQVB
FSYMgmZv9gD4SfRwqvHCX+zbjgxgkhzvaFVdKWUyS46m4LycfZB7vs91C6z8SWfnJQ1sM9vopLqO
sQoDOIOLaQGOMBhZw8u7IbAtyAQgnAN3gDcW54rduTbVNOsgM6Ghmd+rpWxWXKzVXwlccD7jyeX1
LSSYbRpvCCp63nwcpuypHVskM7KHeo4PjTdJ3iGiBNKZZpyZrUjr1qTtteNS/raLF+U28ZBBWpdv
uWpuK1DrVD0oTLIAtAsRJmpvi8rPPAkAq6BKgsUFvxuYdBFmezxIermWiKkV+Ah0ZRnoU6mVKSgc
C5SLGpo1S4rkY7zP7X4Ta7Ptl7lxMGYZ7jUzG84Nn30DZ1ZOhxvFW3APtlMxvKqKipdfOY7Dyzwi
UloB9n2YilEPV1p2EhcpdCsn6nNXsD25pZYx9R1MIyjuL0Svgem8rUSWTBY7lb+S+Au4aZs8Qcsy
fOQRNEJ57iu3SF7nz8236c58k+GmCG4ZLClQsVB+MhAscaemjbMsHfNWO9r9wTSOSrcxF0kmTnC7
nIngjs046oQsUwPvZP+CRkAZ1OlrMrm4zq4uuwDxJv1VhjsoPZ2sybZxUOgaoENoZ7nUr+zqjsyS
gEwU35/pxN0yiDmXOlHhCgbkZ5viqqUbuzMDw3zXUadU0glk04GSG2AioZvZ3dYjNi8LW3MBnaT9
YlLj3crU35fVF/qnk71ky3Nyu2p4m2nUwkK72o80C9W49s11P2U/O+Wu1O6MVBJiix7CqNMjxWoD
lxkzh5zAcsizHDkKxA2j38JWDaAkvNq/qe676FSqHztZG6zYC51IZLZ2oiKtVnWZ2bp3aRzVTeM7
q7eti4dsSbam8lqBCHfQt3UF1r1ufLZ6iSsW3jEn4jkHNNBmSe14YC2XXrtNXS33u6TJo8v7KIrB
sa7oWQIaPuuH5ezYqWYA5pUQY7uB/nRl4vSvgOg66D6yNQDXCGTPGOERPRHImXOvANxbcXFwTPCH
LKT1B1ePFO0HrdOwX79fVk/ock6EcVaTDH2drR72sK7qn91AysDNNc2nhBTBZUnCA3EiibOWyVmc
aZkhabX6iFoPhRu1xq6zD94S1PUaIBklkSj0QCcSOQPx6ETzyYFEZyy3brxbxu8dxdDcuLmsGbeG
wPjFs+eEJYjTzJlNgJxWICMyyLiEmWI/DFmJkfrhz2U53Ar+I4dBd6NsZWB8gpODabl4XcHsdaho
7F3ni+cGSGtYYVPQDIPMU7ttMap6VekNkF0xpnpZOnfc/r90sM0gJeRoaAM5P+3FQos4QdPlYTx4
b4YMN5ntxUk08fHr4PFDKg/Q5wZixvNfz1O9iA0KXFpcTxH6Aq4yqw+mbtzQ+pvebStbEkKJ9uxU
HncPejPmax0F8hw8SEylCKq68u365fKasR25pBXnO6q600pF00DcZ8/YIe9m7bw7u+/3o1fv8kKS
hhTtEMJeDN+ZLtI5/GsL/stbcvxzaM1VDSqazAHCPhlYMX/R/LNVIMbGGxyzQkjnnG9VXVW0JyqY
zRqr2pjqTqlChsTjAmTXRjqZkBCvtLDLFckx447zJ7ns70+um7pODQyBYstseuuN2552G6++H2qZ
gsJlPNGPO2YWKTS9ahhzGwh5jrJXt9DwTn6dc0qKN5X9yFZP7xgvx6uaqJFbaJLDKpTCRtZtGDnG
FbjjNNVW3syWgsPq1VtM1QF2xvSnWpKsFJr3iRT+EHlW6qjotzhY2rMd10GvF6AvUqNqee+Mpy8c
JQ/Pe0zqoceE72FR1A5utlVBNg/mJt+witg3ikwN9TbJtyCQRMtAXXTby0JFy4huAeZwWSe2x+Xf
kjLWYGZZAWTe9x5kjmREYaF4+IIQZBORymKVGX6KNYa6tHbL4jCDIGa01Nukt27nxXu8LEa0WWin
QWoC5Hwg8OA2a6R0XPSiKQ7OsinaV8c8lEmIqcCw+Ap36KkkzutNI16sig7+P9jdVZr6TS7xBMJt
sVhuDKODzL7PPUEyGfNQ9xAAgObInbfqAh6QRGLcIneDtp5/hXBHyCaKOqgDgti6i+IiqpK9U27X
URLEClVhYwxodsSsFd95b4ymsRbqhM1vI7W5zUFTleI2v7z1IlXQ2A9AdPS6oQbN+ZxirWKQFVjF
oU0jc77x4sAzHwpZUwnf0/fhoE/FsPjlxEGraG7rHCMjB7UFNC0Z1yloV+2HtlTISK+xHYOZkpKw
sYFKNccDsMp7pw4qUxl8tY/3tAKsm+Es5TY3JyXqWxuzwGD4DUdjHQNrHs1oWYz12+W1EW3AyUfz
88+tVtcgTcbaTMisN1tjjTRZeVAU21jYXxSuEbyBOud8XYCDmidjC0rTxL4ehid0btzpaDvyRscv
h/fJaKMvqIRZXpZGQNufym03AJGqatCm/EC9HqQavaVeG22JCZk2tyQOUnRXWieiONXa1kStOh9A
mh05kWw2Xbg1GmvVQl4XCXHuwl/JNGgtWzeChtWOOkGKZ4I3Sdyv8HCcSGF+88RqW2NJVmJCSqeD
nQDFC2shgTe8rvZw/MK+wAzYCx0Cee6xTteQDVfG/NBnr5bzsCYPE/mKMmgRRGFK08An+MlpgdyM
AOTuYOVPC5sZWkvf9h6k4bPoKWKdyOEuE9PrCkVfEYvRwYisOgtMBeBKyhJ0oCBIFzXwNMCe/9cc
xz8eBn2syCtj/hKVy/O9WrLE6pYJwdMC6KgUmFGttgXlFjKOO7vMgjT+BQalwO0GmSkK7ZxV9lHG
QPrX5gTXlZ7PgNQrDiRHJ0j8x8MY7heM40QCOwwnZoi2FySyOzzu5vhpmvdI3PrT8HxZhtAROWCj
QBsS+hT4xoE0s+3JzvGEc8utmgUg2zG0yEOL0BLMucQziMIN60QWt2LdNBZLpkAWhi42azX5s3kX
J1vHbDe6RSSLJ9weD/PuNmuh+TQMmNorck4LQig3AYSPinpWVRFJ5pRvpv8wPvw03jys9vupiO3M
djv1bV4cEuvBczvMGPpdtkdC8VXRo756No+5GajkJW6jHGM4neEbMM05rAFsXujl5vJeitYX7Vc4
DIAjwUgTd9JRbV2XmVAAeQM7s6QP+oh5VA9Uy/Rhmj1JACHyxOi+AhoQ+nkQO3IBVxUbKBypiB3J
VaWCeMq7oci2XVZI5FLYwQa+ispgmrgDsGheHc/VUhxQ2djnOcVIAonqVvULNGJBLRIaGOyvLEVW
HxMZDytOguoN6/ipVtXbBZDhVKRv1KkEAnQdTHNxdVk34WadiODcZTGY9qDE4JFW3QBILEfNusmN
FvjdGKp3DMlmyYRxJ4+C+VJTLDBwG2RTTPWhTXyjzTaJCexYU5ZjE7mU08Xjdk0ZZq3LAeGCY77c
WWRFh6PpE4BGOTHqmqBN0aVhptAYDYsNcgHADP1s556SVl6b6nVXHGiHPIdfLrQCbLpCEUuqqa68
gPYRwy3EpWXpq4PmNYAG7vqwWir9zUQ7d+NnaUNrH2Ho8Iu2TndPlyLLIwYSuKlXsgZV3E7viccG
iZ0uVr+ls5PFvj0U8f1ANDfG4R7b7EYpiGyiT6wbK/6AQxP4SVzIo7lzUQw18zEE+SHNT3qMwsgy
eUIhaPvGvAb+B57c8wUEnnqiLkjnHZS48PUV0PyNr5qvl01eeKoA1gBkJva6+aijntxnVCElXhwF
HoHACLzOnHWJkEmXYXiJgjf4e6yWC3SIT+g9ubsOravhkdYgTT6FMY1Wa99rkuMr1MVmUGGYh1Bx
AZwvWDp3Zec4cH+Y2vGC4dvllRJuh6NiqdCGBTW4JEPuekXWufh1C8xf+a0DDJ4+ldz8Qg1OZHAO
XDWVyiwzvJi7iVpXcVUq4IBzu/CyJnxx/J8rEruNMXkANWJa/nyh1l6JV2tlb2ZA9hP/u4v6yJiA
qGPXZj4pHq0deIcCddhaT5cli3wemo9cdEFhrgEZ6nPB87Kki01sXFAZXaIuGTrUE8r1ShnX6lqZ
1APYVrzoskzRvp3K5JTVBrXMu96E7ZXTZlXrG4rUdYf2wctixKq5AOFDWhyVBt4lZF2HPmSnOKSm
EQLfOWxyM9TV8t4bVIzxSTp2+Ir3xxZ+kNChlxZTRnzvbqlOo1knI2zd87XxNjXCZt+WkQ3YQnvb
f9/J8D1Fq4hMMqjWGb4C6OzPd86ZyyQhPZIGTXUPPl2kRK1IyWWDWqJFBMYXZiFt1jLCG2adGaVF
R2AeNxbaclG+A+9c6V2PKj3UUgQfoUqYLNB0NDuyYsm5StWa4Sm5GsUhBuAScgr95PiDjPBZqNGJ
EC7+U2w7RrZFR7hUzUE+tkBW2qzGHMSxGxrDw2UbFGvEkG9AVY+DzdlgtZQ5hrRggyOQ6KvpYc5a
f5wlCTeZEKbxyY2RV14xqSWEFAMy4ytA50crtFTZmItMDJcd8QzwRzYKjm0/+HO6LYCUJQnAZBK4
AGWk69KBERMpJQAM16OF4LUDgr4kcyhy6a75757wiaslsebEaLBcrtUF49D57fqFGhkLsJC0QhUB
3ud8QwAxZlWxww5NbvuO95bnRQjKLEncL1wt28MljpFGjPlw+6EBksEzFOhhqX9KDH1nQ4AH3P9R
CLcldUaG2CVuccg6UP9YN3Rp5OUQUTCC9uP/1YSnciqAlt2kzFO72r55JfG1RqJEchsIZTiGCiQ7
B6M9PFpCHgM9paMxgt/0xRj+lMZ2Sg+NKdl5mRTOg2mLm6UYS4dT1m7KsM01hNP34yjxKmIpHmZ1
GbA5BjjO7asd8YLV85wcOqvc6em+6L2NgQmz6vWy92Kby1dh0Rb6rxzOjhOg5DlNXZDDWqED08MQ
HQDC0PjoOjnmNN7IqAbSgEumGxdjVwMq3ZivRy78Z+49DbdO4hemdLKBffknzZBV1pCiZvOcXOjY
UxPXJf6LQ7ner64O1g4dzeBXpA+MHu8V1e/M93r91qyt3xhmdHlZRQcX0wO4twEuYKEefL595lri
le7NaEeotyjCNO2Nkz1fFiGsNSPnhgY+E6UL5K3OZdiYI++8HFW/GhiZga6SrZktt87YRZQ8Gsvd
YAE0BswKVifDnBM8bDEdy+YDkblHkZu7jaZKNciQwPmt1Q+l8qfGt8i+VwOUt/9cVlJgKkAExXQg
QpMPpuFzHdcUNPfz3JBDPlk7pP7A/rUhxa6UZeTEcqAJG43HtD63ls0K5OhGa8nBNZWn2exex8m5
KpdkX+E5+t/9LXT6K4t9y8ldnqhVQ4uyJwen31tZBK3SUeKjBAHQmQhug/SmsJbKgTpAGegCmvWj
rxv5PQjFH4qZ7DAMIbnWBRcupv0YMAmrO6JX5VwnahhNV5mwRTV9WZ3Bd2VlTYGfOhPAaURcjMjM
PeLGVUHAGDX6sk3olXufVOnGbrutWW8vW55YI6SWVUZujQj8XKO67S2N6CxQSex3RbfuMfXy7bII
odGh3+OfcVvcjeciZm91lHmBTv0QlL/r/jrxdkktuRSFeqDRi02H4hrhsWnmTo0bRYWDL2e6G11r
k87/PdjCFfVXAvuCE3te1cSLm4zg7KS2j9pNj3bOywsl8KZnErjTidy8QZcVEmz9oUH7Dml/o5j6
BSGoCtkusmbIlPN4FVbuaFVCcF9Q57p+GzACF13WQrQTpwI4LeypXsyihACj8mPDn/5jEyF7neJd
pYI9ERUuwHtzZ1Bt1dFEmRgKqCMaaq0kWBdvR3THd5bMN6cHbVGPli6DqxFZ8alY7qBgTpAAU64k
hzS+Ubt3xUT+Gz3uiazMJLrvzvTj7tQZKajc1qFfTtzsEJc6xlb6iYSjld0T644s2t2CcYJyAm6K
QmPZvI7o0jvVkwuTE20cTL2G+Da+W8m3cZr81R+WOlqsKuhiSa5BvKooKCBjg7KNzsVI2dilpDYg
DYz0KUDUdTNUyL60ZDS/Qjk6m0AyMKOLB8354cVLWUtND7uHHot12FvVviR7r5CYPjNtLhZjbaAY
t8ccMP7EbZ3imHmbrLjGISKeHqCJtFQtE8FtD0mdzklYpGCawLl0C+fFQdYdAMySe0G8YP+qwmPo
FI6nJKqLq7UoWesLnYK12XhfckYgiGUInoA84e9TtUYTYdOO5NC7T27ihnBHU9184dLGYD1IAnC1
YvtZBH3iuLVFaWOlx5IZilKGtEExRMmtWrL37Px/2vuP1yuDlEGq7lzK0pc6Jt0gpdPsEJsfq/eN
tm/pGOqysRuRh8VFgRoO4CR0sJqci6LKVAKTRiMHr67a0HOIGiD/vUiWTWRpuoZmUtBIADeMb0tS
Vt0aM9D2HvIMaDdG/GPVs5B4qqzqLbI0vF5wLFHrQKGAcwH12LuVRQxYNPp9tsXku0aQOZJ3plAZ
pIY/qhEszD5fMqJVLVAldZxMhCHjc6eGIB2+fO+JDAAD5v8rwuHCnAV0vmmvY1eotq/bHK3mN3ay
BYx04BWyXKbIAgzW4eHi1YVHH6+OkRXNao300DXJBg8vlna+rI1QAvKkDCoTfWE8JAUBUSISAIhF
DKXwFXCOl19orgMS2l8J3NOf1uNsGR/P4+61K+i+HP6o5ClxyO6yJsIL9VQQd/7TxMl0s4QqaHaM
k/2Sh8aD9YQ88zJiuCpspy9EWKfyOIPOB8ObWhbGsaVjfRztA3UkLx/RoTFVNCAgFmLNKJyxucWw
DIWNxxUwPLZKa/sF+NPX/mdctRJthJIw5o5uf5xP4AScn5yGVq0zaHDRhvpcNfcesgqZgRoYlaGb
i44o5rQAuogpBhOZmnNBqdfHwEeZP96LAK+5gjEU0mtNZNanQriDAy9Q1HkPp5YAlQQhQNfbkvUS
qgGQelZXxYuHR2/IzSEehxESJtr5PWqSnfWuWpK3iEwI27STK81INMUGAgh8ZkZDb/jDDqg3TeHl
kyOTwoW8kzkmRZdBSl0mVUhG1wlmt+mCOM9l3SVs3fnbE3xB8J6YabWQdDlXqFnMMsWME17y3+0/
5Fiuhb8Dh2LXvsiKTSI3bWI+/B+mE1Aln0siauwp5ZrTg9eudriW7fS7S2rXT1NVeVjK8nW0B11i
E8IzxMYgHRTwHPCrnMvUMFxpqqSguEpjlD7noC063ygxnj69X94ykSSg5+uwP2ACIzF3LilTUsC+
loQeNOvQgeiwTh8wme8rrQQtXGQaaO1iGJY2yF75hvUZGAhAaSnpYYjiJnhr3S+Y3unvcytWl6Pi
toDWO6jO9VAd0HadjPeXl0pkcqciuDOEOS3AM1oUItKXeboGDOd0jR7dYDDeURoIpJMSItcD6C80
ZnqwcjClnG+NhpJQCVZNijO7+KttAqf++bJGzEPyhwjtUx8gT0i88TG73rXdnLTQqACO2VCAdcX+
nv1o243rVAEtZOyuwosVjT+sBQczBfB45xqB5YmoNa0gL+7uO5o+VCgRJGp/nee24s/kLSn/gANG
i1fJ1oms/FQwt5TtGOsa7SC4S9utsi7+ko2bmD4QWWOwyMxtHdMSaL3EI5UHlOgzyyoXD2auDFun
2sfD9islT3Th/BXBWTpV63XuME91+FisLFiG/Zj8uWwYMjU4U7cbA3AUKgxD6x6mPCLZjSObwJaJ
4ByPTdLYa12IwEphTgIrZVb7r2jBumOQKTewIefmZlg5Bnzbnh50I1k3YLbUgtZw/liLlkSXJYlc
A96JSBfgpkDpk4sS8qSswWAHSe7cT5jJ0EY85Cx0FHvtrAYOOMRvhthudmvTaz/XUZcV9oWL+Vc+
3w5Uk8zOLQeuwlZ/Yr/i4ulr++WCYYWB9difzm6fKITVMXGE3Dpwgd5XrYEpGw0QntMTIdw5VdwJ
ZGOOSw9ZMm0TgDxP40Pm6ve1DJJDuGAngvRz0yCxp9oLteCJyohNoCHz4nT/j7TvbI7cBrb9Raxi
Dl/BMFlhR9Ku9IW1QSJBMGfy179D+V57BuIdlP2sqrXLW6UmgEZ3o8M5gpB7LXAAfBX6vwG4gWCY
l8EA31cZYXbUYpnU9akB8U8uS8QXuL41Kw4fgQc+Oo0XVuvrtdB8dqxG0j7XIqlEr0h8tp/6+CT0
SGsrupTEBV1Gaza53evwgGrkxflzWH3oaR+0TUjKfnv7Sq01FakATVpaRzB+hp7D62UN6PjWYWCx
rI8iJTNGLQ6a92B3Lugm0jfAnArkranEpTxucX1Ge6okUAlt7o5Wb46kAkilnZsEmED+hPEBdBSP
m8F5Zw0DALu6bzvjh6OObsVMgeVa3WhkOIAFAVQiZAiu1y6HPVAQkjg/dvJ+iLWga0LXyg+tcQ4H
EfDiiiy8PpZ5JaTUkCzn1k2NcbIxuUqPUumY99Ukm0SLsoxIAwayrCYrvAWoW2AwP1HkudADwHqY
L0MYoOCAucthZICv1KKagrYWpI4vhRFkJhkdUqn3U1n5jkYflOSUSj2R07dxQEZZ+a4Und/GH1re
BbfPfsXs4GOWRC/gunSVb74yB0DeG31Jj6rTBuATb8B0Km1oVQh0bF3Okk2Ci4AL5+Kf3DBiOVc7
inmNpAowddMQXaejj3msYYsxt0pgGZaj+7LJ8H74QYCPmahrNZIk8G062OjjBFw7MrMw97rRUAVS
Vi4OMuT/SOGMtmrp1NISSAEa75DXQUyD3Ex3t49oVQgQGZfuJUw98kWcobRA7lsPFGBc+cZSHzJg
z4T0v5zPhZDlqly8ksssx/Pe7lFEwWxo8hRq7zEpNIFbWFWCpSiF1z7SMXx2mUkZ2CosrKRXtT2T
/fd5cu2aCZKLn6+DL2d/IYYzIXQyJnUOR3qMGDCplT0z70FqvymNyR1a/Wyj/KVGj0r+PMnAqjZd
pxm9sGo8Xb0DZx2pfWc8WslPcMRY9hagG7jLR4k1u2IAj6Byb+zQPet3peSHzckWRW5rNmmBq0cy
EY0i6MO5PoheHaoiVjR6TAtSS4dqx177d3BR/HudupDCpyyzAoBvrQ4pCEER27mM4Y3VighkVteC
PIWNhhQUFPg07wioVZYuUnLNDVHgmQEY/xC233Xr6fZyVgUBOw2xBia1EcBcbxqAw6QOfDH0aKCd
+iG1oz91S4GlFWbSxogmZLBLuJHbMteuJVzU3zK5GzPH0pA2HRYHl+Ga2c9R2dNO4CvWLgym6TFC
hbwlOBN4V9GOAxLxNDmi+EPa7NRYvwprI4JQ1NeMJeaV4AGQh0OilFuKkqSlGmUQU/n6pj9KW2At
5F64Kx8Kd9jkCYmIRRRSuKCsC+KA+a/P32tX2z/3vrGNHmq3Ucmwsza5i9vjsh3zXnKSu8km3fXv
t3dd9Klc5rOfujikVpwcaY5YqPkVa5vbAniYpsVuAHf/n83gLqA09k2qhtgMzWQb1OMCc2xJLz+B
UdMfMw19LPvaeNR7z7IKILgJspU8HiIv/nNq/MIQhwOLcr3DAtVH64dFSTeT5g3tl+zZvu9/hj/a
n+NdFZP4ESm/2ytf31r7c+odW8BnryO97uUkLYDxUkWYR0/z0ouB4Cy4Njz82F8LRHe+DVeGQRSH
85lmmFdw2HVyBOKJkbyFoGy2zGRbdoQRvaHAYrUICoL55LVj+k0ftqhBmqwPMOG5MAtNwqLHmvFA
VuHvD+IumZONYRNFmGi24pzUmHsYFXdULVcHUuA8Cpz5+vIX6ArcNAX9N5ypMuI4k+Muh3o1AHIK
GbAuY8LCH7FNWHfSTvmvUS2I1gdqnwTjSfkmT0GkPBTI2PSiFq3VlV98C3fvq2SSImDMASLG9Kz5
9yCBZafYFiYpmah6vTbrgqlHA01ByOouYeC1iU6BQeoYA6bsQ/kxT2zM7LSEKSep2oeTFYQRSChb
z3KeSuqP5XbSY6IOvSATuxp6X34Er3slRTVAwUg5XvDDoYfVcufmFBFakOip/XBGT3lLyISBh6fm
STT7t+YwLoVzehaj/wXYeRj+B2C0N5pvKFm5TS0wX4t14mOfBd9dw1APNpkPFh1wk1TjjBXWuxSB
rwpO1Hw/ZL9k7dj3P9Ha8R88FOZQPoFLkR3hs36gHwOXmoFjRediRVGZRNcnLZD3EXUmrGVQAdYH
ZPglaYtnARfVRUkZSmjBS4456908/lYplrtU80Jauk6PIQ5YaTwSv902imtvcQ29UwhiUAZBYpPT
20xjiZXFGHcdSyeo5tSd0yCs/wCzUzmyxDk587OSz/tEECrz7CJ/mUlEMmh8RjSIasj1fVHkuNTS
QU2Ojvo7UUcUEgsfuOBkKA55HHmAWEYv10TayAQp2UxM2mzxxhJkItbiD2jR3x/BGasxzGnSGAAQ
kK3v6LhzB8AUYORzl1gCNVpTW8RSaFNDp6iCM75erTZmht2pEcNqPbsN5p9tSqLepb9t3EXB+2DN
z6GkgFEQ9MWBDYGzeoB4zaR5NvHUocZ7UdaDG0uJJXBzywfz99CCD8WQ3cIm90lPfeHGGzbMGXwK
1Mbw1fExrnztZxEfwWnYiYrBa1b8UhRnV9AAhzptCVGDW7wox/RcomuU/IdrcCmEu316Ec+MDRBi
qd5bN5AyI72bzERNXEzFxo+3xa3uHqjmQDplgI7r83Jc7J6VFHZiR5AWWvJu0pfyMxkfo1EBQkdP
wkag5muWeQHeXqa1FqII7o5bNk2WHiEYzUGjbl6FJydNP8I6FDn/taMCDYWDwb3F9/Oxz2RGkcNk
4I20Wr01lN7LssPcbrrKVeJDOh2jChjm5p3qvCx0q0OQyua26cGJ8RQpop6ltWtgO8AowD+IxPji
7lgMcg30K2CeaSXb2Vab+DRqFMFlW7vYuGTooLVhu3W+aw2Mq9pUjnpynPtwE6eSn1O068eN54yU
tPm+qfrHxCoFjn7tQDHsA4Y0oIHhTcNpK6BwMPyBIsgxBmUQ0B6sknlCV7u2gZdClr+/UFJFKXRl
QA/9ca4fy/lFj2fBpVPX1OVSAucDwhkJGwP0A8fYuS/MzgsxqG9kxV4GqERuzSSLlmd11kn7OLtP
2ElCxMpAeFyxTZm1A0bcdIJXvj+kFG2c1l0y+FE6BzoogBSSK/W2VQOLiublRV/NOQ021RKGp5cj
Z8ep8KPRJmH6RlO3ZSLTt37OFlibFteBW3V9BACJAO2mAycJJAD0K1EiIaWYKsFta7R60GiWx0Q7
ogAMNFxLmYGf0LMQUuIaBFQ1dSX2cFvC6jouJHAHLTXKPIIRG3GpgkbVwXTt+FjkovakdSmgY0cm
BrVvg1tHF+lp1jW4FdZoeT1KP0sOa5w2t9eyZrsd0FH/rxRuLRkNqxjgA8A6mk9qaHjO8I6iX1+n
CEa9XI4E9BZrIQooz8C7iI4YZPE5bSsAkqtnDrBCaH6HfF42slMHlE106kWC67i6fWirQvoaQPJf
iDRoHbK8Cce/oCgnRAzO8KwqImTX1fVcSOHWg6XOhbUgu4KQxU+76dHulyrqfga77+2DWjPNS4oR
dEWYU0bP77VaWyarWyvEQaUmhTkp3MpwjfQHRjVKnflK7yNDelviqmW4kLiozoXFpLkVSTHFRWqK
3gtVNZicKiJ2H22LNv5eh6JSy6oqGugsW2hkMf3EqSItWFaxGStkee1gerk2tqPZ7PKclaRKI9Cd
Qp826ZiIHiurqnIhmDvEGEiYI83h581lxLw7qfo7Bq0E57cqBEREYDfVFpxCldtNNM2Fcwi03NDR
NugIZciiNKYgEls9MiCHoYYL62fyIzBRGDeYFYPNQAGUdFqyG787wNlu9WLjsE4QNPPg4cujRwfp
kQIWNDzy0CF+vSQ9D/umlWAH7ZKSWJm3wKt08NLqURFPSVy48UneZwT0H+nGMn2r+nZbQVcuHzpF
0cK9sJPpFp98iyNNUow0ZchNIf2uReWPKq7cshgsN4wKQZCyKgzJVkxgIWkt25zzsrp6TJkEyJdB
nnJvrNPeLdpM82wAp/kISEXATavybLQnL6AfqJbzt4HZBjgGWkAgjBoGXHtlvzDwynPuqzT+fXsj
V3QTndYgcVQ0BNU2n1HOKlstZVw+lMsxPRClI9JKGI739DJMBEojEsUZlQYMQLEE6JyjEiIDQDui
jAmpFdG8ylpiFpoJW7JA6gJ5lrvTQ0TLCeUFzNaa3ygBgrjHnthOJuF9cSzdPjD2kgtCmt3tjVy5
f1dSOSONsCCRMnmJpNzYtci7tWHebQnLneJeqvoCO4SgALOuzmcQemGUpXTqs87CnGY99ICfke0A
U/mvt2WsuBq4NEwHL9zIsMVc3i0eotwqDUxO6hUoJoACcpAj5s+FrzWKX9DsFdBRrfRxW+iaYqAz
BMyFOibmUXe+NibTkCZFodmIQzGXxeq3FHl8SXQ+Ky4GxS1M2CFLg4EJvhk3M2srafGAOrZR4zJH
DeTom7GPLVeWnoXot2vKgI5fGAsgH2loXbheUTZ1piTPEFbkL5ljBPRNS0IyJJmLhr7/sHmYAkLH
/ILDyjMStWVZy4AXwbqSQiOg+JU3aMLK3LKeRORHq6u6EMU91qQ5xRunxAUG5x2Qbd+G4dtk39fI
k1SlyDGvKTsGT2BskdVC8YJ76Xd92aXZgGU50bfeRKdnoQu88lqeEq5rQfu0kf7BQPz1ISVsiK1B
gw/BFDGJnAoxL0ij6sllqURoM29o9sdA8tuR/8NM7IK1iKe8bmO4l1d4TTLZECUYHi410rz2lYsn
/W2tWHMhGkCBbBgMmPYvSUlriBNk1ICLNaVPaTeSoij2NHF8KiqDr13eS0mcte1jOnWJCdiZqK1L
V6FmSZJwVF3bSGWBARSJ4kysNtvJWBTAIanijzL76Os3Wxc0Na3vGww5ri6S8yZ3cWszc9LCwmpk
PXELaeFz2+dFFNBO4C7W14KmseVFjIlfXr+rMp3rEmsZRr8vtimCF0Fien0p/0jglmJrZdTo0LQj
+GJ/oWcoBOu64AqJFsEFtuHcVV20wCeF6mtckrr/OYucnkgEZ3MApZLHwDIEdkC50wPD8Z3t7Zuy
ZtQAULeAlFtwr7yhMcspdiYKtA+wStRdScLqxMLdYD/+uS1nzaBdyuGOo9ZYl7AccnoQCQBfVUqy
zb+XAFBsJFgcZEdh1q7tmR0aTmGNQM6qFQ/9MJP2cvv3fzZp8gHIpQAugHPKQVJDtsAqpKTRGl/1
i8JFgS7aWvN5oB9zvktQfs9mf+hLt/zeAqN5dqv0bcockuyTaFd6wBeWRAAgazoC4GmMjSLeQ5sX
t/BpkkCYZ+O7LBuItNL7GD0Km3HXjg/VLBTQADICX8uZuaHSRqu3HPi+HLR0GDvQDcF9XSs4I/L6
RwS3jDBSM6eQIswNZ8k2Uk9TMrjm6KFT/z5M0H2uhTJR0PQ4Vk9tbZPqzArPmKxNoTBPi78Z9FCX
or6Wtahp6WmBWqELAI+ta52atLJnfYdviqzipJrnePqjJNVBzbW7WtN3IGwRtakvq/yiZGhvWd49
y6wZt9GpPKs9AB2BF1E8KEoVlNafbslIZwcze76t0Gv9Z/rSDI/bAmpXlX/YleFcFKUK9CzQZu7z
o7y1T5rXBsah36oemJzczDfP9NTez78AU+jppHQnT0JbT+vqXhZYG5mYohn1tfr75Ufx9fdRyhQz
YvioUMUl0pMtwm6wR+tbKtsbNjVeCxBKvTuNk+7alD7mzfhgt/Z3dPoGt/dH+CmczUJlpA0bHS5E
us+20pbdZfswUL6HW+BOHpNNt6Pn2xKXw+UPH6eOgUxMtQMtmROoh6xUx8VndZhmjQeijt/7ErDh
guzBmlZfiuH8VgZNV6UYWzz2Z7VyaeHDCbMt7FMrkLRWlQaTJSh28arCYAIP9KTUeq8lFmqYXaWf
HaP+40TtQU+Nlsz0ydY9xvwcbQ1hbXlKbQp825phxNMeDxG86BR4hevb23RSplbA+D0ybRPOllu1
cTAWoq70tRuL1my0MqAREilKbjcjbdKMKkFPH0wFMZNKQjdmjmFajEiUvf47biRBqWpVIOq1AO6G
pmDy7HpZyEy17WhiT+OdvTNokLk1iNz926q4uncXQri9U9QhAlCzjq5B1Gp6wBBWzptqC27YmlfB
qOHfK1k+4uJJP8c9GrBNgx4DIjj6T2gG/ipd/mrOjnZlY7Fy+dWTn3oZYQdtk5ToUNO99ii/N4/5
w3xQfmhBstNdvBYfgIYAiunnlu5tUeuJthzIrW/hPJsj13jsOPgWJ/aiQ/wndo0fRoCuKVTCUz/c
a0clgGPLg+EYt4dxg54i9qAfstfRL+7D39l9e8cCRsZnB80G3u1zXo1qLjdqMRYXZ9DHsxzGEbQJ
5s0HKizsgR8B1c4H2W2GpPe+fHVaYkOh3WlHd6N0N/xpfdq68tYSPApEis29SC11Uum8KHaGFFX6
Qr1kFwvaFtcs7D+rhZ+9Xq0kl20MFiqotdedzKA+CbbztkajBnf9+6mRFrIh4ahl34/c20d1e3sw
L3D9u3M9HApjOSlElb/BPe3Knoj56/atN/jeJUdiIQI8fL5pHuRsP5hbxRaUEEU7tPz9hb5J5twN
6dKOLPV73FHSKCLWCNE+fbEqYYwKzrJPKek14IKCPeEPA3oP8hu3T2St8A3A9f81YLBV14tR4Pai
3oYoLyzuVPcDjbavicfuVP8pOgzPtCLvwGhUA/agHia8pjfsR/+cbkVTu6I95QxMIoP3m6El5Djb
p2JElBaLgvNFb/9vE4bg4XqhsyJHddXBHejot9YI85SXdoMK5r00EOs+39zeV5EacoZgAJuaVqdw
3PkxGL93gnrGavXm4tT45INmxk0dLYtp/0x3kjue2SZFJmoiqlue8bij27q8G4rTJAoVVnPzl5I5
86DGdTEpFRZWkNJz8Mcx6Um0VV+bXbUbNs4dRtkGEMYJ9HTZrxun99lKfnHn9D7GaGgINZ2BjWyT
ggaNQXovnz40+xx3AmURSePik8oaJQmAz/RYe5ja/NFv2S5yFTf2/7+UhO92GGNJH6m6GBLJq+Iy
YFrqV6bAX6yuBewhmAFCoQ9jFNd6n1qdUyLxhrXAdcd7dJNpfjy62ffpIIJNW1fLC1mcctRxHptR
gn2TJXSijCpxZpWMo7XpHbTL1BNIUn4oBYnT7JF2Fhqh041pGxvbzHrSMlED+KpNufgaztvYoxq3
kw1XYNE+cefR+qaXmrDbevktXzTzQgqnK5Y+DaG8aGZ4Sr05sLZyoB3tI8INGvSBaKB91TNcSON8
jz1po4lsMbw/JRlmPnbW4JXWfwlqL4Rw7qcYmOKM8nLHc8WfqucpkwSaLzoazut0utFWmQMJTv6W
DYdCFnVcrD/bLtbAORRMIcXG0EGCpL0kne6HyW5KuiBjPnpJ6LBX4t4rQPlgI2N4+1aLLhznaIrU
TORmUYjsg+6zTekrB+lZR+Znd1vO/3HbPnscl/Za3ibWdKxHJ+rQjaoy4P/mnWGqLu1YR91yzHLF
s+ViMvCgY9NAQP48PCaKDULharZmUM0UWrntVCWnmzDPTEzDthTu0Mk1EZTasuCvN+Sf7+RuSNyj
youECSxQGOgj4vG6JH6kPoyDYEdWQ2O8JhfGEowLfckEK7Nqass8Uc1CFxM2JJyCcKi8XnoXbP3q
pb+QxBk6uaeaHU0RurWb1E1MjM04p0R6Gr+1mGR81kFQYcKigWxLU863Ra+uESTbho6nOsBSOb02
GieVci0DZaOaEZpoCultxzdDbY9zFsXrqyd3IYxTZW2Wi74bMbUS0/ltGiJtZ+XjUl6LZbfqMSo1
gd8ssKdalBBevUPgywW3LcrYmMC/dlpgP62NOEObcBv+cpAdpcP9pB6jIaij+wTdRGhKub2tqyu9
ELh80EV8kRqKFMY9BE7NsAHaMfqV7kag4cQKqkiG4cXz/rbAxYZ+uRQ2xizQ7IM5K/4c5wrMH2jt
weX9SLR8PynNi6lgHui2lFV3AV5VTQdH8ALKd72sgoJYzx6b5BhY4NQbN+C8SnQSiXAMVyuxaNZY
DgyT9iD5vpYzoF9wsgqsJgeiwYzJRfV3QTeTlBKlfsBgKikqtNKKqlefc3L8JgLRFPqBwVeU4Ljl
0S4uehCmLBN843Hamvt4M5yit+GbNZDuMXs0d/DCv1SJzIdymz9OQYH0b3euOlI/I/W+Eb2mVk3y
5Qdx+9AOic2i5YMm1wocn/mWW2zqQxKwZz1g99pr8jgLXd1iP2/tAudM43TShjCEUBnrTx5+hV7t
S5vZVY6/swfRw2ZNoy5XyNkfC0g3Vi19bnkevGO4jOT+bZ39JAi8tR7u8s+NblA6QASKTXcOWJrv
nMY9ItN6UB/qb9W2dLstjFCg7MPXaFfvu538/fYnrOvzhWLx5iADc6zZ4RPSneHpG7ZvSU1CvHpF
T4A1c36xnfxDLqzVMGMOBAHGp24fy3IPHGwQhr3cXtCatbkUw/krNBbOYDuDeUOiXCaaK2o31QRq
wccifTTXtpljHdp9te38EUWY0C1f9T2x7oo7fRf5837caGfDHYLJo5s0J7qf/0qC+W7yxrv4OHzH
v/cqYb/ibe4agshgbcYLTYZ/Wwp+zCWZkxg5THzflL/UaPw76W4ZE5qCcsmld7knW79C52DimXJ7
41fj0EvBnIkam8jMgKMFE+UOrkwS1zroxPaynUpswcVZ82GXojjjM+d9lWXloku+sasfkBbwl4yn
YEEiVeKsTaS3GriWIOU0/nlgu5E0pPd76NQ7aDZ2zn0myHWIVsUZnF5pp4rGkNd6pu8EnbesS8QK
IbqGnMnR5dKmTg8hs0Kku3nPIOP2vn02tN6wanyzkgHcHywD08gY30RWugRculvsVd/0jJfyXt51
vduf8rvxpYD57v78BAXM7S9YXSOGOpeyLNqWNE49nJnKiTXDRzv1I2ZinfGt0Z6tTpBuWDUEgE/B
eCHGYoGkch0JTBh0isKsReO5Qaq8c0HPljjeHLlCRul1Z4sBAVC/IuJAS+W1qAJIknmmYUpAO1tA
v7eDAZMvNn0ZFSXobdVFCZZ0mL2wOh04QxieOxnZzwwIJLf3dbXIioE9TG9igA5Urctj4SJ2TOTM
HJMQS1Zadyj/RGZQlX4PVokfVH6rAaVkziNxkszPjOOs7UV9kWswCiCyRA83YjxlwbK6lg/jntrG
uHSnl7rbsd/6NBIdWJH5sB0+siQYQEU67JRxPzp/BEtfPW1gjy2Dg+g15RGfZTs29DJGF7lq9wR2
dSxeKSATMIsk6duik4M226AIvQz3I2x0W/1RbisyTyVZ2FFEXFqLV/5yxdBxAF4wIEQDYuN6I3Iw
qBllusyisdwmaS2du8I50xZ8eg5GKv0kTWIyoPsbEFvsVbAViwu9JZxzsawt61oqMXEBIjIvrpUn
XXvtoyNmXHZzot81HRDTssgvPuL/wCKgo9cXFVz0mxugn71eNrIcUdF2mMsB9Utrn6h9HMr7UYTW
uLa5ywCLvWDh4sZxWp4XtDZb04F3qftDRPO9WnZYWfVUxSpeS+3PuVZ+ACDu9+19XdOwS7Fc8iBs
ZswXzRCrbloMJkRl5kthTkKrOrVTJ7jKa74NTfvQZAdwteimv97JydSksp2xk6z8AJlggXlbIXPU
mj8D7hGgVpc7q/JP20ZP41hCwguaEbmF9oqoTy9yjyX+1AEdqFAEZn81Yw9AdtTakf/FpABnJmW1
Kv4azSkNVEabn1EF8P+qIXn96Gy7VArKGFUmTE3LDioIdFupSNy2s2+X9s8ylgXFs9UtxiQNcF/A
eoBOkest7iQ51aUY56npNZGUZ6ZhItcSzd+thl1A8zGQCAIwIt7X12KGKSlVZku4E8B10XZdy4jM
LMxF9l6f+ABd0UuX5i5qP7fVdXV5wFtZ0HTRp/5Zq77wBeE8G1ncJmDB6+2Fb8EYTW8IBWq6ujog
ThigFIIeoeP+enWq0qqpVnboTqe0ONi5rLlMa2LfCeVk185qGyD/qR2mEv+rsF+1oTIPHbLtglzU
GsgHuq/Qabu07qFPnosF27pPHAkZx2M/PUTMq+lAwJpINGNrWX4x+4aknUAUVc2NF+Xxq6pvQ/0k
IQlRLFzWbbT995t/+TmcpoMb26gxcINWUyvZdgB9mcfnXBLp1pohBA4mRtiB1oCZec7Qg0o4H4YK
XiZrLN9y3qaxPhQWhoNNgDg20Z2lVqQq/iWKMrwZEmFw8RgQwBAT/vv6yPUaHA6G3Spnvc4AvTkk
G7lFJgfMfYxWnpJ1/06ReXn8oH6IQXLWGo1yHs1dg/upw+jOsqAPiLstX4RwW5kpBag8KBalDo7f
6ZjqmAFI9HxbK/j46IsUznOhUQyNmDWkyI/Nz9yrNt/CP/X2d3JXMVcEYsIF2YsseKsFJBfzPSis
Lyu+uP/Z4Gjg85SVc1HXxtEJQ+VbWBjyr3isEy8aHENgTtflAVlj4akBxAC3g3qi2W1cQV5vbSbj
MMJ9SGoeTJIluFt8SuR/VvaPJG4XB0cu6kGalXNU+ABerBzMteenxNOr1ya9B4jCMIgA6rmb9pdI
jD5gAgyAvACpv97MBdVhLLRJOZf5POzkuky/9XWeB5ijMf22k+dvRlKnE8l0fdxGo67tBJqz7N5F
TPfXByDaQZYWvXdfSB7VKE7aZYjynL0kf+AyxyfjbviRPcjH9i4XDQ2uXAaQ3f0jjDOmUp+2ZgFp
54aWh0yu/bRl7jS1vmBRIjncrqLsVpQaABXOQ4+3Zxzdd5XtRfa8r7R92Souw3PJyAyJmGl+Xw7O
zmZsL8dswyLVU6Z+c/t7Vg/5YtlczAXAHyWKBwPLjoC9oSP/NZ/AI+NOinagqe42uQza7UawC6v3
5kIqZ04TRnOzKSAVnTxBa0ZBGFKP5WrQ9iLOGsF+8ym+USoSxxqgRK0CTCF9/mE1d7NuiV4BfIqL
V9bPoOHC9PR9MiDuxJLk7COzfgAGYN8pNpmVAjNDKqawpW0MlyGbc1BIOgGqlWsyEd+U4DT5PKCB
cfMi6qFcUlYSOhh7e6zv9MQ8GG3vGVW3S9PabzXRHq/ZeFweR0EyYCFp+cwVXCw+qpguWVSCqXjF
7KGC8VQyu/t+kz+WYLsh/ettpeUjsP/Z7H/kcZe1SnqzMhHkntvY3pZAh0I5xy+y3h3L0sUldmdQ
+mYGqEk02W0cGgjkryoVXg+fb1100HLW2HEYKui9rZxzIARZU3JCxOvKWn83A2W1d4aNMc1uN5mH
Zj7qDTtPKPvMdGtKwDjWBBm61TO/+BbuiVaPSovsAxRPS5FrSNxGJ5hfmfyEDDMlowjBY/XqYmD9
8wlhKfzS5Uiq0sbEUU/jawWgrDlQdJKL8lh8FeKvE74Qw62qUewmH6xCPedpUwdzBkqbHqBoMdHl
pJcA6IHkl5sMDR5NTRK6mTGiObctB1+zC8dr7Jnt1WbE3EMnoTddnV6pNVYHy2lCwMhkuj+rc0ss
VswebfT+LsrKZHdbSZanFO+9kJIB2PQnH5uxnNvFnRgipzd1PVLPLKzu27o4R50t/fswEdhe8I8L
ca9m8TBL1E663lIS7JI5TVuAbVs7u1GAShcWtkDUqoED9giiHIC0YbSU8xTAH9EbhZbq2WLaG0vM
wEw3g3oHXCBiOGcGFNpU/hlX1E1Z4xtjEbl54Qj8xuIcr/YUo36gTwLUEcIBlKG556s1ljNAUZvm
STZKIvepq9MQ7YQfpRl5kfrt9gEuC+KE4Z0BfntUN/HS4CeeJSpNuiL1zVPPyrNUqY90LIKobDtS
yvNOmkvoPUaHBQ6Zz6ti/gzDGzbGDkAKgzkpjUujRZUERDVtbJ6aeQrstt8stJvsERdNauagnX7U
4F6Sn6LW7wEXMTS7edigoUfwyOV7zj8/A/x+yGsCwFr5gmPOmiQeJttpnmb6PN8D1xgwVmm/QZIr
NFA8AgWx5FsAr/9AwWwqD9QMMsXvUELzY2PfTlt5INUxVjZUA+vMMSwwegVg8gOadTvpvjmLMEI+
H938aaHLboEbM3BYPBNDbFVaA4qb5qncWb+yd+r3boX5o3kbeu1Bfqh9Df6o2dZBGwzb7lj72Xk4
tN58L99NW9H48Gc54dbXcOZLKnQmoabRPKkbEDb7jdv5IJh0Ea/DMYbk9/vkJeQj8gTPhJX7oSLV
ZCoIl5Fx4tsasm6uIieX2yeFAnizcDv1u2Vg6wtYTNjO2/fjq0UA4h9m+ZB6QCYESstpatWg965t
oalJX26tvH7K2atTlxsWt8gWRseCKd6sGADaHz5a6b2zvw+pItDTr6HH8hFLfwWgPmz8cCYBmX+1
l0qzeWIOYEXMeqdVyWP0aBReoqvu1HoYCcTsSQ9KqsEi4I3/IdiFFTOhLZTmeHdiJB2Dftd2Hv3u
GCzLafukJ9/DoQVu5XsSqTstywnQJggg30oW78aXpgaN6alMo20dty56XIzoB1WYW6q6ICLgSyLL
3QVCA74HEKKmZfA5Egm8Gl2Vae0TUCdQFzgWtStFGzTuzkAMKRzDG7sPOm7M5KGS0RGWlT7TVEFy
Ydl37gaAbmEBucSMPv7gnsYmWALyEP7pKSoqhSTOBEDpAUQagt3/8kbEUtFZg3IXZGkWn17t63hC
UajvnvTYbSIQWvnMfqHanQXwveEpLDy58Lruj0Cq+mVxgFUAChuOHaoH8pLrM++dpGNyEhtne96i
32a6m0ZXH3tiGAfUsBEREBBdjNtZ+Jr5euccWUHWGkReeEuAxoI3LAm4HaxKtc+etA12vyiaXBBw
u655EJiSrw6Ak8RdLPC/gwW+hqRpUwJkF8A95D1H7Xwmuotakje5gULioN0CtnHb+3Rje6Y3uopP
vXifBfIhCuYHw7u9858tU1dqxX3VEplfRFWFoXWg5FLsMzhi3NFL/tj7fJcf+6ACbrt2ULZpkHqF
+47OmNpvvAE/smcG0gYAgBuwe5J0w4Jykwr6yb4E4dxncQ+SOdXkBgVK+zy4CsRbfk5KInmWYPn8
jDNy6tfHzyme0hQO+rw+5RQvsotOR+DXP0Xk9/ef6JAhzTEkMhFoO187/0soUPlVgHnjkcf3eTmy
NGRGbtjnORiw59rW2M5b6ir7BN0jmVe7iXsvYRxgj33d3D7vZT3ccaNKgfQP+trgYT4B/S+OO1er
Vh1p75z/H2nftdw4smz7RYiAN6+wtCJBUab1gmh1S/CuCv7rz4L2vWeTRR4iZu9RRMf09EQnymVl
Za5cKyrPurivAWlLyK+42mdJvHCd3VlCpHjRyAyU/sz4wcbrUqdGJKm45xhA+doCUAeMw2KFuAX5
GJuvFpZSvh3ZpTlWrHUSoglbueaeNdCi18lnTv/x1OFOhIa2iIZ7CQ+1+QMupk6pB0kgpIvPUlOh
JkBNvXKBErYQQFhCuMRodrtQAmqgKEULM5gYQeO1NZkL6ZwAgTU9MgMpNMtf4ptM0bS0sEx3Dc3O
HlJuuFjYECeTx64sGik+izpK2ajqnyvkz+pVHS/corf7AXMGVORciwTLDXuJAngLpgQuTs7ac4ba
QiRnTgnirRqdhaUZ86IzLHH23D56DTQZzxVeNDtDjJRdMmT6ygow4uTcuNBd2X/Km9H65szkkEOQ
IvRSq3N+8XbjVfhBbWlhR97mmGfzaONXULWboRTzrXexY3S54ZtBypKz+lJbkx241Yq6Vvv2+Eiz
nbVwJ9dmmCusF+qEJIAUnXMz8BRTMUcHxXnrExzLa+KEHmC/T61NbOCMLcn89VJZob10j/zQ8V47
luuPYE5HhoBFozE+onoPV5zJoXWrM1u47smMTdkenCNYZy10d5iVp5twrpmlHIDkWIhf7u3myyln
rjM1yYVQ5THlmjkKBwlaDIkZVduUPD+e9JsgFXMOlj/A8kE5jvo6M1wqj6papE1yVpAY1IvIpJbM
i6Ym+P16ma9xDvzZyb20xoyqbtu47AOanOnv1MlAGWeY2E6W7oiWCGRuDsBa66Izwxzsyf48NavJ
U8GyHXvlTrEgsmI3oHVSTSBLTeLxHt5Q1jcxkxVnJxBeMWzgG21uvSRb8FMvvfls8EuC90lRcNcx
nx0lSUdSUU7OnSvZ3XY9obNOA5J5csWZq8UcLX7T2NW69hI39E+t27uqWa7RcZTh7v2d28VmGMzn
2OaOkfcfrB9uJ3gHVD5BJnJ9NIe+wW0BquFz14IKRl817WQ3tbBSEWckkpnzp8f2brJ82C/AdKs/
1NIgw2TsgdPDyLmuTs8lVdcFxADKYK1yGlSUFgBrt6lcxhLjDUhb41E3wBKaayU3hGRa6wbaNqs9
2eaQW3jny/V/NzbmLEQEHXlcUWFskJxJomM7PHXxYDZLI7udQxH8Lbh8VRCP42XIBBRxnhZCmXLJ
WdRs0m7z7BwiGJ3WkZRC9gTACBnx6LTtuFXvpc9CYlZfdMmn3/0GAwxtuMcQR7FUmPzUR+itiNOz
Oq6IdgjiLfiZROHz8YyyIBe4dPH/1+PxGhMMZqiDOODlzafpeXANwOxrJ/+ujoktrgHB95oVimkm
X5r1QvV1wexNAmLuewjLEWabHaRl/dKndgvc/7RpXd6tNuB+xueIC4O9ddkIEHEK5zwd8rus4myW
hX2WikN6jjg32ANalq7GACkGYYHvmW2vmCcVkQcPnI4KJWXIY1yfeT7Gu7cK+ewMXUz/HSSBJgL9
2AFo2xzMk3fc7d68r+PXV/DeH9IDV5ndEmb1zlCRW57b+NQZ6SIxy5rnRgKUaV2cg4/C5X4LTrp4
Ed9myjDKmXQKrMUS6HfZsHushDroyFCcx4382n5Eh/AD+ApPWXGnETwR/XPwBse6T3mzrOxk6YzO
3uXa5cM6pCmR5gU1lcEm0CGD0OR1JBXnyh52qApsQ+9NsHRzVvXK9uPSm/r2Yrw2x7hVYUy7LFVU
mFvnq9yH/lJuQZrviWzVNcDwK9BnvChP1G0cw2u8+Ll4Mc6Bw6/aN+CR9SfuV/ayFAndyShcfxPj
gHkjTmZV0HkKeKdyVav2Ildxelu0Szd4WupgmffMoxlndnVVdTGJS604cxw4fHRfyvbKeJBbyyAv
EuhMEvuxb5ov7Uf2mEu94jptUGTY44Mnsctsqd7G8lIb8vzRjBGIT/9IqSELiWIB/vwico7VcJQ0
wkdnSj554a1aSnPdGQTIjxC2qcg7gQabGURXGGUHiqLorGh/h+bIFV4cLEGO7hx2RP3oBYVkMuJE
Yw4hL8YwKLkxyNDIOh8kW3ZOokkXHlS3aUm8LS4tMO4EacmCCypYEMJTOWQQmDsK2Z4fvVL5q4tu
eZbDrbxTfqMVwEIN9/E+uJM6ubR+c1mgIpWLIjiUz/JHWFv9a/qluNM2++ztcG9KqzFx5HVcrasX
CT27C8bvXMOYVVDzgpp9hpAxmXK5KKRWIjWePLnZ47GzIr66pEbB7kGEGMjFw4gIrQwZHL3X60en
PqZqGZbncOQgjvGkIyO6MIXs2WVNMGe3aAOtCXOYKNA3yf3BcF7rV/F3vomeY7yVlE0amNN39pQf
+zO/4DtvEv3/Mg5aaswkxshmGDrSk1IfExg/S9vqLbKiZ3WXORx67OLIXLoZ2BPHWptPy8VpSMuh
robZWjll9tDsABs2g+718YSyr7LZCKJsMIzN9W60R10bSTpjAicKX8L16mhbeElza5ggA9Uv5OJv
XvasoXl/Xoym7hu0JtVTeZbQlG2F2/Il2wqb6gksl0vLxF5xrClm4tQJzTwiOpfP3DbYV+vsEHrh
LjolZrZwd99bocvJY/xVbaRwuyoMaRALk4O/tbpOUu/xAt3ddCjtyKgCz5BxNiUiqJyUBhDAOfcb
2cEW6D6rN+MlWWUv2lFJzHxpodhyBmYPyU5JRUOBhMSdzCwUQVBYzSHJWTqImdmfqK8fEGlupe/4
sOSU7uy+K1vMSjUTB/JZLqvP6TZGh2Wwqt32rVzYD/NfcnkzsgNiVilC/7OhaTASrbOjtOIPIjqF
Hy/S3XEAHQjxMbwlUfS63txx0KUQBqvrM4Qdf0tP0adETPEt+P3Yyg91OzMSXPEoMQM1r871vmsz
opJm6MIp63P2HlnD9uS57rA1ESk+Beab5a8Ss10Y2J25g0UQXMPbzfVcxj3kRp+2IU/rc34Ka1M8
NB623e7xsO6cIuT1FbxksNk0MPhejyosuLQuOY6ceWGfZIbJ51YYLhEZ3DOCjC3Q00BvgFSbufhB
rJMLXRXRcyysE6DD0sjTASR4PJLb+w/PpTl7j2LgrOPH7DQlM0hd1QWwIVqFgmOmQqUA8hnOf2eF
GQrfAn5e8rAiR88c9EvLYbFn9Xa25oGgU8SYGzQUlp5RKaHSRgOYaIXNJP/mOcMFs4iqIh11rEZz
BHtqV1pGuOEk9PhB5GVhS9ydSOgMYcOhtw+qK9dbQkjVVIHUMz0PXWOYuVbnVkvGxcaY+2ZmmVQF
9XMcq2szStQG4xgCXgO6ZV4xwbINKuSis0RqAiIpvvPpRzd9tNQGVcyiOC8bkGErqkDZzI4dHXsA
El4bn7gc0L4A+IxqhD4d/xaoaAASX2mytCvvLealIXYyAWED/F2j56ZAdVoGX0h1VJauqZuqKDuc
+Ssu7ndOAXdFVAIEoUC/+tOl++Ez/CqohdzdCigl1ARju/JW4GUYXGL7ormJzNZU7Dn7HiLR/tzi
t//8oMxkzLMwAJhv2EJ1NJVKngtVc6ZaHJ1m9ml7mqIlQcObksnPyIHoxyWizcK6zC7SpnGKdJ1r
UEzQN8I2P9kuuHhcYYvmEJAwbLKVukXNV7QtY71wWf8AwK5vBGyiC9uM72zrbqaIge3S5N72KEZb
lU3W6qY7UBcZYbdc/y7d3H6FKrubOc9/H0/wTR2FHTrz6My6ShLaMGzPgGC6ulcd0PJr8l61DjIT
OXZX8YaVhoZ/FDFO4m54KjZLVe8bjAD7Cewx6vOh5yXMQKijoehTexvoJtDeQZOrvSUytB7xyKNu
WoOk0Su4ycsbAxShfPF3lGoAZXZtaqpauYtTzi5pYpESDct2buC/Tqc29MrhSxk7sxettlwZvPt4
Au9Exch8AIU+C2QA5KYw6wcxXzWKW2BHQnSjVTsaOiq3hSb8W7E3dkuX+T13h5sPZUuku2bfc31E
q1bgSc3x7Zlvf3dyagp9bD8ezz2fhrAEhYuZSRio0GsLcRLL2pCk7TmiSbYZmrJYk0InFt8ahgkI
fL1g7yZ1P68+UtsS0F8ziSULuaNjqmUclPbwfFHMffKs7FfPgLR9Px7WT62BPWaXZthNpmVaAbb/
9jx66EPdKM/KH2HrunvBVo9kFew85cP0TPPUmae14SS/HW7t+7wZffgt8B7PYLM0vxeGLs1n69E3
zat94XB5QifFaPFNKpj19G2iAVp24iPXQBUD1URkEv38BVWt6jwpbvtepCa4GoHI1ux6NYIJnTrN
i5Rshe9GWFPx07BFyKDugtGOlvJfN5VOdpWYu4HktCkamrVnMd3Sbi9V1goTErqFZdhWb/Zb/G40
8YJ2Eod4lniy/UVhyR80w6P5YvamOHQ8tA/K9tzn3ph6AKaX/CfwWiGxjBVn+FTZGLmf94e6mkyp
32bVOuY/KzWzMs1EvSTPLYl7n9Chu9eIbaj2aJw64N1TR8aDWd70opv36Cf9rtZk7oI0Bc4j6aFM
nUG3DIj8tU9R9TQEx4SafUWtYFQhO2tCh6f7SnOvhQ6bM6mutI7/gOBqq4fANJvhECxcij/ZbGYe
wBGCwgF6qpBoYyGT1KDgS1Zben7/OHwCNMOZzbo2iyNnfsag8ojNufyM7D7kKs3QSez5p7Tw7/iP
kJQ1n542zoY3N7+z1YsEHo4EV/tz5EQAXY1IWf/rpweFC87A42N477RruMyRW0JYKoksM3FLSJ4P
2oiwUFtnPP8nVtu9/Jb81riVargFac56+5okxH1sd94ZNzMGWYcZ720gHGW2r1TGWYCsXXPuFcjx
0an+kBPjnU/CvRFPSwo5964ETQJ4EqUVuFJgP67PtZSQuGjVGbcrZdt8PFOF2hUv2xoy0+p7Ih1A
lUnrpdzkvUjiyixzPGqp5ok4w4WNw6thVke5NrPndBO+oH0ZuDXJESzR5Na8LSDNxq3ptvDq1RK1
9U0lAJ4C5Zw5wTzja24kEHstrmSuA2RT5Dcz/7wrJqHdvIzP4JQYJAAUHDwQD/KSYsPsK9kVRkcB
BKmBH1JQArqe83xMcpnwiGM4ZV9CzJSCWu/xHro/sgsTzPxyUY2c1BA051rwKixlVJidGHld6Kbc
prLKCuFv/wnxxf71seU7WQPM6YVlJjmhVolo5BEGh0eMS9aQrsFJ/urMP3+Ab8ByChbBJRXaBn6W
MPE39dGfBb0wzsQcohwWUxtFAMfu5U2HPk74lHATwacADy++ozdr8Gp3XCSGu80BXg+aeST3WkBC
ncN0U4cAqhFZqiUAMpjuFKDgJRDVAy5RuoWf2gaAL+JC4fSmzsAMm30TGHkQdqUE89y22nFP2pNx
Gt60J20/eO2ncYz2S2m7/2OVkcIF3BqNIiwKmYRip4YDTk4wmPlreqqeI3daGVb5J8LgIxOqf9wv
6fxMHT40czt4WiKfupOonKf831/ALDUvAVGQy1jqSnK0zAo8ijT8KuW3OXg4RWg38rXD938f7+6b
4u2/ZhpkC3hEo2NFZ0IzneODQqIIg4Q/w1pFP2toyh+8I0tuHK7R3s0fhXGn43H5LGdnaEBwtggS
iIX1nv3Drf/490cwsVhPoZQWqZh8PWt7JxLgq/tYKq1Ord4ej/eupzIgv4y3ApThboCw4WCIZaWg
vWL6Ess9TxrrsYF5lW6GcmGAcYUGWCW0ROOb87Dj3pWVgofQdnpRFybs7i0Hkav/HQfjDoWJFJrU
C805/Zb+cO/pl/Gi7+Tn+lCUCwO6vy8vTDH+D/Jj1RRLMAXmcPFjwlHYZ5EFjZNuy++GvdGbza/H
c8jSYgBrM/fZ4hdVRlZTYbONGj8JeZ3j+ENal/wCbulXvlGUTW8Pr2li0q12zt9AQQKZ3wXD825n
V+/CMKs8JFOeQ1hhoBMEj3CyUz3j3djWewFPgu/cjY9L2m733M6cwsKlibgIm5JZx6RAF2oh4sXX
1Hs8qiOVeEryQuQXUk+rBuIfqCzVJkQ/am40B34lyxYppFleuC03JA+sIi1WZeGWdGnZ70zF1Zcx
y972RBKCEY8O6C+J9VZB90l3jMRfRWrL01PAufWvZj9tsuTz8RrMN8vVEgjomwMIeabpQKzKNiIT
PeqbFuGUj340A0B/1cIleGrHYx0QR+gDdPQv4cZvGvbQgQmn/7MCIF5DQgjfdPEWjCETiMJ5Rf2I
O4SjHxicPciHogFih2zGt0i1JHVXtq7Um0iCJaPHt1+PR32bBcMnABaAzrdZSAhgr+tPKCs9imKj
oX6roe3Y5Bpr5D8ysXGikncFhbNUDW+tp3hcZ/Vai+w6P4rc9zSOaN2qD4ZXkL8hZ0q61XILC3Lj
0eYvQweSATIgXEJsVXpSmpagb5T6IMixO3lXc98NPffje6MaKwnX5eOZuLkLZnOqzEM3A/rPeK5c
T0RT5hzYQXrqQwLMkqOtMcSWSo+PjdyGk4wV8dpKqeh5NqoD9fv8W2tANd1ottHVNuWRQeJPaeom
4qoIcqtuV8X0MsTxwvm6v+AX45zP38We49tIUUK0P/ttbSVR4Wlc4yR1YWncuKZTaQuxJaeVCbbb
PP31a6h3cvrRNC+glHGCCFojG1mjIMU7ovdMCIvV4/m5uwhIxs4arQoKc8yBKMWCj9Vkov4ECEIb
roaAWlm3/udGkOya2cZlGVqjjJFW12PSaAH1O537pDQmq3QWNEBNfYna4TbLieVWJdToQZIHVOzP
y/hisqnURk1bCY3fQbRXjQMnHPZTDJSy7IkQQwabxNx5JK2K3KbSqWtP0rBR2lV8rLdJgO6pvNmB
/CkS3QhtBB+xlTg9+mHz4NDV67LzSs3swftRW3W9hNi4u0/m0GwGgAq38mnlkKr6ZGiNn3LCNu0V
h+s7c4zGU4zmFrmEdJV+5Oh3gIWKKEJT7RPvcJPGxz4GsjjPzDRzxfcW75OmsjOZtzns6scLeRsi
YHpBp6VraPJBJeYngXUxvfI4JnUOvXa/7u1IAAquLHboIg+cDuLtz9pfQDhH+7HNO9fElUnGXzZC
EioqgcnI6vJ9C7wRN5yk0e/wUCl+94v9gvNmZK6lGSKLQpOBUqvM1rpiOEhknMLWb7+bBs3xqmmc
8uA0HvuBmIhTV7Gy0JB25wyCPQGchGgnmdswmffAIAGlWij94CObM9l51aNfJBRTi/JatGBqjjKY
wc3eHTl0tB6jy4CJv/nSIJEwToMPzJVdidBLmqn1wEMcfjxetbtjujA0//nFRhE6MSRVww9+13ha
VoHhf9OOS6xHNzE+AojL0TAxlU4p7liK0fTpW5h8VsHr40Hc5tEYA8zeGwNBjZMQBhTBFLQVmEqj
0UVbBMqeql1PT91rtxDv3y4QeAxmD8aLqIxjcNfzJottlmpBNPhlGZdepFTptun50danEWy3rbgk
CXd756O8gQYaJOzQ+wsJgWt7U6AkgGSQwQ9jbdUcMjk0g4A6UHW3pxQbPkyWusBvFw0ABmAzRJhF
+o7twe5k0FShGDf4mW4gbRqj5TsttCUrty8LMCH8PCw0PDCw4ZmJHDOljfRYwUR2tbYmWa67wDGA
WpqvUrslebWCclG6ygjeFnQsvju9HZ0YwrdmmA+hAxan0ESLSecCohc6ejpknhSSpSTzPL3X53EW
q8SDYM7kgYmV2cFxp8RGLUWjD8Fh0zBiiwfqUOh1W+/dBITuj/fzvam/tMYsNjUMqogj4t6uLu2Q
KiuZFgvA0XsDAsuijsAeQrMay7I2Ii3Z9nI6+hLAXsFLrGAb7VXplRdOj8ci3jxbsMCgTgaFBKhW
0dTPeM00C2JFztvRj6rSjbIPnrg6gPVJYw0HctRCtDfob5He2zWg29H4ESenPPQSYwumgwq9x90f
5VcRa6Y+c3IMn4+/7tb9gYfjp5oOllkRZYTrY9VrWm6MdT/6dRruYgVQEKMezToqsoUb+d6SzkLN
eFgiJYsjfG1ILVtN7Llm9Ce9eQplshLz6OXxWO6aQP8kphn1BBi6NqFxckvlHmOJhAhPlkJQMBh+
WhjIndACUwYsLC6luRGWhYaNpSrURFVGcMkW4DaEX/BCTWhsopSNFbX6+KbEtFsVXESsfBypowIG
vWkIoRZItEX78aDvLSDeZxoU6zG9qDxfDzrL+rIiiTD6CtUOCjZO1uYH0Bt5j83ccfd4+eqCCjYu
VLZZSFeWadgbKj/6cR+dCrBipFPhEPJ7XGIbu3cuVQnQDVDpoojOxvmTQlWxltLJp13yRVLDLvCL
iTqRDcrgc93QpfLMbdiGN/2FQeYENI0YSnofwmDbeD20YYTqj1ycMx7AbVPU/0id83gq724gFdUn
cKoAdQ+nf71kEwge8xxAJT9PNkIr2SJUL9QMjGaNGeJZHcp/x1Z2xyk8aOB+pcUSp+q9c4JmRFAq
zpkjxMnX9vtEqCVwWU4+MJSTRaSw8jhRWpLBuOnw1+H3wNKL2h4COLyomOM4kojL61hD8kJLV0Jl
dyPYZE2xsYNcNZNnSfPQtAwWLq/iDK9qa1uaxC2YfShKs3H6AZnPJK83pJGeF+b/NnDGh6EvB1Se
Arg2bgg9RdqQQsGHDdxBBYxFlKyIc8T6ILxIlRsrH/1SjvfeIcVEAFAEaDY6n5h3pSijVJ7K0oTT
E4LrWnKBqVgX2dIL5N4hnTtyQaIpQT2MLXqJYmEM0Gqf/GHoMjSXJ2Cv0GtiqhEIlPro7+N5vBOR
IfgGlxN6nLCRWRn6JqpSY2hC3hfKhvfKOH3RM06x+FBqdhBFyL2cCJrTycNS48qdEwvDYBCVQQsg
gNbqev8CHazLI41g+FnckHPvib01FZvmW2h/PR7inXW7ssTEITmfS0KVYIhGXqxrBZQfoJaMRu34
2My9AaHYMROhzf2UrEOQ82wymqIcfX2fWTgj9eupVCwpssolUYx7a3ZpibktxgLEN0EJSyR1DfUL
MEKL8H6K/m1eP9PO/efjAmoImx7A81tmtTCq+D4xyOhrfOZoUQgglmBLuj3qucnzp6JCgTQ4P7Z5
b4R4lMxQTFDi3HRNiWQCJW8uYoToSJD9ES3dYI4rQFDpdskCWG/J1hz5Xbwds1DXg8zA3ctb/FMJ
HD9oKsRtuWDlniNFqwCw1DPV+8wRdG1Gbkot12t59EcDAMS2PJR9YStD4gaJuk6zXcI5BAiU/qjE
vVdMzSuHjEPw11CfeMWKkZ73R/1vO/15PNF3nM3VVzGncOCEnuNihEFDiI5nvVuLCYhxwA+Wgjj4
sam783wxAcwxDHQcQr5FKiUU5cykBao+YvgXNTnTwM5NeizxEiP4nTAEJVdonaA9Hk6GjXfGIkyT
bIrhsRveD0KvCnjHiNZd9qmozuPR3XMyM9GiCKcN380i3gJhSjsilZMPcF276gN9dDkZT8FEmur1
Y1N3ygqAz2JMArCzs/tkdmw5qvCbUzX5afZMxNc8/cq0P81BT+x4emrIa8a9FdW2yW1gKsFkt6QB
eG+oCDyAVER/LHAZzD3I6xztoW2GWZWH1MsL+kePJ+hI0XRJbvueS0VyFbfD/FxF4eb6zIig7jNG
ATduD13ck/RcjgdpO4kxCA7cMFraoHfHdWGN2aBkmKqQK9XJV2rUHjuAhPXYqdtw4c16C7ubsxG4
2NFSgRclOjiuR9WMCNBDmZt8ubNzSK0j3V75hvGrgPxmTgH0qpxEWXUcsfrkL6F2gOxIeoQ0dpJu
aqg5i4kJlcmsssTpSRnOcaWbaa/t1WLhUXLvwCL7CkQaeHHRAcKsczDU8qArweQDsQ1tMiIdW1DP
W11KBMuI4s6mIMO2Sr35D7JE6DFAxgZ5UQXNkcyy1yOtqAbuPF97T0FwL1JbDwERX+f1YOdvjw/T
nUVHlIWSN2JJYNHZ3sEUnU4jHn+8H4FI0BGiXDCrpowd0mbV6rGpn2wEk35BmQvyE3gUIenGqpgk
idH3qtYLvq6FZzXjc7sMEDlngyBa00h4yDKgDXkgHBr5JxUMlcokuC3h81UIR3aCrmyxS9WYmFOr
plCXUDRX67releI4NElmtPtEhIi6nglkV6Wl7hSkrTIkDwPhXeqG1kG2WXKAhciP2chHpyEKdZPP
utLO0O+14KXu3Cw/9XYdTyN0J8vMLq/apk6itpD8st3lDdnn41GnKBno+sI2vecOLy2x/iiP4rKe
ukzyc80FfgEA0gmREHGiolwJ8ZOWgRmsi600Mks5dJOPMdi2BeRgB+7X4wWWcXCZ9cWHqHgT8ga6
bW8kVFD7I4aBD+GFwqYyEuxLgLhb3BaOxaWJeTtfBCsNl0+DUaSSnypbtXzSCBoMEEv0rehpw26g
TxqQgEiqZuOuUUdLBDtR4khA/SSn/2SseA7hRselx/ZUCSlNaaPWkq/w3E7iOktL46Un3vyEvp3P
f9tgtlBCWl5omkryR6uQ7Ez1cqvMLM0jm5Q4dWBn7//VmNiNJHZor8pyjClG6l0BMgsQ7McWbvE1
wAahJQVHAnQ9aEVjhiQNpJr0gpN9OqwH9ZvKbw0kwb7awM3/1KLDuY/t3Xo3mEPLGMovs9fhGU9K
G3EiEQj6fOxMNy4OQ77iM7pg5HbbSygjaZKswkWi8Mo8RyDJQtUULJ5+H6F1fSwasHKjqrRwzOeZ
ud4MoB6A85xrSfhFZfItHM2hpsWpit+4ag0a+WnHWVzsE+X9RUiW8JF35g1tlegBQQc2sp0aEwpk
aRfSNA4VX63zXQ3oGGcXUrfQpnwHLICWVCSPUJYAbPomS0YGje8ljWJIQUVcKjQEuhkQ3yH8mO6K
IYodVZ50t057YdVXGqjeWi160qSm9GoxLFe9kiYLa3kbMeOTfhJKuPRxJc4xwYV/IVMCZqKuUnzq
6No7x5u1/KcH3IzzHm/MeeNdryb667AzVPARg0rvhkUKYl6gJKeCP0W2wktm+UcdXGVcanG4XUdZ
lPFURlSOhkVkk6+HE830R2OuCnhB1pkHOrXSFIlkOMinkYXb/c4Db7Y1n2voP+F8M+GSgSuUV6gi
+ML0FlPjDQKIjojSesrbPXU6LbZajZpoWWz0CbArL1bFVQoB5nIdcwBonQmEdIG/6f4+nukbdgsU
vtDGi408zzTCaMYH1Cpo32PUrvweJFoNmEDb/ljV77SePrtGsGrkLLMOZLUhb0nJISljFP4OpH4r
+f5cAymiFuJfadIXHp63xxl4KBkTBW+ITD/rNISu7wmIDkVf4DZaXpr9WJpoS9RJ5JbT68CZ1bjg
3e/ECbNJWJs33XyNXm+GoQ8LIcGf+Plp7HKA9QM7KbPEDPnU4hrEDXyim91TbZhqKh2i3uGVxAo6
bR2SduGY/SSDrvc/aI3ADzw3fYGbmN3/el2mXT9Gst+TwHBELc3dOhCGFbTbqV/KFW9WJRcALSZ3
ZqCX6ooDYht9qH33vbA9Zu988yUGigIKag8ArjKPyZTQXA25WPY1YTCVyNG4Xw06sKmemAIYhLOn
xuK3deJWmvPY8u0OwBRcGJ6vlQtXwzepJlEZU5AaFTglxxIdLzleslZubLj0SKOFd9edjD14mVH1
EBVQceNAzM7iwmCgcwJAUET1o10ZnduxBwG4x/kJUpCQmyuawlR6kxqSy1cLOIg7vgGm4e4g+DB3
NLNo6FTKAy7sWtWXIHsX55JpyB99ABALnAMfxVacgWbSJZUjUTP8AzdREqfKVkZQrUZ5HyfrMMwc
Qx8WvuvW28+fheoBmFN0dOQySyDqkOBM5F71OUVcSXRdhaDEngS7KBU3+OcgWEGRIJEmoxUfYpWA
HF3PfxcJci8po+a3aIGtdwQ8qXM2MRndJHkegf89kH5fyusoGbeasBRM3t44igSYDY/MCdb/Jj3b
9gVKJEan+Y3k9KC5VIPnLtkl7XPW/c3qk/Y6gC67GBJvmvvA3oDcGoeF9vn5tmGO2tUnMIESjz5s
MsS95quVJXCumL4Ce4rk6V5vtgk4wh+fr9u773rAzMGWdGEqOG7SfDx/VejfQrJJq0ZgSfRy6cF+
J5KBLfAR4J+ZL43tAOuLZoqaXNb8IUJTZfUaofSmboUJWG65bNbITiQAXmh2FuzT9vh4nHcX9sI2
M6vQ9knATitpvqF5cXUsg1OY7foF5/FzQpm1A7JDwjEBhzE6uxnnAQiDUtBMSk4yx2OH1Fkgx3ao
BR14EAqa1LaRCCgkN7UETEfcgK93X1NheIursKrNBJ3QwWrgafy7hmDNG2cYUJVBkaV4SvIBbA5d
OUKryMD/HNoFn6Evo4ujIlg1acLrVjVlkw6xDGB57S7stS+0JseVBbbeMrfiQSAvutLn73I0cr/L
ac4G4BRMmpdIOW53pZ80dQPCEK51ZblCmlCIgQm0uEKe/9KGy6w+bbLfzUShTQTGD5CVSgFkkjIC
IJIapcNbz7dBbxex2qFNUxJyq0gkdOuUTa0VVgoh9fdEG1q8yJSSO+ag8wJHGAqkijVCR1A/DgSx
+xcoyiVsgn5ABgMI8PGT5D0tzCEPlOJpgq97a2mbgUQebRu7VMiy2qpIkNtgHutBL9jq2QCKrIbb
TbwUQjwKGTZqq5ib1O6Vqf9U1YjmFs07FF9aUSwNj5sUOfydGxU8Dt8qZe3GpQx+zTEvO+llhOTr
bgyAUFvI9TPnHOgfbJILIUpmR2aZmo1AVCa7SvvOxc7Ss86aXrUBbKzI96ECbv2jE/D/7M0iF7Nz
hXu7dqwjHZCDEzUIiKcvYO6AO93oAIy2uv/YDuNR/mUHHgzJS6AIQI13bSeMaRDqIyRiOfk74nQb
HSlmI3LOf2AFjYbgu0YdC4rojBU57ZuuKaChSkEA2H6FieaG09djI8zN96+hXBhhjvNY53XdTlW6
wx6yxvqbL6GOdZzAJ9kT+7Gp+XsvPMeNqdl/XYQdHOrnw/+Qdl3LcevK9otYxRxeGSZylGzJsl5Y
DhIzmOPX3wX5nL1nINxBycd+VNU0ATQaQPfqtboZ40FlyLfDAbIT1w0wF6kPBphlIXipDnJW5aE5
ad+URHZLcwjmVt8DCeklsr63ozlIM6GWLxN4P9il2+BsYNFcOXNMMLC4i373Vu4a6fx7BVEC9qeI
AJ1NfP0xRkU1ACkByTHr460Mps7YhrGxD/TkXp492bwj5cYeb0n8wwZHrr2eLCtxa/MUy88xunEr
aMvPxSerHx8+hMlDGLWjTvqED6lToEzUR9XM3XrdXl9Srs9QZlXTMoBReocbnk2tk9fVFI9wTyWO
fatM3KQwBV7DXb0zE8zqLVAgMaURXhN3yQ2QUL7VdpvE0n+XEKq7Phpu3DgzRR34bDRRU+nTSEeT
dm9yDd705FX4muDbQHoI8DcU4VkctVHryiRPfR62MvFs6bW1QcUv4mQXGWHWvnD6sh6w30J7vZeg
QS6Pp3GxBLPFDU3A2/x3JMzpMQFtpqPhOw/VEm2iIPSXvioV2OfB7FTF3/9mZd6ZPVFshzbW5cqo
8rjEEKDDrCl4jLSPtaW7ragZjTtreF5AiRDYU+SVLo2g+3QaEyqKbXUR3lnGNO7suYo2PaAnAqcW
maJ/P/O0qSoUJaowdxF5IkPpT839kovqhNzNCfZuYBOheQcZv0sjCyUCiLQpD7vWepxW+1XqIoEP
sLmKP1HGeacFVdAv8954cjaQ0kpMvQSNSois5wBWtPFG0csjKQs/7odNWvZ3PbapOmYnqc69ZgxM
EqdBlyZ+rsXhZEaCXCV3Ys++h1lDVcnHKDFnOmZooExg5Xit86frzsiJSFQqC3kRILWRGGLOsZaM
GOcAPyHDgLuynW1Nta78pLAWd5JFndnsm4VO8YU5JgDWKphz4xnLiBYIkFQgXEw/lVV+tOXpG2kh
tlDsc2svdRr60suA1MRPRewOnIsi3kpAOqHHBUrGLBOWNEe6SZYRV52sdeUOcjLSACjPGiRqfpfN
98n8+XPlwiCzjLmZyIvTrnnYAxXizg3EQKEfbguscCLYhRVmg3R4dehEx7CW6g2vjRp9htvJjN06
D657DJvS+bOGZxPIxC/cM4asr7CGy/CQmPd1OvmDdgKfgHGXY6/olRu1px4CVYPodf3/mEZlBYVc
imPTLqOALhe2nAPlGKbmlxync1xvkNuRocaspIFtLJ5R4WG/PMymeoMb4Oce9/8ZODo2VDy5HY3N
ZSJPIS8E5JbhOpZ+3uN1BxaY4uH69HIulsi9WwbqOhZ45lmSd7suwIdiD1mYvgHs2d5H+rGAZl+x
hkhY4pb5et0cy3XyZ1D/2tOZd0zTVXErQy45TMrNRPZJmO8SJIv8YbqV29wtEtRsXzr160IKCBcG
sf7adr8V4zYqPGJAxN2t50C5lbaKInjQCb+MOfgh96b0uYGZMFFOV13te7TFUZbuktD5Un+N8d7c
2vdKEkigyWw8NCAhkSrLd7TRcwdqje/O/vpUcY4gUM/C8SEGJIOLhvme2cp6pLIWvDD1t9l8qWzB
UnB3sI5/kPoBCJ/FoErZICuIFVmoz8oxmZ7S0VUTPzbebEcVZFbY+sSfVUetyYKkATJRLKllrcZK
r6Z4LSuKm0vfptJX9Ce1B3kT8HBa+VXVFPQXWiHSViBu2JD5NjE2TTv4Eq7/pvkyC/JJ/A/C6xa0
MygVgO/ncmen+NBkdvBBg3xwRjB1+fkN4PmbWH0ZyENRHBvLcUfbJ/U21R9Vvx5eVn2XoJLgoC3y
LxaaqtZhJaCdxcoJWmgMWpd0zUKq2WkY351UcOhy9/iZAeYUXNGND7wxPCnqntD1sJ2aea/ZB6P5
1er291l7AnmqYEw0/DMPYlSJ/x0T/aSzu42SwQ/qESZJ8ainhzhDwqzQ/OsTx1ba/7gVVaGGqBQY
ENiEHWJmpWSlDSt1VgUFCo5BDjmUjSonOGudvt9AnxPEqfKc+6kuRdtRSUfBQcidXJRT0W+BJPuH
mnVpTs2UJBICaP1D+wYvCvBuJXIOdPzq2db99SFzbxPYR8hPmlBfZSGIo6xFcQlhzXDRjVtEK39G
SrGbdsZIDvndLEOe+LpBbhQ6M8hslEiuklabkQ8a+1O84gEBCd/rFrgTCB5GWiM3bTBtX7pKntaK
kdtpDoRJDuLeH+XgKZ1Hfpp5EJHakwzR3Z5v0EBzDJJpJnb6pcGsBscK4BRZaBkJ4rgeZvMa6FkR
xCU0eg1fl4NEF5Egs9XAP76K5xEwGhiozsINmh5IqSxO8jDppwIUDOjRh6C16Q9qEW3LYXZciDyt
vlQA+2I44M2wlvZhceJU4K+8nakAwApwJxraP8g5asTp03zAd5QuZYTy1G/Xl5OFPr4P9NwA/YCz
rR9r0qTMaDIAA4rmlz/iYNoqz+XO2iS/etndfq28bA2W0NgmD4DOg8Q4yG+yPYrQ3a2IoZQbIM6/
hbk7As3eFVmCb6EyxFulkgNFexuNaVO29+3wokRhUgiCLffSeG6Tnrtn45/XUSKRggk+LYVbP5/W
1l/WgKT+hPccwgLU1z7ZhfmfKTfp0xu5JOATLk1OkdPrs1wgZ5FbbtK8qeb364vKkmp9sMBs0qqV
NDOnE4l+5c28H/w+95RQSzfpId2B1XXXRW4qJlfhRR+AGv4zMOCcLgfWL/LQ2l2ORNzoZjr5oU7B
fJSH8Tupxv3cU5b8eH6KyWMMLsdVBr+aKQi4/OWk/R4aBZDioX75CToqPFmJNEZo9vVrPpLatRZl
U2QV8ATzbWEV2xgEqKjvSvGui9WDStSdYPLpTY89TCnNBZozMBXo6rv8hCUr5jrukPuXlOQJ/TpQ
KEFsXCWvBLxEbdHToKKsT1pvyKTNrP9NvDw3z3hXMcqYABtHgAH9UD2qvcYAH/1vJdE9WfPk1tes
T2J6/rjb2YgZd1OyzGjmmh6qww901AJDm+MUF3Gt8w4CCpp7r42D2IOJVCnpK3lRIgCt18Lt5RHQ
4KCdnrX4Ra7C0mg2mt4KcizciAR4ABTEQMiBay31+LPokOdObiSdjIgEBECnPfczmP+y57SM/JVA
HL49RRPYY8dJkG3i7SQ0E+ggfLDRGs7atZJRbRbLQio4N117xq1W9FylsZT1Up3yvUBFiNaomI0y
TsrS5RKCUO2cNAnUM+nTMDfuHL9d3w7U26/ZYd5FZaL2iRQjOU/02S/6KPW0AnxvhjrgWMEJi/dE
PgnuKLxr1/nY1MtV69e6le0aOdQ139jN0/zbrl4GX6UcsqOIPYu3UrgeoMiOFmykjZh5jNtSQzNW
i1BbvUlR45rG54g03jcX3j34T9nLZVZN0pmBPrdWpNHXL1l3kmZQwPciIAiLhvljxEHriI2giV45
JmhkMoljp0Dyok97dZeiV8Zf0qr30ZEseZ2kKbtlisFzS1LH08Zi8K0JQLXWaAy08rb1SzHmAA3Z
fhVHkZdYE70tLW0wV63tRZ1Uek4Ra4I9wrsa4VKEOyG+mnK1XK5yPmhJlsoSrkb97OXd3rZdczQF
rsQ1gn5WFH6wR9BpemlEcgxUp/OmCMGCXJd46r7o/d31HcLzIErkSvOstHWY2SHpEOk2mjeKEE0C
rjK+kUqEneXtB7ziEUnQlAwXZU6kuetqPZExCOSKPAlvjxJszp15QrgeVNTKJkHY5E7amT3Gm6Cg
5cw2UkJhrN63pb4Zq8kT5qZ5g8LNH66LsgxAlMzGS4zRIKrVoU1PNd0lR0hR1sCQ58ABEcRQZeC2
EOnj8Fbq3CSzUsYodRVkZ4uwjn8gT+3L9mcpGN834rkJxqkduTD6NpqKcGjQ7gTaI9VL5WQ6Ok0T
bwleduDd79dtLVvVQUprJF80uEuZFMp90zuySHZINGLmPVmshTRYBkac4LWX24B4iBAMvFMdNFVg
WgDuFKA35lQ37Ak9eVVfhH11j+Mn8pXsBAa+EB3PkYBah+eWuBKC1x896iDaYp4XvYmu0nKsi9AY
jypgrgO6SqXH65uZd6yCwMJC7QAcfx+0m/PEaNtIoetXOd5IJuCM9oPi+MI9xp03HDpUERPFCjb6
Da1WLyMBXAZbxFvndavLL5nxkhDjECVgClqsIBF2/3Gv1zgmANnDvQHqPdRfzu5DoA+SpFqxilDt
gN+ZjPuKTIBK6odK+zqNa6At30or96wMddJk8iMHbNTXJ5h3nwCiG3gXPJ+AVWUCMo6hEZ2dER13
AjAbtiH0J0jm9bN9WCwSSN0nm+7olqR0TCATAhc8AOtMNFv1qarUuURFVlqBzT5aoFzQb5c198zi
BawGnx4f5ZCgDOpYW/S/Xc5wRIYmmQqsa6KGav6NzL/aH3V1s4pKe5x5hLwT6B7R8Uhx6MyocpJb
KAObwOWRox6hic24Xbru0RhWF2SdP64PipdOoewmoHN8x9uy0sa5k9rWSK11Vqm66wjairoDx0ne
ZiAhyZ2vhVOOh6mweq9C65onJzp0lov2k00O72uJ7QleEkqz9mEtm1ppZWUoy1BqG2+sf62Db+M2
OohIzDm70wT3EWo1lD9GMRkv7aElTea5LsNWR5JzgkS6vW/2muMBgKnrryQXXee5y/mvQfbdO1Ud
aRKFGmz8tApQYV+/yf1BEUlq8VLxJrwGIU6xaImUOQOx16EAHGEGu2wHgL4K7ehI9/vEs1W3eIiR
avi2buc3M3UNbweBWFEtgBNgL+wzB2SdpeWcQq0ohB6Mq8lfpDr1FQe0ntkqiDScCwYSnLh0owSC
nqD3mTiLdVqsTBYZAXysokCSs02eqcCjm8lmqpwdAQ0ictaqaKPQA5V5Lpk4BNEhgqsa+hCYAAvR
VXSARn0ZWsqU3cyd/F2JTIAnnChx3Kmoas+u0ZkQFbZxM8RrvVXtmTzOOUkAd53WADJDeHxf372c
cxNiOICl02YV1BeZJdeniKh2lJchiccSxDLF4KUJApI1qiI4D8+NcUl9D36AcrAoqzYH51KSOUVo
ra9muxxGGVTQeMxtR0kETOHh13CGoFkffRa4FLBUBLWipcqYkjJU2na6GRMrCiJ0CgJ7mMSBoSop
uC3RsZsCEeAtygTMB06JYJ6GOiimtguUiYyAQsjTcV7JvJG7phJMPHc2aHOdA4Qz1VG9PAt6jZTy
srQlqq9Vtc2rWtsaJHE2eWUWaEXW0zs9isj++mrzNhiAnhTYh0bvDymPrk+1tQcaM1yt4Sa2tLtl
eW4h3enK4EG9bopzu6QqEpDA1d4btZi7n1IAFw2gehnW7cEw74tKtIU5Y7HAo0h7mt6Zy+jfz7Yw
+gvsfo2xxLXxMKYPUuROCvqr9N31cXDW6b01EbxltCjPIiH7NEYiRVmwTgnOU/umQDuZgYapRYVg
zPzrujHOpIEdFrc6qp6IXl9mNyqkdGIzUbAbyW3Wn0oi4rLhGdAQ7yhlBmqtLAJt7gjEMzOMpgNV
dZBrCrqAut7aXh8Gb2nQn0ppovDmRZXlcmlyE4ToYwQrL0DSOSV4Jt1C96/b4K3LuQ1m+U1Sp3Ez
05EALUTZlYOSeB1wAJ+Ut6XXCtps+89gmI26wI3Bnw5DA0oG2rx6yvyIBKZgu4iGw1zZ5G5cyqiC
FWnYzvWhhX6DvV8rL60+14T0YTjM7SVSzUaadBialu2KHsS3+mVafFO0O7mOBigLSs+KibQE/fvZ
7kRjHTjIiV2Gjo5KfYtHYoAqmogjludolGpdA8UPUHtsf3eHZo4K5foqlLvohxPdRYkFKSp7B7oO
gUtzzknAcpBNxTMBbSms8HuvtanWrDrWp26sY6t3nWslerlL9VgLrns2Z1Co1sMERf0jL8W8y5vW
nhMiOWVoS4W/NI91+aZ1GfhKBa8R3oMPxV4VgrbQc6JieJdrZJSktvJaLUOad3yQ9KfB/NmuITFk
d5KOtrdq3gSN+16wc3mJd7QHawjeaEnFGJkol8wRvV1oZShXPUTYIB02PjhkOk6gUjDn+FQZLTJY
RwsShJ+fWeC7AV5H+EMXtHo54HhwIpSw4JT0hdvrmhtX3+fZldXHv7AD3VID3K9gn2HfX7XUmnOj
YAXjBlJzs1t1h6E9EREej+eT7129aEJBjGKPprgDNLseUhIW6lsznZz5RRFRSvNNAOMAPQUkI1ja
v2HFfVW2ShLO0guxXhLgwqbi/vpscUKFDZkIHHi0NR1H0+WqJOVsJ5kJrnEMw0AZsSv/ZjnODDAR
vKrluTVByh+2zgkI73XN3aY9CashvH1LK1jYUwChgHTichx1rNTo06pJ2CgnYHY1y8cLLRIFIp4V
5BDAr6UBN/BBGI3Iy9iaSkZCZTzWNgTX859j/JxWz9cXhWsGaV7k4JFVBlbscjDSokIlcxhICPTw
tgw6dIA1au8JOf1ZKmd6HoEZ/R9D78Hi7KBYrDxvpWqEhw0OmBf7AAY3RZ7e49LYjUf67kknqLAZ
X7PCTzdrbIZ25xzWGaQUr7Lz9dPDBpzn/XoMHBMuYpfDBgNQvfQJKmeEvOjj98h8kMy71Pj8YXJh
hTns43qYKoWgkF0408EJjHwBC5WIo5UXZqmmsw4pduqVLNckOsvU1NJRvQLiooK22LTFXDay7EUF
ZHgg/Wi6qibSrOYEDMoObdPIB1SUyvhNVtZKk6kAI6fyNqGtmNKd0gsOLo5voosa/Ya4ZpkomtGA
cuYyKNdaFhkWtHjpiz9OsbdU1SZHw1UERofr/kA/l3myX5iiwz0z5bSApzc2TC3yyczGY1r0uMzs
kfNCP+dr0pFdrATXTVIXu2aSjv7MZKQRuZt7YP/t+bFBb/gRjPJuZ6y+stSCS6dodIy3J+0qq5IF
U7URRE9LU91l5pEML6151+TfI6cWzCYvVQguRvRZUGEgaDAwBzA2RdQu4O4L1w5EAKrbSom71E2w
6pq/JImrpxAj9lQLD4aysT9fIrgwztyrQCZSKmqNtVTJ26SC81+7N4UCE3QE7Oqdj5DxTatPjMS2
6QiRP8t884ekeBa09mQXPJeO7C6SS4ptY4ik/ujvXrPLOCoeyfEyEQxOAb/YWA9+bDaC+aNR6ZoJ
xjGXfo1iOQJeoku8aQsAoul1frcXFfhFI2GcEuoWwInFSh5Oh42IgYH/2+b7Cxj89WyBAR2UXRU5
mCXkaNVQdHjwzjJ42D8/z0rhVJ05KhGttBf75VHflq/lwfGKL0Cw3LbBoZK8JXD2PcRhr0cMwagc
5uIBReaunnRkEqW+7W66GBIPkSJZ++tWuOfJ+eiYzVs6XQGlBYwOOHG392e3cCtPd4tARHvPC0sU
v0sl3JCLYxufJSL3SpwbyIyeUPCRjokECICP8j+yL4KpE5liTmKUaTSw9sHUpFau5kxenNi+0iLt
rD53/T4fHgiYcq5PpMgm/ftZgJfkBbT2DWxWqGW30wagNrfNNt0CjSrnOMivjrS/bpHrIP9O6IeH
gppICMo6Rqls836LRt3rv89LtwIGjYsGHiJQYWMfPBBp6CISoTvH0jwnfKiP+UEKrJ/VtnN/aY3b
P0DybpP6163yrhrnRpl5tMkkDaMFo60fBw8iBUjeMQwOGXBMgcaECnxdrpKa4uUs6Q7Ahup3BRKT
srwzy0c8fopMgBHhXWfOLTE+GFmJoiQZsC5W41fp7P5sEFv1cnN9trhedzYeZrbwwBpxNET0YJq9
aaq92Tiu3THOH1WioG+L4ixESa2Pfkfp93C/x/sOb1GDGRlR49SWDKBfOgAeNooygX9JFrkB51JB
rSA3K0Nc4qMetrkUzawVRYHyGPScCmmTjV6jGVt1VNwu/rUM6IKd0+P4FBmCffVx5WAZafT3ZCog
7Myc4n5tDjYB9mZUHHcDKnlQevkiNWiBkXd411m4MLs6xX0ayAZdPU0g18TTtdMeI12A6+H0wF4M
hi3+FXMqF6sKYE/RyLsqfs6GGo/LPMgBK237b2rzqCBr4swhtArL7Ugs4B8UECZJtaD9i+s1yOih
Ji+j1+pDH5zUaiYkfIrQLG80FB+N9fH6VhAYYBvftNJp66aogOOwGjciL5mo75NzVGIuKTkIhXjS
svhl8MhtbShbC3OpJvou74xN3d0R+TSSu2wZXDC+FLPsxksmOFk+3tBgluLOkXan/FLMflsMh95A
ZpgtAjzB2t8q6GHSMuhl2xdiF7mzCA0DChmh24+5dcwg4MnHmRpLLNeS7vCYFgznY4DHcGjxBY1q
eFK+iwSdeX4WGWqyJrCQJyZu0Is7oA+yqkSygiIzdKBnZpBAA8yTmikBsaKECR05LcbwV4OhyFUb
ShpIQV5ayVr0Rw/RihpSCb6x6R7tlFIsyO1zmqwhwwiXA9Ub8nXolWWMFCh76jLo7csbvXTR9OB0
eDbeZMNWV1+MTvPiCHI7Sw5+khhQdcG+4oaQc/PMTIJjT0mjEhvLXjy80W9K84sKyU1bPkmF4paj
L4Fprxxe7MwIerXZWRVoyCRKeiik9Ph4fFNBSmTskcEC/xkrfWZ3lR2VOnagvm3aX3Haop38NUNn
uXjSKRjx8l10aYrZdXNcGFLWYNRZS7ZRs0nimyXNN9W0eGXqV9BtUCaP/Pp8DDsfHxNh6sjsx2Up
C5qYtfTHahSd3fQHPo7KRpcDbj84w5lRNa1cyfIKdKAsYwWtoEkf4vgx1nfmdn6UJMHu4EUuDdpF
0NdB2xnany8dt1jlmugLrKXxmGyUGuwb0SItMNzle3OwCncc0KAP8R3/+jwKDLPYGqvViGHHMFzS
escunvwCEurG1si/JECBXjdG/f/DnP47SjZk2q1aZ2YOY1P62y5P0SL4fd5V4WwWWTh5VgBI2pX0
PlLZrqE/xkYMgmDiKkRwmeQHGqphQ1N9lFX/cr0ssNdYMgRzwgVZxKl/K+P+pk5O3a9KOqiQMte2
qhYFMljTRu1girC63EWDOgp4HJAJR9bo0jpF7ZXDgIitoZc13iOZojxABdZrptfrC8aNImeGmGGO
maTXuQHEZzu/jrpnhhkJusEt0IL+vxlidltWLvOw9hhR9j2BWI67+CmaUATPNN5BBzAG0qYoZIKL
l7rn2UGnNlZWazVGM5cvaGNPuxNJ3q6Pg+uBKFpSSD0OIJamwa6SuYaSDG78geSWnuKJrjjcFTkz
wIxhBFgmn1UYqPeKDzlHD6qKgvvne3vMh216ZoM5qiXZKuZKg43qYLqPupsfANQ+3DlBvXsFw7sX
uSBsDVrvN8Hr1vNs71nbNMGbvpMEX8JdsLMPYfxcXrMi0xZ8iGbss/5GnjZy8+X6gr2/Ua4NlnFx
UF+1WVfBRhtCMbY7Nsf8R/JLe+tmdw5Ai7oZPaN16wfpi71r/EFAR8BKOsMXcXieDZFxfEqyWCor
zA+BtYHfe6tbHkBKUIKk9qi7kmt51QaIudjNnuqgdVNsjNZXbtONsiU/1if1Z/lTCZS9ir9cnxlu
kAEEh9IAAMLAcgEMZa5lg6QhWP/QfAOQx1DZmXsr3f1vZpgJMDM5VuMGZvLiUCYnbXprQRVDdlrz
G6jav4kAZ2Nijtl1bu01osByY45dkFOD9dKbNEF5huu1kMqBTB+YpsFlchlm9MgpJHuAESt5RNue
a0pPXSuSyeKAF+A4Z1YYv1VKtG1nKtDqFtYmHfwh2ml6OBnfR+sFpdemtz3Q4uWArYLF8/qScYMc
VMfQsAiANagGLgeoQcMyhSAdLivKMG/jVdPdxW4VXynbhriNrYkAwJyeXwwWJXi8ht/PWybq6Xbc
QwfcxttcX/2hQSeRW/j54BvaaaoHF7dPr8Vl37jPYxRvcqAodIHncHfD2RcwMVEBSRoITfEFsjcZ
31ro52ZkWxwA3rAy0WWQP7//jpZxIMdMJrwkIoSkFRwlyeucf5EicIBkT9fXkXfFBdGHQkl9KB6E
3Q2WAWxfn5Wh8ZxAAN7yO+sbSZc7I75VoQ6uNiJ9CE5DPii/cSrSNBVo/1lVhVk1wJNUJACgOK1+
6CaQuvZanwUpdGVAJ5aX4Icy1w2e+Ol+WKokQPOetHP6brid8lrzqFjAYeoj6WvlRD+IVQ4olyNj
bUDExyPoK3UJiB2CsRzQX0QG+5AnrQ6M0uycbCV1joCxxvvrk8hbLBD+g64IoGYIZTGtWgVUIjpA
SItQsrsNsrHQ80m9Xs6D1v48kwlmDxJF7z0+eOWql/sOcspTboLtNTRwOKltEJPGleTN9fFwczcU
GUm7fMAVz5Jg0KbAqEsQWOZfwwt666stCpQzbpjglO0EoZI7ef/aYnmlqj7T01zFrkJinjQHozoY
yl42RKk93gsVvEK4k+E9h6Z1xtFlfTWtmOLq11iNvHVaYr+2x+86WVPPqaYfWT4UG6UtPF0vQUg5
LoFgTmlEZC8ZZx/wYZz12KMvBCjz2kcaB/0vX1XP+Tb+jEdXmvzxbzI6oDaCbChErYATYIKVCuG/
KobYdlgWOyBQl43hiEbEnVJgqMHHgrZalMUufTHVzbprJgkxqvXB6LZC/21T6KdEu7e/5cQdv1+f
Qd61l0K2/2uOOe2yuUiB50ZIRJH+d1s8KtG4jdU6MMvM73vBpYy6w4fVguej8mZCX4klOZghAtQ6
0EgADQw0QjfSr6KbbzJ7b9jZLVCq32bw1f/F8KgwBfyTQoaZILJEVjN2yViGedn7cXM0B7SXoQUE
1b8kF5xkdPE/jA6AI7QagZ7jA7V4O+TqouTAwFdNu2mkOpAr51DVojObu2JnZhgHsVZkpcpsoGbQ
IVQl2xE8J0AW+Wq0HlIIegtekNwyCEUs0aZBi5asLj1STiJwfVroElKrp7nfZSCwbEm706E0ache
S6otildJ89x3usA0725wbpndbkWCEqpZleEY+yAT96G0ZsTztu+kAxbGc6b7697CW0HwsamoDuNC
BLGZy5EqhZSpjY7WCaW7J2bqkfQETTKBm/DW79wIM53mDF0FK4KbFNYuqRQ3yyp/Gjwn3w6lCNPH
HRCOT+i2oXMV0D5mQGZb6UNiAPFrlro3KgvxVgn0l5DVEA2LawpCS7THEyNg6d+stVOsYZzgltpo
HjNlXfxKtvcqAPuCPU0dnN1naGOgHYh4CaBQezmoSlvMdakjoHztGqppsz8kTzIoyHKR+jlvSHB6
jAW+gKjFuENNCgjIgyU/XPJDBUJdiJD/zVDOLDC+0A+ktxcNQOmkO1V5MEKjPtoTUfaet43Ox0HH
eZaeyXJ5BDUkxpEaG2kFy/74IOtu82hHJLCH8ev1TcRdnrMx0b+fWUvACD9YFNCOp+AcrKmGRsnB
8ubaSja6hQfVdXOcwcEPoNWqoLkXsg6MOTObDGif4Ezpktld1sNk/gTJpdofSHNT5oIAwRkbkv7A
b/4RW2FJmJxqqOppoAGp2S1diH7wxIy80Q6uj4njeKjk4PQHvvI9Gl1OYY72h5gAVRbK6IY2bK8Z
DoYk2rCcOHRhhJk4FBdmQ6PdADkJhtZbxhOotkkDyhVBFOcZQp0N+r2Uvg/R4XI02mKsi5Njv6Jy
mMR6IM0vplS4g/kCtLHAG3gLBJAtAN8o7gEwzbi6qi6llEUSmlCUbZQHWXUAweMqUnwTWWGmzqqN
XOlWWCmVg0FAK+SqzX0mumxywC/oHwVzJZD+yBPhgX45cYPUgCulzUlYqijqal9tGxmrQcepb1Wh
0+mh1r1JAJzJqGXHuv2Wy/o22UYoaSTKUSOiIgAvMwIuGeAtQC5ESReYZ1JPlp7oaGBEPSpI5sS1
bcBIpfakVLGbxHd64WmOP4zPsUOgXKm8Xt8U73QyTNyHeeBygQOGVqXBBEtd6pc57gDoJnkKCejD
NO0b6dgmEkp+4z1OnU3cLcjPdF47D7JnkMdJbqAecJpNkCocDek1sjZDvp2GGwJM7wS1Fu2VIKkh
qcdU3ZY9lKsFZz2HIgd0DhRsgM5IGZhiZsraUpaGZO0A3YdoToraiRnvCkf30OCTeNbv0nDreAkk
ZfUsaXTxVaPsVulNPp2UOXM7aL/guXo7daIXL52rD3Opaqjnoy0bVFGMa8mzOeLNC5C2pFZxMOOS
vK31pheUjTk735aRr0cru0YbPejfz46CeNbbxKlTANKKgwxiY+0H3kuOdScqgXP6y4HzR+KMvmMo
/zZjaFCiTjdasC04X5LpMCa/LPKdgBin0jKvkP12Wo9zF986P7L2FeJkED3+MkBTFWefJec7tKYL
1p0TIGghBC3JAA+hrYv5ngmuYAFKTvn4c68vhrdhVbdrZj1MtSiM80yB4ZGqkKJ7DJNwOcdjlK5R
Q7UMyjT37WSvGplbzZnnEBFqgm8JDxs07GBJP5BW6Wtq6zVg/8+9s52am9p8XkTAJ17VAIyd/xph
Lnco4UpkGhrA/FUbMlOOJxU/JZt4RmzcWPPvbpsZyCYs48bW+i9J1PkJxJW0cRMjH4zlBBJMCvvP
A+kgO0m7WlHaom0rzHJmkm1C7xWAwLV9VqJNOh3M+vssal/j7MkLK8yeJHJt9OgRREvAtt4JHJJ+
IbPfIZkILA3a8ZBoYlvkDWXs1j4CxLbvDmgELQ+Gc2zt49v1EM25tyDMofsbj0R057L56wX0Sqjt
g4AOdUB7rV1gudzo4S9s4Dh0UNyxgbRmLuVmC6Q/9GqQI1e/GmtYxugCFrUT8Dyddpf+1wZz0ixy
UUZNCxtI7gIwqXtZvsFeB/ul418fDW/N4Va4vQLRBVwV41kIFGNtJgCDptWNnoJ/PBZR73Lux/a5
BcarIgf4/bKEhWXdyTMAVc4GLFBoG0BjhGEIhsOdOLRlQ+kCTa3oo7kMRpBFxsSNgAmlD0YaLDqS
qYckuD5lPFcGywB+n2a7QfB7aQOonlZdIthQni37JxT/hscmRsen4NbKnbczM0xq0yJ4eloDRdq9
SEB7QmcQbPDyV9l66ES3BE5aDHcECB9R3A0wn4y7VSqJ7ZUAt02K7tbSuy9OLN8UJuovdmZ+VSR5
i959NLCUs2C/cpbrwjBzW5bADFKkNSKOGs9+p6vI73cuqFpdXW4FAYg3RlxjVapBACg3mymOIWMX
SyP4TVfcGVdl70y/61sqYfeoyZ1XmOrmupfwrgSoGvxjkH11IJcy5EWPK0FUNcqdYfWQjNdIfhPP
fRmU7ZBt2kLtoZunoHsiggaUBtSJ58zt4qUgAnOnMR03CxL2X8upSE00KBqk2qggidxAdGwWFOR5
SbaLz2V3DshXNTsGAatdamHiPCZNepdBUlaLjqnjdqjdZGXsD/Pi2sbnH7UODT1waICyPshD5OhM
zNUEM2XgJdgrizsqP20Z5VVTEsRulQZn5hii6kG4Etk2woPDbKqIkMaqVVxWtA4Uw01gZ707G7YP
slTolh618hhDiw41Qa+zyTZLXMXakOYXSXd95PhyvXVMr5qRPgZJ+dK7mVM/a4No5/PeOWdf+YGd
s1+6uIiqAf0oZTB235Exc5fldtSGjQSSXADBvyXT+kzafTfeaEN+d91zOYEHmPZ3eUrwD+CJfhnf
1LWWmiTHNaugzGH3ZkQ8CTqj4+LGkeYD1vo/2mM8r6inXFonrEmfhugxcrVJ38fOvu5Ld0TxT/or
c0DjgSEdNfz3R+/ZmyCVEnvOLUwuKEpdyX6UtM41rcmVIPohqV+HuBOcSe/48g9O9058Qtvzca5f
TmiNYEaM/yPtupYcx5HtFzGC3ryCRqJMlVyZ7hdGtSl67/n197B277QEcYWYmdiN6IeaUBJAIpFI
nDxnhLiM0uPVt4vRkhiFJJCaTcWpVgG6PSlbj9lLFVXrpOed0NNMvZxe0tFzPeGUTrtCkkCKHD03
uZMbji/pr4+XfCkOSygrIRHAIwW0tW6/UFdLX6tCtNGIXQd8BofGflFrnEIcbXWSRka73VIoxtTP
049UGxiUW2tBobViDrmEXZzntpxIkPLCZkdPmeQfylohdS3+njJ1/XiMC7nhvOYAKM+EjViHW6tN
k4GNCQhhECddOC0j07DWpvfHNhbnEW27c38XsPF0wSTnS/Tjl8g/teijadS5o2GmKg1ZCg1LdnAR
ACXcjBMBWPB2LF7qV/8hkRWjTWGMBDqmZtY6qs8qZ80/RLvutSEqXnJiLWW+ikS0DlonLf3LoB+h
YNLJzWqoPFuq/dXjGVxIrsBpBfAUetVnAD7lGwC35F3zhf71XgZf3mfynu/MQtc2qciiu1u0BRZW
vIiDaAnkZbezCF36zm8EtGPooQyO9761c9CVFsZTE4drKHex+IoXz1gUIf4ySLlg5TXJmKrAU4fp
r4lzkkB+EfgfUGyw8tYc/OMUyZaHbQ424n8wqyqeIGc6CoiYUHeWLDG6GrK66CvPrITIkjkGVsq6
SixBZw3cvlDMQc8d+EqptQMVs1JHMqCelWb4646bYfF1OVna1Mp4XtK5VaZ6yTaLS3+rquVgR3p3
DATfOIelqOwFcCMwQu/Snld49GeBfwNc13TBsNa6wCiTHlj5Gj0WxqdeHQeflVkuLiue6+ZiFv5B
w9utH5WNpnatJABBJPdPPQQJ80GzlC7dCL6Kf5uVGBpWzckbpT3GzeQ8XtvlaQebztx/gWhKN5Vm
k5RpQ6/houAnUH7zxM4qxzCx+SLA5bEvOxOhrzHlOPOsqB109DwNmdmouLh2bcHt+AnSwo+/aXHe
gWFDjUlFDZy+VfLpkCehMuPIIJgcRxqZxu9xy2K5Xtq/WFldAOHgLPZH7V/dyOo272fS0bq0JoA/
bD4qDOKFbbQq2/SpTo+Ph7VkEEUu+NFM44qT/HahDRVkxV2Hfrw6Uvdp/03g0fq8l6dqo4ax+9jW
/PF05L22RTnVZKjeMM2NVnUwC8OKHmf7o6wxDsVF34UuJLCMuP/j1jyfNFfZUC7rSe8b2LORURYO
CGsiOwh0zwEnHJRcx35YK3w72tIgZLaaTIZAssyrdqOeqqvHA146auaWKOgH4NUJ63n7JVJejWqH
PuydPBXg4e0AOPRBjO10fjyYiRQ0kDAwLn3YdIwgsXSYIg0EARZ6YTXcQm4NZ34ZyJGHme6kzwoF
e0Pe121k6f8A84z6lwEzqE2od0oQhRjXg+xhgIAMIcnR5XiNd4LSakafdaFfHBIqbSqghjxYIql4
P3Y4BOoCJ5siAd5bNftYgvRv/InrPyP6LO10FEsBRZrlqRD1bydPLmSvr+eGhbQ6oUmfhFD5EtPx
H8QTCDdJYP6FZ6DWfGsFLeUgiu3wxpojS9/juvDSSIG2ngzfY1RdlmYOOSJq2eIXJI/a4mIeGL6i
44E1msN5SbT8aUh+KgHjur04bVdmqN09TlkXJjooHvGCK4affq8Qg/XqvjiU+RUAjz8QGqA7jwD0
j5sv/KJRHQOvsEC7p0FXLkg/Hm/cxbH8sUPfF/FYl1V6huMvrKtZyDqA+EcRM6LDUjjElR3PuDMN
ukKz1CEwFTEOEoRDQQJVUmp5cLbH41ierz8m5r9fhcJ+5DKuyQDCLLxV5umWLB7QSMj/AxA5LgZ/
zFC+rCP/q8QKI0mAtBBeWsOtvN+PR8KaLCqUDlXV5j46ynZCoBOuLE2f1xhBc3nR/4yC2vcekCmc
XM7U2IIGLscqsHQ0m4E3/p8EGAPJDY5cFS2PtMYH0OeGr3kw1MqxI4kfUoz+GP3z8YQtLT2eB8Fv
BkZHdF3NE3q19LkaZH7cAxKF7Who32uFI2j3sYaoYbjxPC30qT6zjuHyawApTYfLUC1GbzJAEKgi
M0yOYfeB/vocSiMB91YNvi0MfztlAQ4ciCgA5/D/OzxCGQPlofXYnPGAFo/xMOk14X1g+cXY7atv
f3ca0biGppcvykoAByi/i4cShCMZ8AJ1BqHLzzHfFf13H1xZj83cZwqgdEapYuYXFrBaVPDkEnGa
xAoFKnEV2nBuu7AFM2HsofuVghGk82iDgIaNTKO/+VxLDaMCYqQHv4fKWzqfOlVX4IAbQXukmjhB
oLI8rh8PbSEfm+mqweQIWlYN1WNqXylSP/ZpgFI8qGujcKVIn1LvRQTgNpMDBU4sx2QIczOexh3v
/e09DdsoPGJXY2rRtX27C8KERxUowUsNDle3kEAT3Q9oHWXtgfvNdmuGirNyHjayXsyX0bImUeo0
qPmrwknVncdzOQfS2712a4cKtKpSCtmEJuyd3qd2XAJ+2+97qTGH8dLzLJnQ+3g4G5vVDuEwyB2o
jEsopyji+gAZV/acJM9C3YAFYfd4QJQNHW05aEnF8wX8Ek+pdA+8IIt1IKZReMK98hDpoe3HHyA5
+/XYyhzrrqZttoJ4i98H/5wKhgcqA0qVtDRiPAScIIr5xnnNk96jE/axDcoF/mNDx4X1C6YHO7ee
5klC58sDF52qNDK7YJv2G90YrOpvQgH/YwewDJBKzu9MdJ2Mk7wGZIRJfGpAsTj4gaOHkI0o0evG
yOcWJ+3KELVth8HPBK+I4hPf/PCyl6l6eTxhjN+niT06aOYAc5rHJ6DXfxg8Rwy1ZXRs0K1Y9GTR
WN1CGXN0E6XxKSb6vurMAP+DaLOj9ibvgn9GmSnIWZ27dFPKnVUqmHulknASh5FBgNkZf3sH2YUq
2c57mxiH08LugQ/85QsytUN9levUWoYvDGjngej6RJqwdQYDuKDHa0WdHP8dES6xUH2e2T2oDQTC
OrmB2kR8ihJTNPWIiD2pUiLvMiBwGLZoYoo7Y9T0dQHApxOE3E6F/px+9E+cT1AMSQwLog8bxLp9
thqJ1TKOqeW5/DNEei5DeRR7roxPrVzgXb9cFyk6tOLWcx9PJXXSf40O2C1DBGs0lo7u1/BKYBMK
T9OPiSceJlTSvUIhraRuxubYpN9CgSUasbTPRKRLMqo7EkItNbAwCjMvaX3jKPVnAdI84Gd9PKJF
AxgIAhLabwEau418It/Vquh3xrE2drL+PIEP8rGBpSlDlXdW/EG5V6Fb/1oFvfaV5nnHvBFNDyr2
00jCOnVaVAKGF7nkWS1Y1DH7tUYA3QAPjyasOXW4HRGogSdJLAPuiFJfOhIVfPht+Fr1r5DmdtOW
DOitbs9G7ujjKx+SHPQtnuEoZWFGOSNK3rvlfAADxoD1Q8/NV6y5TuPzLs7LYuCO6MUxpWqwU6jF
GhHj+YouuGLEKBZB12LWdlZR9J2X4MpMwpVa6WWRf9r+GE/Ru6JuppUy2Lkb/pQ9sy6w4x6v6X1E
+WrokYEIgqQnT/cBaPKYyYGShCe1ka0YsaScVtkh+QxCwfEzJ2RpKSwEZRRaUARBQXlucqBzAI3j
hyGLkWnkkgLpgXQlG28GqiCWIpitkGwmLdhDZI0xzCWz0AZDFRKUezOVKpUWRJqU52oLyYsab+KW
qk+pkxqdZntS1Z+itMxczQDpuFH0gRuHpfBixBkra7z3IQ3fgP5IFPMBVaMfJ7kuRVtOPYWnIhzR
aM1p2D5NzrmF4pXW42W93zkAv85pFrj48NJF4xm1buw7gY+yk3b2awJK0OhUM1LGe8+5NUGdRVKr
eEnWzSYEogOn3BIND6yZfpymZJv4a3SX2I8HtWQRofOLrQtaVfQdsPPDVAffWnaqREv3yWSgcXfn
G/MLVyfLeGlnOA3L3vz3q80IKQZBihXYk3Ur5ScSFLao2FO8wdmgJxfx9Hh4CwcuCmp/xkeT1nlJ
MYVxCHugv9WbD7UiSrsNJgBXinWamx26MUK3Qdu6VMlmcETLcMpqC6JB3QhAcw1MxBmFBB1cNbMP
X405rRO+izUvO+FBAuwN1fjUcR+evxfaS5pv2+JnXfyAOIn+OQjHBmJAWS6YdZhA4yPc4s0dLC/p
ZgKOiDE1C/6Mz8LSIz6iPZWnPqut8ICH8wGflVqcv1P1XfpN+JCgrEr4H/65BhnoStn3bu2Iu4kV
PBb8YEYPzRsX0wOE1+2cRE0ilJoa5ScBbOsNuAQQ/KE3gpQh3pXJXmNsrPsbDJbgi9EJZRzA5qiN
lbVtpFYSl50CObvEJ1FHGpS++My6J828+7XW6MOBTjWufrPC1u246rpqxkhM8lPffMhyTwxv21vY
V6n97bO0jc/Q2yf6pVZ2WphDTgwsJ49XlUavgJ0OgRAgDcgXzPh2mpN8bCU+VGtePpV2scufElc+
qkdxE7n+BjouR+N7cOovyspzZKsyDVdlxBO6InJnn/IqRR+GMkWTyilTa9LVeCsOid9Z0HPEPwct
FKFU/myMGWR0PYbtr3vozV2YGjt1IFWFnw2I4PJJNDO3cOJNumq22Ro9qM6wHdbhyndVJ1r7z4or
HqUDqNEciKWvkhULEHx/NM5fMsMU5jd8QEsof+tLfoIgNWZBFfZy8SGLG1yaQB3oKtxKyk+N4vQD
i7qJxqF9TT1on/F4jiYKFKSoZLVUi2Iow1I5QS/5s0BzlpXu/R3EPw4eyZ+T1WNPu19pJBrII5Hg
IMuZ6yi3rs6Pulq3Iqee3pNn/7ucQWqeqM/FHle1KbJ4Rhp3F61m3AzqeiDIAMwNwIVbazHKb7Gf
xMZJNOy2cxNuW8rmiB4RFt/c/RaeLUG2EZ04c/pG76C6K2sU5BPj1K27bfeWncu9+M1z+p2+jp+j
VW0Hu+y3zEKbLI7vyiq1b+IxQUndg9Ux+PSOXP8J5ANpVlpQseL+/Es3u4QaH7VL0rby66HGTBaV
5eVvUNxW1qVK2lPF70DXYoyvYvA9UGS46xqalTFYeR97zt2dB1ft+UUVXfYKtB/oG7dX8JE2SoN3
ahUSrqVtbPr+6kl9eWxlYZg3VsRbhxESr0j7qfdOKXHezMe/fb+/qSFQF0+9zTmeH/Hj7dOoEO35
0h+8lhRExJIxTM0/RS0XEFYI5VC9gRQT3RJWJpE4cL3knfgjQLbcT8PJzt433oXjR6HpvRmHiQG5
pBsJIfmEewT4WUChCcAfSGlup84beV9uFcE/c2t/G3bWsDUMe9ikzrld8z+qvf6UvykWqxlgaVLR
c44qJtDFuNXTwBylL5UpkIPgDDVv3FZqs4+IBAUmiVR26dSMk3LBC4E0wqsEAiZ6Q74yx6usDOpW
RtlnYXDOdu1KS0kvkfrZg94mo1B3l3pg5ZBmzY3nGsDSCpXxqhBpDScujnFpwGPAr7w7j1xDIO7C
2FX391zwi+DhCOia+dhHYL5dtSr3gAutg+SMnhB9pf6ueBK8BW8cToNd6AS/lV8Dg5/jbgopi9QW
G0TPh3ayn5yFnxm6d94msK2i25J0LCmGu+BIGaIcUu6H0ud9DC30yUCUk1ZDMWb9eKPdxQvKBpW5
jWKnJQKOmHM3E+yxKlXM1ZnNX7nbgEeUMpLw88Elf6rNyNKeYnXdvlvgqID2IVDsLOL4+woxNSIq
0Hee5Pn1BJO9/aN/SUQTj5hHW282nvnr6EmMQHWX0VPW5jW8GqDBdxNITGGthPslxDtErYNsb9ob
B5n1yrxkCw/AyHPxRIo3RWoyBbE1SqEWsVY5QTMxhxIL6NVNfc31BFjhx45xVwNENEIu8IUjQ2GH
ZnsKBimeerw3n3UuiJ7bqK8tMFiyVJLuXRyhAU8rsjHbQsP07fQFfMOVfZDJ5zi1OsVWcCncNvlh
ko+PR3Pv5rCD6x5OE2RtIBa5tSMrY5JEXCufAXsWGnSQcWaof3ts4z41lG+NUOuTppNclv0gn9/j
D7hDeAqc5C17VX92H/HbY1v3F54vW2BZmtkCkBtStjJehMaxMMnnxhni7/L3rCO4WBvSz9Q7xLGr
gFAnibd9aqqoeQtHUfRJBR5A11CICvrMXcJSr15cScg5//8HUduuh3ZXNCaCfC5f09HOi4hE4ANM
RIeXXMbYZ6e4yQ3msQMiPHcpzBjeOUBf7TmpmFq0wijyedub7wbx199le4IYSmCF5mB+qy8fH58j
ObdEYuyJ+8h/a3jeoFeG/VLN4iaQ5LP+AviQbkUfvhswAvL9feZmdCB3vzXCgxZM0yYRRvbFuXB/
eG68Mjaca6xAVOc8nsr7QhFljDo98QKA8iyy3nNXrXkUhp61k+STFWk24U4l/qF7Uj2LY83j8k75
awXvtj3UiI2JjzCR8asELjLZDG3hqO25PQqq9uMh3iUi1AipQ9SA1IAQISqcrfLodq8co8RynzVS
v09FFk0Y2rjx4PfiMS3NSLSCw5ha7WT6RLNr7MrUAgXzz2m0oa71eGhL04jDAFKHKIIDCkHrHBQS
1+NNN1DO1Q5MrVtv19jeM/xkVW/H1b+z9ZXGXvl+ZORpqSqefOZXwy6yyM+DYlZ2vmOJ0NMtiYCx
oET2Z1Bfg74yVAfhJHOhhlB9ri6O1JBmy3+TD9m2tlpLJ5JZvQS2AU6jA/pNGYO8u3VQtufIc2W7
g5LJKKeGfK4C2996hwOZVtx3iPV9grs/mBtcHxtcCCg3Y6WcswSOE/qLmFSFTA5vd2tjVZHYemxk
ISO6nVHKRdMCwsblwMnn3ozc7FDufehuWBUmVDK7l2DTvtWMILZwGNyMizqd0NhUZV4Jx9RXOdkN
NmNPzx98cwAoc/UWORAPlDKUOOdpvVomOW4GaYhk9RxAkUIo3vyEtavnhb6zAKD3LJMHGge6JyM0
knS+IWrn4p3/1JwowmbmajI6CVJxO7YCVqZ85wmKhEcWYEBmbBpAxNSQqjBX0lAS/EsNRq9LlaNU
WGFzm1mgRY5eAekAFWH51BkBKxjfBcjZMnI99P6BNwJa27eTGUjg/J/Swb9ouavjplside2Zwnzz
qXU7obMVlIbBUYprLp1Oep4fFFGE8Sll4Egh6ElDSJ8DeLCS68lVtdhKVkLDatRamlXAJfEiiVqC
DKrZ27FJANY0KnKfCwBD5qTu8WpmQiWWgA9QiH5KycTYz3d+j8dy1Hfm+ifCMTSdb+01khRUYAwP
LuOGt/2N7wp2z7jA39cLZhvwfhQgZ9kq+u0v5YbQCDs5uASuvBl2w1Z1653sRDYT5rfgGTeWqNnz
pBLysLISXCqHW3NrdF1vyn21js3C9tbCMXSFTbSpWNiA+wSIGiA1iTEfhW0/wWy/CQ7hWjazg3D8
Fj2Vru6wpNmYs0l5fxa0E8cBWnuJny4Q2ZXPk4m53JdrlmgCc1hUTCxF3vdiD8Pi1vpKc/yN9wsX
no1g8+tgz6I6XnTEKyeZl/YqQvapLgVJhmGFT8/CW/aBltz141Pl7jL6tUqgbcLOAg6PpirIJDTS
xbwUXMBIbasbfz2spZX3jDrIYzv3+QAM4aUM8JovCWza31H0z9VYrcJLbk+OaE5WYinbbqtasTuZ
EhQOcugS96RdvzIM34csGRyNeEBTZyZbBK/bOWxzyG94hRh9ub9/UvCSknxqK3kbmf/SErVa8iCA
RqWDpcbq3Il4TmG/SXa9zRnn5n0mgA7S6yHNbnPlFkGfh940D0nCtenpe3f46YC9ej86wcn/hocx
1jHKmkLqVCvGaOKKBvZGRCrO1OzWaS1UVAXGlXBhG2NgINUElRR6xNBBfTuwMEnlEq300QVlTTyv
W8KT/izYASnP8unxYn0BjG9PsltT1CUwDyctAeQmupR2tUuc0kys752TknQd2sO6L8h4EJ/159JV
TH6tueNp+PkLbWKsblnWd6jUPTFKcd6WDb6j3ySugJ3R7ND2nBMeMqeZ49v+KnR7p32P3eQ1ejJW
ktmYIOhxmU51f0zcTIhK3SEDvdSRYeJDCquxaqDATe7UvP38FpFqX61Cx7M9O/rbgC54soTe/BkF
DL13ldoycSpCc6mHZ3UO0A0gA4FexeSZusU/l7vmY2NGx2Jfvgkszeb7wHprl9pBaZLNxSzY9T/k
jbAVBbwn8wwXuw+ttzYoZx6KINTRWzDvGo5M5IdqeefUYR0Rc/ii/RiCodDvUQDKRjZ7u2U4MQSF
RyNjyyhoFT2Myi9vZAVvmsoEagkYypUR6ngtPKGo2hFG+JW88Vb8pv96k6+dEACLduWt6lW1FjaT
DcJ8J7dyp1+zykX3lwUZXR4San6gmYMqH+Upo9H4UpjUyUXNRjJIHYlZlNbzetAzeW2B8omkjSKI
rlfJpdNj6Gk/pWBiA4k7FxOpO0kNk3llyR5wfWCiETWeV+kXI8huRG2tyPGllo5DazYcoHa23584
Ca3zgq0AguClvJu34qpSnAhd5ZncWjnayoudGuSkyJ3HMXHJlXCDmLkk0GGp8pQrVWLaYiuKmGIP
0teor05WmiTQruyqj8eW7ksecCg8g88XMxBGwrluvbafQO+p9kV6aT/rJ2GbmjvfLX8KL9Gexfiy
eFgC/QoSDjwNgm2aSn+LOGogplCmlymZRhEq937xW+7bkDPbgMt/a00DzYpAa6YdWszr91EcRtVM
fK/fq0KTi4CyGREuOjWX/KwVtS1XjKmYh0q73fX3UVMRqtHo+2WTXuJ8O2TjzvDQEDaBlgYar2Ly
K8eZIIN3dfRLS3oJBgAxekZVfWlrGSoYMAARBoUljRNW+JDr0ylJL4WubIyhO3O1zHrgW7BhIPsC
qkfCY8SdwEWRpq2POnB60aENuQLKyIdmQmcwPHhpsQ107s4QIgQt9M3f+tXcoCorU5pdKquzJktA
Oqu7qiUDom5s8OC9VhnIjvunMYRekADKsoRHZxENM7cWMyGVOVHIsktNStQ/fdswD/ZHsVprB1aC
uTSH4EgCnxgAUjgw579fpX2K1pVF4+XAgJkHVn11eeaufpwah+ENWjZWRXbx6rZ/NrhKfFfGqDpy
RduawbyyRJiptYk4aAV8sqiFgIgAxkrmoKImsGr0VEjMukhmLHhggPPq8Ua5fysBVxBAESjXACYG
jD71hY2njT7IWboLX5hz/2dQhb1ZTsfS/91ETg84lHHqOzcSwzMXGKRsA2usL34bgO555XuWxNmG
BJxDCR06xib+AvDcbmJ8G6pYeC0HFhEdbbdLw098mahc1V+4cl36glN4P1qw9BURhJN605tAuVTb
sVKSVHNCLnS9Drgt8Buk0F7JzfR9MN4bbgfYSp44qmIH6ToJPlvQ4OnPEIGy8V+31T4CKWMHkDnI
JoPBVMEJlhc2h4oWj0e94p2TnVrZl0Vt8d7PjM/t4Cn8nXarKv6hRu9GT2rA4R+vyf0RBho1GauB
PkK0AdCxFUG0idD/319SoBFIpnaqzbcJ78hR+FnLYF3pRP1X13Kx/dju12lPzTeKoRIaD1AOQl2P
OqshkKqG0OMFGHB485TBHXgHmjx5dhrzEx8eJI2E3qsxvIYc8uWAFIZgF8/SD9UVuQ2Yxs+RZkW6
bkZPw2gWvqkIz0ENJKcrb2XdUVRL2I+hZqFDVhvR8RkeRBBJgr6tqMiwz9VVF5ql9GL8Flm8Nvdw
25lpEcMC7zP4/nUa0pwpda95Fddf+DgAwBcyx/KzIa9r1dTAdz3t2xI6r6GlHRVT3Sr+WdX2ZTUQ
LVrpT+nMu8DCukpzyKSn+vqLKNceKnmIx8DrL10IDUynL524PMSGWfuNCZXC1ajuoISDV5F8p7pq
8AGF8IBU3AFyGWnzznUWerY9fQ1n3I+BPWmWmIJpCceqJQC47K3jBHpLqjk2W99qgsNjR7lPNACv
F0SUDEHJDOIN+r0jhuDTMIlDfFGI5Y32OODmap9HohwCxl1mDj8380RZou5PsaiFMvjV4gso2RV3
UATBrCYw4PQg2Wdsu7ubxWwKuKovFSccdNRBUHp6l5TTFF9iAt4UaAsCJlONhHVHvjtvZjMQQUZl
GW9TYP+6DWq13kYJENgwAy0AExlSa4p6wzrVvmrG9MQhdGCZNLzLavQNRjDEItXEOr/U1cCtM1/O
RbPgQy9eCaWaK2Y+aujlSRq5Wk1JC/b+RAa7uNnHYwwK8ZIH9okDW3NhZqKujGbmjWAT9wKtB/ar
COtoFbVt5z+FHBcEZEDLjkAkyRPPZSEZcE0FAHczVUfIshftBNEQPoh7RNnKM1CQCtT+IzFAs++0
UxZIUPLhuu9hHpWcyVejxjEC2/0xjDmXZs12tDkBW05zT/BylfWpISSXwWnc8kmy6lXghHiii54+
5HUyQDSTsUPu8k/KIrXKoJPqps5H1g8Ovt0+lDZpb4YuAtzkNCZneScmvnjBIgYJ1QLU86H+R6NF
2rGCChsAUbhnPDVOXztAF/co/Tl1ZzfZq7ytfwVoZUAezBjqXR0LZzRamdHNAHUY8MhQGYRQ6N4o
hGl6qW2NyJt9YKpuY48X67Gd+fChHPrGDDWjiRaMadMin27N9OXb+ZMFKLsvk1HjoE6/2iiCxC9g
wFtp24bsniQ7IubfhzRSZqgCBq91U1HU8zjskkQIMzp5CgDIMB9P130KTdmhThgFpO61kWJZAIJx
MCTH8Yns6pCl1TYRYTW4LR0J4KcAmTZugzPSnYqeXcXrVSjN5qzeblzxd22R7hWskG+/Hg/sLjua
x3VliHK3YJiisS/C9PJekmkLrUc7dRiudv8cMduYdQcAAkXJin5mR46Ex50xhw3nGdPm7uLd+cis
yy7t2Gsr4u1JEOlliZ4yWEHZQSCOsEZ/J6AlLy+F+cm4jC5N2swJgTY1cCPhTeLW1CDocSKEfnbh
AvKeDyaoKXyyXj9emYUDFNU9tLjweDAF1zA1nrwypFKWWtykiPddes7cjvDNyqwZkhCLG/Xazjyv
Vze2Fqkvx2Ww8z55xNgT/9IkZHPWWW3gS5N2bYdy6TyRBskIYcc7imZtqs94ULEZrnaXB8LTrm1Q
3iyXQdsWapNdtp5C0Nf1a8gYt6jFnXltgoprHKReOqOtMV2JK654k7O575J5Zj29zrNBx+drM/Ns
Xq0KPzWSEgoYSeSqG6fazU2Krlad5IycgxdW8XTpNLi2Rjm0IHSCMdYYFLoRPuKQmJ+MhZkn/sFw
aFGMBMVCtVJxc29c2Yo2jF9fjM5X3093AxWZrKOwhp9XNzMrvK2Sp8pc/xpNiZRvj7clywHokqhW
qX5XBWV2GU0knNCw5szSgkIdemWYdcGlZOB6XNTeNAa+6/KumtcFiYAjRiR2QoezGN7G2Jp00Sbq
1YGrJjhbYw3nDuGsMkPLZy0SyweozZknw9iPMSau/Iwc2f1tbF00ZSp2fB7X4lbE1er18VKxhkXl
OH3EKX4xwqAVnn6nu82aNSTGtjGoWJB7Ce9JPAy8y6awln9Cb8l9PASWBSoM9EXJtROPjanvt5Mz
EFy2WXufcc7Qh1kA2cgkVrD4Pdg5ylVlb3BFJ4wTczEH+OPJ6KC7jWdjm3CiBq0oePJodruSjL96
Z7PWTc799XjKGMHgjrCn8qF1V0nYNFZgRsZxZ7/wPOmJ/FYHJDNZXS6M8/P+pgDOZ4Hn5tDmWIoO
bHDxkVrJpjBZU7iU4FxPIRUMIB4veH7xFQwU0lm6WTmTpayrrYwGX9NMTMY8zsWA/x2z0cVzu2R+
rct5Jc3bJybfpW1kqdbuJX5mbaLHZzbaem/NNF4Z9c2I+UPZUHZrlydrxkAeR1GZVvDle34Qwwq+
h4tqc9YPwda0TV37Jze36/WhokFW1E3Pgf7jwn8SUjuTaQa4GLCi6OOIAAq72+nqMknIRhVpVG/i
mVM3gQB+DszQlEn3keF+qn22OxBL26wL3bLdGQ2JShWaAKhgGvug40N1AtHbrqx9TdKQMML1ciD6
Y4GavxSi3zyfJ9lFOOcnzmw2Eh5qo9VjZ2ANg5o+oVT6igcHBLLq7yjFO2vp8O8MUKkUrw4hqiYw
kE4kIRnRf0Yvjy38j4jz10TRcAyjRbvMOMLEvtct1ZyebCmzN+b4tyHDX9n0HztzgLjKQb2gQ14F
+kLUCPhXEAA/vyQ2Y28y1pymLoSv6XLZwKt60yAcOtwGe1PsGUb+R8r2ZyBU5IyKThkrLUKIcfRV
CvwzR+JVbUVPyZq1Pedb2X3Q/GOKCppJX6VS2uBqGO22ra1AFY105rdpn5lrVlVsOXD+MUUFTqFs
uj5SQrzqbd5Dop4ZQ7lH/VDLT+34zKhDoWqxNkK90YggWoJChCfuCW83BNyPxAZ3rnU6xb9DUxuI
iOyKERCWHR2Sm1+cSkDyUhFBVDqlCNr5MZGI5uAKRFsDbAT2MJN11s0ecLdsV5aosIBuzzYpFLzJ
ir9L36xQ0gmIYW2HfWGuGcn2Uvl0fo79a1RUhNDSLEnDDqMa0fbim/3uw7ST9ebzVUKWIjJ8f3aC
BwOjKQtQG+tRDoaxwA3OZuk8DkWL0fTPUGQqQuilkXsIENnl9fsUkFP68/z49xfDA0qhM+XCXHyn
lqUEKhgMEEh/rcGy0vX4EqUEmdVjI/OP3E3RlRFqPYqirAphQJ6jr3CQrl7Q8/HvLNCi9xWHFqTA
R4odvE9Ehms1K37NSA8XF/rPKCRqKaSi/W/We1odGR67uMpXP01VosQxBI6zxgSJr/1K2YhEXjPW
mWVBwhJdnTRFUxgxmlsRyoCta+yzd/qXQ6DCsgeUGzAyMJAcOrO3bOYVejlWXU0SFY3BkNaPgQZX
BdHO6UduHnqL31UmYxwMX6WfuxKjAhWTDCvj8f2H8YEM89e/2gx0yA0MrhFaEQaCy7SOV7vcqVaP
LSweW1cTRe3pcWzSXMET0iVx/ReehMxy8+zpD/azRO1nPYdeVzLfk+TVa2VJWz2YY0ZosR4FGQOh
Q6sm91MUl9gW5ZNP4ktmsm7mC4sNuJGiSABtgHGGfmdLSw8XikbKkbbgZp6bo0Myn+VRS8nRjZV5
mNd7Dy3lRlHBSm1Lzg+BuLELJRrcXF4fr/vCHr+xM//9yo6Ql9nAz6PB/d+dJ2xk+e7CgkDADCAX
4ANxRaFR9LEsZQEgdjlu4o6YAM46sLR975tY0XNzbYKarGkswLbCwYT3vbX71+fCqV8Km7eEVzP+
FRDGbl84/m6sUVNmFLkwNYWaX969vcOXpgwGjQ7ZT/X78dKw7FBbshL1vknq2Q4w5gORnkzviXXx
YtmgdiXOEE5RO8zcaKor74hKowXsPGQDL4/HsnAOXs8ZXWmOG63X4tkO2JNJ3jGLCQvR5f9I+87m
2G1l2z90WcUcvoJhOFFpFL+wpC2JOWf++ruo+55FQTyDOtvlsl0u29ME0OhudFgLNG14AKMxFO10
NC2L0fSCwE3Yq/Cht2uib8MtkRAvsq//WiLrhyhqyzyuB36bCFEKpmA1PFqcwExNaEBgg+LskZXw
WT2h75V9ebjFBa0jUCdG88rAveFwZmeeYueT4V7Wrc1CCBWmiLI/tO0AITGJtvvRnk7Ik9zfXNYB
phQqYhmVxtACHlJKW94c4z1A8e+Fz/vxkSGItWVU3DIUU4w2ia8ta18FV72zs5fPy2v53W01c3yo
/0fRCXxDuhSc90Jf9Zo8P5G9Y3wqtuMuPXmbs2eFx/CIVojD8/AwHnILfRD2Zdlfv0250h+yqaAG
zC86mOkhOw3M5L2yQqsu7M6qgk1q+7LbVvu8xCR/BYp3C63g9WB1ksnbownMkOE5T2eskHCPMQ35
M91pdrmTnCQnekXSo34Ud7FM/I8yJlVE0rdKIvJIoqf+kPmW77mtn5rSMUkNIrj8q6dvODC1Peqx
GQyv6DoMq3MzbbrMjpItmAU7FlvMivMFqoWC2UqMLaDnh0pYd1kGAPBKwOtXsIo9CIruQ8u6vL0s
EdRd6DQ8bSWjn3Pioumoh9c71uDFWlT6YxXURZA4UR3Fhs/OeUWeSls0JR/sktjHG9Zs75q1+iGK
ugttI+dgZcdqajvaFon5BDTEyiwTc667aNuU4RtX7PwPcfLPcMIIRGDmpxC35z/QCiU8Xz6bNRPy
4/cp1QdrVdJM6Bg9T1eo8mvo6ArMjLgPuSveXha1Ehj9kETFFCU6FyRfgKRxI5rHeqP/cf+dACqM
kGOliiR1motIvPmmXleMBaxYwR8LoMKHQajzLItwVZAa3sp2lZBX95Nx3Ky7Mn/DwjmVfSj2bQxF
DjFz54ytPUouK990+SDQNfhTRhV7lZprkNF+HvONbBUPHqMT//JOAZz7p4RYmhrd43ES3n1OunNv
EDO3TIaPZS2DuvNeqXaCXmIZ+w6J+vv+v8Ukm1Ez/jGMvyZwEqEepJJHNSUnx5BE1q1hx6xJDNYS
qMsNFP3MH+oReR8eRcnEKq2O0Qm78lb4sQrqentcpoIFaDYf4Q59wo7IajtnGBCVrjoNcViLngcJ
3J7fHeeqCaC0Bufet1izr5fvhspT95tHjn4CtSfuX0l0YvroRChdpn1fqaL92DHqlhc5YKDjBmfy
hLeVCC+vmeVBe9gxQqrLdl2lgWYwgpZLmYzFnLfgE99ctoSMnaJDXGi1bEQJfpzvLGci6Ud4bEpm
MpmxU1+asbBVeZrKdR/AHvam5LzMc5UqAXk867nLMCZfJfeFGE/WAsXLoWAKcRz+znzPbYbRXZUg
AlwbZAagaPj11lF14CN0Ei6Jhm6qfCLKDenfGVHQWm815jK+pVCmvc6kKfQNERfF1YhVJ26J7IPT
AF0XgNk58VDc7jY8mopzBBbxSd24DUbx28dP+5W/2rHyqKum5/traBVBLB5KHI81xyR/Ka1n9Fcz
dnVVCRcSKCeQi3nulx4kNA0xQOe+73FdL+v5qnVbiKBcAIYhi0zMIOIBx6ZCSs7ihWQtgor2IhSH
OLmBjieV5YREPwQgOTQZqsHQv69KykLDkzYoxb6HEIUEHanx8jCuHIzF5OfL28WSQzkDudXrsGyw
XaP5Uk2OgaEI01buLwth7RgV5lWDHtYqTuW8rw4OehOt6oHFvMzSXcoRhF0/xHkPEdqV0+0jl2XZ
WGo1L3FxHrWq5UZZ4zwwaDxYDcCF7y7vEUsAZQqMbEJdG/b/PN09Kbetw+yrXjXN3xfj67G9WIEc
DUGczhD1wN7fGuQpPg0EZc1k5zuXV8I4iq9BwYWgdpAw0MtBUPYnJ1e46eE7444LDK0VqUtec22r
tgJOu7QbS3B4U0FdKTM5FJpDzJR2land2BW5e2c1wzM0mWZPV+SgnWcg500UrDoij7ueKO+X94+1
OPmnqoFDqRiLEjKibW/rD3+EjbaZPv6dffmqgC8OadBbo8g0COlNJQfsliWYz9XpXwqh7r3klWMC
2BXc+/IBBuyUbjF0ZbLac9aqyksvSk8bwsE2YzcrnDUYG4zDdua2OZdPsSO/7WWXJe432sL8Clhc
JMoURLXX9V0N5XvqDoJqh4fjGVOI1/GA6eJhJz2Y5jBYWKcQ25+YHv3LzMbiAyhTEbV+ogAIYFbC
o+/6O/lOJ3eapf/Ni+1bDF26lbuhz4LZWT/xm/341aSCScL87bK2r+dpFmKomGAKtKwoPZzeANeA
Prj3V8/MNow7tVa9WB7aVyS20HcexmLUAuwZekl7G/RFYPVFGhGFpUA8RqSA9WBhxzBXRgUKoRdq
GI7DBlpNRvKIvCKPFjouyE/+5RZSFiPoo3KUQ2whXqXpfbh5fM1M7ZqVUWPYProml/Ccp6WC8tXy
OxB/29n87b9cCGUwNDDwpcoAEcfUdZzoPasdM3m6LGR1GRhknDtrdBBiU9dXD41yqHIdkQJAnZ9z
gMepbvg3hm8hg7qhRRyqnABS7zOYj2Kg5Qo7+Wncs5Koq47iW8ovj14qCgrW6hy7Rc/SDfrw52Zf
jbGW9df8Qgx1QVVwpk4a4rezNZrBtUFksyHCrjm5l8/lq6OFyrhjaPyfg6GdOpgbdL/JIScuNpqt
vXhkRh0jpg0Mze3uVJ/30ZZz9F1NNLyICgD1YqKa8QRfT+UuPoK6szPnu1qE82LFfO/fgEBIvYMP
eQwIt0ktli9ZNxELcdTNnUDGPnAjFGV/FDEtawnd3CQjbljLWg3+FnKoMD9M8z7Na21+2qEyQZ46
y99Nn5+XT5Bxs2gq1yrtkhD04migyEn5sBd7gpcRhlEuS5ltwCU1oSP9wQg8gDejJQdAQ6QHFc1f
xfqLzaIsxJilwVh2syKqRLYw3Pz+71ZAWYdQbDDe1OP3B8yCnDJmW8Mc/V7YIdpxYwh8HGMFO/RV
pnXefDvcmq+RzUJDWJtsWN5YuvEq6EVkxTgsZO5rEM2riaDrF3RvzP5/hmbR3rsbVC/3fKwoJQB+
NlsS3Dy0GBLmroLrYlvxmw5VYYztaOfLJ8WwsPTsO6f32VyGnl/hxh131Z2BF+CogcVQ6dXlAaRj
7vVDkzm9j5g/q2BfDRid9qHZx9v72GJa8VULsJAxK80iABr7MOb6HjL26iY78DvBGsgoma9/987U
Mb8LvEpAR9HoB4DNikM/DHOc1UNyBuDyg09CYKbANV0+nNV35kIQZdPULm3rko9mQRr4XDAdyGoz
XlfwhQgqHgGT8yQkUzy3IQmITke7Nj8GE77cCggry7yqawtZlF0bmmEExxb2rYvNE1D98IIILYMV
M6x7nIUYyrgZkz4VWgQxT5M1Ha7Vq/ZwkzPSfOv7BtZOTPFDm0FX8FPZ6m4aQQSRza0OnZO/9q+I
S83aGnMiO6LFVLk5Avll8L7FabPuL3S7jkAXxvFFjsfs5IwPQCkk15PpPQk2w8Ot795CEhULlUZm
dJECSTwYsa8CSwYvU4oFsZRhVbcXcqjbCsrVlpNAHXm2QL3Awc9xfzH7bGjo0AAhyDyiThf5217u
4j6toG5Ak1TNOe6Y083sTvY1f70URG1Z5nmDmnrNfE3jUwjGrK6ymsPbQEpL/AONqA/luTH/5qCW
UqkN5LnGk6cRGyiR6SnFu7IByHyHnBBL0PxDtO4tBVEB4yB03DCmbX7WkBdMnmWzJrcZmezqVOwY
KcLVa7WURUWLScT7WVPizBoHEdxoC/OtcmqrgLVgkVasmaOlLMq6KmMLJVRxbN2MlutikiO3ANdv
XbbhAks75n+/uLpaLRkg9oaYAvXOGXUYuKZXYKqAyndmY4OFzIcZZMLCscRSxhY9soLWGPVsoCan
2gLk0JJfZRu9y42dnIYX4UFl89uvXerlllKmN07QvhwDzxA3YcpJ+zDamqM5xlP/Gpg+CmWabvKK
nV4zR42YikPZ47CTBl2psNwKu4wBNrPYA0IG2LHFhglGMSvhf74Qv5hVpDRRxUSeFccRZ+T0gyMc
VDNVbDLesbRnLaj53lGgZP/UHjyzI67BmAyUNHkXbZ/86a126+1vGFo6/86lNVHWpO+LvlETyAEK
0VtqB85HY2cnESQSzJiatSTKnhhTXPh9DlGTI6P8D4IhFLYzdD0yg5v5ly4tirImCieLfFDioDQ9
IkrfOZL0Mco3BoqPGW9ViKsrS+3cvtkY7WtZdP81bDXyqCBMlb9w1ABuTCllooVhFdTj3HSpoSYk
wZnaBV78mXn59Nav3T9yvnz6wsQg4lY4v/2SU7/0jmBnm7/oHwVsJhCyAKCuY8CJWgqny1yTaMOs
h5h9nM+MOyqvbBbDNT0E56uGWj0vGiJdlfZ7g6t9YN0CrYA3nQzaca1s7mPn/fKOrdqLpRxqPYpQ
j0GnQQ5w9P+AapeE29ExNgKKz77F6vX/OgBaERfS6AMaQllOPRHSQCpM3ob9n+lhx0JLEtfM0lII
ZSomr6/KYDZLPSjqUiL9wXPOUkcCLCPr6nayHLxer/2tLNvDZ+TujC2LrWW1TLH8AsqIJCEvph2P
L5i6nZLv7/c3/qklPDn1W4RdOkPr1zzcUhplR7ypjTVugjQFqANIZLRPzetlLVm7V0sJlP0Y5HGA
ksKp+K/oresCU9teFvCbcxkWYimBikE0ceQbpcYaKkucQW0mK0MfuEaUbUqejv5NaCakd65l3xru
bet1l5mfLCu59jRffgIVn7ScZky+ModcwBuIkcgVyScL250lgwpGtDAFl8scarUP28Ju7FffYi1j
Na+5XAcVe5R11oy68qUOGthPz+gitj2rQ7fJPb83ri8fHGtBlPkIEl7I09l8SFfOLGYwRxQ+LsuY
f+OC0aCT342fe/XYwE8iESS+yiQFdRu4FazLUhg6TteyxXESwyGElB5qB3DnKTBPn5dFsBZCmYVM
Hmqd47BZVohgl8TmZMbomGL1Fa7aA+BF6iqgC2WFfpIbUSHkecfn5xfJmbbxtexeXsZvauv5sn4L
oB/hBQcy57CcsI4ssB11p5oDQCAiIuakglc/ZZXJpEtbNeoLmZRRj6TEj7QSfheI8GZOVAxrz9Gt
anUm75jl1b9dI3VWYpkXVZxiExG/yyYHUkTxPnFiUz135mtgc1t+HnDtNgwtXPeQANcXRdxhSaKV
vesLCWCbAtIOm86Knmsz4El+3kUDs/6xFn4C2vYfSdSOcjKM0ShBkiJC4xtHIccht6ZNKzLHiVii
qM3sNTUfhECcPZQTWfHxsAOEPrsKO//ML0OxWBHlCAHnG+qphDOrYxfpYnA/y0T+I9hmPzks/WDJ
olwiAtqsiBIsaXI6II5HASDlJLO+ugkxosLKEa3WtJdnRbnHuleyFEiaGPUBApNkpwejQiKg2cyv
ErQM7nMX5TIz2Fy+6Kv2arGflEcEKuuQ8x2kSvqmrh+K9lpvNso9n9zzrZPy5LK01eoj0pXg+wLm
MpLj1JbGhcZzfCzhlXK1ddBu1x8PA7rH/qZiuxRD7SUo8ApAG8rz29wgrUyEffGivrHu8Xx7fuvi
92KovYsbQMcLPhaDnr6SBE/zMOjBI9oD0A0v79v6KX1LomKKFpS/U23g0cPbqf2RkMP8hGTFmMzD
mQOBxdOqMorWL+fDsZLDMbOAsA9PL9msa7Xuu74XMy92ISbwNJlTA4jJri1nsFq7vi+3/N3w2pPI
rKyWkb6ev/rCKdH1My4B5UTu4RY/TRkpTgW6OzMmxtSXzf4lRQaHOUBIZ5rp2TwuFiVwAB8NSmjc
DKUnOE+hZT60oRm7khs44hmd+dvuNrE9lhKuasZCLmXh0f4gq0UCuRUqGi/l/XV5fXNZ91b3byGB
MuwFuhgjpYaEvXfE8KEJu844IdYaKJs+gvQe5TJIAOtK6vqnwQM83FVfu37/N9O7SJF/nxNlgJSs
8seShywM8FnCLU+yzQ1r2nC2Lj91ASDeGK8GALoCegw6GS/LfpPkhtyerS3Lzc6fd+mnfx735YP9
HQ3//EzqYJWpHQN/klogqtROeuwdk1VwZW0EdbA9IKB7X8ZGvN1es/pSWb9NHaQ6NKnaavjt1GTy
hK28r35uDe0/fINrAabdniXrtrYA12MffDjfu/e7h8tnsDIz8FMS5UMKWEKum7coJlugFvdkD4Nx
p1rEMe9us83+xcJ9sy0bo4c2oyPwqxB9SZkor+JhojKuOijA0Xnp78N73U7ND4BPH63u6jawQPe+
Nd3wzjZb6849pZZn+o6xfb+8A6xzpJwOWGMjvqvwEc4tcqMMv/nb1fzcXcrVtJ0+8qOOHx/IB+uW
r6TVlj/+a8pObxWl9n2lPT/ENndKN8VbQoDhHt1bHItB7fK1p8ft/s2Gg+/yp6cSBW+qFHHe8GvG
UbK+krruJVd7XlhCl//1L8+SF961m1rJ8GZTBexoVmPnZQVUadjGkePTsB/x1QohhJEVX8lT/tQR
6npncdqExqwjQL+/rQ1bzO9vktvGQUrZOrwfWuCGjvuD9NAopnYM3oKBRIeIBcX/1Wv3ny/6r7m6
XvBGTZ/vGMisTYnEYF10DnNeuyaZWzpP9yPZuPbnv1QH6maPmpZ1HI+NHYjJ+GmJpWrUxR4KNH7G
Kn4bj7K4JPFNvtnZV4eR3JrWTUsO7qv5ftfuzY01Y7vtpMgqWXEs4xOoPPflO/mbbkn/oSdfoflC
wcNAwDjHhPXsX1qCCndkOUdvWxGR2B9gAbgsDTx7F8MI9cu0LcT1ojFpfQK1LMnWMsh2sLi3mLzH
KJnWLke2lYOxwpTkJZFlKz4d0SCjbDl7Gzj77Yj0tugT6e1KOT01mdmK+/MAUH+w5ab2USG8T0rb
L2x3ctvNU7250nlb+qPeCGB328ig8N0YBwl8eiTQSQjyyWFXAtmC6EfhFqggxA/Qlpps24Q01+qn
gC7KLeAX8B9MVrgfwNQJ6q9Ncnj8lCKU6PVTZQl3dWZF150HCo/b7FA0dv6gObnZ4HO5P/qrEn11
REQZ6TeSA27R2swPHpJL6UYA38fxOp/x0j6O/LZxNoXzYRAFE65bVMxMflfaxx5Cw9gdrKhFTRsp
DeWNt6f9cFWS7u5KtwMTiWwwkalmYBVOpJOnbUlAMA1vlpvDFXp4Ha4hW0fZQFON1MRz1ARssERe
DxsXWBC32ia0bc1GRvpo3Pj7IkMZ40bfpTagPXunQOk8eVPAoDeR0RoE0/jQ9uJWboiSouJ7ug6s
fCBbNZz7ptQ9EnQ3Deg1e896VzCdoZOyNw+v/Fu62T2W+1NpKQ9XYmd35A70aZmVAu9J2nLWjbcr
7rWzUhAgrgLSGKRBNofQeAPAYQF1DfXU9dbo8va23d3nb2ltKpvAMvUWuDGho53g++zG1AogeWGu
DS0a0BGQCcQTsnfe1i7cu55IwMTNPt97S7xy3+/7R0UiJNhZ6m7c6rcYuNihW9Yl1Yfak81OhfJP
HGmOJskQeZgyTNcfUDSdNYk4Fagrog/NNLbRCa0uV8S+q0hil1ZsAemrA8fxY2d24HHaxdZnKwAG
yq3IdicdzenmFDo8EW6r+wAW8IzAF+fRnU5b/M9OT4oBm4bMVYdvsXwTu++q7ycFnUGmjh/FTnDm
U2Blb9PGATp7hn8U7H1KHHAtPXIo9r97dv7WA+I6QXOuTHorLGwjsU/uo5l8yJurfH9qTawUgBIa
SsKbEPwo52JjXAvCPiGtFd9/wMuN0PyDdwB4bHF8x6AokQvyzrsiqd1Jc3abZJeTW+Pdz0jwGVrj
k+fca9egrC7uW9RcdzlGji1cNJ4MNvL1LpE2uy2XWZ4PrQzs1syOKHhvTOX9NTaBHivdzrA/u9aq
a5O4CcHW/kEmlNuekoaMV/U+sauYEHdrlwCJNyzMTPu2eM0h3omvCuKOpoe9+YStAh4pafb370/p
1UPqDDfBMXq1ssGZXB6XoU2OOxXrv2zQ1tysAiAjWZMlGUO+tPlUg0jjuNDr0IMrObj6A3kJT3ND
RmI1KdGvVGeGgTe2OKpdiL5vhjtiyqdiKmGqpSqRjQ7wkUJqCvvwfHZC4Om3DnqHrvNtgchZujZg
RrMj4wXxtTbKuf9YOxV1qWkQ8ZkO2eVIXs4GUAxC0yPIUrqXN3mluQcTCItNnh3iwmnwvK9hHJzr
zk9WaB+BeiOdyidcFgV0vhq7xvU7u/ZTHPUG8/UmmdQKZ1oU5PFZeIjIXnBwAVjLWon/sCwJlCqS
KKmAqPu5LLHoArHz/P5sEFT7M96BhcQofX6NXvcIeFjlNRNBbqUCMK/tWya1lXEZtamvQyaQ3bMA
bhDcLqHz2TPWxgpRfi7t8vGzfov65EHKxagrEKFYt4yv/J3++Rn7UAcd+LVQgc5tDsANEtvKSQFw
f09yhhiRJYeKxQFBlnN1AjlPDgDVCDlecebL8ezbcHXEBdnSw97myd2Dy8JXXNGwRT5I/aq1LS6O
H9elkM6vFxSzWK8XViRMD0Bp+lD03Px8edh3jhNY5wh9JBl5PCMAcW6Ja2+Vze4hICag4t9Hc+db
rHaZrx5wygL9WB8VjHuymJTNgPU9Wdbx9v3qyi3JM0JLZ5+T1EYTpeNAz3Nz3+09C1RTwH/ziTWh
OGp+bm4G076zd/L+Dq6BXIfW7Sec9Xb34X6ceHioR4kcjwFCMFe3L2v01yTphe+m63Cc0dUAbEAU
LDhXnnXcHq0en/riKG6NZwOG1VJHIgcwGOZXrAo+4zZ9vQcWKhFNAsio57RPatosdZN/l+J+XCh6
9Ertg2wo58eEdfbJcTvv9Ma0385oiQkIwrTMai3rPcRbcEROZ47WFMtEaKUSPJ0Yud0vGP9Lm/zT
Bv2PVKgJF4v4GPAuWNun20f/Rt4+bY7WtjT164bY7sYkd/g7JmfQVqDaNj7Q3Lh3INkETIbL0lbG
ZaQrUFyg6Wo3HzoQFVmueF4LvVYD6X8JZKkYmfjlSoLRT5sUpLl4sFQCwqD+SXcxJspZ9Z51ymvW
bCmLssdKgL4yQNp1sJqh3bl/PHI3n+XlK7IWXICq+ntFlG0evTCNB1UBwpN5jG/fUjN5xTQDEwF+
BQIA3nAhh7LNRqLXuaFAjoYHX2+/SG8VKEGAdpsBuJxDSz5YTol9/1k5lxfI2kUqBdrWESq8ydcu
8rb/osH33Gk9YTXFscToP2OMIDLGKSywPCvxiJQS708KpUhwAy8vZzXTg0EdcIiKxhf54k9BSqDF
uTfoiNGOAoa34A8ql8OLM0BzUIVXRGr5Tu9q2+RjRlgoGZd9raKwlE7ddaGQijEsZ+nt7W29zez3
y8tbTbkuBVBKPyZ1JdQSBAipk45WrtmiZz77W762jYfRs3B0LOKi/yAT+JCaqAngOqfOjp+8mBsN
XOqjAXgidRchMd7Yk21m93+1um9JlB/lwNbaShFWZ3kP0WTVFh6vsdW6PA6MY2QmV1NA83Tu/1sW
7fwAIZ5VXYhlFZZCenBOCsTb8phUAoS/BlQiwljcmlNayvtZufqfWB4mPxWwuOR5cpXTxhRRiA12
/t1lOWtPMViS73XRTzEvqD05xHMIiZTclS2pczi72KOVQtynIOhKjh7iCrzrdxFq6Oqp1AjLqKyF
9z++gboHAdhf6mA+yBEJo9huXP0g2Hfl27/eVOo+eBHHYTodhziCQwfzI6DSce71019M8s/m+XtT
KTcQiWJpdOPXgmYUuxRAC70Ddq0Nc0XzbfrtQr8lUY4gVHV5TAasaOYLNQCd1WE8HdNzp3l6zkOs
FCFPEWKgkimZpaCUK8h4rjIMYb7nDqArr1WL2/iQKFxfVtB1V/C9QMqcRHKQcYGPp1+KmZF4kwBz
+TVkdhOJs4pd2kfKlrSSboByCScm3/TIqILz1wSAMAqMBQJbw/ScEFCjmw7Wc5ccua1/Vbusfj7G
UdKNFwlXp6Inw7eOZn3ftsCMUf3CUgO78z7/6z0Fvq0qiyICL4DcUkeX9mNR5RwW2zlPNUDCKkwe
3LF863r+YyGFOjm1NabJBxv4+cEggRkPZABiq09qS0STTGKHjn83vjGlrhzkj7VRBymniSSnMtSy
c75iSrxVBRu5SGfHZN5YObCFqF+zPrUnhn45372U8JiNVWzRumO14EosIZQfEFS19H2APGK4wthn
zxnyZI0r2+WNcTvdJPo8wox+N7NAoJK7n9WN6B5gvTOyu0eO1LIwgmoBvcbiXYPZZL8Whf7YANp3
5OmYZfMJY6953SxNA708b97h+qPYPxboACSqOxJuO3qool1W4TWfoQhoBjVkDM+A/p2SnSm8H0cR
7MJoYhbQOxxeC2Z4+DXhTlmFH0Iox5T2UY9+UAgp7fRknOSr9t7fqdtyo9jhTYyZ3tknnjLb3Q9I
hX+2aMj6zG44pNDJiEELVvJi7Xnx43so/2XEylDWGr6nco6izctkM9jdqUGDFmu8nLm/lAtLOa1o
1RqiLG+uw8TAQL6/M55ZL6YV8/5jRZT/4tFvmygBxBzf/N21DpXpiWpf1pXVK7RQFcrciW3Jl/II
GcW1d6hs2bnBG54RyrPWQRm7WBUin2+QfT1G16H9h9tUeIL9jc/9sVuUccMYjxhVPFZS2rWd262N
Jmy495RNqLwWxi9F0Q3tiS8MChxvf8aMMtH20t5Hye2UO819cWStay3p8UMYZeSMCb3QMofdE66E
Jx6G5LjVUP0ULAfDhi/ybjz6u8RSYU+s53ZrZq+Km5ucebAlmcC0ecQst7vgKKEOhSKY7Tmnnds9
X9aitfTXj4+kLU7QiUUy74g+YFjhMZRQ/MKss9Y7eecG6qaVSC5ZYbUBZnwkXIUjmRQzmMyKN5PU
9iIUj9A4PxZ2FFjRtKuKm7rc8MUd4zPnz7hgszTKZkXYSbVpUHbgTW+nPPr74avyubH5PQCC3YiY
2KC39xKAKKHzwBC+ftVUTcKQhQz2GuogB1UdlTzAQY5m//qEWmVPGhTMMyvc9cdER31vMouJ2OFZ
voLnavFvY9LvDauwGF8yS/q1DeCAVRHm6OIvukxe5CSfA7MkAuOoQ6JcQBkc1duPcns9uCFGmZ5R
e7uLiLzHFJzFGmpat9TfxR+estSZVHlG0OFZJbVm/AHi0XSLS3rHWOWq1VlIoYy0HxeqkPnYbt6s
3jkzfkZWnoWLu+4JFkIoE50AEkrUIwhBJPGgYkgnxGuwP/Pk5vKRrWRDlvUyGs265Uu+kgvIAebw
rXgn4QXoXpawbtQWS6Gs9FSletrM6gmn1l19PCdubjFia+Z2UTZaUjDaW2WQMYI5Q3CLfber381o
w+JBWL1q32v5+o5FStwPOtTMvjQM2j1suVvV6ZCjurxj60ZP0SRZRYJMRo4W12whJZT5MGuLuEfa
FNgi3oMRm9IevSIIq3Uncc3n+T0mojtLRpZAeag27wwVXw8yF19A6bgcJH4zSUF/fhoyAihBf9ft
DXQuzGN1EeH32VE/AYcSzMvZhvmaWDWmC+GU7o+GJHNDDOFDiyHtbUa8g00622YY7bW2VvQ/a6oi
g/jUMGRqkWEUtFKgVD3umIxOhS7EmQJMwxwycLEdQ1felUSZrOaxjUh9BovgvihhtvgIYJHqY3yH
v7oFq2ts1bosPopaPEo92qQmHeImcDYlsSmf7wH4Xz9eVrH1C6MLEgZcBFkSvrhoFioGrpksTEAg
ch53EypJz+Y9s9Awb98vZ6DDDfC8imkDmurcAynCEHjDvJLsSX3ZyzfJlbodboeUZODqfblhNdKu
5RMUjMRLOE7kgWSNOtAc8+sK5yX9OfyMH2be2TmzHJoH5/HPCVUcn2hH4WZC381dsCkiwtjS2cfT
6wWoKOoQuqgqkkRFvGPO50PEpz1M6Yj5iuoc28CsPPAgbx02d6xJZWE2ApfEUWY1zIUi1OOyB9wM
uCHKkzMAwt9D95XJbRQWHNpXre+XNBG8Coqm4brQ4wJ+VvVlpkNfKmtwonOTmr5mqpCWuLZ5eH6e
EAzmzzwmot8Z27qmRuJCMhXdNN7k5WFX9/8Hi4+OqsOc2QAF7rvoiKREho/hEtdu4FIgFXL6o+Tl
XIulBh45SoeEKAnhnYZl5NesHFTVkDRt1hqVUpcunqakAoA4utl0IoEOsMzMWr5JC3AY86+D7qic
YWLUzjSA9ZSfvOQ55dxRe40CkXTFLhfQ3ph1HVFzVwgwzM8zPnBl1k9Bi/X3B1IKVot5KBXzbcJV
0px45xP/+OEBMuPZN3k3Kdmwn2vByFIi5cXVKOsk3cfOS0C+K3dJDatcS3MXIuc9qer2NB0NFIQC
s0OMDzwKJqrtWvwqwibyhqoaiqpRHxCEnKSNET5AAV7l4dbAUMFgnjhmHnfdUn0L0uc878L86n01
Ts2sYw9AdsdQ1FNMZNtwsjsB2OU7GZpgnV7FfWG2GYl2xnVzZOW41qpwON5/1kq/GqRO7GK+xCfs
Zzzzbtt/lMfiMdtPm3T7iilS0Nu7dmS70cY7sRJJa2GUKKsqpisFTfwFiDslnpgkxYgndTlnzdDr
x+xnWRkOh/ouZFBnKesJevByyDg211lszrmUHQKXzT3ykgQtNJzFSnms35hvkXS5yhPKoh/7qUch
WtmneIXNzbL2NQDbgyNnCdvyjVn4W3U6C5GUdfS8uBi9CE7WmmnN6hswdgNzDKPG0Bo2GMyqNEUC
SaqiyoasU3vKT0kHlhIZLn3rhLyZWYA/Uq/6Q/MS7UZGcmf1NYdc+f8XRrscr02Bn1JD2IOGXAtq
wwLom0QAEyWsSHA1a74URe2iGiYxsGrF/uxtmncASAUnUdvWuYM/SjtAOW64VzYT0o59y6i0rJU4
Qc/7vUrK2xhtMqp9CtGNo5GrSLSbhqBPIrlp0JOBrnBWkLQa+S0Fzme8MD1pVqYx+ErmHFMkIMUI
AweYNcKhdfFvPLeizoR+kq6JKhXKxniTjamhzAEgoEzQTjW/IQbzj2i5gc3uK1h9aCJQkEW8wfCn
QmmnFKscBwQaWJVBQiOw3nLdRPgqnq7UFBzIpGtzo7GKVAMIaeeVYUmapBIqECHqrWp7rdh8Spwm
/Lm8DV8MyL9CJ4zc6jMNsyF+tfwtNpyfYi4X+ng4J3iyyabQPo3iLpHI0PbECHJHB6ZM8sIDgFXA
ZI1+G01/2piU0k2CElHypLwaCXralfItEW7EjIjjI1J3dl0dc+kzFUszQVum+BYXJObRGE7izFSr
zVhvAdWgqYyK/KrhBkAOomxgQhn0WnIl4rVeioYzKAcj9aO7y3LAkv4vadfWXCfObH8RVQKEJF6B
fTVO4jjOJH6hkowDiPv98uvPwlPfZG+Fs6l4HmZePLObllqtVvfq1d+SR/Pp9qqtb+YvSWphruJ6
WBsGJMmTDfpvdGKE36fxnGAWFnbvOY4OElmt4bQhdqXAaqE69z8FX9sRLzZridZCkJONaHXUgbFD
nc50z+1mpn8t0lnGJgOqYWM+K1diKzmaM9FQQ/4UY5Dp/K75sJULe31tqFZ3KUE5DMLUigTtM+Mn
XgCvqgUOm3bTrs7RDhKfZ3+0nf6Uvy+pa30xolMaHYISfS0YzhI73XgEPVvjGqZHTIwWHe4J8mkS
1jq7U3kS4UE7Ywhkz96lwuvKo735lFqLjeETTWJSHYgqS3WK5kCSrMRFWnvZz/tec9mpxLyVnVu+
9PfbYd+aVV+KU1zinNOh1uiw+ODl5Xb/KQclGN/9tdRFxO7nI5Kmm0mONQu4lKnkeKbAGhsg1QfM
TUce8T3YwArMd2GnDOQdfuIVHmK/o7VFybMaeF6KVZ7Iedll8TxDbAEua/BBvAeFAlyRQwdE99Rb
IiNyHABorO6Ku9qT98UOVc6N9NJie6ptLkkXYMAYx/hwxTYLqwsy0ZAFXvA99fhudr+lh61+i9Uc
1oUUNVeXSzziwsoccJQr5/t7zUEJxcWovtZpHxNf3vFqq8ViNQC8FKnEEUVrpKCIgmLTjr7Mn7z9
s9f71As/9Ad6TH5Euw1vtRaPXcpTzsmo5QRITsi7LzFfKS7dl/ldgkHfKMgs77O/t9Kfa29xC0xO
uo6DSTCY+zp2aLWkzKYeIRntg9SLOF6oY9ymrjaDvvG2bus28kuU8jwepoAYeieQ8j6YXxrLqbjH
0aSlgczX2M90Q9rqdWOB4pBykEcLQGiuNQtbFgcRhWYeQtvmY3EOPFwvH9md3MQHri/iL1GK7+/6
SdMHibBowrTN8TRVTuABXYASWr7zmkftBNDAlqGsPWwv1VNOHKnmMQbAeXnYErd7F+5+dN4M6ES+
Wb6niw38frj/VU99BNXV0JiaCVFpBrtoXZ1GXspcHTis+Zx0Xpmnu/TvMbsvitjtOq/dDfMXKWZn
AAdZfjbpvT14Q4AM4TluTlYYwpTdutsHnWs/d/antLgL2K5Pf7TRl6a8t6O/ZxCY5Mcp2UfgGAt3
BV5edWD5A31PmndyPAbpxjjT1bclkJZc57ZFTbAEXVsLEsdCpGBh/vTl7pkwtwCic+c+2N7PEu1z
3iZI6TXqUNf0Up6yfQExi6Y3gxHc3BNQkDa4Rz6jtOedPp4+cvfD7q+vfHJcy02P5/YAfhKMTg7f
oxfh79tn8jXo+u07gP0AzM4wLU6V7ygSjLvNxTB9+vIFOYsZBKrg9ZuPgCqMaBtxfGf3TQJN0B8e
S7c8/MRkcdQi7x5uf4XiGcDwjqkFS7qeUIT6tqUsfhakI5FhlPq0eGfMrp052jepYdvd6RPlzm1h
ymH9TZii8UTquRR6mPqlJB/NynZEW90bQ7PhfzZ0Yko+KKtFIWgBnQKQTs7OTJxpcILUDYF1Ldwh
/G9aMeWeqnotyNAql/oMLcxpc1/qD4xvGIviB15XDqRuQjCMp6NEDXE7xskQzVnqE4mJ8s2z3YVO
Mb3c3p4tIcr2tA045VPwP/uZiUzo8FHPwIxHE3faSpetbRBDt4KN+4FbOPTXJ76COmWfFqk/ZOCu
T06jcKz+ZdCtM9esfZkBcZplG0axphxeCBZZ8nT41/L3i7eIXjM+zn2Z+lwSJw1OpQj3cS+9hm34
szUjvxSkXH4mG4zByJrUF03qJuRcxH8TZm5osyqEwVsCnY6oTyixim3NoCFahBhRhMV6aY2DHW6M
GFiRoQOXZlgLOs0klmLXQN13kjQk8zmV+7w6TzaGDwEZ8sdGpxs6BRCOLKUttTxbD3E6WTbN/HzQ
Hhi4CkUjXG59lePhtiB6fZUuRwiCuMUWHCyltmJ0QS+6HGywmd9246JOxcsNCcvOXjj0fyQYOoFD
pcKw1RqdCNpaDqWe+XrzkAyli+y7m8b3lR3uG+v5tjZrm4N39T+ylqW7NudxYkkvCTYnT+3dIHct
xdD34c9NeUlNULpkWhCmLh9xcWbCNNL7oDQzv2G89XOzSPda3ROfNv0fkjv9s3a4hVAnYBhlrZaP
ZU5yzejT3I/JoW0zr7NPcV1v2NraouEdbCw3nQmWLmXRYmEJs81l7ofxA+YwODrSg1w33T/fGguN
6Vg5BkZxdegQDTMW4WLLfU9rjt/15PSGn8c7BbBRnVCmZnJ7e6i7sihyv452unXP8wMt3nDy4Zb/
FaGc/JZLOiUSGgzzjs5f8vQsup9v0AJPH8ZMC5VzFSqTSI2QElU6Py5nFwSRTkYZpidsGPCK09eR
XAflkQlSdyaU6EbmOgKcHlIanXlDjNKX8WBZXzE/5y17DkJ3jDBAtRMV+uuTwtK65E2o5/5U7Gy6
bEqff7u9YmvexfolQn0K8L6paJoYuW+HHy361JhIosfMIQT4ZK3c3Ra2tnDLqqGiBTMDRuRanxTk
QTqv7dwf4/wkQcSB86gXuRfN/f62pDW3fClJ8TGdrpVz2LHc152vWxDgLS2Wv1/4r5iBYCcqee5b
8U6j9020a7L7sd5Yq5WNAUYCJszZUuk2FSlSBxdDVGqpP6fP09id9Pw4k/iYpQuIcqMMsKLRlazl
Wy40IhMTWqRB1nCmU+y1IMfxU33Lmtek4G6xAObRUbO2FI1qo9EKrc8zn7Q5uH20EON3qh8z8tge
J9kWrdqr5Sr35nKV/StOUWqeZJSATBjinpuocZrmY5PVexpinlF9oNUna/zbqh0TTzG5F6FPDwzt
tYNvm6ELN+KR6ahtrcDKTXH1SYrjyMJCZtLGCkT9XZf78/A+Ysc/NnyIAH8JoP+4x20lhANewcQw
rzLzjQmTlcKPev10W8C6Dr8EKAFPkfbWEC0COEcjg3nK6w+Dvf9vMhQ/UfHanBqtzvxOPPbh0yDA
Q5JtOHEVnLPEBlcrtSh6YfR6R3sJ2kqslMU619Dj9lE0tvCYNYbuWFTte7MMiz0Q7NFuTpPCMTSi
72PaJqd2tFPQOBsWav998vG28iuu6+q7lGMSgtCDJ8sCC/GYT39r/ff/9vvKuYhJO9EgxOKydN7Z
VnPXRclGCWrVRoAqwygSZiL8UfZv1pqEdQQR0Qja80dNPz+8QQXUZBB1461CLGXr+jHhoZbg93Uw
nhvReWy2TurqJlxIUDahN+OcB1Oc+0VXuxnq6Hzr4bC6RojmyT/PIDUKNnE9hUybM1+T3+LxTPLn
Jt/wBctH/uYBL0QoSkzmyPKphogOSLoMxQpjTx4n0WzEv2trhTKQiUIBYTbwitcHiZKml1WHB0rc
fSPtc2OOGwLWlupCwCtPxcVJnYJu0EmMx5xNy4M2dPcZI/cyTH7etqotMUp82rAklAODGNqD4x44
xEjbJELYWCtqXK/VNFBTG2cDqoSdo4tPhvj7thJre27qJqN4JWDYphoB531nkX5Zq3wwjpjD+MK0
dyUPZ6edt1oJVnUx8IJHXoLhpCvvHj2nPIowvcZvys9jz5zC2qI7WO5D1YAx1uBfCcqOaKVljzyC
MsFc/cx5gpaI4VRUzSdOv4zJ/cyjLYlbOin7g2HFc8eNRac0cUBen3Zb187yzb/rZNpAGmAyhrCV
Q9llUkfBi2d+H6a9V+vRi23U3pwARGcyN0Gamgi0wVhfCjKdSCD2t+1jLaw0DW4KQB1MzDlfFuDi
LOVTOU8jFRnCyhLpyyg6Vz098/zzPNBDTcYtoPz6gv6Sp7jqcC7xfmK4ZXvrSaI03G9cBav2fqGP
spyN0c0F0/D7e+Mn/fJ149dXXQIWHNkK0EUArny9WlbXUhMZq8wftb0lYmcid2mxZXOrW7JkJ1BK
J0iWKzZnhnhwFTzM/WyS36sUqeVw3LHmmBrU28r4vrJM/GZ+GMALUg9I/A3poiddOLQxMiJD2gNQ
gPY/p5/C+TiLqXd1QLNdkljsUbTANYFbX+5lUz2UUn7thda6dTlTtw/D0NNtaR+ToEWnbVViRI3d
jVtvuNXFB/ACWS+2BPLK4mesrLuqTfDO6i2neZGkw8r8edoDZG1AN1IUS3BVKhH5mBaU11mOSCIM
XH223QKyRvn59qFbNdILKcoNabedmRkUUsrQa4dDTN/N9ZP4cVvI+nL9owpIpNU0lASAeUrxmvZ5
e27tfTw8tnJDxC09FhGKPyZMDkm4rFaS78bynNP7snQ3UxJbiqjnAXlQLYwgpeq+T+VTX7/r6sN/
WyvlEWNJgIiHYVHEeEAtx9bP87x7gwgM/jPBBG1wMD5cuw6aF4UUUZ37gQA4d7JAq6phDhDyX95t
QaubYuOxJ7AjFDH3taAwMCvMPcBzcqD1Xh9jJ490hzGwh44bYf1ipqrvWJ7u6NxgSHupsQWRrUH0
Fr6Dg65XA5H94Ingb236MQh5jLJvEw82dFu7PS4lKsczFYDqlk2W+4JoTmJ/DqrCub16WzopR1P0
5VBnGiRow3is+w9VSZyWnSsBhtTap+0ukV9vS1xz96/exuKY64LM9PV+YTYVyRMb53QkeL84U+EC
opU/0+DTbTlrdoEkOzLsIKPUfzNAcyhmXlYwwFkcS/k+vevmfZJsCFnbIGSlDZtgzhd6d5Tlm7JM
Zt1M4dn4iymB35RvOEZIgKFHCZc8wxzN69VqOp1JXuJyHKM8+8rTqnYZzyJf9qAxvr1gKuz2NSPA
LGIu3VAUPDWKMtxsA8zHgVewZjtyiocGJJ6hjHfE8EuCriRQ2NbWSwYw6G3Baw5vYWpgNnLvaPRa
/n4Rk1Wy4GUTDThX1bQrZeTa8Qsaof9YiImCPCpvBkGwrkbrPJLDaERj4nMrZY91GYLidjTHc9n2
wVaMuxK3I8AFzHfJW1OUeK4VKuO6G0IxJX4RB/sqit+b0bjvjdabq8PIz0ExItQgAN+bT8YIcmW7
f2B9B05bYQPwm+jAydsxStGY3nJ7EVbOxNWHLeZ8sdJs6FuS2H3iY0T918jGBFO0C7JYHiXf8JUq
aHwxpitRyqa2U84jq+sSP+mmfU6cKjrH81MnbMc03+vmMSh9NqJ3P96NicT1E3tvURWYZoZOGQOn
51rVwupJGiBTgru6cabwpwHocWGdjPTLbTkrxgs9f8lRDijqhZPdMCvxwZ4TvG+HLDtZ8fSp6fN2
43yuSkK7rW4QnFCujrkV1qxZQzknvhnmnmU9RxEmCI5sf1sftdHgn427EKN4gb5iQVoaRuIztCFy
O3aRbXDmPNjPev896Sl8QLVL2vq+D9HbWwx7brcHaoylk5F5J8LOJcNWJ+Gq6ji6cOP2UnpSvqlm
bK74gAMVg8bKOKGlxJEbpd+VawkujzFg8tEZibjl2l7mVCsmVLpxZomIj3Vee6k1PrG6eshI93kU
4xZ6cFUgBtUhOFoqdbZyFsdgqCK83BI/1P6KCssjs1N87ZLBS8aft7d01R1dSFKOomkhNmYVJE3T
J0P/pEkAx9FLwQSS/dMezQi3xa1llk0k9vAPkiIcXvd6KWViy6iSWuIPkswuqTK5s8oBEDuThG47
grpxrBJ0dKHz1km6FCDvPqyOtMx1TBJNvgdlO3pRjZbD29+1akTofEVp1KQWplddf5YYjLG3CD6r
yc+oMzvVXDtG9/jfhKhrPXVdpIPq0Ac5ChoR/UHfuCxXXDhFoMtRGENMYFlKuJsD1FdKnQMdPNW2
R6eHbsmkheUD2PKm3W1llhVRAl7IovDkAHggwFZ8aB5A/FjCt1m5+VzX7THqmg+3Rag4xcXdQAZH
MIgoCpem8k6QRd8TnmPB2rk65QKcnj0e3cyxG7TDGcD6VJ8LdEpnhVOx9KsxSDccR4+jADGg8TSf
ULZqt75pxVKuvsm4tpTKsFCoEyLx7cT8MsfzMQVogmaxCxz6MD5mGLuc673Xt+/quoExk2/SKJ4p
fGVC441gYsVNXH2L4pfaQGLecwgcHOCE9MT6lDskmcoz70q0YM0aZgNk83C4vSurG4/uGWRj4HB/
o2vJ46gc2gGbUlmyccuowetDJ/PptpTVZb6QoiwzCTF+pgtthGTRwZbvGZhOg8+3RazFtBTQlH81
UZZviBtw4pZYvgyTuRBTGYi9SP1ThD8DMJPVE4bGcvOoVVuUXKvH1BBLawhIb0AwcG1CSWfUeQcU
lk/JgWXnqP/WPpFmwxeseVpo90uKcnjKIqrmmc6pr8UWOreMsd2lKWas1GWrp17c6/MdZ3b9lxxk
fSq7UXuH7BZabbQqdHUN1ENCNpiJKoNgI/xbN6BfH6ZsbdoUUT4UMvWbXf9B27jP1u3m148re8q6
ZgrgBAHbJLnTWJU3jS8xf7htOVsbqNwWA03MphYwnC5Ew2rInW762USg1hdbDS9bkhZ1L4Jykrf2
wmUJpMO4D437+djPx9r88+fPlaUsH3EhpG2SoZMh7HHsztVCHxmcBKg7bq/Zqq/CA87ETD+UJtXe
26SrkOteMLutxHSfbg93KZvvNhhYim+3Ja3a1y9JKlzLyNoZm4+7XOfDee4+ypi9xTldSFCOFguR
t58MOCcvJ+/0/kPBnm6rsMSsv12uFwKUIxJmvZStxGLpgwXves6qyMn4B0k+LYFJiGbQaesFsb4/
FmHcMoAKVTPtrNADGU3At8591hzmJggfmiw4hADrZ3BWiOI7uaHl6lm18ApGCeS1Z/Ha7gq4QRgE
XhMV/ZrYdw2TjqVtIRDVlrF/gogLKcpazkxMYzYy3CRD5NPRLaQ3gMBlpGg3NUAPNNPGweTfxw4B
6CBqjMVIGnSh4s3SI49rZ6C2sMDebGE6Uj16JiBZreXlXYBcS/fI9Xwr67YSkaPUsZTvMSmFWWpy
tB/7BQ2E743LyGHN5A3RD9M8p+RLe8/41lN4dQ/Y0m5sIhcBCrbrPYhbCVW6JR4X9T3BtXRoO8Ot
6GBv4Ki2BC1/v3AyPR9JmxWImwAdcC3+wFu8NMLJuX1wVs/+hTqKK8NsdK1PGdRJyBFQ+m4j9lGb
+v8xJmwKHtoCpVdD0UJrgDyTNbSo8rMOxhM9PyV557YZSjCf8ph5Ybt75JvdZOtq2RSwEYBoUW+7
XrwizcoGcWfiG8YD5eE97+2NS3nV6pBk+58EJVWRcj6iFwF3QGcXzmhyx4jJcxzeaWWFkaGRP9Kt
QHpxkr/5uAuJyrt9yoO4nJbWlDTSjiWL0BnX73iXI7IH4W9kH9lwkjrx5ij9q6m2MsC3V9T6rSKE
eSok4dC3ZvnJaLNjUW3cqqtX97/6WWpBqJYNQr8R+lWD6XRz+EHE9H1LmUPlVm/CljKKi+uibrST
ZSlj1Gvut56tW7+uhFSd1oI4Y8RSVefxcLx9XtcPFNopGKZ5oKlCXaU+1ophTvDpRdW5tewPfcG8
aJpP+ax/iQtzcFFIfazt7jGqIz/qtlD9q8rZgOagHctmXM1ri0Hjmr40xjQYfOAYaFf5mFf1+P22
mmuAS+SvgY4AIx5ydK+dtxfezzaizExlnvrIfLozquVjpnuzhVdjaLhFeQcIXTuBWPKMxsO4nXdJ
T/ZBGh3bBKNEebif9OpUS30/VrE/ROwNEdPl1yles2zzTMYjvo40qRM2wimTz7cXYC2gwWue2NTW
BQI9xYGZHTeTskIvUJaewrrZybja98OEZm1EB3jP98ecSu+2zLWI5lKm4tISJvJC48uah99kT90w
6dys/BRgOZPm521Zq3asLx3hBHVNXBPKIelpWkuuI3zi5ucMAMKssk9FOH5NwPU05+yegtWmDndj
ZD3HCSYHbohfX99f4hczv7AvUcgoE+GU+ugjA5VHckDpHu1q1aGvyH3bfgy1yBsZgLv1XYUKUT5E
mFWC5IHXRV7U1XuAOPc2Yq85mF2abw3CWLv79aUxQ4gFWKoWcfSoHaLMwuLo076I32WfkmYjulh9
y+smhEA7AaSI+qZOmFkXNl67BWY+pgE4tpqPulW4WUg+NkJ36yDYiQYN2P3W0i87q95jl5KVx4Ce
gtO9Nwic7zA7cYMxOsO7vH0Zy5dqfDFNULjkQJhVdxrCSj2gu2bLufw/ui+ziDj6IFDrvt58YoSi
6HmNu5uULq8eCgGaFY24/TS7swHMup2dw/aujvsN7716wpABoiDvBc5NzYu3mTX0fThg0QPDzyz0
xTSm2xW1w0VzqOKtJsZVM7oQpxg5ABxpHUcjIobwYzJUBy16sDf7SrZ0UiK8Oa6ZXtAOaROzdqrK
xkCAb3p2zuzypCfZ7va5XRWGHiy0FCLvTJniNUQxVOiSg+0Yte3Gw662MHyDPJdI5M3xxh20JUtZ
vaKvRF4v+aA438kG77nm+6Q5HV4/jFZbw9TXgh/9QjFlFctkxJ2yCIsyzIbhZ6Ebe8B93RRn4fYS
rnveC1HK5WXGPQmJZiCxwL5ndXGXGHeBpe1CWbgT/47QtZfAyld+WfYbEd6qPVIB1mqgPI3fGlxn
jdXMzuF0dRG57fCzjit3KDeErHp2vM4MlKVB8KBiIkEDV+hth5XUI3EQ4bmRmZf0cObBvu0/IZXo
tPoWd+Lq7l3IXEzp4jbhQJexZIBMuz5lxnNO0WVtZgdh8Y+3N29VEJYOmAKOWvirZ7sQhKY3kfdt
hSs6HadDMYEPsgUK02tIaDttV2y8OVY3TCAn+k/5WSjHLWrDumoH3ENpmDm68dTHtcO2koOvsdxv
FwLAq4hpKWLa3zrTiOyLtoRXHMB81YqmOwUc5Vir1N2sE07D0qdaksKZf8gmPZSAU/T6PsqS4wxO
8UlslbZW19jG1Wig9RtrrGxm3ZK062xYad29qxqMXxVF51A670yJIOD2fq4tsKGjvwbMiKCHUlu+
QysousCgiIKAOIWovn/qN0/84qjU9b0UoihEDdI28Wih+z8qvTo/Z8B03VZjzVVeSlAiR9CbDEYb
MexgkbpG97feH1hkOi3qvAaa/24LW9sfA/NIQEqBuiOgtNeHbbLx0g4RvgF8UrhVLs/lOJ2a6J3Z
4TTcFrW6PctQ3IXPzsRr5FpUCQgJggCR+gmTbg36lAboqq0WwC0hyiHLeDtlEcPiWfZT3jdOHO/S
LP2PmiiXGQ30gccmB69Ffxaa7rL8Xqu3Ts6qoV0sl7IzeYJmoLLGcpHBFcdqi651saLf7BhAdzAM
UsRtlqLD3Elp2TM6C3tWfUJ61a3nBDOc6Hk0yKEpyh9hZG8s26phA6tNLDy1CRB21wYAzlQtMfEW
9eO48i0GaI15iktUDoF0RpLztrWtLh8DfBg0M+h0shRDKE0aVE2boDmftLiLwbx3ENIs3dtSVs2N
ASmBZlD0O6k23WdmHmljhr7BBOS60qioS1mn4z4e8sNtUasnlQn0p+OyQre2krEaNWlbNUGLoj3Q
fUk/11G4H8F1yOW724LWdfpXkFrHb4FY5UGBNreys526H3f28JR0bGN/NtRR2SaqtsGbaa4y3+KB
M2Tiey0+RCmmFrFwd1ufNUsATRogdsgvglFTeaAkU5E2lIWZD1Z+IK4Y7ZIf6EzYMrg168YAEVBB
gK8FrTGKmLQ3adcx3D7D1N9NGq7YMixfok7/SGtUxrPg8bZaawsIj23aS6s7UMaKgYshC8OKoIu2
qms3Fy/SQPZEa/b58HBb0Got91KS4ipA+RnOA2kyX4JoxzWmCIhpu7EeGirYPiQiccupbk80THr0
YdgvHQtCtzOJBu4d25daxdwmM8M3nIfLr1K8iRbLuB9HnIfS/MzF3zoB1ec5yraY8NZOg7AQTCDC
RmsGVZQ3hjyLAE6EH0nKHWvPy20ytFucQmveGBQVwOkC57VguK9dI0uFMEcDDYFG0YQgX/XCrnjm
bXVuDG0nO+SkY33jWKzZD84EugUsASiUStZZW2Gbo46YoZFyNp2o/4CBx+BXTQm4Vbfc5JYs41o9
AMpagXnGS5TBv+TxrkulFyIhEASzd9tY104h0nzoygdgxwBD9rUkRE4FuEGtzDeN0ZeW7mOC5k5v
2gNmAO/LNNnAwKy9j4AlE8DuYuIIUIDX4qhe0zJrAYIGV2/msI69a8YvZmffRdadCQgQ/q+zPbIN
D60S7r0WgoBjMxj6nzhoR5SzjwkjbNQitNlaEbJKUfsQxM37HEmCTJgH00LGds7drJD3pBru2Bw4
8dC8wf3YYHQFYzBagGzV3RmTjCeDow/XnqrzUPG/Mmm6ZdIfebVVHVq1HmSuAVrG1gLydb3IsMmk
0C10N+TzBO7V4R0HOLCfrHuxGXuviEI1BnxBmOzB8KxX9jNvc2bbGBHoi/yzqDEJqxu9KufACzzd
ttNVQXgJIhACxRe62K51MvTSyiuOHaz0e0tYH/LsZz6dNcb//NFpEXQagEhE15HnUG4lqxEJ0mLo
oqAaOYWANWakObylZfpKinLqKjpGjejROVEibSX5Q2yFjizeELJeSVG8iDm3URktXQB9r73vgclk
2qOhYbAPUspt7AV8a8zE2jmDxIXWx369A5RdAsn+YMXl0sHDGcbpsNS1kwdmfZ4YbvRyV9SFU4S9
U5G/QtDMoUHndNtKVi4fsHEjbFlYZnDeFcsv7Fzrh4LgnNPRKbOfeGi8hfznSoby3GwYKiNGBxkZ
LR2Uxk1BHSv79gZFUOPHtByOO0fFd8RpilpkCTIbafzkOVIR9YO0t8AWa2fKICAwESiNo0SurFY3
V6SvirTw55gWh25ipRNk5ktJqvdg1Ko3bppVaeBxBcsBKogQd32CO0lHy04EekPC+VQbmJBTVY+Y
ieTl+da0wZVLDaN5FlcLdAw6RBXDJxZIG2MaFn5kP9WBM2cnye74cDS3uKPX7M3APYZsDVJIttqK
UhGjLFmg5T6ril0etGfkh++T3vz459ZwKUZxF6NkNgqySeE3M15KB5459rDRT7KcTOV5izbqX5oo
S2aIZswtUxb+0KeO3v/sMCzjLUqAvUwAKYMX4GIfF9nDrolIwTsowarPEMDsJ9L/vC1iJbpYesH/
FaEYNB9bMcfohPV1NCA78dTXjt3OgCfskhgc2yP1tKq80zL2+bbctYgfOV/0COkorVhIDV3rVuYI
DltugWSjqM2DXWbloYzNzokDjDPLiIDrRaB1GEfD+jyYHC3IJXeTXJo7ITk9ofQpXVJOIK28/WFr
Zw6t2Byob3Q6AmyufFc9RIONrK1vVNPBsjkeI/N+Mu+LeSsvtob+BsE2OPCWsA5X9HJULrZ31PsG
DwIcBV1ap0lU+zk5mZXY8cF2ResSlFKH2D6C6ccNP9ittQ/44E1F/GEQo2vUj4xugaXWTBrEBBgc
APWRSVVOTT2BPSKMi8LPK6tyRE1DN6JB795e4jUXcClFOTj1MBhFb8LmxrGp4T9ryzUiMEGKYCr3
t0WtXq+4X9FEaIIWF5ma6zU2i8KI9TkvkAz6ySvdHQAzK+OlSDkQMBjdlfpxNO6mHEBvm59YNb7B
hQObJxbKMzSavLbkX+xxGWaSZXldoHR5xliJ7LkpS2fjDK+tJ951HE8R00ZIqezaNGBkSNtV2LVG
8+L0MNeBF40bz5AtIcqmWWMG6ggORQrA2xB/CfBiG1vkeqtCkGzAVQTaTrxBrnfLJkFjpnyEkOgB
OQG3qu/zfnjDlgAPAxAoqk1YL8Xz2EM2Fwh5SjTkN4XD0/uyly+GhY7E9C3hAhBSy7RVYANQMLjW
p5GgoWvbqvRl3Rxkrn2fjB96Ft/h8N6285XrGzcENXGsUEXj6nzbSZIYvEttAZacNnDsUttrbXgW
HE8LOXhW9tdtcSv7dCVu8SMXVs3bIEMerCl80U1OUHzTE9SZiurP/QQ6cl8LTQKB3evMuwspwZhV
JAoI7BqY4LxtDuExtpKNW3ytV5MJ9DAu+0PRMbnoeimFRLDosSz9RhOHwaYfovCp7OJ7EM7v56b0
iuIboLRuLmunCbIDwCNukrYbp2vF8aKcBhbZVxZRADyuPwKNFHkad03pi6I8FXV9zreod1csBA1+
yIkD2rl4I+VooWrRpZ1MS79eyPqDdxE9hJghZmaRE4xbV9uKOkhWI6xAnczkQm0A4SzMBU+nEqkR
3Zw9WH/1bEURnmy37XBNKVTVMb4I/VkAnSlOaaBdMM+TAX9ht+k+q4z8xIZc7vuc6k5Qos9PzBHd
MMsV5RCLo8IE7UCcrQ5ZyFD3G3qQtPlWWu6SucNIUmm8ofUdS0exVUt7JEh7rg2i1YWl2aNdogPD
Foe21JJzHNnamRZjs3ECVhZx2SVmLM00HOMjrkXlNemQ1EW9JMZ/sB+t3jzTqosdNjNzn+ex7fCi
NTeSBmuLCIHIonEUh8Cnei10bO1Oy4K88tOg/qZFC0TdDg63rWPFS6FLEA3vyNSh81GlQ4wDi9Rj
RCs/au4FqDdquwRzxRYT1poU5MjEK8AS+Czl6CZWIPOCy9o3wZ7L5yeUhGtt9+eaXMpQDq8MR6Mx
ZVL7aWG6hwr9f3qyAcNY2xAgB/CqRbRkMzUD1vaT0YghrnEryqOY65dMvqWJG9RT6AkDTA57oj4y
zVa36s4sa3Qys0PIMXKvCnddFxxvr9ZiO9cPMyhBliw3xdMChMbXtpUXdTODyROPdBb6NX1meu3U
WYsBwluEm1uS1FMqyxS3e1Sg9eKRy69ZgB479j7Rvt5W6Pe9gULwA9gaPNZ+25tGctZOZo/b/bs+
Oe3Wk3zr55U0Qwlep7BDRORjOptncS9PmPffFFBCLlqxOIw6KDDsGrc73f7x3w8gnirgu0d4hUsH
bLnX2w3AwtSWDJ9fBwduYxx2+1lEGz5yVQZytcgamDAsFcVNqhyJ4ZBjB+oHEX8GdTExnm6rsbYL
8CH/ilDuMsuom7AaGaxWTE7efwYB3W0BvxsrWKjgcJdjgQtTPRY0J9GUYmCtn/wfaVe227aybL+I
AOfhtZukZnmQ7Nh+IZLtmPM88+vvos+5O1KLV429L5KHAAFUrOqq6uoaVtVDRQJdbPeVVKAqXxQR
HYR+4tyT3yHFtR1eE2Ssoxh6jCUBimZfddQcV0Vh1y9d6VS+K2zD7CB1HEXgMcjosZ9l6iCiXrnX
c0+hplp6myEV3jMRjalKlVYcjzkr7S17QIHADLeBEH8+0IvAMfWEIGuVCewJSm9nDUatVMQBUl85
cvdZKo09SLlAvLHn+LfbC3uW67yYC+GVhvHxa8KdN4UGls0gZ9Ot0sJNM9/GTgCvDmgYP93XmSUe
5/rBjKmOASoW7RyjY1GbyQiwLKPap0C/M7B5CbsbzNSVvYjkpkF0XlB3awiYLgSkEG4JXNq6wcg1
j3MFQY5Y7xXldzNDbHNaqRfEd/X7jPgyOTL6WMHv90OIxMPRI5H/kIckNjnCW9BHXHQQGyIQ9Iqx
UBAzRKelTHKNoP6zT47QBQ0zeSk3kbTI0EwG4NqIc9jdJ2laYyf94NX7QNfWhQFclHMr5HQqu22i
ceqCs3AYpccVDkIIFPBWYjsdsK83nWQxbHC3hiQHrI0a4DXxfl/rFolgD8mc95yxXpiQqsqFyTdV
EPEhrzx67Vo3qV/v01jQbNO8oMGEVIIETKnWTxoAyojUTKIt9o3SAWsixlB0guK30sdkaOSQ82JZ
VG7TQMiLWAuWxShf1amePo5pA/SR5yx76nteznhR6fCaxZJ7VCmAW3ntHBIzxzBdXjd7sXxMBg85
msGGRxpk2bkvwAVOUB/Ggi1AtCKHe8NJVorK2A/tPgSEg6P0Zbepm9DiXSLz7c0oHPpq8GZF5Rsd
UOyt1QhN4Fmt2u7HbKKJlbzmgXnoJMnt44boaf88tumzOmVbLVzp8VYyX/Xu4z6nt6qCtiu098xo
tHj3sY4e9yMqm7rSATvFy5wAnQVuJMjICsu9Ryo5TpzAR2keq0022jCmm/vUbw8U1JE41LDUArkk
1rqbAmFhU5rdHgN3tLMmkmDjnonZXp3zJLt1I9eEGL8rdWbm+Z7R7eNonSVuX7g9Rnv8g6DzznS2
3+szRaUdFxeqjcAqRpB+raN16FVmrXfYS91HZQwQ76TcikpmOhmAc2k4AcHSslKPovu8IsXgS64g
1vnqvlxvnQw+AtM0ePDiNYK64fVHhFKqRw00eJ9Onj34QJDAQl6hUjkGv3B8yMuiuweGgqIhm4Ae
PC8btR5wjGbvRI+1P49K7oMi45C51dH57Q4AUGyNwONHmz/jIhipUTtJjLgCqqBWirtCaadDIGDW
SemSn40BVG59FOu1mownNKIrnIDkOxN3faCAacV0DiDm0BSOtXvX1Iupm8whN6S9BuCiUcUyrAkb
iA/JZx/Z8c6ankc5IiLWQ7auFm+bZ/zQavTO3VemnmJvI+oh5WGw3crdnMeYgbKIuURk/meBXQgk
lTMNE8WBvA+HunDGSqyMJyuLupJqgZZjMK9ARYfjEhcGlQCuByCfeWACR82Wh7tWTrommbDOyOiI
gtGz1Gox3mgSgJoStbTsPDGccYqcSv/n7hhFW+wMweghEmGY0rvm15eiJK8TSdorqYAteLGu7euw
Kc/3jWZBqmgGQicXng/ANmVzRWVSdeh/9yHVLJQ2YqdXAskxjkdaBQ/tHlAEHKd0a6W4wxAPools
xh5l82BlNA2mUYzyHtOVMiD7dGBp/UoqrUoP0ZCHJkeTF94sqH5Z33hhqPDflP/yCnWNKK+lvajb
aUlVA9vcSKHYgM/HgjfrmGIMZ/jHHv6aJhOKiJGnVb2ZS99gGEX/2Nq5hrXhPKjpBRcBlFhoJXrx
gFJiMg/MuMSjApk+aW+kalfRSWuklCZ5leHdksRlTtGvi70hZtFMth9MGEFLBUA33leg20sGsbf0
ndMHBsQNrjMWl5nCIHT4CEGSV8gxmfYAzDNXiipjo02h27dqyDHLJZpzDA5QNuRPUI27Ng0A5U8D
4PWk/TCa+1EPDiMqgCRXrAqrPsS9b0UcJpckjW4NFPwMtM8B4u6aYCIotdoAy3CfZf1fQYBhRaBN
yilaLAE7uc6imAp5Tcq44mjvgrHgFoD543ZFGwzbrytVgVyFA3weugQFxxz65mcupxZtorobOZf4
gicAgAcuccz/oEeWRUe30hSBJrYZAOPJf246jLHHpdPqwCJCbHJfZ24jTdxqqJ8i7YI5ghvQ3LgX
iqoDIBw2AajBz1KvOlcWKpEjvGUqSBSjqRN2z/bl+VqYTxI80B591SFJx6Jdx0XP6xRfOiK83vFD
UAsUBmexXlxLfd/kfWJEyt5M0mkvKu2XGvgNLdFJyfEqy5TmUWG03qI0wt7JsLQ4ihNl7yXar6HX
TqPWHIXO+33/cBbJ4NZH8IEQHZhp1wyhHI3yaZIqaLSRAeAz+NZqzpasi1KcOEm4+QpjogzwouN6
RRiOi31+KlzIbgpETah9XQYmfLJFYxRVyh9lJdK0e1QEYYW//5g1VOTgNSRMLWGZLsNaaRhy0KIR
f98O79mUEAvDbTIPNuZW7VCFhsahAxO5S8NkiIhqEmoACNcBoqxiRL0Y3yN9iDkOaZEIOq5QaJlX
GZiMQ8rDCvo8+CCi1q1ol2WOsl9vFmb4bwgBHBxGrqGaxI7EWG1c5JlW6jO4ZknlLEXc409Z8/lP
TwbHj3opVp3ArWPu71oTxKlSIyz51LEQtU5Fp7aMrlx3I0Ig0malFD3/c3LQOxG1OFRG8LC+Jtc2
XgVMt8DYJ0bVks7oTmpgrvV/DtWBvpv/BB/ztKjCkJnasgcIdWjsA6Hcz1QAwvaP0zcWej2RWcO2
HjQlsPA+VpLqeSL4xr5rwhc8WjxU+YzPMjF5k3i318NMCKi130lKOO1rkakRyr+eGRsoKn7UsXDO
seIoVd1Q4iUIlghpqGfjZlCxbYrdkFr1regVASCc9dyifg+EXh9j7SKQnXnHc5/SzarPHi2aYivi
eACb5cjNh2IWdt8CDdPk3a23AQsClb95wgLIa+EFTWnhQQpKineQ8uoILKZCqI+SX+KRysmGLnMF
p4BVe4DrZt/ifQkznkrIT47CgGa+HLhVET7maZ7tMrPmGO6CI0JzGfos0GWKNh+WsxbA7W0q9oga
AlTmiSD5rwY6nf+6b6+LVOZKGeJMRGDs1HUYy5qXyaUMZKKoKEmmyNVKQvD3+z6Z2TVf30eAif9u
24b4EFsyOl4WUuMXKQDiGyNJ7MjC2E4iiAotdWlw7pNa5AgjIIBewRwIeu2vNSIPZSnr6waRnRp2
FBjBHfA/DJNT0VimMi9/hnuAA5///+KCBezuZJpBB6iLKLWeMWEZuXoWmPZ9Xm60G8i9cNoYYDNE
JBDZDkuhBxCfD9CjfZv6pPLUZyyMs2sF17mhnpS85oiObfBBFQEBA5iB+OaML3tZaHVr5lbk9eed
CDQi0h4DF9G4i9ZGp3oaVl/3ufveY3qhFTfkGC8OLCkx00uQ62lO9IEc9ISkFa0chUqv4t6R348V
FR4rQvcGdV5C96snqRvbWx4KK7vu5+ZLmHgpx0ZfrR8BcX0wDfvD/B0/WS4yws9GsaMvX83PcU8D
wmsk51JllMhK2qZLC1C1/Wc3JfVaIyOVHbyCui+iRBSv+GwVHHj5HhYG8Ybb2VovlLdLtKoUTch9
fFEC0ggbfSvMRR06YPO8+JY/DiUN35vX5qscfYrqReha50n9ER0xc5EBmuvXfUVgHoE338N4B1xJ
QVzXkENKlIysRBebOGhBOe77e4rnnroxYX5tiXrdVSDT2fFEs40IcGTiH18j8rNzyKkl2gNgqPxn
mQ6biRjU+AhX6UF+O4ru6t36ic6IlUco7b5Et7eP76Kr0CeNY/FsXuy/sgDUI5wkNmqyw2ReksYx
oDCHc0w6O6AB9Z2Olhuf8rDyuZQY7Qu9Ps2LEZQm1x7OkZ2Q+LGhscsRO5snuuGI0TZDHczQA6bY
ua3IR7cpdiqpQ7KN7TUvbcNliVEkbENtCy0BS/ohPrbH9jAdrVVRk2TFs10Wxe2GK0aZKl1Pgf4I
rgpb0BzPEEmH2aNB3kgGyb5OQ7DOSlJs05Sig6A0gUq+AT5RtfUj18jd+/bDJpX/+zEYWZ1vclS6
mY+xMuz6lg1odrE/mNjoTQB4FZD48GiMJHe/zDWdnHoT7apDv+Yp7Owab63qD+35KXrhTPQJ7z61
hCCGyjZ/Du2ueqxUtCPTxtHP+ZPmNoGryt2/IjuPgqHZVUSExLA8AOSrq2OzP8fxuvYBIXqKPlMf
85apk3UpETGM+ZeSULy5N7wRbOZx/R9pX5BmODaLLKzUcb62rKPQAhubDKNtabuxsCUecN0yLSwm
MdDfKGIh+LV0NR+R6NDhZBu33U42VuuUm9T+vK8/PCJMEK1aXjOMFRiSt97K2iXkXXpNeQfGVLL+
K7U/nDCXfdzmuT7N3lfuz7jbhpg2D+q4atLtOO6N/MXkNUfMxn6jmCge/6/omDt9sios5mvBVekU
n8pWogovXOKxpF4fTjNZcpU0oKARu3zGmmf40MEZVrycBAsjdCM7xoV6BbKkiQJC5kqTSeiMGTYq
03eZbKPWbn/0xHRMel8n2Kmj/9K0cANJWLqA5YLXzKV4dMWZB5o9NVrqfWEzW/AeO4/Jz6zYpXbi
nO4TnA329rj+0GOOawzE2OsC0Gu0T93oX4oPVLG7F6spOYSWo1zM0/0vZ8yxBWgJiLMuGM5vv/yB
5PRRtd+Tdb+u1wOnJMPjiTk3KwujwIwsBHjajzAn3rNHa85DZPnOu+CGvfNENVebOWAQv+KXoCEZ
AZLjzrcFjpNYvscvCDEeN40wVjmNEFv49QYn626wZG60ZbL7V54CpSVU62fFY2f5RlHMvQzLr3C1
xkd//WDQH+k5Iuv7+rZ8aV6QYfjpFF9tgKGBuETD0DLVEhcFupV+/hF/Nk76hl0W+n7fh6RbCdsv
IHOVO4+TYlqMey++gLlIuqmS/UrDF0R4/tCB1K60MslPnyfQ2X/fmNYFHeZJHEV+0ZhlMQs0oJHr
PZq2unlPnvq1xFF4DkfsdSUhj654NSjljn8M6LO3jjeYW+P4Jh4V5r6a8iSK2gpUlFNw1mlkl7bo
Tl9f9xVk2QP+ERvrATFQE2GNFsh4v5UHpEtX6W/LMW3PFZ4Spzhse8IhOLu4O+fEYtLlQPb29RQE
O9cgD/mhWfsrZXscibXZSZv7xHgyZJygGIu91PqghfW0PwMon+bs1TdePYpHhXGAWohqNeCLhrN8
EFpiEZ+IJ+Ngkpyj4vPvsJLDWKiJTDfaIbFUAv9/EYT2UlMr6hiP50bsFCcWvcruwjBfdUXPw81a
fLWjVoO0IzKBSDHNPF/QyrSpS8QgHc4G8XfdY/FgFXZkq8RYSU7uEeSJ3YDsTI8GH//qgXNBW5kj
kgvaqImgSSgBbTd5CB684LFz2h+iZZuOlzv3FWRR/S9pMVam6SOW4hSg1eY7dfrAOq4ktMd2kzim
Z8fio16j8L6pbRnWp67+n8SZ6KPxjCyx6gSO5Ms77Gyd9isfT/I5vmpWAMF64tBbChYvmWWjDzFK
OjUFvQoNTs5b6AhU3GhP2S5Bb5Xz7tOv3KM55wpajOvm9hfgGQHzAG+o6+MsTS/EoNl8BT0fXAC2
q/RZJ8hayvbp9CVwbGQxUrikxkQKoZLGwN4BtcQej0VMMSWIhMZ2GnkhyZIfuyTE3KxV7kexrmfD
2cZEG1q8iUzW6y/P0Y+8Zzg7tPwdpV6SYgy/EKNKCmvw9AboBxIf1Z9Kapukc3gKwuOJsfpYDwN4
GRDauQCU/mHswk3zsbY92hJe6L3kNC94Uhkjz3xfGosRpPxXlDHqvWDbXLnxaDDGPdZBEibotTu/
9vRtFx8/FNsNbBS6nLQg9IRk2Ot9C/vOHd+46D+6rjIWjTZlPWk7uJPdQ01j59evkmwO7ocSOGfV
jkan3VNxd/LtNR0OdJ0htbb5jOj9j+AZHNsh6gFaVfGk+RQPhRv71N9goJOu1777ue4yHrVZiPdY
Zu7YqqyUqp3A8kjfDJI86LZOJBoRw+bBYfOOk3Ekmpc0YlmCUkzs8Kja/sYknwonPvkGUbnhB7ji
QG/HFauKjAMx+yLBYmEJdq3+bB4S2Wnfu186kfd4gD4rRHfW9ql+ONF+h+STO5KeQK68dOLiVX/x
EYxzaYZKyo0AH/FqH6p98Ci5bvuzJN3m+QeSbT4P52HxtYjS2N9MMx4mzruqNiLQK+zXt84uafnX
kdInHl/zz9zIFhV6IDAABw4oyNdXQTqOtVKkGmSLwMLpNwGhBu8CWBTdBQ1GdEUMlLAc60rPdvoz
NZxubTm6vZdeti3ZHQASwnv+LmbcAcf2N1OM7KzGqoCVA4LixwfWyGxj3/XJ8/PzRErqb9PVw+Yc
2KVvF9vy9LV+yn89rQOHvlBn+Oocn76s6ekJvo+nyDOf92TN+PIkNrEjEjBZ5zd9NezGDcfJzJ7s
zs9/38MXQVqCLa1GWuDnAcjtr9TTdrt+enriHOaixf8R7fdr/YJI2hlSWZkg8t17aVcJKhOUc+nN
/ollBEVHNCZgVxtqnYycxEpSWiTtoPrBsxJLdhHLHBc5a/UNBYBQoQ8bJUed1Xo/jws1Al7GOesj
t2h7qpU99fV1VvFuvO/Q+IYUoOSArSxjQwELkdfJZVvrKPKdD78UfQXQzIakv59TGriWoz6uVtQ5
iT++qo/4L1qtIuer3/Vk6pxPzrl9N5Pd+w7m5m2boGvLbhjPb/YBy0rJA8bVCZos8SnY00BWtCIn
rLvHn6/k0JOhc3acY5Vupa4rgHw20O8GtDvscMepXOhOH+kBhmua/iwEBPsGtt0+ddSIFLtw3zgW
wutmJa/HfxHXXJOd1e2CrIduxKnXQFYjHg7A3OxNkji8q/C79H4tYJCBZcBpI0mPFq5rMlJfV4rX
jv1ZX2ki8bZ+5lgkO002ygEWsX5Fj2Vsq7TYZ5aNibzmp/9Xhup6ja7zQ/caDbxo+NYdXH8PY0VC
MwF2fYrwlIktrbNzA+tgpFbrvwqxAMhbLQHFhVRSWZ6tsTOPYq8YIRH7FgNVnpobGenVNOO5wO+S
0K2UMJ+LghH609kB89SIZA8dB8jFkxyAAiTeViJRjvJDbR+/MvrSHU7RIf9x3zXeXnKzKP4QZRRP
VJRO9wwJNYBV+VK73sMJodD6Po1bxwhcWDRUYWBQnZ8HTPRsydjjpJfGrGWjEzuBra18ihQKx44X
0qHXdBg7TtImrMsCdLDyzQ1fJ7f6IR3TTUEayksMfc8KsId1yRMTO0vxaERWDlr9NtufMUD1UKJj
wrCD2FE2b3Af251PNJLQdmfSxta3MobznPx5s/IDO/o5Oao7USfcW07k2cZTvx+JZht2RLqDzc1R
3N4a14JhDrkdYszOQL+hWcmmdA5n0zYceaOTbbHyKOcYljTqUjKMT6nESUuAHDaf9hss/PAzo1yG
lgz4kgYTXHtRO1mCCunP5zyP5ftOszaocBC2Bf3nuc1r6TFxYGmMZQCcy//Y5UOz81zHt3krkpYu
gEuOmEDQK/UcrZsgUh6kFToLeF0MyzaIBiLg1qF7ie2dTHxshR5T1Pqgqf5v5+dXvXv9N1b+hwIj
prYehDHGJD6ScKMT2cXaJKnt21w3OSvrreX9ocNIamx1oxLmVhnNfXhL6FtOXPO9e01dbnA++4t7
lJhry/cCrRqSb44ewlVkpzQjeAb3a+4jeNlA//DEXEi1KEaKVYISdq+dS4JgvCfqSSdouYlWvl3u
eLgvC5mnWan/psimLccyLbTIghRf66eS/p7oMX3wbXpfJRZyQddUGI8cBWrcWToqYRqZ3F+BLb57
e4mibcywY85FxuWI8cghmv1Ebz6tlLSOi4rs51Gw2/W/kxxe27igZ8RRFrFDFwW/1uTvNpMP/wn3
c0FMIiD9SnhdYQu5EYjvghTjSvtsMMpY+iaFbIWb0+CHZ0eucPQ3NFulNS05N/XyFXpBkXGste7L
fpGhohhtBvtXfBi2E9rsfPeJF/wv+qMLQoy3MLw6q9UY2d3SeRsMQmI7ocrmvvrNnuDGfi9osJ5C
6KowsuIB9fK3BNaUbDni4jHBOAgNO5INr0BWdZdssPybxBtUhkznPhfK/Cv32GCcAzDItFZoIars
rXJH+hGcDpilRpRg2Oiq2YpU2qSksrFPAT1y8qf6blCsMXVN13nXsUvIre3xMd5stQ0gmO9/GufL
2Gd1K+lBXpbQloO6nfCwHu0Qx3ifxveT9g777LPaGpq2SVUQee0ycvjwaIKYRbMr+2A+eqo9UJEE
znH7TCwnXIlnO/uNtU2cmOa7RfneRzDOpTJCL4mtb0dmEfFwQN0sJsX6Pd0cX2i+CV39mReZLygX
sk7SjIMwNzVbjHJZyVBHot/257fJRYK7Wdd2fvrnqTuUWBBYzF3NEmYbGb7mDbihN7exYOOWi3SC
2+1wF1BhBVgA8uXRz/uHuSRHoATOLdQq9hwBGQG6fvHgLONMFUasEztjnzhN8eQ8uDm6KhGQ+iEZ
XQBf29nKfAbelfh8n7S6cJtfkWZYFeQs1DIVzrT86mwB6S5MtUf2/AVvwaGwP9BgS4RjSfCPwDZo
78qP6mmgP+PTcFR3lOb7rbWZNc93k5XxyImeFmqYOIkLyTAxuqx1lZbO5S70eVMJT4cYX6M5fURa
92QenaN31Da8kvNCx8VMVUPnDYIBjPozNwzGzKsyC+HBFFBsnble4ya2j+1j1KAooG5PPcm2gq2R
Ai82njbMv85Y1RV15rbRUjy0Kw85cnElrw6yI60RxTvDtiDGR7bKf+Q8dZ/PmCWoY5cXAMnQpXeD
3x17BSbAVbCrkWoj2e0K7waibYXtfMfx3g3fIxQ31IDOAHx8TF6B02tlr5J26GIDpQ08uYyd6yqu
vDVI9FDtAEJ7FFaF46yf0E5OHPqOxaQv3FB5lt+dD2DhyhFU5kEz11YavD0lRA7pCsuMD3lPjlv0
wio9Qf2P46+XYj4VmO8WEB0wZoRx3muuh0lPg0IxkQaVt6OjuC4Se8dHVDX9v+5b9ELxA4sJLygx
Fg3gIDEKgSV1jtcDekESXIGTW5KUKlgHQ/1zhvbpiT6GjiN8RNS3McKckoiujbP0yK3Nz0kMVtaX
H8PYrzaKY6Z21Xi2vGHYZoUSf6hxqZKi7IIdtg+H1DNTDG+IabVSAcqy9nq0vHMkwvsIxpwxfBp2
fgnZK6fI2iQZbTqC3cqd22p2Agjud8ASm6RNaIFuUgAxxq5m2iKcGg/NbNHRX4qDMe0WGN1YbGig
clLawl4daK6sjHytxhR7joftIQroOB4NfxM2O2zxW4l0/GUo9n15LKXUrjSEiTKrRsZiLslCgAJN
tHUbQwV7z4ZMqL5DBPHEK68s3dmXXDMRZ5ZitNPMwHVj54iIfrx3q5HwmFqIuq6YYgKDDPlavArA
lCJj8SeRpYL0nRNuaoOOmNZJY6JOj5L1o7U+o87Vw+ewOYuYm22eUq3lTDUv5M6vbZDxcfE8FJxk
s7VPOTmkZGrpR3iMNodsE22qT98xnMKww42xau2MvGsr2XbMlNq8/MZC9z8+BLtvJAXjWTNkzbXb
EbxG9LTQH8+vw9uHefhA7dz6mayONkE0PEfEoc1LAi6r1wVNxuYLLzI6MQJN8UmDY5FOh3CtOkpK
HgO7Wfc4HkxLeZSXLlgKia94Zcxc6Mf/qrWhoXRdrwVrbZyM7KOxVupgY2E4Oic7NEm6aUzLZGdm
rmIC6+lFkbZAFVbSHxggCmrX6ok47YyiJmVzaOJNUVH/dN8CF55gACma58Nx3ZqAeb8+lVrUUVkp
w/GsuCoVqLU98rI0PAqMNUxF3QlDH4zndB3ZFk2O1Pq8z8PsJG48+wUPjIpLYjtaYjXzQJRfdFjx
1GjRafz9++g6upaRh22zcjOCA3uCkIqHhrxT79d9Hr4DOYYJwF3MpUPgFwBdg/HHSYnaDB4C47ne
yivV0UDpOd5b9LeO9rjuiRt6LBzLFT3G805qAxQ+AfSs05yNR3a8RleovvFXvWutDEyUiWiHON/n
csEzAmsWM7ro1UGh4dteL14XsaSMWjWikNfKT5mAISPrqFYSaZt15iO/XnzcJ7dwcFfkGNUraz+3
mgjkFJihYBpEzZ5a06SRlBMr/QHkN1qEvHfCQgh7RZTRRl8qdSCOIc4AuPtru2oPKZ6GfwFv8iVE
z+F9Bmc/wirNhTy/fe6FPEehSa0kRoE28KtznAd2NQbr/x8JJlpU21Ee5QQk0jakWfUrSjb/ggDg
NmZAJOQ7WRxty8DCwHbWCTNGIGrkpP7nna4zJsofCswtYAqhEYbeOJ59NKsHds8x3YUg/urnGWef
KGarDAoYCOUPQY5tCxctIFTJfTEt2eslE4x/qIW28I35HDSsHjRboP54GAfKLGolf2k80PaFMeNr
kTHeIZESI5xSaTzvdofvkjty3ufkr3NOyYb8te+cfbwn7xjppJmzPWGPBs0On8gZc5jmiZa5nTxB
HvIoxGeIU0dq5a++00hT8t6Bi1Z0oR+Mm6gTDSPViTie0S2NiqDfu4Muc5TkG17jxlQviDBuIbLC
dszxBkEb3cHtn0OCVzyxjgOJTs/PCvY8031GtuQUYj/Rw+nLfP7aWefP3bi6r0ZLWfgLbQVk1/Vl
ZghN3A0ptFV8Ch6HTfrcPUjr9NNHkjznnN6iXLHbde590xD3ydek1DBtgQaP0/OqjJjKZ9ByA63F
C+WCBGPaWmSGejqCBEIqFOUPD9PmnLnnYYfc32rl7Hu7QCdtgyf8ydp8fXJ8/aJ6XlBnLD+I+1KL
DJypVb1p5Y8sc9Kac16LDEJ6SACi4weYE9cyHMZIG8IunM6yPP4FEA27tQbqD/VnW4qNI8UR1ob0
PISQRb6wtETHyh/soDAYs1NLNHpNYTydq/LgxceqeZQE3vIaHg2GsTZvpBCQgtM5Mn/lbUcseSv4
POx5HhHG6FQr8RLRiuC6ABKuKJuukJwS4T/HphYVHftVAOc07xpjFX0yiqmVpnz6rqLtzJVAJCJQ
z82IsMrtkfBqM0uJqxkgGQBfMxgnoqlrrUBiYjTMoZgQ8R46pHEsAgDXs/z66yF/cklp742KvFfP
6WNFxs0po+un+xwvZXauPoC5H1RtaMo0qafz7m0IiY9I7nF0Dr8K103pc0hL22ntoqTZT2cr2xUq
VOEDirK8nM53UfzGqV7IgVHUWp18XanL6fz6eij2HzX5NebUJyuBrjDU5z8eZYyixTbQqEiEZwHH
/Bdt84I6o8LmJAhDK1bTuSueVP+ERVl7sXjxNOD3dAhqPd7CY+6xM+o8iJY3Aq0XUkfrxuh8PFju
r/owkM3vkK6cCDnoiuan05NgP/FuYmXRlP4wyy4i0dq4TWVrpr17M1cf0eeH+jIhntqQldM5vf2+
/Xna9uuvrUjoe+c4LxHhFUMWzQzgmRJgoRUgLTLutlF7P0gB1Hzu5N+58Fyp5/tazft9xqr8sFeF
ooMZR+lHbL7oAie7vfT7gKXBBvf5nQfw2GurrSK5loZGn86Gnr8pQfVm5QO9z8LSKQFI2pq3xKMo
ddOmGHfTVAbidPbKkFjjptVe89G+T2MpqzIvV/ybyMznxatjUq06irQJVqe5OhUTDGJWp/OPVLb9
x8bpXXRjtikxzhyyc7jAGjuAGnEXAi0PaLSMsYtGlMp5i7u+jwYhotijOKKvyLeanKg91jFgrSiw
n2mqwBnv9NGyDmEkGQkBnJHqkTYsErdMgMLI8f7ywndhKxoQ64EFjD3I7HeFel9laKGQ4P0FmQZo
4XLLQ3o4T6gkCC8ouUZka20BhbJdr9v16/qfiwVNwArAKoB9IgKU6vo0FDNMUz+apLP9dlBpuC1t
hORfTxxft9R4cEmGheYvzbgytQlclk5K0NOTflSO/87vtJk/lznlKzqMkXhaEoxpDzrCGvHc4eHX
AEghOq0cODdyelrz7pClxAtaRdDGMV9oQIBkQkjF98uxA3rtGW2jOQkeNis4073oOluObd5eFwa0
AzOQ6Au3gL/BmI2Z6HIZthi4tN2ajO97OvHCnYXg/poE48E8c8yGvkoQ3G+nHXH22+OJt3xtQRGu
aTBXv1+Gk1Aa89woKsMl3ZD9aDscUS3UqK6JMLYuhwgvggaM7ASivh/RQkBttLjwbjWuwJgrXBDR
pIgoFEnpg4I5leyZN5nPO3TGOr2xyYu2mg+9fhrfTvozxxlzfv+bwQtfbA06PH6O36/xlMwIbVYn
jn+Z9f/aIK+Ogm3vCJUOHQEdKGhknoQPabBerz95J8HjY3ayF3z4xZSWnYaDiH9aP4Faxpv9WGjV
umZjZvOCQBAJaTOhKxjvb22dryCqLbRqJE88dJ+FZvprSoyda1GOfLQKStPD4a2lb28fAV0/5PTX
w8EtMMwzYNryAVEaJybn2QybQRYLH8sXZ+OX3j4eO0L2jhORF45l3rrnmTlMQVhI4cJbMgaTRXqD
/Qo5RkLQjAHHjAcGmd7vq9wC2No1EcZoJquUhVrKvj3ly/MDgLaG9fOzf2gb+3n/FE+2VRAfravI
6nIoc9hTmexI0M1z8DIoB/v2GT0v+7okgRuumrUJkUrPe/LDyTcYz31Bn6nx/uVPmLUyqcK1h4Vy
2ZUMvrtlLvS1EIDjVIkQ9Kv58nrAjeFuyKNB95XzwzlSntL+H47w73NlR01rs7b8IAO5skR1A6W4
3ZP9r1zVHxKMBQ6qjsm2OTFulyTO6Q/A4kW8fRgLZe1rsTHGZzVYJdE3OMCD7brub/lx9bh35jGv
iL6mnHiee0bMdTsYgWGMBYSGnN7kPrgSDmlVrbP1HjWbAh2gfIyh2wD/mj/m9u3EpOoL1FDO0651
qXW+r///h5f8c0bMvat1mZKNaQ2O3uLjAVPHZ5RmSbAujja3D2X+1NuL5Q8txpXE6K2L5BzSsw8D
0CCw9gtdXcQ5hegws2zeBbBQCL+WHONU8kitPVGFZux2KbEPOK7N5rGjq/8h7cuaU0eWbn8REZqH
19IIAmyMt439otieNCIJNCH9+ruK75y2XFubutGnO/qpI5xkKWtVjis/G/8B3uUKA8YmBjx4D9tf
/KV/1GSHa7AYBbNIC6h5jCz1dQVTNNAoVvscY5x/QL/FMH5zCdpsFWPayISWRFhqd7bf8xobJPo3
bnwxdiHucBySs4mFxo+BfXBrC92syLVoNnEca195mNjkBR08pRjIUIe4z4bTaXjUfqmIMt3l0fpU
bA9DcC8YeeUdIfdTMeAha2KjlypMpChBTBZt6sMK0/W7HedTzbQS/jBFlcENMZarKKJyYIbADNQB
0BnrOZbjm0sTDwrnGHnvqcqARqqfRlPIK7wlRzToXt+Sx0/yjvw4YirLj2z7g4Mjf/Y5/dSQwREz
VpREiyAxIxu739Qu3pQ7myOE81izy8jSEKnYtoJ1HGz0sD2SJXL+GOnF7HBgOLx7PJN8+6kSgx91
Vku9aEClAOJeIS92H8hn6HpOgf5A3Ouv3ceHwKG7moV7STJUEZlesPUwFokhqhr+PSxFb0l5AJXq
7SOcv9GTv89YYtUPRah2uNEyecIEw+vr3RIJPYWgGcjAUfo+xxRnqAFwihOBjClewBogIvGPK4by
F1jKaGBvuYbTvdzWjB7MH1A1kcMYYA6GcLVrcXCqr9j98+0/PpMB+6kF83RV2vmoL/LrsYHAE6PQ
a3ElWyvfvO8J1xWcBcGJKozhtfpQa90CA99RjrQBioS8xMQ8Hn1LYNsIIuztwY5pqFMhh3QHWP+k
cITkAShFeNg3iwwTWcw71ckDmiCxtezRdNO7yke1Mya7D55zwbk315zdxHtu8v9+fnmfeKp3+/PP
VD9+fP4r3k7+elQLXZtTZ/kp+L+O1tfMdx9P3tJDIn49Wr3tbLdH++j6iPJ4qs3kG39KZzBBN4YG
639wggGalsdlLmIK/Yzhd7exrPoNdIn+h7//JQTckSB6Z27cKXZE8Zifm7ylwVHaWnn40pDzcNdJ
bixzQI9j8FcknhyvWSyKLALP8qN+ZyxVZE05Njjvt09skAGHszgusqakJ2ijlgEv9w6xVYNCRm9b
q8Hn1S14cHG1p4lC5w7s1KCopikzHeMM7v+BrO2o1sr+V1mAiW4MWqhmoeiFQekhMCWgW6L3Yq12
u4YDr/Px4rcYdjzxrCp6ldEjTC5EgCn0YCzEDLykcyJy3oPB8uv35uk/RhfYgqP64erudPjVvWKM
ifvCz7q3E52YHNQlEUvxeKJmcSRPJ9KsXXUNr0JHOhgET052WHHDbvonb1wpNvk8gAoX9KH4WshK
Ebsml+C8NzcCml14o2DzkfFEOwY26pPUHtUUtwrRDw1+PsFmBufFsfyvYMdjFJhPgk2kMY6FYKQj
1mRAMRu1go17dNA6tHyobe9l5awGsvcRngQfHFym4cCfp0l3V6sKXZXIvC1Sd9GaSkT0KoM38a7a
Py4Rn0hL4uDz+RgL/vrqrxk/jtj5x+ZbLGM3VSwvKkO6ij0c7jSrxBYCB069pW6pU299oY+3Qp+5
4KMswysqztQv6HPwLZ2JkRI08efSuUFZzGrW6ePrZkkuFuQ/brc8dq6/uIvfshgbSuWsidQRsoKn
oLFpZ1hC3AevQakB2OnA8b59tH8x2m+BjBmdIuUknGnwTCNOwCZoWDXbQ/5rp205suajpMlBMq6p
fDRrTdPpqy54B8z0bagzHLrPnrP97cAbdmyfox39i7fslXmHOqNL0wv1vvGSkyNMBq0b3u+zx2X5
/4vP8H2OjMN6Ogp1VS0AbU/Nu05k3I6lV/gjPP1n7AkZLcUFbRRHvb88s99CmadIj+v/JFNrp7GD
GB0qxpp4mHVtLetDXe4i++OJ1xHGuQ6os+PMJ29t08RKZ1Jf9mzbB8Ha6P4d+qhr++K1HP3+8qz/
Vz9sRvwpSor14/FIY5lX8y60l0RBzt26RtS8RjOZHtXfLQWrjX+KapIeVAcxDT5t176jLvrD0XOT
4BVJTmRgoN967fiiZe19GzxrfmLv8l+8FNp8dvCfG6Kzk/WAdP141ukDibvvPiYE+RgyrpA/4J7t
/Fv8fbYM0nQLfSHrZ2qwYCbAoGXhI8A2tpwXQ+OJYfDFkCO5P/cQY2TEjDF9dhgs+f1IGjvHlkbU
gzsbA2s1WRYGfsby3fPWL6sV4qK945Bl7Ib2+/szBlgO6Ic1d+Xa+ggRNK9WDsLntuSF6/MJqskH
YCBqoYV1GtLstg1avWqJKecF3IYdB5bmQ7Tvs2dgKcEU5iWkSYcSI7fW4lVwrZ3PI/WiiHPLohlE
0sWiNCIaQo/Lkx0SynV6W435hM3ksBj46SKpkeoL1MgIkoe7A3pVKHfeA6bMSIOrunWs5B7Ukvtd
wGWpve2JYJz1531NKzU0BRohbiC1tkxHeLdWUUM4Ks67j/98qau9TMAuM+osvdCcFIgdqY8Fb9Xr
yBoJ2bO1BykEr4TDgXT9WoOcCCyHCyLfFCm34PVER7HhYD3ca2BwksjXCrsV9ql3W0WeyV/jg4nE
trqgnelaC9RWYU/EHXBA7RFv2P+jIAZxmliohoaG1aUXvuC5x3YDf881jNu+os4WaVPhkhnyBYbx
FFTgQDG3wkuyz63d1Te8rdE1Hr9xxa6cdpOj6xZSlKgLah1Pm42IJx+LdYiXWYWP2vDe8uUXnWcg
nHfq+mRORGaq0YtmgUMMYrT0WrUdPe548HTba8KSl593KwKTfZMdodbGTnykPu6Oh6/TM5ZrIKTg
0t9el+LcOkQGReJG7guxgMVfXPs1wNzk5u5x+ZBsPh/zuwf0Jg0y+fwkxKrRYg4mMXMd7LP94Pu8
k+W4wthv91PttEZ0WtCrd7aDw+ud+3iPnT149Pc7fZlbHGeYd+2ukcDkQw5yMuYnqvbCd6uYhL7s
WJSblvMxOa8Am6dTkzTCmnRcB1DhdrayMSoy5rbAu9s8MUyMlLbhfwourqv6KKSb1gOxfq9Qw8fd
47mgnDtwDY0nRzdG/wWSYINKd3gPwrjbF5vneLKJuK5BlqfWcMsGz0ZC6W6Zuk3wDtSngw68Xm8O
YrHZuEteqaNxgSUkq0+Min9wdOF9GsbZUKujHJ1oDd1G+zZ9TtA+7jn0y6Dy9sQRRv/YjcvMJuLi
S461xAN0ARPB6yPypuF6fS1zBMc3XjrpL5mrfx5nlgp2qMxErqhtt0dbwCJXzU9VP7+sc3Mvn2Dr
J8UrmocBA2+1dVtPzpmyybmiy0ShE6Fm0H9JL+ftF+fWzsw3T3MOfyy9bNskTwvqNh9/b9B9nlne
0t0ongtTfIg8lJ/J1sEgU0++0GDFsX6ucCYWqhbofT7X0K50DihXPL66dqBsxJPdW2PlhO3OuLOG
Z3vnf+3zTVoCtoL/ER3ZtF3TptpooFMCsGWDlBleMto9cvzL0fUvadZ/bOg6pzfBknMhi5daoV8y
+Y02Mt2SDuha40jhmQsTBCGqS8sLjWNPpVX5GikfB17POAcTZSZwGWLdSIQMbSuIypOV7vk8lOLF
/exyO7EwUzWqIeGwOW4F65VUyEmBENxbLG9fLl4UzLbAtbLStBolEuktbL5YRyTzHrz77fkBlXuO
KPE2Xl3TApPPH2Vt1vd4Th5tu9fIiB5y8huZzJjjZHMMQGFci3xxaptkhEYIJkvQ2iJYUTg1HU52
DSTKP90XeSFURj4gSdpbILax77CxNSKfiKcJpki36bUNocZaNh5J/HzIImMjm6liiM64Gs7kDKVI
DPWIwrDpP7mZ86jZn0jUOKja02wJv6d41j2dyGNuU3hZxHVa4JupJLj45q/s7bZRzOfyJgKYu9Rg
NCLHhDksHVNA7usbgj5UHXNCXraole2Cf2eFE4HME13Iema0IT1Bslx6oYuuKRI6w8NtvWb9jIkU
aqST72RUx+JSJtStH23wxPEgezapMfnzrB8f5XlsnuhV0naJl5NrSYADpDxbY310bJT4T7BwCMDS
RZvjPxGOr62z5e+RGeLpNJtl+NaJddL7UTbinmbH4/UbPo2OPdCBBi4X0xZfal4lbhbCJ8KYZ1cV
zEKS/k+Yvcld4d23efrMwt1EBOOm51pmmsk1y6lY4sMzsvwIUHnu+TXs/cMJnEhRfhpam3f1MZFx
arn9inU+nxfQXxHQ86CFJ6qc20bNFcagwSnqh0E2IMw+HM7rIwl6S0FnqKu8CMbdaenXrcuRSH/+
LfVYeDgVEmj0IDEDU37pEWSHCQomvrrkWTvvczG4gH1fcKVpQy+K6BjUQUuUp6LkvEaxBGGpuewx
+Pp0WzueETIgsUDzSFE29BYrZ7LIMHvCLTnxzo8BCjkxq86kRlgsk80lMK0L+oe/qHOX4j+Oyc/n
aL6NkXXV2/GinUwT0p42yOvjCMEhaz+AAAv/ovJEGRawVqAlAkrSt49yvkQ7Ec28yJmULdLBhKGc
QVNKiUp15El7y9xXdxEZ7t97t1uNK3kTZXChff+29PlphYl0Fk6yU9kdab9q8Hr8rF0VFroznCce
bcZ8ImMih8EUZRwiqRxxwDIJQWm/PfZYvrPy9wkvGTufoJlIYnAlkRqzTxVqmxvaHggm+Qx3YYW6
ms/jfZnv2JrIYmBFOcpHVYjhA5ztQ+ugzIWHuSFYRYExOZSAON+Kc+v+8N7LCAtgKfTbaH18i+C4
LR9QCEHrADbOc/GZ81KznryqqeGiGSCttTYnEjmihwU3nHs378RPDpABEh0KtSeaOW9X+RprD77k
QD2SCAv7ttih88X1oXhKMahyaUNBSHTIu05P57b5uri//ZV4fiHrxY+ZTJWCCPfu6CDJ1ZF3tPga
ZItU786XH2+L49gE688bhlYYckgV2uS2uC2I9sDNoHBcQnYopU36QWrooaHLjjx80lEEB93Kzu7M
eTR5ghiQKDWz1vUKgjbYYLtMOBx8vL/OAEOVypJs0IR1oIHPtF7e/hA8JL1uwpg4zrlkVkUt4c+3
Vr+yL3Th+fu4Oi2tgOei00vxp2uhIZJSTLrgmsHsREWH1ClFDGd8trZV2tjlwNu4OJuhk79FMF8i
XGhSaRQQ4YqBdJ8TiQsvPCWYr1GPmPc9hvBa0PK82bSvqS2DsOF5IIWHTWzohkK+iPOF5h2lb6UY
tDaMrD/LA0RKrznWCK/vnZeVxXlQ52MPBUuhQGcL4lx2zkQcjVjsqpb6fUcyWBv4Y+iXaQjmnzAH
iGeI4z/MAsBEHuM+iL18bOio4+P4nmNwR14BNznnxhPB2Jt87pJTZ3b0U4FPAG1kd5iVWCLbiHwb
HtaMV42Y98aw30c2ZRNkyywXmVoPSjlSetDWOpKkJqNP6USoV/Ya20YShO+rPWY0ErfYyGmw4zWw
zZrmRDxj/IMWFl0bQ/xdtIOL8hVxHvL5JMxEAGP7i1gzOjGkzKQkXm9i685N7fbXkjwIH+gEvHh7
DF/lv3gpmPks5kQsY/84bD0aRu3yeLFHcvyVeOizrRt4tRz9Zu1lIkf7GdkV5mUhHA3sznt60vHV
DHu4Oz1zbHL2IZ/IYIIe2mLY6CfoEtghGIvQ/oKyt/rywRFDv8QfUDsRQ01lAurYz3qOFbp38PSQ
YFnLw7WHESWr/cBTiF6iW5LooU4koVzV5/oRCqUdOMma2iJu9hl5kbrkhVbXUtHfRUlsb5akGvFJ
G2F+AZpCtc9MAt+1knjnCNnzMibY3EJZvmNX2H7YOz3FbHagckxk3vH752AltmmrSJq6HkQcrG3n
FSFo8CtI8bDfc9ftcKxeYnu2KnCxZGaIdYNB1QWonB2BHb6+3HEsZda7mCjEgEaf5v0iAyvYY5q7
URGRustJChrfbqkIRBRXiS1rQdgcfi3G+0Z2e2PJ+QG3TfVPXgu5iccipV91I1jVS51sc/CPDDpy
hKGjV7y4db76OVGYQZMRBcOzaOJclWRpCAURM6v1pPfzUytbgkKSE7l4K+njEoyOGh80Xpw366FM
xDMgY/Z6qPUKCJWPX0lGkvtVxHvK5yPJiQgGYyKsBNbrFDaKuWLQPGUBnnKCJTb66rfs7G3uUBZP
JQZsMrWIBD2nX9Duf2PHME2P9/bFORPf4gCbxJPFwE0XYWmOkUDWk033PJQOdr/Y5Xbz2o6WsSfl
cr2unNbV7tQzyAsym5d44MhnO7OSswaS7RrWU9jN29bBM3T7OvAUZHuy2uOp6s2MPkKHQ7haJg7w
25WWKNzRFIdd+oG/0lzfsrmpDmp5N+CVbc66gOw6KenFsDfVx/JCHtvPiLiVHyoWqLV99fG2pvOB
x7eZsq1ZRpaiw+hylVeS3omxFyNba26BNBlH0u2HXWJrOFWiYm8rxTjqlw0WVtCuK/89J7Tjdvu7
xAJsm+PdzueNJsoxKFOWWlkpCa556TwpX82qysmKO8t12+GTrtnjydubm0ndKiMcPkzAL94V67I6
dtgLffv0OA/EFU8nQi6dMVYpvd3uw9ftvzzf4jA5JAY4qrbPTxVdZ3C2W90eEit70BXvHDrdiVRP
5gZNUa1f8njwuIbHYIhxWpRF1+DY4hhOHvEAV+j9QmKPNzTDuVFsPaeVz5dLRr9P9jvdj7/928fH
gSK2fCMXWiILAz7MJvRc3T1yoJZjXGxvlaFnp0Shp4S+vwyF/ReQst1WgGNZ7BykOizEqCqhQLjE
9EfN2QLLicZAgPrTMxW7thv0nt6Ow6Zf0W7sZl0kbp1bIJREq+lub1nOy/bBq1Qe4MxG7N+GzXZY
YQ2RZKoNBZzVwdghUqp6+4M3Czsfsk+kUPOb3Eyl6jD+dYSCYFkW3VdKcOCBVBnlE+y7sbgdhPS8
brwP15drIg7UIUmfZPQ8c/vcEEsiOEdki1GY5LrZvANkkEFcRJjDWgAZ2jM5HMrjvvLTpzHcx7yY
jwfUbJtVttCac0vh7ezWmxDJjrPHJ6K4HfVhu/fPLyWJZRjJdFvKgEVLz6fNqSPWji+Gc2XZYcfi
UktGKyEW61cbzTLuM6tD/Q7zXIONkwvke25/Ky8eYrlrhUwW8qMCkbqPjLFDMM3gW5H7wWvb4r0V
bM+UqQqpWNMr1at2iTW62/2H+oGCGq0T/o8xEds2pfayMJ4aWF+Gglby1GErX2d3WCU2gOPtTIxm
5QjubSy8+iA3bteVQHVyu7IkK6Mwh0y5BXnIQ07eG1A1gXqI82pwQJctxpStLCmLFEuVzIYkIal5
oP6X+ApdJNjUYpgKO+VzSrqukEwsTQFbiF24i4ds82Jh79tqn7g2l39xvmwBUs//imNQvtVLo8WG
d1pIoBOFuyx4NJbKe4JVhabtr1Li7/0d52n8y8f6Fsp4d20liOaRLiUZ7wJ36S6s8QHL7L+4CE+D
7z+N4lsOg/D1cOzkbkHPMgA5590ytNEyThmpztjWBh49rsD5bM63QOpzTKywAZVlFYcQeEY7JJ1/
w4AmJdCknjLeFTwrGKe3OaY/78h8C2XAXsBMUisbMMmnACLdTd9j1+Z9uJdsAXT61u4U8DaH/gX1
v0UyLuBJODVxL+ADgmCmJsb9mlLdgeSLo9n8k/mPGDZajMGoN55p4PGUrzeDNbrIF5WbIaFrhrnj
oBxjueo8+XZmvZBVKV3Q5WCu+1o8Kr+zjITu77J1OHrxLh0bKkaZ0BQKXVGFuaEoUF0Xo+f+kqzQ
a7D/tW2XMjwDXnvPvDP9fZZU/Yl6i0oMFaOElRx1O8T66TjhaMVDLjZM1EOsntY7CiXYtSqRg+Kh
svvUG57mIp1uc14Znm0wGFKaWdSj+AYgDjDqlzzfNr3rW38DOtjYsAvlqMjUK0TZB2mFLdpYMvpG
KbcumDhJrAbj5evjEr09Oei37NzD3Oftn8A9TwZMqkapkuwCDav1cftW2MCQer1+XuM58HlttbMh
vq4b2HJpYNEp6+yfsGZVqqoU/aE1+MuwScEFpQkywLdVmnWwJlKYb5ZfeuXYS+DIXDRWrjqn0lGx
BCxdplVwbDjmONuormqyTrcdYcsay9IPJoJTrA10Wt4GRnVvpQX6MuC/uf3U7Hu0J0duG0Sutv2I
QHhqOJzPN3ffpuKZt6dQTwbqXBCPHaolOrPiz9tnOVtNmgpgzEMMkwFk46gABhv3zf3Ulo1PG3pR
2ixgjB9PC/e2wNmM+lQg886I+rHQ+iPqgeApChSn8pN7P3i6LWTOQqYymIflcmkUU0gg43Bw7Qv4
qdITJ2qeTV9MRLBU+llz7lOZfphgU+3T59M7+jOi2vrgLkWee5engmiQNkHcrhU7I6F0DRhTCFeh
fY8GoZysqU/qaw7n4Kg5sXg1FUY9k4kw49Je5OQCYbWDcW2H93rMBiq6rKog/hdR32azJWLUiqCd
Fmibg46JbLEhBojXztBlt6gIRi84+swZwlQeo08noY27TyBPTkj6nJN4V4AX9baxzV6hqRDmTYzE
c3/pJAg5u4cA3lrrvBYviSO91CZJlo2KpH8P3b78ULBS78Qlhri+IuxXm/4A+shNvlofNYmmLkaA
RIb8yubt5BGEgaJHRsf3RU6LEvcbMvBb9wsVhQ2oC2HOxga3u/ZIk3cDtOSg36yLrysSasuipsuS
wYTssiQuxlNPvx8UO4j/AcF0S4ZnHmZcw/8/TnEii7loAwYMjmENWU+BTtzX6l7307sLanH2GXRt
9j500AS4tzQXPIF41Lh55PmDnfwAxlizDBN0vYgfYB9eQ/AgIsLw4Q3rPJ9n7pJPD5WxVy06lvKx
gpwA3C/Vc7S/fR9m79xEDcYay2xxCS9n/PkccZKwbG3HP3M5nudyOVMdGCNs47IEmYaIs0K31+uS
JF5nKfb6ucA0rdUScdlzHMXZ1MdUIj3VySUbo7I8hSUk0nTEwXUXTu2S/Z47A8XTjHmQL4nSS9gQ
QymeMO9tQoq1Uh5uf6LZ12uqDPMIK/pwEXPkralXg5FNLKRXiPTMAcZZ13MqhXmG+0ocIzQQQEqF
7uQR5nC0isBzfq38yOVBBb0df1xf+GhomjIMjAkxwrSywJyVKkNYQ5doOCIKnz4AkXNy1LBuiGGT
iGZopoogKhBD+5kOF1vfKgTd5ajN/avj+9aITSTWl1wNjVGnGrmbwkYt/GzdWySGS/1x+f/oy59H
24lABoCiWMokNZLoeBdGyA5vsq3YOTpPv3iqzbat6xNJDAQdcyE1swyniKuEbEN8X4PVYEQLSXAv
oHINfE32QgC5H5rDu8gcQ2HziqVR1UZ40kCxb4f3o7fer/wvdWlYvM9H34tblsJAFBjozWzsICfo
V6aLkYDncSdaOxUti7dtct4BmZwmA01JImX1ycRpPmXI06PBzr1gntG0PM/b4q597XzDui2SayoM
SlVaU15OGUzFPtvqtbHv4sq2tCyeJHvFO8lZSJzox6CVHEuRETe4CHZHeQzkbXlYqEB5boM373Iz
GKKM2qlIDWC8gKRDt1xs86B+3371yF2euFtyeJ9NYZybbiFW6fGCMzy9ys+Y+1Jk0jjkl+NVcPAb
UGH4huLtkGgH1Jy4GeLZZ/r7UNne7+qSKol4hvSn2sFK8WjrblpPPhLsnBp3L8Lz7onXeTz/6kxE
MvgSghK0ELA+mLaOATQfXoCaX1gD8cT9kJw7rjD4kh8xK3qqVRytQ+ldq4YsHOXZ/7h9C+ZCswmK
KcpPlwAtkYsy7HHvTrKXNN4C85RL4dlsNrfFzPpr6NfGwjFsclQF5nrDMTaMUTLQeeyNW58/Gjp/
WN9/n7nLWSNIWqfh758cG/zRdFlG6w425lBv6zHv4E4UYe5xAhKKLjQhCE3ulp09RKtoMwqW1pLz
ZofK/1Z9vHDa9v8CVN/KMVda7855KsqQqYJ8mwgOFjmjCP1ukFV8Ih8fXFaBWZvQZJixIOLcDOYw
FSxy7kJqeWd4pm/F3fGXirmKBqnY5ldlRaCx5o9cUh3+eGk00zDQ0Y/c25UgbeKaShhLaMwQ+0VB
pgD+7wVR/Vi0pOXljAU5A8lcf5dbkvCv3oCJWOY6x+exMxMpHeGp4o6JqfX8y/LbwJe5wKzS+3pL
Q+Y+yw128UgpRNnaa0lkt7CxfMR9wJDE8ycKrPfO88vgilZIfq1WK3ScHmhoAxcG1a+PD3C5WdsX
xFI7AA3n7Z23r8khMBgQIeGfGSV+2Ub2VSDaFgsUQZchLjl3h/6dWyfAeBOtAJo1gX5jqLYpN5JM
oqVVWV/yfRloDkfY7Ds4UYpBnF7ptJOUQyl4ngdsPUIyYSviAHOLl56eJUXEyrZ/bJe5L+EYd4Y2
UFFgwTG8g4ydFFHmhGufMvv4vgVy24ZoPQb9MepP/UIslsJ4RxsgHufmp2ahdvJrWITS40jNBSzN
PdivYyC3rmldn//4lxIR7sTS1dW89VEZcGoWeiNKMsTRKu1ox+7yYRnfGYWFrFiS2j5AMbQMya/A
SgEz3q/oxqndE88jnnUFvrVmc5lCL8dilsC28Al657XGhrBwLXuYrkd9k+7x+vh3YdREJHWeJ5A1
1qkx5AM0DzPinlZCShbwQTwnwbYOX31pud0EnC+rM2AVhTHGbRYQGCgenA/xiJrLSggSbKACX8UH
L5s0ny6YKMgglpJiU+jYUXlok0/3w53vg8yTgz4c4NcZ8Mmq5FKqOoSggHoEhSjKtNz8Mwd6dQZ4
kKqX0raJ6JriwDVdVbAcPGTgfeVxYvCgVGdQp13g7VzU0OYJ/ih2qlxIBB5+OvTOObZrmvnGvWN3
Yx97vUN3b0g7B3orXeuYSwLqIGMrbgVQd9fLrx1KOaGlOVzPlIPjOoMwatjWwuKM48ywrMNOdvID
nbvE+IlVLMj/BuM6Ay+pokW42FTWmQSHjVRYwkeFEjtWmBLV/ncx4bfJs8naqigavcjoI/1ae9mv
aAMCxj3om3qyWPOyPfNu1j/PhsHgR1LEx6ovAVkbYJb7ViDiLQJwnCZ7P/iXHvJEMwY8MJM7ZAuw
69AmxvhuREiNE+QNjvHs32Ag43IxJaOMKAzb2e6ioy6CBkkb+QLe9gmuJAY32l4ypPYM+8eI1TXN
CP6jNYoFARfn6cncuGkGgx56FmVyqsQjCkronQE1FSXhht/C65nh4a3BgIdUVPkilWHrwaHedKTw
KwI+Iok7zzzbdTFxWFgHP1TKojh2OLvBi0sCZyxxFo5uWuG6aEg12NWZaKRew1v6COJka3bW7Vt9
bea7daQMgix0swzTAWaCZA9GRDVLDrBJObcTBzRqy/BkhSA7dns0hkqJE1mGjxc1gi9B4x0+UxLX
lhiQaUXpmGkn3Pph5bonyxywKh7cyoslKiTYqnhb+fmU8vdNZDcYZ6M4lrIAe0KCcoOFUUswPG8e
ng2C3WXm8oMjjRoNe9SGgjUYmmxgD/c1oJ14KadWUrtRz+EOyna5kTEo6PnJXWF9pJsPhDkcaXN3
ZSqNMeERSbyyMyENUzWksBPreYB3wo1Q5/KSUzGMxz3mZYeulOPVaViQDHyQ/vDGqzHNmsVUCmOl
RVwkRa9e/R80+CfgcAM5PapZ3AL5bAP2VBJjgMMpFbMuhD5nlAebESvfMNdu0UZHxA9fiFlMrBvl
fau5CGki9PqjJpaRq0U4xCr9Vge7E6DfOqY8iQiQPnhGyBPFPHWqMRagWIEomtw92CbSFz2pD8oR
0p4+8sP/ZoXsxIEuIntxph8u9OK9PBLtiLourTakPP6O2e6o6SEyD94ZLOiRUUOzwTthhCxwMVls
YPMFeh0jopr2CV30lhBQ8fpSR4txeE36cvllZv3B6Q9h3sMslrq4oTfP3thNQyAda8rxzxdyBkjA
fjxxHNDZJhhDMUxEd6qGbjrmdsTHhZosqhpONSaoYa3/ZVrifEv6u//Er28xzNWIzKZdGF0B/MJs
FwbuQZf3i5ZzeN4YRw57GxRxFBuDXkHEIdEuwrqiBGSHBAd3W6HZx3dybtcPObl2eoyGgEiGQnh3
Xcq0dPEv4IFHNo++OUgLBLwc7+wc51QkRe2JyErFHisjh0g0NoPK5nUju8eVummXAipxCd5V+7aO
s12xU4HMrZC7bmH0PdUxvzuBRtnfDR5HBO970f8/0akflDFv2wo6HcZ1diLmLoW3RPtG7Q/eFiFx
/hH9xwjZMZxc0TJB6GDrTwdAlq2hIwD0Rj6YFzhaUWu+Ye3XyfWJVqohRJqUnGj8aAvWXWyVJ3L2
lUd99bXXX+he2P+PzbA87ZjXdKFKGnicIHS8e8I+B5piTu0qyNbZI3hVeK2Ps5xRU+NggCNqyqTI
RWqNB7fbp6ENNw8ru1ATfv74+uIS98+7JN/fjgEQoY5QgVYgjvKRHGz4mr5u9Y9cAJn1SQxZAiO6
CX9LYAxyqI8X7awYSCWDvazfqY66slLJzT1u/D2r0UQSE5C0UqZEBpTCAarPKQaoMDy1WIKngANV
c8UuFR2wooJFL6KBVZU/75gUH4smbBRcY8V7rN7Mh/7lfELbUBC93bb7uTriD0mMg3A5a4tFYaiQ
FBzu3LfH5vnBdD7fCSJ9kNjnVk9Urmc8c9cw8yYKomFqtLjCfLBQiMtTGZnjo4ZczdOClNaptwyQ
6Ton+9e+2lTef2Y5P3jgNefvoQYGcgBJlxUBjYQ/DzYZhqOYKaUAQHbD1SNdb01eBnv7G1tAuNx+
14kmBlR+SGPgP6qKcz5cWuGaoi2xkgw3/Lfp1uQtIqn7AB6b/Lpz8OX3eWu4GPmrLPCv+AFCrduf
eS700SQoLoGFQtS1qxlM4C3p1Kot+lhA9SzYSM5JQSEcXrUAif6XuaSLmDgSKZgwuv+QyHzkRhiS
ywWrOx7zexSGdR18q0gHo+dpeN7Br37iJ1pmfN0fEpnbOXSLNBrDVKClyI1sh4+U+QzpFu5y4zlP
4ockiuuT0yzy4wiS3wxW1CE/ezeOtvTx7Futbz5+4B2UKMGghW5R3iulzDwYmiRKJqrDoHiCCf8U
fC4lGWFeDoNSycXtYMTjGnQ6Dlbd6wQvZGrR6iiyMpgUOHnGi4GugLf82fSs9GL1gY9lN6DEtuKn
6sE63u3tjpc2nGt5//ELmY/Qxcf+jJVY+IXtCoUJrKrYwN7Gs9c44ArE0VjEMtZHhah016bxBkbG
jtf3PgefP34E831OmZIdYwHHBDprlWB4FzUJ1yAp192i5/2HkU++B/OAp2lklmezgLaIuru99HJ8
dH59nd544f1cpeuHRszT3Y8jXLsYGrUr2/bNBsTjqNaGu02gEpnEGGys3GxjYqoAHq2HFc4b7CmB
QSye9My3uFXjuaDnx+9h3nYpw0usdfQz2/ab8jK+aTZ4WMB22ZAOI480ZxSEJieBMxfzTaWyTS+L
OpTqXKRSg82wTXbSCbSAsX2vLL1ofUGaAJu5YmcgWByB9r06+IjsIWjfeNA2CzTfX53tfkn1KL6Y
Bn7GgCIisiDe2Q/dC7asmli9xoFR6rDfsDCWca+PytzU8pOA9xnXPUzt7sFHYoI76DaPaROlmMhB
amPlvGivglykxXOZiBHS4hdrgXEODHRYUC4quLvGrod1S0EG0jKQMQllV0HBkgxOtiqt0Y/I250b
V0RF6802z0lpw0mtvP3q4llbcDZZbQI6LIqwNKhHyd6wsud/U7z6YW0MlFV1OZqxhjsHPD2geoUZ
L+zW479bHBC5gv7kNdHTLALLBE4+3A1iRY5hRIzw62hHqRuXv/uQRKO9SAnWaZirQXnlGNiMT/tD
SwbCyspUOiHE+SMZJViLxFU+lARdomPp8u4N5/VSGBDDwGFeiDr91DZdHOpEmNZf03Cu9WOPB5n0
d/9hV7KsCaYhSqrONj4t2kVb9zpONR9ck+T9Vgt/C4GuO//m/CZymPPTL2KI04OcJ9cOU4IsiYDe
YWqXHEGzSDARxJxeL196M67P9PToA5+tWvclxmtwW8xcdy3cw+9zY5AdGcNGDUOIaa3GdoetHIQg
d1yT9yVeloL4zeaaucg33GTJrCV+S2ZHbVPFiLquheQL1qI9f4Zu9JGS8WLlACDuGrbZSzcRxgQC
rQYuDNGkcCc5tZXg3QoBM1ietOdW82fi0+mJXr2Vyf3Oqy7GehXoJZNNIKKRXXVezh4vgcE7PQa/
VT1UVaWClMUdvKsXTEOj3wXtF9Zt+5hLaf3QhsVr8wwGWGrvmm7Z0mdog09bqTCl3C4Xtv9BW12S
u92OI3X2yZ18LgaLDak45f3/Y+07muNWkm5/ESLgzbbg2qBpupsUyQ1ClER47/HrvwPOmxFYxHTF
zLzVXSgus6uQddKfjJY77M30Xvc6R3xp76zy6YOzfocuc331VgniyzEpFzLTM6EuNQgEKYFgNaeu
I5eP7h1YxVw7Lmzi4upwFIQ0Tc7rmbLIwlKqt4o4+4Ck4Hq7MPODWwSMX45FgQg/xxhCyCCqtFpn
2XIaVSYGiw2imonNnbPoOJv148f8tLvk7oe2tA4xrMAi4QYuf+rX6jVgy1BoGIv+LHFoYaq/nlkd
aFtB/vqQn/++EqGDhSOrWojozM8NwIi2uRmj7R878Geav1lUN9uuE/JOOiJrXhB06klkicI1A2ZV
ruqhLslwKv4kp+zpV7g7tIl16e4R8x6XgibjJrdaYlVxJZd6FKPWxULZQm7oHV/qKxJS0gGJDPOC
JkLGA9xI2XwRRT0HPhjrqOEgKiHpVbhDuf/ym/HENxF5dRrqFSR+UJe6DhGldbrvf2g2RuUuu9Rl
5Qu3Q9SVIOoN6BWfKp08wTOod0hMZiT5QFUIc3tLD6Fo1zoRzrXdWcnVtkvMoDvc44Awnzyxepq3
noIkqDzWp6GAhNQMnspKTyMt5H1FnZdkVJmYUkUslhO0mfeRRBHRmID/yDSVfpMkQcO3+vLanLPf
2z6aemvX/Hgc0ISCEWDGN9xyutbiqKuVlCKepgLiEmK9vc3k3gX7dErunnbMjqHNEHQti3JUuImD
EW+WoyEGPr3cXx3QXbv+TgbDCZLnTP9r82v9vUo6+EyR+NWV9B9XqZpjBmcIkfY1cEcbFKu/H0NW
LuUztqOhcnVCOs5MJX9GbKDhfUdEek/mAyfYEXa1H/TjwXYx3veHeD65O5CFZUhVD48WUnm/1TNo
0X4GYCexGF93CwTWv2dxQVb6Kuo1VwnLjfOZXTdH1z2H4O/99WpOaIX8MFvR+a+GeNW1TMqt4SYp
VtIGd3B8eQmRJCY/7g7izr9juE+so1EQrktcVlcpxOD1dwJWW0XjYyv+DDiTr11D827fJEt3acZ+
TVKDAB12ePnXgCyL0GwjNveuS9ACjlAvN+M/wPCKydOz5WlIIhpSBGFJBqvUbfaoRWJviI9ghQOz
MnkB6RymHYuRjJWJ0gxLYbZ80rU46lazHtapaSAOTlTvjbEZ78xHH2Ns+9v3uf00/x6LMoS+VhR9
syimdr6gQRETo7f//qalXR+EMn+in0Yg3OJwEGsUzfAiuOrLQX7H3vtdcM8c7tr0sdfiKFMYtKIa
6wvUYClualmlvJucwLQn57XaH9q3HXN8fItpEc/s7w1SwJ3Fg44RCRwQhercwvof7CBaKCPdh2V3
gLlUxwei2x1RbdbdboVHa9EUjk9iEoh6GgrX58mFOcbyxmQgKkv1GSpCt6nXhd5IRYkrbS+DBXIK
NBgwIGQzcl4dRFsOuoLHqhnKacaaFzgwC1UlCM7NZZjyrHsgj8Buvp8XrGr+zfx2WzX/9beju9Ol
PprGQg9wgVZnc/hyyNq5LLd9q3j8RQoFHfksKnWfQ0Oerbc0JtjTHDzw5Ikn6J0IrGU7Fsu9Xf7i
d/P3L52ky4SjPpZSbeA+u5oIxN/P2dKrgQoCaq4fjI+3WTKQsDcDdRUZnTU0VU8812o1Kplw7SbT
4p+EpV51VzyYusOi79vqNlXXoigw6dtW7FUjFRaTZvHBPsLQpN3dHybBZraabSLw6lgUkuhi2mJ/
Rg7deLESu95JpgXeMkZwsOn1rYRQ4KEO4yA2HYRYekX4X+rukv1gAPBiKb7pwkoEBRK9XM5pUuPz
DNCFXWBfG1KZ+l57E8xDqzKpX7a1/a88Gi6qkhfrQcc3Qj1NOgq78qHMzLIqbc6wwuw4znY/kNox
EgvE+mKJyU0ptovu4faxP93zG8emISXPsTNDQtL0emxsjLqXPVBlmZjuAvLsu5hxIPn7+YxishU7
Cuil1Gv0ghmy/cGu9mpBuj28fGZPziZgr+6GcgPVLC87ZYqFa6mTZNjNs4lU00Q+1Ixh1lkvRaMw
x6gUPBUOXyEXrdDAWOkufNwdng5VSZjce4sG3bpqyldR0k7LoglXveRFTqd9DLKznrie93o4MFka
t3r41hhAD8ZE3JwhlQtppzEi2HUZm/KL/4NFIbeZmZAUTUJuAtwWKr3uXO2CVuriAs/GDO4kq3L9
vXTOd+NZXpbu1ghqUS9D/UT6nRD16bbybtvDlXDqzUZxr/pyXgnwYkBvfLpXzXt4u+cWua3aHs2l
Or+z5PN/ZTb+iqVJNspUqFpswxKuSrnLd3fmGJjyEW0Vy3KR/6oAvLrgz4rlyuaPvtBKvoALRiPL
qXcKgvVbRm8h/39kkp9taqgqI8kEfjw07VD3qUggn/CnerEbjmirJgLe8y+CdWKHyweIUm9/vW2D
+FcafY2R6JddNjUCkktLUS44jO/LiGpSWugjYMjaNCArWZTnZGRGOSsSTnY6xYGlDrYsoom2cp7a
t0uCtTAuy2Jt50VWEikMi2s/V+Yap5NI7+Si6R1Ab2uPtmigeGP9ni+3T8j4dBIFZHFd+sUsDcLV
Gdx8JzsXnrFdm/m5KPiKsmTm0gESas6aHlrwyybYoLM/sqYGtzF5dXNUrJWHsSx1OW7OQpouslEk
xhgkuuXZ5OibLvtKEuUntQ24C5RmFJBMerGWSPUqkGv1VJh73XN/mmZyv7uk9gXeJ6vPZhs3V6Jp
t6lThkQcWhzy+HZ6c65TRbBJkZjpLiT80qv/uGPBFusNUE7UnGSlL7c4Le5VEUy+ItFTflym/y9T
Sy7xoXsv3m9r5WbhAawQ/0QUert8KGihVBqQybuI0NGeNtjRyahNzjWb8pCa7CTapj/6VyKdROuk
IddCBWr6DPKe0ES//OxW++ZdZ4WVn0/qmz1fSaIwJa7/eZ9KAVYKVDicBZ2f+1d0JZ1yxzgr5z/n
K7ZKdk/jjgvRIFTs1QHVK1Z8u6jprR9CQY1YtHI9CosugdWhvk+dHJR+L58fdaE4RS8H46sy3g3N
X6IFdV2kMV5oi859563dG6RB2v44wNNwDuo7qnQMiZuR2uquKfBJ6y4ypLFbXqpwjwXX02cLmnyd
a2aULbGuk8IfsQkNXp8hq7JrZ1kK8ZJ7k6mDm7kgGKITXJC4vY62/cOVQSmE2RosxEXpx7CsI+ui
WcpMAZQiyqoaBng+ubfo2Htjqvc1HiwzYlzOdEuFKDgS0AKf+QbODCJ72QVtIljX4h8lbGRum/+r
vlJA1PqCkEsahMWpeTo675VilqWr31noSo3N6L9h2FZXICRTbk2xcDeqPNT1CO8QcV1EDBMWcucj
23RbTz/d3Rv3SG/ILJtJVoposSjPVnEI75sYU1/7/X1uVSankNY14SQeUzM8gXEzPf1mdsV+bti4
9QsoVAoyP1bVboKZdk5HbH053Tfme0SSw34hhbfT3aEkovP6dGFOnTFcEIWCoSAb9bwPAEMnC/24
zQ+WAduiWVl/x89/X7nCfi9gdavQ4zv2zgm9apJTOsXTYNiGjc4pRG2X4T03zd49oAXU/dWbD+eH
zO3QkfoUgsMHDB3u7PL3d72NjeepuXseB3dkBNSbmVWsYVWXaAiN/HRXUNS0GldN/IJU3A4DzOl+
tJrEUiKHS8mwN54PNdatHx9Z+aXNmvRaMPWExz40WiH4FMw/KiSPCAY+Xk78BPKFQ/fKVyeM1rNS
kpte4Voq9ZarIDWECmRDV2QGX+5P2TkJTCFDN53MeFqbbuFaEvWKs6hVwZS0SDLQ5y6beWv2uMuD
ZAsn7fX2O97sA10JozuFwKvdyUUCYUeMIAWVk7yF9+o1C61ubxYabE5l77ASLLPu7DvJPOT2Dg9b
1QjL7i0FWvo1r38H9Zr5EIF3US+HrkOLO6cTMcvDwmJ0+7ybkfRaDvV2hSCvxsyYcV6Mkd3fV+YZ
W69czbTJAbZtmc+OTVbpeAsv1jKpkKVriz6sZpxt7Mx3J0YxAA3bByZHOktFPxtxVrBRycn/U9Fj
e5HcV1AOPuomy1IvDsitD0U5DVk8Byo+Fi7QuD+dEsxio2M3NJa21t/smuXyOW5Jo/yCuC8qNfQh
za8JpusPh979WR4eGdq35eatPxCFKEbUt3kbCMJVTPbcGfXoOTR9jjXxvTUgpK7FUBCidIbY5/qi
e89oTbpHa9L+TB5+2KBWAqPQkU1IzfpWFJLMoxA3cbp8q2NrWQqIH57QX31fOaGC/ltmVmXLd12d
j27CGIc0xQQ4xIFFyXDyI0YksG8GzRG33/BmCVFVMfWkKrIoKLTvIcxKKEhgMLwW805b0rixOb8P
ofV0QAk/hu/BzOBsecpriRQ6tULBhYUgwWs81mgi5tCwgGASmbDHR45R0N7UxdXhaIAqw7nrhkVJ
cItybiq4xOfbF7iJRysRFB7Vas9h24AoXLmOVCflBxh3OjPCwtv/ypKtBC36uQKkfObTOOpxlsG0
0ofCrGuyzNEemaxsW179+vtQoNQGodb7Eb7PsfcJvOzDHbY7J/ePl4U9iFkJ2tTz1bEoUOIkro1H
Toat0n6VrwIWQmSClfAWkidM3kSW5lHQFIZ9K2uf6nB03u5nUkEdUEEGvQEzemAdi4Knii8MEBzg
EksLLEWzVbjaE3cATLAKhMtr+Qbqq/ujYIkHQXSht8qSMTz1V+F8EK2nxfLe1vLNzNNKKVSqJ6wo
o1qPcohBQll2X05vb/d7jGFg1alnoyL5ZB5D97ZIFjLRDJB9wuU9n0AzwAB5qhHKinZYO/HdsYwJ
gqH/8SJVCisGve4kg4e45xeOyHt0F6Bj4/aRGHBEt7mEWjW2QgwRYUyGPzy6JsxeZGnEtmVExVhb
Zqo1xaAQKZiwSCYB4y8iKt+Fbdw7+z8PkenCMIJ8ycRCUnb+bNPjXMmkwAkbHOU2DFS8Yox/vfXe
dMeB4p/l+306Xd+V/e/RKGga21EMq2YRg9FN0PrNpHSwXBu5Kt9kNdcsYHBLFgVMWT30eobo4Qoy
fuHskwMz6NtWh7+noeAoEmtFCCttgT7EJi+nyj6NIUh9pZP8kt2X7seO7cVsg/tfmRQuYcdRDf56
nArpxpdaJG1INDv9GZTkgnw1wzZu4+1fYRQ2zWKrhm2KAy7CTtH+9mvaTBOr/1I6lacwaeyGOE4k
nEVz3tFKfT7v892SDUffX4H9biZD3Kb7vBJH+S2lLg/+rEAcB2/iZbDLS3qsn8HlYjEEbUG6huLo
Qo4so3mT0gt+CPN0QjcGxngt//Uhs5DYx9wiQ8qWhVpLoTRhxBRBknWQglKCgaS+TGzJxj48xmk2
ewrXcigliNNqkKYKcj73yIBs5LpHPyzmfX/+xCJ1VjPoZnPqShxtqBJxBg1/BnHg3rGcAP7E1bnX
SIceltP0iGYFjdwvowzk3LxOD6VCHuzJq7E0FSPBu/z0WP0A39Htq95Msqx/E6U5GVZCV2GzfNDR
Ol0xYU+wDhZNQ0BkkJH+NjzGu5O3sGstkLJlyqglEmrsIrwP0U0mIr/BO8g+UGEY7NM9iU7nwkyd
6/58Bp3+aMbPyPEpJhjaMwONrLZg2zm5M1E7Y7H0bSHC+odRtqlURk6sC/yw5xptIAabb3AL39YC
KEM05V3RjeVy1c6pMVOeSO4/mA2FV5Y12kx/rGVR1qg3xrzhl3eKplUMDiIDklv7Kwhv+ddf8Q+V
FPsS4/bPlc9qQWPd4vLvq1BAbodR6Rcdl7Bz3rhL7dv6upmNXB+MAiAxS8Nm+vxKx5e3EMufz5rt
QVtjbJpnpiW2rKCmGYZoYBsd2AOoW9RagZ9GuCzXujuAz0l02uWj6YmnawwndtOjXIui7q3nu3bK
MRJzPYJj8O0tt8BqYxtuZmFymQGvrFNRVwjq4XBUcoji3efTu3xNHAaubrbqrA9D4festBg7TyGh
vPQ2JgsWQgmGHmybiL+fhoJuYyHo1wKIsBbcwMLWPRp02D2wm8HF6ih0V9s4l7IUG/2iz44zna7h
/R/ya+lwwszqx7TbxS7r8/wbSP7X0egOthkcQCM/d7BKLycHnIvAQvcBLvIyuMfKeGzWd9bno+DY
F/VeHQWcD8QY1+IxIMEhDdFcT1ALdLFu0byUFfkA8Tn3sHQz/2bo4mYucy2fQt1lyieeRcifXHQs
ABTRrIoogGV7F3WgPea1GAp7NaXV/LmFumDupSHBqV3qJQyd/Deg+/fDUXCR6mCbiCucBWkQbM0m
SQdSyZhkjlW6rXn4wBjd40eE7QCMt7Dl/a0PR2FHCV+97grIhboA4/XXfse/N+8sMaw7pHBjGv8J
vUdLf3wxyKn72e7kFl1pMb4amIfdpXuGcbat6G19NgpKMmEMUzHC2bD04IRlfwUJf7IOxro/CktU
1U/KcjGWBUkfZFRAPgfXWNqx7fj8SztoumalrpNOl6CC0HPF2b8nB0wNzB7cPcPE8w7PdwezO8pH
8YgZCcYtMk5I0zerucIB8QEpR0c4BgfDrJzIOYJqkSFn2/r/PSOFJigVi50w4yaPqGSOLRm4pYnC
Qi4LFJrvWYtqOHsf4+YkxkpHaCLn2Rh53uhwuoU1Db1Hn0SF2H2GcYxfD673aof25zBGwwxUGE+C
HmPlS2VCaXq513G2nD1aC8G6ceEelv5+MFYzq/Gs70ghTDLMk1ZIuF+0ZmB/rLTDHvbGRJf/67Kr
IXDQ2YUd1Lc/Ksse0VTPqaiVyG7gkJgNBg0kbO31jwvKHM/GSD7rSjel6QKvK5IsIKJVZcqBNOKM
85PliKfZQYoI3Qaksn4o7gEnRNstYZxu60rX8r5daavL6RIAgQnvgORhQ65oDbcmiSjmHe8cTAwq
GmiEYeVwtrwwTD9roiItzqUifD2nmJZhP2GnM5TW6d40NKiXrGe/pZ1rEdRrVOIqEqRGgHZa1v37
4FwY4LzpHK0F0MZ7NgJRSSEAOa8lyEBbBuJnzD/ZmDnBPiOGvC0EXYujVIMr+qrlIlyZXpM+QK/5
H4aAzR7XtQRKGTolHDH+AQmoGqNy906yxQMCieBtpWPKoSw26Mh6v+shB5H9C5gzQ/Pqao9wfcBf
wBC1/GTa81kfibLaYTSlSHN9HskCMKaO4II1D0+JlVHbDM3WkihT3dVViL2y8wJO6BYUGlC0y+2C
/CE5gNnXYrPdbzkHa4mU4da1vqiRVMHnqoh8hUPHtmiMZ0rnbIq2DBNlgIhuadCD7whvHBnrH+iR
ePx4vv2tGPpNVxXyspJiLRpxgZMdRo4usBdCb6Pdv1CHriQUXNYUmY9vpLQ2Xz8nsauNJOTMOjIr
AWySWmqJVjlebx+MAUR0caGoJyMflksEW0cMWqrDzmRtc9jM5a10gbYbaY5pZLyrJePx8qKaMmgq
AUWeHV3vsJWZqe2bpYy1PAoq5C5J9H4BI+tFeOE/ClLv79GpmrnyYM4YL9odCoE8VSF5vPxmPjXW
Z6TwQ2lmeR6mRbg1YHfTwtjIwo0tV259Pho3xmpKRR6agtGJ5tyYy1q17OFuh1Wy6HJmaD4LEFUK
O/rJn8Q0XDTk5TSCmtG56tbZJaP79JvhzmwmJ9YHo0CjKXNsrZXwysDuLu2aX8rr79vavumPriTQ
OYO5x8oE7JbGYU6wu9IuIhgOvpyXyRO0LaBzz70MWLZ6ZFV2GVBPJw5yZZxnIcYlRu4jsxmSBe/0
zKwg9UnFd/jrz5by6xjuka9GNbK/yoqZpqC7Q5qHWVX7N97gv/CKHmcLU19XuODTpiAvhpUmIIJ9
D+xXcLb8tM1mz7LMDAimB2glUI+PWrx4NPVD9HBh8UmzUIoeYksErU7RqLPoeQH/IrGzXUNOJAqI
FBC5B198l8AJYL1m5j1SgFEmySiBEmJRSWy5nnehtSzu/ollw7tHdO78j8+ZXvjE92OmziVeAPyb
kyNY1wr7hhVsCt8Dqn6zoIpho+kdT74yKFUsfr43xTm9hb+Dx+QhuRZ7YNX/h4dAAUipikFWjYs4
C07iy+mZd18MJxbMoCD+GQWxCFsnb0MK6/HRyQOt9mdQxH6iMTIvzv3Zla+ufTh8Dugxmd4Y5oVO
F1R6JE25hhMOaKp5OZ18lJkLe2fE9iNr/wXDNdCpGKXK2naWpc9v5z8UHtIDrLrOZmV+Bcd0eqDX
C7QcLGEQ2OIRLINR/RW1rQvKBSzbsplNXYuiIpQkq8pJzvHM0NMFYjLE5kjfBliC+qB7hHiv2JOC
bT3Y1bMsBmJRCbHAhV7+hG7iMBAFHBSEEE5q1TvXNW10SCGCWTorGEHMJ3PyjciCzgv0StwryQRx
nYlENVLj2BA9EoxYPrjkh5f/hN91mX5c0sdyYeZnTpxtkjisL5vyUNJMU0dNg/yE5OjAkS0/Ih8I
AhjnZDkMOuWbgHUm4jhpwU7U1jM7RK89Kz3N1FEKUyaV07BladFRhBjzTnKf0DliMY04yzWh9zkJ
SHVGQgU5tfOC5hHEndcUlWjfOu9bIlsExVXTNncJZ7KSESx1MaiERw/O0TmRIPpl6cNx3vdYggar
MO6WzbLu+Og7rkpG7EzxzDsMPpDmyHm/04GwMj4U4kAhRGyY0gxFkTRZ4j/3fa0rlGEDStCibr00
dZRq9zYlYMBqJHOQ7YjVmEE50Z+yDOyx4iVD5DVFoYIEpZjbcfLbzkt4ZEIFwzRyw8wcOZjM2wZi
AZbVW1wEoclE4w2kzRRBoadl/bEB/40gdl7b9c+BPmWOYXASQ4ixcXUqry+U+Lg5GZQfX3NWnTiV
RdA1s1crBdebqjSlgZnmvfye+mnZWkrM5dLdiB046TGO4+5sSKFuuEmvptqp8AtZIXot6TPBYuWw
sxp5VH9LbamUtq9o0ZuuxOioQ2MxNqSMRjuTEUMLd9IwoJBScUJ1zuoc21PasjCeizGUPoqpqH6B
8GC+T2M9ueaJWD+m7cTZaeBn4AfQJBQgxbHHSj+pSAurnLvhHE9ddj+gvx3ZaM3gOruXhuqXmBfJ
ezb50TX2wzQnSl4Wj34yy6mJQWv1JIGwFjzZfR1KZlVH4UuYiHxF/H7g0ZocDpMjzk1vuOh7SxUn
64skumJ1HVbWSakxnWowRctOGIncYURG8F0F6X5LwqKV+JNQReljn3FzfpdHnJCZMz8FrR1WvoxW
oWzgrgEfJS8zsh1vg9Zoe3CJTi8ApCQlfNzlhSnltf4zj9O0spus6AWL84s0stO+6y5BJfa8M+pS
LFiZIlQxJkjzAomgsG2wfb4T1admxiSi3eRx4RNBMIyfYVQoya4bpxh79rqZe+xR10KGMqrawjKa
UGjtpAItJpl7ZXiN8qCY9x3uTiVKP0jtfhqDTGAoH904sqi4hiEkdIOrOjZ8fFYSV+8Wm6/DRgRv
iqdi2m40hakvGiIX6hA6/GwMKaiENf7c1QUyDFlqRJe2aLUIFyLlMum7Ap9CqIy+MaVJyH76ZToa
REti0ROx0SwzFSGvY9yKIquWWKp6b6dIUmOGQ40yjQiJ1p70ROMzEiHuxuprSesrU+ZF/qRjJY1d
l3P1q/PnurIMVED+cGWQJ1be63Dt9UEzMNSTiOFxKA3/okVZxu2ELs06R2v6enRbo+4mS0rTMSdY
RaGdx2bgeYublCC1+3GeCizoaoK5JF0laVgsVdf6xJiH38AqTVdFBcsSBAAJnaSJp74Mc3UavEEt
zXZwVSl0+uoPl+asCHxJC1NghcS2DN5PQweQ6JTh1tE8iw0fwejpcSCcZ04diWE0qjPFJW/n8KFI
1I1tTKpcR08UB6TofI1zCg01VV4xAnuQq7gl/zGCLhwRIInQFOybVCkLPEpjorZyNnroCJtMSePA
z6SqH7eFUOEldFiSMcoA4yNqsAoKBaBj1zVFF8mzp2qKo/eFGWrtoWtUpM+nP4YfMt7MljiF53UY
B9XQRNraz7Pay8Uc8F6h6sp958uxo5VQ3qye+ocimzVTikbevn3G73oEE8TLoqKrMng+aCOR6o02
NCM3e1EZG7bSdQhx66I7KI1cWIWiCIwPR2U9Pu9U4fHJZFXQMJi/aNsKF/oGO5l5MeS9MI40Mwjk
8mT0XG8p2G5yuH00KtD8hyhB53lAtA6LTrn32iBJRi3GvMdjmfFeUfOfYqtj5DICFaHsz/Ndrgqt
mQpc5dwWTM8KfkrG9l10XhoK1kR8xverQ/JcHgXYZDJ7YL03jUq0eb3fDZ3xCKoac5JjSxyvfZuY
s7SPimYkEXj4SenHjFD78+N9fbqSIvBwZGRelQ2wDn+9bIOXGgNDVIInKxJvYpuFJBJtUHsSj3ll
h4Kg2V1ZqyagcjSnOSpNI+4bJ4u6BP/LGJBs6P9UkSabndDmx6zjuRPPz/NTOzSDgyVOtQU+0XSf
16Oxy6uwvORo0CRTPvlOnsXVnR4U7eX25X73nXAmGBd8PDg1Bp175MtILBux4z1pnO5KsfrRlhJr
2HNDSUFepBi4NrAa6zSJQzlFdQePZvTmoG1Pojj6FvQ5etfEjkU29V2UzEOULKB+ipDvM5WwUpUM
5HYFOCpEr0gqmRhKO+2abM5MGUVcxnvYEqVCDxQDA+ewGFRkxOdqEY/wHjxDsdXBbHx3yBiv+7vL
iSuDvcf2HphVrPH5qnCabIS4VkPyaj6qjmLbTDbfK+o5z6TmCI9AJWqntqYyqoFpzFMfMuTTDUp4
ecsPUBR47xhY0FXKWNVGWiuSL0meMDoKNqYT34itIXnnZNkyJrvRS1eeG1Lyg9MHhZlP+9vauf0D
DEXXJdnAcTXKZuiZLhmZutyAnFndGNhJB4J/vjpo8vws8E+VUO1zTfJiTr/nh4b0UWPf/gkbnxmu
l4z3ockaNmhSsFd1kD/1AmCvyPqnWpCLQ6ylumyGvi/UjAvf+OAivAMBYvBcQPP89YMPkha3sdzy
XsZLaMSNtRlLSntZdrSkGZ4HLvLtRuwTJ9fizJRmo2Ac9rv5kkVdQoe7IYpQOrrgp4cj50ObeK9v
BOOoTFFvQ8sb+LRq+pbnXMFAn+82BfIUTQC9rAxLzVPmyxc4fq4MhfeiPFZ3mpDnBzQApo4eiP1D
mvjZHecP8r1eaBUDzOnExqLa0nLPomyI4NSmvRERyfUB7X+8l4qYgy2MxymengsOHGfdgHlE4zEs
wmsTK+YsV4yvvHFqiNZ1hJOLQaMtaRTI4ahzOHXF54tTYPr9axF72F1JSq00o8a9rcL/5qx/BS46
vkJFKfJFUe4g0KgGwlWviZ44jZTd6yUmquLmEIXRIa+qnAyawJC98XwkTVDxfeGLISAQv4qek1QK
Va4SPRUrEixwtwpmkvVg5kT6jCHquymTZU1WsSQQDSUCsg5fRU1RFHZSlYueg/Ej8/YV0jWERV3W
f5y2YVHZgVkRRUFvLAoE4SQfu4Oeq6fZT3/zUXOHBmaLS6p9WUXnYQ5t8X0Y+h+x0dgBz9l+ggWu
/Ezm+EOsJjsY1Ifbv2/j4cpw3eGVLU4nTODXs+uTqpXx2IqeIoVmrxZmVL3FOTLYmEa9LWmB/K9O
EC5iJYnSpW4GJ0k+QJIW2iVnxRrhHsL0+HRbCus8FO7zRaTylTKIXpL0Ft+fWrV1fGVfGpr1Xwgy
BAUIL8C9pB0GtayMZvRr0csb426o3+K2dPRBIYrAyKRunQgGFJPcmoSuJ5paUYnHUdCx+d1L49TK
1Z9Fqe4kabC5RGPo6tY7QGiJWA6UJbxEp8MMX9N6RQ4kT4nbfBdo2RP8iH53+942LLMiYp00Qg48
NVX8bI9aYYqQcKoQpIngSY0fmIPeDXvsWgtmUqtiR4pImW1VHZtdrWvlfiq7zp7ghp4G3WifDFnr
Gdf7/dAKvDAguaTosJu0H9uGnNyHdcJ7TSPOBBuAG1es+oShLd/RTIEfIMqI7nhRx1De12eWJBqs
Jz6kl/Xxflb9U9t2+0BleJbf7QMcWEClhB21yErQc2btlHHJkhD3ErGx26xwqlJBFm8+Tvz406/E
R2lkQOd35VSwTwL3xusaXG961iOTjcHoZQGRDShkH4Wy6a0k99WDrnazxw3q+B+rKKIouG6KjjUT
OCUF1RwSPnox13DrWjE/hoXaeL0aFiys+q4UKi/LiMXhYMCJpgO2uNYKOeJH2SsyWbFaOWncoQj+
8/emIculY2kYlMKAXnxVipSrkz5sICWUM8VKRmR0ii7TGVf2XfUgBdtvkeE2kFmg+ZhmLcv9sZVk
Tx/9ykPoKLzj7RuPVdNI9u23/R3iocaQhhSfqsAJlL4eqMmEOYrTWPG4so1dpcxgsfic32WpKLlT
3E/PIdexrPfW+SRE+bCzyLLrn0WiFZ6MvuZnedEqXlTLfWaFXRxPhEeGWSZyUwQKw4x9Vw1NR9rE
AOYDJBHcfD1jkU9YST5UijdnoFLQ+7lzuqZlsYVsHQrpTQOhKPIFEh0jGmXSzxW6YD0NvBPFfG8k
wU6IRQYqbX0vRO+6BMJ1DWthqOJSJpetIraZ6kV61Jh9L6d7NZWGne4XIXZ/ohhQ6X3AUJKNoxm4
N/juqCgpokFpfSGrY290suIlatlbehiOR0SIJZkEo2WI2vBfNcgysN5aRHgC9pWvH0ualKSWfUPx
Kl1L3SKbuGOaJ+pOFerO67Q62Odp2O0mTpVMeRDjYzZOAqv/fMPiaUh7oYtTRiJTgKZ+/RXR2Afo
XM1Vz+BzRAXjoZUDW85f1dRTc4EUQksCFZULImUXjRk0bN037Lm+pKkl5B2Wf1+9j7I2+MCfecUL
Ey0icROOlhxOIYHvXTLue1MUYm3UCrFyGzHKV1HByGlc1+mqp6uhzh8VqRmHh3iKUpEYXD9KDDKY
709Rh8PKC7Khiqqsfab/VifL0jSs5EZSPa7w/Wudas2fcvR5hon7fqhFCrwDBbXChVbn66GaWeWA
rrzqibVe/xR7Q3JSCeUuEiVNx3iQmyeCn4c9SgYglG5vLzROSVMu1TyjDQfQwUjNUDhDgX5/hlHY
FPR/pF1ZU+NKsv5FitC+vJYkrzJgcAPNiwKaRvu+69ffr5i503ZZ44o+A9Hn4RDhdFZl5fplpm7o
KOZKiLJY8I9UmVre9LgpGOv8OfWNbCMKYnm4bQ9YbAWCH2rdUBcwkZXAE2QUTBOj4FPoke9p2F/8
apXoRjbjRrivh7rfdYMm7oNxlnb5KExujPmMqyQWs3WTZd1jJaVbNcZoSDHxU9eIK39tCr36JrZJ
+xKXU3lvhIPu9HWbfBooLXLU/MKtK6aqmiquQhQli6rOM9kyhhqhf9T4npEFvl0ESKfqmfakpRPn
yhd0FB4npAu2C/69xk5R7YwRFVhN9r0W5ksikhiGrzpsdeoibxL9qgq9OqlhV/WOovdhvjIxH+a5
TzBpgsMy201LbwsOKtxhSARK4mwxp0jRcCHGoen5ZoxG2lgcMeQZ4wQdM0hWVWz4G4xe9J0kg1tX
D0LttpN/F2VWfT+EQ3JIE/NZrWNln0Lxc8LUheuA+wJ/jI6sgfvMeBai1PVW2wWmZ3b6dNIDlCWL
LCiPM5ItnKdxbRQRzZmw8JBcpONZxGbb0SxXXiaHwcpsPfultAGpu4RggS3xy79WLhZ6NSW8QITg
Mv57KWaTEjSdVhjZoTDvdAsrJ2aiG5zNu9dnR0sOyA4iiw49xSaDwQqqa4mcHOYcldlslD5VqZ9t
PUDO6vZ7v4oGFKRqkEGxwBQiKraIpSRWDjBVkR58GNP7NIlo6jU07NTX4h2eTr+6TY+a74uUAgWi
aCYNv1EdhC67PL1QNLKiQ3X9kGei+jQhzeL0amdgQN3we/ZbDeiUdnakULEeZXHMOdSvoi1Qh+OO
RDf0A6oTjGHoKr9V6rYvDn0SqIc4n2e3lMdx3YTt70QIo/siFGs7tBLp6TbbVxJKCcPRVeBNwFaw
tTuly5RgzqziMFa9NRNFCUoV4AU/kMgko160yua2/h2X4/S3rxCEoaCQaUash7oP8wojIW6w4iUs
D92cA2cCj9KFOEXETIeW8zCu1SKlpYmSJpvQwIAdXd5trOWxnCpZedCqwXfyurS8doSbhh0I0sMc
iuGX2cfqzm/HGCtMg0h+kDC+YXP7pNn1LPAp8C0M1ElRRITa+R6ze2YGBjMIAWUoy8Ms1fqTKgC2
ImojRS8YCg6gmw/xMOUrUSy6p0zDNHcSpcl0xKyFlMxWou9aQTNWrW99yMGcr2ZrWo16Ldjo1Svf
b3/Xq2f+/VVRcUDhBYk2VnuXUa9ZGOpVHhI/Vt1UNu9yeNnrMjeVj9uUrpwHUIIeRjVTVETU3Jly
Jso+iaQLWnGYLSlyKr1PCRIMGUcPXysT+rowylU10emH2tylAERm41eRXimogPpYb1r1uYzsb61n
x7YR48HW81Ybt7c5uz5DDIhWZLgqtLYJWN0lTcTiU4pXrXuVOgfzU14lmN+UA19U3ZcjVk66f0tO
RVlYhGThPZuWyLCoYUr93Hap6SVDB6CVgaqtecCecVEjkRgGzV+jNSj8DC8Kn2DBirG5rlKtm0qY
TMML5ESJiC+aMZZS6FYYcDzz63NUwRJoSLCfcP+YxwuRmeskj0xvBMTP1kwDiyUBFUueBj/UIo6g
XIvjJTHGCiCDF2qYOI1dzcD3EERUWIg2xuZfa3uEbnSVIUwN1puyrrnZFOGc9YLhRZhVsFbmuoey
1aSeRCod/jYYcBa0VkVHk6InHJDRtcKHG4qMFwoxcBbgUjNi6cdTPWih5c3m6JS9v4/GCOiA5jT3
0roSTrelcuE8MU5Y1w1ZUk3xKlcZtFMxxPAQva5KJ4NMmpgKdmvqicVxF66kRFVpjGOBimjQlNEl
W6qJJZ+9WRaeqCebyIC9Rh+84Foyr27GI8RYar0yFaxhKQov1XtHzr+K4WiUEcdWXB0buEGEKGoS
FhRgahgT6/j+1ISRPxaADbXxKi6KUy52GSfDu0jkG26FxLmFCOXyyOpQSAXfNAqv6yMAGbWgi+7E
IM/zv31TlJnvHXVIVyChx1yNZqVIGVlm4Y1B5G+HzIps1JUbDhVWrmHVIdNwYwDqElHIZdRt2GaY
0YjQaK9Pdikldoch7X7s1sa0HoO/VO2gBZge9mbLSMTgYTInN+iToZWar+1T8cFsR7tyjLZ1br+c
K3fhm4hOC34WEiCAkVxez5RONFNh6Xsx1gVgWMP4eVaN/LlHSLSrJit4bRGr7mZg9NaBMke2qTTq
i9jpwVEf63TdCWZOajVodnmZ1tj9q/4qCktpiB6rgc5xGFj/lX5ZDSgQ3QQ2FOaH3s6Zb4P4zo/N
Odf3wbNRuittLbn9of95+0hY7DwAIKhNIdOgGqgO0I1SDBVlnmozS809HNnM7jMLnZBVJa0AycZk
WD8fnXyqK7cdK9OJzSi505tmXAutngdICXb+rpDNysXm1fDOwIrXgyFExakVi/bR6sd+A8ridp5D
P3bqJhCdtpUsLA+dOq1xVQP4bhJKQPRyNBfrm4Api2a6TQOYT+RNGYUCcHU2j7Nu7lWMYi/KtSQ3
W6F7S5DfuH18PELsHYkTcB2NYe77eQ9og60MCsmi+6R//gd0YEaRIURWG0XNy1ua5bxtIxV0DG3C
DnvdtfLorVQrd5yN1W1SC48e4eEfUoxqweiPQsxC09y3VvfgZ/qzUa3a6dBqmGIkDxx9ySPGXJRg
JJhwUoAvzMwTAucg1I+bltcbsXRJFgyiBJAfpJyNx+S0i5QeqO992s/Y66Fk+bYpanNjTt2dakwS
567oXZxHvVT4AP/A+AFcFbwrxrkSeyXEJjiQG2prJImed04tR7zx1OxcJkQQkkKB45IhU0Fn8UsJ
cl6xhTGH3iBHZWVHWuCXbh+2/UsT9AY2RxuD/N4MDdWlUxqO9thMXWeLo9xOdlJY3akzxTx06mAI
AoK8uhJgul2RqAq6Nqf5o9ez9KhjULni5okq+3CfAkX6JZa1AoT+1NWD6aDog3A2koOKVxW7Un66
hJIYncWJ3CTQhczDyhR1nLVYE/aA8Fc/eoPoG1GyhXjtN5wnfBXJ4iDh4coolH47jmwXYtnocW6a
XeBhAEe7qu4qkn9MtbPDRFie/bkSDYB5UbiUkSpD8H0Fx5amLvINaQw8KwYmpzePQPRv1FrDMrFc
IK301leBUygxKmPZy4z/FeO5q13vTgIPu3n18i6/isEEiRnSNVIRDYHXCrtMjOHaVetUXhuDSQwh
X/+lTvkmZsCcASSOwYMMsaEtJi1sp8CL0pdIEdx++urDU1qk+358vU2K9SVxm9jpgsKVgdukTT2X
mlJoMYizATzck+LKkf3diD6HKby/TeRKo+hwH1DOxMxG+MZwKS+JWBrmkomFEXl1Zh46/9mXkvUQ
ZrgqTmRxBU8CO6AEXizYX/gBjILsLcv3w2wEiEwS9pqBxWwK4oy2UoqnoVKmdTIWo5tKWrDSAyl5
GEOzWU2hmZAhNPs1+nHkozgAtl5IcK0reC4PPtz6+y5XHoveMh4BUMaus9unw84JpqrJQvUf5Wzq
aMMRvjwe1UfvSDREsRei9UbdSoE3alvUe7MHaydhyc578+n7zso/5r/xnW8Tp599oX2/aSOChv7F
5bDZVD33w0ZCYcLrMuTc7Kbw5iNmVljxehxIxQGnXJUO/8Xp/1PD/q1LTqcIEHbMN4m9Kv4Mg2ob
lZMjz+ra0MyVYaETadr3ienkL9ClqTFzeF0kj+IwOgFQDUSlmCFfof2nnkQt9qSsJ2pVAJTmo3yp
9QStSqQSR5gF7UHTfgb1S9eoThgDoXf7vBf0iHX+FZinUEhJoiWajvOe3oP42cCOQl9w+la0FR7S
asEmIKSiwGnU+WiYf3nY4WioJeLs2POnzVB9jf5Mgv4tQ5ejHPzQEl6L9fUjl5Evp7paRRQsfrdu
nfnfQ660aS13oSdFXm/qNubxOzkw4Vr2cfsIFywQKMkIfwDtAlSfDUtMPwrkGB601680ItvVIcVS
61AnpdNwBPZaOyJrBtgCcvEAgaB+cnmEg1CKZqEqWOU6yLTjgmTCj4xHhO1hxvsHFbpZC5eEJB1b
ko2lZkYFMYi8wR09f6fbj7rqBo6AxYcxx7IsXdI5KSqeZ5cUp3nb9SlIVcVvQbCDY27t25oTiV01
qlCGACg2odTgcylszUmPpyYq8iby5HX1qLyKLrrxSG2sjtVHOgInmf+4LRFL13ROj7mmpJo0Oe5A
r8DAqbR00hClp4mX3rxWlZdcMe8p0aYmFhpQiWY3clfAOElufbR+q5xsI9sH/i0PNMyERjaQwGUd
cMEIFMPXtQi9KC+Gkj2IQbEujPDRrJNVOVt2lDd2rb5aQTkSs63v50n4qtCHKnSb2+e6oDARQSEw
RGgNWALYvxSXCm50aWRZ7Bn30r3+bH7qzq/CETe1HeD3NrEl0TynRS/5TDTncSotCrfymnxXymho
Mj7qqiPDyFvpsiQteM/wEBBwINilevOMUBpVYZWaQ+zpWDKVDxHpNGyEjzk+z1X5mT4CtEog4W/g
B5HHJRkKBwjyZo49FJyP8YO+AyY0e8we+5PkVbbvFElOJiw9+/tTBFjSQDsB0v5IeV5SDVUsL5pV
NfYCsSMCfBW0OxPkaHqV42otai2K91PQyoglHqyTaiCOlyCmkfeqrfSJzPvhAd2SWKuNAIijtRbl
8JwWYzXLOR6lVACtwaZr8t4a8gIvgdCloQPHQNMDunSIUKQ5Y0u+PMCmFuUW2eHIa1zN/UcfDuAU
KspA4MB6XX64KPVyGPjocWji9qGQMkxThmPm/L0IAJP7HyIMB4gOJX0ea7iTWkD0sr0vlYIk1jGo
TY4MLJ4VsviGhTDtekynrFajZSVd7MVGFpNaiO9FYeBVeRbNPcBXcCrojEygji8PbayKsq5TvNdJ
7sd1HUowk9asOTUAwihPmL8mDOZAzVRL3TYfLdcfrJgjFNdeG9qAAPHDqAg8ZcQwl18B4fyI9WQi
9GCkYWOhZe5rtKG7oah8TU2pOSOm13BkfklLYUUOKsaoycPzYNShP2P7sZ/QhxxbayRr5g2C38SO
sWOLw9yC4oV3A5gD8HzoxWbL4HopdtWQB4knaV8Fzg8ugZLUNm2kvS2YCyxdEGIuMgi7rlRjIfY0
OXWBUd/5g+ZhIIZ7m8yCnaaxJtpfJJrnYVVggC79PouSxIsGq3JLPw8GMs3Whx5njY1iZEhi05dI
m5tDgC7/gQuBWubzzxdgrm4WohrBTZF4jSS+yoK47kTtPp2EjS/qAxlN9S7WlZcqqDZT1wQEJU7g
J+MqtbO4C50xzUQSAZnMUQtL34qO1KXhAAAIbAE6L4DFw3SHxAtrjRhj7Kbzo1FqnAzlkjCh3Iaq
M9J6SBIxsWwVK2EHDBvlvTlU1Xuo3EtytLGQqLl9y0vsKEiR4KKBzUSvz+WTjJCHikQrBTtK7UqY
MQp/oan+uqSjoz3ujAqrsDvFGPwmS7zO1YGBCPMfUvO7QI/1j9vcUNFnrA4qVBqF1aJ5A314l9wM
Sm/FQz2nniBbuV33ZYGQdHBvE1k6snMiDDOT1pZqUIipF6a24sqY8vP3n28gXYdUGHrA4f5cMpEF
tdI0Wglz0LzK6XMsb+r46zaJJfFCJQoxJvZBYowCE79IVYY121YFEsFd5j+OybbzHT3b3qaydBsA
wcLYAFQga+yUoqrztXrUoBGVYi5/o3kNky819DlzFO9SnARg7B86jKWum7IQBilMvPI1hTcohMSX
coyT8YkYtHZdiWs/S3dpWZF58lIjvMsllfNel6zrxXdgLq1o0q7E2CmsM8EErU9UrfTf5s9yX5tO
WLjh8fbBLthRNC8j/w7kBrAHrOuNqDBqtCFOvELwpii7H9PW1pvNkIRuWPJasxbEHQlUpApQDoQR
ZZH5XR2pAcY4Jl42zqTVv4ImJ6mhcR7VgkSihQfoWdT8kUH7Hmp6Fk30QhUOfj3hDs0PMW1Rlllh
Dg0ukYdnXWQHyWB0hwGxpouMZo0Ds6uaUYaZ7moiF4E9z7sp52EeF0SfFlFp9xPtblSYBzZUedTE
hgG1auqQxsAWm/ofnBiuHjVrYHdUoOsv1UQ6NHHQNnriVfWvaD72fQTzjEUZ9dNtYVu6GTTmoW0a
ogbHjTkwPfZV4IItsAI/WBlCzAkKbCVdY1QX5yEvXQ0UBcVuIuDDfJdLjlDoqUfAeVNPy7A1Sn2x
MKnHiP8+sqOqguJ46aATFuOe9FXvZ30DIjpmyZquFdxL4aFKeegSeiyMKUIpiSK5aDEJCFuGGXSV
jE0GOk3ikyhK3LqOtoleOS2a04pgF3bmDo0QHHd3KcQDPXS2QCxg0a+6x7KunuZBgnHy5CM6Bjoi
rvN7E9NVnO6zTwDJ41zadXqU4if+EGTEoxRjNFgllOBJdlNH+DG7uatsb8vgEhGKTgMaDkES2gov
DzPRZjHL+in1ZukhGYlhyyXwfqtPtXy5TWhJj2uwisgfAuePfC/zquLYxPbsXknRrEIy18wfk1Wa
EON5/h0k9sSrWSy9rXNqjMTnYlkJyJtCGPsAqPIPNehILzY2PzlKP4kVx3NKVGGd6de5CKRQE1Sc
YLefjXQzvsE05oPb6naR2H2yj+JVUzpdtUtWt490wVhdnCh99WeUS11RstGS0dV0KENvdJvPpiPm
x/9GhHltfTDPUWDg2sZm/Ra/Jz/nwvYfb9NYUk9ohEboDOcfkBWWhliHnTWlmde08WeB5ptmRjeT
3jj/GxnGdAiNOIaTkGVe2WibPA+3czq9GWrMc5uW2IEL+A1WR5TBKkJA3Xwln5PMG9AFTTq016yS
IaCFBo2XTVuyhrAfADnRuYpwzS9FAKgRAKCkPPMsJdZtyUejro4tHbfPbeEtAXKPiAw4UiSGWA9i
DGrLwk4XKNwmskMNgwQa2UZpFJg4DqWlzDI6gaH0JBTvUaRhnq1hVmbamWPqxd2ua0KitXdy+lIV
664E8uKX2O+m6CML3lF6riTNnlqee7HIKx3ig2QOnaPDhCCxXxfKOEDcC3FjIGgro9XgR3Rhze0z
XaipIiRETQXuH4Br6Jm8vLmwwWxH/MuwlllZqfbsfGS7kfwmCvLWOXZJJiivcEguCMsFSUZY5iSY
EnWIMlQ9+pW4G1zRjUjYkgdpV23HNba7cyguPAQQRPe4hWAImA/6hc4UlCQVmtWLUI1+mq0LzAND
dUoIH26ztaAFMZ9FpcPj6H2xk4c6vUTfR+unXqKoaN1dzylWRCjH1n8WGk7KfMFYwq3F5A4V/SeY
88Qo3LYCPkdL8NpyDL8hfRbEGAkYZ+tsUsdt2SGezNCDeYjQgfkPThK9WJishrQsEgqMmUayRpYz
/HiG6vX9786L+78HkKDdDHh11PghlxicdnlZSu8XZRiEode1HyVg+KKGVshul6F11UIh+valLUgG
MrIAjgD/RtvLmHeOGWaNLsxT5M1haefVrglUUk+cYG7hLcM7hAsNAC/CcTYviyGfmZxoKuph6jGb
O0fUvnQLNY2/R4/QPq8/dBixiIwQjqGKcpihPeq+4XTCe1w8AtTN0RkLkg4dj+Q/VY2QQcYhNCVt
rDG2NvIw8tQ1ETA4kSahNC/B+cySt7kvJc41LZ7gfygCM3wpE2ojKSX6DiKvNFJbRfgvx485Zqzq
YsrhbVEgziix6jAt41zKfZQUGx9QqkEEg/r72BmcIIVHh9GBVleNdGRg5GUVKnhK7GgZwkjeYBD6
VhifEI4M0jMqoINI0DFvCf1rfqKZOUAUtTauLSnZ9MrAC1OXiQCZiGYdoBLZy0mGRhOHGNksVGFn
Pfgykunz9itd0Hdg4w8F5lL6IEi6VAKFRGzcVH3HBF+7Fo2NIB0wt8BBaGffJrjEEiJhVOW/Q3x2
QEJnxWgB1kEQpd77HJMRxKl+vk3iWgAUam0BZKIQDRzepUhj5o8/Shl0uFCadhEmpG0/Rl5t5Prg
KBGMhqPTgIFNZ4j0jZHMHfLkXlH6q9TS7mLlR6Sr+3Ac78OsxbgWY3ObreuXCmg/DARquVBG0KmX
bNW+oFrAcGcemrRJD0M0PgTmqY//WiFckmGej9pZaSt0ReahgwDzlY3ubi7vdB5KjscMYx2i0m/D
Oi9hZ3U3TbWIRA0yjFmVktr6ffvcrnUqGKKFJVTvDJSJGYZkS0jNWBwyIILu/ah8bjHbphwbsAUM
bag7t6ktyQVGDSCBDkcaBVBGLnyxE+AVwpMOY1T2IyTHhPG5wnbSqm6/0O/ET8pciTt9vSiZwZul
TYrs9DwhMFqs6S07T03j2mkA0XQwqavYKN3ImxW0QAq+AyY3ALcAB54NEwxgq4oplHoviXz1kI3p
6xgH8mo2tG59+xiv1ARMOmARdMQHbWViM421r8tCVfW9h5KqIxilE6actAg1pRcK/JICi43I/FRv
6hK84LUKpOvEzgXFejXnSbsBeC+2BbGWV6rWWM6YjNKP2wxeJ5sofZh41E0BfNXYyR6hWUg5nNDe
63+p8lG1t5JBMDwFGE9MzrRr7BS6TfBKML/pIY2BmAvFHbbPycwKPalM8Ds2dvE7BBoKc+g7ZxY4
Zv7quTF0qAydRQR95Ydo+ZRBZ1wFWkUM+RQ4tXInc4vyi9Jo/OGIeWpKp8ayb4EjSHz1jMGy2+i3
5bakdiPsqBadZMW5Mx5r9O9nrAVBFFY9ABTeYf71EDrS7q/xR/TsMP0bmU9UjWHCLgnAYw+aocLZ
zb+KyJ7tQnbc21JwpXcZCowyLEpkHDMqBY2+TzHW1G80jDbFhORft+lch/kMIUbBo3u7kytNwfOK
HuPGieoHVSXtxvN7UqYEuyFeRmWdaJ+8MU9cwlSznF1SqVXBnAYgrN3LVklEe1iFlf0yrBRxo+1+
1u8l4Zzpohye3Rr9+xnFua0SKZRwa634nCgHNXhOFc7YFx4JRtQLPxKnKFZxmspDP34M5qFQ3jg3
Rj39K4V4xgYj3cAtzllGhS8JMwdjv6zQVl/LhiQOGsPytS9zFMWSisdERDSkw39GTMrwhCnpsYLZ
q70nRiMRfRhjpeSQWDq2cxIMS02Iduo4iAZPHsmw1fcRx9jzWKA69+zmsYwhBw2w0MZvcnsf94+c
O+ERYOLBUJGEplLDwfORfSi3aByowjvlfTj1B/NO3P+I7mM7Pd4myjk0dsR72gaAzhrB4KV55RRS
ZRfAJ+Y6B7e1SAXzNjDokGZbTPr3s6MrI8weSHNcjT/aMgEQoOYEGkv2DkOm/kOAES8M0RnSpk0G
L/8EdsOOtVOTrfveraO1yitFLCodhGjYC2Ki2IfhMJfchHnqy5gkNHiT9CbSMeQrZKiwYRFroExb
fcMlcbhb8l7+Q5D2SDME+2Rsa4MStEvFFiPb+GgxpWXAahlkyDhivnyU/+YOxK7MUpcMZlwMSGRO
XxYh49f730sDBiEhxkU/Btxj1kc3O2NAMxtkrqyPeXxKw8MUn26L9QITFyQYg1QUZWkkGHbqydLP
Iv3Ec62K+wb9/w9SwXm2C0b2ghR91WeyLXcluo6x4sXL0gaJjnfF/Dlig4jEi0GX6aDYi1Ls946L
SzpUuQ29gjcEEbAG085NJPKwGUa1eBKw4PmAoz+UGEVHJ2BIk4HH1BaxnWBfj5oLbqLYgj8SnXN6
CzoPQ6NNpFTQQG0By3PJVSBO8mSW6QCMe0dydSYDsl+3ZWHx4LC75zuMxjxDRvlokjK3SQmBHsRd
VgUrjEwkqr5Rx2xzm9DSuSFhjYoyumBQl2ckwaxGbVDTbkTTf0eicZuWL2b+k+bXpO7v/Xukx1Ge
p/sjKA7k8tjSIh6iSClG4OT7UyOQXHLLygbeJPlraBIG6Z1TYpiS4yIYRLUZPWw8wCQqJQ7trs55
gfR1NZmSAdQA/1A5hGN8yRDGPQWGFvWj1yp26YmuX6xFYTPqZE7X1bbgdecu6YdzcozYDWZmFMKI
qwqVZK9/CnLgRNOLHLiStAbKmNNgsWD+LphjbmtCXtIaEzCn9bGTFSLJ/GPPm33I2w3NqlVMvErq
tMequ4Q4h0O/rcjH9rQllUNK8vNOs+my3KNzW+TZe8PcAzqTADJPhyFcN1MLilRacgGi4bZ1nGhX
f+02vC3bzAO+osGI4IipLjEggFhT+PbCebJsYH712YxykLCsC/MR8dmrw7i9D7Yx2dkb3+WQYQc5
XpGhLJ4ZiV6Q/QZT2LDG+KAR7OAdsSb814NH7LsN9u5+3r6Ub0DTmXN/RY3xhFssBMMEZlDbY034
6u0wPN5vH3+tXWF919rjemPzxICdUnFFkb63M/4mM0G+gR6jc5BW9XZ23kJ7u92ScuOSnPSuYv+I
ydOXteWwyjaFXBFmfLFZFadErCnh3ulfZgj5sOFyR5XPfz9PFNMuufP1/+dun3rYsbo6YX/kNnYe
H369TCvbFn5+cp7V8g1iOh02iQI+gfmslxTNZuzmWhfk02vrHFYNuX8MsZkcq7xLgi1wZHd0nnmx
9LKMntFktFQ3Dbnvx758yrfivL6bvJ8muXMLp7mnC3+fnkTytHm+LanfOcSrkz2jyTztKB0w4aoD
TSfcHsrexpLGT2lXfEJYNoFzxMZaDkEm7v2XvJwRZN67P3Q49NmiS4ZRopQdZ+Pbn/9oJfoZEea1
x4EyALwHIqotPviP/+uhMc8bE2HzGAM45VPpQBqT2e1P48cUe5t0vflh1z+Oqc0jydjLq2Nj3rcy
ZELUIrQ/TXaRYiL+6y/bzg/G9rjZ2XW5OnKlkfGlrggy7zqxujqUo0A5Ofrn5utZ4vhPbLMc+/ns
eAUDU3VUEetZsJpcwH7mAr/rn7KzC8nG4YnD8oLmP/JwVcxJAlHrZ7xmtP3bh4wc7u/vT9tHffv7
4QGbb9/fQXY3EOeT5/ry3jTbGIvRbo0iSKC8fx2dQ2ivttsH4pnkZ2Db9idHSthhCFeHymgQqema
EU2Iyin09s7bW2MjzUMe9NO6nQhWvn8GH9yjXVTNZ0fLKJC6VoqiB1bgtN+vYFf7p9Rp1qEjx0TC
TvRhv0meJhKgrZlrFBin7opZRpPUZoEdq9Dcp3b1fDiED4dks8JS4+2j6qw9Y+3Zki07tb35PN5W
YZyXweJjgiTRCwxKkk8fJ8BySctJPnIvkdEuatTWaU5Nz8EZnRVW+jyuH4jrurunL66nsux+nV0f
o1cMM4uCfIDE7N+ao2UXD07gbDg+wn95BPASUXzBVJBvXXDmnGCnghQrUqKAozdsKMfkVbJ9gC3d
xVhXdNwcj7yBRmyG6N+y8YciYwAkDPWRJkpxn27f+q2a23C8+sNENkfeFIT/4ir8ocXcVx11wShh
qsopI8/Om+ScVo/QLL/WBL2xP56Ox0/OcX4j8q9t9h+CzJ35qpQHlR5DNTsf3eM9mow7J8BAhGok
M9kSeUs8Mrrv0etu8wSc3VdI0iMNPTbzQ0JgozgIkGXT9OfrMJbCGkpVShrw7ySbaSDZNnty0tfb
b+6/yOl/iLBp0rbKAYVvwXORbMoXrV6RzY/d5rkj/xsz36J8Jqqm3BntXIAZ7SM52b7dEc3hsEKV
8I3rY7shSrUOsiALldOzc6/H7uDsds5ANv1AOIKy7JtjIvq/3x3bpYCMbziXOQ5NIdjrRF4HFzGW
NDgOx+5wb0e99Jb7PG/jsAShvfAUPvmd65NN8HSMRLLnkPovpvwPT4zWL8dUTqKYCv/hFWuCyWSD
rYK8ie5b9iPdB6djCWfZttO7n/ZTzNPNlJFbd8folaEzM19sIvr0Xldvq+3pW5etCXERtv6AvcMv
T16W7dwfjhn90htBMxuUZmc/6zsMqbnbwV0RHvafG667suyd/6HFqJZi6qo4KSGb+/1kH1YCWa22
656sXQSQOwTKt58CR3OwY5CGaqgwdQ7UHDoH6dg+b754HPFEU2FCR6Q+OzkQKUcaGXaHwW3sU4li
LHKdPN3BpcXk0LRCnLEii77swwrjcGIb+nclnHgxFM+eKkxwOrWAdOnft/Q62fr68PZBTuTh5efP
wXlHAM65JS5bjFdpTXkW6gkVegkunonY0I6c1HY4ftX3LPIbj4sF+XVWmObityF5PZTbtw+BIMaH
Q0cMd01M8h6TH9hubE8ELgNH7S/6dBpmDgBADrAXm87VFOhjzPNUECA07nx09pzPpzbwirWzz6d6
5cys6MqoZM2UwjG3EIFoJG+J+DlteTe1+HzPyDDKUYUO9jXKxjOcYeNw59Lg+vabXQ7czmgwKhCr
7f0mscBKhmGAUBKHVUT6PUY/Jaf4EK5LZ3z4HykyCnBMAj/Is5xejrxunVcMBEnIaCOi2fDMy7Lj
eMYdowCjrjXixMqUU72qHXpTo1enzo+nzfGLl1X9LrnfEgrGcTKxUHJQVZxkBzrOKnR0z8XzPfKY
4ggfi73CAgh1VnXwFGNe1unpayDBB+eKOILHQmm0MjeGMgOJ54NqYxwlSSes3lpxtTl9JzeO7FtV
nb0jOalQGg1AZ1rvX/X1W7YTRpLfbTYV79CWnac/kvDdyn1GyjLrrPA13M7hEIukdOFVYD4eTC43
78c7PEY5pL5QZZ0JSpX76tyvViN5zPe/UuLCw7X3z8Xm9mUtm48zzhgtMTf+LPUlDhGjeMkr0pvb
x0fDfkDfivdzQ0vo3GujBunWtTE6I6nmEQ0loBg968J6tN3N5midspeE/DPbeMYcoyyKNAjiRsFh
JtTjNQi4264fVVqFce0dNAbHarEjs/8Vap4RZDRGBbQQ1q+BoLjW3/aH+9W2JfNd88vefB2P/+Ak
0ZWAJmqsXsfcSJWNg3rfwqQCtYU7kyWbeWUQ9RhWTi/v2swxX24LyvcK2MtruyTG+DPYcaX2UlLh
Ve9fkb5CYme7XltH1Ezww7GQC5noS2KMU4P9alVWF5QYUpxk9uqQhM6WuHdNR0tCPHJU5G7xxjg1
VaPWPdYgKqemxryuyZZ3FSnoUPWDF9nySRsRw9gc+8yjyTz0QM2nJI5q5WRhj2ruFqpEBvGpsjhk
uEfJPPAwj7J0lMCb84rIaMD8OLeZVrvcfdpsgEDlHeW1/rq8OeZ1S7FgSUMHtvavB1En+bvo4aHd
lsVrG3ZJg3nWed1HwZB30JGDs3oFVu5B7OzWtm9TWTD/l2SYxzzVYwEoNlgZ7L1oJ7ijgGT2dK92
difB4eAd3XUu4JIe4wIY5v+Rdl27rSPL9osIMIfXbgZlWbJky34h7L23mXPm19/FjYs7VptHPOfc
wcxgAqBid1dVV1dYK6xVroI8Uzruy0vEkXGPfNiil1rQPPYVNIyY6CrFv0eU/CmvSwo3bcsDY2Lx
OXOEGKNa4HSAUn6DEsCAETn9urWmbCX+eYm6ejrsR+IYV8GhsWDMp13bvwQfvt09pUtOfeFc2HG6
1osqAczNiDNOt214kTtT5ez4JUdiYbug2TMB9Z0OsM8eTgm0ZNQh62VvcmRP3HVL8cR67shSynym
WeBeFOMYNF+sVd3FxnEGCWvSPPmQs5QNmslP3kth/IGfZHKd6ZDysr81L++DZZAx3wDkXZ0ejs8W
VclbTMiBe9vut9xxvzVpcUTdGJWf/+99+fdbv0VxapB1WtBPih+opHH+RGuAs1ur5T6MJY1hPEfE
x3ozDriYO4qaYBeuNWpoNFWJSc0Fc1vwhRLjNBo02Va11yJHSbZm3hJ9N/yKnpdc04KRsdDJI0Ci
QRMxqaVC9qbuAITx/XghjhOCkoK8LDjeSfMemLTMhBpp6foRz+Ocbr1nKaTcmQbxcspZyqn198t1
j+mqfSSPcSGVmJWin2EP9+bRLzY7VFM1agpPhtksJfBmCgR39sASZPKFWPHxtJO4VNx3hNwZsY9r
lHW8dbDeoTdo8bZcusfkafnf1F5r3Nor0K2ICOC2P+5Jsu/WdDH0XVIRxp14VaG79QgpDe0w10yQ
9KoTQrgrWNtQ/XAWBS5EGuysYTUMRtxK0JLx+KKfgDC3ahZTQTMPv/vjYkKN0s9qt+uqKaC/mSMy
Xr3pOnsAVj1W+aXNYxzGmIpe3RmTl0wApZou/PqSq5cZJ5Hkfsm3LVaRvGQq0TdBTit9LQcks403
Y+kOWzgYllEvrarBUMq/e9aa/Ithi78bkYirarVUcF5SbbZRMdRjMGlKEGXuEdwKps3vK7t4w022
lBRkGUTwtLvTBJZ5vhnKAOROEKWiZ+CmlgCiNcgRVa6KrL0N/1ymVu8UMN+vxefQktNggciLVK2k
Icd9AjRtZOJFC/1cAJcwk71mGU7TEvTxX2lDczPdLzjjhfuFJU4R06iJkukqi2tLHumFo7FuKuPS
a2jxJBn3IbgISZsScobJ0HwTz6/YRs4SIdbCimZSbfcnyYQkGLYZEqnPJXTsvOxBO9CclcP4jmSb
h9LbYsKNhfn7oTiMCwFqLV6z0wMMTRH7/FMnUzC3XaxyT1/94BJTGBeCPt4k4RWI6ejLTTvapmh1
jYVi1GhZK7DRPXZYM5mO+01kXEopZkOkTk/mF0VAfL8dMe/ldNTsBSsqV5SEZLXSzCWimyV/zCJl
erEMPC1x2kwf02wupTyGpL48eyk6nnfIALbGuC3qAGyTYZT1YdlFA4LjhsY84U5yRZeCqimM+Xli
/8hgwpzWEJrBr7vJeW37VwspDvK1VEf5F2mbf4QwsU2hJ2U/uhBym7pAK7pOKJqODug42qTO6r98
v/wjboqMv8caUSfx1YAoYLu/7ZM9rUz6jDTiwtZNzuDRzjERjaqmkjoWWNRLzhOMry15iGlTHv0+
44zaWtQjocTvR+RlL5nC4YA32GqxQ2veZP/ZLMYRFVnbuz3wkKAA1Ydhj9u9jT/QZFr/Nmh6KALS
7eiwwm2m2/QrvC6Y8Pw9/Y94xjENWuLKZQPx9tFGB7TVmIvZ5aWDYpxSkBaqLyvTCm+4oNGIfLxc
0PTmORaa4NFWuvkyzK8F5Zh3uCpQMgH/JAG5aFr3Nx3kAMNU19qIJxGwnnfRIX7j/8jHZp1aEaZu
n8PVYv/izE6CAw5IIRNXCPBHmGX2CogA3XbkL4NbjRZy296bB05kiM951PjGQNxlujGsAgOjDRlI
gA6Ikcr/bJBrumeAdj3xEgKRVAH/wP2y0ScmKBwn8pe8OoUxMC9TS89eH+vMzEtpaiHRwENoYGaM
5abQAnfgs6oQL310Ab09CRp54WL5i2zO2B5ETABQmLkGWyezDF3BhIFYlCLC+ojc4jWy9u9eSY8x
aoze4bgWtmeOOulq96oSzNwRrFS0m121O1jX1nleUKbZBWsgQf2L7gr67vtNjTIxUNImR/Owj5SB
VJhKtQQNNRePKIBQAkcEMCSAa8LIiBNARnm1h+iuprfRDDFJppEOkGwALrc3G/TQ96GpHtyFnZ6x
TSDOycD1ApwKkFmYG9zTRU9uShFiZYlk7aoFOkGzGKFPDp85TqAegKUZc8YTrhdzIdQ9+GYKsH5e
zGPx3r66O26z+QJnm/JkPlbNObO/k8RcCpHSeWPuQ1JpbzUSXgwrEszIXG0B20hL+7G0uecAJkQA
Do1jA+IICy+bxYWMAAGeLSIR2Rep1Ypk9JAYkdAlc26pjEmLajxwe0xNtc4VJS5zQTXnMvvoWOEB
bwwaDiCDMAc4eH1fyi6HkHkjHj77VQ0olxUCdI13kjUN7JSa47FbPV74TAMIsHsxIggcDky8/ZgN
CxW+Hgc+kS9SuQ6NVdOplN9FFQ3PuWOoILaijUZAbr4gdiZYwl5P6PUapgaB8n1viHwXJZzmCsYF
iXGr3YrrYg3ArNfTki//22fEKCzQH7BGECUBBJclkk24UE37QoIgcxioWXzwU39B+RKTo7r20FTJ
keSjxT9Je8Gnr2GAOpG04QnaSXWNCE9Ld+hcpH33QYx7CAUjrWMAw1/AV3bYx3awqei7t+KIdogB
53AIrcwnp6XOxOlXH20Ds99u57uKx2Mb4oAY52gHQ3peUKWZGPvbwjDcfH+kQiP3fAyYp8vQmqDW
DOJtvwWQiLIUzc2EWXdymDhbb4DgLniQsw3XjTUYtO1s4yCT6kKtODWpVJBNmC1412l//vX+AfPy
fnFhLSdeA5CiC2SOFvCMW97M3A/wi7pUuSwYx+PDUtmOJbB3KHKRq5POihsMPZtdRUI7oYpKDhuJ
WuotMxfTtEtCGX/rdzEXjgm21SzXnNXTQ0qXWB5mjNEAdPtEPzVxoADb6X4XwbfFxVnnGhfJlEjq
pABzNwFCSb0rd6zX7aviVNcQL09QWih7IB2rqR1F1EOBbj2e83dAWtUkii+e4rh/Hu/5z9UDXpHn
EarATag8m6Pm695LMt93L2NhqtWu1pJ1JhtEaNEmHMe2tjST+1OfIA9z2YBvBUQNwMjud6JPebHO
isi9gE/tcvGBZE5uS5e1Oh3ZvdLeC2FeBCpaPo28hJCX2/GPbW91ukWuyxZMoSXJKnP2trndYwzh
uMZMq7fyj09vm43lHz4Oh4O0SZ7wGj+F6M7bbAKbbjbP9GMpefO3nfHRJ07n8i2494LRU10Fn2ii
w/7z00D2vDUztDPvC3JxDhs0TY2bjUBHa4VWAY8uQstOKvfjAxQwjE/UEIi1GccIvGZFLEvXRTVw
tNuWKKtx1b3lA4lX2ZF7W+phmT2Sf8Sxj5kE8GrRWBruRdZzGqo3pVh4NsyEnzj0bxIY9+gVUp11
LSSUdroOKvJeEN4qNgU1qH/w3nLSv5RUXD02H/GnUzaAMKaB4g4Qajw28/4cgyLX+zRL5WkqNiMF
kekxIPaZOOg72kGdruiYWVKemWkaxBCIRdEEj95OJLDuhXpV7IZV0MkXPCoEEw2laM8pTPd4+OhI
ZjWWhlju+ePxSv+WbBmFuRPKWK6aguBariG0NGE1FcFYUvDHNdf2/rb9bZi/f2crs2tXRQaz2aSU
ntSEAD3p9PL4O+bO+e47GOPWOaHl6gLfISMRZGeb2AxO3sl9WpPhllrqq/zJLdxLMz7yTiJjqyLo
iIawaORLGpD3XCLquvTspSh4xh7vhDD26IUicPcUCDGN47v65zzGpHdQRDs93r6fwcqd6rC9Vn6V
an0ptvJFd/zj+UnacL8fC1hSTnbaZAhyzeUNSBiP/HuNRJBkYqJg7RDZ3PWb7hYTel1ipJuZoMCy
VLAliyBdALvZ5H6+udNoSDIOQO3YPYyKY4bBsy7V/kLADUr67dnRqEMV+sxvBwJO9q/TEkHCTJv3
vXzGIjm5F/1E6SfjSNCAOFVx7IJeELzs1xF9ep1mrA/XZ3/jg43vtHCmM8nRe+mMaSJCS4Mwwurb
W/ChbmCZ/QoNl3Dq1tPrLlsfANQAENOFg55xfXd7zhgi3vr439OeTwOopn1UVpe1ymEO7qxZFppK
Nl/D57TjnmkuVrFmreXbeTMmKQEZGukMyEY7hodS4Ev8vCbjybKSpw95FyIFTY3/ph/ifp8ZGwXH
VquNGk65suzUvMD5OTJaMN+0JX2eeRNDElJwMiIlZO3ZEVsVHKKppws4UZjPp7BdOzHZAYjAQj0i
MAey1H00g/NxL5DJb2RASqmFEQK35h7ElGvo0Fk3z6rpoMVUnGJWigTEYrVn1rV+Wydjt6CybtHc
D7HoL9nnNnjD44O4+61dtqf4fRp6WiqIzAVedzvLWKo2Jplm9JDY0K1pR6vCaVf9a0aN8x90Dzk1
Kk0f12u5j7DLxvqkHLW1bsWWfFhw+HORw92HMEYr1r4i+Ak+JELHy95u171LMBjiBLvdTtrkZJOZ
6Czi/4067PwV+m3XGcstQjURlAiiC+sF/WyYq8icckDAy69Oi/NXMxH/3ToZU5Vdqe3bip/WGT61
6aXJqKKRkrci9ahGC8/VmezZvR4zJipyEgeYrknaSNsUfpB/fttUaHM8TVVR87ELXNpInXn6K+B0
8VyQXE5lIlsA2j8qbJjomeZ5gBiy4OZnetzv1qYL95ecXurlKJVwevq+2ADlhRAH00QYZsPYMegg
AlNbL6zvZ0HgXiIT3QL5OgqiGhIVFJDebSdarxYkzMYj/6iizvidaqwTPe4gITdtZeUR4WBZhw2e
O4h8lpKd8/fkN2GMtwkkpZSUFMfVmmB/Aum6efkbHzzppsM58SqxORBq5AtaMh+cfBPLuBzfSEJR
iCA2Idv9HsMkiIfstW4S8ovsOhNPvc3Ks3+vloZxllyMzriYGKwz8ZBB8Mtti5DEtgV4mOzKWcT5
tbPwqtw8c2YKZMGQLunqdG4/Xgvf1sy4mLCOq07uIDoj/hNIZwgmFnCZ7NAmaX1Y9BmpvtMSke+i
OTKuJhn0ELlsCOWnkSqc7SWh57Xj2s5BRFfVguouLZFxNaEfxYbcwNVst2oHuOXn1VSJ/m/GI+6M
kKWorpVSj3xdlC/+m/8s/lZRQ+XeOrI9LSnq3/bHB4fG0s30hsCpPBhSLi8+sG+jA2ar981LuRPM
z3VB+5qcz7gfdwcRo/gHlSCc31ma8+aCmntC/og+/387zKbNQq8TxmayV9ESCI6TRNTZYWrXt+Tz
Y1EzrUn3m8z4oToFumzfYJNhoRzhP+x1TwgJKNT12juY0Tx9LZnIgnM1GG/Uot8r5lMFb5bcjo8g
MeLX6GdYUc40zG77DNwdzzTeuB2wEh8v9m+n5KNzZhxSGHpKGddYbFQSUwPAcc2ZZxvJycYpXAC1
EvQtT/UgdMnCjrbm9nn1TN/eXhGajPTtgBajxx800y5+v/uMo/LlovRzHreAui+sTw4vl7XgtBZF
9qQhvx8LW4oA2cqIzueVP1TY9+gLPIcWEm42sLDWgSMkRPz1No0rajskM8wV/UA+GI7y8QdMu/to
9xkvpfpRkw6hjEv18xf4Uh//+Exn0f1WMl6pkjKp8zqcbQizJcBnsw4f1mMZC48FAK7eByL9WAfg
C4DnU7ytDc7LkcRPPsVYCYeyIUe6xsEjrD6HxCqMFU/S64LpTDv0YwfBRaiCFFUE5zcTCPFu4wWh
YcBY053yKf8CatSChNmw5JsE8X6F5SDV6AmAhMg/ieB9aMyBowpHXh7v5PyN9U0O43a41tV8aYQu
8hT1R8t5en0V6NR8iVh16cE+rxrfhDEOJ6mzTJyeW5faIGV+1L/a5CqMCJJTq7oMWzBiAtzi8QIn
w310UoynMfShTSsB+xh83ar4JeM2jb5wVPNv5W/LYpxH6YeVKyQ6KrnkNsFgTfgV5+t1AklaOK4l
vWOCGr6vPbUasIHbIDXHrWyOumkuRqlLusf4h1SMwtgXtClcvGHWqOdJ/NlbgMcIzK9uZQDM6GWx
H3FepoaMChhvZJ1FreBDA1eR7CuY2TLjIxwhLqKvbotHzOr3YsF/Mp6fSvF/wtjBrVJpuayLAKeN
CfG9GevIDOqEArtiUdLsFQtk4/9dFjvDVeiDIIJzQcHrAoNIBsluiziO8y/ObzIYVzGUICFWRPdv
CuMdfMlonnBEsgE4Uews6N9M0wKc+zdZjLvIxlrQBxeyjNXelNCXZYvr3kreDs3SqLg0b7n/bB3j
LNASkha8yMED4pCm0tT7cd9Y+dqsqH05n8+OQXNr5+zemt0BKBabry8gBC7Omcy0/N+vmHEgveH6
nltCMQ07nabI3bXdrMXtUhPhDNbovRzGiUSB3DSh68EAtq1Z4CJDDhkoHekW+SDUjjb0OaWnk7kE
tDUf+Xw7UcalCF0bu9KA9b3c9jfNbvbj6XCd1Icuvo7mvNfU5qOC51sWRXYmr23aQnK7GCj2G5RD
M6IOSI9wL8FaviHQQrD5e2s+9v6TjrCGLoIxeKJnkDTQBt7foh5f5GWZSMpFVjMigqKpX2rjmaIZ
VgIYetEliPobSDIZ9VDAsZhp/LQmkgukJPRD+LN0h82GO9+FMLrRNn7M6W2mYD6dmO/VR3Tg6W2b
fO1vAfqkkOoxh92/AX875ya/i2VUQ5Yz1c3HSey+Nv1gGvyvMPXsXmpSmQ7AoKyabqCUvx8f2myW
5Ltc5v6Rs2bkuiGZnKaG9f4FSwKm5M66AtduKSiZU8rvwphwlc/0ui6TXLmMDdWLQ+Juxg8/dgxz
CZFi1tL+kfQjaK0rpXVFcdrOG3qhpddot2mvQB9cWtFsmu67ICY6bZNI8ZtJUIRKEBCEbeTTge7r
PGGKQbSVZSyj6Qf/tRGgj+/ezEJZr+VmOrCIAIkQXd706/cyCsXiBjKXT2nkbVzhwQoxpXnTHQ3l
bg1tXPnWP4Pk1DSXdvLv0OejhTF30Bh6DXjEIBG5+tteQar6xq14sLwZpvqLmquXCat22OAv54RJ
2+t1Y430NY3RlE0Bb7P0PbNX/feTZbyNJBV9O0j4HlSd7MTKnP7cWiupW3wWzJ2ojAFzZaoAocGA
OdESeHBNn3QQxKVkb9xEwMnaHuoDz0vGPhf4fZfEHKrccroRNpA0PiN85mKqEcNu4WnQBgp3OiWy
CZRpwcXMWf13qczBGuKQaD2YDS6hQYbITBy+RupsfEK9Z0LDEpH9/b1Ub5l+k1UmWUXLJ7rKgevO
djq1DeZHy0FRLrebALglsGMVRCC+rRhmvipK0yUgVKabE21WiQu80CWqDWHpA5hDbWUXYaIoKxf0
Y7ofSW6Ll3bF+9RLPmSeor82wyTBUDhS4Dze7tkL7PvSmUMOQQjL9TGWnlagOUOFln8z6G7XIPWM
UINozivl0Rfpn8YlNtrZB+530cxJIyHrqbEP0fkv0erLiyyuVbS6Ny764DpTfNPfDIPy7jZCt3i8
yZ7/q0oqGFanHie0wgpsqz9vpFj46GtIRAPU67h/yc7eyY/J9dq9+qhr/l7Y6zmD+i6PWXCSYJ6j
0SBvG+aIz32BqmZLXAwC5q9oZ0b+e7B3wGU2dgqQSzPLdwaMfq2k/2KyzUDLoQj2ExWMlYjC7m8F
EGxEE3ifdokxt8TLxNdOna1s6qm2Mqy6z9NJHgkad5bsbMa27+Qy4UNSar6L6TYNz3HgUgM041Zg
pPXyOcLWzvJavvxKgfy7Gd839X7Frb+0xVmxpS9gYoqiFgHvJ+ILvJXyijHkT8y0nl5u8ua2rTa/
PXtYLRz6nJZPkwGagm4spKXY8YohB65GgjaxSxc9BRfRREFn2Cb2lMY5VVvfUd4ea9lfrA7Gmd0J
ZJY4gPfKi1sOWobebiGhPj32ZrDiW4u7JuuPzbN7eN5YxH/5W19C0wBaBmoAVkeYIVj4lOnSYz5F
FpGOMEDSjeEIFrmhyjS9N7qKu+ieHfXg9dEu+mfJOWXwpGBOScg3nfSWjRpRuq8ks6PmFHZmYPQk
4HOSix9FvlfCkoRwgTGQQFdRuANbWJIeW522/ZqLGyrql5I7+COoy0j8J1nqF517Vn9fwt+6yLfu
oSHPhjpXS+4iPFdfUr0WDR+Qv42xd8GAc+LWhUvb5vJ43+bCxDuhTJg4jKoAxpiCu3C8WSJ2ssPf
nGApWxC8gv+B6Ecq7PnLlUcvy2mpG3PuWX0nnLmLYj/R/NjAitMGzcbPUcyb3pMqnYfczAqQ23Jn
MV1Ie88MAMBE/lEUFjKikPRC7vWcuygiLSrb1akgEqP5024/ARks/SnKdfPLJb80hYwyfGIRCktx
x4KuyoxzHmMOk28i9lwCnZtI/5yPU2kyt3rOwhgp+ChWC4c87eOdccAqMJcETkQR7Lo/oM30RufB
Adu7F0+n9j475M+yFdqaRmLUCw8WbS109NDkuGCUfzX2kVxGucpcDxVfhNxKWNev5dabWkvOFZVW
SKSYlz2PglpsE6eynUtq2o7nhAifQ3/9HFuGiubN1Imp9PR4N34moP/uBqZtsBEAZ2LdpMJnvaq6
onspXoyA6FVE2k8Unz6LxCyNZ45viJovxD4/NZ2RyXhKva3d1JclNFprv6StcVLo5roEefWzpHQv
5EdGMwN2KCbv3AuSZMkKl55GbtvcbH1LfYocDNvoT5prKQPhAQtk4wZGke8LMBLi+B9r+PQlaK0X
VUGRBPzL/a1vFEMbi6mK5UouCv7Hz+MEKA361NTFhM3GX+Jz/pl9ZwQy+8sXSuknreJe+nJV12i2
bn83e20/WuXhkFzgsu0A2UFxtaDhPzsu7+WyXBtpm6cudty9bKOv7S06ZCSxfFCVvbv2axRMzXLo
MpheL8bT6Tk+PZ8WdHnWsv/ZaI2xMB0k2YJU6e4lUwhfkZontcWdkidENXDYj4X9nB+ZFot5VVkA
+YOgsY0cjdcYNS/73GUrO+4pfEp3rjWQ0EJPE5U3gAlHnylIMTxnxDzQW9JO9XnMcj1/Pf6On3EO
8x1MTClgoi7LBM4FnIATFSTTLHFHIzMwA/srtOqCfG1V67HMn4O0jExGo3WfEwRR97iLGWdAlO13
dvzrYgcRuaz3pHuXJfKh2itxuxleT6tVbGkfH4P5cUWUuxTZTqrMOlWQKqO9WBKm9wRzexhe4VXu
gEgHsyMvHpKA46U9+rfkINNoozvdvhPIJrYqPCXllbGp38NNSTeFQMylqbZZr/b9U5hMxCD1Jec2
+JQqXin1a89TRdp2z55AQvDU7rj140P4+XYFyTigOfF2mdaOQYd7t5LrXQ36IVg54pTmAD9q9SC6
QE3KR4FoIZr+8YKaZOG21MCFCqFsQJnwWpIZKpRMqekAfLp0y+mYhToYCxHYz0TnX0GYkATLnIRT
ZRZVB2FTFlqIgISYybl5byOkV9Wj8vUhmrHVXldI+WuLYAI/s0j3YtmmwTbSMqQ8Iw75VTPCXsoh
2RW2aiNoX6JYmnMc4D8ELZSEv4kIQO7PLeo7IwszyGqn3o5Tu7KlVXeN3i+TvyBo5gH1l/Usv2ZH
1KvQVvMJs+m2DV3qL567+u8+hElBZHqhNVmKDylUIh9CY6O6lkh7/dRov2qaNCTvFngNfmYPp33+
tnbGXKN84PsxgsiX7b4389+2/f6+3263qxxodtUxhRWr9Dj8uVQFaa5WchGmrEDxhus5XU7STtIY
54FXOLAVFJBrCphUuj8JQcgiFGAU7hJ7VpMDv2rLe8e8Jr5hN4ajx1TtD8Gb0dOudSrDXrDfH0/i
aS9whSBdiqYJzB8z0nND9pumgxPViLtPMaMUUC80O1sEpu/vbOIEWYI4n10wxKqYQgZ56V+X8u1R
lYZcFGWNxl0y4dhia/ksXYoBfpR38fMg98SadOQ3FJXd09z1+qFp/KuoH9BkQJNwLUWnnLupMsBv
U5ujiaUCDsD1XlLpTd9KI8UGD/lGEbdKaI2GuxBtztob5sk1aSKfNcDkfL/PoiGUWYCejuvInfx6
3Rcnubv2/WuF7F5O9YyKxYs41ESqbq1ohqNmtSMZX8LuQ9NoixllzctMaQTB/R+uo4ER0DGzO3Wv
SWaLHsOgXooXp9oVq5bYREVCk70m/iBm9rTcleOg9a6SrbngQohvsoaAsU7J2BA5o7pkpaVTeHTA
Ey15ir2FkOJvQMp+AAAVFFVWRABEsD2HWt0lVVwo/jVJUcN70oHAbyKOS9fdRy2b3ccI5Gmzehnz
vVC81TmAMlQgy2ufWUbRuhIWoanYCVAKbL2mjTTlNmUr4z7Gc3FNDCp4hFfPskECqx0sXrESzeYl
KjjuztCpYffRWn3NRzoegnXjEkygC4aZbXzVdjGh/ttFIuJS710KyqEwIRJHmsD0Pzpwf7m/H5vo
rLsyJEPW0dI0aTUTW/lV4yq8q/pXLqT+sSDhTaT6xqexaQMRnsKATAv9iCl5OspmvIpMKz9vIvtD
+1hpa8WsbWPVeYvpnZlLUkOtDCgm05sNWCaM405EX9a8QYaNjXshJ8FI86dG44lSequi2Lf7IKFc
TLJnPTNTbqW4z2VP2nOt0kZesq6fLgXfAjdmIAxGFp8NgwdUudJxCINrjcnkfD0IZvyBEy7+KKE9
RD3Jo0vpUVEwOWUzxUEdqcKWDCgpeIElxja3NhSaRpbQvnbcUnT40xkhwYw/YEuIW1CNvjf9JA+L
KOuS4OqvuZtvZ+5TFa74rwpP74NbkBxD1RmJuF/jnyR6D/m9EWJYgF+J//EcrIHvAPE1QER00JJJ
TLyc9b1a1l0ZXOPhyXiG+Si75IoyQzOcuCYAio9d/lGRgR9NXneKZ61duHdnXmYAmkGFRZiuOTCj
MRsRcMlYCj4XXgs0GLS0Gmmm0exP5b5mFjdsuwKIIruWlM0B4SpXnvvMLjyr00n26R0jZe9yCPvs
KjyG57qkykISYvLA9/7m/usmHft2LZW9X43S9HU1xnV9Gga4mOCCx72RnV2etLX52K5nHsgabgRU
ICSQGk/ILvcCi3Jshnr0k2so7nLwYXzwrtWEZsFvs73r2nAxwYUvV4JE/Cuo0ceCeEsdDD8TnKBB
5yWM4Sg8KmACGwa6aRnyrRSl18ZJwXbz5L6hxQve1exem3V85b2Fa2XGUO/kMSqQqHnduyHkpfyX
gesOnZOPd/VnPDMtSEbsjkhKVdixkT5JBc0z0vQK9EoPhMBf3ee/MZ02RUWMrtxJYXRFcDFVqXpl
em31dXPqt5Jdb40NktVeucpMecs1C7Yz6QIrUDJ0DSQI6GgR2aQC+j1qTpL87OqWX7Vv9/VLmy3Q
hs88HYEl+k3GtOhvBpAFEzduARn5+laLhA+36oVz+G05oCr1n5+SjMcV3DXo1zW2w901Ek+s2zq7
IpZoBgvZrhS445UlvHCLk4RzZ/VdFmNmeVuEsTJW2VX71ZXwO4Tf+v4uCl+4+qjeqoZWrR1n1uMF
zuRZEXgivgWbPWI7DOTfb2bYFFJqBFp+9VvajgggtFuUrlvOBu2wL+3aykwii3+Svop4JMhn19HF
a1bcyTN2nPIeCCERBVJ4Kx3tWB1RQlNMaJyuNO1Wcy9NtR4rS6/WbYBsy2ZAZIIRvQFxYkiz5tld
ypX+1D7kKHF5TWaFcJp9D+ep1PpB1xVXPzAV5T1L93Kz8BD56X0hAjkEZBBUES/uKRz9pnxxWrmc
a4zFFWjfpO+fS7QZBGe+U1bDOj2p58fH87PkYOgAeJNUoEshbkDm4l4cuuGkgeer4opkaNsQTaDt
2i8dvzmo68osz8JZwWC2EUWIN3+rhcMtGdvk6O4NGh8AazaQvUO8wsJehGHSJULQY709mu0AieYh
/Y/O4Y60e7eixlOzyuWFG+cnpte06m9CmdSk1nc8ujchdN9fxOun/Rk+x6MZbwUgzmxqDHbYFtUc
gJw8K2satqvHmz53xMb0moDdg3eMNfq8al1J6Oriqoxm7pKu152oR1exYZjpR1BTpeLpY4l/kZh/
7LIqYtEAABGAG3h/zLEh1W7RDOBoMqXezlBXTFOBCKKlfxUvDaCKCmJYKUdd3oxTSwjsJiOdTMcz
+mxIsB1UmqLy9lGEyOGKg4nILMaoUQnSIJ+WMR09Wj31f9Kc9mgZadY50G8D2oz73l+VyUr9FCva
cqsit3K8TRaRs35yD+AhOYHOYWEaQNpYJRJ6MdDHVimvvkT4OqZx+Rom1CvsMhqo1L0HmcO7L4Zv
R2+Dcu5lU+6epT8oMikKQPtpagDBzZZ0y0hWIco7FRquy3WLNirR5PEURSlMWxm96WvbRjAzw8Z/
VJDPfnxI+s8r+34VjFYKRZyrvKKWV4y0B4apoeFI20tA5Rp31df4iW4JlIBcJ/0DLnDvbdTXYWgL
muMOVNNXVUijcSPyzmAOqhnWqy51jPEp5ncyZ2W5XbrUPyvSMXvS3oOzlFuB9Op1YJREYXmwvKP8
q3YtLduBI9F97blt6UjqRjVOGh51f4rQKROTC14iw6miYyTYI7dyI1tUaHnI8ObOD0OYW1FbUNkn
o4NBCR+/4m84hYQqlSB+VxUWX9pCS4fuyf9sfLMwRKRy8OdTh95XX1nYzp+znYxSTPfhN08a1JWk
lrpcXsVNuN5zt2PjJAWJkUtzeBPgnT5REdqS8U8Oyl68Xq3UKZ3AXir/K9OxMbYnqBgaQHQJIBTh
72vg23cULecDmEwvr9Kx+9J+ZYfiUK99WwAIhHdJdnYKrpnjQEc7OnhE2ytOeACDKtLz15i80v8h
7buWXDd2aL+IVczhlUEUpZE0QZr0wpqwh6GZM/n1d3F8ry21eNVlH9vHPlW7SiC60Wg0sLAAtkuM
JOIxgwy9hrz1jFm+p7XiiqvoEDNejwspSP3iS6mH0VjlEqk5rTrxWm1l9c/crq0+ZY+Ki10lq5Al
b8ngz1eGygWVxSBJVYCVEQ7Vqka9Zp5YO4EWRLfDle/5K2EvHxLMLm4ZHnihTHOhKV2OlDJeTeEz
YBsP5DnYdsrj9Cbvet2qa1Nt36bRQ9yR2zHZ5ApMQ3y6fdTFhVvvfKUl6qj3RPVh/lhpYy1aUWAN
SDoDDfQa4CSY0Qo1OVvy8m1mKW++VW9yJ99K3gxOuf0d/x/bVEEmi2YwEPNRO6CgEtqn6fwd2/JD
faitYZvZ1bQSVbw+tzgu/DzvMfGKzGx/+JfifijtEomWffPNx5bxpa3TNDWVTenmnRMT0ze52jRK
iwOzUbuarYYc+iMnuP1051uNndrdPhDN9jN+6OBENsT2NYZOC+E79laTgCkAmkLUfkvRZ+dN6MfE
SLWoPo29HQ4IHn/U3LD0LFm34h3Pl1ZccvtK+9evZkhFDIWcgm4g+ULtqM53qRIpPmxZdvzEbJ+H
ITS193AbdE8qi9F1odo0S9OQptbxaNZ+fd+ZjqUsApLDxfUpRHan/hM24kptdlX+AmCQXKyn+Evp
IrOR3AgTC1orS0RGRLF4dM8+gMrFxWEb9nxO6pNMvAQgUYTdXkM8vd4ODC+xkPa71JXySuqUVaGk
Q1d+s+MO8XFa8R8HUAepVrpu5lY2ZPyauW3femlB5ZN6eKuZiZVZjfNRmOXqJ/HWmJyAq8oKVqxX
1cKL4GIjqAOEjkFpTOX544gnFOs0lk11eLx9Sq8Jo3CTaUgv4kGA3pSrU6pmKtKeTfBr0XH9VirH
RFkrh5SAf1U7qeO2bF2uWGlgEuKAmNiVDfK0TjO8DeBFHF0+Otz+oIWMzfxBGt50+BxUbOZM37n5
6UEydip2X8MV3ob7YdUj7kPU1GAGKHc3YYSPwlu6ARCPyfn3iaV8J5uMBeBcskE8LcHKCNZNRNLU
0xJoZbUolQY2CM7+tlz54fOUf/k1AAb+wHinLMlCH62mafO4YJnOXZYFIX2vhs0JeOzmC4EMhww3
koWoPyDzzVhecSFi0GdkKkAqGoJa6g0YanU35FPZnKR+qwuv+g8HzmFNA/mPSQJXUmpLD5yyJhuR
MNIrS+9B4Vw0da4FtUiLKCuaU/UlfBJJsqTRlhUrb3SQR0VWbbaynT+pijvsazmyMqAM8mqrsx7a
CyVgIMLOloA69HnW5xhqXDcnTBb2jvGTAjf3prlPOpLFB80WGUds0aGey6POcScXQcELkOfzGwwb
JOKuxIzZIkbF5aHpPb21BGLygqV1a+1odAxvuhh5GYI04+5/LxBqxw1p8nOuaZtTm6KgUmwL2ZFL
yx92RaM4lRFbtYA2gNL01SPD1uZfpqPTc8nUho9Zqwo1WoxOcd2bbYagWEutdHICHpXAP6S2p+Yj
K7/S8alut6LhBeNL2ljD2+3PuGaAmUuBiJAl+BSel34DpjOPQoRwUBINCzAiCL4HC7psi5lV7sbY
NE7F+4++f1BQw4lWgnVSvHSrO7HTmvVa8UTWEZg1vloRlNlkZIJn1sr5dJ59SkiiVipzuPSOvI+7
rnSQZtTnzMjYY5jm9MHlWyJ7WmhFr8JB7+28WN9ejN/o7+oLwDqKBIGO212j9kScx66LdVqfhNfc
Ue57JAQbMTFl3uGjLd4pgDjVLvDC9bAat+AWcf0EJfn4T4PX1qaqUAeLXjFwdxcGljJYWuQCPtj1
D7e/cskjIqf390dSJ7TwS9GIFSxTlZtjaUW4XdNtWaBMG1iIGm8Lu26tmu0DBXo0p/AwVzrvqwgp
5pvWFa5ACwRZqulN6BfAQ9MeX8lx9EIHqT9GvWrxZJyJpOyg1TIC9qq6PjUE2UQ8XEN/n8V2rDEe
AwsFxEvd5sfCmcFVbZxj9vivbgaoRoq7Fm1xko2svYO+CA/MpXcSiM4SJwOl9O11XdzEGdH729IO
YshL0UmWdFrRdvVJ3wiHPkisaoKUuD0kGuMCnS/jK5s+k0TFx8LUF0YSQlKTgUi+zzhlFdTly211
Fso481L+ow+1Z4EUC50MMrUTUmon7lP9ict1BgyHdKdmJp974a72GcnEhQgQXPWyIKiCoYiYy3G5
hG0fBbLWKaCnbkInhm8kxZsiMWzk90FKLd+FFMoltP6gRyDJqk/9ZrRkp/1TzlzYhd2uS6exk/tg
K30OSMoJFr/qrAj/lqze6xzeG9AHO+zJEwshv2A6sBoQ+s7VMh09eJd6G5WCzG3M1aekf4k0jNru
Hjq0pUYrCW/ovhv+yzKfiaPsp4/CpJw4vz6V2Z82x3AV/bMgEeM4LO6ljIageTtVzFm51AkReDw1
GM17ag2L+D+phG4KwgIELwkRdB03Cy8gwa9QW1kIQ8uNcdyeAt8JZEzMbUB2zmorWzQYwH7QzoXy
i6jTdwhXqTKHSLE9VXbiDbZgy39CcJBOaEut0Cbp6F5kpZ5+IB6ejOEjWMZBb2hJB0ArHHkt2pX5
c/tsLiB/APFHnp9HqgFVXjoPZvS+bpR53p6EzCzd8iR88q0dOIZVrxrkuDQLSWk0HMs8aDxs5W6L
xittJVvbDo1hg1luE9ZFv2TB5x9E7bZGJqPN5Kw9acJjpFp5suX6TUQiW4/NQA5MwNGQzliluilK
/WZ6FV0Vwzae1ZHhGpcuAAwwMowZtwwEGv2QGYSh0ruuak/bFIV2cId53WFaa4/jYUQ3NJLriZOa
3Z1dbIRdxbjGF/zyhezZWs8uH18q9Y7w2JUBRfVJ2DVDzri7Z3umXRdGJs1AN0wv0TTKJ4+TXBfp
1LYnKQXQbNg1xdZv10l9L/srhonNTuBclDHjcNDDiBoHUHz4P5fKRJ2ga60c9Kegt5tXwJkAyXIB
rMhA/rhDI+d4F4CNRrd6e43C4m3hV3kn1B9k9G0AmTSPM9Jo1Oo05PJUJGV3zGPvdcIRaz79A8i+
+7uccRvQhvsrSUWVEENZkAOip3x2SevnSSy2xzYxxT7dFD2/C2NMEgubh3j0gJxlLCxtJH8JBFnh
DJtB8x7lstSIF+Om0tsjJyIfjL7BTq4Z/n1RxIwbR+kdmBwalINR4klGjKg7JikqvWKI5pd/6dx/
lUDzIeBHioFCOPXEU42Qy9Ko6o7CpK44476UiBkEJUOPq7LDLAYQEmzN3OfIG9KlDbZqK3TTLKay
Vbe60119o2/6Z30TrAU7szlHcyLMtCk9wTLc3Cv2rReuRbOHv2MYJH3RzF8CtJzMyyiLgfWbUliY
9HpCsNQdUWiJ1nhR6aAjMFMO45K2Ib/m78Tcaz/zbY3qx78XrRvIy2CIBRIz+A5qEfgk1iuDDEcV
lYTIGXc5psPH+/aRyE9KfZRbrxN3qnivZE68B9MeQz7tcqC5DmwV0qMSLnHMLqLEG0VYxnk5HKMo
tEoOuEf9hGpULXu1xni5SvN+XvqcWZaExg7gOIAPpfZb72WuD4IWsjTexNVqxA9yt5NRrOPQ0wx/
juqX1qV2jBecqrmpHFpd8+3XjipV5li9hPWGFM99vU3Q6y5tieDmmePHZtFYqrABDPdJaDZq7ggE
aMdSZt091y7z8vOpnVIqv+cqDUvVaJ6IHljBRMUveCTGT0JMQzITw0re/4t1CADVygBTwEApw4xC
2Sdh2A1HottNva4dqd0W224jyk7xkgtPI3iSDK8je+WtBTrwv0jHlBk8rhGJGHTgil7/RuOnZji2
1aM8tFaF/uPRN3GcTR+wR0kwxWKd6RXyMB4XO0Ju5f2zoA+M75gX9tJuDPRC40qEl0C0KVM2qgIx
g4flwB/5gnBWIcopYs0xYziB+fVxIQUIDgCtwfjPo08EVcjLk1DmIjcOaMk+JjoxpWQ3jquevxdi
5/aiXvXq4rRBDmrwv3LgxS/lwIx8EuGPj8PBeMors94MXm2hHHz073TOrAKz26R3d2+9N27DTSQw
fPvVjfgrXsPFCyDVnDK9FN9pHSbr5RCv3AXDLuqdInrrBJQThRmQOzG0vSof/morI4qFf1VkIDgv
xY2tOuA1AnFCcSyFtVau68xJJcxhis2o1qxmKtYhhijXabGL2/YjKusPzL+y4tEtWW5+cYeBm1RV
GBIe8tTKSxPJcmH+lqECefGQuFO8q7h7IjG1nheRtiXAIyVVRJ8d3Du1yJNSyiicRsJRqR15fMiO
cmbp3GP6KM71/RBvmGq0g/YwcIIJEJNNSMoI2Ze2GY1IwM6IyFWATuBy3VXdL7S+SIRj0v9Mhtsk
D2ILkTzY55OjUvKMsOcqKznvM9ZVR1MI5gyoV9dYPmZk8DUeRIPgQzGft5hg8344eEevAzX13Utr
A+xtPoVoolw/PN8+Ukv7ei6bWu1UqkUjCOeTO+zb+rnalgD9N5N7W8oVPu9XRV0BrA3B3VxjulzS
Nk6jvtEy4biDbmCHlF28czDezlzllguyf9clYIj2joJJnMkEm91JcvDPx9x1P5o/TAqhq4frXx+E
GAqsPthqGh3VaX6clKrPH+0OlMq5dXzfvb++7og1We2qd0s72Vfudv30tN8/gG3r5fZ6XBUeZvHw
YZhKaugYfXjVNdsDjDyQWjhqtVOfUtA1JGplSci/x1mJcYeSKSKCfOimt1TLNsY9Q/zSGdOAyMOl
CLK2Kw6udOwChJaVcJSQ0kwA767WVZgAr/RgdO9Dn6JR+TSIitMoGFZIbKk/luk8Ce32Z8w+gz7p
M3esCO8myQAGXBqFhrYkEsqDcBTVVZ44ZY+q9kfxLJJV158iBDO3xf2W5Gl5gOLDiaGFEtU8yodV
raLXBRGEo5rviYApqO40GLiN95gP3/ToAJiUtZTYg78yfLsuTvGzjIl3KnEH9SilphrcqYo1YPhQ
PDl8Z2E+XFp9AtuVePmwm+rMHFOnYA3+u6oZzaaC4BKbBY+E97t4uUrj0IDZo8LRQawQvk7bCEUx
eS2AYevpB0yIt9dowTA0VAKBS56n/14RqAD3RhIOM2mP0iuQ6eCg/nP79xe2/OL3qS2Y1KDMpKgB
h/o30h8KenW9bqsr7vq2mKvIfK6h/qMGHY8YKK3E3Qg13vEGsUe7ZZxfxjLRwJpUG4Oy5PD7gu3b
xk54u/35V4U67PnF91N73ihjx6sdfn/mh9Twv34vbzrPDCMrZ8hauAAuRFEPC0PqC60wIMrffUaO
sosfbuvCWqo5QD3L/BSRr0jj/PviT7hCrZ7ZZ8MSMP/5mYBoJG2rzCZFTPSjmdOdjnYju71D3/3P
zDvAZoVjGPEvZeuZxMkPsx7YNRnjh2pMeTPMg2DiBQZwyBewdM64GvbrHxaIaiEoudin2eTPhKJF
UarSFGpieIVqcR9r/fH79k4tXUrwMUgvIT2IFxP9xiScWpNhHp6143fZk2Dlm85s72MMkdv2jKrX
wgG9EEVZRRxFgyZnI0a5vZGt5siRKW5ZRKssGZRhGB2yFaEEGXxp1ZYZ7lvWgs0XFHWh6Hhd4UGA
zhe8yamzEyYa33CJMJseEHUWQAMuKGpHkyXn6vU8t5CdyaFWC5MgRJnDNXoMULaWP7zAk1xyDwjt
nsXyMP/SLY2oNeNI4VdZBI3Axu8znqKL+3GmBRUD4oGk5CTGb6e1CWxsf8fMB7HWiTojcq5URT3P
UzpirusjoOPySkJfQfbIOowLHuBiQ+bDenYYVcDaqymEoG3wuPokluT0NiM4WjjvFyLmTzgTESjo
Vog5cPurm12w9e3O6T2ecU0u+P5zGTTAKgY7qhqDCvEYPbZu8mzYrLGciwIQYoNqCDG2Roe5WhyI
PoBVCCdMwQ4AfL7tsVg/Tz2QMbOoyOUUP1//xPe5O40YjX5bwlL0BezZPxpQN7HuC2LjwwHMDfu5
Cat6HMw/G8N9WieMDWcpQzkTbcyzbkCm82gryJ60Vn5kqLJ4OjBgFpVH9INcJWkSkoZdK4DPHhyu
uRmZf2pbZM51W7iN5+T330KoLWmyseySHkJCu3CMf51GnB3h2a9Tu8FrpVKOLX49x0tZtFag21Ew
pIoVBV8V+BF/Xcih9iKIo47UGfjdbUwFfnjOPGUlrIWeSYa86EfO9KEcez9JPZwW9JljlxQT4Y+F
azO2fdHtnsmgXDr2g8+jGLo8PyMtD+QH4hXM8m4CU7x7eHhgQVWvsH302s12fua4DDVq/AG3+zFa
ezvt0To9YUbS9nVv351+bqu26CLPNKPcfT4VVR8RA6HlQ7KSvbsJHG4sdVirR3l6OSR5rDfQJvZq
M7rb/Dzc1mEp1L8wNcrPj2hLxhhdbM9uG+wz73h8bMD3YDLELBuaAfIzUEOKwOFfbspE9KxqFGWe
TJqhO/IPGmNOOYtlb0mIoKCshkserHI0uq4Dy0is5yGIdS3dHR0BLyOwAIAN/vaSLTnKczH0oSnQ
YTa2mIigu9Eab3U3YACPl+zqXAB1Yvw60LhmggCgYH7Kk/j6FW9G1rFc8sbnQqhj4ud9Mw48hPAJ
5jHWpvSQe+pB2AR2vc7/wz1/Los6KHEJriN1gCzRFe78de6xwvnlLUENUEMtDMgLyuuD9wiszgPm
e0wG+khN2YsnxES3t/0KvzA7FhBfKMggIoNj/LbnnTmWRu1iUvmShBfQq2RXL9kW2RirsJAThRfb
Yizq83+RiJyLDuw50u90vn/ig7HJMVbhGJn5zgw2+eAOm25vrYE8fFDsb27VWsOBtVtXMzB+FT0T
S5nGmPuxz8W6hFkUtsKb8VOG1jew29k/D+B3+/lB5yH+rtc6sKkKOM1Y0e1vNpZ+BYAq6G+9KXvh
MRO103J8AFZ6WuEKfH5ubLLTHPP+/vFR2D/9hE7o/Ky/b6+3OF/fV3JniAq6ZueuE+pkZ53fp3wR
z9chJKO3Mj2p4MwtQM282VuOgO32jzHqdcAQm0ytl15zvyCV/yudOvZKJ0ZxI0L68zOkb1cCsXxP
9QL3bYM2uSdw3kZ25rIAbouxxrlYarcx1UJo1BpifdCC6d/ZBgNL5wkut9d2yTefS6G2dIgKmQ8q
SOFV+zCzkA4mnpFCyAhiF3MI53Ko+1Krm5ZLOsipN+BEzM1d/9julMQGturhm+FD5aXL+VwYdauR
hjSckkCYvJsTZX1iSmv/3nj8BMPYe+/EL76NcH3u+B6gcbdN1ftcmDmYCysqMMSpMbn77A8oQAP7
6Wdz+jih1MC4eJU5VLyyadRfUQZGgUdRKdfY+L2qEL3/K8R7fU08DUkqzdTdmQ90WM9bcfQ8+X4U
AEHnLZI65tcXAVk5xgBX68JpALes7djRYf6b9ffPnNAKVpn1U7g/P99Mn7fsfJD8B6RBAaKDBuFI
YpDkY4okUO2ID8XdgGE4x9wNV+FL5a1qtzYDz//KXMnaRAfwK9q5jZZt77axXuGwfz3g2UdQVhQP
aU6mBB8hHZI7Cc2syVO6IydjV0JasAq35T2LWnH2LVf7BJACao7odsMT6TJCKnutkopyQkq36Apr
JoayEEgVjGO4GO5JgsQjBsM4KtABXoopej1HE1+JyVGvaH71Jq+XAc+wAa5yGJa3GIifi6Ici9hz
kppquXwERG3ylJfMCy2hdI33Hy0GCFM0QbPzo68CW2VQHy3FT+eCKV/T6SBklaZCPlZ3kYPTZ6lo
GGA5tGsgHCZw4ZISAU4zeGChqDdaVccRsEfadCzq0lTGl7h5GmO3lBX3ZUgATRYqU85YJasF1dAu
hPo3AHj4Lw3dzQZ5jLum449bQ3Fq1/8CbVB+YDF0L9xEF1Iov5bITdGJeLcdY+Un+OBaq8OUl2mV
DN/jdwO6Ci1kVpmur16c9rkXBazFiiJq1IkjaZdoEp6jxwLjRvxEWhnTcx2i1o52uyCziq56Ati6
li1fOYXiinHerxW+lE4pXDRlO5Sd0B/5zp7Q/VA20srPI7OQvaKRLVVbV0TcgpKJIff6AoFcXQGV
mQQ2Rl6mAo4+GVt91HPAksZV0m04rTanfAJqs3Bksg/Hn8pYxQHow4atomBmh6E9AsrrNrnld99N
y7jPFkIBfA5IAOeOYuBYf++SswhXDgJRI0Y1HLWvWn6YqodyWufce/ejdqBdeMId2q5Z9JALbuJS
KLUGkYy4V5ABzeL4xtGF2qlasxvuSg3DKeP1OL5yDWiCPD3vP3N7jA+9AFpCLjKn7GOUd012YuzJ
fCFeOuLL76E8JF92fQTrH45TaY/ZViO4GHNHzdDs+RAI96MpxrnNxEn9xpbXYkFSA/oEpJjo1ssp
6fNS6PrhyG/EwNLkR60e3EBU3Lp4j/U3SVuVarqPE3DyPxnoRxzyXVF7ZPKkbiclVlreD0JvNuFR
Gl1VPuhRyQitZr1vfSC1T12IlraaBwIw7qXXwuBCN2rDLZeJE+M0XjUCAxkLM/xnKagd0MgYcqDz
HI5B9Uz8Jw18z8iCog+fFCtOPWpoHhxtCbAnLEG6qUpL9Hdc/RgLD1XyJIgrPnhj2MSSd9IA40PD
BIrhaFi7vDWVaCp0KRCGo5FE+uBkaUGsQCbyhzHq0ypTyj8NsOGHSil9hxeGLRcDJYky9kef6Ckj
CTn7orN9AHgYDL6AYc44ehkcdrSnbPPekEpV3AHCl06WqqAEHIHB5av9jlhThOcr+pYsyi/yalVV
YqaLuwgs43ePfWH6/y7XQWtDZ+jrOphkNYI2BZ6yIro/TfkbVVrMEStYDyzGwtGweQWTUhQM5AEi
F1yVZr2beLMAGQcoTdciE35J3Sh/6TVTVBpoZkcfDHVapCQZ6lyJpV0a+6suvJMq2+iylT/lthF+
G9Fe5xtbKlLG2aHfP1dyKUtV6z4zUh1y69Ka7tTSTAOrBAHMSsffwq4+9C/Fv7w2/pIpoSsB0LyZ
25CKhBS+TwqBhNKuH5103asmYkr0u3yVqSWLprAz3lgiF7cS2CGQbMqgW1Mou6zjspLbmEg7o7R1
EHXIdqaY0fd4jE/A5zEOP3Uh/KUeQhJkFkFHDujl5eHPo1pP2qyQdu1P8JiuuzW3l/bDMzmSlcyi
9VhU7G9ZqOleyuq7dlJ6I8NSKjNNKKBCkhkcg2/cOJ+31aJCD0oriQZ3coEM5o0eknTdUrpV/TX8
FOANYoZW1LVxJWd2rWcxBZErVSSzHM7kd9E7UDdIqRRo9LHI/biuTvWn5vWaqZ5uq8daSMom64r3
9UlKpV2Xgtszc0rpTzrZje6V4R0Xb8v85X+TR533UJT5wk+gJlDBPnqTgYavTHIfP1Yb7v5/E0Ud
cT4yknKIYY/cE3kkm8DxMzM/jjyGiP1vgubb4WzrfK7jhQDUH7NO+rPw4nNmFIGsVggsgI5vy6Ie
NjATFaOjcLOijwI9Tb/Ubmeywn4iiWLoxm5odCsmoDZJCkcsDkmEIbzldwSWs9sCFzwlmvDnLkhl
5v0HI8GldqSMC13ocn+HKZ3gB2uc0tc90Ima/djaGc4dgI+kQm8cCH+E6r4NOMx+B1Dk9mdcH4/L
r6COR8HFbZBPqb/TxD8jQVPEodTc/00EdRQ4xPQdNyb+rpXFVZx4Rr/pZdYA40U9VHDSYf9mXkfK
VtCuPIK9pPN3dVCbXXHflHetwQDtXJ9p9HjiL6CzAUpHmHy5Y7IyckIyTeFeJxsFrASFhNa379o4
JJlq1hUjzppP7GXscymNso8xryaw8QnhPpACw2rBNIs2SbliRNX08weGD1LKuYEITSJQie7TCPsw
jQstivfNlHlp/hTJZuKjSxNsA6MdF89pFZhqSBxjMitka6QSA/yA9ifJIe4KJ1Y7xx9ZZG7zZl2q
fvlNlOqlWHAN6YN4H8vGpsyepB6MGMlDB+jpbdNcOIQzRSX0ltEUKqEv9HJLk1YBHgwz4Pd61Nil
9lJkOTge/EMQ2sYDwNd7EcOi/xgKw4XS8Ot51YE0mPMoaMKTrnispCmqG7SDJvvWGd0R4wFMvKzt
eBW4AeqGHGa36PZgVSCdSE3RRubdVVcE3Oon4ZsFE6MnrF99C+UCJiNuYjTGJvtENLvwfgI2okET
ldSZWbvthE+BoLHzWwJjnq5Zet25IFLmknVdWyL32kQYdRSltt5uOc4BP5ESvyTZUxraQoz+3kNV
2nF5GBUzeZcqDxBqnX8xwEF7ex+vzwoICRABzl0LwJTTSOp4IqNYVmqyL5P8WxdyBEbD020R1w7m
UgRlk2HBG3KTaMk+4HHddd6g2mPFSnzNrpAy/As9qK0AwwGmlNYQwrvKV+uCNB29tUO2ljDHCpTx
bWOKhTOygj6WapSDlrpIGcURUhXOJvy2Bke9yHhm0Xnf2chkwKo1cBigc0imfSeP5j3Fr+t8z1Xl
qtbuhepJJq0F/IKZjXaieAborPuagBOXIfo60LyUTG2c3w+tNOVNvk/1p3cprxzMOJnNtxcZRkhn
ZK90pHavNkQ1K4IW0/XISgPeS3fA5BpxZq+7zQ5Q3JARQixqpsnowgQZ6+xKLp1XIaVpbDQ5NJPf
uKYyO42DfbyVIFqNRFaAtOCTZYRIfwujPCU/yGkkAG+2B5GJFccHqf3Qcrfq+3//msN+AeoLdgg8
6VAnuNRKi8upIi32K+yBWxU8NdwgaNeA1+HineA/Dep9RUx06eQdI2+/vIHoKUdHCuYngAbnUrQx
Za2Qc2W+9yevCjk7PSVoNs1dkJ9p/H3l3w0x4yKgOd5mm8F8PHWekieiWZomotZqgpJIqBb76AOJ
nPtPzurvZaSWHNAh2OIWQ6CTE2Y/Obed2dKtfyF2Nq2zcJevI70dYw2Esu2H/CftRNDuJIgvnBq8
cvla7R3/S4xdWd/1h5EYIJ63huFN6xxVDRjfQmcer5aAWvVmCBq5UKVij5nqlrSKV+QkeujywHAv
klhNDJ6VyfLN0AGHLop/I0apgPXOyV/kmnWCryO8y92Y//xsWaaxCEa+wG7EHghS9+grRo7Lytad
xb+i+HYXr38wjIu7RzHSu70j1+8PSEbSG7UVxJYo/l9KjsUSKKksK/Y5OmhGBa/TMbDIsIpFJIcK
M5BGhq6LAlUk8GamPUlTKIH92AQhXuXFvlZewRdg8f0u9sG2p+7rvDdTFu3ygvtAeQVvnZkEVYHD
utSv1MAqM7ZisU/HcE/8zOVAhp3jbQwOmNsruXSKlbl3B4UNFTkand5EiQfVeRWV+/ca866Ji+SM
eQoOLAazpRjuXA4dOQeqFApTDDkg9D+CIvN1nuMeHzintLutjCAOwdwOPR+2vxqsD7BGPoWOvk5X
wFB8Bk+GV61uK74QBOF7QACC0V7IEav0mVazGM4rLfdVASYtjPDoWdwOSxLw8EHhFi4Sc6XmPz87
HmLRxoMiZeW+jlJhO2g6qJi0lnWt0TCYX4eAWQ2ShEgBrzm6FG3kRSdUZVPuCw8Tek1pRda8I2Mk
8WDeBZa6Bqv0Y2GdeltzT4nFyu0tK/mPdOr+yQ0uLzKxhXS9rpw0K4R7MYxGhtejS/xXSlK7JSt9
WrUVlBQ32ZF7jdZ43gHrZLuCJd/p87DS/I3xfl3UDFy983HHsZCo7auyLk1qMpZ7MhV2lW7BHMFw
KjRc/C+tzkRQIYkSKKXekKHcg3F5E3+N6KJ4U+3Kqe8Ex9+qn4Gdft62+sUbFNP1/taK2q+pFuQo
r6FV6Clf0isW9Dm2q89sG3kjmEM38aO+monrmGMb5+c+Fawj/QuU2MxFM2efL09DBJR0HRo4/wpm
2Ui1hWSRDyJ713CzYCfglaDHrBrYom9TkBkF2QbuCIEO+ZSsDnWC9PO+sWVLdFb3aNM12diC+dOv
VEMHFA4f0GhX3e7J0PqcNPblXjJVl6wxscpBJBSCJBscebHZbqXvHp3JPzFrns7Sg1yB2/5/kn8X
4MzFVGk2pmCxw6JikHzlDabymGzlw2R9GHa71Y63jWc2xws9gWtEKUvBkAhEYMj/XW6hUuRtUWdw
mSA5yq1KC9u1qoyJU+ElZt8WRZORa4idL2RRF27oC0acBaTcp8Mxjb//jO+Y1dLYXLMdMTpIlw81
SiXFg5/Z6Tz34BC/47/jZwXE5SnwahToAxa99LUTor6Juir7qg2EUsc3qdLrENiC5oXCExe+lVNo
8aAVBzuIG2t2gNFqozv1liYw7qzrd+HFFyB5d7kDkiENmijhC5r+x1/7YIMD9WR5ABLDxrAIRXvO
p2ehNBje98q+56yLgtOLPBNqmfS+SwXfRJ3atnu9R8uy+tCBAkbLrASsXE3wfXvjr2wMMw01XMvg
ZANmBu3ulxpGmtSWpapW+zJNXgsC7FohWnXbPt8WM7u5C1OGGBT7QLkErlARGexLMdmg9EoyQUw9
Bk4uPUVK4fY5SmIsqMySPueCKH9Laixt2kJQr4jHeJ4mmRq7Sc4Zy7agD8id5uQYEM/IUVMBowY6
MyWtIuhT7AuQvOvhSStWucEqMS+YAgwBcQaCXKSPaS8uRDKJ5X6s9uOzDPJXq7ovQfzIGny6sGgX
UqjDX6h9p4O4rNprfGbV8X3kTMgZ37aA67MEfCWCXhnpRHQfgK370gSaOClAoBTXe0HlwAXVYSYU
uOYqQIrGws5jRbVI7RNgmUhpGWJQmkPNEadrCKsKvLSmKg4YpnvN/6K7Lfi0q/pCkco9r4GpXJHB
jf5FQGPia5EtG6wk7rVnnXGl8CMzbfvMDkWZSpzFvZjoQbWfircp+MpLETVuWxJRaEMNWurzNVfc
J3l4GoqV8d43gduk9ijswc6liJ2FWoSqtZiLaibdwRg0FsqKxpMglzF/H9KTYB1EkYk2ZVKRLuN7
vdy3lbFussxSv0IwQUrSu7CJa4scC80MpTXHbxKCySiSVwy7OtRcHcPV5V1lmGHCcBbytbPAtDqk
SudpaDO9wqWltO1EmkHXEOOO5UsJdvWGyIxgc8HiMT4OlCez5jNd36UIEKGEQ9aXzb4QJluMNkOg
mkRlOIkFQ0Nr5cyNikle8xm+FBK1tVZOpG72/4e0L1uOG1mW/CKYYc/Ea2KpjQSLxV0vMJGisO87
vv46eMf6VGVhCnN6rLslU8uMgdwiIyM83PN4L01/S2g7RWDok4OJESVZyc4ueKQLY9wZTnJfgkZA
1bgaFJnk9iEovrriO9RXeLvmH8M5cqwJriWgfYCE4wkOUWEZuirIIQ3WfAogz6NGxSRfZpp8L4sv
Gkoxt93G9XMLjwF0pyKzp6AicSW3pvR+oah637oB3SgNqLhw31ta/d5AlU8x3HqXJSwk9viVP4uH
eJeDmP3FiPfYqa5+qNXt7c+53jcAOUkIPMFSLs1Uj5dLmqTJKCRq2Lppdmz0b8CXIrLGlblkYyaf
xZYBLxgEfy9tBGqeCKmStW4VodjhP2Q58kzdf5t3xhDmfAcWEWU6pE4vjRQQv6mjtmjdyYHEJ1yx
r9qhBwkm5/aEXe+XSzvzYM8iZshsAujVwA6FCJcj2jTaROmmmxitVo70tdeYLeFM420OGMrPRjqz
FKBZs0CxqHVbRQ/MRhoe5Awg1f96OEhlg/8DLMR4VPGtVHXp+xNkKDo3s5zYRKoZMu23Lcye5/KA
gajtzAK3+q1eGlGgwQIgLlBBys1wR53HtXw530QErw/mLIqaIrDSINznHWBIjLxqlahzEzW975/1
HhF8szMAFwzClzR4nNriXRzS3Vh7+2SyRw9yGqpT66rZKpCsCgq7hypZcg+5cqV8ysP8Tp8Sx8gh
9XG6PSEL64ovJQhQZVC7QerjcgfRsZXwOCk716O1sGuSDiLV9fh92wjP5vZ/5uM/VrhbuqiqoSrG
unPT6b71zUw1kwD3s/o7OKrpYGoPfg/qJyM/DmL2WvzVAwc0Q76crPiXhcGCERrnfi54AzXPfUaX
Q9yUZvXoRrLOjA4dZCsD5Un65oHCAnwqIkpAqnm8VpcpvVik3YiERAYP+h6fomcIFd01xxqiaLoF
WbljeKSBFUx2vZPZnzUSiwX3pokImmcsrwxEC7fBhSDuY6GWR7fOULtP0fWQH5K6sW4v6PV1iGEC
ow0KsVkdhu921ZM8zafBG10pG7Z6hJpFT8wse5PXEnLXxQpMKNoqITKlg7kKvSmX+7NvoMzT1NXk
Qr4NOiXKoXjybRmU672V2eNhZOHRN/+Czerp9giX5vHc7vz3Z/4uTMM2E4Vyct+t41qSet5mnBO6
GNM8u2c/WwXTrxxV+NkGuOA+u8Pc5qSZj7GzhjpdiI4vZ4+LkcaKCGj7gaXR/Ew3kZXf0526y7bT
pn6vrd/1dtwIju7OnX29WVmevdrPeT1WhOWGjBgYeh+orc032NlYJzqRrOxz2R3GPjYzEoK38C0S
0Sf7rYl22pooXprE61lyyuXXqnbyChqSWf8QejUjs566Pm0hQDxBupf+19cNMFigrsGhBQmh8fOm
Ovu2KkgB/vUl1Z2EBALhk6Rak6wH22QoIA0Ocg0gvsUWZXhF39zeXdf39mwZMTLBw12BfO/lrBCa
I0OL5KVbAWPSA3uRUbATAHO/y+v3kK5xd177PQBcFCgEA+uD2J/3ShAZi4QpilQ3rPR7DTpW6GFY
iXgWIkl0z0BXV0VAPnevcUOSRpKipmioLjQaimMEtvlmN1H0+qXfiZveFa4ssBgkzHeQuVRUp4He
rXSUnNCCHu5qJvHaP11+DLfrIs/I0tijqjs+iqVZ6gdJNQmisNAMQZrabqmTls/TK8S7xmYrO0a7
u72+14lp8M4CVoUqFOhaRQTXlwuc07IfQeGquqUqAPBpKtJjePBI9lJEMtPbfRLcy+0+pnsNbMAT
NWniRNpn1J76z9tfcl2p+vkSXL1g80S6ms8aC1pJSn2KNJd80QSobyiInWL/QTDDoxY+pJrdChDt
vC8P8j7Yq270qD9U++Q0fUueLTP5TSJbQK+MrULRbp5PKxfJdTxGcUlBfU6HhgIEPLmFiqtazosI
Xzc2Xy0kEBvjMVX+/lU7qyoFPMvfbs/GdY0Cs3Fuj3uZCiqckZ7C3tBtyL6/c429x15+u09r/bk8
4SIiAViC0gDmHBD8K5SXnya9nMWx5kKTNAHVOmuOw+T4p9CONUevWLLpKeuHE/B9Vc78Q/lqSI58
331Mv0h3LziTasuNM5FHTd9mAnr9/ckuHWETqmucEtdX3eWXciFDE1dNR/RUA0gGYqRlz6Zpr6lr
YIeFiwAZkDlkAAIIgCAuFSoH0uCTutdciOnG1cQMFa+IUyhDnSNAt2LAVLWZVbCdtYiI7yz735VA
jIveVrDaokB6eRYNrUZTr9Bpblh+aQew5mZgia+tDgpA47YJH0aAwlvxNIUrQ16c1zO7nA/QRk9q
oa+mwfO9VuFzhhUv/tXa0bknh9A56OTC96rphTHOJ81tw8adSLztaLNRtGHl9Tc778uIBVvkzAwX
OKNYGOjGMGiulmgbrU90k4zFV4WkbGJ0qR0mbbESJC3ckPNFhZw5do2MxPbloklp6SXACGluUnzE
1SFsnDrWThXulV4It8Eg2Lc9w9IIZzpW5BGRD5F4QcBcj9EC6uua2w8Zuj7fNLnfRN5TlqPbrUpX
Brd0H8+AW6TgEDyDcvBycJBIGEJRkzUXnVY6EyaD2HmWkRXfuhD9AdSKpCOe0vCwV1zOQStobQbq
PFdPQkQYvanFpzR5VTX05Ki2jo0y2IbIBrvv7IxMKDjFmVMau6Y1aegYykcEsFUDEaQ2tVcTCosB
gw4Jwhm9NnfTcJOgteHUyrGuQvEr2TclZV4KAWysLxo0Ah1qjAEehh4E0z0POmS/Ewi3tPUmlUyw
oPjGttDeDJV5TxBK79q7JFxLjV3Xx+DAIVAEmduZvA0KD5eLVI1To/QQwHWlsWKaYsrQXKrqrWe1
BfvtWYBGt9opPPYCtUbxZZVEf3FDnpnnpmcAa7CC7Y7gdIBIcBOMvR1GZWnVPhrIMJvARhjjGs/M
0sYE8hx03ATgGeCiL8csFg3pyYhLy5PreoMEV2Spo5E4K2dt/nbenYAlCfc+XpGA1XPuhBRoyIh7
BbHiMyJ821bZyTDvTj5zfhnM+dqEDDrcO/yRuIJl2vbd/s3+Zr/vfr88tQcTHJMB22+fbFBlb7eP
2+3789/Hp9ecWQfLd98Pe888PK5BppaW4/yTuUuyoH3X1CN2azNBmzF6IeOhJ6XTSQ8S4Bq352cx
Sjk3xt1YXupPNR1V1VUAsS+qPQCPMnlRM0f6FEpHVe30RdnTuwgyP3SNW2Dp1jq3zd1aqOwodZRh
bZTkQ0Xysq+sdi3q41nff67kcyPc2fI9sSga8KS5M907JBbNmZsNeoNM3swkIWABt2OwJ1CLmEdw
tTX7+g7PY/L/wPezFIBCugubfs6EK/wpj9VWUZIY94w//sqHbTff0z5I4B/C+iBqTpWt6SwuHTHU
RMBEBu+PgIjb+2VDS6EKAbUrQUGhoYUqWKkh/Lwt+NOFJC18l4QXBt4gl4cYiIIMMK5Ed53dTjB3
0G/+1i2VfRGbmN+e9X0MzdLSGQjjwOyzJbvkHZw/GhtPf9Ya4ZbO+fmXcD6MjoMqT908Vu0wup4C
9pbwF4AQKxfdzyLdGvF8eM8e8rXuB2NGMOKUjXvwF70b7PPhEzLprLp7/3Sed9T6TkFRC75q8/jV
v2fgdy0YEsyDKTu/AwZFQefxkNvt4bU1tZWvWzpQkGQDkwCYXdDCyU3CVAY0C4tWdztPYe2475Rt
nnYrLmNxps+McDMgaE1lBHKtuwN8BQXCElLR0E4m+e/brmlx957Z4S6ImiBb3DQYTOsPmdmSGo0i
ZTyuxEfLU0bmxhxt7hiYv+JsPcWKZsbUDboL6Vg8FO66cSspa0mCpQgTbG2oNCBG0tGLd2mkT/PO
D7JMd0cKyOQrehKKFzKgUxTJifzz9rQtLs+ZLc6hy6KnqVWU6q5vHKYvMbKKsjKlei1oXnJms/Tf
XHLG7a1xJ1/q2r7Sg1J3i4L1kbKra9Ecg9IahkcEUwOKiYZxuj2yhXsR64TnLa5xkDzx2py0yCK/
SBTdNbRxhJR2ALHMUNpMhX5fI0tkllO4YnFhCxLEzoC6gnFvxhNfrpsxqiT1BTgVpZLepAgZnq5+
vj2oheW6MMFlCUiYy5nYwp9IscoUwHqhNaWCDC7NrduGFjY6Qb8BHgHi/B8Pqk2m0G9iCYbK8g+Q
IQG65cc1XfU1G9ymmBro9pAKNpr4F8bSkq00rIjGLM4XkpngkwGDC4I3bkn0sUuaEdt7SCAC203j
s67jia8KdcIg9LG7PWlLWw7NXgDuaTqEPPgqjuxnaV5Pve4Kch7YXZCDYHmC9pJXB2idSsNg0+bB
ygHmRVzmiAVpYkgronMPhQgeq9YWXtBKqYghghPwfmYxe402r5XV2znClZCVJpjlvom9OR2PH0dq
ndjoZOxOMmXL7JnMtn/7Vda+xYk4+yYulEgFgArB9YDdYzTPTThQM6ZtZpUoxKgG+KC1QmW3p35p
L53Pgny50FFFdQndcLpL0ZhZnSJ5l4QrFdpFE3AnOiAQc2smt137bEh1ATV1V50gl/w0oY2qpyvn
e8mFAGD2j415P5/dL4ZfVwJUE+Anp/5rkJovIa/t2zOlz1PBxSSzeOQ/Nrgz0Shi1SKTj5aK/bh/
hVaCSc0Gewev6R8Cx+r9QM12/66wykEQ/Pydm8K8sWJsLTQv5Obpe3fC8dnpaAgKTZWFJjG9AIxi
KqvseBe96ohh3jpouzKRbTXrca16tLS9dAUJEdBPAIzCn2pIcIzDmBMstuarDrjx9I2f5u/FqO/k
Vk4fdPRMrfjDJUeCnClYxwH8U6Qf0sOzhUGcHks9SYirkZcx2eEFlEeRKedrVGZLmwx5pVl3Cn39
hC+IpGM79pUUEoQxaGEQMyW3kg7V976GgMbtjbA4i/+YQrH0cq8lmVaVmiZgP9fVU6R2r+ogv5FQ
aqCpM2pm0A6dc9vij0YXv/VQ3p65YtFziZznpUk/obAZpsR9b6wZSA1fhXSOlZgR3lno9jKTh5oJ
rHMai9q9+S7b0KLSqy2KAbe/ZHGaQSqooasPPc98Y1OmaeWQqBVxDWEv6I+i+G0g9rltY3F+AUuB
bAeEUwG2vRysQGIIxvg5cctgikzUwI51jhOmacgpK8cp2tw2tzgkOgM7QKqkIeN6aQ7ggkkOvYa4
agoNH/Sj5fR3M73cNiIvngNUbMBCqwBGqXOenYyBKoQge3crb2RBfwBbZ4d7e/w7NEdwJnfUMSia
I8VjqSNDp27K1ky8QzbVLNuGwmnoYoY6BxsEn41ef+8HIE9KrLo9imvQ4+uuBFyMgOgiuJVnjTOe
y6UfmqqumpG4XpACKq44QXPo8dDzd3JjaZKpoz3DhNDav1iHWQhRnXu9UG/kXHjVKxSsHQpxpb7D
O4c0jwK0Zzceko0rlc2fygR/nM5NzTvwzClVPfoEhAimwEXoDPhHQ7F8BL/rrHtS4tfwlEH/exaw
K9kDwoAB6hv+XQeVqslM2NHffPs2uwsxCywwzGD/+Niaa/IAS/sShFzgcEAvA7Qo578/+0gk0DMt
AYOIG076M4KgZ70iJbSgZXHlvP2EV1fTgWAfmppAj1IeaRxMSZGMqQEfjZsq2cWssyRntGv2gDIW
BHgfoK7QzWpAd5DeBZErSCJQ9QVRKsgVMPDbJ+XnfXHra/jzWGZFUPj4mkQfmdpaxvuY/xH6jdZs
vOwws9YFtanoyNkZ6M/5FCTA73NW1bsxt9VeNrtpcECyxKQSsGzhYCg74JatQj+M9VaJDjTCczo2
mwbSnqD9CPbpELI2fqhbp4akaI/Xr6lTJrqhjgpWWlu97oHWa6cVowniwpXBYg1vjXUOa87WWIiG
ZpgGAq/QodkwBK/QGlBgye+gVIx69fymQ3720kIdxwXOuE9dMhybSWZJ+EyVzMzblStqKWODpi0F
5RacYQAwuDOFooUfBhmWrcK5+VFF7CyC2Ag1OYZbCbQYBnr/dBOb6eTd+fb3FwU1sMp0VuJgNbYp
fs3hz8io/RhbyEQwKzLXCigLGQIC1AquLog7QxWKe2l2pdwQJYioq/i/xfF3NtRgNPtdZr8NrbRV
mtq3l/eajAOu9Nwed5VF5VAqTQF7hH6K/r2nOGWyBauaSwLc2kXJxNJMe6YmlnEIo940BscDsS2C
Qn18bOQYPDSDmUi2MirYgAe8zU0PWdP0qYako/QxSubk+WYqsKI8Jd0r7Z5ij2lTvI2Ftc6KxWth
nre5iQOYEB7KObR97pdaSt1kR4cPD5x6AYpNO3XbxYdJdVeZPOe9z5+Nc3tczBOQGOrjJex1TWNO
efqmGW9iG5j6g5abvvFYQJk7BznCFNp6/Aj6Qk9bIyLhSfp/3ojn38D7ogBEBXM3gjt4D2JgetkT
gd5zWEHy2TKMDbo/ZPUREYwJQs0pNYN+sIn4WwyrUxVsiwACyatdu/OWuZqWuR8EhXdQDRDummzE
QKzCGFuqx/q7SokMUP5VFKau7xN/W0YrHmqhDWWus6OEiugdYva8IHpZF5mQ+wV1Uw1tkbZ21IA9
c/3hozQbSF9N4P/IV9IBS4XEc5t8DRxZ9sLT/RzTDgQ0KHycwBy2gg3yHnak7C2DnwAdmjVCMgyN
2Fa6Uhu/blvEsT0bM5+PGPWyDurZvjY4Ta0fOnDV6mlnoo1NrzfBWJtN/aBEaCc+qLJV52uNobOv
vF7jf+b8B4lydi20gx81Wg/7pVHsFeGdKiYRd6KC/slgTWZscT8h8lVBVgABVR7FEamBNlKvwrEG
ZzvYo0yjtpJZxYMcBP0oKyW4elcCjmVXcmaTu/YSpVAqBcBdV1FsddOT1CSYXBSCgXxgevNWvEje
39uueCmaQu0dz0MwCqEvgjvJVItKRaA9dUNNtJrsXQQaJ4+fbxtZXDfkamXEzniKyty4xqqV1Lyi
xI2g9hDKW69PLOLZjVqbgr/Sv8LLBfyvb8IeAfwZGTq8erGJzjaJLkAREIU96qL724p20U400Yn4
I9yookoEIv5ZfjkACxSqcJMlsE9Uwbb63TG/662PGSPlsXR399KzP4mZIZQDOQqqKLLz8uf2rCzu
MLzlkHjAxFy9lwNo/dVZD0euBZlLPezgMT7ErYVXiBOPw6+4Kpmfvd82unTTUywBADQzcJoPR0Qp
b1EPh1FaKyyLwRB5l25a0OC3OWIS6eW2tcXddWaNW4uyqeKo1LChdbjEQv5U5T8jXmu3jSy+IRFP
oL0Rmh7Yx9weHo00zmQhgOsXXtO2hsjyZ1fv2v7Z99+TZps0rAWwTwxxG91HmZtCFFiDSJaYAwvy
GRn340wU0IKGaixsyAO8NX6zqcJNQTdFv739rQsnARECWH+gnAQOFF6LL1aVKehHTL9fj0wfPlTv
hM5BFvfHKlojvFroRZiVDtCUgQQQXBj/UooNqM0ZyezCEOgjLim3QbCZyHasVBYNATDKbGpiK4bK
SseGCf9TBiXws9avHP9FvzZjA8FZJiHJxou9+9LUlIXQUVfy7UCz83yTntrK1JBYCACNlk712vW8
tM3PLXLRAElVP4qC2a2FeKv7k/DhZ7Gdew16vL6quH/vEZLcXto1k1yg33p5GyUjTI4x1M1VxPXN
85A85OhS9pPeVgVtxdOtGZz//szRpRjeVHfDbHDv7dM6vIu9P6V/IqFuZWG3vT28JW+FihueS8AO
zJSel9a0VlbqChkcN9WR/KgOEt32AmSzHR0EuvS9FVYCrMXcHjqwZxa1uWnvBzpyNry+6jOgJ4BT
kwGRofsBryZ/WxwVB8yB7Jdql0zfzzUJiT3HIE/q2HNtTgRPXztLVpZ23i1c3AFNKnBEAMyJLifC
La3kdyNEKpAfxka2if8pF/W2IZTl/Ro305J/OLfErWkiFAm4NmAp8X41IqTA8RaSaGslMbJjwsqS
Lg5LhbAGuvdw+fMz7HeBDwHtgLgoPiGCihxV9lmt56YkruWGf4BOV1P406IB/AlKmvNNcbaacdFN
ENMOyYw+CaMdGgEmstPzr8nqhI94sOOgsOKXVmDN5yjdhfVoggcCcJh2pwzPo76R47WK5JJXgvgU
oG/IJcEp89isEhoMmZAieZz2KYqeL5V0Uqkd6L8KId2R/Kj4+auivN0+RosLfGaUe73FqC3oQwaj
HXyuMHwDuWg1UOpDnwjqlys343wmryYdFyIKrrjxkTm+nHQR0jBZ2MKYGKaymSRAEApJucb5sbiN
zqxwp6OdwkTspgIJOWk/pqjEoRrUoQu+j1k4rgEmlt5d4IWZFXwwKiA9ucu+V0AGiKsbabD3RrQ+
J58pHkh3ojt68l+TFYTR4tAwdTgjeOFDE+ByAiepjJIsqpHWjz5oAyeuftb1myysgVqWFgriJCKA
M3Mv9FWATMJE6dKRuAN9DieXNn/++103I2x/4mEK7aPLcVSk8xp0RxAXXMxMKz8GkEAY2Wup+qzX
VoAzs4viNx36bObpQivOVUt8qfRRFKHNDR2h9iRXLJefkgk1mMca6es1z7yUXgN09B9rPCcq6iGJ
DPw0cbOa7pT8XszBLBV9VMJOyn4HINXyzEqDZwuSQ5RArbaSwPEz7Yeksg0Z8U/8NtS9KdY7GryS
IWWe8eD1j0Fudx6kSFg4IMkdHuJyL4m7uQ14qvfgndiB65x2OLgntAiDHYRlkEoxsjuQWLcjE9IT
8aF1vqYmuXAFX4yVy1mC+tkLQX5B3FoOTn2zobpgAhKPTqoDWn76XSOtlZyW9iXFSZsZSgDf4Et6
PaJHJUbV1E1JZEaZeE+FYnd7ay4dMQg3oGEOpxqJlHnQZxeD4bXtCJpK4sa5qrIukQ2TKCACEFNk
lArfJyuX3o9c+9X+hIoK6q7ohqN8zZCIQZy2UHt27981Zs3Ch/Lmdc7wv/+6/4yszxzJ2Xf86jOU
pM05r6/in42emN3L7aEvtHwiQEfPFB5jKDyD1/ty7AFoqZVexqeog620LCVWqh/iYKu3O3HadUNs
9m5Tg+l7LwLsNgV4tziI3cGS2KzRdyyBwC8eC9y3GDSE9AotqSuUW70Jt0Jp63icjKcc7K7GBvmO
LPrrKWaF99U3yETGtUr1Unbp4gu4e6SUhiFRRjxXguRXTpy6bnddCL44zSEa6/rHufdj+i4SyEbm
u2ENjbH0ipzbB9AfifQhNiQXodA26YS8ayjIsNHPXMlOm05PKnA3TfIUKQ9Qv5F924++mvSvpkCe
Zzd+TWBhh+phHX2I4WgOBYMkGqtkDSXJmknyn+YjfRrISjC69KxD7Qslb5SmRB1gy8td06qC3/ll
TV3PeMc71k8hG49WQ2j/3mtjalI1ZkZ0SBszOCoGRL287ThZ6J+xpLU5W3APBjgGCGrECJ9QOLj8
ks6X0rDoJTy8J1CRZPtkTe9h6baHBfxkkCEYYADmdmXgK3mh1xp1G7ppiWVsheZR0u5nPpnysdBV
VtaHcI0BYl5pzkNcGOU2Yt+GdellKnWN7FkzPudCF5TKVs7+PDdXRpAMA5EV9AGByrycO+ySrqC5
gEyAGAGknIJ5Xk3VEuiE/CWDezK7YIicAaBj1HyHaAuaxupejFr6qBNBZ1Jh/IvsKpwR4LtYUAIO
DO7tUctllkoNVrMR7qEg6B0F7ZAghZ+ebg99IUBAHhCQRoJsAOiMuOmtmzJSyxjTGyMpJCLul+ND
W29RsvARzQVr2Yel1Tw3xw1rlPLRqysFGa/wvpF/F+G9Bjru/78hcUfSEOKinUYMKWqR/c8ZLRyp
Uphc2uQu+hfxNhrMsUySMvMsidzOoXKTxK2aG26KduJYelZaFAiF91Ze2xBL/YQXljiXqILeKo+z
DOw4cvGWoAdoTFhWqZvac0hfH3KDkfJ33eIpZzVroOVFNwflIQJ3jEwOMHKXB0TKldpow9Jw5Y06
beL4mEA8wGtNRX6IJQOVvZ3WnhpjXyjPAhh9oxcFjdbtSrQw+xf+lM4ODnlrWQSZKLew6qgqYa3V
htuhp78BocekoUxe+WZNV7I5867nLengYUAcAMqOKz6NLJfDJpoEAw1JmaX5d2PasibaSeEj7V9v
79alE/EfU1dshBmUEAaj8z03Ffe1B4ICtIwDGHDbyEJwA78mI+uIfk30hvOgutwLo1GIsHnC5KnU
rCwxtfZdqvEgCO/9fpcAiRDu+vQXEQDZKW0DvIjtBvi3RtiSFZGR61VEikNClIXfcJHwiY4EQLum
03FikkL8yKXyHSAXqNGQ3kmUeu3RvZBXQIc3+n+R7ATVNXrMLjeuWEpAXPYSVlLSTLBLFdWcdNUQ
otOwMMfEEZla2Ldn+3pJYROtNnhBGrNZ7oHXx8j1D03kuQ0iQ79xWjkw+xV40PLAzoxw133dyKMY
0sBz6+RvFJ0MJ8sYCDP1XTV9CYpoZdPau/j6qoCWAlRtwByBogXlpxKN9KPooYTiBgoguN5HHupu
5aubLviTZHfApfz3szivGuifACe8omDp1CIA6UNkuCL6NMdpX+7EMloros4wyMuDjjGdGeGcaq2A
BaFSAsNVtdaWlLscKg1Q4ZQbeZNFj4Pxpnt/RqFYOfMLkRTM4r7QDcA7wJzJLV6G+7iOJ5yBPnNz
Odp7EHWDJgardu0MEyJOH3Sbyg+tVQzywtPi0jR3YRlp3hhUqAy3QhlziF8eB+jVbQcLilBetMks
+sdoQBzQOSS3Be359pr+XwaONDKAARg374eIChGAJJjnW8palvXfERBN94q8zSbcZhOSnabi+y/1
pK7spgViBGSpJEBCVTAD4qbmDqWuFU0VZrg8IB9zegZBEbDOXwSi39QSzAEVSYjc2T77NTH8ESns
TXWyxoNhAWsFtURA3J3bU7F0ms6/h9sCUZkqnT9/j/6i9aD/9E1ZtzskPyX5Q13lw5lHx+9zKNwC
qoemdjhfbp/7IeBnOm1wmCh0FkI8iEJtU4rvvWc4VRWYtHI8Fc5KombloR41skG5J8OE551Wm2No
ie0fsXJIgtwR6C7rDVmjLZj33fUXghIZfbkQpRDna+Ms9UAlJfb1YDLcTNePgRD4rKr80+05v77W
sQcUeF9w9QMazCtU5lLS1P2Iy8AAtXQNpo9oONV5x0q8bVeJjhcXGJXFuUaDbkjChUxo+M8pFGhw
0GrFjKUdXoQ+ALWU5qyWMxahn1sRHsR4EwoDE+TBpPomLya0TMV2TQlT6bM/rvUTL1y+6DpTDNAi
oRkUMNbLWVaTKlBJ6OE6BMxNO3hIrElQvqibleO2Zoe7dlu5qqdSRAAltOp9HWZbtAnuVTzdopW+
jTVD8yqcbZuwCkA/W8HQONiawZp0EwTmGtZmcW+ezRoXeIZSnhZGjbtW7+LfNIiB8YE+y+29uXih
ny2NxiH2VTxZQJKPkUye6QFlp2587JuXLxJZfnsciXPb3gJNAw4DRRMCfkNIyOOHNBKJiTSmnhsz
4UkE8DF4HqwZnPEMCvQGWTay0cEQdkf2bgeimtvWl04iGOvmriYVnQI/4KqzZUvUQZ1xep5LtIBl
iP3QNapkb2INrHK30ia2FI6d2+I8LfrnJaFLM4Rj/Yaov8r0sdRWTCyd9Zn/jiDeA56AB86HtZd4
qIR4bjAAfGcZkcTa4eApO0nZ62srN+823lOiWQWWUHkR0UZyueX1MkMz1FQDVpaKdwhOTHSuWEIg
fOtIhFdUvpP7r6pfeRGtGOUJG5uwCQt9LDy3HTOglpEWNQ6ViJcf2LGbKUEHNAHGXA7Wgs5FuxA+
RH4YdOboB7ocrIcjkcdV5QFApO6bAgecTaPpSVa919bel4sb5cwWd0m2alakkYiJ9bO/RfxM1T+l
8G8CTtR3/xkP54BTr/YFNcJ4NB2w3r28q2xoLw3jryi+B/lk7mvs9klbyBvg2XdmkXPFitKAFlSG
Rd0bHrrmXgW2RaQ+qin3fn4qkFMGxa4u3Q196lRysF0xP5+uq90KvnsZPOAz3ITbrXmqF9OYwjxF
JYpJuj2mn4X0W/EfjeJJSrdGozBRYUm8j0fFyv7Fja/9x/qP0z3zM9M0o0CKxgMaSWIlQEbaQLak
t1JoAOsrd97SLQG2ffwLsgrEWdxWjSo1iyUfzz6UtqBgEGxuz+TiSUAPPLr7DB2Eetz9MMIRaK0G
NxYimjNJU1tDqBEz77xN19nDe5ObkHlaMbqQ+MHumX80WjwwJXzAUPelQYtUwu4JGzMHlyjwUcJ2
mKwEolFq+d5QpwjM0P8VorPMiXKzLN9aaVUydHFuzz6D28Qiasyx3uMz4laBhhNr9aepsH17dLTN
YIHpzgP2BFR/JWZFWNlDS86dQK0DyQqVzpHcpQuqaegPeQjnPkbbJv6AthUwxqxIKlZLZq6tMXUs
lF7A/AMEIlg6EAsj53dpLwoI2OVFLDSgG+agpy+duisNU/V0M8/umiY0RbD0VmJsF6jFiCDWbP/F
dTY3uctovwTpMg9tzooxEoUJzh5Nk6YUOUaxQWuKV1qyfEeLlZtlyeueG+PiZCp3ba9Js7HpZe7g
qu4hE/ZvnOC5EflyTmkyjX4qwLUj3PCqyorlX4kCMm7pLfRSU+r9bYoGY9b2k1NkVjYka+doyQ1i
82A+RciygHvz8gO8VqmTICWeGyF3magmADgWeiCAWkLCLT00ndMmn7S4z0LIGIUOEV7/e+9xZp+/
v8Elik7JRPcghmknNR6bQ3IqzVF0Cq17EvH4D1d7MZbOLOANODrAagGzzS3sKEaR0MkGzk2vb9LY
1eSvqXqrvIOYJxtP7eG6iAW5Pan5LP3IBjXnvW6sZq5nK/z9gxgXoQOoKZAB4C5cuRGbApzXAtwm
OkHGp6Dd0RKkYyAd9BtQSw4dI+ALKJXIzXPp6fasL/RmzDUBEOJAbBFEPzp3J8i0L2v4dMGN7ma1
xcEBlzbSLVgA6GG48YbuQltIbbl3MrPcrr1blt4UFKEGEthoR8C7l1uCoO3rKpZVYd72ehJbQeik
6qmz4wcDDXS2Jx9XxruQT4NBkMuiG9CA8B7nKwePpEmcyIJbE9FsSsEGxKUdoUhfM+ptSPFXNHpT
WT1dC4t8YZZ7BUqppBZYPcHNk6dBOsotSI0JBTKSgeXCAY0l4tbaqoI15vjlCQZwDfhhCTwkfDJb
CsJAmYoWdz4YdaWQoU8qneyGAj3OmkOrgnV1jcVv3rDchoaEEERXAE+apUc4VxbiqA20gslRAHc5
tLEC6Hr42gHsE7vbq7lw8VHEbCBDAJm8Drb2S5/V5G2vRwIu3S6nO4osxf9w9l27kSPbsl+UAL15
pSknFUteLb0Q3S110iW9//oTqXvvuVVZRBF7P8xgMA30KqZZuUysCCu+Y8zaWUbsyuq7CSbR2wYX
rwunxgE3CQYGVLHrWSZjU02aAjdN0AZBYwn0cxhQGo19bDGMkT1Cb92FWIMvF+DBM0HhDFybhgoO
omovUX7l9Fmhr+paBLAUQ2OgnRPqAtnOCeQuVyKieqyoeUKCPoNSFfH1HP/cJyocF3I+OXeaqdvS
Zquwwa+KNTgIvzTijp9bF/ZBlyntmi4igRnOzGkawIv0wCidqtdBlLYGxVzcdTBIaOiXAK0udvnj
rFYgHFPCGqRAowTHmnW7SY0RZmBCISuhiySv1uEX3gqMsIE4AJ0FXjATUq+87UiH/STAe0BBT1E6
Lz/Z7aYIT3lYOhiTAJUt6mYRGFSLO6U65eyuGFeeyMUPNzg5poEBEChaXW6ymg5ZR+KcBKOxtap2
Y1axZ6JljNtcq18Q61o57QuBD4g4IGsJKk6I9GhCSNAY4P8eUfGBdrMheXaJBk5M5NzrzWKNQGXR
T8lYXIiV4x6jzHT5be0ohTSlDWyhVuHiLO9IJI37HvArz8qKI7Uxs59mhX4YimhyI9lYe4gXVxe9
DqQuaOCiQXb5C8gUZVMXSSQIcXLtDFWDCC2ruw6MMUn7EWXvK65k6SWCNRlKQ5huRdvz0t5sD9MY
Muxmw+7CJPWaf5rh6q1+guKDqacO0m9prdu4dFHPbQo7moI+qlNl2GS1Y8ylU/odZjmyP6F7++OW
1hJS0ZzAGg1jTfy2oe77lug2CWoj/MirYlNmoMwE9VH2ieENraUrLdsle2iGo/OO3BOPnZB6Fqms
dCzF3nWmm7TxlpyardwprlS9jGx3+9uWPMG5LeGcpHEshQU/J8M4O3EHxP2aO116QM8tCPe8ylsz
b8uJBG9Rq/iG28TEJwCL3v4Ovtei0wZYAq8FCpyo1Ak3zqiNVmY2Qi+jMo6jtaPjixXuywr883KF
B8SPHm8bXPwsoNA4/zsabD9Qy7NSh64VScNBC0E+Q5KK2G4bQghGlbbSmvzPkuNCQx2jFyhzqFBA
u7xaVSeXSs4Q5JX622Dc5+avaG0ScvHFPbchXKUqw2msUbgNQvBXh37zNls7M3WxhLljerH6bX9b
ay25le8yhWM+Wm0Wzj1s2sq/rPtn2aey/7i9SYuO+Oy7RDdoqASFFAPHW4UPkrI7GQTIaiCFO9SL
62/6PtdrzKpLFwojswAOA0+GmVIhJLeroY07S6InMxskb1b1yZnzfI0RY6mvjPgXmHYdBQNoxQov
OItDhdZlCXCOVzmRiw4j6MlMv/Q/XkvwXEq7NYtL5/3cIP/zs/NeNWEZyiogLVVug5/Z7+0/fS2D
3d1euViLnwa+F+CCUXUHJkhYQauMWsuKDbRq7c5LMWUVz7+rA6Ye8gEg+vKQ1sfI3sx4ZCYZFfjw
3kg+2Py0cnKWHpfzXyHcOr2I7JlEJiBY7LsDTcOh/VXbr0g/gHkfHdChS9AN8cYiGGM3VO7xS0h3
P6driNelZeckiFD5MRQAFIWLmUngFR+UMQzAIuSUKWCgybGabadP2xUPulQIQxHqf02Jz45BZ4tl
1gyIC/RFLVCRAZdwyI1khzHW02D3KEc9pTmYxC35qGtPdbeCsVm6ORCI4Fw/XLdJTGabpGz0PEf+
00jHiUSgkljxBgtbiovJUWYcY4YH9vII94ZZmNac01Njg24spnAIePPSz6hCStesBoELW2cjjcOw
KzjgEdgL5rJSbminZtGJ/dMOGLY+gSTjwPz0OD5hmCJ8piCsTTAZvLl9cvmJuHgJIXHKdTYAHJJA
lSV2AOiUJWrVm9EJdPCj6nHUgdZAD8TR4/vS3FTDSrSyYu/HBZ87hmnOh7aAPTnOIWX5GSmZQ6aT
3bxBAdGr80OdPNz+wqt95CKuKO7h+2wdcHXhanZyS4sh1OipbzK/yrVdPWyz9LGytdeQeLdtXW0i
twXcEFBRnA1MnE5iVfl/bQGFBajMtgLtWGuS7SpmZM2Q4NCtkXU0SS166sKHalDBcwmlYqY41Roh
waIhpFs4kByHLBJHW6hQ1cgY6GnsVS/BjJClPSSzvS+UP7eX7tqh8LXDFdDwPkHmT+cX/uxkZIkE
6t0hik4gaKoHyE4mk4cih6ex4jCq8V2WAdsGLgKM8uCMSMXn6rcunc3zXyAsKmcBKLoxjU7AX4xh
uif9oTEgBqgxL22gPZgxT6bftz97aX256qSMFBPdC7FxZKplk6k2i04SkkuwSmgDyKPC/Wpvc9mO
CXJ9APZwF/ifn61u32DoWh/L6KRlO4l+c+IVkFdE/zH1LzYR6fn/mhG8WFJhVNZoYaank1/GUNNL
wYyWNm5TgYdl7XBeB2zcHIcbA6qAUrZ438oKmtDIwmCunVwZPuwjiQcnjAJq9b7+OpFfaSKv3PFr
mBw3ChU95A5IYa8QpPk0VW02wVODLWxLdsNjch/toyZQt8Zaa437JtE7W4aFEj0XBkGF/HLXqrLt
x0geIrANY0jlnuIiHMP4lSjbaO0g2jznubLFzwY4TjgkV9g6SnSrn9o+Ot39+jSdxj+dZOdkO1+b
zWm/wezXaXNynvwnSDA4T0+Jt/l+AdGhi3DSe/n2H14+H4L3b1ASOvdg1DkE7kfgP8xuEPlf/x7f
7P3j3eTuTKdzDuC//dg9P36BZf7RfX50/cPKBi05fF5H+X8fIjj8rMDgn8k/hAbaQ+vUO82Z1wom
fOFvLRZ3JWfXKVXnWO2LETZogtjH6AwEenQtKPgJoq7N4GlG3A6AuDjCC4pEo05BR3qS9cQxit+9
FjtRCvTd9Bfq0LMWuwobt33poy5XDbt2rl0wiLpS+lIbTzkEeAZSYCBM9YD52t52XNwZ3vppwtHE
CAzwVqSG4zpAOun3ChRjcX3B3Yl0WYNnFMt9BhmzOJHn6JSCsC/NMN2/ErEvGcDYKkRleYCHF/ty
A7sh1fqhsHGzMh2uvYKriqa68m4v0oLX5ZKfiAQguoMYVUhajSIFvD20ENQ9OQ+6q6wE4Uvn4+Lv
F+sxYYx6Xsv/fkydzhEDzb/sm+0JDQPH3H2X5osle0b8RlgGqm9n1LxyctJyL8n/oixD1PBfQEXR
MTv/ZOVyYfu20ytrwsL2PdNOVqnLezUcVqbNlxw/ehDoROD7wBFgC1aiPu9jNLnwVKcRhodAEbiD
eGyiPkIgO3WQda1N019DlPl3nVkUSkaDqZqZHMLi/BdwZOfF8l7+nB5SN3Ub9xfBDCzSPKc9vN9/
+KPrf1nuwfm9U8eVW3c9eyn8DOHagcikTSM1jE5qei9Z0KrACOaMQibvN1WZAWz4UZsSLzM7x+ys
O1mNtiOkLOQ7Yn21cuHq059S+YjoyzBiUHPbJ16ng6oril14CXigleB74QG7WDXhmiVsGHpqEBzQ
CtyDkpcAStiBrcPO3ouswgx54d++cQvO/8KgEOekjDYS07A+aPE9RHboNdKdHUYeKVaO4EKwCEPQ
I0fHCcwYIqudOjRKHHUppOKkj6oHJDP3VBl8co3HVEih6R/6/Ov2p/30KwWXyyMOTOYg5cXok+BN
NKPOk7rI4pNa/5IteHa5hR52pGwVAqLw0N6Dnsy3ybg34leNELdrH2YFwKBhjZtpwXlizEvGoBdv
CgF4dHnHm7iWmoLi20dTjkAjOYEykpX/McMLP+pnVoSz0+bSlLeQtjr1yae2TfRtF721uQ/K7Nvr
urSToJKANcyxgLZGiBfiDjlJ203JqZ0x5RUU9BD2OYgz+z85ixwb86Yu8p7bNpfuxblNIX4IjTAm
jMCmjfgRQ6++5tPuWES6C1GG/9wUELaYzYMgIEah+Y05C1WMaoqRIRbJSW7dnmuO+0BqVtpD2B7J
allo0U3qCuoYYNFCV9YQPqzvexlEBS2sMcknkHDsE94bHF5IuQ2pfIx7aK9CSdd4JNGmAsaixmSU
Hb+MCZZ8GIKq/x6I+pf90e6bxq3H31D4reL3Do3GEcFP0uwjY2eC96bdJ8pnoq3R7yz5D4AEsV6I
upE6CP4jNuZuJkmVnOK53aIRBiCbwe6ZDK7KtQ7+0i0CpY6MI4c5eiCPLjcmbOM0I3aWnJT4CwXm
ZK1Mv3SuDbRsgRD8KZMJf39TxZNup9gKG4Ep6ed9Mh+r7B7aQw4wiUMLCYr2P9aexC1COQnD9uhP
I+AR3uXEbMDuBXmnU25gZEjtnSQ5oDC6cnsWV+7MivAWa8iI0BMasHJGYjustb5QqV8T+1tcvjMj
gpPDouWGbHfJSSr+jeyo256cv0nWLjJSxyo+krXp66VYEdTHP3AOwP5/8rOzeyoP6oRwDksnUy9K
7zMpcUwNzEf5Gift0hE/NyR8WDvqDYQmYUgxnyW98WUT7/8pNptNrnm3fc+iKbShEDfxEqqIVcSU
8BiTucFtamtP6Z/sDo1e4tr1W0K+b5taSsvBBwbwnso1xVH+vrxOEkj8oNiJXEmh+gOb8p1VSw7X
AgrTyU/D2VN1EBu7FnmN4zUc98LewbaJHA0xAacIvbStZdqQEQW2e/WpLHc5hAbg0tcUwhdW88KK
4JsMOhIblfzo1Fly4ZRAnhrJvQrB6nE2nlJtv7Kg/EcL4QaIbIDqRy8bw2miSNmkxFqGynp86hJF
ugvTrPKkzATJfZl3PpWyzNeHYd6OcgUy3dIM78wmTo6RYYYbjFblaHMWxds0IPNszS5eOVkLtxMi
SSj+w0fz/EpwNJB3k0OEwgi/bLptQHSBsvpXqzFnZBgFV0NPbtpPyKn/vr0oS2vyQ9WEx5vDyMUt
INAz10Y8psNYvqQpe85BCKeqa1HsUn4DInTOOMehXapYJteVhraJmWYnkPNMW1DrV043J9AcpQEB
iEBpKQK+woHqUYfIs1xTvl34TMge4g79H6ot8RXsVUVlFeuzUw2u+3R0jY8ZgtW3l/K6i2xwbcX/
b0R4n9LZNElrd9lpmJxqAs27RhxwjlZO8rvwwB22ifzbFhfuDwxiwhazlqBnFKspiZTHYYh5mFNd
W6mPwyIdG0u2AZnLo1+m3FQPVGNr3KKiUZQngT7kVNsAn+BxFNxSZEghi0F7cRqUHjjerUkDHSC0
yjC3ibpSNbmqoXNjGF8BYROG6Tm09NIPqSQy5laFMSp9lB24r2XiKCUU7cFuY51s0+vljw4CVUxy
QlN2U2OlKSeeG25fh/KHAVIgTUHx5tL+aIT2mNdhdlLDzEE1ewRMJNX/GyOcfQXbCDJ5EbzB0Pyw
UyDGT7XeOIb+PtatQ1YFVxc/5cyK8ErSGXIWUhqz04T+zYD1Kzh3B4i7b5/Jq6SOLxn+AfScJx/Y
PmHJtKFJhlbOTmkqbxoLYoNR/ooBJy3cyQdT3kp6vpeZtdFIC6WQBox3kKJeu4piOvLzI8B6CFwh
ZxAV0eCyXJO+s7CkQDBaXht6YNlyWxfod4ccnr++/rHTAGTH7U9fuhlcSQHhKaecEDvIaKtSZmU4
LEUbPYFpDoVOnM9wI2d+Ia0hfhavBlfPQd6M4j2es8t1NlMlktSaf+IMpY7S6xFeoejHm+QZihJN
Ou5je3Qq5CQzJBbK6B8Dz/F/8cUK0mbOXAKolvAbIMYSVjU0cU4S3hDXGvCsUoRH/mRi9jgsm9DJ
ijHe3TZ6NSWEzYWaBhI/VPUxWSw2ScAEMYeDBas62FhI+FnMO2UsPjLFtQdwe4D1f/DA6KnafySd
ec7UQjUDLW5VX6mYXO03b6MD/MQlIS3kWPzPzwJcqSvCLAJW9dFSieRLoeQaUAx152mmKFDpIMIs
WLO9/fH8lp7HMCBzRkgG9Cpea5RqfuZsz2wSPSJjqtrxY9FOkddEigxcvTKvPCzXh4ubAfce3ksV
tB8ijEerOSGXBjMgbmmH77asXHWSN3kbb4wSNAXDe9XeRXEPdswgroI2a1d84lUl+OdDz36B6HmB
aNOH1oofjQxMNZlHprs+vde18gPdsK6XHbQXs5FBb+jviKEGzPUeuhJkZ4bTKkcS7jBeo679Jp6G
XSz+T9kBLy3iMxPobOG4lzMI5lmHDR+YXOzjIhm2aSbLBzXEgHZFa9WZk0YGqFVuweutG8e0LFqv
bWJlI0EZ9UGLLD6r27bDYW7l2bHTMHNJCVFMCY+3V7L2LdK1P6SDOnxlx4kfRSiG3T5AYmTPCWrw
+9FfhNPQFXFnIQZbZZORtcdODjs/1yTD6/ECbZMxgWwENGT3t+1d3dYfgwCEwQ1jFAnn5vKW6HMU
EdJW7TFC+ypnT1b7pCA66uunvh4ds/+sB3lP8mEbvjf7Ibrr9D9wX3NkrjxMP3Wh893jPwQ8ICDj
kNFLg++4/CHU7nNrKJr2CGmPPZUP7fAO2R8of1eRS2nsaxUo/cI7u4c2N4G+Sv9AIz98yLo/VO83
JT3mmrEr6g/MHkb4HxRzPH1zmt4MIm+HNcLPq4H5n18L7U/8GGQq4BK6/LVjjJpdm43tESWdw1g4
dqeBOtl0pgwii+0LTTto634bGDpBefig5rPftLoH7Q1m7IfywGpOsh5Eje7mYJXV7Wd9Gjmn6Qr8
5SfjFVcVswo/AC0E9qIGjlTXLRhfs+6YmaycnXrQy8dc5qK8yhx1wFBRKda8rDYy2+moGd0pUxaH
TjVC1F2K0em2MDIL2kKtVuKXqgSM2jE6zTokVTjmfsdqOUjSDjOeVZjkQEURi/2dEwr4ekm75G9V
6QMFT3ZdHkckFJ9RWkso3ip1Mnpa3lrzJldTFQiBma2RsYkxBt8hDfUuvPaYycEM5eUOaVoM2ikd
VccG7KVlGHt6/y+XP9toApnIvbU2KSG+Nj/mwKWiYUYTc7k/LvvM88vz1BnUhDnAtcIKJ9XbONjr
27f16pvAcY6HEON5QPXCUQhBoiGPoKKOCnKkcXhkWYjTVx9Mfb5LyVFLW+ROofx+2+SVQ4JJdBRl
RJ+ghYBQ1uUyRjNVa3R0ydFIDuj17of2OCJFjLXX23bElxNvtYoN4V9mAukgiunJHe37FCcnSF3H
WvEt19+AehBmwhCPwakig7/8hm60K9OYkAmRuXYyq97V1QG6UH5fTivBjxjF82f53JLQIGXlkNdN
ZtBgtmZXIbPkkKH9Iq210ue6Om2CHcH9ZE3VU3SKYEfr7hFoemVO73TKMAqc/M3qtfYBfzkvvAgc
HIJITvaH6A5sVZcLOJVaatISC1jeI5g5jqEHbhX9FblBL29un4PrI35piv/52T3q1ULtog6moiw8
DE9q5YfdMWWfiPAQPawc7jVjQsRA5MLU0LbEMubxwYLYCLjwnZLpGKoGFqyZHZCY3v68hY07X0mx
QmnQbgYZGyxq7DlO0SGxQm8G/QGGbyP677athWN/YUs4jL3RES0tbRpIAGbEg6v19zkyjclYSawW
Dv2FHeEwjnFj9loGO3PxAXQAmK+VjVyunIur8g2u1oUVwREhlh7BqQArA3mPDeu9D9lbHip3ykv2
WGkeofGTkmMGTp87KCCuzKVfe6dL44LjnYvSVms5xKk0X+3he2L/Ya7y83Ec+IvRPkSuP5SNZ6fe
KMJwYDOhQWaDumGU9fi5M5TBpXJdbvqqLIKqG9eqyEv7BlIBoBoAtwRvqeAWe0bmaYjbKBgyaXAS
INsPzJxyPMnSmqklB4LyCQ/uUEFBt+vyVhtGHSMpaKKg1aqE+OCmQDRbNAy4XyRTD1nDaA1+yaoY
t9VcdX4o0X6NQ3DhOvBsCQLOGHzTMHp/+RtYBtdCpzgN6DDEv9TYBl6/CwdfHlviTmXdrDRCr4qq
2FTI89qA72HqB70H4aMLM7Pn0W7TYOwhu6eE4H5EaRP6iLQe/HROt0kYup0RBwpI125f/WXbANVh
ygORAlBHlx9bNZOmz7qcBuA3zt4Su5C2k1pB/c1WU3cE+htcETLxK5v8auVh8KqqoCtv4YJzRRiP
aiSq5lAyEXtzrVkmChnVNCjsvmKbcZ7156avgQOy7KioNpGhSZmr5lUee2GcRmsTPEv28UxCQwQ/
A5OVwn63ZpgTI5+TQJpUaLYlVbbVu6Z/lRSKIRTk53dSRNqtaTBlbcxm4ahh+AU9XR5xg1BLuFnV
LE1y2nUMHPEyPRVgcNvabR16eWFt+rrStrd3e8kcsl5cLnAbgIBcOGhT0imNWVd5QOccbGRIZwvW
uRVcMeaL1vRZryqIONaYoYQWKfaHj1PydT/zVXkvWfUQzUWgtJZn0s4ZMmMfxvEuVY6Mzi5ohQZi
OZ1suEwmJw295oapd5259iQsbDCkMzBdxCVOkCMJq5w2URtpRlUGFSpMpQlSgajY2ql1KOuxc5Ok
e1JI7N9e6qu2H77+h8UC7C+c4l2sIia8MtAoXRXUhbXr6W9SPVbs3QxPNmR9gRjQk3YXT89UWWPh
X/DWwMObqHcr2GmwoF4uuzUVGDuX8yqQtfxfa1I/0QdMlibZykO7ZAdICt6xAFcSADeXdoY0TPvQ
sssgTeEhtYwZjvEWZrqxYof/PUJMiWoD5wTBFVExmntpJ0HDGVqzRRVMTeyzGpPkqMvpQ7zRshdV
X4mXF95vCxUOzDpDUxiAAX6Dzs4sjbuQYJ4apTDKikeZ5PmWggFzJRBa+iSU/2x+8zERKeYwBVDu
oWnHdVCqLhiYd9Ykb6uEHvvmdZDWEIIL9xAnkMts4znlz7jwTTioxB5syOZBh71rHIKx+MPUIQds
T/qW+Ub5Gc73OaRfmfmZ2GvH8fpbkQ2CBAEtJn4VxPEJSRqKyVCTMsh6zFDTT0mlqEHu8Rh4dqw6
t2/d9fZdGhNesy4tyJSWaRnkLZRfakD814iHrub6MJDEuVDxYoKEFzsomCB13DKzt9IA8nCb4iDf
gWfpW981bgHIJZDnvQPl7WqtW8f36PIScKvoR2iYoEPuK3ju1DIGCFrAqixl/ggKqRRDX0kT3jOz
fLy9htf3+tKUED93ELXkSoQpyPOaJPYs8ynN1tBMazaEMJnUCalBKZphGDLHTH1fxhk4/ZnlGUXb
vt3+noUDeLF0woahlTOwUrLTgNHKmYt9leEAWneSWriztcKBtWZLuGoot+t5bGKbpMfC2OjjW/sH
YrtuxtYGKheynMtd4r/kzFHpgFaUCYMlTDYWszuCz8XOUF+c1Og5imqvJM8suR/QxKaAqA3yWtC0
+KV4VQExBdhSVYUdtNuwi9B8wIEccjen9XvSDBtpipyMIukvXm/v4XVagHIWXjOcO5QXMCR6+bWt
Oc3GKKVZkFXQ/zx25VZLvVbfkfQYNo+a9HXb3OLqntsT8n0zU4qJ6bAHmlNH8nPv9PS3dGafgXFp
xRRPrsWbfWZKE4ITZW4yu04xRNZSXyruWPRvbCHnOrkgucZsNEY6W8dGebgc+xXTS1uIIiFwcXwD
Md12uahpPVnqrAKBX4/Eix2qBZaFmmf+N12b/V90muemhHsRpZWp1QVMjfP7jIkAGWq8Sr8JC2jD
74p02qqmR+cBjMYlmHkqNw43RjM6DdSaby/3lYohd9/nv0S4N1GozZ1uFPA8+yoY/N4DxWPrDX73
lJ8A0fqgx+Gh9cErDjm/tHTcfHSB4r/9IxZP89nCC6cZ8j4VhYJvFmj0F96P+RcY3kA31b2wv1K+
UpBYsyWc5DBDdDZYZRaYdJtHJYZJAGfZVJXDvsAxq/drbCbXfSK+wHwsCEgPzIaJ7GGcWiWUzS4L
ZrKZNw3mD8gfBqwgm3fy/ES6L/XQz8fYgM4v8+ban7qNsVaGXMhq4ZGQSwIMpfOitFDRaiAkPyUG
VphV4K3ZjnfsF4ZQGfoVX/Po0LWa/rI9uCcoT8FL4TZdXqWakJSZbcYgT1GrsoNkf6ROnkBGwqVJ
L/NCk1m16JJ1xT+GrgcUuCQJKN6qNqv/4rnD5AnCRp5SXw1UNsk4tlKFA65rzUZiOwV3esruWHEa
s3HlIC894+e2hMtUSQlaGfB2AZpFtHnNyAOxVxpT/C6I7hG1BqADeNSBLb1c2VQ1yq5r4IntdPCg
PY7ygxdZoEoDM9v4YSVrBagleyBLxfqBgg80lkKgZbSSNud9lQXhfKRcdvPbMPa0v5uMz8He3fYD
i88M5D5MUKurgKaLiWkcxVYxSQTGmrcpcRi0vEFflvQjaK1lRwLsjBouqXRfmf9Oa6XKpS8FyaKK
nh/4vFEWv1zZQq3zOOpTFhAJ5OcsOhK6YSbkJLvUJZYPJe3bX7tkjyeLgDwgbNBFLE9NVTUe5RFD
1LF00MkdsD1uGD5RzTNz8M50YO25bXDJ9YF9iN8DLC30Ry4/UMt6qeqYxvCIl0bitOHj9xThv99o
80LVNQzN0udZXJgDZwf5ozgSO5rdDL4Um8HvhQ4FYY9BQfORu3qMSkf+XEThSqp6Ba3A3qH+Ce15
cFRiFFMc4jMzCnxUQ/JgngGvQIGyK9Rgql7V7q5VX3p7eMys8DioTqmrPmZWXOWeohkOdGE59xh8
1r05/kviQ/d+e91/IEvCncU8B+aPgIDlHA7CnbVpOYc0zIrAypN93Ot3dVv9Ue3ySwf4GaSSAw6c
jll2rZG2FVHcGolo5NAI4ausFZuwNlypnh9IskWNe+W3LQQ9mgmsFQpB4MDCRb88FKpRD6oxkiIw
je8xnE6zkjgW9CmK2aPkKQcdS/1ozKnX9ZEzhjvN6lyC6jPp93MIwQ/Uv2//IG5PXCsoK6FrqgOJ
ifW6/D0Jq7WQDJQFoRW6uobRWM3Mj/GQKF5Jn2/bWvz2M1uCu677XDLCWeOxgEe6LRqhboWFbzKP
mWu81mvfJVw+RuPMQjkTT4Ma+SoGgZVnIrWbfFjJVpeeXhx/DLwBHogiqjjYk6BmZBU23Fg9QH4n
1UoAKQroXYJXJ5XcLpW8KFM3M0btTLY257/w/sE2FEABkES7QOwUgD1hSlgfs4B2tVvE5j6d6ld7
lRXsCsbFb7oloSuN+o0NDi3BVctpT8wmbFigAsheN6MvxcN9R587809Gba81nNnQvCGMd7QZfmva
a7YqLcjvrHhOwRwncew3xpJNIVmoulqd5zCHezO0zFWsAoqHtvF9+4AuPYhoHHMGaWB7DMBRLm8D
gDJppNf40Dj/Z2V0zyLm66PxNeXjQQfW1YxNV6f5vT7oR0vymm70bv+CpWOLBxGPIuCA2hUVrVL2
ulZlFcO0Hay1wOpAYIliZqih04r/Xjo8OLOga+DDwmg1XX6rkqvYrKHl4B5JdqzOJuBYthVfDqe1
UvyiqZ9XAvrRKB+J4TCmUwwMhXJTuT9SqM9OTXMfo2iw4l6XDfEdhKQwWGaFb0ImW7WxOWD/VA1M
ya/xAGxyutIvWzKCoR0ANjGADypMIWNWMb3HChuBBAHnqN+bytdQF5JjtMYaemvp0KObrKDMDQw0
0OuXWxSyopTKEBFETQYUix6LeFxZsIUYRee3GoP4ErTQRCljve8te6yKPKjnvggPbGzRhwnRvNmW
ZGrDfURU5MoknOzEI+ggbvFQScy/fegXFhSVaLQrIHTFm4DCrQOL9VRHbZ8DofWkWahqdo4NqeLb
RpaiAhBBom0tA7tno3R0uZisyCLLQPswiJn3bvu98w0SbfcheH33MfvvvHUOqCRWXtel2ve5UbG6
YpcW0xIGo2lTe+DDhwbJCH2kqWj8Otm3tjv24CLzQ21Xpm91fCAgLL793QtxIShZFGShgBcrkri4
fZFhkklN8wCINmNjxlHo1xjVAekzJrEstdzUBqTbZrVcK7wvvRoASGGIkw8EAWYtXEYWj4US4V8B
Xq7ydyW1w94oRs2FLsKwj1uLnyg52ZZTPGJMujLcwQaSIJYT9ogJQ+Jmat5s/vPFQJ/VxCmD58MP
uzwDI1QbsxLKIkFFUuuuLmzZbxAXHZSykg60sqlfD+Xk6VokPd22vHTGMTSkcuUi9JkV/udn9VIp
mnqwUOdlQPR5E5b9Lk/cqZK2t60sRFjoGnHMFRYc2aPgmiQ7msd2LoqgC/2q+q30u/dB/7daDl0y
g0kBoAjhaFFkEXYWXduxKaQay1im2MUsQeg4SvthVk9FP+seihBrQ+8Ljgo9JEQ5PL2BqxBu78yi
keVpUUIPST3IOcaoQeyVmcdClT092/VbCZo+txdz6fKe2xSRmXmptiAaQt+2HZ4teoylz9566jJp
z1CVy9STBhHpRnmYAUxl+UtNi225VmdfeAF464zPDYE/HU/A5bGx5ZDUmBsukVfNLhk/m2ItflXw
NwiBFURCQCiABjXiDfGNkQCpSfNqQHM63cmJLwGVXyJp9Pv+bcje5KlzaPaSpf6aFuhCpAPoOGIB
VK3g+8Upyn4yxjBUkT12mdL4TGt/q5BJcVMzlhxWWqV3ezOXzg9YbfjIGSrNiHouF1IiadGxaSoQ
WHVz5RixVDoUnL2Pco/+T2/vq9SArlGfVBBEJtJKrLXghBG0Iq4DDh5M4eL8WYHCtpnEBE1IG+Dw
JnKhm5Rmm1rdDSTnrnhlxGDh2GCSGXEQJkqgNyriOtRwSnu1rNGH7N7lrnWSNWWthQ9CdVXmU/oY
7gAQ7HI5kwxglB5osyBRtXpHJxCsF/o4PTRqlgZ2oQA1RRQKRnJqrrS4Fhwpr1RBCNFCJ/JqDmBQ
x6Gx6rkMQJWHepXd3vfdtEvm/6KVC1+DKUzgVYA5EwccgKbv5GFK0fafRzeihkNV//aRXMo2AJMA
XBUtJd6dFl4jkGmwQrEB0aA5OVhwMv3cupXpWWHt0L54iswGrD1m7w2V5YRttmnZmlD90kFRkN1B
CVwG8kic250MjUIiG2CNMI3RRntpuu/bH7lmQMj5+8aaMYOVVUGT343S+1iEa16aHzXBgQHwzSE+
WEcEOUJyqpckUlmIjcqzTQ4B2j3IbTSvaHbKBmNbcuVYa/2ThefPRCiFcAoFMCCnBIt5VLEknmgV
ME5WHUlHE2ztml+oILJdCViWlg9jU3xICwcFWcflPWNzKVll0VRBYdayXzSz5NIsXunRLH0PYhMZ
oAIN6b14CAwpVYqm1KpAK2u3mxVPglCF0SQOCKoekRGv5BwLnh8pPODnmmIC7iai3MFhOVpTX9QQ
gUbzi44Hs9O2Kjy0E6182JKvwNohceJl5qs2DIrKErKatA7SxKp8za5OQ9oVuzxeOeRLC8jVxjhq
h48G8Tf2LLibIRIwNp1WI7jLNgOJArncYnYRbf7yaZXIfOFIQPUIKQwQVgAWyMKNMso6ShMjayCN
V7zN9ujmSbXS9FgygSgLkB1wKqFWLgRbKRumAT1CYMeaHnQlZpj4fZettToWzoGFsAZfgcISIg/B
/dkh/F8mA1il1NZdbyYOmUHRZDCvj7e3ndCCJQSr/8PZee3IjS3N+okI0JtbkmXasFpeI90QckPv
PZ/+fOwNnL+LRRShAQZ7ZkOAVi0ulxkZGQFbhna712LH9foI1FtThR66C5Iorhr9bosvIvKEu2Ki
t98NLtriBAJVDJhqTRWThazM1R4StD6L5suomcP3oALevD+b21CGUShvwscBlONeuJ6NGMnxIAWE
MnnYP6tDnqMggrekErTWgx+jgDCOZolLcCMczHayDvdHv/2WXLXEpBCUuTAgZV+PTlN5WfBiFpdm
KLGQSWPtveobqesXIxjZaIQ7s90gMi53O/AqTA8QzXWgOMqIo4dqWV6UIYAOPAut9NyIsWmnkmA8
j00ev8wNoYBZZ9CU9cbX/9H7EgunnB6y4/3J3x50Fpcbn1/ERmIZricf6dkQ6j5ZXCRNX9BPfFbE
b3g1dU3lGMbetbyRQDMaSkUIDFPFIEy+Hq1tknDA12ZhOMpF5jZNWX3jhtEGW+1T+f1YFGDbQl4h
wZMLkfoPMleq/DzQPx06Q1KjcKn0QoVb2GyUO6/u1i5YOpahtXKFAz9f/7TG6jMjqsTygujPFLxv
4/d15NTDTqy39bkxP4N2Bj+bbHb1ueM60OI+84n1mkY/T0HhnzQ/kg5pEmuu4EcfUaSSd8bcnBl4
KEcY6r25Tvr6ScxjNSacaOvwKApCtrglPhpVXDqV3vy4v59uw+gFfKViT/xFoK6sVljKWq3IZQZr
isle6iEWAo1YxU5+YneJdQDx3nl8ty4PwnXUU8i8uHhXC1cQPhMDcOk2yUdZ/F5Kh9B4VAIUGhv1
d6zv3fG3LzATfDPcagWHrrFElK+gusTtO6ySzqP+DVbRnqXZ1kZBdGqRtjXpmlhj2WoclJWRk+/w
x6chDY7NOHljT34gp9Dq453dvzkc7/0idUx34xpT60Yh6sqJ3W8m0ikK4ZLPVvdnVsyf4vQrRFfk
/i7ZvAJJt7gFYLaAla8CzkVwsFZVqbzUz0nyb+fKx9p0k19Nh6uVI33+fH+4rTWjqLuUWSjqQrC+
PttJ0glN36glXE8aqxvY8QhrWNOeiO/WQUOADUktXjGWbrX3w8CvLKObSD1wlswbsXQnLfg2zupH
QdW/3J/SBiuI5mIa1mlxoK2G1p7rOUmN4YdCIjMYOCyuWOdwKI6j7ND4GCnOrJHilUd5+mJYH8VE
xaqM4G14EQ1vio73f8rW3uFWoSV7MZi8AbvzdiyUtDKrSzUdZP3SRE9N/ckIzpq4M9Dm8/F2pNWu
SbTUL/zQqEB+bd1wukNhp7+0yKb9+aFADRz7zMad91TUNgqifGrkLMA6yctwUbj+1FE7JyXhQ3WZ
cYKVAH1RdHxI6+FB9DU7tSRqoePnuEw/z+UeKrHB81u0xwkmlwIe6MfquqkztOnSeK4uPQQ/kgs6
durKa+tvmaHaReyl0gdN/iHSYN76T0mByGsmvMPhayfv2FjjpVuN+Azgm2Bh9TPkKK2oEfHlM3oY
pWPmyAMnVXF3QqONg8olDpNgURRcOBjXXxofjjkNfaG6dLJxaSEMRvITfq2f7m/YZb2u82suuTej
rK6DqahmOaLt7RKn6aOuOyiG2mAvhzbf2bCb0wGG4INR0ibguZ7OEBSRpkVVfTH77iCaKUIc8kOr
jL/vz2dzGEMXddru0Whdpx1CF1SjPzOfVFAsWnVlyOxV2p5CsIWdi3vjsV3ygP8/1LJP3uSFgohP
LXKw9SXs2QCJp8WBE8bCx6hFpLayYjup0E/y94p62zOkOmkgBQVGtvqQUW/4taLF9cUiSE3P0S9/
j1C7uSfgG1JBQQwU4sP1xDS/IOyuwiXhjW06LA4F0a8aW4ek2DlKWyNRx8UzjgyeS3OZ65tP2FVN
M01xXV8CmBVRqrtK8kgT9LFq/9zfFlv3FqYF5Bc0xmBTsg5prQYr7jEY6otUSN37pJjqo1RO889c
k9tTXRaYzEjqUx8Z83EW5cc2KvYcFLaujYW++UpwgB60fIs3c43RWK3pcawvCNy5eobP8vgpEI6R
oB6r7j8ctrdjrbamLmR+l7U9h+3U63/MF6P/ef97bi0c9S6s98hS6S9cPe9CgfKhn8z1JU8+BylO
L9/hZvrS5/ujLJfP+nJ6fWRo2ySAXjeBBalWDo0i1RdUaYvypCjf7v/9GwE6vbEwtmQkZ1CWXt3k
utUIepsQpCAhl72EzPNbJhSPYsz/q8zIPKRtKtq4p/59rzolSsoj8Avoo2Nu13sh6Bth1AcawdLu
UFrftPC92ewUJbZup7dDrI5W3addHmoi8UFK1SNH20qkGptPH1SrPYjiu1Q8yNXp/vfc2uILFEcu
ZwDir8GrrgFx58+qCyeo13q3V79Xlj33naPWwY6EweaJRoebIJZ0BzrI6jyJfRBJvanXl7qUfwiR
KB17wwycWtUql44m6SgpKBsUWZC7TQDhrUsH68ffzxfPYwgc5MkUnlc/wcr6AEEkkMG2eSwj65kE
5mMQRScpkF5afQe2WxZsfRjovATvxCeIrbM6cjHFkrqPohZz3xSDLA01q9SXdt60rXP9dpDV1R80
OcRZOWwvLebrQ3yarXfCYJfzf7j3MZ6n9El1CYbKahiBzs7Q70oCdmsUPVnKnGwyHpvYUt2wUGL3
/jJtTcqCOasvHj0Y3a9uQ7/N6frAxvnCNqiQJkG3vpXqwU216uzrbbsz3MZCUfVc6nKvfJc1qi/G
BrXs1G8udduy93SzcigFJTDowj3nra0sgCK9RQ80mwLn7XXmo/iJFdZdezHCsqTx4t88htgdBari
TuNsXVo6m47mLKjntBOVYyNn+csQGvkxzEITHmzZ76zsxuQpNCBws+jnwIpeXTtVZE6NMcYNrxy0
s8C0lb5zdWXnotk6/BRo6P5ekBUykRXQYclj1YV12F30k1U9+uYhqp5ao6Gw9lAUxVE2Ik7+w19v
I8ZEo5o8ncxrrcDZGEZMo3DaXRAeM6kxX9Lix99vHXBFkTQWU0fSrNWFkvvZyDXT9K8hZad9KCXF
jjvR+fuJvB1ldR6aNKiUeq77yzDb5fSla91CejdQKb8/zMZW0IgfF2opWTmrdP3IyWPsp20eDRe9
+D2Ej6HkKO2v+0NsnOxXOV2k92Hsmes7ES2UQqS2MFyy2YujzyW0aj+RDxZSzfcHej1Iq9sXOBz2
DdD8kpCtou5mEkfk15vh0sXQ76ewfK6rrwDj6CsqQ0Z3JE03wNSKdS4y6UNtIHHxrQ+cTsaQ6Oeg
f5/1lyKP7YoFrVVwindp/qL3n/VId6IBllibnPW4en//V299Hmh/lJEwAcQ8Y/WjowxFjNmXhosR
xW5uuVjU2I32OdKjnX27PRCbFuXmBcldBVLTlJapbnTDpSmzE2o4faV8CKLi3RSkyc5Qy665WQjS
YWQnQXBR6r7eVeMsjmOSKMNlOgXxw6BrJ1DUWB/serff+zY8xJOPc6ihTkJBcx3ORH06jmKMBoHe
w5PhvWifYjcKf1XSv6Xw7/2lUm+mhYAE5gvLUlF5Xoe6Cg7rM7Uf8nBttEfu8HFPfOD2OOKDC7/K
BNoERl1vhnqu9KDJFjQ6rWUXEM0eVOxLJfVvzS7Za3ToYS+FkiP0ivVzGzezTvAXg4+kemuLYQP9
2DyJEbqISebMqXgZXvok3YkHNz4gqJC2FC3oDSQuvN4X/mikzTyRtEpq5aEk+F2y8p1LYAOphc6x
2KMqy1e80XIZxcbUk4iQs0NGxk1nyXAKI3vR2zB1rQoFWZzKajepqVTJodm445w5PpIZO0dga6qv
hFraYHgCrdWx7sq0NAsRKAUX9EMi5AfV/3l/Ny5/w/Uho25LTxwgOHsfFuD1x6Rw4vdhA8RVlqWd
RUpGvaIH6Kp9r1Sl1g1M9V9fhtMpVjtv0+3xJpSnMLZMDHBjbbIj9JoGzmfUlyhIzxrAih56wUJe
S4JnRf14f5q31xbcOzRb0Byl3Amgcj1NWYURTatsf5kgNz6UCk4QshnGbti204OhFOLOwm1Mjs8J
xRGOI6GLtorWsEoopKwvGK9oz3DGvpY+oj8CzkK2OvWPaqIe70/w9gZjgm8GXO2UOpmyoJSr/pJb
xlmmZyusXAN21cwOTXz5RDfZ6f6Iq0/KYw8HjoSWhBoJi5ssRVIDZRjNpvCqWEKHVB/zB21ITUeV
4vkpbbW9gvXqVnsdDySY/hiJ55++juslxCbS1HyxKD2DDj+V4mkEwF8Z3+/Pak3meh0G9U56NxfI
F67f9TCG2pgphUOGielNwYZRe0QZF7X3uCyd2RiUX+2UJh/6AW1KaZqMJ19SR1fOh+FxivxsJxVc
7aPl10AWglWJ2RBRzxoatkrqlZEsN56gTs1RmqPPuRF/0jXEV6wgUx8EH2mv+19g4zvz3MIKoCLG
d14jFnnWBJg/Ko2nsINpPhZCpHHDgTBnDne20JrL/zo9XkBQYgwEeEdWH1stMgWVZhmnplBKjCN+
Pj7c244GViuJBIL8SE/QNm3q+mtYJL15ECTMOexCEYJfPtar/3RNL7xPuqk27ayba8RisbRWUD5P
i/pQo/1Fl3aei6FNh3G5g7usi1Gvvx7vLGVxg+W9vYlJB94NozIbr5bScrCTIK7OgTFnblEYuBE2
/SBQnwjyY9PpxSkRRvEHlMdWtsOuEo5CFSN9JwrdYxxhD636yFX3pV/vLOc6gXr9lUsdZVFFA7FZ
r2eSzOEU5kbjGeh6IHwR1+8bIYAcNqazE5hpdRSaLnU0PbQo8+hY/WGyuLPQr6fmzTPDj1iSZPCM
1y5aUqvrU1VMPmqegGHe7CdYNmayrwWuPM5Lg7BvjORZRdR84Xz73TGEbNgda7ihrZ1PY/Bz6H0F
gtnQVkRmUl+9mNmkObWmxY+IsuQB9RJzKslBR2SAzTDU85/RNPatkyNIT57QB8ondHQJtUTFn+dD
OnZ+g17YKH7626MjwRtCg08BwVzoydezrKN50pNhar1ClopDXjcSbcmkDr1m7cLcS6C9/qK8K8TH
3MBUP1ZftKuWJFUUGQsVctcPUhlHgybGCdDyTbcIfP/zaBRQKIVwOtdKx0GQ5294Mcc7G2wZaP1D
uC0QcFkExJGhup50UNRRKWjsr8IYLSxzok++nibnfIiAemK8Y+Pm7x7X180EIE2v62KNjC/y9YhG
o2p1os6tp88lStgGYVc7q6j6o4h8YJ8NJ6hw7cP9tV0FSv8bFJ4jyYGOEsQah4j6ANfPWGo9nDnr
95QNI2SN8sI1qm46EA02p04K1VM4TaHjz3r+X4Yn3OYcL/2pa2aEiIRS1nUst17iwqxq2fANswUJ
ywz1d5I12YOuCo2T9LXsgM3usU3WBdll9pRTiNV4ERc2+irt00TK3aYv9J4uNtHHVG+wRFJF9GrN
UT9FKCoelDGaDmNXdE5A9H5s2kpwCHM+KBB/nLaSK7fIh+Cr0bd71blV6PP628jUYaFC2ZPBZ6+3
g9iNtGZJQ+kFAciD2dLF0auGQ3Yi2RXA3XuTQtq7MrWUnQj29qXkjQQQpq2Wvrcb5TpqSWVPabD2
esz9RrsOGpo9LUHvxJOvcvB3tsBtwEU/EMKSAGGA2izF9TxnowuHmD4Sr4AA8T5V6flS9WZyTK2k
uyMptejr/S2//IWrk02bBTfjq70GgqLXA0ZBHMZzZNWeIMfzUVg2Htj3XrVsc1oLeATWAm67bn6m
aDNAQwsarxt9PXNaqVfqxAG2KoV3kZ/ORHqCrwzzTha5MSzFcOTaF+Ep1GRWX1OPZjiAy+Tk6buk
QUOD/J0J6PgE7U6KtbE/CaO0ZXdCN7wxSTZKyarJJhuvwiSuTTXH0NuDjoltB1+rNIpTk++pAWxE
sQQlIAwUYWhSAzy5XrpyqPOk77re42ayvgZa+nXU0+JQppnmhhqGcdaopE5P2Gon+Jg54GEURiNV
w4ay9/ekFzc2En4oNCmTSnNfr7snx7go/QYZao92XvVDOAbzMe2bPTR+44YGGkSbE8dkGJLrpu+S
AkMVRXLvJWr20ln+MTFEdxJQJ5ofihpJMUP5NKjhToS+sY9AjehUhuHJ115fzKM057kx1L1XB11v
hxBypDb7LjbhuVLP98/jRrhMa8SiW4YvFG/tWgMxK8jCG1/rPVFqo4+KL3T6ORPi3nLi1o9f9LjL
PyS+WVp2qHBPu2LZwBtt6yr7rQRqchzEwrATnrGXoIzGd4Df36qkkc7EuM1DnQjSu17BovX+r976
QHh0AqlizrO0J1xvxQB+WDeWweC1dMUMmtXDOul/KGNVOmWdnu4PtnHWQDoXfwxi8gXOux6s1Acl
q/PlnRrr3pnq2bDTNP3dBvL3sG/dpoSUqbZ7cd/WqEhE0Y5KH4lGxn89atzpndGV0eDVuvaxyZ7n
6lefnhKfOKQ9aJha3J/kxkbnzlogt9eOv3VSaA5xKYxtMXhNr5/HwEBa9EuOLmuZHCwlP+W/fRzn
7g+5Lj8tjyyFitf3jiIssN/1FM2Jjp9ETAfPmE20b7LJfOhTHdsTxHJPrSr2J8Roi3MQTYmbaeY/
xJntQQLrtDMrPGmTudcHvrGtlkeQa27554Y9L+F9EcRZM3hYP8VP6KO2pwlk+iRzMTwI6bzXwbM1
HoKukDo4f7yJyx54Q+qYu1ESOp55T1Jnt4Alb3PyfgRK8Q+xaPv3ZwZ2I9EMkNxCPFttqKy1Wh07
xNHrgvhbBYRjzf+W2vQ50KsdmvSrENXqkQd7g5NKEYqMfy3AGPMIxaIVdd6ky9Mn9DQ/d038Taz6
0hXjeX4K5NRyw1oxPtGnUjjp0NQvmHolB0OMIuyjIy3O7KnM/+idPlX0LFjlx4aJHX0QXDuMfdmO
i2Q8oZ4iHwdQh50Tv67XsDN54yjSLZ0FZCHr+KEpBMOsm2TwYtWIURwQuvSB1MH8GATKMen7+Bxk
bf0+jczgHBoINEsyrPNBz8l0o8w4lqEyInepK25L1eRUV7F17CytPRd9PuGfJrV40+m+LabmhzCL
BTe0OvIcOtmcjFvITcr0Mep72Kd9u6eDsbE6eJBTazGJvuBbrDm8I/1cVp21g1cleLpBLIo+xn0T
fIqouR2Goa8zO2yUz7QWT047K8MxN6bxIE917PbdMB+6CXro2PTtIxLa/qPJBeXUFLhOlhbop3zS
fDsXIwzplEo8xF2h7mzk25ef378Idy8iG9xZSwj95tTUopx0vqYNnj+XPu2rQolKE5ai92+n27PJ
KASQPPpci6jgX49i0lMuJjl3gdoKrZsn0vwcyMVwTA2xd42xk3dmdXvfA8dDcFkwQsKZdX+QpDdK
M8/h6OlZLzuJaQzPCFjNthoq/cFIitBtW7PA5kDbk2HcGhm1KVAUaOTwy1ZxXdKjkeyX3ELNWPqn
SA4+xzOSrUOvoQAtytNz2yqnshn38OzbJ4eCi7I0CIPdyDR8X39hPet0wRzq2evbExGYi0LQ+F7T
m0dJOE2l0+ypoC2gwfWttIyHPskrEKmZy5+/2TcGRaUpj6PZG8rhJEeRrUhY9gXvK0l15nxP3mNz
dlRAsFEiROGVux5t6pYPrnWzh7pD59ZWBY/DEhROumbZ0mRcBAiU7lQtqJOuzzu7aWP3AqTTiLRk
18CIq7mOYDOQEfm2g3ycxoc49Pr6u/mfBiHLotUbgak1ja8tlbTIJxQza6n93kiZG6XfB/1PiLvZ
/bO4sXLMxkKCDIF8eA2rQIHGNUMaxGb2aPcJ6xcxvmjdZzGZHBTC7o+0keQsPE8mw9df+Lny9bKF
oy/oYmpNXlCTuyjwjQ9R6MaJ0wBCqE77tW1Tu5YhRmruztDLOVvtz8X2G0o4u2bpE7we2veLvpWD
efaotPYOMF07OLxB5pHdoj1ZY1jZghYBzmlh5k4GAklh1Uc7qce6Srk8fegjAYXpfANi69W9l6pd
PTYGvyKXXeWr/wnkw9Vt2TVtB4by/SlvrevbsVaRddB0oVmpjNVFs6um9gyqIz1qaejwxuys7MYt
R5oMTAS2yXlYSzzO0iiPY6GKHrjLMwUAcyCu0/i3guhf+49c1jsR9S2SA67C3bZQvPmka3IV2PtY
JNUkeZGWPghkDZ8wno7sMhf2yJq3n5GRsJjBpBW6Bkt3vXH0MiybZvAlr0HKVn5vVr97/VFsqWZN
wc5X3JoUlzWYIVEdpZxVxCrXSm1YaSR7+By2T3lthpjfCMqxK1vh2/3NcfvM4zbzv6eQMsONL3Nb
SbURaJPixX1eHqj2dM44m3sTur0o4ZmBrRPwLYd+3RUyGnmeiYMoe12vfpTx3hBry47wvK/TPYeT
ZRmuzzdDcaXQp0WWBR34epnILHR9igzZQ0XtnSK6kviMycoxmMQTQgunGtSGbvcdSOp2wRbKIqkd
oCKsWnP1DKH7NCRW2ytI2PtImlLMELCn6NHB3NkZG9kcIy1quDwEhMJrak1ez0EaZ0yv1FvJ0/r2
e9/SzNflennMiuCdpOLqWgmIN/UGzkmJVM02109oz3P1UkXtXwqkcZFRxIB+Q42TyAYk8PpzA/X1
g+KLilcmuV1nfxT/y/0NugFgv5ZJlhiaT3xjo2JqQW3OjaTgzijGsS11SoOqiY9quDpxf4mNXH+J
qmjIXfIM8hpFq1OYxDDoWqeJhG48DF07Ck4oa0XopGKI7pPVtdnOQdqo1iFtSz6z+FbRrrPuk7Cq
MSzjUVc8o2xUO01S49Qldf9UBFblTjRyONrMrlcUH8PPyvzZCd20sw03jhkiY2xByktLSWd1RQ1a
YnRD3alebP5QukVO65xb2THz5Z1bd+OQoYeEpymHGvGANZw1+dhjxV2josM/QW3pcVBNDUG36zIt
TppYxoeyGtOjkLbhqR+VXXXv21uLbAFYFh2aJe5aq2wFQhnXUj+qHg1LT2oR2bEYv5va5jyK0VOQ
IGCgPKjRj0iKqCOgwK1JePK+6/F7u785N849tDPCMsIZWn3W5BTD18YO5EH1uK7pEJEyG1OXJxrJ
P90fZ2thFx+yJXlY+JqreMkSk7aO5VLzLASwrWY+TZiADH2ARv3OSJszejPS6vqUo9osArPQvKSu
IdN9jbLosRF/3J/O7VNKPknDNRUYajBEtteXRl2WFJHbUfNQKMdtdRgHB6fQzwjtoCnQ0eE2SV39
H5YKCRdozxrk4Bumq5r7De+IqXnjALw7TAbUDzNVj2Vb7fkibawWtRcqjSS2NGGuS25pqOgN/6N6
QVm+0y34dKH4rNW/K7S173/I23BLXWIEBEKA55eG4esPOZVRaBU453qYLj0KxmOpRG4ooiov/VTq
P7l8vD/cBqjBeIBOaEBSJ2Xo6/Gg3PVl106al2mz2Lk9kYPMlpemk9TNY+2MVWg9BYjx/mNmOULm
LUXJkyHktO5PaoUi0CBN2qWSrEi0ex0XVyfVlMXQiXZAVLi0NvytylkID99Ih8IWgll8ngyj1G0l
NqKf92ezkYUwGyJwpkQMDvi8mo0v6XiAy5qH45JcRbbhT3YqJKeSJmhTdGIJExXxpYMkPw2jzcx3
Vm8jC1juavBCRuc/1mChqhB9LcCOZwSxoxb+hyGlx635qoTxpf1qiI9ZN9hte0xDeY/Dt/VcgYiy
jsTM3ODr4v9YJRDuUIby5PFHNGsOvMHvSfMOYV5KhXSdK7Gjy2NJ+/np/mffeDvIqgCAIZwTT6/Z
YFmy9B5ole75PVQbfwz6Q5i1wjnvLQwiZLE4mLUpYbtSjuinU+063B9/44bTgUwJDRfCNdSW61Wv
UDEmvuqJRVE0doOxSF0NArFTRUqzk3m9zmUVjPI2IAeJxATNZGuAwA9nTZlCorV4jg/I1rqx9a2K
/JcEyqavOFPY0K+JLV7QH/X6U6AuMuPnKT+X2qUM/qTTyQojW0J2vAFEQT0VMOVotGhUKA/3P8rW
dlhQDHBKaNQoNi1X9hvYxjdAjxQ9VTxV+uZXkVs11m8qka4pPy+YQ1f2x3pUzk2yJwi6wcVaKoyv
DcdYAvCpViPPhWDGBE5EtMFZVoKT759ZtX/McnT8FFrYs1ilZzXRTobSun53DqP27OfjsdbCcxrq
H+5/idu3afk5RJq86vyo13D0zYeI6E7NwnTS6VU4DKYrXC7y9LXYs0LYHIWzBP5BsesWXTWSWQuR
g/VwZi6cckaEP4lr9UDySq4C6xckxPzrp31RTIaEuVjOcYevkpRJic3S9yMUO5t5OPmNX7qxLGd2
1k/x+f5HvD3ji24VsbqIbBop7CqKqMVS1+tW1YkiLKdMFbRpGmfIiss8Kkcz6Mj7dKKL9t39YW8f
XoZVaAhYol9O+Opol6EWwmTTdU/IP031u3D8lQbgrXuv7ubs3gyzejdkIU8nMTB1T4mLIzj/Hwm+
ipJ3L/FA2wiRKGKF7iDsdG3tTW51Qjm4edYRAni8q8l5NDzj0dwriW9sSz4gavbErLQ5rEtKfdjV
laEj6lrVC3AT6sFTOJbVQ5rmmWsKZXswS7Qz76/a7YW8rNr/DbpatTacdSNMkKns6UZ0KRMBx/fF
P0Hlt4f7I23ccgxF6wZ5MxjgDVyct/6kDQn7Mrd+RFiPGNaZm8mRU/Gcy09J/diH57Dc2y+bE3wz
qnx9w1Vlr0FiZ1Quc0jDxLq9HeyxYpZr8vqpWaa29Cuzctzhq69YSroQBpmmU9lwpfm8a1m1PYn/
+/tXm14vVRhLPX8/KZ6dtp8C6Yvu78n67A2y2uNyWje50C0na5Tc2tBtP9aeS/WvUwE+FXw8arQS
FPg1khdYsY4gncXlawXBoQE9dLos/w361x/vb7jNRSHaIMBk25GyXq980JdjJQuh4cUaxEpdiiun
hKzxH0ZBW3GpNgI+0IR/PYpZiXWyKAl5Qy4VD+YgUQA2id/uz+U210DKloI9kf9CY1RWGyzRZ4jG
fmt6uZihnZ5VopNaqYm7l9U8IrUz20NR/UyRu9kJk7cGhjJKFXV5kK01qoEzyTQJ4mh6/jDjXaZn
+pGewgxD4Wg+jLGRnqVWbk5akheH+1Nee8WBbi3dZUiRERIQGq1FixRlgIEuDKanlZ9m8Qsuwscs
Gs5zhiZj9H2EkZtIZ1UTDr322C+4DgVS2t3tWJ1sqynONBg9mghiRWL0aDQLqXG3zry82qtzj4fN
a8gGtooy3vXiB1kal0YkcO7bNP6DhEv5qRNEn8DNr15UQS0cs1ISFxhFPZX6DBiKUQhinKGDZKHg
mqHSHStp0F6og4pOHavm59gadLigeuV2kvBzzObkQyQKw86u3XhF6QlBP5PkhzRobfpddqVqphO3
ojFLTjxprpi7Rf81FB/m4ldbvZO0b/dXc+MwEpEQAlGsozljzQOeoskqJz9HUUoTuoOUGt/9FlLd
/UE2SA3k4hz1xWuac7KWFDaqvkAt1te9dKq8wjpkxhNAfouPiZ3MdmCFx3n6qft/8ji0s/AloNHI
b58C/aJQdpPy4RiZw1NDOlTbyXCozU+dea7k56KhOfSQhBRUe73eiZtejbBWm4iPAosE6iFdgWuR
c0GltOFzK3riLBXs7bT2P0p6bX2KWr3NnDFRxJPcGX2GAZvKAVfl0ArgBufTv50a0XlZUeebj8iV
RdAawqr45tdWFNiG7ItIfRtpDst5QA4qNBK5deUMyaRQy9pf46zNmJwNSaS4UjKrv2IIHKErK1Eu
Og1xeIMWqd/TsFe0XXoQNJRR3TKMuwyeabxY++ST9V2rGsO0NSGrvMWPOoHQ66MiIKca2h1tKc8p
BeGpeSRm9D9ghSj9o4aJDwTRyOAXhZZIHXeZLxh2l0pJ7CCLap1Sc1C/BrNSD7Y1avXnNszE2K77
Jv+a4gvT2kFTBCQtmtUhhBmUiQt3E0KHLwuBI1gRj2OTTU3nTgN6eI96b5Bf1jUg7UHrCj06oeik
lw9N23TfxV6Q5IOAoo160rWp+l6AhX/Tgz7Lj3wiP3CMLp+HM1ayhmKns6yVB/RU849iR6lo5759
7Zl9uxto2AWVowwMS59yxpqlRhVNEQQuFmxB47m19SSoU9tvYCs7shxLo510IKkKEkqjLQiUaNXQ
St8ZAu7Edjhb01NR0e8rzqZ8VHoob7bUS8Nvq06DL1lWNDu11HXMSuMGJjAoLPCiLz2Cq8Akagyr
nRsBYC8Sy1MhocEqlWPsWkXvP0WD3B78UPzbQPl/g0KMBTzCAdpYJThiLUVi0Ue6NyXn7otZqO5c
HKTm2EZ/C1csIyFpzOPOU0Qf0Gp6tRjSUaeU5DSWYvuh/sWqugdwob/MLqiGczWSN9E7u/RTr2KI
LCrVUsxE4CCBA6u5so/O2HBSlL0WkBvQaxmJK4bnhFyUTuBVNJzmpT/3fat5U/x7bJoXJa5OQ/8c
5Znd9trLaConMX/fJtaPZNhTqVy/OYwN5QyS6bJXmOlqbK2yZmH2ifz8aZEbi49UWu081x6NuLYl
WjwlhPq6ncBpWaHr43Q96GqvKPC1kpRGQU8Jf4TpZwHru+hvc6hlYux+PivaofzHaozU0psEMqDu
dVVsh23s1vSUBJjM7Lxu62iDcZB5gk4KDAKGsCZudF3oS3ItmZ5U5OYpbUwaxWGPO7SlSUe5a2U3
SPXAQfqjgQ5jzv80elMezd76JzHk7mnKBsmbfCKltEYaeNJaxRN0rBmFNokf1B51fV/L9aMvhXsq
xmuzRLow0cGiIoy6HToL7L3rQCmaMUdUm9j3ojSwlWTO7VDIPveBeBT9Z988VeqTVRuOuCiU+MLz
MNWHvJwg2XVOmbma8NEYgkMdSHYNJyQ2937fDRoN/AtMiC4jPw3Okrz6fW2dBCJ4uu9J0p+QRYyr
o9S8Tw5qFbi5OOOLAxim8LZJzXNR763sOjhaRofshxHQAtxoawq+3GL4ozSp72W0vNlFJIh26Os7
EdjmHBHdpHawnMEbpwBBCo0SSWHijKH6VzEgHMTy2f8j+I4ieJHffNKC4agF0hHRYXxz99je6/SS
SWI/omBNBjKFGPkqhQkLmeIPoaxnqrkdiNlRpJG8oWfl/inZG2Z1ZSu6HwZmPwmeHE12q52E8reE
bd39QW6wjGUyS+8CLghkswSd1/u5SXGOSHxL8GozOclDbyO2qw/QD7RvdY8weNr4jln+P9LOa0du
LEnDT0SA3tySTFdVyiyrlnRDSC0Vvfd8+v1Yi8VUMhNJaLZnsC1gsIo8h8fEifhN4yRjsnLjXrAZ
5tCzkxIPQWgBcK7PQ6dRI0BAifyjJ6HLZ7iCauyJrumPntQgnVzZk6L9SpTuRWibRxxY/+3RN25U
UrThTs50CtiPYeKY4/PtOblIvj9+GLAuCvhMDj3i8x8WUCKP9TL1j129QX4E9w5HQQSozLeJdjDg
ukMT8rPnFJNxfAIa9B/l/Hk2EcKFzZXSvQQqt43eonxjWc9ttZWjbFMM+yjqqENXTljcmbW6YmZ3
eSfxXOCRya3IXF4omABHixRPLvjNwnYEz00kWl9tiKRjZDimyNQVJkQqiNK3Z+vyXpoDz3I5pBW0
r5eTFUSqBoPbP1qhfOyN3h4Rk8CUcROnweFvQ330eRFhkynxA7w9/y6JZPhSgtXwsfRM022MaFur
0rTxsx8QPbZ/HYsRAfGFcDlXghc9yoTKhZSqU4I1FrAE+nt7P/Pu6PXN3MuVBXf57VBR+RRrUVI3
5KQoITVhdT4mM4Pd6918HF0LKYJtFpjfIkGdtoEYhwdfjOr9fzFQi2QNPDHtmWXiW3osJyoXyVGI
HkR/q+cPSRW6VrvWxbqSsYHonYtlEqQNUH2L84xqdpVaaZQeeZs5rY+Ob/VWqO8UHjYTnd6ks/tg
V2aCq+XGSlp6eS1peEZ80GXmN/VS51sxh8SzGsxx+WXNC6K+0n2qxcrT7ZlcVph48KCiz5sHpgyi
wUsWUInUhmkMOMhqnRfeDXToHOC1BYCiQQ4ZnKi8pdQRcbKvKm9luV6LPesls//w/6EjudgaqGNl
g4DhqYdYYI/9l1rGTiCgU4NkVSwrT4VSfPv74QImpqzF2pkNpM5DllIrC1arYFqLu3I4sWaVnRF9
Y563cd1ARf56O97lCw3MCh1XCDzsf0T2z+OZ8phnyqClx6yD+E7Zow98wS3yoc8eqyGP5J0Vm1O1
B20Um79vx762gGa5K6xkWb1UEM9jN2OelHU94VqbwiOcxobuqaJm7t9HmUGoUIw4EKBMnEeR8TYD
kyRiNN5kKWebKJ2sQhpXypFX0iewKwBr4SoCOueuOA/jp72Yxo2XHuks2oYWOE0Pdarbi3AIgmDY
Cpq/aXQ7SM0XwWu/JOZaZnMliYb7A7iXJHXWHV6uVtGgxWBpI/au0DRsUY+abWmkR9FIf8pa620R
XQrsODc4jobGczJ1+mmUzT6qxHHrYSGxy5rkFXGw1Il5jNkzRtHxG7ndGEqqbkNar39/84COoQTP
Qx2095LDWE543MdI7BwbS9giDHUauOHr6rFaVWS+dhcgcM82htIGNHOxBkrRiq1Snaem2urSXb3z
N2F/F8Hq2+BNe3u9zSfu+ZNSg2Fhzvxg9GXAMZwvBLhUciuKXXqUWy/+inOw5+IyOjz2iaWy8jR5
ZeVd28G8ltnDSAfJqCuexzNaxcr0lF0kJn8sK7bB/qRc5v1d5q85FX84gF6MDfguzzXeshd6CTrK
l6DVBeYRu76nuEPARvYlca/5VvoQwNd3uwY6m5gK1cZKBU5pVHRd8GbRLtKrfKsoqfVAph85AI4V
x+jDzk38SnhKfR+yvVSb+9FqDLeuA+3e18p4R/v25JeFsFGjrNj1keLfiUoPHL8puz+qGYw8T/PE
wW+zRGZVqQ6jXPPQzQ1zS1XPgzoZNyt3+7VbgRIc7HbOE1LZxQfuEvCslBTxZhSmPyT/r4Ho2ZIU
b9lDjlr7ziiC6f0vFhWt35lHg2Lnsj6eCqYnV0OVHVEKuK+kEaOfBzXIvhjN99uBLlcTJxjnMW9N
yKms3/PVFDdNKGANhMU2SROW8KmUuA2HRzwZp7SbXm9Hu9yXXOpIvcIRouSD6s95NG/iTWnpRXZU
9H87Yz8zhNLKrvp31U/uwao/45Z+O+IHxvx8CRMS/TDAD2BksbE5D+kPTdiLEmYoWoD7GZDlscnt
WAit3w1iSJOdQ6/loaZYVe5Qc4BD0OPEdlKCIf9HjHPtTUacaLSNrpha28h1pbULMVYOU5PJ3/PW
K16sQCt/+qBIOldMUx8apFZoP2ocPbcqAM6VAV37YFADQN184FWW11vnZyW4uD47Cg0crkK0qYeD
UxtfY7N3tDZaUyW99sl4xdHrYwr5Z3HcDIFfxzy9csAU+mGEm/3Fz8Ztgr9s4Il7S4mhea55zV7u
OA5NcKFIseEZwZ47/2Zjp+MlPvrZUUcyrLC2mf6jNPM7YAl1EGwsHtO3F8mVrJqAM+sc7soM3lxk
1WYqhwYIbSzZRaGhF4E+wLcUgP6d3xfeG3wXs3NSJTZfAtDmOjlaQjl06HLk4QJtAPN8+/dcHT9i
HmwQqF/QC87HP02JRZ2/zLhS4thRI7qEQdZhqNjFGS1EK3/yVdS9sMO1ViLPZ9lyt1CT5bWCpeOc
B59HbumSiGLMBjUH1e10wYnjnRKIf/3MZppJ9GlEMXXcK+dRPGnAIdAbs2Mv7VFTsJPouaPV0+eT
Y4g9vJB4Q1ljBZB/mX3OQVHOQO4IKNSy4CRbcZeI48TZ06NTop54Ha9kntcmD6nCmf8Is53a5vmw
ysy3PN+a7eMRicjJ/eIvyWrr/9r+V2a0NgADoIHLJ3VgeJJCzpYdfTyQYzgWpfA8eC8eSCR/er69
Di9Tm1khAc2imUTBE36R4zb+UCrjoDBlSrKZOpUEt3WUbNrIXb2mGDh/8+XKAw+GChfPx3kfLiYv
HKsmmA3pYyG/9/wXsXgTVVv18XEhtfk5mj9qa03V7dqSAJ3GIoQDiK3GIia04xo0JAbhdDK9bW1o
kxshDrK9PYtXqoMUBhFDZEshe0DOfj60sYNeqMh1fpSCAncVusaPQVY63via7TGDdwtTs+O1DOLa
YoTXyRaGfMJ1uzjSOqWJjUmGP60a90X6mmh3lbhWjbh2Tn2OsbgbqONkXdBhIF9HI8K1h6mADI+m
OPJxCoTGldV4beV/jjb/mk9oUGRyK0OpfGzNtGTTxrKTGYWtFF+jutlryprVyrW1AbwGsBAq8dwN
i80s9m0UCR3vO00DLBI15HnIs6914K7sMPhxiAdbJCnA6RZjSgapbKYsLo6+nmWbejKUEuh7K+/G
IQ33GfJUK5N4ZViMidcxBEO4K0tK3mRFSZElbXHEkiTY+vS9bdR+/tIumv4O/Sjgw/O7wQTFsNhY
g2mG0Wjip6IOsnfqWqSazEIw3JWNdWVFzFx6SPwo4xBpEUYA1B7jVDC7qlCV7V+LIXiIxVe16nng
Fo8JnedGGQ/zv9Hg2iiomwTY1+BAYedpt6WU73qBulIm+wCSnZ1kVBmp5lDv40dBhV98U96dnVYz
5mNntMP3ZIzDyCkimM5uP6r5vimVUHRa2gKRq4Sx4HaRpu9UBQqdK7VpqdlYwRs/Y7ARP5vRwxnE
LxvZZhVWtTNGo/qEnFgFR6Gygo2H3ZCxUZugH5yygsVM8lk2ECQQDf4ttLLqbwXI5LpD47P/E7Xm
MGwT3evb5zzTm35fFVWs2CX6RbVt9JYcbnyjmyuXmRfzR3/UwVMUiO6ufLn5yLuYI0pslLtZ9Bdm
XXJsFb1VBDpZbKkc9LQ4eGJK1bvuxUMGqtExpsYY7TAIatmuKzRIOkucjQX78MHEVGBFv+UyAeTW
ntlIQG4A1lE2OT9bcG/iLQrq5shnauw8UQ552riKtZMSBfla/w7x6u0E2cuPo6ep91YSoovD+iM8
xS6elyBil0LHYZZIZmsk+rGv/W1W6hLvlNAJvDxcyXQvTuw5EFWD2c+TzttSV6AsozbqpkI/5mYG
GAbNmaTiBZHaVQPpvnnovZU9uhLQWGxRq7QUYF65foTpYbfoeVpoAteFK2mqbcR/BOvrysqac5LF
yuJCB4EN5JzLdtl2Ck0jaHqR3QcwvNtwUuX3Sqi+Ty28DsgEmDeG+aS+1iWMhS5T8m3R9/pOmJ1/
bv+Sa98U1DYflbOQOIslhd222uGbBZisktzW2qnShmLdyve8HgToCx+VpHaZWpCgpTqikvqxAdhY
0+GkJ865v7Jd16IsXgWpRcnG9zKi1HcNRU0j26naSgJ4uVBY+hTCaRRS7+CP5zsQgVe0HXJVOXpQ
RuECytLeiw9omzlK8lUKzZV1+dGROV8n7DToJXRR5t2wLHwEIo49lRapR1Ko1AEHPKFMPWriJg2f
5PhxVL+L8leRErWoZk5D3arqxi1O1l98FfpQsnZjXhv+p5+zfBI1uj8ofs3PUZQH1UPmU39orK+N
vB2i+z5b6bFcZqTAlEg6gBHMdhfM9vlks/bjyNAEAwtwUX8Y4syw/QI4pEc2twVtWh3l1Ocu4Ep5
6rRidEpcz7e398dFJsJvwIMJjRO6gAjaLQozshLEIEMN45hwP9LpcuP0299HoAPAHQwWDQmwec4/
JYzmLGVlTbV5LERBdWI2uysmxZo7zJUvR4kCeCn1GDSalkdqnddtjtktR2rbbwXlDwDgByH8oh4w
vnR5pv/1sUJFhA4KwA2gbspS06cLMW7thJhpM8U7TaaEnuHXqub6miPt5aany8fDhf8LchYM7fns
YcRcSDKmBjgGd/dZ3YT058MnybNWduJFCgz2/3Oc5caXaxoVInHifrJNlFDi8Ctg5E2x5p995ZKf
IwE5ofnAnz5aOp/WQ8gSN7tZiCjjUNiaba3You8ndgsW2fUSTzh0zeTtESVG2cwbhG3bZhrHT2Zu
bi/MCx0FntMqNnq8LzRlTsIXt6KI0KRg+B6Gt6Ng99iupenXQN5kqfrqQTctd8bklsVwirTspRiG
V/qDM+A1icuVX3JR3ZuZYVyWc+rBIbgkReh+CSK2lq0jbxT6yVJWH8rE6PejksUbEu8O8qknbcvG
Nw7eKEuH2xNxLTxEcJR/+SIKZYbzNRboZRFZGeGF3kJS1a/dwiANzCIDL3nrMCE2rmd412orw754
OHzgqjgCKWzOCLTF+VdXuahFqJYc259lbINA8e4H1U5XKk5XR8ec/l+UxbUZsvlDf44iPolO99i+
dZFDn+RPudanmbfi4i4DJvafQPNR+2lhI/TTqOlEICW3KRV+Tf7c/kyX00VzgGcwBQwgtkj7nP/9
ERczdA+tParjyQu/aRQlw+mPmR08beXxdDllKvU5pG2AviHGtATeeaMQoyBWDcfJQk5XaPFRGRzB
+4cSa9mr1D4FB+3slfTm8gQi6Izcwu8OE/glqWXslaDXfHk4StozeDGyD1T+HzN9XEnWrkwjb+E5
Fp5FaDTO//unz1S3IrZYgTEcS9iXqP3YrZlB0weaL71IYbmSUH0cIuerQqW2RaGTgif96WW7Hfks
L6ZVMR47l9P0u1nag8kZ7pSq3ap2rDvo0ti7728v7T/VTrhLfoDCb3bhNhjs4s/wp3gq7jJn7eV3
uVT5USwkZFGo812UVQpfbGuvj8YjBKWHHkRHIWBMla1JrV+bamqX8HlUOiUX77nBjCqB1uR4rGvY
6/1jEIDdz+wG7e2/lw6Y3/ufgy1usNaEgIFxy3g0poDl6Yh55Vqi/0VJ0vdM/VnVD51QPOTFPhRW
VtS12STpmDU0ZvjfkkYsCqLaeXEzHgP9EBrCIYttHQTSX+9+sBT/CbLY/VOWwyEWy/FI9XZnqKGd
9ON9++AHm0lY+25XtiLoa/5LPWzmfS9StgFeo2XE1XRUIkCv4Xellh1R/GUoK0nHlQwY3QyyADxH
QGsBEznfi5XBvsv0djoKFfQIY2d+Exv4bG5Ojo+8+CZLVvK2S8AIgtqfIy7uuriXYzRCiGi009ZU
8+f2cUKMzaEehXfykD8MZrHPBlvuViJ/PAIXB8Gsrg/WH+ndy0ciXJw2FOV+On779iW0t1+e7nP7
xym0T5ad2qUd2l8GlxTfDpzS8TeHeBPPf7CD7a9fpV3bkg1XavP4/M/Da/7NMe1u892z3wJ7tGW7
2vGA3gUb6tp26Mr2057t5hruy8Z+3j083L0/3Qf2++/32yvyg994a0SLm7WyzMGoe0ak2bl92t7f
d1t5M24AEDvWFnuUe2AuJ2vjPeiu9aN+QG1Tc8JT8+Tse/sO6Lu9V+yVy/769/00y4tLOIqrQdf9
+TedvCzdVMUupZS1pbavxz+rJ2B59fS8lmLMf+liInA2UmdSKzoCF/kbqvP9WEpYxEURNfFQ2MRF
vHIlf+y5ZQzUKOAxA8uDJrIYGDRTMfa0XDxKdu78wlSI/+Dr5yT2P28/A1u0j+rzyve9cgzADPxP
yPnc+3RTpqHaTb1FSFX5rjvxPnEFp7FT5/XbvGB/oMNh19v0m8IUH51386gcwOvZ+qZFtlHcos+h
5zZ3i7z93q9pql7JUM5+2uKwl8YoDg2JnyYmykYTCp59uL6HVVOTp4SbegyPSo1uiiquHMNX5wRY
Mk5PCrSPJXpKousvjUolHo2ufezyfZYeavNXrLbfb0/+5QA/TBzhgs7HIz4A53MP7LIaq8iXjqj+
1s2DVXR2WuD47Y5y52SSsjHq37cjXjmM4TIrCpYwnJHQqxbbOZ3UpJFiXTqizqZOqR3VkiNH732C
hld2r7d3cdcfkJl+XIk7D+V8Zc8cajg6VKFniczFyla01uTdrEnH7EEw95MqUZDHfmX8F3V9GLBN
9lLq2UYyNrfjXiYnc1jyHwBjNOeWrbkoaTmrW1M6RjUvj/g+Fn40eCyHp1BYqYBc1ibOIy0yzq6Q
GykaDL5lE9ntT9F/lcWvWRm7wZ2HMuftYV3/jGDhyIZALcFgO185Ymc06JgzrnrcTCeLTAHNGE/D
ajSSUAH1kML67XPN3g57bYzMFw1qWscqz+rzqKGF9pqmZvLRNOB0WtugeTSwzvWcNvwpiCsTem2M
LFF677MjCBo5i5OpEsN4isxcPqYwMPveDWtbhVRZmpuUm7T8InSxnWCjdXuMl3t/5vvPqkUURhWu
8PMxFk2gj1OUyMdS/ALOtI3rTTa++m2/kk9emUvizMMjI6JrvDjcSi9RwlKv5ONQ1I6Z/wzwJIzC
AvQdB76l3WG7cntgF5ZmVEDOIi6+XpIN3aQZNV8vj+04wfojt7PuG8AaQXHKodx1gqvWFv6ghk2l
zxYCC66Im/PHZvi31sp7z9o1qd2X+DaxzOrQ2GW+vktkw9EUSC7B9vYvvroCQHlyXMzCkqy682+R
R6nc6m0pHwthG3lUD6LKzbYA0qUSZdPS9gxo/mtavldqV6jAkKpSI+GoBBp1HjUYpQJUS8e6C7Tf
+JQ5gxVuRMUteCOLv3m84iFQ2a2BRH1q7W8Pef67F8ckVwKrnfYYBIclH1XSqn5qq1YmKTc1JITq
fDt5SbwysVfuHSzfSFDRQEPvxlrcO31VTmYaeKyEKHvxhulYToqTh60r6BnSCCKfU6EaXq8cxtdm
dlagpiQHBJLPufieelD1lUCl/Jh3/yJN2hNhFPC6txWyYtMOM1v5Uwuye3tOr4ad9aY+thmIIXnx
QbtSLupKoP8AR3ustrUwuoOe2uZw0KVvRVy86cJWDh+Qm1zJVK99zs+RF7dtDoUiNmJfO+ZDWcH/
78lcGlzIbg/w2ufkGkApBJc3vHEX06okoZJFXqAdI48OfAxxv3kfy4OAOYLfdZv+qYyM3e2Q17Ym
cJdZPdAiRwPVcz6n4qTRJWbLHv3aFjfN+CKjO1tGuz5/ExNj20+xLa3kEJeTyeORZG4ux896s4vJ
HFFBEPBymY6JHCmbtg31Qy0Y1eH2yK5FAYtCajSLPV7swDFQJyUPiukoT+T3Y4g1HKLxf2swRT7C
NUrJhOYC/I5l5ld52D/EZTkddWFKt2aIWJc5KOHKaXJ5l51HWSz8PLV0wC68kzr8wh8M/NE2WL6S
3cumcLA8tV+ZuyvxuDcpOYESgSu5BMwO1iQnXhxLRy9S9B+5Zo1bqTNJDzQvqGxQRdHK1p5TgPPj
kjz2Q9n0fzPaxUE2W4BWPMtIuoDJQLLwmgDCJTqOQl423co2m7fReTAU+00sp6FUs82W7aAgG0CK
4l15rFLRNkZe7QPv8uhZ8/9M5r0SrWyxy8k8D7fY1UMp9KkFNhyIY+Royeiw4Zxae6v+HpBxHmg+
Xj69AGU6T2rjiwbwtfzfpEgegjCa7Fa2ZSOwBeNeELRZOro9qd73HhO22/ttzjouZnXuhyBlwVNr
KeRjmIVuxeS5xxT+/O/RP+jfi+RPjGjk7TiX+5rK2kz+gn4NF2u5NpM6DEoBL9fjVPm/UvgxXHRe
unLDXa5HgkD1BAvB650K9PlUSjiKDmaemkcrSUMHYC9jotcMNajp/5vxfAq1yOb0NDP1AiEq2sdm
ZhtqkW3CAS3q/2LWPkVZLMLen6IuHxmQ6aXbppmwvV2Tibu2AD7P2WL5IfNfZ53Ph0kNNxOKzElB
ArTGq6kn6DJFb7cHdG1XfYq2bAfOckC57jFtkpbUW6v1WtefmpfR8h/iapxW1sOVxgALgp41OhWU
BS/kZtWprsJOKc3jOGaujD6i19RfakvaiJHpTt2d1bQ7PFAPqtw64l08JnbYSjspb39YkfeteI47
448Ve7Yy7RSJxw+twiCWTqmi26PnGkiesQp2I2ScXLW7uCMlfb49YZefZ17HMuUoEgtuxMUdMlUh
evOg6dCwHCaws9ztstsMruodMtVcO2OvlPZMgzuRHiV5KQ/2xbJWh6SwNEgfJN//RNYeBnqaY88l
2EGFOG7Yjo43NO+K8Bikst2mwl8LQsAqnsWBSWpINWjonO/gWpgh50KhHDvUZl165IqtRuIaNuxK
+gTjwiQWucOsnr/IZfxSEODohfqxVAo7qzE93vDmM77iQ1u99qcsqFaO2ct1Tx8MNTkTFRPk1D/o
Z58OeSuH8eV7FRCpDmsIwSz/KVKKTmL8XSitbiXtvZRSApbP0wLVCTrvzOLi2FDbGEGtUAdzGMub
Mpvo7MvZDuAX71tL/gV4MsLy3ERkqUsOqce+aJp4p9EL88KDIhcKQilJdadK3Xg3Vtqv20v6CiAJ
1gBmOGReoGfJJ88/stlKkOq8wDj6pnTfC/pD1XgvKCjYufVV5hmEJ7ur1+3eq5MtOsWp+qApd7Vk
bqTuJK+hxz/y1vMbcP41M1EYBPyMEjr/Nb0w9JbnATORvw4kFiZSCN8txNMdqKZa+yv8V+od69Fo
97dn4WJjI50ILIv55nZFImZx7rZ6LNdoiVnHqcs2Y/ANa3tHyB+N6RX569uhLpf7eazlqVsC46Qd
QywFcb2v3nt1GnK3dgN5V5r2GsVoXlxn8zkHg7ZFux/kCaiP8/mERKGmWdQQTNE3df6CC4YtYLqe
0FvJv60V0C821iLa4spXpM4vOL2tY6a/N2Ntw/BEEeH77AJ8exIvcgsCYXAKpXfm7bNuz4clVfoo
JFbgHRN9tEuuYTn4YbVrKmjXhjNXvYjAzBHmPIre+xHeE6F3NGQ3tlyg+GlwbxYrycvVBQE6FlTV
hwb2EvJfMbw+MQgzgTZ4mvZNZfupE9HS6hLHf/n7maOiB8AKhDioisVKF6NWjQoh8niWVMjruFL2
S0lXzpR59heLDpI64wFjPVO6Fu9hGf6HLha+cNT0tHZ7LRdspZfTw+2RfGgUXISZwSEyYkngeBaf
p4kSNW6DRDh6b9Wj9KpKNL2c9s/k2+O4vdOftW4DIRhd+5W4889fxAXhS9XvA82MwMhiWRhaJWSK
KBzF6iGiwz9qml3HP7C/7prMVj1XLgDgSStL/vKI4g1pclDzwIZIsVRnx9dOCLVC8U+w3O1u+m01
td21vwzpG1ZlK7EuTw36L9R8OTCYXNbK+QjLqItiIZuCU5/9GULp1Wy/iHHrgsZDzlF1+zVv5A/g
5/mUEotqGP/fAOFhAJ4HbKugriZMu04q51Na/2ydWDzhuQYJC2GV6aHR/u0RpWzbZ9hSmNLCHhGa
e7TGduHcJvqG7ZJRIGNusWEquihrAj1XJh/YIwWeORvjvbtYatM46Z4V9uHJ9B7iwqdApm2F+k/h
fcOwdOU8uFCcJeOiwsu6gtnP9lnS3zqNFrOHjccp616i7LvXv03jw4hgtKfXm15iRf8uBTvk/QEh
Pfs3q04ycpzqP12hIDU1ibaCCU0z8yv8NUT25c4mG2Tdz1K83BjqYmGIDYyrMVWikxQCl64zKufJ
4FkrO+zCM4EZYIljc0OnA4j5stY9jR6FXkRQTprMZm4aNxHjw/yKLBDn84XHJi8PbSG6xj/ekNtU
UuQABAo429SndZf8Ax/aEXhfjMVmjLbNB5h7QE9Jc9NwbV/OB+Zi6YIcn607UEZAc2qRP4Ha9Ixg
FONTGzh19qLm1bac/Rz0X63c770Uu6eVg+/KYgR/y0OUxhP92CW3IchkKZkMMz5V1l1QvUrtY+jf
NfUDoPyVc+DyBULfZ/4HsCImtiQS5/sSNfESkWcvOwV5twU2bYfxaFeMtJc1u/CrE0UElqHnxuNX
ycu+lEP314NlbhE/oAUFahsWyfkvaMPYKHqv1I6CYDnhCNiiRs6Mroec7MwVxMrlxCLbO/e74FHN
74LFp/T1Ma5kM+TeyrRmG6YCYJNBkx+8XILJpdbqSW1XDUKuB0V1kwwAJMWFNXUSTGloxsIxLCTs
QNSgN53M8qXNlID8F8e6dhroTF9vX2KXJzwgOGqtQCvYzhc7TMr1TirkQaACZFaTkxWhpjs8382K
Ez6vPbsePYvuaSjW4ga8V7rmwntlaSFmCueJIiIoYAyFzj8s9alUlfqJX+D5QW4PCQowAH+Dh4zW
gNNlbNQuSTNXQM7XztIY3Vi92pPKyjutQQ3t9nxcJpQmAEysE8Ar0oZcPtL6IMwywxSTUyAO0iYT
5MEhJpCAol3LH66EomgKPRbQATXvJecr66lwV4EVn+pBUdx4xpYOFVS3chjXBAIvtXoYE6pWAK3x
A+BQnRffp5duLgAyDdsoPRX4RzZwysyyRkG2crp7nVyFc0Me3tjHDxwi3ehmlbFvknRX1FtDy+2q
GrZjWv6qYQ3LK3vt8qU3e+KQW6B6R+p7MeOS0iVB0KTpSfQszLC56qVdN6auV8CD+SFVrWNoWwXn
wmbXGPdJKvz1F0f1zpzpqDhAcb4sNjunq9rIuZGePPFOzVT2XOKma62hi80NwQSxVDRszNnl/CP1
/zT/vtqyBzC/Iq9R7wJVdtr6yUKWptVOdKC3t9fw5UNiEW0xJE0V2tYf/fw0md3BLHtb9A7F4L5F
6J0iYKMdZWUtU7xMwueYCELNDyQ+orGISTpWd9ZQ5acatRo7kLp8E8nZEzzTn5U61lsuq/A+6kIU
5tt0dJWxju4QgECRWbRyt/Ai4WeQCWt962vzThUdFS7075AtWdxbfqeMzdiN+YnOGasoNCCJN50B
5yH6EfRJuZnUdUlMmc10lgkwFTxHEFGlYEaSvghamZFe97Wen7IegyatVuWDr8IVL/vUp5RV+3vT
97m9BEFw9Tj17nGx/55LRnnoy8Z8X1kMc0p68Wsoo8ygLSRdl49X0ex7CI9yftJejL1yHxWUlezO
Ht4VtNzt8JA3NtzLNSDtZX95ngQGr1POozX5UQ37tOILEaF4o1Tz0zDl+1LSbf+pGgu37mrbwoox
1u9aCzMzF8O62wO++snn9xF6MSKOW4v7xApHhE0mvziJbfNWt2O08UpUMGRtUndRJhoIo07Zr9sx
L45yBov6IjucQqh5wZ/VBDBzwjTlp5DKMCSsCIvRohWcCgbY5naoi8x7DkWDGRgeuR+PkPOTXJ/G
mlxLKk6G90OR33Tr7fbff5EQLP7+xT6WhEDTs0gtTrLhel+jBh8LuyqdLNmxUG6HmvfBYmXCjpsJ
QLwyabctvlSCW3rkJUZxit+LQ/EYx7bplq3Tvgbq/zPS/P0+LcZewh8ssZTipFknwzzkndvEzlA/
jy+C5krNyvl7ZQWejWvekZ+ihfKk98k8LjV50cKNpD0FP/30dbUAceVTzcQ/MiRu9Pnf53FKjORi
zRz5VNjao7nbv5dkTKL/ghSpEw+le/tzXVl5Z+HmYX8almkJI0kg4SYcZaPXdg3KcG05gNoDRoNs
AUmYcv73W4JpZiGl/1MiV7ZQv+rjXey9e+VBKh0df+gOLZbbI7rMPShr8JznhUl5D8n0RUiUGrvG
j1nsUJen4kuIJQ+6Sg8Um397r0iJ5OYhQoFgjfBzbSZxT0Jxk1IfepiLsDJFSwiHLBAzuw8Ef6Ni
Znd7ZGsR5v/907eqAxHBOJMIMAqFTRr7aI6NFPFvR7m2AP9XCAjUBtnb4qwgWwLWohAFrUnpNVEP
Sg1HcB+Nu7Zd2VPzWl6eFbTCdQTbyZ8oSZ0PSI+S0YrDvDz5+jZAcj55ktPMHowVkPO1efscZvFl
OlTv8rqew7AQmuwukPe3p+xaAKhXMEvQUMLHep7STx9maPSx4MFTnkyzdqT0S7ae689TsZgqdhBo
DJNXJGijxbGQYLaqUaeqTkZ7hxUKXCv90LsxKb5ibMXwUZL33egMm2Fv1W9hoG5kO4rt3qlaV5O2
tFXSNdLVlY939ouWJ0cWlWk9GDQ4hGYvxuK8Fu0seO/Ev+4HUCdDdoHhoy0Br3Ox7n0hJ9GTjPo0
bCPzLekfirWe4ZXD/SzC4iqJ0rbBxoQISj86Yveum/ch+awU+VjXPN1eLPPftfiSkFN5ltOiRBtx
aTk1iHpSFmnRnFoMVhxqjQHvhijZJxEYir8PxaKExYnYEO3QRVrR6x2ZY1A3p6mXHFX+IkUUHsbd
7SBX1gFSFHMmTtefTbxY/MQdzclomlOKOHacooYTxz+NfLwr+2IlC7wsK8wVU2u2MaJaRR11cTZF
fc0RiwvFCaOue6nejQaLX31RjBcD6mGqRtsYGXBPUPe1oO+CZE3L+XKs6AtQnYcECKgTjcvzja4i
TY2ZSFmf+CHgcf8k8qsnuAOG9bfn9HKN8G4GmfshycqSX6xHXDjCCMfn+iQJWFFkOYLc8k7I1yqA
l0c9yDwGRPVvdlpfiv02ODXIWTc1p0yN7F56zaODPjmjgj/EmEHpPNwe1ZVwVMCgjYKn559lH3Zo
FKXpY6Uhoda/Cu0WkF5XO2L7WjlTKa61Yi/3NLp8/4l20YkdgPsGkdScynf/CVF/I9i+dUmylm3M
n/x8O5+HWSxJCQFqPEPG5qRn/44RrFjjviq/S5hdem4Ykmp4qt1Ev2/P5JV1qGCzQS2Lf7En5rF/
unD6vB4sIVWbk7pDSei5fVgDD12mbYzqU4DFpkax02rjiACIhjm6I9m6q+xyN9zeHseVdX4WZv4Z
n8bhxUmVVrgin0JMctXufq5FecXKZrqyEGYMNi9lBFlggS/GIiVpUYy515ySAvkMxGZ6CqBeBrr/
yTOKldP9ypeZTVbwnASDQvlnEazpqPOaYd+exij7PaG3FAGKqybJ1fq1N/GVRBcxtA9YLQiiuTpx
PnvNKOq96svtKTj4x+LQ/Sve4TG9a+7ih+bd+9atzOOVCtR5vMWpJKaeMESi1J6abXMg83hVD8UG
vtoBfdu/XhdnI5tn+dO6kHoxKhpFJJL6Zvnlr8mKfwz+3+NRqB6B86JGToGLWu0iTKvpSU4a0576
6Iv3P5R9127jStPtExFgDrfNoGRZdJDHMzeE7Rkzh25mPv2/6AOcT2oRIvaeiw3YgIudqqurVq2V
nDQlfGGaKwh7nX3rPah7QpQcLWmbTDlI5cvnItzeH+dPZw/nPZC6nSmgcX9Cj437gkkMwIHdlu3J
MjMQAZNeVEgUHuTSCzR/mpwpK2xmkDECCbbfIAdXWQ9ruNR5S977Bs6ZyHIZjNPQtbgFkKptHlol
ezCbelsziu6Y6fckrunLLBx7MDHoSKYBlYOLgPOZZSvXPdDa7Uket9H4r6giUpXeytQuOOYrI9zj
oivAn2+mQ3vK+kNnAGEp2YMGMhjxWRk2Wbhj+q/45b7NebVuZhKgW+wpAMJugvRSTnI9Bw8ttm1s
K1DnhLhf8SvQ1sori3ZALgweSWQjAfW9Ph6TbkV5pivtKU6sjx4SimYkfObJr1FdY5Ba9DEQzfj/
pjgf005G1gM13Z4qD2FB4zQmqZhXll7bkyhz0B7EGmf4vSZ9shDp4WjqytyyA6AqFF24IXaJNIkV
hmgl5UOcHpu2cCkIO1DKcYCncfsJ5XB8g9QFIFsbzmJRn+4v5jyym8W8+AJu/wj1wPQY4qmnrGN+
IjdnLVpbx8VzcGGCW8c2Ma2+AKTqBK0Ft5YiYnUPqr4yjp8A/N5AuCXMWzqCERJWlG38pwbD/d/P
SCKxK4NonpIcQKRDt82QPkYW9R0l+Xpb/Ss/i8HW0T8BjUvUgAc7+beKQ1mbYO46UYIoLsMWW2uU
C6eTXKNfm9/l3QvaTLS4AdAL3YbrXSSBH9CAKByE22WipmgxHyKH7b7kwWs7knykO/n5/qZZPJkX
BuffX1xcsQK2o1ifx7TPdoMn2r2y8qa7rfrNl9aFCc5dt30sQhPZmq8M9TWjxzgE5YsNwcGq2SN1
v9MyfV/Etoq+KPRKPaam9hDqIdGGeidWqOurHVGFkWgQfjT7lUzLQth49W1c9JNRxHO9ieFTt2oo
0hNP+pOUntE/SQbdH5m88qJYdBNA+yLlYgCwIonc3o7qtK0VIexObfMsjgDGWPExiGeElnychucC
ifsJOcBcrDdME7dDVK2RfiytOOIHwFrR14GghXsS6uB+G3V56k9Cz4gSbmq5Jwr7UteUWZZ8xSzV
CnkYNBxpPI6wqEEBlFpSjygFaRak1j8nOq6EXUuRAMQcwfwCpqSZx+969yrQUWGykQwnOlE3ER8M
2R0afxgCpxrcNSHlpb2CtmC0neKRhpIa519zqxUCWc+Hk5B2dh8lGw39ufDotCkOXWIQCpZ4cXTu
n8+lt8ClUc7jMgFl+CxPB7zW/kWpZxjAVL3r5Q4Pt/uGfuocnNdFUAmRshlNCOgntzP7Doz6pQ5L
RhnaLK7twmTbVmxe0T7vBOmnWvwuGkLj+hSj9RWq3Btd+l3FH6XQ/dFjczOBxE1nhTtImV0pgUch
sNu+NBTCOmK+FtkvbGJgxJEMABLHMG5eEpIWRdD0wVrk4rYtHf0dEpHh4FpjZufZZ+PmXzF64P+B
s24IviJKupXEzjwZ/GRd2uf8NDiwhxqgM+yFRN5RQ3gxh3It1J43740N8I2IcJ8oUPEZVIPFUqZR
OpwmXAJQKP1jKo+61hzz8hRNJqnR71W234DLu8akrU3wvJl54yCFnwvWgGsjG3d9srJWa1Ul6MdT
1lq9LZvjVoSCKjrJleBViLtPUQF5VdgIm5jK1I1E6GG3RuIMk9SvzMPCGddA6gS4OLLuyPNzN1Qn
4NXT5Am+RBV/0/KfaLU+lIntXkDn2x/RWmuQWPBbQDuiSo/aCNI+/OsbBMia2jfdiNJjZUvhsFUr
tzN6e4gyMkUgRg33gPaN1Ueu/mLUOrGPNgz2WbLGXHbbCoEhA+4NeYO5KnmjOWIWtZmF9TSemuKU
gAuujYisHIxuYxru2HidYW0qcFCBgXw39/SKsSeCm1b6V2jhym5furXQPArcCGroUK4SOdfXmbIR
tuI4nury0FaIrSrH6sgE4OWj3LnGcTLfjXCNcWdpC6Jug+oB4nlABrgzFgjTCFLIfDpVkGUdoBwc
tdDKgdLThFIBwJUmEowyScOJVBCDDwxrLSG3sAJowJh52iDSihXg8/h6XA7M0JTpRJNf4DV9qD8w
RQeaWNSmPZiigsoWRLsaCdplmLANW9BEhX+7ovgbpZ/33fOtwwHrIPLHYD3FOqBl9vo8msoIhXNZ
nE7tADitTqcdmEXWKoK3XvXaCBepSWmhRZB/mE5Zsy/B3FShwuWukmEvWQFWHcQR4JrBpc1daVHX
awprmHjSktAuDZmA4OY7617/+4Sh1RnrBoww7uvZrVwEtmYC/VBNoOJJH8dDLxsxUXLz6b6NhQQT
2t5xa+K9ib4tiz8XAgOEEj2R4ilq98GwhchaLByb5DELalRyFUexQjtS19qCl/YC9PRQoQaQbs6H
Xw9NrhII9QSwChnMkYCTMnUNAMVX4valZQJJLMgu0C028zVeW4lSQ8vgmcRTib/P0mAD+N4LBL0/
qih278/j4oAuTHEDmqwiE5tME0+SOrndeIScwcpg1izMv7/cDdA/VihVYUEcAS2kJbGUbCW2v704
kEP5AcqjcoU9xwXWURLLBtNyccbEpBDzE+mxlKaVgSwgmmYr/6+NGd2QfFQQl13eVgZOT9GBqs7C
m6glyl52in1zLP5UK+Zu5w0pKRUpDXBSAfHD43yMqO4kDEo+hdBlaNgmgyrx/bW/nTX8acQZyGgC
bQEY6vXKWLUg1EmdKSdxAlYvY26PDr8c+Kz7Zm53MyIpPLjmgjduML4AMTCkaMtmUk9jBYYdcdeg
u2nS9nG6hqddMARfgH6jmT8CzxLOhxpCLnd9KqmnoqFeosd+FZjfSo1ekib/dX9MC4uDRxwE4UAR
i0YVvlqK91uRQzbFOOGmJJH4p4IjvW9hYbcBwAZMNMqHqP1CTOB6dZpR1YqpKc2TAZxe/tDQ8akO
JHjt3iJ10hZoAhE+tLgH4mI4WtAPWvmA29kEOgUeCO0usy/iK3Ax2iCHSY2tU1Qf21aEusdRZ0jh
xSv43xU7fO1tGLuwjrrIOglRYgdxQjpgfWVr12Wf92f0NpqdBwTtT8wmyul8dDmMoszGLrVOlXUc
5T0SBSQA4W5bfEihtEND+vN9e7f9vvP2mB/gaNJAj5jBrWCpa0UKgh3hpEUN+G7lbS3txbL3mSmi
SbuzQYQDvjD0jB+t6WnKIlILf6teQSAD9hhAaOP/HtZdf9C8FBeu2DIb2chEUzjJTzQjwrvWkF3Q
2OFrse+O7Ch49ydgYcKB5gIDD6rwkMTgJ1wBv/hcHI98oxScSfhIW2XLBOrGAYRVekDwVqHcN3sJ
htDRiJAAoSP0V+c8wsUATa0PAzmks9jHizVCQEUIkXLuDOG7h3L6/dEt25p9Gp5G2FDyta2GtSyP
zF5/bE1t3Md1fTZrqAUyygwv0ZRsZTJn53X1KpwpXdAkAKw84mK8Bq7NsQqauA3TwIbfOVULSQF9
07HuRdWDN71L16zdJFzmXuG5JwSlScBZRc6VhlWlNjVYah5b4103fnU0PGiMNAYFNTpSV6ppq+3a
hN6OEDYRW+GEor6GdbweYcaCEukYUF6wbgIPLm18xJYb1gVIPGejZmsWmszur+HtEZ3HiUMxN5ih
tsT78T4tpKpNG/ORMlBAw+a2NPR6U4aitAW246C0QfIQpUKzScvid4mUgw0auopo0aS/lBaFLGTt
A40UnAJ9yhzardKD3VzSKkp9uMvmdQevIQ+ZMXrBisG+Yz4mQoNuYFCShW0OmoL8ZWUqlJsNBkNg
IUdkC3cFOonr6c8FqYMIaggm/iPG+zY1G/BVd1DUbc5oiSHxi/I97pBTVJu1jMfNZYohzrxreOCi
UxiMDNeWa2apUddWIOFPst6TGBoX0fVnrsSItw0KMIOnNMJDvBswnVy4o1lhFbBMtR4Nkel/xrDF
XSNFqvVuyFP9SZscTnrsQ+t9AkMFJW0QpyER4Gsqbxh7MJO0cWRk22gqu03OzH5Nx2NpGiCgAzlv
aIUgHTj//tJ5hbWYt7O0E5vC6QHaVyWJ5LHfrKzzghkdNyD6EgAaRqGDmwa9BA9FLQdoMjea6jAh
+LeIxFLgaqAlS/RJLzepMZqumvbao6QAKl3oVWg3fd66gpkYbtXKGcSW0zXuxxufA2DnTIQ9Zxdn
vjbOw9V0qFIxSfNTLsvZkxpH0iYMsuYpCKXajmL0OqIzCByeJh3RlwVmjPsTc3PQfsxD7XTWmQT8
mJ/+CBzVbRWhDcnILafoxNhNpyBGUpP+ZzikDm9jInLUUPyVIQ1zvdIjjTNQgZmRD3GY/m+WI8Dv
YoltxzoT0T4TtR/3h3b7WIbBeXLntoH52cq9yFO90NosDmNfr7/U4bWHxjIINr34XMkQbIuoFwi2
oK7xkN3ckJA8hsvCJkM3Bjwst9PCCEJuNDVjv1BUtpWpHHpsalQ31euKxGOxpkJxE29w9rgbuYei
XIVnO0ZpHGj/DF3SFE0gGnK0dg5Rtftz+vPUv7qQYQ1RDUDP6O0AuwHvtZomympkov3ehjjc1nIz
p3NA4OuYTuaAJxQk5oLt9SiK/pa/cr+VbK2w+zVY9GyF+4qZGlNEOIuuXIjAX28lQYL4ZIsGaT/X
kJQrIM+bdKBJUbVPcKl+plForsQhC4uKkM6YO3vmRkL+mMitqgq0zTJfiR+kCZLdk38e6zXCoaUd
e2WGcwYSrVUoDeUZhBPCDbrCjCI8SGG8KVO3DAM7Q/W7VcxtJZkrz+4bL4Rw7nJ8XBQCZbBsMFIh
9UWIy2vDIclOdACTno8aFAEpv55U7v2dtLSElxa5jdQLaaPicGY+Gx8FizkQEw2PQuUxaM3ft7Sw
dshoQ0keKX0Dj1duUg0BKpByLOe+ypBQ7+JNHr8pef84ybVz39LC+uGSAbXoTCSEGIsnqTBZYjWT
nJb+WBrgLtNszGM82JD4SvIECkd2gW4iLUFT3IrhecNfHwigmIHTQs0CzW5wP9cHomdlLPfGBMqe
uvlDB3ucSI20veXJkdvkOymjhIkbKc62+iqb3u38XtvmVtLKGrCBiRJsDy8RaAKzYpu3oT3+Whnj
DVwJHT94wM4bVUPFkOe5LpKyMZOUlr4g+bUGkto63AzBQ2IdkDFGThRMCb4mfN23+vMQv53Z/1md
T85FfDKO8WAUZVn6HRxcemYv2mf6lJy6g+qApdYuN0BVP5SeeEDr7ml8qB4TN9tMvvgsP4+bxtN2
a0f11t9fTcPPHrz4oHxOHTRtXfpSIzgCeHm0QbVztpNECK1MzIbK6O/7c3DrHK4tcjcai4YkFCdM
fFc/hSLc/HQsao/GTtw/Qp8QrRab+wZvghJEacCi4BDNCXvQgFzPeZNXRYeIpfTBDWR3kuCEprzN
ixWlniUruDzwD3caMoHz0+BiIq2amhYtp8pXAoIoS/izit+5zWbN4Sb2K0Qikc4ChPHaRBAOBZ7r
EfWFAOxJKEJ0Tg9BVaIoteI2FD+rh1R0ygHSq5ky5L/Q75PbdWhUu/szunBGUdEEiQV6vX8eVdcf
UoxBjKhFq/xY7fFem9VO9+glAUX8GmHFwqwiO4D6MYizUSc3ubUrKxRqkZar/LIdSSEOPgMOLUHj
yP0BzTPHHUu8nYAUxn2MlAffI2KpeapNXU59s8g6j0YiiKrbaU1DfGHno+EURVnw1iEnyFupo4mm
LB6pj7K1pwX9HlQVT8lBiMffkmB+jNm0oeHKabutfSLIuDQ6f9TFvoz6cGxLs6b+KJS7NHmjDFkx
ts+FjhRsIIbWAgi+Gyq7EIRzyGL//swuLSCabLFlUVMAxp07Fp1sDFHeSdQPGs1rh8buutZthHLl
rlw0M+dYkBpH0Yq/sYIJOS2rUqkfCSjoUuDshMb0xkr/e384C+4SyOX/2eFuJzOKtR54B+prxk6m
DM3wr1IByvaHMjuhL38F3jX/NX5bmjPV3Nycin43bu3Cts3TSGPMH+qieVLLRH9ry9SyUTWEHFUp
V24iJWskd0tuBqAJPDjmTsFb+igjQ6qVqjnztSTaig0ONyWa9IXcaqo8g50L76t2KjZCtsZduTC5
4PtGWRUAJVQ+NW5yJUAUzAqsSP6kldBRNF87apbOUKRPGhpa48Y0bEtAJfT+kt6e/bk4IMMo3iHI
ocxb6+KApAAh5JlQ1/5oMCAmpCx6q3U9ebpvZSGYm2VSEdBpyE4glct5soLmohDnKgaXj+m2jkZ9
r1ErdhRBC0HFI9bPJe2Ht0Ro0b+tt4KX4v27XfmI+W693lD4COSHIFwHDQBUxq7Hqqdmk2aSVfsK
ozKB9jlybsz6kEAnvJtGIBuNbuYPCbTcLrO2dLOQWcjGJv+5gXNOISE7idc0ajOAbF1/R1mDqh5J
k9pvkYlwAR5ptlOS05WLf2llL61wkUZnMhStYiQXQUHbu3izgHRtrBv3/qTeHtJ5LLh4Z80zEDVw
VgJ0c9dxjjmVWnpQmiABlZP+lcjRJgxDzY70dgXic+vrYBCEGDAJxDbOy/XkyTTOFcGCQU0coW0e
SV+yFJRoWWfGile9vefxINbxBpABXJrRCNeWkOE00MLIGr9mf7vhTYHQZn5mwYpPXZjAKyvza+Ti
ABbI/A4KLRsfqTsolIChkESQKgbLIYh4CzVFW0hhrBHW8HsD4QiKwigt4T4GozyfwRsZOv6sVmM+
cDO9XVWUIUEeqSsP4RtfypvhxiY3VTEN1ASg3azBBQUyJOhi9/8CiIjK9ZMR/RvHeodOl/I/7hHe
LnftTn01ZEgVM9/S3/pk04znIXm7v+9nX3HpS35MzHOISBSlBt6hhSoqw1kd1r6R/pFriM8DTgot
dhftLODyRneNqhHoNq946x9Fad4sPAfAKjPHAVLe17uFTjmrqmCEu1a95BSf5d/6a3zs9sFD8W3Y
4b5Exgiq9Ha9y8J9Mqy4FH6vymjMgNtChRzJormsc219hNpgEAQoq8QZ0b6KPtolpu5QSXN01VoJ
nW6Q57wxzltXWSRHeSg1vpUhieSJYAqAlF8xou2sg9gWmYR03A8DvNNWLQZDdwW5qCO7aRk4QjVD
C+JNIFnd3L1eydk2oLVh2lkaoztOjyHY7VRdLU5bWc+A81Eqvc5sOnXT9/19wjsRjAIAUKwUUI2o
ivCsWXhXhnqTTZ2vjF2yEVD+2aRjdEATUrINRlas3XELSzQfbFy1SOYBwcAdubgqeyXPst5HZ6B8
jPNGONdjbuz0uI/cQOhquJdqQmJRrDtbSSvBqSoFPL560tl43sl2OcnbpKqQaxQEeZfAGEKvfLXj
hk9AYF5mQkYdXfaIsuDKr7dSKIzqAOri3k/awCK6XB40i9W/s0liD5mSKGRAmtClehnv0LQj7RkE
SlaAkbdHeEZ/zeV1wL9wy3L+vegLpSpLuffjXu33SPs8CqBSeFdZ1bixMJSnNg7ORqg8SlW3xsf+
U4q8PshzCQmeH9l0vGp58Hsmjxnq6MrgJ6FMTywLBk+TlRHlo2iyEaOIXqqgJbCVhO7BmiC2q+dd
tAXMu3LzsOo/kiwpHtNGke2kF0DPmWk9EhhQfFOG2iBpD/nGLKLwsxUz9hDJo2Bt6tJH0B/2dmOp
AcGDCCSzZaDZujg+6/FkeZ3YhVuh019YSTsbDZ+ugPiQ9HkDFaqiKFeenQvXA6qxoO8FdfMc4/MA
vCJMWRaJ8eBH1mdbyk44Qow1eoOM1tZMZX8IgMaSPQSCL/jC+8dy4ZhcmeZuCBSJoUczQlW3kLVH
LQ1emC69D1b6WHf7VEDK/b65m/h33u4ovc9976iIg5v+ervXFbjvBjEbfClJoEqmOglIfYGQtTNZ
IaXQ2EpT7oQKsJVQ9VZs317217a5fa4WXWswoxj8zhihLkbRmDPJTpdtWuEjDwxbtgJnLMDfodbp
po89QzRtQKaVbA36uDTpP68bsNGis4QP3axEnDo6MKx30hJ0oYqIAzr09I31NxAXK8HH0qhxReFj
kQFAUZqbcWO0aqXuJhywREDtMdCkrcYs9t/3EWge5xyNgvcTemWu19VUotwyE3Pw9Vx76iIo76po
EPyrWqB+Oa+s48L0oQinAtQJfwXfOf/+IlIsjbBBEUkf/bih2zjSCDPf6LhT0Zgz9gKRrGmv1dap
gIZghLozxjpaESmNbW18FQB+Fyzb3P8kPhaH78ZDFUkHFLGQmOPneBxYoFU0nvwwUPE6bYcarLmA
H8cjLuL7pm6Xc8ZLop8Cg8flzb+OLch5KsWUTz50XHsSI/h3g1IpnPtWFoIOXEVwR+C+AVAeSQBu
jjutEMKYSX4ado2bZXGzq0S1JJWp9pt+FOSnEYV7kEKHoRdSxXDQE284YNc1Ha2buo2UBcZDapWF
F0Y5PTZlJm0MsTfsiLVQj4ykVnmyQOS7EvAuxIVIlMC1aEj1osuC59boqmw0OzNR/DHMHWQsVDdy
WutbbYleeRro10Y7IdAYBA1G7IBgsXif5nPHSLWWTFxwddefMq/kxTZFXdwQtByfou91u/Aix2cf
UJf16FqoM4cy11cotD4QRwOUMWve8/QoitWnvaQUio/rj+Qu3UtO4n0p++BQ2OnL/Y2xsNNhCy8+
uFJQ3fLtDFNbiqEuwVaD+L6o3iCoyqw1+NJtrPgjXjJDarH9AA66njlQpHZRneSKz9Iz+Pu8ZKzd
rIegZLQ2dbNbupk6hHMatMPnogBnKVYUajZ6qfjZb13YGi7djMmmYB5yasJ+Ku1+q0kkXyObXjjD
yIPKaEgCJmxOh16PL+ljbNJ40nym6fuRjqqtaanl/ueVgh+e1T9nlI7JM54rch+rQ8pMv5E65hhp
k5GRsYepiddE5Rf2BPbdj6INKI8QyV4PR5W7TB5C2fQTTYgdzYgbR23V3LFK0NrcH9TCzKHjVARg
H1RvaCfjLjNRqZs8SgzTF6iqQ8pENqHWOawpoy0OaPbloKAEgo63Ygi10lSDYPp5rbBdhyg0xi3S
Jr8aSJo83R/RjS3EvbM2C/AGSKOgvHE9eYYQVlkVZ5Zfy2L5lAZhqXiCDE10wtCct0olemsOYBnU
dBXQF8+bgouBYrS/mZVhCIj1M2JBLscK/hhKD2nfTd/mREknf6Seij5tnVESsmCDH7mdgLJkuIJW
nq+Qy7OHlB+KZABn/YSCNxo+sjyhsl3IxdkrUAOVRDs42VOwcsJvLrIfK3PlDxlPkBPyKgO9mFVS
WqnF+c0rSXKKnPoI+T7cAPY+IeAi347bfvtig9Jgba5vNAd409zSIkkdhuD0K84Hx2v/Rc6E7v/C
AxdGtyu20Cyyv7Nj+dlXbuiltb1yg9/chLz1efovrh+97QHJbDBw9lW7YOCLNNx6r7byJjp7q3WZ
99STp9QJne2aZf6Q/ljGuQFCEM3ZSE1eW44VIcqh65CfM+WrTMiARkOdRiRBs0L8bJpvdbSpmszW
ol0vE8gwkTZZeVHdkC/Mn4AACbscdCcA6HF+wlCzfixElp8HEA6YG1BSQhYtdGUXzeqyPf7LU29M
HDHdTOrO2qRHdpp5WTeqp5u74kH6N+UuMObNIYm3hebfP/H87fbzbUB0wCvPzEg8RrNPwk7u0U18
tqQmcoTSlD06FjCdVHaXNtLuvjn+xP+YmzvicOJBxsS32oxMUin4/fIzivzbKc+gpsLYE9o+Nvft
/GRw+PM8191Q1QQQ74bWRxnTUu3AgH7WK9v47Co85/wc4bdki2/Sb0CPxX91Ndh1T6pqn+5Y5AnM
m2K7+RqGjVg5aLzNAndCZlTdh/FWkvfpL/lBfaay3yCFNdjyd5i7EwTP17gBbwgr5jm6/HTupAa9
kjZt1BZnZPH6IbeRG9BLkvVHkdntQUh2BSXltj+t5Wd/Xno3c4awQ0Tzv4Q6yHyULg4plB+MIDTg
AwMoBTxAHOA1BX9Z5/jg5bI18MFtGhLVhP6NN/UZNYWxcwG/0+wv8KjWD7G6a9cQxDeyMT9zcfFJ
8366+CREY1HUDfikxnNGV3XHf95O9zcAMJOv6lvdbis790QSbVpbXnlE/mRt700HlwyLpMaIqDQV
ZzDiPaUf7+r3KX42Dvouf4htdgiRwna/7dqx9/lLDBjMo2SHJ1ux8XNPduIVL3KTl5mnAv7LsqAK
jFCU79sRhRKM5zQvz2o0pnSXGK2AdFCg5O8dRO7emrgeO0dBKR8AGTkuXtopF9/GxszfS8XK1mgl
l/zGD+Aaz2yExTxt6xjBodTmVJ7bJpo8sS4R3av5F4po2kvHxDXc4LznubWY4ZBAUIOlEOwXXJBq
DUbSarVRnpHLVXdmDJ3iSqSSYwiWZiNszgkk9NZAOtJCUADo/CzGBLwb1Em4+EQepRRtBE15ljNH
x8s+cXEkWblVnllDgo00PqsOPTL9oEhbIN5S5qnbNTDUTSsD1h0PAjBe4jGFyJav5SljNMoa+MHO
ApphjzIjvUroA009DTTGhd064q5WUZl25dabKlJ9GSs+e2nnwYkCVYOUKNokb0LqKIQ2rkbL8+dn
6lI7/1O+Qv3aiz/v++yf7DK/yGjbgBgNukVmVaDrw14VsjKJEUYKOD/BQOvplYJoosFuoqn8Q1Sk
k0bS7DQUSMtCe5pc7S21Wptqa3X/G1a2edpRzoFaCNRtEXlzcQPeZ10WqgXWnnlNuT/vXwRnrz5E
BEHK37e1TAH/9PuxBlwlJBGRscLteD101kUQxdbG8pwSBCYIAQ4MLemFrT3SgLRAyXqVQNZCoznu
uJlvuBPQh81IJh42anapILWiWJ57sUKemo4GkVtJ3VYaGrmEEjTZRqeEyFibr70VBpupE5OVJ5S8
cLBxuLDYCD1QceArMUDhJAFOPr4hCMRfQxwKf4sBKXqnkAMFfRysjCyCAKp/tSAhghcCcEPGY5Bq
VrShQZemThpNRUuEIQsnm45tmzxYSlynjjim8q+iUtRfBuAagy1GNXoqVSOWcGcYpfQQ9hn0jiy5
j96CStbeWAENAy83BPWsdEVluve399JdNgPK5/IPauTopbpe4ywbVBZYVXUuIzvRXQjcGt3klClB
QdYW6Kf8G58jgMyZlH6Pdmogy/XP/p16emCbkt0nGtHFNbj7TfcMdh4YhfA9IOFDGMjDL+QBxcs2
ksKzpVYbw5XQz+hJj7qxGVC124cgmO5R984Gd1JWnlw/mZPr/YfEIfgOEZyjtxdKAdcTQttQBTlf
EZ+d9z9o/dgdJ6fZCeRPSf5gIsiptkEKYZd25Jg73PeE2C/O99OTvQ9I7zw8wA06nZ2R37a9fcJ/
25G8vBT2S2VHpLAre7/f2y9r74nbew8HBl1G4HqauT35e69tqpwqEDB9lejvAr2HdbNLIz/6rzVd
aKRemZn9xUXcEwWlZrajELy26HMIs0c07RJD0ex8Oig5Iys78zYqv7bGeZ+wpLh4UlgLe2e0q51B
IJb7XT0cj0fvtbR3/75G0KbtB5s8TN+pr630ry6cjGv7XJQndQ3rxdm+o2+amBy9z9oOSUh2qu//
Ej10LyGgAu7Cbkm74oDWhs7dOaacmkY6mzYCT62+pfSUQifr/vzO08fv88s9w+3zMKzCHG4leI2y
M20piZuVk7Rwc2ICUXKDDjtYQCCRcr1dhH4IQIZYCq/5NvD/bYZ9t3/sifX3qJCD5qy1G9yGRbM1
ROUwh6wrD2wUqQ75HdYKr8j3kaHZUTBHj8KjQT8b/VevrQS+iysE3zRfU2igs7iLGMT96iSMHaxp
aImvN7nxpozlyhFYiHHAlzDTwYAcZxaD5d7o4wQ+ExNw09fSTd18Yz6YZP8dOqadrlhaciCYFxWa
dyCgwkPreql02ptGPQTC6xDm3lDtk1ohdX2kzX8PmTGiC0PcvCm1WmpxBUNW0ePtppBOhXAkUnmx
+JVBHfj+Hl8IU6/NcR6rrlu1Bm5PeD1oJH3uXflJwAnG+/pLst3Ctff6YSVZuXSsZkUq1OuBqbgB
uTGFKtmkYoBoGnJ1SPlpeLffH9XC3kMAiOINuipnFRFusaoMTVhynIfnTGe/WMweqIDiTRTn7n07
CycKcBRwEGM4iPZ/ANMX7t40kj7ppjo8F3W5l0PpFGjpu1XEnwrKiDTvPNTpV47VQlYKjJgXNrkF
G9QhihSzDM9H7xSSxAkJ/jeQf/92ZLMjuGzt/Rbyy3jTvqxEuz8VSM4hXpnm3JWESkPd9DD9/i7a
b7r71tvjptxqxPG8neXiEz5fZ/+PfAOD+gIaUXTSOnazQZaw3h4qx/ne3l+A2zD0ejLmjXCxAIag
WInW0PAcx9ZWnwK308QHOkhOzhq7ruWVyV80N7OzzD3BqBtz+yqRKjOQ8zA8p7MaoxtDglA3t2lz
qFb5/Zcu17kbeFbTBkwMsJbrocldWjeDaobndk9NdF5gQhVSmGTYJafGLxwtsKEG2WS4YNGZjOeG
GryWRP3oAT8sf4N16f5M34D/EdpcfQ934zYgQqdUkMOz07rS+zFR7cRTjsN3UpPQDlZuxjkvwO+0
y8FzV+8QMi3tais81+hjeO4eROnwoSGRpB3HaiWKWXgxYmAQvgbFHGq+yDpeT7QwNGJO0yw6H3Jy
nIgkuePfv4c3IDrsv/0WcK77E/mzcDdju7DHvSeSINLQzAx7fbLrmoNknNND1HkAoyciiYMt8gOQ
EG4hX5xF4M1SD10Mrqb33NrJzaF3RZFUwt4oXEODfEXxkAJ0cv8Lfx6Q976Qy9qMUTYFgJNEZ0e1
KbE8FD1KohGEl3/Dvf0o/ZETByJ17r/X08l7fhA22aP98uS8Hw/bF/UzPsVOYW8D96/hAO9EtvTX
/e9bPhr/m0GeGqGAwtGkRml0lrUD2IGbX3XiWDWJdTsx9om2K/djlCATsZOd7GnUj/S1lsjw0TwD
ETUaT1W0koxfSDhdbSEe/IbcSAziHyypZh6bAB04kqtZWyWonL6xzlrplTXpFeSeQA7J0n1doS3Z
sP4x82h2IcmCtdr3wusQH4QyPqC0yEoAIX+9p0FrO9BCzKMzpE72/0faey23jgTLol+ECHjz2g1D
T5EU5F4QMkvw3uPrT0LXDAniErH3jTUuZs2o0K66uiorUzRKa3jln3zKvrU6ugHRr0vZhRM7dxVe
W5xcS33Ca3HlpZ6tFCs5pxCYjICQ/0Bq3lvKYc5PNwoR4EIa01tTXEmNDG8j9ZjuXDSFmPKxLl6K
gwduADQcHAAp0BXvWEKFGiLzBvpao4Fqz4/34Lw7lABXQkIAsfsUflX3chFraY0lBzGHXBgMK2wC
97N1ac4jv5sE61gNLd5R0ONSUmmpJDkX+I49tYA9Ir7BVTTxWlIjN0mUwH5vSST/HcW2SZoSjtLQ
XLj3Zz3kn3omrgCoiU7DqWbwXGyn3rNjJjbd8gXF3Njx9IY98ZAQlUXc9tQHqpF/Ry3YZXRWoYu6
yIsfMdnSQ6axXhcPnl0rF5Bma+qKC3ZqR9DW059C7wT0u86lvi6iKrfm8cSXC37JdY/3+9QxotAO
YmBcF4AFT74hzAYIfFf4BpRCzRj9phV5F2hySA62bcdmqKemR37h8hZC5vnBj5lkYMahTDLFhnWl
pFYu9KBsnoLj1gx0hjorqzGMT4n+pF/SQup49o5CkPP/2psEOn6piHknwV690btd8Zw8hUa1U1bp
Xta9z2IlHIYNYx3KhGQ02nik/nL1iL78L84YuvAAbMB7FUD9yU1ZuEXNx1Hp20xziVjdPymFwaVA
dW4U7RCHO/eH2QhLHeuzUe611cntByxg0BUNrHoCNd8+9t53bZW0JOZ4D77hZZ6sewpdD0P2jSeZ
yATaaRI92Ad1BTo2Yl/61+0SQ8mcdx1bg8C5/YftnXyTloWVFiuOZ/uZ5VXPRb1N+HdF2HpdSpZm
ffTU000+OhXk9tAmeydgFSZuNkQCi/Rea/jE3fR7H6yulB54dHhS7n9zdyK2VEc0CYTHp3SuWhHn
hRAyvp3WriGJ365CBN7IOsjSamYtP7Ep9UuDSX+r/F++i6H3zgRUHhvLrUhbenzPvPKBnAa+dWQr
w0t/Ms8og+W57/KBrVWWHK049tQ6VrBEjDj65skMAyWPTAwMgONqCt3qgMgXol4I7KbaMAKtIDZu
9N6TOvw8PkDj107sAK6iiNg0iAQQ3+L3r15HvFiraiUxkR3Wmd51PkHCR6zX/r6AnATvgjfsf0ox
g4UEII0HwSS0hoHjnfoNrpG9sNMi+KljtenNJaT5TJH91sDEAxdl0DtJDQPpYdgmOv8v2wL7gXiP
aLr23H4tcebNbAgMCJluRFKAgkyrt3mCEKASYU/sSVO+gu8tGTZB8vl4oWbKKRgWGvBG0XFsP236
so7jgi/zILZfSiMFsZuukOC52jW7nHA7vKkHcm5IZjwlJF0niVG9cEiTX1aPv2I0Mt0u1x8xeXF6
ADi5DTTpbbEWDHHoSOp+PbYwM5uoEY7kg4hN0cUzCVpavla4tswB1OpwcQ9rH61PkPJy9cdmZgaC
SwPNNDCEvTh1KUXiRFANw0CKJn5RWHRvc0WxRBMzF4HdWJkMpgFBnCdWI0JJOzbNRtg5PgT/4reI
2/fpmzBYZQcKyaVY7L74h8rP1dgmd2JdiIU3gBYLkX2oXKThtxxOQX5I3GeuxHtoHbTrx5M540TG
Xgs4ERYoqDtYOvhbtCYJw9huJVJXIaRJz333XlRmx9ck805L7/G7PQKHCENoNkDSGC+XidNqFD7K
UzlNbL8PKNeNysmuJUKYDe1m/MJGuXPEE1uTJRTVIu64IExsrlR0EDWBOtaMy8bynU6v2e/HE3m3
K2EM7fdjWlID35s2uVvSROlLxQc+qIGzcpuvpih/Hlu4f/aNJkbgA7rQkeufliozLgoajmuAUwSw
wkNNqHl74xwaSKb7xG+3zNJmHD3CjccAwgHHCxALdLxDo3SyVkKWB34YiRnK33BY60ZnCLJB5B9Q
tdZAWx3B8OMR3j/9JxYnK4Y6vNyFjJDZ26zbfrnEtxrq03+BCQ7+3qCnmvysaPitp8Zjw3NTOyb9
cKmh8xC4jsnFk/qgHwxcP7fxutE/tK3DEMckLq9/VpYW6D9L9Ya7Y4eBAkwB0DUu0pGX7vbudv1U
Vp2uzW3RAkM3b3gmxGahbZD96xaSmnex5cTS5OUexBrSjAos1f5PJOuXmiWXfkm8ZWk44+G4CkWk
AP2kkI7I7ZiIPU3ElawRW3X0hYfSkpnpFSYzIV84XG7nhhsTN0AiWjNCj3Dv0rO/pIB5H4yMM6eC
TAM0EyPj7GQzIk6UQhyPHNtf/lA/zPhDKw/1+rOxLi2JmqUteBeYwxz4zgC6wKMfvUuTwckV5IAz
4C5t4F4VsvU/89QsRf1VTsjF1eWYLKE87hMto0X0RqMlGIEkHMvtqrGOmJW+2xY2qmsQZMdrL4Ky
BvGOCrJWJDDFZwnEYbri0Ca6VMw5+jcsRZT3iZbJN0x2TuPHA56AVWHvcf+4oL7WM2hFeZRmAAp0
S8pG4xxOPdr1iCdzDFQ7+G21rrAL011F22hpDWcugZsZnXhMtvRUIZXLws79Nc410femmhO2fO9C
fSU8Kc+FueC4xpD70Ygmm1Qqw5CHVlthJ9peAknxG8Nj9wTxKXc2WgnYLFlKBS5um0mMAhY5Cc20
2DZCugdH1hADfvoqGllsBt8Z1NyaYwpJ85gHWhrAQMIxIRXeAZWRFo/MXbSEzQMwsYY2BagjgVb4
dgNDshgIRCYubc49x50eqQlRuM3g0KpdBe1pMJZq7PeIedyC6PkAzhMs22jkm2wgxPB97YdOaXfF
G/iReTt6lZCSjEeYenBQibJPtm1Lho1qCkgUPV7scS0na42GFvgjqOYB6SZPzgrLNkIQgc7Dzuq3
oKaNLjeXOCOquGBn5sqANNYIJVBGQiFlssAA+8Uql8aVHQTnQVgpIHvaYyNBVrJbqM7ctXaDUQ+N
imM/JDSN0fo3uQeRE8lrBrlzmzVq5GC+gDNSTHfj28/7oCAq+dzwyL6gH48lieUeE0qN86X4t33L
iR6SJQWmufgDn4NcFPunNzLFUEC3TQPbllzZUU292GTMODeSnb9Vul+s7CoitTVo27BaSyBD8EiL
fDujiwf1N3orwgVnct8b8jc3/33M5Gi7gx80baFWuFSbn3D71RoNYK5kMKFIQFDxICQELs0zFNJu
XX27lLqZ8WXoQMMeQKCJLrFpxzlXZnLDZH1tFzLTEUcTwOuaiYujnLn2wK+IzkT0CwLr8bdDrkKH
oo0Fp2ZGM+iy5FYM/xIVa9+C6lIZg7SKKiuvIVCDcwcDbaU5wNQQ50LLSPOptq+eug3EbV2D3P/9
8Vn7y3rfHjYOgGZozoxPTPx9ctLxmA9qJeY7u4DE9tlhjN5qCkP4DnVlFTFkcC0PBNYZbfMdOsTb
1OCEYxQQyLQp0EENtwCD11bP6Vn54+gcY4gatJwMZ/gJ+aWOtztyXLSy3nzr5NqJozANOZft7JLs
sSuRYPhA1WBEDgwE+TXjOdlmB4leIopI4ufxRP3lSB5N1GSbIsvoq2k+QOiVfkR03xvIWYak07/G
5OnzXiMfrz55/5Qsjtr08Pq5YP8e4jIyQiCSRsUe5xaUareXAKOJXaLmUocwDf1qoTGsYsAPw0JP
CPqOdYm01MGvBbPjlE5HfW114rhiQatUqL10dtUdegnxWVTqqbaKuaWXgnB/Dm/HN4nSeGkQIYCF
8ZkxMY/6R0+hkWpAgJpUgF8YdIcs9RePDHZsabQgvF4Qym4pvDVZylPf96JM5nr81qvDqiVxJ+ec
09nxS7ITXkXi6MPqjK5b/AIcnIJphrg/WkD0E8oGurHYx3x/499OxuRUDpC/4LkaH+DmP1y1TTxS
ibuwFgmfvIdBNgI/I3fp1p89XyPLHThdUJFDGu922IzvpuCEZjBswn2b3uXpY818V+vAlEn2+QlB
qhSNic5BIJEFJREG+LSFM3Z/I2PYoygdbmP0PEz3uOT6Gj+obm/DfB+R/dFHF9DGJed/4o91XkcX
C72CEuW/xMPP6pcWdKkof9+5Na480DgsXq1w1lNFe4aJAtGJ495+2b4d9/72SzDzwxGlKp+cs61l
WQfj0pPN5rNcH+xNZHgEoN/T6uXxRIzLe3fqrr5isvxcVEESnY8wDzxtilelDEla/09p/kZviuUE
0xfeRCCsmBxtQA8ypQALie0PhlMqBmjwjMfDmFvOawuTI12UTip7Rd7bZQy5RSkCLysObmi5nKJL
IZ6bfUseW/zjfJjO3LXJycnl+qDTeCXt7Ux/2e9RLEjJtj+9ve0/PHp8zvfPuOJ1cMSfO7IeoFOz
dsmzsF3H1CLEMOyUI7a3wW1HtKfVJSAbIzmgOdb+TeiP/vhT5zzrKPWEEJcdBSQml5nIjAXaGIet
jQGrkE7B8JGJhh+rC1MyaweAbrwdAJe9Y5QPnAFEguOZypALH1OfKoIrVgaAovp9PKK5XTsW1tFC
A6AXZF5u3UfmCFnTa2Fv4z9qiSShYVDmW9IgA/r/y5A28VNli7mLxkOqxe8Ov61YW+DeHpuYnbX/
xqJNblvkeMqsFoPeVkLIsrm7GA8DLnx1s6Va3cKkTQHGTS1B8JXDpNVihwdWgnOYpANajrz14xHN
3a9XqzPlnZWqtGd6BYZAYE0bDXX+tPpfrAvImxDiwnUCzTxZlxqqsykbFb3dhLXORQCPugcpWEjX
3jGGj37r2spkaVqla/k8gRWkinbx+Dh52x9Z42g+ZauGnLvt+dzQ98Z4/xR58skSHf0Zj6dyNha8
/oSJ6wR2onHEAhsw09+2KVE0uJm9aR7PuKqs4fAknBKy+zRS/bICjiKiC65jbin/GmdGQRPgGyah
aD9KNvzt/7oDSDxNiBr+D7m7/685Rp/J/21h8jQus0B2gw4DLENgFjxddl8ybgmh9/+xkv9ZmToM
KeaVMoIVP1jF5GWfjuiE4/osISNun9unb5G0iD0ao9UPiPbGuUQPxoJ/nDuAV5P5x11zFespbTBy
4eMjqtE/av8kO3LNx/tlzgSKeHj7oYESRImTc8E1XV4rbo9zge7tMpFMJ1fXoG1b2BYzL2kUC4Hp
AWcw0hpo+rh1wFEYiELNNwPwLpU+oh27NZrP9XW4J8YOXGq02CifGV0tNZfNZDdvDE+BPZ4mJLJU
wbAA0ktL/vTDbfnBPuUNcdAoJ660p/Tr8ZTOhRYIEtmxWxOX2lR7huWKoBLScrBjgJj6xBABCgjq
M97JH2GwkL0Zp20aU8AOevnRgsrikXw7rUmfJ3nZ8oOt9iDjjy41l+mZQNg3JjhpQraJF4nKZh97
1yYnKxlUkEQA48qAx962pzXemjx1Vx+C/my6NolrmgD3sIQZ+tuHdwNFbUhGhgI9DdNcQMsnYQDK
qMEeQlOLTLDTkS6EMLPw6jOkZXd1baBbdf14JWfqDxxChv+sjlfx1QF0a61LtNwZ7KamvUwS0JX7
RBFpU/9yVIuf/CcOFADxm7PEuTy7rleGJ260iJqc5TMY5rUnf8NBtzh8Z9N3T7DABp8suJnxhz2a
28kmShUHipjJaMw9tYxLpH9ZakXdaQlb8qe2fG8IFIrwAqCmmlY7QjTWurEgDfZ+X9KtiSzSqnnO
bcaw0MVIoSmu2xz97k3j8xTDRdSrzPoNjHp7WvBGswMGLRHI6UQc1GlvLZc7gt9q2mAjUy+oZrUS
PJrQxcrK7CJemZnOa5nWotbDTJLtm2OfExA1BgnRqKq9VPzSEZl9IsvgWwIyCAH1nchWWXM+kGUe
a3NkvWaMs2s8H78+JDSNHr/W6/Ma5Cqmyyziku9vfGVkiEQPEBLWgPlPXlJ5XSd1XTGNzQ68zUgZ
lYQlL/dH6367cUYbI/cz6oEQ8J3YSAvXy8Hs1NqIaHATy1T74ra4iUlyXP9LVt+vCQFRz2FTVuSy
skFct/rcrECco+ju62OXMJN/uf2UcTquXAIQBpkSuWFrvwhEOIL8g3AmHnCAEMUWkNJrdm29vqNH
7lAeL6d8Cad6j2PCUbyeifE+vzKvMkqc9CHMq/Zb/4vef3rkiDkaR3wn775fxaNM3g+HikKm9+MX
1frH459f7f9WYuIRh1As5bDCSmT9a1wdc2WhVj6zi28HOPF8VdtGigspPsSvhd6Yb6ZIh7H7qnLJ
k5GgzLPb0NXqRzW01eORzTj7W8uT46rWID4s0qhFYFmCegqStZWuuXqsgfYURC5KudIiy+OOhfQU
Jds4W+w2Hnfxo10+uVmHSmWHNsTcCuQtPHygGOPpz8JqvSaibhmsuck2F3jEpShzJja7Gfg0BlS8
oQu50e62QWgGnq/IfP53Dl4Nh2yoZ6yYpxWaZR/P9kxy/9bo5KkUM0oQ8ymMtlSqid7pH/uv5vIc
np7TzXptScZrhOR1QljzHcEhqbmxBN8SfSkynbmUbj9k8mDqpTZJ/T/fkhvjcW6Nj4/qWSPNmKDZ
y/Q50M9WsiXxbveeSsYBPpwAfYC3k/WzsAWXTvffFr063bxW52maYPMzq5c38F3kiK1kaq4hcrX1
9PM/xdgZCrr8ecLZm5OmnxZO9+IHjMf/6gPqruljUPe1Nr+vdDCRIbrD/YFJ8Mm6I1a2emIU+moY
G8xAtD951sIL+v5mvl2MiXvre1WKGwb2PbQXOu1WzWwO1CYOVP7yhXfkPefcrSv96x2/GmugggFW
G11pbsQo6e1F47g2+PWTwW0OlMdFoi9t+sXpnTg3ocyyus5gEqgEyeT0tXdxSTPGBXhXngF32u1i
HY57g47+15+T8COfl/r6Z9LIt1M8cXNK6DC+z4+nHaQG2xGoALQCWOp3WOhwC1+7DalCn15fa6ic
vVMDLN9glsVJdI4ZAUQdS79aLSz7H4PWA9f3V/S/WoswiXO3aMaP2rfGEblG3O1If56tbwLH5z/B
57vY7UsUn3/Phgd2//bIld1B85g4HO2CTnofE73a7U0FvbaOfj535x1hTtgKQNnhXbpw1BZ2+p9T
vrIMgmfFgfornH2er5Gvgv5RuvUrlwbhYKYNbzz2tzOwiZtln8LdiqJMvTiDvUJ/yz/3wg7xILFa
EyW6Jwzx4pr6wqLOvNluTU6jNs3jmTCCyUx39o4lmf7GWYlHZ9sv+c37LMatpYnbiuL/5wYbe7X2
+2Y3pOR4TPSYusTZWU9IuSUyOQjGBdtoK/yP30+31idOq9K6MtXGEyXHVlVaDjru44JGwxp89Prj
ZbxvTr91WtPUfKg6WVZosNVbeuCTN1xROTFRfsJA1+cnhX6rl/cUfky3f0+gN9gubNs/3bO7EwNe
+FF1SoZW2WRR1T4qgyBBlCTut281Ups5Nc/h/qw++y21PGR0TmvPrLbCGVWLFEfHN2lyGi+rlTqM
mL1FIOcMZATzf/VJk9XPXV8tKihp2/1JDEGEsocrJ2tlAH7UMb/JASm6C8VbYGEqZk/wldnJsqM1
MM5jAUsBeipdppn6HvsZdXIrXtL5/UNRPZr0SdSdKpIWNRruDYn0p+Z7fByzCP55+pWgCxRLjz+5
7XOBXbDGqT4ceB3F3xQVQHTpmsXL7lUAjJcFWVBD/hUVOfPr19p8Dw7SxgBJkH5CmwC/Z3ZyvzRJ
49w/+vLJjcdDFqUTxbi1a4c/1CFrM5ywVJ+ff5NhK46AdsgDTSsiuZPkvqaOYRMyUsoYsSAb5eD0
K8ZwACINXR0GelhWkCMmW/drlS+2j93vBfCvsxo49ZFDHRtWb+OmIefLBuriKJVAJDOoqnXtMAVl
nfjAqwq0EJVIf+wIuDE+vp3YG4vTQlOeNFwbeElv6wxPwn/QaQgMcXtidGzGBVP33vXW1CRU78FT
FQ4eBtdS1pKO261Kt3twYSFm8fR84VSNW/luXKj8wsOM+a8pwo5r0qpoOozL8aifE/S76nRhPGOE
c28Cyp8A3kKaaEo765fo9usHFGJBrzE23X98uCvQEgzktT+qNTnQ05CYj23O+Cgg50EiBp5+9Bei
3fJ2g2io2XVB5Q6Yw9poARj7Op6HlayXJnC+6ZpQOzBa8hvQpXhv5hYGmh4CoBxogtC2MO1jdkK8
KJha6u2g3vStkSkyqIkOZQVIF3hfleobhA3giF9KKs5N8rXZSZjZ8LzH+znMInNq4KczCDJ3gUuZ
9eOZvedSgIz9taHJ0QvyQmk8dKvbL0iyJfoR+ZBw+wyePPT8aduSfpXW0TdKyiHbGIFX+rjeGfx2
4+s26IYtOzXlVWNtNo11yM1LRfHHJjUvLIGoMHpvl4Asc9sbFEdIl41dxiAfud0HchUMUSZ5g831
l2Sb57bmm2G7JD8x89DApFyZGd3yVXTJiWWuFS22G7+pT7mILo7viFiGcRgLVb+XyKCrylxdVp+h
vqSyMecKkQ+EKx6VsLHfb03zeRZnMcQvbNeBkIl2dATg0SCcKoC3XFStx6s/83BQQU6lQftCQ0kc
eo231jQnQBUyRV0g2THbDCR52AIMHg9nhX6hRveqYhUdwuyRPSmsJSzUuLWmjuTa+GQxeacsijpC
gteFuPZLJiPYUZDl5X9LuK0iRwBSLRJPzPn9a5uTlW00T2vcGAPmdh1aeLOVolCfAf9xIZAe1dDX
XDk9nuM5D4IGJMg/jqRmeIpMAh2uhc6uEHGNrbzC5YPSODVzURe1fWM78Rp3+mN7M7N6Y24S7NRF
zORuxza2uAl09MSBc5OLKVM+uZ7lVAusGjO79cbY+PtXB0WMBqmKSoxNpApj9omeF2/5sXIX6nSz
c4jIYETyomSLxuRbO1pTyYGaVq0NWaXoSZbCvdqmOfGcXjLqvGDW7SixJILBOq49zZLEnlm6xsed
MdmtOCjg8Qe/2oionVzjQKhCu17QGtvvdDawpGxksmQ28St/Tr/yL6El8dfjlZRnIocbk5NRx74M
MTIHJkXWyor3+ovhvkSfZv6WTQiX635IfG7tde8slrnTpWyfJ6cMPLaJ1Wn7yHmJ+2MFOKUEztt/
oVaB73WjdrTr96lzFvF/a5EhIyrB4kmn/gPUBXJneoMep7TMqa9aUWLVGWkvw0ZAVbL6CcCau0lY
mlevXvQtj6qAZ7mmQruWypLGzk7OjE5Z+5s8aMBxUlEQu8r9glLwPSsh1CqwChJuYw29fXfyN12N
GkmBkomYbYdLyVHGrMVj2I8tVam3qTsQORuCCm72pwQt2K/dEhZt5nK++YCJE0HioY+ExEfao9XF
nsS/vfeLEnXcWLW8sPNn+gswWBGd+GgOwYvxb49cnTCBzSq+wmVk87kpkWzX6NlO0CEH2ZiFmVjR
eqt61DOHbWw75hAhrShQx4zxhL0oHx0tIM9uHZiFe2Omg+b2qyZOJoJwSMP1+CrQW75JDtkDNjvC
ZxnjjQFRX+lva8+imb3gS2fcDTh1RrUcdMxA72ISrMRyJoNOOOrsZJCxRVma1AiOkFLO0bYXvD0+
fjMHHrpb6IZFUW4kC5iEYCjAqlHa5p2tVIz/0uB1SkS5cxZ280z5QBU4FRx9o+ALB3DHrWuTtNTj
HRUwfSVKCXQMzMjRtc7TQdWUNaRQ7AHlVVTpHUS4se4LAEW0NGoVKvYXudiUJbjrCmaVeQYnLITd
cycNfXUaoEI4a+hwmTigQHW5PhyUzoZEI9eZRbwTpYyccu8fDy4MFCvBKIy3dKk7DM1zy2XJ4yWY
eZqOAuf/fcAkRGjiwIdDBnQ8fgHDl/nRGm+6+xWS0+8KlZUVeF1zl/LvDUvifot/s5SDmznpYAEY
AdPAYo0Cc7eLw+cNVGYKPKcKYNeRLXJafR+uzONA2KN8bHf+U7kONquFUc9c4TdWJ1uiagfwOfEA
Lm0rMwJigoSHnAjm0Xw+x9a/iuxac/etUMBa2/Wm29t04QPmXsc3HzA5Z5gLhKfi+DrGPcCZoPRp
9O6TdwHRuizcq3MzjMK3CNIAtNODFPN2hvuUZWS3ZxGBov9MQqGie0mG5yFe9dpaUZcO28yNCgFf
KLbg9aBgT088t4xQISk7brC9mApv9WcIGAWSb09E1r9fXw+NgfZYUCf+uxQhRro0rUvWx9+/8uWK
x+Rqq8B6le/BwQm/KaDxB+pEA+kFmiOUAbFLuFI8yj97+cEzHu+rmRItmJmAoYZkjQKKWGUy+igM
5TCrekCrFDPfexxR3V8AAbZQ3gXJ286VjkOzcisCLdDHlmcW+cbwdOBFq4CvqcN7Kljx3MaVCa/u
FLEhKU+9dCFBMfNGRCcNtEYASpUkvNtvZxl6TzWjFnhWVMKu+RK136J71pSFEc3A0fEyGtMCqiKB
MmT6TsvxQuQqDbeDQF562hrSW/Aj/3Y7zgTbPZXMnHwMZqOzdNipVvvJmftnC9CGgWafuKXzXWPs
3tHmsDGs3c747NecIUK2af060N37ZvN7WvBkcysASTsOQRPeIWiLvJ0UJWnYNkj53o6yE+gqtVzX
QnTaVBCcQdD8eLVnykKQErkyNtlnBZpaWcWHse3+KH9GOujWbaKcq9W3ZRnoigaBJAPOdf61XXTY
M67zxvRkpzWaUAOCyfU2b+UIi3zyZW5/XvYlusiiF83afDJracGDzXnLG5uTDdeWWeJUEmzGJH9R
yFuw3nOH7CVYcB9zj3URCGxFBvUIUgTTjR2JVckMDaY1RQIs0VMq480BSml2jQdsifjLMStDfYMk
5JFZK08/0jNoL56X5HxmSmFY3avPmNyJjRM4vdfiM0AYz4HH91BhcvnN8GaIR8ZuvtBr2aF5D5yv
6wuHfkJpYXuNu2fyEAMEHb8gfIk+F2WyxKJTppgFnLw+/VcGh1I9P96+f2DaewN4XPDozr5HoA7B
gGJqV3Y24BwfzVrQh534om6A3ZcBJ4h0lAuswgjXORQHLfuC0oim/44iASBXY54aNDBWUA+CTitZ
OsXzQ//vyyb3Mp7AORt3VWf7CltuQ1dSD5IaXR6Pf5y/B8P/w3Zf3VJVq1UClxUw4vDvPO/WLzkE
zA10LSULmtyzw0G7G6DuoGG/y626PRoX6hwT7QXeJVfRay8sXfhLJka/eDUYQSqlJnDqzn6pexpD
AAJLeszMP0zQLl6j/VAW6Pvmghr141mcPa3S1eCma8V3zMD9WX7jN3tTQJ9Zap19C4G7nuvGO4/9
sfrV1hGqKkuZtdkl/M/2NF0uJ4La5HXT2Y0srVr2hdW+WHkwHo9w7p69GqAyidzYiunAT4TN6Kb/
KkdXulfONwMv1v8XZtByMlKLoINwSn/clSDwaYSus7PMpWr15Qpmk11KPL0f25l77CBe+M/QZKvE
QwgeFb7vbJUrjThBt7bkFAQ7KCUJGrc9AIdDH8m0gP8VAoVmYN5rGpSnHEk0c6Vbu7z4onXxwg4e
rd6dxquvmmwjQQIYXmOxlAOKmM98qYamFxUASlbAn3heHp76RvwqGFVYgBLOvLUxHah6oIcQfZvS
eLKuTk4MaRBHYtAVXWbVqeV9I89P/fAiJfyW1ZYy7jOweFR30GrA4wWM9tBpIrpLGLz6c+RlnRJg
GV+XC5JoQIyTEiJ6w49YobVvE71WYHIBXUf3K8d0EMB8uJDPnL3LR2KMsX6GO3Z6ciSp0SBcAxRw
/hu7bw4n6pFgpM0+ED4V0Qw6iOhAVWfQ3hY235jWny7zSGI2FtVUEfW729n2PL5hncZlAfZgaYo0
8Z45ZCR+cl69hRzKXC4VNJbIm8mQOAAGYRKuJH3XuAkfD7bOvXIgNfmyahS7E1K+1gs+cCYYww0K
IR4UCSXEyRNLQigPhZOglhGsq5p2egkEXNeT6Lz0sgFx9P38AT2NjlcJLAwiEu2381eHpViFGYJ+
DYole60bHNmAjG7tmaA35lQS5RXv0XxwxM6MoFn9lXei89anXcNYrJp0MnHHhyEJPRwJmgqeBBrZ
RmbSf53gVeFznUDYED0SqugS1gX4naYiHyZnRXZLgI6KHHkIP0qzaKdWii8bciZqqZHGyN7+hFHo
sCbU5CAwK3dq6lNVlNheL8SGTY6dF0uj5Bg6lo2xpTQxkxpIVsILFUgXNIhCCMQN+97Xu9YN5HU7
tNpJiJtIOKZK2kVbsU95d194fsHossc4Aok5PmOtIUUdZQtiBT44xkklFW9KqjTpUxP4hbbuKqAl
raKMhAxXu+wDIzq0kWhqXSRw2zTr+2LDx7Iz1hB4R97zHJujOaV1BM5MotJ9hg/0ukvc+1G59yTJ
U2gBzm+o2Uk5CGfTwg/wytNEkJ5rsuhXT2HcZoE5ADFWW3GqqYUuDlmP1ow+hvqd7zAhmHj4iK0N
yeEFb8UVaueD1ilnQzsVoyb5lqQYSHbiDciSfcV8xkPLLHRSxjugPiBmJzluNXGldCDmPyl57aGn
rC8EhvAVn6dGVCpRj6kvOn+gahun8UcCxirZ8JEwKL8rlXeLb7GsoWlPlaFkklWdilq7cRlGCl7A
aOMFhocu2Og5DQM+zElRopMOigZxIB+aRpF8G/ILLtrYUANCE70WdhnqPUWjISnvurXi06aUE+7s
pm096BH+Oa9ILtX4a6YliR1q0PA12sxt3G1ZIDHyG7mcH7Wbsokk78DUtSy948dkgEfEStt8VEJV
VZCvS7TnaIj6nnQQM+SNvI6jVHdyEDIbPGYaX6QFSneoCsbzjLoPeNly0wgK2TWvedAJ40UnlHZI
0DD+1ikcNtkzERJiFhyIih+KDvOtMIg1Q+KmSTuj99PENdjUKfOYlkUqhVTN0Q8M+qsy6YtnF+qG
QgDlFK1NLlmWKcMuUXIIjkBAO2KoyKA9aiUkIS8YsoJJ4kiGZEWr41sqd11BXzUBW3eScEbNFEK8
zVM2weR5bSVBLRVRDYfWtypUO4JmSY0hTdnG+TqOWy5/AgNBpADeC73xfuX4TMleJLUDZGbQ5OL/
kHZdvXErXfIXEWAOr90MEyWNRlR6ISTZYmrmzF+/RS/28wzFHWK91y/GNTCHnU+oU6W/+52mRZ9j
VuaK4w+cWqHwoYat1XrMGKgohm1gC6ofS1gqqZfvRhUsSTgbDeTmg0EFaUUuNrzDqpKlYGwpBOOL
SxMIIvB+4yvmCL233wZSPIENFUs/uA/KPODuhDIVYoslflFbnB72mS2EIp+XpOU5Npo+mlH07y5N
OQt0LeNLD2ofH6pHXf975ZFZeNJBl4yKL7jS0Asy536SxzbGK5yNbliHKCob+zZyeX6rhS5qlMRQ
jn363upPRfwJPA4pgvC773PT8H6HCXheje+Vz1l48/6b+UoCgxsK3rPnoUzGlBeFqdTt21xNIFon
OEgn60RQTL1wblubfmz2wKKqjuQfakYY/bxJOjUEjwPvKu+mqp7YEqc/K3pop3wTmRE/JPZtawth
B548yFjBawGjx1xwQSonB7xFE+MQKYWZ1qFvATfzdtuIsGgF3aAQUQBcAQy914+eVDd6xAdoX2Qc
GswRjjf5ndBg+mok55UnZUQjRk0QeNUW80GpYZRmpuumutqfutDvC53nicAGDeIiXqpZeokVYZL1
NXrgkEJsiOdZ+g4YUnZmh3YzvnKFUz3rW9UU9olO1WMFdRan700NZUvf0atdDe6C3HoObCQLotOa
G7LgQgMKBRooyBFquqDMpsnPegDIwpZ3vUItadcWqFsIMZhPcDiJ2HtQWB1BKhn2XLESIi3VySBx
CiZhBSykIKwXr1fIGIs47YSOR4RLxNOoP/YVOteHT21Xxo4h2KFM++/e6XKKIk99Fz4F4YpHu+QY
TRKMSIeCu/wHO5UsFmUcI13gMoV15tgmAxELNHznXrvGQ7C0HyE+hFoZfEtFRLPZ9Wh5BY8uwLz8
n8QJEqAAuL5XrznZ5SuHeQHHi7LvhaVp1BfBSdWAX1biEx4ptxYESSBRIdPfGqs3/Y3qQNqTokpN
UCgNW7IDhFFxwLLSPA3m2iW2tLkuv2R2iYVMS9VawZegOjR9xBHtg84D+ukq87CL0Be5kshdSr9d
DX265C+Gntd4RlLpvw1OPNxm2xJkWKfxtZZPKYWy5krG7c/DMLs8r2zOTlBU+aLkN1hYABc/P407
Z+ebFDSsq+nb6Z64ZWgW7Yad1jQ9Hnz0UtnmuM9teUsTsz2aa0HQwtWpoIJsiDiXYFCZ99IqUZLr
LVDRbkb8kL4HpVW+jI8xEBAemXr/GvNXtPL8Lu0UVQAESEbxDgW02cKxyMvEsup511Y4KjxyI92d
xDW9vDUjs5VSEUYqBYMRtoW05sHAqaAAixjmytMzfex8oS4HM1sopnFVLwq4UyFxk72wN4hnP0fG
KbgH5hREJ3tIvcBnY5FV61agEXntFCxtFFXDa4NCDygY9dkF0GUGXMOhE1y0WdUeiSHaCjI7Zuuv
dy6N1xpdlnaLjrQ7aGYRWipz+nu1KHS98+TB5TJhm1V7IeFXHIalmgkIHv6amA2o0NREGTlpcMez
F4N/7uPdRmfqttyDOPoREkHEOEIiMCV3KHufEF78ur2gSwjbK/uzeyyLOR1ygRii7iolOrrM9yf4
iI5uhk7c7aZWQlwuGw53i2cpv9aaKNcmeHY2eKHvEqYDhZqz/k5Xs03DIQ90e4jTCOZb9nKGZ0ej
ynEsu1JDaci3wVRswfPV88KuvOLpHwyh+AhWSNTapLn0sVIGijxKETCGwQScMOrvbLRleXvbijT5
DvPxIGWEGgiwQRPRAv794iEIWdgnme4BuSsRvAPC60Bfy1fzFQhecGElVEBPXPcWUsvKCaSLh/3Z
rR7o2pU97ctbXzFbuSLWkqiMONAp5adAOXLqvlsjhVpauMuBzhaOhQI6RcBODxhcRmJtAN5sIGUD
1kqJ3p7TpfQfIiSwpwvI/oGla3at1aEkZlCOnjJWymuyEfbo9og+ky1IahlgwJ+3zS26zRfmfmQb
i04PoBIM+hgE6egKAOynN9FBvM0o6gQHsONY7pt3//IFhw1aSudTQ1aFwhajsL9DnqfxuyT0E3kM
UJsfjoUGSqz8xOumj2pXh65hpfoIG4uLw7WZXlhUlDDx/OI6hfjuvIsAQFk/jgUkfJM79dmfUCbN
Tiv3mR2NWzAQoE+Y66hxiEsyrIGAl0ozE5UO1hgVfBUlvuuTozHG1KhoeLf1P3rxnLGXsJZxTok8
fiQh9NK6h6CKd0Esn+uw3Uac5xQTM/NrA2hbUlM93BToj6k/iiAzFf9bGYEHWuuvXTjecBOACZME
pE7R0HH9keOoMjGWgZmQj8dXQDPf93gX+q/eRrzC4Ktk4Ae9A/gJ6uXo7Xy+vTOXksSX1uf51MGH
fB+yOaPbV7vmsdNIor3wnN1Lp7BCi225pjq5QDQEaRcsiYLcNKLIH1npTG/bVlBRAOjJoEW09w3L
Cz1riO945Hjk4AhU4I5/SkRLBBZ+ZbgLtxgYOIAVgUc4kTnN7tJI5cMmqLmJX6myXnvbzAaHcRZo
m4FTaNEIaN02uPTcXhmcXZvjkI69rvi82xdAdQJdW3c0a5H8iM3+s4lHojNaAtmYt1++7+T5HSfc
c5KpIr5RnU52ytBCYk/uDeqv1WIWXDsVnT1IQYOpe1L9vt54kDbhai4B9R7S4e86aAQ+qnilqLVo
AhgCeBxAIkE27NpEWXuRUbY4gAnhDDJuDLd/Zu7KFC+4wsgb/jUyW1Mopja1inQduv5KUwTDabhL
HFysKjXt0c4P6VY52J1KoZGBDVU7uAKKc7Dj9+kxtNdyEMv7G1LW6LCDVgHYwq6HjIp6K/pazru+
Jn9FTWiJ1bbsYotj3xDGVTs74n43oQ39IZKuIlQWvGUV950IFmiU1n5AJrQs7SNpLHi36znSN68h
4Rue8iqJGeDSI0FqgASpYGfBSLj8mUUPt9diqbynyqAjRfcWiqhIjF2PvmFjoqcB1sKLzo36miNZ
7zTPuk+DACIN8llCWUiueMhyOlUAIQezbu4lcCnd/ozpypz5KkByImSATgr0zeaE4EiN5mrIVN4V
VSLxD8VzaZjhtgpMGbKnwwpye9rDP40h3yTJE9XenMdM06tR7pDBdwUdMH2cI0lGgnwlDlp6RXFO
/2Nk9kgMRSH2UQsjRuX06jMY5wVkAtvX2/O2+BpcmJk/mHFbVKLMcdg/g0Y1461un5NoHwQnXTmy
3mqRtRW2t20uTt+UFZagHorS/2xkWa8JSI4HgguxPeOu9Vd+/o8YyY/l+fv78yHVcdH2DZ+JruT7
6kAqXg5PPK/lou3zKktJ6I/pQNIoHT+ErkzOHKQUZILaTFqYEeI4VB8M5O+J7EPa2+6GnFmR4oHo
szMQf1tpExuHHjx2eMEiAdl0r24Q0YxQalUIrxfQys49sE1aScfFv/qENe8BavEd6csRLwJSSiOU
yoeuFykaeqbytz/EEQmrTkgdQWm7muaIMkCmzyESpmmeKPd8C+fESiQmP2dCqsvmANZYsGorYZ05
+TAGdqSO4Or1lIJ7Lbuy7+3ba7a8Ty4mdXbJVW2WGKi5IiqvK+QftA1InZCWGukQQP3gtrGliBlZ
xv/skD/x0UX8w3fSUHBtJLjlQTDtCmoSbDva4Ub/bYu0vh8fobx8Nxx08KIF++YpQmvEyhcsuM5X
XzBduxdf0PAymnuLaY/yDzoHiV3Uou4V6VAwKx8fUH7r842e6iYrbb54lVXDbNXUlL3TENhxDVIF
/cFga+3cS8/e5bRMofbFRwWZgmqniiuBVRZuHn6kzHsRVyFGS0/4pZnZEz5UNaq3OcyArDySDlpg
tYYjIdWUVCtHddFdB25VnnpuwAc3L90Y4yQlLGChFaJATQtp3T36MSBOkOBGjYCl5Q/yJiDihu2i
U/cJxddiSjmvZkGn3fvzyvj7HbOZjfMgzdCTLrhJa9YPNSQr9/ohHYmFovLL7a21lHGd4I3IpU/M
lD8EF/mA9c2QpYLLQ8fVQYOk0KJoYRon/3XnfVX3ObQszpsVo0shx6XR2Zp6Y5EMg5oJbrCFW1aR
VJ2muAQaxdTvW7fMbbamnrH4gEmQ59AmJPUPsLboBx6kg3MBaS9xl6VmU1lisPLsL56ICxsz58P3
8yrJBdiAlil/UlOLT90MlTAyrLWmLT5a0PPBc4WADZ1K12cPa5YqFdpAXZ05HvtU1D2frbgV07v3
YxPq0qQAC+/5Bwi4zsZO6hEvullmFdAtQPOTf8hVwj8o/TZco/BcszabuiHwGyZlsFZ6Tg9g+703
5UFi9HnnKwmBxfvkYlzTIl5cW/xYx77YwpLOzBo+cPBQRFbbfqLl8PYuX9oNwPFp8IcnpNC8oV8s
Bz+o4Te54XfsgwyxDgHpe8t4sICr//IeXtqaDSpDaqxLm1J0x3se3oQREk74ktC7ZWQ0uy93+Vpa
ZWkDXhqc1vNiFtUmVLTBgMEYzRVRupGUV/b79vwtbYkLE/OclT6CY0LyYKIBdas1Ht7bffqsC2aw
kgBZjJguDc2cibwDm5riw5BSgAvI12kwPntgnS8/RqwZCMh7+dyci6Ahfahubw9y0ZO5ND5dlRcT
qfeZ37IsFd3AgByXicWDlriANPgJ4JQ1SdHVoc4cCQ8USFUrYqhVabOaZmzr5w9ctcsPYfY48j1l
tR02m2pVI3Z5v0zUFmDVgFDE9O8Xw5QruUhEVoluAvHGKb1j6iD9lDdlft8/MVtJgRPzLT03AUNS
7XEVc7uQ9wfpC/hRIJ7+RwHo2r5YZZyHM4pMXE3L+pyCMcLsqWJJ2U6IHF49VPK2l03jwQhXIqel
9PmV6dlR4cShrGtErK7yZccbxR63OJ7lAcJIIHC0oV+f0oLGYCTaaid5AzIgthP3Ik9E/OEczpEP
IwVwsnZu77ylB/HvjACIej0jkQJFDWSnIXwA9T3kX9FdcNvA0vlFCwmA1ACbTriAawM+V+S915WC
2yG16uSB2eUEnez+E7KuKw7yUsMZes3QLTilYdAnNbv/hgzsAL7cwxc1hU/PBK3qDiWk06Rm9H8f
FB4PlOdAm6GCiv16UP1QstjvBMEF9KSL241nZGYvVlbXxmZZFgT4Q/CGrBhdwjuo6IVRJJTGeOGH
0EfuaXw75Dqib5Dcj4AhDlb1oDx7wO1a8Xmf7dd8+6X6hApEEXTvUfZEyWfaPRfntZWkdhwAFJzY
w8vDsXOYRgqb+qb8eHtCFx1QVMvAFoxglgdc6NpS0Zcx0OWeAJnj9477zWnbzv+lVtvUyp0yomJg
8rxVljR8i7p9Iaw80kub9NL6bJycXA2Gl03W1X2TOfJH4b/E+rb07xWkhVfbjBeuIbTGIS+ENm+k
f+cs931Y4Z+GUAQtXDxSEaJoBinGVym10MEBCDoSRVZ5TONN8lUV1llmFohugQTfKFvoR/b+d+pP
DNhvt9dg4asm1WJ0xqAaAujv7AGsRvA8ZVMvm4EofixCMLev1V2XTuiVjdk71wxJq4opbHCVbHdc
YsucfFArt2s2fXmM/GPPmUGp0zzr7Ky4F8r/9xfMji7kPsRmjFH4zgZg5FqnHBGpV7LVwzsTuH3t
+fu2AOzeq0nV9bZsJNuiWgFJLc40OBZAK6DJiEVm2w1EPFXf9PzgDlL73nsa5aJoZTEXmJmhQX1h
Y+ZK61qWa8WImR6cwYkOwTbYVtY7FO7wx6lJ/4js0vYP/fTu3JC1FPBSwQHmgXwEeuHPybo+z0AG
Q6u8R4UdgkmfPjr2OAq6xU1MHVT23YmpCTwCm8A5rUl/LTxol4bnhb6hBlBDNQAsaKA4r95pzUeX
vjJ1paKwZmV2VvRszLq2xC6qkzChRtE8VIm+GSPk3PiGs28fzP9lMoFbh+6niIt4dmry4H8ms6G1
eTzep3blhNZIHglmE/TlzRZkWKdfa/SVS9sUgR9gSWi/nySdZ2vY88oAqi4AC9Rd7D+KEFa+PbA/
F90sukRM9B8Lc+dekPqoRFYLVVnSDVQ/Qo8XTZD3T9ic0FN+No7Gsac1+Upoj30LAnlTtPot+NtR
V/n9Qrhd7ShUoEivU04i3VoCf0GeBxp2F983W2aO1Yqfhvg+oO2QX0TWj9mRnTnZ0XvwJq0v6w5M
cLFdOonNLORv0VzH2SmF03F7ppZe4qsvmW2BRO8M4B5GdNH4G5mCleMdHbnH8W6I/mWzXY55dkGq
Wimg2RyF4ARDrqZJx5D1bWC2BKgc0HuDUBteYrcHG8yKh/PHGby1H6YdeeFvxLhNEkP9Y/v9aYRt
ECyRYJsQuB0Ei96Th6/Gzq2W1JvfhxfQdhG0UqaUHX2z2q/ChBafK1RwBGGq3IN9cPY9slxJkheM
U6t1iT6MTXbSza68k6VzIggm8NyNTmKQWG5XVnsh0wuRtb92Z94QNHAavWawKzpQUHytfnsGQY/v
xvx/2pmuuYv5bsNO6vwYdmJS2/zOVEZQG3bk14qZpdtSA2kBGA01FPLnlGQtBDzEQu14mFG+7qGe
50Atj4/M8Rl9YFB99u5Woq3F43JpcTawES1TktDBYpE/pAr6XmTaMaQT0Y3fHoKjodx5a7ChpRhe
h0cHPLqIhnXUHa8nk+NltZB7YCGPrYnU33sIfcKtoZIGDSvWyowubZBLW7NIJ0ReWBfjAWFbQ46v
nY7ufG08mtaqZPgC8z+iDYxI1HEKBHgr16PSg8Ezik4AyJrXaeMU2sHAKRR2ydYhj5Nerl3Z9Ds9
6uD0cE576elZvns2zKzCVbi2qtNxm18PUKIBjwpI2dBHMA9Wq3FMBRmjPkav/kmjwo7WzqTf+43D
v7JppYUMIQb+19js7u805nV+OS3nfrQ/3+33xukcfWdj6z4+GrQlbP/w9Nt6sT4K+lI6vcvohlmG
6Z/X480lFLaOb+EnrW1dUeYgia7XY2ZwqAXUrZzuhzgxS4PpWPMRfYeA1u8UsQlMY+yze57zJ46X
QdvHqZo9h2rKbxWU5pyIH7W7NgunfrO8c9Bjpd1X+I+EjW+s3GCLLouug7kHTbYK/JbZDcaNYZCP
nDflFUzP0XgiQ1WYN6ONibfR2J6yz2/OhFDFtiE6XYO7LC2dbgD3gAoO4B5ztDX4A/Sgy5CBr0Zr
FD4l4Wng7IDkyrDyYK0Zmjbsxf2pR4kUeEj2u63mvstNTsP2lGNC8zVO6UV3/nJIs/mMVCnDkJBG
0VICqUD4Iw1qv1b5FuhEQRcfVDJJ/KDvc8px5NfmeeW+WTp5E/nuVDMBEep8ORO0Ffosgfm89CnT
jor0W47A3h2GaLD7/sOejFa7tkDFkVT5TvCtWB6fbn/E4p5CfmDquwU0Gn3i17Ndp7nH9LgW3NR3
Ju0D4+Olsp0aUjPgSvXf7na7k/aGW0dYE2sSFh4wEKiDNwptbLgO556wnnCSNpZADza7mECxu+qs
ccB8g1Bnc5IeGrLi7i0tN4ShNKRdpklHf+71UPtYZ3I4zfdeQrN0T17K70k0CZIOBKWQlBpmsU+p
tH3ebG5P8uTTz65YA0k6BBoT6x26aq4NFz3uH6kU0bfW2Ub6XvhfdXdgUNcBwF6KTBChrMQA00hu
GZwdIUVM0TGJRJsbfQnZURNKU9XX0H4LxxSBtsCDMRMdzbiQrgeViCD9ygrYSNrj0FojDUc0ya0Q
GCyBjq6szLanrGZVHoSwMlbU392Hp3jDWyCy+xINH5pA6gZv4ibpnvncWtkuS5nBKZOAFB1aLUU8
E9cDDNVADo0Wt62eQolDPxvCIUusBF2gKSn6xiy5gvS/wSU9cJRV7pqG4sLQcTmA7GlqcIHXOidv
CHNZSNqxFgEeFU/a1wTFiC1H0O74Vy8kG6AQKsuzxofbe3VBE+ba7GxdRzngUtC0im5antTBN8UU
qLqjYevdpmyJDpr8XLMNE5+QBB/KI488h2LKh/bZiMEcu+Kd/Lwj8DEi+tIxfhTS58pqrd9VMWJZ
Ee7fNiTBfqUQuxCLXP/+7KAghS51rIFqG/CSRNW2chhQpBapMu7T8iyr0IqrjkZkFsM2G491u7bH
fh7Ua/uzyUYSom+TaXziQLKX/qFSnrzY9JLH2PsYP2L1Xuuo9isDzQwArLcXesG1vrY9O1q5NrRS
oWDsjKEF3G6rnHDZQ/9SVJsSQGlLrtZKCZMDfX0twaIMiB4qFwAxzrunGrEeYgXMXq4U1wxwTb5N
NKI1DB2UWqfK59gT+XNTha1ZtOOo0C4NFMjZlyB1IXLBA1vYJoo02H2hh/sxifMcfM9d/xmP3fCR
8cn4K9P8IrFuT9TPi+76q2dhwQh2BNFQgRAq5QA8mepGAnA7DvZKX9FIZyvWFnYEuhYm4O4E9vxB
IiIIda5n6JZyQ+VFLrZ69JQ09u0B/XyOoJ8HeUSApSfqkHknVMP0TkqHdsLAQN+qYnQoqi0XxKaW
P0vM7FhCs2wtBfLT2UG6C+jViaUcfRlzmVbNaIymkWWAROIyAhEP++jbgFtxHRd8ClgRUVMBNQr4
/P7EHxe+Y9rJie+FgeiqFfD9bFeVJJSPTQB9CObZbVtEpCpHU2/sMHktmdMkpwTceUr0tUbftFB8
wadIkgKORmSk0UZ0/Xz4VdyocZuIrnfMn8CeZyoWSJXzfWVaOhmtVCbSii+3UIKGyQnyjbYlPBrz
lAAX6EPDKyjVDaeMgMsZaoyyKdz19C42lX/w35CFRkf2RLIvgPhndi4QNGla2DGACKApYAHGmP/i
P0SaUBB0CJAWJs2riv/52L1Ezu0NvBC5oRqJmQXiCPxu6BO+nttwUDmPg/PhBhlBHQtchBtvW+81
0NhBp662dr+LLXD3LkLH7W3TC1fYpeW5Whb6MhPmi7nkCm1MudzhQd/XAbppjeCUW6PEWRunOHNB
OHHsMo7DOPnv3CzuJHPr7xKKdlDvvrRk9Id5SCDWThyQYq2etniULub4T+BwcZRqfZQTL4bt/KGv
SeOkpr+X0HRH+cCiHHhZ9phfmrz8Q8rnanHn3nIND76JNRjWcjP+kCm7V/qDQvknOBhsTa9+6RVE
Xgm6OUgNoltMm22ltEZyTTd6IFT6fd/S1iC/fMXODRPg6C74GKs1SMzSBX9hcE46Ko6CAYH6Fs8u
EPygZhHB3WKqB/S4K7vu8OG97BhikLXofc3qbCch0d3XRQ+rIDfjU1o1oDn/p5GBN0JFOAeF8/kV
z3ViU8eRBLyN+Fxz8lYSRrMGe6QiuoVEdG6b8Pq7kH5XHuibbDHacN6mq1aegGm9Zj6GAlYUQE3x
igqg5L6+GlgQZzkfppLb0X7LPputb2M+13ynqTJww8p8EXNwNqEBEVYmyTz5vTcbR3gvXrMtyvhr
CfyFuBXvPQLXqc8dBMvzEH2o8cww8AFiSGayAY5cTGkPtbGv7kv/ckViCETdi8fxHh2/gS2B4vwx
XYv2Fu69q2+YnKSL26CvRiXOFHxDjP4bg4bhg7TzoBT6uUr9uxB3XQ939q6EjI+0ZhouGLrVX47v
kBci7b4zyN1Wa8WohWMx0YLLf6Z2SsdeD4srBy/qJ1tHxfq1ukuWfx0xnKpOQMU/oOiLSWtE1c8M
KZPAPJ4+idRONuCOrEzetrI3bBPz9tO0FMxgMH/NTZ9zYa6MNR1A3GmNSGlX350DYDWeQ/6+OZyb
TRv90yGQJzw38DM8ALPX9hRdKPI4bSRIoESk27WSJerH6DM8gcOFyA9t+ciPhypdFeNa3IuQkUJf
JXiQwDt6bbeB3o3QxZ3ommDlHBGqRPQuIL3bnZE4Oq3hdRZAZlOOCq8AtNLBbS7PYsRaj5shqHMA
SxIr583YoF4TmoxnaGKMLZ/pJjiJMAeHPA9Jl2ckkE6CBgcs6Kx2cAW2D8YdA0t2lW1qgEDyQyxC
WOPcCVQuqfouQUFsMPn2F0MdZU2KaIG9Bl+PKoMxlbmR5Z5NVpADNd0pjeg+g5mNtJttTNsNj8sR
ER7Ib9NHcW9WGvLFYNS5vR8XCF6uTc8OctQVSpz4eHOGkwg1+9KsTe/UmgZRQiK98KVlvSH3RuWQ
vL05d+0R4nRrne1LLvEUCIiokKFxDqHB9V7pfXR1GSKed4lAK9LPqCeA2RcNoafuH2L5K1OzmVa9
EDjhEaaeTfNV3hU+iTkiHHk4aJuNvIJ2WRChxOQiq2hMUmqIp2bWkH3T/DLG06q8Vh/8s7bvzfZJ
uoutJ406BwEcMmDZO5Xu+Sy5bgkhypd0c4As+u58gs7p7ZVeyNJcfctsobV+kFKwcQGOjU5TcDLZ
iozlltcyFkvnHjym6HMHdg7yYbNKVasUWjzoo+TWymNkkCR1fKuHa5haYezeHtGS5w3Gy7+2Zg/D
wPWiB/o+XN0mmmOMMyTYP0OXswb7kH5A2363yek3XbG6lHu7sjq7UVtUO6qoEyV3KgGApvbg7dRd
+wRlgwfrcCghZPkxjjTYKLT6dXvAS08VCG2QFVDBxQI07/U5Cb06HZtYRaSh07b1SXeOurfbJpZ2
CTjikNAUAX1R/gTMl8/TGIIyr8Lg2ABQrgFa3uYQJbtgJWW40FM2hS1g00BeesoyzXajWPu6lnAY
Sod2suHZf0Hv8EMFRoZ2QyBh/oUNipD4CzKgnPUpVSQYHGFlNtWl6bz8hpkXWilyAN5HXXIzBdyW
RIwrpjipNBovRhEUbh1nAzgWFe236hlqY2aNh3ZxmQu0Y++P6AU0irZOrLobwKBYsGKQiBLDxSBq
HvOfYiIDmJO1KCqRouAqhUo+aCHRR+KlaLwVIoY8la+kX0yVE2arXqJZJdd8jmg5uRuCJofcdjk2
b8DjN9tR6JvCTAxOcTWxUp9AjcsexKxskbKoxbyg4JotMiqlquRbFRBNPv4eDG9RppXIlQp5vuHk
BI5ZrRkAnAeRfowViW1ypo2bIFf9X6KCmi9tZAX0/WmdCmRM2nqnpyK3ZTlYIQkTcq2luciaFP3y
jO+stEQfJgGXAKDTaVB+8KwreaJ2XeNRdOrGnwmmqiKTWFv7L17N36WDmsn1SejCFp2dkN5wo6dC
B8hZORug5RQzwm2DvWcZvu0HKwm5RZf30ub8ttHVakhRcnWDg0qD831k+ifBEUAMwSzmKCsHcaHm
hxOCCjI6qHHaf3QM6B1LjSj1sDut4GC29hF6OAWASRl5Ve5BgfaR5aAkNVVGKZc55sprsTxaFblN
1FQm/o7Z4VDk0BvUPpFduTVb7jRmp/hZRqNQSfgt9pQmgbGoOjb93bCGjZt+eR62SX8tz18QPxOT
fFRC2TVexZzGRCodMTtkrVO1DyvuwOINAN8CVNC4U5U5xAM9oSC67VMZAferMRybFqCBlerF8k13
YUO+3qpJPoihwsNGaR/3YBcBaVBgPv72bP/QQllotzl/b7Tts74a/y4ODpBJWQCmGrHT9O8XVzkn
jdwg+KPs7kOYuf1MTI7LjzW6+O2Zx9YgdaxJ028PrrVzAwAAb//+oks44T3/5+NnnpOm9BHYM2FA
jzaeEwBY+Jq1KOnJKOdpORmlU9aoxMgOXb3itP3xNm+NbfY0FeCGTfICpjPreHy/t4HWIl0BvA/o
Bg+HYnt3txOJedYiAo3228Ne9MYvhz07db0f5ZEf8PLUdnAcvt8RjxDZQoPQ9pHtnfz75S15utu5
QJCcNsgh/NOh/zvrc1QqJ+S81EUYevsqHO6nAMAzoVA63J9roB+daGUXLV4yCNjg9yM8Bch+NtU9
mLMFIcSVGgPteIRuhGLW1vC0A9HOL2+N0HHJM700Nptbo+8ifxwUpBFkK95plD1uhLfb67eAvoM3
CoyGIYElFrn92blI29ivvYbJSFXY+Z636eb0a7MmlbyYa0JIj3wF9LwUkZ97oDgXuqLhhgxL6n3b
nwVJPbwLn8b+fvvWWsEjOL/vKMiY3daNzfPtMS55iAD6TZy7kLLFF1xfK0xrEglqbbIbqZ/F8DFk
Twn3MYjWbSsLgFjM5IWZ2Rg5SUqZWkm4vV6nWzOg7UMExFRBPp8g543zIBNy4E466Q60pmoM9soQ
UjAcJGJA3tWg4nD7gxZ3D7AhQKcKQFTM38M8EAteHDTZ5d+5e9Y5arPNRBMdFOpKbX/ZkArlNANh
I5b3en41EWTXmR4obm3qqi198t4mTa023uRrvNCStHCLg9YB1NuT8B5E4a5Ncb7P5UkCU5lVQemI
O4/2KFG2fT9Czyk/o2n3tz8lpxgRTuzbgizHE7g0kwd0JYcmuP3c21O8VM1AvRlESJqE1DCIZa+/
x0s4Q/ADbC3z2NFjecgIyvq0fGH75KDsAhWi42sndkGBGrv4wubsedYVL+BqBptwNJD9AP8Weccb
c7axzYjzRQ5WXVBrM3GwnsznlQEvLQCajgBfAdoJ8NnZdVHV8sR0gPuWO+fMsCX2qgePEniC+tQC
8VnU52B8d+B+cdjda0n4xTf20vrsjZXDdsxkfZiGfjTLB+NF49H6S/SIfoP+brMy1mkzzZ9VeAXq
hBNGfnyeoRt1rxe4UJXdBO0w9RYiliVNA82MoxZ94brZR2YdfN02uviWXxqd+UBNOKRVDvcWPvvz
q3cElIsc7yuy/d09PDy8ZIeDRO/oZkOf166LBQcJnAHAB8B/B9GaOjvFcRF5kVoliit+g6SkQ5rX
BFlNv6YPO33/bFKvzMxOTCb7LK4hf4Bsy5g7Y6RjTrkwooOHCsTtuVzKtgDaDU8WPIJg152H7D4k
DZWxLRQXuUgyUaY+Og8OLUkwCTjuV47GdOyuBobHDdZwLqCggkdm9srEI190TPE7N9WZbwYNBtZ0
QbPyyvxMvE5moJEHVYnpOZ33o3XIxCulr7dufx/fCaa0SY5Ii/8GX5cTUuX4UluyWZlGe1oZnvHj
NMwMz86eEipRCkabzvXVO6/cc+d6KyXbMLCBam3rD038lQw0oOoBTTeZHQf2p/HBZAuC0cx4Eyvw
zZvJI4Spj4U7NNs4fAE/BRMpOwRO6ZGqRXdGZVZwmy3/KbvPGG0PhitEL3pCAxMqlCW773NHKWgV
gg9sk5/V4qEUalKiQY0j0Sb9gHDhqTJsX0ScK29ytPnuQoBAo0MimJ1oJjRGjRLaQT5RdKuTAEcR
a+in9lP3/rFQEoLGIBTba+4FbCbIC8hWcJQ/o/9i78uW5La1LX/F4XfqgiPIjntOxOWQzKy5SqXx
hVGWZBIEQXACp6/vxbJ8TyUzb7J1+qUfOhxhh6KsAgFsAHtYe612s7V9OUonpvJmD5cH9U2c4yUM
xWiX9h9sNPR/hI6q2YEP+UYHmx8+hj7aWtRm0ZZ43ckz/bqBqEnpKIRDEWD9bvBs6umygfouu6fI
VSUQbd24M7fGWN1evURxH8IWw4drK0b3W3VtbJ3p82b4r1msHiCoTkxuneKYga0+LO+hLtZ/5DAR
v75OXjbuj5O7arViK5Mfprq0e30Zy0ezoC33ZhHZj3eJX/l6UO+Gaz147/2yqtcyKCAwiIHhvIFb
/dg4xOTUbUc4Bu1atVNJUfiTzsdIDodGAHE0dpDBzcgWY9UpLvR1XPiv6HEFNNVaLayQuYAUKLYu
z7+SGf1qBrph7kqmL3jilvgmKCfH2PnOjJvqB7lv3BC6Ar6lHi4v+kkuZfUZqzUHbnIqSZkPS7W/
3GkogzeYchIx1HPqe0G3hKxfq6UnhxFFnL/nvTqMuS1na+yw3la96zLf9iAZwPJDY4XdN2n7dIaC
gATnW+A8QDteHDjdy2/6jx4SawixI/JdB4pQfrq8Cpu7sQr92owpSaHwA9OTxZ6rJ1sPsj/S6tkL
BISFDurzwG44lgTiXE7ItWs2PV3+hNPIHjtBwc4AVw/KHSiuHhsidMCgeFTZw4fWuWYOcsQP5YNn
Bh2kyKsvdlL6494u/eJQ2xBXQMtI7ntPOvs0mrsJolpo/kTzi41c7uCbeWwOt451sDdxNueu0uUd
XBgs4YSvs/8TqmOWUTr4yMZ3rvIRG+g8ltbB6eJ0jAt2xe2vrfdgm+8vr85pIgCDggJhYcowKTTh
VhtkIqpsNQcShxkubvbUzmMwj+CfrtlDbn4dHQJKn6vG2OkQZ9cgoeV4Xxu1gXxdhwJocoRAgYte
PYidEoS3K9vlWkJbW6HJ6rMVf4aFuLnvfkFgGctYxEwFQKpNe75DG8ht8gRkVejcloCS2K//XF6Q
5Xp4c4xOPmW1HhogZUDzz+QDAazd5IPPyR3A3InYmPM6BlgPpK/uRxMUDD3XMFADhkOmfx+TB7eu
fHDbRXZj7zoRiGtTQR29+zqpcnd5lqvb6WTwlZOXsrm3ZEvIh04+y5dEvJ/JFev3TA/1budoG8m1
1Wt6MtrKJdeJ5nbahO3lKOY4z2wYoJujQtHcC4iMXZ7Z5rqujjtkrsgobbRhlgcSpe2uJvsSynwg
3MmDDrf/3o7GTXqN191amw3wFiBW0B1wpbwG/G9cIZ01E50N7CbKob0bQ59ll4NPG3IRQF/qf2wx
3Jyd5UJphKsCyjuAeR5faionYEUFFP9DbkV2EdjdPj945r6eHuBEZsWfrRc3eHH15NvG8p7bS+SY
CdKGYKMBfvd44JnXFOLIaD8zVZZ8dNQ0xKOBihoE0wzfFNn0dWK9+AixzvygEzrthTahDa+QX8Tc
/Ml1McQtteRjASzc/SwN4JaI/VJNudxf/tJzBxmFcHQymYZjeWus8yhIJosEH8rancJrmOmxDE23
DC4Ps06XvRr34mkAQeIsWKmVO9r3STugnAFC0CZEnSjIH8DS+SAenSj/PsQdeO61yI5u6I4d7HgI
xYHsapTKQG76yEPvANUC+Otsp205mMsRXlvk2+9aW4jUjcQ08V3U+OGIYt/vupZFI9I6afqVDghj
zDKw/xr1P76N/yv9IR/++v3tP/8Tf/4GgcSGgUhu9cd//pdqu+alYC/lb75qfryo3+Sfv73vXjrW
duxb+5/LL/vvv/zP4z/id/0cK3zpXo7+EEFCrJse1Y9mevrRqqJ7/Qp81fJ//p/+8Lcfr7/leap+
/OP3b1KV3fLbUsj5/f7zR4fv//gdS/kfb3/7zx/dvQj8rf9q1B9wwP/6RT//7x8vbfeP3zXHewc2
S0jKglceWH2wev3+2/Dj9UeUvFsgGZA1B/E4lKCXH5Wy6TKMZrxDzQ1pawcFP3BILSi7VqqfP7IW
LIfnog5JqQ0d77+/62gv/rU3v5VKPEhWdu0/fl9lr/FZSz88uoTQyIjfBmHU47OruXk3UY3TEIJd
4tEmAxTC5jndDyiHgvFAH8TBGZh4Vq6WXkFgEHQmNpzpoNJm/szaqr8iTBRh2pCotooCXL1jrd9X
LK9UCKipfdXIhN05Wk6fjMEt3/du68qd4SAufl3xXzKzW/atka38szu2oGPb/Od9/6PpYIW/3b5U
7W87VX6HHcpy/XeObPL/ESPE7lywwjJVrCiODRF/429LNN6B5R/axkuOGVplSxPLT0t0zHfoY13k
liFiBo3E5Wn52xLdd2jVQVoLYTuU7iBS8C9LdN9Bd9ZzUKKCMQIsZv2KJa6qNfgiPJL4HbAJNO4B
fweTf5s5AMShVNAWtUJpkiK0CfuUeghKp0p+k173h8vcR1VP+j4zeAVxUJX6k6WxLVfhOAZfvgJK
zCDQd5ATxWO2LrpBcRWncQCLtEIy7Fq5PWAX4keb58+j1l6zXCvhidICb5u8aWe8XG927Of5fHse
V8HRX+NDPQevKfjOKHpFj1fBm5pKb1VthcKCMGkIbT0zqCxe34PqOhv9BIyhwjc1HaHbhFxaFTK3
1mx/hjL4DiAFze/EwGw/rVPIHbo8z0KnRou20chmXxQVMkf//9it7/4FDfI/H7vn7Mdv/kv2Il7a
t0/A8pd+njxqvKMATS66rGhqOnoDXPLO9MBCCYVCxDmIdnBef548g75DZIoXANCv5e8sP/r5Bhjk
HX7NIvqMbttXmrRfOXk492+8AiiPGHhPkNBAfR8UiwiKj03OboZ2QvRZxV7Wy8A2B9svG6favVmU
M5a9JDf+5Xv8PQrYAvFuQW9+jb5MbfSymaNZxWkCNfMOTDIJ8ZC31AB6HOUE7YPS2tL0ODszVIAh
foBbCkRkxzObIewwT5ZTgc8ZTuXUtE2gkar96wgc+Tdvz+wKHPTX1EzLgmw6eHUBXV+FqiqVSGcl
bRVLSDaBlJCVlhOSDGSMbVuA9nbKZgfJHsih3kwFoh5/TrXiClq/zN41em0falKjqUUV4g9mgEjf
H0qpzPe505kqNiqK9FA2tdrNlJWa8aB0OzV2E2vT+mlKWfZ8eZ9WYcQyG0h3gtcEypl4DqATdLxo
g5zRduj1Mm5nzXrQDAPhi1VmaFNzM3SuOSrxJ2C2g7bzkh14s/q9ZUHietJLVfpaTTdTyusrefkg
PAh4t1wI1YBQ8/iDHE9mSCrXMp4117lCNXj8wsZ+8Gcip4+T5hUP2myC5EbrHX8EmD/UyLilvHdq
Saixv9IvoREUaiara9mWVtL3JS1jmhTDJ4Zi0m1P2RbQZpnJ0RkxUWZZtPbwH/AenDhjjJQkHdIi
ZlUPHrJBFlfEgXx6wbRmw2hPjiNuG1R00KiF1x2xEG6rt6+tZXeG3pIyiy10c14LZF4/dSZkiX1X
lh/IOGrf9bTptwpxJ8uIUSmyStYrLgN0CsejTpVZg0LfS+PUzqDmR/IRSiy8FRtx3sk6Lqw8wLFg
ObFt6Kw6HiY1aF/rnV7HzKPuVcY6MBC4U37dFcAnXj4uJzN6HcqikHeBfZ6ElEnlQa2qHepY69r8
OUus61ajzQanw2JdR3aBQbBPi5AM7k7863g+eWkUg5lXVcwSr/CbbuR7oxv7e9F4zW2hbPqrdzX6
b3EJYCiwLSH8WF0BDK+V5wDEGkt3eDBMdjNbeRsqrY/EqH2zx3KrM/bMKgL0gCHx/sCVXPenJLj2
ZihU46J2nTQQUw7uaTPbYq49PwqgQFA/gxLO4sq+tXmqkPdFX2MV66UB/SVDtZGuJ+LXLcJD6I/Y
30JMZ687UCnrsKKFBSWGpl5kUIY/Rp1uwgUWb3hlEnANlhQD3jaAf1ZblHR1X8MqMRfLnINBH8rA
0GeUDGf9o9An58ZNcqQejDkLgBJmu9qAer0ciBP+sv17FL0iKAovfdTrhi2j7AvbSLBzQ9VWQVt4
5m4u7WTDIF9z3evpgh8aJxrZFANwruOtYzV33FbHdL1k8Ws7VDfzrI8MMbwHl+tzVqORiJmmbxIZ
p6w+IMnzdUxHoAIbpMIkVNB9L202vuqcPQF9hLOPfDkUblfXjGWnPEEeroonUz1riaHtrHra8pvO
DYI2HFzSsFo8hcvd8CaLaNotc0iDQaqqK2NN68sAiYZ0w2jP3JiIvSBhvqQdDJArHY/Sti6XeY0i
dNKUZK94xZ45brWrsaX5xuW8/Kr1VuIhB6EQlgwdB6uXZ8Jm9KpRVdzLTvOT0hURetbKsDLyKlAj
OoBsUU9RQ8BHfNlWT0JMNL8BpQf+HYoUHV6/1dCJkya5Vckqdoa2/wJy2PKqbFMtrlRbIfXF7GtF
B/mjhQXfDgIqYYVlJoGT2GzDcpZNO1oDpHXAu/yqwbxkhVYfoiEvJDvpydhI6z8J0fKomvoiSrrE
9LkCe/fliZ889kuMADF4TH+Bsa0f+zZx01YUWhnnlsg5OgZqJGZ7mO9dnnTDnguZTJHowVZ7edwT
28W4HnwZAr5wHN1Xx/mN7Xa2MzT5oMp4QHh0C+EBKPp6qb3xOr4yQq9WE/EEFO4RwICmw1llDlCQ
sukITue4UFr3AaLF08GbCrVPoCF1PVV1H7jdNBwykWVxp9HijrauGQkBZ8BRYv6ChZsOlitsaOjY
g1OF1pCPUTpJ75kq67OwiumRa3gGEaz0sWO02CRe1wcvH7pwbNLqytRU55cEFEeaZqtHk1p9xNFs
5pdFD2U9NaMPgjTAECJjEZkdVO8zUCQBeYU7iacqiUUx8rtKzE4Iwao++uVtMKEm4CGhAATUawry
7RWieYhCDDqVcTZNdigIXPQ6779cHmSFF1x8BbCSOWC3QEYIEe0aPjwYmlZMfCwBeSm+pRW7Hx0H
qhGMaeh56VnI+/IhM7X3JZmjHDQr/pA4cabSHXpCAVMpqxs5NiiIV96Wd3Fy4yxfhjh54RRZLtHl
eLwxQ5WwXrr1DPM3xqV9p2nCuTI93zByPVhAEHtu4BawmO5uHLyTa3U18upatWsvd9VAylgM4LxQ
vQ2JFz7RUKAE/u9ssgtiBpDF4Iif+Lz9bAxEDWXsNihslU6dBbWT2f7lXT5zoiE2gMZeXKPI1q2j
eG5WZpJry4lulR6bAvtqzsnHXx8EPdKA8QAGC6d3dTsSza4ZGTURN7pbh7MyqC+HQd/Ym3NWgUQE
Ep/IaiJYWO2NYzYpTaocewPnYpe4Fv+cJYMdTu0gb/N8cK6GtOt93mjWVlPNuVVEem8pC+BcnhCv
95wxVZSjQCuFxT5aBSlDrRns/eVlPPPILCUC5BKRQYLu48pnmttkQoWdidgQtXNdFuVwh1sxC2UK
9qgmtTJkkv877fXw14X7Ng9yZkGxYci2YECgxdcsxcY4jLXh5CLW+laLbVNBWKRPzTiXrvI7VarQ
6CnemXJqNqxycdxXDwAAykiFLVBIxGHLer854KAgLSDGiE7weRJNaIMtOZjV3IQmiJPeO9jUKKUl
2lJbqKhJtHdvsLCf2c6j4Zdb4M3wCkZUaWCFirXaGoFhqXkwOs244b2c2c4FGoaCDXbNgGLw8Sh8
TIwqaW2MglbR/QjPc5+nUEjWM0PtbLPpNi6U00XFZYkLxQLvI4Ayr6DJN7OatRFetcyKWOJnYZnL
zwNuhS+umzuBpwDM5DKz7tFVKAMx9u7hV40JEBScTdTAcNkYaxq7wUxJLx1SxXnN73FHe6GlqHZf
K4hvoAdSBDAyckcBR708rnm6zIv8HFwlFDUQYdHV5aOb9ZCyNJFxXbOuvUVPWgLVqtyi2vVY1OYP
A9uLCARUhu3jqLL2FmGADZbhKSEyEunofRqLGRTFdMS14UyN86Vp9Z6GyHFpL0NeoFNJn6ax8Tvg
gyGKqQA7BxPu1D0RrlEWVEohbDHSRE+Dceg7fWe4efsR7NHqYPJUflUpOKSCyq2qygfZn3uPOCc0
as1xv5ip62agpBuyr9wVzY/LS3Nq5jpYahB/4XkHyMBaDOaNQQydGPOkz6uYehr50uLF9jvWyC+X
Rzn1VdFqAAA+Oqpx9+M6OR6l7GdTaDWkOzUkOJJ0vNEHz/UTs3x2URvxjdb1Nm6PFVBj8VyWiAdE
rsBpLAXV1UtQE9ZmbsPKmNiWOjhiSK4mIscQ5yO98owk9xM+lNEoQPzqN42R37d02HLSTue9fASe
bzgpS4yyuq3F2EputImIe2/xzguvr69UPbsHHf3NwAPQVL8miTt/v7zc5yaPBxCGTnFlw3VYOc+O
k2TpDPaBuGOU7/JKkjssmBZatMnDcei6O4YO5a9Jt3QPyxYs/HU+x5c/4vSqMYDxWjSiQYe+lDWO
99zTsgbQjBkvR2lWz4VJ2SFlXRfRoc4DlWaQgEXyPr/Os27YWZzTjfHPL8KbD1hZgGzhydSJIWJl
jvKx7ub8cbRsHrF+0MLctqvr1CF0p3ET2G1Laj4D59CGGZ4er+NFWB2vpJsITSZTxDVTL2lXuk9Q
um033uhzg6C8iuomsnv47yoB27VIb/cGWazMzB7a3iK+bghzw/M4PwpKmK87CsM63s8s5YOqGvg3
FDJnILQSxkOTTJvs88uLd/zsgxjBQooNKMWFrmVlNmbvtY3l1nCjclH5whqy92M7dSGqCNptZzNI
mamxfygThPNlWcxw7Ub+w7UKM5pHzbkrK5vv00nx0OJd/stOwfHHrdZAOZnMPb3FdkKlJTaKcnoE
pFGFl0/O2SVYuv/QpoW8xlrCKcsGs1Y6lqC0quKDadblzVxzFuVWthFln76LmI8D5kIblC1QoVhZ
TgLGba6sQsQTkImQfoWUc0a9LKpY87Wj5VYMsDXc6lrSDLxqeFwwHCmSAIxQTug0aXIAiACotkTb
wkadHQ8VHujDof0EGjfHJtt26VADpCZi0ifpB2FKPdbazAEQmnbISsst6bbz47km3FY8I6iJHI83
JMJx0wnjJaXSboohpRGfLChwue0UG8nQ/7L3iGoLGlTBg7+QtKyLvGXZkmyYUFrKWDkHjqPQhGHL
l1mf22s6C7m7bJevWe7V2QS0CZSa4L9HX+q69xbk/wZPpMZjvHW97+T8T7C0BmnX7WRa3muEpRDI
hvPK+E2u1VcscUMqZNjofKfJ9Eai1hdyle+gGxAWskI3HnC/TRJmBck2ztByTaw/FUALoE90shQf
VlvRJ6g99BUqiFZBie8i/WCa9yjNo91v6sBq2OjexmYsZ/9kRLCA490FcJiuLy6apnrWeQ6HcnQD
BQSqLRkqxsGcnN+mTulcpXQmSJ04bXR5W85czCj5ofiGNjhAfdYhWp/KudTkyONpUHaoVXkdtjLr
Nl6yFa3aq0MFDA08qeUwoYN05ctolAAynWQ87njpBgUKWjuQkrT3Y+fRPYhU2JWR0Pml6JgZeroi
d6QfvYMN2uKwsnr3jhWNvTHzZRNXSw4wDy6vJSGJbONyHt84r63XlImYcx5TaZODWXbwcAiwzWaB
DsvLi3x2KNwkAHyAKwSxxPFQddGDDFxi9ryzWFySHIFv2olDx71Pl0c6s524r1BOhfO6pH5WD6BA
F7QFPF2OWCURwE3Vza7jbr6xdGeuKkCyUIFAUL8IaK7m05LJmkQl81j0sBy31733Ku9JqJJkjsu6
30IgnFk/D60HaH1wkShF3vJ4/VBX7xEPorHCS3XrCgWQcUeBpb5y1SYx3tmhMDPUPZZ+w7XnrzQp
RmZ0C7tyP+OVyRp/nkzj4Kjc2ng/Xy1sZYEgMYXsEAQ7wTl8slmtLpXqPYYkvD48g9TICryey9iu
+iZsuACHOGnIfi6nbOfUjnU7a055MFFAvDbdLHnMmGVFEzJi302a2rWvjTZwsWkflmPDQIYnOBrv
UT8wCy2/dnjhBFOZ9Pd8NpLQTkYvaCEXuoHiP2OAIFQDPBWxmolswbK+b06VIg6v2xlzGlHsCJ2+
ArW/DaGhy2Z+ekEj5wiUKkAgwLvRdXigi6RlRV+xWNZzv5N25US97ap4tHIZOyA23tW4k3aXBz01
DdQa8Tovs0JhjK4cEBMEhr0oMhYj28J3DLDFqJYA6FDaP18e6Uz0gajHgOL9a33/RE9o1PKMZNTM
YtVILR6Ua+10szOuFPiaoyEzWFDLuru3B1QQhsEzAidtyvDyR5zuJOozQIChCGPibVtDT3qEdsAJ
ChY3wBjtbFl0kT2Cf+ryKKvWouVlwDALASZuFFCrrOGVSmnAS3heFhcAw8EFSDU9anKShNqcQFuv
Scx9AYTITSVkecgSKJ9OkP9Ik8q+mYfe9CcY8bU5zXW88WFLWuf4dJq4sgHgMG2knfGVx5aso/YC
GiRj2QMtOWhsGIN6TNu9LdAsOJXleFcafReJvBdhYcx0P1fooJsbNkdJC4TU5c85Z3xIuoE3ZLnb
Edscf43tjINVSyeL09axvyTok9n1rmGE2cjtDYadU18Eu475Ih8Nf+3kCNstnmezs3lMYN7ImLaV
nytUrqZU1r5TWqbfgZTJRwJkK9V2zu4BzwEBASWABSG3eTxLcB+zfjJrHhu5p4GX0Mh9XKDgXzf7
Yd+B9dOatNvEToQ/gbcpdjOzef/L64yYxgX7Ml5RuMar+4sOSoHpPuXwwmsZmajR7U05qaBx9Z9t
EP8jSvDMJQaWfYgKg70La70uN5gsz5zp9VUzjPZKyxz3Cojnzse38ai1+9pXnfxlLMrS6AJ4BoAD
ACeeAIeoU6KLhuMpnQxTCxoNsjYoUm76e2fMFYp6yJkiTwzhFbqKdc2ydsu5tvIYD9/dPObu/SRc
cvAyUN9VOkdbZV51Q0gSHY480dgBXDJTqJjVgisnrVH4dLUblA4gmaRXH399i9Hyi8oAsIxA/qy8
l8xMC8cd5zyei+mOu1Z9k7t95QOdaW0QKJ25QtHU/FqCBnIcbBPH5mxxCFE4hUBDaO3kIGIWwvWp
pdps43JYvnh1VYHU2ka5A1QxQLWujBbOmDbrVQlXzJz0ILEcyPqw9kdukHvcW8XGaOfsdqn0gdvI
wsuwrq10jUEyG1iiGBFksptbCz4zQ2vuZIl6l9G0CHtVWBvvxDmDWmhacReDDA794sdLmRcexP7Q
lxSLUrJdBU7EnePBuzV7c6tuumKdeH2SlpgAEuqoM2C4VWKDeEzPBpLAQDT9fdY5Pmu6OzigNwna
LvuM7nO7PrQcuVEQ4Zo9fSI1KGlke+eyNixTZN0XKc5k/ECrfn/Zdk+xuDi/6NiDOsWiaQQZmON1
oJRrE5y9PC6Q+gw4s2jgjJXuU50NoSO4vRvyprqbbUMeMMU0Usncx1RTDuA06VYO4Uxct3zOK9pp
EUFZP0t1C5+IQ6k6ziEAHzG0MFyPAn1fquIPaTs8DblNQsC/URgAbDXg6CG+QkNFE5l11+4yjsLY
5QU6TRzjgyBDgIgW4DPkLo/XpwTugxgDLp68ohY4BDTPLytSB0lJjEMFaqxwzjznkzSyfj/N1b/h
NGF4JA7Qom0tqKLj4XtKZUZ6bI83VAjmdch7SgC5NnyTs5NcWkGAgF60BM3jURJZwvvVJoyCskmQ
IeP5kbiTHiIbbfsFjn0wuT3xcyi53LXSMjfW+HUW6/sGkTz4yhFhokKyMsIxF6nmyR5RZqEjeMke
VT/7qnYOg86DirhRbaJtABvsKO/eLHEDeXV+j5zgczOABkdPdhWhYdfqPtrJ9pzxK8MtrjqLX4PC
M7bK/FvHqxua9iAzmYKa8EdSDX/aU3VTGih0GSyy7fQ5lePDRNI7vTQDYGQCoGY83ynyePR4MHvG
wzjyT6KW3xavlTb1DsHxFSC7O4Ryt6aL8zF1B3SVQ39khMp9dj2US4TkHnhd7QbT3ucOGFVZcj2m
3pUDuNLQgaJCGAeh6Q+Vgx7NKf2m8eE6G6xIU9k9dE/BWGFLXIJFiLc7GBz5udPMfe/acTKWh0RX
3HeH+qC19fvLdn/2fgSJxlJ2BvTSW9k9NVVaDwMOYlaiHsrMkexElzF8huc9Xx7q3KuG4AtoNaTx
TJQMjq1vZN6sPL68n5ruxpk3gRNcFVsg//OjgBkE7xku47WqQM29HCg0ksdl6tVXAyzJdzRD/hsv
tAc5UOu1kwBQuOO51KNZGIUz5LGlILSRJtD+1cRYHC6v2JnNWQjE8KIgqYDk12rFqtHmRYkibgyc
lAWkUTX5Li+THa+2KrLLb1qdTIyECj1KOq/KZMfzsXvoa+UWbobJceebXuNWQLh0D6bkeZjzSm7E
Cmd2Cf4dekURESMwXsu/gqEEVWg0mccFsvDXalD53eQkW9jm86PgnkS2eqnMru47JBGUIPAiY6Ea
4RfCdqK0x5t7eZfOjuIQlI9eHf+1LVB4qUOxrF3pTPW1A93CEPGe2Mj6nLUF5B3R3AUEzomkFV7s
2TAzlUNYQk93ViemcEihfWTTKo0uT+g1WXViDYisFx2vpdl4vW49YYPWoaUjn3A9gCWViTpwKWsh
Q6hX2b3ShJwjZlDe7AAN6+xgRpJ4uGosAXKNJkvmawr16BpSjaZkIV5W/qkB0+Izn73vdjLPkTZ2
9seROSBR41QDWK+cvOJWnwBw8GswUltXyq4M28f/0b1PyaDAO6APPegAJieHr0/1KQ0sRHbfKNCo
O8489JqR1PLKK5z4Wn9MjMazor4X/WenYbkKikYMXVzbvaLgTBA1hKP03omhDYGnMGmk8YUgbs/B
42MJdCv3BsqZpv0NgBR7BPUAKgolleK+qaedUYI6IWhHxWYfNPX2w+ACjgHgoVF8rTrPWL5vGvdO
OuNTO8+GWlXrCudzURHy1DkSXVhu1zWfslpv/0CLdFcGmcoge4Q3m3/GkTngb5bQdixsK0ILqw3a
vsrOu8AzeueLCZmfpwZhkA0U1MB5UPbOAGYnTvnoT9SRjw3Qn3sl9CoP21npN1gzNV81oKD9UHO3
PkxI9z4IJ2siiGuAO0/Oxi0UsdWO2JPYe4wyEqTMGD1w2OjIZlKnnj+Z7eiiuJBomQgvm9uZuGAp
XiFXgqI9Ujor30dr9KSWxGaxsJEarjz3hzLb1Heb/IE0lbqSrWttOELnjiwcb4qrBwhHlOmOr7sm
gwafcJFTp53QwrHV5iiD5uhGTvPcpYpThL58JP3wIC1H+m1OM+2wnqgexwNiPfgyht3Hc2WPO0NP
ptt50Ovd5ZU8d0cghQomP/wL7uQ6ACEDGUB/z2KzQzYMPbtgGZZIyAzC/XB5pHN7tnCmArC19Cuu
iX3KXsxIVo0sZk7e7bTUdJ80kNXvqABlR41I74/CmZONe+nceqIZBrAa5IAXKezj9SyU0SesAtq5
HEbjCvbZg1xvlLHMx2+or5ENIzmzmkgSg4cXQCX0s7orb7VJFNVLp0UUXmUi8LgtQ6jMfJ/RfrQx
sXPRGYZCkQeZaYAd1jVj15iblksE/I7biOekwGNC3EYPa0BpAmbV1NcBA4jMFl3YQ5I6141RtVE6
w/lMe7LVjXJmc4++ZlmYN3brirymJEEtYxwh4yBlF9jCEmGfciCBuSYOnoXr7rJBnV3shZ9pKfLC
cVuN2XW4J2mD8w9yDi+y7KwKVTXZu5lKc+O+OWNGFirXIG9BCxAKtcbx9HDtpy5eN7i8My/2gKGT
XZrnZdDVVhuRFjn6y1M70yyCQs2bAVfP6eDmCoomVR7TGTi9NB8BPUotZAmbBMqUZdsHqHFqB5mX
5c6oBrCHFdSL0Da34XSdCf+QMAfgAikl5Nfc1a032OhG5ToCnaW5I+ybrkJSuvxqFCOJco9C86K1
6pg0XNsbldo6TiuBldf0iIVMPaQUUDdFc9DKZwbsaSxzauDOICVH0UlG0nODgdc3naN+zNSJrInt
HN58TIb8ADzKDRy4AOYQal31ZdTlZ2okh8IR95T0wVioZ0N508ahP/MygJsZ4AbgY4HcXBP79GiN
SuulQjQ4EGdt8tKLuJJbajpnRgE5BdYBKU6Iaa2hchyQd1JqKWokkws1R2XImLtc35jLGcMDJR0S
iLB1dBrjXB1bOilMNKkzhM1QIIE8Vu2JyOEd34t5TA6oB9MbT8urJ1kWSUSazI4MpyGxaNmfl0/A
6YlbCpUI+ijuRlRGVod7SFQ70aRG0i+D5AO3IcZVa6YRIySUL3Vt0v3/3XjL97y5wIgywCIDjMeO
TvkUWjmQXOPM06jOJhtpgKbeoFt7bRw/dpihX4dsFlIrKP5CluF4wLI0x8qcdWvnKtRGwoRw9D8n
bmdSfwbGVt2B3qZ6BkQDDIlVa8vnYZ5b4QMAaU6BldHEDCkIO3r4YqV53WWtO4Uz4JRtWKXO4EZZ
nwNEMk8tFUFr2oL4PU/0p6TCSfGLlo154BUyN27cZqpr5FZVDjZ11RCQxarRfFGeLTu/FWUDdRrA
kL97JR9e0NssPjMKvXFfB5QClIVW3vRhN7cztEAso97l7Yxse0kGtwgsjojX1zVt3k1jQZ5ADkOI
DyRz54LZJOFin9iyhjwhVummZ12hwtTRBAIUzZ59vbBsMOuN3twHdp3KIgSrZ4VuNTE6PByRmHoc
OVUsmib2idtaW0UkScYioIlGPk9Jbz2OLgOFXVWOY3GNatkI7TcZDrRv9V0BXUwROt4M0Vu9F+Mt
vj6/6RvRWAGfSp4EXBGzj1CNL58u29ppQ6kLl3XBnILbHQyZa3I2Qyty4PIoKNka48BNZWq+ZjVe
7ncSpHDWNDURFIemHSoGia+3nPr4uAqHnrF7t076K+ZpcxqW4GoJJdlCo70muFemCbAF6mIUza5L
9uXYNPOxMTpWu96upe3k1ykJgG6UoKqzQ5lRPYAf/IT+RgsFs0EDGo/7dqUwAwv4hSfnf3N2Hktu
I1safqGLCHizBUGQVSwjL7U2CF11Cy7hPZ5+PihmUQQxxKg3il5IncxEmmN+M4FYDppLaeUf2Z7H
+0u3cS1AaqabhJ4GL5Kx3JJvjqlVIsIT8Bb5Vhs9DbNmTW4tye/zuNC/KhLH9/5wN88fsSpFLiSu
jUXwfx2zhm2VRFE1xyc9zBGNk3DbmqOkf7Z1CoFjEoKdCBrszJS/xnLek9m+iamWwZkifRb61jeo
uXnMtK6PmvgEpz9yMy18Zw75FyVNM7fsyl+G3r+7P9vNAWn7Eiojx3SjehlLs10NZc9D1pfBSaR5
+9GcoK44E3VWvTJMt7PbPy64AOqnOcgrzyIToa/vQQluXNQzS7kziWAG4RzyYNrb0zf7ZhmFGIa3
RAOAti4kOukIbyBkalWolA+hIVO2lUR0jJqpOw5BuudCuTyTV0doGY9CFUVrivR4OV7v03ykZSmi
asnjrJeqgPVLUcl+Dsx8cmn8WodeLY2lbbHXtbkJE1YDrwLHqg/rsbNIeJIslt1sDns/6Js95O/G
cvIyE3aD3Qf8tcbYjabe9Go8AVgo8u6EGpvlt/MYH015GvET22X+3YYliBkQCS4V5wWXsIaBLf4U
ahJU0SkoVfVsdkL7UIaj9liG7NTGjsuHdurEaeqN4KKEVuEFsRa5iZNIn+6fkY31NWh/EvfC2KCv
vYpIyzGppCgPIwLi6WduaOFLjBvpw/1BVhLBxL1M9+0oq+2DSpFRSzaM4SCqUX3VEUlUpeYfqjSw
c3g+XPowD041+klIQ4ISnzcVU3LA/F1znSA5RK2N4ThwAG9I5WNgLhSqCW+mmI5DzLM+yvL7oUne
tRlNEwCPblxZGPwp+oWiinls2rZx709pa8cAPVh6iSA9OIPXB6Lqyj6w1DQ6NY2kuwMpzDE15c/A
0noP65M9Ut5terysoGVjVwb5FsbQ6qEYsRRM5tYKT1Ff/Y3gMwYtk669S6Gce1lgfDC0KT2CGYue
uIBbKkeB8CcTnlWP9KB3f+4b9yrvKNB1kBBcccaqxpJrdlvA9A9PTqklR0kbQlSCmvkQqAPlD1z/
fFvMewWCjRto6QCgObCA12DXXC84GWOYKS0bFRXM93mYqJ+csMs+KmAEPimRjlFgR3HYFaUV7O3e
jfkyNCUXzikdorVvDcWfWZniODoNVnEJlTly0yCoQPEI+tgWJcQWge1cjN9Gq+OeCt4Ly3rQzOon
9Yy/K4PIa6h6au/9LzNKaecKYj6p/0HX4xyiXec1CD5DoUgQfKp+WEbRHLssb49hKR3uf7iNww4B
mOx3wRku/c/rNey6wjQmhzUcc7X1Hau1fEdBqOFfjELyuEhhgsz87bbxJqahyBnHsAvC00Aa6bGj
VfiFSH3fH2Xzo4B5oyUEgYJjsZpLmqY0EFE/AgyDJ2kWyV6UCuUhM5laOyNCv1TQdrbC5gLC21hU
JsC/rDtrKfKcTo893KnRnZ9VqyhHI4yznZjwtkpAIM0pX0T9KfVRp7ieWlEHemIDOUDpISlf9cpU
3EaZEVvOo87PQ014VFPSI/A/6bNUVu2hqoV8BLsZfwScNhyGftSpeOvGaz+3ukc3UCGGra35kuCu
6Y5px5+S2FWl21wd8CUIFlDFpvx6/buTJMbHVZL5JB1i7qaKxJHZR7/uf/ftQVD/IyBfbt7VU1Km
RVDbFYPIZtOetCQzjmadl96fj0KUDOMC+CKluNUomoXQPz0tPvSMQEU+WZi0LFHB/VFuEye+9AKV
WcR+oEyuddmzLnX0wGq5SUM5+VINs/4gZLpL5hwjwUONxgMfBnViANU8l+N7dFywzdaAUqYg4c/D
OPVukdagWfK82qkgbMUoFO1lRlEtG5Gq1RqoIY36EPa5z1vS/QBNprkhxK+DnM3Vo2w0Cdk0bwsk
Ax35TAHVsDP9JCmbvVVaBloFn/QPIAEi0bRI7C5Pw5sLZZ7R4+3SVvKnrHBew3h8qkLJPs9ypvtG
omWveTng7OEEv2hKZb8CPSQAmPvxfWkUyvv7n2xj+yHnR2RPx2RRmFzigje/JXSaoUZ0V/JLbIQ9
BLYUNwqg1vzpKAt+kmgbCNWi8rh67JpCgWExo/xkCnV05TapHyKR7glq3F6hjMJ6Ljco52nNLNTl
yUxzZQ58AH+qV5fTdI5R5juoajyeVfAlBzlXx52TRYnv5nMyLK0L3lT6CsC0r5ewiSetNrDq8EWH
mFSsPJVaVv6kF2TLR1lPh1MJLtlxS6fAibjLGvHBCKyxd+vMGBV3wHPkEpaW/AGg3fQenJjEIyy/
monjfAx7Pf2OOr2tHx1AtnSBZjX7FEWa+rPSzGk+lFY3mYe5j+XvnVCy0auwCZMoJbWZ/jDWIxq4
Dg1bcQiCVMXYSpuTT0k9iQBWY+wgNZ9FuOFYFLpKr1ESZ/RiowgDL+gNyTnYklonYF9E+NxPbfxU
Z13w1zhI6MaOTvkjDrtJuGkCkdFVwcq+77tS/6wMY/Yrb9X8v0kZVjF6lrIx0JY0erazE5MXSPF/
U711XmIEjkysj2SGCihzj+xycyQCs4YSyIoJ4X3u0+hnYlecgCJt4h/S4CiZi/wAAsBq0X0xZzyV
NMgfX5RiLme31tgDpyRS81Ovth0IIXCtP0dd6V7NOHcAXhpmfZ4U3XqfKfR5QR2p0pNS46F71ADv
nKNOo0etSrL4Hkn28DUv9ea90JXZrQK5eW/TPTpERvaUdpmEoJrd4axUzSUFl3wIPpl9ZVy4XaxP
gtro+ypJgmNGuajx6tyZLgVtb+fcSkmsY/okHMmr7aaU/1taaYulzODgU05OZNTIaaakCui1SY2b
SYEz+PC8w+9Kjq2X1ylK95L0UTqdaqOU9MN/RJsgrlOp4EhiK4KLXerOeyk185dezo3PApWSzEV9
M3g3Vk77IQR/Fbq5nYKeVjLJpkAkp+FnW5jSe/S8sy/3T/9yuq/vO2pUkMdphyEOc0MfCGvHGoM0
wUe3QRo0iBBo6FCbP1mN+fnPRwK5szBQ0cAgs78+ikQWlVqHGdVxxEYuZRP9aru0epGdJt4JPbfm
BEBMlTGZpMe1DgqLJAyjfowYidTAr8KsvsxlgJF8J327P6dbJDzwWpTJULzh7qQ7uwpDUru0bYkN
6pdhg0yTNmefJItOP3eDhlVFOnmRjmOSDMDYi8IenmSa7V2tK0u5JeNdfgQ/QCYGptWzuuSGUgNK
NwSOn4Xm7IsRzVpjdEa/0PPP6tRdIErj9RLYw8EImh95YlPc6JziUkvtP6HzPZGGS9sGf8W2eTEj
zfzVlejIN4lW7rzyG9+FQtJiT4N0D1fyarHGypp1uWCvtVLTn+rI/ls0WXeEH/2/mvL/f8z+siLm
AtOCGULrbZUx22EAcEsTgR8YZuH1mUG7r7Msj2q2jBKE0EZXBwny5/uO5s+iVrXoaYFXu97hIb4/
CcNQmrZC+VvfKpOL79tw5u+a/2IpF38hiuFU5cgTr4eylFZ3opyhnDSS3S5OIxfAUIWeZDvvzGpz
jxOVsr9tODaQT6/Hcoy0G9DycPy+HoDJFEFmHR3JaI7NrDpHAcziYeDxPUqG0nuVXeYPFZHEzlO+
rN3qnqL2yAuAvBSq22upZjOMw2lxhvLnRBE+RUMa5NFo+/FMwxpN3PpTNZKdCCPf+6qbI9NbQe6J
C4W9ez19Q86iRBKUzVvI3cc8rytXjyr7UeqRVk3jIfw8FUl9VFND3fnIt/EfQDoL6olBH49+3mpk
O0ROpQ7h4Hag3NHTLxX6G86e2tTWqVQIvvm4FrtpjRIeKno1cT46fi4FsdckZvADttcT6DprpyG+
OR+yEBAzFFVuBKp1gqBKpKrj67FZvdA1LNi58R7YaFmVm50C9t7gkVEoNS6/4k3UbICYcAg4GCVH
yqmvtcbXlFE8y2VSP+dUXt37b8Bya63HwyqGwBbkHsn66ij2dRJhHcr6SXlUvToTojdh2ZbHoujR
Dp971etbDen/Rote83rY6/NvBNZLnY48gb2iGmuUQWzMIpIzhg80a3iwotF5pyaW5HYqsiz0uyCD
yfH49f6ct87Em0HXElNDqQQg3Ri0oTX5szGD5KJZWezDw8veT45ew2nGrE6yzE/3B96cLZVQcJlQ
g8jKrz9ua45zDS6Jj0v/DNGQuvBsTYiz3Fb1YWqj4iMSXD/vj7lRUaYEg33qbylMMonVOexMIwmQ
cuKEKNGPQpC/kJ5Hf/e6KR06bcKMR8EPye1zXfWtJMyxWCOEC6Um84PW4I6esgZMozTRPLG+GlJd
vWuM1nxRZwQKMraIj0qmea50B/wPTWKf9r36ICiuActEWxU5uJx/qnU/6zwLP9yf3eb2XbQFwFcC
z1kj0vVkLKJiYEWNXEobVwZvdekah0Aea4SfsUBHNcVO+iJboeYqTlDvya1s3D9Ud3lcdAqulKGW
vfbmvEb1bJFt8by0WOw8y3IsnuPR7p5rS88Os5YXz7LRZ092azlug3S9W0XV8E4ij/NyJZU9M7XE
Q9aN9nlAWsyduj44igwWdTpVxqGXQVS2sz1cVPzZ3AHJrQDxzjMqW+hIzpn5HAslPKJvIX827H50
m7KxPAeRv6McNpEnq6BRRn7LwZxV5YLEIKppikZreYxn2tzHTqOJoqPwRQNVj9rqZGdz/qzjmfxN
UcL04f7X2rhCUT5E7hfYA4WvdRAtd6KS5Jo9ZbRZ/1zavXOU40jbudI2jvci9U6HCsVr+pmrDR9l
RhyodkVAaUjWMcxGxE5LBQfbGp/beEqFp2Zt5hc8Jv79+W3FsgtuBd1Pbm8Sk9XtXcRKP/REvORU
SfZQRlrVXyCqq93BNkc5QIWznL4LI1EeypADoUYpumxitI4wwbA6BPyh/5XHdfexLXFBOCD5JD/Z
uIflqEw3OPlasRI/RLM1/DGjaWFZLEwm7iWi8HWjIp1SWxLSsma5op2lULQHSx1L4NlV4c2qjlme
oSE3R+TqS063ByLcOkUaiF7eu6XKt8aihgA+xqkuCNIyILaTGuhuWzbibCjBzhW8tQUBbFEq4gIC
zKtdn9e4sS1k8JioEvehH9to6IVyKO9swVvKGutJ8L4EQAbQ4bXa9BhncdbMNRFePQyxrzSxXbvg
bRHgGwnVxCHuk/5jU9ch/srG/DgEIhbnWBIx7Q+wneRAxdSmbjs68cf7m3Rlcfk74VoKZmCrqChR
WFpeqTdXVuFYUhJYWM0PrelVkvN9TEAayl12zEMDk+f00hfiBUvlwxzqH7JB/m/az8/llD2GdYkZ
0nAcSoyxZVy1KIyXrXZIrfEsKcVRRcpYcqDVh2yYTus9ODy1qyIts7O+Gw8pRb8FNgBZk3rcKmqJ
hdmlUBxsnwQJpGsHPiUrO/3Q6MaT4rStZy3A0J11W7bGKlRi0AWVSK68mJZdr5uY5LSbZ9P2J6tr
PgVxYrw6wCbwv57GlOlWreOSvdf/hbiufgNxPdRu0zk/pJqSlFv18fQ6QTb/GYBtrD19HJ8TqvOZ
Gxlx8pcqKQhcTiilfhWpgWtuXaChiod7oH5Lg0TZY/NuPJxMZnFyx+kUPspqMmOHhn2UT7bf4iku
svmC9G32kJfAyuwepeZaxpEtqur0qIUwH+4v5UaPdtFmMoDrgKiFULx6NUWgBFYJn8RP6Ae7VlJd
lKA5SUn9SQ5tWt8KPsWd+Jg7yofIlH7pUGXUuNmT4t3cRRatI/Kj38/39QdVkEMOUxBp/hw6L8oQ
LfX7mfcyj8OjE1StawX/3J/41u0D2p50aIkCgTNdjzh0Aq0n8mK/VAY0iDLbOhQRV9D9UW6dgbh9
uOHwYIBeDJN5fcJjGSWXjuetDafvkHZtP89qiCkAxD01zWK3TGmGlzRUHsY0r88gjruDo0TGZzsY
Ia/Gln4ylbA6zfPSuI3z4UwrO3qaUGy8IEao+aKkfDuakXhB1f3PG5bLz18wQQvIRF8LqzezJuVN
qdl+1avphRaf6svq0LhRqNYnZ06k51CSxp0rZfPTECPDeIZhBsLl+tNQD59RZpltn8pMQgWzMl2t
qIydCGHr2FGohC1Fu5IsT70exZzrstaCwfaFgh8hrCWTsujg+NVcJJ8NI26e4jl2Llne2x9rUYmd
4beqIRRBfvvVUzWFPHw9flD3lSMkxk+nBKkVwjFiyTR+KEBGHNogcj5aIh6IAobZla2U6rnZqTs/
YnOlF9gXSD5ex3XzUypjoFc91Q870hV3Ciz93CK54d0/BPdHceTVUTPAK45Uzm1f0urmqWtyFAMc
qf03cwEvh38stBwEna7Xk6rNRIGlYasqHVYDnWJ5oY2Iy7+YC1gW9I4IaYGyXY8ijFTL9K5nb8ZR
yIVsfsxRQ9y5lLe2JiA8+ILwnBYN9OtBVBuH0kbhNhyjXH0V9hy/zA6BmDTZyRlzbjRDxgbhh6pQ
jw5os505buWp9Lr4BSgGwi1ds/wDS0sLHbVljkZkoTOV1DM877TD3KCy7e+t6STfdC0dCxdTJXl2
Y9mQUtq5YaU/knGmjot1TxnispMHv7qempvrSEVvewCNLHoduYHyqDIxj7AqFNT2agemr5ngvXhI
K6t8nTGGCw9ax5+ulFZLJ8VyMgzY7fCD5ojm+/2PupWmEGvTNyYGA9m/egNBZURlXwlimAJ6OBB3
g+iBVwGK5nBOyKmPrdYZh1G2po/3R9569xaSMB1F7iAYFtdfOlXVyqShzis0h9G7GjsIrzLTb0pd
f7Q7+0Nk4fJ4f0ST/+M6dHo74moD68IG4CLzDqGl7NFG+SksdT7D/DrMwyztnMmt4BvvDTBgyPrC
a1sT9qq6i7u045UVg5R/y+pirNwSXe9j1aBVERF5PAGop8MxSV8is3UeB9QpvVGz00Nnd39XivXH
joCQy3nWF3YfSAnwxNcrXjuS3Uk0QfwQ1bdznuv94/8j69j4rlejrE7w3Ed1GC4X64QowQk1cd1H
FdCkq9g079Jwil8l+V/kU2iw2SCYKGqRdmvXM2PvDpKzXLNaMQ8kAvN0MJfixv39cyvgxQKio4PN
yvJwsojXw5gYESoFUEWKS2r/3uiciHglq7wxUqJjEyr2lxpHYX9qgtpr9El7LLRc/0H/sX9VjEA8
RqkkHeYO2MX9H7ZxaS7uxaBCyZ7x3F5FWqjF6m1foFCD12Ltckk2i8kkmVInG4cszWie4Zrq94b2
1Zbr/vP90W9FZBwknZY1QSIBRv7asiIjEZlpZgQ+KWNfH5wkHJ6jwOjLQwyJA4k+/A291G7CD0q1
aKcspP7IjSXJusxtZWDtCGbYtXMSFE+ia3zEjElEflLEYjkLnC43tYW+87M3bj7ItOTGCykUYOTq
/rFG1ZCSYak4OerwPHVd9lhJVffFERHyIj16KRaFL19uAnOHe7MRFNCOoFcMVR3IyLq3msoKhbMO
UQRqR93fSjJ2h6Sf7R32/cYovyGQnHR8um7kvZxEJL0525avTJizuo5dao1r6GW2c6vennfopgAt
F54et9y6nCwLq9aKprf8oHGEJ0tp9CFK6uRg6KN1Gkl73MwJ0g/399zGoEuzBXQRUJgFFHN9EtmO
ZZkqWJfogdpU7mw707vCUb4Gplo/FeWc/6yt0dwJDjaudMqGkDCXggW6Yus2D55GMfWnyPIRzw4f
Kbg2HyaD2oIdKhraqtRLK6UMXmoHzMk4ms4L8iGlX5g0MRub7rVulX+eMFAm4+hTy1ygrmtMUNTZ
QWg3mukLJxBnLa26E5a21U7V4fblZBR4rujxgeuCZne93KXQoxjvMtPH8U6ca+IJDyURD0W9kSSl
2BOR3RvOuB6u0ZymZVeZPiwg89DIZX10ehC8stUFnhr3fx6lc/xJ9uioaQhR/v7ub2pRsZBqaZYm
0x+1sj6NLT1YUUrDzva5vXAYZQnQuaMxe1x3merG1LB0aEzfDNTU04JmfN9roQYET2I8PJCfLBAH
hzke98iFy3pdBz4UGsFi8+pTFKbhfb2eIiydTEyliUl2Kh0m0SCHp4vqIU6tfq8VcTsU0wPOwYJC
HFpXNkuBPA4BpOHHxaA+QMsLHuQxrZKdS2djRosAEDYZC5XtBohJzSALIV0Zvoik8JLGiXrugRH5
RWUVO7f1xlCwamnULEhGWFirx1XvIsQm8ghedywVSOfN1QHnEccri3mvFLQ51CJst3iVAc9afaeo
ieKmHhzdz4248KUBCdxwUIeTAplwZzNuXKB4gpkyrhcLIGANx6aRVrfRrOs+ttfwbNMA8ccoNF7k
OU6/KrUinyjZzTtfbaMzwTJyCnQY1ZCg1pR5WSFpwo5aQ8eWJLgakLYbS8inwtIfe5HW6GD2+och
VH8mjhZ/TDVghHjBxP44O84pSg3lcUZLxDOF3vqhnQq/bGrZbREzerKC4csfPzK/i2TEy7jHIXR2
fWzISAKSwJleA370XHbcDf5BB4l2rrMgOt8fbOPOI++k/czaLDjpZW+8uYPo0Tk28k+6jw26diH0
ME7SJPXoHGKAMknZ8Meof8Is4D1ku0hzgrC8Hm8Q5cARBpEbzMA2awWWc2Zn8c6sNnb0bx4Rhs6L
LMX68FhJn1SliBnFnPQPpiOmYyjmFrl/rvP7C7j84NUlRyILQZ3mERDwNUwVC3KRa4lFVXCqldfA
aUJECeK9UHsD7I+/HLc4Itw0s2lpX69blVmjgWSr6mNWLD1Kjh18aNKwpCuFjknqxrpUHO2qHB9w
Hxv/yYp68vNRHx9q9CFeadEYF8ekHWrEVTEjuiME+hRKivdKHLmdFc3NAVCk+c4Q0eT/6QLRHKac
udR8OXzW6iJrtapozdJW/dSgyC7K4Kdt1+G/GWSRckEMVFsiwuvlUao56xBRVn0pxvog64rmuxlW
+af7U7k9LNgkk+ahLUWRiL779Sh6FqYJYgSUllHYc+nDRIe5bUkTgFGgEh3vOf9tpDjXA6rXA0oD
TO9kNC3ELqT2cRJ1Qe0yyv4ZijR+jJ4iuH5K1x9IzyykXjoysXiMfGShhr8ynK6ghFvOh6YpqqMV
U+Mkh8xPTYnA3v11uT1u/Ezaakv5mIbKuuGnxXMFaM+y/ClOq0PVEQiWg9y5YAG0nQ+9QTdgLLQD
HNTXKJ+u3XTwLXLAcGG/HYdIIUI9qz2lKJSDVCWjH+QllXLkux/ksmg8lJomr0916WDmVb5zx9we
fH4I5gZLJZeEbk3t0x0yNBgflo8jWX8eArTltcnZKx5tFK0ZBiYB7QAIMzcYpTCfRRPQvqbrEML5
h6x0DoOocyu7IrsyStRfJiQbBS5klxI0NAqRirLzfbemurhqLv1GcHRrXFaRRKQ99Pz9KLR0PFej
4qDJnf7HNymB/gIyBr5AarFuMcqlrRSLIZMft4PlBdMwnZPcyo/39+ptOMwokHiREFoEP9b7R+7q
ERaNulDaLECAtjKeldn6Z4gskm5VgfE0pNmjSgywE/psHZJF5nwp8S7aPcsPe/PSIinbBqLSWcS5
tC5tYwTHJhBYhSv53lBb9xS3E6E3EFPESbTrofBU0KRy4nsN3Zh7fUJHS1HiBFfllkfd0P88kfmd
otEiAkG7EHCux1NQum6kcbB8U52KB7WLhSv6yN4JHTZnxf2+nPrlAl7NqlemBbg/UlnILftA16Qk
DY/zc5wNn7WxEu/ub5TfFLHrl51ZLY04SjWEj+sDHlP3i8AHcvIANR2LvBoPgdOpYJCnwFdDLXyY
tZ4WEpUIwKvx+KjiDQnpoxTnbESPl0Cx9RS51R/kREM1IuuF10rx3zAR1Wc6eQqQX6M4K61SPrZp
/9csoFc4CtiEPsi61zy3tCOkh9BFECT0FKTYvVYBhxImQQ7Sf45O9ye8tb5U0QjOFqqPvO5La1Wn
ldNMRUWqheoLkQY+ZQfGgxNA+1FT9jClywdbLzDX2uKtSR8Aqf/rbZPSAJSDyDb9qS1ydPY752Cx
jl6Ep8YhDLXSbaDHnNHcNc8D8ZcP8wRjgKGOXmN9sM9V12uuFM6Tb8wY6ohOHw6TDJOkbzLFRUu/
f+4w/XkKeR/pm9jNoxPY49k2+8Hr5gXsOYTTgzU79QEImFy4DmrC57IO8EfG2UNrUK01C9tlFNss
Rmy3EuOkTlpyKUa0Bf5TKnUbxnVt+WkGgbKU5uZRJLx7M03Gr/c/zta19XatVpu/VKqIPUaDqHHU
yq3bTPtitIbyWgWJdqhQpD8hL2ccHEBTh/sjb1z+4LkQknNIeSkiLNvmzb01hoWjN1bMtdwb1VM3
oq2uiKY53x9l43YEHceTjp7pckeuQitQsmNqwm72e9Fi+yiM8hxrxdNojM3ONXKbgmLH9Wak1a7L
Mg2pcxFyjYShcdDUfMASA5C2NAM5siQsc2tZqv/NIsKdIAZegtS1s4kEn6OtmoRXx8jHU+6UEj2D
ZA/PvLWIVONpjy0NIGNdKIyqKCz1kkJhWnco1MhSjl7aoD62krGHmdscittiAdCA5V0bHUdSHYeG
IiyCzbTyKkf9CNs3OTcFKIX7O2Oj/UHK82aoZYO+2YBFJjowu6bpS6ZhPTtWVPpNUKRPOhwsf3SC
8rtUiF+JPbau2VfRY2wT63V5bbmVkOtLl5s/BYD/nZjo//hZ9D/Qidug7rR97sRtlnEutFyWT5aC
aaY32YWqHuNCNl0b7heyFPEwvZbZrNduYFTNxR70svEqHDDO5lQAPUPnqPqWtvK4VzzdSBmpvi9N
TuDBeEmtRYNQueLj93wiPTKRnoj8shgvs2N9V5z5NZJAVckKCYwO8y1K3mndeO7V6HlYEM9dGr+b
SunBVPIvhdEeJk1+aSzpMMwI0N7/vLfXC9EehTseHtgwiINdf92G9mOrFsbsI6gfPKDy1h1kdAB3
NtHt27aMQoa++AyTJC6trDd7yA5ko0OMbPaNJqrIBsRzkAYvSt+YB0uG6vmnc+I1omQNCAley00F
p+yC2ICopPqdqlU+ZEIBibWRPt8f5XfYvXo/l/QDhjsREZWH1aQoEllzIyiP25IUgAzohuniGGF/
bOMW+S/8qPxMbcpziPOJW87FcMbervKIi8VxGrXhKGEZcEyzKTlLQugvTpfMT+Zggn3neT0m5qx8
/Q90DAUUvIFde4nptZxbwxFci+7CmNpDNm5A49iyVPvRB1sQxGsZvmmuptBKddNfNPZ+TmVTuOjr
9F4i62i7B2N7kLRePUlqNr+LnBzQpRNT/Mgy40xjf5d3f7s3+TkUqRZmO0yvtQ8H/rvjlCSO6UcL
tqWpM1SM1FA/GYGOJJ2YEfy1pfiQLfqEsjD/qfu8h3guUpfIvneHWu78GhrrzvZavuvNd6eYApSc
vJMH83ozOxKoHkGw4DdR8ERIlH8007D62PaIGZey/I8ZW+U5g/LrazMKlfd33daakKXR3kOnC6bO
6qFWhz5NzCQwfVLFyVPiccasKN7zh749r/DVUAKlXkQ0iirj9RQ7JRgait802grceY2gG57ySXzW
4Wkck9b5cyQTw+ESBx7TIj9bQxQWqkYX15bpd1FgHYNRi71KRUn7/tJtNPIYBs8KnVo0meda9Ctr
Ik2RBhpMeZp2LjJK4kDJ/eusVo438d/fhwnJjbo2HrWwQHfafrYlw4u68cv9H3K7uljMIzOJFBIM
NYRdr1e3VhvFDMWg+uMk/iJZVQ+GBAE6dIQNJC1vd/brbazAcHDG+J6U/VFYux6uMnqckc1c9fVZ
kjqXAlLn9iKLLqpZ6H/cCLoea709eVORfkwpBAby+GSa/d+Wipzmv1g/myoCUTHB5FpcRBRBatQm
yMxpgqNqd4581KayOFp1S05qTXuVka0FNCBfL4sIcF9fQto3rxeWvNMCGFb80Spbt0Cv7pUwMj82
hjIe709taygKeDIFEmradB+uh8rlDEUJtL2AJ+TysYuBkMmtjfWaFaQ7Q23tQnOZFpcIVMl1+xNd
XwjkuEKQaur6q1aU5SMyv+UxBAZ4Ccq82tmGy66+vjZ5iymKwFBZyJlrjB/X9ZRGccHUZpmS4EBZ
7xhj/UrG12bHQK4yT4KV6I3C2TsBt5cmQ6v0CGDiEn+sfSgBnMdqEwrFx+i+PhU4mLg5Bjc7C7o9
CucZViHqe+uyz9xKU6XYsYKbr6If2o4KE9oHe/5mWzuEHiipILJDkNtWO6Ts6hINUz7b4goAy2ua
se4sMZHRq3pnQls7BFAOLy+JE4iV1WFGSluBWVYpvpw0wk3C0fTqqFO9kMzfbSER76SGG/EH8GAF
WzVkvAwkp5a5vzloC0pvHiRkroXSxu8kG8EgXQ4NN8WT4ZixgSJXQ0/cM51APcuVPD/oalUd6txq
DsFQ5js79nb+/BxyH2RkFlG3deskaEhTaWrLPpUk8zgVdgeKL8XUDdroEbrVjz89+9fDrZ6FXC6U
nisI38PGhgIlV7E/8F76sIw/3R/pdqcS73PwF8UY4rL1hdagpJBlOSMteh8npwqGo1Dyasd65nan
0krk5aHeSgYJM+36a9pNjs5u4cyIzTX5AyF56OfAPx8ove21mH8j5K8vF5BoyA+hHwssiBbU9VhO
XmUh2absd10TaIdBHoPvc64amlcNKP+4vdQEqTeIYCYqw1X9kgA0Lf2wLqLukb8yhMeiUSPpJAVp
2SNMKNXvp9HW/ur1RKsOc2HNXoRn30sVDV2OgcoMFrg12xqV2jy2mw+q1P00kr78jFdYorhB2c1f
kzmoB7etOyiRUS+pdCiSQYjXyB7IAzIlqRREgCWWJa2Bvo5W8VkWgwLfTRv070bTcQePS7/F+9PP
b5LPA0WhbrAw11dXCK5O9EzNXvbHJmtP9RjL5KhR9Nf9UTZks7hzl3omHQuKImv1g4jgFCoaGvLB
KNH3jYfoJc/nGgE9VBGSJ6OcpASeQ24kHlZmFRRTu2/fOUmnUXMNtOkplozhknZB+9rOaQAzEJzV
XmK63GHXG4d9Q8lraaxg97QGX8yQnkRdKi0V5RFtebOMDvQ/bDSHB3sevbHQpdk1JNWWT1UvsOsM
AgdIbyNMY6AOMuit54ALvVASCX4YTR1nizlWKx5KM9Cys+W0xAhJW2lgG+LmaDQWMqFaVcY/aBT3
zimMDQaIEJGd3UbDORJKlg0xswB7lbskM7niAkEoq4PeFMFZa6kCwnxW1RdoPvNTbDXWB1kf/4e9
M1uOG8nO8Kt09D1k7EuEZy4AVHGnqL2lGwQlsQEkgMSWWJ/eH9hSD6soqyxfOWzHdMRIQRVR2DLP
+c+/kECmt0r2ceKRGBbiVpbJCLfJYWeYmJVERuIEcyhqfUTdNZr99SKaMhLoVVEKV4W87x1JuGuv
a8bHnALlJq9JXDlfqgX0Bod5c+fj/V5DGYGpHiUCP+Kwzzp7jkvfGcZrK6h6Oi4rwy8lYxwJEgws
//MH6nkBAROHAgzWAowm+9i5Y9KL3Jxlseyt2ZVXm6Y1tqasuu2UBqGlCjLE4L186RbzKePZ5+sl
R4afAYJI4/BMaUFaKmPggNF85+jjuQktNbZ8OZ54Fn9wFLpGi3QVdj4P14rDNYwi09YmAUiiBjFh
JbsSfWDP7i8TRAmt2N79TX1J4Xe0KhtO62HMp9Z9Wqv8yoUjFuVu5f83zuXpUY5Kh6JFKm513Yq4
qB3iql3qfWCh5/r5E/F8h+FcIH1QK3DBcJA4vGKTX0wazldcsUK2Yd3lVmgXco1SVrgTzeNj5ODR
QgGRDq4ga6ZF33aEW7dlZ43tYsLrsAfAhWyuyg8dXVV3WWrmyoqgle11P+upvNKKDtV0Zk3kzKT6
UmuhsDTf3anVVvdNk43XgW9nyZmdLO27ANw7i7pGQ/vWIArEy6sNtDDo1oHQvlqatypBMxuPrSFO
ocg/eKN42jYkYQtegO92eP2KgoCoBXR0v/iFf7lMKmWM02/CWt2UkfR7badVC4h8lnm/vAdtrDoO
DMeKIuZYiFXKSZCII7h1qa3HpUAeD4Ss/3eOsjEGN7KbT6t4eIIpvF4vX/xlTyMEzupUU6xZyan2
4nmduAkD6Ne+M1MOj9LpXYWI0UYCsFjZ+9UZ1Rk8xfKsxgAoqgKM537+2P9AYwnCx6BmQzHgCx4X
ptPqlt3ALHZfwXy+KpU51pGRrx9SK8F4m5c7nBuq4WAxnPeopYI7UuSbMw+uZGj5o3zdybW/0Ot0
JAqMAAdt1LF/y2s4TZPZnttdSwXeiK+20rN3yIfkiSXo+fXaVh9WUxAQaAvHk2S3b7xBb+1539nG
tJ86WVxnS+6+SZzZJNh3cE8U1j8grWyTLTSHGFPi/GAfrRMUN2OCs8uM51MAg1vk6WWe9cnlbOrv
3NkSe0xKEJDgeXhOz1FFRm0PN3ljvfv5ffvR92BgsxXd26QeVPPwQWmXRLj6rCYIq7L5A9pWiTiI
6d9d3aTdn5oGKANJYKrkzmqn5ZU0vM4jD867l/ZUnbKqeL540tttXm+UgZsW8qhknsvc4dF4dPNm
pmh13nDtYDQXV0tp/vJuAF0ISINde2OUO0d7jicyQqNKDjWOU/ppXLQh7qHvnOg3fnR5Qa/Bg6gN
Nm350eUlBytwR7ec9gDcbzHVSaJyZFq7rBjGzOX1qpzL2ZvsSDPHC0eJz8ANp4hwP2hhaRVpqmir
qK0hRR/eYnNxvLFcMh7rAg8lhyeJjEUzfVnaVhuC7dUMAQJrP8uhitS09JeJIMuhzlMVVflon1gp
tgf7cNPi24BYMd1h+kJbffhtigboY9SccV/lrvW66Zs1noY6PaEm/MGThMc7bmrbzBO0/mgbMVof
eUTPUbTWbDHiT/s3aiXBJNQ1qz9xRo8YwNNT2iSLG9i2WZLSuh5jOdOEJJx6ut0bk26SxCcUpma6
meVYGecZJXParXXYmKOlEGfJ6nx06+GqNNpPZlUN9g4BtKCha+vChr2XrlU4pNb0vpOjoV0SKSg6
7BJKibyDMvm2V9n43sPm52s51mQ8SVJxxajz3BD/5Z7qmI734+3cAOJYo7aZBwzdw9ulN1KzMQ8j
zgbG2Y7W0/8448/8ZSC2Z2+qzH9VJk75ydeK9MKuJ+/GbrQmxMuZCVKO13Vjj91VV3nmEopCDzgp
wzuHgwtNOkNY/vPV7PjZ2r4sWCgwDZyjjTVw+GW7ptHcZB7a/WRLL8rW1aN0mdYTJd7xXsFReKBw
MgG5xr7ueHKfeN3mEiDaPcwxpKIDjU6ZNXWY5MsnCZvk5+f0jPG5HQ6QF3UZRPyNCnd4UmXqVwRc
Q22a+iLYVcOyxIM9urG25Tv7q9NDqmytV/ac2ee6TqppUAntvHfaz6Kb2E7NtN+5/dCHZmGqsFi7
9mIaGJpAUz3VDj2bgPNdTf7bqL3YeUMDOPqu8OyykaJ0X2dudustbX5tlVnwylRud2FoNTMiZSUd
eRRd/RpV5vJaePWG/S8wVYQtGjNa+9p6tQb2KXP0HzwbzHEYOOBuQSbPsTe6XEhFd5qq3c+EtSPm
s7J9Uaen0h1+8LpQBXEU5AXATMc4htfqBMMkDXHUS1feYtLe3xA5NUZDLp2bJpHuDW60xS7DXvdE
K/qMFsq1J1CAMCVo53DCjwVYSWXiwUfiyb50qveVWwdhaunYsXSFPryZCQq7TXpksHaffGwKF4/m
Yp5ObHfHqy52kkD3ug+ejrIIoOXw9hPl7JiTZ437cSWMPO/c/rLtQLAw1DhlMv7DQ23zqs24aONf
Hx4KJ1QtVz5ua2vhP/TFYl0sdf7BrZpTcohn13U7KZeegB6LxgAr0sMj4RheV41Xjfs2IY5Uzwjn
8YrCeuMuXbprCwxbZszz4mQqu7eFLtedbf2ypIDvQG+8FWgBFb11vMO4KVfbGINhv/pwL6y8UmwX
6tTy+YNrunXgvg0IqxOXfHRNhbMGyCeTAcGrLKBT9klEozRcVWAAJ/bMHx0KaZbDdQVWZ9B6eFGz
HlKeV7sDDJRSjw07LS/remkv5+mUJd7xG7ldOpihvBdg5milj57J1bHmKUsZu2eeLqNUY9oy+E5x
3hGeHVqr1b8mw1ft4Qqdysp8Fh+2HRpbKQBnNgumZ0cnSXab1U1NN+zTfBmIDrOM0GkGpPVB2oVG
tkrw2ky2b/ps68H19cwd4J8NRtdcLVnQnCcmPS6vm7O3rKog5dBe37aJFCd6nx/dC7pd8Fd88pnx
bT9/OuJgkpFk0Er3+gQxwcWo/qxLm3EHZdg5cduPF2GIExvVmmqCJYJp/lHzS0W/DETMt/tANXq0
2JRFw5Sc2jIfvVSfFmQcxgEeAz7dWG/Icw/PCNwTmkRaN3vLHvD+hrK6fLJ0noIwXTz/ciZmB20M
qam35dz3BGhnGelJcjE7IwTdFjkum9aU7BrpmnGZ2VYHF9BTcYeEaO8tZTlsBupJc9aMiNpD+nf7
ozH0TGKbNSexOi36eqGRnQhjwA+xuVxMRd6fnucsGzrh0eESTD0ULNHlfVS60v/KL9IfHHtQ7xrb
StNYjP0ombYijQtXlddnohwlHu9J2dwnwsn8UNrSge7ijmO2DxIHTw9fGsMrZzRI3E2tYrPtwZhf
z6r1bVUkkL3odMIut+2YiVU97myhawgGtNwHYnGb/m5a+yU/UZIdF0vcCrxUt3pgE30+3xICYU+2
cJp9WY9zrFtFczYFIRFNjZF7J461rU9Ht52iDGSfPh6OlXt027EPWWBtV80e9msXV4GZxDj8FrBu
mF43npbE2IGe2vEfJ1OHR0W95hLLuoFHVINHDc3QoP6E9Z1zhr0GczS3yyKu3G7LJB/X4KXTlsHA
vHAS0IATfoz5Yad/cbyMmOl1QbKSu0vyCX+eddotbr7ctkNRO2d2rfpsb5uY3yZd4hbMrMq12c3Y
6S8XbtDlrxc0vGOoZQi8d3mrEjOUxD7skiDDRs2idZ8jTVgzEUP0hWbMBBf5vVepFMF06qph701p
XuAhYegY01stybLkhs3rrp2Gpoorq4Fwned5+ZUQ0uC1NZXrub2FXy46WVkczB7earzuRM2vY1Cz
YzjIUH5e/j4DOZ2Akg21Mg59bL7UlofvsmyVXmlNXwCIcFOFJhisVsOw3uVrU1SoTuoiNPXOkrxN
RabOlWosBaSmtE9riW/Vhb6O9YM1rDkEOLDUcKgqjJzsXKfnEi2Z72E/riUjk7VXO9E0brVLhb62
5/jSkeowyaWu7n5+Us9acpYlHpQtIcaCF8jFPzypLBssVQxdvlfEZKNZGu1hjW1La++SJdA8IiTz
oIkKLWPfKBHTdfE4N0EZNTOasl3t2wYAdlL/VUL+24HTev/Pf+fvX+pmgY+bqaO//vPl+NCpoXv4
7ea+6X/bD/LrPauL/Pftl/z9ocNf8c+b/EtX9/Wf6vhfHXyII337JvG9uj/4y07CP1xeDQ/d8vqB
LlU9HiB9qLd/+V/94W8Pj7/l7dI8/OP3L/WAPxO/LeXL//7tRxdf//H79vr+29Nf/+1nt/cVH4vu
l+pe/nbRl/fya3/8uYf7Xv3jd80LXtAI4ylHoQ3AT8//+2/Tw+OPfOMFgyAweZYD7jGr0e+/SZxu
s3/8bvApIF8qSVYJdqXNtQoF7bcfoYPkYUB0S6dNeMPv37/h3V8rzV93iQvy7e+/gcXcEV6j+n/8
/owEunFnoFThv7V9C7rUw4dLzuMkZZNhs5IX6kzQFbw0qyycV+Q/Rj+ne2UZ+UfcZb76k5neefpM
vMXax3prkHNSjAmrQx3gwrzUYdotwgqb3Dd3W2z9XW+Pc2SM4mJwx48lUb1fmEEZF+4M/fHJhf/R
aRyPQR8pQAyeQHNxmXyW25bhLp53FvPz1eLBTIt3XrM0odlO2OO7czbcLstylrWLMiMza6ilRDNb
UZ3W4zkjv/xlbQIwl8bsXrfabF3qOnhW48sZgnU5Dm86v2hez2vzQS9PuUY86tIOtgTEXBuTgefA
2oYYRziE6Rd5m8Jp3feY32c7w+7eYjozf6ztFi+aAFF75M5NfV8vtnzdtNM7AjL1G5mSNpJXsrIi
25LibtSr5r1o13IJzT5I4LK7AxVMUE0PGa7ZFzJTHyG3WReVno33MEBNSoClkq+UP9SRpi/MXrHL
uugCvH3DIKPGC2sFLdguZbNfsvyD7pZJGkOzSdhGFifDMywHhHy8kb+0qvynK8TBqvJfXHv+B64q
W6nxn68qcV3lMv/CwvL6oRk+l/mXpyvL9tlvK4vrvyD0hl2OoSvY9LYQfF9ZPPMFhtq0TCC5eHTy
D56uLGTGbjYNKPyw89gex+8ri/eCecbGBocZzOYJPv0rK8sjX+zpg82YnboaVTtINmjgsdtNo0E3
WKwSvrcCvb8SpGQve8Tc87ovilK8NZlKTzvf7glAW5NejPveU10bov8tr3pDr83YAimsL3unXPiH
gT6eDcasAAuGLL9fiRGw4rWsra9NlVCCFOyLhPw29vBOCpT9Eck6UFlMlcLTqNu8kxc4JddujOLO
f5dLgwAmnvtuiUZloWzMpW9DvcZRtYqkt5DxU7i9X9zIsuqphceJyiwYPIJCc2EvhLbVzGSiaims
W8Ay572BhKqJjAE/AvJ7Zo2p6Np7zS6pvfEhGByPWYkm57ednnvVeUErMuMj6tojpJxqSEl36qFJ
aEGmf86CIPkqZEbvgLO4acejOak3UABL90YafRNEhV4PN1NAm38p1ApgCtud0hyr0qpio15hs/dg
zSQgp/3CRCglKGOvoPdVt+yCW9Z4NVpDuOgDtDuD4CteZzl0d6OzplM8qVXcG5AVMJh1+WTU2XIG
GbSJOossN9FMKEpYm8b1rIbsU6ak/lIjMJUKcPVrai7br8bbaUFSd9bnU/ehr5yxn8NA4lKzo4lo
g/MWUfBbM5gLOxrzoLrGSgAT9iSfq5sEI4n7yfPFS69wvM/4FNo9+pel0KO5HpDVGanY7C+HRTCY
CNT7pg0KP7IaX6d+nQH24izRrM+rN6eYGM1ifZcGzjSFk5fMemi4uNzt2zarjVBgoZNHC+SpkSG2
2cArsJCHvxIeWrit2Buds1WrW+vSZgxnkgw74WpSs3cT3eQY/WtNlADejKmTm4bJKZVz03kPftms
5e1WzL1WI+P4a2GPBHE25FgV8WpDwY0C0peq2K9meGVl4nnVVU0TPF1IrevaaDSRZcca74WKezU3
aVRiSMuQ2WhVzqba4reit0umxUPl0EM0WMsmZ7g92je2WwkVpQoP7Yg8XMc6mxkwVIRQLTUZlnU/
vO4RfwyoDLzpi1FN2JW4GqyRMNWZNF5LFbQfhalInoM7nsxRoBBwh57Z+U6k4Wd9Mdh9b0aDO+le
3LnWaMTKkHheIxeGik60ef0mmdYkC1vsDgg6SDfPyAXfQv/j4GiJvzPA9GXozIX2QfVdVoa9M2vv
u3ycpjivPOe9P036h2CcqoSEMVN63PHKsXmtEp7W3POYA8/tl4A5JANXoSOalCJfWp7/8bMni/FO
m2d6mWVkoo1Gqqr+7Kp6DKKlMGnYSVYx3kyqeliSrhvOZnddNgejIjHCMUA8RFwcfa/vdFVUljND
8CJL+y9qBK+N6Gv86yYl7QPLyZbXxsM04W02FM4tWN4yhYsMWiMGbaj23qYWxAmckciupyy5qErO
NjaU2nLp1TxUcd0UMCcA4Zs6Np2O0ZpmqKJh7O7bWGnaHVKZwC67lKWHjntXz6V30+mjgVu456A/
CmaGhpEc83kOV/jB1pVJUHfcVrr+pTKT4V52trvunCkLytC34UoTo7gOxtnMrOidLYTsI1M6xhuH
h7C5dTc/RwIQnIENH8ArTBXcuKgzl1mPSogKTZyPPLrhZGfC5BdOwFM5t8CInTRNP2MuYN/oqnAm
XNFNS2PdLKDowL3V29CvtTrd2yPmoXt/sIpTMq1jxAjmJAw4rL620CKLXvKwmHWtVK2ro6ZdsjbG
LjGTIDRIfz6BSz0DebfDMKLdKnSK8GeDC7PTswE3+mk307UpMk87zY10xctAqyluMqF3kUvw9ieq
T+fKWKU/xLZam/2TuuAHRe92Nof7K0JUBIRbO4BQ/5gJlfUM2VvXanduXRmX/iDGj04j+ndtLm2K
ir9LkB8caoMlDg+Fexw1KPN2EhhA7Q8vLK6wgdGXebMr6wFGOLQuQqAKY+IuA875xnUHbhHEWWW2
+MHo/C/qMULUd/9fHR73nAFl3N+3ZmtpD3rOs+5B3n+FP/JX/7o1qdsHvpeExgtEJXCCaOqo7uAM
/V0SusYLWklC0ajEtjSrjbvxvdk0XxAyBY0WCBoW8iMd53tJaLxAbewCSmOowW6FTvcXSsLjBxYa
Ph0OuPrmnE9g0dHrudDtysZrRWyBzJA30Lo7DQ3lOTGdp+hZzxyRt2PxdaFrIC/mT0fHMuoqI/qp
F3HrBNpNOYwazFfb3ciunwhUZ80rymyXIbJcprS5K3PyjmW6NLG/sB3imCCigkiXaVjRGRXS3rnV
2u+XVBvOpqreV2MN67cgSWYxNeJofAJ0VozJIguHqtCFah2VQb1SOyrr1ZMb/oN38XhGwZmBITqb
2TpOcpTrh+8iGZFuUCQcftXIQ1NU/5Ex91uABLWzpbG+l/BIwpW64MSCc7y8/nVkJF/bI+bSaB8e
mcJ9JIVHitgwZLpzxkrGSGFOqdAfQbqniw2H2YQETOUxWWdiwfP9dMRQE5SSD0GQxxOE9C6Gs9rs
iiEbYj2QXsIWb3WxKfykjIjZSb6oRKQfl2b90E5i8SKj0Nw3nrZeeuz1Z01VqS50aBL+zCY/fzVD
V5ShYU/dwD5Wp0EohkFczb4hPoluxuLf8+surGrXurLaQl0Mk/MtQuv/e9ynixJt5U9WseH+6wNb
RfNwsJDxmX8tZLgxMr9EIcRwEeLE4UIGfo5J1/Z8QOH410LmvuBxYb4LMssAj4/9q7d1XiB0Ro9m
w4CmM8Zr+RcWMr7YwXYIAw5/oW0ytSmlUIUfPqEuXVuwWOMQg69/SDpzhe6ueF5nWpzMPKX7fHyv
Dl4IDufgNsxbgZsMLf/h4ei9khpNIiMlVrCQ2aWvdqwL06cUcuvlOvXtFOa+MObQSUknq4el2VRp
lnGhF6vSQ9fIdZyLvcH82Jk4oeYy0V6LYix0aLrWfsVGJuwGNX0lGVdGddDZkUDj7p5phV1eOAQp
n2E/BKcyaX0TbUl+SeqtvCxL03ybOVXTRLMKcE0eoYzMlX6h9X1xaQYFFNxWO5vwary1vUS7XfIZ
f2JFUs+Xal0a1s5kLF5NWUbUrRWM4sRC+ThsP75ujJJ4ekBHuFs8RE8XEg3FN9G8XDdj1ubPyShW
P0ZI43zpGQFEZstuBDg4ejU1u/aJP9k4t9gl4JlGD0T7LzJmHSvOjdKbSRT2GJNJdpA6fSfQ0kRB
kTORw66vW8JVrggdnLZAKCLGoQrpHI2dgYvu134chUDYE7iXUyuWi7IVThsq6Z7PunIqOmzhX+k5
SvtpsbRrwgMZ3SPv4TdZff2gr93b0ZUAkqPWMRTKAfifvHw/2FGeGVzyPIMgIRFDVYPZg3U0NlnX
rmwMZrmxPq/41Ywls2c/VQwrU98fw8UQzTXuE9qZMbmhMgaH3SXdqazSIzM3zCtpzPMbNemb+eOS
hmM/YA5R6O+1okrPKpICdye+8LYFHN3ZLUyWN28TBUNJPbyz6NomHMVKxcguEYDVfnI+zsEfeZfM
oWfDciKQNA+tWc9imTOwr9bAOcOpczzhsrq9ec++ByUVqlpvI4MfPWGqdOganVTFm4/fjtbWioBn
ThUzzyZA3B9+v8st4N3Gu+poRxSibf2yECouUoQBvdPNsT93RlyCi0S9suZznDndHQwKH5ZCmlwW
vUCUXbtpZJRJferqP1/+LFJQUDluVguYoB19HadKpIeYpo9LwoWuzbpsLlKrxkUu2zCWJJuqV7qV
OOZOVqq5RxFyCZHbvCKLWL70THVmjf4q94LfnoXTKJObaejaX7WKpThi1cQcmckLit/jUeCsWgAL
wsHjddrm8kF+sxryUoFZXA4+gixl/nVZfmlbf9k8yDeqe3hQTMSOB1z/S+BroOMnb+uzDuX8Plf5
02398d9/29c94wVeNzToiKO3dNu/d3XPBnsGxmZ/24I1cDn6e1c39Rc6ODJtPVIB3oTt6f/envgv
0IEy7mWGSfNAl/Iru/q2aDx9mdnIId8gKvJxWeD/+HZPt4vV7yyMtzJvJ6F5s6PWECnywg8u6iW3
EwKdg/rGG0ftYe4L9dKdO0bjT67UDxbi7QjPvwHoBegCouVjSrsp2gK9ckfwoqyLfddaDHcyaZAw
nJyg8RwvXNu5bo6ziFiY+j3TNjptpyWVPrm7yjDaWG9WfCLAuU+cz/MrynEgdWBPTrzFs+ydzC8B
8QebgGhqjZddvaDTaOuNSCmAS2xs0kp13gIS3rrz4HwY59rM9z+/pM9oHtRnW28LzRdCJ7YVhzc1
8GTrCWHau6Vr+13j9u4N/nsBKv2+AvhzJKSA5JTJCXmcz+4kyhY2Uw9rOu5ncLSjElKdbO5Rzg6O
rUjDOssz6iK7tODiZWYT7ILZ6NIL1RkTkGzQgnDChwTfDZqifpmiCHzXrPq0hGNROteycUtSBke3
vS9yFSAvrVMiegRw4RVz2I5QMrEWCxshkuEwsNYZV5ssWbdQPEmPwzc1EMqSGfVW9+tqPstRqnhh
54nc/oq4QWsjv9EkSldjSt5lVi7+4GaJ115p2Z/9oi3G/cKOoM4rYdhl5LaB+zpdgvwTALvjvlJO
Vlbv7GIuMaxyllack9jifkydJbFvrTLIhneFvZSQVAQcTF8WhhkZj+CiTpbpB+8RcjRmO2huk6E0
36SuByi5bPjk+ghVAoDS1gJNAmHWj3Cm3JBNtxXGF2tDO/VH4LN+BEGTR0CUvHlFsMEjUGobo3fj
P8KnjsdlJzQvI5xpwPEuRbVVlsCtPBTWXj7CsMwlgGTHR3jWfIRqq3pqs1htCK7swO4BAzZgF4Sw
IgbTYye2h4X0uzIZnFt/w4NTgogAH9H8B+G8IcbeVOXA8QQifakeIWU2LuBlyic7xiJJnOmP8DPQ
LFC0y4sCzlA2DxqkyDfrI2g9zgIesLlh2W2Q2xn0tA3i5nKOdxLYu34EwEuB9icEqc8AxjeMPCFS
JVq13jjvtGnEnYZO5VWpvOw66N3gjy4ds4cJ2S85xZoekNvnr9YfJbTsM0JE1Zlna/5VVSzeeCW0
wP7YMta7M1urZtTTm/alHAKUvx4zl5t5xlYaFMQIXo2w4bvYzWcIMwb6kX1a1Dlgt+n1O0xEWzea
pG6v0Qh+fDsb2YA8uJqlEQfgi3nomFr2HnJB9qopi1Lb5XYTDPjW+m4elbga7Hy0duJ9BZGKCVWa
U5hfDkMG/tGsrS3h7IlkvQ6KWVRxY1bB69wL2iHKNNjuUd0X6xnwrTZG5uI7yOoSCfizDtq6xn1W
u/W5PZXpZ3tcXNxqg1JAJEgaIh3UqOywDWrxpfHqjU6kVowUtqlPHZmVq1kvhTWpJFokfJNdAShz
KzDum6O8StbXTKvqjz6zui+pqvF6nlsteUWAvP8yK4TnhgYBXO/aweMZF5PRP3i1L++CXLf1KAXI
erXkhkp3ItFL4I+8Ev3edzTnva3p1acOYfGfDNc0PwyILfrUUxF/NlJc4VhcjIxyfpIuGk+7qPRz
ulcneTmW3aKHaCtzKyLheSDNpaxnI2QtL/1I1yHXkqNZ8J4Yngju3NHJVGyOkoa3SqwiMiSGdSFT
mbqK+hyZp66EVYSuT38QF8MWwOq2mo4dp0l1F8IkNcx9rteNHZsTcOQ29Fs/tpqrZbj5KHnvpPUs
QzNTtSBycZhdFjJtM90fQdh4Wf3OjHOY+FmcDN1i0HH16EyJwCjTl1bTiz6yigq/GddvpupsGK0m
w4xXx4OAuVOpn63N3JWh4t1Z6WjarA8DQ2YsA3pusriM/nw/D53mxUXtNfpOh3OBxMmzkLdTN6TQ
t0VnTTGEGT27xDm2cKJmEpZkJOjLez+1q7uVpzcLkzYzrdDq6vWlu2jSwFx5TL4EQyPsPa/b8LFM
Nf1tqzFw4Y3AESKcIWSKsNPNCVhUNEYaA2p2PnOZxSKSuuuKIMbQynlb1UJ557K2RBdL1x/ry2lQ
PJlz0bnvBhAEETa69CuiB/vCOP/5Vnpc9rublGVzkTeIzSFk7gj18OFkikGWzo68IedV2b+qUeVf
irVsXtse1+rXjwZ7HedQEixgYx+NHLCbW2u3F84uL2vtbsKyDYt0zd+PVmkzYlEPPz/cM7vDLb6A
NRczRihylCpHx+vQlHYsIfZuXNPhVebnMsPKYPDmSO8IxAkdIZHATJmAsyA0ctnfmcqHJcpUUIkd
I9O+jFvbbZYYp05GYIPsCaXD5jeJtFEu040FUYrM4FLrlwj6QK4e8MLLTtFanw+nECBs0jKciqiK
kbMdFjyG6w+5om/f4eenpbgu4Brx2c7Gno1oLQL3ilppNi9aUdEbMRiG0byspubsW1brb8YDv9QT
/W+n8wDOPXnUnvVDl/fVPXSeg45o+8T3jsh9QRYAUjk4yKgBH+HMb/xAD4IPIxzSJMk/wLL+SU9k
+IxskKTSf0MSRGsC8PC9J/JeAERs3RWTQdACLLh+AenEP/24ksWf3kA3AyMI1TPWC4fPk6kKNQRE
wAMT6i1EgcncrD9sJsMTqwSVZy2bDZMIjNc11OCBabtsSa8utHEJS31pVWTrI2S7qurJkcKgw57D
IVsTZiOZd610x4I9HLhi3c0W8/XBLbVzLy8HOLrDuLyTQbAm+NG0gxkt/Vh8aJSXyh2EwMssyarX
SymsJmqV5y6hm/rw8yannO0Qz1RK1ZJoeDaV1iOWeMWPLQnxnbXek2Smg+qhFbouE7P+oy1BI/sm
cfmCppW89MtajiTOjzaQljsE4qx1euOun/QqOM+san7vkvles7kqrBNaRFNVVLWTrVEUUSqFFE23
NQEDM8QdY35IjYA8+Lyt5neG8PXz2SjKKtJXo7jgr8B9LPTGB/KUzc/exs4Jmd/l94PpYr/TmkVq
RE7qmPlODeYsdsY66O+RNNkfUHyTfTLxWn/28ra9sqfJ8Xa5J7Um0hvc4kOFW7HArdrX3pLlh6tv
XpNWSRNuQzQRCzEU65Bxc3oELn80Xs9mh5rEBuAz9d4MWyNJMK1URp1GcCa0T8EsRtyBSIOw9+k6
+rvOQt5d4y8jwwqR1R9mZWVftkmbH9Zuk7w0p9rIwwS1hBVna6A+GXS1FkwF0+fZAeNbr8epEH/g
LxFEMNT9Mc6NQlCs1cqZmdFo+afO1poi1Cqnt6OcjvNhbIc5j3CIwsRozDux73sn/2M0E5xJ3RRy
kkaMoRvOiTnJva2KCtd1LZiSaEyyLtsnw2i/cntrrs4ylU2X9mJjHcEB1vmU1+azjp6J+aZSB1Fg
forY4PDtEXXv6vzefO+Ymdzl3ESKW9vcIyc5RSR93mwj+9o0ZwRYsW4c2xWV2OanHbXavnHaO81b
BTy3CRtnp9N2fRZs+1I+Xjf88c4Q+vQXEvpLK/3/BfQLwvbPVvs7aOmq/u11/qV+uuI/fur7bMt5
sdleU0WhOt6QEeqsbyu+670AoYAIbhFt9W3s9X1Iz4r/mJTn4Znh8PrwJP1rxWdq71DdQeTeRuze
r6z42150AEJRbkH/BNiFHMqc9zi3QOZjOuJnUu3qBHvfZh2m2O4rLw9N4q3DAVJi3Pq6h0zJe+Pr
w5vcKuSusUTGQGjVQ+x3c9ZvSv5M+QwThOZfu2X2GfLxcJllLW+5JLJ+KGayNMfgZcrA7rItF7V7
ct1/gKUdAz+bUhDLRJ19FT7QM4Xr1NhGnhh5BWUl6SJtGfq4SvI7h7KHsJcR2bwwpvDnxzx+23nN
AZ0BxuHlMps0tgr6iTgudTRNSRCXXdLoZOUF5Z+mJz8FOrYtPz/Q8T06PtARvDQE85ozAE937HGf
OpFWkV8Fb3/9GJwNtfD2dLGXH56MItsJ0jj7ptbQVhLPCB1Rdc2J2/RYPzzFPDkVlmzUROBloALO
0alAldDrtam0uMMINYbhevUf5J3ZctzGtqZfpR+gsQPzcFuoASRFShQpidINQpRNDIk5MT99f6Dt
c1Rg7arDfdPR0WFfOCyRiZxXrvUPZe59QwH74HXNU990XxqpQaJttX06a/e5O17g16yfNa8fsOj8
kasjAb02O7fLXvOqNFG2nig/ZOUgbqkN1BvRt9qWPPC7qdev7UEz1EDCEPitibOJBapuLsIQcGU9
+eCSn2MAkhsZufMGS7mPhUf9qrFMnHrTF1J+D+enFUvy1QbnAxD8XtKyhsaNsdZoNYpRMWcesDto
Q9dcFneZMus7005foq6a74Vt3SdiKA55XxnkCLNn00hf4HB9qDBg3sQ5ApZiQrK5VOd4b8A5/NSZ
CAsm1n3u5B9cxb6bU/GiSvMOZUGxLSfSgtOgjJuyw1FRE1Z4nXsy/iQ0UKHk+//oMyC4jbrgcEPo
/IYwNni0P6Dm8kOE9qN0zXuk7u9dlZZNh+Ir5DLfttJnh4hlU88NhUtaI/VSbJbPgO0HbrFwHoey
hI8yavdmFz2HvJgAUarf3Sn1Nv3yR5bQrQcVXfCdrWdYEMduE9hy1P04pSlUHyteagB2ee7N92ZT
uttE8qshcn7Au/E+lUQ9rz3TU/N2glF4Y2K3TkiiiF2B+9a16tTiNhHySZDQN8g7jkCC5twfxsHd
KiU1KCSP72pjIEVn2d8VRxbfWgKV7dRKzy81Rk7JYzKNojfokfQOOsifDWqRz3bm3I29e4eASBlA
IZ1vM9F5+8lyH+0ljuUMn29dFDV8B8IqWnr4ERZJ0W+5ee40qzA2+uRBR1cccKOOcQ8/7hlm/Fek
ZvWt58inMI+zXU4KeKMlxfRlmdfQKT6QgHA3GU7HHzsv3GWpo/ld5Uqqjbm67ZGA25lxg44Z5sqA
tRnk12EcTRIcqVu72xgY8xcnMvSdikThdjJKDynYwjtMMcp8buLceXHmHawGwk49EUZWcfKMRmVK
egd5ZBXOAbSWQd9JJZ6RuTDmoCyte2xsLQDULIVxHq2bgWGIgWztG0FL6exNt2FEcbhWDLG1CLR9
sligzQuuuLrOXtyheoJAffX67ZSXiwNK9VdFPoP1HuefQ6+/gHp/rEecceOU7UpV3thgF/FiTxF8
hmjQ/UhOns87rv8T3eOWHOVUB6LP7nObQpJbjhg7GHy3IAEFB1c+zWmhbq3UFkS8iBtm2SC3mmSc
vDiJ9kZaTIdCsgWdon1ClIulYCUvSmQWh3JqntrREbvRtXkmKSSwnZzJLDCn8qWXVIDPtHtPQyED
SDXhcFrz02HxYdk0KtkIcG38JR5VmM+x3btF9nDqgUr3iimhHCDWPHYUk6dcvFg9myyb82ckGu7i
QbvVw+FjrXqPECvTDVlOcVvD09jNnNuHBGNjWNrmPeRVz6/l6G5d10Y3Uxt2RQaJty28O20y7rOU
jaTb0bPhMTC49NJG2DxZGDoS7T8pCiM1Ock3niQAvwYmTCPR5OterDymcGBvYyeeUMsDdW71yxZ1
5l89Emf+6LqP6jyLbZgrj1BwRxRP3EcE0V9amT0XEVsWQdlHGWvKbjl829YR21o2T2mu3zdJxabV
2Rx4HBob7IXIXzfhjszq6Lf6YG3rUik2hsmRMTvNeF0l7Xg95riBLvnfzRypLflSM74z2m4OfTNi
Oh3J1FiSj1QVJb1VKZpshgwP4r7Knq2WnLaVx/1CnYhQICJP3fRlDkImvhKmm/hexY6XafPUOPEz
nI2nJm+eAFcx9mYJycVGkTR2WCduzHeXbvySJfW8f92nSuU85hliAaRPgb1PWCQ1ZVMGFeJAuzSy
GLeeReL2yuM4CRaX4l17Iqv2bjmJzwj4ZF/ReJiEr4bpdMCs+U9o/2KrjwbKeiY/Far6fSbQ9uLK
DH+SrgODtIR9obccjfWofTCcEmKsyC3tgCNSDUzRGT5qLXNJnm385BocguS7xY5ilnFlLuWqoWFp
h3UrkQHKdSXAJMndZo3ycxqj+JPh5jrO42UZdDoHvrDKJxvEM9sGBMUHE0dNrHlm/bM2JzAQeixj
b3pn4qQ1hJKjoaDg1AQum5/UOiXITT5Zs7vpEKkTHzH1nPS5cY/OAefiiDsiaHxh8+RN5bcmi+OP
QimyndVYPz1PE/Ckc4wCPelu9dhQn0bTtG7kWFf7sFar75rijge3CKdbJSP5uFXT+FlGivicqMpP
rRZdApdomb9UzXKSHLOy0wcN+uRQm39Qh0JtSzN6X0RsFqxY2OEAQHbjpCOUqg3u3ql79WlIs+cR
fTDEslA+LFnBBhc2ABGSwX3z9HotErfe43wFJIP8si/V5V7EPfcmX4KN3LXujJl1WDhsg4oDw+Bp
v9Vzq7kxtVbxpRw+UuVIfuBitkCoOCNEYt+psioelCJ9jrDlvK4i6gztUsHliF/ulOwRzSmKGbYT
AeV0H0cYWz51oJeu0j9VRnfblM4vM86+F464ERN1gHkmSpCIKmzKIvf2aa/qfpOw4XSOuH2XQOYp
McrAhlSA7sF55GasVfFhGh0eKqHbbEuVDA+b7koX/UMq+3yvZ2q3bUdr/KQP3CFykON1UXGsE1E+
oYFKN8l00Cj7MRP1/KNLPFjD8XMSMX5QQ18q8hy+Vi+bdgkwXsOFQmueJls8A5iruLMk2B+S8Rcy
4Etu4DgyBgkLtIhsLq9CrAKOA3Aj56lXjHO8y1zOKttRHgda4tBMX4akQfwocUiCwK6/0O4rMe+o
YcTW8P2x4BCqhObrAJGMGQpQWqRsHaf/GCfOtm3ja8Ps70ORQWLTMJnAxhqJiibbEo/c2q3yVXPq
p9SMD44oyASZ3OezaRCyiZT8eb0r0NlKm/khIteDs52u+bGUV2GLtIHbKhsjVL7x2n2wqoaCtoso
w2hd45H9RZPdH6meBVrkUM9kWfdZ+FI18JviPLnGo5UwLevHO4yZxXU+sZeLkIObrOnVsMTuA8mw
zbLmrJRSdMGpkxqTssszTkjZio8TBvdYZiTcm2BGiRoBCvnJIGd/gB27ySuBLEI1G7tO0S/oH715
oL6i7SBu8MaGSbKm9ZeVAxohcZUttl/KDkMLgjTNvpqd6CWFerzhYn05H/q/6jOuJhZdBFgrJCBY
Umucn94Z2IiFmbItlpFicswrtPfmeyP2op2U8/fOdagMcKvkmXnoQ/duCSf1mQM9B93pty0PAA0I
or/ETOpACLTMckMwMBnieYy5SnPOkL5wryZ8d3Asa65KPXupq+bJwFGITCTvmtS4H3GN3ngSolOS
VERBXPtI4GW7vjXvdZPQcQk3FYQPi5wgXKrszkTnkqD4O21iSi5EbTxaXmO6HvUMf9ZdaNNsEYX7
SYhGCbSB2aZodlfN/E0eUk9jqsnH0tONZCOHBckZLWS8kGv8r5uRN1c0cDEMk6rg6R1Pgk9sqLkP
FQdrzl0M4hUSozcpS2AHtIxOw4ITwMu0eyPBiMvGJZrgObyOEEj6S6bwXSm2xzLn37PIsv9ZveXw
Z7moGMj1r1q+Bob8f+k9/P11S1nj/5YKA4yV39b5mwILd8HPpPnzKN22/MQ/6Tb3X2TGcFohkcF/
HEHJ3UWAAfwomHF9VWDR/8Xf1MgGQKzC9GtRGvkn3Qa5Wuc4XpIWgIr54fek216x4r/vSRRdjaX4
A6IcUSVClONTvpz0VJ3cXNtWeat9i22qCmNrjtBJOC8hoaDXxyNxRgggq7/iqqE+NKYZXsnEdm8s
r642bOAndNwJG2uxuJ9pMvxVSrzZlirLkO+GTMs3g4WEneyVgbL73O3mQm1/mbqgaNxFlG8GHg7f
BQoot1Fu2n8qSZRm1LERRBlHPS03o3BtrN0w0ZtcyjpTl8f7paxVb/CIC787UpsffpvDE+m79eW3
DAspPI/qJOJ47prl0mQRsPRQ17ayr0NKGka5zYq+QoAeIeQRfNyVZOfucsXKD68tv2ub/c/20P+7
EgSoAvw2HW+21ANiIf9r18kWOZdOHu8sfvCfnaWTrcZYGvwlWSxqZczhP4lsAwECQMIg77CYcxDa
/C84p+ZQulz0bVnqJowGj1/4z85CgADCD8yPvyuX7xMgeJPYs1k4qBxAX6MUTrb9eGfliTLht66x
s+rQQc+f59j4MxqjNig84nqJb0NyPRlN8i0bcsvP4A3pOOXqJomMNB1zn4LeE1E28sqzQ4wb5Ycm
k5+0Qd20XalsXad8oOSkHnDFuAeu4LdpOvnvX4z/P5RVTCbv3/OFEO/Ojg745a//swrtfwFzYCFy
XrOU/l6ArLh/wQ9AnZDw+e8iy9+VFIUVyJ/AQkQaAxmI18X59wpEbZ8yCwtmkQFczLbfR3g8XoHg
ZaidU/ljHaIAC7Filds2yCGkijbON1psyUWSt7Sz+7Zxs/CLXuSl9iWO0vL5t5E5cXCuEuoElQBO
CfIWY1F2GVzB42WfjFaUh1HmXjubj9Hm87cPdw/3l2zlj2uNb9tYdcyberOyLTT3xebpx2O0+RBu
LkTHK7O7t00sF8RvtZTJRn51RtXhWu7un24fP6XbT7P/nfrShZqNtgB7/vsCftvQ0tffGqpNDLmR
lnCvbwBsbh/jLZ3Jt5e8mFbKvG+aWVOokWfU1LRkWkQ4bKvy4ORoFpBAt/VXaQUft5Wt5wae86CV
5FtyRHZGy8fDiQQECDTzWuTepqv+RugQxZ0WgLowk2s/RlzQ/x7mef/xo+cf7pqNd6FYdakJYrOj
AZ5Uqw8zep5vfsT+Y7u5Q3vur3Py33aDnf77JLLiIfwv7ovEC9T81labVRTOY+457aF0TIxJUTAE
fQrOAEFW50K96PjdZr82RWkPLgJMAWAxy6f8tl4qJUSM3avbg2KF5WNkudfFPKYBYCtxPXhDu2kF
XkDnN/XqIKFMpCFKStEIQDkaXbAXj9oUkwm+27byoJaa3AMMJwfSd8gW6npxnetO8lcM9G+H81X0
8rdN8dogVLDlMIGLwC1+3CCOHbXe6DoN5nC5dDDXO7NobL+0BCoH1VDzxqrDQ5vG3i5ua+fGspoq
kNyWPhYFNXjfdviJTGlT+a2mdaSaC1J4CY5Kmw7Pz60yhulnxc5dkEO5d+uEkY3WXlIGUVO5h2ok
f54gL3sFISS/UVJR74hEjK3RIZxu6dLlOlfjnS0Mjf/Ksx0lmfexnTmykd4xoaqj9Excjpzu8RCU
LdWsvEMpHSCpuveyLNuX5dDvz8/scSWXVhZoFy8Aav7QW1BYOG5lQvY1FOpc7yebtOZgYYDRKF1z
oZX19tAXeTGeLGhVACfjYjpuZW4UKl1Tbu7b1mu+kl1QrrPaGh46cgXB+Q6daAq5J7hb3Mpcs+t6
LlSV3ImBDcOVd4otD3HxZcrbDvVKs/v8/qYIIxd7b6JMKCbHvcLW0i0T2MBA0yJrVzcEdOZcxPtY
jy9Vbd9ME6897m+01ZkuwtPVAKZ6MVdhEtv7RcdvNwMx3rYZGcvzHVofLdAIwZ2x2RdTFKB7610n
u0S2yEwFTqjpL0WlzWhIZWbykoUex9qMmtSDJ3svu3BCL4vs993OKxgaH2rc2E2ryMeveof7gFq3
Zh8eUHApFyx0RoXBEoPYF8jQfmstp/meEGvVm0yT+qX7YX24cdgQioF9XJ7hGtCR42nMcxT5elOS
5BNqHVEWKDUrADzvDL6DHvlnvfci7Z0jveiuL1uOCBCGEsqMx22iutTkbaHYh74uk4BTN3qqbKqw
snGMm9mdy92Cw7uwNdaLCBQFKQPom2ivO2zJ1fTCm5xz6FJlkBewZGPVKm9rmEEXOKnrDfjaCkkN
+M6YLdLJ466BTokmNmAZUEDJb1BMKjewh9q9kKPyzluXpnRtgaHqyLhjBrwaxbSsR2eOiypox5LU
X9j2TryPMPzTt3XNCXGBtPa2Z9y2IFEg/MKpQpDquGedW4YjNPgxGFQTIhApjRvXyClb4Kpwd34n
vp0qIFAWDwQ2BaiU9X6HDNKWsWWjiByGzZ0VZs1BrbzxQpB7qhX0VXidYgcHek8/7pCCpF3k5HIK
tHxS9i1Z/UCpi+d3dwW4KAc58rGLAv6y/X6LV2TLMvCUdAiqUpsptZUAYtMk7l7ON/NmFzNaKhEK
vFuwT8abPJY7jrWpZUOgsPU+Ol0dfkBpt76tJnf25TROv863t4oqWQVghRYDgeUGBWG5XuZWVkUw
asbALszo3hatstMMythpntfb2iMp21aUFl28xq9aIykvTN2JtUhaYyGskrUzsHQ5HlVQBZqDsOaA
d0aigPdKFvXfWKWIVNv9l/NdPbFMnAXBtgjCQk5Y58LqSc3JfWlDQNVFZAipebrvRRB3LhyKp/q0
iK2Tt4Gei8LMcZ/CShppanhTMCI1+pMRdSR+UjLRDiWNlVfne7V+qAJ0xLGSiUMfEp4HHiDHzcmk
a8nrgfbuo8Fw93Fm1+4nVYnKr0WkKHfzXOTye4oQ2uMQuu7noikNd1fHKsSkssu89MK5+YrOO7oF
lzQvmSnKbQhGIPF1/D3RaGMqMqhqEDEO/UZ/9bdUHJAAe32OzWZbtxOyV4lOOLrl4FW1vYhtNFrN
VK+cgwBHtPhp4NMFFHpOsy0sFQpj6Pl/gp5lXCILv9kAfC5ynbwH0LdYDLCPP3e0nbTLjXkKgOA4
fyDpoULA1zsqY40OAEaP0r2Xu/K2cwZnp6vTcOE0XgcrrBDuRVBk4NhIN6yfXE7bVZaJM2IwGXW4
0QvP9LWhTw5GDj4h7M3kQ0HfLyyaN0uURsmpkHpfqpMcNsednru5HfVCmXChSvsfwuuz7lVAP9z0
WkHV7vwSPdnaoq9KYGbjVr38+W9HZzWIseltawqQ1+uvHNTEAVHI2kFDWFcvLL9Tw4kaK0cn8kcL
dee4LbZ9CJeLzZe1CkYHPIY4pqekC7wyGXalo4+70XGiS97wr0HHetVzslAVRGmaw3sVfcUaCD5H
jlMwlygl1TOaowcd351PRuLiNZaqRZBN/b6qHPFNjYbqI5ae8NNhABoLzisb++QWXS8l85UMkdEL
IdObW4X5XijklGCgNRE/HY+KkjhKNqipGkwmpj9xIafHrMOXY6O0bXNjqNmlN8WpaUAkCNArwc2S
UThuMIQS7aoDLEkrszNf5IUHukmWXyqzjnZdY5iHcrCVC8bhJxvlICTtiFgZ8cZxoyp0W8WK9Tmo
swF4Q5GazQ5UU/2gJ038GVxJHCNYXRqXyGIn1jdpBQOVNKJv0qcrzttYQ/ux20QNksGrTFQuPRwz
s7B3/7CZ3G/nN9OJTho6y3hRQidefCUa/baZlNELM+E4E4LbqsIqarMMIIfd3Q2xLHZ8R7e4Tsv3
BnLLPUbEuGhCgrhd+3TavVFmRmPPgUrGsto0monhujqkTrQ73703l/RrQ5zGy0BCmVrNoRvHhoGA
+AxHHsQJTx0RZCO6pO9vBfEr6pi8EomAV8GcSiVjxNReC9q5KfutFQ5gCDFEyC8pqq/zrwsNARYC
iS7UtGB9rXce5hAeXuKKFtSNqo67uZm6eltBhJ19I1qGTyND+yixP3W3w2I6sqkaXUa+EoNT89sh
U52NWlkiCRI3sZr/YByI0HHoYfWidLgahxAZuirJKy1IMxfvjDIVltzbJgyj918B5Pj+u6HVtPKK
zMLJoCGrGNGanVG0UjfVWGefNfQ5LvnAv3mIc8SZi3oj1zlB2HpD1jWFpUEUnD6K4vgRpjrfEJXW
r+Q45g/wn5yPAH+arZcbYBjOr6wT4QRyOaj66fhMAPtZdXQKB4FCL2fBBJL00XIRDqOi7I2fuRdM
FCdaT/0QKeF0jZp95U89BqsXvuDEDuJ5R99txP+QiVnNKZJCHcISUg3QL87KTaFKOVxTn6y8D+e7
eqIhVjbvT17JoO7WGdxiymZRCIjUyNya4IeqcSunNn//1cULhQiJuxUG5dpgRhrd0CKUi4Ghpdhk
1dFZxhB7SPJfHESx8Klfm0/nO3biPMexcxHAYx4pba3iFV2UcVXHmROUyoAyc4TagjFN6jVPwPDC
++fExUzVd6nTLjEzucXjK4vIyNWyVjNJELftj1xExSfDC5V+69V5hY9c6TTdhdhvXalZjiRoGixQ
m0zmgg04btMqm2pC8tEMcn2u0TeHtwwYqM7Fp0aL65t5KKrPUR11L2YLon5jz4l2X/aZXW7PDzN8
d1paBU28pkkEEidAuFs/dkmPwyOaUzvoW8ihgDSIRlBXb+t7zCxN+05T8Zg5uFbVpge0LJsGnLRu
/cJT3FP3umjtlB1U9NbOhiHxNY3iutxKbpDyCl7B1GzarIndXZ8a7deiSJoOlFSoJ9toQeT62MaF
D6WuZd80BTl3NR5l/WTMojECT2jjx9xGHc13JZJg256Uk32Ioyqs9gpMWcOfdMUcbmJRt64/m405
+F4/OVAMwKD80TR9+0IAWpcfYt1SsJsadPG1VuIcR++8dSCXZrL8bEGgdDapVNR5U0np9LtSb81f
aGcPk5+oIcpxdaExJMOkeE+dl8Oit0xECrbC6uHwj+yMAVp8OjZ+LuDbUrnpy88piJBw6xi9N2MK
apVYmaXQ6hH4zj1tkyM+GIJcMccfGije9mOadM1tD7IFpYnYan6kFQG6nzma8lOGpQoELU+Gadt4
1vS17avusWqLAhs3OWuPSNwof06Nbv6KefQ1Bw0OzL3tZYChUQ0BTD2HOpTJUPCyIwwfLRDryMZH
237SQ2DiqjIhyx3Zn8PKSlGULxAijZH6cCC8hdVdq4a9E9Cn/kvZdahtYNbG7WHZqVpDSGvyu67Q
KnTyyWeNfmMMSrMDeZb/GFSKBQCl3ezLOFgA3sJ66P6AQD1FAVAdTJdyDei6b6EW9MuNtIH+1FVR
3MR5i2OdM48IMEeloFhhmx1sU7iuabiXeeTW+6TgVXqvzkPZbfKi1nQyvaPsfBfXoPBKydMJtLOu
Djre772QfpTHeiCaqlQPI+JXoV/quTS2UT0gizj2AqsVeMkeQGptcHzhNH1+7SpV9nNEvuMXIeR8
NTkC57xC05sS4muN2mTjjuFz5Krls2m0ubaHFpipvhOqSrErJ1d5UiLVhmEks+a+IowgiuhUPoN1
hu6L2oK+sBRjkKwQ5Dq2QzbmJh5Mrf7yv3tMKkcJ14HrUy6/erIR6EU1v8ouRAUn7mkEtCxI5gtz
7Q25EMa5h3qLNAN8+poY5Y6sFgi+jDF6OuPQbSKrKdDbMSJi2h6B2gsH0KnjB+1v4C1AG9D7XOW+
cgMux6BWetByTN411BK2eZbFF1pZjtP1IccZR/94HlJgWQbht4B9nLrWKI1cD3Sp9FjUER9w87tw
3WfoL6LI/M7InOfYmbB7On/CnrpduJ4XkB0lVm7R46ZNPJ6XUEEPYPfX+aZIrOkgDXX+bFWuc8DJ
7Pv59t52FVItNT7yPrw2EVs8bi/EbFXR4sEK5jBHuCbuFRXiRT1U3Y0iYGZtUA2dx308K4S/55t+
u5Sg2JIDQygMNvCbSivlIC3Bcyi9qqYo9XYlijPPGK2pKeJVg4ujQekU3a4DTzUgjhN7l96eJ9Jw
JG4poi2PFt5m64dLO8W2OdlpfmUndhxhN+3GtQ9TrKw3RkScvWt50mkQ6AGfB9QBKmXfm42Rc/6r
7RdTLfAkOz8kb8MYimyL8A0PYot052o2hJLUBvbu4qpuJBXiBYN7M0nNuu6bxP15vq23K4222Mse
BTCciNdY9yqy6gJOgbgqXKPDxTIRO7ytu9vYHLw9oP74Qt/erjTeLBTzGXIy1+Ya1N9j6ecmCIIF
bpKKA1gdF9XYOb81EGM4JIj2YMly0XT8xIAuCUIwsPRxcUY4Xt7oJICawCco4OTO7rjIQZeiNLaL
OlW90L+3RxMurxwYrAl4C28KJ00U205rSS8orUrfK2Ynrtt0ulTPPjFrDsUZXFXYrEsG9LhDWjjz
WKg64DJqqnCFhAq+qEO/SwZ1YJdq8YUswqsF/PFZSCQPGoKqHVuFbPxxg/A2jWHk1UZuGL1TUl8u
xx/5DKO+GYfauMeIZIBy0AoJuRPRjPCQxlr8UUJl+pQoJnQbdxgp+qVhA2lqcmQE1c/Is1ukCQtr
Exqgcg+ystr7VG378M4pJvN7i7/flxmxqEvQhhPrgRI9rz1KdwAk13XmZNIJLa02RIBYHzUQGkhW
7RbHOWczRbiyXLhITja3gA88mlxSeceDp0jXg9kkwgARF3dCsa7IlR1Z4+bRzHJcds7v6BMrECgQ
BxH47cVmc7U26klDxCvWwqDNJeFl1NvfOztvLqCATreCsCQgIOoy65qM19BChmhgUCJgRjAijLT7
oo625l5o6MT9gA4DuO5FimE5EI8HTzhmX9tmFQazkzjzlnAZZd8Qwm0jUfjfYPY57Cp3jD8k04zx
1PmxPDVzSzqA5yvLHk/p48ahNRhKL/UwUJU2eSQiavUngebZF11pzOrx/Y2RGuSRxxsWKNcqGxlJ
Nxq8sVcCpYES1Nept9h21epVr3mXZEFPHCAsfPK7QB6IMt4AYlDKFKYGjwPCT77N+rbdqpE+7Ntm
ep7YHhdOxROnPsUKEJlk0ij4rsvJltq2o5drSkBpPP6oqzXiiLOdfZBg7jdF1StXjZbbF1bO24wO
CBJS+lzvpHOQNzuevLaPW5gElhLoVW7jBYjzX+iLWpPWrrNh2W0RzbQXF79i+KnooXvQpZzMd6e2
EakC7QCcBVE/srDHHyGK0c4tG6IlictcC+IyBLLVR9Yw7I2sn1TEL6NI+m44NQ/nl9OpHeqAAP4r
mwSq5bhltmLcdzJXArhe9k2ezgo6ioN+oX+nWnHZm9S/CFdJmR63IiGHWQ2+RoEpJsTcBupwCEt1
nnQuNHRqxWJcQIBG6ZsCxao7du+ZKCfEdMchm5Riu+N7Sf8HZMfIb6L8Eiz21M5nW+CoCaISNNKq
udZL0qxCPhisijS3plFKyk+tvZnS/j/YHNTQl9orgDGWymqJuBYFbr3LwqATLcCtzk27e4yoTTCG
eYd0U2FWdC+tPW9/foWcGFLOUwSCiX0xsn9zCJQs/Xamj13YtgFp2Wwza7P9JevJz5BsLXbn2zsx
powl961DjWCRbzteK1ZGUn15TAaZBv1OD7V0O8WuQfJRXjSa5let4hWKLByjKqpBJDlXe59SfmFo
GS57VWold5lexNed3V/y2zrVIUIwEnOACln7qw5FQAOQ99KJikQ23rgybXdRrUV/epFVbM+P3UoD
HygmST8CFqD+HGko0qx6pGcVWslZ6gUpBgxXJvmVPTxoDA4bFZl7NTSzbQY/18+iDvyc7PtNBe3q
W4Me/gHKo3sh/3niWsb3jNISgDVu5nWqNSOxgdficv/LSlAodMvqUHZNfx2RR/MTBZo2eglEfFxo
9YWxODXs6O6zKZf98qZUjHu3dLqctqm1NOmHwR6BQ7mFCV7Wxveuf38QwOuIQ4CJJmpcz3JiJFWH
KTjRouJVV7GNTN+W6Ro+DdWEgPL5eT61J1EEWkpcCKexfI/3yBDO3uD2TPPsAHLGV0LZEPEYkNFa
nBwz1bvQ3omkMpEplUHgwzr/rGNhW+mHrLBaL5DZ3M6bvNWN3O/02Jx3U6g2yt4uwyi9Ic0vxQEz
zb7cobOQ1ORDRzStz/f+9bG93reUutGRYlVxqax2VDqY0kxdMwxkOuQm5n5U3a6bMi9j5NMb0q1x
hvMR/nZKP26VTIibPk/HP+3J7p7iykU6sO4yO9q4Y5Jq3Atanh/UtkOti7T6sOnCATbd+W8+NWNL
dPGaml8qk8czhu9jNKIEFAZe2jR/Vp6RfFeFKL+Dl8umbZH2ln5h/b/dezzFqJQTFWMP9AYP5bDP
rVjLXUAB81AfTNlr30MLwQW4W0bW7mSVNGILKMd8mKX09AtL5u2Vj9UHJTKuDnV5567uq86SAklK
4RJXGbCDx8hOnb0YAfhduJ9ON4TxGucdT5k1LDcGk9u1kesEdRS5ByXOiqsOauiF7rw9TegOtwSA
NZItrLnj+YNR3diilLQi4myvzb25zRtQ1OASxwvL+2SHeAJBSwKOCPDxuKl4KrsYBLET4CTk+B7I
/aDS+84/vyBPdogwYjGGWFgaqz0E/FXFKdN2gthpiq30tBpFFdW4cpTm/VESY8dTmmSktgCSVktB
R3weT6OBVD9Hhe8W6rSrvBgvUQRt/pNeId1FvQn7Nbhtx2NX5ATY2Do7wRyP3zTAQkCkB3nAmHy4
cLW93dALwgqdQWJmqrHrkD2xQBnO9ugA7Crbq0Qr3L2ai8EfvUKHhWRY7z5A6NPi1wUMEDjZOrcS
xoaOLSD7qSht9bpUQ7Gps1nuCkMivGGjo39+fZzoH6sd4raLLZQLfHQ1kqKICRxajg8nVT91lLrv
ebfV8kOY99YvFYEt/cJL7MSKhJ0AeBPA3sIfWs1dNLSN6JTKDWKlw2e6HMoNFXxnO2FSf+FsPNUU
E0dwQKiJotmqc05btuDHDDfAkMq9jq0WpZiOu6Iwkf46P44ndjNZQzbyEgItIeDxOAqvNmycgd3A
6MnSto0UW1T1hwvr/tRs/dbK6/39WxXC0FJwvJN0A7YG4EtPn6j5Tf3j5CZtMOa2/R+sRhY9GXH8
XZeg57hXA+HbRDWXuSrnYmMWpXc/2eO0icYSLVmMbt+fY3FJr8C88FgYpJNWh6Li9g45vtINnD6M
dohFdXsbQB5VrvESz2OZkePogiQwrNSljE4W2Fs11VmpJCAoGMsGZZ22ojCFaTqVnXwW/jwYeAO4
VJ9rOAQIkzX6H+cXzIkYnvaBJ5AFAVxHveV4bNtyFrFhM7aDk5oV2kaR+NOr587cisR1Mj/XbVl+
mmrRDAfk/p3FJNuQD7mty+uKFBnVZgTYL7nUnAgnOAtAeMJAAVO1jrkwgE+7ZjQc8k7WVG3AC2i3
aRM6P7uuloNP2dmTGxe7vxettigBnx+UU7to8eFBNhQ+yhvOT75Ao2uPgNduFMTrMmSYIPgqV+db
OXUssLgQnIVhAz5kdVHFkWOOiULZwRH1dNd0RbpL+wlxtrH6db6lEwH1QpvmpnrlEvFeWE0yW2om
weMGQB76j0MBWMPXqHMgzYan4HcTBapyk3jRcKWqPLY9Ddk7sOaXikgnxhXyIsZR1PR4ULyJ0ozE
gPoyeZD9Y3HXiarf9FPxbmg+IrMqlwnVKjQ1eREed7axTaEPjeYF2KIm4Wt2BBT25LbZhUtrGbXV
1l2A6VAsqDIs6abjhpAIXXAVURhAMihDtCkVdDCarBFfsyy0k2tEwOpbQ2vRnT0/nyfOXzRSAE7a
MCzfVj6mhsp7UWasz0xoH1pG+3p04ujWjJrWLybXPpxv7+T6WfCGQPsYVerOxz11Sp0YUWhkSUyj
/y7csLq1ZYyknEHtIB7CcWclxKgQUb2DFGm+HzBM989/xKlOUz5g/UDcN/V1+mTErXuWCVWsrrHE
9xEZb+9gO3nqbapFNH7H/5jFhYvnxBYlBF8UNVy2/BtUGmmPwUAXlcpg6yDmMsdInJVehWzWdMnB
71RTtEXqZjmGiZKPh9iwpv9D2nktyY0j4fqJGEFvblm+2siMpJZ0w5B2NAQ9QU8+/fmoc3G6WYxi
SCd2dmJjtTsogEAikfmbNm8twR0HkOFzGnnmr5rgbCHuaoVyY+euhFewqv9vsPmgvrrAVbUfcmvk
FWO3QjV3Cln4t3ZK68sAfCz3xRRq7wF7uI5fgBAezve/5FoY4LkxN/Zn69dlNNLpPZroNblnBSX6
58hM+keYAvpGyry2oLyh5kCjz0WZ+c9fzzEhnyjbkfA6WtXBNKJwN4y2eRCyDDaWc21CVEppIQMU
vWXNmCKcJjUl6wraWF6SYIr2bm4UfzEKEMz5dT03cm9AAU0Mxy5P7DPOXuI0JVmxnyK5Kf68ds7m
tiBpsTqD7hcbkQL2UE52Zp8LHBjg2mn1RyxQPZ8DTk3PTOxdGYziVOpDtMeeQUUCVcUzwutpWpqt
gqBmr/mOI6vnbBZlDabY2viya3GXOiF9X15eqIIsfmHQzamigJDqxTriSkWWIhKBq5tQD4NmuRvL
vhr8Xg+3OCxwKbNIDUP7XHad9iNoTONfjio6hm1R9fYuq8zkHJei+ARRwCyvgGc68+AFk9yChazt
aNhFBLO5SUxW9HZHF6aOAofd2Welj5uvntBQKdVl+C6xcnH48yPqkpTSpprZHstoxJcXdu6ODrRO
xdiBKpn2oQDzeH+Uta1GoR+lLT6lc5NmA6PuI5cwcxZidC6idvW9AViLMkeRv5dmJzb6NSsbx2AD
oLXHQ0K7KRBDeiub0gts0vqpfQg6hBKqKVOeWYFhN1hWDn4V1/b7k1z5arS+Uc5CfQlm5PKxpCde
EGJKZJ+NJg38JC/1PaZJ1llvrWgDRL2ynnAQAM7MvRMO73KniqlD6ELw1SLk99B6ivZdWYQn4dbJ
DhJfs/+Lqb0ab576qxCLjOcU46PsnEM7Qi0clepnp6gHXgj4Df7FUHQzMPWFHEMK+XaocnAw0wh0
+5yVcYa9XFq/66XSfy7sYGNSa4vIZT+zc0GJk52/HQnF21oC7AovfRF1aMyij1vVbvMwoTq1i4Ff
byRX8y9fZJEG8BVYl7Ol1k0W2UWZYkxGE15wbXHSSxN0+edZIqtAl9Xov7v24OGgQj0yxPza0B+a
pIsv9xd33hc3P4GIotGbIqFdVucaMajcv254aUt0/a2Sxx93kNw47StJB6ELNjLSHTMWZLFbLD2N
UimNkCSjKR9R8OiebHdynpzKth/DoCm8PSuE6YvTeOHH+zNcSv3Q+6CLR49W/W0EAff67VdteM9n
ypCLi3AKT5IJgLumG5S55mNb90CMNUxQtd1Q8ppEx6UWwdVKOzqdnZKVBZKqrXmqBtucjrMSw+RL
N3awg1Rc1PQtt6zQSNBmpLLTm3KLQrC2cBacGtZu/veyfoRHs2GUlgcwgjKu8B1dcfDLEeJ9io/2
1VMBK7lJrR6cMXP/InhxCdBpmoFdN93EwCmC1G0G5aziTLv32kk/BRkeQEkx9BubcO0cABKaNRLI
om7fGBw6NcNj4JIjfe6dJIiPaQfSOW2+24Ghf3c7Q/uGTQIIlEiY7mOi8QLa4M+uxWr0wTC94O+3
nS58UZvKjFpxcbUhOnguMuOjE/6vHsW0EWVWriJQAzxl9LnJjQDM2/0YJ3GommMEsMYrW9tHXR6a
VNQqFdazGeBIv7O9pj9EQM23TIlWAhz1Hh5QVDfo1iyfrYhZs9m6Wjkb1K/bJ/wZY+mjb86bv+DP
PtamaOXGzbSysCZBdYa0zuyMZa1jEBEGu3GinMFIf05lk39GXPtz1rjdxhdcW1dWkwQQLBFSAPOf
v76SHKtVNL0IzmlaDTjeIy8uJricV9k7XeV3QAtyUBNFtvUmX5shbEaeAXxOOg+La2NUtaZt0p7m
c9oId5/g3YuVp63FmAUM1bSRAq+EBLCCfD2Da4OwsKgdOa2ScpXQbq6GUg9PHt6xwnfHzm3ORWxV
BZpbrv1LOGn4T66EuBveD6erw1PRxsmH3sBN8RwfOUyDXDcAoKErnzUvg88TOvWI6RxpxvDYwuTF
stWNi+oip75TvtwffyVWzNo0VO/puXOGFtNHgKjQxioWlzjrnO5f+BSoYRfsP0zu9B7iQ+k6cQ79
IUEpqwX5j6mJV5d/Udif4f7AIPAmv4XiAYSTY4JPzlkZ6vAhddH/d9MWqpATZhsHaIUT7iK5Svwn
YWZnL5+zRe6myaQ4yrmSthI+eaURqkfkS0RODc0wL4VTlBAQW6VGG0HYala/eFkYY5Wph6lzxF2p
ik8OfMmrNShK+9Aryvg8tPR3Nrbm2kHgyxDauHBvXylW1peqV4UKaOq+tZDHS8LvStdV5i5IKpSM
7u+EtWDGJqT1TDDlYyyOXZYEqFslABRFbvMwsmRh4bEsJuMSGmX4I+L8jMf7Q65kS9yIgMV13p7U
hBYhhhwHvQOkPi7mqGXHunSK49Tb+uH+KL+lUBdJmaWRjSGGTDS76WMm7hQNBZ7RF1E1IvtXhokW
PdSWhiF5pU+zVZehh951bLx8OLWqMymXou0t2C2At+JLqBtp/CJNU8T+iCNg/xDkXYtZSGQ3u8bo
Sms3TrEzQuTAaeGqx05ZfYx4rSM1TBbW+H1WDmQ1UCC2dFpW6A0wPDk0oHTpBt8c397UhgSAa3RR
vNTwLviOo+SvzFAXX46jFz61sVpWOz1AUWWHRzgrnFlmrR8NQ0mfSy+B+nZ/tde+KbUizjKipTzT
5k396tqwNaVWe8OOLpoTlJdI2uVOpMD57o+ycjTIa8Ang1mnl7UsXEipu11lu9Elc6z4qpIOv0+a
qTw5Ua59uz/U6oSAN/CXTcBYXkdTFldRNbHEehgOpwHgxU6DfrixbCu37fzP5phDlyFDXMThVMVm
k6pldGlacN2KU8lZtxowQVHCFytNvXkKNVGe/mZuLOJsqIvayiJ3SqfOyGXDAdRDLcx8bzSVeF9I
N91Yw5VbDmznzC1AdQJKw/znrzZF0Lt1YYdpfElCwZOIOVKkjBzdKP0syYPh5AVuVD5T9e8+o7oS
/zkgmvcOE5ydCJCdWgaaUGKPbSbotZhjxbMMufKdzGT5nFdqcM4xgDjfX9eVWMpU0RqCJEJxZNk4
QfMhLKmkiktmNXjLAgs+m1Np7KNRjC8qRtMbu2dlPOqZiAEDMqCxu0RqgOpyICHI8JIldXlIRWz5
fRzlJ5SbhrMq87+4mVD8hc7rgi+9bes5Ro8Eb1CGl7GrwIPgd3McCeVH6KNb5JSVk85Q3IAmAANU
5RbXEqE77oVMwktt48oWSFt/wHtGu5ToiV3uf7XVoSjXslVnIMryJYHOqZYWOq9DTNDz3RTX6UMg
Q/eqZG2/QblZOe6oYVITnBUBacoubr6p0LK+axNxmVDnzR+6OjAqv+RBaKDnPcEwHrHiDr5aWTOJ
l/uzXEHh0WUDV0ZTlpzvZnNqs0GYRXf6UuBkJ0+ASCByDq5X/FuLRn9IBhLPYzvJwNjTNB+R6AX7
Zh8dOxIY08VtO+4UozRfunrmYMu2dR5bm//igP9W9Bzi7ym+3P/Jax8GiL0GwYvqAxXAt+EjgZsE
qqXzzr20wh2u496ZKlB65eWzJfq3VqOmwIFO1tzCv2UPKSZwCJq63gxj1p9x+jRJhIv+0OlhgQuy
EIc+q4eDDKJoLyuh7iQq8xtP2pVwifoJXXNSP26EZbiqa7evYozZ6buW3X9FMXRXNDLMfYDM6G40
o/6ja2W/glh2G3tj5a7jtUd9AswoT75lW3kSVoGKLQ3fpAuaM9Ig9ntn2DaJ1Plei4SMjAXzPxMh
8lvK1DCWrTHg8w0Gy0xySPaKiSlg1LTiiMNy9Q0YTPzSZEr3YjUd/wMzFjlvTVEUxVGZRGKfnGby
xEY2uhJEKdpBQdfQ02H9l5ehltaCzj1Y2arC19AJp/9sL5yQRBqFX45B+fX+rl75ysDQWGi+MCos
N3jBHp9A26bX1Vf0XTz7P0eL3onKfpKh/VJpxo8iB65yf8yVuDMTTx3uYTDBN6/duocUUCUDAOTQ
KL7VQTbuVBchwXBwKNNO5b9qYpsbsW7l9HJ0eVhwcGdK3mJdbSMTDakvZAsv/kalqdnVCE8hqDNV
G+dm/ict9hWp4AzmprlNq2CRRNmVZSPhbNLYjswu2imNjuxSbcc4s0vJacO0u7G6fSE0+TOspjrY
eVml/Dkcjjyc1eWT0j5bBquiSpUukhQUtFLRM99JVPu5dqwAYpDdyC0brbXFRdpqbjJSc75JhK16
ANJqUizpozYFiVKEXyoLT83I6OTfTOzVUHPweJXE4fvZhUPWBeeojvOTbJVvRhn3x1FL+r84iRR0
IMshfgTHcXE7ZmhD6HHQwpnJBuVS6kJ9nCqCgzsWzc4davN0/1SsLiI5N3tzhrku07XSMCimpTI4
Gyqm8z7Sy2p70Osm+2Vok76F0Fw7g7yNeLHRGLntnUW5KtW6seF62FYd+s0QZfGzB1YE68FxLCmw
xDr+NohPRFst6bWJkoYDTibIz+3It5/QMwa7F6iWnCc37g6zw8NzjrPpzihMefjzNaWCR1vZAeR1
g8lSBmwsXQHvSRZYiLb0WXe1GapnrXW3KsBrswIfTIUEXChopcWxb3DMKgGoO+ek6NP3maqFnL3R
2XVTKbcYHGshhsSJtuDcbr3JtHvHy5NJpTFYmq3zXqKYcGkDU/0ANB/RAK3p6yeeWfUFYmn/rac1
s/W+Xrs1wFJaKGiRo9z0k0MzUSYMXXgYiiBQLxhT5u1xomzyS03D4D+J2nS9D/vUeCFbSLfwfGtL
7f3WraCwzy9YbiB6eLQdPOfsZGP2rsns4Yg9Lnr9YMhf/nwDUX4ExgPHEQTu/FNehRunkCKyaPie
i7YLjlVsTHvZRclVrfW/wGjDpaR+z0B802XINvSRt5XCULXnTo+ljSllA8htJ2SMj2lSbW3YlU3E
4s1gGnBgt82R0IrzNsJ37jyjf2uwX9b0WYJirKhEFeG3EUNkmsA5mko8Igq86Ovo1/3FXUn0ACVw
JRNlZ+bT4siMYVNNRgFwSC8tZ1fVTbrvULY/3B9lZbfQK6RPCcICutOy3Wa4yCDqArh2O7jOsZem
gEWgD6e4wnP0/lC/U9PF3U/ajjYY9IEV6QmRuW1htZ537lo16c5WHyVG7jf0Nn4iGtZ7L1qZBrg0
tG1a/QqVxnqcBjN61srAKL9MJmI8B7Mrnf65R69oOPaNHNMvSt/h8Zc0Iz7QqMSE2VOmieyfoqTv
4kMImp7trm6VHeajyfTYlZr6Dw3gpjooSIe3p2kMxn+9uERnIwpq3Tjq/Sj3LZjQfNePjYguRYq4
/1x21pBygmIsrmMf+JWXel81px+HDwjzefUOUz9TO+dRnf6jTTVuEjWkccyua6/4rzbbFJBzWZfN
Ls5yHY07O2p+KIXUA1TSWraSK2vx0U7ccfCxKTTzS9p0sqPPYJYRmD8PHwu1jRsASCptsoOWldbk
u6VrPsfeGCcvaOQZ6sbeWMm24fbx2OYUsAGXx3usuilu5zNHVUvZ9X1cXhQjRggrt6ZLp+f2n1cM
GW8GOiFqdKsSEpGCBlYPPdXqVedDgfPGtSkBXnWqt3G21nY9MRAKFbxO1A3mP38VuJoOhReUZsOL
sMykODottrY7LQnd+qhHcb6FQFxJJ7j5ZmMFaFs0W5dHWQJ24O2snFuAQUeux/CTNeKwFyPfvI9N
09xTOe43jtvqHPmnzmKyYJuWJ1vaFV4tKuz7vOvrCx8veEZDy34H0bk53D/Za8ES/jkCuWhC0ahb
PP5rZzDHvsbyUgBY6egI6SFFC6uKbFR7qtjdG+lYmLsoVc0rdCvE2GLhGPJ8/1esTRjc0dxyhXJ8
c+9DTc8gSlAtLEUffgYtm+/MqXK/ZIpeb+zU35foMpSxS6mdg5gFm7yYcRZVjtGgrn2uSATHf1ov
L77TD3VKv0wjUxzTdOrH4+wPnT5MkRI/hg0NND9uE/trgh7/c5aWXnMxUkvJ94im2XRvLRBNUJAU
M/4QhbaX73DSciJfEW31WaZ54u76ulFRH2vwkd7l9EZ+gN2Iv5Cq5soRMrZ2xYEoFX6PwMlDFQbR
X7DNZrF5bzaRAJa53McDNTlFszHE9tTsc5IY3qkcbSSY1cHY+JYrl9+swcE4SG1zBc8n6s0BjXUP
wQZOTNKkqNtnxN6ijDY+41oliVIzrUYaM0SDZY+iKEvTqzKTzxiZw6MsDGQxrAItb09jiePcNH+W
cPEPg5187TsRIVik/bq/a1eCLD+BKhKg3RW1GK2lkJl7CscUNYCzYiZp7xdROR0ACmlHLcnDDdDA
yjEh7FHg57I3Z/T126WtJzvp0xrlkQR4O27FXbozPSU6tQp37/25rX5FcmDC3u862eKUyGkwYqs1
lLOFFc8Zda/x3HuVtQF0XBuFh/UM6JpVVZdFoSiX+Lf0gXKuQ3PEQAVgvN6A4b0/l9W9MoPkEFKl
pE4C83bdCleJ3GGkgK8GlXPxoMSe88Ew33U2lW/LG6b/6Fmrtm92nv1oZNYk9iDA7A/3f8bKVYKg
iosYHhGdGsbiKhm8PsP3J6KsnwziPMIy3XVtFR9ITVF+9ob2RNtwS+5vbdAZqwT8AGw5bIy3U5d0
pjIz7OlyixDtdVUJroZW508pKp6YJ+Tyo97KZqPCsHKpoBrDBiUQzKYeixBQ1TKyhwFhk1BE5RcN
cdJD2EhAipMR7Qelyh4GiOo7MXBzavnfMDBmvAl2VTxwbqs2KhpVszYb55Im51PelPle88pfgUul
cSbd/vFRoa4BuAMcOky8m/ZXrDVaqet1cBaTo39yjFHMdNdx4+zfvExnFsQs4DIDnflrPkqvwuqo
y0Y2dDXOXlm7HyqMq9+1nl7v27R1nmVmOJDwSkCJ4Jf++KHB0JBKZi1Hysnk9G+HxsgsiPFzaM9D
J1rVn2whv9fBNI2+k+Oz+8endZYO5/FNS4p2LW2Jt8OFo2tOkGz7czy0Ye9nVoqMIwtfNM/C7Uxl
r5UUQndTXiYjfMMy1f1U73NyasuK4w08y8qy80D26Flyemahnrc/Jo4bWw3jvGPuOdKyCcD97BCy
Gi+xbN2vripb8xjWhtPTVLJ4TNyPGSvDU1GeLxjSI27TRRhuJ2F0PR3+M2mLsSsaCkt+M9m1nydR
91jnoDrLNHWuepu9/PnIEJ3nlyV3+U2zwsMxiSJL1XMBBBUaJWX6oOamHHwzy/uTNoXuQ1XJFlf2
OLjcH/q3W8qbFA29J7CNJNy0iEhXFjsAhTI8QDyLHTA53TWpGjPZj3mg7/VOTKdBq5XHMm6Nb96I
F28mo/oYq0bgS7ue5h5m5aOGJ/7XBvmW6s9NNJ2FqLjw+RvIIduYM4JXh7AwIEaLWO/Oba/YX9wc
Cay8nJwTHITpU+UJ43Nrpv3n+8txk2ZQfLMoZsA45+HDhfx2UKlQyAWN3577uEUuWQm8+DKqY/xp
MPPeOFQI6+YbZ/DmXp7rfSYCZ3RsZj7/ctej567HYdmdvZx3r6VH40GlDH64P7HVUcAOIYbBZXED
FaudRosKt+Zs8SL/aXgif270Kdy4jNZG4Y3GLQReYO6RLJbPTN28iihaVL1rnepuKLDk8bY6BWuj
0LB3VFCyyEcsYW/1WOJIiQjyOS8LZVfmsb0b3crZCAe3iCQ+DLCcWTKC7h5l67eTKSWVChutgbPZ
O+6p1Yuw2ueBrb1PDYf/6MQ9dQYKINbzFBXFexw4C3dPTmrADE4bs9/f/4I3WxP2BjgSVMxJaOgo
zOHr9Xlw4PA7mpxmcYJE942cqgsC5GohfNsrdIXG9zD+e3/Mm5Wex6S8hnMcNM+bJltTFqKrAYCd
FdLT963Z1M9ZGfQbe3N1ZpBlYcJwr3MhvZ0Z5pCWhd7qRAqDbG9hYqwYt5H8SPtWP2mR8Lao/DeR
nn44R42+GkkaWdPilIcDGtx89fE8pWZ88ICzPTp5Ff8zGKL0By10TrpWyHPYROGfdhDnkekl8C/u
GGrJb6dqRzSDQIGoZ0WR5dHMjOiDOdJLsD2l2XKpnP9ZbyL7PBb3GV9vBsUuH4euAVezKZXpDLTZ
PFSBNz42lS3+6Ssz22I73qb9DIbqHTwjkl8ymPkbv9qdAx1CZOewxulTRb4YvS4eyEfd6Jj1Vef5
nYkGmd/UVvO/PvTMZ7fzhneYt3v1Rg5xu2PnBu3cNQV9q9Gyefs73LApO2xPprMu9fw9ZI3mCBIM
rej7B+N2bTVkjXjh6zp/15fDWC1X6uiM09l1xeC7zqDts7zN/NJ1s404tDaj10Mtzn2XNYUVO5wO
9nIQ+6FEZGPnaeGw9czfGmhxESWanikyNaazlinmQ1x18pAl6RbAa3UUvLNmvs9vRunbD9So9TgC
W53ONkL0VwT9rBNy91/+4vO8GmRxwMehT3G6weTHcmOCZF6Mu252P0tiMe7//4aa5/tq4xsyogxb
z/PRlPZDEgbqFQmH8ChQiv6bnfBqVosPlOejZk1mx6azBu2EdlJ2DWWvb5ygta1N+4gyDyVtjtFi
7RLMgUx74iTjnz2+F/ooD40T4/gMWWNjqNu9wJMDkRHIpAjh3Mi5K0osmtrsjHOuJGJvCjBIZltv
kfduJzSPMgclauawpOc/f/WF5porqEncBnDBljt9TPtdbwzlP1FL/+D+Zri9yYDc4JkFBwLw681j
PDb1NEgi1TiPkL99F8fowzjV7qHJsmjfgyfeeDjc5MgUV3UIANrM+oCTpb+dGhkctimtwGnFS7sT
dmjye1HEqA+HZRgd4hSLbx8wrrpRSlpb0bnTgaYhX48K2dthC0jODkoX5hkoqtiDNex2qUa7v1AM
deN4ra0o1aQZEMKyAiJ7O1QejrFUMVo7yzSRF9G0yedQ2tPjhP/KL2+k6LwR2edD9PbWBC1H2sd9
xt15IxhtIf8blQL+ao+p2w/U7R15ha4OpcIoswJNZ1wWrFNaZbgL0qu45KZe/O/+LlpZ3rkjTZ5H
QkSuvrhLA72v0zLKkRALNMVvPQfryiTQDq4b/7HSG10dTgeblvz2tjU9joI+WwixfyoMcYLWZ+8n
1uZwf0IrHxFyD4cCiC3dgCXyFRKrlXVcBuRb0qG5aCEGUlrtHuprecIZBE/W+wMuAgu9ZK5m1FfI
ksEuUcJ5u2sccAw5PbL0Qm3IfbQCBLcbU2y9UFdGgcRNAgAGBoj0sl6RVi0mrHWawjhK8mdMNKv9
VLhbNNXFGZ/nQn5B8k3LiD7czVxMmSQl4NWLqeWtn7aJdkCW46fTaVPpmyPqOX4IlmNjBRfH4Peo
QHp4llIFpxO9yMnbptHgiVTppbei/BPOOvW1C7CdRTk5Ljy/SORMhG4jcO+IBhnvE5eO4N/8Bnjd
7M2ZhbEEjyqGOQ6mOaQX9Kfdj5ZByohPl+PLMIh3djRVT4riSd8e4+xralbl5/ubaG3hARjSkKQc
wIt5/vNX90aZ0rzuiqq40ChHo3PsjW+BY0ufDLPZ6YqeP0FvI+r98agGogAIIIA0QEdosXWnvhpq
b5TFZYIu9yFsVP0k7aH+UquD+xSXya8IFMnX+2OubGT2F5gDhzbdbf1JK/K0maouv3iFNN7JQpG+
UNT0fH+UlS0FgIILWKfaBGdgUWlCawqIn1TyC9rB7ndXxnFy6GWflGcyG/S6Mj3MC3yZwtj2k8JD
oKWsgyr6cP9XzOv3Kr7PGxskHs0J3io04pbNub5xvVaz0uKSB0H9NTC7/435aPlK1Oqf7o+0tqq/
YZPkuQTy5S0ptHLCbzErLjIImqOXhtZxMobkdH+U1fkQ435fFRTH51V/tUtFHYnKrKb8Usc8nmmi
Vn5hBA5vLeUPAVu/lw5vEooiUJVmP++3Q9WWVcQ5Pm4Xxxn0L72RwmltFc7uE3LGVn2J9KKzL2Es
4nJPKdXK/vBomECouKMIBTy50GCbF/zVVDuz5K6wq+wqMjuM95be1vtOg+vmu1GS8V+YSYyK7uT8
c3+JF+UCYq7OcaTpAKkQDWJbfzsuDmdGWaZTegU+T8NRL0mtsLR9B2FaxTMrro+dbNV3eZpteTcv
Py4jI8NKzRECvE5OvsgEhixTuHqs9Jo3/bC3QiH2dTelhwEg8kZOt3zBz7PkC1P7xrgZ7NGyEFzb
oxRFKoorFSVT+g5tpUOpa8MxhkUZ+lRT5LG1C+rfCmjgfTHI1n6QntG+/PFqU46eoS3cewA6FnMu
FSsKU11Jrl7QVk9CweAMwI+7t5PgV6JH9Sd0fsb9MOAhf3/g5XmdF4AyMy9TIi/55mJ7FclkjKXt
Jmwv3XuiAGk+NWUcHe6PsvZJUY6mKznbWZA8v91MeZjKWA3U5KonQ/1JU9v+qIdj8GhaQ767P9Tq
hF4NtagcWErZOUNg4OwzlPbe06Z076htsDHKyukAtANUbSZ4zF6LbydUer0o6yZPr0nfZz8iUYaf
dbQjT/SKposZ56QFjWbl2LLbbf75/gwXieXvPft67MVe0Q1YWypCtFcTB+iDkXvOzpa4ZxA9ND9i
bTe2yLIm/H8H5CXJi2tO/ZZ+toWMUQNSiuTqjm0ofB0e9YXqkvtiFUVS7Pt2wumvbkS1V0fkyP0G
MuujFRbTExSSbEvZdW0vsQ/BJZOgzGW+t0sfmxNfX/HiK6a/pY6mgBs98aKB2W4affvpz9d6xvDw
DsPTkwrb28FSRR/IwKbkOmrld5TVKXHEQb/v3SraY6hcHO8Ptzo3ZH1QviPU01R4O5wnHIkVyJhc
tcgrr8I0a4R2aEjSWrc2irJrOxhsEo++WR2CXtPboXQhg57eX3I1KqPEiNALxIdeKfCiFq027GG3
TIUPSisY9qSKyZ/vYcgzvFRoNlOUXsY7MLzYVpYzHDia7GOSyl8q8ImDpZfth9iJtwQqV9YVbsXM
CaRogHDcYrJajzwjyXJ67fAQfe9ZrfmfDHv5DXMbVAr++BsSRrlTEPNClvJmahY6sq1dptfGsYZH
eifWhcKtdWmtsdqIQmvT4rVC24kmF2nzYlo5Pps2D12CN346z5PSI8oTZt2nWJFb4kwrYZWe5NwU
mbUMKL+83S4JDmJIe5rJNR2s+P1gRfhqjOVffCeMe1k5OqC0uJcT0oIisqWrxte6leLbWDdyR7PH
eOra2thIIfWVAwCQdDYisWFyQHR4OyNQnlmMoUN87dFewkE2Lp3qUPSEkuOQpcBujSqL253VhhF+
KLlj/wxyU0vBDRvq92Zq+2QPo21MDvTSkk91NvB/EU1vpweYb7XnV2nIf26sEYfGrAev6mSZGx9G
XMawq4Ei1+08HBOjPXgONnxYZMYvKao+PqpWULd+1LjBVhNxZcPwEADPhvsY3b3l+naVaL0hy+Nr
YlLoLod0PHh0nN+Jun9//xSsra4xY5Fme2kavItIprhJUOPQHV2tWo924A/UkwtS7tRkVrHDniTb
GW04+GptbjV9503/+q1DRkNtgo+K9zEEneUcW6epgkwv4qvZxdkhZj18ign9KW7CBniy2m3MdOVk
wCWBKIZmGJKGy5mGAhFIpVDEtbXN8FAUwfQVFQdvIx1f+3Lk40CeAFqRIS52a4a75hSQmF2DCUOu
uNP7j0pfgehSy63Mf20oeI1gH6kcA99afjpcuawQWY9rX6FmI6OwOsYRFMek78LD/V0y533LbzW/
M0j4kZ+nbLU4g2Pbj6oeRFdakkp/shtDftWVUEt3OPrSRhvi7ENnVWX454GT2AzkaO5wk0stopns
NWTQYpdxZ8VubL2Hb1kwPLeBIz/en+HqYs7NMnQuYPbf5E6pgvyEZUVXRwmRtdZDpAsClGZHrdhK
stc2/rwFQSCiDXwTPJu+daWbjNFVjGO2s12Z/UgD7IstLxwfHYkx7v2pLYVZ5rxwpjKRGFGvZbss
rx9wQmGeesnV6YX11Rhz/UU6SfJBpdb5YpWZ+DRgPYxKmVOJzg/1QP+vUOLpH3cSuQplwVHGHflO
Wu6dTuaXwSuQe3drkV77sMmaYxs73Y/Oqt1y33hyoEAyWDKDaFFYDyZe283GrljWan7PhxI4EDiQ
cOB+3+5G7orOdIMhvuat2105Btm/Je/en4VDXxC8uInLbVjpw36idvjZQBVj2riU1mLJXIxCwAcO
M/W3t7+gttwB6RAnvk6TVbwYdqjtiiQcNoSJ1k4dqCewk3w5l4Ln21H0IGk6C+vrq1KNua/HUX2C
xPjZQ63y7OnYnntepJ/vb5a1cwBhiTobrHGyo0X8mkiZ6gCX9WvnKD9jT2pPJX3Js5427dP9kdaO
wYxkmlMw2nnLxHYKKVCQcCVXZVKV765iaj+MOk2wN82n4hHoirMxtTkeLoMYjSjKFQR/2NmL5RRe
l3MFZvHVEWAmORIj5ndKsy8V1/TVsm++GLUyHlJQhvv7U739kAaICorFBpQpXiiLkWujxq2jIFIj
OpweMG0HHg5r6+BKEHVD27rIpFhiY/fcTpdBf7feqJyygZZfUpLBxNQrr0rQ5GddMX/2kJJ26RTq
O2yArHf421t73euKDYDqbyzi24VmZE4mSjdoitzcFu5oGRVSWtzsRZl8VTozRSclmiaMp2wjOoDP
CE8h5LTo2DSe0hN3LO9LUNfFs8xHjONrUlh9V3cpYP37H2JpHkEo5KfRc2Fh6PXclFFCiUYdj0Le
M8AWvjgSeTHfqtMo2Ftal//S7Bw5rgT09bt6bPKfWTiREJkIv3xLzKKbfCQDsy0f+Pnr3ywXFV/A
UwBLqai9PeZaAUA6bUmm1axtzkYXm0cbM8aNW+D2YFNWAH4yw6E5AMs6oZNDA+vov1K5yjDBVhJX
7OC5KLrfmpg5b4y2tvl4wlnO3AOe67Fv59RqWeS2GJJfExEpD1lqqb6npsOBx6R6wq4CXk1YmA8I
n/2hevHvLzyDhWF8z2pdzmLby9HN2rrVeS70pgpvqoKdJ7nGFI36/f3dtDZJ6oA8jMF6A3pbfDhp
1Kj5ZXOuF4oM1bPCinZ54Cnm3k2VfPDHMXC/yKAuH+LJ8La0uW7jJ40K0hXa3NRGb/LnMMYyzOQL
XqUx1ruRZvAHJ3SEPxV9fDL1RGzceb8hWct9ChKC6jasbEB3i+lGtjdGsujEte6M+CnSm77YdUWZ
o7yWV0AIZoZ9xcet8npHq5HmUxo44Q8nwY/g4LjtUFzipB6rj2qYt8bjZLhKihdD1D93xtS4L13U
K82BmlmcPQGgL4iKbZAZKGxnMODwFxuCUzNBOPXrYNS8vTBrLT4O0quNQ9apYroaZpDXPqWK1vAn
uJdPPXaVjV9NAVBgbr3gIUu6QuwKd7JfbH5W6KtC5rpvpoX5FJR4C+wyc+pK9Jqb4mPqRLG97wfF
KA40n7II8e108nwnraiZhdyLnY9rYmedGtOY9F0H7FRh0gAud2UJicXv2tEYdtZodz8thZLdvrcG
Zzz9H87Oa1lOJGvbV0QE3pxCmU1py0ttdEJIrWkgIfH+6r8H/SfaFH8Ru6cn+kQzygIyVy7zGqUZ
cg55il55ULSLUga61TWDz/1TjKcF2YLMT6cB9i7GsIOOUUdkuxe9TxPNzytVTpzfBOV2Rcipv/SM
x+on8jjjqywqFYHUTI2qUz0N6ge1GaGf9ZE9JKelGzXj0+MjsLMJKQuYL69tgBWI+fKcT1Vc2DgD
c86r2vOl2slgrkcIrfzun3bsDF8er7dzkzJqZkhPVAFZYmwGSlIrl06pU3HLy15XID09S9tJcj9S
Y+PnUKjtJ9Rhq4ObdC90AsiEAoW0GSpum43fM5Xjeq4hDYvYONG7is8KOfC1HnF8fvx8u0vZkAcJ
moAEt0UxPGoLykye3GJvkReidBPEOPa+aUv14E3ufDlU0yhCXOh53AzrrfTbvMpaZger7yG9qV5l
GX7f2OITlZZ97Sa3+2HV6pHk0/oXbsMHvXhmdAC970c4CFoPI/zJ9DZL2CK+EsU1rECFeHEQlvee
DEAOjXA0RuhRrWH7tydTbWSy5spMb4sqmmCM8ADutbrzaTsOVDDzdFCO7H0z5m9AZmlyk1tstscU
mXoyuXZ6M1SkEcepqU9lNrSf+uawDt9dCgIKpSPUA1pDLx8t5jYdsI0QN1vthzdxQxGpVUZ7hkNm
/oedSJpAkWNAwwUX83Ip4HzIEIuJt1gU5llpMxNoQ9KcEzM7Shb2nmrtdCGBhvsRU5qXS3W2vWKb
s3VnTLYbKOMknmpdjyKKTPlKBcg1P9Do2q/SqxBqwIm9XAzY/JxL1SZiGW4WGIvn9r6sld4XnVtd
u7nP39HHMA72yH3JysyQnpCxErawN93ErSovJe0E8iGJGsIPxlL1Gev42vUba1rkmekF6NnOHkzh
r734r7HSe4fJ7/oeNycQkA5cPCTZ14BtvHx0R224d7g/b0h8owWPJqXyTvHGGGmwpM6fEfty5afY
NLTGn7EsQWIeKfmvUkWaN5gxHDyC8ewcVB0UD6XJ2uBliP3y90ya1Ac7LdObO5V2SPdj8RtR6r6V
NNnZ7qLl8ji47gzIUK1ZZcTZZDvoUY+bCZ4yKVOiC93vZm96qvvF9TFDcU6ZVWdPtlOCfI+X+Jwt
i6DZ3Ee3xV3EwY2yEwvBXND8xDOYFG4LY9UGS02ly7Up8hyj6chKP3rSjP7L89JGZnjE2Bz4zOZg
NYw7W8vLs5twu+GiutK7mHViIja9WG/awS1C9Cz7oKMOChoLXmbcavrJpMF+kDvunHD8TWmrMQHh
p2yfN4/MsnRGJGSneYpPaP4QTKxsCWw9Pep27X7klR4Fwh6Q3V00kVBCUpkZ6c2MasjRatm61mlU
9eYnOWL1fihd8bVMe+vJSubnMcJerqUjFrZJ24aP99tusuL9Ug2mGOFu2OxvHVMiZ6l4agvxelKw
fHjDdKv/YPdpf6UYb/6g64Dg4KuXRQoGIjrXERIK2/ZY3HV06Oiohlox2ZFfwlTTAiPRi0sDE6MI
JKb0Ksw4tz0iKe48sE0cB9fItcHftam9KidubQxdvNC0OjQyqgLQ1uhMV8VMyzcC8c1LtRTJQWjd
OUuAD395fa9I7e3jGkuKlnzBoqlWxhcwMpiPDPQ4Hr/UnR3sok4ERR1x2/tONErgOKpZpRMKzalO
Si3iU2Mal3ZUo9fHBnBotKGJRTTHtukEzlyJLVE5DytQF/5kNPqHLhZHZmM7iBqE2XkaahI6fXcV
eityq+v02A5rJGUBnXe18kmguEzGNMap4i99ZZtv1QpZ5ouhVXXlO0lbxs81jR1xfvXL5dMRoVaZ
WzbtZt8osx05kdrFt4hi8YJRuf11zByc5JxlPOg67jy3Saamr4QuGpw487w8lGS9eVEkihLahbM8
F9hezdxzmvaj1eVSB0Lz6u5cVUv0GUtyIwsK0Q7vcdkwfj5+5v0fQrbIhbTyqbcP7dZDMvRE6FuJ
OfyphGgWNA3QBZ9GWXSC6aBd2qSaAz3V55NMJ93XI9P+3+Nfcb+teRtIOdHtJV2+OzxAOa2qGiol
7NUKxyx+jz8RVoLaso6oQrsPzEYjQnADs+U2PaGqlGYCzlIJs1UbNDDiGquJFDzg4OegJ57wGda7
a5moivCdaLBwD7fi5lY3rn7kg7BzScDl43lpjAKehUH5chewnJd1lhUzO2tBz2fIf38WCVrtkBOG
f4SCjAejJ/PTnDdz2JeOXM6Z0pqGX6A4NBzElvvk8OWP2b4YTaV4Xub4phdq8SmB+ZL5ozY7z7Wo
xiCfNfeMyB/apW78AR/N+SDg7H4YuqGrbAF6SkAiX76Muq2MfpiT5CYo0U70DzNMOZvR+DFFM6lf
nlXeu3koo0sMW+aTgy7HjXehFAdR4D6Qw+dB1QC7QIqbO26PMNmMsd3Ht8xy4Llb9qwES562/cE6
92knfzdl/IpbZLSy/fZl53gJln/xrTUnBXi6AJdplaj7WSj4IFShfHz9GUNZmxt5tY+Et/Hy9SbG
upO8iegmK+XUTtV0bZah92fEdw44S3vH2YInv4pQrEdtk3EULkIe7khMERa0hZih3il2l/JbW6jm
kUTj7lpgMkEKGgQQc7NrHGEVsiiy+AZzqfWtHFCkBQ4cbJl1NG7bXQpcL41Hsilqt5dvEAtJR5sS
WwmHXE0+YhJjfpX2OLwrpfT+evyx9jYh1yKD0jU9px3/cqk2UuqlsEV8q80BqboqUi5OlsuDzNzd
W4Z2GV0llMl5qs2NZ8gYiaJxjkIv7af04qSm2r1FtV6LP3SW1v+ZNlmuBdJZmD4PyOB9T2MGA9ch
joosSEqvtAIuCJw1Os8TXyQMCHGJB3rFft3N6s+p4epE6Hwq26B0IL0HttPlGIKRWSynYZnpXLaJ
Hf+bmgJAHndRBCjGQAQ+QFjXGU4rQLvzF8dKk5VJ5P5bNAOyC8hPTh+gQk2RT4con97XUcl2Vt2p
6ILR0wtqRtE4+Ouhh2EGQ4IpI1dqblx6kwr4bNGbaU5DN03emZo/G3x3Akv0VtUX96vQskk+zy2a
Wgz+u/o8m8KSpzbTzKfcKST4EAfy09OS2cY3Oze1yEeUM47O2TTI5erkcNjOWlf21ftKrXL3mXR/
fsJNosh8BW/Gd4ZSgomeR6X/o3FzGYWJ0TQ/KW8RSlHUKnu7SquMfjfKBkUTVXT9uVOV3jlHUdrj
OCXjuvRbtY0/UzDJArRfqiMxoXtj6hdoeVXAZBr6Zqlilt/p/adHRlg75wA00Do0hZ5NB3STu0Qp
42A9KcGVmCMqHPjzLX4eA/lY6DYfMbTXv+xlt4BaGLiMw1UNW9Bbf8xvbbSoaUojRjDh5tnQ9Zgn
TP6SptD3FrU7I3FwKmSenrTVx+nxEbyvIkDO0IFYe2mwBreBBS2DHlKWm9xMNcv+EEOj/Dlqo3AD
iqwunGTGXdxVqDM+XnbnFtbR0vtFOQNkvhW3cY0k6utslYZMyva9y0t5Kozu/Wi6yxvhmf8w1lRw
1BtoxJeHdmM7M1PaeatzBhcEwXsbdzxr0UzZ9ekNwRJUu4tyqK5zQhvI7zv4u21jDuXNaCO99Wt9
kd/AGfUfoHhRTNqDliEM0BjXNOnHp8dvZWfL0alYB00u99cdgNqRsVzSRgU1VdoJXFsk7UDbTaeJ
odhBGrT33TEkJuhSBXCtbDZcuuAXu4gmubkytW9CLH2Qe/J/qoEpr0By9MzM+Ggyv/d4hOBVyxz+
H6zGl5s8EbPMRzfibvYq/UIA0cKoMZRnoWj9QczfWwqRVopIqnMmsJs0IOuAn5Fgsa01xq0Ws5/T
0GjDZcqK+fr4o+1kONTDTJJZjzp8+yaj0XMBp5hcYmKODB8x+Ph57MuhY+wuumta4A98cHp2lmQc
uc4jkYRnprC5N+My9YreduNbklXJWTDy/8L8Kb54Sd3QWpuUg0xnZ7OsQ16GF3hI3Le2SmGMdDCU
+JZ6Old0P30umrz8Bi7bDhbCpG+N8EcPHnJ3UcSgKWBW3NE2Uc6Bgzv25FE7pjXu6oNuv1fmguJ5
avNgjt0OO86qOeC+7KQKlCn0quFpoYNlb/Isu/FI62xyugmGk+vHtCSdIOJAOAdPt/cJ12yEHJWa
FBjcy7OgxZgHdTauXEa7SJ+BRhIYAtUYZWrma5nmyvnxLt19MDwyiS+rD8yWPR1lkRQOVp1hkzXV
N8ct+sDNrKONsnPsSPPpvDNNoyu2PXZKigCuk7lKmGOGdB0xrQ/KpXCDtmys1x87JoTwc2w2JSX9
5oTP0+z1ucdSJiYmb0cFwoc0vL+EqN1z6QE1fvz+9r7Xb8ttKYsCDLPNfJjafRWhSRJLu84I75ys
JNfPoNOO2vV7bxIw2ko+p/nvbFFMnZG0sxNNXjiby+jrWl/ekngyg35Qug+PH21vKUDJq48VOA6q
45dbca6gcWiN6YXtnK3PUlZPZjXxFvtkONiFvwZZmzyHo7wC0Jjv3vdh2oazlTmJE7I/iid7Gtv+
YkdR/BWFYbw4szKHV5w1XnbOPUv8bMy+GZFnBWHjt/3MiTSN2V2eusKYpZ9TPNuf1dRbui9OO5nd
2RQx2E6d8U99kuWiWh8SLLSubpFZfwqzK8fAApvzJskL+7NTLtafnXDJ3W0bE9B3NOWc6MI1X/6s
EL4fggjDzLcRtVD8wyXxnH14H1UBWABgWTDhZ5CeHDDsSD+hBIr5hwlE3vfAVbg/2mXo1HMCZvhb
2jfd7OfWqJqh2xTqGESpOvyVobXXX6GSW3/Qj+OSokLJxclIEiohRYszf8AyE+zB7Ih/Ja1zJkeP
v/tOzkkbgn/W+pWLZN0Xv+Wci20LO61qJUz0zH6Tjxl+NdqkntcBEcUHRbMCSOR/uWqXB2d3Z8fR
dIU5hFMlfk3bMNFqJFBqjWRCE1nlZeR/ccoT7Oeg306fHj/kXr9lhRGQ4iKNy3rrNfPbUyJ71IEz
M5RQWRz7CdHzCYqYgobhkrIDlXxWfC6vMWgS23xvFsb3XsvrVzclkKQHn854As1nmD0vfwPaTrK3
CiCJEoP5wAbGGyCJunwxOhTWHz/vfZwHNb6mBkx3KXW3r1ZKs3Bim1H1yGAI20ucv5DL6P99/Sou
KsBIdTEZv+uyoD2Tg0UifZ8qV3su59EMTSXTjzBf2n3UxUYTI1nAJ6jVArx/+eK6qS6zHpwVaD23
/4gc1/A9G6bFDpCQR2oEiDUtdNVxu/dUs93XHNWw65xCi00Xzf4OeTX9R4yNB1hZTb7M7aQiSqXa
Xx+/jF/ojZdBjTYrIyfcFElu7/qbtGty3S3G5DYscXvDYbeYfbVP5L+D4sZPlBWF6etQA5/nIh6o
e+XyRS7ZeK6E4pyswVEvg9Pb74fEXsLHP+3+oK3TGiTbQf0y47A2l2TSYzXnCiO+MWsYrrkpmycr
6qygsLX89PqlYA0A+cWjCIbLJnNyFZcxGObGt07p1ZOKOsUVXfjonBvZoabHziYHjg4Tg2sELOd2
wI8ZPVjsjnw0hvT9faCFKv2SNmN2jYx+/G5bCeacPcVr7NdW1L8H/jIMPmif7rtNW6N77mJ1vk5m
O5hAwuj2nKbF039UQLys9wlaaQ32XPMyXZJY7Wjt4TuQ+fVgtF/iXKZ/uo0cE99gzPs065PITyKO
tLX1Uk7fPAsw7km1+v5DtWKxT4a9VPR/FK2WgZRTlgS4I1QW5CnV+N4xg6H9m5cW5tPcIf9OY5m4
flfbsc1AAsWbQB8mN6IbXaaf62TxjvA7OztkhVRSYdONZiS0/vlv4VFh4pW1SZncpJsOgT4txVkH
tv1xMsoj6M662TbHZB3CI1PExAE1xc1m7L3cMiKP8m8pxDetR2VmUSy8j3BHO+luq37wYEOcJMw+
Py26I3Wu+3ICPiANB8Z9KuPabZmmgThw+5zGcGNk6kk2XneChlwHsedF2NvUElhjfSRrtffIBhn+
qleEdsn2UMSjIzPFzCknVOGeG+YvYWe3K5auH6NP6E7MgFIiGV2TqqSvUPcNEOHH53L73DwxWEGC
krnKl/OhX35gsg5s09KuCpc+oyHO7CHM3ao/j6UpT73UUTCYOuOVZdSKdOPWNlYEAn5XW0udUZRx
UYihDMdYNS5G1Je+N41H6IPt3l1XWbNWbqFV42frkWRAVKUaiYow0XLTz9KqulaGTitWUY4S17sZ
1v9biy7ySg+BULTZvFkOxElVEEZpoSNOV6OJ6tZPa0N+yEc4d5cKl8Hn2G6G+TRU+pQ969gzK+dm
duoxEKpXHMXbbQxcfxD9qxVxwoQVYMvL74ruQ9wv2szDD1PxT62PHZwiKtqDPtHuMispbO1PYqyx
Waaf2qxGGqoMs7ptPsZMikPSYuXg8timouvD8NcTflbRa2LDy4ep01xvJg+6kzV4GXkgc0T7ZMhe
aJcuTsabOSdMj8SgiGupu1I7Pz4jOw/JbYKwKXcJ0eFXv/C3IEjKjiN5uzThVNvGF8Uqx5vm9Ueo
hr09BBqNWABbg/bNVmwUWemRbFw2YayY6ldPaaL3VaM6IJS1NqgyEwXbLlGCYVi6S95pXoAwRP0F
xlV2kCTuHBxQP6SJ8DNJWbbivOnUN3qXxE2I5UfxbrCt4k80QWvfNeLhINXfe7VAQ+mfQyHjv5sv
K6p0mTRh12GPgPl5KHBKZg+9Um//191FzwYgL2hN2MubIIe3faSQpmah6hRjSWHoWTzN6A2cUZSG
1Avdu/YD18t4RNa8e75f0h30kElEQKVuZaLzAvyKqHGBRpw2/mR0vfAts+0PpsZ7q5DH0e9DeZf+
zaaIibymK1wtExgGO71f4HFNrVQfnfX7DcrDEK/5F1ANxtObHE7mcYqYV5SG8VBzxmeJ46RvNdKr
3g0ZNehXPekWFbKH3hqXQR3S9fa2CuVcm/mSUZx7Qujh47Op3cUGftSK2YDJhdoP2+hlbIiqotVB
w4iwqMD3c2+pkB1mM5aMjSY23FmV0RxWsAQcP3GF94+BUFjkYwasijcRE2ZUy7ss89VGY0w72Ub7
tzbjRHtZIsiYbVNlRaDEWfrazGrNpyx+L5Jh9N24/V/+brMfimQQRhaatTm9EXaRhlOZRx+bXHoH
1+3deV6XAlVEt9TlkG3jF72vwpLekoVYz2ZPS5vo/lRmzhOV0NfHX2NvJeIzJ4xLjdnY5jqIZYlf
UdwJDhojws5oujCPJhDt8WHHUl/7Tr/ni+sLxNscnMSq2UnUfPkCh6bNYk8VWYgsl/6zNBFFx6fY
8L4q2PfSUely+a3mxXwTQs1AaWOx7vpa3Kt/42jc5EHd9GBIatKe/q1VDdbHLu8s5Qwk1Slp37jF
DzWKTM0f2sn4o3SHaPH1XCJYMMbGfNR/3X1xNPNWBy1So+3R0mtsG+n4iNAZyzzAME74tdrUwYCK
9kHGtxcsQAVCYuX9cZa332gakwKTOhGaKcPcpZ/TZ3x6Xinw/ivkcmWz7Zh8gqzdrIL7Goo2jiNC
W3juSSRNHJTpbJ8e77e9Z+HkczeDpCZp30Sk1hkWlJv7NLTkbJ3oBBsXuhLt698YERwS5epsRjK1
2Wkp5qRJSfctHDM9/gAloz0xPJevD+KsQqZDq20txzfPMiv2WKDvwCrq3FBtRNnFjMYj8PvORkP0
GrFQuMykU1ut7wayDGVjRiwo6tk5O3HWln40uW7h2xUk1cvjD7QTnVmOwp+MjBxqe79nMgG83i0i
xAtkfuqBOeMYmmPB7A3e8uekJe05VYXxXc3FkQjdusM28UGnq0duuoY92BMv40ObOPaqPSnC0muM
UwPETcHmVluMp8lVy7daMo1/FOCn/u2UzPlZq9bPx4++tz5qnCu+Hx1BY7u+HVlZUdCqDodClvOF
rM9tsIrPeze0vSyL3wq9bj62eC31ZyJWU5yMxc2Oeql39R2TKo//IGQFCukudc4BeBlR3WVhog7y
ajAcU87r0PBTp4nic5KJVAde0x6p8e5sMxr4XMzsMj7CdpsppTuWcJlkaI+WMQeRW9SWnyI+gtEa
npWvv+AoIgk0q/omEofb/M5wWiexQDiXNeByX1vM5lPt1vHPyZjto5Ru542+WGy9l36rBjKg7JZF
VR46fSbfKC7oY6sDy9KKr4pQ/yrXnvXjnbRtc3LTAUBmVO2RQ/KAm/jTp91Ye5WZhVbeZIOf5WL8
0hYSXxs5papL9yiW0xE2d+d6pUtHiEDAiOaAu1kUdI5iDFWShdKtl49evcR+kk7zk5UPxim2i/Ey
IFRxmoStPTGtHAIR182Z/LH5AYb/CBCy99K5GGE/MWXG/2aD0WL3pFOruyQWFlOeVh362+S51TPa
auIUUTddej0r59cH/jVQklYzq0RgYhNCaDVlhY2IWxh1cvnYlbj9wMVzf7z+8wLbAgINl9Kyt9l7
oy8T5EUSmSVxlUuhRO2l80T9ucFq4lPGfOjg0tw7m5wRjiXnhaO++bJ2R3reegrv0kCad1im8mzF
vXvFK+W1kI51567vTUMylktnez+rkz0plSuz0G50C5ja9KMytSWYPUt7bSPi10oQLFBkRJ52GwJE
myoKbF/iXC+KZ9VRxluEDOnT40+1c53RTlqzaLwrMJXZJO2e2rS9M1JomUIuw/siatFjmrx0qc9p
X4gGMEIMs9iLptq5FfRN/328/i+NxM2lhiAbkQAGC7nVtmpYzNZx2oVUPitciJsgaVQmCJNqML9q
svEvQ0ud/M+iLoEmul01IOigzDJesYlO+XWGQ22eBDwCWOGWMItzsQDovHiVpw2vPzv8Ug8YO3fA
Gr1ehklM5QoDGn4Wti1VTZan8g3NjYOjs5P/wYJnEyOSQkKzjYxDZCKUi5VemLrWdKWwAWuyzNVB
P2Qn/q61JZsYs0J6pZuvXuB8PECZxZVwbJxPWjSn71trSr/PlZt/rdcW/8G721uQUMC4BOVIFHs3
95mDfZWSyCEOlbKsT1266DCB4/mtqyx/G/gEnB/vql+p5XZX8Wyryh+yS3cFYhW5jT6iJhB2si4/
MpJImEiNWKedsAcoPmtjNJRv3Ui1MYaGufCEeuUAa9gc55s9L7p1MXqkcU4FtZr1XQhpSCwUVgcN
ZpmD4aszbhdBJ4oVoMBgHOE2zUjis+2lRnYyBtegD4Ohq+IXUmgKsFf4/NwnuRtdclWWF88RCuSD
yDUQEJhyYZxAqzQI/I9e6VwaNCXT18dIGuIkFNx/1JfbkrnUC9PFszwOy9mcz6ObjQHTA+MUde3R
5GHvYwNQIBfnWK8NqpcHJeePViokZpCTN4cRwIcvXVfm3zCqVoM0U/T/srvoZdI2sej50yJ/uWCE
iaYp4155GrXeOcWl8S7W4LqSBQ5oKClH/I69MwoufR1sU9zSVny53IICQj+gPvoUqWp7Sg0rPlWg
fg4i886lhn6XDqORd7mCVV+uotZ5FdeerTxpeqfi41trb1rZtJ9GI80+Pz4uew/0+1LrB/0tAcQN
GNC6y+S8NfIuYLAtr06ZFtf/sAogKZoCuEswpH65CpiTKRlWe9Q4bxo/oy9+RUBIHKyyc6GtMKJV
bxDcAeney1XyNJlyzSziMHIMJo2ZppyzZkkvcT/oN2k3yTV2c/UU58S8x8+3t+29XxZMJgQfJvgv
V+7VTsdklhPWT3MatBz5aznkmu9lPO44SOsgQVh39SbGrYKfENqg2nEdbXa9h98adaiThNKclY/I
lbiXjPbfZY61OmhtkT+BUjxyf9pdlPHeOhVap3yb19uhS58Ly03CUdPBxo/LEPRNYoVup4M4La3u
yaOnenB77BwFcJgowwBhBkS91dZyWruOFKWNQ3aq9q7K7I5i1+n/UAbPuDz+iLtLYZoLh5trniP+
8iMyyrUHN+f+LdLUvfR2lPtSkfE7SAw//8NK1HgOBavmWFv3WlEg+yGrKg5dqwbvqaW5WTFgK+Xf
so/G8fx4tTtYEKFq5WCRVtCJASGxuYFhRidVlyVJ2HZ9/2y6SnZxzBwBBNeN7c/t6KbV2ZLLIgMz
as1vZmnUz/Ui5ZFS1P/nh6zDLw4Lo8XNto2r2qnLvEhg1NbGKdHq7FoBOL2MelWek8FTqAFrRHIg
3LqBa0miEmroB69j56yu0YE7ClkNijD95WcGHFgglmPEYZv1vT8J56c0AL97dmbRWLGPwK97u4ra
kx4lPQtmf5tiLy9HU4/KQXlS1v4eAvJ9ihd1l/zoMMM70qDYiebsJuZcdJFX5YNNHJrKpa4gzihP
qRzHwNDa5jZnqho+3lC7j0QaQTsUAAwd3pdvcJaACSzE6p+mKm0HUD2V9TRnePj6Q5cafz9ebPdz
UQetEr0A6bfpYzICySt17KWTYahB83QlXy7SmIKIUjuNC3XBQcjZW/EXWUCn0YUG1iaHqUxn4m5p
uH3rxTWfXVP2OD6Ae3mXK/YMDDaXzhFFYe/DUfQxwue9ks+sr/y3a7hGKtBz8z4ORSo4htL0cIS0
j1bZi+CkZeQVdB7u+9gRRrKM9kjFm0Lp8axANK+GuqVZF3cwujcdUwgoP0ZyhF/e2TDrqBnaIIBs
VKQ3b9QbaS6h+Mm2tIR2SxK4Z5kxOn4EbODg493B6Na8bAUurKMoyJ5blrsSt8vsiSENhySW6lWX
UQc+tsijJehHvVH+iEarti+G1GX6VNiWUgdoe2Eioi8RLiKqUN3PqpswR40zo3zKejl8zWUr7Iuw
Iks9SBz23szvv3YTERtlFnnXyjSErdyfzHlI/GrsELWnhn19zgCGgtkSejEa19xmqbwVzKCYUdP/
WYYv6rSUQVkwOjaUtn4Pt808tV3XXx+f3vXLbhKVFbNGBokNHbZ6m6unGHow1g05g1N44iM6YQCL
FS0J+szQA9fOlRPYafNvPo96GnpPfny8/M5RBpWDvc/aa1yvwZfHCkk2uxtFnIS2XhjFKW5yBqeu
1Un9Gk96nvqz6vRHNdBOGkp5ABSJRJeqZFvHSzmreFb1SegpevoGNHt7scYx8xcl19hEtFi1rBpw
VUpe6bO6zqkgOWE3xBGjS7993CmuRKZjVxUqVWS/BwhaMfBDo0OHOnnwYffeLHx9jEOgdIAU2nxY
Z7axNZLrLERA6POz2tCu0s70q13RuYzVejk4KXtvFfNMqiLgB9ikbBYUvRQGJH8RQpOP/xzbrAJw
VYtzY0Fov0Hm9kqfkOldqN4VebD4r799s4+RFyPRpuZD23fbqrJ6LWKqXfNm+0T0J31QEP/KC4Rf
4M45UwOFrByYdw5xcjI6Sl6mIImq+43hFu+VpB2/xo2Cg1gW623xfuJitoIq1qKbY/Rd9hEeaPfR
a9zmrR7xfwuqyq2WS+NaZXFwInYuGmDMTNCJkKs5weZEwN+tTYFCRFhXYnpvzZUW+33SupfHB29v
GZRy1vqEgdFdlwmP2yxV0FkNC0D9z24/JEFhOsnBKjvR0+E6W2fztJfuBjN2ay29PdoyrCwMQk8G
Zp3S95QKhJxJW/jb42e6MwzgeLkrqBNUJ1zxuyHc4JRtla3DkshA4fGC/uYEz1hq+udUmmMf2EmF
6ivbtNOvsz5Xws/ILwZMqaY5/yZ1SywXniPNT7OY+59G5C5LYE56kz85qBj1wSSVrvN7z43aa7nE
08cRF8vxvakm8fi5w48oC4C8D03Q11Gs3Go+JjfW0OdvzLgvPlqJu9Svf8Uwt9A2BnpHk2W7X+oS
ZJrTG5JsuZBLENXDeDViM6nCXvDvgzvqDl6+vmKqf6LXSoa7i51IqHTDgjFDCCVZc4NedLDVe6T8
pF9YedwHid7Jb11qZtWzaiLmf61iRYw+ipA0mLDgal1fgf3Y0583tMQfF1nVp8f7YGfXkVuA9GTg
wCxrWwcXqiaXacCasBAu31+t+osyzatSAUT41y+FoAywT4yDUf/fnNbOLJMkz/EjtBB1u/R50/0D
grYIen0p/v0PS7lIX1Jsg+DdSiHE63S7ioY8VLvSvSAhYZ86JXVxoSq+PF5pJ5ITQUkIGd0zIdoW
KWOU9dnSyjykG/MNjLl79lAh8dU8Wz6a3jgEsAqy06hV4qCU2AlKq0YboY+EhAp/c4VABohVafE2
y7KrzsY8O29nwF+vn9+S7axDgl8GUds5W96aedE2LdsjTnM0BZTqnEyL81bpNfsAZbGmbJtbaRVs
XLFDiO/fQeXSTo2kpgoeyI0TDLzGImhsKrK0nzUuICUJEHUtvz7+fDvb3wMBwQ4BjnCPd446hygx
4DKazk0LGKqN3ght/OaWTnrweDsbBT4shJg1xwBHut39qe41ROMsRCl3WEJPR0LilhBMq6A2Joww
F1FO07sBqKn9OY5d/cjka6+YWKcxBOWVTnoHe+jmRqpxqeJ2pZrpP5FCz/4pmxLxRbNRc/dbx5Zf
rGShUwtJR9iflLnCl68h47X93jLT93qXwygbdNd6A8bLdcju49hEyheD8/Pj77KzGSh6GExyI66C
O+uf/1ZCpo459CJjmlaRkl2lPtl+qWbLU2kZS5BL8vsI6d9XmkgRr1mUYnIF/7EpNq0AtyrRKXOG
LOyd3Phb88r861wiNTwuZnIVyA0/S94v15tqhY8fd6+ZRIbBKeY6pmLeLk33aEZ8Rs9C3UFYwU9l
5aY+pp6LCPKoIOpz0+T5qV9gbwXDgDYUJGrX0PxuQJHs8Y/ZOxO/lHhMaGK49607+bd3D0WT2tmx
8jDrbLQ3qe/1v9LYrPULEOluOvjSO3EMZgfa3PRi1/Rncy6osmVSVlxAQP8caA6t5ks9Kl5/zRFb
EBQA6wTsZ9tjjslXaBz2rJJrzkdAtIafqHNxjrkXDx7Ivo9jq1MWDW2k/deW6MvXN1VWVkNdxOzX
irJrK6WD+dKUOH9OGRZlzAsOLfTuP5gGr4EhPv0dxsrbq2BRCZaNJ2So541GI9Qc8ubkGVVnIWu4
HLLm7h+QTJjpJ41lVGKJ1C8fsIBCCG+WOOIObl0GfSnamPmglf2RYZdehaZsXZyu8FKuPnrlmMR+
FHnAx+fGUuarzUU80x+Oh+iMDZdIznZtjsUZgfEu8qVl1OarPwisJaSU16zjl4rFy9+rty1EixEE
J+zH5px6k3Wzsqp64khl7zuvWw7W2/kc6Cqv9SSkCAAxmwYReLqKvksp0MgQRkDa0QTCXVadlOHI
rEO7b0msra+1QUozCprHZq0YwhnCJl0eElTm9pT0wxg92clAsTwRp76UlO1/R3lbl9cFhaM+mKFr
TD7KMQJV96Ku4C51MrHfgEqfcEOLvZ+AmJreb7xJhccQI3OIlrdrj6dBjNzGj0PNndME+AAGInAd
yZF5irvKe4mMyqkBUP0fZeexHDnSZOsnghm02ALITGqyBEVxA6sqFqEiEBABBAJPfz/Obn4bm7G7
6F50dZEpEB7ux49oE29+qoDb/qCYpq6F1kctisw4/MfgmKGCkhkVqE/C7ofse2nv4gHj5bxBT9P+
H03P//CAfzHyvuj0AG9ozv77A8PnuXrZ8nVVe2r86bVOnAcGZ5VNbt7zuO6v//uH8D/8ui/kHscT
eizggP8oGK3jGkNCmyBkmHmkmVT9sBKFULA0BdQJj+7/Us18/cD/3mlxdOmKIQSk/wNXBj39EDh9
BPen1e1308DJ3l3XniyZQJdK2vUK1ub/r5kv3zQQEvMzO0UO43+uS1ADKDRs/XY99u50OlK8QObB
T67/98+SI/ZVfv7j3bEyZaily0E/95/ocyzbyt16gStCPQfNOUbFUj8MNolOmWedhvQ6bO0K0+zJ
L49whuXURPuSlGaZNpvL1Nk+JAOJ/yVLi9/0HtWPYyUa+RBNy14Xs4fa8A5ViV4KM+xWsWaemxpK
j18vl8pWicEBXO/b02IGEeekLODYsfeV0LfH6sq5CFSS/Z5d4byFUySfJLdsDYznV29pXTd4Ggja
qhLaofOJ9fxsy+HY1IMna/3b2l3Iu+zY978EsWwd0ohoG4qgR9dR8Faw+O88rfsCwtjy8nWEm3wH
Fo3Ok8bHtziyxPZPQziJn+4g+7ek89Wbt2MndGl8sbw0Kbj2yfuvEBoxG4M6d636/p9wyBW+XsGG
nDzNRGPyMRqF/mGqQeOcQIx0H16MiVmdZM5qx991G4ARWjtF3x1XpX9ak03RqaUPNxe/neK+xMZM
z3e9w6r0TiKXqss12kV/u0rHureQxoPgzyZIHsJCwzPHXyoagttoEj50de8YqqLNrLiXfuxw483z
6D2JoZp+EIKBZhi1yJ65H8c+ZVgF+JMJ7rtAsZvNNyhZPqU5cQYxX6dLDzH1w0/JuCzgYRFHgp9X
9MFmYYhvGeDtpbfHtBQrIvLkagdx2q5EuomPpvLXNxbGdCoSOsMzzqCee7WLr2wwWJZmKDuNxjgf
NH6/RQ3nfiyAw8xUQCCqP9NhDHCYdvA6ylcswt6VJcEzj2VtWFpMafq9Gyuk3h25Y69IoccJidks
fum5DUWB6Jae3HLZZXDcIO6dVNTLCa/E2jtyeQioOmIeMjhXNpAfVT1nqJc9yB7Q8Wtbl/DUMlEC
9+4v5P15D7Qx+hckIj2cSALu59MmajPns59iJhE3VSWKNNNqKuboWD4541G5Qa/4hg3d0Oat1fGd
Q8wYVLuExaNEEusVTCJ90VVjvBZb1rTfnGUmZCNaZty6knBab/suFSrnn/kFD0Zx20XBcHEGOf6x
QSyzi9/jb1IuWK0QoGeq5BtpI3GXOwPK6oLHnyw2rgc3ILkkSv55W1C9HX6NUyx+/PsJVY0Yz4Mr
AlFql3vmrpkmH3FJP4Y3DXi1yt3RLLdr21mYu0ldffMOt33LuEKxKTJt/UP1VffTjabjHU+q5Siw
+fNs0flV/TdsTePkrb+JtuhRWda5g0GwLas+GdKr0dP7S+BPwVOGIQnhl6ruX/b+iJ6zOlxNcUw2
flglzNKyaVPzV4WOJWFoU+CXc5qqBgXXGiQ5nqNdXXgJRlSkc252zTN1bA7/fc1OXbrOVbEdqnvs
D5dstalvMXYq10VFU0naTWv/Its7jnzJ2qgpcbgOxZWjp/BOsjJ7PKomK/H0H8ZcqdXYHNpheBR6
Q/5bKpZ7MpcxFkBSLKQzBvG8lFYb/zGsA8G/vuKg5YgXfrEfJmoKma3DW9vP4rMfiYLJs2H0+HZt
nWDjZYfhaSKcPCHlpV1fm1osdTHtuKblg3E5INu866Foo2H600e+MnlFMcPVcAI+POsmjl9itzOf
S5yKl2BY+/2k8dCOimyJm6dodMjKgk+OEMgO01qXjZijFYoWQCDBxuyf6HLqaslN7fiXcOklFtiK
JVK+1ct8v/e+21PppHmufB/wawjpm3OC8oK/rdvWzcnOk13OfW9ToB22L78CpPBNmQKVkRvjB+Hz
4mCMV2DJFr2C78361Dn1rHJ0mcenw573S8a2p0d+eI59VTtZQEVWO/JqDhmqCzP1Hv450eT0Zcwz
k+WeMw5PaNy6NwgWcMC2RW97jvuVfq/rarKFOyj3dww8+yrgWkx5s/j9u4hsPJ3qUFAeMqODigx4
flfRte2XxgK1WZR3VTt+mhYKUTlHMaGi27YnSTGlrnj0kQN881Al7IXem0YX9OfBy5f/0Epg0JqO
z5V2Yw0jbRt+H18EE46j58ynox669uwnY1B+Gbe5ZT/5ei7SpNlfRlQ6tKa4m0UnbCbNUvbEQKxl
Ms+Hlx+zP+3cf96O2ftwHMkpdUwCBydxoC/AU60IHgpHe63cKqouC2FpKP6SEE/O3N9B/Iuo7xHm
D6PvEZBqHP8FeEBNOSQmCHqrUsHHIrPsHvURcsOEXAubT1KtQzmGwn4L9m28i/pmSfKwJkOp4Irs
H60/2+eQPPlnJSae1Xpv48+0oo87qYN2mtrR+zd7169uLuY6nc7hPmEiR1AAnkGudXEOwZQiFHfB
tIXXLZ7Rv2tFWchN1zR9YbttesYpuenP3YbIZQPmVzft2BwT659wud7Hxfs99TUmFdvIT1gdf2kp
86tbn4Y5MZ/jdgQE5CHsAU2WC2XQXVR2j8ihqku72uTi+cMyFUEV4S6KX6L+Fw0VGXPH6DbNubM6
kZyyOvtExI2T50A1wc9ccVsWEhpgkztRO4mcHbT8XNt4O+gtGgUWrURocw9agcYRY65F7pkhe2zq
ZrnZsLXdSdnKJEYcwdS9bWJt/qnRN1tZJTK1oNpO/K0OXMX5j5xwYOMkIhqMBX9rkobFRz/xPefh
OiyPR+qvZGrQMn+vHORwZ4Kf/Os13qus3GVFczxyE/lghYT4Qaduk5TtoOHWjeNqfvVD5R+QcOr+
52yPjEhBBQE231onfRzxGyDmZq94JpWv9+WqR632Lxic4al3hkDmkQylKeo0HfvCdNm2l7b/qlps
Mey3HSe/+KojbPIeZ0GNxKSdv/gc0bw99f4Q24tViPzPVAn3iYi3eacp8CzOXBKXaEb47ltm4eGe
5nBKZDlEFqqbdb7oEtw3WKSyMBHjyW1dofOxdrl26iBuklyswm3vHKceVa5nJcYCF8OR+3HbR44o
1f7fcOju6SCYL8q9sPHxUwE4868OPewfmbfWlyUeoozzovefKrbqtrGB/om/K9eguwzsH4ZpmUhE
8KmwxQR3yuQydLn8nb53xVWawDuIZxP/EmnHCXOPObipOomvn4X4EeXVTFEuPGGw3AqdZlOEpar4
nlmO6OmkSpexDLtgdU9Hr3y/2JuJujgHexSVkHSgEQncGXyOSJY+QgLqPP5SU+FOixPwwOPXOHcL
phQyH6dl4w/bLXtUgr0d90wiHfy4MmMum2YgYX8maLy6ua7+jX60tijzaWKhU8ouysXi86xUdu0/
Vl5blQu/8X5IOdbPTrRmb8nicsnXgpq+dnvkXkzTVPN5PrRcc9jB3gxCPZJLNi977PDADw4rFEyr
3rbM3UaQu369Cu3cDFdib4Ofcl5FwPzhtUE+zj6cxmydveHsTk4IoTuCo1GS/kOsmWuG6hFL1YQB
N2RTDBcpwnSeCUvM+Wj9xpwbVjU6V/CuvrrdxMX0K476P6s/HPMVDk/OdyndtssXiOrPZMjItojm
Y2NCiKGP57Aj/KtBOjv7O5yP25w7af2RYSvmFr1Ot/fF9eo7/JFXW/RzIIhOY43UFUgquEkchp2e
9lCGDzNpcuwGSc+4MdbxzEVCu1tykZr15x4tEa/ajfB2C2zsvvdjR+RgXBkSA5KRjDk9jfvrBGlP
5423xCbPkIrvRUMqlM7h31djUfWmb07eSiNeZAOTTcmjimsPq6T5b0P0t1fMWZt0ObeM4957DkSQ
W4aDRBAG69PsBpsvv09tq5ZcDcL/i+w8ogXJBnmqk2mUJ9MNPGRhq63JMfyYnmoojSrHeaD6E6ye
fjlGOWPmSvMx8Dl9TQKz3CUWzbbXAOfp3s95xdIS9g3RXT+W7sge2dxw/x+xnc15oU0K827K6r96
CqrfrD09WUTp5G5FXIUEnbp+ax8UeySc8yI67MaNv0sHcW4+OHP/UGPV3NHbRPtvYbKQj8lDB12Q
HLqYEj/F4Q9OvfMrZsGjczb0I2/O4a2f+BXLHg3pii2+Z6TVeU/38ps8eN6ev9gNdBkdwEPFPsac
fUe0fxnR9k8x4urGQkDwiIZynHumiQ3P564JKcLVHvGCjfEwbSEvOZcLEFMV6HsYDVFY9MMo/gap
mv+GdcatIUKziHxqloPww84J38KV2awI98S8MdBSyChY8CRTyvNdX8uwJU66JYmPNm/8+nwkliL6
EPY92uNpzOftYLaM/CN4RyhK54N5pd5xT83EjH5pU29E25iPaJVQOTrJ6EQmR+080rFHjK/rJKrL
NknP5Ouqd75mQZjcKSAECPECcAOGfmxlfsm2r4DXky+rai74Du/bQVFt5t7+ccj+uFU+duLfBg8q
kHJk/NIgFO/Po7EZYgQ1ZsEt7t7tWKaLrC9pNeu+pO8cIbB4FttiuWHPkGMaGtT02ZUiXmHyVyZn
Gfoca7mLwq3iL8BY1lzj7ZzM/7qeSOzc2KNlBgT7E6evS/v9cMJd59ixN31Jja4e9iloP+NYh11J
po74vvluO5RfD/WtkllC4z7F7lSgK/DvAgQbAG2Lhj1n6B5/pDZe52IxZncLKCEO15/Trx99daBJ
y5xDRTlD7n41fOUe57RW83Od2nQvkg4HityZZ+e34NL4U+2xeu+DmixII7KV2h8pslqGmK7LC3cv
pfyNTlZ0YlxercBFPZ9xUU3O3Pv2R+eq9jc0melbkuzyfY4PL7nsGxF1RYaVW50vsR25MeSwqqI5
ZEL5l9CBc8mEw3DcN+HvdZ31Q0BwLhuVodo+9rEnl3Z0DlPhI9AFXDXc1VHhTrt5EvzZd6JeM+cS
S8/+qrDN/15tusvKyoF4xUmYcIHHfnkd8v+SCOUNtIbrrauOpiCbNoAORmQU8ZVmaJ97et9LJtPs
3RxxSB3Phi6i3um0y8exyv7h+YM5Gc3gPJ+yuQrFGV+EtCuCtKGg2srIV7pG784M6bHm4Rh5Szkm
3rKclTulv/eqs++h8fVN5HWQcSbMAz8o1zwrqY74hZlcB6okjME694AAPrSN0sc1OaajCOKu/UN/
lIW5TZ3hBlGGTkApVhgH4AETpu/jAY60TO5hLl1mOiB7t+P2iI85yb7ySOSlYzLfr+ZxaxxE8ZHj
nZpFLPfwVqwtWp22iotpAoIanJpvv8MkS+SLPwius8Ca9NYZjfu8NvP6iOSbZugIZXNH08y4ZhuB
beYQLZskZc0HsGsPJ6AvhOlHHOqotuUkI7/+5kotrgbfV9/NsSxO6WUDxuCVhxdmaaomGfMj3chk
80WaYt7fWE4H1sABcNnm21MaNuLPsXnZu+vouSuaKfNYyE5HtuZbav06H1NA8mJdx+Bn4G7qvdMZ
/v/tnBoD+LyM7jVz42roWM3cFrWeXa9oAJZJTE738Ucdjswb8TY1D66Tiamgo2ucM8JEth3oIKPv
XRN7Qyn89YC+CMBl89CLMTzpkl19xGLTS15vycFdn6XLS9/t1XdDEF5VsmTw/y28m4c+89ETJp5I
v+2t3nmNsvtSI/vJO756oHh99+WmvVSA2nk4Z/VvLea1LqSaRm6Yukmn08jU/s8PTNqUelSKa0UT
OJtHY4AsVEEsfqgCyZ06AdAsZ2z8U3Gjj2l7dEQnydN1dPY0xvNKgXbcA2AjmQNdOqCtw4n4d4eH
gY23l7vy8G/UquKQF1zFb3i5oGZLxSa/EW7e3O8ZeVwgert6Tey6hIUbt/tP0/k1n1dtY2LelZPc
QD9OPRZLa70XXPJJfFMF8/45xs7elyP8uc8xtMAyNXGWRK5CR6Ff0WL9GCOzktyne/+OzsyuF/kl
9cuzFoyn2Idxf5xpY9+HLF7xqWEZ/5wd3dowkC+dIsN3Td/HIRM/NznRtOAriwoOIQmzWH+o7SnL
VNcwaSvfO4XykDGSqsT9wULQma8HzWydZ5UfP4ioCm4SDq6fE0eyvu91JP/QwfmfgbTsApo23JzC
jAFGPiNmgw0d2+HNl2po3Vs0pOMMsbpSe5maevzdBqtNWaFl9YKJQxYvJ33U8wuhAKtP817344le
AGgxwVhyyRvZTJ/CnVxigIdK/t3mmvIpwGzT0qTK4eQdu3wiU6L5hKHDjO1P6/bz8Jb90YaN+cXz
EXyPsa/804By4qu/wA7Nvaia3iV+Efd1rWr/cvRb/dvSMabF3GHTn2cJw1h+4Df6Wptt+HX0nvu2
kfT+gzRk/82RyxxfDPzBR/T6ye+2ravxNOJu3JUTCNxQHo63X+ClwSqkyfT/HbDAfy2YGL2JYZd7
gdURgyudqv8hLTh/iZNUzDO3ckjWNOgxznO9/mccVtjn9X4FqSTk/id2u9E4T2Nzn81F5O77fslm
EBbaFqVfWFz737okUz/WqFG33tQm/ZUm8bEpe7xBQpzNfVZRuiHalP2udyzEZ4T1T1JSbM0ezu9e
TdY4lM3duMFJ4an9b3ASC5zKyuftaFdJzRDtGAJt9+54YudjbsbY7Amsh0S/eLXfTBS1OkguwxJu
ac5zCeWZd4fVgF3dOwoR5a2tVMXmdfS2T6iEVBXXNolXsFxSzpnP62vbx2P+047JzrygmXKug3E3
UW4Ve8R8zPo9zWk9tvcJ1cCQI3tJweI6etlckLg15NPYhmu5aipMLiFgt6xMVh6soPbFvwWAATzb
cyFjzkswnEO4hV4R6jVgfG5m5LjIRCiNkyMYiY8RV5U8Aii0pQI9raGSCPG09lPF52FkrLhzVZYV
dTfNN8bH3o2X2G1dKZM6uBeTzOJCNL37Uu1z/LmwvviBUSs9hu55PleYvjM4YaRCytPiYOkpxPDq
k1yCnVSbtM/bGmzBs5lN+H2CSjYO53Rk6f3Kznr5t06+Q41f0jVQDM3cddElbrvxvvezlXlmkvOd
18LnuMKAb5Onr+yn95XacU1nuMtzN8KhKESs1UfYVt1xUpVI5zy2MdBz78iM0Vlt6/O0mAaUlZrd
XLZEr/eZ1mjB26TePpvJfE1sDIjfItuPT7b1kgGngzkwNP8kgJvR85/6bXfb04RAq81TtdjPTsbB
rWoS+zMavf4VK8s4Ko9kMk92D+bfqpvil4FFOwhaGzNuDkG3Pgvo1uouWYZ0ZiIShrFy8mmeN+nh
Ziq3LWKWoJC208MIujp7V0KlwdYDwkQ2IpEtcq3SLmymxJcxYMG8kAA9rENCl9NZOncXYnB/amav
YubyyJ4cJwH67A41LuxOuntuOVNfnzunD55SkFPaDag4/wzm+K9rvzhvM6/Fywc3qyx7ocVDnsi0
/pHoIGS9wogcFDAOuhsNpjWWzTJ+4YBUmQft+kKhwvKJlO0qXg5bjT2+QRoxhGe3YXn5ITzUytjH
zqvGda7a6GQyGkocuZjoKQ7Q0DQeblXcVg/RHrp7sVmZ/RjMtE9X/l6RWE7Mfcdk20t3vPINQ9wp
8uW+YaU71K+DA08W+GIG0hGHaeLCVVill41tDn3rxnVXnfbgSLJyGOJU5+0yJqZUX6mwtCV6+I5i
w3Ys5u0EFTsxfBB9NpsfABHkF3WZcNOPxhURW8G0md2bZfWOKE+4PZtiGQPaM51Woucw0aZfWAwd
V/6yMjhM8TjJcpJysuCnSDdOgTe4DIBt7eLGlVkIHmcl8P5+whF8g7rJHffqE90D+D9EX66OYxhI
9yvuZn/ZklVnpQkSjYI5ZpWVh5Avjke+vskvMFHtValJH7/l0pZv22yCq6wT09+eG6y52mDm9ufU
WNmd42nKHuW2yL7ksAAhdH4yNYwZcZ+dlIdaNCeglAaxBWAfz1/Xo3ddm1Yl9x2Dwt9KhMenmLbg
l9KNVWUnvGHId9xZVJEJtCq4zh3eZzSEdDY5cJiOL14y+vrJRu16vAF67Mv9AQQen0LamCavhKn/
oeKr7cVjdSdvJamhjARrk8gXhQepf/YmPw1KQMFwuoZa3NVYRM+NeggtOVN5bY5kuDbA6TOTaEiw
PeeCJhg0urU3MggX742yxUSTjagQ2rw18xrnouUOfthd0UZPTobxSZA7md31CfGo+ElXVcXXPjB+
/RhPG4Ndn0bWL6Wrjg/VAgX+Xr/EmxfNg6Y58i6Lu6Z1vVNAyetObY3er9h0Iyqq7iC985TWK7Mp
zw+rVM9g4tZW4ab5P1UV3uBGFevb7KvpfjZ+k+5/O+GsCyeY4pP3jI98Xku77A94r66UNvWVMM7M
GgT3yb4TAc60K3vsv/0OIN2YBufQihs//qviaMwuQPmyLkS6sB9pojrbTuwmspfGZg5cwOnw/wY2
XPbvooqJvVOm7zO2qoNe7k244VvQZOHkXkTj+949BrOOd3G6lqWeM1N6z9S56XMPnNk9m6nCtoEo
VnEWh2c+xroDB+kruxual8z73Pjh2x0Q3NSfA0BM/YzP2CDyflmd/a6Jui0oRsQJNLc48AQFb3ra
3rDnWe+IlQ3mDy6SlHDCpRu8J6ea0qBo0jFznkIathFzhmPdHrLKpKwkOe/mm6fITbgHm07CN+8r
0e207EvIZkVZ39x0NjX6nmfeI0fsiImQARfcZBkqVPH5ti2R+9djrz2XeEK79jowQozXwLi4CcC3
59LQ6A8W6hSXw9Uc6bHBL601y8VfoQ/lKFWs/5Mc4njJZW9cwBwX6LyYrNqH+yFZqP2CuXUpzTxA
SCfkpSPNYTyo1BAj3FvX2zpApjaYSeQcw0wzCmGIepMBtH0co2WnDBd90ScGVXJu66nC+a+mPmxk
jE48N6y0j73UtDrqR/clluBuarHB2dd9dUpFGnDPy1yrLjvBAYj3olJ6e/f7A0PwDCH0kfOA6fiq
Fkmnz0t/EO1bZa6oT/6wkb42h93al4vPKuhU4Sjnl40OJ/vap9J3WU6Ga/wzWkYvucnYpTIU4mNY
BM7AC6+7QT/P016haFGQ2YsNUeleLHrcj7IV20YuorZa7zdLNbcWZ/Kw7U6oaHzeVnygn2mc2aiH
zAzRd344F6Lizb0s2ixeeeg1w86CPf4Hk9PygOlRba9ItWHz2fbM9w0JTC5hbbtrziSj00lEhv6S
DZ1DW0fUhRxvulpzD/aNc8QljI+DbbdOAtJRgU2n4CZzdPgjZJyFbddpDO1ywMl+YEyo1uNFWXeS
uR9FacU6YWDTq7K1qs7u5objM4uHhS9m62R9C3DB1n9ptQZTZp8Vn8TeQDyEZ7awuq6Ft70Auzf1
+dgr3EVRRsRTOaYIhW+aKNX7w7Amzn0EnSK9Bj6Ix9wZ3da7jcA6nrmNKqL1wBWo72BIP3w+BZC4
sA/tnU4gGhL2GWTgrr4cAeQ8WTVnTXaCzDvilfYb0l6wAB761vsOEMtE4RNhDisjdpBE8k10703o
qaNU5mirQsbHuOTVpMK27AboOr9GKWl0A7ZRJKwGYhBXs2oX9zHrkUye5SZT997F3o6CvYEQsMJk
LUKTgxIgiE54q3a4VLLsEgRyDIjI1nlBydN0BBh89yD6Og9BBdv8W/RlwPHa66Zp2P1uLGcJFqgY
c0OI1tGPMW7drVw3/IQ/Ol2lE7sByqagHQeuAYt1ec4nl5nrEs4glA+H73UtOUR1E5x0ZDJ9NdQh
MS0ZdMDmxzrvM90DIrjhvDsYh49is+rKmEX/lNhP385zl+Ln3uqDJSK0jjJovGi4S0g3Gq+51CTE
wr0FEWn1wl5wboNtP2PiId+At6q4aKe0avK0itZP/GSg+4S9u023Yz3jwUSqt/gYR295NOy63pCy
7/8Fk7jg/lrb4Awy7PjXLQhQ8zOts9TmZgmTqfTJWiBG8aADJkxwYMcFmSA4DwNOgT+xqoGhnqhg
+Nety37cDNRAc3JMm0L6oOJdD9XIlsZw2vzv0C2UcgvZg3b/U8KI7oLAtJfFzNo6Kf0hibfzFLKV
R0W2OysxhsnR9W2cu+62jfc1LuIb7sQgMndQXNvtHHdqeudJpaPDK7AFSMzcAbeMejcVBbGu62Lx
D/T4YjvmV4YHuT3OUdbcISKe60sz2y04KzBhQIGtZ027ZIc3wKoZgqoc/b6P89noFDJPPIMBLpMb
JnmECE3muxOY+5YVfXZpDbWk8BY2hEUkd99e+dPM8LY6S7ueh34aLxpuVV0EIjiaO58dmSyrFYHw
VYofFqRbO/S2jNJkHQvlW+8oNcGba8FKgQuaW70NWGOHq1PYKKnv93EK8E0fTAqQl/XNg4axCXGo
WSPeWOsdp7j1dHCx2TD/6oa5ftgQKUN9aXndHv6/8nwwNr00zRQ/WF73UGRVujJs1616Nbvwf+N5
0H8PIzG+E9AgIVpsR3g8fRFt0nsv2MBYoSoteNaAcY8FWJQ6coNh7HvQ+0l/nkUPTcuFX3g5dmf4
57Wc6LPYKz2cyWqMogunUKcnv0k2ccYhAjKUVtaOF9+J+/0SwxxYCvIlkuiM8Gepfm4rQzFZ5uHX
RTBo95Uf5s13msbU+21GnUUXpRzPL1VjjuY8pvGSnW3nHeP3tdra57ALObOtmqtffZotIBV7GLyz
1oGv1WEP9oM8UqFPe22i97lGKpJPDHLshGlOOOtUpJcFbK0pqmaePg25wLJs2QE9gPz10GdinTyR
TDhDYkijrTuzRd85Qn5TubkbqBZekVrdAVPAOgYBl+7w3Kg9e+5sPH7CDg7FfWgJZGIliMLB35SQ
RaIasLTIbUe0axOv7IeOJtVcQdFS3P0bCPXPlTD7CRaOWr/FZrJ/PDg3ElPJlNk0JX3jg0Vc194R
uMVFX8XxEt4GVi/Lm4EXmZwrArzJW20oLDd2UFN7QZjX7uW0BBvcGN9IpKYEOTHe0Dler22if2DB
y7PpOPH4LtGs/TEwrL85GY7NxVBjJsNRbOrkqtuxBSjjxIzmmYTODR5VsLb2qrHOpi7ONu3ft92w
+QHUx/xFs4nPSv8rvpLYEKGB5ZqWTIBxZIyFtGHscgVhaTUlf9V9QkoEKqaQLOIfylxLCjdj3z+1
pTtLKJuwdJ5rHr2//bDPdR6Qz+GDVm77dA25jw+BBmLMl2Gw8hw02mvKeNfhL+YIqAGAZVa+rEob
bu514zJaU8X2OkcDovBBHv2lORE8P3f3veral8b0oi8nlXnuqU/WWb0lUzXEfGkB2xJiXDZ95Xo6
NDgISfePrgwEHUj30QF1ymx/Fu0cuCZM7aqvYAQRjfD/KDuz3TqRaA2/0EGCKqDgdu/Nnjw7TmLn
BjlOzDxTTE9/PvpIRx3HstVqqW+ihA0UVWv96x+U44Qe0OLAXqBE5tyYKm7HX3mjwVK0ZAy3Hc0O
pXBeGnEFk6t1k31sp3jI+njr4cIn6/rbKHC03rdj245HNqNMBvw/Zz5Cq1ZyHlus564p+hHdabI8
WnEalgecfPE4g55HKljIQgXehVH/Nc0jU101bhjBSYh6KwqmuAcrN33DPc+GrgGFYtXkzGratTLF
/NLZkhEOMSRCYA6IGpkhzCMGLeWpzH3c24bSi6YdHLc4hk5SA1cNddQvm7D2QAGtShnf5rKgY+Jx
PZmG1wFt1cjFmOAz5t1NQ8w4CE6lCdmBrdnYTBFvebfoXLXHhCH689IlwGQKjHigfosyKowkbh6G
IfGH0xRP1m+XfOEwaMG579Klg0zEGRmjoKiVu44hC7J1IT0iHZlie8fc0HlooM24AdKF8Deeg3Bw
VrOc28UVRXrww8JUZ/bNIdtRZkvB2VA3dL7OYsIVom+P9xHlondwePGvJs+roa7tVXLIISTnz12L
I/6GWoPZ8yZRpTgC/5PWAwClT2ja/Gzluyz11iUQp9oJoMbmvnJBzYnF8QDzutSzpgv2zZTENr/2
Am/ViG16JgfW0cGgtTjQEMWo+qIszs8wlLMJ8qXTIUBXIGp7VniZXVkQSQlXjEEzAoT54bls5/Yq
7nn9+8XV5heGZMM9USb+jxamBXg+jkCVCQ5tsnggJJqvSesb2aZngBnvGPhYcp/5E0MM0PYc5tcE
4K2bpL1Xo22Ou5CHjXRTl7W36SHIjRCUu1EEoOsE/xhWIuCJg8UnFxnZJS2yOKuPGNiDXz2qUlbG
ZSKpAHZ+w7h3u0byjlsRC2O5g5sBwtY3oe/uxtx0rnK4XvH9XPGL002/FJ3ewj5JrvJ+ssobuYwt
w7xujv2DNJJkdczvrHsTvSUmfEYiprvGryJEwmbd/56qPh0vJrDe6oZaZF69C7yQQrg0K/PAiJU6
xHb7RtyCQFV9YNAx1+yuXvq96sbM3shQOO3DAs5LHZVFYMAhJYTx3WoaY7icc4sp3IKIxLkG5sqH
PakBjv3VqPJF7qBvTUDEbiK9tTsZ0WhATop3HRVtssnGtDd4TLV/m9KYAVMzADWPEJf9JwnLO933
mrRCKI35BGVRyvlFD/7MGZiRcA/rho56I8I+ejXq1h/uI2kwk0NgVMhbO/Zm2KKAQuPtIvXwA+Js
1kJdhaG3aYbFLQ42CW0iiHrf6HBvnjsSvic13C46FQMVbFg99VRAETqTyniaa4MqMXcE6iWfAMHx
wUPv0b+4gL9Qxu2xRwRTLfX0ZSEgxLztAYagRght280xGQcOqAjm251Qs22Ddzj+99LKzefGb9U3
CSNfr/1d81REeep/EWEKSZx44tS/HM06ym+nRa7IlJd4zUFAr4XLK+EMb2vBUPduSUCQLtu2afxL
q1bMEex+yL446Enda6PXIj1Q+oQiEBkDk1MEWY1IxtoIWzpaUqmny9QBdwpG7Q4vPkftsO3iumar
7iqz3Bec22jhLasD48fn7SaFe1hsSBjU0CxKOuDbGaCo2uHpVYYbKo2i39v1kg8b6K8tLpgO430Y
kqtrAQ3XQNVSL4J333tQ9Hp7CfutaucKyKsSWm4jnjsWVboZK6oL16u3JhvuWruiD9xVJP11APhw
Jc8hn6C/nROwym3WFF5F/VI35Ra7Y36h59dm+7pMqRTxyoPWc9D6wiFcHfj7KcnGfNyg9ZQi0ARX
2lddW/Ee7Q6T5iv8K6BK176ou4ccLHbZz2SRrKvRB3xDgZHm28XtynxvQ0mZoVyubQ2OHXCfOK85
BAfXebRqAKUtJa5VHDKjI9R2HLLkwWrrotsOXTobOz3BxmXyKuEm2+DUNwtJG8bec2Qhg7KOovo8
Wk0aX9hePVCpygEuJo+G+rNMxvmaJLYIK68mr3BRndIqpdvsyo6a25/P6D7S/BFlszriDKrvGxlD
E5qaun4eHZW/MnP0HkihAfrWIoRmv4jlSphOdpOjcL4dy6pvg4mJBExOPYv7nEKY2TZj7Xt74BBi
donVEbXR2BJ8mAtozqbuhv1YdtK/BI601E57cfeDr6HhKKX1ZwRujaQ3VFShT4U3DIgi5hba2xw5
3ms0+SIK0qTLpi0EuK4+knwsXwsDGmvg5pAn6CA9kWCR26S1y9w5m35qqP7fp44zYp1du93eXprM
vLFm9vkt4wrRnmSiw+WQQU1/gg2F2EHMhfdgqd5tb2rIeD1QlbJG8BUvrG60N7NJd96AXd0wec5z
nGSpOgBxMBWroi45SzX7iBdwqs+PHOo9FFMVmYFyVFsEcFchyXVoLS+WemESkeIVGZ8L8pDvqr6r
jmFZQVwSTchNzckYUshUpn32VMEuK9uqexoKQ5h7Fafs7zTsbLL8SLqjLMnd5tniQPlKeikRiTE2
ODIwnVh6xyKhwA9QPdk1VU7p4AEVRpVC31LDIEvdsXiZck9/n2ej0WdDmeMp66PBvq8tp57tTVho
8StSiimaXQog/xHPsKdhEaB9DR7Nxn5h+9pBJ09LNLh14+8X7dB+gdROcbG3jMlKECyM+jY2jPIX
/h60w7Nptj/IPU6rPcQs2MnpMADkV2VdOVTppfk9YT4RP6C6Gb/Sp6Cgm7zZ380LpyccCWmipWk5
jWcK9p+53Y7Tzqg021nrrWQsU3qQnQs6zOsUhuVXZL4M1+wmbl4UzLR+42V+faFkVdmBF2qwnG7J
kguQD1YR/rZTt/Vi4fyYrCj9NideojYd45F4086QOlBaJ8uwsfM4gXW1jgovPZJmpsAKO6pL1Vvw
wpFYQ9wYpSEAULoZr68e34wHeykiphSwIl6URtt8UsO4oJo2F7fdKwEtfBuak2wOkmItXKf4frId
GFsEjRFTg+FXX70kfI5EL5aI1IAShch3xijZZrVR2aBV3FB6WRQMMODtNzBJ4A9Cly8FbUGQd57R
BbUfTdf4JI3uz4UniasKdaN5USu7QBOVajHs48TXMnBHOWfHXE12w/Ny2CnyJe/R9wzxlOxobnCr
30yUkywHk8kHkHxd/cBpC4kXr0ImOyahK72oNv2fZg3PagNPPE+uF7PLm8BwPZhc1CW2zcO1S3bo
shlCvW+RxnRHzwBiZ3C7wJFte4s118F07Xbkh1Q+/JoZQm9CEY5MLyI0LMC/W0BkifvrjB7uSqm+
i3Yq7iN16crZ+iknnIqZow6jfQBXmuZDl/hj/Zx1qhPbZIARf165YfWOEAwgEBA+b9i5RoSmiwLD
846dNabp1dJY1Qst8nzPrpYlB3QzyZXRubo+jFOUOBdQwv0HzKiSl7LXhKXXcJptSMBlS9hXVSYx
bT2G3ZtCDRzQcKjKhN4EkukWaQHiI4a1ERhTRbO4xx+N8L4mkRzQ0O6c5TCmQ2/fIqOykn0o+vQS
0+WlDzoK3uy6o8/Yl1risuUbTcuemRjtK5E9dnqGZjg8+naYXNv0G7TMUdb/jlxTPdYSkdW1549t
dVxas79T+SSzJxMcYvm6RMNYHL1+jnrWKJqRXamawadQyFR3SiPFCcMWaH2dLDxut7mds9dR8rP5
cg5qXETpnTq8Z63SPhijto0dyoTyHvg6ea2MwXipIe3R3WlmhxAFdfFsFCV1IkmAzXJkQuQmAdnb
GUVUOsWBSNJ1wOXJBDoSNe1lC65Q7hoTUi5KdpnZQWYpwwGzX9TPcooZ1VkDuiBqmCZbdlOJpjTI
VQJ7cMB0TR5dA77IIdWLeFIa/tTOgoadH0xXhT/dkZ/a6lDjb8T07QaNCMQqPUGCWb1vYO70RTn3
Jwfke5+589TAb2AtFcjfyvZ7nA6GOEJaxG+wlc44HRqgz4ZNofCeUQzLO8gU4id7++CuzKks2oM1
NvEXKzZ1DZOfk7q/i7OxYn4DpzQM0mIiwniYnCQ7WiISVNvuTIsJqb2sdgbg+GPVxLY+yJmGiwlW
VBVXsSAyBSVfWOlbM3bqbjc083CZDVkJuxQqJA2UZO53hcyiMiHBJguj/kLW5EjafaKno2GBbm8A
WK2jqHPXhNU1oeVBotGlO+x/yguHDFj7hoSJuN27xgrGdIOf3PKDyh+wink+m4WpGFXbbBF8nZUi
qr/IcGLkoZehh9SLgT0amLGau3OqKr8IfBM+Woa6DuY91uTegT3OHI5GDF0VKoTfsTuClT9AR5+p
op1GRFdRq8v+evSXRaN6VAtcBRPxA4OLHoVLpxHWH4o2DNU9P6oEvkWoE27H0JRfw4ox7ra2Eppe
Fcd+CPWuZDP2yVbm1NKIzAfIApehMBy1L5E4XGQZi/5OmfgkHenWoePTaUGZcxvLCB/zbNLAoWU1
vjrQDpYTzVc7HQyGuvIMOZ5y0y0zuYfYnrOQ0iS70pU1wkWFEf+AVgquF+u0yu8pQf0XCI4ZKmEV
6WaLgEvQt2IHGj+4TRw9wypS877GuNOhnyCJD32WrcS+IXOV5hNfPMl3B+T+IsaapHXYs+kVSFGb
nMl1IAKdDN3udRIxIDeQECz/BotAFlBT8rYTyvdlbzq6Xs4Vn3K0y+0kuU2iIkWPofiUv3E6lzD/
4QFEVzHcaO8MjTyRO50hPoUaydB2F859c1HkMg234Hje9waLqeyAUpB6RhdZWp9Ua2Xx2RIJAe4A
/DlyHAZMeGVGoIKbKGTKvW1zu6u/j1XGVyZEioUl5miEHpC73fcBYLeX30DLxVvfnWa0KLOooxuC
4ipO3SGfAmYAdhgU6QjCXRvS+1pGsJm403kMr/jIIFSsLd0XM7ItfcwXj8olVB5bhOsgS3KR9nq7
zuo4+n1ZV+6lnhQiAwUYwOZrjepqzNzlMWkd2HEdmLy/LWTIzM3PTDobkQ7zbcF1eCroEhI+4Jp+
BBy6TLYmZAEnkORsjEEhUQEGpWUbJjss6N5Gt/Cqtm4kbCKXM5F5e5F4hX2YDEalOHCV7cH0Esi0
TTfL5Gi7YWLvhySWK1vMSW/6fgwrGG2ZW98sRZuUd3y/lXsKLWOcTsgmAI1zW9/ECt3stqrjAXoo
D5GKHLMqYdaWvsIPaPLOft2W19GMfP3kz3iMQHbJFjqJZPbguoTp64KutT0x3KSJApjyE/O2MByv
3mColtmstnTJd0UfO9WuZYj6sysY3AeqM6p22yiQJEqsJbrrUAFMz00viblIqNiyIIQK4h7qgWHX
sR5aReVIGMKr5IhE0aFIY9qZrkjLw6DtYbztrSpzkfLl8zc14trPJdzCQ54g2wuvmiLzYPawXDd6
iZhOYPDAxl5GqBNBoxpOniKD+LKZMtfih4YpYw8guhxysmm4v/xYRe02ElOcbL12bqygwMD6NPls
n1u4lZiaOlTLLefX1HZfuyFaXMZUZClVFE02gqxIz1+7LPTuIiY8FqUDBP6dafdhurWgIcFurmJE
ziVmzWg4cqcbN06ommcmIQzt/dKXdLJ2DLGQh5OAXFAXZkeo41YWCKkWABtX2wlDMCTEAWY5kdpb
LSOA0wxxBuiqhGxKCZaZHZAgZLpdo8bE2KZZx9kW4vNon6YF+vjRmQrvF5MHpFeAQmkUyKmZZLBU
xfyVr5hpItLLeeNZc2UdZInzLPYJg/3QwDasLit/nPtz1DjDNz7wNY9v0FFQ+FX1S/ZyfoWcm6AX
a4wZBphH8exq+J0cGh5qpzotksD0q555NxI6/2BM3dJupygMl6CVki6K5X5bwYh6ZYTu72D8rcoj
8On2cZmHJeXHudTCI+0GQpIham6YUTWUhxMMlxOV++hRl7ett6nChV1P+hg6bBHalBUB87jEbCnp
jXw3xZjAbyhq5++D7/RfZGN1T1Oh5mOOKVFybkCrL5Tp2atkdURqkxObAmtX4fYPshWmlw2Mt0cR
t15JaVlZNaRrNm6WvGqmAAerEFyTcBV19EbDy3azjBEC+SM+G7EH1eFQQ+vDwMFoPPgIXlTeEgvW
PGFuG98nc2Y8WbpkvFMoTpNLnLByGQBXDs4Wmrt3qdIJ2Qj5Oja0J5MIP5kp6BFFKMbjOgNlsgfF
HnQdPt1VZ0/1T5Ow4zHQk43tAPYJKMSVV0XuYSKtwwcXhGB038+uT4PH2bOhWfK/dTDvElQyoXYx
FQqdBwfucnoAS5geVLE03107I2RKWlX83LPrTUEOCv2zMeB3baAUR9MBD3rzmSWBTyhtiklfpMbp
BjsJe/XHWxyb1JA2y4LO1113S6pLC4VaLtaL2ywl3QjTuHJXKbyzd9Gi6i8JXj8yaGod3SYYRv3i
MFfuztD5LGinLQmPtszznyXzugnCeaPoa5bRhlMnMwZb7VBBHlokxTwR7/nKhPUy56gEzdk2hmUP
hCRwXN64LW4UW2HFzDXsKfJxpEgwL+oZ0+hDFlVDyDE/uo+eaY2oWSQh9JGK6IWs1JePQ6gE0/9K
TXdpkkf5hQtt5dVVQ/LYGTXfcsG39Q9Quugd/naF2mKEFH9TVZUOxyZZUGeoSPlHw5divEYNRqrX
4E8a9qRI5Hz2XDimFI8DmEiVkVi6yfrJfZrHCZbApP0+PGRMpS8sJHrJviYrxaQ06lbwGPmjfViM
Zb7UTT/qk0Bw5+/cjKYVfeHoqwtmpV3BR9jwKwxdAUejykwzJqE4SOwcq0/r6zIKMbRg9ZpfM3aL
8gBBi2QnQ2Zzd5+5Or3Nunl5sdA2nCYLDeU6Jp8RHw5VE+3h4DkLUiQP2NoPXV9s7Zoq4FS6jW1C
RDFwmLOTOIsODk4MzOQdu4p2k019eQCXj60fUzeND5U9GN0eCaN7tfRR0R5cDCCeEk1nAchaF/fQ
N8txMzo8OJYBvgRbTky8NcbQXe6rXDvzBiBhhqvbGriuRZYLl0UbMy0P3f4cHSOQykCYEwP+NCks
m8JlaH71wqNJ6GEW9Jt+dCebbmcJ7wpdSGMvkQu8mHku3ZM9CvlbL7VTAK245m24ZAUE+8rTj2tg
dAc7rK0pFezSd84LtEqC3fEIuSlxqrKR9UcsrdUC5abxIewHcz04yx6VeQlFFhnNxsF69HlEOQ+K
7jnds+8WsXHS4G1fGoQJ6QYtdHLdQx9OGQrV9q0FNs6CmyXDATFXSXiF8DBB4Jm1/k1n5fl0QJBJ
+q5YRzRwaZovhtWDVJml8OPA6fOGL8loe33jj9EUBfOYkyHWYfleHdmpKL78wiLJl5WZkxk0eVnO
0lKYiCQlLJI4YlzGptR78lAL24HJ8w9YVKySUGAOTqztjLD7wqmmgcVXQGeihooZzWDeouEEWgyx
fmZt7N+knHTYwnCm/HDRdbXnJA4jERiTAooAmxhloDAXSXZobtW9CBcLrrus44Kcilbd9nHDht9p
6j2jaJDF4oVTs5VjkOgzJvDzSO6WLKwB3ESt9iaDKshOZSydrWYYAyBpmtU99Ro13ViZFhq3jh3r
sDhyvsktttPNMDNXG500WavpFgB6GdwUkKxK4m0yQQDeDCEpSheyNvNu1aFQVf6kvVEKKxBH3PCc
OVYcxyQqDCH9fGdjxPU9rJoO14VYQsBfEjaTPXZdfXs2aWbuo1Fl6O+dOoEshJJq2FQpPPQrEAgw
sajq7G+hl4W3fbSEVyajm/DCrtxFbTHbMMbA90er2Cyz5c6wd2yM06beLF6JHayfjFiH32ZYo8tp
teJ6ZRqSkGRWwonYeP0yYAfexMBkVugXl/hCs/9Ke4h/YmQUqwNucqQkznM+u3RC+CGcDFU3N2Hc
WEDyLj1Y4LTM/ngNcYmAyXFDeVQG7HmE+CjPdl7btAwlKs/a2WUB0ZWUQefInIzZBTyZNNzZi/Jg
sUFxJnQjy3V5j9hB386pHu5kUXXs2DDZO2j48fS9tddWBeHIcMaEAQKZlxVqvGC7C80vrEYUFO4s
ywHumuNYQRSCm6AAhci2oUddHffNfrwIvQnSpGM42GQyzSu2rhdZZrTJyFb63TByX8lrSIw3oPjD
k7Y8qN+0LO193Ndw9bHBuah6N3GCcGYmh2FThBAtlFHyK2q0Ne3giuP5sppliM0CByTcO0AwPU4B
0v/uhCL+hkd79SWbEj6cxC774+xWpslcJrYvUOZEYpOyaPD8p/RJAyeT2EnMiekfKj+Vl4xp+5IY
bnDvm1LnsHNArp2H3veGblNr2fIhQAQKQRYiDk+bSrK7XsKk8TcRLlXOtrPKVb4dUeIERmSlj26X
Nsu+YfKib/mp033LOYUjv9H4gKmuI/tgQWcAsZJjzOVxOYw8C3vpvuH1xDgoz736pfMH1W6syPU4
NXKNZANWByQSu+2NfhOtqQjbVIZFcmjNqWZsoFsyOwCGZHctFj95APt3nWsWYo5ZqHB1GFiNw/HG
NIBZeqShWYNfOk0UmNmIFQx/dWgCfI8xLEjVggceQkbc/Xm2iK1AksBg8XRQ6a4dxj7dd3jZxvRa
8XAtxGCu7gFefLUs0vC+RKE9PxTrxwhSkdLw1pXvPphQQvA1cOrsImq9XGKt43ePA1PQ6VAgrr8u
OBvIUSvJg42YQ1WcEnr80eMJ/RurBPvSNgobTyPlhd42smFPn5GwmVg319V0wpbIObctWYsbFC3Q
JBaKLNYrLb/zwwIb/W5B1aSCgoQEtgm/Un1xRS7rYGgHF4sbzuZth7rohAPF0Bz4szjbdOPEvCAX
bm3uJJKiYu/Zev6RqxGQexliP9oJmuHiB/isF6DtXdEd2VJC0+kZ8gi1UJ8HOQApGV7jUKIox39m
nCZy1PdWvJ4P2EIjlMhH+YAFm/ll6kT+YrBOnrpiqq5iO5pXvUjIDuqEc/mCQt9cpckWyJmPe93v
uDBIsWMg406bmfPrwmelzxe5XeS3RpZmznaBIJxuHAX34BFLjAiZGwHEyNLwZQbCX2gaOWeYPu/6
qR7vpzRd+vuK+R2CKb/tvxXAk5BEcaB/hHIxegf4ZLKBFlSyU5IGqZxN09CDHkezMrofTMrNcivG
pKkvgTiqc0WptRxaeDIiiM3IQMsApwt3nmKK7yhJxA8rCilEywUeCeTtHjbcYqZNj48OkQ+bhkFT
BcIs6/SwLP6MlKzMqaNr1/RZc3FpUzGzAU77gm6OXaDqrPrGL+3sGhVNm16Ode7ADTILWFhZJEto
w6kdBQ6wck01OayD0Qb7xTvsz9CsO1bilSdoM67cQtQKn7HeitLbWjttuicDQ5RBK/wReqYnmmuS
m5tmYyUmvxqFjRBn4cEDh67t5YfcKvL4DFZaUcKRSwRjvuxm87H3auMXjXnJ0x0rdTe7hQ0Jc05b
d4NfpE6+NNHS7WU0zTrIxUTzv4ihgworw2oPzS69tbA4wiOqqurlOmkaSd4sGhuS3+DhRsX1/8AR
dI0+6ceT6w3xGV/OWl0NIgn9zaLmydr9jwhla0OPLU5LOBCRZRVlXeK1Y5d5MGIHPO2ho5sV/9QC
S6FK6/lYt3OpglxzYs2aF4diIhuPH7sYvuMg6lLg4KuJrSvtyvrn/3LgZRo6M/Op9QmnaJN4w0pC
FIHJK2g5PzOpf88uUZF/5rl4UPLfG7PLdLUJRcqjTxp/hF2I21GQuMK7nnGF2QIWqR9GuNBa+NSB
DLkho1UU5igAU/mJ7ebfTsCYbkoy45kQKfKY3vjKGixpkDNTnzq19HuNESb+2Mlw+PjZvmN+6Spc
4Twh1zgH+cZt04hAdGc6kpMO2y+8wOi7jGkb+QvGCSiBfqrJUWJ/fFHr3aeM870Fs5nUoLdhJiXa
xzEEfzyNw2DdwmvwDrawjK3NbGZP1YVlEYSboOjcZVePWbMh1dTf1mP1WRrve0sLv67//yGrGem/
lhY2S61qXR7yUBTY7sG78jwruUAnOnySzfru64S/QRLU6uj+l7WrO7m5slt9chklH6QnnWsXv7hP
zKrfvYqyFU9LSphub17nAGFFW52kgyWWFaDKdo7V2DrBx+/v3UXzr6u8scSWfeRCy5r0qUYNfSKa
Igo8BkXfseAqz2kLs5Kab/jke3jnVZH1Y5JeapmKQOE3t0ZyvA/maOuTwggxYITfX+tsDHFtQ+/3
8f298xQhh0KzceEvYVP/xvlc47IEQSTVJxLqBMLZ3vX2cCeZo//X6whWgymJvbHwoH272cQl2zms
FlZf2snrahFwR5cp+mRN/G2oy1UoI6WtEEf+ZTWLSyMMcYeVF+KzuPeqRnwN/cmYzkuSihOQYCg+
yWT/29yfICrTJkLAVDjHv13rgowThRFRd6JE0N9ihzbDSPMsmEo3wkt5NfnP3Arbt1CITxxv/wkO
+NPvFu9n6/9SoQhaVeu7/fcXzQAGRViynPrBcK1TBvMXzyXb8GmA61JUp0FBRDy1mnrsyIDAbWhT
LOesNTqFfWb6DX1ViJiYcT2GLU6u5mKLOCJ0jiU6WvgEBQagDF09PzoXymEgX8P33uRo8YuAHCgo
swVmJ1AH88V+UO0i60+2z7+XJ7fIwWBDobEJrXkTO2j5eZUkiZhPsZe5DzhEQWlYYvPu48X59/e2
XmVdL+zQpCK9+d7azMhsxhszUyv8BWJj7LfGEIvTWC/d4eNLvXtDvut7vo13In5Mf74zE43q4kWK
SxGUHWQ2IO3KJfzkq37vhki3IDpOurYL5v7nVXCO8tvWt0kXhF20nTsHz4OFpg4Rw2cxg+98AICc
JjArXY9iQPfnpSA7lwgYvekU0SBVm7wYMYbS4+plhHOhiC/xV42fR1/DwxW5McefbCzrv//mI/C4
vGUrtKqMCN5sYACraaHtZjoBlxigiQWj22qEtwficNE0ZrpzZfVZ+vg7z9cDDHSIKGObIbL5z5uu
wzpJVd/Op9RIyPJwxzxQrR4Did/Nf3+VXGoNSLCJ7iBB8s9LRW6Ke3zG2kzt6dEWk0bnxdjXlXbx
yZXefZL/utKbRdM3Bt4xuphPPUXoPTQu97r0qxmtjBhODfYmjGc9d//x9/DuRX0Gi5IEHZOK48/b
QxlHA+2h8Ojgcfzki4leiprmxSuR8BaWFs8zQ9ifH1/0vddnc+bZPFTbM98ahSNgi5jvZOMpQvRy
bgrUVoaNBAK0uv3kob53Kc8VNuQ83xJYEf55f5hO06KO9XQabdzAR7tBjZQMv/U0+p+cRO88SXgU
psMEhLOA8Kk/r9TMdlUOljue0m7ob7EPlfuZ1JCvTHmbSy+M4DMm5svHD/Lda5IRhPqMMxCq5p/X
TGYQRWudlA7whAsGwF1+keMtv0smHJMwBzDx/Zmhl9vHjy/890EvLYvzgCBa012TPf68MLS4MsMQ
qeHQc2J01Mzdc8IvflWFrn5L3EmiT97j3/s2F7RNh3OWhA/3bYhPy4c3xqJrMLE3OnpGTOSKLOk+
eYfvX4WSluJZsHe/WS1WV2LrOPXNqagmmCQ+PP47P3XFJzfz96LkZgih9Thaxd+vzQI6tYewb0/t
iJEZRJ5uObjgieMuxrb49eNX9c7F3PX0Jo4LL1/He/OqGHTNqkni/oTTjnHRkzu4j6ewuJ7N+rOk
pXWJ/3kWSFcQK8FSXNMU3kZy+aPjMFAIu1Ndd03/C6Nmuiih5/waZ0Jo1ANzyOGM6ie8Jboop9O1
OOo/vt13XiHuR3x+nO2kwL1tS7B+XMIMSPXkhLG+NHsN8wUB0rePr/LeQ6Va8enmCA5y3p56XrJU
PexafYoLEe/DpXhGw1sEyoZ+/PGV3vnS1m+blG9F8yre3g/DhTG2JtWe3HQxD3ryohQMGxdoxs+D
PuC12v/3rGl6QhJ8TVogjr63Z0JdkaIg8Sg4ma0x3XIaYCfkLv6FQKK7//ju/ikg3ywZDnDOHT7p
lcq67nD/qqGR/sVQYnBDshGDFuc1qa5leI5eZ4PMwj53Tlv9RiQ7PpNCIAL2QfNB4O/9yX72zvtk
wRCGwk+gbnt7IkFynkQjVgoD9N4HTGuZWHpJZxznAr79x/f8zhv1JU7DbGfEIXEM/nnLShW5q5NE
nxKIXhfGWDtfw0YXKAA7gCL8HwmH2f3XS9owytk6bbgqJAi92QMg7ZRlnqTdiWwJLB0cN2AM2+1M
/M635Yh2/ePL/f0NcjnSF0lVMRkjqjeVzDICd8W9155iK9YnnC+QfXKvn1zl73fGVSh716QyE6zu
zXPMoRjb4Ri2p6T3l2t8drxDHvnwrFePl49v6O2leFOmcsHqOHlc4rLenAtGY2PZrw1m6e3QnLtK
dpBWVbWPnOS/Fiz/XIqPXXqYDfp/ZTUygIFQ1ubmiQiR8kjR8oiScFxlWtEnz+/tW3p7pXWd/uvT
s7ByyLK+Ipkirsf9qEN3Zxv4eHz86N6eCetV0NSYtOkWXdfb/mRIZ4uTQlsni2oEq1XH/Salr07U
7CoYeisNsIP0rwhL6YIJc8NPPrZ3bpKILsm3bVGn0Ir9eZMZGcmEFuEVKeBfnEvD08dk1R18fJNv
P2luknKIbBKib8A33wZP4eLl2gk7y6nMHMTqBcLUBP9OAmQSCN7kwHwSafjeXf1fjSJYk+hy/rwr
vRhUQ6FhnhgMmsO2WLL0sW0VRnQf39c7654nRx3kQZgx/zoJBog/s1G6AjkL4a3IqNMFc6UeIBfR
DU4Hn1zunduChMoDBA7z0Ye9OQycqoFCjhSBttlBldSk6SUvV50+vim5Pp1/nzm8LTZ62g5hKhLw
3m4condTmlkIeXzxnf8tqcoYgMOuuv8l7Tx25EbaKPtEBMig36arZBmpnOyGkEoteh+0Tz+HWsyo
mEQS+ge9UKMbUCTDfuaa16pUgIM52LpF1FSC8JQbzYjtRSUEz+2EPCZQ1k7slSDSkD5xWjs6Ba5a
n9nbWrOvHRewczWFI/YHXKvw1OnnPRV1LpUDyjrW4wRsh9JNqujGyeqTyP2GIvPYfA9L0QHFhlog
aIrhcHI7+GrS7pGSycM99jwqMHLAn+PG+7u2wA4WbZpKz8OmYPF+Iw2BQIAGuVIvVJ3YmyAg7mIl
LSgmwD67Pu0rZ4SyKdOOh/tKKSmOkbRASH7y1CHsvthY13jw0/pDa7Tlf8PYbdgsz2/MYpF1Wgc6
SNO5PrJMGJy6b/NJZTj8+RAYmoLsNw6TzqcAi4o9qrfiIyofWD5nGJVc/9A/wd/F0CapChkLZdDl
a5ulQdxUFcgraruBeVfmRvQVPIT73CmOOZusOojZhW3wcWqV6qvI2uoExN96rfxCfOlll33sKBke
r/+qlZX+U/8FrM6kXJTrs0HTgigx8D8NG/Mc1LK5RQGk+ASYLt6YgPWhaG3RfbXmut77TeUaE9oG
isVKSxWxyKIGrWNG+UOhADD5H75qrtILikDc74uHOetEhaE6ryWSJtCYUMeWh1QJw2co6PLx+lgr
G1if8yeLEreBY+nis6qRECRunMkDHzAlnwNiu08DYIKHNkUe6E2IUdl4vFZHhNo4V550/liMGCpZ
FGhJPnlaX9qQ7tGSBACHxUsbUIdNgy1L6mU5gYuRd1I36RIQtV3kb02nlHaVyNFLwkAcBgENsitB
UgHPyACNBm+qq1v/GHn/GZM9yUVMxEP7cbFZQiCdWWByAed28Qw4BIInaOCbok+j/8+h5ufnr4BH
FvSvg84ZvUk4cXTMcR14yhKwQTslVcW4sTVXJ9PEU9a2dMwMlzEBGsGWEwID8dym1+56lP1vWiNN
f884+nMwleVnBHHLjT26dvQEhC6DHjZtpeXTNoPyyr6lWmnCP/owoCx4I8s6QhgJUvf147B2wVK2
dxjMcCx7ecrjpob4nbsDvH1BkyIoqjOMRQ3mZIIGWE/0gx8W9qRgcTeqNFsjz8fm73VE9TRWxpyP
BJm4rzIb9JM7oiY65O7ZGLT2Vxc2YApqq8g3htbWxp57uBw2PG2d5bNSmWVHAz5hVbu6LnjJpd+B
aByj7oA+cOzs8RgJh0NOWtTvLdDG3gjFNUZ733dvUdRytJ0KFyDcO7kRoG0NXRphyHHwnV1tVg0u
RZPoIUr3CAEdry/Y2t6gCkTwQ1/CuIjEszDztRHhM69KnfTUu4p9QEsgJXpUnY29v3ZxEVCogjiO
e2uZL6kd2s5GP01eV1fjKSjC5oxPTnFQg3G6Ry9kvLn+aWtnDc1A2oAE+Sal3vc7AmSwHgSovnqd
67viZLR6+wC2xQ8eO70Qjpf5s8yEljTy+frA+tqkghiBicBTT6S8GNkKeOdUFC+8QhlEidhEZPyo
XexfPGlXTn1jgINwTlh0JdGxr5MQuYMKJgw4y8H82qOjkH+EgJIINOUjmE1+YfTOocSqDWNL9AaS
UwMNXD0XVRd/ytBEm8Vz/LI9oaKAsgbdXnwLAOVPn2L0R0EqjaYFkBQMm/FdBvCz95CU5NskpwkZ
CQeg0AE6TfU69rGNNrNTDcD0WxTw7hDT0bENuj49K/uAmi2aYS5vCrH24nIf4hztv/mO4NTMsmal
lip3cRL23wHdxumpaduoOv37mJpNoYxqP4X/ZfRVYikRdlKhDl+oqMlUZT6y+bgfjsBefQ32akfp
438Zkz60Ybo6hd1FGFIH1IiHmjFHw/ZZBA1Ys+SGOJnKMLx0qrux7eaXahFhArvgwVR1ivB0N97v
dwQL9c5Hg94LMqwbdr7ExWZvotu9BZ9ZOVgGFWqTRMmyiA4WC+giEAsTLRs8AxGIEOEJVVNAxmeY
lSLVmqDyH07TfdyM8Y/rM7pyrgwDhWWiaP6gNfz+C6c+bizVpMMnUBnHHcKKRveIY4/eHTthio0m
5to+ZY9qpqGhgkNV7v1oRjaUYwWzyqvk1CJ5JNEFNSJFDAdbTsiYWOiXb9zGKw8JjQyTLUoKS6ln
sWWcIgykHlYTuCRUNh9kMvOFrTCxAD5mP1DMfLBzWx/2uSP9jZd73h3L3UPTdE4CNBNL4MXQiKTl
akOS6nGzVGeegPSYSWB6tWPEHoayxtnCteqQ17Ey7cquqjdme21tLZcUG58CnQreYvdSCM4I0TVu
BZk/OTgJefgd/JwwYbm5vom0tZFsJMTnCpBLFDb//78ihQT5jT4PKtaVYEl8DGOT0ir0AyU/IN5D
X2TnTln5oNstZGEsX/LvVVPlZ6Bazmc1y3WwiFAdf3IKKus2Ar0iPZSVqSZd/50rx5lHC9MQQxBL
USR7/zNBqkjbzYbJM0LInKKVCIE30JI3RpkP62LdIdBAt6e6SK17GbsoQsNAEJlIT+PtT2/8LmvL
O8DXwW2LPRDM5a6vdYg2Wnxn48OJCFSQT9+o5haYkw4JBBdg9PmNakdA/20Yxr8aFXw3wspCx+Nk
ErbcIzSm5DfI+EA0IdHE6cvPRkgfsevG9k9LadC4RRFaFXdkiel4dpoKz2XLsJMeYdPMRjS4lCOL
FCUl+vuSy/q+G8f452CE5ZMRBcFvUVqZPPi9FkDn9fFf2+NVik8NQvn1rY5YXXDIFGvMMcjpxa2u
Nln+7fpMXoAKSVosavjanA/SkVymgikCsqgnBCbJdBuJN2KDsv+vRQPoC4TrsHlUjcYg8406q7+r
2gEF0ZyFCfeU08bfNlDxbOMBWtno1PU5SlTpCE2XPQVHQ/cyrTTD0wuw77vA1D6R6xuPWA8OL9c/
fuWuJDOk64Vlus6nzxfbX2dKdeu8L0oTa02FuwWFN1mhsBPbWAwHEiLpM82G8N/TGoopVCIB0zDk
8rIMpkhEKP/ryENklnUmbHCjUy+woPk6Gpq91XObz9vioDhgg0x09eZ8fxlChM1Ii3HSdC/TIXXr
cBduagsHAITXsy+AuPtTppZP16d15T1gP1FCtgw6GtoSMkQCaXcyDw162zYoVPSPZmdxJ+sf68ol
hq46ilXBlNzBiQ62YM8rFxB+9EAeAfBwJbuLNe2zCRI+dotgUxHshvCEqhay6v9+zfGQgw+kXwqd
ZImX6yOsU5Ixt7ykNXusKW1ctkNty+5+5Sg4My5oBm7SyF/WxmNpur5BQOYNqN8fXCS+cFqTylEv
6B9eX7OL7iX3AJmgiYKV62rM3jyvf50F0PhQeXFo9urOhm5uZea94cjoGCnmdLZHe6RenMmvRtvp
h1Bx4sOE7cnGrK6cxxl3wspRvuWXLH6DBRMBqanY9kzIR1/S2JRonGv+qXB68ws24cFWe3jtq4EW
G3N1TwCRdeZf9NdXO01qlVB+rDnazfGzNyHNTDmcTdcsD3SUsO0bccdJ+gFx1iDq8Wac7I0Lb/Wr
HaJ8QkR+zPK4JKM6DmGq2ih2usYpgaa7xywHASuABYdCt+OtxH/liLgqpWvBnT+juBdISJjwqRX7
re3BfIodFEPcBAFbIz9IB2cTuzRm12snegb+gJKUoza42lP1H8243nUUfg/I0Ts3EaI0n69vwrUf
RvXTwEZKIBujLoIHrUCRvlcVk7PrGM82Ie7ObLtg4/tXrkRm+v+NsrghTBST8EKPLE9NUIDl2fuO
Lb34MvTGjw5d4Numl/pGmPqn3bO4hnlo6FvT34VO4y52Nkr1hOwOr2xZZ62yK22lrU9FPpS4oWAI
vJO4uMDWSVER+JgjcAFjqURx6EHEba7fJ6rsvqHhOp4xufG7b1GqGNg/iBxFnhHpFFRDwGuhvAhp
N9jXfZ88+1aPmVEiOmtPlXSmzyvp8JlOjoIBYhA0JuZ8ZmMfInArN2EiEWXTcf6Fd4iqP44xdaz5
B4xJTP/Z8QfQSYU+VxcDAPnBoekRe0B71zS2GrmrB1Kn4AcrFZqDaoj3B9JGLQt56caiIFaM7imO
Cd5u6spWw7OWYPm6a2rDVXbaGNlnzWpHFBkEGFhoWaFv3VzfjivX79zgYTdCJAGSvTgnbtRqs+mL
5U30G46xFeCOFgu8vdxM3bgDVp5MhqI+PgPO577h+89OzASykSN4tYIo/JXAdELOuMSeMKjHB+hv
w7lFmOCWxr65FUrzNy935oxtoIjGpUALdjFyhiJoPE6W10yoweWm6PbGEG11zNamkk4oWSJRFq5f
i/2PKuOYRI5tev004JUYaBk3W6x/Qb/2078vGjcbxAYH0BQR5PvvwTwDixg942V2sXtOkqj4AfBW
f4gkoIrrQ61dJFSM8ZOeg1Xage+HUnIkB8uS/ZENtn4bmEr1amWZuI9Iuu/FgAq7bdUbsdXaRLpk
V9RnOBxcge/HDGJU2GLMSD1bD1r7qBCEZVTNuvKI4Eq8kRysD0ZeACaboFUsDqNRu1WGe4/pRZiZ
czMUs6y5Fp/RfDI2DsDlUKStKgEjtDzCY32xDccoMhOj41J2RTrdVfWIirVvTi/lFG5VdOcper/j
5wxZx6SCsi6hxmIoBCASLlVheiZsezjSPPIZKoin65vDujzS2nyNgdSd4WcXxTu3C/1QtLHu9YFZ
uTcDvQvxZLZFH97h+4z/D65c7d28r37l2FYgasyzinpYk7ziYKi+ugbown2dxRU6VlosaJ6j32aj
BouVGt4LjdTqQ+xL5/NgWzDQtVDkvycYDi9dCUr/5BeWQYVy8P03K4XRuFPMMPgEX6zI7h3k0Zxd
3FJ73EG1ULS90/nWW9ompn4ToRr4ZpsoLiCerZj/YdSrv9X49n3EVtX5KRHdLfaksFirJJ0o8T2s
7OYmdMvWfoVxRokrmaaqe26GNM7vEhwbnqbc7JOT35XTLwwU6+zsF2j6H8YeYBD6mpV47eHIg0Sq
wPruwXfl2omaHEYwRpr3+i5ALOAtTfywOxZjLJEOIWB+SErFwkMvq6R6iw0jIoGamqm71p5V1lNL
b62NZ3zldaL9zhNuzwkjFY7FgYikqmKmkOgeUTAGjeheucFPtQp5Dam0RQ782STGyjK03BR9dMqa
CKEjGYm+glO69Ua49CceXuxkIKrkkBo7WbOXuWQnux7tSJXeRBa+ODgxI/oRI0+GifBQPzijLY94
O6N+EdO9KhTDPYRGGCNApOu0mRSkhCgpv17f99o8B8sfRZUcchaJBD3YxQU8ZQUik2khPCMd2wTl
EEfJ76McSQ62mht8sSdgLOchj9BnaRBDj/eZq07KLfQcmd5mZTbEJyPK8Kfc+GHzdbz8YfSVifLB
eVOnXPwwOmBATccC8aqwKDo0yvwyPqZjX7kPo6u2PybFTcZd1yROsUfcUcUjgF4WxisGHmKfRSYH
9ayg/KQfdFxyS5QhpPxBh378WEZa9+v6r125pATQHmcGVhN6LFMhE2NP7FBrnX55pr4kuJUO+1FH
1nFjVtzLSaH6DrgY9C+jWYs3rGvhYjmhqntqn7vf0i7A1AEc50edOBWlG7xrMmSfe+SIhiZFAqnC
XkHbwAZcvqM8LQD/0R+hdghckN/4VxKmQP9GNKjiQuZfXlhSB+3YTKA4gop8gNDt6J5TkJEbecDa
FPMK0NIBH68BgX4/bFSi6dTIicrX1Ansd7P4lqxBbBzSlYdNGDqIAMy2dFrZiwn2U8j80FIMjxYA
RiEIp7hvrVsGTwYg6fj0z7uGLIM4kmo09LPl/URI3w05QtleUWamN2IS8jTJONgoeq9MHJmjTYGX
9it4h8UnVb2Tx+jp6h4xZXDrq6jcwOeqPlz/lvlvWRxXwBsA9oRLnZd04P3y5JO0fb2vei+PfN/9
7fbCSg5QCwy0MBsO4ENO23pjzJWdaEBngGtMZHDZEs8na3DsAgaYVunN916dASoojuxslHYOJUqC
92OBi9/1D9XnL1l8KeYFJpUPKChU6+Yz+tf+b3Qsq6NB77wuwebkIRMVcDnk+mmcgGiqH5kebK2w
GZWznGxAmxv9L/MYmE1YzsLx0HP6MsRNJMqyWDsE6CsGHwcIxp/6aKLJNWM1Huy0yvEySMJSew0D
4p0dePzZbznhwv2hY7iSfCtJrX4oMtSKc8KF0YDlEpF96tME2diM0Dp4Tp0us3Zhsc3PXJt79hTQ
TGo/Kiv/fhbs0NVto5LSi2N9fPExecE8BJlBEC1SnAaK19ilaFX/fH32V7bZ3JcDsE9zDurtfH7/
mvwwr5BzM4Cwa/CoHtMARXSkgew9rFfnictKbly4862yXGwKlDQiyW5nnuj78ah/tUTPYMmjITSf
+lxr3pDxCvcIJyBDWsvpDaxNtUcAKt/YZyvHlsSSO8gkb2CmF9vMLEVT+jUN0NZAj9xAcuzGDMzh
5vp8aisTygicovl2QDZsEV5XkxP3VWlBU4taVEuk6avN2Yo14VllbwVs2CKZdhgYKcohRYloujMb
9sRLiwFpssNN2Ze/6gDTgBMXXYfUmagF0J9C6T8JrKiNjd+7su24LWmqzfSlS04RliP4FtcxHTwU
H+gNW+XjmKYI8ndST9pdVPupVwwydQ/X52ltXK5owASgnoVY4krKWEc7BuF/Tyns8py2Mnoy6gI/
4C7RPvJMNsiz1tHn64OurM2fwjhlv5khuWzud92AvvpMIdSdqUQvUcXxyemc49AWn318p7zrw63s
OEz/6Mzyvqq0pBdHus4T1eiwsfSapkX9w+5crBmMMt3CZqw0sYDEU6ghlMFcg4vi/aGazIpeIIaW
ngkcejr0gR79yCkvzUK/+YglclgbnoaabwdOI4leVNTXxU1nVCam58IYf1z/7pW1tQlpdJaJ4A38
4fufM/i5grqs2ngRdptYeaeR/VSyj29kK4q7BKUxcdTSsPj3KsscKXIs9HltL5o9U5KoEf0ISIUd
suC+j5VimgTNuSMsOF7/xJW4ESFmih8ktlRZlqnH6I4kqlHZeMUUanszsLRdVavuXo0jeRr00r/R
fFWeIs7SKcRZ7/X68GuZGJuKVhJ3KQWKJZojnoC3R6KUHuoZk38QdosqUY5pwWOEdDXKTl1lojJk
82oc9Sg1KLHGWvBFDdEB3rjRVyI8mxiSCBbKIFCExb06kGIj/Ah5Z8B++mAB0LF2hjK09aHpinqr
wb5yhLnBITFwrkCjLZ9Jkl3QW7KB3tUXgPZk2J5Js9qdi6/OAcH8fCPnXfs6mwuSSgarTaT8fi+H
uLWVuhtLD9lmeNtVreMvNORj8A2HjkZ8vL6uK68jHVnSMx4qttZyNLr5JUKKtYRQ1sp9q2hI9Jta
4bWxppzsAb3gQbPNpwpBqI372BR8yPuHmVrLHDbzmXODdrGMYFtiv0jhEEHySziqHaH6QTPbbNpR
w1Dpf8Ee+TClTv/ixiHmioXhjF+QAlf6AzA+nxK74/jWMZgmx0EXulSxkXL8Hg29XjZYPkzVEO1G
HBW0A4JQZX1s+hT9uiYAKXPjJMUwa6pP6IMGuq/9zlz8aJB1DEZ7Z/ul/aKVjZLuJuTMPvitZv5O
bE0JT+ZAy8DTKZi8FoGPLnBX5y0oj6Z9cXs0KE4uXA2UAKWp6CzeiGFlZ/duh/CflYDnxaDsYEJM
RGAn9PvfRYjGnQdvT9p7vGDM/FAjN+nvNfyDh3BnZkgw74MqtMyNbXa58Bxl4JzUyjRysiW8xYpH
uH6osXkoaZfGy6zF4P7GcqsNb1BLB0oSZjV0k5j71t8Rsokt3Nv6DyAuomyhahf4vioIsXmzFd5j
y5Dx89QArEGzuKkeAqK5GxpG8QeQHc3HEVLp1+u7/vJMEy/N/Q7iDy61P5fdXzFo1NBomxJ9QoGZ
N0G1kRpVMZfb9eionMaesOj6eJdnmoCDIJCpJt1BcOb9mU4TO6xwAIJqYDT5MULP/GjW6n+ya/v9
9ZEuX8L3I82H7q8vG4TIIzwsVE9ign6Ug9tiytQhic+beBIhhkDmMFY31we9DDsYlFPsaMTzlKIW
EaiMRyjpIZ8nfCqofaQ7t92Q1BvBDf3hyxuDKPpPwZrm7cXFn2djL6mfzC3zOO8/6x2Kt9/dqkj0
H6UNr+JONULR30A4w1hdRjVq4z6q14jGp8gsHo1GuJVHqJJQkgK5Fu9Ka5TTAWdegf9vkU3mTtdk
We1SzMJmDb2yjO9iN6UiHlhJ2SLBA7z2wEXTVl5TGmn3SGwxCdwAnO5XafiQY8OokihRh/6kYAag
YZlZJYPdHaqw4W7VGk2iA576GA4HONx1EGlGvX1UQpsoFFx3OLyCB1I+WVGMPGaQBm1wZ3YORnMY
zge/fctO7INRIlh7qNqItqNhhc1u6hEf3E84Ycc3FP3LD7Szo/Q4V5cmlFsi66NBoyREeUTmbwVB
4skwfe3JAf/+WPPj70Tv4mYahIGKgyXGYc1hmihFoM4dx9U9nGaTqjMK8J81qTnJPsSXbODzpPjQ
S22KvzYTlnU7yuKSMruPkyrPY1aX3524deqfMi0oiqL65YZ3JuKB44dJVeLPchxD/1BVTV+cUD11
bzqR6/INi5zoBe3QLLmxLLSizw5mXsWjWnBk3nJqAjXfq5QBVo1WA4xLTuIFZX/kvJq+jdNjOZRt
8RhXsNP26mA60Q/RUB69bZyap0VhYvS9ltUCYUMz79wzNgB+5HF4ERCZMN+ASF5KpOiTWhtvsY11
nH0ewsL7mEowWYCicywlHBxA/G9WGVu3Ugq8vaiMU9vXKfd+Vcy66aiHa8nwmk6lcA8OBBj9ox/F
RnmE+JAlexsJZ+dzH4AevJ8qIISfLRS5ix9BkijaTti1POs1EmzU+lV72BkxQqH3ivSDfjcMLdHV
RL/auKunyIjPQVbU5FMNYPIdusCKhi32aEUYcE9Vc0IzkVcvdWoaAGps6uWXrons/ktjKo3YpZUQ
P4JKD5u7IspxAgmaEE2jgftXPY84iA54i8zhnCv14qNpWlyT8C9t9YRBhYqmo4VG75CB8D2wEHl9
kNTiIzRoLc2Ij7LGNB0o3pTeqgV+yPupNMV37PZ8hHUx1QMqm8rxCVMt/PacAIsqF+VmnX+1hoci
S8YKdc08bPcJ6Iqfvl9b1IaSLC7vcscdfrmNHfFG9SXLTqFqwB89tE3FsyVshV2Kb2uE8ygxzjHF
JcLakUFg0cfTLNJ90zlSw13b0X/WJiCII20f2vt4iiK7lIWyyQ6BqNXokA9KlJ21rNUysGo+4v1R
6cafCwyN7yw83uiIO376pJrSMo9ODFD9FmpPN96WrhY1J3uyfY87OOk/kklEDziPqMVN2luy3uPh
zcGyw5HO4hCOWXCvarLXz2mq9i8p4ktv8N9x2jVSNEj3k2m14aHvuwArnVKJEX606jbZ+w06oTe4
D0wPY+1Ud8wak077mj5WRf8p242OmmvHKXYxfgSJYrWfB1XW9i8YHy22tE2L+Rfvgo+BdS14e0cz
n430wIPA5OLJ+pXj9aG9DULtPg+RzB+1VGifTJgywU0UppHXD02mHcYCozNAi1Vd3/BX6F7nkHnt
itqkX4NW0FbwutKPoVY5ty/n/Nq9KL86SWlGcRo5ni+joCKaC52TkQnjh4GG3EtijPr30jTTh7rU
64coCpxTEwir39m1GX4Punzwj7iEoliP6YC2kZOuxBioBqExAO9fXPb5FSsSztAqsNV9v9qz7cvT
4LrDXa7W453a5ea/v/xoAHLwqH4DkBbz7/nr5ZcB9nayZC5i8sKnGleNYccrlp599nK4yyPLfR0L
v/38z28/4FGNhNSklnjRk8dxCJXcZLQ9F12KA0lqd+/TtDtdH+Uy+2UKKd4BeqfOpS1bBy3IZOn6
mu0pqe6mO5JCH4vpuNc/5JjOf66rML8zzLK7x2Gwf57qqXq7/gNWIjg0riwKHgJiiL4swVtCjYWs
mV2sZOSh0QEhlgH42AGvrPP1odY2jg4AkdB4zm+XiAMVVqo6tIJvpTi28zHxJiXjUUBp3v2gwYLa
SsQuo6q5AG9RPESD4CJ6E3HTYGKg254mwh9GYFW3U+paz6k/qRtfthInuhxV+rhAU6hOzSnBX1uU
/rhIuE4A3gUhyVHaax/Mrh+fr8/fZQiMYgT9C/w7YVYhDvN+FH+0RNVpg+OZjaLexXGg4D0a2kyi
LM90BIp9L9g91we93B8wxmeA/MyKmHkZ7we1JszQk46CnsBDCU1GfB1oIJsg0jvt+L8MRc+WHUIP
b3kWsPCofLWvKXONONgjB6nvQsMcb7LYDzeO3eWCUXICp0RPlLN9gbrF4isKCewcrwpB189o9Aei
3mqjBnG54RmFVgAKNSD1qLK8n7spBVkT94btcZP76hHEZpDu9MC0MYdSMGFHzxLB7n+fRBf4PdVS
qtG8Iu/HVOOG04ChG5qmYo6pOAXanodY2Vuy6jdy7T+ljEWp4w8whZeKHUKj6/1oGfatKGk5ltdX
TqDssVQyP9AhNY09XQH3FR5A/BsmnolLIoDtcjdzJep9U/e5hc0GCMEdhXy7PCHAqhQ3lt/12gHb
+zg5dU6LwwL2yrVzCFyrrB/7TIqWUH4M8pdAgTnxME4T2ijQ+mYTLGqZWA0gSdPvAQY4XjfVI82X
ONHfwJC0YuPevNxBVBiQuuKwuxBHlmi3quimEREq25NVHp9DXDXvJjVvD9dXc+V5QBFwZkOhUouQ
5WJ+XTfqSlfhCisQX35uxzr5hj1mUe50ITUdW0s7vM0zDAl2oq6KG/zaqi//+guApVuoyCIChTjo
suvcNE0osU0yvXY2ptgh+hOE575KY6DNPXD1wzDoDrbyBO+YKoPyPNDUHeqNefij6PV+o+ngU+ba
/FwLv4BcqE0U1z7Cfp7e27k4gDux8pc+Kev2zskpke7BVbvZPiVFeu0wN20wkVKxjIa8H8lvIbKy
/UEqGFSdYbPhHqYi4VrdVXFv68dR6bEs0nCX3GJGX24SdgaNZ+qQcx94OXnpZCslW9egaKFNxyjW
MnzF8NC4vkQrV/R8ptB9ou7FsZ9/xV+vT4//p1tHrunlswuzTGgS7MqIczZVqdiSLpp33GIhdGT6
uDUpG8+cgveDxViwyECFFaGQE+9bdxi/dlNvx/ithOOjQZBa7dvQVu8jXW4qW6zMp84X0phRqZYw
pe8H19Uu0BMLkH1lU7YLRivZy9Hcehz+MBSW34haM5NpoPkAtP39MMiiNHZdtY6HYK18gIzH542Y
qD81QkGWjrxkVCisqVJUZOkcTagvCVlBkit6D9dfDTQM763pBwwuUG1UXgPOahFrxQ6NBZlhpTPl
OIhQ00+PThLXt6UE173HQjV6qOilg0JO2vqb1RFx4DQVOm13sHn91SNMPPfN0SSCWzjl6h/cjCyf
9E8oxR4JH9y59SlH7BbfCPefb7xZDX8uaII+pyS2uIuyLvP5j7HjOW2THrGy1s86MJx/f7/Qf6QH
wq1D9VQsgpzCVX0rGMguIqj5+0HaCWYDOdZK1bj1eq3tJuhM6IqpfyQ+FsXLTqS8onhcEh826oEa
uHkICdY3qntrp/PvURYfREEvrgwjYdpENIHaKbNTMPjda4yn0MZQKwEiUSjKGjMGm8hjsUJ+H6Vl
EoSO16pajxHziN0kLwiel9SG7t2KZj1seXsjQlyJcqAvcRxnfLsjlgwmf5KYkWkUL40QHxoznfqT
2uMcSUNhONaYKT1ev+7Wlo22jo2TGPvrAhaYqfXQGX1vewlz+WHCa3sP+MzZCG3W5nJuwXGzErqx
j9/fAW4KYijq0GSjAul+K7D7djHwpK4yTOK2bHrFw0Oq25IWX9ks8OuMmWdHUHrxYDiU+NKaeMZL
B9w+olIJPCzfcI5zQ2cj2l5ZNm5vGnEkuXDPltkEtzs4vVx1EZwKc3LOxBRviq4MH+jypA/wKbMN
cN5KpxWQHCrAgPZ5OWj6vp/SAX+HAFdC36P6GzwgsWX/Aiipf6E+5b4O4B8PeSK5EKfEPSQis56q
uPCHjcj/MqIC/IMqN2IfFqCJ5ftFpFMgClcEt4VFaR0H+Li/m+JxQKoEgYLPIWGdi21VmIR7V+QB
QbqWl9HGJbcy97MADlZSxJAIXi5mwg4zeNQgsD2pqdO4c1UlG0GBKuPvfPK5UkMrLDZu75V3m5KN
QPoLQAHKX4v9bJhoiIaDq2CjM0XeAH7jscAub99FY32OwmrY5W447Toyipt/Pq+Q2mdUJtwX/WLZ
+yAzS3eieGna0n7sLazU3NxNN87rn8tt8Wij1YZmEtnqHCUuHu0YFmkwuZWC6cGgaviuI0rVaXh/
7pIejMEOLLf6n6rYyWMMKRpfK3eMPqpYj/4Q2mROr1mYxP7OIjgMyZrMafhQRFmR7cCXoy5bapWl
7V2lk5izBEqknaTUbB/LpljFQqgNXAqdWM1Pxw4m630DsRLJkjbVethNKRZhoTU6WKuPUZ/cdyl9
hl0HaN08l0GgvUJjcPuzBrqa3kbQ6c9N3/hfkOqJnmWdp+KQYNTdHGmlhPJmhAT7NCGBBUa8n/3A
Jbk7MPWxMjChTWa/4S4yhhcrgby/T1DhGzBRb7WPmE5YOJaZWfrc5WFmHfBQzV87ojX8Hp2SSEP6
CqZVZgSsdF8PWQ0cs5J2c8g6t8z2Eic6aycDDcM5k/7QM89MB7S/DOt2F7ZDRS+nGPInswgxbcKO
AStxJ08H8ZjHqA4BGdexT40TZ7zNSUZ/Z6YUv9sAgHc5MsfHPmiz7+hSJu5uoJzd7FUa1z8hGuuv
dRZlP2lp+t/aOqjfnBT7hdu4jadPEKvwxXP41Brdjda5h0cLiyu2lfSEYxiZp099CJNMdKVSeG2x
Y3zKFNsKN97elZt7jr4BYNF4njng7y+3sXUaXWtbBbJ59GUchEV3oNaco2Hk0cYDuDYUUtIoZBCH
EyUtIooKu2N+BoGKmufDE9orxWOO0dZthNvrxiOx8tbOkEZB8QdywMVbS4Mv9vGRczxJx+Sc4PP5
YYzxzLp+Q6xch85MhTBnlB/59GLuLLylsLG3HQ/TEuUrC1jdhZGrRtBUdIeUqXCK7nB9yLUPA4cC
8gdUlUrwsliuuAliGnyUCUY0NxS76x5SAXH1+ihrK0Xsx7xRHpyrWu9HccJeqyLw4l7faNMh6bLh
YLT9G3CyZGP7rX4PNyyE9ZmQq8/P3l85oGEpqWWFfI+NOfUZC0o8Tkt/qx++/j3/dxRj8T0KLNA8
zQGiUexM9wnSFzc0jqK9hAB7vj51ax/Ee0XZf1a6QePg/Qfhdu8k+PlRx9LwrG8od/1qFDv++c+j
8P7OjngzM+2iioMbspMqdeh6QdNlR70txpNWFPm/nyIIhCqPEpg6QsrFtMVoP2T43LkYA0SORobW
++4Zj+lebkzayvqQMVHqmlVLZy2K95Mm1cnPsqamZ1G27WvSxwAFhI6AGl30KtgIYtYGM9hp4KvA
dF3wEYTfUX6RJDaQMfwDFHtQuE037DAW27KFWwleXKDAWKTRorDJdN9/V2DlRC6CXkxK+UPZY/FJ
f9xPnFjfjYVSSgABnfMzDzHE08i7n65vkpXrCZFklo4Uh9BpeVeEOvJV2UTdHSvrbKeMCqagfVga
UGzL8RVRk2BjGdc+FzQiHFxaQvyz2PtTSiEuBpzhoQaRvIH7xfO2a/zpQLsv/aCkYDBhZKgfmq5G
Iu/6x66tKjQJGqSoTFHxX46NNFnUztkV8N7pVlqdSahj1vYD8A9DbNyPK4ccepeO3QkZAYJai8Ea
LhB/sgsbVF5gHWvdzT44mUg3Rrn8JCQp6JrQwJgrtcvp7PQWf8Wm8T0XuMMZZEOza5v/w9l57cht
bGv4iQgwh1uy2WlGI2lGssINIckSc858+vOVbo6HTTQx24BhwzZcTbJq1Qp/iMr3k7VrAbLBWUPU
GPExA5aOQ9d09UQATBWm1FFwKWoaPQeq9Dk6iLZRTBtDsz9TUjSjh3esOR7aLm8nr8zxQHf1Si9w
xtV18kPfmlpzD2Z7u6fED6NVDRcDztpaAURGXshsi1jkJ0sYHul7pj/RGNWPmBArFUp7bad76hw2
sZuVOKP697fV5vICSMVkgmC7PkOTXeK5ISvBJe57I/fwzJ4HtI1Af7pS2JYPwyhrX8BFZrHfjcia
vTnD0GXSPBojyHYTrlYBpGzwxcRuI0AbHNaPLjnOoZCrwS8CR3vOw3RvVLdR63KhUFfbSMdQ767L
raapayarZXCRNdzUB72DTorUgXmae+xOe6WTfUNJMAKp7PEDFsY4TOpj9Xz/pW9tfAouECQ0TK2b
+RNmC0PbOo10iaZR82ZngjmbdYWvFpaxc8ZuT7K4QGmZEjMEj331gq20NcNyLKWLOuFSoSfU05aa
a//DLmJGjUgaF49QK399D1hL11dFYYu3msxHWclwcuyKxJ9SdKR63FMOWTpqh9hCwfH+qxT/59fV
Jfc3RhFCTxPE1LrJFfUQ84JFDy5I/5pebWr6u7CvC8+WpeK9xARi73bdEMzWoX2Ls8qat9NezN90
vL4657IADxF1W56q35EHC+tnY1jM/FjkffHF6jrtczsUeuZZmNpbXhHYcYlFddn8GaDufdTKlu7O
/ZexFeXAQwKqFqIWILnFaf9Ptmmk9pLJTQUkIzPS/DiMafoim4mKXivSfF/GWVaqI9zx4rssOaHu
oo5ffNRiS20OY28li1dLlZLubMHbzg4QVNIRTp0h+kyrH9WmQgqlsaxLEsvPc58/liiRn2KnNa5z
qGQ+6cG/2GwvhzCrs6/338htt5D3wB/UMKhF3FgCmoUaaWZOtzBUzHd9kR7SqPEAImVPWRkBe0Nq
83x/xY2zDToI61uuTZtpiPb6E4ThkEpaXTsXJ4gAgDvy4EeZIv9bKfPb0Q10dkkquc4QNuYGeb1U
X83wvZjfXmIrVz1NavoDlK9u5/NtPhBMEzHvRHRrnXiksUaSSgvmAkwPP1MKPyoMqIYvy6hRbLz9
7RnQ3PnfMCkkLX/9SAhQqXowUUKHJqBCsKfFAT0cA6vnYK8GFNtuFTkAYxOwuPcYYK7HJnIJa92W
eueSG0Yfn7sBCpkbTLhjuPhOTaUnmzFIdHWwwxcZ18e9w7oRuVifNIuagL+sAT70PmxSLOKIbEvL
wYYY4C9aVx9Ka8g8SGt7Et8bNwFAcB7YYmALnWUVo+Gfqsosivm+NcZ3FEM6wvrx3sxz66lotkDS
IiHnglvdN/MgMQegMLmEs2PGVyNUypc81gjDcmUFvY/S0Nux7kRhm2EukgQbyIoRV8lWDanirFH7
rcpt81jlS/COTly2R+3cOguIyyIHQ+MFT5PVO5ylvHdG9uhlquQRbVckjxt6kp4cobr35pPAdBDh
bkAGQhR0tZS8gIDRZlO7RBYoen8ZmXzQMjOkP1XUpvnOBb51c9CahWYlAhfSGqvl0lpZxgXZogvI
zvrPmGsogYE7llM3yaiRT/NSltOz1owLgvthgzrM4MCePqSp2tCFbWGz+pNcydnO/b6xa22AMbSg
2Et0a1YxDvWTOs1DKPyZLjVfFjn8MhmF9Hz/XW8s4oiyjvINZaqbSZkcBZqCZbN5USo19BQ6hRdp
Bt1/f5XboyEaWkA1wLFzP69TzzaolV4XwMXeLquPktk7M7ZdsQkEZ0l+xHOo7wTT2wjHgkJAlUaK
gfbF6iymyFxarYLYHjy+4GNn6vlxip3qpQQ34i5zNHyFa1R4TmK0O03/zUcVFz49PKDZ6zDeKkGn
JfJgAXKf5hOosYphkmZ6KoRbJpHa21UREHA3GHJybzAIv4k6qWMy4a+B5QbDdCqnQDk3w2i9+WpH
60c0o1TUiMkBV3uxV1HZpEdkXSAvw/OStfCxaJafjjqUb39/SJbSKBK7non76hrUrX5I1RFEJpLZ
6pPaO8CiuxbR2UZSjoscGztdyts0iUkjRBpE85gYI7f7+tptrCGJTJhXQAhQPk/MuPEnlCa8QQqm
q5Tos4dqz1uNy3VwQ4KVbXIbcQ2vJ34AMxx1aStmqo1jHuIShxA2VOUL+ffP94/e7QEHtQh8QUzY
HOqUVRcWsE/P+lNwnsw4+ji0Y3OxK2Xcc9a6vR7EMlyxyK3xEtes4FnrELiE23cubV2qPElRygOU
RGx4ZTXdGwFsLkbfCwitOOFrgWT0kXVCYx6cZ9nMTm1fYclk1sE5Uuo9pPffueerXAnNSsb65CQ0
y40b+pqC35mdm010lWYbXGaEPIfly32KEFIz692vOa/G6VAiu266cpOhRdQbXfGjWJyk8EPLKJDv
n6b6S2GU+e+xoOl07Jd+Luk0ZOXPiHXhitVjHXi60VuZlyw1eOdJsyXrvRbyzVQ3DLGsdbMl0S2E
juI+88qiRF43V5FGOyx9GgYHLtP5i1YH9e9xThNQjQC7euSjAHQQ2WeEjQWj1dNQ4+JfLsVY+EVv
dYNXjUH93pAWWlz5EkbYVS5a/oX/AIWspSmGP0sSNmdwRYZyiApHwax97DMIH/KSPk+LDQ3mjRtW
vHDho8Nklk7jumaCgZgXASZI12BqwwOjnuJSqAAc7q9ys4UA2XICOYNUXCAJV2FGjiQkCrpJurRg
wj7rcqUdskXpn6KAO/3+Ujcn8O9Sf9UiWOkGrmxHyEAYBugMq2ljXxsa9WEp8j0QweYq3AP0k0Rb
YJ3TL1nfm+h70EwbM+eEhKTkF/DXdp7l5nZDrgX5EiHyCdHiputdLU6TDLYRXBguqn5gdZmnSGr8
NXD65Ko3U7xnbLDxnehyI5orgG9c6KuLh1FYay7YFF/x9kavtpWtUwAWz42iYa8qugV08nC4zTOl
YIophO9fXwWlMqs1sEzpskRB/ZnKUusOopn2qHTJMrg0N4bhEGd9NkJ1XEaOSmR2V1wDw+dETaZn
tZjkl8nQughTuknq3bJUE9vn4BY/GT03e6OvjU9OVEJnRcRbPsfq3SiLmUwdVLaLlRfJR7np4++Q
K+Ud2aBb6xReC0sw7WAMCjxndUMqYSpltelArLKlmCF8FI4Od7JGiTE3cOXO6TDZi9sGMfqsM8ZX
0jlkaI9NuNLZP/LY0aKPWhFKA3Lvg/EVMyAYUxFSUdo5LdJmdpk/dpY/ygTPhwHFntQzIqOJPirB
lBqIxeRmgoas2hknKY6l1oN1kP4oJn2YvXYwwCsii1kQ4ZAX1HzD6uv6GGno09HqlsFagDNa/tAF
ruG+BYG6ZxK99RVINVX+pC5CZvr1rpGMRDGwLqCPm+gRwbaer1pQQyi9H0W2DoIAd6MehNL5TRQZ
WnU0ir4ILrUuFb96Q4veVUo26a6Jev2bMV98cgBm4mpFiNNZl0TKgMgH7fngkiVDCu1wUV1DzfJH
kHSDf/+5bjJ1sRRUGDpV9Axvpt6oqPeBFjCdmONJ90YT3Yc8zWx/lpfhsaWxdZIK3HTqyTR/31/5
pjnHykKAjuBCA/emPzxEKFVK9uhcageIolvNqXGOc9oCCDfWnmSjx6iaGfC63Fh8uADlTua5tXFA
S1C4IwpFyFltnFFZZK7T1rkYRRBdx8hcPNQA8uP9p9x6vyAYZJq2SA/AkHu9PRHLXAYjkJyLbjVI
3KHaOJwyI8q+CS7fWZLGH81otR6gvDd3DHi/TJzEdcSUg9zw9cpSCXgLs+3gYoyLdqoaTT5NoJxA
F1fFWzsG5O+cZU4GszR6L+JV/6f52+oDCn9ivwZ2kz4Wqlw8FHVvHZtq2KssN74aWxVEiFAyvm3T
zaJFh+ZKeEVOvP2n1kLB+MyHHfm+ja8GrUrUJYyXqRVW784s4ZRMOgJ02mCnf0J1GE/FAMPWr5rR
+b4ouUZcM4rolKdVsLNjtp5QEHX+wnXFpOj1y7RSybY7pmDXquyNE/x7bTzIOoyrw/2dKZ7hdWYN
0JleAAU6Myl61a/XcbolLRgbhNcFdp8Pzvy85IPvxN10xtBkz1p7440Kqho0UVod7ObVG521OdbV
KIyvkVbVfpZZzrHqZxNHHTP5rNVqfVHtvPnaQSDZ2Zw3FaYgqcCT4fgR5hj6vX7OKS0dRCib+JqZ
YPwmZTBOXZaln2DMag/Z0vyBHx/sNFz+RujVywXMiQAXDhUMptYRfM5NYIZWll2hJlSBT29ZQkLI
LsPWtUa7n/yuLfPk2MVJqZ2DSWmHaw6iDdjaEIVfMix9J3dGJe4XTH7VcAc9Liqftj+2IarTG27W
lm3nagPb1G11KTwp0mRqbuM0hk0YM+T3U6Qp2bUZzK66tlETdG5pdfimx6hf/mvnM1wCyYkvQ9U3
qluVTvwEtjb8amK9+zUI5fFPHMp4dIU1WC836hz1F3iL7FuBU0Hom4gBRU+GgSVvlxr6MwPa5cli
w0LWX2Rz9hBarj/d36+b35FzT30LYvWmv1s7hdKPGZoF9MiZe+WL0ilurjqj4bZ5WJmncca5zZvg
BGs7R3LjqqKoZmGsU+lR/GWH/Ce+odcSo2OeR9fE6rPulA1pCI6xDXXjuUzb5h0bfvwpgZd+T1rc
q49ouzLXuv/4t31S9vHfPSXycYLT6r6KFS3rRy2Or3OSdunHzODaBs/IxB4iCWHJ7VFUXTwJA+Wf
MNSnDxNmRfIBjm8beUptDS/LoCXSTkVyO9bmZ6FuCO4e6T8oMqtwZU5jELYdobIs2nbwWaitvKGu
YLZMDCEV18mV2DgpylB1XjvXRuYarakXrp3pyk5VufWdgBQjKKUxyblBqug9gAnaAeFVhQt4EGNO
P6nm4CnLwFgFuYlFq1QUh3iCjZYyNP51/xOJR10fegCLzP3Qe7wtYIJ5KMfGycNroTe1a0uz8RiQ
VO+cg41MFHVxXExAqbEp13P12aYChGjFKiGVJrAnNFFY5TjWy17o3F5KDE8Z7YLWXiUvlKGtFTgp
V0SqOn7XT/pHLVHGAxoW9U4eur0UzXYeCw7uun6uwp4sJgnDa5KPHbZWsn7Ii2Vx+6HfmwpvblnK
Wey2cMEUYKPXN0IzZlFR4n14yYrUfEB3pvClQDM+aVLRPk1xiUKYXGSejELosZsUmF5akP1zf69s
HmcQ/4LIKRiB62q3xlYsjhQSmV6ZrW+MOWNy4Lqp3rdylqBkgmtsfppSPRK634S3d5hplMuhDLXx
W6krkuOqZqHteVJvBVl2sHClwGbpBp4qp/liEUXCK3fb8BMd9gkoexbKn62gax+Q1ITXq464wN1/
G3/7k6ujg2gUlQj5OHbkuvb6k2A4OTBBlOIrUxcE6GtcU36W4NJ/lNMsfyvUvn4eZisrntVkKFEu
qeVedmH7JejrZA1FqdN11jMKOMnnBRndzM2tRfqBMeBQeMXSK5+0ypkjNy7qenBlbZR0DxUbpT/Y
ZjTTVZCq5jiUugrn2+FirceqhY3XJ9YLhgiZcdXg/uEzFTVY10ZL1H5nfFFkDzmOh//i+jtQ+WdW
5WMH9xeqjsyNhwJQBGx9zpLnZK7rf6UkLkevhAcAQB69E7SR8ijR/LQog5bIOJc/WlspFRf1+hpd
tkTLP1AaSuXX1jbKBwCirfYSLlPq53q7tA91OyW/6igzfsdhNP6780FuQ9mr77E6IlU423OqsTtH
I/2hDrHlz41Ve4WeLuc3rwTpHsg6LE4GnOsY088UTiN50HXWAb0ZA6ZdxThYhyKejA/3lxI/erXJ
xFxDGGUyHrLWZUrR1ggwS118HUqnfOgWlBHMsikP91fZiGSof1ILMfdCwHp9IVqAYPEbmJIrLfH+
ix6k8VPhBPGxwDpnJ8281SYFKEmSCbIFMAF/twrQdGfR8zXC5DpKTv2jHeXl+wyz8B8Z7ZeXvurG
92NT5T+UeoircyxHIyZLo9ZX/qjbwff7z70ROrh3ebOU9UhrrCdHkQHCeKjJT8C+NU92t6BBhC/L
kYmv5Rtlon51jMzc+aQbRYxt044haoBQvRH0aJxMKupSia41Wls+ZATIHQggP4V903kYmISf/4eH
FIM42pQbXDGEufol5CmvSRzTYxJq5S+hUlj8bRYH35j+T4ur04XSdiLk1t61ka9kBgJo5AZxQyxE
2omZ7TWi3I1drbAXHKkj+/n+891izNhR1CsCl27gPLO+h2esyTtLnaNrEwVQlAEIDp9kPUO0uwt0
ZM+qMPsgwcH8VRfBdGmHKkNqrcWa1R/zsfa6Tk6UY70M9c6H3jpVgpsIkYHNfjMnDFWoEk0fkf2r
Svo0StZ4GgPbeUyXdG+WtvGqheAexSJ5iOhOvb6Lsmgwi7Kqo6saDfJ3q1G1Y7fAgrz/pjeOi4PA
LDwGggWGYauji4917SyOHl5rlQtn0pZD3AfeLCezF6RQrnp0NN4emYBzcM3S8qPFvg6141Sgutnh
Y1oYWXbQzVA+mQoDeRMhl52ovnEuwdYiPI/nAiuumwuIiSWSnI3xtZpb6WFI7P5piRNp9jKy/u5Y
SKXa75yQjQ4DRaEQKBboH4bKrz9bBaJXCRVOiKxlzbuazPultez5AVlR+RrFUf9gmK0tMeFLpN6/
/zE3dqc4NMyzxNG5mc8P6mJauWzSRqy0/KRb8behlsoPal3/vr/Q1t7EVQJuCuh1oACrvTmnoIwG
cTxLtIbfAxf6IQM32CmjthYh6QetjMQIXcTVm8RUZtQWGhFXpcVkZ0JBNPIjTW/2aKBbR4DLQABg
QKHdbBLJUIo46niYvhteatrQJ2bX1lHvsriByChXXtzArd7ZJ1vfiloVpBhzx1sctlmgB4NNH5FE
0oMPTTXmnq3gC2OW856D899ouco4BP+dVh40LALrqmaHsaG1oVllV0i8U3BU+7ZO3iOT3/9pdAPl
R+gjKLRNXagfNPqNlssMo/tQoTYBeHaJviXJgJqkFQfVjxao0C85DPuXIuvQXMwLo6rd0amsvWT8
9vMbzGVENoFcMbAM9fVB4gjp7ZzP2bXSbHyI+kDx0RqudhoHW6uIuZksOmS3cxvb6Ul2rZAO2VjE
hwRdFH+u0+rNB5NtrNG14VND5L4JCn00RV1XI8m4mNmRDZ+dmkapLmkD2+KtR5NhDXQSMQRmaHNT
0DV2orbjmFwtCSx9lbWV35T5noDU7ZmBO0UHiOOi0GxfTwPzuevzsEuSq9yh/+qqXb10HvoY1vug
YzLrqtWkNP4A5GQPivG3Bnu9mZlIkRaIOREkyfUs2KSYQlkyzq/ggzSRiLSq7Q1q30yHCluQyE2U
RXdGiqywbE/0Y03TleRJ/lFlav+5QB50OIxJD6WS29Rk2DS0+a867xRMpOoQTcMITED46JRxBPgV
mPhv2pDTewP9VNODFKG/150ofq4VE72UWnWa3LXLXJsOS6dkeP51nW36aJVqQMqjUJ1PfK9i9uJs
QbndCAY7g8Hc6g0MbSXvPLsR0ixZm+uxV1ay/s+ildClB8cg5CTlTAGoZ42NmJDBP76/V25jEK/S
IG+nd4aS4Xq+ACwePKWmcj0WXXLK8Pj21bJKvdJKnZ1gvrVhBNce/i9YnRuBnCqYo1HSpvg6IXDq
glg1f+ppA87XGpoXOCnYs03tm7G4XILMY4mxdOFQgl6FkKHvFK1OSZNBjijndobwIpcOfnCTKh2A
c9Y7Z++28QdchYLOpLgD03zT0WmbDqWjIrkqdmlkhziN9F9JYwaKIAOmKMVyAx2t2SlGH8SL9UsN
a2TK73/T2/xDmG2Q7mCYtiX/lUSp1AYD+UeVFIE3BHP4iV509tDOY/5odnJ90dWmR1aG37+z9tZ+
otxkzMFrv0WUNwCxZnVk7SLLHE/gH4WGso4qbrbX8N2K28LpzKQOoRO/ftWpVFPi5OynABFhf7KL
6lw6ebcTt2/zR+S1SaZQPaEjhLLT6zsom7WFc2umV1XKvTLL81NA/92Va6RdgF3s5OLKxvvDc0gU
rTzSrRRGmGSpZJRgaEK1V1EGmEPznIB++2RHRRv4IhpMByNs4R3bA90ct6lT6XHIQRU1cZx5hYRv
4dkckQ3zAojqD4kc7oml/IXVreIvnWUxwQICysW5eidTSMRD14y7LMQZ4LQAfwEJw0QAW6YOefBH
BXVB2a/7qn8fBpPeeeC8htKP+yr7JOO/+Acf4Hx5MOW4vBiq3AlZ60bHoThOLN+EYpcc5CG2ISBm
clVeMvpf0hWfnGzwbFv4QQUIsUx+HphtCjYzGdqdbbyxtwAaoQhiidITfcrXX92kkxHPPZ9BQQ3k
k57rjquhI72jwWgJFaf1i2S8ilMnTAcQk6sXuWhxxT0O0Mixm2m+xujFK25pMh9zUVwpmgcAnWhu
93FtKB+NqtQlT0sZX7itIahsKrC8HDWveQy8xJKLlyBcdEQ9YKRP7tTLHS3dVu9RvRvs0lWxPciP
Tg840UvCImu8cJrtd9QjQBhns5IXr5fT+Ffa6T2jyMX8mfeL9myU86i5ChC52JXbKE78VJ1s8xD2
ktEe2gxKl6/0takexoHxLl0Wa/qnbLRc94ZxDs9laYydm8eK/L2u4uB3XgXmk2LOuDhYgGI/xWOm
/YRCj1BjVziV8xAUiDe7FY3P4Diny/CtWaJccgniKC1koZSMft5DqH20QrqDbjmOUnNw8FH+TIYl
pccFo7HLnGbyv3ZQWKMr6U33M6+HmfMLdjNECwVVdJfORqy8S/R6+kdpsF0/2hDgDfKCWdsrdze6
Y1QxQLR4CprsN7fsbEY4EaEFfmnaCWlmeqWHRG9CL5Tz6b3oEz45bVIyMeuKd7nU9YeOGYpnWb26
E830jbuBfOlvQQWO6xaAH6pano6zfUG0RNN9Jxyi6lAnbd08mXHp9K5ETzl9SB1nTE55R3aAwr2U
xuc2mRrD7TpndE7AtIL5qGkjGvS5hbRKig6y4Rq05u1HxiZz/1tWmrjzEEqi7Z2zXT7LvdFm2L8u
EZLxYQO/Z5IGuXyuenuojmWXjj/zzMIeAN1zpXxn24vzzlxmUz80kdl8SAwp+WpXuLtCxtDTnP9s
avnlXT7PntRaY+JKqAl8Q+DOsM5LpOfjM0RyDsmMGHpxHea+vI5t3OMjTFCZDpkzK+9lbcEiznLY
WzsBZCPZoaAQcB6ONsmAuFb+M6gdagRzlql0LqqMLW6t5rXjdtRVh1Hhu0tpWx8istudVbc2Gssi
SgGfnKHSeiQXlAKk20j2JUKSwE1MEBtjmpeHuOqZYPVl5tl5G3hdSwoqq9X4gNJWc9LaeQ9Wu7HP
uJIpQfgtsHtvsCPoqieMO/gh0MkOY50uT5I6dT7zJ+Op6+UJJfvcOhrGXvN34wJVhZ4FApCy0D9d
RW4LrICjVWKDy05xDNpE9pLa0Y9CnvF0P8/aaFFyOTEnpPvBp75pT0wF41Ud7f+LnU7dR8R08PlN
bHDXbqstzH3NPF0+JvGAzL5Vy0wvIYH18ad+lJbvmopgQo0gIwwnN4wDuXgzqgysP5mLYEVSPd80
aCZsVkYhH2JLTeancb5ctWnMd1bZ2udiWkZMgxhyg+3iX+T5DLEeP8NEYqAFWPbTnDqNuDF65zr1
qYUFsxHFe9mfspFpCzYD83UDxOsNag40/mh1dSRdwiBrJ19rQiGUmDsGeBX+lQ4qv6vQgjaG+edk
xNNv4k/3zL5hoFqks4JRb6R1jm8qgVGfyTBT9RBY1fBlBlzGAM9KpKM9NczsE+rQ552ts/nrRQVL
ig2Mej2boYU8KmoIJ71aiFRgR5ljG0nWAgxQcv1x1rCugPAZHqtSkR+mIFQbl1rY8OCA6U8j/ihe
Kw3Se0ebpONi9/JLOLfjGfyJ9FXT2+kUZdKejs9GKoxIHrcY9TLQ03XF3zuL1ToRMGPiSHZJljw6
jZWe/06mKf0U55Ky85I2jjKkGKG+RMfktsUYpTU8ko71oExlvzJYJbVXDn3zIeSi32MbbC5GE9zC
+BoVhnVLukOwH7M6U7rMU58caDvhzIJC9Bn5NeN4/+NvJJfw0wmNApV1K99YovmGMAzPxfB48pQF
5ehyNrSdSnTrawlcMzuax+G7vb6BeEJSqKigLsiAm1T1kvk6baFTSPJziEp1D1e39QK57eh8Q0Pb
6KFCP2mwBAkuU272B4NsypcwTndR0Hh745TILoS/mMAo2G+vmpl6EFhTFopHi+fuETaqjNyyjdFX
NsQ78W3zqQDn0rIT3LAbOEA3MlrtU+miV0P8rpec6UKnsv2eK5Hl3t8We0utPhgGM0o0hQnHCyGW
oyXbtNPgD38Og/jNavZ007kWTP5kQgqe4fXesMD9jVB7g0uCDU/k9rPWeBi8jOfJIojcf6yNG4JW
COoHoohmZiYi4X8yIanp1AQcCRzztA/9Vl+SpygfkoNlLN/rPvqtt8q4czFvvMn/LmmvcoCxWIx0
MhbnopgxlDAc7aaXEr3UgYS03YMNbD0fLQJwKn8RzuuUqxawGhmPj0tlm8WThCvNQ1q3+kNhtijO
juHIJbhYO720rScUlhii00IvbQ1i5R8uXdsHNr6qcno1o55+a7mox9AYy51tuRFH8L8UYloMtNC2
XW3LGc9Wpe1IKctB6g4LUoyHUeswy9Pj2KM8N/37+2VrPSHEKnBrmAWs574wgoN+KFB0SPshOcbd
uPw7tsY3vevUa2wOzk4NvvEmqcjo7jD6JF1dc8xjJS6krBH4kihCh9jAqSLHbOeEnOSex8jmUnyr
v/fnLXd2KmO4ijAMrgTf8VErjPmJTo/5obfhF91/iRugLgPtM0S6UN9gjL6eARhmhtOZGQjFUUc5
TnMuedVU6IcJLMZJUqyZQmSBTAsp7anRqu6ffEwLT1Uq6SEM6XLf/zlbT86o1wSrwF66mT5pNeuX
jgqhCqVTf4b0diank/yQ7uwOEmXjOKI5w84R1x7Xn/o63AzNEIzWAJ8P/7P5sWrL8KzEknxsljDz
m9b4MEllsgM4EUdg1cYBCcA9xIienunfNs9/Qpzc5hli9rN0Sdoi9J25SD8yf2h2NIo3X+J/Vlk9
WSXnpYnzhHQZzCSmBsfK0k2cOnbRggawdP+LbVWSYPLhu/K1hIP36orog2zROyzfLlA7rB8YoRuX
EfmJwxDACiAVdbQPNS5tD10wOf8odapbXrxowMfq4M3MdqoLSBZiQkGZcVNLaw3Fe6KRmlWznF07
08quTujs2Vlsvl5k7YRkDXT9dcUqyYkVJnkVXlvNmK52BnDGNqLuyXHy/2FAxzuFBkCaJDjSq3c7
giJM6hrgrD1FwC5VpzhnQ/5y/wtuHgSh9Eb7gWb8+opAfMBp7AA4dID/hztbMz4kZoq7YIL07ZDF
rden0Y791tY7/Bu4gexwPa21QQAkKZOFKO5Vn8OWfqBaYgjL20wDiML3H29zKSEkQXzjL+tipCR8
ZmiWoRkN686b5xSDjVbOLwGSbTv5uvgc6+MNkANhbkgjt2BupmZNKdfUaoiyZqe+t2VkVvr0iHBq
csj7MflGAWZ87sLpf2hDA0g0ST5BrwgGx+tgNk6I5iAQTRSPKudUIrN1sOJ+3hk6bIUvCizaJaTT
Yl72ehVU+ZXRsDnqgI3R/2gk+ZKqarpzByhbG5LCUagP4LAF0+/1MlavMGJ1kCmTGmMJXWSpapCz
3TArroktVXMOrEX7zVCM4WmzKFN1aNp5aE55thiibzUNlUv3v3MOlmMBoRV7I3LLbMn/lYulaX1a
mure+GdrmwnhZOoaOimksK9/tKou0QQpVroUgzxfF7vJfjmFqvmmNSn/w4G1gOszuUOI8AZBiDZW
M8pVRkOjzO2DgE65sSn3p6orhmOazoWbl2Wywy/b+ih/3fzQa6Mzb692GGhGJ2pkIGZSMA7oPSrY
XmL+4KeG9NG0ZygK0LD+h6MrCPAm5SlNunVnylHhzqj4lF8tJdRf0rKJPdS3m1+ztXy7HyQ2Tq4D
QJJkUmToNzs7TxalahOgbVKBOhIjBL150OJQecLvzsFS0gjzF7PTq+UEnHSv8Nk4VtSmBHg6kXR6
1hHKSvC0wvU1vBoTgFtXaWRwmqjeyjuvc3MdemB0wgS2ZN250MvAjOrWgBnfpNXoDsZoHUes2n++
/V0K10fwejL51TpKRDnqEYs+0MREHenKgBkhqxkAKDPe4IrUfOc5IdRAbD72yv2tB6S1SD7rgG27
ac2oDLjMNqDN2vT58MwQq4Zi0uxdylsZD/UwmuWIzlicwVUYDPBCseYammoUCRnWJa5b+wBBQejq
VvNCG3MsKsvPEycPXOgo40T3NhoZkCxab3laU2jVTjK79eSCPAtuAYTmTTO7tKfQSEoY97kuz08t
3QdYANNedr755BR4FAsCAMrzvw5yRoYoYgVB5QIjQjlPdKav+GSVh9CE1qFlkgoGNA+fQNxMrhP1
w0XunPrQj3a9023Z/CVi3o5VArDCG2rdaPTSwKG1L5mEeskhj4AtwAU34vpQmLNlnpEd6hFulGtc
plUKFb9CmKU5asALbDeVzDHZ+UkbF4ADgh64iqhFb1RIDOCUzWykwSWd4+zYgMx51JJJOQrA4P/w
tcGhCYULQPs3WsD5UgYIisXsc0uOfKOrE1+a6j3S0UZ9jVwiGsqkE4gZrm+0aS4Cra3xojBTUFNR
XYXnQVZSYD9NcKiW5Nf9sLH1/kC78epUuvU3rDyHYrrMSuHGa0LrlxvkIKpiwDVmSLO332XCnlFA
iwSheN05oD9Ro0cVSgiXxcGp1dpEcnWzqR6HdjE0MtFI0dzUiJZ/7j/ixh1Kmk1UJDVBXWmNrSwR
UO8wxaVUwnvh1PRSc7WtOXwIEhu7C2QHrlOr7SUm2gZ2wIFEQmAg5FNurW7uqILSjnko+X0lFbof
VwgueXGE/grzj4JyDPJmf+3x8dbcRIuaX31jY89l1QDjoF8GXPRyqksHiCfWfO6gZ6RuD/O59Oqm
mXvfjrLx47w4EniTJgUdqsT9lLjYbyQ/aC9OTNPzJY+PHZJHX3HcTEMPjm/zTe5gm3xonWHAWQ7g
0zmpGtvyBkJYuJNSbl3vhCxUSRCwBHW0iluWFFVxXVW0nKWoREh+stLHeq6cY20ldJ7zqC0vkZM6
zH+q+HT/o2+FZmDzNpx8wvONqmpmQBwvlBrhblWN/b7WulMeB3vIga3D6mj0QsBTiaXE1vtPZ6HM
manLI1efVCfZ2ZAbGWwqRs9BZWBrUmrpTl/xL6J6Vetwyf7/gqtd1VT4NUI2QOnUKk36623uCVHu
9+EEKJC/c1x9xgwpA+TmqgHaXlbMpOT+q918aFqARCn6jRSvrx8aN3G0U+CiETKq+v0kOc0xXkLV
k2rNcEOn3JuU3oYoODsME8hH7f/j7Dya5ES6NfyLiMCbLVCmaSM/kmZDSJpv8B4S8+vvg+5GTRFF
9Gy0kUJZQObJY16DTODvSeMfL1lqulTE6MTgWSIwjRY6aj8wEU5mmB8VQbeh4tVS6ubRqhRQkZOu
Us22Vf5cimX0HBSUPGZ32kvHnJp3XBzJA60d9tfflIda5ZoZ2a22FZtv2pBhM93km06pyvsMHTCQ
AE9OdhLmws3NrvqQRXT/HKnDdCo33+x1vLKEQZEqHFEI49vCL+sMe5nUIQ40rYjfxdNSPtlDUy8P
KYDW8GAH731MzgmSB2jK3spfdaIbVQn3+iCLovxFC7seB5Vwep9XfXpwX+8tRVWISu9vwsW21Tjp
0aynbQ6g1XRqv09tjIWQJzh1GYrX94/E3lL0v7Ans2GZ3VDa5Las5aiHDZvMifQ4K1L+T6eJ3rdm
bfp8f6nb00cPjF4DKdgqdrftG+VDIc1cO8CqqT2ljtvC0MbonIVj5tMkWU73l9tJ+VhvtVxbjc/I
/dbf88fpa7t0TqIRnVzkEe3Poi1Dd1pCEMhSoZzEMMygzkztjAvD7GNulT3VWFd5U6ZoB22Q29uE
VgtsAzohgMpxRHn9Q8x8jEUt+CHh2KfvncpwPM2kNkWqwPL0aTbcpJHAe5fCODDx2OnWv156vWz+
eAcIG+WGGOYsaBZZ7kDqdHVvnGQjy54XG10+t26XRLi0niENF0qrBQNGAnUw5KF87riYe95eox0F
jp3bAPsZdC4QPOQI38gYTANDLEF9HqglVhFl2ZmXXlqScyomyr0irx810aV+L4TNR2vjS1qN8n/Y
+qviIq541Lg3NXynK1hUsEeCrDcsLyxb+bsyDL1n4mh28B32tj69ntURm7bsDaREyFFDCwnyVFYv
X5FPKGXPRoHGl7ra+lTSSTgIILvvlwSGZBWpae2GS6nFOvoUhhQHYTrkZzVW6HAlc6G5gxKafqWF
+sloiVuVqsTvjIaeLbZD7UH/YO+pyWRWHC/5KzX2682HNr1ddhEMOaVJ7b/ltjffiTkrz0hpdI86
GdyRqNjugrxfTDnBBzFYf72gpaRpmDvETcVmaxmFnH+cpbR4tEYp/pCjB32Qqu1duhQ6SCyg6kAE
3USYKh4yrcbcNigG1CmsccRZsJwwpyuHdKa0FaHfprr28X5g231K0B0r5vN3m//1U8YRmX8q0Blq
HTF9n+q4d0spTl9GI2RYGyVHXeq9W55RzW8+DHSm7S2rNm0h96UdB1Zj4rg3Ig+jFOL7bIYGOvzF
gllgnHkz1bJb5vM/9x92byej3ISMPGwS4vm2p2eIija9g3VlyJwKR8FIQdhSUVAYuki9uZwLrLIC
tVWtM+YA4zPtMu1jKZbYOijX10i5yXUU+rEw6hACQ/B5863NxpjifBqiIGee7eaIKnyqR0k+SDJ2
V6HKBLqtcWi26C2bN2znNrOiOWm0f+jMfWmQIfx68E53LiTqdNyyGPPTR9zuW42+RzOstjhyKS2G
S5uINmKyJP3zINd4N890CALZjq1vnNw8w0gRoVS3FKBL3XwA5+tKcbi07uywGV2sQofIW0x8xnGA
aIzeH0qx+klWWSYdXerrXbn9DGurjiC6Z/aVk2c7SaFQipt643jSGC9P6RR39iUZEl2+puQ4Famn
2n+LClkYvmVP8qMSZvWPqB/CJ7PK7cInF6jebDmwWp6TRSHyDrDspo05wr3IS0MCVCZF43lqeu0c
g5//R80r+cNULkfid3tbhcyFhiLaCCuX+3UYYKtYkkDYOVDhogeGGiI4NMCbfX9/s+xw4tDjJ4EC
pUS1eDMPQ+NHiumCRUGRp7ntQoyLf8ShqX/pFrVhJxQhCobQkaIf6mAp07M0a8UVnaJWeAuM1+5F
m6vMOqnFWpNA6Zy+x5YJQqC2Vcm+WkZutwgJifkbyH7rZyvSXr4oEyfeN+20QexgKYpPlR1iIuoy
07H764iKmHOqhgqPNwPqqe0uGE6M53FCluE69/a8uLNeVY+g+5zIHYWSfSrnWjWf5TgdatqwQ9Re
VLASf1v8J9m/fQwnHWhtG1mnriZFOsGRaaJPB29yZ+uS/6r4LwKbu4lklrpk1TL3sHLlWQtAb5sv
Y9eV1/ur7NxJzA0JmEQrmmPbOCWcpIL0z9ylTiv5sa3H5tEsky7Il6x4gXH4xalC5dv9NXeKCMoi
Qgm4EMaJ2wl3L+pOLSq2PtoKtTcVevHQMAP2YY0kBwFg5/IDOgDRmFk6MsHb0MWln+bNAmhobqpf
tWMLvmk2f8Lgw3kXRk45HCSJO+vB1aFnsF6ADL3XUPpHAj2HdgSopAAiEGozpMkVMnBucomGVSRp
7eRBsZTTL/ff596iDCXWlImC82Y2iDNv3syDCB/6RFJOy6j+tOKlc825Ro6xXo5sIHY+H6Ms3iVs
UQLrtkvfWEkHKYn5xNBWI/l2tEZv/rWhe1WipQdfcCduAeakc8s9+Ts3fP1GI12rI7lZ8R9VgyqE
jBEemEHt4CLdeYXIdIKDRVFkBXNvUkFNh3hdm4xXW5khyrlR6U58MkcnBgLttEt1qtsqMv37323n
Rf5GCFFr0q4FG/H60TCJNToUBKWHZtQbdA4X6ZzVKeNBit2Dt7izFHMVoBArF4IBy+b58m5OY4TK
AKw0ojpblK/Potbiwmvyw8Cl7nyyNc2leFkFxW7639A+TUldtDyw0FouTyJUoGCai2wI1zBEa7oJ
ZeSvdrCSv5OiGArkYcSUQc3K9f9lWdo8E3Hrxdda2MqnOlPRdZ6i2D7rs638BX/HNr3YqVUHstUA
L0ga++6nIlT5H82OTExSqnT8ZOOgdeRIvvdcJFkqnX1aOjetVn0a6BBMUhbUidMicD/Xfoh9yEFE
3lvld2+Frgd2q9vjpXMTGVNEDW7oS36tR2RtHG0+6oXtrQKqESYYCSrpx3ov/BmoIiVKbE3kAUjA
/imBi+V1VX9kqHi0yiYcDg3LjGqXB4kBlECbzPismo38Hzb3Go5W3gEpzvY+AZ4Pex1ySVAXsuSN
Gv0i5m/VWQecehAn1h/8Op8EK0CQQAD3/wWtXr82UCNT1y1pFihhlLQe1UR7Cs3C/igUs4h8bTSs
M2q/V83K4oMi/fYIk+XTNv3ducRiZXOEHfJCU570LFhKvcTMKZFdTRdzEEvDfFC87D0lqEUGWNYK
tN3iwmIE50qq7jzQYohtl7hLu+HcWpMdeXkJaf6Xagk0CvRCC4N+miHd3g+Mu+szZ4boTCYJee31
W07abGQSzVvua6N81JcxeqF/Krt2Z8TXIp7SF2hs8hlGWXew8u5LRsgKTD9Fww2Xu1etPgEnzsqL
rCwevvD2TwOWZ+Taan20b29PB0pAHD9MZVjyJg8qxzofOtT7gwQCNr7yc/wEM2+43H+ZtxkejAEg
SMQtOP03fiGpVo7MeUtI0sjolSj2TUbhoz3QVa4IG2JrE/fhs0nj5WhotNNSXckKaICgWEdyud1H
rRyVQ6dlRVAhO/ElrNrpOc9TUz4VKIT9intDfOi70vJR1R8eM02KMi8r8yp3TRsnsf/waWnbwaQG
Q3NLoI9AVKfoaOT0NuvPTVxYD7ERqz5M4/jz2984YIkVJbrmgVupJ1DGaj+YcRGATM/RE3bkDzM0
ddfJ6+5z6wzl2QIFeTB03ul8IKqD2tM6CEA6cBsfOtHQuy2iIihFVZ9nM0JXQjGm9yOdZn+w1H/m
ZnAuWdsjxJh35Ymex9EseG9D86XZafRN1rplc26lMUSjwMqClgb5ZWhszUvB9R6E+90nBZUAlBQk
yu3EWdLtSJFDIwsmp80/YG4qHFdWJyd1c6WOV5T5OD9VfRSfbDMpKreszfHLgmvhETj5NmtcAa2r
dT2Aa/smWoTqCEUda7sAH5VscWvNGn/WGbRP5DKn6FQq2X85zEzPCMoKUOgbGlA7oB88kBesFGLs
mWwu18exY+jvZWNoNu6QJSLzWlW0xsHx2fu2f668/v0fCQPtb7yMujQP7EpaXvSxMQMMi9uDzvfu
KlS7tCiY04F+fr3KRIM0KpqQT9s5RhlAAgzRNk2iwfHvn9HdTwfoBGEnwH83Qr6xPFJtOFxxoa42
Z0P7B/Wpn5h7qV7pINd8f7GdEEw0IA7Sg11LQ/X1Uw29PEVWpqVBNqpq+pk5SfZVxSVDfZeZVnjB
/KB6kOVhut5fducZofYx0iIuwAvetnx6fdaZUhvovHcDCGixUB14YUoLLFGz7lEtB3HQ/bnt/SJY
ihgkqrXoBd6IvAPrFHXS0ms2y5Huujs2o9o82VIvgYq1K/FxkVWhnZsyyeN/O1So+nMxRr3++e0P
Dlh2FSukvX/zcVFRUjOWTgIbQPQzlNbKr9VWAJOroqfYGo6EoHbmZjw3QHo0qOG733CFBAGR0Qhq
M7Y2YIwVh7Uvkll/au2lv7SWiV1InCGzNKudhz9O62F/+5hJkfKdtE4cfPa93bbeu6CrVvDW9tZF
mH3QdRo7QRVndDTzQZeKs9E5819Naye+GPTuwamV6O1yg+CdgbiCX1iBVtveR4RyW5gVTK2iKCx8
fSlzv7XPSgHcPxFPonfea6lVHlx7OwGDJBUTmrU3cDuQBigEgkE4jMrkEMmWurdenKU64oLtpIWs
gvLfKqGwKuW9PsCxoxYOhRIip4aUeJAz2vOizKE/F/jU3t+7e0tB1Ft30YpN3rb0SwAtlbUg3OQs
I/ynpm9xesp6J0TBWeAaeX+1vRABRQmCDQ3+FdH++sEaCZZxF0tpUMgT7mwJ6JYeAMHVWZKfC7iq
t0dd6jPaY4CR6A5sc5QoXSo9adU0ULuieWDMbfvlqHUPlIjZKQ2N7iD33XuZNOHWdjQV+w0irkQ4
ZFAl1hNjFwfxGC6nHiUdv0JS6HT/Te4utSIzmdjvUE5yZZqlBGn0QCpISuqlVE/Z1Clfe7yXDt7i
7Z6HUKauvXWUPYlym93YdZHjpPWUBSjRk19SeZ7UHjrk/QfaSbNYRsdShhtkp2cEBN9k46ssg6iw
h7VsdlnLmVPtRDa0fs1+j2RYc7GQMXUlZdJ9U2/bg5vz9kJZf4OFyxeVPUp7m4xySnvkg2YySsMY
2DBE8eskpPkp5Xt7Y+1Mhks8r1ycvtDTmdMjLvT6/7+u91kf1D6KtOzYm/a43EcmqoI2+Yjatalr
mu1jZnftKWK+5w0gf1xRL/OH3sqSg5O5+5E5mLTQ8GtnP74+mb3SDUirF7z9Iu5PC1Lpl67UtTfv
2t+NcaalK9AEtsfrVYCTlkmTIV41xVLoVfwrb2wVy4+6VjoIbHuvUkHWknkomesNuHvl0UtOX7NU
2FfX0bL6c29MtWvJiwNvapLPoCjHs9F3xhFHa0cghcekzlapymD8bCuyrtF7RaKNETSitD5MlZ7+
KoQB+nedRIgLrUkMOfJYSp6ZvNXN1emt5MRFMPjm1CWfuyUGa4Kg45tbOvwsxi4Ajkitb3AekSZE
KWkGeWFkNjPIrTT8uCAF2flS2wIavn+g93YUrALg4+gwQDDc7KgpqnMLi+g0CBHM1lw0sezPjd13
b5f946k4rABiV5LVdk8lFoP3JalSqv6hFecUGccvNoLAAr0Oe3qs+oLaHnJyHqFCqIUHFYSq7BxZ
lIfQmAWyeSufb+kir3unSINlWZrso1r0EzplWrREvrKqDX4tplog31QqCXpiYzqqs6+BZNNcVUHw
zU1svY7xQkjLypUSkIH+ZHR2d82XpfvWT2oNJWOoBRqOc2ie62KekqssCy10l1mPtYMAeHutoMa2
ci4oh9i7296mgdJtUZVZGrSyWgRFNk1+bxv5tV+0o/2xG/DBjnNMUNKhBbYJtmroKE0nRBrEgKne
VULXUCdDpeo0o8l2SppkeraNETknCG7/s/sYRJ6CVdLbdykaRsjQwdFjzrSJSGmfDJFhIBoLzrB/
mRYheVZRWAdxb+8skKPiP8cUnrxx00xFhjguexvYQpE14sGwWumKTph91CDY+3qsgfglHw89js0b
XYQtKiTmmK62iunHcmJ6XQ9j08kj64CVfZvJ0YAAGYfOFzD0G8UtgvYIMWUky1nq/llBFB6bdlqW
k1CEv2j27N//Tru7BawkUzP6XHRxNq9wyCb0Flf3pXzR5J+oAc3i1Ful0B9zxSoVv6UZ3rg5ioK5
65RZZb1PhtJ+J2c9FKb7v2XvNaPDu7Y5SYhuKg96tpFkz8i4x5CEfFtvwyBOHeuc4kp38Ni7S1HD
M+PlnNwoJeqgSCCDAuutwAoKX8nlTnke0fnyMGxh7nv/wfY+KnUlrVM+6C1IJMYORbakjJKqN0pv
AtL0GKVgD5wk1H8BwjyC9+5+VPAhMI2od5Ch3twRao2KOi033G7CUc1ddA3zR63X9fqKtvGSeWNF
9wB1qujzXMZpc6rDNrpmU60d9Wd23jOCymvzHz0znfzrdWLS8VZGDb0uWibL5BXKgosMcKv0Ksqx
ObgydtciuFIfMIqF4fB6LTUf+NT4zwTAm9Wr6aTtybHg02UKJJT7H3Qn7jDqpd/EKozQt+83Gls9
hkbM9qkW+VIUXX0O5fCIj7J3B5LrYCZKN4ar8Pdn/qNZp80TtF0IFIGJQqvuIkI5/cJLSvkbYJP9
oillhT3HGKrl41CJmssQv8HpB/rqqXNCob3+0juzPJx0JPuvVdtHsj/W6ZgprqbMWKEqOkrVXkrl
3boYmmQrgMe2Tvpc587bjzYQGIpham90UbaZGz7jTJhRLA4kU8OGt7EVNy+i7JqZuXFwtHcOG0sR
Orl2wKBua41CJJpQxyQPKjTFnxVp6G2vhY70PRmk6azp4awcHO+9jQfFBdIQKTGY73W3/PGZ4n5B
raMg+8aZYn4eOt2+NFLUI5o4OAflxE72jXMHoFPyXzCZ24er52oR0PqYAtlR8l4qnfRhaTOzuvDy
9Wcoc1bAXLPBghKe4cE33Nv0FDHkMaCMyP3XF//HY6IlBXSjYO0EHY/TDBjz1BtJf/CEey9zVcbi
Sidcct++XqXShBL26zTNaYrGdIE1GeiyS+m/5qKnB32Fva0CjhRsOzXTLekKTc0Uafs+x5vNTE+J
GtePkxR9rFVR+aVljwfaQHvLAaNYU3dIAeyY1482Ij5Uj8DpgrIqdL/jtvkrGqA3S7rILoVmHA2w
9l4lLWNyMDSjGKxv0hYjyaxW14s8WNCi9zN1DH22ZOmXmvT2kRHeALSDaB3C8b/BwFCvoKUCSiuQ
QxE+KrVoTmlUHA2Udx8IsQeGJoCkblQOgVcPg27T5urnyPImerMvVe3o7oIm75f7Ef62+8oDQcWB
wE3P/aZVmIkKdFSdZ4Hd9stZIi4yA4vtd0Bni0vXddlD3oTym7ugLIqcBfkycfIGoVuC4GuaKCOQ
NKTKRqQI7rL6n/tPtrcLIaXQlyTTYuy1Pvmfx7jAJl2FMhtooHihoLdu5TTzOZpF40tKefAej1bb
7EG9KTuuBZSvRZUYT3Ve/EibLHvfc/S8upuz0/2H29shgNnI1WnzoK++Wc5RZ3gVZZQFs4BnMAA5
8KQY9mlUcQLuL7X7ZICSgeqhEHuTQuK9uyBizGbUJck5J5qaX9Uu6r0kTeRTG0/ifH+9vfDLvofN
Dsr4lnanqYtjlTaNFydT8jOpfB2Eq5Ly/VX2XiC5E+IWXNO3M65ax77XGSpE4GzhnAxouKeZTuU1
GtT2P3wrJgxUqIxbSBI338qmZZyPJuEwStXkXIVJrPnStEwnBJ9FcbDY3teykNRlsEOX7KbZWkWL
1UYasVCKZUiKSjx6iYWQs7wwr7Oq7giBshc/QN2ATIU0CIBu/T1/nDJQJzBPSq6x2SnKL23Rdy4C
usk5qTv5C/oyy0lNpCPY6s6iJIncMFTCfL1tlsU+LNps7ZPzArqgylFNdvPe7L3Z7CPPlAoMjIe2
+3Z/y+yuSoxclaG4uLcqTZKlwjG1ljToSuwNEyroS86I6Jy3sfWITE95XpZKefs+XQU7mU0aytqr
31Q4tXAWUacti85d9jKUS/wxVZLML9RJPwCL7RwJ6n6aYfCLqC22n1K1Yt0RIV6EkxUr9jk08+Zd
lIGcfKhMSpuD0mJnoxJPVuwHrMhVReP1xplw8Mi1OKQez3Lr7yZuwosYmu5iJKPUucxax4NLZ+/z
MYSgRFvltW9gx7zEpRQCW0docZKXJPiHqHocXbVYFecSeLyny9hf398z69neNOTXcmAd6/5OiDaf
T23sQZhYswdNqdTvLWV6oYw1z4mFF6cVN8lljsrpMmHQ9fn+wnsfkzUpD5C+u+1LKWU7ZABPaMQh
7JV6ePQg/VuMsJiEaYb/4VuuoHXa/sTtm/bUrJIyoA6fBJpZxb2HLn7debVWxzTDKihV7+2Si/7g
Xtq5J7gAuddRbAetsM368Jkt1owXOtw6azGdMn+28d06+IB7q6AjRoFFxkcM33zA1GygRfX0vJvC
qP1sXtuNtSgPovYO9IzzxsjPgvhDYbV9mDTKxxrpbIB8CkmEJ6j7vjlNLb1vOYapl6FaUbpd2ZS1
q8AE8qNIN2J/SQCayJbWH3QY9n/OCk5dSdOr/dnrwwk5oSpAMJJeaGA9IlEVXolnxpOylOZXnMHr
byU65fhFScU1Z+7mD1nTP0cTqpH3t/H+L6Gzuqq57VDGYmfKObkKBXWeGa03T3ryZKRSwpY2cyfo
wqh/aZVWP8+VMb9DuVl+jlt85HHO6d/OcwWkITtsB+bPaB5t3gp2wOZSVvR62yz+laM5Q9WWdi6i
q+plTKXmP2w9si4iP2H/Ficc5R0QFMMkpVTS5aNhNdm7GKjCwdndCRQamb+Cq8MqlrdtYCO+Yc4R
uukB4LPx1Gn2r7mL+zOpcn1wv+zEQhj/BAmO0crbXo/an6mCCO3JKmXI+G1V/9DjKp0eCrvLX2TY
C7XbxUUJ5qXB6GKwJ1O63N9Je6vT+EXeFa0mAOubRCVa7LrLaVcEEr1XBsDAbdKmq85KO8XXrNHN
S4vvwEklkB18x703TBuSmT6BmLt1/WV/PPcQRco85wWtbjmbT6kl2X5shdmFTlV1EEd25s+AB4BH
QMUnJG53KEouROFujIJs6fpAlvsW65Ci8Ioumj5baPi7JRZpFyvGH9JlyPp2liAF+HoJcOMQmLej
fmwjRgy7+cSzyE4wVJbz0i/wbPou8fmyBy9250YnYvIzoR7Q5t2iQfA5r9BgbMOHMnVQY5IM8WRb
8ey1cjv7GXPbUzzK0ef7+2iHMbgyINF0Bj1AWbltVnZk3lWUcyPIuIZMpyWymAqbi1kUp6WpcHUR
oMVQr9aySoE3PJofU6OPoeAbZii8yaqVr4oSYVtg2+O/8hjnja9mWDF4bVNIT1kdRjk8axWB2hbH
K+silin6kChTr+Mg1NePYZUtsossR5Se+7arvultpcwXaqksdxnC9z8YFzXxmWFX+xe2tInOR0cx
1Z9zJ7GvpWHOiV8oUfW+hB44+APSkPkv2uMUd2g5LKelH/ToOjVVpHxV1X7+jOdsd4SU2DmOKMZC
TWG8y8vcTl0zJBMhOCZxYORhcylwajiLAR28XKrT/6U1A5k5LGPIOIl8vf8Bd3YNdAQaOCjWkXlu
x4ZxqDRtOTLkUuu4CvCShL05xcMHuh7oY4ioRRA1O8LO7xxM8nd49NiKgHbe5tZNjmXO4MCOLIao
PjlLLvsZctlfG1XLUenJ68sUlcLrLPBnYqqG7/efeSeLoVuwGhUCY1rBE69DUGWJNIMWSoKGEPlD
l1jJWc6X9kAJZG8VOi2A+MhjcGrYBPi6wBfLmbN1xCaqyMW7V/hVXk4H7cX9ZRhHrO0IGKfblKxb
uB5i0IvGuJSFW8xR8aOMqyNni50CBW0jAjYB7XeG+fqdRatODTsfi8fYMZ5rGz+ipNNUt0Mwwa/G
5WievftYJLPox0DaYZO8Xk8bcYdySpLospfqILX7/NOUi6NZy/4qDnNQh7uYP16vgrC/MURc9fT7
UPn3o1k2vCjLE/XtaQUex8A6ue/IwrfoDSuFxg4SCfGiUe8jVygV9VZlddCWRwmQ+9v3NyvRLYJW
JQNOef1UcaWoadGAmctLLM/aGkR23B4KDe7FLFg2sIBJy0ClbFYx+2GoGxBIgR5p0gvHyfJTxN2e
FjvrULacLJ+IUnqKMr1dZPu3NRW8GxUljpsW0iI5cMUyYKPKwgBzrmSs6BZp+ABr8Nv9N7mTrDAh
X1HBcDIYZW524Rjb2tQWRRJEZi2+V0bZ8GRJ93kCKH3w0fYO2Kq0DxWYodKNm3nqCM1Oenyc8fxk
DtE6Qa/muWeWy1993H+9/1y7i/HN6Aev236bK0C4tyUt0zH4HqL+2TGS2C0G2T7XOHKfJt7Fwaxs
55ytj4W4AC18mtybvZIsupqPWoVETZHOZxKJ+WGBS+rff6qdr8Uq5LPkbtDttqll0ufjNCsTBtxq
srybOtxwTKaBT0M3HqE4dza/CcZmdRTnANwkW6aMdxAGKHHAoMXRg1TO8tQ3l6G9VrbkGPgJmuml
ZZP+5TSLeRDy954T6CikDWZK1KWb+6vUKnxj8BkKpjFvMz8cC+VTmI5p7cuxOp/vv9S9mhM8AcgU
ppw0NbdnQMqjsDQbswxyNAxPyqyFfiZPuZtavXQWlhpeE8X5TKGI77FROpCSldi3h+zgKO5s2dWN
Df8Hrh9Ghevf/1E3oDXfhG0qiiBXq+ihRAnHm8Cqn43CIUkT6VGOsvOFVxLhGuBWjNH2sVW5kvQm
scpg1Ca5RVokib/Jk6R2vqWEM5lLYr7rsjjxZwiJ/9x/5zvHBZAf0BGwKozXttdFY49c5qFeBF0B
xI8PHBrvI9nqjzSUdpI/wGnkfQD/MS7ZctjVYukNCZZmkI8iQplYQI3lPj6VHSC/Bklvr2u74vof
Ho6OI5gfhE5vCt8ordFDa5Uy0EO5eyz0tnhox7Q5KK/3Ho2aBBYsbTjwPuvn/WO7gEPV60yay4DJ
kPGrE4t6DRUr++7UlQabJkLKCe3h7Aizvvfl1pEyjRED8PFWFxeYCvDFMC7pimfDKWutBNFNdTyA
i+0EACY90AyYCCHhsO2PhTS+oR7lVSBrdSW7wHi0723aVQJbyujQ1GznJNCQ5uTRm1YwXtkE76Yn
QxNSyEkITWe42tbYPTNtEd86R4lL39KATnp46w4K+Mt5qozL/Q2zBwDmB0CEYnRJwbCtUfRQydg1
NlOcZYKcsgx6JrvgxNofXeykGPE1Rr1cBWEjdq0sKv7RcKr/CwvS6WfTq3ZKb7mPFFeCax0e3No7
X4IbmyOkAPLagVzhGY+GoMlPi9BSlSN7Pltarl+pfOSD17ATAElBmID/jko3hDAJCL9JDywnl2tq
31gq8YQ54oA12mq3DuX6IAjtvnYiLUEI6MetC7lk5BHsYpAfgxP2L11qGu/J/Rv7jMPqbJ+TSZYW
/AOnTPY7JJ/NQMvN9hNqq6i4W4OUyg9LkWlXMPjIWd7fEnuvnWpnbQdCS8NU+/Xplup4rJSJHVGl
RvFLSma47RISH+Fo6G+HefPG1wtgtRG8af5Kqp1P5BvoE2jJv0aoO092O4izRvPhy9sfitkWNBRa
kETkzQ03wRgKE9XIg2zOKn+Wk4TqCoG5Qp2tg3rkd4m7mcQwKV/BphThtyk0LpvGHCdNEfR5mP49
lu3yoR/zJXTHzMkelNHRLyYdGNPV0wLtHbsyTmNP++bNx8chsDBisymQb7EqqVJKTlppRdBoyqh7
MAuHzAfrtoLaZrU9kgm93TYOzXoyiLXcW8l+r7dNlQ3ClmPQ5dYaNqtszv+aTfMHQq/amy85VmJC
ST4KEfamOS641csQ8flAxUHLNeRweWiq/Ah/c3vJsQo6TKha4pB7Exhpk4+asBMGE+jvfmGfyFeS
uOyXBt7OcuXYHE5CRmP+4KvdRiLgYLg6EfjA9d30jDLu7LRJJ0QJFzP/hBKwCqO56l7MWW+ii9AS
RT3fPxq31yorUszSk4cXcANXtqqWAs3Qk2BMIty1x77wpdpSDiLs3utkV8CyWHEQN2mXVhHsOsb1
Qdfk0bWtKuU0F4P9kuCtdqYU6D+tcp5vP4qM7RHK/V348ccmU4kTChVloZpN0lJ1s5CjtzhD7NEo
nD+1KNv+OzItfVCGNj8jQhi5NZzx8uCT7r1gohxApHWaQ1L4+mTUtj7yThjm0EkvLmHshI8kL0dt
kNu+H0NDeJF0qkwQytuwDb5jVrB+SINakubhMie6c5W4vD9HKlp+Z7UXsgz/Pc4/AsBNBo9Javv+
7TsJhCGdVpWdRNx5/aDI9kV9ocZwB0IRPWiapPgjYrkHvb+9E8LRBLNJ/8ogP3q9ysBLHnoMagLV
jhZvLqbhfdaq6KFH0c80B+xy/6H24hrB3KSHBXD4BiFXouKCMw/0AVkhuEmtpuFKE9sPPbJjBxtl
74zg4qisCLm1HNtsFFGoGtvPAtod57U/OAYQc7RIYZhYZryqLPfRdSnn4a/7T7hD0qYrAnl35Shz
7W9r3mGW6lGuKLgjo5lCzwZo401TKD9FQF7/NYqu7T0488rFiLLZcakV9fDULIv9Ds8tifFOGdm/
7v+mvTOzftyVgUtWvK1ICxQQ7XYWcdCNifYzi+zyvS7+g6Hrek3ThQJiCYR6WwtKtgRTo2U0YBt9
GFgjMiyOKuZns5WPJPN/D8ReZwV8WCTwCICMq27wnNTCSE45BPY0S3LMXFFzeGqKsZjdRWs6MBpZ
hE1aZCHrdU65Qj/jJlhEP9uoimGPqN1XYdbDO7nvi9bvzUZoF9tiy9Oi6xfTXeJKV1wkHDVmMBOo
2LPdO8YJx5y6u0iDXJ/qztZz2glN8q3XnHH2tE4wB1CmBfSWoySV5S3gdTV3UqROHET/nc+5SnbR
L0WJ6lYoFdFpcj0JBMVUOZ+VITefc4TZD8rSnZPKIuxhfD6IhdsIGGm52me9lgSQi3ofv3BmAurS
PBpilA/uzJ0YBDgXTMj6KW+rJjXO6rlZMS/6KCtoyi/ju7FX42drWdQfpTyJg8iwu94662Sf7gh5
CatEMt/ijpZyRBKTxPyGDmd+FXQv36Hgax/cm3ufC10O6kJqqVuWhFQ7AnWMGJ26Vh6YzynTCYZ6
f7DK3vfiedAiptN22+RuokXpKpiXwTTn6aMymLVfSariQQ2rD4r6NXJuDt8qGU4CsEqHc0O9vjMq
9BhxIQHgELfG/CtDa9IbmN9fpyEfvFqy0ycLp6j3fXpoWrXzkKgmUk+tU3na+errlZVeYbioIU7m
0AYyzuh6Zi9Jkbbf81Tq/74fNHd2CSAl+ggwvnilW5Uhs9VmpJVXOoE8J2dsHKreG3RmxmXWSa3b
lrp6UMDtbBSMeamqmLtAsNsG0EzTlnJK6iJYYqnyTFFql9Vz5nT/ufbeIXQC2hNr5/nGociUDDiJ
S1IEbafT4Y7iJMCo1/QApR1JdewtRQ4FjJv8gl75ZqOgezU4GI0WATpcyw8cBaPQYyBnfkvg6P1z
/7F2rnsEYQDdGExLufA3awmCs54aGKZW6pg/K9M4t15YdOqnJFST0p1UpUIttcoPYvH+sjTRsIpT
mPGs3/SP7t2wspPrGRxta0/l4A6EldoVcW6c4kmXDK9FtSyY5dE5stvbe7dMYUB9giMnS90878wp
+X8a0Tj9H2fntdyo0rbtI6KKHHYBSZY8ticH71BrEqHJseHov4v5q/4aC5WpeddsL7eA7qefcIfB
DlP8BT+WBs6nhVT196+/2ltLrU1X+uorG/E6k1KEpUtROFwFfWmhOIPAvO/UZn4oJgO4w+uL3Qou
3DegcMHebFUnJiyS58LGj0OdLPtLl0sNfVujc8523lrnbKmNOw320ENWZuYeKfjWg9Jihp7FSzUd
3Xj5MU2Qs7PZk1VYLrSXqjGXg9qkzTFN3XjnrN+KLn8vdbVv8mHK41pqTI3dIjuWmdsdJ26P34uR
4jnUJNG/j1pBQOMq+Kf5t5IrXj6boXRNnZa4EAza9Ds1x+hN3qV7YC3uGf7M1d2wXnRsF1pD9OKu
IjRCKCljBkBTUZ1Y5seC8mapfNjyCrzcQVeP+ZJ2jh9FuugDxHSsIUhQ8KdchliC9UpZFoGjDcp8
shvXroM5ttR3uNwYX5yuiB0fZk3W4idQSCtUzbyz386LaH8LKEqZ77qt9zEWVlneeTZyEyfDbbT4
0CVl1fkKAt2XXNNwdfcKEalBUsrpt62WLg4slat+1ezS08MYlOS7cZyi92K0l+4wFXpZh7YuEXD3
snh8o0iv64+Nlxlf3VKRY2iKIW6CMjeWIswZ03hhZzXj4GOiqygYjS7Lo9SN2j7X0wDWfVKA3Ace
NNcfVkdh+T6i00bMiGyhnfS67aA/zgt92hHJuWBOK5EHfaQ40p+tnpH8AmwRT8S5KLtHCEc4DTe5
m9dkF5X8XiA4iMI1vSWQKWUsP8tYik9EKWd56jyHuZQP1j+3fiI2KZGC6LTkW5c16XQuatM7FSOc
kbOiT118IJvXssAQqpsfIjUX9kEtYhMXCTPWDeJaaihBZWTp4wJeIA/xeup+ET2kfa/nMtUPsaK0
4KKmrBw/ZTNFTri4ZlG+Xaqm+1Bnjf2AvF5c+Is9yfbtbNdJ7eetvXx1LeH9mOxlPnoSDyt/SBH6
uVM0u3VOpdoUKBxO4/g4iFIXD1M3jZMP/zR2Q+rKifS+sEQcLsUId1R4k7ncqXjjxX6scusdkOl3
8lCbB7MN6snG2bCmN9XdCXXUCj/O68YM295L78t56gaMv4X3FQ2yyQ16WVqfGs/qSt8BrOM+6Mo0
Xaxam3KUheH8BioXjbwbk2pukH1wCzPF3qQrNL/3YE5B9KmnPszBRzVnTSQ23ltcFo3vjnH/szGR
+fOjXLEb7OqYOAcdLvLqfd0v1udBiRIAYFZWBvlQIqpoC2bU/gzKLX47Ukx2fuHajfK5lK1uBzH0
6otSd8sHI0Pk/m2Jze7ik7NlI5vSm8ezTJv20zh3Vu+bdW98qRt90Y4IrdrVbywp9SLQMdPYayDd
uCupC+n/Mckj77iujGshYxh/EDGsoTDeAsSNPnqN5/4oqM0/NJ32s5X1vHOdbEL6SsBAAooLkmRn
o5TeCXdyGhgE2OnMadCtWLs6VbLDrFjfX7+4Ni0jOvyoNVOSoo3JWlcXsqStr1qTU1zsTs+/udIr
3sVGb4M58rL+a40+52kQXcXJm+Vn8LpZfXj9B2welZETdRTtR9JVRolXEV5mslvyqUE3uvGqdzKR
Mw6N0UTZ1orj/7IU2hlAu7lSrlES2ViWsadCBIwm+JpFGS/QE2rrqCvRnk3V+quvLxSyOUaHKNhs
OQppsgB2dEvmvc3U/Fzdun5oA5Oyf3+gVRuXG3LVDLruKsYp2m6A+amejJFj2y4y8wLXzaz/VvnY
ZWdT3rokKXgxPgVyt4KLX97FZl8bs1dSQAmY+m+81JhOIwNiebINSdraeKk8m2OpHSpVk3un8NY2
wfmathjTZkAoVx2/sgF8R4uIU9hhHVn0Zqv6OuueS6Xv/10NFxANuAB0eYGubeA0pZ2qfbLQR9U1
OP9CJ0S5vTx1mJHsvNM/yNMXG2WFLnJV8kbxrd3UNbqt2BWSrAy0szybwrVhej+3Xvd9MUv3l52Y
3Fdq4QrdL9q2fBB2m7gPs1kbStgnipsfI5mn39SoVBnZThS2r++wzTdffx52azARmI1udhiWnbOJ
XWlxSaK2DPBU5x7plskI89r7b4wd4+C6Mg+iqNwjUG1STVamUgBdvkJIkel8udsqLU2muBkKypBI
HhSjLA55XY8nSzjLGz215r3+ymaHrQtS8a30XaqG60iI9HATNQkLlrgaX6pZlRyr+j2UlHynSfUn
0Fx/dFi0FCYMImkJrm/9r/IL15sZhK7DJFJfotHXpxjEttQnKw5No2+5F6PGrXwylpVV2ZQNkrZz
1j7rIqveqZg4fdSt1JzDZYYRfzcOiGX7ZWp1yZ3hNc6nouvsCSOIWjwDF8i/5XoEdmmWPN5h1Ctt
OUyNsfwopYLYZz1GgBsQXNVyrPPaVv/Mnh96P+sWOb5rEzp1B6eDVMqUDYa9T9pj01QDpfetiWNL
+pQDThrgMJp5Plfh2PtxhfvLI2FLfGiRgYp8bXanL69vzE2A5WvBG6RnjQIe/Ej95Sssy8SWSYms
fcqzHuwl6j9ZqSL+FVe3rkIXjHEmDJxNIFCdDPcrNS8uat7rxLlUeWiLZk/VcgsBYxnmU8QvipDt
dCjNstzOwZReFidKT3keTQfyHTWUaTbw/bUoSHLdfErSPsVlzlqek9Yxnibm1uHrb3WT66w/hDEg
mR8kQlhQL9+qPUUqnSzm/qkw5wNmRAR7pWM2rRoyFK7CniQ47hyHWzGG5TgKJv6jG2odJ81bVuAJ
PZC4/BVbxXjOlNh1fOpL5xiZlfkMPyx7iBDl3iPc3Tr06PmsyG7wB2TALx+YrVVzyOryYg/zdN+q
+QjeLMIabfT25H9vLoXIMS1VVtuo22RKTbm3QpcQo3ZpcCoxTBXEAqRY3J1E58ZndFUGrKiy0pSj
3//yqagiYmNGr+cyd151mk1RX2rh2AeNUUNQN0l1rzpRubPojeejoYQ6DLhJJkjXyUhrNDaZ+VJc
kNrunw0cKU9pO/SDn+qLs4es025cD/TLkAqiHX7D9JLGGRXEyKZpKRv9drS0s922hV91OeKE6az6
wPWzQysG9/fEqDCsUzB3wla7uwwSzUkpF+tMF6xf1SoXP2rUPTWjG5k14166QQg1qWANry6wVTlI
k5L7JLUc4FMIPBYES0Tqjlg7VB8xA+q+LuCHj1KgEYXaRj7fvX6ab76jdUzKkV0nTlcxsnGBu7SU
2pdFF/a9OlhvMahAmXMqYErhcLKTy9xajrkOzWDGlltpw9puyoWJU3GpXU355FYdwgNWgfJoPeaH
xZl7ubPgFmVDGxJ6C2aTYJS2Q8turEsvL3owq5FdP4Ijig9FXyfoLlki+4Y30XTMm752AqP05o9R
n41nuE7VTo50a+PTcoeiTxW19QfVpZK3hQnIprC79L6A/YRu79j4vVKkO/H55ivGOYs6jVwM8NjL
g13k6tK4Yioubm73BydOvRN6KfmdV8fOfb+0zrfXd9CtR6O3bwKMA5HCM75cT09kPU32AB82Trpn
VrKWAOVl85M1jq258zlvPRzbh0PHxAm91asDM2A2HWNhJdBawl1baGI5aY3enCqESYLBkcn/8HBU
2Thi0tJk164P/1cWlmulcKIFp4Sak3JaovL96El5SLFE/fzvr/HvldYn/2slUCVavJAOXXqGzCGw
MEHfi74b/rF7DdNbX4x6AmuklRBpXZ95vcMFxtMoCeeurvwKHN9D3vW4SsF++/Q/PNWKGaUbCr/t
OlmY4b1ixgs6KlPL/pI6HPawcolvEzZsyk6pu+60q5R5hWwbTA3+6J1dvUJBq0ylS5RdhiQegsk1
5vukdpedVOTW21uFNUnNrRuF39TZqdkDh0WnejE+ZUsiDrK3lmO9dHstnlsPRIFDuUFltc4GX+6J
MffoJzUM6ro4R5WIdvIF8M4egu1GbsVGIHnlGmDafT0EwYDbzmSD2xiETXRR1S7xTXfuztZoJ4fE
pT2bNmN3IiHcC1W3XiUZOhQOcIBbPnlh56AKuNSQ5cpS+BrqfEcXSgS5FNXx9Y1481Vyw4ESYWC7
oS50tsRkKrHzC+k1bOe5R1NzdPbAjTdvG7IpGF/UxMwHr65T9LUT2TlryRF5wyHrsoVGqZp8mI0l
O5Jc5pmPPlJ/MMRCp24aOgyLnWqHm7JFDXPnrawU6AtcfJuMNRrQ86T4yfES7/X4kOmRLemlZ+Zx
zJAiAFTiFrCCFYj2flV67XCqqgJFYyFwbKXaLgofKMFwJufea3rd2mzEHH4ZPZMtWLsd46yMdIYA
JXDp+8luGGLYjvK2SKvvUyTV/zzE2p5HRg47N8etDUBooHigTtvSe/XItRXDq/OLVEf7wemn9AtS
JXvSVLeyam55wDvw1TDyuPr+mFHopaiL4uKkTvyjGGT81VP62dckJHcgRNL3pNhzd791jHikVZNn
BYReB9nexELH7ZFzsgpLfSi0uaj9yHN60weSpX9//SDd+oCrAhzOIC797muEtN127qIWLMaPgVJr
pFN9Qi8iIj9uE/OEJlDyKBt1CulOdzul9hrArwL8ilWmvoTkTsdnVa7+645M6jxGlJN4yEDJfN9o
yk8hc+83VlwJNfAwtjujzBt75sV6V1+zTSJ99NYReJ9rY+6Xej9/9xY9C19/pTeXgQsNj4SUZpOD
E/6hNyaGgL9fKQ9KA1+ZIe5OJnMrNCHAsDIpgX6YG610vqbK3BIbszHRx/EOoSFaSdi126Gd5rYW
Kradar5VDrbuJ23flj4uO2keFviN/fM4GsEq5FsB+FJ+clCubmrVES3Bj5yxqYpnwxK4CLuDHYA6
rf79tsbaBAsEYjKuINejAzUyWyPrEZochqL63FcuXauygh2Yz/b/kBmsHxFBy3VQsQHwjgz3jSGn
EeeiM/GhdoT1lGR1FDpydHbKtlvtoLUpSKihKcHJv0oNsAEpFbtDVc3qzAHuyawPvwtRV99btanf
yEyLjlreNZD48VA7QKEcz7pRDpqPl52xs39vxB92FG69IM9QofC8l8dy7traVTSSZN1O4i9DO2uB
NVXtJc/j+fD6UXl9KYBSL5eqsDkeFw+YVDJHaVANQxMiWlU8KgaF8+tL3Qjl8AZQMqQP4634m5dL
dQZmwN2akCdCA7PkwE+QSZaePdmLU4My+t2c7GEntpEA5BJwQfYrBRw3+Ms1pZ42fVa2tNJlhANb
FFsfqRvVPU3gbRxlGTYjDaA1L78u2YwkdqzFo5c4ju58SOPUeOgmpQwjpbTfpF23JyRwaz0daUMo
wWxaOrIvH0sXTWUsGm2fNKk1v6u16EGfEvGoG6MNfgnjnNc/3a3XCOMToAZD2bUH/HK90pZe3zXw
VLtodD4MiiYee1VrdlbZ7kVMojCeYCRpkNFcl1GpSS1vI4pwmUj9f6CZGx3FkMgHQxU7QnHbO5eV
KEBX9jbVzXUdIEzmWXMCfA5KSf1j8XBNCpxetU5uJBkKoFt6tixmr6mLYeTOMbj1LllzpX5Q8eBL
8fJdguOAbWwAqquwVTp3UmpvUlnvIUlv7ZC/VtGvvpgZJUkx6yU70urVt7E+i2OdzPPR1oZvCsDn
0+sb5NZy+Cuu5gVkhBsEZDaQmMOSR+p4rvugnBQn8zGwiO9Te+hOHf/Pjn7ZrS/IXJSMVwNutplg
252hRROsxEurNdK3EweIDRoKSP3J6IMCdpum5Jh9w9jd24tjfyz/XmZN9JzARbF/1qJ/U9+B5x8o
qIrLlM092BCHDMrvcQPXgpH5yMe6ERpRVAWJYkTDRchBeQNqHyMrzCC/kM/Z/yGxKlrflUVWIFQV
jTv7e8ssgJTLMJUTS0q5WhC83GSuLqyJYQMEP7Ag72NRiePUjtFHNIzGN3hGL3dAvDCxzrEUaQpX
9dFsNoJ47NyHvHKSnYP9Z09fvzEAPfwiimKi8dXPsVTQUGk/wraF0F/6g11EbZAJw7xMxeS2/pBY
ZRpifljMR2Wq6ip0JQqgfqoZuRsAazIL341a2w0A8+I8HWt9kr7NsrZzgn7M8CNzigXsVZq4dPhl
3+rqziOsp/L6CbiTyUEICcBG1wPwd6bcuEmVenZx8aj9DiZNpOOAwhCcULd90CPUfbwcobi5nko0
WNs9Ldsb58vCYBN9/hUgu6lIMOH18EvXy4s7tsrTpI79UbNy69RWsxfQE9qTe7yR3HKYDdQXKUzo
pF9HSA6XUsYxBi9N5qnnGZ++oLGML6b0qiaw5mXBJqmuQCBA1h4fm8YqPsODkv/61kHocspWkR4U
MDb3alXa+MQzzTzjJPu1ac3iLfR3ex27Wndt3RZPxtKCAlOXfMVjWefXg9omYWE+tVKEoeSuGvHX
wxUezMYqRNpnT4ELUoEbe2J2ND4wepDHQsfilObpHvn6T/R4sdMQzF4BtFxQDlRE66omk663uJma
eWfPRHbwjaHbkFS6SZji3rSk9xm5aReRp3xIfbt1m7fjUKu2j2t9loQCWa8nenmqchd5M5PDJRLx
h5LN+6ja6KIuZrfckz3oe/XHZn/yoxElQGyZzi6iW2u4/ut40KiWMq8U9zw2yZcMg7mT6cTi2EH1
D/rObHay1hvLkRfbEE4Bv285PZgCdtFqmHpGrVG+j5yuC5gQ4/89x8p3t2k//utGgIwKOIGm2irc
eb0RXCdWRxP/13NllAYDLRENb4xR/6rkkfm2QLTyDiRov3OlbrIhHDnwncXzlc6tSc/y5SuVRd2M
1EbeGbDRfHbNxg3MGXXBaULc8PXn26QkLEWbDpYdw0SARlfBbRwqGUedZMvZ6PiFLupy8Z0JBuTn
6+tsPxtUBWhCKxmEF3qtCDdanCZ6Vc65mXI3zMxcOTsD8J5oSdNjXzfazjbZBG30qfhsCCoxU6ad
erUre31ym0Lv3LM1xO07T1T9XQOg4i626uqiSW/0FaeqHl2J1vlsFHvt8238QKaDYgctOvraG3BL
Y+aeuvSacy4MNXpC2iH/xthyYFWrtJ4RNuRS9pwmDl9/y9uNw7LIcXFZkCBtkvWh7VGNh2NxThxl
OQnwxQHyot4RLfFsZ+Pc+KAQNEnCaB4x+rjeOHERozpojArHXv0EQFs/T6nqHLHjLsOxlvnn15/s
xnKr+QdyPcDFOflXaQRqhUW16qKfM7udCh+6V/dtckX6KKsCIf5p/mc8FOgImHN8RMb660T35Rmc
Owh0dAK8szuV7gelqVU/Q/PxK7Bzpjta+/v157uxYVbBybX0J6yxb14uN+D3R62qeedoregmuLaP
sxi0J0NxGr/1tOG8qMZwfH3RTSa9PiNCBUx6Vrb2daoIDQV4ytJ6574wvfgU43RW+16xwj4WUEbi
jIij8mzlpfZfVbT9nlPxNvawPPCMVdVtDUNX3xQt1mGybUJ5y0MfZ9cQdxEPudO1urUKfx15Vu5x
DuO6s/66n9zMMIaod71z0zbmlwYN0UuVxv/cd7TYLAx8LEAtcPuv26lF3MnYUyDPOmlJG17p9MNQ
i71s+sb5frHK1RtzW9OM6fMjqjZ73aHxanDDkaH6dB32rvUbrw2cMHuSO4Gvcx2w44ptb8Yo6jr9
0oTaMOtnY3CjnYB1cxU+DVBvnf73NfdLJrU3KWT0zGeL5axJAVY+Xv7Zt5CPw7TKYY4DsYIL4eUW
0GJNK5oWsUcjKz8vfZSfilZLg8axp52sleYvf+tlDkeevmIy0L4jLl5DBvSimXSZYpncTa7z5FRN
/HVEv+JJW9Qk8wdDIDGUlqkp/akqEFkDF6Lnn8vRglIfjYMNEjJJwPWaU3qHoAeOCyZNyadEybPf
Qo/hgHCkgfuuTDLxkNqoh4VJNqg/1CqxBx+qhv7e6R1AoiVtPZwls9F8SNwin/3CpP/sC1JaTJwV
/D0cULdp4PXpqB9zrW/0jyTlhepbaPCMB+THHRLNvFCzsGpwCQwwfmXWNTuV/dZeRKlS8yhOflAm
k5vNGzT3p+kKtYa9EHPfiFaab915oDbq4sVb/GRqlvmRJNe6t7oWxchRuup/lfSy30liOO+g+MZR
OCnozfs2zie/zDYv3+c5knOnkuj/hEZSVIWT7YC/VAdFGMGI68uXTCmr524cCi+YLKtww3ysowkH
TCf5KFyYNWEP/e5gRO403EWDtB9whC/Hd/biGh9qy5MU4l1kfM16iBj0640VuJMI5TANhox9GzFG
5Si0tHlTyKlLg0ko4jlFtSq9K9H+kr7Taa13xBw7KQPXUxpApCmKD5BgJJpjg241T5icaU0YyV6v
AzMvGvO8dCg7IeqUfakQh2+wYUzguSjpMjS+1fWu7dsiGZUQWpkzBFnFf76rWPUTysWKCJsIxnBo
k7upfClboQ3Rcws/zi1AKAZGs3HvFI5sHxS9mLt3XWyov8pq0YxANEgv+GPTLM1bPRLilNkVFhsx
jSvFB/DS/qj52GMwLSLKgqYrIY6YrqzeLY6cHN/KvKa9U3S9+Y0cQZ6cW5bke+gwanwrdTPvrZ3V
uvo0jjb9GaqT7g0BFx0F4HA1kCwnd/7DISURMKXGInsfQS6tdgQrtqdwHfWvTETC8lYWI3IBRpko
KZ+53a1vYxz1n7laxvD1+3OzCuRDkFcYLJE/b+E6dbIoTMKxTMMeSDxmqEg9O6nl7aSyN1chgJHO
MecB4f8yehWjUCJHscVlJP4Cl2mHC5Ce/O4fn4UYSX+BgTtoIEafV/mOnTaaCicvvcx9PN1rRhcd
LLtsd+rqWxeYy21MqUh+uiH3zFxeEnMXxGGGKQ0hRS2M74csbKNpz2no1lK0DejXrEpvTMlfvjac
DZEfTXMk4RcFEyUKNrAlqThRPHY7VPcbS5GZwgGnwXVjvKHqXTVZWaOco6w3gqxpi2Pd2PEbox+9
PcDR+rWv7hfISlgGcCVjeHp9v/SWjZkcSHCMMczhYM+qOFiVlf+nFHH+ZsIMsd1J9Dfbj5SJljXf
ihUZTF1lpjl8Yb0ay+i8OJ0MC2wqwobAtNe2vLnMOhpaZfy3Cl49EOscz1jSNBLQMG8GL/BaLNxd
FEJ8e9LNH9bYijt7LoywsOPqfmzm7xzOPIwXu7yban0I+rYad47Fjbyc5jUydZQcIBGus0cGS/jY
LLF77uwa/4LYS4D3N+qhd9zq2Zxt60QauwewubGfWBRg+Oqdu6XHRoTwJQeNfR5oNYcRAiLHcYnB
BgyKsxMot9uJTvY6DaGXviqYr5/lr+x4Xly0Ba1aP2txnA9+Esso/dyq8KenMunS/6op2hOG2D4d
24nRPAMDZq40+F4uGZcQcmU3audUTm7YIp55iHRA71nZ7AVoUO3Xx4VFqKj4tz7kBkRSo+k8uw2D
pcwc3eaAbbR91NU4soM+QbnBn2Xt/BYljuxHkfeZ66tm4bhHo4rqLEDS3/mkM9OLQzqAaRTKKYZY
CmBIcs9WTuULQ++aMBnwMseOttKfUjj2EnPlijQPjWBTHJVust56La7Dp7yc++cc3PYvLRPFZ8ub
Y/3k0aL3zmqMpcAbg5BlBgUTaS5UT+o/7b61uiM2GtNXB4XA+a5GGsg5RLQDv5U4AKWQl/NuOfZG
nh8XbRoZCbaV5ZxX6nh91LxsdkN7RBHkXhk6UpUYxR0ztMw89QJVmQbUKrCCiQ5JJcELa6SIzwXM
4QqrjKLJfB0GgRWmrtLrfmt67Yeug/VMquGCaUDhz9GCKhroMKANbzhIgI9t4iuyryJf8exZ9808
Fto3WVR2BRK+y2GrCCP7bqVtGgVkAeJHzEjMPJap531VahciixeX+X2neVF7asl0qiA37S45DpDu
v4tCi/LjYMn+vSbqIcP8IK2kX8JMy/3KGIw307JMy71Re0n84AnFHYMIUNdXa0ptktnEQYO68MRy
n6jzlIcumi59MKotBubmEFU/e0xp8fSr0AkMtTQSCmRto37jerkYA1RmZtPPZGz8WvKieBZ9b9xj
sFJNBz2PZec7ThY3d5no1DucN9XeH7wCIMhUKj91G/1DV2ut53nylDsx6vn3oe2ar22JRQMEiPcI
6FRDlJp3eWR4H2ZhzNmhi6shPazREPqyXWSlnyzZ+IuP3jxkxrBob1H6t+2Dq49D/g4LLJxMRyiQ
bdjoyvxxTCWUoyIfx5OSzalxMKOiR5yhTr0ntJ6UBhL6lDJIsZf+ULh6lpzLwYiqgJSnfs5zmNG+
mbZWf+y8RRV3jh2ZvypZe01I6agAbUvIfMJ8WKCxSmFFx0aN6zLQe3NIw7IbYraAqsh29idNdu8j
uPyrAXhlNG/UmOrB78vOcsJJjQzh4zkI81wuSn9nj/ni3TGfQL1R4gL71CiJyWmwp/dLFXkPXWWq
H+aEAeddHfd56hejnX9iEJfPfE0zbg9N77rxqXOM7hluC+yuGk7j+F+sL5MWFl6jUX6I2WpOSQo7
oEi7VvhL31RJkGhuPYVuPRZ3MtXqNiQI6+97LbGWR0+R3be2sr3vDqYEyj2W8Gp/nyQxNYYSp9X9
lNiJe4j7bALzI41c82FE9E+tMHIIjXDJldOsIKsFyTjyPuG8JqcPaErxKvWMHc75JMg/VaQQ/QcU
QdPu3aKXXRwMOQXuha+ig6tf+i8RcmXWySyX+mNdtc0Svp4Nbq49MtsVUsS8DgzOJht0C+S6oZkx
9W/SQMJ5RJF1MA952kLQXzr7MFb/TKJZlySaADdetbquGWZOxYAQIANY+2Kajn2KV0bdtUlIk6I9
O4uThqOZzTv1+ibrWBcFYriqdjLdu04Sy7r6o0wNM1B20edBF+Y7irs9IbLNjfdnldWjF7wGPb6r
G2/UjBR/4xjehGyKgImoFsDDb94PZrWn+rVmtS/Swz9L0WVdhb+Qebq6zyl3aIajpXzhWhlTfxpq
HE9aAX4RpYXI7zEHAuBU5UdhpPHX/2HT/JlbMRynBXK1dpXSy+sGcFQ4aDlBV/cOTXZTHnKnR1lB
pkIJuAjU59dXvfFyATAypmRmQtPlGr1VFAmiG9MqhVGn7pscp2y/cZTsGRXUva7+raUYlPAB8STi
Y1613+D/9qVcX+6ymCIYZ+S2NaMowwFfin/tWtILRgoVEQRyzu3cyXCjzpQ5Thd6qT2lZL73LeoL
O0n3JvkjOQLTsx46D73Pbc0HMLlc1dsQXYOtFavZeHAtBjJpU5q+Rym/U0tsXyBdZnXVP2CcTkv2
qpaY1AS7+R6afpyxI3pFNe5RX12CGLrzzgu88WxrrczLI7XdSio7Y6RAi8Xkroib4q4RpTi0ed+f
mkqtAxRKdoe3xubk8WwELipoik0wyy/TWiAWlt2nk7iYfZrPYYPAo4JdtZG/K5RsaX/pmiA3Sgx9
YjYrkvltKbF+GpNZ0/x5ztC/sdhcd4OzWjW/fkS2UY4QDmOLs7mqI18HhchMijEx8RNWcrfDzUqL
3nXRMLz/X1YBJs8HZvp2LerjGS3tEOHS+Rz0OlQQ234kYxl/vr7KdgtxMFbw1qoXxvzpKshYPWw3
bg+UHrokwjoxin2EvZOP/SDbHez/raUwSSSQ0tdHu+tqqUhgWiDgT1yiXs8eZplb76JimaTfCzml
O0dj+41Wr1R6PIyZQaFeo0ygwhpePCF3qttCDSYjSY+G1u7xU248EvfPKn3GTYT48FVTZLbFUtHK
z7DVVZ5FVxahVAr9jBDptLMbtithT7rCIpnBIrdw3dkfh8Ya6hLZONOqljdRM//MnRnX9tT4Z7fs
dcdB813vb2ZY1yN6M5uWDp1SgV47TOKxpEMLoU3x9aTew8ZspsrrUjwMzThgyRtQSg+wS0UTmtu1
QqQxHlrnmwft9Jgjtfmlqmz7E488nus0hoGrgEXbqda3bJT1B4BapFfHVBsf35dBZhwdq6pqbqC5
dxp5KsrU9nyjUb364NRRGfkGwzrnXYvl4i+3rzUR9h4jB/w9I3QKcuEibNMntuPHmmL9M7mbH8eA
BdAOAWDrhIHilWd0Fo1KM860S73Y5omuvHKqcPnciWi38lPaIzqTWZTY2NAv3wPyTjNpHR8C+10I
voWWP9qlLfxpAgfiJxGjgKpb9nAZtz4/qFHgJ+vQdEMx7rEMQHMd7XzM0q0DWgtE8qmxTwb1+Kln
NPcJ4eslEFNy0pI976bthUZKh80ILTKwxpsg7hgTxn81eU6jWNUnjNMUP0bP0o8KQwgfCx11p6t5
6x0DaYbgBQaF/t/6Nv5qDWFeqEZKD8lBWlb0eUxiJcA2J/JFPxUPQ50ta9+j3knIt2GDp/z/i5LQ
vVwUhj4hMktJsdArP1mIhN9PzUonb3bl0W9EXHAPYCTXwAuR+GoPAQRuBhd672WUOs0QertPaiT2
LpH1r1wn5KuhxqrYuYpprp/1r7doJANk6YgHYkqmv8fttjh2o1UGCGiZml/Jwj5lyfRV0bq9ucGN
3YpYEWAbbklwspuCqgFO2cxzfGmEPn6Pkb9aWK/VGO7rgHZ9hMO85l1dOs4PYy7V9h4d02wPHXzj
JevQU+iNrw60G4ULbTQa+NNljBG4PQPeTOKjqVR75Mcbq8BHWdFFBCBtk1f2SyXJdOn1Z8gU3HuT
TKzAyWp3b3feXIc2IuJB3moYcLVlgGXI3kbgDsp0quGpm8dPObTAnTNwY8uAesSZiB6/vc5kXm4Z
zRW2PhWKctaHogwY1Hp4e2sLPaNGf3TrTA8ShOXfxsDH/j3joTq0/9BuwGNcX9q6lahjisLxJY0j
9OosJTogz+6GQ7wkO9HlxqukJcthR4EEe9dr7ElsjJNO8MY3F/WCt+3kaP/BkMt2VrkRw+hi8BNZ
6g9D++WrXNImHZQhii+Vi6nkQWti/ZclbA/JH5m37hHWSi3PVUyts1Nb3Qhk/4+SxZwLnNQ1AC0v
x7ZydaAa/US3zEtEG6bzUoeyVJLzP6fE5MEuwQVxWUBEVyFm0ro0B8yGlnyd4nlK/VACVIzTIyZH
+v/wWFwI61AN7Nemny5Ggd555MRIGsYD9ip5Yt/NEFEZK6fltOfSeeslMnShnAKIDPN93UR/Bc+p
tbxWSbv0IhoudweRpnBqIit0U2Vv0HNrP65FKYA9h4z1ukfj6lrv5vpCLVxG8QPtxfmkGNPv17/U
FluNDTxoZjIWkDUMj64eqPo/zs5rOU6lXcNXRFWT4RSYkVCwZTn7hJLtZXLuJl39fvDRr5kpTXnX
OvUSQ9PdX3qDP9izQ9Z2R3XUHQqzHD4gG4X/+jCbh6WQfcSsFyvSQnMOST7byHOu/4yG4Tfs6giI
uqHBw+38elGz3FWFSMjMZ1H3cWX2+o05I6nep+N6ZbdcWlRO9y7IpxMAznamlvuiaFBULatM3npL
sd4spZdfoZZeXFXIyEDImGUh4XLyRjQUmYBCI7gTnW5EWWu4x3art8CFCx8qoapoRlUsbFGiCYZV
1R/6xPpnBtO+qlBCQNyj3XaGh8zXdapS0eXwadv2mNMAAXXZzgHIl+rKql46FdTx3J2Q4kFfn5z3
DCvsTo0Dpu5LimeYWt1gWJbhxzpeRThcfBRUb3Bz1FZn2UvvmpllQzS/g3lfHAyk0SJzySFD5+Y/
Y1eRWAFpyeGgeQBB5aR/siuMmX6l1xDt1fAR4Iz7BXUSFBN8J3OuFKf7Cp0kZTucgscxQ0dM4yTC
apxu12rQddEqOR2FECrYdh62MRTajWg67+fb5/7CMvI8HvcXiHZ27IWmitQQCOeobqszFIgN+WBS
jj2B2Uqu7I5zqSbahjuMlOYhqQrYlNfnm/t/Xv0Ed5ZGydIOGJHXsZlMif9nBY6g//KBXKtgWnUM
VQjM+S2wxVULNnvUtMMuWP80l4X3xdga+481tzM9Ahf5Ckodbbh5e13OU1SHBJUjY4Kfwf325Kf6
vcXecvF4r8FioXTrzYnF5CUf5qDbJUwDmeeGG9r+tgy3nZNm4rOej9Y1JaXza4qfQUjDLQjEPfvi
9Yo1uShtDYeCeDD9NSQvqZ6sRnZXPsz5ptufArhh1wkjbdo3yf8EM1mW7sgQUovXLofTb2t+9ryk
tLnCdm0H48jQqPv09vpeeCQ4KNcGlQqYmfbI60emKNvRpJZJbJbwWaJB65ybsZ5W/+AyAP6IQa/7
+e0nnu90wCIIGnDnE2CozV8/cdQTlUKXSeJBqaferKeDhJMO26y85rv5t9fx+hCDtTVIk+nNwVcS
e0P2f9bTLvukzFepxfPiaI9W5lcuJq6AvsK8W5afbLiNabhRwHixuqZe47LQ859z7xZNpDXd8MLg
2UQ2yuz9/xKHoUhgaY7+aJfM6wG9LDNgyr7Qw00X6IVptSbG4zBpjX23Gl2KXPmIlcB/+sglFRop
Vr2BSLrUZ0S/DM/Am2DpGIhAdjeyNDrUEsfUQUKVuToIodVsDtPUT8DhUBj56cwT8R9lK+vTpG8a
0rKd3zxphWbGvl7LLXCkZvnPzAzEPbBcXY8AiDrto7Fsi/wAQB+nLU8V9RYlegUUcLL67YMFfV0L
vcYvEYqsG224zcuG4azX9DjaasZgARyGL3DjI4ZdfchnzUQbs0VVPBo8f7FDBt+uDHNlCAWvEyec
XsihZuTuug99VonPanTER5wynSHQMm16zKu+Q3ocpWYn3BYU8tva9z6aZuakQQWW4p1ZdNkXDwsS
L2g3JikRFji9dczAOUkE5Iplixq0CXvEVyexRNA20iGUrMsUbCkww6BvksyLEJ/xuI/qpFIRGKtC
RUpbBKIStF/soESDk6awkWoC+8yu+a4tBWBD+oTFl7c3+3l1AZuFThB6aLsM2+nAawIS7zWghmIB
ff0gNSP/VjFyOIp6ok2y2MuRmXsVvf3QC9nOzqFh15OoknE4J/s+kxpza3tw4pWUmdBv9RbJm9Wu
dpD2Ezq9DnKg/1WDCYo3aCuPT2Jkw1rdewXIhCtLcH7eX/+Y/Wr9n0NIbOXjaK6NVnmdRg1A+0Pr
9Jhui6tY8QurvTsXk7TS/4eVtV92//Mo16k5WADBYp2bM8zRdL1TdpvV8DI2/7hxUB6lScr89nJf
eEEafju1zSeunqWwlUQASNWTGU9cmzeJI/qI6U0bTvO18emFJ1FPmbs51s5OP+1p5tJh9FaAi8Io
oIp6aRfPUmTivld29u3tlzqLC39LRbGr4RL3iA+vl7KatbybjNSPO0N73ljWO30eP/ljTmG8mem1
oHDpcZg8sBnYsniPngQFvbFamqnwGguAV4ctkxaqdpoe+kVihla9XSOWnK0kr0c58FcCjrr/tHMJ
/CWzE7H5sZ649edkkgmUVQ3yTtds2nClW3OWw+wPo9HmQGVhtnIa1oG+p3ZFrRzbZZ4nt41BMzis
GqM+9PA3VbitPSDyCchJyi2ZVe9HtTVXKqBLC0y+h4cOXJ4dhvr6eyKjY6UQdtzYG/X1MV0tt7qZ
Rt3oD/ivNtgDGMuVzOKcCc9rk85gnUeyDtn8JLWwuL3rsu38OCs9Z7zt9bHaIhPY8BJtwnWnCBke
79DouW2AglKNGelySn6PzWzE0lWtfZ95Zfq5Q3Z6DOxuLMegnCv5z5IL/My/CnPU3UyDT8GGmrcR
fjQoTr0LPd9gFPGfi2XG4e3zdGnDMRRgKAQMeFd0er3+vtGbDD1LmEwIfv7oaojKbrLSnE/n7Jqt
7n6jvkp7eCMXXiiIVHQ/zw5Ti5FcskE+ieWULQdyYnWfd7lxJcpceiM61gg+c9lCDT35vGR3dZ2s
Hru6mMuwBOB1U7cwvxO/vcaZuXSAoNZT/AHiIJKexDNnHqERMIeNR73BDtS1J/NbR9z+gMxQ8rVy
uywDw5cOpK7JYgLiK9qrNNhLBwicKBN8Wgj0gE5vKJCaoD9XL4bevu1EF6d3g6pDRyKgsaCJGJrN
tfe+8CGBcXNqKQmsfYz1etOsTOpIzQ0npqTxIixt+luTSXb89tb82y0+2S9UWPtkDvg247KT5bUG
3cO7GgRzuhZpN0btNs7Dgfyi+FhLv5eHgrG0F+ljP0rwkA59KYCk1fBEW24F9Z3b0P6B9Wj2jwG0
35NKQPcEtAzSNBT6Jtd3fjM72bvEzdpvsrWldo+UvyzD1XfT35Nl1bs0a7Md6SH7YyhsMK8WTjV6
iDcLdjzNiNIDrjdt8kU2bvHbU2X5EX6n6eFQY6/erWEBfgvnoZ9+CHcdRbBY8/xrllZ7Tdfuwqbf
u/owOsiswMScbvp58txyBo3resNwo4t0PDaQt46tLK+pN58lM/B/MI4jymPETWA8eVRTrdngaNBL
V3LtcOBUB6OVFRGqxduNbdSUTGJNrlxTf9uLJ3uBxiNWdWSrCEefbrm2Q1DP1iWXtpy1I3V5QzlA
G/tji/nzXU4qmWJaPW2Py9Tb77exrB+1utTeS6csYgf9ti2Q6EH+8OkxZ7dvb9QLx8Fm1QFX0Wzi
153sUwKXvRUdvQADi4ZfiWZvH9Z06Y9vP+XiulNOGPCIKYhPk+fdI0zmPWxQDZ/KuID/24ZJlVnD
g5v0pkIJfWx/9UXJlOztB1+45UhF9gBBQbDrGb4+7YNRoVpRTEk8ZVMZTL70o23xk3B1iuYwF624
k+jvHaSeLs+wz6Z/z1KYlwOY3Tc4glgn+w2y2VoyLvZJLm0Vd3gXhVpR1bfVoDpgiXr1MPi1Ooxq
No5dZRtX5jCX3p4ZjL2LVoGlOaXHrsiiVtigkgHivvWFhpv53jZbwdK7OmzqsYl6JNYCCsg5XFxR
X3n7854Yx41xHZPIXb6HVXi9+rzv6iVNlcQWCGSSwWVsngqvKvRIqs14WjZDa6gQh/6/YpszNl7p
fu/tzLovCjnrTAI2c7mV+AT/SBKLJKWx8vRpWWDgXtkml64gDBBQZUQtjZNw8p3WoYS6iSxb3ORD
/2MxChf5m2KlDp/NdL4S5C8cOTTv8MsBU7LXsCdHzk2XRRtSygBj7tLQdqX9x1mE+v72zr8QW6mf
9qEp1Ghi3cnaN5leCU1rCUDl5tzCttQ/oxkrj+gJaiKUfXEF+XfprRBGIw0jMd2lY15/69KUQzcP
mR/PZZPcjEzHioNbq6G+efu9zpWW6IcjF8jIgdhKB+AkgG/GaptJQeLS6BIoSKWvjkcPQpk/AIpq
7Uc/Waefo2HR8SUQyBejyi1gSb7V1we3ybu7wu3yf7ZVOflRxuu3h6ziQt/oPRggw3pkAJp8MGDB
HXpkRa+dqn2uchJO4O7vY9xdk4Hk4vWzerPBTq4TXrxYibqZs1wEGNGhyNT63W3NbROWxmhi42fl
0G0WmlSqqcorm/jCieFiAzQHQYsZhXmyvfCI20pszMjwCbePFs6l0Ty0yV21Vdcg6pceBf6GVuMO
pDxL8xu1Datds7NaS6Z/RjmpA/xb+cV12k9v760Le5iNu0sXwlnnxj7Zwwg8IdJVzeTEaFIe6iRt
n7HNdq+M+y+czB0FSOMdC5Lz9vDm2c1qD2S9EJe3LyKTxe0MCPEpZ6lTbPGUc2UOsv/skw1DNbEP
eoCHMjA7uXBkUUsEdRoPYYkJupE79/kPbASK5Vum174bWK2fvWxDpZ6XShGiJr+iJ/n20p73z8jv
uR92bSnSYmD/r3etXozu2DezG8+ZOf9I7S65GWDcjVjsmU0RJJQAGZIbZrMxkBiGe6sxt7vVA79z
5fzsU6bT1dhbS8RjxgKAnl7/kHVL0BzCdTH2M9qfqfLMQLfn8lDo2RrVXSU/rGrTQntM2ivh+Fzy
lDUgUdvHROSBdIBePxqDjMrF7smJPbdDuRuFI+volzkIoS4dWuNdm1jdEJhan9+2vpl8yqSbfCp8
d3uHKHFy7QhfSMoAYDGj2C8RMLAnuz2hxMpw4bFjo8aMKUPUqQ9miaiVA7zxCAWnO3j1sL28vREu
nDHowS74NnT7qS9PMjIu9MVE79SJa+X8gAzf3LuMqa90Zi5cGQhOQBpA2hIc3Wk8p6ysRD3yahJz
lrtaIOccNKtafwLCdq5pY118mAfanYtjn4Wf3MdJke600ZV+dFG3ceOPJiKAcIP8cbb+PVunA43I
EHTdfd5z8skGUTtJ5Sx2TBfHCe26k8dV2OWVE3Jxn5K0QtAhLAK6PPlGi6jNOVkLO96spS8PnmjQ
pl3RzXhOer2QYb/pxYPK26IMoTlk71SH9UqAZSs0v0bU8zXVo0srvHs97K0Cwczy5LV9tx3Hai3Z
qUab3U80ltpgzqa0jMTkWepKaLu0QxlTYyUAdum8tUiv0lo2b3RijfEe1qJJt5Pbqisl0cV3AlL6
V1WWUHryThbQuQnrWyeGIQxwyLTnsLT69ain7j9bfXPtgAIknkFOQlvo5HMqEh67a3iUZzKRqQDq
xX6x+FGSDvqVa/7S2rE1uUF3fhfDmdc3XJYP2tZBEImFqyGFyvMOQ79cwyFfCCaQj2gxAn0GT3MG
kvVplXh+u4+A8tr/LeGHJmGySYn8iLOikagjqP6bHMk5+Li0VzBQ26aMTGumqfX2dXYezPklwCa4
PukMng2xx5SJuZfrduwuffs4leXUcYk66QTz0a0fjBVNtCv789IjaSrp+0nY+0snO8cZVzdPyZFj
hPrTW7EkxRAy91yOKbjWu8VU17q551uV9oAOwQMV6b1JcxIxaaJPtenlbqzpaoqKekiP9JPsQzOY
7pV3u/goGhLAa3wPb7aTR5mLMKu5tJ0Ys9362NYCIHIirGM/FuJKwbIv0+s8gLdi5kPmDm0PVNjr
rUoGxqAZlHBsdoN7wH5xOq5yetHzxTqUhUtLNEPls7b69k6shXFNUeLSHgZTDp8BoDDT+9M8RBSm
li0misQLcDswEOnwERiofi+mBIJbr883mzm0KiiBE+aB2WTzu61prmEVLi04dx3dMCAr52Uibhpd
YVupG4tRr49GD9fTMtfqVjeY1799VC70weCE0eHbGyJsqL/Djf8ZJW4t2kz5Qus1G2GVhyPj/19V
ka0ULZ72qQLBcIO7jv9xGJAAXZYGDrdCQP5hqwSudR4ayiqfimdXlcuft38a/vHnu2G3IOY47RMs
6ubXu8EqPF4dOHWMfqc/vZB+ddaH2a50LTQ1E6Ega3MkYMgEP6IHlAJg5o+rtq5B0imoKEsGKwV7
SrsX43NeLl7hfOg6rRm7B7u07PKJjH/MD33Nnw+mYWnzYHLL/o/eLl7739o4Mj32em3mD1I0hfHQ
+0x3P9k5FUGgYCt7d6iBpMCFVtFu37PKH5vQGa28RNoQodoDHbC0eAH008/RZK7KvNFcs9Zvpaej
jeJ3iWOF2TCr5I8LdrQGcbDkyxQyyU6Lx3GahzQoksleIqzObcKR1aqXysmK8ihnx5dRVlujHqaa
na1h46laRuS3zCRwislWPAKMica95o8VQghFf6fWfE6CfGs8rHecpIH+tpjGk5e3TFCGscdnuixX
HStrE7H2IOt6zQNptEw/BxsR2DA3MpVFosdQO0CyIHtyDYTz70rkcpLbFBs74wA0e1yxFfLn8Uup
zNpwIpfmuPuyzYOeHhtrdJNDh1TieoDQjTN9AIVtq74Cz/B2e4Fcb+7nwl7b41BREvxEF2wR4bhY
DooDi2G1h7xRpRUgLTwPH0TVaVVYbdv6Y+jtxoqSMqk+yrWrtJ+QUdt3aVuaIlKt29hzPGLP3iFD
4KTCeqzWXomwt8zlYRp0wkM/Sfunqww7edKdkW533XT9V9vppzIyWhvwGNJsoLDqTjMEJm+JsURG
14gJFGdifGk7J/tPN5VPxmUsy0PdG/5843Rsn2e7TeoXRhyoF9KtL7NgEpn+bU0MbXxfynXBQ1CH
evrAnMd8hzvSNofmZhW/le2k3Zcsrar1hn7z/CC9rq2fNkJChrq+bRRBAW9/DBDCWe7qWpuS47y1
0xeXaO9jJqnNz3pi2/dClNoXf+W/0NrWlRicu3Wo1iz53lLW2YEYknKKZrluWhH4euP6u4d8toW+
qtqXmlluGloY/z4NNDmme6cWMg3EyjsGZq1MjB3NHjxpxv3y2Z0b+SJHTxmRXxdMLgR4HXVfJkNt
3iC1ZqrbHNvY/1AbRlqggQH7s/ZV2SPGZg9m0FGOHjfp5C+5LeWP2oWcFTii8ko2+ux/zsdM6My9
Sl0F6aSWD1qnkQsWRZePAb5WWx2oHseRo5W1mX/UmMdEvkYZHi1Jwow1m1ydGg/xtlhCvF1vS7PG
S0NIK38soDH9lrOHOpmud8tnJBucLELN23tyEq1u0BgbFsTZFj2prdBE9sw+Ml1PS4AnXYYWdad0
8dVEJ4BQWe3CPAOSfokWDo5018icnB3Yl9kgrZpuxyMOlkt9PY+Zn0Spmm0yP4UN87NrdbV7T79N
fq4lc74Xby13i6dRJdmjPhS68wX8cHlLslqDSmqzUeYYMS2zvF9KRETeu0aeD4+F3bltmObSv2dS
LotDqvnrY+eL5Sdq4fTAMJ0vprDQe+tDl5Uo5G+u3/lchem2cZNW1i+dEUgZJqr3lzvTG63phkHk
+LDQCHCCCnhoGrQgqxGsmFwhn/JiAUmZTD0w/83QsyAx9b86LEXzdYaA0B5nS22Yd6f05p5UN1bv
tDYBKjAlXTkdFB2llE1Xr/Yhs/L2uWsb/RPCv6wYVpn9x7Ev2/mLnqmkOqRcL+83JQs3qltN/HA6
r0cjtIDfb46j0JHXbaUKFG2pNbBLb3MDT0r3yV2s3IoJdq560LstSz/Y8yq/bYPG+TBThMwHh719
zIgHgEWH0guFs/RF6BvoLIUO6hVO1NgcpK+mqMr1mJrA2e7Rk8txJ0qXvP2aaaPUbyy9GD5mam1c
RNKpHd8R7FcVAuGd3ndJmy4hmMB5fuxWFyjaaNSujMx82EqUL5DiRjhvHevA6kVWhW5bTf2xKg0n
PXYN6TQhbrdHNrHu/UBCordHuwayG+bpBPprKg37l7IWqQeNMipsTajiAhp5bN4VyajAXav2eQH5
8lPXVP6f6w7mU1XjqBbYc1P8RgJk/i3wbS2ibkpHN5jXfBPRjCzHRzrlBchURBxVoLH/vhKQxzry
Vbt+9/U++Tg5y3jfgtb/s3jIbQfcX+rzRN3NPdEsOKYD6e+/zrh1wQSrtG04VrXefHbNsfveJXr+
kV4ysp55WXWHfpbYw5n55P2wS3rGsLaavIxwg27/OB5zgbtEZFMb6wpVwWieMvG+9bSyj5t1zt9t
ypsdRP4c9MnRH3OyEJ3p7HNFR9GlKGFXh4Vw6y5G7VAWEXNvZ32QrWN/zYAEJUHdKFeggtgtf2aP
iY1TIowTeoUrHweEy63AHmxxU1eOnT5YVdOVgSkBRH01MUSIkmnkPts9w2kFS4mLXwI88EPNvIUp
p0yXLdSaIv+1dclmHSgqcvhg0hp/TGmrd1+Xxau/MFucNYQQ28Ugjcm4abHA1NxYrV0We0gFtNwb
pv9jntbul2UryzpwFdXi+zotvX1MhkQfjiRzwjrIvmveGW49fDc3rybIz4Z8VNpgfKOfILfQNke1
BOZE/RK0Bn/vBmH73In6cQH2Eshq67w7t9iUGfJmE0anQ4WMj0R+zwqA9zcfZjw0bVrfdaXCZBRJ
TCrpfnMo9rDec+fkk9cUDPO8tR+HJ1JIg/hS5buojF/4LZ5RGsbg7oRYZKuQqo4GIArUjq6zmneI
RXpF5HpIBBwwPV3EjTEhOD7q0rUjrS2m7KEy3O15mNreutl1VdIA2NPyZajAU4ZKGghHZp5f4iVe
9hTc5QA0FygSbq035Asd5mJqW29t6RJ+0d7cPss04y3pBK7PdZvPemjhUY0mzy6RnYVoHGzO70aO
/fD17bT3vBUK1mTvj6F+DyvdOEl6p4nTYGWlHtdubcWlVqg5kqIcRGCulEBIUyTp/WiOxUOhXL2/
UoBdKD12eSrIUzTDYf+c1LE2UMKKiKbHfuXvSVqaP9kt9hydU9T/3GzZwYv0erHNYxp2WutxIdeV
JrmLE8SAIjSTktBNkvF2lV1zeHtNzzsglFHwG3wooHSXTyvY1hR4ocy9HTejaR8SnTIWgYH0w9tP
udADoHeNYS0qcqhfnE52W1kroZA/jMEQa1sgbNV9WbiTPprJPBydRKS/3n7ghY+FvDkiG8xFEOc+
rVYnC8G6ufIBZJJXHvRJGg9z464htirXmFIXdiWPAqSDFAtzrlO4xDLN62rAN+DqafX+sDm5d0i6
NWluZaKNN84EZQwH5LkhNnZ6Jv+5o7OPJ/YdSWdg91p8XQnW5YiWdNsCCJWpdXRFntwbFdhay8er
HhLneqWnS/l7ofaE2bd7E+1Dp9P+XE2av02eYcSWnWkv3eIkSQCnqUEEdxvMKhwGhaWobKZpClE+
FVtQjuP40KNBDS6rmef6sKaWbOPFh/HI7y68F/waxiFA09csAisVUx8NgphKqDBbGdRoF7ysSIfk
IeiT1o4qt0xhaVmG/Gqlk7Z8nZveKMPOauxvkygtLiotLwE2b51zP7ao+wYCCZkCWnGtI+E1yI68
aUqSnGKgy7VDafgyueOvJNt9Z+03PZm9PkTYZ+mIjnnoNL9PwJ2sz2PvevlBm+rOu1n6KnsaOrFa
PwbdXMyAO9XWbkko9XSXh7N3LRcCXBpVnY96l/BzI7lppQbPramb4c73x7YcQtQO0SYoal0tt0At
jCas82bxAqOvNScUQiYqsnITDR6vEJp+Qxt5KSPM6m3nmPuL3kQkQY36UkxO3972i0vKbeD6Wbzv
vFQr7mAz9MVn16bEDzwbu8N7w1/7XQ3C6vIwg/uKPqgJ/eOzRQn/flvA2IeFI00VIp+3Ib1jloB+
nRF8Az2fVTwttTdVj8C57Y94KBdtmPmy3A7w/1Hk0v20hcPqTAWgcoYD1m03tdvLsmz6l2SuB0Jx
3XXpg6a7YxMw3yL2WHVbj0Gf1/lwA46vf1L+Dt3KN9gB5EnGsv/DxRwOhqutU+jS7M6CNdE2jylg
2mkHOQ25DF1rQnRlUnYxhk3njx8006uJDMQxedRkzxqEZbuan5rOqVQa1L4zS6RaVNW/q5O8H/4U
29B8dUTuUD7Y1urd57qXPji1g5AMtVSpQpA7yV0/lF1+8BvNM4+jqNrxoZ6NEYs6zaFwsTS9/uI3
qDhC4zBszgEggK/TjHJ31yEkcDOuenFfcdGuWF3aA8JzuZ1MN0i76IjEOV71TSF8iXLENllZgLyM
+VHZnf+dMqf4uPi9cZ8yiNRCjJHq6qHzQMkGQ9tgcLVbGD9W1qpISsvNLW7RyBuTcCwZFBxlVZA4
1ICR20i3G4XkrSgFUo294b0rs4KDU8GxQ4u7T5sudKa6fbGsTeP/6Sv/l5XW2cy52TrrQLKFdGGa
ptBTpJnpW2hAhLERM2qnZyUaq3wQFfofISi25KtV11uNL5CXfyNHdKvQwbX8k09b/M+09WI7oJey
fCq3pVM3mr4IeUg0c/+bBYpgx3KYnOd0kztjQ7iSRlBjN+9wsO9bBp+2+ZsSYNMe0UxUH+dG7cS1
xtfEofLyvoTGs7ruTeKpnHbPrjR9bMFq/KdVTrfCcAEoGExmbdaBW9nrs4PgYRMihOQaeK1uqo79
rhlu8rH2/RB9v60NxeqnIiSFr5v7JQeoFs6+yPlYSo5DuPnKbIMMa69DjvKQj7Sh0+OuNlYm1R0U
ST6qZh/NOVNMN/RkuVfGpIqQwQMa44bsGGm7rZzRZRw8Rpy+MX4q0BE1ImAFjhPqNtUXkyeEWLel
6r9hwm0ZN3afLlFSTJ0V9ExxslCmo4jLwVymQz0MmgrLFXRTvBgpeu36lBRP1NzOj9pQ2XAlRJzn
FOjPoP1HpxooF1HidUiq9FmIiRZfjG6sHTAKHiNjSv1r/dn9z7zuiPOY3WINtBYogdM+v+42FCV9
YcUgYxH5nO1xfO83uDlynufmP7SAmvfr2Ng3ZabpOgzRosOUo5HGnTaaxfe3E47zLADwLPK4Aidq
UtPTd/a2si5ceiCxz5jswU+oT1E/V3f0/dwPtPiKcKt8FXhWXd68/eTz3Gp/svsXcQJC6HQyJ6t+
NNxxNGOsh70Pi1p0aoy1PlrKa97NenLNW/Lim+IfwxjLRvP4NLWyMm/u5q434z3VC1pfYsbWm/mx
StofiV873yiRanqVwz9rdTP3YAJCOoewHtC3kwRcQwd+WuGqxyhqbGFd2CpajNKjqyXWKwn4eYrD
o2hfuQ6ANFyeTyoNWhtlUdipGfdmskVVPaaPksvsfTrqBaKIjDwnx3WuZHIXjg1I0j1bpa8PZH9f
+P+ZN0zOOrZqK0Qsrb6PfZX8sleRXsn3L+wWaCgsH1KIqLyd7pZuwqYOg2URL7p0+tBTc/0Tq2v5
KJPN7w+jl9tXGK3nqTjAL6gATG34aM4ppnU3eLT91NziteQGFTaaAgs0/KPSvPoKYuV8RmbgjAZS
wycPptl78tkwnjCm1lZ6rPntdtgGx/gJPCq5gdNm3Q24mITUd8OhMhVV/mhpV26kC2u7a7F4pMZA
ttGaef0B86ys3IpxTTzlmToMExDe0ikS0tINhYHZ+n8cCHApexrOI5np7iv/PxsGYzECshRbbCO6
jmrnMMYMd6fYtqfqCgjsXFMM8ACbc4fesMBc66+fNdjO3NjKEXGdtJxsobnjyzjBEg30ORt++cgC
0Z0rzKYLisLXipCSb5EwRQf9nZI9SoqlK6YWDQK/+efikp9GVSlIURmxny6D1cvRUeRe8VTl9vNg
mutPfVqKMpq9zvrV6TROrpzUC9cDNz24KOQVdpm8k4XvK1h+jltCygBtEU8Cyft1M1dy6w7bhc3y
QgVt9e1r/vwY0dncSWR7nYfW58kHaP1m0e1tM2M7aeVBnxtmSjNjBr+lE//Pj+JJIIvptiBBcXrD
g6N08qQiouiNnTBdm1WFTZhy1kOpEAq4spjn1x5XHtQ3qnUuJnhpr3dWWrDGheYZ8TaBp6d36Dxu
0rKvXA3nnwwUGxhUOGgArQCzvX5KgQxuX/WpiDND5I+DTY6bG7XzgIvvFk0Cuc8VHeaXtxfy0qtB
+ANDiL4P8kInD8VjJXGtXIgYJ6D6frR6zLJ85V4BsVx6NU4nGEU6LDuw6/WredBoDGtz9RgSkffe
AObAkE2OT6j7WJ/63hdJsGYgVf8fj+WSA6DDDnFR5Hj9WMnVk2+5ErFuduKDlhfiOFV2fpwYglmh
XkJPIDsopv7Kcy8gESClsKAchr/yQienj41kWBM8ppj2tbtTYAYms+g0bV/HogJT08+DnUQjKeix
y5ftVuqyrqOyGd388Pb3PT+T/BLIOcznMSA9SxM0Cf8E0ygy0HUrjwkN7dgQmBTo/XgNQ3ThUdgq
0aXbM4Pz0Na4Uub1Pp6x+u5dknvyXalLEcHYN6681Pmm/RtSHBBYCMMRWl5/V+hmYztilxMbzAV2
qSGbeZjd1vqVE3npOeC8oPHwWlw2J9vWWLIqrzeP6LUU7QNY/yZaJ0NEb3+iC9kqyQBESEhtuyDj
ydvQy2ywQ7JE7CwEAtg00GuOy1oUxtEr+m4KbamKn6jzt4ySx6a8djj/wilPqhQUf/fuIK4v56kk
5AxLpc6qk9XRhgzGBkPLcCkban4mj1VHRbvOIgCSbjwjYMGYHJ6o9UuzU/+b73TmL4GO7Ldk13YL
Bmat71RPyz5cMgTsqXkc/Udpzsb0YuhqfPYHxveBUMBoYxOBg/cmBdFLmXn2987Isz6qUkcbQ3d0
1Y/BLrBAGEupoUEPxyPqVjo2Vw7rhZQI0O4esHbD2v9j7jya40ayff9VOnqPvvDmxZ1ZwFSx6EWK
kqgNgqIBkHAJbz79+4HTM1cs9hNv796mI9QkKwvIzJMnz/kbVs3bxWQJt+5ywH4HIwEhsQAACFUF
jciWq3YAz2w4+fV0H28TKGHu1iDYJFY3+Nf2859Soq409Mq1IecNY9rSOKNTbyqFDJQylYcPhjoe
65VfCzQYACEodYLO27Ey3B1cipIzcUjQ8etirbssFGfWL9ccID3ONHN/huICLlmo/qf3HLk47lqj
Z16Rrbjn8wrmxYdLhjlXTwtcD8RUt/U3YcaLc9kACQ5asMkPc9x42VNrFd65OvWdOvtuk9o2haPJ
asJytBBwRcjCSq+6dLbomrdyqAO8Lko1SAo7TqCbO+r9unir7cs6K/rdXKhuH+iyaedQ6TBRDpSN
fYVvRAHFWl3bJjkZZnX+ain4rQVOafOAfYlZAjZyk6yup2nqdhhsjMslbhEUMrBhTr0Tc/Iy47rR
Ue726bfmaJ6QpMoDJb4s2dfUR+wTcDpLEkF+Ee7dr2fk+CBkQjgXMHIicAGWP85RkVgpFPbFcMhc
6SIAoQ4pqqvxUJyNdN/HE6qO+jevTudk+WCZvzuTGHpDpm9UdzImwGJv14Idc0Arij0eDMxJ8sBN
ZbZZ2dXJd7XOnTFIM31RTu1eM8uD1ivaF3YrfhdlsYKW/9tvgcSNrabSqwLaum3Jn7YAum2g4qm+
H7oOGw0c8QDDaMJ+9EwQDbYssZbDS+KDYP76gD+HOV4A7R2QcmDmwHofI2kRy6PwJ+vhMIGTG7mi
296VhqdIE6rFhJ+BMGeqwSlquOpFOScQKZqk6e1QEbIDs6Ml4iPE4vvtCX+D84X+FkkR/337HtIK
p5Apj5eDWdXeVTIo4uCqkxGuTfeRAuHxUebAakKviQXAjUB/h+8tYJFy+Z1WWkCDODF73A0k8Lv9
ryf2r0YBogzMHb0uFaXUtw9U5t4aK/qoHvD2LsN0zWEft8VHfJO/WMoGdSxsEkwAu3Q3jvJxC9En
PHMJ2ZnhapRZBvUUXlsXOc2ghXpepp9n6DZ11pxhYmhfalU1fRDE3+9jvgE1NKqH6GXQ8X37oPXU
gdvBXvqAPVF8AuIuO2kg5KKXFzuH3GiXoLbxUvn12313w90mkboLOxhXGq6TR5mCMXaYdE32etjE
M1Jfjx1sXhQ4zrgKVbN6GGXemPQsKPdq+tK16CepzRl4u7T3gatmp6mTKA44SXRTPvhu7+j5r98N
pQVIDpw17461IvHQ7kj79VBohX5WC+QhaSa5zQ8HKekFUMtYzvtU0rgJu61pASbIW6uDOrZmGgC5
TlCINfBoxYtzqjIfblOpn7Q92UaAaVOKdxqiX21g9NxTgjid7K+G0dmz30qkaMJBb7prm0v2HKiA
OO4zCDgymGUz0kChsv8wsfuv5jIVrR9v6Yzf9g0eoGqiTi9jnGXUQntHZL7V0y7wC3D212aZlPfq
0EsR/XoejxO+7VXBG0BBhmkCv3sUiU1bxpnXd+uhtbT4UrUq57wUySwA+OXeUwUq76UZ4qHdOXVr
f/712H8RBSlDU5NBHoBS7LvcGUaZ3rF/1gPg3ayOnEW3XvIErQrfzPHZ3MBW8VUjBlEEHcERk1eS
iK9FP5eQ+s2eavmvv9C2V99GZUN/dTZDooO4cXzrtawExbqmVw8E7EmhybKIEXksu4g0Y3GA/qQ5
vSENxFcZLiZmL/6kKsbDr7/EXwRiExQDUAbA1O9JFrOpVEm8tNMBDyIBpEFdIlXJ41sSQflBiPyL
yGFCjKZ2SyWIqTiK+WYXxyT764wP9uJdNX1Oq7lsZDAlUj2tiPxhmYviXy/5vx7n/5M819f/ep/d
P/+bfz/WcmkzdtrRP/95NT63/dA+/3bxILvfCAhPD31WV/+9fch//ujtR/zzInsESlO/9Me/9eaP
GOnPbxI+9A9v/hFVfdYvn4bndrl57oaifx2A77z95v/2h789v37K50U+/+P3x3qo+u3TcKGqfv/z
R4enf/y+baP/+vnj//zZ5UPJnwW4F5Y/MtbFvz7s33/x/ND1//hdse0/MKjh+kpeQHx99Q+cnl9/
5Gp/wJQidUAUdbOx2awFq7rt03/8rll/oFNEXeJVbnejT//+GwXw7UeK+Qd0VNYUxofIsHAU2r//
+8u9ma//mb/fqqG8runudDzMm13yqqQFy4h6LTgKNop5pAyLlr90lLQud1nh7RdjB7kBXNFHtKa3
V6HXUUCNQp4gM4MTdoy0yVz4Zu7QlTu26q5y8/NpdnAAmC+LUbv56e3/+YA/P9C7oSDsw9R3ECIz
YDvbR9sg7gyDvi61GMfNfZkqvgcoVBUndetGvx6J6fkpwPBQRyMdJZv2pGbm2m5VH+NmMm+L+e7X
n6+93dHbAGTWzAA2GpsCyqtmw0/ZLI29rKd/me/MWqTN16XjnrTrq3qqv7q5UjaXcKNra2cpa9y8
gMmY7VubfoM85B0Gkl8kyaft+M5aL92ZLJV+PKmxinMCc+nN8UvpVQZ+d2MbD9e//uLv1hRUTrJB
jTLKFo+OxWPVuVaktZRil413S4nZMaT/jzwy3798FuyGELMhKrOwjjK1AvxzOXaMMYxDMFunVv2R
HslRMvj6+tmxNpV/+rkbyOltKjY4vUA+Ms52sdU/Sa2KDA3P7g0qE493HDk+tAi/MWOa7B+s4bdH
179H3pRAGJmO6vbwP0282tpOMqqMbF8kN8tFfN2fZtfzfvr663k6Ev349zhQDQlA6DMeb0ur6ypR
6x5GOv73xpfnho+xTsDFKfCidZ989vZtUH1Q8tYIXUfbhv2J2gihgHo+S+Xtw1WeE4N1LcAj7YtD
fWmd9Cfxbj0Vl/aJctAOv37EI3vTfz0itScECchtXQSo346mKLlVATXMdlNg781TnAMv24MZzP5z
H027MRqjNZgjbGGC1k+jj+r7xvbx/5OE/Ht4hAqQtYEqd3yhcKiLxnqmZ7v0YJ82POx8Fh9gd4b9
yXgC9OrCubFuLIhD6CX6QH/dQDyLZ+XJuHYv7Uvn4B2S0AvVM+dgffBmXt/zL77aceRH0ETFF4g3
MydRmkYJ67ujXrx3i0CCFW/9svbpgKjSL28d4Xfig4XwKjr+7gsQp/EnJGmlRvl2atAenwUYyGyH
tfqJsfNCZQd3KphO3Ci/VL4p37KzHuAZmHbfvI6vzJ1+phxA9pzXn+vr9tQ8WfyPzqn3UWUzJiNs
baKItDGPt7yspeOJId1RB67SCxpg7Y3QkF/4gPT+fhzOQDTuqWZv8En1aA/UeG1DG8qJkPUwF+FS
6JSRiHfZHP16/b8PxQQiCx0HTl4dBPHRA00dMLppahgoMR/tcnCDkb0SDOvqfDCd785dapw0Q6hA
QdX0EKt7O5sUpZTKlYsSJY2yBwoR6d4poPzAqD464fW3qipsqm0oRJpo1JG6AIJ5OxRKGF3cd4MS
IWV7s1z2V8qP/tY6a6/yUy9yr/LrKmqu1rsZ29vv6g/3gwc94ka+Dk9RHX8pOsEwbI8vFjBlPEWf
CmB3O3loD/EpjqihF5QHei6XZSiDp1/P4fFigTmNAQ/dFrrdyDAcO/5odgaXbdsnKB5FLd5d1t9r
3pNnINhiYHKItQNdQioBRy90SPVqSJdsR3UhcK+Lk/qDqsa7RwBgDSEKzKy5mQ0ev7JEd4zGWZQ8
SmY0qPGJ9Xyzn+QHi/14FFqoW1OMUqSGx8e7ZqCS2wijLKUGaWBNdkbTpGd4KfR/81morzLzpMwk
BxiMvd6DfzqckZwGuWfkGL42irzA4Dm+Scqi3v+9Sedg3GjzXOYRP9kklN5OiVdMCMAsdRlVosMf
WbZT0Lh4y/79Ubgko9BMf42u4lH2LzH8ndu+KqM5Rv41bDv2d6D3sOc/2DTHcWh7HFodoO2REqG6
tU3dTy8NixcvifWWxxlrx0d3tQpWs5yCbOuX/v1nwnuI5HAj3SPb9XaosSj6ulV4c6luNXfKoMrL
ogI09etRKK9v1ZSfz6+tscN2JP1E+5g+21aN+emZHOxju8KDdwSFsLg0kgpY7pXdVT1Iz7ApJUrg
lBrhVHbSZNVbebJ24Wyhk05JSEyfixW9LwBWraruckuFiYa4ZTfS+DASSFHOZL/AWjWuSITpb1dF
r+4TNGt/GGntpJG6JOq1sA1ZhxTfSjdcKLzvsLdde1+YFuUps9Epsxe1WSdBP+gIgmepgflruozW
Z7tN4UqK1tVOEiwbizNApJCHvR4Kc2QPC+SOvB+6GFJlpq5nTkl5J6xSBFRCvVCb+YsAHmYHZW54
861BSZIeewoFrw+EsQHZ3aLH4tYqy3ngi+Tjpw4goh6ugLGvcboa5r22mh5MvWz67OYLX1RSWy/9
dDb5ivPYFg/NkEBv6dyCtZ9DAbmxkea7aGK173DMLU0nGKWjQb8cik7b8zJRus7sIr5CFhW4K7NX
yRB5JE1iPT0uA91GOT4ZiTQc31Mn59KWw4jK/GQKgRNKZn8a8WxDeVmsarnDtXAsaAqN9WXFl5IB
PRf9KxKI2GBnaYIeEeX8JvOztpfTLptbINwpTuNOoPXIVAf4MU9VOCIOe16vq3VNW2YCW7v0a+Ov
7HhAS6aOEj3qn5U8XQoQvQi8JwmIf5asEdjSrqC0epP83hhLmekn2uKoLUSfwnnRwXDIwAEwV/uD
M/RqMIoOsgC1UohKMIWUJchFq0CuzpT4Ol/7uI9SfCSy7FA4o5eIfQuO8UHoS4lePQr6WeRAA22C
RTfgemrrMl+Az3c77ISoKPqDC6A9HIRVOxGq/p4Seu0436f5Win4vatFGwrPIFF0RQ0WyhjqOUpl
DqdcVxWzCGU19UsgsmqJfb0s27tEjpkEIT8Y6/m4mPTMYLzLDAP1OXYjaxpx1E4rVqDfNLncWVqt
75eymlz4CNRA/cIEwQ32uEoadtNqfHUoxn+hxVQ86W5pPTi16sgQqmdpBL1Vc3NziHAnk5Fpt+zp
1TppbUNokeC3H0psWNtAAcbyOGRI2PiQG8cX1taKlnkVQ5Jca2/BQx1nvxHHhE6FVUy70Tn0lekW
cD0NRNXEXHjwjFlOS7g4ncb7mtTm3rPwlFt8KLRKCdmsc+9AxbO9mt4qk6CRuVqd6IiZIWA4EENh
UMe1G6YgEM5kEWPWONoj/gILhgzrhTFW8kqAbXR9+qE4pid4x6cHmkqbsh73oMdOlFkSqU2h3KrU
tFO/Q3VOga3uWJS6V4FtmbemroFVIViuoPdEUewzQ+QyiOsl130oBloWCeGq97S1dJ33Mjt3+pSN
99ISMgkT3GEiBdnTMSgTo9hXSjFcug7qRmzW0jq3SksMATq3/d1g6OMNntCjxnu0wQA3CDx1+8YU
/VmnyAIHIk6lZ30ekLWcaM1fCklJITTQJxigdgMLv03nQUnsUIvp8h6aVHezQCyZeMlJrtUIQ/Ip
DllvnI2N7o1LCLW4bCNrsBY9rOekhEifwSXzl7Y2ReipQyPDuER9pdfnW6vSlE86qgplOGb4E2Db
rljPiVKZSL/nJvBw1+ttA6x/l/VgpTSziopeL+bQruA9+fDXdRV6+qpd6l0m08CrvGr056qbUpSC
mmojwcyy8+mhVVY4FC0rXYnduEUCBlf6yK1lmeyXREv0sBdtbAUdbjOV36YxCa6ZSjEcnDRGpjGR
OWKcSBUugZF62XcYQV4eeaaylpeJk5e3BTsqp/HaLHC4p3aYAgBIPcG0hlgSuKPUiEprNyeBQL/j
IRkG04rm0iyMM1j/tX5iNtpMLitT93kCfs5WE107hEI0toCg2Q4gRowGSZkxs9evXic9jd6516QB
LhLyHP1WHc3i0i0Y2S0KPC/A2k8XE22QPGpmTSI/lbgaFIZyGJVwcA0JPCv3so5H181vCaxkKzCm
IXtphJLaETs9BuOM5GtOJ3OkAy/cltA+rQMSD0viop24AEF8lkjIr36jrLXig2qDtZwKBXWf2GRH
AsHLbF+QQz8NbplBKuJ4bKE5QL8O7TRxdSQ2XEJrlQ0Jxx4Ei5XN7MAQ0RdVSf26KySNL8wga1oX
Xn1vO6I3cKrW5hEeTkJ3RxksXfojbNMzAsrIwpAl4gG+4uZaAz8la73xPhmMuY4EyAkOAkv0Qyhj
bNuCjkbaNySUCTzxlNRP8bAmFcdaKbXTdLZdqCCgLJwTWoa6gKJbmJ9qyl6fV2/TCFy5Zj4JrxrO
PBcLHZ+ucgn3yDYUnZOgnK5GV5ZpIPXJeFplvso9yBm1CUS8eGOoZW2c+nM5ZJ+bUW2ErwAihcht
dHjVGVNiPpS0kZ4Xx4tnhsbQlHQmge7ljS0JhJPOy75utv894TUBnHp1AVqoW1rSQZbS4D5P0NsX
+CYsrbLTtKio2bonc7Uyx4Fhj8p972hr7MtOy41dCuXku1I7Q+PrYJplwIoT33qzJfKqdkPOYYJj
+j7O6GgGTYNMH3IoFPhHG3YRFkxqD+qtMOs5aCDGvFKo1Rd71LvGdyaz1YOOUivCFera37cwX4ZQ
UYDO+FzThy+bv90clC5KG6EltPZWcNBqkY3v+208D54axSaKY4G9EuccssUHM4u3zYFxkclmgJz/
JNQZJZhOUbFjwiIeAvhlm42zu+f0rbvdQDXooUXjdQ0MttRhaMVgBQRW62uRm9kQ4MGeXjR9ie6A
03rrzeIkFVT/SduIxen0mFmT3gZW3rdV0AsrvqmLOWZ9x5PzObOtJVQTFKB2mZZb/c6EIamfrDEu
UmAyMirK6NWkw/ex4YV8qgbVeVmpO6RRZ9ilHhYT0OV9N45wRup4Mrr9SqwwonoyzHOvacgH9Va1
yk2vIlsjleLFnYcAybo3IOR9y4eeS7dad2m6o8MYW+iqFLREjWRFkB6Zl/m6GE23CvC0bx6TpVv7
UCqzLEILzZmXBnAMa7EF7xvBqrZaX8Wu9HzQLOH5cimp8k6FRYhrDK8/w1fUPWOxj1kIfKehJ71K
z9hNSd57kVUY4iV2ZWvv0qGKozrr5bIrTJIhRJtIYhZtKb/AZhm062wRCupc8TK1zUvfZMpyR63c
WERAYkTrTBXK41pqfW1h/dGPU7iS9k97RbfX4aSp586+5x4l7cs0buR0MVaqKy+NMonzT2M/2P1J
l/b6tM/xMDL8romnb2lGyR++AZ5APpeVatk3aCb1ocjZe4EoGjrR6SRmfAWy3Mk+uUpL1ohYjKrS
ztAWzxeoE5WhbiTpI6Vi9xl+IWdSMtcpWsxNmZtfeqdCAaV0TPXe5OsmaPBWq3phNN2qndIeyMwO
AXrIgZsErc7cD33czOdZnM+eFZQc1+crhStS8kKUI35YY6aYdig0K9daYmrselFuZ8uPUZ89I1qR
if7et4n5xaBcL9F06Wm3ItfQKBdCEGlPvH6KUT9bB0tDHkTjnJ+h7vc6RZwMtYm9igB2/7W38FoL
9MyMu4zo0mrfcndwhW+jVpvsddzhkivItcZ0opgr0Zoc3ymjdrDsFUxWNk6nSAsQy7XFtadTEyJ+
tcf4OyH4mLFXEFVj73PvDmv2rUqq5ZtiULjYxxCk11OcR9VHJJoy7JWEOk0ndjyaSdBBUhyx4EjT
ydrjkKhmh4bWENCIctXqqEPTTvtEVQ37JsizjReNukIUUfsWMWPHHZMidKpCM29EqcraH7sYDr/v
IdP0rCd5NSOuSp5zCmcV23I4kEhbVBWH85WZz6W+h1ioW7foHQj167i2nYlapYIHly/zHJ1Fl+TQ
vs+QliTHmmgN+zF5aH/RqQPRtx+Mrn3wEMzQI4oN3sbKqBp7V+iVmVyDmEw31ad1mKJCqPCJkPaZ
80idqrgJBZrfZJJlDqG3UuyOrWN0uESCY287XiTUfK55soqDVmDuGBFH3Ox+QIUFu86+XoabJoHz
ft5nRu3SNNmswuxSqc3QNirnFkPl9Wb0Bvd6Hjqj3oOzax+t0lmHU0ADefGpFsb0tUkGT9kTDTyY
ml5bF+jdlL12Maj1qEaNMyOMooCtmO71aTETLID1eoqqcsBMJjFjTbvp8V39XtZ6pqEAgceflq0S
g/KV+9FlpzJVocN0qqdODiZ+N7Vtol2NTpuvh7HEodZnO3dAYzNPAYASzqoLwXxU8AzkOjCXI15b
CNIF+KqZT9CIlea0kTEUSh9FGzkhAKNkSoiegSQTVEeO2WSh5HJpG21foB/bsdj6Ok0SaA1ual3V
BXiws06k64zUCyXdwBwyaLiU4ustxVFjDUmwbC2H+NTQC9f8ghMrR2Mh4/GHGdskIWCXvsQKxlph
1tjjnWG1zXAL/xkX1Q1+8ozC2FBgB9V0j7riQs1Oq2U9hS+q5HugquttLUfZBKZIk+deNac2hDle
GE9lV4/xl3YS5belSdMsXNdMXnjZqiONDtKP5lg7cVMxKR88uUs/i0OpVtmL3q3YrFWptOpveq0a
Q2i5iVOd1WWr3CvkUt4BQUbIM9Yqy5G7SDbYZ9UwJ+xobcjvzKr3XDzj9am9pr6EUouFAN2pljtF
fkBqRih+CSv8awPI4esoYwwruaI2IDwstYlDMCJor42gOfGDV8158u1xIvG0bQnSc4tQ5VU/2pyx
OrLooL4gL3GBm/X5vCgJH34qCstAUEx6PFuXj6Bbq1q7S0siQqDw4be5mnDWp7nV9RemNtvV7dz1
VXatem2ln0Ii77vzUeEygmKw3XjJuVTM+gcsNYdqSi9HOyorrgxhUsq19oE4r9Wu1u30U8l9ofcr
B9b2zsxWYQWU2EsRjFaLFWXTTG5DyQdmoN+hcKJfQDxYtLMs4bL6SH6WeydLA3AVXRI59ucLtOfr
oUjdMZBJbnOTQ+3GzP1haatH7FLta9vWy3gv+hlJKqfVtRfqLoCqG7fr273pijT1BR5CargOuMFH
BsdsTyQwqmLL9blfcx7rS6CMCCCEqRE3yklPygmL2yZf8ZNlGkXoOvEmhsDN83qBI7WeF0OqAv8Z
FYjm906ayM9LimTTCSp6XK4WtqrlL4uldqdO0seTvygymfxCX+Cpk62Po4+FWzEHsx7LJnREAnl8
a4R/73oXZlarkFf4cz4YX6ZUrPd2oevfJgjUCeLOQkOvR13YYAruD9OJSNIkC9DhWovrZa5MdgAS
OOForSYC9mZqr8CZROIFvPSlCGNExFYccCagiQm3KMOf+8Z9RJOQ/Zs0ZXKhZwMiCl1caUs0NDoK
4suYW9dxqzjf4zWNb2DJxfGZmSo5JGZaNfs1VSZaXkPOzsuN3HXBScuu2rfc3U8B8M39Kcj19DoD
npf71litp2niSSVM7YoJ4pLBdVnyrnGhLTrKefOwtp9R7KrJwZpKTcmju+57UnXWrTk66y0+VStf
XJvdLtC9TgNkLabxQZpy/mEgc4AUBDXKEV2crDsgxGkWWD6yiSItrps78CPqvREzd1GnW+BLJSpD
/LIDl93PlrG3AZXwgs7dtugmH+gcUDndXbRrw6kaFxRsw6nYoclwOzW1+6lN0vJqrugUAKVT82/e
YgD77pB4QhijSzsw2lCLrqUhKswhDSe5aRvHEWGdKstTVdgIG1ZTYl/kg0q278AbMwOnsu3LrIh7
aw9FJ1V2nRgUmP4l+I3As9v2erJGznLEp+l0rrPykiUldyk3NRIlwk1J10N074vU13LQ475w6Zcc
4hYRlshKe6QPtZQCAQlLQmWmk5qcA+5R3nTK9gGkyIcTWbrKdLKAYpN5bg2dk4Q5WoWAGdtFtr5r
Z7Du28pLuUc0iXD3OlkDiY/tpcA90uk7mpNaGjRVnZyYK8y3ANKzeVvHtvN9GG2nDlHgYnLJe5oX
4JgEPVGtVR+WekzRQe/75FmMZvfotQ164eWQZi+2US9UqbWpvIN7P983qVpeeWjGyZ0yWf3VrFdj
up1P3TPUKuV+HCZEBfJaLAXFatv6VNNZuLNkjyw8sg9wg1t9WCUntTIQHuzJgt1RTOlyZscL5kdU
XNUw0wr1NMvjBvn6IiZX0+PYfWzgiFJNzbL1zG4asDteJr3TwugsBUTnljH11bqYEQc22cdqDFBE
nJrKrYuU5fdNYHO7u1baTH6yOQaZ+ZBrQYFY+2O35NUSkHtpRAoYBYuPZdOCQqhtNxpzuaD06Mxj
BWEW9gQisKMIbJdwHaDqVsTRulTVpyVTy5bdXZMqt9y0s3BMJnJoCCdDGkzIrqWnXj2Wt2hKZS+D
sDnwEWlzPovEnD4Pg14ufpsIKxrILbVwXlEf4nJcegqF5GJ8SpGwDZXGQf2QGX4ANE8tkExP3Gpl
rMPbbcxTGy+SHaYS6eBnI30oP6m92MA51J6+OqR0MVdcIa7gKnj3WPqVLzKeuhNdV4whorLcQ3tQ
HQV6Kv62erpLbHuwA8OT01XNjezzmsKdpc4Wn/fWUlk+Fqbjd+h1a7dDALU8RcnLebLUrECDNzON
+swUkiCzYhv+uXV79SypXO1CmVTZB4pSrE8K2ue5T4m2+5as83BfD5NLcUwRy4OXzwtA49ahG5KZ
ljjnOl8A2qLCjNCFAXU5EN7aPcBsNNm0jjG/oLKk8mlimO8g3Brgb2igDYG6qt4Psx/ZeOy7FnAu
IXINV9nV300lK9ZAm+INtU3OgtpdMzm3xsAlllNNDheodq0Y2xQkE746OnZBQu2aLUWnGut3VNnI
p8e2fHLVxvmC3ZwH6ACO/+dM7ao7vaeeAXh1LrvQWWYHNHKGvmowI4GQhpXZq7RD8iy+7Je2s3wE
ZzZ1jKLyvntpWjlUh2LqGcaqNTeGk8ofCfkToqOt2MoUiqiekRWe75zFa79Z01yxM830mTolIS6m
9VWH8Gnac6Gu1WNJl7jyoarFs29WiOMKbRRN5DVVdifSDllTFdf3GzMR3IOzNe5rFh9IuTBR3ULb
WY6yEZTtyXH8yp0MGckG0XVKYuQIwSBN82lJdAThHOmVTyvlDvbq5Kx6kEuRcJq7aYWMR5sabKU4
7x7h0c4632+sL5AW0VSYXTlH1JqvCdoduoboYxNnoIAUxE7bSJheRYaTc5YrttDZc7Y+Xk+NRlaU
95rG7m9L7xO+KeXdqsrG9NlE8Y95oHvpuyTCA20tB50eULjqFebB1r2pb0kZx9lgA17RJgt8r6d1
+owePei4eoaGE7hc0pqtR5YmPixf9qxhUsuLNG2I12jSETkLZ6yKVb+mjsAzx5lVhgUvEcHCakCC
2cs73UDwNB5tZH+WTdBvlGkW0dmMh5MevdoORU2uIxdEf1v3f92G1N81VsEfOHTWN/smhL+PabYJ
3S0LGmYRSceN5nyPdMNhba5QmTztzDtbE3t0zXegB6LadMMEFQLF6qJBO6Mgd6np2EqZlwZlP7rd
oZUMO2s8jNQ2W3M+lO7FqnxkWPCuR2+jUkC3FDW0jS1kHgFSGrcfNW/oi2itm/jbpmF+aTqKsvv1
azkGo8BHwdQS5gtIdJ0Sx/bWfmrNig4uqbZaIrJQKPysTu14QZkA909Sv8jNrelv4nlex7PBtQFH
VIF5H7eCewooZEAikkbL7X0RJJUg3z6Y7L98KoCV/CXYFxDAb59qoOUK1McUwJ/VTbZLkSemRUJp
oulyIgG+foAOOMaf0rDH1W4TPgeIrCER8Xa8BQ8Uy8kR6y23iDOb5qU62aTWpPTUl5UrPEmSDx7x
eDkzJJp/PJ1LgDBB7b8dUmR6kQ601sK6Rv+1VkpKzH1nhYZafaRx/n4o1iEAW8iSlmub9hH2QenW
xbbnAaFI3asCc+PDtkhD03suPpq440XvqjqGZWBS8IGFInU8FGHFXnoeF0JxSlUsbV07bBuN68uv
l/1fjYOUAPIr24LEtujt20MRt068ODPDfDKME+zK+qCeHf0DAMz7ZbF5uGLJQ1wFOHRMNZRLR2sa
QFFI7d+4IeA6pFWKXu7yNM2/D0VFw8KAQfnB0nj/cOgk0GQBMq/ht/kKy/p5TxeuFk8L1aPKruWO
6glavpZMd3/3FYKVAzbugJQAMmofvcJMcAg4cFjD1G3HUyszQUBO7d+NF6/ItS0EoihCh/PYh8aa
81Qv4DWFI+AcbtrqGBSinT/AEB3HC0YBZripgrDCQdsab5dD1nOpgWVkhHa7zvQsYg3FvKXyKRtb
YalmzQe477+YIeiPJlwCNCZ0+JBvx7OmxpqoQ2JkXGjDrlW88cap5/n51zP0fvlt7h3A/rBA2M6+
7Vv8tA7WGtQ3tUeDoqqtX2WQlPeD1XSf48pRrtecJlCKbaf9wep7Hy02iCqhwgErTYA/epfesHrJ
WKQGsRAyupdQN41N9LWrUf5JqP1bnJr/Jz/mDafmf8m8+f+QU6OpvyTV7IfloXpDqXn9gz85NZb9
B0c77X24iswFZIPff/uTU2Nrf2ziuNAnUVt95dv8h1Pj/sE2QDkLEMQWjnGP/A+nRvuDP4AHznGA
aiq/5P4tSo27Hfc/IcPAumF0Dh96OziJIuaGHPtpiVpgxeycm3OQziP4gwxpXaS88xoUEX4ZyOJV
iVi/j6tm3q0S98f/y955LNmKbGn6iShDiymwtQgtJ1jEOXFwtHQcePr+dt5bbZl30GU172GKiNgC
nLV+ycgd5FlEljl+SoWz/EkRSwDjAyH6OQgfJNHsE6QwotaeF8Ca3wo00oyHtD6CCLePqkzzghJh
cmXDBtXEycKvoKPDmdJHmsrITKBfuHiQcnTOhp14BLHPvfM6F7C/YbtiKbkh+YqjyF5sVvuCwtFo
gOp4UqlOhScIQvoOozBeM5EBLA8qMeinJHUVFRLj/jvyhkTF5L9XNKrPuvfVk/zwABLOQC8AwH7S
QdxK4xrCsHiHRS83WLUdNvZh+Op1MUPn91U6MTYNvr3T6to7dWbipKAX2pjGbVm5I1Mpf2xjmI1v
xK4y0g/iReVlGtOyCOGjFjuc0mp5EOTT2zuX3nT6xHxNxlU1aXfoJWiGGnB1wI53N5VG4Unu5Qoo
c4prVv3k9r1UzqFddXOfpq7XXlUq7DVMndn7MJzxVnjgEbgZJ0MRiINGLBSCH2/KHT57RQhsmk0Z
Co4OnGo3EtFAUYYHR2Mp56kAPH/UsLLSAzlYkmW1HI1HshmghzosWheb15dSt+A5KF9Ahl/SngSd
0NWFf9Ddiiy73OtgwoSWEPSu2QItAJ9hW4dlpQXfLgF8sPyuM34bM+kEoVUY7bQ3dWJKnTFDveRr
5fSsyOmCl7OHZdumEpB8FrkfmdI5ZjUhpkplyULSdtBepko5pM2ieBLRTBv1H1+zIAvIZyCPVHYG
QBzUVlLwfCTzKlxL0+4gpHt3iT0IujZqFk2/y6W9/IY2an6m1dX/zM2q37n9snY7unJYFkc9maCT
VSm6TVGUAYIxW0MZUXVL9i0IKMVQa67UKpf+MMH6J+0nxgH6ABbpIP2qQYdJVQBSC1dHXVZ91rIN
q3mvRcrPQerMte8/c+WjSqBHPULQNGVbwy5Ge9P5nntEpVQGLO+Jt4ZrKkx7U3UVoL+Lo7//XrSk
vBIOV8rNKrzhILNbgiTxr5W9WaDlnJ1nTqiYdFeaQPmDczJyVsFN2rbts003m09btBhBzU0XySv8
ZK2jWymosMYPOj30AWj+gUdqQIVAXVpG5JPq+t3W4KvE/WaGic7CaNzrrJkS0Ad1351hdCj99FSW
v0fDH3rqJDxxJtIVSaGtz4SgG+x22Wa0VrS17cp3gUimaf/oVS1+CrNM3rOBSFr4CIGaBAfjR11K
ne9Ot9uPUlCdETZpjkBHV8hf4OCdKg+7NciqaEnE/Oybk5NHqjCnK5uuyELEn/KTJBvrSxX2Ag6d
C1iLStXFXU3e55cnWVtiWtSC36Qv4BNfm2R4hsPyxgPpqaXYiGHsnuquMh64xizSds22daJ1bIqc
AlFkTMiPAg1ox3KzVx/6AOkDlms/7DvdTLfSE1W6qRuzlafRRpZ0REKp5utkZ7MXjorU4ojSKDke
iUfh47C7viujyjEgcCQizArlxoojGoiosMA7WwhBJ0YWyiGXyKqZY6I35EnpBFpcnXbIvA1N7zoQ
IKKd5ZIrkdp3RpXq31ruQVnQl534u7IExIjWTDfy2HFRRtx1jt/k+85qdUShJN+S+uO2DpSMtowP
1M7rJLYMdZbEyYJn69E2NGEee7HQfU3R5Jwce1k5bhKumWtIM7SnbsGo7lWIPMOgN7JhM5B9++Kt
yu1JZSM7PwJ0UHok+NTRfwirllfTT5f+lQyEsfwpymIWIbFjvtq6fK9t5MMXLbsilS2nBF0fb76o
/PuBaxHJo8nPx9VsGt+E6Go0tGjgr33Cd4XWLVN6bPjV+Ey18ICuGaoh2OYdoo8tJJk7x8MixNXR
C3Uc6mR9z9Aw0HuxBvllZew3SKmdwKByikS7SKmm/ZWO6foLRqG/a7oi/2wJdz4J4RpvCTf0L6NV
JNyoMUCMxKHj9fEt8/e3p5R8sZy00UNuN4pQrDohIVVOrF4IkxCQwSIkPoB4Yftv1jQHzcmFjBmi
caVWZdON/bAx/W4lj7bjyJFqhdVJ3IbThqZQC2nYsjYGzas6QiC22PyceZl8Mt3aXvZqaJ3XRqmb
BG6Wy4vZwqtGU1ES2U2usD2hqVKIArOR3WpbVH21xg16EdDIfk07+i1IvEemmRRia0wIoMJCzJ6K
ZNLJV92dbQs5pm0noWNIAO9y9Q1yjJWVv2SeGvwIDKyDUGYvgKSACaMrKkiK8xoQQQxvRsse4UqE
WlOjYn6aEkQSKYYBXeOXRTlt8ypwPt3UqSAQgqTG++y2/VaTRMbWTTO/0i7kyLBNdPcb1c/4jA0d
+quyZ9jw0hzIx1vmEfCvoUd9Gin2o86puA862XBg2LRIxL0zBNUG+VD5sJBS0sw7nrZBrZ9qCnde
ZQ46Hw3p2AESjlrwp2iq5c+kp9D2dqtzOlX2NbNWUIiq6Ic7p9aqfQu1cBmqeXyvfULJYwupznM2
kPUdrogmulAi4D9Aorfe3tcmy4nqxO/P5WgBXPZZbY0bT69NGdM5hRcx8UDLjdVEOCz8hdbzUVj6
b1fN6xLPrbCb/eJ4SR9beVoe9HlCU2HlpvnsW9J+rhu4wa255A2hvHqe6MQftcxcc+4/j5CA9GUF
RW+FdLtoDVLHSn/Xa3d6D3S6njap2xesFCA5xBRbznrFtWHIeJByOGRk69th1pb5VdppOV2rKlcG
KrUqfeGJoheHPCiMV8/rTJqi5iHZiuHGhc2aPtrxInwz3ViehEgmTxzzUl337sto1ToaLyan994T
KIgsaiCfkZW3WAtUlkaTrulDOKdFeeZQF19jYE+/yTxKfzPNLt+lzJtP8n8hOz3kQyhTUQPwKj2+
6oh73kOI07ZIeV03Ge/JMBEvw1zS1ZdKxrFQIRqm4l4rimeVE8QeE37rfpAjs57qNHO6rWNhHDm2
3mi4Ya+S0TgMWQJbqOep8dpVU3MP1d1U+6Yt598Y4MQQsw+3JyORSsQ9QPgN1JEC1D3pUGvLfKK0
xMiNo1rXvIzpy3CPa40DIpKZBUkAv4g4kGu44KFpTroVypT6Y9+aOBtXk/Fg1UmW2KbtDPCcNjOV
XVpCf7lsGBIJAw6GNzG62kRlnoR7piwY7cgwBrSyWlkGqU08cpYjGyD6Pa77NXhcoLUwa/ieeka1
IN4aCJlbaFed9GFTm+Kt1hb1A1NdpnFdMDqh13ckzeGNlp0KutMfZDdoXZgqBIBVmxtNyDM+vZKg
TQS/obcI2QjQpCuGhhR+2m9FcCUyMbM2ObdZbUnt3arpoNtjbVqNCJKmPmqKPhRkBlTlkjRov+RT
TiWL6hd+QUPf8t1kmbwGdEIBwrsF9XKoLGUV1DQJeK2/Nv7/vxD/LTKCPNW/wSC3EIt/pEzcf/UI
sr+Wv6dM/PUj/70SkwrheAGyQROTIOqzv63E5n9hr3XhiQGo8Q/eUMF/x0xoRvBfpPOBqtn2v//j
/92JNdP7r7/yvPmlAXZL1/7fLcX/WImpBiEGFLgL8d9f2QD/6ddfisY3lZsWGystn2rDlKFrccKi
zPPiv30w9/9as/8eAPFPpOa//9ItzYJwDBdX2z+Xb3sqXEOz82LDaLZcIZydewWgt0Go+b+M2frr
Td3QBJONn3/4T1zXtPEqmSNviuq+e1EOWURE0mPXJ/9DAvE/gbx/vSXLAkUmBQlg1/kPyAtMo6Mr
I8g3xWwOxOfMLJycDMap9dmhnTwt3v7fn+E/MbZ//0FQcQv+hEC5vwCOvwEYeH3szM5R7Tt1X94F
jc8KlfcXCh9sUF4oa2TRw/8AXpMQ9E8AkT8LH0TIE6QPTOq/EJq/4yZJNXQYP1Aj23Q93+PZKn9q
2mToEqjF3oIhf5rmVl2XYvE21ji0e4Rx5XFuUV4mLBkxVYFIiRG6vQUMw9scPvVIA517T58bQrqq
d85ikf0h0KFODBb8p3yiHqUxZnKh6K1OorUKqDKtmnY8Ycjyjy4y8w+KTaoN5j7GmwL5xRDRfzHS
Z90nzFQlj4BknUb0HoX3QWpDtUO8NNrhoAbtzp9s/1eiJ/anzVeHonXt8dP3xZwizRyXs5dUI16l
8rcoEB0Atl+nwctPGU6WmzUoQNNpUdF3M6QyzjpG1FXWfPL7vtz7Runi0cu0N4qh/KvjdQhyqmnc
ulSYZdHM4P1ae86wy4j1uSsUNoeydalP6INxj673S286c590N9yim4aU8bIxvnpUE0/tyHwf6jMO
wLBall86OSPQ4wqrE1s2LRV24qfADoi8NFfiMUKrwQdcmrm8c5i4xtDt5vJ7dAOe7qPbnUVJXVQE
C414pNL696kcikcDZcgztLdx8Ckwj01tdakQrc1vd6XdA9thTWJoCtpEBod2prwBrRA6VwYBX/4i
VhThhEiMZ81qJdUuTeJk0TJW+dlt+mI/VWVy6DMfh9DapXHSBwMqKaK68rJP7ykOSA4GoWAsOfzL
vayolonyqizjvlmcbZHlNsQ/YpEoK83p2E7D+IQAvaPqExOawZxQeUfU9+IjNSwXf5ifNNE6lW60
imLesnpbR1Jz6y8zRVgXNvhbfk2JwQ5fVIPcqwQBCc6gnrpEs/dRIWZsUjSgoRGTqRHTCDPt9Ca7
ywZvHShxl79HjoBjNQf4InSXNSO0rB5xKyrjH6nrwylPUvfg6ny4KwLsbYbokvizgu71sO5APlqT
eYeM4O69c6f0QNypRQr0JDboa4WHg2piZ5vq+qbyWmNrmdSedh3nFfynuTdbt9uItKb0sWmTN38k
1J3aYfdds1HI+5UoXh19Wsle68rPRfO9Tdd4LWJp/2fEl0doTea9g2Mwr7rj8pwFVfpYT457dic7
eEF/RjNL6vqYnPT0GIyivujcfTN4g6G/WCv9fRKv0NUwMgCwca1xhSGAQIikkt8ZmVV3pOrTMrF4
xSnI5uIBjnt49y0Gxwebbb7caLyM4ZcmkOFuzCWo8v1Y08+7VfVEkvAtSW7EyiP6pHnsi4H64nQy
u25PpM5cPUy6mYu4k1qn/ya5RJVbxkGZ7NCb+vUucXyyw+ArmuYi9CHZF9YQ5C8FWn4DxWOp/x5Q
OXvbRVfpskkzJjKs3E2RXnik8HmjqqFMMllG+xOdrDvGs7l63rYuKjlCGOJvO7pZ6wGKpP69PlZ7
D+mDswNuwyvaB62NISFYmCxrhxf7hRFPIvZrbIJRg7XwNqDR9sX3V1o5ygXP9VE4KmmOdbBMbzX2
6wm8yJq/qglAPexs9qYIc8j8S+J7WHeSbeQVa2bgHQuqlYgZGpYnvBPCes4L9HRRXbkUrHiVuYoD
olSYM7Ra7XwSOXtYzERQPqJaQl6ZJS+YC/qd3iI5hQzVqOoYz47eB/EtgjjsaQGO5dgn22kCaAXV
auOuUcfUF0hFKIkxMI++WjTDSJIZ8z+2wOcGAIUivAvakmHVnfkfW4o5bK0Zd6ljHfuaXaPAt3PS
pMt5wedx0CbtBwfldO5srb0f28yI9JLSJByLJoyzWmjUm54wZOMeJQ4nNYq9zt/bGTMK51EEz4Mc
7nrX3Sd15aPT1Hx9W3XDrk3do0m1fIw2sA5vrtE7015egdyjehU7nkAbv+tP3qhOrtAOVeudUJe9
ks7x7jRdtpuT5ZfTGV8WqeH5aJNvOZ1B8l58qixfeA7tAHv2usvSiV7RCcsuo8YUvw7dUArkOZWH
pm52q4lejrbg12LhtgmTFOzcW7/KrEdhRdyMdACm+z9DY+waC4uB3cZV2T41XflQW0GNMdreKdfa
ZR4uIcnZEFaCDhukKwdvYmUjSty+TnXyB/vcM97nO6xbO0mvQWvKa+uZ/YaC3bdew7gVsJeHy5jQ
qjcMD37LdTSte4/gSFEC/y7dhNVa/Jr1IGrlgnf5R7a4tDsnIOCzfG3adkRZO3FklsCJBb6/JLEi
o6vPjjN/ZK63Jw05mgYaUxvO3QJnGbZaexy/+olXvBpnUSx3ld0DoeH+IuWXebNFvzt226FXGy/3
7sZBVeh/XUqhTZ77lrwgvTCfbA8HaeDvuml+rlJV0GHVN5fOT/YgNlxHZrV3pLFdMBzRnLR8JA7g
ZO6WR6XGjZ35ZWiio+OwxIOnJoRaqtHsnUTmjkdHc8OFAmJkaf0ub6g58jxnCc2gjxq/1ELa7m6O
OjDjpb/XRN69GUjSotay+zv6l++tycaZmNBHfy5XiYaug9bAWHC0symI2SCRoRblc+YwGupFfQHc
SndFWW/xvBz01T85g/jCg0cepN494lTYLJ5AGWyiVHfZ+FvcroANT0Hln5Yute5ylGgYSunX4g/w
5vN64yVL3PaWvvVGmrW02X9bkuXHRmEZdY4rI7ZhGsqERCg8QEmR/es9mF7eXjMdQVVZNrjE9P7a
YpIMZ7SiDzry00PQOO/I3vjIhuUUeHmydSlrAYkj+KAdx8epl8m2aTq1rbRkH6ym+jIJPb503urR
Y67uk6zeL8iuInx+66XQnEPnI0rPSKftU4oqZk/7pP9E3xsS5ybFthdIiYd6VsW+N9MZIDTPPxD4
UgtHaIQIhndBsFOk+lIP5YABPVGPdTUU8Siz9zFwh20/i/fF5S9Syz5Esz8/DFP22hjqsfLtU6Bo
Ew3MRnBxJ7tWmebV8LSLAqSLhAu10YziaV70q2GRnly1D4G1HGWGWcDoZ9Jr4HTiQNRqhy76AjqF
XVivPhGun1y7J8wN3SYN59tFmmfbmZ/bBcF+pvaErTx2InmlbfqR2JdrWvRnuuTvi0BO22kF3Vpo
ny1RrkbZMv+i8C1eCO6xC/8QjNSnKjTot7hXbldwiWVLjPkFyuVa5iQW+X52bSZSKOYKF0C2m8iy
RubNEWRo/qdhd4/prS3esb27nJAUWNKtWRh3/VAWEa26MS1i2tnV6+dx1b9rw9XDusQroM0ZRX7Y
d28jy3Eg8YBRUO1SylnDZZ4XDGCUWwklC5zwbs9zaT1jKT6vOff60PechQ0sVJY51qPXjVeD/0jj
lDT2I1a0aEYSHLYtCM/YUkIRtOaLNhiHuvHbDT4k7+YgWQ6BsrG79+ZvqmReG0ruwkCzERQX2q+2
tPUtAjn3iCtJ51AcXlANPiHF1SIvIzveVHUVIoAPYDkRgT3guqE6wKQ0PTXptEUznd1SFH7R45tE
qAYu0lXaMSOZdOXW5lIJ3oey/pz7OvaGfH2i3wyO0Oqplfd4OA3kRmxbFRjbcSrfHMLH+ZXqg7Sb
C826NVpmg8+2rZxIMwcDgfjQxOM85L/Nyfs2x3K3DNoJC/xXUvvLBqfEHcfUxnb5eMuUVPTWLYKw
c42VYmDapPu/IOl0eqJ8jYdLS3U5JBUzWn3Ns/YHYezJ1zEOT+6MspoKrCgb4LXxs4nTHNjMb3lA
5Ek1YHA0y+FEObC9bcZZuwU4D3mYGE29p6+93jWrm+txrbdkVA0pHeudJUNk6T/VKtsYUFrcIKqM
I5P+V7Psuh2NkE4dmzJvQ2PQ59e1XOYjvJLzKw3S4rkI8HUNKDPRlVZPlNhZ4dpqdaxEYp5JcGAR
0UcXNL32DIyozMd6NajvuocYicxKGJsKv9oTZZBMACk73+1e5Kqj7i8CY2l+MMmvZ43Swle6BAOQ
cjHtRmVpxCtUeRsvGVEKvri5UP0hoD8S2cgj8Kv7hdyfjkvbuqxWIrZK94trSX3qTy7XW8l3MLif
mhtQbGhrDo8Hxmqa7JKC4oQuONS+AMKDdVoOmYQCJHXD9HdrXbM0UTxpnkUy58dRx+RvK5rW62xc
7xPfnbao8OdrXzTj0zgOzp1FVsClL4KPZrUAaWH9fpLSMJIwyUbWGzd1o7TgGr21m517TsEdfaXF
ue0L96lf6nyD6Nq5jrV2a4Qu520CmRa3GuBvojvTHdS7+7pMw5pEtpAsUUs7XFw1eachMwYiZ/wh
eWiDlFYSo9EiK4E3CqdOvmWLME81bXUPgANtHgbCKi7mWmXPWlow/ia6rrqocJJiyxXr/YIdazYt
D9C3mavwj+fJfkPcivmNHbU86xjdI+ku7UlUfYYJyMmZLQKk0MjyacYI0Er77bFQCldpOnl7ghzH
i5OgTC0z/UcOnbdF+jDGdiL853yerbsuMLonhSkyXgbFeFYZB5KsKHea/N+YrWB9OUiOwxrwRc8m
phkcB8sJukU+9k51QzUIkut2Q076UTzfvqkjjL+mIGlSwdRk3pc61+1y1itCofw/9bBYfrPxHS6H
e0+YyyIvut1lhoo7F/ti7FGApZdjuEDfWZuOHug+KlXiEudEGVcD4qUZl4FCGPveLXzjbbQrJBI3
ohahBKlAj5W9nA3H5nCtFP1ZIsUIYWZNsRvNzn+rF8di2YIFsBNVURHpNhuXV88gKqwt8LS5NYyy
o4HTFBvYiSH2ZzyZzdLJjeOXy8boMJPJynW2BlWj+wm1eY5TetNbt6AZtFQNdQqQYCjhCWixIwSH
YwxO6J9RYvk4oJL7TjEtGTPCbra2edfw4KedNTd7uAO+rqKddrzV+QiX1+5Y+Z+WCYMfX7B/SBZS
H6ax2+SjSi/5MH/Y/vrjZnMOEeaQcGiNGkZOYR0FCL+NGdUvWHKIyTymLdFUQZNOZ+oSxrhcDWc7
k7OymVopjxhK+0s7+monMSWfBIqZY5bjJNEWy3pPAvcX7RbsH7pjxjZU9RYWTW6yRC6bprafE5Mh
eHFuSQB5wEZhpmPUzgEhGmPinkaz9iPH0aZLX3ntNqF/8zA2jitCXCA8K/EmXWW1cZVvbDGjaLHX
LpjAnPU76AVXnj3rt/wCd7sYHTfWYlL3Vgn3wbHtU+8s7oZsgzOvh8iBBQVRz3XUUVXUNHHrk66f
Nd6ZWxkvXe9BNaIDgicV9l3f0oWe4Y4Rrj5uU3sOjl2gDMwQ45K/DU0Fq04uhCLOoPxum8GN3XIs
NgikJnzuRbObl87e2EPqRKluVXGmhi+Kg+qt8OsmajJf24okzQ5i9bu7rpGPUJdu7PXp66TDJ3gL
TdZ9t3zirrNhcadkU5lNsOd+9/bpTDsXih6e1pO+bejVoQLVsN6JC+q2CV0o0QxOECrfugJ1Llds
LVgt4bVjVgx5cgp4XLpgNEYix1m2kDwhqsWF8AwuzFTH5dxjVQixVCUnFrUv3Sz+9G59wtyCWmut
aC+eF/+SBcmd70CEOr05fVhw44cAe3UZNpMFe2km+CgNWb84E6dgSc14O+rZmdREDrXVCraTnos9
Cab6h8HBTPqM3sdj3XkXjvg8cjp/2LPGlBseBBLnCD2yM3LpzdJ7zkEfHLkpTWN+X4FXN4PrL2dw
8Ooun9XCopPX31qSqAeIfodKjMDJP5yxLjYtmtpDwpvfDO1MEa052ioEwk8OshLV0dQXb6vjwnsM
iP65SbSg5tNK0198wrnQjlguPodaPtW1Zp3YxdtN03vdW6rR82NoXYc0og4OWhKQv0QRIMBm3kqW
ozzAadFWfnLVXDo7h657XSSO6yWhonyyPK5Oq29j0zTJBlXlF+ZtnsONxvVWda+rbV0NUs3viLEh
n8ALmMq8rs5xXFqqzOJiCbxXM9dKIubNdDcHvXZE6luGK1IPQIjmpUCXBZNvNElDSlmSN0Q8+agl
CIyhana2/JC+uXcuh3w/9ISIjCo3odKbwAjNiRFUcHuEzsSVYjMoD8ZnZTfN3hoNQGcLLo776d6d
CQ0QfuVvZQFenxuUyQR+695PXVld7d669m1dDuEKCRoHme4etCZ7Qdb8YviILYaacAgaHZn/ls7B
/t1zSnBJ+H2gh9ZEsObovnY3sUxtt4ww65ZiclQ5Ne2Z9cae2w8v9/d5Yt1bi/9ZzdM3o5TDiJtP
O3zD452w5992u9rb3B4qck081o5h+BapiseiXQ63IIy47fTxYPTKueee6y9rU4znnkf8nrLmIW4J
I9oL2nc3bmsV2zTDCnpPaFRxXFR2cbLlzeqWLwyeko1NLU8EUAyPtgLg6GhDWCguu+WEjuZdKyvG
TLzZPrIhQ4V2pk7SlGpL13HwRqUrbTxEyuDO8bVLIxmey8yGREfmlmKcjEp7fnIn/9UL3FNjFOW2
rIq4LByecNiaKV7sPmr6cmMzUbt2mo+eJ/YMDTGA7nnBjvDZLTxHC6HH7FP7yZNPqkdBNWN9KNZH
t6VFCQR+6+RAIZneXPwVHhnPeGwR4xPVfZY9KFyJAOBxzw81DtdiLrsDhRMHb3auXoZbsddPBGFE
rW0SVpcf087e+2v1PNu6v6UOLNIzuZcN52WQPQyafJ5E+9LXMiKEYA+muhVztZHAIUE1HYmjiktB
XEFi/IwQBIPhoSUa7mttdT5xIcQ92oDS4GGLDy4mqXLTpP1maJb1Lfeq/TrhFRMOeQDLpmVQL0vt
1FOK3tTByfKMLW4mRWKUv521+VaZc0/i5TZwqtcWvYrI+o8FA/YAGqNuq82aHtNaoKdqt4Whbwmf
Gz8mshT6wnxyuyFsexM5IqLcI9WRL0krI6qsNqUtuYrWOCi67VJA6ucC/yLIv2vyfCOmXAG/h2n1
u7La7jpXwbBXZhPz1DgSBdC+K8s64k3eiUkdbMFTPUvmQ5piS2hsRIQFI0I9ncem3rGYcq0m1rke
1QHAgAKxIZp4pUXafLR5H6d5HvH8oFGuvYcNffc0jkE/5aGtu2fyjx7rAQAJTQ3QSs3hnYw0aBiw
AjQrV5LsB/c8e8NOuJQdyfKeTH0rSnMRIVfZeKO/1YKiPvNRXgIneR7Hninjl6XMMy66LR3f97ay
TzRjFDG57c9ugvPcF6DLM78E9JllJzCnrUzTcxo0EE1Z9ZTo3aVcQL94olsjuYqIIbCf6S3eZ+sh
FbKji/tzqbSo5OZLeXiAj2p7Gtk2loVrz3XnMwKay+C3nBf+RZPtqRzoSMMuTlPXoU5Y+yX3WDBD
/IWtkj0W7OqhLdOzNeWfapD3S3ozxJnj0czXSOAWfARYXxgDyrhJ5LhxHfdCjMkcatoNwOxRazbT
/EBZErA2MT72Oub3PPAfSne84BzcrnoBgGACrfHui2lm2CfnZ6rFY5e1WIu9iUS8YUPYFMonpe8y
EWxb2ziRXoVamSzACNjpHk3u2bYqatZT9YiC4UmUCaEA5imT2Cxqgq020upLPMqcpomGflY0ltyO
mb7PCF2DV7GO7LYbN7c/LWJuQCRwrtrytadEaoeGYo2LwTvZ5uLFadn/1pXk6SL/zGI+EI5xsJsg
nuvsYxLeA4zRi+nUPsi7/CSK8rQWfnCAi3imZpSTwP8Fx3kZA/G9TMtRTME2yd37Jcj3qZ9wXEL2
GFmAkiUJtp7RP1J6RhgYRWORkc2nziYXtKh2SeC8+Kt2RznYgPx7RWqW2k8yq4co6ccItdBFTdVP
3mDy78xdO2t3gSu+gmHSInCXA0YGmvdY5RreutKaO3YTHFfFySnFKQnmx8LtHiXVDaSWDce6Ha48
/z6bLLAjLIkvpJbOu8ocmZ/wIKawgrf4oDsiVM49uda7RCMszqHNvZpPVSDvSlGv7BWJfvZXPXsy
UvZwTebzdV1h5ZTfpEwakymf1qx6LnI1RyIBJinoTFlQsvasXQS7HLxAEFSpF8tZGYQTlMF6bXvS
fv2B+4L7ozyQKeDt0tn2ryVnyH7sPIM+AnhBPSVhrzb8cQk9cwzw+SJdNmUN4OP3tdgpxtl3XMo5
tYNesJ4yrCEX03GIm8AJ122bThMbg6QYRiDfxUeNuBIEvdgXYymeqjXJvwvLJOiUinYgc3I1kf0l
ekySi/k4LZlD9IHQeTNZkO5JctJ/pikAidEMJTmIEgRCabK2W/zj36WYk36Pqcu2QsRl8kNTHZFa
tmrUvdHJlkLFwJc8rMzC3PO7v2WZmFFS1f1DB3u4bwoTw3MWrG+u5vh3JKz4Vy3ojCYCN+o3AQbf
eJhIdBR9Od8DHVofiSb0TwWSvG/U/2HvvLbjxpJt+yvnAxo1gL1hXxNp6AmSkijpBUMW3nt8/Z1g
dY9ignmZQ31eT5t6qVLtBLBdRKyYa1FkG6lf7k0aDdyYMly6gy+C957VZnsfyOljxZeBpxUmO79E
+Ik8v9/lTRCBHbKg5DVztzXHFqxaUUru4xO7D4SRa6Mb5Z5yguBi5zuPhp+m1Jgb4saUy0WEol7I
vUaWhI29H25RD0a39mSYfKNcDJ/SHOqOT+R+1RuD/S3MHM5nQRY0SDp9Y9tdvx10PDloWkCKJ4Nf
QcIpUEzTAtyhA9jFQK68aETeXdkLhHSImp/wTb5aLdyDiOwBQJ6k+tBlugrBtmj6G2dMistp7pKn
2iCxWg4RSRnyqtu51jTXKgy4ZpRS1IzMj89GSVGSBKphzd9zaoPDJnSc4XJUmvRQNrB/MK+29pZd
ldcVCDAWEFsbJr1bvdDuCnLucPlL89FR5+Q6gluBMOGB0pB8DLOZe3BV84+rqHq2o50DseW2/Tw2
Iy5ZMiFPBn6m2XKH7XdGkJJQh8Oxa0mhggwj1dRLkg1V5Nu3oNCUu6kIC3NjgdSDwRONZC4KQABi
GiiZgYm61utx4OwY/OU0QXGxwTugu4uQKbrAvOJrcEfxAw6EX6taVHvyP80evEx64O5Eu7FlZNFG
LTjYOxAEd2pvFREzoKHYlDhGctUZifPktImD+q4rmp+zBhNiEQhme2gI3b1dqhnhGmyTbTeL7tAP
DlpWi+sbIb6lH2a9qVuuBTHF9DoM2GhQpeq3fj3qV40dtFd6UqbIXKvZJNEBlLbfZ+MYX3QUQOst
KFyfu7+o9Q9aGYhya4wSMSAo4oHk2+zcZ1lH1wNg+4kbYzvdwZGhqqUF7Wet0TJ4UxHwdwO14di2
xi2ax4J/p2LelX5jbQ0E0rzTKUN2h9PG5l9zjmKn7DRSCY6Y0M7bgSp89mufUKJIfQ3f09gMP0to
tTBrQipbW8scVXn5rzbUKg0yXLwLenqEKW/YgUZtrK3UO7OymvbwrwSHpwayVEhejIZUgH+MBdIX
mJJLy3r4KfAlMfGLVuj/1Hmv1Hl4GrwSUL1R532su7U47+VP/EecJ//C/cmwaColYuXagwLv3/1q
hv0XeHd8BLj+8kcwYPpHnCfVv+DHLE5PwiIuNxYlW1P8bQIl9b/4MzZNqv/+l/4vTKDQXdFFSc8a
jeUAhlVhrtrXC7PtdX2AfjtnufoF3h3JKdToH1p1JHvy6s2ckOcd98b9eyyNJnme2EKOuMj3XknL
EPwC+KoSubNyC7aDb0ZeLyx7LxO9O3SB0j0lcUGEUIfzmRbON+qy5SkZkyY/zLNsserKs0fJJVkg
e00C0ueFgWq3pDjw/uO9UR8ug0ieb7GgwhRzkfK9erxM71qZFAwSGfZTY1PE8/tbMO/vj/JiMvBP
h+G/3+KrYVZfTOuLhuIzw4A2iO66HIHFUNXKh1JXUJCz93QHOr/J7IYp25WRJs/RTGPc2AVnpIkv
lPu3v0RfzNfpjqXv9/iBh1QbQnvgew6u6tIZ6Ba3iktZ0DUOGn/VQD7uNReykZu67dZ+IK50s+8U
tK4onV+eM+c4+Y2Rmv7n1yx//9Xrz3NQv5geS6juQUEwb9wo46j/4TfGs4bCmGXQ7Ew/Kcrs40F0
fRoGv8vlDqm5sVdEmt6VnIYAgcc/M86gyceUmoboHYQFhlr0p66Gkk3AzToGtYr4b1Mlgi/atuck
s3IRG7/qWH0Zx4IYAEbEMhCsrX1i1E6hRhYzTlKPsY+oZQrnC1F0U7PRw9DPD3rfheEBgI3+XRKA
zAAgfFl+RSjoCEhKQLF6ZJWQEDfGMEChGu3QLw+oIVFjJX1F6wskeFW/N1JYq25Ef2qExCekC1PV
G83gkBJWc12nETVLIs2Ua15emsUDrScIaPRpUkmkxjTSuJaSCvs2m3gzl1DLDRipxXRnL9GWY9zE
gtzKBoIqgBolqaAVO8GoofOyen2LcHD6aA0tcpG6r+Ch4M/YphfR8tdDmUSNcxHWYxk/SZGXpHWG
Ch2nXVVEdMSJzieacHzsBWQXOGheNIN63GT0SDZgPMY/snzW0QkMpfaFTiJfYe3R6LULfENrN0pW
Kp9sDX/uLbqCcVuDX4sPra6D5kZHFDR7TAJC4QKZ0g+NYhX5ZoxD7gCllml7OTY2davQl5/HUBui
LaTN9nLM0qy7CGZFucVLuYAWW7T2T9DHpXbvpHR3uk4btAKiBYQpfo0WUZjpVOU20jW7Ogx0VE67
wUztn44ak/Q8WM5oXwfKxPM61kQLiSLtSkV13KbfZCzJMddZP0+YCozoexISBjPJnSrfUT7KlUXM
rXmiFtECV5xsr8qb3KMyaj2AIjS/G6yRwsWeI310+hAW1xA6aFSiRJa0503m3G+lMjW/w1FCHTeM
yCHmHzMqT6UeDh8w0zZGal3DbFB+t8DicSGqtU1fivQH5yf53UHrqy8gG1o8N0IRIt1RbPBAtoqn
PNWFu0CnfrRhwdLLBeYcFXFpBQFX8TZIv0AgSrWFnqcE7qDY5e+EPlXsJiL/RxCUjce9GwgvjdlB
7Qqr6++Hqcyf0fexwQZlENxHUgILt/LEfmjQ4s8bmTd0jViR0j+NFKJ+Dk0ZleS4hxHeXaXUuBiY
Svg8V6Mfw2MAr7mxI7rnNjrexnco01poJBBzbjpUbwjczKZ/EJ0ErF7IacBxRI4Ue3uaz2qBEHgb
CLX5SCOXc1l3Zk3/WmpBQKJr0eBcUJUZmUamJ64S9erDFGYdPOO4LpG4Al4PN3Rq0n+aMNHvhVJH
sEZTS7lQlZTEDQxSqvJNosmfwB969RoOk3qrUFD7KkpZaQemmX0/VD0cODBjQ+t2Vqp+NZ3coj8Y
1VJJK0upPzp+z7r0S734TXHS/NYCZadsUxfxIgPR4nuYxdNHphSC6IDO0C2SyQGgwxSXiOLYKO9o
/OE1YROvPTbsIQC9Zj4DQfO0aMAoPN36Bkh7uOKy/Tz1dkalbmqNbcSMeYSyCeUF8+jsVy5DxHt1
DLHVLSeEIrwcteTcyithQsKPs2tD02e4+Tr4z4tEsLgpGZfg76AmyQy1jEVhYKqHJnNJVVPViFAV
hzSRTUnnirAsvtL2bbELaEbvjRrp9m1q29UvVVWQAZtSoBqdYCTCAsxT4yZKqrbZpCGh2t6KQJDs
6ReEEj0Y1AZ2FTBtHdiEIYqNUrIQHsq4zHEi6YqJulBWAjoVRWPYV1gd1DXN0FXd07U4IufTZ3oL
bzR6HD8ROXW0pNKm/oTLtEqarZFq6PpRL1F90nKG6UYR1/NtSQOwN9N+KugC1VK5ETnddgGai52h
oSwna0H9d0kuG2RO/K6KL9RpwsSBzNooL3TUv3wwtaVfNDD1snFpVITpR5nTeeoBAVP9jxSSLrma
q+bBJG/GNlibCq3HGVT9g3ACRDl6iz+cG0wFfZBDIMJ2N9pdgoCebuR501glPOyJUpyKmB5z9z0F
XGvYJZHaVaRibBqqEsMCGBymw6NZlxEJLN8Q8noWvGcqlNOIlr8PU/siB7eJ6nkeDW+EM1u6pTVK
YxeqCXHgnEcIKrSCH7/PjEIo13TfQifP4gLRdGWxo8KKLz9ywQz0nR32/Z2qqYq5CzDctXd0PKCy
LGyaMvGOIB+xSZaknks0rFUubHlT3Bj0xyCdDIyUJKYaSnheRSzaDyYJ9WG7MKeejZH+1wtqJKPz
qJg+LwxKQjXuQ6HWo0uxADIq68soXFZON4NoD/2ejvVIKju0UVLdIFlcSJVOG9+yrcJUt2uEPToQ
1gu1DOYnzSojtPy9bzwh9dJRF/si59I4VfXW6ErH3LRjaGBfrwm4tDe23Q+/S9jIiOYzIJ5uxnlO
LD3nxKJWVOvNVao5oU5sni0lKp4NpAUuSc9E6ek9XiPm57alweMGDnpTsJMppYa8UJc3lQQhTxXI
apN9jQT668v1+f9C1lchq4Rn9f93LX5aXIuL/H8um/Rb/rN53Va2/MG/A1dug39pjqCZjIYyolYu
jX+HrZph/GVoZFEwXiVs5O/9E7UaBK0WuWD+hK5p5Cn+CVo18ZdUrQWzYliaCWfF+hPMysvd95/I
Y4l9uXpTEKdTesFRGSuAl0gxhcAHKvIKZuiF1Jwco4PUucRQTbkqVMpZGbB8V+1ZWUbR4/cJXdkD
tBx/xgbn16vXdyKs1Y5bpv7+Nexh9otpM51Tq19jZcHY6k4fe0lbWp99snjgd40x/SBJ6/waJti3
uEFl6ItHbglkC4IHtTIhedQlJhSbvNUkEnKpfYCtitKx1CMI5hN3wMLN03z48f7PFfLowv/3zyV2
gX9mCjSg6wu/TKAdEk1EaI4ohGyLfig/1H1RNTS8wFGyp7Ckm4MY8zLHaPdxnAxcxGTALS7pxZ06
auJjX9rjhyVdZmyINepfaVj4BwW+zcMknOS34Kz/Yejh/HFqkvIpEeMjSnbl0/sPchzw/ec5rGV2
khCx1ukEjR4aFZueyDMFtRc70GOXVIy2f3+U4/DoZRSE79RNVbos+d8qrFQlgtCqHSMPZHmy7XVt
oBhfVdd1zIb5/lBLgmA1qx2VPjqTOQ0gzFr+/qsItk8ip7RNHkiJut9pb5AI98VtoxBD1NR53h/s
1HNpmk48SOCHsGqZJa8G4zDFOhS2g9fbrX4dEO8h3EW7MOIGcvf+UCc+FClHeAg6HaiYd67Wh9Dh
h8xzHXtxHuLGq8sBrm41bP+LUQyaB3UT5+w3yDNatNSIMiillwBvaP6JmiuDci7J8/ZZ2MAIlG1V
Lrkk9rGj1wbqb/DHWYs9NqWFG0qJ1bdjceZZtOWVHE8FLD8ttHH8a+C4rVMr7ahHUR4mTAXQOdsc
bSp8dS6J0aiiRsp4gRX3M2uyx908AveW6Opv33+fx9m6ZeJjDE3CTKd7l1Sjvso/xLRVWWafxN4Q
it8dtfKDFH17CBeVCMCizu17gJdtgWbg/YFPvGIbE1lOGl6xzVFz/Iqxj/JxU7JjDwUERmqksTZJ
UZV/vNiWtArSDbqSaSm11vO/XRK2Ioo9tXKka/TGNzHlzwp1EkQtZxbAqVfJUSmWLI4hNblK2fWx
HU6NXsZeW6faru5bYzfn8HUqGvK3cnSqm1mHDwLoqjg3kd6eTXAiVHYUALPwGNfztQ87Ox/8JvXs
8WvS9Lf6RLqO8MOOVYReyoeYW6cIfHfMfQJ/dZfNT4Rc32qwu+MEXySxtkn3808/MLaVQCS5RljM
8ZcD6tXWYwKvF0Yxh56TKtEn1HLOI2ZG9eH9UVaJ0mUCIxVxoPaRHVgyaKt55COOsIsujJcTLdlG
0kncYcCTByV9RJIgtC4seNRfzLorUMML5wIPtgZVAf5R7/+St5+fTD397xbTjUVtrMC3g6bXtt/H
KB5COspoRWh3Cfl1ip1LAKbm+h5HpehRWHV4ZuS3JwojG0tiT5WO7aw3eajxJJ/Ianlj6CBBneCD
RiY1Wod8GXLtWD3zzpcnOd62QMZyt4DAy2tHtHu8dIVGT5WBpAaDgjb6MIOFoLt6VMoFCSXpTtPB
CMUuqrbsEsOsfZj7591Zl1z++jeQprU5rFnYL8WY1wcb/Cs56TQDe1apIWlqG2eH0FBsyo56c9+j
kuuQRjzh8kZlMDRNxE4RZ58MyzNk4Bej3uNfYgMv4iinvML+aayqDl2pTTRrZNBPkNpjEoLDeEsm
k9wqYi6NfrkYcxX6h5AbXytKvTNJWqCPqwEguQWCbbp/M6X3dJ+C966gVRbBXxeraFQD0s+oHUaT
zlV83B2awX37BiC2+IJ5ebgNpsBBTzfm7WeSn+Mj2Ey7c0ejzpfOGeXRGlGUZClkFrw3m8mkFlnW
v8tuQrX//tx/OwO5GS8rkf+y5NXVnSYiDQmnJGm8Qukhm6dcOBvN95GTzA7dm5F8en+8t9caLgAq
Pm4AE0yubat3Lq3eNuNqbDyJqO3CCCV4pQnAe1yoxh+fUwzF9oU3t2o5fOXjya51ZTUhl2k8DCOG
KyWRi9ZINf+bUWCOsXfAPbXWp2E1dZE9EiR72EwxY8byWdGpY7//1patcDVTYfVSkyPek0u8d/wo
YdUjYJNF63VkBPa4E4vN5MzRmcPoxChYp2MQD/5BY1dajTIpVYn9adt6eiDSHQaR35MQDuAfPwoY
UI04kzojXaCrs9ae2rAl2dp5qegadJz9L/x/6zODvD1V7YWLQhTK9ZkIZHWjbTnjnZZuay926vQy
MKb6QnHU9JIuymA3zzJz4bCdO0ZOvb4luKbAxTfCr/34I5lWZUhrkgyqtgUCub7bYbgZn3m0EwvI
YK+yCHa4GL2Z1Vmu1YYz1rWXRDSaObhxbmlJgqhmIEZ8/1NpywpZTTvDUHUieW7sAEdWB6PMGrsn
8VZ7McBIN8LeeIcYTNuXneXf+sizbgTyTleJyTQWkah2Q1DJp7Qq4p3ZW+NHMbTy6v3fdOLxQd9o
RMfS0hfS9fFLntLIbMshb7mqoYeU2kwWt0ynpfm5P/OmtRNjEUvYnM0cVkJqq72xLZHn4X7UenQI
Bp+UqUa4inwvx/O6Hg5hkaNywuBh2JF216qlujZl6J4whdsEFDnjrQmbotlPdv4cdYpgp3OKLN+9
/0JOzDpOcmm8JFyona9eSIbXeIkvY+dlluFvnATVKGZ73ZnXfmoqHA2zmgqWVYqMLELnaXVo741J
Bvf4ItV7c9HX+IpoL4PB0rzScBA7qj6K8WBQDjG9G26sBaNrAek88+RCvJ2ejk7MarMcOMPs5e+/
uqfi5h76k2YMXlko5U0MomZDa4LVbQdUaT9MDUwZvt8U81ylWsSAND/WHomgUnWbnlrIZjIC7EEW
d/bADa0QJGQIgBFeFjYIlosoq3BI73fNPjQUMBgYvWs0GJAL9cxC9SP3/S8pTyw3StdUlMEkExGs
XettZMUBtjGdF5Fk3SVhHe+xstJcOtJtUJJwX/Ax+BVb5KD8pumv/PZqoCGsG8QmTs16N+VpsJ87
tBs19KGNnATZozQVHzDG6X/SBGuDUMkNF/qccCPD+B22ne7Zeh/sC8xRbpDt5ZdDPDgHO7JtujKb
5hICv7oDrzBhGFIPZ461twuM/VIn1hAkb4jVVyd0qeLHk4fq4KlKo7gh9INn06wL3GNk/PD+y327
TIBO8U4dmO4medPViVCNXa+bszV4Sj3JQ9ikv6qk1y7+i0EoqMuX/1PnPJ6QiqzaGmf00SPVNmwL
4C0o5uU5Y5Fl2znelUl4WVwEbNJlglTu8ShTmxQzF4XR6+PmV9TaV7E1AHyu6NVsK3lmUp76RDq3
NWI0x9Yhah0P5g86MubCHz0xIcymRXDaZ7Q/begqTc+s55f9dP1gHDckPpfRqLkcj+UgFPQnI5m8
OjBgVAQ2bp5RIvaiSvGryfFvdKYE36HIFK3L5zOvbRoRaJdoisYhgsmc1o3iWjrkP9BmHForGX7H
wLvOCaVOTCZNhV6vETXyxxcF2uuNZ2gsJhinMP07Q+mqHRUj/J+yM6/+RIBMaoAQWerakuBZpzYr
+NpWpvE+OODUDw7+hnRaJToI5MGsgRTVllrjilfQeKI3jQalLsGEavSD5snvaPU/cx04Me/IyuHu
QMKJw3edJjRo4KhlVM4w2yLtmx2buCSRNbnPraW/ZqSC9P5qOvn8rwdcTfTQRgDaUFD0yFeryHud
9FDrgpai1AyupohcPQ5++QWAWOMRL+Vy36ap3AMwOHfHP7EIFmi9JD/DDkJO6vh74xxHc202zl5l
iepAU3tGL4fSQiZHO3PmoZdJvloE3LUcTH2oWCxx+vFYaYS1B23hMwkhWx56EsNbPUDpmyTAqJSw
x2bNosGixqn7KoZt8sGvtfjMzHubJnBIgnH3IVurERSu9mWlrO2cUvnsTSzWjTNk022RB8SycZlc
UL7BBdhvaSKW8kdd98qZu8ap1aVrOng79IAsstXqwlcU55xQ5bPP6WdZFcXeTHR5ZrM5UWVZ6Ir/
jLJ6z2BgK7TqiuZlJn0evhrDb9BEU8ZbR2vb+1k3gRKnftohLJGN5vUBHRM7atnmYW7t0dlIUmIf
gjalHXqin7inOovYmVS6U+yVXNQ/bMQc3YWFLlu9mZVZ0C2t2vFNXoERhSAXQlQ4M3ferFCbxJ2U
BAYqMYJcl90MKxwBkCrSq206t/yoVA5O2GQeJBlN2dpDOaEeUmHObeQoigenKdVn8I9qvykB6CR7
vTNmysOO9RsalKJyqAzKU6L02qf3f+j6C+OxAMBdCtWh1OjItQdUFNnmNMdF4/maYnA/lPNhcEDw
/ekoOG9BLqeoYZsGk/l4JQ1mlkg6ujpSDfFjT2NlvWmnVMvPDLN+6WSyCPco1OBbxVbtrIbJ6jYD
HlUPnsgy6yYguNyUY+J8VKIcopU5dU9nHkusdgipWVxg8H3i2kvtwV4NWOLFLbnAqJ5fSetHCyjc
31QaPdB04PZ9gF2NRTaeRhjMZPl30OAXpDRDgqjXgp+NTEDP1w0OBpu+D6Nnq+oaqHZx7sC8QTdP
K67RAXTKuMhkrtWG5r2WRQibIK9HXxv+dLHJoShif5l3zfe61oLbpoOYFQ4KlJciNGjKQDCmguTI
fXJdEZbUNFQVNSqZGCdOSpIiaZBg1Yhvsq4EpBMO+mRvDDKXkdvS/IgQz5DlbaTYNU6Z5FR+vP8K
7fUGx8lNt7Zt2JRZ9SXAO54aXUdzUp7TKAdSEqU/set84Qy2eqdXkOik8tFI5unLrMfmpY3CZDER
SAuaNkRMb44eO1dqMZc/sW3nDyczXQjbLI4krqiQf5+n3tKazTRY6lVYT015o9HQfBn5WqhCztbb
79Ayy+pgWa1zwefly2SDE3pqbdYfELyQ8A9SG2e/uU5UWlXbUt52KPxwtWmz9gr0nMzxKp5UsoIT
vIMNjp5BReNcr3+CUFjg5dvECh0eBsrj0kHZQb+cGG7DuULjFyJK+lTOeJm7Sz84tiLcQBL8T7uu
pA+/Mx6oyZXODkF6eDUZrV4tHqDzbh7w+MQuZZrpWmuter5WhjgVV6LX248iyWkM67ums92gruLw
2sYV41YJ5v6hKGzkQmmgfmWGdViqhh0m9TnuotgtWDT8b4i8sJTETrfoDoYYiB1xf6bPUfSwwpNk
AWYOo52gYSmTcZcFOXLbUYcpkWdTeIGCDVleDfPik0ALh/9FgfJzk83wHkwNX24259o+vD+B1hvY
Mn9MDKIMUpgqrQHLheFV5NlMWSQ6sGqe2pntTsvJ/CF4kvs/HoXsFaVSy2JjBwNxPArGKmjK8pz7
sI5Aa3Ew39E4fS4Ie1PL5GEYBps1MjzcWtdCZr9ocSxXuslLG7itqtkiNSYV6MZyHg5YinwzoLBu
IJ4AEOmIehsnac4ETktg9PrSs/wEluFSTKQMQv7x+ElDASheQbhNLRPXzhxNBZw4MGuqmeMTa2QX
VUxDljP9ev8Fv1GGvIyrc0iQR7O44a3GLbAmlYpdkcNv6ICCHaA0zxgzN6TdFcf5nWMA/tsJMIqh
kXimcQiS0z6ZZ8dDDqe7Q5Z+0vIh15Gmdj19dlPdbuwBCR9KS5GeKVecfEfUiNi3iMeQPBy/oybv
1RnLFgSLfY9/kI4iMtMGYONkVtwE6AIIfKclGLJK9/3XdGK2s1NS7OXUpkynrXI/qpGj7UvN3usG
WA+w8wmzSKeeGeXEnkxeT6UOAWSYrMJyzr5aU7lWtFalKoM32Ep0AbJUD107mnu0OlyqvrR5FmJ6
ir397zbqosr1K386l4JZvvdqHrLQFgmUVDFLWyck4r5L63RSCK0He74AbhMdAjBQD0aOhD6t/Q9Z
a4kP77/dN6k1JuECACfpTvUAl6v16zWp8/SBNnmR6lzowA64xd0Ryn1YrFOnSsWuovzWp1gH2q1X
srWnmnBTGW/P/I4Tn5nfQf1bJX2x5FePP0Bb1fBYgwA0FS2hlzaGO9cOXVFXGVKuRdYs3VHAARCl
Vu4IDFCFGpNF9QaGGxTSZpflApMcefaq/iYO5AURdTLxlg2KgHD1gtLaiDSgrIREfYebQRHid0T6
gwbegi5RtsbKaJvd1AfJtzQ27T0eNoYLBUs9sx+fmB2sAlQXy4diO1+9IKfwK8D+BMDB0ImNOubd
/dgDplDRf+ILhRdNqUzl5fuf5UV8sJqTy7WSCzO5eJslcvxZTANLW1lOhEOodA6+2cNeLJPmMMwK
7dIhuAhND54qDSMkXaHLoY5pP53I3G/1sLUfiLAskHw5KJcwqW70GKClEgXtNYIfZV/DN7sER9P+
mJxowPLHX3oS7HQrek2/6lX90zSDx2JXJnLgy8NYKZRr0aL97edh2EV5npF3xDaD5US5A7AQxb10
CxBW3kK9zG/efxvryzZTgfrUUtjhjRhvIpwGl7G4B57hNdg273B7QqJe1tmWHmP6KMWknzmY1pH/
Mp6uEiiaQBIoiq02paqlXJ7gN+zZohu8xMTKJk0QO8dhXRzef7QTy4/bKOlfRP9M9Jdt4tX+pwQ6
h/CcQGnRNPMCaxv9ANPzXIx4ahQSzBR6BYIvutWOZ1OEmDEujF71GoMbrcjBq/Uq6+j9Z3kjAF3e
Gx5/L/JUCp8vS/rVw+Sz5NregN73Uw5Z1CvLpU9yqX4AzZJ8Ccaxf4bHGLZXPk/6WNAIlLkVnrYV
rtO6WrlpUSvnqoKnnp3cLOUs6iWUSlYrqfTpMNRCRwUkYiPsSOrJjdhrz8SDJy4VSxWQewyZModd
YrVNFIYdy8jKhZcYc7wreieYsPLOIsDATpp8kkUcPpNNnbotCODKi3vZEaIlSyfGMDfRV8p5egRp
I8u/493d3EmQcc3GMgfNcWEzB/aZbe3ta+H3OhSQlkiW/rzV7417h9zWZJDiUIG/+UCzt9oENf/9
KfF25S6uD4uwiJBf55J3PPEI9O3Z7ArhWSabR4dlAMGWbG/mJg0v4mEG9vtfDEiSdjnJ0Xas1xNH
XTBPzSw807fDrR1h0oiwSKNrAwO8McJa7v3xXq5Bxxs1T/hqwNX0IkWg5VUnhZdLkMlWFG8BusER
tG7iEpqMNgAL6pXW38XO4O+zBiNEEjbJtuuK6pF8SL4N8mG6KprqG9jxGOSXFJe5OSv70TjzMd5u
a/xUmxzfos+mt3B1l8x1I0Zxwk8FZhRtOV7bTYmI0Y389pyr+Mnv/mooefzdcUWx55GMvefoWbsl
d0+GKYXpZQ5TuFey+Nw18tRsZnWbmGNzVSZVfTxeoE8xwVkmPAnB8TKIVJ5qKoYzL3BZE+tvzcrm
C1joS0xzNZtphQLxmwgml1GZdNdVlpebSezizFHsRzIAO5RdzvP7M+xtBODgYERvq2QdUfJcDZqr
Wg/5OZFeO0vTHdr0t1oaEDANYd40aklg7vTzNxwZrDM7xKlvuDwsnbUvJbRVYUaaYmKFxdIbjTK6
YNeeIFwV850OsWXjTKL7L8aDnUl1BX0WBZbVg3alYXRAn6VH8yfpV0OJbi2Hzp8s1KdtMWbFmdDq
xHJguhBz0M1uEoWuMmrVnEKKl+nsRVy3t8Ks9V1O3WXxPRj+MLlNrwMiQ2TDEAUYcJ0tpJ1rHCKj
nr1YVuohD61bRKnnlG0nngdlrk2tgkEoHa2+Vy5H3VZsbkn0vuGU0CaAUATlEr+ogz9/ddREEEAT
N1AnfNHYvTroHSeje61UZj6VLe7tRus+WSy/mzZOgof3p/+pp3KQaRL9cnmx1k+VDCnlLZGrHi2t
d/iL9J/LRn8ukkh67w90IiPicHVh4lmGiqh2fVZNRaOVRmSqnlmq8wF8Vf0gw0x1K99X96zRcB/Y
lYZNrN3vjbbOr5ohUc7c+088Lb8BH2V4shKl5Gofy7W2mzIObs8mj7/HNaKj6hfLgyS3emYzO7Fl
cl9TCTGkZRN4rw4uDGJa00T76vWR8K+nMYBxVNfqmd3rJVBZ7ZlLBY0IkO58isnL9vZqqhSQ0rN+
uWdMll3+kHDNMA2FbGHkvrhqVIBWuBYPGDXMutsNcXMRtbF6l8WBuFdKqV0sTb14b6A3OfO5l/jx
zQ9jF5dciumoWt+J7Tq2p0bNVOheHXgvawhvDFiMF1ETfcGZiqykJqOrNM2eRZDnN9ZUGgupK9vm
ZWw8KxOS7ba2ETD0CLSrwUh2Sl4vhNAFQnrmVnNqWvCxdGFS56E8uIqF7bxKJpL6qme1dn1QoDM+
9pa+xOL+uf6dE8fNUogkMYe0hnL8aigx676ZGoHmpW2LAzaFhtuxTvO7FkIQelwMkGiaUjkORPvz
/S9y6iHZ/s2l/LmIlVd3hiESTYj9k0Z3ReuDypm/NsZgXKQxyNr3RzqRWyCe5D8UA/Am19TVMrP9
Fu7b1Ahvtsu7grT/QQuy9rvZj/lTKrFxIiHUbAyKLl+1sRAfDShYF9KKzhwLJ+4TbGzEtaoAUYIG
83htjFh3F3PdCy8Q9bCJZ/0uH2xz25EW2c4xlSv695/ef/SX/XI17alnczzAQ8FQTF1+06v1WFq9
koy+IT2ateul2SFMb/SR/qYNtUpsu9nUrrLIpNkMSxygmnZUG9Ye7hhsQcOcEi+vjN8UE+uQ/mZw
t86kOs9A0s3vCrdKqMFWUCT8qRIZUmcl+e84HsbBzeymxKyobzLQ33gbxjvbUmwoTJUjPmtdNt1N
xjgc5qlVTHx4mhCALBmJDdMcHK+dZdd+MpjUX+e4aqlIGFA0I5zUaavFFuGaviCQ/+bcTDSCqWGa
bSFCzZCewHBN4CU181761MluNQswGiUPmhBQH0Nsck2jw7EknfxRuWiZKge4Qfm1Si/vDzq1TBOs
ZqTcN9wPyP5UJY4uJAgLt2rt4lkqgyq2mOfaIKrCsn8uQeRtTEfGP30MSkoMLgNjSe1hC7TJgpL6
S+sU8cHyMYc6s0ecmtRIdTR+FGkSnLxWO+1M1ckRcSM9dDH31lxq4CxxLcecqfutY3Z01dI9uLUo
8H3JVR86fjZCDtTmIr14f46dOFmIetB3cV5rtNesVtegJ4oC2FWST82DS4qGtABadnD441GWJSzo
NyXwBtZ0PJGBFQk/VsDpYrxj731hJjtwON/+cBBBWkZDiqNCfTJJ1B4PMuI6PkIZNb2oHapdBYVm
O0fRuaP4zc7HKJbEGZEeNkFLyOomCn0MSrivWd6IZc0Gl2ABGWPCmNrSz219b7Z3KlcLCYn/ccfm
tnj8QAOG4LKNEsUrLPzGurR8TNQJW58kV67aVOCi54TYpurFOV3TiYG5WTkLykZyVK1lXkY8z1ox
SMUzqT8/WDWcxLTKILrO2U8cleAxJzPUuKE7Nxv/jvmPtjyE54uihaY9sagPVltehewTlEaUPNiN
RURKCifcY7ie3naNgrUaFS9lcV2u+1sKf/GF0RjlroxmBL8g3m/1QCVLYWaKc6+3jvMjK2LrUwQJ
9L5Xk0THVakpig9kUSB0lMmU+3stGCDucespdlU+Zz6RYlg1u1qKxLWaZiyuKlMIbIbKIuu2bK/W
faJZWPvBzS4qrM8bK8PSMOwv6rkMSvxK5tFzDCfA3zxJowdTcfqHNGMBulPR51AnM+cOfk36LS40
TErsxvl/7J1Zc93Kde+/SspPyQNcmIeqOA8A9sRJ3CQlkXpBURKFeZ7x6fMDjyvFjc1LXDn2Tblu
PBxbhzpqAN29evVa/wGbmyQFbh8Levw1CkbEXaBD9C96NbUT9j+1/CIZszbQ2Jcp8ovWJSK9an1N
FI2kXS2V49dG633FsUA2+Nu6xmPXJgMYfg6tpvxMK1/8lcO95Qoa1TJaAkA5rQ1C/BCOA2RzDqMW
xpoL1bN+idPkIBCZCP++B5VGaVgMezyG+6sxstT7RpsEXjJM9H3ZTzpGRfpoTJvWiv2NkYJIwNxP
G9FcbZT2ZxfAl3HCvvNR3ZOVbivGVlZvKJCHewkhIt+d8pbKiVnSpDcyyuZeLmdb0Re+IdQSf01V
ABvMTW4Jr28VXXDhV2+pCkZfVbOsA0fwAuxd2i6oHxu1LssNPvftrdlO0Va1Cv9QWjEOlFWLfkNX
tMpNoEE4QQQKB0N7AJDur+TpZ0nCvHopOdAiYo4pAix2LOpvBqlBeBTrAAVCC21PvDRzF6/wBpX4
UXMLHVmzj+PeeSmXdocBCZAIi4+MtWQoikKpZnprxkchouum9WXxBdre6JQCTp0oUUY7s8ySXZzT
dQ+iSd4rtG8nPL8ujVoPV66bZ5UIyMjcVKi60LOFhj3Hzzc5S6QzvVbspUeeA7tA1VNcdPRx9Oyg
ovqjZ60cLedXQXJpjaYkHQfGhHpwOmCbJDhPxXV+lKIYAWID370IbczPuJ/Xn6bOHC/FWBf5+qm0
C9NkvJMQz3j6eArOTlFk/+DJzUgMaspc60+fQTSFwDSzSD4avpdfmmPSXSLEPa5M9DujzIISZAsz
e5pWxOkoWOVUpV4HKm1IWSP10XQU1rGN/u13oSxhzvwfdBPlJdUWZOFE/jeqt5i1tTtgOBhwDZ65
ktafHzG4C898WtBRrzN3+i5aMHSTWMXq7VTDwgjob4zZGO0yxFo2mGbigSnjsFV4uvWbpGywmSxK
nRLPTM7mWnE6cIZuaIpcLa83m8bpQFOf/aFUt3hIjRex3vcuTon5xkDRaW2lzqvg9GyjpD3DySnt
wow2FlujlkfNTMtUu/XS8csYN/qD0eoRgrJacCHFwa7JS2y0LC1wdXSwbwYJEwyUYBsh+P7xFL9G
hNMn4YClSEMbHaInRYXTj2DiQSlVShEdkfEScDsKMGWPU/lxSgJhJ2YCvoeNKe0LCZVmxLSLQ6yg
BlfVinDPeWNuvDhS9roZm5gIt8ZmbGHlSmjTH406Cy8aZRw3sItuRb/GGCuMlPrCqLHg0MFAXMip
IblRhvFtxiHx29GHT8yLkbpAhzrrPuqFridWq2m3tde1nzQcLDK76Cp5H6XQfhzEn/zPH3/LOQk7
/ZTUXA0AjCIJIb3vxdbnpI+KNFS0W8gLk4OYdHoVGoN/SMcEh7nKvIyKBKJyxHngc7f6ePB3gh+j
w66hXQgwAJDj6UQqQWZY0UDO24U5yiJZWOw7f6w/Zb1hfkPVTrUDtVYjm8cqjwCLks2Qa9WKjOV5
yD99iMW6trCP7qYs0OnjdKKDgxmrqacsoDXoVMDQD1dixzvLFx0cHXYi5HRSyCXcZYB90LfoqdxW
YioAjYuS+FHRo/RZ43i70wqwtU4jmonvNEWjPJIF4bdB4wQ99xDhYCyDEEVnZRtClmxbRMgyG1Of
6ZE0CFgfvhx6Y5dAbQs7CmscTNFAA+fBPQ5+BZ7Rj3VUyQJEs7jdY/6FP3AMDPfHUJGprcyvcra6
yP1pbEORZGgApafzW+YDCWRlIms/0MHPa0E4WHVl3bCc2y3VSdEW6VkFiu6B2ew+RRHgaIOHLZqg
2taSjA30x090Ptc8EFeSuZgsQsVfLLhazvuuz0v9Fkxfdcwy64Wg1e+NAMPLXh7WWoTnRx7Dsbjp
M5BTcPE6ff8QOGMZaoN+i3uxcqXlKUrgYRccPn4p6fw0IgwCAUesg94zlPfTYbQZS05ANm7VUtC+
A9qnJDEGRymUrU9ynrB1hUZ4VEahfugQPrtWhuiyiSzhJywz7gJy6msbX/bM2BXl1Lu1PMt3RcTE
QyeTunEFYTFvp9OIMz8s3GzaZ8SdZbqHNiCGDuao3/aGP4Hb9OVNDa4SZmEtbz/+MO98F2LLfJd+
hT4tN1qsFz32yYpxG/f5tPMtS9oJU9VjNz4ke4PajavlveVWHVbhH498HlYNjTx6TibhVJ8V+LNE
wSbbCPyjVMtYklIAtKk3DVvfT/VNguupOwYZ/R8sUTc06rPfD6yUv0lh6YUT2QH1nK6IWvfiwBj0
4NjXwVEWU22TdmV5wc21cMNSVu1h6ifchTwLYfnoSUEeYuULnO+0+Qk02SRJoeioLpZ+rjaaLOZa
cARNw40Q9r+DRUNrSxMQxxag828fnYzHHQI4DcGGLs7pG8ciLkJjYgbHqMWQWTHrdO+Xqep0lYmm
EbO+8n7nd6UZIQQ9S+eY1gDLn44XgHhOxor6goi3rYM5HSoq0QEzt8weE6gsSRDVK8HrHPjBzYz6
LVShGV0Dp/F0TCwNRfrpUniUvWG4HzUYDgjDpol67Y9C0DpelhQPsDABJcdyY3BEdHmCUC1ARghF
vo9bqyp3fW8rajgcm0lXXtKgx3dAH2v8wpQqS1Ye+Z1VQGcJ7C/9O7A6y8ikW54W5mYcHVMWAZb3
VFnDUOXCrYa2XsjfPt518zc/DS1cLYAXAixA+4NAf/p9Ki2YtAZS11FLrNEGURW5slaLjkU1eSUb
fn8okL1ovs035cVUJBTTU2kywyPYNNNuozy6QrsxxT6zrldW9vkhwlvx9Sw6Z4TMZbG1i0vBr5BG
PipT6e9gbAgu2sG/qz023/rfjjJHtDcXX0FKq0mLGCVQKsNpxQQooGXdmWKJgrKFt8fHU/XuwqAn
MKd+Oj3BxfcTh74zzE6MjtghqvdlW+DnPo6GYwSCddH2wVpp7p3tSjEdZzd0G6jiLjs+QSWaatLB
+pUB9m0hceI2WejYvaAs6mjD6OHdWup/w0vOfWSQ77wkBYXTb2qMqd9CboiOMzNmn+Ac46BaoW+C
IPyRK9FaOn1+6AByZxop3yA6w0I4HQ5lTSFQmz4+RpKAK7CSXWK6e5+W6i+5U47WEF2pqXYzlNnv
Sm6wdujucKOfZbzBHSwupQHFEU1KiIVeS3APfUPZFOnYrXzNd9IcDrJZVpIrN2ervFiiTebVXiBS
nkJEBNIGrKnmawZZRrSxvmuw+k1w/RZJaVz6zRQ9WyiUvo0LZHEZyoqCJlyvYu86wFebpj53DG+q
tY3ZR9O26ayptZFaiNfKW+8sdIgc7Fr457Ni5iImDbGHT6xARdjo07mj35S7UI/DXTxFujNCxFyJ
uO8EJlKrmfFOY1MB9X26COAEJqPpRVTTqu4ppAx+iOruBe7LtJJjvBOWQJTDA5+xQgw5v/ibgIFw
tZUWnZEefT+Eo5xj4trIxrAy6e98PrDZdBChwFHM0RbHrJ6Okpq3anpEpry+CIWcfYtx9SYXp3Jj
Vuaq8N47gWIejPMVDjxLaPH90qEaO6H1s2MvVaYDZnLOVgbfFrpB3JlACXZVkPfHdFDB0ueoo0WJ
pT0X8pS5XKE1KFOzY/eIoxa4S+mqas3yRp1W64bvTLNJajk3vijWwg08/fp9a6a4pI7ZMUraGD/u
ycLhG2/hpknXVvA7E80sUxekP0V9coneaEwVq76GodIqMtxqNn+u9cLff3wgnPFlCSIQKQEdcCC8
5gynb4QD4Eyai/OjKBYKgHBFu/DwTn6cyu51Q09ukuY1jk+6tqGek2+LWC6vUQClZqBpGKRPDRQe
oXipijzcgo3KNpXHNHRTHB70LnmSIw1GtVxMP3xodI4qTMHK1ea9LwUsgYYocm8kIousW+hnFcbO
zMlBRYkAXOtoTgRrHJJXtNgizZmFabjxzTwdwF6nX8qH4geIzyqOWaPGLMeoC3dIYCOvJuB4nrgt
ovrfgxgusFvKjfJlGv3CsHtV9Z7pRkjHbpCHz57sF7jM6fp3LxvremsZVXTMNdn7AWVOzigtzojq
Kmqkwo5NL918PN3vfaq58D1XnF+lCU/fYbJKpcRtujgqWB8hOtBgKD/VqfX08TDn3BdWFc3AWa0Y
FiQp++k4vqUXw9DM/lmeh5RB/yXv6aDEyGW3+Kx29UZtpU1UmgR/rXbaoT/UvXidT8bK8n7nbKYo
TS+UxgrVU3GxXxUo/UxoFh31vIDYlRfDIdKUzlEiq95ZU/8Lcext6zXVZ2XIkhXwxztfgRz1tcyG
1zyyv4vMQIpLMYJylx0rpTPgiErDFyWYIhvOkL6LFAkbj0IRcRoW8+C6R/lzU2CpuoOUGjl6UGmb
TFXyFU3Md45zwtfMC4QPBQrIWpyM8OH8IFAo7BnK4D9XdTzC2QWv9TTqHbZbQinnGDCOpo9OnBpe
RmWFuLwCW85ufQmTxpDf9T0xJKq9A3bartWUw69+mAmqUebhQ0KigtHexwvqNWc73XyAy6kn0NOm
z4BMyumCinA1SWCPcn2q1epOKQMdE8S5BOfTk0CjCXHH3OXqYXmOAU/6ABq02KEAHeIwHBZm75Sa
18bbMmvV77knStcNL7eVs6Finw1CByZHbyPIfp6QC04N+Byaot7KQPNHOb7tBBX2jVEI9ZMUpvwM
HqDZo4+KLTYG4NEncwxH0y2UssfFDt5z7DZWNF7jq+lrLlXOAe6Ob0INwIQtczqvEPStUgK/3eAJ
gt97WylJ4U5iaVCrAqB0EPw2EC8IlvWOmgKmzOQX2VGXKhU8cDVVP004wQVPh1AYF0CniYwbFISm
26IHlzFpk/4jR5GltD1VqB7aBltIRxaD/lmsDBwpAHcqkY2UfPbD87r8qUkmvd+QTGf7xkT5xIlr
dPth6PpKQszu8IyYhkEQL8I+1vGlYOzKkYjvCOR6BlCTMs20YxNrpUyF1B9/YrAdYDlv1TRNIySL
dHzTUH2027o2f41qQR/24yUy+3adXkPnrTZD2qh46hR/FgtbEVQthAMzHfUyBjVEPECgscwLbGyk
0ExgGE8GuV87WdlOsHAz/RxpYrLt8JkIXcAhUnxJG3Ao8MKplBd5GLwHrWu8llZL5DvVlOvsDpQH
W4dkT/5WdJPXOLDk8E0OExFCK1NwF7bc5zatr8pPodkEqT1OFUxwVal0Nxql4VIemgnWbYDhxpY/
RrFHsHrPYSZPX3IxYeOUXVkorpeIya2EmhU9pmaMkw0M3cRz8jzMCtxhivS7irap7OayiRdtz47X
bNXCJclpE5NbndEVytOAH+mhidG5sBG/TMedFnVjZ1eqSvtlSBq5ckBg+VsDZ6vYyZXO0rZmO3vs
CjAiGojpIzQaI8jETZaPqRvhIo7PR4nWQulrwU+v8HNsMCs/SLC2lPTgAu4eBjpepAS/xKnxv6Km
Gd1LQYvJTVnpqPUVMxNBxXQG69KI6lefTkDSgAAjyy4o6XQZQ4rONhyQ6hMash7BEhfeZw+bRnvq
5Q4eXG8EsL8F4OOOIJTedYAHX37jN7HcX0SeJnY7cwRqtp2qPL//eI3NWehJFKIPOGNMiB4zoEdc
ZBpB6EVJ2Db1sY/MxNGKwrhQ5epYi35lkyF12H713+tBsVYynLN0HD4C5DFa1bQtZnHm0+g3RpE/
RdNYHYs4URzcuAM392UkDz213DXdKpvsnfecqelUjzjEucws3rOOMmkwVY/xEu+yTei6tZ5iAutN
L1uMM1lb+aaWld++0JKF8o5Q4+kw0vRcDCvrvmROclcfg5nxPIuybxIdEfyPJ/Esh6ctYMzoUyBK
VECWeVyNIYuviml3lErjOLTBcyKq1lWvVvLKanlnIFKfWQ8FcDTrZv75m6ua1yB548tte8yRU3K5
tMDBpCWwjUuMNj9+p/MFQjkU2BVLhBI/pb/ToXoJoAL543DMEPl1iAnTBuqkeWmMieEMM9r94/HO
W4iUet8OOK+gN+8WKTk4pXYYjpM6SBsLTqBjjVDtsZpG3ILTcCeBUf2CgW/uFgF+1tTM85Vk9p3v
q6HxwYUMCIWFptHpM6iGH9WVaQ1HS8l+5RibXmfjJJEFYGC78rrzyjvd+EDauN+TM7NmqCycDqVX
UVxqlTAcB1nKd0Kqd5eVMNJEUPvxElyE6ZR+H91lOcbBPg/tgEdrXaHU1p7kvXd+FbSm1sQ1ZPkg
wxghR1s2/TH01coe+lLb6E2Qu7EVrOmCnelkUmXnQEXyjE05v/7i+yL1AmAnqYZjrSm7OPG/9aYZ
PpVlaZuet1PawI0VfzcO5QHwwyVY6oeGZWgXhiJcG9UowhbWV/L5d16fCQDfSCOR+sfyXhG2SmhO
7Tzl+pDsEGvsP0U9wMZKpqb0+3FiFqriXmyBz6IEfDrnVpl0o+qn47HSGgBpcWTeR72BWKOCQNTH
6+u8N03NSKeHiAkFxDPgLadj6UCfhMBXpWMPcJf7n2hk4lYl98rszrLg8oV9VAiOhYlQZqeziuBn
UZCEq7Ae0KSN+GSyPRlafltycPb22Hp4S5BPR7NuKYyGxkuVDcA//fsEEfRTEnL4OtXQ/xqmPP7B
qdOOl2kvTAf4vRzNxgAc7Xry+uy362S8KE833w5fJT7nCX4TN9Qh7xR/1MejpuQKxJBisgMqWnf0
FcqV69d7a4W+7B/oKgqYiz0rdG0njLEwHnEdHl3c7RMnSFMY/WMwuh/P33vhkBNLRmWZWukchE9f
C3W3XJ50xtKa0HDyBiccVdDRGM+QEMej7houjODGMOf3zMdVL1v5SoiaR1hEKGMWjUJTgIsmOKXF
E1iCNpB8j8c6AemPtpdIjuajLSpM/F/U2Z8SEYdD8sx07UB95/CZT2s64bD64IotDh8aXPgotsl0
1LjX2GpK+6/S+5LbkcrAg/T7+5IeK4xmCOjAfZc6cqWeVJ1hjOLRgtADKa38rKQK1ow9VPOVaT0P
+zQ3Z1YT2RfXT2WRkLRpXU9FkmjHCTTFZw+HRzuyTLZOWULisjtEcw+5AA7BzvQEuRZrsgbZ9YsY
TE9ZG18+fpzzC84MhKf6y/xSF1zSGdXS7xDrNLpjnGcx5OHKcqxe/m2sBkEftODs7zSXbpZLOZMt
rNfkUjtWahBv+67inWU1OkiNWW7irpFWChLvvJVJcUSb8zFk+5ZoAUrxSGz4lXoUEe2x+4wiWJVb
zW8nSHPVDoiXxTE+d6tPt0db1BW18lo/ZpWWXcTwX/atrwQ77hHDfuxE8XfRTYS5uY4NDn6eqaWe
tVeXyTSqo36kqSI5KXntphX7yOn8xNo35biGvzzf/vB9gDfRp0Ehnf89fb80g0HZSTiyStYAIRTW
ORSYRjj4JQU3aaqwA8xMY4e/4M+PF+Xr/JwGHo7jV3wi8q4qQfB0ZD1okAmp+LK4UvW/VJWk2sfB
cqO1wmc+cX2HkTtqcbUJ0F5M4OEUke7S4Z1t++rxRgq0xLEi5XtNhoiQX5AdTbSDt15jqHZoaNl+
5XnP1xunD5coItYri3YRKOsYW62hVYxjmQjZRoch5BhtHT15ObJsYo86pOVh98p1a7zK66zgduyH
G6kpBLc29MIOYNk7cQ9K5+MHO38uABQAGubKBc2dJZLC6/gcmj/4dx5Ghw65tOxECFKuHRNzU/B0
uqCYE5EQWWEM/FVOpwt8Vq9F9LHvBCqTR6ssBW7iQwt+Qiqa/jkfPPVolJQPnIm+irmNfGSDnDCU
pBxpv6qPbS4y+aeE4w7yVRCa37F/auULE4OifRZh0xtEEVgy06vC0R6K0O+pfGFb646a1RzHUsPJ
S8+4aNuiFlU4fGpa+gVJ7+lS1zMsVNG9siBAgD2357bjtDGCKN5HltWlTwbuCEhZtGUZ2zitJhuK
NvlXq4Wr31VBfMfxnP40/FBtcFHts89lpVrRJitC+c6bDGPLjSZ9Fss8qJDk8IbU1XmZF6AG4mQT
haYnWYmxyqqbES0Jpa+qi6FoK2/TS6V0APER/QwLCePUOIez7JipWpVI1OnFZd1W0a+SnBQ1cdmf
vpa5rH+KyjaN3XyKlZtURlhwZxj4zaC/PXS+3SKrNziVVwTJLumzzkmCRGddlRRawU0NzUZOCry0
fS8AqVWofQtiEW/KlfXwiqx/ux5ANYOD5+Amo2ZhLLu7klGFgc5V8ZgVMl6q9SgU8UYO2HdWXMaZ
A1SUQoMGZXm6sgohgH2Xliis+KrVPJr8s547oJ460npuJcWdFDOZq1e9Gm6qCekEW1RrHaYllw10
v7Ipu/KMpDdshG6FfZWo2o8SHN0VZYG+gsQR1k9m0QHJBwVa9DaSot13tZ3UrxZWsVdlLlIYUIh1
lpNnQPWdtJrz3ciPhy+mMjZgcbCRxWpHQ/0iymSbD17IbkX0EXa5XkwDN7MEy9zSp1ZrS0Marhk5
nLUcqNNwZWJ/AUOjJKmcbjCkSNvSSJrwLmoQ07f0XnaV1Ggea1VABEfpmovKEJRNXtJAnFDgW8l6
zw8Chn+thNIzpEu8SMbCCX8d1cPWKIuVx3QIYAAFse4YfahT1jbaW1pRk913KMJ+HL/mP/jtQiKY
0LzlL1hkkAMukWc6lqNNCyLjjkZZdT3kRudWgY6YMYXGreZF/jXXKGElaJ59bI27DvkQsQy4BzWA
04+N7byiEaDku7QK/Afd5OuGeKZt/CoRt1oee1sWU2RncZH/hO5crpzyrwng4qUBmsybhzNQ5Kp4
On5TyVLPE6h3U4BLtj20piZsIlnrPw3mKN1IEb6yjpfTWrV11W/Btnfak1KrZg35tuzwAKjy+rLj
ltlvuyxTbyqrR/sqSyc8aAsSTrQ5sYGgTmt52baP/BqIMuJGNvqELdty0NXIVXPVOsTcEEnvJwwD
XEnKCgTdaDJkTlRBXgDJjas2hfmGRODjaT9L/vn0nCj8BaMzVIYWtyy9iaq+Il28syh8g3yzUupN
9bQtqj7bYGMSuh+Pd7a+55Lka2GSfjUAmMUX9wXk0zH1Uu5qvaLgA5J6dkTom4dSzB/iSpSfyrzX
nrByrFc4IGcH9DwyGo1z459EZ9nNSwy/MpRwVO60qR1duRY1J/H6Xx+/3jnHl1GAVCJrzLekk7H4
nqmVDr1clMpdOPr5BeGu/yIoPaxrvwK2OyWmkyeaciUxt9+0MX40GzU8oOu9Jop3dnuen4NbNyUJ
Ukoa3qcrOynUNgr9VrnrJll6zPA831oFTdOgEfwvH7/zex/27VCL3JUMOVVVouVdalLsHQohdcgz
15Cj56GCegc3GqqjKA4D0zl9odCQRNSpWv0uGBVpG4thegCKr+AvOmb7tiikC19W8AkT2+l6jCVp
JTyelwgAiNE7AM8BCYHvuUi8QrUnedI99a5QB3MTmekuDKLEVpvyElDwU5eJN/XUHXK1+tQZ4dro
ZzdZRqe0RDkL1BAwhcU37npDwBo80O6maZiuW2zlj8gQB9dd3OCnnZv9ZZwU2U2siOm3Kkk+Z3k4
K/9W0Vr6PR9/pxFzvi3MnDumgSbK4nisrdaYDEhid2LFdcyWjB5kAHo2zaeKn93qKRa3dolrvOKY
yAL+6v123xBjYeX29ehMTRFKLmbk0fePF+HZxlPnAi9EOc4SGRzfcn7q2AfSDtTuKLejvxtE7cr0
R2VvqLmS4/uTjhdoH9e3WgwWCa96gbJOnD3XvhKubIczv4z5EsWpBj8TgOu5zI/oN5nUY3t/76tx
JR+GCcSN3QQ+Go5hZ9ayTXCKX7pYTh5w6Kkp101xcy83rbIn506+h1KkAkWmQkytMLL8wEFvl9KF
hNHNWriaV+3b6eRZ8fQARwC7HbTS8jqRTFpe40Qe37eDhmRlbCaN03WltEsVsd2pcpAfAilPd3JU
xffjLE0J9KJzpT6OHYqeazIq0nJ5YZtCzwXgyczKIFgvEgKEdEMAWYJ8L+DbgSb6nor0RtK/YTqB
Srm+nQVccv05laIbbeLL5d1eHeKVpHp5RvEQ0BBwN0URB77Fq0LHmyInx7kgWPSY7ntAC86QY8zY
kRZepLVYQsep9PvYHAZbjqWVPuEZRon0i4LnK7WM84O9fhrkmrbRPENPjftJvg2T61r6lNOPNZXW
RYXSnf3LVIR3o+hObywM0x5HuF6KWji+dp0ah7IyNyp+8pb8NcqinZhWm9dN9o9wgS9esvumenlp
rp+Lf58H+JEXiI74QfMfp7+s//i1/5K7z83zyS82WRM247F9qca7l5oY8h//zh/019/5f/vDvxq8
P4zFy1/+9CNvs2b+0/wwz95auM+qR/9n73cn/5HX//Kvly8vSZj5//aeB/z8B/zhAW/pfwbiQhXH
AvhHKj93X/8wgecnJjA3bsRU8eEiMLtZXjXBX/4kSNKf6UnzzwDRAIQ6s3xRMPrjR/Kf6XjxD6AE
ReuIstTveMC/msO92fGAuWWcYmaJdMCngDUXOwzx/CgZuPjs9C61te4y8vdhdYlIWJoemsrV0cxH
Yiej5qziFibuh2avK5eoW9ljpsCbuMg4cBIkCW0Un4oQvdm92DuKflGZGFVsdOpCqlMXblnfd9FO
EXaCt6/iTWY4WnmVyjN6yg30rRFdVNlB6a88/dAHG691tMTVm106XBao8udbD6Gn8SGtAKtcB5fG
l/oh/Ynm+a/hGfiHejOmwMOfRvWQemvEAf00Jp59oUUKh/AMLgyBKu9MYVN/G1+Mr/m38pusO9pX
8aULbOO7VLjG9/xb/q19yQI7ju3p+wA+7h4ig7dtx5cxBNjBtrXzFq7Uvo8u2+iHHoO1LnfRdF0r
zhhtxxxsB7JGSIo+JcIvchYMBwJ7iG77tf7Gq9zbB5NuLrJBIylqxfOZ9N54LKqjmexF81ITPhcy
DFb7ZvolHM3H9ip9mL7ET8pGSOz4CXGpsnNwF7BKB7VGaJDFXe/ZI8pPFaxgW+EffLOpbv94nn/J
2vQWlEtT/+VPq4+5yHL+hx5TXVkgy8b1P8ECWYsKS87F/39R4Z05RxqHE3luX5NlzuWTNzlBKqGF
o6e6sguz0rRh5yUYMVBI9nQ3Hps1oYS10RZB+r852jLtmCMeypfoGlEMgES/NBSt1Cn3uSGqu9bR
d6ODc6YTuZHLpnesDSHemfi35oQuHG/Xd7WVmgCJ5nnIffsAy4wrTeKp8JAR3am7foNYH2438D+x
9UxQQLK1x9FprsABNhATH8zn4aeH/clnsmp05/mr0AB4s+OL4h5SSwl/b9rBLlO+hxfp4GAvPPdS
P6cv/rGhlaM7Pi6wn4UbxbCby/CzCK/PoHFgk5LvE/Gvv1ALezBsPIP6CNAPTDXb2MS5TS05rjdR
Yzeeoz/4V82vIHWFz8J1dNdj2U2J/cK/9Z+m52JA/sXJbnq3u/NVx0ucK89ur6oveuIUiX1lVLb+
KH2pf3a7+NP4tb/03fSutGH6hXfw2GmliJr9oGwH7i6lMyVOjk1p5PTBdnqilxe4yIaGvwJ++qv4
kf0oflSR3fvzf5TC1m9+ijcKx+5sfsEDO0rxmeI0KMgk3gGPrdD9wRwD24Zv8mXo1iZtO3uuMt03
Ow+mK432S4DAyUqpaX2aF/H9f6f5n3Ga16LJ0q/67x1NFoXsP4LZLByJeqJMrW+OrW8iddkNkhmM
iborZP+ll1VUFMrQbowaLykUvhxBUdcujGtDLg6Hv8eQy3rHH68JsY9qEPhEeuKnrxlrclwCnFN3
INOdwa2dh6+ABm+cduUyvDrQIh3+mweS3zv0MJnhUkJTC1+RxVcM5TyQzbrEX8HD6V4x897ODJy9
QC/s5XAYtnUx+HvDgh+koOi4FegN2ZUea3ZVjeZmVpLEOWFMD6MSFBcBphuOCuga0cmg3Oojkbe6
KQs6o7pJSI68OHO9+GGQ1QSNsmaNw73EhL1O0NvXWUxQVsd6WIWRurMUJ3WC3hYHZ+LWNNklEkSm
k3SOn7lJ6HKYdeiz2eLjgKdWecvB4XU2xR9juM6ek9Q2AJ86a4fuu9v07fMt5tVPExGHAZ5vJLM/
ILBXHLzExuYsuq8+mY/63tzLjwV3A/NT/727HnbVdbjSf1mb8qUu0z/5lGuL8+3/9ZTPK25xCyS3
+68NtkRE5kGaibJAmlc+l6ibwF56rlsbcNvKQb+2tJZF4n/E0lp710W74G9+16V89us2n+X3ZdBs
878WUavugiSaEO3cPT6KzqdPvt3YT0+f7+9XqhKvk7OcvLfjLMKJb2ZI7M3jjBf+XXMAw2aLF97O
3zeH78WhOkCP2+gOCfKhtgd7J+wUB3kgm9zuqrjJ7OfnC3cj7DYXOn+TvuVNYX9Vbd3O7Bt8omxr
Nalf2sCffZhlfKkGMyzhN+9yitl3xD8PmtTR2ga3UrCJnTJ3xEM1ORlyOcfiovxUiQ4WmAaMp8/G
4ePCwtqzvDZ33uQECEH8w55lbcG8nrdvnuVvXTDvnttvFsxSqV4LfEqRKQum2yLLpV/U3w4cMvlO
teDTb1ZVyVa/8aIz1EdlLdIUUneNO/xIB9f6lDygN6CBnwjcIHQ572ijN4Yd7ZXQsZSHuKN46JQu
DLOE69JaZ3ttx7xOxJsP/T++Y1ZnbFH9/+/O2FJCdLlDl0jcWm+tLg5ZIVnq5DuRa7Hj7VXVlX4p
ThDj1ekKa2Ibq6tkES7/4atk9SMs4urf4yO8V0AEzYqw28xDs87oKEoUS1MPKGznut9y+1ux7XfX
31D5dR+3kWu/+Bu7dmvX/PTkHOuNYu/v729op9qju78cnce9u/8c2fuPQyTI4HeygzcPtfSRT9rG
RHOZhxJ3wLtcDhpHP2r2sA0e9F072p0bdPyqvsgv6ws28qN+DeLrmP/CpM7RC0fYj2z9ZqvYX4Tt
z3KvPGlu61h7zyn3eAFuzM8el5Ojtzl+gbp+q2/wVLKV/QEaoGO6+oFCmjPsTTfcNbbh8N9NY+9u
aftth8tg+4LSzWZyarfYvFSXKsZ2D7eUpoQNufNLfu256m1jvwjO7hDvjE3HB9RtZ/PU2DF/fOyY
P033JeG02ziVfYEu4Db4zlH93d/VW6xT+c3oxDo/brVrO726NV1jo20OFieU4RQ8h+4m9qbeNrZ4
6ByDv63yO2D/O+HOu8q+hgypu9qdcTOXy6SdePga/Wou2u1XPNYueJ8fsfNDd6+eevfrjWl/pbzl
fL29S50dLppXmZ0fECDlMN595UeIwtvaxcXGtPntykUy197ELca79sXN/fEIwtIGkGXrm8t6M//7
ERls+z/Z+67luJFs21+ZH8AEvHm8mXCFsqyik14QpCjCe4+vvytLc6JLkC4RfU/PdHeMokSWWAZI
s3P7vdf2bTyib7/d0dpsrNbcdvTtUQTrzwi6VpsxfVPwPXTJtmoz32Wkt5+3HdmnG+TsmhAQ5kCf
99t4U5uVBe/QMdxt8x27WGnWdrgZvP65AqgAKQsy0MmLd/GmQxImReSHdF5MAYZ1EuE+jHeTJx3Z
bdkIferj5xEguXgk5O3wSXH8o05e3PeOPD7yd8jTHQlPSLVDk0WscWk1Jv9sfUo2raWS3io2nxqz
Mwdz9gZb22OZOTqSTUCciUzEzak7YH4rJ2GRz/KNLf52Opcdd8sOyWAoyJMdhTRWipliAnt7UzgR
Oe5Hc7bz3WCZJ81BYbL3qdlYgoch2pNtUXNF61vjFMsarv8Ip1hbn4Wgr9uqalF3z9aHEZW/146D
tUdrTFLRz4I5mwbJqPcy7aglOTgDOeHt4LTzvMvdyvKsM62Fmv+Laf1iWv+dTGuhO/47D+Uaf1g4
YP+d/BMNDH+i1SCsBUQm1lXzh3xqTm79OUTzGMim2qxN3mHysbF6u7c7q7Nme8Zz9jjao43YE2Xv
TV4FKdleP8ciUuw9ZK7ZxUu+EWzB1r3ZFKlgKrZohTSzEiuyYpOzelc7927vclQ1odCYBp4jaNQK
yvAJ+plqtZ0/duZIVbLrTKu3FK+3XgLTMHWLSVL0lNkMFneZIEWRYmUPeBXgeibiNLDZoTGk0GrA
TQ8xCcnDi0RfSrzOTHwoDc7XjOqnAtLxnDins2y2UIx6ci7oTuxIsjMO1RfJmekOkjYnu9Pu6ZMK
p0BI3BTqw2NBDDJfpTbE9Nv2UYGuAH+GRqABTlQhdx15Y2vzzgZ0eYf4xvsD3mdKxdvbG6KhHo2t
xA7s1MmgvMpksju7tNiyoCzhoTInW7Uzs3SYUoCaHTN1Ppbb2M+VvV6o8pE+hnlQF/D8Y/c6rF5H
dfywnZcgytlObnuTRTjZNsreYJWbfKM75WY0J0uyeYQeRThRSmjhkQVgKzuwQjvGXzn865mFgmls
uGRqdojtZ69VDsAy4cyI7chqaIr38Wm7oJE1u5mT4N3RTfaweYHrwx+zAioNb89QQdHKZjc9A0oX
/+Sj4NTWYDeb2ZpMaPq+JRLRHi3kY0ObLqGDYTJ4CBhVZPmYhoqfyYL2ZmrQuCuro9m2sqSj6gg2
D0dQuunt0gSuCTRwBWSvY2cKu6WiW1KaI5/GCl1S3fOb+SDdFbtqI+5ah4ZWYKJihMZkxnAEL3cj
QqCeW5WT25llD5v20B54mzdzD1fa35moE6KhB8Q1CgAEkDBTPYFQQ1MoklAMafTY4+/UKswRV+wR
TQY0FAUuhNlaLZZiC78TFFDRKSzdUvGjYUJQ2tnhgWPA1XbGLrJdg/ZEvZ+OnU2iTbCh6O3jhGvk
s8oqFg6rX6zib8sqUM/zMatYGrt+J3MJir6Zc6wBo2gs1enB8Efbvxv/JRh8nCURPIK9ozyjYQL4
g2Dy1oQT6Ds8nZAlkZuxnTkc/dLDYAXRWpsI/V2eG5gDnTlbmRmBnjUcwpSmjmfm+3Y/bNTnEfQs
Ex9+2Nmbjkg7MHEqAiu3UYDF7Auc3oki+I9LykeeHMTn8NzS1DM2rdM6OHy25CD7ahMeig2C+lS/
nhxwO+tjloqWDCvrtIho1H2Mas6hlh0JLgF2ojsKS34/UCYeO0v5Mtu9WUIszrbynG5mcCUZHFIy
GZ9kD5UCU5h2TmoijxccU7ZSs3FiO8S6Bfg/muC4geWbKEPDc2AVTuBFVmo3TuUIr4z3JuCsOfhr
bBZOeGHfy5Cdwj4b3UUQvkipM6s9vgfeK7yyKwhubFf4fmhib6yM+iaHBe+3mcM+9e2TzVf2iQKP
0Ga/Ay+1I09wKwfPuGNkVbRxMow7wr6kNqDP8TvByBIrs0obY8Icc0gBgAlgBIzr+2aIeWQOfvaZ
w+bDPBeBF5uzW7Dx2OwZ48RMCnyK3fn6c2Rygn0PzPbQuxlYLmO7GhQIDQ6FiJ6STQadYQcQO+gP
KTHuFK/ZpOf4LD8XG7BvyNb20NwL3mCONlrQOd1VyRlh2TNlBuV0pmB2To5dkGlIE0i5zoLEAP9G
kx6nuPLowmwPswXuTpl0EbFfgcvoccQe8DglvlXSltaUN9ET7KxQAQGFxAwt7hTZiR1aoWWiETKU
E87kIN6Z6KogEGrbtyY3dQKItMmezAzvtTY8CUyhkDHW3maiOnSYnwKdWCAEUPR5nkyB7nS7fFeg
WPg03KM1nDkR5YTYrheYlwJZPw6QIGnu6OfYiUyIeR9yzadQSiacLQtdP6iClURIxoAXqKDoa+Io
1HCqTbNrdppz2VcQlTXE2H6ADBUx8Jom5rNgK5h0gwVqrBJkz84XOuch+SmxJRogEWrrbo3NQB7Z
DHUsDIaM4Ztu5yKeC5Hb4YBgtGZtdWYB11ZpaXeoecS9DYtA9PWEaPAazPTB9SHnoZe5cIVvmo3k
NTvBEZ/lL+qXxpy+BKDMxkx2+q53N7CrCzozQ5uIFOpXRrZw5Zj72X62e4vbY2uheQYOstROnDc6
qUXf0diMvr+n9O4N4XR6eTi8xOThYSBv0Pp8bBjt3PhBPZhbpu0JZCZn5mJpyD27S4X/FLiXAfUQ
vTBxw7e3R8OtTbhBTEZmlTW4xinADutYqQr69ATSYluqmDo+XtvwNzmDW2wLbAzjhWy1fGxNBTqY
CMppCajD3CHxCu69wZa80PWwk0wdR5MqUB0jJkTLQUI+jSmUZZADgK7BXGergp5JNafYaI6AhZM8
9ZmDayh3MC16EE2FTliYHQ1d5t4jluFYkpUdg+N7YSVQInzQfo4H8towBcaoJbxqYAs1Ew2ncRlu
xWWhXNNfloG8G4tk6dKRS0Bv9mODOMnVW1dZ4tUmYQeWaajsUCCCcrVPxmdme7ADXRwgfOzABSyv
PZv1vWILpkyFnQAG2x2CrYa/2w1vSREJXJmys6vSPVNTlV1pvwqkewAXM/PjVVMFV2N8DBqrnduJ
1zkV+B2017vpoXPqC3qh7htHIOB2+Bw4oSNsgarpMs4cgwMXkFWM10HzhW8zYVmCeMDMMNDQ8Dje
iRfxEu26T8JB2Se7YKMc+qfCGQmHbxkWc5HCs3oyYBswXsj4sEAwNsZlIRkSJ8G5VcELv12bw1/B
TiY1LCYZOizIxg1sHYeM7RJzMEK33grWSMPHwcan4M7t8Z3h1FN1M27BmZ30ElhsjK0Lh60Jx11r
QYPNHwIzhY4Nv/TT8FQ7nVlB74zA3xJcH1RgAUQN7CXGIZ4gtGdQ00tNKdTqGuSJfcIOhk7zmsKo
KU3xDnYczj8zgWJH2MAbCiqEu5Rpt3jubbbTNVytTHQy1sy86+x/cDNC5FdI5KnhjIV1CkKEzuBE
xwk+Tg5XzB3UoeIq14eF9qLgTcytCt6FxQhB1QL84x3Uah4c1nAGmFvl+wG5kLa2Y05a7crGAuju
eMsUSYHfMDdspol3cLGOWDX29dGaYSsYsDkkwo4wO64GGLYBMzXAiqRYc/QQPGVPYHMbn2YwZ7BX
oIQMrI0ZvDA8kTHKAhgtrs/MnW7DEwoOjuOkXUXRdWVcDpfUPg1bbhPiMF8fdur1TkuNTX7gkSyZ
P/aessd2Mac7CV+4Owhyy7+oCA6AlA6+qW/wcyVFHemq3wTqSMqnBENgRoRy0E0JP0y4Jg/+hjtD
MG+zh94dt0wwM4JjV0BvJlyRKRVQSuzcjFxmDM44RK+wvJtNg/KHiEAO4cF2IwbTFu2daGvWF0bI
EZSCwQlhAkLpwBJkO1TpHUvHjeyc0vRrB0e1jt3tEAipsH+GGYGUWwd4WBWhb6BjLBBbbfkcOoyq
mYVcPbHVhlSEsQNav2diiLtnn2Wv6rRx2f+VTeyIZyY5mTUYOjCjYA3i0xRkt6IQrtrYyzLxXzb2
Lxv7twIPYc2cWLjrUSyJ9g0DvHExlF8mOBooeS+MTYr7taTMdeOFjeYmAeCX8fLLePllvPwyXn4Z
L9ei2p8U6DEP6EemyyKyI3BZFhiMfSPVAD7pjaNBJ14pAly7xyJB6P/rHutG2CJU8MsI+2WE/TLC
oHf9MsL+fCNsVYteBKr+V1q0tsKPlyUaPF8lmTEiUjJQ+Rr3KDcscJ7vpCMLrLLMMcQfCZwViO4q
1xhiCdtUg994NmVLRBxDga9phh+G+be/eY2Qp6ebX74yv2xCvxYG4d+eZg/ubdRLWoozwG0A3AY6
IumxMAOkvzGHDPN5fPOzbpl9vJb3tTrTRazj7zvT1fDXNZJ+Yxn9l4a/0CjyZwoP2tOxxkHojbdM
IR/qHn1q+pYRP7x18Ncxn9vj49vjRF/hVEUzcfKIF0oT3vQt0gQH/JaYa535++CH2szm63kmxwof
bSic6vccOSKVwMuP+bFx9FP7JJ6kg7Qf7+T70irh0K6QOaIhXNXAtUROp9MX9JgiJ3g1U3KCK2r2
Zo/fICfVm53KVODq7+wC3tHQFmixmZDMWpksJWSEcR3aBN/uyex9Sol29/5+CckFYQCMlTPfIvPu
HTEACXNIENgD1Al9ZGmbnL193MLxveuIT9/eYorcD0T+4P1/rM1HhDbgF1TYhJHCiayQjj2zd9js
7x6xFtc1wpWBlHD9BEsquHv7ODL5cy/6zc4sbPs0SoxETzoZucrssUXIh34erNEsyLNG7HsU4jwB
QJecR3J/rWV3kLxMrB1B/ssOGTQPqJGxAHViAhiHsLBdj+CKnSN4FVsRAhOYSwyf6+MbUm2m66q9
I/cltt7XoJGu6aQ/KNU3M1ko1SMAppVRRDxA/Vw++1+RZu0MnnaJXtQ7NLO6G08ALsrJGAJ/maD0
kTcIWnJzM9H2+gXFgTJQKWJWTTO+Fl9UBPlMDrnYANPzUeFFUTgo3qlWP5D+08c7ILE0z4/GvVDU
gQSGLrM+zgaaAEeI035lIdCMfhEQMzIDEu0Bi/SQ2ZmdWmidfkku4R6guojcRYgIMZ82yw/+eEzX
AruPxrRQ6wFlI0tJyWIriFDJFJEohEIku93pyONi8TwkxJDGveaa0BZl/IJVIBNIeBpsD7lLqJhC
ZBNRwOYalEE7axpjqMiJQYxoQAgz3SNmBK0pd5RPKFFdyTxGL6CVNWXv3/DlGJ2TtYjD+Fm0QMd4
WZAWcYM9S/mZELJl0QEWH8qRuDRYwZmlL/WIxPmPiP0gH609smy05iHFMwtvsyCzj/AzC6ezdCYW
/mZJ9ozeI5oh+u7UpRXIpnQX3NfGtpLNCt3Q4Xie3Bjp1w0imI0Z7UZ46V7U42y5LOVHpyXEPQK/
2EUdgdMGcb/evobT4IRmI0434zUtyTAT5K/JR5av0FuSx0NFyBEofi+dYfv25lvv7w+7r5lzPuUJ
yXOC8wceFZn4FeIMXt4Ns0GGGvOOM583k/vsN7DnEZ9D4+lN57K/WRSI+coRXoRzvb7GkxGy/V+S
l7hoo9PJeeRPEkg+I/w1BwH1ui5b3uFBcivComcRCWkEVgLG63ngGJeSTqSkDzx5yMyHh0thZvZ1
huCJd29vOWrvGBf9+Bz8XEP8jadcCzRv6Igf86iXOgy0OqdHGXiKJjLNnN4pWBaYU2OT5p34tHLT
NWl5rf25uesvafmfkpar9LBI2f9D6GGNGYsLZ/+fd1rW2O41M/CGcH+x3b8W211oSH8xqb6mKF0b
RdxQ139CUVpTOsWFovRXUTrX1P5lu/u/rtqvMW/CD6oqOmGzjmIKChMW3FEpqgBNR6Dq6Xefe2Tu
HIvR3RzzS7MXXCR5m1+RSWGl5GuyD6DJIffA7B6QRk8jD+qFm3nI7SFI9oF592WkitMglww9qxzV
nvcFPDExQaJev0+ueRU5ZVUG4YMBzTtKaHhXOsASiu/qitylsPRQrLmiyq5Ob2Gf/c2mp/40kI1+
4oIA8AVAfrFShJszrWdNFqFbK4plJ5rfd0iRkZ8085mp5iwXdjShjNP6HuYHDJDETbbqNVe0ot2e
5YHGNisTAZSnCsgUAjTPlOXtseIBMz4iycrO9gZMfpZy1CFCzhIukcpDJewpOmw7gDMlhUAG1VEE
2+isjxW51ckttIW/1eSkn2Z+3+zc4txNfBLkIrroOnATKGR79wi/xuMz7Gjk3vHwgjjOSYbHpadX
7+TJOd2VKJcRKOyRFXOCia0fOMDNSBZHpPLRyShVMJKjvfEuH+/h6jQXMvPfOE2FrehH81w4CoAU
F6ldDVdNZbFc0uQww0ljR+Ber8z58ro5iOTl084JUD8aeZsDXDboToN3jq9IdsTHCgofGnMrTNZn
yWk2sp2dxJ3qqlvdzS4Bmr67H68eG9FHI15Ix9k3tEIfMWL0trW3cOh9fPkrzOFH11+Y+S2Q1QpR
A/eogXCMYqCJJo+vrJhM2MmUx3OODEzFZRmaLBM9NQXXFrYsbZxZ8KEdmucG7bHfa1Tlw2Mx7CQq
gDn4RKLpebZqguQ00g+Wf/544CvrYizt31HluXDGumR3n1A6drdmYP9cavx2JJZt7stqDFupwg22
LaqIAZhgolsWLeDbgwuVI/eMMmbY3q/wq9ob4qCSLccLiv0K8A7yFf++ntDr5qEmn4D0RGqCUaKg
jXkIQ1jhXk3OkIUocLrAj/cOvCik5b2v7K7EVuGD3V0ianHlzMV8iEmAq0wY/LNBnis4gJm3+POe
vdKbwB0Cf2dFULtPbPM4pybmx5u1du6MBRv/65+7JcbD7z13a+S7YLjdH06+C6b79yTfBbv+d5Hv
inRcIvD9Lum4xoCvnqwb9e0vw4DFn68KAlEakF0YHgl4z83A84QTGkUdZOc1RHlS4xRo3ANn4xN4
Hb1ARXkAvzNRS8GCVCuVCwLPGMaPjO23my8CpOncigUnjaivzWh1iFFRNKMWdrL2185ex8yS3BzJ
9iyd30Ax1YhmU8jzvCgohHrd1pcAKNIVAUBfA2OmQk0X4/DoqSG5vel/Qkq6fTgAH56K5nuMWQAH
fssj/BuTDFU5hSnRC4//TpvRYaVGMRz2kc27QCgjAapIEKRhjtbYEt0E9k9mx1aGFGu8ieoPEQq0
aPKmaL4wPbrCGx8zW/TdXFmchUUwVRG6UPrYGVNDJfWEYhrG8bcFRM8EtZL9yYP17z/z12oaVluD
amO8opHn/4lisSrsEbXlks1kREFYbcBnA9+s8DLTmlglDqtHZFf7XBG89+0Rnthn0D8YRuE9SsCQ
xM/S/EsEMxAytEQEB3WCakM6oryLRdnRcov9jXR/VCShLFxDxUB/LbAAbhXesXJiON+y9wVPgIAa
0Y/m4yX7f8in38hpIZ+yQMi6IgE58bCSKvIakE1Fz/cAOmGqYUNy02YvMBrJrHzz+fPTZD5JFJ3r
Sig9Ly9v6GADGR6Tt7t3LwLVlzQEMWTm2t6uEj7TcG9O3X8T4f+0bZSu/7aLC6Fa1X7elxl28arO
M08Fe7BNY+pbbN9v7lFDhFoiFJBflf4I+3v/+gp8YXL3/viI1gNfv+ro/ZTAHvY3TMNDPe3Oe39/
Ry3hxaXvHMKxbHM9kbDzTC8o0YtQolOiDi93UODG4rWxdwmtiazwvNXZLST632t260xrIet/Ma1V
prUwDf80prWqKSxszD9UU/ipom0IvABAG0GUrs6JG37p+2qUTiNkIaQU4ItxpAsweLS6m4n3otpA
rPVWePRPW87qN7dcTDcSuVaNRdwy1IS3kdfRlUKvAcDSvsohyk97oXeyWKjNJMkyO5/RI1UW0GpU
TggwoJ6HAY32qyxvKMeXp6wXX8uwon0+1Y6iJQ0xhp5fG/FPFYbfRiwvVLksThLFb8A40YmkRx0u
UnJCWm4kMu3hH2xR2OuWaAPy8MKSErxDgP78KxL46uX/QaG7GcJCoctqDRDXMoYAw5qx6HNgsUI5
1s4uJawtDKsbDJAndAft6vKeIhfiYx1AZFrRRyNYaE3Z2DVJWGEEe2Ydv93tWUPEo42efi3ravPg
xeRu5ZZr675UO/74db92Mv9o1gt9oim7duA4zFqwK2hyyAurKHxfcHVUSCuonBnnhTVGQCefngzm
AXV8TDXMyF2ObILIRILE5GJLmParwO0PLweSlN4fP16pn/O6G/JYiPZR7zlOzDHMR0jrV6ZhQiuD
2gmXBlNpn02np+hHVJITa7L4RUZjIda20TnUzA5hhd2ue880ATb0gfljKArRHx/fL+8fj3SVkNme
3zCcP56QV7d0IUn/pC1dY5MMtex2of58Nrl2Whd8PQsSaUhK0GBG9qfdip935eLL3Obfd/Er0MQH
p/yaH3FDlPEoKbw/QCThtDQ4wALalKAxCU328VNLdqwKPqLpoUBKVYeWY+ivgXZfJTmgOQPLeHpj
EYdP1scnZe1MLzN//7wzLawoEcsm8n+EErEija6Ld7Njf4A0WiWSBY/N5kjVgLUMIuEpWokFSOSF
tgQJ0FDW+pbJBI58Hk3Y/I6CJLoJDpDE9g/IRXSQy3hBbT5d0UxWx7Tkpn+FMS346x95mH4XHOb/
6Zq2fkmjl/wfpKu/vnT/KN7/cWlf2qhpoy/N91iXf0noS6Cf3/AQBsL5L8jMw0sGyMwtQEpeMZ1b
tMzrV76hXXKCwv9TAGIprwuioes3cJdIb/2nAqBgRRTxW7vCiv0L71L+pwrLAO5LHZjjhgj09Ru8
S+Gfsgx0SoDoAv9VERT19+BdLvp74xYqQ2vjeQnImkBuW7ZbUdDfnJeCtj9N8iBaQaEmJOmntz6N
hreqSrSNULUKMGWBeJnwcmPGAkJrQ6fKW7HqhBX2u5C/bDQq8G2RmQm4e6yivtD8hDFKs9Cfk9OQ
ljOpOckT+Cx9HJUQzYe4vHYzIUfwLxIyuzTm1ipDITIjwXC5Of8sxQPyBRo9M6tMb+5HKa2dvpar
jTpI/L4d/XGX9wZQZLh6RU9fMONv4zYArQxUJV1AwsqCTY2x33Zaz8UnvkTfqZx38ryNaSo0vAmo
7uSuqPtgo89667Vib5xyXUBbFTFJnaFUhm3XBPWXLuubxzL1D8roZYLw9YYoT9/E6i125KJ733WE
Cq8oOhBXFcBxXD05N7y7L1IZSMAYIcDz+LOclf175OfoiFSrimVovLLl9RltNFHPRIWu4QBCrSW2
KoRE0Q207Wia6ggg8+EuD4rmoOVz4SRGhBRwDqBqNZ/l9hj1qVvoAX+s2i7YGSOPXkeDjsbfo7EG
QrroZanwEhDkgcms8igwUdRvlSk304m6WKsTrqyPiaQOsAX5WkJLzU6RbV3P0KkkCoHgoITzuVE4
X9j2Lf9awQQ+Ro1QtjTqpxKYV0HqAFMTzdK4pj0obdKiW3PRoffSXHJfspjT0b9FNUDuKedwo5Kf
Zi0EpOnUiGgx2uXafalcpN4gU9Hou6qKWmee5Qxoem0ttNSfJej9ZVpsx0niK6KXUvo0xZKfES4K
bCHqpKc5HuX7tGpUdIiUuNggTRnmn/3Cn01BbL9ivyr0/ml5SSFdqBsHAI+LuWm0UfkstyMi2EHv
d14aCfUKvbCD9ptypmjo8q1LKvC5eRx/CXi33yvCfKJUTdBExWUWJoHks4AGanoprxQzL7nPD7dZ
GJuylLWKXoTFpQVYlcPFc+ikc22EwAoMfCIL+r4Uws+gwJAWcZA95j6f3xtSd59N3PPHJ+QKUfnd
lDWgagP1F7wYyO3aNSfwhqRkbRhjaVLL85zNgtVJ6ngoZgWJ9Hqh7zpByCiYeO0MY8hRpR+E98ko
uF0GlrVN6nkGGJcue3JlAAhXY2sWD70ZTVp7TOOWeU4q6W0UDdUR5cHNggFnpVabrZAlgqvKrUwD
QHopJK9nFw715Cnk+3EfjFN5rHVgxmthXLhK2aAxVDoIZ/xkwHaMq0dAOesrer/wffIddl/nFV3i
FUPQRU1QrsGcm6UYJ1Xy23D0z6WEuNM072OsQxOndOahlA+qp5ZA52qhfw3FBcCfKxrWAgOG3R/7
IMEzxutAYdb4hTZTilGrtnIin/1ZrjzF5zSs7uCpqZqRyp9Sd+D96BJxeW8NkYoCCoRJiCK1sYnX
azoISbpLkmlYweP64VCwYWm8IKqKyuvaNbPhZlmiVhE7qRmlcyFMT2orooFXFMqbj+mQiYrvyJDd
BIJYwpMoQWH4/uRNYeL7kTRL5yDSURYiDmRUixpwAu3K4fveumOLzOBMDQCqA1lbEITFjUQ+1huU
AxXnOc4CyhVFiJZ2dYJuxPk0PmaFOK5ISXbB72cGRs2LIqYHmC1jWS1Yh1XfpYLUngO5sfh+Oo6N
QNtMfeujxKyjzAQ2V7Zyz5+QsqoAKZ6pSiKvaMucnLjkE91Q+vI8AqF5mOtLOOl0rjsgaTevWowY
raFZXSWZfBy+i2LmfLybP85Zl1gSqyKrUADlH/pBqZnchPIwngcuDMw+V6e7JOpyqvXtcGxa8RVD
Ej1Z73r34xsvz5DOA3FL40UsM1JoAcy74OBy3sHpkkj1UR7y+cADijzjhMIbNFEByHg/ZSRtotkq
/aKw5yTzn+QwQFvCKancqtO7F4ij4hT7lbiyIgJzSdyQAVgL8kFBe9BCBIxSWnhVEwDpJuDE6lFt
Z6Db673iZdUg0ixr/AtwX4g6ApWw9RPJTktjqzUjYmHj8KYnPVLgtDxyOygtdlgoaPbIa4OZ8aCj
SlEhHspytlfW8ft0JQXZVkCrh3ZsiBIvKxJTxW9dQpyYxgKXzNwxL9C2TcoJ13c7QdkbEvrE5YUd
tKINbyXx03llCxe0o/O6IYuypqE9Oy9oytWndsNu/CDP43pop+OUt0RvJ9UVG3D9dOBQOpsKil1U
c+wa1bjCfhcc6HpfCdCZsqRJUAKWqSVCGou6HIbzURoiwN82RWNxWpNQzdDbldVljPyWFgDvAwUD
zECUJUkAMXy/uN00CK0WqclpSnnuoA3cLp85zgJhoxuoD/C9SR4/rWzo99PTYWLAZ6soAiQMr+sG
v6C/DCZXNPn1fOY1YwaGcYEWeEkzQyuTasHV0jmzgj7INki00zZTo37x+TqwCy0XPH6uBTIOXG/7
Waw7HJ9FMfl4eEtfLRseNHTUUwuioGiyzITQza4rYxjnkF/TOcvbh0JIZivo6sjR9cnYdT0wtcUA
rfb4jg+f42gadn4QNYeo6xC7idJhq6VRYc2jjBbtQ4led+qUUrUR9JqEeRN+kvsm2YhzTvU40qgf
qeUhE+N5XydyRdpRfu70WbATqRs9qenjNW7MBv/bfl/XXlRh2DL5hl/LvPCo0QATGPTzOY2BuGxI
UbeVhiGxynmc0fsvlDk7zYTGi/XXLkNld1iiUNvosjsQ0YM4+Q2Qt7K5+/Lxmn9/0DAqZv8avAoy
FCWQxULdkJSqTzp/Es5xm0hvit7lbphXGq2yBsWYETd+0rOitgWfX9N0flgP3FnVVahZhibJ2pIX
8tooF0peCOfI11K7Djmkr0+GsCLpf6B48BBgw6igdQWq/HJ+fhuog1Dp9RksrndqSXmqmgodLwWV
W6He788zW0lNYYsJIAlou5q4IF5JrZEJIRX1WWnj4FkpBPTAzo2tKEQA3x4bEoVGl6/ccyHp2E11
UJQMb4kkQnfnmcC5OTF6VY49pEF3jmFL2CoXiie1yhuCbKz2EoP5WOE0DY+daKBpZdO3VA9nWBiq
nJmSDMjcKB/QRjvWmjVO872k+5+BsTMM7EtNWHoz5mHMpab0u7PIy1BAIlH4HIlyt/V9ad4UU+lv
/SRF3EjLAYDBl7kH0RLDdZCIZg5nRQgrzE5lJXCUORa9tGlfi0D/KudcQtt86ld48TWi+t3hZDoS
1tCQdR5kYiyOgZgbwAiWyvpciwMyy6thzEih8oGjVai2rsvKwyHNHFmrZdvQu/Hc93oCXHVxDj+r
IadTXLPZCMIc7nypCQ6wstpXpWozRzEif5sFZfFVzKPMC+peokkVRFujhJOgl1ukvZeKsQPAcW7J
XVQe6oL/zCdJ9QjGUMuEEwTtIKUhxN081Idw8I1z35a6HcaIVXeC0nhlJVdmKOUqjbos3HzMIa7K
8GJtwB50kWe8GSS2EBq6OnaZ2ofVWfLVgBhT4bv+VMmewvWTp0aFsmv4UHf7oTspxTw/+ZlufPKn
/jnRawTUm7C1ElUJiKjUE52MZDpMnBx6qiTkrx8P9Xu1/kp0kCDIK4DxrkGOMGZwcxriLs+A0MWV
53SSW9eY0pJKkViSYkwVs52V2fr4fj8eeWjzkmJgcaDZS1dv+e392lRRA8UvzzAz+OduQk6iAcdH
HRlww0ytujGUWlw58j8yNJhh4NMyisOg2S9TtzNNh7OmDqpzMQoqqcVINMNWBiaAPPIrIusny6kJ
PA8FxWAE8INnj+t7VW5wKz3TC8LFcXAo4mSgUZjkXtr5ye++n6HKkgFWDV+iCi/v99unZWoYQgcp
znpjcPdDORg08EPAufFlbwlcXO4/3r4fZB/0cc0wZEOGmaTDsv3+fk3TtnXUR/B6DLXqzkKN7ihR
2Ntq1AAKV/XR8KHMik3N992Kmnn1IX13ppiXQZYF9WoSwlr5/taj2qllrGKqkcENn4BCP76WQjk/
trlyECtFcuC2RWujiBcPXBWhS5JSKps0rIFLI3Ad4XKxMPU+754TEa0RRrUB6iE3jMSIHBWXNcfx
MydA6Ph6U7u5LHG0krv6qUv74KnTJmB5G+g0PBWRLVVtjrS8fkITi6HttsVc7D5e5h8ols1Vg7Of
aRqKtJxrWftTNvQgoyBMG+T5+mgHBfYJBTedVsyGHw7k4lZsx28OpN9N+ewLYAB6yY+US5vnMp8j
mA3GUxtWz+LUCis0uyzpgArDw0qBbQ83gqyBB31/S7kX4kKd9PQMUuW9UdY5tOdOjeJZLSrBHDqg
fkhamFv1IJ6qekburiGhZXtWhLSus9DqMh1ykNNnIEemk8VlJXJpuLa2jXiO7HKQ1HPRRPW2ksac
TP+XvS/rrRtZ0vwrhX4eekgmyUw2Zi4wyfWsOov2F0KyJO5M7tuvn4921Yx1VO3T9TDAPPSFcQtV
ls0tMzLiWyL0ABJiqX1fygrH6CUh87GeMTBhFnOyqdhsVyMT6zYvrj3oj0HIn5cs+BZEf0Q7YOhf
IQxpKoVgXXqS5t5pEQ23yjROmNMrY3hVLmGq76ido560ECdnZsK18f736+hLOGK4AQ3sEG4DJ9El
npANPbD5tE5PoxRAKh5JhvaeDxqmI/VJezcNeer9/oIXAAq+Ja7INFR8qAgJRSn8+dvKBQigJIqy
E4krY836wCWodHWBU7kYlNoPJaHti74O7VKbDR5XGgxH0XgNFvua5eE+zB8smgGEFvMnP99HV5sU
UEmYnepkir3ONCMv1ahIOAuCmXfNuxoEULKHIxqb9A1UWgBTm7LHZwpS/dgHNXuJkmuf4+u2BouH
EhZkFRAWxi5eTteoRcMkvTgpsc4eKAVTMg8GhmPBiHD8/Ye44MZ+fAig8SgMUS8DP7kEIkwmA8tC
vXAqGzXlgkVpyCewLDzUm5A4fZyH645ohasw7LBKSKorm7RbT0PE1oVSJpauSQRIQpGknqKEDSeZ
CPDmVKBwbT2v6JLsWV2q634QmCK6cmgvuf/F3mEEZw3Oa0MlQOU+f0BNkYJSi4A3aizHYHX0YHGB
c7IrsUhZXvmXyyx1vUpVhCTjQjeIaKAzdejFqZfC97in/hCzB1ERjGmL9dDvdAmGyCgOjkSKYZoL
OsUzdGW6SwHyWJms1lce++82EEPMp1QzkLCg/vn83MEMSiw2C3GSCpTceZqZTjqpyToujVvkf/Ou
mG6apJE2tJpv1Xzo/Gu9qC7DFkAcLFMDUM6CvaIAvEgqQknpIAAVw1EBbuB07dzZWip/5DqFC4Q2
tRfKlLmk6DHrD1BWnvdXkPOLSgg3wIhGDCxfAm6XXLr5SRKmYPPk+lS2PQbIzQNmnjXJfZHIL2FT
SlaTRJqdGBWgWaL0VxKNi4X38+KmtoB3WBXA0j5/ADlr9cQwyuYUjvGbKk3aFmB4fvv77flDDPXL
umOAykCY4R3jIamO3fj5KoZe93M5GN0J0CrziDaE7gxWmuNziJpPRFWQSRlio6ghmgzFUcS1eMA8
wygKbo1yTk+pYPOLkYh0X7Bk9IiSBo+TWYZPYSPHnqaQyFWjsXMLMnUua1vdjTp1dmN47fkC2Pjt
wECQF+FNEAzATbu+2YwRxbxnJXrsjSz3yEhNR56iem+kU4Mac5CcKZnMzTyPYheNFdrghTS57UdK
uNyomRupjcmDqkcDvUg8V5Urpk0/xY3XU63ahu7v3+GPVh+f36EmY8kzfCqgIjhtPr/DvFfShoxk
PlVm/J1MbLBUU5LXWW7GOhf5rC41PUNrhlgdvCCcyucwap7SDnhxnaXxaynydteXdXlkUYtJFFHU
uFIZwS2UMGNTFh2z9VwMN3o0YdxJrxe2rgYUM5LFpO5IH6h2U4eZP1ezfOXRvqxBWECA4wIIwMwI
0DoXq4PkEs0HFskn1A4tb5JROhZxFBz++QsExYJpngq4WxQtFy/QiOXBHINaOXUZWv2NsRNOmAkN
oNyIapcp7Tlihr8oa2OEvXQoeF8UByX3ivA+bG6KIo85mXZswEAcs3DC1s/q9jaNMZxjiK2JorkZ
QVVAhnsdJ/6VQPk3Xx+oLDpGEBNODFOmF/XAMA3hbJgtO3VU5DYVKfo4MIHUXlNHzE4jbYyvPDUw
QPVCj7gKmpDXYSJ2WtVo3NCA7PQTg0g8GTAsqh/Wc8S+9yYtPb3TzXUFOvvYyyAYmCRnb6lZRy5O
ITR6U/vQ1kMdNKeqQgyfmNmVs/sSPkBwWPI11JA6wBUVYP7nha0k2pBFkSKdxpRMbkBEC2o4PGRz
Px7muS93tRSZ940xtTYZOoySopO+H6p+tsQEZjjWYreS5QketlkNCUdIScAejZgJz+LM/v0iushp
cK+GTHFQLywN4Lwf/M0v9QNNBW0Gs1NPQpIUAM3CXNXlHFuppEpXSpW/vRTwQvCdgIWxNz6/lnAa
5iyExuOk5kmA+qvCIB2IIZwUy+v0+6e6zB9/PhaeS0VxjfT5h4ntl8ca9VYZ5rYkJ5LMnZ9qoWLn
U4h2kkTeoP7lUS3iVcbS0JsU8741J9U35aCy2zjEPFsFu0NOxD/L5n/cEzOQzJkEGjHEhc/PrwkT
5N1ck1McDR/IpcsCM+mN4JiRgV75qheFw89L4RDGBwUwBErr86VSXY6oDg3CaVTyO8mUJ54WsWEb
khxyKsJ+feV1L9nc51COCKQBcF5gGgIm//P1Qk1gxc+FeTI7Il4NyTQtJWSpXcRan3EG1cPjOKgU
zROjwp8DJr0xvWdQwxfjnHIDJcehnEJHg5TrQZJpsJrjGIMUAX6CdhPJdGWHXhTNeD3APsAqAQFd
SOpL7HPoxxx44pycZxIVtjSrw3eilMSHRghz+jK1W9VFrF/Jii5Tw+WqBlJDkIwmsnrwxJ9fUl/2
s6n0eXVuOtVYJQLUU14YpTvl0nRTt1CBFN1IXhCW0TZWmPXNnEeRo0H59vNz/SOp5i7+XotGfLSX
oszv479/F+VUx2HU/uumfC/Obf3+3u5eysufXK73f360+SnnDN/FIpr89C9O0cYtuN33ejq9N13W
/ut/4E/++ZP/2d/8U4Z5O5WQYX4XXdEufxvkLsUnLebSROO///r3f5Jvghl7//Ljf0k3IdBEAIQE
ZflOwO+xxof3pv2f/ybhfPoGzGyp+WRqQIuGg/ZP7aaksG+mroKRMFV8XAXh6xfxpvlNgRYA1PyS
BIMgof9EvHlREi5qhmXdgtyHXAu7TL847mc9o2FmSuWdLJV5yvtIriNnJGSdzWBFeDDTat9C5qfy
XJ3Sgne9kUBhpCoepHUzTOHxmMBYk8/hdqjNsOdqnw9vE+pqA0b08i6Sq6HGIVw2OyiPotd5ztOf
+ON/rbx/g572dyvvELffX+K6+GPVZC/FW/NpFS5/9K9VqGpYhT9OLfDj4ORxiP61Con8DeIO8IaL
qga4FLLOv1ahSr5BX4FYhrxzIXWW864RXRth9ar6N3DbCsBlzQDJDBb2r/1x+BnCsXV/7sc///1X
ZenngwWFjkINHaSfoSFlUEBZf45hSNiqsu8gMdFHgWmyXcdBl4eo7yHqCSV0Wv7lJf3N5S4lg7ge
Q5kFcTDUQAoELhcwQq1BcaeYETDhIs64HGmZo8YAEpve2M+D+iwrGdq4Bi06EweHPH+UQnTsrSt1
8n5/IxfpKh4cKK6BbB4+ThzeOMY/PziCtdEOjRD7kkRLXjbzoACioORjtKmalyYvMBQZBzsXWkT9
utY/wmY4QyVIbG3s9H1BmyOSq8LLyXBLgW/yMdeUk6oFfpvIEJaIHO3Oa4JOOBCA2m3Yx6v5SUWt
yAvo7q5YuclFE1Q8Dzj0hb9lgHApZJAXJ3apV1Guj5W6yyMrjKyu5t3EyXcdISNuXE1dd7KvZWst
XYWtW6M0aI5gdeuDWa6SjlPN1yXLeBdrBKK69prypWHOrDp1xMfUwvNWacqbndhNYpvELsPgVRRC
EoR9HP2VdSdcGZVNqBVqp9xEXs+rhBuFq77pUKRLrhHxeT8kvAQ3/6A8Z2DRqBc3a2Xaaao1VCuB
nsw3ZnFvSDkn4jvUGobhQ8FBMSi+sANfdBYtLT2zzd42ZQ9FT4cyvXbzyO46a0ZzZDSGAN8KDwka
KkAYDaVjbJen7gD1BzSG2bG8o0/kCeLUCSnTwRxQIlshetE1DynjJtpPBbaC7thbkCceBi2bcOpj
ZOyDOEoPJuNQtMiGO+ZugKK7+T5iyK1qi2g3E6v9HtfQNVq9ZucbzKV/rmRfN3maAevmae5N6Fil
cHWX7Ogy0v4MmISg+/x7Q12GXvpoJLIJX/HV9HODp0r8aZEucHpL0Awj8OD59RI0FtnFD3NoBxPK
W6Qa3LwZ7t1gB1HJJthPaPZ2Kzatm23HR1Ph2q4orBaCtdAOX3FQMGta1y4GWp4yDf3UeRpZY7lD
KTYCqDj0ElcGbtpQZ6Y35hOw++38lL8WO6Z7eWkn448hoqo3fCDLR3aLiZvm1sRYS9lu0ITeKp+n
FXPHe9R7MHYZDp5xlWJPRTxzQDBHoKFzq/xIPsyRJx8FuhnIqx7zHNGvCsKcDQTo2HzzIdlpwsYL
fUL7cSteVa0NzLNDb4/0LV2JxwmTa09sO3vmDrLRlfne77O9eUTJK03wmc0v2La1g+qq6rle8/ig
OMWxOGqYw4f5nxpHZ8hE42SwDNkq9Z9h7b+OwX/DmfBLYP3inzm/xEX7h/+evRcv/+2P/9V8fy9Q
hxd/4Ej847aGSwjOobeXP6yuiF5+PSJ//LV/HpHaN3ADuobkHUg8ytelLepfR6T2DccSpC8L9bZo
fPBbfx2R9JsBuAlZHDJwAhOOgaPtryNSk7+h6yg0dz8cNnBTXJyIvzshL+BXGHxQVYA+BqoI3sgg
lwKVecSRBa5rLadRj9HtVMgq5vnOQVX4dYH8/07T9VK8hqk2lgE4HVL3rwSQrXASlUbRteajF0eo
AQEWzn19eWhtOb8uOV8oByaIYiEqzCI68oJVXY3gA563JpZBQIh+l/qGtRgXq+d9R3gz62bjj81M
JIxMpCIoJGc0ZtXgAViZK0zpRVG0VI3ArRZZFNJkBafSAhr8UqiHZp6ZFO3Z0ZwgUUe0bc27Sl2n
LY0yb2qnHtRvEdValFgBFP3abLV6xqpDUmSj6eqUSPSohCGTr93X54oWOQ4W1wLgQLYGbZ56ycyr
pCKFZMTrutAzMTmz3GnjVkrNzsDkBFhEGEW/UnWWNd7JaVHdjwPR+lWqmDFlltIngYGwPUjTjGZ7
ZgFeVDOmJrmFH4c+KH2ajb2d1gkE5Vbd613Dy0CZ5Oz/WZy5FTl+XVZ4vxZ4//oPK8b/H+vApYnZ
f1wH7l7qJnrJsr/Nxpc/+jPUoNL7BvZt0WUCtvkZTn5GGtR5qAih1F3KQhkyRkS9PwONAjufoWhY
y1jT4GCWfh9/xpkf0WlRp0Ovo5tIpP+Rme9zKg5NpQLNKPsRB3EtYKmfdw4sIVk+yHF+qke5thRY
h2aZnfvBIBzgPruSAH/eDz+vBoXwwivpSBy15W5+2adGEg5jhrrzROMGLcWO6hzeDCThgrQ7QaIY
KSGN/V8+yt9k/39zTQ1QIcpdCA6A0yy//8s1gRJGapePKUgWejPGpvDHdvTKJoafQCAfVNNNbCpX
So6/ea2LCUrH8QGnxJfX2hu92Qkly04q1FN+37JVO0JLIbFNFhvXLJAQw+IZfkHOQB8BRAd0ADsh
3usXss6gBPxPJhsn80aH7k63SWyz9E0euTKGoA7eYgM2oeKxC89KcpN0e9bekMJHmowoLoe22lqz
8gJpcxLYXfTGwjcm7sbqIeoOcr9q+w+irRhmtrc2InyW3GrNjRFtMgYJvRNjkjg0GbnHmqe5RRUX
omk2Ws7ddvWqiWxtmxwF+kiRt0ncav05KvZZdDPTJ0Py5hIaZS/QT4TapXqUtROD0aBRkMirKh/K
YytLHtwlHcWQ+VH1pRCzzhi1yIkFK+LRNSnh7kaqR2/MexBhGBSut9aYreMn7SF9VUsA0IdZ/55J
+Q6yZQsGvkochia2tPydyU8TO+vspUKGOfU4IcqjWr1WSWo3kAiU6nsfPLd6wAuTh53bkFW/dPhG
AUmqx2A+BoXdRK6M+kLvMAip1i1peqQJmsCRByne1COKCfTrgkHSVDZyuS5RyhyK2FIDbkiWCNE1
z4RZ0glLu043WoBi4qlDOaR5oQQlwooWV9bkRU6B3YdVApgJwl4FVjVI6z7vhCoJ6zAfTOM0xHll
GUaArszNFNiTrKGRSBDACNnEZFsMVcwnqboVrXaNV/2yL7AZZAQdJDYQiUD9//kWYG1rYbIytFPL
XtqpjSyUw5h2D8kah8ZU/WcA9vLAgK6xJxQTbAq0KJ+vpktq24m5Nk5ZZ94FURlxanSlVfTJdqyj
9srVvgSaBVYD8ocrYt+Dvfl8tWCAm7cjY3Y7QjPNyVjZWkvvaBms2iHfGGZ8N9XFNe3/hY0YHxVX
hU0IRhOAg3ATXqQ+EywfspbS9Lae9KeW+lHeszuzDWQes7RylKSBKToyRqdJMeKHMqzlMrqN8/5o
DAXjTcfIKkf3TgdeXNsYk9Pvoy9d3vGn0AS3GJIgFSuOAj66lHDEqi7lqRqa56Lc0c7D16aoXpmv
q7aJNr0x12R/Sn3FHVcyVHqYooRcp3Sk9xSLEFMMO97rXDu3fiJZSxP3eqOsq5W+pt6MNu+1jaZS
5s7o8IwWfrBG62d0wxtsFGSKZQjoVbi0XvpjoQ6rZC69SdtmvbgiubFvXsNztFY39XO2Dt3ICzAZ
SqVWIXEVRXhiByf96fdv44t+EZpJvA2IbGUFhDW5PADDEvb9qUrNM7sboD39HqI7EeyS2AIwW2hW
8EE34g4gh3rINngRUFMHsl3WbmWCcOb1fRVwCS2NzuVu2CTv4hXPQUtQ1fz39/nD4vb1q/3f+7xA
6OpQHoa5j8xzsiq3Gma3MSta1SichS/50D1WHwre7SMaj7vBsX9UborttO4cyoNgn6peEFnBLlqZ
fhhY6omsiLAmSHeEj876IrOlys4iu4zsOd0mmsXGuzayCxjD0ZSz5Xpj4QSD0DF1gIRRn26C1XBQ
juNpknhLeYnORxVwFzgD7KrzgL6Q+UYbN7PuNgAnxGEKXmTx1LanorJIzbXHbB+gFarml15yLHfi
RsUUt3ONwWOSe+W9LenS5XvTwV2BxMIQA+3SnJGioUMeRD07x/fyWrlRVvNNsm32+d7kui89aPcN
z48dWlWjqWzKw5HrLZ8bqzddSbGS1hqe89HJYLURVjOu6uEAWCyTrEKx6sbCn0N7go45NHZn3Ysq
p8BcUOiKOxtABdOtoOTwCVaaowDb3CYbHdzZM84dyqAZWVclNp2bPVdnad2t2EPybDwou36fu9IB
Bw+pML4CuEvO+IDgce5krmtns19Fuo39UAmfaLYkXCnxhhmImJOljtzyHOP9ruiLf0h7vr5FZC1w
sC3yr4uDakqQ4+QI7udgF+zi+25NVtEdWvnY2baKLHl0JCjGhRs1FkzwZs7znbHq3GxTbGJMcDSP
YjWiQavmygVXHybUrLtr7eyh1bv40qiEF2kUQhokeiiJL+JuqYmxQjk+HTPmxbknlDWs+Kx2DezH
MFMR/zcpKvPGdPJwFYbrEkwxPRr9MSlWsrk2hk1TPmnmHfo7NBhHGO70yQJkOwV+goGT3+FTALfS
QpL6Md1EGPNac3JE+V3LHKog7S2tuPkSHsoP1XA6cRdOj6y+UUYHv09qKwPeFVnTYDGYaag1AFBW
3FrYsXqGyLmp7GlYi2RPcqfO7CD2ssiNQ7/FUESCF6xg25nkJhPrXr6juWJNyX5OdyXGbCRLkEX2
FyfQ0xb7VoutjpowNd4ZZG+aNjZm373j5qvWo7KTQJLOu9dG4cQ4p90mUV2RHnvJM6bXCbmiUfho
HGh3RgFHC3HSDnkIUMxMwyPiZjSooFiNTBB1O7x2iJHwsmGJFlHK5WT2WxZicqYBTHGIFF5TOOtP
NDr03a5hsduz+5jeotsaz4FlmsOVdOoylQF4hKYjy1YnwL+h1bk47nO1MeYZ8pxCa2s4lZJVYEzE
qQK1seaKXjk5vlwNEiC4CQhgGKAJ2mVyIeeJZog4rU8hY29NjdSNpMA55YpivF+pXgMuwAJ9imM6
AChozqE7QXm48EWfH66NZaPRYbs7J0ZewSxTzXZcFN8JDFDI89dRoslWTFdF35NtWFV2OoS2Noe1
b5Z0XQtybYzBpRQD5kuwN3Bs4aYgy1MIyutfqzhpSLRYjkb5pLDgoR4i3UXiyCNqbEPSZTwKA68l
OFSl/Gim0j6u6FE3RI5qRD7SScv+YSGL28FBDg0Gsi6KYvwis0RsGsNcVudTUA+eNncWDNstN6B2
M2dFsuccKtkF47tyLi9B5dfACAAOxnQcy9CpLpYPIJO/voUxJi1lopNP8DvBD582stVDlQtgHSvv
90fZZTarw20NlgoMHRA1mMEvlrcUZjB3i7w7tVUrcRE47Ugbrs9RhMrymZAEQiJFu3J+IlX+8oQA
zCA8Rd8jxH2ITy6esFZLUpelekrTtWBWnqwi7c3M4P0S+zmztMTv0NIkhL6h5wR9VJIZQUHeM3mn
mykvxZNe3WrtKSjvC/kwjptiPE/l/dS8Vi1WyXiOwCS0r7Gx0dotsuW02KSzzya/qHbT7JdgJTQn
ATmnEDgPtdx6zKnd5r2VrGjlp6pA8EOFx27m2olnv074WB5pjF1/KDBfxPBz+UmuEMA1aV/Nvjbt
UulDoOaYVd1qID4LJJfi6NUejfDUmScq7iuKSsinuBF2I4WuSr5n4l6fHDHuG3Rhx0yWwurpMZPh
itrUua0UHybFRM5ma5g3jOKhc1vKPDnueZ+tEflnyTGlB5bcqfNejU6osKlhB3gmWCpSaa1q70Hn
6f2LIvYFOcbVbYby1mjXieJFQ2n30yrBu5Jw0NY2lbYYymSXOXNqFthEBxXndt8jIVmseFEUvFP9
uYnQeC+E88fLFAsdIURzLCYUO34dW0JflcxRtRXqZ4Pe9t1thB+NU8OqybmZrJHdd6arEEclPjAK
eP5quHEGqykdkmwG/YrG6MupjbQM/nh0CFlalSCqfF5eFXybIdUD7RTFIcZ0TQZIopK1vBCkBHMm
1VaslPTKrv2STYPr1rFngZzDua4jW/h81WgOh24sZHKajTeIB/MaGr3ZkauQM7FJq49G2sspjB84
TMMjadchWQeFpwRQKd63uYuA0oxPEnMzusvHnZrvYxWttfQjQymgHyflGdMCNI2XwBOQNNZrSKVD
QDvGekoODWzdJMGbndaVcHvT7tcqxYiXnNwhq5sPAdgz82hCxi2jwSiBqNHtMWkrsGVIrNl67tGN
VF4XsOg072HharrTQoj9FhiejHcnr81jn+72M/jy4SZKHgXoRz0DNRnnXOm2s3YsKRry1/eUrMPe
iuubjLgLgxBfIaPVy1mp+JgLEQ0fMYrhRRx4UbOwpirDqSDqKSbrNF4qqn6brfRDgKm2w0ffc7Gb
MR/sUaO20lnBxCE5SCYM0Q2O8rweRcXdHCXpSHdltM201+VfwgQer/w+MKy8tzMMxiltFS2QF4e5
K50ndPtZJ3QXFTvMmuNKasmwKqNZwErD2Uym97GHh5PAII9XIPCPrRhXuVK6pOdm9mzGL1OyM4H5
mFYgvCk+R7Gjjr70Wh6UZkclWwk3kBsWxn0w3fVdb7Gw4ur0EmpHUoJxbHba7EnGTUk4vFJcRr+h
fEBAqG+m6YV1WxM2p5aepBgCi24LC1VlBe1JloDZCUvq1gVTeTXaoc772a4ND7RRHt42unCC7lWJ
BzuRUvCat7I5La9sQj3Ypb6MY6DeqSiuE9TwMTcw/SEduUHt6V7ZduquIh5a0BjyXotP9ctghwp6
s0HBDymwtMsMjYfVjR7sg2Sw497T6zeC2IZR1tCjx21vBYO+LepDo98rYeCnIcrxEv3BnBcdFLLe
vYpR33ZtvIrA9zA0+ijHV/Rkyem7DMK/yktwTxjdLryibvhcubT9rsQWzQPEdZdQsZRCQe1N0BkY
NWJmOnFJu83LdYA5GKlddsD1uu4QkonnxmuZvenkVuV1b0ujp6deFyNn9pPJDtFDCH6Y0RWM3+Fj
esXzvfoqlW40e3ngyrKdnKS7TraVNzD+DMVL5ZLBMYVlpk497tLIw3nQH9s9CCs2uj12uY2DJvOi
1ZS4AfWEjEFduVOl6ymzy7s23QBWdbOMY8gEKPWSk3Al21sY39C3LLQK7PpmF3dORF0DM5wbB/Eh
eoLlRzyHG9MV+/RFOoAhzxXen0anWw1+B3T4pgOWaqwocJdT9BzCFilhilN1Rp+K/ggpcaWBGS83
yYPG5cCajrWGyXzFlZpP+ZrgouEhvKRo6YEeAF8anAvk8nlqFuopqRMGZ1IJh17Vw3+EgwujHmO7
U0wnkQsVGxS4Vph1tinMTWYA2IHLbB9pyl0jUXiq0ytnxpdcGPghg5pKQ3tFiGsvBfJmVecxPD/j
KYmyzgp1WEjToo//aUaJR0fzQoXCwQt5ILs4I6BUDyqWTFD7x8gqSr27lyP5oMk9ivz5pZXnw5CY
V2ImekZcplvAKgFaGqCh8ObBIXw+mYhBJTVJ0MYCnTPi2ZIpOuP4AKLiGZHArWB2CPhIHEPxC3Wf
SF6EdTrfZ4ixQOHLFXtHL8VXhB80yANk0WUbqpwgr7dG6YlWlTX2+1hHzNhM0XtnHObhXckfabOR
s9e+O1TJQcDQ03/MzGUEKJal1BbFeDKJg2lIMZ5Tt5BzKkDhOa1crIEE8vvJgh3eHB2BTAqOqHpV
UHscbBX20djCjhkWPwIH8xBlawZY2dUtzVc3ADQwpF49NphmjnnzvLYBXaFb+GQtw9UbJ9yzY/As
PoK79KN8FBCUiA14FPwcWCMMXjec/il9yF+Vp2qjrNTn6Sjhn/phCKxY5kwGjcIHYeNXEfpLP5QZ
bjJ/KlaEbsfhWHiM+GX+2qffp3w3qhu5d6V+Jyc37bCSmoIrYL/i0u/1c1JtZfGY20W1xQafVTeu
1kq6MQHihKss9gvimqk3jhCyobzhcm/h//uTfFs9pSXPnybA3MKiwDsVRDaEQJ6hF9xT/Pr7AgGF
7tfFA+WZTNA0AEnVl2pkahkqyKybT5Fik8ofDT9JtprmKqMbmGhB4+K/a4atxitQcFwuLSxs7dms
7Fpz+vK2oK+d2AOLZ/MO5legjJri9TEvMYtodnVMYkX5lvCwtJpT9iQ9YkSS2GN4nwUwFEHQOMOu
Myh2kjvqTXCeHo3MSidXCK4ftcf+XvmITsX94k45htvSxw2tq13kpvgLzOcMwi0M/NwGN51LHdzj
qrgvX/T7ZZ47RK+SbqVnhPsPiHooFlzNFQM9Q+2u5DFu0I9uqJ+VXH4pGpv6xqqsea3coj2VW66j
50JYkDxlTrNqP4AE4uDEpMUnfZfi1nZkh96ZFlSPXuoZduOG26UDcWjJbu2ggpFeEgA02FCJRZ6B
tcjnYBvcyhCO4d29yW/qKvQSYDwJuvHwaofmXHsMe/KNtwbR2hGu+qo+JBvI0fRjAejztho4dhzk
f6WTzBjV4AzTWgeGqjhz4cvgrPq3kh6nfjWRc1TOnj5uTQxTbSz8Xqzx5VAoOD3JT8VDujOeOhif
8El2+V0FY0kF8NnBrzqAKcA3hDtirhEUeoYVpVYlLHTpGQbfbDa9tGH9TgwY1JQ/NtN6AIaJ+P7a
+9RjudXOQO2dIfJiYvfHtLWUu+FNf+93agsWg9f4mxjPwVGmULdg2/i1YWWhFfRumXqN7qntPs12
MnOpZuOHRWoVcJ+9R7AbY4BTYo2JzSZb7txAXwemXScboriY8xoQtB5x4fuOhmMKiDX0je5Di5FP
nQko4t6PK6/RdiKwSHMzoDRJnBYunMqD3YZh4K+w2wGhjs9YLoEFYBskIhTSJug7MJFXqoivEAg0
rAvTA/EtPJFf/AaaXueMBvl8yjsK8eSAHR7EY4beu+A7opSu2/Sk1FtD7Q6FcJieq7aE/1m5rAPi
JX+qsP+TIl40DMDt4NiAT1RVwa9dUnkQmY5i6CLlpDyahTk5sl6CYRWgNUZ25ZwC1fcl1EAShcwA
LhxQeV/QCDkLSJ+i0cNptHO/Wnf7cTvcq5jqazrDAVsDItpZsfJo3Y3/m70zW3IUydb1u5x7toED
DtwKCYViVCjGrBssp2CeZ55+f2T3sU5J2SHLc33M2rrLqqrTBe4sX8M/PJcoiYiNRov4ReyN5wm6
954uedzvY+B4dMwV6hEqYS9COzV3BUJZ4cr+Pr9MOCGZXzNsQE3YJG5qrdJiTS+z4WzvhbXJ0OVs
3KHfWNlyQXXxZizWNWVZu1L38cfyoT9MX5Dl0+PnwLif+o1OeN5P+/JGfIH1vstu2818HWwjUIXJ
Vtm0N9PeWCdbeqtv/HsPhPfX/OtwW96jD0dc0u8NoIXxvcWR9BHT3JgAhutruOxtcje3+zG5ywx+
x9rYj7FLxxc5G8KhrzP+Qn/tUePK0VzDYm/cYa+8LLHxTt3z84N/CtLwF3XPfE191z8UYmR6Q5/Y
Clb+l3leM4ehICLGyL1+gPOzLlwNU9D5lvzWM3DQEGvhzR81cGpnpbzk39DFKBuX35u8DHx39qr6
yYteQs3VfC3fw0NTrKLn4nlRRLkuH1PQpT/7fLk1nR/OflBcA8tOZPqrVfOtJ2gxSkooMFbdR7HJ
76qH6J22ybV93107V/IQ/wy4n4fr+jZ9Nr9P1+Iu+eboNI5B2dIU5n+V8Tp+0eG94SMNoJPJkXZj
6sunOsvbtH9s/Bu7uR+cteIlxXXaX03j7dg/du0+Mu4Cw4tqr5NrRV+XmhfZBB3CwxpRX6fZOvpa
6a7maBuF3mC5dDGM0pX/0LCWQLDidda4ZsxpWSVvDnRJgoKykpup3ZfdnRBXUHHFBGb7LmncULoI
ESr5rdLdpe2D0vpugk5g9FoG136zugSUO0uyJZ8R0rfc2QAckQU4TvfsDv6sP7bzAVZG+aDoUX7T
Z9q48vvR2CDaPV3I6s/XQ/JigbovqDqQjCdJ7aLwEQ+Dkhx8GspuG9lEzLq6LtTkx2Qrl5TRftEM
j9qjNHfIOWCxQgklTpz0LJ241Hs0j5ND3Pjlep6yb6bIu71uJbU7td9VjYA5USWFbbFxAD5Y4Qik
PM+5UiXXVZsJek8No/pJ2bZ9BC3U6VrPCZrvn6dOp6+FN083aOmuw7s14GEcb0M1dmrcxll0KGen
YLTTcUylbNcUOy58hG73+XKnVFIEDZAGQiwR8VZgENavKuA3CFRSOtlcNml0sKN5uEmr6Rb1cdtL
mhAuXTR/ryQVFTLT0WayZwYtoW15tIYRmDbS+qavqRl5nhopI4gG0kGppTBL67aMkgt3nHP2ZpBY
RKpjUQ4RvBvz5M00mVL5Sa3PT+IfyARwSdN+lT4rD8bWfPK39nW2KR6Zl4ZPwXXxU38j1DMUjf5J
Uc3O6Neu6siT8d4ovIwELCeabLTuPqPhEnlK5CXJmpTE9NeC1o8Wcf8/dca90V85hyy+CbSb3HfN
6oYsr0rduF4BG9dNdMsQa9mYdr8K053Wel1NEuEx+gTOrxgIx9/lgubto+IfBtL9eBPhyv0ra5lu
+EtdWUXfis30CL6+slY9yINmAcP3QO0ZoizMbtfmPnpriX5grCw3it0wXmO1VeJENFx4xb9AL79/
JMAK0SHm7DFHgAVmnMSABIYM7ddUfZrL+jbvsgQGxWi6achFWSqjWPHVfu1z7s8yIbvK1AdD8z9i
Jyl2DEX2nx/NZWxz/GNM3eRex7QA+j7EuOMvgVI4lHyy+ZMQkcYUJ30wjKHf+tF3TXRkrS9TX1zF
w+hcGN6d9oHBMzNKQxGFYwx181dp89sXketl5sgmyp96R/FaDVBXOcYwSaUP7S0SNLNA6H7+qOdH
m9EVRFoKJiYcZ/LziqG1jaZX2VNcxP2mtm4mXfoUeWTzcZZ4f73Y8iEBAgdxAunpJPCOwWhGpWny
XuPqHbosCbZu/0Rb8WVK0UX4fLHT5Iw/fhGqoiMLwpVr5QTUBchZpbkdDE+4MNByyxtybcHI5vNV
fl0WJ2fFRBMFTCxwatBjJwc3NnTEnyvZP9l3NN1ova7GZ/SMBrlSZz5/kj7XpuiNrux0bzbrQN2Y
5DsAWvOXLtoV+U0cHhTnoRxvSnMT+9vCMeH2eKm5Edm6bDfduB6qe71+Lpt1Gqy1Zjsqa8e4ahII
3Z7p37TaxqJQdG4CYzMZG1TXHX/jmIyo19oH5SRTa+j1ZI4yWEfP2bP2ao0QeDZ65Jb35F788/Q1
6Vcq+o3hRqvcgOyzd7vWLRgZYlukb9roaszuY8sbfhXxc+DaitsDvam8St8E1ja+abMr1UeIYdvf
5dtLAmunUz+2csHLoUpCeLBB6h1/j4aqZGGUqt2TirKNI/sHZnyr2RGj27f1e2cWDyHt/M839gyX
uCjNIEwFEXCROqAXdbxoboVDjiKg+sRMMqYMHNdTZoUbzJrBdvWNsYYaS0uoH69ypQ02VVFeGi+f
PzYs/4V1zkgXKtuva+m3cKAGcxAO5pg/pYrxmkZZ5EIW8N24yqsNjAKxjosPFCbSC09+HhIIweAx
4S5AQTnTF2i6KakjtEeeJlk31y3qwGDxzNB0My1QLvQX//CW0fHR8RqBLQEW+rTBqLRq5w91wWKD
/VSp2lWTpxDQqo9w2BdKXnLbdqj1O4yQ0rK4kAj+YXWQp8iak36QmqHndLzHBfd9mEdT/aTkqsPM
YkbYPLjTO7Nam1F0N90OVYzRtB68Mpl7//yAnb9mFB/RkMX1A04rofd4bWFEZdDbeQ3VrYFmKahr
VCw66k6uRgd54M9XO7/SFn3JRfib50QV4yQaOoNaA/EzmyegFe0Vjayh3Y3KHKzg67/qIgxdkZcT
A2YYgJ+vfIYFBQLOU7LFNHJBpeji+EFDnsZS8F84ZNkEyK1Wn0Pw0Hn31LXKTV7rfMWCkfTYWsrK
4UJwQYjaGyPaSScAglmmqtciY2MNhnxqmLNf+Hlnb4b2vo2cDYGFk8jndvzz4jJVAOMG6mGqWtvF
p+Ij7KvGk0XZrETCdJ9kAInhiFGmk4xE5pYiugrf2kgw7MJJxmvtrthkknSv1A/CTLtNnYF4K+ML
P/XsxABXRfF70RdBBBkC9fEv7XMU2UZUFZ6ccjG4aZiYOGWlub5IvocViLLP38zZBbpgslFQWWxp
NFIz/Xg5p+kaLQ+s4mmyRh1IObiV1O/SC9+guVyQRxcoinxAaBYqNOLRbMXxMoNZ6wUKTdFTBVgN
wqojvujaeGjCeRdWUXErDdBqwTQzBDaq8kaa/A5HSfW7sZMPvho4+8J3cEqbgfeMlnndy2S4L81I
v0k0egpyfkemjdFuHcsHJ1TADc2d5s3iOzrkFBX+NycIlR0/g24pTWGRjvdOZdLtzh3DTesJtIFK
otIayrWS+MXByfJ1rLdsAB4529JSIT/THfVbu3+c8VP1hXMAVjCZbbG3qnZCt+BCenpeOfHKgCHC
j+F64nI62ZkmQhyta1I0PtosdgNkZd1erYq1lWqFq860/KK49a+7LtkTzJ/hEg6rVnV+qq16lwh/
o49G/2YIB/sI+gC1cGoPARTjQsgRy4d9urOUdcBpyMNg7p98+JXIg86x8+jJHJRoqw+9/qC1UOuD
vhWrCeNbVGcXzaOSkqigcaozXVRrvv2wq5R1iW7YWml60IB+hrHDDGnciW4zDCd2idFto7Rpbg0l
uGl9TVx9fvTPbl4OInwAmPGAMky+uOMzqXd5rYTm0C+4Lgdudb26ZcK2ClQA7LYzFKvUHrv1369J
mFyyDliehMrjNQdhgtO1+/og4vb7nDY/szB9S/1kl9k+VyHTL0UNLyTkiFKd7RFZP4stiDpniSvH
qya6XguZtuMhj9Z6fieNJ8vp4Oe8olYV1N0q0N7N7A42UltdZxLkDgjNCKVKh0o1gK1ebaIoWAWw
eqbMVWFmRHaz1qnXmgl0AXqWwQwgQ3yzWkDA3+RYwKq6qWn7wQAS/UOPAGRqXMWIoWYHMd73YHzK
BEXqfZuurWmT46eiUw69Nik2zeVLpn0bqk3DEK8zd4bjOeEH4N80pD8IQ5y+ema8yOLKfsvlesjf
df1mgG6jrcBKNXvT3nQT8zBgPwxL5UZ2rhPHq278QGM2oUeOTEE+7hLrzpAPVv3i08WTb0ZqbOzk
IeAH14eJzlnhlfC7R/qx91O5nuyV8oXYy9grglZuedYCNuWP2iQ5FAsudeCQW628EJzP7wLUlfm4
xCIkSqZ2EjVTdRqmTgripK6DnxhpcfrRPTpUbjH0l6ScicR/OCbLl4BXHwLZ8sxO1swyFUHU4dAZ
3iAeCwiz80PTsHlq5ZrNxkxpF5jvlv3VKe98NrHwn8L2PeyuG/2LbvzUjJ/jQKOr3Aflz1S5C32E
JjZG8jZ3W5BvXXHjq0xiXjT7ZZq6lRG/Bb1w285ZOb5EXfMxQH+j9ZlrAK3oQY4MyQ45+iG8K8Q2
sN87B6BU+UM0NbqLdDHYoaaLXA3Jhxb9GG18c/xr9AJXJpyeQZrulNNdp58yNu2uDzHqGHBcdgdg
dMaAIrMx0JqjvZy066kHJMFEzSlgNSA30E50JuHGSqaAXYY0gv5TM39ESrnKtT2mfJRUNewvBTh/
Ts8geK+KbNvz0ye62jX/VEBkGnyVLusr2JiVGk3oL3CnJIy5+y/mPxAIBjry9Sp+7YEspa6wH+vy
ECc/DEbIiXDoCuzsMF05wbMTPEb1l0IeVHAz4XsBgkfeVA71LrQi4G5ZfPD5MYazc4ptV34BRAWY
eVynOhgKTmy3Vcy1DTqdfnS1s8Vqfi24+Vw/XC06VzjAcV++iA/taQzXzME1A4hXcivgKxiuxQ8O
N135qDwyG4TpfTNmLl36aFvkrlFvBiJCuzIAc9C1AcOGSgR4Pq5KFbW3b4N4VZxNgRO54I9Z98O6
SxAtcKtwLbutFV+l+dahQvbRF320hn+chsbkTli7avLi2hsWTh56EqNyG//62+P00NZA0WHJNeOb
Gk5M5b50xZeRaS5Y3CFcW6/DD+QxGOohmAHFkDFtLZ6d5NpP3VxcB+17YO/S+R+r/zpzMm0oLMgs
/ppYd+EmIY5xTpiNOtui2+j22h5vQMUTCvlP3t/WylMCPgpXErEe4XmnwAdus24Tl/cSuEjefEuW
qfK4Sppdrj0a/Hil/NFrj3365I9PMSPHxtxAGbHrneReL5KXPLzL/Xtd24pgG2bXRrD149uku47T
66pbinx9vgIjmc8PWn4jtXVueJl5mIY36Hx6/9KlXrbriofJ3o6GV0bPdQJB8KB1+47xv/8m+Dzm
cWc6G8e+Bc6emVciv8L3LQQMdS0ZSxYX2k3GeU4AOZhrbsHCaSR9Zzls0RYoavWHmTFgBMIUT7mV
lbeTN2nqUxynw26u5PBgtJWxarLgNh9FtPYdP9yGKr2UqhN0h5MRUREBbq5KSIKtXm9dS2agGTKf
QQqSj/2zHefPrb9McVEfSC0VDMQCB8uBbLVZOG6rMaAP05eqh8YyjEhHTbBZfHNaXVuVVlaBme1h
n9gbWWGzmEpQn4tTZA9A6/N7/7wIJTOCd7hUg6gFQA08voKV0mxiLVTSJ+Grw16GSB7r+Rr1nH41
9xqXcQ+lxQ6+jV3TrFQ16C7V4Gd7wg9YWIILA3KpwU9aWGan9dZsmukTJZxxG5R7egKTV7bGR9QA
IGxbpJDSmhZxPeFFmSfzD6jjTJ5KDvrn72LZ/aOMcfklhsOsZFGRA/pz/CoQUQydNO6zpzlVv6Bj
yd09UXcVJLxbKe5NRGQvJalnCdCypNRRawV4SxF4UobnmZ42szBogDZDu0alc3DbxPqul469z4wA
+kQndrLOM1Cxjb/xjfqhHsWzzmV4XdkTuD6ZvQSi5v9mTzUpUN67bZ2sHPHTGrm04ECPF97SL2zX
8WuCa4CHw2LxAzLtNLGOZj9KpqhKAMNxPnotD7f9qCIe5Hf9Whsi7GTTfl6JgKJJgtmNnSzYtwAt
AoaOXZ72nhE42nZS1W4rOgwHq6Zwky7QvMBvpIePj7O1rYUJk8VAMpq22TZaKa+mAuxVGEbfJySf
bieUh4ZJXPKpWDKX04eDmMmWmAZkDuskI22mcvQLY06eBNSK1YD/7aTGV5+fs3NvKh356t8WOdl1
PzATIRIfOE2jMu6YrcyLtLoETcN/GTa8PysQnpQpDdkUGXTZOO9V95CPaenFFhr5KXW3NoiH0YYl
hOjiZpk9uSqAhvUcT6Bdwfr6IwymTBpQ/BT7qjQCyAmlYnnOmt3VL6Xy51/x0lIX9LJQ+QN2fPIV
l5EtQ3xilQOGk2QuVjhvKrWnRWAHwy4sKVokeQF+tua4NHmDoIZca0tgWoN94YCeKHCh8M4wYdHg
ErxlclPr5DtuHcOfKJOUQ4cQqtnq/bZqeYvKbOwKU0BVEOXkzWDzjAQbMG3SH5yoJUmALbFBBD5d
mXhMbGPrEpzxjz9MW4QekHtQdaQqjgNMXg55nNa1cqicCb2VYDjoiEiRH6RrYhsU4Lz90nf+evTZ
wyxUblS6Ca41gZXqlbFxdSV8KrLx/cJxPA9C1PJEPXbPXETYTmq/uuujeArK4Cn17fx+pp6Verf1
U3u4mXN/J32nXpeJjacWvjCuwb/lyqaUN8gQb2LlZixudWalhporV0HTZuQK8iN3wsmrplzFiKv4
12H7/yJP/+eXvOB/V1c5cMdGX4/kmxY9wv+rcChRzARWAJ0DJVRCF/v4b1EV538WPSf49wwwaDQu
Apf/FlWxtf9h4kdTFjo6Upv4yPxHVEX7HyC3GkkBEzNmcwT6v1Bv+kUj+U9kBRSF1zpBFZwWykTM
NU5OGWLNoQqLdWaiqhoBF4EaSTfo4rp7H422TMHbx2XS4saIdfFeVdtZHnzbjvGqimtn2tfaWOrJ
KsRlGWvyQU+y/irOalCSKahLQEl+rT6i7lq8hli+MvbO0ngCe5ZE5qYIpS8fjdD0fU8pMiWkKMtz
uzbc3FSKsfGahKYqBUMsh3pTVaI7mHOvCu5RRd3TJm++O2qrgFpSnPhalKM2u32jFqqLyhPqFE5Q
gePzjc581zq9pXUbO0G2VgeMDFbJWKZ35uADwk2iCDz+ADlSX+Udsv0rGVmIq8eRiRdKYECTVOO+
TD1V9JrcqVo8p4Ynm4lXlSpOlWur1qkDatTPQ8ASeE73hlkPbVb6MEtf7zgwVTgAC96ZhexeEcTI
7A81RAGE+J0bFIbr6FKEXv684/VAri2eRb/+A3LveD0/ChqOXGvEqxizaoNeTEBiHcvAGL6pIhP1
am6jKrwp8mJKv89Ooz335dC8T0PDEUA4f7wEATjuw3M60cNYojJW6PwFqjHHv6gJlDkOghzthSZW
JfWoUog1QhmKALekDzMl4RDCHkidBmRslY8gsDIruPQzxHE/2kDZCOUj5tP0vBmB8Wke/w4p825W
Uh+8ckgjg5s08gvxkOQJwLwkbAfVM3zFh/HCLDi5GQOp/0Sps1proyIkxXEp5q960DfOK0fepmRD
Dyus8lVid+X8Q2vpch6MVh/Cp8GfJ/+72Y8NkApVtIN5SVzlOJdanmWhByxhBVMqmnwnOQHGyOEU
tSa9gAiU0z8zTeVsI0OdEdvnx/e4HbUsZLII8i3L6NCwTgWbzFz3OR0+tPvQGlsJ9UabrPu4ABvq
5ojG0VoxM3gKn696+tGwKp8MEHC6l8uEdEmJfhuQZvZA71iGPoy1BTsTJmQVukS9so6d+kLKePaE
FGY2gBCeEfM8Uq3jtQKgr6lIUrjgvkzHkhSOTvpVO+W9fc3kyBQ3bTeM1KWfP+JxRcSLRYdr8TDk
64Bbyxz8eNnW7209awKs+gw8BdxRa5J95scV8D3Hb161qW48nKfLr58ve/ZmWZaJjES8DqMTFHqO
l51xb5kKgWMjQijzXLmaOYx3nW2X3SrSCuP756stn9TvwcimlWmSj4PUUJm5n7puWW0i+nm24gCW
aNKhMFtaW7/TdYRvU2ffWEJlvKbPAKLHSxbBVNpnizMChnUJtOAXYPjkDft+Uomo0jk/jT+WeeAm
jtHkh6bO5+RryrwK4xDGg46JlsVMGxu3ogSAqdYrKcoHSYnohg/nqpXIWxRJLae9NcZ9fjf1OpBz
Ne9S8VCNilymBoloY8B8Hf5ej0PRjMXWZ4Ozx2LO69bD23TCTYWBeDXhL6Mi1CR8qcjH2e+j+QPb
qtIcILrJZElHB0udX6qoV/qfgVrNAQDXoYdaEk92nNwZQySM+yhXteoxdzKJcil2LaDOh1QPrJtE
JaelYNQGG/LUgAwgtN7CyDYj3LV68oI5EvDHOy2PQO4rRSv7nWMEmYGWR4w51Es4p3oEdTmYtXFd
WiE4vFjH4hI6ocDIIcCSBEmGpAykAX+nw1RzV6bpAFAkUPXwvmbyHaO3UGTGFX9G4MxeqIyF37vM
eUT8Lc2xPbkVgYESBNgwh9DRqFKxi/vQiu0423FyLfg15WiODmaQPQAFWnyKApuhs4RvbtJKZKO+
B0daTcZHrst8qK+qMkuVaF3oQMPFJleMKrTcTvcng+HO1MOLCaJMsX86SubQ9qyHZPpIJJUd+rBF
aJXfFODkAsvEnAlEBPIHN0xHG5TmJ5mN1TKxmMP4p+OkKRaouk9OssqReRC3ypiXEkxgMIeM6TR1
HDaJ0caorRhD0xWuiO08ZSQ3awMMWa0YrkUnM+dqCIZMhUZXtiie5L2i3Et1Crh9FNL7BtmyaMr3
5C7lRxaXtnMIamUAvduVppa8N4aFNFkMqg6jApmMk3pHVhgJphiOo9/049QUnt4JfOSLREbmtd2C
eoBSkpvB+DKV9XgVOJafeGVhTPwuzJyBAZZZDAE6tPL6OVIz6G9Fi2STQnYUdHL+ZueKj65uyZZB
xUztwki2g4bdeHvbVCLU5LbMIy0t186QhPO0sgNqGEzwQDzQBZ9vBmn3+nZssJfaDSX3ygjkvY06
O7i2A8W0qo0VO0b8bFl61r3OgMimzq3qWA13o94oIUfXRrnaS4SelrQQVZXqftWag169ibYz1Oui
D3oEfnsmCzNWe7iJFvBHjFxY+qobWinXgaFkA4OnyYh3+thj69SWpYRROiqJKvZYUfNmV0VZzcY3
UQcaRERZIQ9l+FqrrrOgTsS1SEwSUgSLxvifUcTQQMyqqLr7UhRlfjtPNnrPMutwo9EiXekrNxFD
hceXr/bj7VRgdbS1B0sL7pA9D6JX3LCDpLvr46y0G/grYdFOLofDGHdlpLa+/S2tad68+FGbgBSc
6zgdJy7joYXabY++E740vRFFV4zTy6G7zpBBlLseiS498OwRSwLxUE+p4tcrNWut4rGw7bFR1mmj
EylW+DAa6ZdpGET71imZDStsVjT1NbM6tbuxMEAcd0qtt/4dbn7twRgHw/g+taaVXroQj8M1FRTK
JgRb6heEGMgTT9IzPzfDRLGZs1WIwblFTjO9yQqUl6yKBsJo/Z023LKeQJgOpPIC8WPidpJCxeAm
ta6fHC/xh/AqD4vmqrDAytk6QXqekX75m7vw13pLSr70PzlwMDuPb17Fl32P/5UDiQilCU7j6I0h
9jlG6ze3dmdrkG99e61IvbiQw53Mgn8tTV9kURAieAo0XY6X7gryilTMFGhd2ITXCaFidKcx9W9U
NazeVIkIQwrMHfwvIvCw0LMh8+IqBoooC2TKP38RZ7krSSWaMs6ikg+U7lQ9VwuwtbOH2P8IJ5QH
4k4TO9OKLkkIHx8n8isETlUTBBqKIhZIv5OGkBUGsW6imPSRjwOMc0OL8BMrUvLKbaWnXe5JP/at
C3t8WurA22WEihEHW2xQh53ssfSnsSys1v+o+Mp6aHk4ZW9rocajR40+oLUbJXAuGGfN1Kf+1O5s
P1an989f8PmjgzZYTFsW8K/5Ly2p37Ln0ZSVb+vhkviEPgXZthwDgEswtm29vquoD6E6AqNlvvz5
wsfp3iKjskwaGHfAGVt0ipad/21h4HSTEBVtUb2PmED54Ti1W1t02iEnOobbAq7/ChuCfiFnAOS5
+nz549x2Oea/xO6gNKv4NQmpHy+viEB2hhlZHv706lWqi+o6EEN47+ckShfS9z+sRWMHlvbSx0GE
+2SnU9HOekyZ6pFjO7eM59PVaJrJvpTxuPnbxxJI+HGcOMvLgO3kraad2g+TWSmAdAMLOZwxTm+C
Ar/hlQpa6YIU03FZ8itUcMEusq500el1nVReE2h0cNxBsG3i2t7FdeKgNQS1U5QdtEQ7V+WqiBX9
Qkj4w6roPy3dW0SI4Z6c7FxgNyS/uqGAjk7bxwKPs52UU7cWDD+e0K1OXE3pIcd+/mJPBnQ8LArJ
qAAAXIeIJIyl4ff7ebVzizREYMZcWHOibrMYIWLq9QnkrdAy6TlqoKB1os1FN2/StMyQyZtUC7ky
tY6DS7C8syNFa8Tg4RfYHJyJ0+ARdL0flJKsqos1ZXDLLq3T175btP6nKvq3n9J/5VOevfJfgYqC
F9VA7HlOvVrjOtRa0TUVkrh1X3tRgkYryp+Da0xJtratrPnRycj+t7r3f132ODbxyhlDUoASlbiL
qM1Obnmjr4oxrPxmOyQjY2FdDAc1bwbI/F2nEKU1aNWf7/JxTP61IjYzy1SAYptgeHKi1URT9I70
bxsM2kbUWfCQK7G1zUVbvnGo34UR54esDcbbgHTu8fPFTyMi20jTi8+JlhzB6RTpPZaGmlbSb7dT
QdGZpBrtoqhonlMDjOmQN5o3KCWCAnEyXvikTvi7y3MzdFjUvtHsXgrw5bj9FowRakW/uB/7bd8F
8zayYT07Y+Z8r+d+3E0RYlPz0OIcoZXRJu274UomUm4TBIXWVgSXUnR9v+58Ac3y83dyds45RsBc
2UqdVpw0T0JnUUouh7aetko19q5jduVWaeavfcaw7fOVzt4+Ky0qxEDsUcc8g1OaUZV1RTNP2zQC
YTDmQsVwEVxQEpvKl1YJm1vIYRIPlKC9RL/500Mu7BRa8yzOFPr47RdGkNfG7ExbumrkeGbfJojD
Bl8d3u2Pz5/yBMPFTsNQBucMHwa8GDPvk502lGZkXjxoW95As+lSGJZqW6NIk9nJrkpl4xYCJIyw
q+B+dCZt2zaxdG21Vp/KeZLenFZvRoZ8dUChhlyMlt1lSRL+xEvgUtQ53pFF2w0RWh4ZFCYfP43o
49fSZlnFQnYMCt/UtesUo8/5H0VJFQJA4CcPVmk1h6xXZWHiez+of3UgCPVgEOBcCE4DzVPC0PHy
yWCPfYqfoTcUVr/LlTJ/NKv+a6KF/ZYOQuo24eBc50rUep/v0XG0/ffCFskuQAtrgdweL2xmzZjI
MQTsbmj5j1RJhmwdWrWK/qluoT1TGbJ/jRgXvXy+7nG4XdZdCirmVViAWxyNJTj+FgQ0kRSBVU+q
10W22NJ0F+u8GAUKnCC5nGZId/8P67HHfNgUV3T9jtdDF3Ck2UMr3fTRXbFme7hTYqY49Rx/C7VR
vRBe//R4C1LSwZyA6dcp6EjRyzrt7Er1JEaVDzmIc9Ntw86E/FCUtN0WzfG/f0CG3zQ1ieoLWOP4
AYtWdyJtYS0MBkL2qlOJ7UTbcKP7qCJneJ9f0CJYTuR/Oqj/2kD2DQQ9fiiAl0/iSGrgczKWghdq
LHDcEIDVwN9Z93K6JHvwp6UAnwgWIxWyT8XqYDqTPgt/9mY/DzfNNCk4GheY1Sf+6Ct/dQn867mI
jgBdCV8YEJ58ia02BJNhR5oXD+hrNWZo38qqBmpJt+7w+ZadPxcX4PLpkddyEVonZzIbEMYfYlP1
BE67GydE9kQ1/eolaapLhPfzzxwyG5qhFPoqJdhprtE6ZlbGmlS9hCn+xjQ6BEKCGDFr+B2eaoYF
EtNQGv7++aiol51ji/7l1vDbN97JcFB7u1VRFoksZ9X6RvE8GoOe7siLsksX22kE5zDCYsUMdhkK
EZBObm/hdEkf9hEyQZbSVQ9aYVUTlqitDdxvrBt90doWPlhIA9jUcxyUI2Tozx/4D2+ZOE5Hk+c1
GMafbCgIHyxqergeYlYaxnMZEr0l+J2KRgDkHEtujDlO/6owWg6sXCo9go3O3YVb0/GHb81pJsyB
RSuJAOfSAtgF3HZo31japtInc511U/3XXz99DD58GlTcmpDJjhfl5XbwbiHpRLF879V08LQpN1wz
s5sLRq9/eqdLorSQhpdR30kppDTR2OlKAR1IJxkXedrtqJvIEdNk3vYKACMdPOP68438w5cJSRA1
Y8deXEhPK9sI/EBszo3O7TSF61biodZVc3IFJ8DcfL7U8qaO4yhbpjJQMAG7s97JmYl0GrmKnBDX
yDLhhpGi3w9WNNz6oxIeUpElF9b7w6NxQsn7EKsCG2KevM9MFj0iwqwnikBfa3M77o0wQ0d7bK8+
f7IldTh9Mj7/hUMLgB/s7fEZYXY0JEk3zV4J1OodRUiUQNQ0jy/c7OfL0Hmga4f0Dqwx65Q168BK
G+scJCEuq2hnccvbuisKob99/jjn8YW+CogakiSaSNwNx49jO8qoNLGheWoKWg/QruMhb1z9UMOs
dHu/B9xmyt6LoXJduJLOj8gC1QFZJRg600Q6KRRnW2nTokVLrTcGxcsr/cNmNnCr9OILfUR54ez/
aTU6kwwoYVEhsXQST3LqBi1gIuSNel5RcVldsGnnrHb1NLWuq2jCePrzN3u64tJdX4QuaOrQoSMh
PH6zPloXRRbMLeMxByaFo/3shHU9SmTjGUNf0is//QBY7X85O7PduJGlWz8RAc7DbU0aLduy3Cr5
hrC725yZSTI5Pv356A38R8UqFKHejd03Ajoqk5mRMaxYi2edwhigF2BRf/Di716l0ig6+EAD5ty1
Tr+riAlvNGiq802Rg+D+YFT2xxiRrkXtMSDfXmymQ6oqYoUx2ZrwXMqAQQQ02e6nLmIkXgp35c6d
1hTmyjKLwy/PgDCqzH+EV98tzk902rudrfaDoZw7JIjGr22Qh85ubGH2wF7zKZzq8M5sXAfxnrr6
oHeZ7RvEaJwfaKvPjmqTETr1qQbiPcqHLfXU9DDS32WYsZ5WTs3ZdwSCYXMjOI7gMYBlnJ6aIehC
8A+W3PeNO751aS6RPa/aJr13E5l9uX5ELxljSo4HjwoYN3Fx+S0Qa5aR2IRJskwfQj8rITClQ6qC
Rn58XZQb51KEw+H0l59wsMLWrlxb7icjrmrGBKIOvZZQwO4v+qr88eGFzQQZREyAaVDQWfiWrHVD
gGDcvYiW+oEsyf8rqxBkVXFpf7tuavmSU1ThNQA8w7kg2V6CAVMPNfMq9NS+CJW6dxv3jtTC3ruE
N8jlwuQn5bQ2/bHAWnAhqObM1XCKibNk49K3JL5FgzoXKEvIoPyiORyTTewiwTv19HfDzDAePLMN
DyDgIHWlVDfuWwculAYWhC1dMP2bHrf1oVMDpAilTesvF/G04iUu7AyMTTMtgM9oPm5ieZQzVRoe
nX0YC8pDOUxBvq1shBIj0Dq3bgGbTw2Ye4124cws/zlGuwmWrTmJW4q0qNSOLHAjPeOxzgjybx6D
qx1rC4JrutNVTQnCUCuv9dlFmm3OoEO+C3nBknkrjAZtiDPR7+0xz34nFqTnDdHDnZB689GjPZuy
KeZyBijwLOMPK21F7IxJv+9thzl/PZfbIU7Mm3L0spUg9dKqyPS5skx04JLmv79zu8k0VcwQuf2+
sTX7Kexc+OCFA8MxUeMHI29OMVhfi6hqzhrP2F9ia1Sm2Xr93rOq7n4ws+rQxY2WbxqtWkvgLh2Q
P9B1bitYpRlC/H5ZlqNaq5IRIjKVae0CBwrVCvzO11gmISzfvXvIW2iir7uJC3s516bnCizejxjk
1GgSZoNhpO2wb9MYMQ0l8ns80rg3zKI6XDd1YX30dfAOM1casNzF68xIgCpbn+pub6LLB5cF04Sp
BfnVIBP1Imx9uAnJVH9dt3ppgTMyEgjaXHE7a0bGegxppNHvEwdBQeQRH1vgLNTb7PHrf7EEUFKf
h8pZ4+lW2kVJpduBbBvNEMh4XQ23EjTBrqClvuLCltExxxK45/83tdhKL4y10C7Hfu/7mXxMvQwi
lU6GKBNllgIhFsZftC5Kt1ot+pWY59zHz7bn2fmZZ3e+FafLhCc78WQ79ZCSzsriRMl3QRTFX3Jv
GMAZF1kn4NlvnGfhumg7utAwfNG7cPisN3XzwNuR3o0BRHmZKGCPDSVNcbJbqHaufw2bn/E+H/qz
RfPTx5vu0vmf//7OSYTkk4FN4XFvKPXbKPPxpYPDZOWRPYul2QteWNAcYDjJ0RdR0QQnCJUcPnnT
edm9xAUf/Dq0Hv0utvbGMBor1YezgHO2B1USxQfyBcgLThcFykrmRd5hr7LNQ6NoclutjUY97/9u
5oxgdH1gNLpnBiCXQ3lzfU8v3WCLBJr0mbeecOHUfMvUVgv5a7+v3CH/ZFRGp980rj988kQ9+QzQ
5e1n5SjHXuEQubjN5Jp/+FGo+Swc/mTk/dDpHLkcyMaOJNd/aJRnIuOe17su89f6AxfOOCyAcEfO
b7VFirS4X10DyHFyjW4vqypH6Lpx038pfjovDEjAUdrltX2A4ML9p0v7DqW8JKp2mm5X/4rRgIxM
jyUj8l2Yq32nD4lAX84VUPcP/s/rH+Tcuc28WfPACRAPCraLUKYRXUF5uuv2ZkeeKqcMhmWnNgSz
a1RcwpWw/PwzzMEE7URqQ1D4eYvPwGWzXAnibW9lOjo4RGZvjGzgZUIVs1rN+LBDJaKgbenNMSzN
i8XtghloYszR7/b09Mx5vhyy37emTQPQWXwh8XFz0OyT8VONtkA/LN5fZdNfhyKz3TdQTN5M9Npe
9QjkdWhGabr96IeD1oESA6kjC+SUnd4kqzSG3vRy3lmn9x9KqPl3ZgfHQ2QJ9+W6qQW8gYtK3PLe
1mIbG7uvezeZxn0HPGrXeCo+GrWeQtBOlPy7smBv+mRYwkCPtp+a36OAKps9pjl+/YecHVZCKTRS
5h2mLE5p9HTNOXmeJQgODkYIT34B+ulWxBCujGSc++umzk4q5X1UDUhYKU/Pks+npgDoWsLBER3S
Me3uBr9snxO79m4to0536aQnK0fngj1Dd0gj6WNYHuXwU3txn7UqhqsQKVunfJwpRv+yfEZ7/CB2
PsWtpw0rr9vZQ0AeTmONf1GMY85+cVZJ4HJVjtCSD6GOsmQSuc+6lVm/I5thlI1gCgxGJEacxnso
evTitkm0tTTqLAaZrfuMaNCPmvu4i2NFgBdYedaZh6iMq7eSXuaTTo3gqDdKjNtsSKNd0+ousxpm
9Xr9856fJPZyFqaj6c3onLWItGDua21k7xBbbJkeNznXMJRYTnsXFaMdrJyls0ePdUL/zeg+5Q+6
YotjKy0vd+xJmodu0MpdAgb5mR39XYxRgmxRC49Fb6xxBc3n8yR4wSb/cB8BeiFdvthb+A00qhbs
bcHjBClC3njMvU0mkojXd/LCOQIIajIiP/dOz0rvgxVojt0r60DGmuxsc0TQtEI1RhiW/GbJvj7o
EST33Tzul+um+Pe6+fN1srEUQ2agILC25b2J0imcWplD1+VmxX3YeiEcUKla+YLnHpCQgXPKF6RT
BKRt4Q4QgLGLuuzsgzbo4Ws1lP0dHFvhsSlyZrZVG5LQZXGTx/t8cga5FaPZ/aDu7Nkrv+TCeh0m
QaGtxwWSJCx+CESUTiPpjh2GLHL+qsCb3XV5U63kx+feaIYa4RgYXpnZbZ1Tb+TWg69KErFDXie/
bZPxog1aSgNCAnnxGPpg4z/8FXkzXdr8jLUTaS5uiJW5UUcyAgOJ3v8dMwe9czR/rXMz/+jTK8F9
p7JL/YyXlw7u6aIajbdiUo19sEdUhwR0nBsyruY2MFW28lCd7R9VBWZyZ3H7GTwbzB7hXeqgyppM
jknFQ9KD1kawC3CQW/rlF6MRX8M063bX9+9sadjjUMK9hMgAadXSnmcmypuUwfGMw+86yLgdwH8o
iey6tsKVj3XmzjCGwK0P+fE88bZstmleYYsmTZGgMcvx2xSo5nuRTwCTrSm+JxmjFS+maSXcuWB0
rh4j60g8xxT84oQUrVYzy8AKgXfKR9kF+oMrPOcGzwpNVwB1r3IYir2+rYvPSG2PXIVUnJd5zlmW
FVBrSpU9TF58jHM9/NllYAv8PoMhqTPjH9UYqnpllYvv+D+DeBrcyVydWgY4eBEzFKkFTROUeebW
DMGz3meNA8tvlzVpspIVLR7g2RyRseOhBkrgDZ7p9JhWviXhO8iTIwWOrHls6NgiWuNFjPsUxdSM
T/ADmg0MPCEk14mWjfJwfYMvrJeGOHEIQ828H0uaEguCRDGFdXJEj8PcSVP2W1M5/j+jMYpv101d
+Ja4TSraM7DBoQt/ulZjHJs8s4uUQfZyGHYwMxoSusYJMh0DJHS27YNyrFbu5eLU/m+DZ7TmPLE8
FzZPjbotyV/Z2MnRqToDCq06DnZhZHi/gyJFFDPK85vQmOS4cowWj8T/zJLV4b75H4HsqVkvYh5F
w4O+MnBLGhllVd19VXnTr0mMXVwf0TErnBEUS6Tx6IamG9VD8MpLEppbGo5xsIWg1Qt3jCQ1+ddG
WKAGtbpU+fHj35N7SZqFS5hRsadrtGOzKvQxD14hL4ECVKLf1KVSPfQgYnfK0MYVX3BpT+e5e95D
GhxcmlN7uN4qTyflvzpdaPR3hpPBAOzJvF+pFy/gtqTFc1+BuJj/4ix7sEwiHVvRVgWM9lpSC79L
BYKm5aT1d6M3InY+JNmLWSDVehPVAkW/XvuHdn3t03lVbnMLkLd+EQyhVgfRWmuTTpf8hUkBErC7
xTfXF3tQFVPbwjHlv0YubFj3VW6n0a3pqb594U1zNRTQ7PZ5JlSubmxDJNHdx785wCsLulnKV/ZS
ZNfrOoYyJiN89arCvyljvP4YyPAwDvD1oWr+wUfnz6cg3+Qpn5lgKBudfvO6MGJGq7FHy8P+pcNQ
LMZN7/YZApBy0pCQVH7RPwxMoqzlg5eOG+wCJLnzywP1walp5k3JJ4xCew09u5pZZaq2Q5rFW5P0
uGiHNw7WZcaqyZ0XdhCWhLPcDF6tKRluM1l7iBWjMbDGtX/J0xNPwtYETo/EZGFHxMZkCEcLXlWD
5l4hyuIBzEtz6FqRfL9+Si6bolbPjAvh11JDANgK9CGzKUvLstuu0H9lqF1/lw1v6X+wRO4Mmstk
CHDp3s22cElNk/C1SGKE/0rIFWvZ6Y+c4XDlqb60KDjIIZmfPxVcBqffqcqcbipcrp6RMPQ9Fk0B
7XAi4aiMZNCvvJWX3DpRCPAZevbgE+Yf8y58LfOhYeg30l7dOJLJLtH7KUEyrZvKbWbn4i6YHJRn
A2sSK59uvlDvQvQ/F47KMOAgnWyA7sSpYSsvQukoiNST2qt/cj/kN4j5fgHGCB6NNA5vktCFonNI
ZPWowCishCMX1s3oF3A06j2s3Vvcd0Z0RqmiLjqqIii/aQCVxu3YBchgOV3+w62C5FsdZMpYea4v
hCZkr3+AlySSAEJOV023rBwjP4uPueeXb8BNsq3fN3AGuFpmPxM1rA2TXDTIkZ1dODM7y3OrQq/q
pJMS10YTQt5THH4ZmuibUbQQ4eLb1yj0zp2MQ/eTbZ0nc2dG+9MFVnAk1KLT/deRmf5nBoV5rwjC
rJ/Xr+PZ5wPDwpeb6+0+clHevOx3x9ZK9aLUnFgeG7fOvwWl4VNoHzy4TbzRUg+6sJhKbgpnDe+1
Znf++zu7DCmQ9ESmOOaRw6MQes5Xv+/FTaHRq4eiDFbXfgw/+hbOiwVASysFdwDg8tQos9tdENuW
PHZ8zd2UTAiy1egK9W5sPgeyFR/1ddijjEVZibrr7MNP7Rm93pC7R/LoIvTQ3VLisRBpVq7UPidh
kuQfvYqzOagmcUAUReE+OzUHCZMwvT6rjo6AfJYemYCTYSxvs9qpb4S03a0dKO/rRw8Q159qB/6Z
4QqKkqdGx0HIwnYGcfSdJL0bzOAhC5MGHd8estWiSrVNGvf1Sq3lzLODvqJawJM6o6Poxpwa7UMB
GbCJzLaBBIO3ix1DPecjw7y7Sq1mQReNMU/MpwTyRc/+1FgmnbErmlweK+Kdv1oh5FcmZbztpDR9
rcJ8duvnhb2zNf/93bWg4lfTpy/lMR9dZ9gruCX/kExkHxylYNwTQ3O9ikCNDVxmkeYk09oZenn0
pPS/UkkvD/Tesm0IQ+N9OvjtSoh+ft+hGABRyow2yQD0SacLG3gN6sgKy6Py9AAG7wIOCI/y1Ubm
ZHWeaLSvjFnur5/Ns9ibRb43ujgmsHKUQWWlCOzWYnrkZKBm5iUDzK+QipZ/QaMY/ZqpUTcQnYQr
jvXSqfnTJ5hlMykbm6cLtqBhG7we261VNhC25363GzrNg63StobX6wu9dGwYC2AMhyyLkutioaGf
01hLlTg6WlV9zQZt9HaVQOxud93OxQ0F1+bCPgkd3fKym5rlaVPTlsdpRPg5KAK1gWTmX2Blvwb4
G8ZtK5wY4m1Zrs02nUU586f8P8u0BU63s5o6MwrbujzWnNe/pA/tizsVjJW0kbzN2y54mSw5MMIC
40sI+WWrvVxf+ryFJ2HW/AOAYJBHcXrBuZ7+ALvtAykTSxzt3nkwTWk/mTWcIWbeQnoymGuYxQv3
BdQaWCt8KiCyZZlJBjht7n55hLVVbSSonWnT+rW5wXlkL3ClztTS8HV8eJHMjpEBYJuuy3KkK/Ol
KoPWL499r7yHRBeoZsd6eR8OtRlD+OdCWnXd4oWTO0/lwRGBqjRgg/nv7xwe+Pkaas2gPJZSZfsh
rs3qtlZNvjb7eOE6nthZ+B/h9OVQGml5HNsaPiTdamtmcwGnzBoka4TLFw4ryTbfbWahIO9eJB5t
kRAQJAL5Y0vCaNu1QXtntJAthmKAuT5LtaLbNLOK0abO6sZ/TmmRBDfXd/bCgeVH0CEg+uB1XhZi
67YyEjNu+JZlOFJaYpQkgtHmloBkuplUXr5dt3dxh4muPEY8XOYu5hP97ku2hlY1fWeVR5mZ1V5T
eLlNQ7P7dpqCco2C7+LikI4EgQEKA5K6U2OmU6nQCSOBI5qleGMxPetdpd/VTWw8ZWMefQxnOT+X
dEHgjKNRwA1ZQogNLxqyfmJxIuvqx6Fl7Hcj2z4ud1oyBGusw5cuv/2nbeZzFc8G111penXeJOLI
7Rg2aVr4UAV5+lfDb9svPOoTsr+N9/vj389mwJy5CBZKU+l0SyNXLzM3HrkhtuF/CqSB8jiTez9K
r+jvrpu69PVm2DccNLCz4mhOTRnCSqt+jIujUmk5PBZWmmj3YmghbyJGHsIfeqvZQFyuW724q6Do
GIygGMn/T606oqZcXYXFMZW6/qKSwrdulD5kv4zK9F/QIv0k9Nhbm7W88GTSgWFSjiIEtZVluddT
NnMlVlMc9bBJvgfpWG1UyxT2zu8h7NrCvBRA7zgCrLmNtSKLV0qwFxc9w3hoAMIgvcQNWnUuQkPT
i2OeQ6wRhkhQdAEMNRtN1ca+jScDzFpnyZXSy6UvDNCGTcYR4HsWbh2whoplHOMM+rq4Cy1/2vJG
ytu0MqE4AsL+H5YJrhxfQAOIBuLCHwS5tMpYRuWRKYD8TcuMagdnW/Zl0hlgcBR4MJjAIrnSx7/0
bTnDTO2RTYK/XsR4vqaHVuu7+XEwQ4jJx1LbEQZFr4bewC/Vt9q+tWz1d6bi7NvHz/KMw+BEgecE
MXd6lku01fKwsfNj1SnvU1MaCuIoB9VZKeW4g2gDJjgHzdfrVi+8a3gXBhRnq8iLLd61uoMRUUsi
1kuwd8s8bP/cQ3m+KwHGdLukkW6/ycqWZy0OQuc5rjvv1/VfcCFc4AwTMFDsAtC/RDNPWWfoYcUv
KM3JT++Trog/0z/xh8N1OxceM+zMeQpdC5Dai3DTTKFerDyRHavIQ7C3zce2vaunOhP7pIYe7fY/
mPvDFzVPN9GfOf2c1GBMyvFuekS5kpMkhIrNR+bnw6ncFCKfsrXq0oWTy7mdCar+Z3D++7vHeuoB
0Y6pmx0hfrF3TTBjpVoGTV9lTRJYd424LYek/JVV/fTl+lovuIYZ0OjRYyOLoDV9atqrhZllXpUd
rUiBb3Hb1s8O5WS2f1VBH/yTpYWzcmgu+EAswsgCzpBW5tIF9747KLuxs2Nd1fFniDJBmCSDyH8m
VCZ+l1oXoJTmdvHKe3Pptrw3u9jjtqtKzbC17BhE9U8BNdlDaSu4KZlOrX7C6v0AdPizoxo0hvRE
rE2pXdxmytGQoIOpJVA63eamHM3QVHzhCdmm4+AVD1URjT+Vbo83tvL6D5e6cIQUn4AOAElh8PbU
nDn2mZb2WX50W/WrqZnrCS1UzrTOcNZGei6e3Rnqz2CPyb8Xpoy2DctAj/NjkOv3IeSj91YdDi3D
IYi4JCqBOb2IQ/9ewjn0X1b5zvTikwaVnyV9U+VAOdMu23jVzGmg2c6rIgxcsXXp1PJOgr8GRIXH
WzyhDqyziGnY6VEUbdds08lU3b1Z5V1zqDUv2GWaWYWbrjKc6fb6Db3k/Ch0gbFnDgdq+8XRKdso
ULnmpTym3vgwOIAY/Xp0/rbbpl2JEy6aIgYkvJ7HBZYtrhC2ghaVnvTolFp951dTc9eJ0vuaN8MH
mSjmEB4TvB1ECTMfy3xh3rk8TYxONqZxdkzQX7nxJyjchgxJ+MTjIfkPGwj5k+GDD2d0YLGBHiB2
aOK5e/VUdd2my0bI7mO77Q5x7ok1suVL9wF8z/9ZWxwUNULm5acw05qxBAbfSrgbPhlhj7ZhngWb
yhsKJpka07uRTlOuhEBLlN//tnUGhgKbZJLaXWzrFISaHnVYL1oCwg0o0bzZNZDIyQ3EOI630cPB
fKQM53wrksbVt6jCNPd5puXRSgx46Swxc4fLA51PDrOITsyqHQ14M4tj0Tc9A2OZ90Bjvt67TqZl
/8XWPLsKDHbmNlk4AjdT0qsMLedJidJNUsAat5UJbLtDpWg9Xz9Ol/YYHA4M+nMDf25gnB7dHPii
NpYiPdI3VWg/oOHZ70d9avfMRLT2DUMKbb9tjMkd7w1liKfAjTW5K/iNX6//lAtOifwQ38vYM1Sq
y8HdKEjjocmb9JiI3Hssk94Ktp7Wb5zw77DI5m9ewG563eaFl4zmN7Q4M/E+03KLvaYT5k6jBOBV
9YP65TRGbRy8uki8tz6tq2DrJ365xiBx0SZJE1nqzJS6FAVWptBNfRqSo4+axX04DaKledIPKMiY
+hPTytoHp+jne/QnNXUwB0Jw6XSdPNTjAVrUozZq3qYzofZutBR1e6KkrZtG/ZrBC6E06SgfkhAB
IodlvcbqldC9DoOpASFZq0ykHzKIzNamAi4dGeZ+SYBJunnQFoe3MSJ3iAyfrey07KuZNrK6K4Td
R2i/+XV0U0mf2mI4dN4aA92ZZW4MrakZv0aZCFTD6bVJEtASphGlxxLeH/Je6uaQyUeWzLe5n0Xx
1jHHvN46Qen9c/3Inlvm3MzCM5RuaQAus+6oH3XNVEF7jAza41vPSLOWzrTLVDVU4IO1NcpJHcbO
WHMVZz6QAzsP3wFK4TGlunK65LT0/UQMRX/0hKo/CdExiaAQIoESvv9xfY3npubqm83LPVOqIbR0
agr1iTpsgtg7ZnYzvhatPTwnURhvg270Pupt5/iVljAeB4ADBZxTU1XdO0NnpN6xpfXZ74UGHmBv
xc7wUJT2mizr2dWfl0UVjKgZ3A24qVNjMmWcdErh5fb9ON5HTTT9tnt3fI3Rxfk+n7O1ePb8sLA4
ZjtnbiN7ZuM5NThJtPJqlZVvfewUe7tu6ngzFUHxkKNI/qO3+uGuTLNgd/3zXVomeTywNHjU3DN8
QRgqtxyCunirgtrdlaWu6RvPQkVMBm5xK5tUGf/JIgQTM0IG4PUip5bcxJRmeP5WyKnfDEPrf4Lo
PPoUj2kJGb7fr9g7i4v4kMTNM+aa+w/M+3RfR8uVvTb4xdvgtuF+bBNtr3Rn+E63pT3UcRSja8zA
DIlDEAYrb5bNf/tdt4gHgyzedCgaExvMQ0OntosyjU1UYtJv0kDzp0QUrb29/v3+PPrvTbCR5txj
4FmEbZqg59RE5Yxa6zaW8XPWYjiIWqo3Sn0/zHHSHwaS3DcJ0/wh8zP1nTJA85i2zVfgUOrl+u/4
Q051+juA+wG8JpcH4Ii/Pf0dpVAgRfSp+oEEnYter6UhzfMQWXGrHto2EKA7xOTayd6hlTQegiyN
rAYR6ybtP6MCNdm3UeuL9m+llDkxoBb4f3mhW//yMoBd2QxGGbo7LREAGcC2Bt0Tc3XNv2B1HTjz
ld5sDLvonizptsnfK0ub/crp0hhBouwPy8zs6pZ+R7mqhwXASH4McFemTyAd1I90TJxhQ9ib0KP3
9GifqdR3bhOrsq15QlfPrX2ZlPn0MOrSML54iYao8IRmQLwbyzQat2aRTLCujiILnwwg1eIuhfTd
ubMGLw3vZGEWxtcs44+e21nOCnJice156wFOcOF9JoAYPVoiZScAfaHnVeNPoMbi2WwDVJ8DI/O2
ygyig4vg7vU9/N8A/skmMu0AcAKoHwVSgselP036UmMwUPvh5Il0YJsdScQ2AOMr9x6qZdN+9ADE
GJ/qFo3zwEVDZO+EAq7euU5THOB69n/ocawZ6NWORboB+NX52ypxZXxItbiGP7jJ9GzTiyn67LSM
Qjw6vrJQp2BSvryJ/cooXxs7DKMHGzIQUX2umLXU1SdVjMWNbdFdeZ5SdBVvM9EWDs3rVJPFprZr
6Hvpw9T3OlzjzabOByP5MhlR/6l0a9PfQMGX/nKbGBkmYdfTi116COI2WsdtzL28YgxyHLpbVWgZ
epdphwjakEfiUeR5laaHVgZDez/4U03trbfG0H1isDj/O6Mg1m1QW4G4yLO0Mvk52mPibxp0QtJt
XmTIBw1Grtnpwc37MPlm+zxWwciWPZS0yL1thShU+klWUpgtZQKbpvxGOZWjPVhw0/zwCIzivVUF
+eeqnlq1GcMwdW+cIkqjfROMuc3sZmLInTJBTO6nru7l3udIq43Kh+C5zBtTbvTeadAzNfWMCVZH
jcF2iBqr3mUS9o6Dl0VtcgcrjX6fxinymQ3PWHgL+2lSbABeDfFLUPXS35eGG/u7eWSxeSx1XeYl
SlBF0O0jI9OTLSjcwXvobGF4tA2asNxWVZjam2mExMeiQOo+eKMZVC/kTXb75AgHhj7TmDKUXmyr
/CZjbutjXdbDk+7ULYq7ToziWFFNdXRXdSYyN2VZQ3hnM4pb3Ght4KWf9MzM3CfoMaDDtrV6mhjk
9FPIHf0Y/HoxleK2swftIYFFB708Pe3LH5GMo3Y78MD/8t3GG7eVK+QXHOe8a5DQDHtbmPH4YKk6
z5880U//RBNsqXehEp7MNqmA3GcWfq9Dz9zILumRqWDEZryJ4nAonqZe14x8Y2W4VbnTijiOPtmE
JOGLkfpGe1dVaM9+svVaK+/CQtSD2FptVRYvUVFo0WHoqiH+aXRuVX5udC9XYteoPDT3PRzTLRLs
RaKnf4Va3MbmBmEZT5jbok8K55sO6NB9KATgqjuvEsg75x15w5ar16oX3dfMMoIL0rIQEe4TzYNZ
G3HW8L6HdVNyaxBYqaOt20E8pjZ55SfBax2aWbwz3TGkpt5UtDnHONK/x1GtP0+0BaNN3YEPvIPY
SDfQ4dLNf0M/qB9sI4qtHQqJ4zx6X+vWyxRrY/+TqUkLIEqnt+n3XnbOk61ZcfXotLxKG3yTSfvb
j/T6HiK0AMkmx1QQGAQusJzeFIX+nFZF+m8LyNV50nUyopGanosGelpMW5Gmzs1k+LGx0WvP/eVO
pfVapXVqcLxjo96545Q621BaqBAEmtc0G8EQY7Q1qwg+iMprBLrx0O0dcruQA1CjKTG2zTi1f/tG
PKJOnmnFlwbIog9pk/CH25I2C1RFTQSRp+OVorivsqFqDnqs4rvJyi0E1pUaofsZ1ajgHdPSVt8T
ToliF/W9/7nTJq3aNPAsGTs7dNB+sOzUtLN97OSae6gnvcruOmaWGlAIeR44b4yJFn+Hnc29ztuc
OXG3Djr7s59I1d7ntRnajxI2hg5hEn2y3fukDuNXBx3KZpcj1hIfnNq0y61XRc7LZBppv9Om0ev8
jdM7nYg2lU8GvTXTTHyO7CxUxzwAs7SlQWSmiKLr8+qE7LQdXX1THnj/zWkvW1zUV9GZ3a3elybp
Ws0UybYY4mJ6gD05bD9PDfpAIg8z/VjTNvrNw2ZH36NyHA+D0ZT638pzI5QOmwmQlxNHeXPjyKn8
ogcZeivCrVNnbw12K5nLc+1uK93KHg4abU2w21npys2YgXm8zemPoF4c2t5rCbpjfOiV3+U7n0m6
9q5VwfgFCAKME/2kVPlYZ6C99jCtDy6S9D3n2SgEKoZ0EEX9bCdlIm9AMXXuPtRL0OiN9DTjseuY
jDR2Te9Exq+xaPPkSdeqySs3DqIT5mM0l1DBAUTsZ8Cb0W5D8hj52qa9FMkNhAe25u1giJuKlWB2
0cig5cfsF8hS+Ax4w5kYPo3waJuHbTBm0880cpruVkQqf6kqI2o/hwgUNhufZwR5d5Y4HIRSltwU
UA6tTWcv8s35V1Dbm6d4oRBjvnaRzVsK5VA9do2foZUnyQanfzRUkKET7eb/Xg9azoIkTJG1U/ue
ST3p3p8umLEFaJmUNH/iFctjM6rowYuT+oeCsR2ucsPL4sN1i4tchcUxwWsCBp6lP+YR2FOLWRp3
GSFt/CvI0TyDFF/2T0ZXGI9KQxQ2klW68YS0ePmVIVc+7/nGMvIORnlOKBCjWELrShS17LHW0l9K
yQHFrNFN3gqKUTvoZvK1bGGZGFEjZk/nthgQIRsZjNOFNnXkO3Sm0p9RrLTnlGko9Ym3Q4idwSSD
z2w/Jdyb0umc4HPBiGy1r3RVdfs6mgjKMitlpoBpsuouBI7/YoMD7ijwqqD7jZAUsmi72sjb5K9e
i3X9wIRJod8lQd38U5XIjuM3/UI8TMAbu1tivdJaQbmeHRz2D/pukjIuI2nu4ox26eA2Mh2dn5Nl
kvjxmhvRl8yM64de62oObdWKen/96Jx9PmyiJ0kzlbnbGWF7uqN1W/qjSan35/xqtRsmI/rkvtUo
mmxEELXt2mlZJkVsDkWRueLP/GuAwuSpvaifymKKE/3nkDLefpDSKNsv0Mb204NDCtPPVDgT8zx8
PWdXmrn/A1xGZ25pyzAnNWp5MuSblFnO/FtcWWTpkNURjj2ZsmyN23yM3OB5gqlXJojoEvGVG2lZ
sfw3GWXoEJ53zCUMG9GGevJd8pJF+zCDH/cp8POi2CJvL7K92ZrGmx47vbFx7aoCNSnpn5HeyLS5
F0U8xS92LZ36S1Saoi03kzW0Yge+W4+2mltrmr+trT5M7xgIh4kIsVqzJcoNTW3vIUGXdkiIdYZ3
MOnQT+l2sBuvQYdQJzRO90XndINAZFeVtM/CVHbNsz3xhL0GYVSUv7y4dhD3un4KlieP/g+9LRI7
HWYHqlYLl5W0Mk1gnBnf6BRE+2QqNRSgEv/Jm6xfos+1lQ7X8klwmXsjNWaKixIqk+WLa6zqeDD6
WOlvqEz7ycEds+gwapn5RUdEKLrR/anbmX5upTA8WBVaWK7I1mgdzpY8p/uzi6b4QaNtSS3fR7oW
5UFpvkGga209P8teyl7EG2r3NiEHQ2yb63t8VnJh1SB//+AmADVREzg9+vA8tQ7CbOabZxNVJMon
n4ghruxFGG603p3+H2fnsSSnsq3hJyICb6ZQpruq7ZbXhJDbCYmHxD79/egz2UV3dIXuRBMpREHa
tX53JO7TiMpUfdZSTZ6N3haR3+C08f4PeePN+fIsekwZaDFtPe9I5UTb3+TWt1il6a2O5mpvD+2M
Z2Gin3scY6/1ml6teVj0dHc4oAg6gau7mV3t7PWjM7r2Nyxuut8eAc4PAXWPe0ZI4+lh2kufvFCV
LfmxolChxG21dt+bQ73s4hFm2gGWRXyllbHpmwKT8KMw+0fB8OKNt26M/wF0hQbej8jN/gYBKME1
vXT2PlmQerjg9/md7MTFOyxYOehf3v/6Wzju5cFglwhtODXX+KrLB5OpDrONnfFbkvjxZ9glbbFr
7a6+aRISKvZJlczLLotl8i0LqvYLuKncI7nVjb88bdYPgOSPXRiKMRKOzQewg7SSDgkO3/pu8J9k
a3oRiZSu4hLYeFw6/Srrj3/37jCGIAxhfYDtHh1ryOmX7660OvCWEiMLg7LuyTC1NrJTyn44yOzX
iabvq2KhyjHs6tDrlXNqS/+aB9LmxHv5DVyX4JetEiCiwy5/g16OjL1b49xRJA73g2Egw2LJWYvx
NRxwc115eRTTfiWCrXYE2z5u3Wv0YcgiPZhxkN2P0yzOiySi9/2vupnJ/3uKx/6Napn1ssX+tCko
aRqwTTRVYh+SNJZRRkbYQdNT+yzcwj5DE70W5PDWV3xxI6d9DLi6tRV0e29ZqQ94oDPSMNzK/ET+
SEreGSmt77/fZr96eT8fbSFGO1zfsT66HDA/LvSgw1waDzKp7xrN0iLDkx2C8Ca904R5Ldrgre+5
Er3o2744rG4WqMWhTGlE76CtMvPRVBVXsdKI92M2BZEFCT/s3Uxe2ZTf/J4YgsB/Yl1Aub18ycKc
XdkQfngYfZ26X2VtmJhasNdJJ77yqDe+J+aXXPkITue8DzaLkEC6if5HYh6o5+cKCVVGN4CdMPiG
i4G9E453TXD3xhfliTyOiMAVg988Ec32MjYxdlzwPaedaOVCdB2MEo6i9s6ck+8z6tIrp84bH5Rp
ybOQ1eFAtF3midcsbs8oY9CDutYdaHiOno+yUBbd8f0Juo7Nf3rU6wTlvbix41zK9WkbwIG8xjaz
INYP1tS0h4x6ZFdOotoBFeOAWBfLofOXeh/H4187oa9PXqsGliLEju0lBlXvXKY9QqYsjTlF6EvT
uKnsvQj85f8xa2DprEwSaJBE1lxOUHQ9yrUyonhkLciraaYlkv1QPCISaUJTU9duDW+NH4gQGBUc
RI7KzYLISN4T/cwGI9aJ485EY9CwLW4Se/79/vC9+STAPiTMHEygGpdvJnGF9vSs5KXQL5i/R7on
7rNBCWiEsymWr+8/7fXqA9rn+OEAWtM4trZKy9KaVoaO+FBDd6BZFGT7FC/AYzen+UnP8Zl//3mv
385g3YEswwtB4L91plGERCx0We1Dn+jOjZ0TW5GY4G2uHyf/vP+o7Q2XhbA+ixYLcxE7pa0sFFNI
0sDT3iZCzPbKh9qOk/aXO3p53oUi9drmOEydFAdHEU/+AAySZUU09WYxfKz9wp1uzNFz/toAl0+N
golicyUOv1Id4qGgmkrLcPkVcew0IadiJn5OLsqKHdpcUYBOeAR0eUOaGbfvf5E3BhvDQzzroY+s
oXXr3//nkom9RG1M8eAcREZMJceIb55KsN0DKe9N5BErd6W+fr0Vveyyq1vLypjZrpo8XUauIWVw
6LsqO/TzkH6N/YGmvkr0vWy07r6wqDbGeKiu3KdfhMyXuyBXAfQTq9aJGb71tU08ZdG4mxBVJrUe
h45wVDQ0BDzJoq9/LIO18i2IHk+d0r3TJwLl6MFUx2qZxo+210z7IljMKzPy9ffHuhQvWnxQ2LoQ
X11+/2FJKit1K65GdpWcHbPr9xna3XNSVctD7fjPfzvcEDDw10S0wh805S4fB7eGo67H5VmDnP2h
MfPMjKQ/ZDXN22HZ494T5FfOntfLG5ISJRXLmxGHKHX5SAbTrw3CuA9gO2UXFl21VGEHFHAYjEBc
SxQx1pP6cpADGlSQaPAPY1vedvsW4BAiqDlVuy5tdzZyq9DtevOfSS3lzu0GtXMW4OC0yIuf7KBf
g7jz6LkDYDmVW11599fXa+gLtG3ZujFvIvrq8t2LjHyt3mhNDLQLdcxppGcR2b5JdWVRvZ5FK02C
KokPvLqnbg4IvTOHIU+wLk3LOflY6F56dnOjANYatNDJ/Z/vz6I3XgteOrTQ1dCYTt9m0+gytxSJ
TXJYNvGNE2wZH/yk0q8IKd6YOLwNx8Lql0he9Gau1r4SYBm6Cdos7Y9qSvIiDLJxPPdl05vh+6+0
jsRm2mBYunZZ8EJHSLY5zOcmm7E4jDF/7ZLkR6IFzg94L2K5TYde6/a1oybtmLZ29pfdaU4k9iQm
CZpL3pST93KKKMNT641tLYuW/uygy0lDresbIDRN//T+S74xTXjWaqYDc5vb7mY6+gYmkJONY6kD
CnlK+GE7adV2SDMg2Sd0/f+ugP/fu62e/gwji397sne0DvzecyGHZ0t8k0s/P4FmC3jwmb1DUvGX
HbP/PY/anVsgpyl+aZffkmtt67YKMrpVSHcfmCSkQULxomwtxiAgqGsnyqvNhvOaxc3lBbeV12Zg
ILWJ5Te+fQAh8tpDXSrvA0qJhoyNuO32ut95Rii9ln6dVnd9svNySAXLjLe/XhrEcdVXt5xXq4af
BLizMqnxakLFdvkNFqLFWkernUNJCUgwgjnvy4nUjdyb/7Inyza7ZopTLZFvjinD9uxKZLukSG3t
A1b69YOo++mYwHzYKziw+4Fs+yvT6dW2w/Pw2ePUItCEp26WipPGMS5eln1QWBNouPYQXABTwlDu
lc3g1TdkF6BOAlFF3gARfHMoYwk5efWQmUeWpjyoyZbHOWjNPTv5l/dX5KtXAutj32GgaLw6bN2X
ozX5WucK8vyOFpmlH5g0zokEyuRKN/v1U/ivMURcNxiQm62tRbp4Jg5onXM0Ks0q9mkmTVNAScbT
y//rT8e2SCW+8vbgs279u4HvbTVVyj/GJNf+wjzcvYnLud7BdrnK8H61ncF9xJ0fijdiCLKXNwVf
7hmtU1mNf0wzG29wvVW72NWsuxhjp1zX4itSkNdfkToWIqBPvcfNdTsrhqzPMret/aPtztMeZ9vl
HDe2dvP+jHgJivrvSUS/dc2shFFGS4Gw480CHlyPnLcKAsuojYYbYi6fl+0tKfa9uwtkbQoEN73j
jfesED6pSWhnfMQDP7FOBE+SWgRobAacIZ2Xh2MLrSnKM/zjQjF1c3swiFn83vRO8Qc9cfthrBf/
kYB368mJ8XHjPpzPn8hH689x5pofxqlXeijA4IwIZNdMwxGQ/JcEvuojIt31+8nXpx/JaALjNnj/
npWkn7fzzBlGetGawXKij8X+l9m1MkMQo9gKXa/Vn8XKTYkCk3juB70a1HAX1541QXfI3N+B1ZEh
byZ28jHG0PJHYS6wDAePBsmdgOzWhGw+jbqJHSUeqm4Y1aEvPG04uE6TLjuQy6I6gGIUDU6nuvT2
7mgK48lv6+732FdFeezpA+3jJTYMiPPTMv62BGnZOzGxGvejbaUjvgutkxV21OZJlu+AcqeiPvXl
6HOJcycwrhvDkb1lQZwSbVzuzCDri8eyywW86lY48R/Lnnq558rRIlbSU6u4BYJe/MhPigZufAr7
quHj2T29Ay6iaXMorBHbmVD3MabWDkGXyOm2KtU0/SnqxmlovlmQx4y2n+cvgBNWtoQe3KHgCC+P
QOArc5Hd52Iq0t1Y+cVoC2DB0+G83J2wrF6MOhnA24SsjrK21a4gBoRgLGEvhx7f6VBUS0rWeYnv
qPLjK8/fLvAV/oKmDtlYJ7KDxurl84elq2Yi5eU+dqfqpLzuRzxg5OT6WnPwzOoa1ffV0sMojj2L
4wzJOYZCW/WPY8ZJDpNVnoRVYCE6BmbRHha8YZx9VaJh3C1Jgf8qNCLTuQUR9dW+6ysTs0+9D47e
hAHd0bNluhxA8PV43zSt7kPGs+c5FHDssu9Vl3hJSFzRpN9XPdzCD0hlyMS1Si61D/Mk9NOoLAvm
NhZvDYvYLp4LLuDDFyU8o9qbzWiqnetl9CscK5u8sO1cpRPaOxrxYzFUVbcbhFlCF/UEdyBAjLL9
1iGj8g5ppiX47ZOw/LE2R5U9ZqQU3hla3VThetz+1Id0sPct5M3yAVtiwzqOSk+MG1Oa2b+GLTOn
DPWG4ipkv5DB0+iZ9T+dHMQ3RqpwI2NYlntpdOlw7yGq3I9jo9IPY1dk+pnfOqU/MwdG0WchNYFd
1TJ31jG2kKEfsfH2iM8qMzLlb9yMWEHoTd34lE7YTB1nLajyKMgm6z6ojDn9beG4cqSSjaF/gsEE
9t7B7Bwntp6ogSRCEOd2oWvItp13WdoW5tdGiWaqb8Y0SeobEMsFQpGUwiB6RwSeClPATedkUpVq
u6ENGvFkYbc2fXCtxfituNAZ+D0ahjjiwRRgfA/vsdjHqP5EZLeuP3x9f+H9D2D+79IDJwGFWhsC
CAno82+mPqzbkVaTX52gThso7hq6OB7so3XBJ1oFRyl0WPbtwfcK92M+xdO/gWBbeKrLmEM9q4h9
C7vWhLSlaOz0NxCt0p+6XyYPouIIB8W38QnCc6tGLM6CEFbYmjpR7EpOsxniXmqWj8zxUUYlDMU2
rOfFUIyXXlVPgybG+pnAPK04OH4RV3sdvmwalU1ptXokRl1P74bWM7JQoeNDXKYnJZFc1WSP2b1W
yDTdl/j1DngvTlXif7Hnzl6+udriO19NPD1++l1ieVFvG31362PJIMJe6hYm5OwHZv4QzPHgQ5mI
kZAcereT8wNs1so4zX3W7wvk9vIQJHnQtnwmy0ojj5Cn7jvInhfNeR3jaZXUgTrJJXHg3STCmaH5
xk2Ds+kyVEtoJFLEBzDH7ME2q6B7SMuyjL+5bjG4YWnrc3Ob9l41H6Rgdd/HuahJMGIyqihOLSR1
XasB1YrC6ebnEbVIH5r6itg6KVGgGTxu87kdx/JmDpIpiwhG6vVbDDb8+AzzP3jWnCLxM3TJ09hx
SJotRs9J6yn5KUP18nVpi7ifoxGZtqgiYgOTdlfksIF2upVq8y7O68zZeZXvaBG4RlK5UWdyyqGt
rGyfpCNrLhYCOYZ6GEMXbp/+qJdJ7P2CT6EtN3K2qmKvkrYf9RDqpsyfubI4n6em7LKP9J2XnYbb
lH9ypC9+wfg1/ql7VLK3fP7VpNCb5FfF+hE3MDkYZIm4otF2sbOYR0uX0oPUVlnkqU/C+hp3VuqE
SdynO45ObKLTrlzmH2U6BMYjGkFv/lEHOE0VoWFO+cOUJXkK0zaePiKsgDJu6mrckQ0HLKuGvLwR
lVmhRRhrwTyO0wQ2vu7H0gzz0SnzT6U2x99trVbWY6qMhQGXo54cIDYVN86ozeZHb0EEcdeNfkDH
qB6q9CN2RIU0j2NOlPIt5EQx9jB/ldU2Ozo/WbFf7LGcPy7G5Pyx+UuSP+yF+LLQSg1WfRjITHXH
UnDM3YjGSGJ3PyOEsiMp60X+8FBJ2F/GOLY1ruVu0U3nxNekfYLI43uH0sisOzTx3Xgz15DO7pOg
8azzEmuFscsVBBxA6SQTYbL4U7CH8WPmv4HPhuDM/+VwTcXGpd7rXuMde3cWeb0TaTJZ+0FoKQxg
1EwBzOuuq78PRmPl+65zzV96DA7wa8AUrtvBSFXiWeut9rNtoMwJS3ey5uOMugGbPEjo576fsvm+
JRJ3ovXE6bLPMVy/pZuhce0bBm7PIXzXoJfhrJf9QV8zKacIF83kq86Kru7lWPSfmjIwtX+5fVno
I4iUrk+Wlo5GOEnd+C30RF6zL9peMRCKrHA/6DcZLjQqNzWEtCFxYOylY/sPG/BoLPG8hBkK9x5j
KrS4Bsom+FIfruzv21piFTmvgDHdn7XG3EbB2dQuGaY6y8k3OkGMtVX1+a3ZG0G7K9su44JZdemP
vKz8T3aJ782+Kbzae/Lt2eLOPIET3GmlSPW1CDDsJqzAa+N/KEckEkwhTCvkjltYe43cXONLh4bn
ZFcI5z+gJ7S/+I4yVGikWMrfunVf+FdcD15oAxenF00BWCvc35DFrvjY5cUNF1bXiIU1nEYodPUh
R/lw37vUnLVqy0c561mwV3Yv0zAQU5zsNL371qIAt5AQJeqk+fM3GxTkD9lAeYOz9Tx8svvhtx+P
5rW07fWnbH8qfocmVBNOOVqAlz/VBp9svW4eT2gg5xrdHtLAKhR4aJkmBgqp7BBgS/3B08epOqyB
QNesH19PQcjHXLC4xr3Uzuvf/weCsfsE1DB29ZOiO/gJuEftG5QyFiceW/QkCu5670+/FzPHy5fW
iT1c4wRWePZVlc6rqtrXSvcELULqkBVWgqo/cBk/e7Ul/QfC6Qo9GkTqnzSTpsEctrPpLZHRe1ls
hrgLBt5zNnQLnFUo9sNHKV1fEtrllFhxj31qRtz48gdEa2b90OagOVfe4QWGvHyHF10eVYFF8w2W
3uVnE4jNjGSqnVNGxVU+++3SBojP5rH9ZZlJ4j447bDEISOYaHutb4vpWCcFFwKkLc7yFEyKU8fH
9e5fZ54XJ+qqclB9GONX1h0XLe5+jmM3ZGOoxlH3whTr6Ds78BpzVwx9P2RXkJltA3qNy1gr/v81
u6n/L1+nz4WXwS/1T6Lzx9uaC9EjHfjgrm0m70/fjlrEP4As+v5MeP1U2q+rNBdLMVbAdh8K0NBA
/aTxWyO+co6tbIPxphqRNjyJfM6Tj1lgKRJusFq8BjO/rKyLAQTvgkgMkYVrLtq5zbwvM0ujK1QX
Z+RtASE6flcdFEmz4jkFEH3C6RW/BdlYNhLIrnbMxyRrOudgizkuw6yN9eGGyZg+zFIObRnOTevk
x6kwse8S2JbuLFnjsUd9U/7b8Y7Woc7iOriiEl/Ph8uXWFPqQCzJj4EttyVQia5LelMvtZPn9oc5
SMWP0VHzH84S54mzUOxnI+kfq85x/szOEl9p7L1Q8TaPhzkCXdkDNyfIYwP8aPjLVJKXO9t+7/on
11OGj9guNYodqSAZGaFWYjcfPHqkDYe+0z2ZA2FkyHmywvtmCacSe9PjbhtHZAnExU+/6NP72Yv9
6pAtVJtRhRdaN4W4pI7aPue4aefQ7n1TPY3EEN7NZmpP4WTbsbYf9JrcjBCjOvu37WiIWyGUoZkQ
ynDVPm2sRJyBqQLz3M/m6Idzl9Xat1pRJctb2xpdP6JPhfVR6BiKjPeyaugcvj/ht+TGtStJjAEO
H9y1ADi2+305LgHdMF2eR1dMS2ghMjoZ3TI+0DavjrQA5DkAEA91Q/yuJ984EQ6rfrz/I7aThvMe
RwoYD/QvoTdte/RBVeMk4PbDuWyBf25zFH99yPI25Akgj4amZUlX39lGO1oHzan09GynlX7NT/2N
nwEMvnJL2QNWF5DLLWdaltHw80SdM29urf3oelPU17oxYRyRFEaY+DhWOyLT7oepyMN5yK8ZyL90
VP47f/kSOKThyLnyfWE7bna9Nkjow6VJcx7jRfjHRAVqCWF7tv7tonojDVOMM5o7qqv2p90o39wj
vqseMjX17RJqQ+OROCPEGNWD0rpD36ZDu2uNBgObUOnmrG78VTZ3kATi3VULYr8fKLDi4DSMFQmp
qGYnxCh5feowMRupi9qmdg9Ov2jHWMM0fP/+wG+BBV4X6H190dXzine+/OIjEplFaF511nz3F65G
2rDDselL0qjajt5/1CsgfH0WrQNYBYwvYN/mWVIqP08p7c7DqP2aCBC2wzgvUmc/NHN6xNyV61ja
kvVyIImp+DTGSUJkQNF/oxk33MKG6/Tj+z9pe9Fhj18TUZj6UE24bW1glZle5tjOsj1rcF7TSKlB
hGWZNSrSHbqXkdmly7VMc2v9Ty9nGBABH8FifrN5bK8JbCeuPjWqP6crX+DsOlhp3gyVidBrzJQ5
hHbVFEN67mDbax9mwp/rx8bWITjPOQFVS0Jv6mtAj+MxTQJN7Msgb88Udaa3tyrMrr6Us+cUbP9L
Hh8lLXsVLq7w0l2ZZdL9NqBV5riysBJyHggtzcZn0ns5bylp1VfNruDRH5qiMKtoGNiq6dnYk4+Y
F63hlcn3An9uPgUMq9VMATSIgmAzI+ox1uxSDNUZYE89zImzqvvnrs5vDGBJP1RxZogd4o1mCUtk
uL+Wxp/8gyHlOEd+xyQ9oSLUdyksjzSqpZt8zmtRzTfTYmhyV8+mdTs4SLSvXFJesbaYOEi3qJjQ
gKx43Oaqp0pQf9Ie2rPnMYMfu4pD/T5NaAwbhMLl5yZbla1L68RHzUQB/agNdtZFveVm+JSWWep9
eX8mv7G4ILLQKIa7A9xMr/hyIZutPhPOYk9snVZ9ntwB8mQ/WU+GUT32jZ88jYgKnyhXzNvWQVMR
6vWEbpCzYPoiWtiSVz7RG0sLh1ZUIhBJV9reZmiRjMbj2OfWuaOHTKtnwanUw4TnaDeA/IsO9nzl
ia8OUniWK2EWgJTdBc/ozWqu+iE38EZTZ2scRBuNtVdOkaWQFO4YzKIusRgYze4fQ/KPUC7QYd1p
tIsg2mS55VwZkdcfgNfnR2DNSPjrq18zenYs9Nptz07nueltvoB87XRhD+5PT4xpveuqwtZu358G
L5vH5YrCtgfoe4VIsNHY0oYR/IpmtEiYK+lyW/ci7uIZeYaEZAtekMZPdWbjpA0BDOlWnC/ur5ph
Gu+gACUPARri9LfCTfxzGdC/CYN+SA69IzEV0Kcg146s5K4Kq6SYxzMuOsN3aZK2uk9nTTvEc2Zd
Nbt7vVlSh1KEEOPO2GIneDmtM5lXC85cijMjz7qPKmiMR5m7TUe8EhYBIaKPJT1NcEge25KchGdL
jSjHyBWQyWfukuWV++2rGwp1Ads2KgiuBpBj1vLlv6Wx0IKkqabsLuMrtxm3gSVbIj0zOgsQRFHd
hrXwqs9m6pbjbsQjAhBAWwrrCtHjVa3CCLH7YHaDrHNlWm3We+e0wTJhYHsnY3tq+qis8OD7WjmV
GUTl4GXglrPXKvsm7ShVw7IDxt0t2BbfIdjGKGb0W+UgO8/p/RkRXD9fz0PcGPB6iyqr0P0/diom
mvQiru68up2REDqiKiM3Hub29/vTdv1qF7MWvidB5qt3vg3pYOtok4A7jUrEuBZ2ft990SsjvTVr
jq6dZCOTfZTUc+ygLVpU+en9R7/wqLbPXrUtq/k/UZTu2hj7z4jqA5LNsu/sM2iUPZVRidFFDDqQ
ciUGySzG4qOsvSTht4ASOKGFLciQRnlMjkIXNpmppkg3ZAzxQ7niK1c9DrFuEL5zwPVDWrvBUdm5
6PXJ/8cEuov0QrlYP41GXmhnFZfNN9Pvq380BQK7y0j4aO+0ONXzKozNGSNJu82sD1OqcERJ+gm9
sBGU1qOafPhfeS9ncUcbsj35CejPfg07VJE1YG2xx1Y6db8WXT+XhyL3p3vw7bI6qmxoxAFCYj19
Ij4t/awGkPWdAsH7pXmL7t1VnZ0Ykewq/5efFjRliqIdfhfxzIEBIbxzQ6RrVnGsVrOQo+tp9Tmv
HGB7VZj2scu4Qd0Aq+TmzotxcgFSkUPq39Wu13Gh6ahfMVJx5uCsiUprjmPjGbdZHVQpL2gP8/7K
CL+aXCs3gnsAoq21s7mp6otxrb36Jbmjm1ePO1QB/Y2tJ7Z7hEq43KhsMq5s/dZ6/G/mFIefDVa9
9rNecWiJ/HQg0WjJndnWSt6OmO7XBgUcdLAwQK98m5j4yJwCxMmBDH1ZJWYRta03HUY4wVz9hiy+
g8ekzH3lq0p2ALSm/sVJm+ARLexKlbPxfhK4aeQie4C+NX9sato1+zaw80NAAGd6ggyRfcjwviiP
zDRkDovjtku2m7psmlevDfDOyEBoixs+xuZOGBuzRxgZXA0JUeP9Qdg2NUkJZSNfaRsGrgbsOJer
rDemuREqCM7eWIx/angtR3dJgY0MO37CCY0qfbBGW4YTQr8re/ZLjPzlcEBip7vNGULnniSyy4cH
3iwWOE3+eSzimPNLSax0Iuw1VmlwJcUnCsLco5sfGD+Ep5z0U8c93P3pkBgA+ZqO7BC5mmn8oHWi
VBuWuPQ+WqPwBuOE0eAsP1FY+Y0e5n4+9FMEgqd9Zm4v9G2duBAPcZPo6Q4Q1+/G3dIO4yG1myz4
LIwkePTjxeoi1bA3tCF+lP6DBlBSPUDYqLKbbmqbn5MxVQBm7w/JyzfffBbUFDZQH2aCcF42n2Vx
JEqSWnfOU18XFfUBqGLwYDhNvyf8BocQy2sGXIpkmR0TRyu+2hpbTBXCy2iWmlZ0J4M/GHy76Qm7
KBwiSqVJ7VvQNgAsEtOO8oBIyU3zSCBwsCMb80v3w9T6jdL2FeA9B3dpkm6OW0fOGYVq0yaStQ1E
gYZ1CtzvTlGmxgejmfzqHiNo0e28TnaMoOPPAN2TTO3bFsem5gP0y9J6yqBLDXcKPemA+ci01NFo
pDNeQ/CX0jEsauw+zN5fymNb6vH4AcCZz8rv8p7bguLrIfAy+U9Zek3ch5M7tzVVRt3EXzDjkYJ9
fm7GeQ8Mikm0G1tUix0rR/ukGnvBaKicJFQofIFuYrvnx85Ya4H4lVrd/pumGX57ZZ1q4vP74/jC
V9+OI7d+fBBYXd4rkXSak/0w9b1xzusuLSI3a/0f3PJE/mvpzDL/FdPzrAC5PO0RRtWc7mfkFON+
8FgAu94zsAEK23juzPu5HTLjsfV0PXmWrbI+CRisawu6AHH6XqXO4H0QScYJ5egjBsMhYerD17oj
UflXkwztnpgEJw72QdPZQRQoaezAjzVxKsuhXA6gBxUGUdzYrvTQ3thd+E3ocl0MVvGs3WzxcIL8
3C+C+exqhJGfyEnvnyzNtvp71pypn+12gIwSDH3a3UulL+k1veXrCwwcOXpGq9Mbc2zrWzcCc+Ix
Mhjn3tU7cZ8pXdy3dq+GyFhtZvezLGgrw0darqWBrhfgy8Hn3rK2cMh2Wb0zNxfkBB99y+0reQfU
O2Z7IvLK58nMEXzqTu1d2UlfwWgvvXmPsg72FfNtm8qjHL21VB/7Z0MUQ0sF4QtL3MR5BoeI/bsk
fK2BQhzhoUnKI51YzWEj1DTjUOjKxG4u7+duPDeznI4++jg71Bchh+eS/DLzluk6FjkEmVKJw/uL
5PUAMStWcubKqaca2+B/upH5MkkH7ZxPqW8cQTf1IvQWJFT/VA685851hs9Gv4of33/w64s6ClUu
H2Q10g5/fbctixbbSqqRu6ZK7f53MIzmd2QY/nAkqknU6I4XI2H7j0uisQIaNRFwEOQuCnS05rRu
SogCCVRjvLM4JsUpy1JjPi6icqadLfEAAqcP0s+zVo/pgyP8yrvpG7u1roz9GxMN7wPGHEySP7ex
1qgiqklTMr3zE9lPhL9BGPmk9wKiXsgd2Bmsv74ywMGgNcmX0ym1jE0zWExD3yQylXdKBpV94Mo2
2ruBK3T8xG3aTx99PTbqsFNd8nPNOO6e3x+5ddPYrCwCswkDQJ63xh5s2glUWJ6EUxmcm9WReooX
zKA4H/TnHtumezOPl+HKG29T1bFqhLTO6YTPOZU09fvlRQWv2rwudIH/3mh4tJqxoRqe06Fou7OG
k1VDdqtKuyibWkz9EvApFTmlk/hPmB4X31y8j2M4awPsug/FMEPzMPW5cK91MN+Y0g5MSkS0tE8R
iWwDkHVt9PCsbcVdE8RcgsNZG7LlF5TX/kGbaYeEeIUvsOZKPCGzPKkfV+XXysVSsfGYkDuHgR3k
HU3duYr2WuiaRaI9BGXuplE7V353o02W81OLDa1Ndz1jUB6EVwziCn/69abg2AiQXXTdbJ+v7BzK
vqmXTsuSu2oyjBOeoC2MXj1NtJs0yQ3VhRqk33zv43lSX0OLX3L2LqfXGhtpUfXyEYF+NmNdWI7M
MMP1zmM+1k/o54evjl923IYatzRbkqxHwV64KN1HAqTi2KV0Ge2UP41K7hyPimqQczl/mGG4tVxF
+rL4sdh50X6SMD2Wz1Cq+3nfaWlQfWua2bpx3GwQMfBxspbzStBs3wc+bZtoWooy21Vworp9Nwba
dNeQs1z+ahutTtvHZEy6rt0n2iBLEc51hiF0NA5u6d1Nllc7Hweoz7dgR7V96ArwtJATiHdYUA52
IZSL8gdLtWcHw7/RjQR5md9HSxdTfrDrfG1Hv790X3VpWDs09qk3MB9lr9rs9p706s5MG3odLjZA
UeabMPFbUyu+CAHLIGoUMVzawahzMZ/Syit/yIrgmP5KN+6N+eWswl4PzRgari3pJIN5tvYExJ3P
jlnsSPuhzPGTBZU04Md4XDrXJw/ZgQ/2/vu/8eBVkgJ8sAIMzK7LfQTInLpKwH1HedVn1CPwuNsh
qfgJWqvhPVnIOwDca0XeG4UW6WMUWkjeIUm/0rN6ScGVfIiXs4/kiMBeyIBue5ghc+SrR+PwR59q
SYQKDNLgFNv+ct+qslT7uBttLXR7G3bVmEr/LOXs7wdlxN7a1jPiwxLA0IwWPSjg/+mA9F/iLAMV
6DBM7f6PszPbbVvLtugXEWDfvJJqbdmxZDuNX4jEJ2Hfc3OT/Po7mHqJpMBCbgFVOEhQhyK5uZu1
5hzzgV245u5CyhHTfewRs3Q/TNbQf88n9MePikMh/DQ3ZvZ9GBuqJkojIzuwQqR1ci1clK32irSi
sBxWlKlv6Xl+L1TnX/oiOWJ3zjpGu1m/GI29XiiOUarevcWHq+0NhBXtyoA/Pp2asio/88Wy3ynS
yHvhkFN9Q/U4uOOqydO5gz84WHG5LctU+W+sc6Q4Hw+Vv/w6piCDiAmEZ0tf7rKQOLRQ8GBDHsZc
zGHll2kt472pJRyYvDlznW2kVd2DjIUdvur1WHBawDmQNMhqNAFVtqAuv6LanZjfh6luk1vBydeD
mfov+zZ1AbUsXsjzwdw7VHdHo6gPgyXTO4JXQqLmWvZV0d7sGShbeC3wKUwp0rK9sem53gMsZ2N8
JNhsCMQwLnbXcuoJQEPQiii9c39hR5HI2Ntk12bUKX3NrhPzxn7xurWE656SLqcJd1FQX7YHdSet
9TTUi4M12ikHijxM7J0XSnfbJuVRq8T8K6ORAqMtnV7sVsLnaKRXHVXaiPWNCexKlrU8cmp57PhB
CF5XmbNodGs97/pDOg/KlATwpdRhRbnNHVHBWaNmPlk0OT4JRDJKgGDVyo+CCB7sNUkxQUVF+jG6
MRputUvc56aSA5zX2Q175bWDqBwemYWUeA8udK53i7gtfprBA9u39v/21ZtkEkbAjqCIhu+yiz0f
RTmq5sJoku4QlW6WvqUQ7sqTHQ8uotPU0+9MZ0oqhFfMlwgs6FmuhjpP5Oc2ktkmIUmi42uwtSYL
FEriJQo1KlkBc6rzLdSconxWc1me1GRios/zOXwLswEkVFOxwK3gmLuvicMxzW+0BcadGmbobLUy
z1Pbr4DymDmtKNOUd1aVJUaggCA2jECFNKz0qx4PWLELRVi4m1nqVvRmY6waVkSdqdY6q7SK1nEY
c06fAUijw7dgpj5GVm7ACKs88y2Uqabc9aNudydg8fayN7N7H0xi5QZISvRk11tt0uJbQ5e6F4zL
xtek2S9ByFHirbWZtsreRt4Q7gDR0T60cp2tHSoHBzhT783zdztDdvmbOFJHtQ/ESbeD3M7cIvNR
LufKFxuFG8rK2GgRTX08i13NEdARl/MoO2dwmihIzt8uDEzbwlgSHRQQvOJHbAEsV8Ne4kCTQll5
ImbXYaCAuDV7LpPP2dzOhZnaaRw4lJeZJM4vTOYm/RDXjg7THEsnqCwl3nW21JtfiLKT7i5ptNrZ
tYgOq2BiKvlBLLL9bc6brO19olC96VtkcYryOMoN9OJ9mVSl2Gc20ua7yNSgU8AAn/IfMUvILTf0
5VPjNIfKxqIw7i4nu8u2CzvfSoadIu/yZlB3yVgPQajqUIUNS+6gwKExNJzhRufq8hy5ZEMs2j6C
GmhAsDc6f2J1WqNbcxuxK825eLGc0Mn8mOIdGB6VitqNIud1X9wBhEb3EGWpjobx8qyij9lsFHqZ
HjyFYtVWSwlqNybLfHTIsDvQlEJUC0cFFFCYy3xbUPCKAzPVDHDEmYP+Hx3sjWrV9RTPb1psyCrN
YQS2l67wiOMrUPKiOPBZ9xP+FtNMg1qrWufQRVGiBPhQ2IrglTA2XdS0P0on9L7hZIA3oBiVFJ8/
/nouXwkvgtMcs/YieuTnXKxyUe+wUSNT52DadUXZBgq3pCfguHvV5nDw8cV+S4rOPxlUlowCzvYo
XVCbnQ+AnP1QnokKvXjm1jGqKDj5M+YGNVtTMDUNkHpNkrFhNHNYs8EkJI8A8jPCPdMvIqUZnrTE
sst7zhIR4g903R4CNZPSkvTdKpqL+MZXfvWRY/H2aLfCYkTNwKni/BcjrKAZCY/x4IxmeSeyynl2
835qfd2uxDP8kDHz4UMqn8ohdm58LtfnRL5QQJCLmAKVFgvxxcXxSmEK8YwDA4bYrb3SafXn3lQr
jEPSjXBj9A7JPDQu6ykp9LWVdKkV+uPU4txxUg0mOFIaC3AmTUXVj7E8/Ih7d6oe6lxm7dFU027a
VgQzaT6N0FIPWmRgR9kMIy0BNJJGHLiKJ+ZsrXVZMj2rKrju90xrs59mViYY2vRkyAKtMCagkIgF
XpJ6ckZ/IrfDWUM1EukKR1Xv3ZfqWOm4GIfOmzvfjGinBpWpN1a6YhIlb2JS1TL6poPsPcg0biLp
5xg9DRFEqPSPo6Hl7q3ReDUHwrBCLYIGifRFtJgX+wLamxTPG7W8G9uB1IZa72cMRrOjbq2pFCc3
SXAQWouFjDPl/WSJYiNDp9qpNcY8VqN+i29GuzO1mFD5UqIwJXxL9bHM3jpdXf1SZmjmaE5WbETZ
qV8sNTFyuHQwCqD6M1QqN8+T/yraEbupUZR1ravVJzL+bswMy93/+a3+nqz5UGFBUdQGVn0++Jze
U2hIqmJXY82m+lUmKqaZzqlXkzbGvD1vMG4ph67ukwViqYugauCV4IM4v2akD7JpkL7vBKD8Lx6x
WvOqdqOsfDTHtMf2prT5S9Gzx7pxar6cBpebZZnggIbOBDK4fn7h0Rs8aFea2FV9164caVXzxs26
hEyFHjbXjatdPVpqyXSGF6X2UhW+FJu3dmcnJaddiMeQ7sfMBlla9PoG+s+PFsTzjcv9LjacvUqu
5wGvZeFZ0Av2xTwiCk8Kr5ztXYt8Lsd31UwLq9oskyJ9alLNlIEjZnv+ZMN9vmszpbYPOWaM+qkp
Wk7aDUEsb7hA9GTVFgppfHpvIBlJPSa+lW6n1jdXy9XvDZ/7uNYnkxqVLav0pUxJylyzGnjejtxA
/SinuMN9TwBzdShbz5Y7L8mL+NWb8FrGm7IPp0ZfM+DM8D3Brqh9j+lq82UhuOtnGTSq6PP3lsLT
VPjkHwzVCrZ1EwNhrSjglSWRjUEjCvGuh42e3KvK7OUbLC3khGccdMUezle9avBMRnusqEMTGOZk
MdkxBekHyQ54DUIVTXrbGIMd4HodqgbJg6Fx9AFFZt6VU0RmK/izoX1xUi+rfn68Rv5lbCx6VIpG
iOdcwM/nI5EQYw5BaR7vpyrS5hc9TjW/ygr1pxzJj3nMJyBZH1/xauzTlaeSCxKKAjSy/YtdmZcM
bILIC9pn4NwfHeFq7YaIAvVNId+3+sf1FIPF/7owoGowuP1uaP4huSlI26ZyMKHxwaZvUE2gYIhO
dly5IVgDJWrrddm5KicupahvfQc8uovPAIkREE82dqjALiGsFjEvYZEKi498DOm36OpdpNXGgznr
w/vHz3TZFlxcigtYLuJJFm/9UludYy7llNbaO7bh0m/0KsWXgLMxvfHu/nIdSFtLnOWyr4JseT5a
NK9LU5pL7i6KasX8MqiDtO6K1lTFrRnyampGWepQESHDnAlSu5S9JomOyh3bzk4kaviJVrI8qRGh
KsRP1ARSDDmtP08O+Y1OzMXgRG6HnhEI6qITphLzu+z4x3gZdGdEB27DPLCnipbqJOYXCb6F7mEh
01vQ8b9cje4mJQ8LuRB2jIs1L7e0EsGzs3COtblcU5lQ54DII3FnkPL065/GCLemwXdmYQVPg5T4
9/Hlj1vLJnuw6mw2adzO5AeUwB4grCjG148vc31PCGJp1dDLImQRTuz5EKk9ayTiBSxBUlSzfBi0
zo6/SAGfZzeZbhg+f3y5yz7xAq1YBiOaBA7e7F0vanaTOsQitFL7yIbe0tKgmr0uw8NH65iyIXpu
uZVKNET7QhuGpg1KfRIDx/Qw/6Es9K416Ar0p6FELzusC3PuZop+ZTTDgzHryF7ZDPka6dSgVLq2
vfHrl8nujw+XX78skLTh6P2R1PG7TffHS5kGTPmOOdvHjmTGJ3SzXoo72vQKHzfrw1zZxZsi5oho
mNS1d3VZ5aeiruXX2iRs9UYF8uKTW34LP4Gt/7IhAvNjnL85MakWNWIzPpWR02l+ZFK5jglGe5Nt
7DzH4+isMbPkN8BWFwsQV10Q1fyHLw7cwyXsoUx77A9yGI6uLMP/QhEXL6HizvMPtDZdtcoHU043
cusuT8X/uyZdOMirfAgIMs/vtCwAhcEcUI8T78bb12M8lfe1WZVu4ZdhvkhWjCKzt2EXFVW39kY7
r78p1Ezm1eTJqF2DG1CHW1PestSejwVsIQatWMTUS7HkYjdaz2ZIumI3HtVsXvcOp9CAwbGXempa
wVhzHgxHs0c8l8SlsYthurU3pvfLCj2zH9k7uA1QkDD3IlY8fzAZisA+m0LtWBIBRKQJWWX2tq2p
rn4lMkN9QhQry3XSDu0QdPHUxa/EM8niroSwrFLNjKkQ+rByLXJtqKCpt6A8v6k7fzwjfiATBX51
kDhsZ/mh5z+wrYhQy9TehqDUaHN6ZwvbY4tXNMh2fRmrhXIw22kY98ADvBi5l5gd9KUtp7Gj6kpv
2LRwjSBpwIUzEe6XRl4+66URdffowMr9XOEl+NWi1jQTv1HgGcAilEW39Exk6JMyl2qUo8tQD8dA
M9v+uRiLuIdNNNWJy76wRkG+Quuq7bRisiRRVZNXfApp62YbxYvSzBekQ01HcpVsLJ5KH/drVHqx
XKd5ZCl3VZhYbSDELF9oKyXGOh/6UOgBOnhOJIKZ1zzWmR5B1cmVVNpPZTdOZLFMDQ5lOw5rsdPH
RN0qc6YqJ35V/nWp/2OM5IXmgZXLhAqumk3FnWjGR+DDZvEUVuUitv+3uW15V9qy++Eg6bGTvTRh
1UoF58/sNQ74cjiUXlhgpZwmygdprRVBaZJ8tcryLJGbiDl8pY+SbLQoXjghqje9fPxzLior/Bq6
tKAk2Oii7mdfdj5y+koiRq/M5tTP4SfZjfHOgw8QyLzDw1mG2S/XLMOdNqBB/39cGPf40tVBG3h5
GlKkWetZWben0TPjHQAQ1EAlkED+uHhK3Un52uGDIpTSzordx5e+9KksN83kiv8LwB6a1EvgcFyj
QVLHKT7VkiCNVdfQgMDlD/EzABieBXYf5sZLMpDAOKt1cpKIrb/kXnorZez64S+qYY71v6vmtJvO
H76iq2ObVoo4CYeRboaa7qNJnw5IR9qtajbJ93TJ786Rq3/++BFcLGo8AQye2BZYZhCtkcV8fuW8
1sHFFJVydLVwTDe5NcTTIUnb1FyZ8CFXuHMHjb5I5d2cTH/f1flkRaFzcW/gd6Uv714sM2oCY7D1
uvwkF+88SAGjyRdP1qRq+ZrYP+8nW1H3ffZGtfZjzyzn53G0sJD1k0dK2SpRxlQepDLotOV04Y3f
3SaJlNcRKNuU/pxIXpAPE7gt6CxpIeNtH+leFYyeDOmx1iJukABk+uTb9TgivZ5bTT+2WdneVzIi
UDDv+AbX/QBKo3BTfQoKVR2JbwBaxJk70aJ6pTvh0D6Ec2xmGxzo1bDBK6qkqR82mehe2JZVT7Yx
zW8h8194tKqmsbfjSD7fGnbs7G2apei37RxUyAEKhX6pwAvVeZ97cMxBhJ4yRERp5UwNfSv5/2Jk
sJ8Q+xWHMqWhsp0KDwV1pSu6IF0UgUx/1/bUhVa1PiRi5VAVgmHc6Ta0I9AizTNI3rR7KkO3L+7l
aKVGsBSiIcRUZItpZRBjE4BwMxZjtnFarBLQrp3Kd+Kw/ZIBasJY16Xz+M2yC+tt8Si6a1uK7gmM
WGlvBRqpFHRLGxdBLAfZbnpdlTu3KBX5WZK1tsvQUsGGs41WOUjJBs93awoRa1qsGSwJiWiq1QNP
68z0v1ZCilkNGVaachtNjdm8uYi97acFvj4/gW5V6OJXsdXFweQ5uD3YDxkBezhjbnaNLNWHlPk3
bWjWzS0BaYVgcZudiQ96JFOu/9bamsRVY9o5xk3MFz/lVLhPJdL4z3qF/8TXgTKVq6isam9F1Bhw
1iHX89Wcoy2GscYRCRsJWIjAi2M4TDDw3bu4ScJpa0m3equompEq6s7pF6xyubealAVNZudG2QT6
HOnttKVJpaZfKwMR97ae63oKwM7ACaQl2HkguBEFIMaSMhVrC012vp+MMVf3rlYOP5q8iLIVmoKq
npgyB/e1w0xnHAStDQdWfkwaZhX3g1PsUDHoacB0MNzTJnXM535aYldVYsi0ZGUWnj19YiDkxfdO
Z5PzGI56JfcKtX3LtxQlrbcOodMFAEWZFfc4J3vrxTKjaDjMjWp1/jDG+vs8Txkfl6w99V7qhWtl
wDOSJiaRi4Df9UgTdls40tReyHdUZmKXk7jbA3ErKbgtWxr2U8gYXkeldulQanaNEKIjyHOTulCq
iseiKmStrK0YW3owp1l3JCE3zZ/0WUyWL7JC+cesJaZIMN1wgNiC03u/UhRDLIVsZSf9CZCXvgLq
565TwqYOk1rFr5WgS12jfvrX5XiRWTIhk8ex2MIvswJx3UOkgkR/ynLgEeTJJS9u6lbvntPhvq/4
nrV7LPrhp7L32ltsxevlCHks7TCmXdIvKf2eLwoFBR86dIZ1ZDDPGs0IdxRG4dt8oMRYJLa5jcNp
CR4vOBTEqy7Jkvjfl2YsOzjBUArwIK4UW3ZXzIA0k+RUjioboxZ3zaeOCu7eLJrw2RhUc2cZU7Kz
+9k5jh4cbqVPlBvnz4vD+vLqMW+yPKHhooPgLX//x/FzTNsx97SqOOVWoWUR6WZ1Ft3NbTuFr2iV
befGAePisPf7ekuPyV2KA0B/lhfzx/XyAju6if7ihH4pPhL8HP/EloaAE3brJ7Wjk/vvm1B7cagu
gGGWkSst8VCDvm+Msjp1TlSWO6Ucs3ENvM7026aqnBXVQdd9xGzxuYyUdAv1pwPxyS7uoYVH/vTx
ZuR63CERXMQtJsOOYsyyWfnj9usYeGONG+4k2yp/6/q6ORS4DQOJXeE+g0kxBgUmSNAhirjxvV3v
g9iIEDFiUU6gHX61D3JYn/OxqU6G6NLHQRjqapSW+D5ilfen3OJMm/bp6eP7vX7dFhsfHj3VLQ0p
zMUGKNcapa2mOj2hr46e6iRl/VNkhUxjTOoN9AuaXR9f8dKVzAiDRcp2F0UiE8vVpy3tln1CV5nH
LJmBdZZKZVDFsN142EWsqdq2m6x8M2PPMzZ4aUqFmTuMvf4L84BSH2q3WVbiPqqaO2GScfhIbYLl
OAz1+ZlfDgSYaYWMTF+pJsP7b3LQrmZ+No1JFWhhMRmdL5KWXdzq4xu7GjokJYGtYno2eX9YSM+H
DqjsCsrUkD4XTprPK6+zmp0CwHGr1QgqHOLisFpTGgKCiKfoxlO9qEwwWJdaHvMVewmQJcbF9j1L
kbcUSAKfTSuWm05RGTLskcgJyZugxMmzK5XM+GQYlXmnJKn2/PG9XyorlusvJTL+FxE4OomL6yMS
0WCvtuqJr0UiWUpzD2s4zK6fdNKSI/Uqk6aR6nTbFEXzi6jjPPeJ03RewSUVwFAK6/PHP+nqc2Lu
ojy9VCGwG1LrPH8dOQShRslJREmzJD8Z4Jd3iIPnEEitae3SbAgPw9zeAvhcfU86yYQ8BoS2Hu3D
y+McrfkmxNdvnpoQ99H9RI/2EDYFaNyq8bKdBLv5/vF9Xi0QdGIxoSMHUEGX0M44v89YYTcgxmg6
iVEpXrpGqU5OoqXbOGdf/fGlrh8pbS0+XsysLMnQIM4vFUUxSFTpRdi26vZLJfVvMnHt+5JjfeGL
UNDZU+r0Xw/n7F8J2uBwioQYT9XFe2xBlsAgbMJT0hnRPWc1xFxaU7HBC61HG2HxfVOy4cOWNg03
Cp/Xj5YrI3VEn0QhjNF9fr8zTckxy0X8XFGT2YGMh+ypDW30KWxh7d9YB0EY8K87O4zqdPhQe+Iy
4Sti7J5fDm2eyekpcU5sPJr2CAtKNuyz5qyQpEUUZvdTdQgewm3jqjEcZa2g3MjmO/VRnoxwW5dF
ljzzvtegUOu18p/bNFmy6ZKkeJKuV4QbA7QVSnwlxTKiUV2K7xqa2kbu05Tu0YaIPu6AD8WoasEX
DAnxkkCm91IiNX1iH66Jdy3BmPKYLRZXzleZqY2f+gXm4/cKYR07IbsygVvlNJ/rIileGzqXOYzC
BIPyHA7RvI6E2rxrTAh4DOy0jYIp7YwBwXeZPXatANPNlloFjRaX7U+3M2nsTqKr+wer75RvqWUO
4hE8ZfcZwaLy1cWu/57PmpGuIcjPT7ZVhGYQDbHVH1RDWCcT++q7pPr2DF6vRGw/UFIOQJYjQ090
HW8nocfxgzT0hFwnNZ/Su75Iq5MINYGNoexma4UgRgS1B2TiLqLpVPqiL2Y1QC0si7Vqj3O0c6ZJ
DZRF6v65GTXF2+L5rH/JlFzctZ0Tt7HNXVXGzyVnduVnqw9N9YSIK12xoazGjeWllXofUl45oHHJ
FZ+Cbv+L/wLiZXsp3z17kMba7EVS+hRrhldF0hn/UrV1edd2rAt3wOYNd53IEInNFGvim8GaXq0h
0ZNrROGuG4C3Qqr1ichO2DLz5zYG2NYCeqpnWIofpzyaYcGo9LeeXM5J48ZVq6k9mFQtklerS4tm
FXLOG4NOi4x8N47s1XzSWAcnsMzK2rVVWWgBlcaq8kUlUnNrJUUhHpqJqklgz702fHasJgvvSL4c
9GE962Eyo6KtXa9+K3TwYr7VROVnAYg/W03RILbD5MYgD6qFEGXoeQsti61o7LM/nQw/1j2OpsSE
zuMqqSr3K0V7z35vWvilK0LS+tcmWpqsvZ46KZp7u6xWU69N5qFw8QHvoQon30VkKPamQmzHIX4w
BCKCoZbpe8Qy9SUyRPNW5EjMfUWtyw1cOc96TJPIfUCM4pTrJkQD9JWyd1WvKNlNqPT1Gt6+w/iP
/QREfAILX1j/Mfn33VFYcnwUCurmFcBHmgWCyU34hd3TDUsqQ/uKDLhXn7J+tsG1OIltn9yQYv8B
gDK1pnbw1B3HQGYRqgGZbISf9nGDtydLmuQTXr9x3Hh9HDmv1TCaHspex4ylz0+dVGQYBa2jwIqV
0tiMcFQAS3Sw3nZ1wmDju8lIM3acjl8E7sqwHtK47b+2pRTvs9Fo/+UagztAXW+Oh27wureSPM/k
UIZDWu3HqazJr5ps2zeTdHT2WVdYxV4dQ2VgN1YmXy2Bqem/sHVhkTS5QBSsi1R/b0z677usRpPi
Y4Co8pVENZastJh+4B4gZm5R1pCFeYQtTFs5M1rZv4fdNGR3Q99E8zNN/Fzblc1EACd9LCXbNtlY
WOhSarjQjEdozi6rxY6szpG2YtVmhH3FQ0YcY5LUgQrvd1hp7MxH5gYnilfq4IbmXolFGt05Tlia
PEE9nQA0FHpI7S5PtFUftmhH59GZ0lVaWUmyYbuKq3008/ornXNcE8IKycbwoRsbM/mgpjGtlVRH
2bL4dV57IxTiYQgppAWF5pYthEgMvMjhdPuzDBuQ9qHZtg+CpyqsVTPBMb436libN6jvUfubipYW
m9Gy6nWKyykPMpMslQDcaGqfPFs0TMxeCt8iGJuM+EytyiD+lAQXrPkX6M3WJsvjZ0bz/uec1uWr
oWmd2A0eL+gx7FHuAYRW0eepSaVQhHes7ns9IOl9BOTtDOyl2lwPQIEY8d3UqwqUlLjPR2cFzr7S
two4fJdc7LH9VUkvxWyUV8pPhcCh4V4Iz2rWjRE6tzL8LklibEZdZGqILOikG/ScjfOF1KnrHvzX
0Dy7URyP+06W7j5uiElCoxcp7fco85JPFLgUhSgFvkOtVFs3kNDHkhUxZW0Z5GhKqfA0ZvFTc9qW
2q8Ma/yVXg92Lk1aecAhUHj/vL/CSLlsHNnmIG64xA1GIFFqEDztc4FRsWalEt56zEFmKrY6KGsT
h8IqySN0TR/v664PD78F0fi56dJft4G8VlV4ZH39bJCOwKLutVWx7YUL3HhGpc9c26P4D5Jhkl9l
JhqE6TNukBu/4nrrzKZZX4CAZBXQE7h4a6jOslxiX3ie4Vr/wJUXQ3GL0dGLuFIC8PDq/uPbvt7O
IvvhnE/Ngg43u+fzYWIaGCjx/Bkn+v/RoYuttF6hRi+fRmvqTgOEReJZKiH/+T65LBgwJHiUWa4Q
NHPbFXoXSeMkY49N2xzHGxYT9zHL5+LRtqvnf79LTkFLejw5KVfHbVidU2nonXEC6ti9jVOKmTyN
BE6PgjKvsMpu1zRq/q91FLr2Nq5limf4peDPnj/bqga/Bpsmf7YEBxE/8hpiz6pi+ITzpyf+Z6oV
v6efRv5B597KG7wezxBMIOBhZVtsj5eCk6RQS6plg3sSsoYGD5IT3qyO6bg1rLhbicxMdt1MQRGd
/Rx+kTLUb1W1/vITAFCgjeI4uOSBXZzKEAm0WNaz8rkfM8WfZEZQtNQWD3TUeDVN8bn0I1U6X0tP
8QYikKzhhp/5+nNiEsR7hZoUS7F5eW6ieqsOWeN0zxxwjC1tRNn7dqeZd0ity1PHLPf68UC7uiAu
W0q1vHSs6RSULl55o3apAptWf9aEmTw0kqQFmZjWHd2c5g5q93Cj3nLdOqVkiALCopyzlC0vS5VO
RTg9ORLhs1XhEqNrZPcsUR5SEV8oEHc2skrsV3AczotpC7i9uiGrTxhdzFvRb9flj+WncN9MInzX
2OTOh7tj1b3RpEP4bJZCku9nlo+u29SkKpXg0bW8TDa6ViorGanht1wP8yDRWuMtnoR2qt2ZQKyP
38VffhDKTdYSlsFFvONcnCUnTDuuy/z2opH0dFBpf3xDQR2T84SSPSbls0tWDdolCmP6PN1FkcZR
JPP4Giy9Vn/0+N22H/+kqy8CQ4mlaaipf3czLq2lWeh5TavFOV0XtR39zlHc732Xyzcznq0Dk8XX
yeqMHSwOdY/x1bql9bwcnqhMAX/SbF8uv8Dyzl+RN+mhlYu8PSpNUsd3oLnb/MmpSwAD8Pdnqoa1
BZb945u+XGK4KF8FBntjkZMj1D+/aBktgurcdZ8yIsL+63vOy9uOP9W3OmgYubbHohUbQxZNe2Pa
v6xGMv/BNkElBpt0kdBfTECqaBGpKZTwEa54P8K+sB/qCiP4OtU96a2tGThTbruKGXR2N8U3ltZL
/Za1SDNRM4BS4B8WOcf5jaPRa7ESW9GxKpvx+6grRIqUc1EHRpdn3zA991vPjJSjV6lgvsxMvNZi
mH2XrfetqtXVPMFvoaxOP2Nx5y1F7vPfojSh2aFuyI8aGKo7l7jfNeendBcSi3lvaFFr+8LzopBA
ta7Yhu6cfR7aOTR2H4+Fv/wOJiROn2hJeSxXgNs00QwhKRMfp0Et9+00FY9mOzqcABElveMi1r47
5tg9G2jPf1KajMhNsW5M0tfDwqaihceFOZOy3KWCzctIK4IjYh3FQFszsEuRVkCeTfW1VXtzWsUm
th8gWEkJ1093hL7++CFcfxAshjjgcVXANkbGe/4uBPnsKQ6b8dgbRnHMtLHYzI7wAj0ERpgbUtnz
iG7tq5ex/mdhja30wl0wUKbh7FEvK/OhYhlDXUTi2PWz8MCqlV7ty9xS9tR00hvz3NU8w2V4tmx+
kLTwCSzz4B8dpASlQNsUmnaEoYktAFs3VYqiC38loxpuIsO85Vq6nFiX+0JUDmiB3tliDju/YFeM
nUyJTDma8+ztxmEuH+x4TKZHpBbDnnGcfaZ7ba2p3jp8YXMeuzde6t9umVmdjQ7ufnyzFx+YWU3Y
FdVGPc4Ed4Ybql3D9BiJSNuEINu0fU7zLr9hhbsayNw1WnqeHjlkOoe987tO0JQUXTapRytCfx5Y
/QwoJgMtF6guNuQD9aPiK7XAsAjMKoz/+3gY/+WZL2sJUzplFjbWF3ds9w3fTNkaR9a0qvfJDmi/
1KCLNllPWOKO1SvdljH1KdDHThBC7N9//AOuhrSxiOXon2E0pmnqLY/nj1FGm6FWJ0XXjzOdn35l
Joj995lG7mzrhVFy42B6iSlfdnOcyZi4dG6bZvTF/XZxSXgmQRPHEns8CVoNDtEZO7kpD8gP+mor
uozUsiKMe4NoBxshZmUBdvmBgMSAehoNg7ETJcoyDORJthHekOeGP5gxgqWgMesOIFo3qbVDzjm+
H7pkKYay1OKUVGNAwYrXAU4rJlL5oGChYc0Djqrob4cuphie1DXmnG50E2s1Wsumv/fM/lMyYBK7
0RS4UuAuz4I9tcZIX7p8l5HY3ZD0FX0k+5hPI8WmoTpi4MeN2ocki1YiZDsfJ7lzL5K6WndjL7dm
bZffQYtMXwnBG7aoRdVbP2p5AWdTHLzvRa2xjEZjyWU9Hw8QQCGDkL531ErK3FvAgq13EIpeCC3I
3VLZ8sBr6ouD1njruodCso2YxZJTqtXlrdSqq0meH4MhBAUwBwJgqxczEnq3uJ3Haj7qehnn5LzF
4QoWAuBMR6utNXEt0k+z0LhxIPjbZaEXehQR2PO4l3sOYO8OGLJKOzpVolp7xW5t1OlVTL26aepB
OXRIoTZd0/c3WlR/+RhZzxbPNCsaJ87l7//4GMeWQAq0fOoRAVr2y27deRW3cDsRDHlqc+MuL0Mp
lm9xce3RlUINhDXlYk/JYldCWBjUY4hL5FuELkgEgnNZSYkvj1doBOb0HsG+XMWidvQ1zllaFVqZ
tnsNVfHBbZ1peEoG1f4KZMDQ/UZZaGZj1Kqr1u7TaS1r+hDPAkk2LLq4TZwVmYzNLsEGN2A9q0sA
BTLJsYu0w6J216Y+8ckaBxN+4xzzl1me48vSEsMDQFvrYpbXIHOIdhiNY5160Zqerh3YRkNqKfrv
ekdxOS99LP3OL6WMzd3HU+zFqoYMBFgSKyu7Rqo1jOfztwpuI6asypLqFIgZNs7Em9l4Oo7zvKPW
jzK3b6sb17wYSb+viYaAd8ja4nDj59cEblcAAQ4VjiRu2j9MagOhywSr+jgV4u3j+7u+Fm40Fg/W
Tmo1V24jp7GanHaDB5FY7d7lWIRrAVSb3YozqU//ei3KijxIlghsExyFzu+riHLFjRwZ37kYgSp/
GAmiNIAOt6serf2teub1m6N6ioLJ+b1AG87y9398jwuMz0akGu7r3DN3uTf9H2VnthwnskXRLyKC
eXilqLnKkmVLsvxCeJCYh4QEEr7+rvJ9aZUcUrj7oSM63E0BSQ7n7L12f6vns4jY/PmRaVb9v33/
F8EQ7jCQTux9eKTXi7EJcs0ugsTdO0EZPIx6A/IkkxwgaHe49+8/yb/cG9einINmx0RmcnVvBn1g
tQyLs6+F85D5wrjVO6M/YGCcVp0zjR/sZi8v5j/ryv9vjSdJvx8OoX6t6ygkLi0N2xFWUA1Ny+La
oebozdoaCiOMdW3eZZVcomQIym0cWNXm/bu9Pkf+uT6HVx4s2kcbQeDrV1m5UL80Wfp7miHpU0o2
7jFBjvekV3b1hOFL7pwmMAuSmWr/VBF8uo3REhyqxdY/+ClXU9H/fwkzLssshb033GjHqkSmKLTu
a6DFERk88y/IBd6mA6x3kxuyGMIWzu6OLkvx/P5TePul4ueEH845PsD3eF06WVh1+swp3b2Gv/gg
qSqvM6Kev3iN+Mim+rfhRfGOAa3jukeWd/W8gxg1+sSl2tpuN9OQNZHwazoQ0zBt3Zmc2Pdv7WrN
/vNUAz/guVIXYtNwufX/fKoAvDD7zAbDmZ6sFU4i748+1eOV0etEJc1xXqx4qh9ltry9TXT7Fzsn
0xJL6J893n8uO9QdcAm8WnuPyOVvo9EhLV0GlP9Wr68ALxofLNpvbxN3/5/aKLIOCq5Xa3awZLZL
LCsBNKVNg3HKzAirCXreuI6dUMRJeasNZj9+sG9/O3C4LNshCuHcKSm9r59uUsf6Zb61mQjHbGsk
wtn7PX10ClDu5399kYDZLm5SpMJolK99afmQxf0oK3s/i05/6bF2PsY5hVLUBi7Rt6w/y5lCcKP+
9cly4DVxbrD95aNkCL2+RWh95LDSUti7aZ2ehQmfZVVrgXOS1WycNBXg3Pfd7IN1+s34uVyVAgrj
lku+ceF5SMD7ahj9PaId75ZqFvt/E8nADyQ8DZnqhe1/dMU/ZMDXU/HrJ2y9vtOKINxm6nuoiK41
3VVOTQ5W27lQkowK6FuouqAIQjuWnfOpaSqquF6FsF0wX8i9Xo8qhkqeOdjOR3MC4WChg+kwAOBL
Au5uLmXY13k146sGLrC2LOXeJrlnTZGlz/pXVlLV49NIZo3Yh2Qy9hnxfMOtbpHLt17GuBKPJrCr
+TRVWuffjhhYyjWWptbZ2bOou2gmzsz8dvE7jSsb64d9WMzGKzfIVHQEF127jA89vmjrC+uNQZpG
RVpBqHeEXoV1Ucb3jV1fCqc1bfh1Q9r5Q90YWoIIIhs+tRYB2CuDm/2EMqlKj2KaxJ2WK4XKJ3NL
b014vPhCsK37wzMr74u0YxQ8LOYaorzEesGs2/zUnbHXVkQR1E2o2egkw7YEKhhKGtx7fqYtN2z0
C7GGEJoNh2ToiVJaKtP95LsVnvsOR+GNl+nJ3SWA6alm5wYIg8cXergmDjkSnXTF/lU1K8hzfnVv
GHUxhlMx2d8gQXYpaQLGItZkSEpr6w+1Og6V0n51SLLN9aQJx4gQZcgp5L8bjgCrfViMVUc+8tiU
7THz5iBGHF1Y49kbAyHCvCdg5OzHbZOv4DhoZP64qUlGM8ZEzDrQ6L8MokvibTUW6bmjT9WFOm6Y
X0XiUJWvEVvBv0i0X7lnEMnhm1b5lJQ5wJlw6jpKPhpR3unJKauyvHVpBmo/C0ssh75K/ODnFBRV
vsGUIapoHLURM59oVXDQ2l4/ISWlTNDPs6jCBD0WyBNnNsRN7ZEZElZmW9obw21Y8DrdIPswRSV/
k+DhdFajGAUA0HRMii3ZW71aZT5xw79aY8zbMxZoyLXCRoX80pN5ma4cQo+IuaykhfzMqpyXlqp4
ueUz7k5eD2TUCivZG85N7KiWWHN3aXAeQUSKYG/Ew4Nedmo2VjaOqJOk6N0POJkMMcHcnpX2XIlg
+Wz7nVx+DMij5npN/Hn1s7X0XD6Zc6z9aCfJ1yOcDvlg2MakgpGowvGtDGlGmLQCm25oJFk7qZ58
Eanl1VGhzWN59IgdptNeuPpcMIlmhb6Sy9IjyEiLQvvC1zh2d6XZkGUM8xASd9p33q9CmhrB3Mvo
dRvCfzCrhayn6WORa0mKFBp5UMhgdn7p9D7FrpQTjCWCnC6hWIn5RbrjYu0UVMvbvBsM7+D2WitW
TTaXz53IhE0Ybyu0NYVqMfLb+lI+Qq+bJOmwWUXsqUwBI80OGYZJ00xiVy9GsKALs/HTAjiQ87Ec
hN3/9jIAVb9HzW7b27RoUwdHvxGP7c6XlIFWdjV0+7qRg9jW8zjNIVxeSO1aMCFkghrptCegynZ5
U0yqBCxoWfNvwKSBisqM6hmkwTnTwrGHALzmyZr9LVEMth9BDDMeu26qbzNHc/1N0qF2C2cTBQ8n
6QKnJ4iB4UvtUqeGcojxMEzbfkjOFJgUGeieBCFnWGSYPzP8U/9YJLp39pOG3B+XQPZgjxYnua/h
CrsgQhP+QGBNyM49N8F3RsR9twHNXB46m7pESC3NPFbaBdNf1bKsVn2vdSSUE9mGkk8K/SGoFq2L
JpJzgPJlaihDot6rvW9xDI4ksViCQPcFxi51NEJ3BCh7+yRE4n6vK+XfAP9A3NTbw0ArurTHfO2N
PIef3ZQrTHftkIwrNaLjWuECLWBzuyq2ws4TfbJpnW5IqMR12bRKyD6hXJBO+bOG9uZlwoH2U7l6
+tXtLOGsLofNJmyNQP0eh5zZxwJpeMxlkt4tbgMbfAwmJo4yTYMHTRstMsVTPRdbiD3LPmeYtqER
N/GjSkpRho4/ZN9V4elnT6CajLSlHc6pWfjJKkUNNa79QVP7IOibb6WGszWcZrP1Ql9q8iFBmfBC
CaaHwuj2QqxjfEKUSZSX/SYNA4VqRzpicKlAlkxC0Ma1dNuO9rJZWkMGW7pF5RzJbtSMlRp0XtLS
y+IGNZGfUYEw588mNe0UYaozlDdBWqgHaSXl5zxDz4iL3BXNjZ3jTv9s2VowX3RapK/tFcTsFzlf
Yo06qxDF51ItznGWE4V5TZvr720s1ZOeCqfY6OCQzA192O6UXjrONCzQZPVz4RrhNLgCwgpG+WSL
yd49ebWhmaGnmvpr2SfaM1AyQ+wVwlEQSQJnQmjDNucUTKLqCpGvW62I+mzKjWgStHmxbEnHm2Lg
zDtr5OGSS51NZ5BJts2CY1dncLu00uNWh9ghnODgFiwQkYtDstp3sZj6vcVhTK6pPg06tsFAoy6U
D0TFl3kvTlY2lt2quDjtkGlSXVo5vRkYIZ42Zzo7TV7dTJyxRZTrdY9Boq9sGSKhyU5lkAToULG/
WycbUODvvIsNljhAzbDip0rmuDms/s6vbG/krJKV+VrBq3ge0Lc8SQuy05req9xxyNRrUGx0anEC
OsXnKsOKH86FXo6hQZoqGNOAl7XNpnG4K+iTkGiCduhmblqPPRbtm6egIGX8pi5tfwqJXgJWaXCM
qEPVs4VhxakbwJ7ISrXQLgzpMQ0Fxi/PzuoJqPokz1Lzux8auo/iZOlT/2xUFHdCvLx99UWHJ5Pw
Tmv/0YKJ0q+MqRqfc81QxX4g6a7emThxkyN/wgpWLVJVL+xN0pt9opTzo5/2028PUThCCFc48sFo
ZNGuk77ThxV8ScvYudmfVKFlBveX2YY0t9niyzsHiWPGDXJMi3orBkSQxXEX71HQtp/moXXbQ9oR
/htKOnvWs2prmW3RLCDQRYs5roOmR+3KrnF8HllP5Kbx1cUhlajEPjvF5MIZTLzkW2D3UxcKV5g5
Miu2JysngbIRmiOAmL1qwCdsNd1HP9uhEM+OgzEjukQJF9e7spjSNdxBIjRLr7ceyORdmjX++I4K
5TCzLwuCZf4C0leJbabYRq6pPbtUgNinIVHWlOPtqiAo7rRMw1eUoJj3V+3i+bd5YhgzcQSGcW4D
q0kOPZ4oFVqzYRe7oUj85zRA/gp+qhvdTaXqvFlVKQp51lff7CJUq7z1oElreYC0UIEFQ3+fPgqg
Ql3YxIOx1esl1yN3ZoMXoX673M+8ECalWteozjGs33grWtIq0f/GWb4v4sTkQ5wIcQkpAYLlrefM
RaVNilhz5wLRmQ4pg14HnCbir96Sal1oaokxABcOmt9k8xR3hnLYCjr46PzDZIL5HaaSD6BA+HDU
S5c3VMRUPjHf6kO5JmBYs8JeKGYip17Y0pUir0mjp49GXKQ3MOgjN8NlcBnU0AcMco3Xte2n+pdM
NZ5xGyyE+IYI4jMR6oGcSGSG2nPxzCk/Uktf3LiNSUgqYbIy6mcmDigLjeT77VtUhl8dOQR95Kct
v8BbnOq+RtxsfdVbI55QmNaSDwCxcLBBRt3Qa7L61Nhz2B4MvGpNK9WNORHqvTcd/Oghjt8qZQJP
W/K9x25KQsRLJDhdkH7ssj0TCXOIC79/bPxOdRQe/DGJjLHMmw0RDF6w7sWgfS6CprK++yn/57DN
zC7GySBcLWoBo2m3srUNtgbMXCi/u5bLisGsmjMM0J5tSlVqdwLC0lcfx3R2dMQggTpo4Pa0TjJ/
Y63O1KrQZN2cTFqnxd62R90KjaDhzTXGNGN0oEiDAbuW7XS2+4rtDHW/XCPdvGDr5SSi9r4gd9Ge
IJZa8XccI90nCRFcbrWeOvkHbaa/lTFoNFMWopoL4+6qngCWhVhNmdj7ZOwPy1jKL6YhzFU8aPZG
r+aXftTMDwqQf2oU18de14Y5SYmItsd1BXJC1CiIhLP2tGK9/GQharciXPApPF4Sm7NLQ4ImBLJZ
YR7ilGkobKfR3BWO1pkbUpfAkbrsSe6LJMXRnjCFeyHl1ew3RX/egmsk6Unv0qEDCpO5X+1gsOsT
qHPjF/WuemPO6ZyePafg5Um8CFo0jAN5473GYfOu9fLMPJpqqtQJOEKBzMUuRx5GX+SrUm/qGx8E
AdI7jSQz9b1oW9sJm8W3X2AtoS83qtS/1wGozadGKOfRleQWhjVLyAsMIQ6BgRtr2Ubai4ZfzvTb
7Mg3Kmg5Z50PNrWYJLEZTdmRj6zc2t+SItjKQ4bLYtnPaabLDdWa5Ti7k1lvDDLrjHU6u8X9HPhD
et9quKgjjoTg7+yhsPJwmWX8r8V/RgoDhnfIpps14qrGpxC3xr4ynX3uzSaRoXWV7rJZj8O0bPWP
OihvyrQkbl161GTSULN+w7+jntZP3kWOrgW1fTfhIj8VVWZWSJZLRYk68X7Nsum2qRq+vl8Be1MT
AlEKpRG0NI2ji97odX2GgBoFnqtw9yojGR41vH/EWzWvWmgCX+P4I4XtX0rjXI9yIl0qLzDhSby+
HmLuluJ87OxdVCw7M1vyW20B8xCVnTs/mB16V4+hcjSzgbioMfbYBaL6sQ96pi3P79/7m6fu+vTK
WLvQuxh4EK/unY2hGUjcAXuSC8dd1w7mJlf+xbATICInPrz73g/mzzyNY++DAuDfLu1imINhdBGf
mFejyyDim/6d7u6t5LKz4wCzYbPQbeDHsSqquB6+eTymo1do4+b9u/7bK6Auj8ryInjl5q9egWUL
KCje7O7pUUBHwsbuhUwOcRu1voZjrCAdC7OM6IzQkNCFw6JXsLAk6+YneLal+mB+/ssQxC7G37Bs
sEv+YXP9p6yNUqYdE+w++3kZ+2071YGINKXph0GVbUYtLVfj+v1n8JfHzyWBI2AHvVSarzp78BCw
0jSTs3eGyoyyIU22kwMENs3s9GAas9r2HYIuaF3V3ftX/stiRKsf1RPlXwQPf17Of262NxRQdkXr
IJDSR3SU5D+YT0Ya0QEqMhI0LwkIS/Xvww0UBILGy6fHR3d5Hv+5qmVWcXKpoJFSkfraj7IMrHQz
mkGxmkxvaiIKKsnKHgi83aTzEnyUQfK3x31pBfEXtARmudeXx7y0SBgo3DQOyE2NHuvoq3m6FZP0
aoBvXfwrwWi+A67jVx8sxW97gegO4IRZhqnjVP2zUv/n1mtFMZUSh7svQLZ5YS6YlFYc1UkBDfDY
5GGOpW6lkM6ADR7dM7zg8p8bGnzJCCzoIF94uNdzHqnuVtCnvrMn99PcVMTI7pu0OxVevXygL3v7
bXu4UQC9oy1Hd4Cx/fWT7r2pJaieeWWgqjturBo+LWukT+msSu1SnIDJZEXYkbblbQJR5OIzomOZ
bpYi90/TaIwf9cr+KDtebYXoOhC3aHDflISY9F//JBe1g0FCImamVjhbs2MbH9rs+7duGSxHkqq7
/JDSHr71SiHL46BjCTzatWvPx2oxAf4hTqf8Z2TdWkOR+M8vh347nCYACDAIkNpePtj/jI+EOjqi
5iY/BNI9IM+Ln4lCCTaWMWGw+8dv/3Ip6oUXZhodlmtJb+D3/AJ/yA9lO1L8dfNxQ0NURNiKzefF
btYjaJ+PcGFvvj0uSssQDAvaDIAHVyvN0ts9zY6iOEBiAUrRuYn5CcGPOKZJUi77HkfgQMFmztNd
AkTO/deZh8uzf0LEigDPIYDg9eN1dGGyvNukHk3SZQ3xDfIOabpRywLjscvxQSIWceJxrSXu+OX9
B/723gmG+rPzd30EDteSCgbZZC50ofdx0hFkYrZGFUIyo4+BjP2gAyHYox2axErog/7y/rWvAbJ4
4ekOM/Mw/eCv0K8nHnxD1txWIKL1uZ7vwfB09VY3pOKYl9Oq7jFStSdVC5QlPZba+IFYHNQKKMor
i6oFgcaRLbFtJ6uFmL/yh+Gr1jziREr0bVF11s4dCvXt/R/9Zim+LExw+S8b3z8mnNdvq60njUKj
3bI7i08uFZFvM/kWG9Ppfo8qsD9COV7G3uupgcvBD0YawibbvhZoGqOiNSvcdl8m8NJtqrgv0lyK
jaxBpf1rz/5ya7StGIr4Fbng61vT8ejlqhHtPrGz/q4YJLE0uoYpO5QGuKT12PXJpzqupg9azG+n
ZJ4oGiKarhaiJYqery884NNjEh6NfRdUozpQwjXX0qrHc8Yu7wnA6HTuYLfXIQzcKg7BGfbPXYP4
dFUhiv1X0Q/CVbRhRFrSYkAHevUU2lmjqiOFtTcAUT/29GZvbCuxgn0V2GP9b+BfncwagrQZTIYL
xIEx9frOiciZIP8iw6GSBgWQdOrO2GUMPH+vmcgV4CF1BQYGQTrQBxaWNwMZEhRHKrbQRL1eCp6v
Ly1kI7KaE/V+cVVphibfztmqaYQ15njjtt75/e/mzUC+XA65AowRnyPc9ZY6IVVWUcAb913uTlEr
5/y2YzLdqqn8aCv3ZgPJpTiPulQWULyg1n99Z44NdjJb6nFvZnq+rWwzXucFWqIqoa5K/In5qTIS
+c9vksoJpWzeInbXN1t0ZCBEaMCw2AdDPfkRprVyXI2lTluJLqld7pJFiOdcVKrcv/9k30zhYHku
2tHLVh0TzJ8E+P8szy2lIc/H4rVHPhY/2oD/PlMbNp21FY96f5gzj5wvso80nL5BnJmb9y//9mn/
0XCxO8D2esHovX7aQ0VsOAche0+CXiBCqXtpWNplc5BTYa4hBTwLI5YfTFVvRxMKR4/5go26w47x
6rvJMF/mM2vpvgGbdigNZ4TYx0a9W2kUs+Ld+7f45lPBuI3fy71kJqCnfFOqCtB954bXHVvRTlXo
Zy3tMqg5NCvdenqmjMwT/udLXqxWqPNAZeNFuNpzZXXqw16Z5BF5nkFbdSpp9JU5GwTEuyo5tImQ
H9zl5Zm9WmpgYCMNZwOEp5hF+WriI+GijhlIw1GHAWpsU+nJYd9KupPP79/btdIeKTcH+8uEh6Kd
C17v8jp0BqDddXXMBZqwPXgOt15l1Imz30mv3C++A1k5WC1UAWE81pn/pDN+qzPNm/yWlvCU/Wpq
b3JD4qq96YMt6NuXDZKTLSgmX7YnKJ5ej2et90YFw14/thWV0NAkSCU0ES189ome2lX9/EEV7c3n
S2ApCicQTzx+dr1X8zD5erhPVUCnuFTKO/TeYn+SwnkhrTjdJrFrDJ9zYem7fJw+sjS9+YoC0AAg
vTn2gkLEd/P6Vo10cohG8awj5o/RhVWCqRwcj4rd6kRu1Ef8hrcD7HKrSGmppSHquj7YL9IiCww/
2NHym85+0LxGLzfw3J32g5H89pFyiLeI3KGxh03hmnDp1w5NYJBVx5IdTTavZduMgFL0oXisnNlX
e43KZfcZdFg1/nJju3l6f4BfX/9iDcUcD8sdMZkL4vP1cx2zRO9YCtOjSrTqySpMm1hAx8SiOfTV
Ku6a/McE2WZra2OZRO9f+3o6/nPtSyGD9c+Gc3gl9IRtrPWxybUxYOZh1qXiQL+F9qXXLt/kVNUP
Ku3U4/sXvf5mLhdlBHN+RUrMMeJqxeVjh6Zddtkxi/nswwwB1Z09CQKFpMKKnNPMTz6YIK9dl6yz
1GNZdKgakP/Mye31Q0buiKEJrtGRDM503bdpvJ9EIW8tL5ORS27Ajmy0djWQ+GusOokyzhvc4IOn
/Zc3fSlbIIEndJCRfTVZ5IhoRE9r7GilifUY0BS80RpVHf3RRg3nxLk6BJ42RU6A9PX9Z84xgDv8
74TNE8CUzgDjNbPyX3++Q83hze3q5dDBYPnkqokLaRMS0BBqsG8iVa+tg0MkAGhegT7vNs+T5KUf
LD8nALiovfuOyflrbYr+GT3WdG+pLCl3YGxcLTRdJt5TgNQwe4KLCz07DposPlVWApJopEt8QihT
JQ+psNNnlelFsIbSPD1YUo7jJp7NbjfTh0U93SbaS9rGyjgL+tC4+HuIv+KGYv9wwhILryqk6Fbn
Ud8PkK1nmuvFRgnROgk6vUU3t0j0bYiSie5UP6pGGGtmKC39LhYx958gOA+CN4yGZXWBxtwOqh6b
+0Y6CeHuszEkcl1ZvaPvbGikzyk5DDdGugzfawU2inApc7xP6BsBllwy9SIno9WQYXaFIKHT4tQV
MH2MoW3L7Ijn2LHXQ+lNmyZ2KBAtBONsTCv140MQdGQ7wnWJixRFzFh+bVCr5DedIcFUW4PTfZow
7qIn8IbU2U3OItOt39CiISVBeRrhDqKozl1ZxHvbQbYD4McVw+fZFcpYGXicILaU6Ng2CUKxJBIe
OdvrLOFsHWVk5NxPONXqGxt6eLNq6oWAOt0f3eNsOyJeOcNALTfIFrkv2h5v49yo8ShJosT6QyjX
95pQXA8XhVBFlNOqHKKESM0n4mNtPcwnXHw0nVP1c9DIpgwzNF/P/oQx99MItQnoR2mad8EwdxwR
iRmczy3fXB02o8AoWSwKgUk1S+vokjt5Idr5Xb/OKO1/d4O4x8y+FJdUWW/ut0uSgQ6i+Z5aIQGp
wcabIFNujdhmiCBhB/St/J5Mh24ckTwz0swVEbm+vgHF1FU7TPd6Al9nwqVr1EL+HudE/NL11snX
I8308tb24rY4LXCgjK02OsI4B7GwqHEMrv+wwGRq98GIRgWf4DR8zpbSMk4U/8pfnkoHyC6LScNj
m49tz1jjcAWPiFjVZ7h7SXtsZSAR80E1/o4uw09ekCukxWdnqjz14tCiK9Y1yTpxVC3Eyu6sRLSE
+YIUQVlApWc7sYvnxKes+Xaw8ipb25ZI5H4OVFKt82RB3glVX7RRYYu+j+JYNTT4QXLae2WPVMeR
C+jGHR+uZn2BI4juwhtTctVxYdu/6KNOZZSMF6lSkdW2GS5DKeU9Cibz0U+bWt3iOpbrvil142uW
DojEYuynbjR7zCzfcjCgHEtnEmqCg5ks9m9wMYwHZDp6t/KKpfq8LNA5qjJJiwjvnHNPWUsV9yZn
ofK+tj3VhyUFy34Pl82aN2OilZ228u1mMnCeIGIbI9JegvoH+//+ByXH5Xtt5PpvHS5TRhYzmpnv
si+6hrZH728JNQuMqLBiMW5jA0gemgJiLHGLIptG/D/yB4GlJd3B6KlrgJPs9buyUJdSm5LOadIr
7F+9GhwBOq+K66MgdW5Z2WNCHunSW2SYeDppzSC+hhvVCyrSQu+W6kmjAYKCk4A5vg9nFNC5JqNr
T/Qj42GtCw+8sK5c6lgmzKMDMWdssSxVTT/wjrcJgNzAlWHHqekIWUV166WZPAdrdesQ0A4JXa2b
fInJqJinbkWRkJwQNGzNt9GeUW1C7Oy+zUHLRxtzNny0siR4yofRts+eSdSwDg5lOGjwc7dBAzFi
NSb9UO2ovjSAe0oKood2MbNiizSUnULVaq2pVjmQNbSacLbu4DTO9qEhyzfdm5Dl98JZhuZzS++5
NUOy2VMjQgOZnQO7GObDwCJ5IPskN6K6i2t3fRGyPwQlQsqIbc/kA6QzJgCIc2M9pZUhkm0bIGPe
cvrJvchHVaKv8Lf39o1r9FqchDNiDL0Ig7FuvgQVy9sjXCezvm2H3usPnd+h78lbs61uBPOOtmvS
NnmOe8dYTMTY5mivZWXYKrImiW54RsNIhiENdB+7rhk8ggnLlpU+V5VHkDVGxQj9rEs2Q4LyfY8O
3Z92WQo4LkJfLRE+5QN1lJtZyrj51MMhm46UkRbEz9UlNjAPm6zu5dOkp222nwKzP5V+UBQkbXTq
UOlpqd+NgbLJXLDBVWbC1IZodmVrsDMdxd6C25lGnJXNat+Oo8wvETlTEDmcAb5g4gzu7WqybViM
s5c+xmzvptuLCuyJCaT5Ka1UOy9ZZpWHdDbM7ptDxWBap3AZwFfGWmVEfivs4iuyKwPAsh+nWwBw
SbbGkJ0YP9iGawSAmwBYL+6SvTZUBCFWpduMHXLA1nQQ72SL1+MizJZ2q4Z2afmSQXzI02LOiffp
klDUPQ9u6j2nZdM0GypKttzpi5S/5z5ByNu0rUvHPrZzOrgGfdsmugggUCOxS98uTtV1P6k6grNz
/dJ+Dhp+yiqYVWqA3qFUFyk3cYxfbeoa9SlYAgiNoYGaunyMBeN0T7yfkb4QoW7aYUGH+FGV2Md2
SbZAI/XLatwZvEN/b2mZ81Aa1PmGdTXrnK+ppqZHz5mVs+7qTrN2s+YJewXnyCyPhI5PPzIvG2WU
O5quHVPhlsnRHrwyWQVJZnunePT1LQBVDjSgMjP9Xld6sJ3pxjQhahG92gDwauqfCfMErPcGAF3o
ebMXrxRiEHdbsp4am8vrBOjXx0EWQnvVtqA6HQ+TBBWkT8xQYOz0JGnW6SipblXavBQtEQy9dKPW
AGKJ9duvHjQrR07ZaoMdb6raYsEX5DNskMOYU2RmtZluQRvO+YY94oiSMJOM3RF86XyuZ0TOK42c
rWFtJGVCmoSUziOxJnOygoyI0qAzhJevpyYof4pZZMamDEYUhxJn/Ma3U3B2md/E7NACgdzW0oJ7
EpO8/qeXk+dRIA3Uhxev8dB4NTLH5jfqGbW4MTX9/NzZi2FCs4LPfya3p3T2s+dnURlXmbPWFmWB
6rRqdw6NyesdspBbK16zBZ6RrXmFayMZ1bzs+4WEwl43ndRNQTkSKiZ6xiHKan/0P1Hb6NObyqvz
4cs8avW2IoWCLR3doWALx9Or0Tw2yYzmTfQ+zuiwDWBLyhAJpneLCadoz11G9eGOakz+0FKTqHcq
6CS7rdYxRTRZ7fxNa0bE6WHrlpW5Gul0tzut10cv6jLwJGt8XcjuhYO+bKwxX68mkjhUSOwGgt2w
FKk2/TKzhmhkr20se83gRl3mm9VMkY+68IoJp3K/F4VddOtY5FPBTEWZLFKm17s7kRGcnUitT1Zi
svpzZrm9+8lr8XIFITkATntsCIK3wToj6F2l7MtIX9Zy6JNLaVtU/Sc/qM9IxFvSxgDmCcL92BxX
p8kjEYMxW2poI9BIX3bcFMw/C2Q3DptHW2gwItHSMTO7VQVzXuv6r6qrnSIyGr9O1hkhiZQmVT3c
uLCK5l/TosEFxU8y7YVedMjkiCoIzklcLlMPVkiLzds2mPrPi54MxQlfRNDhCeiDLqmxADW6floq
I/3uak7a7eMhmJm3qDKYgPFksYT4JNh74ujsyXDxbYZomPil5oVBI2j3g8ZNrQ0r6lBFfk5/IQJe
VSdRnUzlzo0hRpxTfXR+oqBv6YrLwEu3WlGOu8wKVBvmXVEUoUQ9o5+mZdKsFSL9rIsugI9qU2Xs
11YKdcxXLo3JXYp5aQ6Z6NxpyyASDr6jXOmruA+s4mYu+0XbOr1RUX1rU1JcRjUGRAZkbJdseLzG
Q7VcxJ4lrK/iQGzOnN4r0oD6NcrYducCstbXMJQ54IF/kPaqKVBNRk7TgCgOaatocRY6IhCwgfhH
vRq13KvYishi+ulrbEjCUvqOWidBUOoRrjBwXQ5us3nPfsSUu+ViTF5E4HahS8U7RrpKX45kHUvC
+uHIaK77DMeAUxiFf66DxF7WPGV8vqnecdKQ7eJ+rVyT3efFQJIc+7nqoTFKF1PSIBV+nbJSGZNV
k6yn0l/Sr/bYx5uAXX5SR8MUdA9ebI75QZAP9NXIZg/o04zHlIj5HON4aLZD3qxVVpdqNXZDV+76
UfDvLzVWH1CwoVVsdjr0+KhiBycF4lIgW68y1/kfZefR27ayhuFfRIC9bFVtuUW2nLYh4hSWYRkO
O3/9fZi7OaIMCwGCs8lBRjOc8pW3fAunEYAmfgMYDwHqJHJGVE0O+aprpsYhidQSA2ls7ohylVhO
Ju6RRPHqB801ywcfCxnzJqp9H1czmEbEuUADGzQ140Hnu+WjWHedCr+6PqidlQtxDKsfssKVCyik
WktM8LxDFNOEx6Gq676PLeq5yBabQ420hhay+iCl3c8YK6P40bs9Irk86f5Ws4ap2BhNGfxW3CAC
szzdbdTPRpTptyrX7eFznpVw6fTZt7DoE+snBI5qfPBqYKh75Auj7/hjdONBz31/REa8FM2xDlVz
yG1llJu4z63+RjSmuTMk7sLAfPEhOuSlF5U6SPupwL5jCmJnEzljyUNmJS0QBiprmn/SLbdTh578
60eFL8QfmbiQQDLfVvYeR4xwN/CQ5Tg9Ovq0KVpL69yVtJIKYx851fB3iM/BL5o1BL1VBE77aJiD
0HcgObPpUFCtbXbeVMphQ1Lj9GsgHOXrmFegPYFEuMG4zSvBTao7k/3FwxV72CJkYsitAWLc2FRW
Yq5bmtv5l1IwiV0eI2r2YgI6rl8rrancTTLlKMBEE64kO9SLfQ8VZGfy1ybcMey3ancYHnmEkevh
5s6d245CL5mvowMMq4Q2DFyYqWcCo5kycbAbfj4kD26xaB2l1F33QmACuEpTQNmIEQdmjKdCLvLi
sS8ioydIRGF7S6Kjl7Oah90/tELVRwgedbp33cJ09jNB4NDjlYmtPe5uHNp0Mqr9ZODlDoKi0OWD
4PD8UAkXxcYK8DTdpVjSjaD/Kzx2tqEV58Nj4FaN95mH1vBeo8Qg3F+BA1I/jBCR8E8VpFvj3q+p
X64xCK6mBxhLBsBtFM8glnpV8MbNyjtWlEMs8UImmlzp1QjGWtXQWbZZi0bfbkgj/UsN0lJfqzYG
+Rxizw1Mdeyj326UNjp5nKs10co2klArrlTsliLCf+uG9O8dAC2w73GcXtQNYdkZk9Wkd1ScyuxG
wNIYCEsAnFNgiuSryuBc8mvUAINDTtOtHGMtXItIg9zS9B125cocd+0IAxKJC97cvMcfFo2DO+C+
6Q+Ei67Zk17WdC0HARqK2UDUbNqn5z9ZGZPgXOjqzsAfrHtKXQNvABg/EAggb8q98qihPOectvrm
4yLj5cigHLAmx+LXAyq15NO7Vlr7qSizOwtHyZ2qCi5PTYNwin552uzrssq6Q2ortNA+HvgCE0C7
Db6zR4PcpckXGIvP1AhYTJHJyKBCCDupDiCeX0XSpCceRTr0Ly9/iwYBW8REwWHlKtNdtxSGfhld
lF9pXr/7a2gCgtADhEkbd9Epqb3B6W1HE3e5D/yCEGWaDpQ5UVl3WilfK/DHzd0oFE0raCbfUy+m
jAF8Bc6eAeXj47W5KDpz4fFnls9xAAwtfZ61YcziwGyi+6Rzss9mNqW36L9aK27eDKaRkMON2eBY
h+16s/146ItCvwVGCkAonUk8J/ylbXbFpdLaoFAOnijzr2arwp1mW9BMbKu7g+l5zfX8YqpsfEyR
waOg/Q0vbNHNMGI04AtrFIc+rkpc/3rnyalK42HiN7IF5vpZ33zhAomvffG5ZXFWXGfkWYvFMOba
Og3B8zM3uCTzyg6yQz0An9+K0Vfp0XLacYDu+RfG0Ebe2h39DmGJeCgw7sBgNd55BYopo64gI7lj
ixy7El0RfEm1QZ/2ghvV3jlulsb7Folq+zbzDVFsQkhNVxski/bAXz0pzwNUgz7d3Lie23H/wQXY
WAKKml7QkTZJUiMLH4iwWpPTdOoWmk5mvdRd2u8HUPX6A9DT4iFAqDujouXod1E8+eM24sJztrGm
OflDWnf9Ey+Vb165kRd76u/vBH1KvxXo39x0Pf+dxJhTSLBqHNXo6Z/NIkzTNXjqdp1rWlZsqPMk
Lx/v4sWuYsQZRw0IBajGbFm1GDEHz2jkmTKPgJKm6KktxvqVVx9m6OBR+0JDVje+QfmPo1vLq+3P
H4++2Fl/R2dbzQ1XwAv+8gEam86StHbMYwtOBiE5w/lJqbBba4Vu32hV7m+QsA52dPtzDJ/c6ebj
4S+X29DBFCAibdD1hWlwvtzM0qaYNFlHKPfNtitnXryTm68BdsDGGoJxM125NC43IlfmfGeB7cXD
KlhsRLwh2yDUMAYLkwjvZuHZuJyUKQrwNlWwK+30xYv1d3UdAiyQTSwyTfXz6Y0j/aJaFs6xGePQ
fxy8RvuDWQQoft6ZAeUtEZ9yWlS3H6/qe3NE5oY/4EjRyV7MkSVNtZy9dtQCTbxpmo+JQNNb3sHG
qvKaDtZ7c5w9wTxaZDRbl0gNEy+KvqGycQTJHKlVOmja0e1C/QlzzUiuYxRfN2XdDlcQY8uW69+1
pQ3JgJh2uyBiztfWhJqrzDK0jzKa4P2PdgxOum09uXYSyqRFkde/an00EaLXkm0xOdEWDVjz28dL
/f7PABsMNoPQAIjX+c/QSmpjg+bZx87SDJzQLLFz8XrGbSwqtDsDFvTBTUf5E5qU/wigPER8Orkm
SrgMCebFAC4DXJHHiXvCXCyG68wIOlSl+Ah1W90aI3Y/UM2tKNhy3+Kk2anY/TQJ2FtoXwqcWoK+
n+YLJSbqjO1qvAKjfOdgk8PCpAP9hqjWsvNPPlVkQgn7SO6QHEi3412Dl9c29QJx34RSXbm3L7c8
bTd9Vn5DvssHPnz+GeJUl55w2pB6APqDK5on8ouezb1lGu/qyh1yeWmiiTqDUkkXiYGXgoHIV8X0
J6Q4GvCU26dGpZO1H+q+21iuFudbak5U14q4qr6RLWVfA2o2IKg/3nmX5w7ehcu1MkuF8WkX70Zj
jY5WkuEeSxoab/yedp32vQUBvsz9aR9C770TYT9e6fRffFjuaXY7UvQg7DBtXSw0fJiui2C8PYtB
DcUuoP+GvvqtQ5em3klcEK9M83I8uJc0QvDQAJ4K+vj8w1KtprKcmOGxFJSubikOFieUPOpsh0dc
3WwFVIQr6Ml3h2RBfZsrjYBrMWQxwT/pUdU81k4jW9SXnGRfZV5QbKRTDP1en1xbXFnWvynEf0I8
GgbUdHUXQ1pkpAH2Le7s2M3cICvz6DkzzMidAUKF+oo9kz+dhnqw042qjaA+mFWQPXgIHo/bMYjG
Yvbqzgf0lypVbbvehTn68Ta72Ov02GYctgchh8O1DE+CeHQkGrMBAKWmfRWqz7/i9ASSQq/n7lhX
Cf0HIhVtdiy6vNgGuZf8G99sXhkQNTbYMETFUYBebPQO4anSGsfouUu1njZvYn4LS2w2/UZFYi1I
M+wre27+FxffAuYVGzygBDt7iJ7vuSEMtMxgOY54qk/aXWll+W0mfZ/TPCBOR5Vd2nDP8lisZzbB
NS35i7vMxjkAnB3kD3gI+GucD58ZXSMGbLae46oJ010vvGxfY8gb72nYXEvnL+cKq3GeJ44FpuMt
EeYdal1FCFbpOdW05lZCDDlNTmV9j2znK7jMlJZKWaLpm88cy4+31uXbOX9TbESJw6BB2cuxrRIz
Xg/L0OcUX5zPGAADrBhL/bbpNfXNjZ0SIzuwAg0cy4iybvJnQDjoymF/5+DNzsAzvh7IMhZFi4NH
XxgMCeZyR6seInwLpdU0qA1EmvPkZyN2ARinE70kyOrD9MSSN7xB20UMK6Pq02I9mrEJKducpivb
/q9tw/kuxOQDQgxSC+DzLgKcoinNogNLTRTH075tDA1UQKmk160ypY/JBkv6MdzLmC7Wne9S6l43
VOG2oPSj6MaX2oTRV9qH6ZqOfIr1HFiwL0iG+eCwIPPbK5uc70iLXA92rRcMf/BP7D41OMtPz33F
FbgOXb2S21g26duVLz/jSJdzI2kHdkkFkWdssehpKibDazpOGO4QCtyQRfqKU+9twzWDbH4SufvB
sHFyQCPgLhtNOrKeEvee3uVXbt6LdxSoKz9kRkYCDaQYd37aWp4dz0U8/TgKy8lvwsyKUPYxlEcb
o4+6FVVo0uHIVenLx4vwzsA8avjmoBVKLuIs1oB6AUozXEHHwFGGvtfMLPqaYFTY7cHHDmt0trsT
YgLadOXYXV4vRGTgyijWUD+hjnY+YS4CKwWAFz3TTYVgpSOHRlN+VilwjCH9R4Yjt7cL7BUW62xU
y1ZaLK8P8goyjYie2yyLfsehV4t906VW8wRCkObbiF1QsS5Siqz3yKPF5QtwD01uLENU1qbWK+3K
uXrv1iFdmZ8ziB+EMovrVYsi9HA6N35OelCHktf8sS11nCgMi7qJaJAWycHk3FJnhyowad2w6p24
2X/89f9CtxdH4K9LxsyWgFK0ZA2Ar8C/qYmCY6+1hby14cv7KLnADVm1EGWmbZ6UQL4Rslc0jTvP
+Ro5NdaH0s7S9mYotSJ8DS2EFBARzMbfQ2/1IPiCynsy2zj/NBlxnK8yZG+qdTgOxcsIZMQB2jQ6
zSMuXWOyau08epiiOPvttQQegRsU1r0KkPHaRZSZkhdfh2q91tzax7TRwU4LxrnAYBoZ3dA9GIbK
tk4bJYq+oZaMa3q/vrF3SrACbebjn+6EduCh362HwQYjnDL5mVJEu1EGCKOVSEcrXc9iHuDak7r2
d+zYOl4F/iiMuzboU522xVh8qsa0G+8RmEQlsi01MMS6MenWD3pe9nioG9sctzQDXGPTxT4tIBq+
05Nd8obJoDCCFcJFyevHH+9vVrf8eDTweDkcbi/XW0TBXVtmtNfd8NjYxfhrLPpq2sPUdt2NhXkq
rU5Qqu1qGBuEQvLaz9s3k6csWiEtk2c7USP6tVKgtB5B30SUSf2y/YkjJXqDIizra0RWaw5YFj+X
AoRvkPOTL/CTz498UgydMKJAO8ZTgXZQ1BZWvS5BK+qM7cTxXQcirnqKmlr39xrMPLW1QzQft3Ue
AmuUeKSSVFFG7KqVhlQZzXrTbW/arEZNauot420KdfaBldFYM/pUvHi5ntpb/D71gWYgTmTbEnLw
kyN7F29K4YKm7eo8rcFkDmbFLu9AEK4CYyDSqlivlYy7sYJ4l1+1VnhvMRwkOH0qfN789p8vhk5B
RpeQj45JTlHuBw9d34OXwvAyWink4eyvRYFfPSpDY6E/eqoJDkGia+UBj1+9d9Zh18hDSdXnWg57
mXcg+Yx60ywWjALzUt/CbcAzuIgQPYu4CtQTiObpG+2MLnlUY+bcoHpYX3mHL0ekGjsTpeCIwWtc
1m7iwYKNIIL8OYGNpq/CyiSgyb1OraJ6PPZjKa68Pe8NCESc646GCj2D+e//UwYGvwvfJ6zlc+72
PoiG1hLI22XJLxkqhYZVHcp/7BrxAHk6xjUUN3Ezuaw8Z7AeUI1q5TMYxZrWe+59qzNrMtZtXqRr
q81FtYLXFNx8fEVc5k3EN+Ss/AeY90VYkZeD5juJVzz3IMO8x0SZYPPSYKh+OTbVbpC6/hRgpNxZ
/mpy6DOjDEcL4xqd/50F58STvUGJQz5kSejpvC4xFRHMM/J00JdmzTLuw/ibayMjWQJUuxJOvzOe
RSkX2WtsOei+Lx7XZohQsUL5+rkE9r/Py/B7UOB7id1svUdrKH7+eJXfecyZGhRhtg0dEmRhzjdU
gRERHV+reg5F2hi7dIxpB/poo4UEySB6FfFGvCXGMcy7jnoyjxIitgnCZX0jNh//mPfmDn2V69Hz
jbkrdf5bdKxRJFql6jkKw34fmZO8t4QBggkdtCdweBiSfDzgX67f+b0+0w6JITnFc3doMfuaLn1A
fb54dhO7LjchCOc3CmRDcDNJj1p6CubEX4F3ZGgdOelkRc5cPqFrXxRAJWhXrU1ob7hm6wXKbG5p
ePsyGHAKxBNckGJXli03dVToxVpvaVQTMwQuMBW/tb7RmRYoIii9iFe9jwP1RkvL2vkUDJ79zzG6
x/6lwhfYiFLQZzxf2QCMpjW4TfZcqTY7gV51d1mu5Qxo9QcpJ3HLu3f78eK+kxjSDiH/mkNFiELL
kmJuZi7Y4cl7trH6fOZzqo1nDtb3qlfm3tXq9IsZp2g1By0rHUUoGFYAehAqAxiD2HBsjP98tugS
mcHcuQAuQD/6fBUABCdejajhM2gIgYru6AIDqpJwACvrm/dSYG53ZeEvt/RcTqb7PZPk6JcsAoc4
kb1IO+E9Z11aaNit4+nKIoyvSaoLYx00argSWl1mJ4xoAS6YC35UYOZ79T8vRD8kpZ81jCjCafoW
J+DGshnEv6Lff01WCPYD/9rZAXKolZP/8f5xbTHP89FCR1QEeXHALe1N7Y/YbmoQP36aZekbZRiE
lOC3xB2an2UDWXkoeiA0fNs2sl852VnwFYs5wJQrTlQ13gHR1dQRdbA0u3FKN9N/c95qFx+ctPM3
pej96EdjYjdAaDwlzjqdShcCSVxEh0FPVXqv+w3xFubqA4bmIKxPEYqv9qPmYrO6kk4GNg3Qa9pa
PyhQOQYxiQkiBEwY5btsgx2BNh6QyTAfzCivnXYN5xWtPwn4Hjg9Wuzmq0aOxkMg4wHXTq+bdhmt
53zt5Fa4Ky1XoTmqK8BNWhp6X7zO6h7ngF7cKDd1dk4/xM2mgiFUbHrOY4YbUBSgNqzpQ4xiQGAX
+mtbWeBPQY2hFSB7NR19rQq8beYE3VtsaynQRqfUn/Km11+MwTFGFzFIuwtv07ScZSziCLqYnxjO
MffDGp0FMzO+oHkG54due/gpLYfehrBi1WoDqMD8TTzqWJ8LjmF5V0YOvIpOTNXbFEv1QyGS5O3h
oNR3nGdNW6VmJMFhinJMTqqk4Wr1bfYVkn51TOwIqCh9pPA5FxSkMFxFWjbvKNNtwJbUd9isgjZK
0MZ7dtvI+hxGfXcSngh/diJAL5bqe5HfdmYUfZVBHvymNGmEW69pquilKGlzrnNBHrDKyrS21ilw
+OyxsLqwf0z1vnzzGo8sajTQJFhVVhADMM7qzF/FLZD2/Ui9UG6SoNabfSWK+m0apfLvYiNOq5Wj
+SawkyEJ4h1JIpqo/hQ2wdHzgplKpufunY/lxivlzjLd1XZQ3BGm+cFauX4FT17FXbIek7E6ulOB
wi4+gFEDCMyVkuRsvgC8ADIyChxt8B0Fl/JHK81ePDKpeDONnd9upz6MD2HW5+bK7vW2fxl9ZBI3
IJzGYasQ+Pwtw9CuCff0flqXoddmr8CHNfO1ikprWAOtNJCw81X41tukty+g4CCF+brQqjVwYTgC
MPySjILMCA0AkP04raUEUYiI7+Q0bHO6bT9UQztkXdPwhqCkEVFxvECTA85FN2TT0m4vdykgfnIx
aJDQQynB6etUr+CzuWZnfO2KJu+/GYAZzacIZHr7YrH8X6nglN2bHXvoeYKXQ4oDmYysv9c7Q5Xf
4T6WLersvMYo7SvZI4/T1d7Pto7S/k8dJ7b7WOOLOe2wlClGsNh+cyj1JBhWUzZJuGU6DqaOqIMn
aYfKQexbQUlvM0DhOIbG4Ef7EcJeBDojCR/R8XTyA/9jtsWSpxrcNWg+ypMZsdJsBE2scONDNU0+
546I1wjDyuY2myp4LxAgxgkaADbDKHvmk7cZJ7vynvHWiwDIaaL2N1qu4xLSqKp/UtM04cKga9re
7VJQ6XGByv+miVwLz4N2TLpdETQivzNRBcGUOPLr6NadgnE6dbYM1CPzDcvXNE0HsslM4ZdngMH9
ZDdNZGztvMl/N1pgxFeeyvkpPL/XTVQDCAxRTwGptqytWZRLpND78VmPTOcYYkg6Ez5CHOK6sOkP
9gScbx9mobgGaLh4vmhUwbTW6eUA0oeTd/6ggF6LIL/xRrtZof0SZXRqKFkkoJfhel0J/y4e55nX
TZpI92/O35bMct1uh8jJLP+5gGK6K+WUv8WkNtUqHB3n2WzUeCXAvYy2aUjQpppnBuQLEMX57CYq
SxnSyvFLgfPzFlsz/RFd3uJXG7vGo6Hq4YBtgbU3Jqcb17XfhhU+IPbXjwOzZWZFk1snXCepmv/g
e37+IxK6nHlcevmLOVqluYLhgCdHWyZvQPfTHToupFLoaqvhoVE9ro4qb/+5JYU9EiRvatcuhXlv
KZCHS0qKaoSevRiyrcKdnpoDIv0tXQqheHgPMU2BK/nkZYvfQeuDgJQZk9CS75xP29BgmtncEs+1
lcDjcZDDTuFoQmOuiA0CaUgQujBANmOd1W+yRDGccveIkJxNsfdf40Ki4tmCnVyHYBS7tfMfk2Jx
kEdmMTz7uMKuR5yp1gPK7DbA5sY7Bo0WXYF7vHOu6AHOsp9zf/9C9QTksAc+3RqfHYDWCCnDWc4t
0X9GZhUayccbbHl5zBuMBj/lkAB9Ofgw55NDPgDCH0YLL+DhzWgTzHQCD4qgeAq8tLlHxFd9ogGZ
//542Lnu9N87i2HReqTrCLKV2vQSzhj3shuVMuWL3yDI8BQWBfuJg1h/mSD072XUldEmL8i3Hiy/
zb98PPpygefROdjoBpBhgTBcbC+iOywxsGR8oQiEaF9elN5RZGZ369bwPq5cJMubC/QuJS70DonI
EdZbOvV5EDMtuMfei9k3OoBnO5itQszB39JHM9/sSMbxlSGXAgUOrXzSclSmsLSEV7qsgY5Jj/mI
CqpTrlmoo69yfXRgeLiFlxKWVXl006quNz6X+kCsTjw/QYkQg/VWRiatT4UMzQgdTnjTljwbCdBo
SP10F7JI96hiuzywVqTV6zj3hwcy7G4WJXQrid9K33e/0F4avrRmYj6kgkop5GSprmBuLvctMzQR
+pglymZxoPN9GzjDQCu/aE5tLuWfGbB4r0gSTqIZxrU21O5dMvXp54/3zV9hh/NtS+4EZmGGgHEd
LgECeRv5cvKL8pTrAdrnsFnyaN16SXQXOa2HmBgKtFi5pHmElKZyvAOSgt2NxH3E2mPF3WHH4baj
3JPTDje4WGQAhqG4Dc8f/865FLL4mUye24oQF/rismKfOKBiRFWbL6MqJBbKFEyavZU15pWb8fIc
oU0ZsKwk4tQb7cVHgPgSUXS2zJeuqtMR+X7vlwPsLFkbnU6n498nxY04S1SC0eRRPP/ibi6kXduu
+aIVWrKhy1bEt95kVeOVx+e9Sf13nEWaDMQ+zXo9NF9ICCqwzgFghFXR1WO4ofUDmuzjab033Kwe
ZoErRGJz2aGTg/Lk4E/WS0ILfCbqomvvJNlP7IiKawXSy31B9duk1MDly5BLDEKC6r0XJybpRij6
b70mQ3fVUdp8/dcpUdr3PUrQnM9ZVPb8S1WVbqqURvIpGiqjJF5pJt5OGm7rJFXm28eDXbwkFAR5
ucB1oDhHnLKoobh21Bp+JZKTVQoU56HcBG9kf1iV+6093gMVS05Okso/k+3b1ySrLm6heXBQiDNU
Ho3IJfgUxIAFE3iMT6ROqCRCPc+tDbJZwSrFgTDcN1IUt0boTlfqde9NGjtWwmAQcQQJi4OXILSU
1J5KT3GjQvo5QWVvkRGJTlM6yVMp5ty+b3U3WSFB4v7ziwaKgVoKODz4CABvF6N7EzgWS1bZKU+p
mFq9KNbeUGg/7BoJyzaurxXmLo7IPB7xNZsWhC8KS+f7CYBnGOdgC094LvvaIe6NXO6GNsyA0Ihi
vCYtdHFKLNTmwV95bAjTt/zFRWO6ysO7r+1OkNebnPJJbv8KJjlcOfh/S+Rnt7RFFQPQMtGljh7N
Mq6EEAupqMrHk59QI/kO+dbyNhMC6OkmVV37ANUdSrGJdlIIbZdeK5L7blVh3eUE4yHD6gs2n9vX
002YODDRG0eO/lZ06PXHpL6jmg4VjD918v1Y3kDXRTQdUDaK0tDtMkRuTY3UHt1b0vpmb4oMrY1U
Fu5r2ar0R5xge/Sv7wVyu7wYf+XBQEosGyaKcM5rwrg9TVBYgWQM3lcDA4h95bbXZL0v9gxbhRDI
cuYw7xL40E9m1DvEQCdU+5pTHIvARFSgfm4HkLO7j6+gC/QSDQmyX33G5wDxol59vkEB3Sbkj6Y6
tRN08n041NmN19uBtbbDpFF/Ar1JYVSLaXL2sdXKF2D/SGWE00DFwwjrvAS7O6HEhE+Tpx1HPccD
xKvqAeRAF9lym9rR9DONfNoRtduafxxCthsaCKPcaY3AfzTV4rpCjQM5oiuglourBnsSVHHsmTVB
rHyR/tGUFYmbtycD8g0uskpGqB3I9tNgqvLLaOIEZ1v5sE8pPV/ZLheR8/z1Zn10kHpYFi/DdCPI
keWpxvaEIxwarUYm6Z7bQ47vmEr0qt7ncTQlVwa9uNLn00gHEZN0IDOgpc6/ZVsRVHrSbE5GZbTD
XqOtCTBFpo21IVzrH4t0ll6oxT8/JYxLDxHhOqIBGDmLR1MpRCYSS3Un06pT5NtErR/gBt/6kHS+
dSTJCbGjea2scnFM5uhw5jaiq+wRwS2CnS4eVIrCtXYqWgqbqyIAy4Hui5blu7D3Mrn9+KRcJPY0
Lj0QJHC+eTy41hezBHAEtK2APD8CWL9LKvrRiCGm95T7HhJV7l1EtJ7qtK4fqdY5Ny1TfqwUcgRX
fsc8ztndC62S8NiEY0liAuT3/CsXQ56z3UX6Wkf1tLVxN8xXdlzDHsapC8COxPbxHrEfieixhEmA
k5nP9dm5dXBlSRYVnpkVyzuuz6gxnd7uUohYRyyw4fkOD7VuVrswHI0NCOESiS7g7WNdeZsOSYg9
NFTUyromuTL84oz9HZ7ihgNzh8iabXS+EGmY1X1JZ+pgWqLYlwW658LIoXTzaHyBSHFtuovjRSkJ
RmsApZVK8yw5Pf/9f1pecgr5/tqUHUZ48C6s+950n7H18/WZ7uvVP3P4vTGaMUTfV26y94amcsgx
48kFE7gII+Q0gjdqogwJ11x/hMOYJ2vAh+OrhjJGuqYt8yfS4/HKAi+3/N8Zz9SkGY/EXjMXRywP
cbJV/pijRKSP1opwqdz7Y5E+x0BxESmoXLkn5EiSjdOY/qPIO7jhUrPdn66CBHBl48/f8z8b/++v
gdML+hlYIDfd4nsDu+hjf3KzQ1NrcxdryMNt12bWydaoyK3wtDFnEYhg+qyLPp3bG7JO1/gWTumT
Rcvwiub34nX5/89h75P9zLqhywzSlX3b6bmeH+hD/E4ov2ynQiETAVjUXbURBmCeiXiUHpvoOXy8
FM7lShDhsQgoOQIrWIZ5Gb4xugKFdNBip7pxY6Ok59Z7b4ALotePhzIuDjmPKG/ZbHcwg+SXpwzd
hKLtWlEeai/Oby0r05wNDbbkOMaiLE/1oMpvdDI0/6Xt3ObV0qwSEAMAqX1AQmP3K9kY0VetQTDn
zs4oGWJmm5bOKglU9bt3O++1tWJh7HSj18eXj3/8e+tEsQOjBhMM/EWTOqumpksELtn9aIynuoo+
p6NqH6gChVdu5XdHIsLAHoQYimvi/G5Aoq/ytSKSB1qs5m5yIw8Ft1jJbS6jXlwJ2t7ZeVxBs/0E
yTBqw/Pf/+ciCuoatTjLkAfsTi3kZLy8H26ReY4eAeQbyD52Vv4ClMaWOMHmfn9l478zV9R4Z64P
Be45kTofHiPjKW5dIQ9NladPgFjdT/VU04vTe+vm4w94OVMGMkwor0C/qV8vrlytVJ1dj0V3iLCD
24gGBytKKM6tsszsQdPc+EFvJtqT0TWV40UiBRoMrgM0CzpEzJAg/HyOYBh0L0TlCi08P7nPWw+P
D1J5+8pSXtzr0KIpQDkcLFRFSN7Oh2n8xE1M+viHycuM7dDg21pEatrr2qjR2FP1zRBVXz5e04sD
bfOSzL0JAuM59l9c6m7tCU+6jjwg5JrgYdhk1bZMXPukDzgKocNRep9KqRxkD8MIzQihsubXxz/h
nWnDzacr87ckCertfNo1ulCxiWDTLTU4D03HHmSOMVMzUn9W7y4hOq2ytuiu7KbLjzqzxQDlAKpn
5GVbTC9E6vQIQRxKY0Bu1eg0cbQaVFE/nt3ls8neIZsiMwZNP/uznE9PSyRCd1hIHuIAxfJX6tnY
Nk7IAZaf1QR2djUmaQL8IUgM7Vb4ZtFAHkK8aOX7GQ7XN7LFNe754x91+dVnfwFk75G3Rkp9SZ9R
cgw65Gm6Q9a6w8psnAq8sA18nlumsFb4ZIvfYRr2W2TM5a3VoDz98Q+4XHx+AAkRZH2WBSbPYlEo
Mpmtk/UHQ4+sX9aoWS24CXv65xPlzxUQeEIkBy7JwfkwFBXUWMO9OdBAHr5lVvaZ7JZ+RTXIe79B
jL3n3bz9eGoUrvhXz0ITuBMk7cQkHp0ZIFHnoyaygUvqmtiQ4At4B3wRJD4fQ29hH5WIKGnIwJ+k
7mT+2q2jsbnDyBTPWMdwx03oWJG5GtiuyaOTaPGh6OxwXA1wP3DRdvqUUA9NBm+TG0OorxHxQkxI
QShAUBfvSJswrMaHyqOm9qJj6l6uh7wx7prZjRirp8Hv8lU8hdlTrrpYvggggHiTosA2rb2uaU9R
4FKtTZCgkC+o4ClQ8X2S2Ccb6cv2iQPl3xQJWP/vBlLFwe+pM2pBFxFh2G2bQGW8J1kJjJUaXEVJ
1qjQbEzcGFgH8lF0GqVWNl+aMJKfcVgOAN85pfXDNPV6RKUJMBbEb0BRxcad3VXWssKnhgpem+3l
IJviCzGo9rtAdjG4mY2W0HdiWcpV6DfoAXX58Ccuh+AenCSYCfZe4yMK6k3BvtNb1D4ix+jugwFs
LQCSUL3a6ShOovPSAbfMMEBDt6udDi1UJYZ9iYXcCdNh8inEqzgfE4ISqIRjNBB/mcwhNPdpa6fD
b4gKcbUdBr3LEGNCxfYWkDCGc7XTI0qrPEt7QIuye0mROKu+JX3QfQoB1YYbZTuooHbeFE1P0p9L
ApapvP6TKWOhrYCQJi8huiRiHblhJrZ2RRX/1qgazI2qFCj2pk6gcK6ooObqD4uEVl4li7hYt6k/
uyznnv89zLK2vBLd/E1tFvubiiJlauINYBpLdu+EphyMaUcdfKvXP8c+fCeMoeVcLM5r66uJ5iqt
qxSj7gcr8wYzXLuFNW8w2epPIMoitLbDph1wpwLIucsbZn+bxpOVpCuXlAYFxMCS07WLeC53Ln82
v5ZuFzh2bBkXzytwkqgb9aQ+eC0Ksy42Z9A8zLRE9bVtX8PEG57F6JfYJKj8scYz6QZ+tnFohPK/
O7k2jf8at1PXCuAzzA8Q5NFg8e51mV3kDUXaQ4sdyJruPBpEo9Y7myAyrvWCliAQQhhi3tnOZm4x
wo6eF+c/USIWmcjNekV94HjzoXh/cJAu7Tr4SXGj+5SDvV4rn6TZg8/8HA9VvAszqmhX9s589S2+
Ac0NrkwufnKWZeoakDi21HXxlKlHd49kcfeQqzrZZlb5j0U3kDxcvlAVwRESh9NTOZ+xibgSIUdv
H3JlVsdMFLmHAufIzZCVcWWsOxnLrx9f/ReRDLwF8goWGQow9YHlcyOpCveVWR1sI3aOWNf/j7Pz
am4bSdfwL0IVcrgFo0RpHCRR9tygbM8McmyEBn79eaC9MUEWUT61c7G7nnKzGx2+8IbyAUaN8qyX
+fSvAodt46XVGoD9OsCAGUgNihgcdA/kzMVzk/SFDpprNE9IyKN5jGqp/fcEMADxNjtpf+E9KsK9
FVui2RDcjj8HAOYRALJWiWcxbnXlzb0qxEDHhAsD2AUOLAjkxU6bMviAYehYJxFOxsNEwrJvM1PZ
anqnIHiH7839RZ+P7cWWwp2DRjb/4SuzyRfTn3rbacwmMk9Nb1k73oPhV5LpjbYHz2SUO9UVyZcQ
THTyjG244a1s6KtPPo9OrXNWdfjon13uMnMUkdSQgT8FFoe4A/lPH6IZTo1loRaKvlr+GfSmoq4k
fTcWGdUWkpLZEwtK1GJzW7U03L5z9RNSzt4m19y4OWcEir+yCNz/OaHb/fX+Ml+FjPQ56INSPQfO
zp21WOYxwk1N8QLtBNxVP7uIKuw1tHYPYnSMX3gYeSjOo1OPEqGpH0xKfdUKmOjGd6aqDMWKKif3
95JoFQ6CSjKw/1MTh+W3XHbGi9JkyhYylHJMc6k+ZHZYP+Mb3dYrH/nq1kLBYAb4wLIFykWl5fIj
610L6Yx44pSO7Sh8/LGmV73xoC2CllgjDFxf1YyGXgdaAjO9nxj9cjTTMOCucxefOKyzLptS7tJa
bXU/IsbdFtxrR8Wrin9rhFxf8FbShwepy+SPl/vyVyzmbPaxCKZB1RCzD8J3cPFcmRUwBUTVAzl9
R5PO3FR5GMI684pwzav71orT4NdAffAPHo+XazDmaMUWkhWnO+ps6lS6aKTrinq0SbXWOiXXOwvg
B91YZBvmJPiDiPnb2xjmdq7ata2fInVIjVOnukD1UPV4wOvGjlFENttfgZJO8XMWlN2agd/1UaZm
BwAV10JSFdr/l1M1kmgsMaGyT8oUYGMQou05bscuHj85lRMD1dCtlfrxzRFBNbBlqRuRml6O6OK2
4JXUTk9GkVe7DPdL4atqoX0B+mvv4PauwSBvfE3ye0pMvMizBuV8if62wGanBeqQDc6p1jLvZMA9
zXe5gkYaCv9tfbx/Ud34mgbPIPBaOtKYwM5//ttgtqJaNIIcdHRs2/uEtJP9gmzq9Kj3U+2najFU
fmul8RZksbOS+l3Nk9AKXpdNXIOpzlUBZ+hRZm3yqTwlZWiKvZpKlcgY0FgJCalGdPv+TK++I5Vv
diwXgo7oBOzYy5mqmCYQ2qg1M02rLbr/8QOaTindKCMC1yaLP11Z6Hpcgx59B3JRXp7L8RBTcMIJ
3wxwPYmyr2BIbvCXbzcRShg7rUy19xTU9JuW9caX+zO9XthZl4rZzmqe3IuLDUQfz+otfWxObdLq
X1R7Mj6lSp5uEnSZq5V44upFZ5bu3KWdM0120WKsKOdm92KzOXWgVh6ssE0f6WkiSF33hT9p5II+
9Lu1Ku6Nb+kZBvuHgrFDtWIxakhnOi9CifdsjuvQRgyx8trUlvfSowe8w0ugW9k8188M3UvawvRO
uAqAAS6u2AlpM6g1WntSAhOOnhEHzS9bTRyNLQuHLkNFPzaTc2BZ+XcY5UnzYKtWEHnUpeKSzs6f
fmF65NgHot9og8hZ/hpMEjhakTuekIdz9mo+22CF4y/CtrX79jpehnxKg4ZaMvcui73YxmWbd1Hj
aNMppIaQP+iTTXLeq0F90IeCyi49VXfYSiN0djX4juZVnQhnUD0vzXH08Qurkrf7k7+6svhFqPAB
BTQJYdG4vzxYiEP0ZoTHxKmSbehiWq2JbBPEpEgnLC2gd0dAROJNGBVxeyjIvN3X+z/ges9zUXJr
zXBbQo9lDD3CzglpnskTGInwLF30ujZ0MTL7ONWxbu5jLAaHv63WNVaLCTpz+y1859GDMghckEzt
o5tnXM6dC6u1yBfQ0PSsejplQLIi55R2AiFeX8FeqEYuayjD9AeU2bTbheFUJl+xlki9l2EKlN7c
1opEdmKemrPKJ503w+8/j0uH4j9h9gwe0SjLX/48qSWNC81tQGZh9EyBlzTgV05IhM/D0S2V4ROw
dFzfKc1LBGh2U0CBN/On2qnLB6WN2s5vuTOmteO72DKsFluGAIkbg6ABasfl7wqmwlMw9MJVikLe
6A+UsMUxAuzVbBvbGU79aI3PKMVYzR6EOg7v9zfM8hDN41Pc/MjiCccht16OL+iuaqyL/lS7RnXI
3c6zeQwUOf3qCyc86FUvs703ZoDO/EyD44Azc6KOW69Fv1MzqlWL+fmMXHwofhDZyaznSEzDsb78
QQgXKkEEtfgpwz3l2DoUE/0IY4y152GRBzFx8Ip0SjA65xa5enSz1httkVXOk5MpWPFg4SJTv7dS
x9lkBQaGOwTVSntTxBOQu3Gyg3hTS+Hkf3Zf/u9nzL0LKg6zEtLiEutobNdGqbhPqYU/g58r/Gi/
qWPR+15hIVZ//3tfbzdmTe8C+hAtRjQUL1fXyyzwmdJ2nzoA/3s3HbXywVQCXM5K9NTqLJZbR9Fs
YF9R7668VLfGhghAf5NiDqpT89P5W0AXd3VeyT5znxQy/eShoHRFHyoY9IcI4o5yxOg99PwoHosX
UJf2moD04m6cVxqcAZoQtBEI6pY4KhOLvH4kIX1SRG49mmFfAFCMrP2kaGLTjKNyhCm4Fg7cmLOH
JyXlE9ozxASL46Vx4Vup2npPpONJvc1wVS19GknjFmBRcgrFgHo/tnxfjGbQ1uSUb82YbBfhJ5yR
qUwuBsfPD94kxaYnjmm1c3ovO45JYDzD3HsXRdTvqKC7+/sbbIksQAbiw4uTcGRunPO1L78ykvCh
nKZxfFbT0Ei2Y2IK96ehBtpraZno34ZW7+V+rPW9/VqoqNR+k01Fh5I+TPw5dzPrBWGSLPs6Tb0p
N5kVjpbjj9IpwneUbIKmQpwRRRG0/6rxgFr2tAbrv7oYKPzNinSAQBAaBwRyOQEZTVllKpH93DkJ
RFW90oTzSmdT69SNkxh59drmhtrSsgkkrSDMcVtsW0RnGP2K8vhy85BEqhYgF1JheEls38tfghYE
RjdUwZ/H1vEwYfSUadpWpTb09l5RxuFQ1c4gjmMBWfdvPa48/Enuf82PtvHvtzH1MHSh6S2SB6Gy
uwzYgUGiTyhq9QkhEVqqnRpX4XFKEHn3k652lG0QTukpGVUVgWxq5G/NUHCJ+KMhQus8lJh9GJvU
o9/1VxNwQFD3gts0bYRae0HgY6ctu2MxS998wqfDljjHMNBrFUaRvcs0VC42VFci40seDGBVpezl
N6sCB/ngBJ0KdVg0XX8Irbzsd6EZGdGm1dXwkyAAjvZoHrb8H5nX4NSNXoBo/CKAXlDTvkJbG0+Y
ovWJrhUTU7GOxfMiIWnoYWRW+bTb0nSrWMLBh6k3LKxXzGHItC+ZGsqHJvRC+UkzhN7s8Pw0zO2A
NY/zPRmm6RWmBH0bLcpT83j/eyxPtA4zmFvsI8GgVuksrlDMn5wIodDoKcQHUdtbeo9uVG0ofwlc
cbYWPPrySKi1VjNcJDUajAtIn3O0jSOTycN5uRGNKRwQNKi8J9eoYY9DU34QRckci1HaX1Duy/6w
v8CIhEPk9fP1RBhgLrZ+4SWGkuqJ99QVlrsNHIoaXWsNoNGdag1yehUDzeI8Dpk3DDx6GaSMl9NL
Jc0j0VTRM6iwSTumSFjbfkSr1fAnGn8jFSu1dFFeGNvZ7MjBNNFpkQ/fxrN613yKs5WTf73g/CJw
QDRZ5zVwFpeoCFyaw+EQPhduY/0ccSp9I4GVdFtm8wOtxULm/saap3h5zhmQaw+SDC01ewn6JBZC
vUA3wufSMtqTzrB7Gn7xoz1IayXkvBoKLTR4MR68tbkqurxSuqgPyEJsdDtB/P0FKU/+pdQNQqO1
WKMXXQ9FOXdubfJpZz3hOdb8LeJoelcpkSMynsCll0j2JhqaU17jPXOPjcrKEl6dTWB0dA6IJPni
7I3FLlL1fEJewtJOIc5zOw3M9EOllQMC5P10GGhVfu16a62ivXysUKmlFEffgDSYZtwyWoazGqIB
2NqnzItrZdeK2tv1bWDZ/mhzgflK1XoPA0oMfmNG8rtXjM7n+ztnGa+D3ASagU4qlZbZu2ExbTk0
XVU3WfesRo5dbjNheNkTdJ98/HF/oA/m78UeZSSXJ9n9X01wybqBAmzXKb6qpENlX2zEZOCxPERG
sK3ywPg8liPW7vWoVRFJHIZlmxDBfWXPx6IG7osYBZJXrbOr5jnXe43cIusGjIfMEkdLFwZukON+
Znvnlny98A0ALWiMeKgZrMTBV4ebeXhAoPQZqwXSebErtabpKM2GAp5q1z52AhNqGA3aY4Cqwn9d
o6xhdG6Mx/PNcYPSA2d/GZFpvdAazY7EMwpF5SYzg/wHb7E++qmRf86r0l55pK5OHZVoBAJmSJJj
U3pb3N1Yels94WiLCkqNRGRsI3Ym7XT6QebXvd7fFFeHbh6LBxFEH7cXndPLEw4OxktcFDKf1brR
nzX8D/aemwQnLaz1vegs+Z8ewb/9w0FpRyP8BdSHh4kxF0nUgNXtgGWg+hw607TxOitFkXFID1pX
ga8D4uNs+rRM/74/6tVBm0clLkUahtISzenLqQZjqWNQ2arPlTaBKFSsePwOyjB6uD/M1dcDOUXU
x24BT+jyBF0OU9EjMw3F0p6dxsVyTS9M5EV4Pr/og6Pt7o91tTMZa96QVPiZFTW8y7FMlQg6xknv
WcZm8cgZ0PeI406PVuwplh/YRXW+P+Ctyc01Qx24IHjJZfxUqTF1sKTHyHEUnuqze3G4nABaPQhi
nLV98oEPvrixSOl56whiWKCZ/Xw5v9Et6tQZrfSvKQhNFxId5eGt9JKOdq/WwYmra8PD291qzmVl
p98AAKWCymRtW1Ao1eSgUG1UN3oo268GSCUI3nYsP6l1nA0o6FiO8ndPpVf4ZlBW2S8hEZzZjY2T
9X8TmmIBv8+6CkPBPuvy84AA1tdGGkTBaj6C/8c7Mq7eAcUqk76/v85Lvj/VNh3FDKC28+lEe3hx
BwRNJMEzhNqzndqq8MiSGncaNjbpGl5CRuRCKkaw6hO1NlwykMw2PydGhWdqYpLd0CEVeffYoK+l
P6SxdCk1JZYj/TxPRbZzBOVr5PF0PT2XQ55Hxa6hiz485VkvoeaMYZ02kW/Fetl9LTFGkd+J9bV4
GwjcQlZuu8UNNDf8qHpS1CDdJRVZpouzRzESWzJ5M6C3ptsIFuhhiKfooFVT883rR2MH232NTXil
j0cHB3YfeqVAfSHcLqloom2mPpZO9pYWcfWpLmUKR0PNjYdmKKfEDxRTif0o6mvQ4m1tHxq3cp5d
p4PKwntd76A8IUh4/6tfCfPObSXQOjOggWzhik6ZBB5w/7Cq3qq8iFo/bNxu6wijc3whTMrAUd05
uHMqmRNuq2Js6iP+pHq6y7JSeXVlnfxT41z3K1daFBIhdyBlqGdRdxA0HVfa4ktwJ9+Nqh9vFKcS
Ih8Qz8uziRGkJaY6Gl8oHNUF1pxQm8Huxqg+O0Smg98DT0h8EWSUh0pceRUU1qzsP7NX8m98GzGe
CCrLM4GdvgYdWNyLH79tzkdm7CncDHNxb+DqQMew8+RLOzriFEwkdLqwYtWviyp/sFjRtbbNzRFn
4T9CWBV5w/nPf4uUC9MTfaF08iWLAzguaRcFTx4usynMl7iI/Uoa2Rrf+PaYxOVQqE0694usskt7
4jBHypcYOYevXKAjlhvV8K6NabKd+5b/3d+e89/32238sap0R+ZiL+ATsoLLOc6SqS3fUb6Yk/UY
ikKUdGiy8U2vHKVGaEbBeDPwxOe6WWV63Rqah2CO1Oci4DK9smUeuyiJjy9oBIlj58K28Sbb+lVW
qtinnWU+qH3ovsGsad/uT3rx4n1MGrgwPBnUNOfOzOWk7VwLXFcwMkaF6RdzIFYHZozDvRLqxoru
142xYJVZlFgpMkOXWRypsKq9MTfH6SXtNPFNk257Chyl7bbmhPTDShB2Y/cwGOQlIExIK37UIX/b
sfAu+pQm3PiC7Cs6Uy1mpBqq8V1X+ULtoucmrb218svNMaGOUDnXaRt8KML+NubQgpySOAC/cHn8
ko07VBsXOT9lX6aNqdMTEVW7/ePvZ1E0h24IA5coabGmGi1c4LQN04S3/VLp5adCpMY5G8ef9we6
fsc4Fb8NtDiNbvMRD07jC9dzvMHuE+eKZtQ3TZc7bwHamcfaSqxf9we9WlAQBeBIUKyg2sF/XYQJ
Vp1NbgZg99VqYgtr7mjA0jqgXljvYyIaAgZw9MHx/qAf+IbfLwI04iiIz1c/4FWwtIukAVGIScsc
p3pL5My0aicEcxCxB8fr06fOP5c1skIPoZ7oxzrShLInkdHUh0LXO+8QEpvUj5P27pBJvmOO6Hw2
gYTsdd77p3rQN3VrbTKnxz4xsJ0I70Jpj+phrA3A4JNiIRUDsRp6Z0fbLXoJzUAeAdLXzYYUrbD9
sEpC6KaGZ3w2Qrq1R5Tim3MfZ9TOeXSGb4lHyvsPVtLh9KNIZPVP2Y/uk9R7MJFoqUfiUFe6m64s
2rJIRmUMMA7VWhS1uUGpQl5eJGbVO8FY29Vbg/lpto/CxHBgnIwyOGhNjxREVVlKt02Mqf8pWzs/
K5k1OH6UWnp7bMYCrfH7n3G5d4Cuq1RAZ+EdCrnGsiipVlUkHDdo3zRAi6YftyUmBkGhoMCHJ2u6
zUUzrBzGq6hrHpMuHYUrA4giKsCXixBKb6iHsuzfhkLrBj/G7hjjr97Mik01THAnHC3t//FIYtxN
7QoyRJze5H6qehPXCG0qYVA7CO+v1ukZ93JHA8kCPcsh4qpH/eHyd8lqaG0jGKo3p+3z53DqgiN1
3HCaH7RViMeNhZ/ZsbyiMH7mIsblYICObZTi8cQ2rcj4GQSd+8sMjSHcirYdUj9y3CFf2X3Ly4l1
J11jvUm7ad4vkX3CaGFoOnX3hrPitGm8oj7TtVD3cCaHXw03YnnK7L4cVtxK5jvvYlkhsyHWMaMG
IKpwAC5nmovYssveVF4NnCPEQW9t55PRueK7BtfExDveRCEpKByAYlNSrn3UD37R5fBs7FngDxEh
1vnjSP723DRBjLze2DuvajbnhZZ0M/l9SuiIbS3AAe0btbbi5OaDxZYrgzdXI3E/jlB4yRnNNv2R
h0bsHQaTW/YwWpF4cccEa9NUF5rYTWYPIgXylFlsoVvoCZpqTWFvJtG5zdEMaqkM5A6eGOQBN5NY
t3b4A3SKr6Xa0G1lRT1573Sq9+aOMbnqFBQNGi50JnaK2UfpIS3ZCX5kd3W3G8JAxy0pi5X2WcrI
A26BYtm/qB641b9DMo7my4i6W/XFEqPJuD1UKNX1VZSDmmc7wEPrnz+8Pdi/MBhwr5w1NQggLj9t
rHZO7U6h96rBtGkfHVMJXxFWzk8VjTR7h5haudZYvNrEdIDBtbOdKBvN7ejLIWt9KssgxpJeFnFt
+20SmZ/asci6XU4WjBJbYEgVRIxWBvv7k705MmeVGiD9YPLyy5E79K41JeiLN169gZOCN7za6t0n
2ioq+iEjLYUsEOHKBf1BAvl9/84sWPD8UGHnvjsIh8thnVTwEPP6vUkCQnvfCM16xw3C8R5r1Muc
PYn10JPHU36QiaKekLKD59YBz4kegZfZ8aPnljjYq33c/siVvlwLrpbrAuxmFrXkhJNN82sX5zvA
uBLx41J561K7MX2n0Ksf6GY15S4YTflDWmPwUo+eu2brtwyUP8alxUFIB1iQ0O5yYaKmpzIsi/Cs
WEH1hvq0sQX9436J+6jc3f/0S3ggCE/mSEsH1D8lZ0Ctl2ONg+ZWtaYob42sxKkVbfUDf9h8p8Q6
QHCtjo1djkWttRHYFSUP5Ab2Q2s5Yo1gsbxL598Bm5I8BCgYb/Zi96cm2EccOIK3sQeXRg85m75l
AtPCshoQTzZFaMabIuwm/SmPeSpXNuPy0eKtAkyE2gvik0grLKn8k+amlRM0yRm2pZpsQMR3m74M
hnfMh0WJUJoSrKz89YTnEbm4eY6p1CzL7uHsnKt4UXoO6qF7NFOr2g75MPyVZ65CO8bgdVZDG75k
S8f7cP+rzxv34uTNhl9YclAmRukDLP3lR4/z3BlahPzPdZipB1UM6lOZdcHeNdvE8tVm6HdtYlif
kNWmf63ZxUpydr3BmTdZPSE2yeBVLyyNRqicY5+eYeoNJwBuzsEqLPgPnamsPZO31nnuJJIcEQXq
7qJgLZw4jQMtzs5yqop9H80wVweFCsVu0gPuZ9N3sCrYHrVZupaDXt8fszgSsAWV1p9+1Vnpajpr
EN7T8yxgss9Bxr2oUVfvagOE0SS8+j1QNG/lMr+xk6Gkzc46CDQCo1rEoFLmWacIKzubqaZVvidN
4A2A+JCGjONktkY0pRatfNAbM50Te3Ag9swFW1Y5Fc2YX/cyP+debD+23dS+srMwfnbQ4iLlMexv
7aSsCR3f2EZUzmnfzj1cAL6L+zlpvWDqjKk4w959dGI3NDYD1ZWdPuCPtXJcbxyZmRpEdQak6HX7
NgUhTJ5q5ecyCPq/80B6SGxj6IoFR/UQUWw+VdSlvqO3qj1nFfqyf3xiGX4mcwDrIDVdfFUWP1Tq
1uarAkSR0GUat/DdsqGKm3el87Ue+86P4F9Y24iEdVuj4Gav3JG3PvKMhuQlxI2TLuvlrdHGkmp1
kBbnAJWTM/+G2KZO4/ngm0p0DZIx9CWW2ysslhvnF0lDWB5AMIjElu3CKkczZqji4jyNdni0Pana
O3SWxaGshB1u5EwDUwtviDY1Cdb9Vb91lmbdJ2IA0PNX2hFkrEnKYS3Ozqgp6mYoCxluCyH/DVzh
ZbimjaCW7w95lUhTkoOiRE+I3TRbBy02NbhKlCNiI3mvFH3sKC03SXKIhzbatZZLmF/S3Pkchpry
l+yJFA4E0NYjzTgAkWyfJFvJca4DhPn3oBxM2gjcDPTe5VfXrQhHhzaK38cgNPKHqhz64AB0ncqI
Z+Ihh6ayiOUOxmvs7FTZJtW2wZqh28RUw9yVD3J1CrlFrf8FKujDUJC+/DHQugO3B4dCnAjldcxL
5wlp7iA4dIkc5QGLPFT2igYhk01n6wkoUkf5f/0GqsGgsXnA6YRe/gZjxG5Hy/L4vRHWtB3YOxDI
4+xHmvY/BnVy3mIjT8AKBNG0odMUrdwEV6eQJYAaObdE6YsCJrkcvhyqobSyJHwvAP/tOC914iM7
2Gz7tvW+a51SP+kU5f+0tAHHil7SHDPQ80U9dnEBlejYTyJplHPYROm2xN5I3cQoGBwy3YvfclM6
u8Klnx9GavtkNmVybMcUCfpQHT4NbMyVWvKtjeDSTaIoyS/ixblcBUlC0iDfHL4bstd6PyoMbSvH
clL3RgFJwMhH5ykM0uZYQvXfcm6nlZ14dS2xHnNvYm4TkR8uk2/Nkiha2VP0ntpx+Fq0qXdWvMJ8
yhwze7NRQ9O3cVxnv+SEEP79K+LqVmJodK3oUM+q3ogCXs590kf8RCx2gCZFeWwLU/AlZrhBHY+P
Vl+5h/vj3dhxpKP0rKiJAq5ZpgjGBBpXs5X4nQhreOnUrCUV01U8gS11CwPd/ByF7Ib7g96YJHsb
uvucHVLbmNf/t+JG6qatlIOevHudY3+Ci8e1Umv2y6gKfE+UNaftW3NERBPvVtaWZ2b+89+GG0kN
bEFZ8D1RQgDRKjIWOlWHzs+j3tvYoZojUAKp8f4kLf7WizgcZgdv+ewOB6Hw6lVXqgGrS+mm7wW4
4T1ebcjSd5N60HCaXWvh3ZohALAZIkUdnwjxcoZmJ3hs8ko59w4+PZJi9UuljdamnxLnKGA2kNSq
0Zf7E7xxSmb6FS1KIsO5CX456BTZioErtHJWOrjMUIiT9N3A2XcbZiiwEK0b/aYoSv3kJLazckJv
vKQz4odmpafSCWKFLwcvqgFQvWUH57BE8tnX8X5p/DZr9GhTCS342yYFQCPVykD2Er+2mwoZesqw
cqTD2WbD4f5azMNdfGwqhPTkyW/5CHOEfvlzIgLHsWqN6GwLRX2wR3y/fXgcqrvNWnQ6V4K1q/Mz
j8a+IgGZ9/VSLq4BQZaKTo3OrhJ7u6DP1UMdpI9dUXS1HyEM9XJ/dmvjLV7FAK2lFs/k6NyFafzv
5AS4BTt1P+SbsbN/xpijrWFSb40IHpdMkoydyGTxedU8qcJGmNE5rqsfIWJL+7510ldcb1UmWMTf
/nyCc2/PQg+U8v6y00ZTGAu0NEzOaivir2bjIZDphM1eCeiaY7oo3OTh/ojXG4b0EYENHri5uWIt
7vnYDgfKcFVytrF39Guv13QfWPfk91Wurq3m1fUwG4EjKwlsHKEJAHqXu9NFhl6j5pqc3YS7TkmU
NkCTymmrrWzycdq6TmA8aNDhsv39WV5/Rgae+9AzI5IDv3jJtVFPLWFb8TmSSB5sxspD7EEx41Tb
9WCX3gZNm6qVlb26lubJ0k6E88IBucJPq0A3Jjfo0nPbtiWSQCi3+RYKWX85inRfA0BI/wRGk2sb
M4uwfL8/4euImioXHdsZt06BD832y6XGrDA2ldRIzwQ3wd9oraZfACkZ4UHJA+tnCdgzwUFN6p8N
JyJ3F6OQO70Q9crvuLG9ECVC1mkO7MFLLALJAF3zHHRpcqYxNfW7JrHScIeI6kiTTnFe70/6Kl6b
50y8OkeQQDKX26vhMRVepaRn3gOAtF4hxc9mpG7rcoXuY4+SAS7PbfV3UYQBbQL0c873f8GNfUbu
/BGwU1pVlwXGPI4mN52oOSV61+lfqqmKDmlIa2gDLjjcq1OWaX8apM7lTJ4ggJKcq6u2m0ZTA8k0
Kz1PddeILW6M1K9ttypfFHQBj26DLFM4Om2HxJiBpR9SHNEKjunGsaaZTS0RqBDancswNZMpUMlc
yc51QJ3arzQne+4bpf+lUlb2djQjBvfdTody5VTPtfvLxw40MXcyby+Ydrool3s8bUoCuCbIzrmZ
JGKXFL0+HuvOzFe+6o350XIlM6EcQeV2ua/szutg1IfF2YuRJIO5nD/Mngsb4fbuK8sRfpKZvabo
ddXnpU4972PSPwhYlJ4Wj12tSaiXQZKfMXmQ4Y80MKvs0Id6RwFKMcIXQsnG3Ko8691PJOmGiaZY
UzSbQOu7ByHrdtop9ZCsJUU3TjQKUVAG6YeSGy2jLbsE1Z57QX7WDBwTd5XUHZ+2iNufMC5v5EqE
fmM0CF+wfVh+lwGX15gJ1KGr+KJlJLr6S5jVjuNT83TSf6xAN+OVO/vWcCT/RDKYfyG8Ne+E3yJ0
emJNqTYg6uy27dO9YpBjbah3if8Ux7K/378sbmxf1o+9C44HmPpSpkATXaqg7lue88wypkMUdIV8
DJIifbs/zs1J4d9LMo8oDMf0clJKopcJV0N5Hqu0+q55iuPHhqBLXmr9yg18481Dx436DXQMZz6V
l0OJAcX8wW6Ks+1OXb8xtbo/TXGuHbMpI3cXtvY66EWyzyaj+zOpMC59klVwqHQYqV9CRrkcutBz
lEqMsTirdW6rvmk37P80cA6gquOXrk3WDFhu3ArcdvMuIfqlOb8YUI6AQ5EkLM8OFpNfvdDOtoIs
7BhOWfocBVUd7uhHAeW8/zVvPDGzRDxYE9J7bqTFEmtt3cajUVfnQh/rjV128a4y0nJrjAL/V2Va
yyiuxuN7YmQPHN/Fg4H/cbmu2RgKSi6ZdjZpDZ9KvRSAWyAyO35GlXQjcFVd6xdebVhGmc86JSiK
NvQNL4dE954yOy6T53AKk32UjeJTGrU5zHQp8B64v57XkRI7h6YNqEgcGDzQRZejZUZbOmSV+jnR
RvEC13/47A5YsezzHAjSZkgrlNB7TUv2WoahmmbXzgNogT+1upg3MFQECt/QcubQ7fJnGLQdc14h
49yTuR3RNJfvlmIbPjdr8eAK66CObtKsTX6e3MUTOo8KHJTzQlPeWEo2F9lQjmFq6uh0dNl7EvXJ
Aa0M53M3Ch1Pcynrn6o0pC9Rw34vqibZSpSVn101sHBqqe3Wx5tW/nv/k1xvOZ6+WUtqFpekUrL4
ImWKOJvaWcZZgcf7s4c1FWxtxE71HdFOmB+buAH8cX/M6z3HmNDYIOaDLtOXbZ6WZB1bads4V4Xr
/EjKMv+rHlIsH8xojQt1de+z5lT06AODPEQEYHGC9T6Z5gfUPEMUMNtNG4ZFtm0GZU1p/OqCYpy5
dsuVSHCIFMvljgrdTjXrEQq0mmXVE219828EBxpfhJr4x7KiNPM7COMrT8Ctjwd3EyzU7O4AnvJy
VFsZZZnyi85tp6bYFVi4gBN0Nn1Pf935JjtvKlZ28a1vR48ZFyWIPLPf7+WQTVvTxggbHMDjynxS
QsesD9kgm01d9rgs398o11+PjgkTI0rgcrpyLShbWuc57pXnJjZ05S+nAXe2axuh2r/uD3T1lpI1
Ac7gC9KqMe0lQhSVHgAzk2WdY2iAASioOR/3EDr7GnGX7Qs30u3tYMDykAiMZLv7o19vHkbnXrSR
DeSNW+qBUTVE/rezrXMVa/IglCo7NkNdH8tiarahALDie/ZY7++Per15LkfVL79klsIqynSFUdWx
f4kmr3gokc6Cl6Fb/yX1OB3uj3drjYliuW4J0zHcWLzhTaslg2aX9hmxmWyHh0S0o5QY+7UNNVIb
8B1PAo3s2IvX7LFuzZS5UhyAYs1jN2+z3yLNpMeEXnaTfQ7R7t45manGm6iYRLMrvU58jUaY1yvH
5PaQnBC6fmiRLUvsvcQKPmwy+4yQtnmEexfszK4Ahg+k0AYfC7X15/3lvbWJaDKqRIR09zg3l5NU
RiCKKU7M57ay3fceLlW+l3Hd6Zsk1Ftrp+UlTd1W9CFr/v8ZmmFBTWrs//mn/ba+khnVFqImZ9D4
0LCKoPmMwgvdw6bRxIMS8c1DMPru8f6w81Vz8Z5CcKDcMhebXA7uUkopHeHbJW2Uv/d1qB4tVSKJ
r7blvy4ttdbPstwidRycra0VoZ979p/uZ0CE1KFRj8U/A87fYtZd36q2lEr13sWh7o+maN+1WOtQ
FMcoqepz401rRuPk5E20MvL8Ny8mDvQXTC6tDRZ8if41Smnh0jbU70mYFBtDaOauHvryYKD4/mBO
VfgY51mz/ePVBtkENggVIaC2y3ZDXVUuHlWieccPZXhvyrB+shCXO8Q9TWEvi7WdbUTVrpFj/dUc
WmXltroOHemez91BepVAuvjsl5usKkLLK1KjebenDnp76yjevzao3OmTaoyTeXAIlnI/tC1FELrE
RXFEIy+1H9IxUFbu66s3kJ8yOxPMFXmDa2Vxk1UyNfkAqXiHMYWGAXLJOLSM8Y9EG6yVF/CDYnL5
rRmL5gKwMup6wBYvpx02iUfp3WzesySqvE1IWPsyDk6n7QrDE0/N2CnhjmA22LV5EuFCrk2Uy2tV
zOWnKMZJzJQK3n+pnVG65+6DWjIpWRhDgVecz0ZkKcE+Ff3wWLSiUTdp11maX5XR/5F2Zrtx41y7
viIBmodT1WQ7tsvOVE5OhKST1ixqnq7+f+gPG0ipCiWkNxrtkwaaRYpcXFzrHYJ0oyK0j/b2kHTt
xs2htm4ikc6f0FVJXm9vrssdTSqO/ofsAMuK9SJ4zZkYqrYJmpOetdZ2llIjqe3V2zhS6vu2K59J
8cq/09wA3UTDFxKnxn2PFvQSIQg6EkymE7YnM8sdWN3duB9H2krzXDc71S3/vkwsB5SgfUlfAF4u
t9UfYRKYkVcHVt+erE43T2VDH5J7QNmHjqo8UDsE99J3VbLTkrnIN5EU8/MRn/n410vNjOmIyr4A
yo2LX9H3TSBGtexOQJyiI7/0W5fF4QHxpXynokt6F7T6Gq7r4upH9dkC30GoRgYUNYTzmY9hAo1s
NLtThgpQvBEcb+AkVm343aSaD4OTuwdDTxFBp/z0dnu+74y3xQmS0qfwfiSUjSrCYnC9bCBV99mJ
QnX0ZUjV/M4d6w514iIsMNqrmmkvwhHDizaPhsdR8+rviMFE/yp12ff3XaN1UOh6RfwaRsjYSRBk
+84SAknjLvSN8iUSe1XRvbsEit8h7kB9r9yvlxcdpSveLuDIJWJsWdhPJxVngyzOTlY6Jd9aaFqP
bVZGeKOJtN8pmZZttY4eA/TgyK9mQ7+/vYQXyQyfD44vehLvmPIlAQTpPxzJVJGfSteIXqpBjZ4j
Ravuc731wLSiqXd7vHfDpMUnk4JADh8MczR9+cm6LEUQ0dWKE/30+rHRnfQOBZAefVNUwnwFCY+j
54XR50p38s4P+klVNgXGp68pDNbnTHeaT9Ncj50/JCbM49mpvlK1n7fA8L1tZtntFuyi8ko7M+18
0WQdVii4XN7Vhp5/MiCLbZxpRhMkN7jqYkxEHtM04lG1Mk15TyynKYUlCHqycbV8nI6KZ9TIROcn
D0iyDal/coZtadei8FurGb4DXfTuvS41W5+WnRHu6haz5/vRjgtjPyUR9jR5X8Y/m7lU3rw5Mus9
HDX0BMeS8ofEzEyxn3HMHkDuVMDJdFTOSj0r1mx1l84iMpZSqpfMfwmdocl5fsYq2j21yIaUDCiu
652pJ8bGKXGO2+jUj+8mxxPTFh659UxbI4n8jr7FfW6EwefQEtNrM5jDDzTWsCC0Ay9Lt0k+23td
VbJNFeX/3l72RTB6lyoAoA3Ph4L/ZTBCyoN6bIko0JRG1SczsSvVTxVVu6u8cEZBoVLD+i5wpHxr
jdLOvJLILJIHOTwUFLJVVgoM87LgBqXPDbugDJ5MG6qE3ymWGEGm4zeAjh4R8G8ni5YbL0uKl7y9
oF4uPozmSIcQoT+V0Lrp3GfRzjGjfO8pSXwH/FDce1nmbOssXVUskHf2H7ubicqSiEnRhbRFagSe
D21T1gq7aNaf7DZMPtRjFd9D7rc3beLBJIyqId+WZas/tZVq3NmT2/po4jd/WcLlV8h0kX/w7qZk
sUQ7FpGamB2MvccA2f9j02XJK2bV9S5IxbSB31lqKyu+SGUkOZEWigQT0nSHTrZI2HpPOL2Y2vjJ
y9P5d1Un3wbeEffp2AabPGvNDdSxtZfQxZ5CNQzFH0lZIzWmRH6+1HHrKmHUBMnTIJT4Q9iN9k/a
aN9jz8v/LmlidqjXyolhncHSLss/wIVN2ARq+jSnIoHcqFF73xrFMGFQG4fd90m12r8sOb2PKRHw
5NtUTS8Er7uyb+owCNKnLGmL+znsFIxJUL3APgoS1+3zcm0lmRq4HgSNHKq05yvZR3Dno8ROn8YA
MRw31LQfhjIUP40i7tPd349FixOSIwoFfLvF2RSMnoemlnI2SzRRasvYBq7a3Seakqzg0hY3+PsS
muR83DY6DILltMyoBwUf5NkTXDC57Tv1KR6AIVsJFhC7JNTaNdfZy2NAtCHiMKYkpCyfa4aRhA7t
7/QpLrLkqxUn7lcXTA3lSTVpOf1iHvxwKhHbu72oy3fi/6ZqkiaBLpdgELkUf2TZ2DpnGQIqfEGv
j34UVmru+qwpgNQmbrsvp8kBJ+Zp8SZPzPl7UTnjVx1f3pVvu0jZ/vcreNNgMe2ho7kMfl1mWf00
xyx4p44vKitvRdWvNBx79b4G5u+nejsbW2w5wg0ClWsytBffm3cNBQKJCoTDTaflfBFmZ/QUNxum
o9lmov+AsqXZ7ujWJ5XlT4aahUT83grclRrBMg8gVaODzvlBgpZSODDI83HbNq7MuozrIzSRyrX9
olLST4ZRYT2yqUinRY/NUYSLRAsA/6Mm3aM+iMDKs42t5Ni3QyNKfmF/J1q/h97rwV2CVzk8OLmV
TY9OgKa5D4K2+7myaeSxPrurIFHL+rmUQpSNgsXvHpwS8dq+6p6RJgkBQ0u0ux31whcAkd2NaHBz
cxol+BB5mvIpToV3SDy9bDdDpVYqD2URfW6DNlzZRUtGpYZODdwbmHQ0BGnOLBkaswUjRih9/9zH
U4ebYJFl0SZrFfsYlnHb7nqzrb8grxQ1k++OmBFS/DOb7djUbrLR4rIcX1NLkb8w1r3kqEG71FYi
5sVO5y1JYOYtiU4ALzyZbv1x3mJqxgJuSvqsTmPpbiIK9XsaSslz3mBvuxXJ0Jh7D9I4JtNuUDcH
O7LEmvDjRbSBCsYVSCMc3jYrtfgRrkX9IMnq9tnOkQ/vIj3+aSWV2uxwLtc+TzyTtoXpzKfb2+Zy
6rL6JzNenkc4aywCeGt1Ne9Cu30WddPtxyroQYEmI1RfpMWdWN8IK0+2ylS6r6Xt9Csx/croEihP
1i1TWXBJ5wsvAnsYYWN3z6GnIhfawnDcU0Ab9EOMjEr4oxdR+4Lqahluhj4bPUw30DN9vb0EF4GG
XJYSmMOpJ52+ID2K0Kbirnnts67Y0A2VqPLZxtMvFzzuptKV+ttfj8dTQ+ok2Y6LicoiutdON2e2
YSZHqhgq9KSphkVKXbB80fJM/LZB5KaH20O+t0DPggM3NBLinEEySGYpc4Y/djitYIHGdVccQ9Jc
159EMIWKT1IJZMUvugCTX0qf4MHGkkLcLh8Vu9uT+kIppyWnW18tPdT7RyPtjBirR7OK1HElUMif
cP4TTXD8SEejRkq74SItE0Pk8dKKj3oz5fnz2Ex0sYq6C76mAQXZ/e0Vudx5tHBYZS4W9h/P1/MF
YfjEGoeqPHpOMaGhpQwRf60T1ej6U9W63yD04DMf9fbDVMWqupJhvyNzF7OFU0wZSVYlgL8sPkid
5DXuDkN0FEjlHNN+NIyNjWVq/DLaQRU8RaM5dV8jqmDF1ung8z1HfWpmPqIu4bempiJ8R+nB/UpA
q8NNNwdeiHGTrYh9pua8QJppsrRt75Yw7soxKXXfcoQ+HtxUFy/MvSALnQH5IjwkDPO5YJ8/ofuX
vOZerWh+F8fFa+ui4nWorKGrt84Yz+O2qdKi2AXCyHLqXEaDl19WwpBHXEP5lIhYT16j0Gl/Bqjy
z58R5NFMPww9ds6sWTNxpEr1z5niBAB+ABo8tJqjCMMPu64pP7SAfiq6HOjOPqHnaKAeEZlhsG1m
JKMf8tbMhn2ayjePhEGV+wnpwPEBLnRtfqhgxHxDJ7CMN9bozHRssCY17vsEm/Uju0do+7GfjdwH
YEiByVHCxvmYDWoZrRX5r2wsXqoS4UNFVt555xuLe6SooyKJj1bbDg9TLcbPOpZij4GbIvlEi6X6
raS0mlBW1OKcHZb9JayVCxfREZobvN74BYD7z3+BmqodB5sEBuHE7mOtZNFntDDabe2oWQBlHi+o
WFHNZzMugz2SiOpKBnW5AhxgeknvGgoSknE+flY7M3rTevAcWFFc7xPhzTSi3cHKNmj8UNPyvXq2
zbfE7aqnDkJ6tvUad05XLvV38Nj5EeOtRXjldxD1QPgufodlT7Pw9PgYF/Ps+Bglxuontzaax2Ho
Gxef7zx/5Ep23gr8KB+gfGRvmL2F7seZe9+mW1GWyWctyIX9zcpaXL2SrEEMaS0U8DMWP5N3mpSe
JeFE7GwRiZqqmnlaIIquYfXyMOlJUENf5FbylagnSHNjiX9uB7/3HHYxJm1OBC5oRkk48GLMOMco
xfP64tg3szbsFHUoPsduU9BN7nO047PIwunYT7UmTr7MkWfkG71QhqdBSypc+ICTpta3279pWeOW
dTdekbCYZZOICsTi4FhzYevKkGsvtagz77kECt6+TLzf9cdQTZphC5HDs/0M3b/odbJGS3ly0nKi
jaaKPvL1Oomyz5igiWGjtj2q2XqltOkOVZYi/YrPwFAe2nwavM9j2U3hTqD2/Fxrkzp+nLo5H/dl
YITqSn6jy6T7bKGBmfCGMFSuNP4s73qj6lK3K0zjJenM+V6dwvkftxOF8cnRg/BgtJWXnOKq4lyi
IxZ7D15uNdm92XbtyQDqmW2hT8ePtpmZ5qnOourRGahUHHDI6pRHrUCO8ItnxfH0MXd6XdnUhZOf
skCP1wzrL5+k9HzgCL3zbbkcl3DJyB6KxIHFf1Qbp9GxR6CDu7VVIcKP/YCegZ/PCEfc5bE1bJpS
r83XNIDYv6VACF3j9la5CDD8AMCp0AMQUZZi6ecHO46SvivyfjwWcG21OwWawvOMSM1DgJrNJi2y
/FsVGDG+DU4/fp4HN15JVeTxOPuq/ADGpmRMy/4ysvRBIlAW9saj2WEM57eQ43/lNnJwm0ELxSe1
jVZVvGSwOh+SOi8FFpBSEuy47PQZkUeaiC3LUc1j46c69A+TBDtK3wc/4Rnu+VD2gmqjOYF4aXjY
PlEqWaPFXL6NZccNDcF3njGP5MXKj6NeGS2PkGOqz4kOsLoy261SjPqDMntZuOmVQhvv1R5RXGFN
ffHBQCw1hhxU5YACUyKydhqV2UieaGDgnqUMTVxtNS9LBn+gHz341qStWU5eRjt+tYR6Ucal+8Qn
O98vWhPg+E2D5dg0IJq3md7/5NLI553o9Pk5aOd/HH5kuqVF5eyURhnHDYbpr4qwKd7f3rqXOwfg
EC1Esux3huViAc3YDLsylQtYms4+Stxfpmj1zyo2ps9p1pTeyuVy0SgA+ktXA2keKDWQxBZ34Bw7
6qi37nQkhmPUHjXzC61E8wAOIvwUdbPlz6PH+XC62nq7PdWL9yytPiIfYGCTcp39HlH+eHJQoq8p
W/f2cW769msfpE2MynGoObsg1pQXo8n+jcEufb096pUFBjoEZwuIFPnP8kWJheDolY3lHF03z+mz
xVG67x17/pa3TfLUVfG/t8e7eLVQLiCDB10N6Ffq/J/vrcbp62bAkP44zxbhr9LHz11bS4G9Ys0a
6TLsnQ+1yOtmO60VVyTW0S5yOtBuVOOroVooTEVVNOwDz4kPqZdnOwC4yRGpnDXPz8uMis43ZUHq
9A5BiPrc+WRDkaU56nzqcUS5Jb0387Js7uqgnlO/86r6zi1iM9rZiZv/43Va+a116yg5ZG1lPtN7
1n4ac5+8Vlj+dBvcH+N9gejOWrPkcttJgD16rkRm4P3LcpPSa+VI4qkfS2Vot646dlvVrofPQzCN
3ZOuzNkhCBtd/G1TAaMgfB6kbxXPOiBs50uDtOtYJ2TlR2xXVZiXTrlpItN5FRRW76grhPe39907
Vun8QoC7QOXwHcPK/0QehD+Ol4e+hVmWvXOcCKvaISWVMJAhzWyQL2qYOQ9RqyJjC6xvvEf30Z72
bdh4Chdy3KL1b1R0UJMYq/ZDylV75OU0Do/GjEzPzpxM9Teacu50cNqives0dQo2oYPGqF+5oyPy
TaCryVboRubtZt7O1qFrNWyO9DjtNcpGppv6el5Mup8HzozKIhjN9NXqLPMQILAdvRWqMnyi/lcX
3yet0b+axqwQGGjbuIhYl8N91PZT8FADxXzLh6p4jbumCx4HXsXCr3ErDie/GFrr9+1VvTzNSGeg
UkQ1kD4DGJfzRbWaRnSi1pxjS3ss2ga5BfCqQPNA87OuC9a0mN4FA5YfkVSGqgdFZ2llcz5eGxqK
0jeqdQSGgc+FIUwyvpROhF8jOXJwKqeZD9oUI1XKa78XOwOkWnxfJtiOR7Gjt98HkZOBJGLOC1+2
ercdvlSaH3t4gu1rJ0UN22lycrXbC3Xtl5PQkrPDZCcdURcrlZc1sjND2h6DMHT4obkebfW5MY/I
m9bW59DsFHTQR0X/N0+7dJfSrXJftKotKt8uIkPbxRNSV3VJbWCjqJ3oU18F9ND9UDwhNo3uFtkn
VhxGx8qNeBlFJT4LKRiEw1HWfs/Y/zg3EME7u8Jc4MiRmDE6FZGvFo7x0AhR+rWneNtirL57vZru
uUL+urPKS5TNBYIHfwHy6cWpxf/FLdKha48TF+er5gXRdzE5zg7Uo3mYp67+Wjd9P6zM+TILoC9A
PYD3JRcyh+h8myEjpsw9umnHZhxEsMU0NNg6AGHuyrEJtqPEbd0THvO7PBTGmkLT5Y3Ms4EOAHej
dG5eDi5MYcWuldXHvMj0O7UaRbxR0cBF53VS3opQTX/c3ptXbgCsVbijUMvEM2O5NVH0E3Y+Jf1R
VEbTb0ewYqhsd3m4RRtm2EQ94NKAzvaX28NeWWRqHdJF14V8aS65+G1azbMbdcPR5XGUvfEDUD92
HCzWtkPYlM2vmlqL9VTMViE+oUvcrsSuq+ODBAR7SMDnc59/5K5WCrIw0R1dRW9ScB/4vnbGFFuH
Ccxexo6zJ9VXpsaND0Kx1LVGz7Vll4gUSb2k9WwttraBsXqZISV8xB1Bq+AfJLG7N90+eDUKvffR
RFcodo9KvFLMuLK/ZI5J5UBSOmiCnc+bvpbXIx3BvOdquNcHJAr8SBXqTz2IiaYDYJyV43Ql+Jkc
JZXUWvIsSDTPhyzs1KjYvcNxdJ14fChGo/iXGJ8ZaI/ZafOhw8bqVyo7hgdM54N/htrpFaRixj7Y
6Epvmx+MQU+Vg1LUCh5fIRbq1MQcO4eGSJ3+0Jpu8qXO+9je3d6jSyguKQq/HOIL25QHCHnK+S9H
u0YXYirmY6LFwyuMQH5z2WTAsmojKB/HME0QzqEavZlNN492ik1+u537vq0/NFEUC3qfGjgv4JdK
uq1QWav8yaMFvIndqvTuyjIXjU9JtjQ+FJrQ07eyg8m9Edno/KvOrXaarVGCuyk7ewdDDCL1hznE
tPb2RC83BXJlBtkR5TsJUVq8s8bM0UoDHf8jWzW5q7mUvoQ8Pp/yRI+3nIp+JR277HJSuuLw0bYD
ccFtvljYVsMD2FPr/qi5KLHPPtxcVCu7JC9+RaTiyoEoaKZ4LLmz+T3q4uEDRynydlZYRMlWLyx8
JK24Mk66AAf5qtmz/fNvl0Ti2wiH1PsgLC8TRiVHemxswJrrXqSBWsV6ErieFz/0vI73aaJiLHZ7
xMuIwIjUoun+cjwJieebDfFWbx6UYT62Zp34SDrrD+GofA7ckvgk1E79pyAQHW4PevnlKZMYQHy4
XKHlLYlI0B9zt25b9Qj1dNoWRWr66VhHb26m3g2jU3++PZw86ucZ3Plwi+gz0I4M7GBQj/2URz4s
8fY7ePS3PJn0L7dHukxcwA1JXi3PWt70y9w0dU0ExupSPZb51OydfgicPZUnK/vZNA7pMArZIz0s
w2wwYprRqtrEYzp6aw4oVybMq1rqrUnRoIuWbRfnnjNFATqs2lSjUKJUOqi/UN01OD6tnKor31Im
4kR2gHhEXPlb/sjVTCQsRTEIXid9Nh8AUEymb1oZDqh1AyuirXJtf3uRr43I/Yldu+zd8AY4HzEK
ahNn2lE7apVSfEycNDogVjpmmzDvwu08NGvJypXllIUpEiQqCOSki7hRhw1mDUOhH4t+Rg/OzK3e
fVEz05t8EGyBufJMlXFvsV0h3EgRVuCuzkUfGIsp3etrTzuKmACTK4aXHFCrqvWVwvdlMiKxgzQ0
yEPkA2dRFlGicgYilOrHoRXdRmtMej94K+xzzHg3PKrUeygGyRa/R0rHf/0JOSG8pzB0Ar7lLj5h
HxrGWFGYPaZZlT5EfRzcGwE4E6y8u22R66sg0Ysav8tcSd2knBiicEviR1xRWsQ1TcfVtjA3Y5SM
B+E13WORhdGjFiTexsMX9rUFJv2kBJW3ietu2mV6nf+lnBq3OwBKKn3UOKW22LJIzBu7KgwYikdu
5OzTXGvpLxzLszuTsDv4hZab81ZTdFdZOafXNjG1abhzsup2UWXshhI1/arSjvR4jYM3uNDzFBmB
MHhwVq6xq2NZiCdT0qRKu3wyU34yU8F/P1rIP36vEqX+hM8a8Odes9Y4H1fHkqgJnrog0ZblbqFg
a6KPzKs08vFXH0CH3vCk7c0fooNvsHJmrlyX4EORpZB1HUABi1CgJaY319RRj0lre3cmehE7M8Gl
xWvU+RutfeS26jn+cvu0XJsieBDQP+9beFm3EqXZdV09a8fYsEk7wlR9yPUqyze0XWia/ofBZA8D
dD3l0uX+bBu3nFBH0Y9QsJLyg4pqxc5w8bAKY5xXVpbzSiinMAMaDkoWqKqLd+fgdgNCyIRy20q8
bYpXqso729O/V2hgb7se5fq/T3gotcuwR/rBJ1yEnjnKI1MomXFE4LXaxo4wCh9DCZzBEhq5Wm04
e7b0mqLTlU8IaIzCFRckjYVlO2xy6m7oZpP4E5f6N67tTPsh+SN3XHKm+Xr7E15ZVbw8uYxhOuCE
sOR7uDwOvHmyKa/GdXY/FP3vshmsbZtRH2d/psaartGVU8GA8M3kkSCBXZwKxy3KMaakdbSNUu3+
6aGcDXeUIK3uwJ4OKH4jMaJvWysM57/TqZLhlONGLgCmEqrk8kUfZ1bS2WZiHBVHKV/AauXpwTEm
iF5A1NLvPJCGYjPnw3/Je2zUReGKUjOh3i6/+B95jx2mLbKbs3GcFewZ6waG0E6L5+BpDt3qqHaZ
WGPGXttDJHW8XJDR5uqUX+GPEUNp62c0hn6kaqy8xIYTOFvUEJJ0n9pznq4s7JWOnI2TCcVcABqA
M5YuG6NWqtQK1fxlrnkMupGX21snb6kaFMr8QIIW73sNHuPQ5u2DYjhh/ByVSvhAOUX7eHtDX0Lj
XLpjgI34lz9QD86n7hoZopRakr3Eoc23Fn1r4MxUjPFHUc/jB26V9r5JpvKpm+wh2DjW2G/tcqx/
gZKkZJ1k6KfBn0/+TmKczfduQ4D0BzAuixB2/rM0pLk6x2rrlwDmR+rHQUlaATTrEdAP5WB9UD6l
IKnwc8K3eiWOvcfG8zSRzcdjVhJ8OHVLnQMwa2kUN2bLpi9/a8oE3j6yrMeqiJxDpKX5x6IusGPQ
Y9O3u7B+QPm3Xwk0l+feRUETsD/ZMX+Xj0cq49D/C3d8IaFJus0Yg3gbqY68tpqdeD7q+obfVIip
rtxRlwGO/UhtFgQTDS64BufrXpQtUtpeObxMgdH/nl2vvYcB1ChfAOtzBVtm6IR/fVOBJ5VAEVI3
V2punQ9pTnkd5m3kHvNQO0R1qut+0yZiZxm5+zGfq+DH7S1/edjlMxLisA0/hHrdYmtFM8rtQac6
R97J4nff9xblUTs4DXgbf7o91OXpQpkHTA/5k8pAbOXF3PKQy7ZI62ery+f7zhyL+64STrrzhjx4
MLNgOPZRp+6iFl48avmh/sUy2kj4uaXFb5ExiX9Q3RTtyg6/eAfhDAjSFMU2vjMxaHGr6HVQtaBc
6ue806vfo6eOMJtoZYi72/O/2E3SOpN3pKmzmx3IFOfTb724MLWgm57hcLjDwSwiTozZ8kS3mrD4
Hc62vf//G3Gx4EFit+ZUjtMz6o1hs1FcM7sLwrZ5jEHDHOJYP9web7mZOJ+yASR9xbmyqDecz7BC
OBgKU5w/lYWZ3nMtG0/CCI5aJKnQt4eSP/3PqPQ+FJ5iDh56lPaWzZOsyqciLPP8KXYCWlxmLgZQ
fZl4AzKLZofb2j80IYppk2qhsXJmluFIjk3nBGY/9W3gnYsz0zXWqA+dm+EERksqziob0l/uItZA
o3uH3bPxu2hz99vtGS9GfeekchnD6OAI8cBaRIYePUxUt+vyZGea8jaJvH9GCrzZGAHKJFHQpHel
FeQrO2gZ/f83Kv19TErpKl6oCo/U7xEitcQJmkl2P1aGctcbcfdBat88qkYxf03pgNxViF08jCFv
hXgSyd/P/J3aD1McgRQee+fbqh1zSvhw+U91Awea2wrN38HNvqHuOD4bxkRr3zCDv7tz5cQpisi6
CFVLKheLqKCZGdGMptGpF3a9G6jfw+UV030U6V8iUIL3FqbPfpFP/Uo4WoQJBmZALhwT4iXgoGUO
4glLxX5WDCcWd7hvGyO8D6iw78ZS/ZGXbrPyXl8cpPfheKZI4wxem5SDzhdXDxPs44uxP3nDRDJt
A+WqJnfcCicytqEBv7Rp9fx18Dp3ZaLLzE8OjUgG3QfogsTg5TlSE5jpIBCmUxl4/QPAy3zrKKYk
dmTaFzWg61oCMkEWoLJsP1HcadtEg37Hq3tNjHwRuP73S0j9kDeiJEYL/3wRonGuCCDteIJdoP9u
6dreWUadnADkWiuzfn+6/xG53seS717uXW5B6rjnY6V9rNiZ1Uwnrx89+vzxPEPa71H63aSz40Z+
Vmam5bsAaDw/tsr5Z9drGCW1Pep695Hwoi813J180wVJdTRKyHo0M0dDeUjzIf9uWegE+4muFabP
J21hy3SB9eV2LLq2XtS4wK9xSNAAWczBdafK1FtrPLGm+HNOpaYIrMan8oDSY/399mCXB4IgDy0I
TqkEKS+79HjAi7mluH9ynDhAwKwO0t2czwBakP/G/q3S3WFN/04m+ucfSVYM4TxQ3qa+vVRssMI+
oxDUaacch9yNbij9VmtlZV2lvvchqiPtUFToQLeAH8MN1lzjy19PGhVDajFyhRFgXTStMqRYbRTb
9dMQDvou0W3xmOf0bIdStf+NY9F/vD3e5e1Cbs/rh8KWFMtdlmP0oK7mCLjnSWndYGc7aQ7wwhY7
W6u9vRKW4dYFqbG9PeiVL4uTHcmnFAQiN1pMEsNgxP+BaZ8oINSHoNAy2Ztvn625LXcF22nl7F1u
W5oHkMxonUithIuLpPWUbEZ54hROWfrWzE3b+EbYaa/T2KMSdHty17YQ+S4NEkn/gAZxfs6R9jDq
Im2Mk1PUWnRXdl5b+gOaObVP3A/KnWgBd4TmkFQ77HqclzxWnL+sQlFwl1V3aLsyRYILKn/kH295
WiklSniGfar1Sot9E2eSwwRGc2OFQoVZ2ORoEVmrWkQXl4rkLFK5JDuSIleu/BB/DJsryHZbVmWe
ijnofFvr44hQ5unbJFGsk4Og4weQ49PBzZPm7vayX+wp+IMgTCh983Tjz+Le5kQrgMBn64TDQvId
w9bkwZsC59Us9YKSHxZ7/2E85DglC52n/ZLj406jC37Hs05mYhaEbWcsE5/2avzswlg81FiEr8zw
4qgyQ5ISSechQNBSPV9cJOJKLeCsgp5Whi9FKZKjgf/NXtHqaptFRQ9coLDXNFGujEpWTxWAQh+N
3CWkI83nIcM6WTlNsfPFi8JgIzSt2+aBrU/SQO93rrZNuhIgLg4sIRiwNlrHOCnJsvT5VNGjz7Di
1ZWTm/X5j7K1uQeNqvzSg2D6cvs7Xm5ZORQwLBJssmtzEYvcVIU8Fw/KKbBj9UM5ROXBGCPzraYt
9mkwTcSs2h7LS+Rr18qaV4eGlAYaTCrRLdVmRF922hhH4ZuBnu70MaPa8tGzcvzRM7UAx0/9w9pr
Xg7csRi0oFoJVFdODG9yysa0ygDEO4v9NME0BhtHW9xMSvGvW0zdwzg61esEIcYi+XLXvLquDkg3
zpE6r5Jqe/5VTcj8g1fq0dsYhTTKex0Zq7FsvyHQXPiKmlkrB+bKLpLyzIyEEhuWpotsJWtrI59D
wztNZcwzuAMdrW2UDkdTP6dwu1Y1ujYcxTIozJLhfkHn7G2siCeqpqcG0/idVQERpn8bqHd6PWTV
ygm5spbvfbb/0RkoG52vZVa6+E4Hc/g2oqmv3XVjb+5BPLjexkLEy9raTVmtvBiuzI8heRiRitHY
Xdq+lKldksDG4VtJHSfYwYtVPtWZgCmBO/Sv26fy2vRkIwwZTlrcwHHPpxfZCOk65RS91alXbhN6
UscCcZ9DO7XJPteN3/9hOBAVgLepAOM5fD4cHdkZqoqI3qpuTlA7TlrzQU/qdh9CWVX8aB7X4JhX
JyibCuATARtf+FAkRldTcI7eMl2k7YbiX9w/NEnh6Nt6LpIU/zLgOCsn/toXpD0knzvI0HBbnk+z
j0xlTitHOSlUrNWnCsfoYoOH5dTugddZa1fylauD4MbhIx2hZrLsnZRYX0S5l0dvIGzbaAPqXCn2
tdcphzkZq/IJ6cAnuMRiRXbtcpY6p4JrmbNPI2N5M2s5GOjGyOM3t9ZLGqZgcTaiHrmptWntGF4d
i9gNHIem20VtD6BWio9eFb8B4dLvraI19noBxwAPCLFy4q8PBYUfCqGkDy2iWd26tIPLmmnBPRbb
Uaj6Dqsg+9VTg+bvYxlrSKj+f4PJq+uPRE4dShe5DTd6K5NhqGhg9lPrhzrs9Ds3KeyVQH25URiN
NhvK7fhcQ4U/H42ORucpBlMrvd6cNl3oolyXm1nhR6krnoGRTB8KwsXn26f+yopSAaECoUETobS3
iKFaFUZgpe34DeptfKdlnfdGDU/s1EgBkvgfxpIvLToKkvolf8sfC1rarW4P6Hm8dUzri1ca4yYL
HKMEtp+Zm/8wluyWysiCtK5+PlalA+Ouhzl6m3LDfMQcUXnK2kHfDFOz9pK7toSS7sIzQ1rHLZ0e
PFwekMBTorc5GnPOWtOYUPa7oQk3XAxOtLKKl1FTSkeaJC2yLYNKxfnMwCeWnW6nyVtN1/bFHsSX
ASc/qWCpfY6Hrvt4eyHl/+6sGiC5gn8Mt7gWJltEtJQTqCrDrIw+DY6cy2cYvO9uY1dHLyxV8bkZ
SsuVvEZtd3v0lckuXzQKJAXda8LkzQamQD0AAHVA9vSiDDWkBc1c6/hdG4+wyQ3Pyad4K//7H1u0
CAJ3MLn/3jxEKT6kXqJ8Cl2nx0F3sn7UCC2sVd+uDigtWEDN6rS5F/sU0qMouD7it37ygk8qrb4n
YYflBs2J7H62+26l5Xztc9JIBCdO7QFIz+JzemZnVH1rkfBSUKZz2MW9SkcXCb9d0enFfOd1lep8
GOJxTjboXa7ZAFybLzwqaTogccnL6lmvOG0YVDKCl+bw5KJ2+an+P9LOrLltJNnCvwgR2JdXgqQk
w/JuU90viJ5uN/a1sP/6+5XmRQQRRGjuPHT0jCecrEJVVi4nz5md5lKUavUPu6E83j9AW5cTkC9V
CIYuJLXP9QfNcyUxoNNLXvK6HWC66Kl1GGaSPtkQRO5B7jaNoXn4SkBFerqK2CbXGyBOUOOXSglF
T1txaJ70qp7rT1Nu7DXGb0vI9P8BFgJA5dGgJLY6q+j2aGOPaudLUdUMzkMHDffWNCXWganFpTtM
UZP/yfRnQ9N6pNPmFGNy6HUt+ziRiO0ExhvPFwgNKtrsNSijNetWWZb5MOQ1FwdYvPXZiLwJOFMc
emcGDr3woA19nDxSWoNV4f4XvhX8Yh+AVoNL4dUkrlt94rBjEjzvu+wlLfUwPTZhN/80bdgjbJF5
AGXx+/xTmykvi6SqLyVzdMQOneV9mpd+eO70utp5feSHXjlNBkBkC5sIQjYYrk+dURdOhfJ1+lIW
VjH7A2Q6Ggy/dvRwf+0btwmkI8gRk9ybUsHKTjSh7mLFS/6im/VEgq4ihrIszDEc3LlYfveNcL7e
t7jhP1479A5dIZD+6zKinsn2rhUXL3lUhME828kES8eiF4dQX/5JGk/5JkJNHJLMdd4HD5ABNPkr
+i8EmcwW3aQLdlxm0wKptDGUL41Qu9nXbMbmo1wpv86xveubN74iNHKUoT1ZxAKNeP0VB3UQRT94
7G5a9OOpajwOb8NUVbdzhDc+o0QA0ROBYhXPvAprp1yLTDWui5c6M9XokIm2P5otkyR0/xsUsm2h
7RzQLefBXDolJhhX6Fav0cE9sxht3izFS5uEOgOSg32YIRj6TXUx+tCZZfJI8a3zUds0LV/25aC6
WNIzfJbzz/snasNzuNT4iZ/IqiU9/mqXGz0CSBeXL3Grewql0jT1k4q7dbCF85KoDjrARqae7ltd
bzkzEQZYBKjOPIbkgPhcW0U/o3eols4XmAgEk2Gq9ZQmPb6zHoffTuZFe037LYOMxUlgGS6Kp+ja
4NIOvEWslL6a4QZTCpqqGiUJEP2W/iPT+sk7I3u5QjJ52T+ReeAaccLoVVSgYadfDAQkyscYfNFv
vbcUcRTZstfZkx/prcOTxujrSXgLVm9QSjmVwRbRVvUSLlmeHimkFuKb4jlRfGTCOl92vNDWZjJD
ImngEbEA8nm9mb3udkZuNMulnttOe0b8t8g/mlNr/FrSaD4189zuxE3yb1wvkKeWmg8CJbzsK4vN
EGveVCLm5Saw1cY2XQ1Gk8tgRCM69quFDF7VxuIPqjbLQ594SDbcP7DrayJ3GOQn1WcZN9Ekv15y
Y9VMudepdgFmZIF763XjW2HRi1MALf5nUPr0y2B6+ff7Vtcu8L9WSUsBm8heyupyRgs6VEsHW4mE
tZeHuiTVOgAoMo/37Wx8UHgPX5NQwpmbUt5cmIxj1ol6WZzRFA8W+hXDsUcRJHlIUl39MeijvUd9
t2lTFmHl7UDNYVUJUoCpRKpX6RdUAEzzoYqqXikOkGk74kmDZrc9UJWrlD/ur/QGVcKWsp8ADqCZ
ZE/X5BFwP4wUvkbjkoql+hJDwHJUw7ovoUdvRv4VtPtopt+0YYZDop3GJWBEwt5BeGzcV3rjr9V+
ZuGY87k+TakhtD6DRJaysJO3vnDt8AnCBss5WLm9x5exjhnkihmQArEk+cfgPr02hiTf1ICFNy5Z
OC/eB1VTmmM96UHnZa12miyP0o0wnOpj48F8c3+7Nw4w/uEVycgYNC/5te2kLryaPrV5GWajL45I
V6Tmyeui6um+nY3DxNMNobacqpdY+2s7jHQ3JC+GCVbIaj1Ee9L4AZn10HwZ5yX9g/ZY4+2kNpvb
+sq4IhP0G5R9mym0wpOQpY1jND+ICLQbeWMH12BoGMrHDioiqA8nM3zJx2UPwbLhEG15X4Gu0F6A
AeF6wRDclzQdJp4XI7T/qkFttQ8TY0XZGama8QODNuX8JEHq36wuIheAatHr3v+I2/SYmToCnQ7V
r/z4b7L1OJzqobcy7YK0SpoFs6JDAW/Alet9LpA/0T6WujvtZTqbC6dUBwE/kOSbka4kqhunBphw
qRkiyz4p4VQchYoy+8nIh9HxoyRZZPxbVtbR4v/cHGol1l7ef9zMNz9Cv165oidjvGi1fmlUjeFe
yyz+KKiOnOwSthtyPmPneG+8PngJwhe6oLSX103txomhGhk9/aIrADF4lHPA3/qs/0g7eoQnwMJL
48PfGr23iS99B+8J0TE1e4fRwOuFdnPeudqQGZcYYt6/YqvT4QQtVEU5J4WVFedwTt0/9T7dg8Nv
3WdeeXJ5wMiAB1ZHC0Iu5mRq07hQYhYnJTW8c9hrSX7Q7SU5Mby9J6m3tcPMAgH3IdaUyjrXC0X7
gw5dK8yLW2niY+aNw3PlVKmL2nzmFmelLOPIjyhb7WmZbhpmag2AIcDcG2q+TJnc0mkr46IwYXpO
UFM+MC/UPnvqCP9ynYQV2tizHuc7T/6mXYZ4AQ5Q/uISXy+4MKdBM6PWuNiVIT5Ncz99G4qBfo/e
NKrkMYwZ47WZAdsjmN56+4DByAwS9wWg9Npwicp9VTeagQRPswzHeh6s6ZxH9QgRsIrOyY6T2lwn
MBM5KEyGs/6wVpdHI2gf82L3cX7JamX5siB3B6evvtRc1jY2ThUEodXD+10E+bIq9ToA3q3BjYue
xRU4TfNSd/3yoKRdGvkm85j2IUm8cjxOObUc/77NrbVCckIwxXsOiFP6zjcOGU7KebLawryoifmp
qyP90jW9AY8D6BCa231QGcr8x32bWy+8pFiTjCNUw9eJlQIWzYiJhi9zW6bRGXxafg471ILO9+1s
HRsSVVAgZIxAvFcX1FFTlOQHB0xTozi/UULUc38ZB5Ci5qx20461rVeG/AZoGKUH8H+r24FGRtJr
trAvpWaFgV73VXGspuq5adsXpU7zBw2v6H7QdDhlizCsd8xvfEg8EbN7PHGUwdf6xuCHEOVzKvsi
5mmyH5QhhE1kUUzUAstpaR9tpVWzo1kk8x634sbCXwnIqS2RnZMvXx+hMB0de8hdLFvm6C9Kh5IG
ZBXdoavDf4ky7BQmZZ0K1ziBcT/AomPuEfduLh5aTZXHh0h9XRtIa5FWZqE6l8pW04eh0FDeVSZ6
G7FnLZAmT6Y400Z9JyciAEOSLD42VXnSdsjor1euuTT6utp1Ls1oqMmpsYwMupjG+5fx214/1PZo
7Hzlrb2W6C3p+GHQNuVGvLmus7GofObEufTKGPW9n09p/J8aso4YDsg+VM5GOQvlwTOXyjn0raP/
aPlf6p0Q3cbKKrWW4vMSKCiBieuHYNL1WZ3b1LmkbdEelm6E8beZ4vZgpeG3IqfY+P80uAqe0Hvr
lHwO7ctSO157UhHPsz+EDHQfXcTZyoOcUm12XoEN70HyTo8QgCHA2ht+A11MU45CyYXZsbo+wHam
BTSaytQ3o65/H7vB60kCgYPcGicK5MjqDhn6lDOwGcLinrVmeIAmnAG10h3eyYHxXzvgp5idotOK
770+PyX5RUrIQmLn6M1SHWqjHL7GU42SXTIZc3t5twdmvJcWAxM2FKHXB8VUcxEWi2Fdqjnu+w9J
7DrCD2ubnmfalO6OXOdGeiXLLMxB8JiBnVptomNGqYqXty52WXmqnyQAmhr0nL+1BTq1ltern6Gc
gxxDH/dY5TZNA7SHMYJiz40Sg43MjlhG27xMvLSA2A1VPJmZWaaoblVT+0FvhrI8DPGc/KPw3/d4
nbbOKgh3IHH8w71h8Eq8dhBZ1zkXSNmzA2J56Z/q0Jj+3DjtDtT71tWCo0IIiuPDS0M0eH2CYMYT
o5lo1GBQaht9pRL1P7GFmNoZ5R+rP7lqkqcHtSlpxN4/TLdeh3lO1sf7Sm2UGsi1ZRGWbWH3pXVR
+vg/ia6UEHbOjDN9FZVRP8at3UZ7nfvbfcUk89PcSrBblPOuTWpG0USjNQDPbYr+Y6SYSeE35K++
Cj3rXmP5NiwCfA0VGJPTcsB4HRap3sJMZ57YF32okr81NHrEOcq9pt8J+bb2kak+iPwkVI0Y93pR
k84cauRix3KXtkSYwEmWI1qzEBrZRuUcMzuc3J13a+PUgHShEOqB36JjIO/Pm3fL7R1bWFnrXWi2
Gs1ZNBX9qLRB4gGQjgiD2h3c38LRmr0y5e2DSQZMqYVUWJKrrlVi2MSZdi5w0bCCe8Of1CE6JzQ2
k7MrGLUroO8/zqO2JHA5xr15LKY+26s/bGz429+w7ko1usjNMoqSl9JSs8+R6JL0lEE3Vh3dvq98
c1668N2uUCb+wNplzV0y3q72e3S7frAA6fLkLHFgxOZg+E3iZcbBdmG3FkVaQ745F92vMO36Hbd/
6w2ldUhITVjMKD7IDXnztRN4IREsHaMXPbQQAKIGwPQ5j+2PtjOB20xl+oXotPqeRIWxk6Nu3Fhu
66vCJI82XZtr00Yj7Dw3beUyUQ4KTKWZPxSZo3zvgAI9vNsfYYoYiPcNooc1LjHPRL6UUxa9VNrY
Is8xRsiThPMRkZzv+uRZP+6b27hCcOUyh0wq47n0pFYrw3cUw5wplxzeNdgbtH6aTwWbn5xMWACm
6NDOwNAiZ7J32rgbjklOsmMWdS/S4lX0JfpoVhwGVV9QzpztczaMEKdCf/ROAjSCEynOKfUG+Dcq
K/J3vDk2gwE7bBNbyYuGgPsDj8x0WDSmtHJ3GcRDYimU1+/v6dbN5EmhDUZjFUWb1TWRRIVeOhnJ
S8e84nhOwAaUD/DVQ4jNAIHTPqGg0Xy9b3PrO9IXInanlUvGsrocRRaiCWoCEtY7w/k4LurkF0qo
+tBhe1/tHnVMYRb2zlnduhbUfSmMsbu05FdGFaiOU71xo5eYAdgJAtOqetITo/gqWqYV7y9w05Yr
cSUm2Dpq7NefMaU0pwAoAjCfj80XRF1qPxwL4R2rflTLnYVtnU3CLr4e4x4A5le3onQ0GKO9OHlB
0q/4S9WyChLKPGnK4/sXBUCEGF0yuoBOul6UiNElN7LCu+SJM5yzqnJC3+igQX6y5kXsCeFsbSFH
gwE32ZqgWn5tzbBqC6Z51bsM7qg6p0ZIcXmzU8vkJFIj/uf+2rb2kDyW3jpLAwsi//zNvZvC2olz
Io2LRWf/EyzMoH/AQ7V7kptbzwIP8SvWCre5phSQk1tICeXhhY6HVTx6kYNOK/N9z4sGgrU4JG45
AILK2+SvCGKD9nR/mVuhAIURMlYKtmibrDZVVQeXmZhGuWSL59I2hGL3VOtNFVRiYCZ98pozW5w8
oFaeiVNRivLn/R+wdfMZDAAVAxCUwsc6mozirEZaRLnEPQrESKjNzxk5y8fSWnIaDzYdoRZukPtG
N7qXoMlBSEIYwZQHrKLXX9csNdTDw8S7aBHE1c9V1YYHgRi18ZBTsNEPYRkWkXtIh0XXA3plBepH
oTAhOl/E753fIm/jdeGA6pjUrwUCReRhr16SiIrrUHtVeEHhAzfUst2PzMvXoT/kWvdBHbzoIdKy
Dpnw2XpQgAMXPmmpdgrpmM1+7jRQt1rl3sjN1jMA6xy3DQoaYFkrJwKpvrXQ/wuZpqoKEwHHHD7e
OlMTprvnqH9UIKV6ur8Vmya54pKGV6bHq69SaEof6ZXpXKZuMQ0OY9M98/NG92SYk0FoFhfWr/sm
14wm8n0FsfOKugO5Si51fRLqJslLNMrsi73UrnaJVU/MZxG1/XCy8sj5g+kK3ThUqVK0fjQYixzx
nsKvoacm3UOGGOeT14RT+WIoPcRZ93/chm/gF8lxNtJ3GQhc/zYYx7zQsKKQ7k2dImM4F73nz6TQ
lw55IERWat0qTpaRu9YXqxbGXgK/8T14FSnbSr1YYsHVEZiWOXOFkkcv8ySsZ+rt/dFu3dI3U7IG
2GHmPRDkyiCjphK7T3+dPijolDVbT1Y2pkebMX+eu0UN9Mq9aKaI0aFZPo5FnX2/v70r1/Nfa4wl
Mr1FlHNTN8xShQNhdcWzrY5IREewqeuHGcWs8FRrEXCCOjI/LA1D5Dvf9dYwg7VkfnRd5c1ac1w3
cZgnmTkVz2kYzx+itPrZ9w3dVr0Itcckm5LPaZ1Pj/dXe7u3FNFAwNDVZEySSczrw1QMeBSrjMrn
iNn/4lDlhifOeWJO47G0QuNsOaOodvzs1kJxbFSAZGub2O7a5tBEoZ6qSflMyqCdjVx4j6qBTF6E
SuIXMds5NYNxz6h8st74Uz4rEERcO10UOcuwnpmI4mFGj6Iun5vZEKchWTTzFEX98py2yD3793dV
uoe3xiR3AiS88gVn/gTZt+sViiYJ0d60vFOklSNDggjlpYe8UKf3UmBjCOAWlqjmAcldc8eAkg4Z
oBUePDHQLYWzaX4bPTEgqog0IHCJvdGr9XF5tScZFCBhB1i4vooj9BPKSGH5lFa1cxYlJ7OsIHgc
jXHyIZp936QXLC0sT/LysTIqIebqdGrQvruxonun3K2bPxOla+jG28lDTEFkBwO38ckoArAuatjg
eNbDGJrAVUIMjNRJAbahivTOL4mTd/LDle9mQbzpMFXSCDHhzF0PI1vNmIZGOXmnqYvo9YCaPpkx
ciiwehRnW4GKr/LG5QEGLf303iOJZV5uojmCZc7n9ZFEWLTQQ3vwToNs99ug69HcjPSdq327i9dW
Vgdfj7yob/rOO+HHtMCCS+gc26iE3F/L7SmUVuT5k4LC5IbXa8lGzahLo/WY6lClLupo+lEVz2fX
6voTs4He/7AqEMwUU8kweHtXx9BQ3aY1kbg8icVJz8mCeLA+5vr5/asiC+ScAwZBJ3FlBV6cuu2I
L0/t4tqPGXS18aHVS+e0VMZ8su0GUfr7Fm++FnmnbNdQr6A8Dfnt9T6qDiQOU6dl52Vwq+fOnpvn
WGHK4L6VteeVAnoI2YDklxhTEt1rK1Gm2Z2RoWPXLHrjqzZv6EQ3+wTXzF7quR6XoJ0hMd9U9yXW
msRpdf4Uu1YUoSMHJqIm/ZnT7X6gmaEsfkGY96dZ9N0X/H9yMoQbx4eussLPHY3o31EheoTE4E3e
m9VbP3byF9HSQZ6APZaUSNerr5ccqZBwzM5eLIqnwhDlh6mOyyOtWfQg7EX7MEPQv+PMtrb8rVF5
gd6kqVkSVW2tz9mZwef23MGscwwVVOCH1NyDqW2aordBNZ5IguDl2pTVsrtKjCkzrhJI09Aonvym
m8vHgUHS+vT+s8RcEJEZaCkYdFbW+jDrFaPPke0RSZxzPbgqPvGUsM+IYjR7HKY3joaPZxEeSZkJ
JCDXtaABuaC5K8rs3FRK8kmF5s9XF6R1aSJX5yJ1xh3HtrWZr3PbEhPGEysv7JvvFtEUHkydV2A2
Gx1u4XE6GYlTHpuIqOz+Tt68RExOg2rnPzTIadysbooem3pUekN4Mksncn8OGlR7jxawmvbJzNG/
oF8uQr0/EDoi2jU0IzKC93/BxmIBOFL3ZtCGJHdd4wDbZ0RO2isnPRytf8LWTrXjVBj1l9BKKPjf
N7bxJYHasUzCCZLp9WiPGi0j75JKJJFVk300ygS5rM6p6cSnUEhDyAWFTv3e154ZQtphFLy5HIT1
0je8+ZxlnnUwQ4v8PI+F4+tQWx3rUe/PCy2nL5zZ/thFbewvGSxM95e7/rrQNf73lsDYyGzRWkei
C21U3hajDwqEWZYHqQjzZ+IBRUtce6Dubi7C8229aIM0i2E8vW99/WUlWSR4aHBhMByjJrs6W8Ad
IidE2jdQC9dtwbl4zd9A4I3T0GvGzpWRf9fbUPvVFtJAdB1hpryZMSX9FFkh4iGIBHwjp3YoTA0e
8Ll5yo1E745ek6XpN9eOoNxLy8j5SMhA6eT+gtdOnh8hy9SSIlOmqus41YiVPGOedgwG1akeQ0+P
vnrp7H4DbeN9XSalO1uF7n27b3R9pLEEroS0Rh4uF3DN9enq+DWLU4spiBt1an+LKvNy9QxswejA
dGpL91eJG4l3mtp7VuWfvznTbhYbOjTrYzC26ZL90hYnt47jDHfmxWSmafRJq8cf91d6e56oQgKy
J6HCV5CoXttUlcoa6AzCEaCIxT2VRjIMR3QNM+3gJmLcQ35sLBGiAqI9HhmuzjqpGmqrGsvRmwOm
e+yHAYj3z8zk3R4AitZ+P6fJXoh0e35QFQORS03FJhpbO2OFuYLGjZMl0BY8BRDkbqyZte+0JzVS
Fftx4Dn4BMGAt9P7XE/KQSdI7xGgKD0IG16GNVAAwZPWCpN5DLpIU366bdj3h6RIHE2SlHzR3cZ5
1Ab0lL6EIrTTc2vG2s9QsWAMTYH27KnJ3noticuAG4/Cs8QFrnIUuCG6qhziKWjSPvoDYcPoQ1ap
v/uxUr5zqZzPkO+k33iu9piSbp2IDBkllRBkSZLh7PqALWlfiEZpxoCa3XSm2xMdI6pfv2qrA2cf
x+nXcXDzZzNcxGdFs0Fy3T/gmwuHCYdRPalyti48h8OgtZbDZ6CuNaDpYXtw1DRDOh2iobUXP46S
/FdjNPlvexbVr/vGNw6fpUskIBE6SlnrEWM4MqM+nFh8Hi+wkQoze269SQcUNw/dcWRcCRFPtd1J
7TetksRJAnxk6NeR+kTRG8J1Zwxi8MGn2XTmwEFN5KirGe121+jKB3xm9vP+WtclfnngAeRIYnr6
N5SXVk9Tpqm02FFBDdwQwY3Zm9Sj1aRJReEy9r4U4ZSchmqKzlZmfVZk5KchI/lw/0dsLh3wE08W
eezNdAnwL7wmwhWBEofDX15q/BnHapwe7LZQvoVx0nzrlNg73zcqQ8frd5KFQxQg8xAAmGuuHnVO
ukXr3IkHvwXzCuCtPpRdHP5z38zW2ggrHXqZ1IbhJLi+SWBaJGt8DqW+mFq8lzNnEPsqNDYnPXEi
3xCZ9nlGHvydFJCvH5Zyoiv9GeO26ytszvkUZknBKXbq+hwWXfhlbNofpSjKnZO7dVmxY5t0icno
1tRVpIhqr4thCmp4a34I5jF/QvHkPipRro9nx5n7z5EuyTVDWk07DnvjJeStB44Epyaucv0VwwV9
Wmq2c6CjpwCNFS5DH9Kq/WAsYKYf73/LDa9IdRaHYFAwhf5o9dQDkHOXKBFzoLWDTg5SG8fY7PQn
Uuz+YUiKfyDCNf61p/SHaaT13/eNbxyk1yI4PR/QFLQbrg+STRK/DJqzBOYQzuGZmLIv1UNSN2Hk
M0/hxR/LIenVozMmyx5od+MLg60C0KpxOxnBXUVWvZGK1GUcP9CQmFIOyEDGy0dzmZPA7VxqC22K
ZrzaKWpzSJOhVHZeg9ee9equ4hahESKrfkXNXK+9N7MQTkaFr+y5A5ZKz1KgbLYG8VzqyQKllzLn
Vew3dLFKP1qcSH0qFy2tjxQgbN0v0jRuTqaUjvhTLWnxB1mSV8deHx112PmxG34FdXSI9ulVMxex
jiCWxvWgqNCnQG3H+cU1Q9N31CZ9bw8Ivw1XFcRAQGRl5311HAYr7ywtLuaA0kLqnLRFLU6m0Xv9
IbSLtHyYrF7dyd42jr9k+ZMoY+rQNzgGRszrNNXnJfAoCyGqCrnppyV11E8lpPSfu06LABpQNW6e
MjXv/kpa5uSO9y/BxnUHlQZkg34rFYh1H8EsSk/prFTlJwziLNSsT36ECHo2h9hi5P6dVSO5x3hO
2dzFt5BNXR+7dPbQclcLNcjtan6ujR7J95mJGO2pjIrC2XGjWxeckEfOWUpra+AGiipJHialGrhG
ND6krjl9SxBB+aUavfo4udNw6CEm2sletr6pgwQ3jpvsiazieom8mFOlFbEapAje+KL1zA8CFsID
04bFaYKogWcKwg2Fee3PodFEO4/w1ppfebQowcvi9cp8PDoxkzaaFlCEdP4u+sX5SGco/gDHllb5
RNhxdbRnKZRz/xzJv3ftUAg1uDwUI24Lva6ix6DlBy2wa2OE3boql7z/1PJSi3MRukpn+noNCfe/
981u+VHJKSt5pxlGe80+3uSKkwEKR1e4mLGSGUfNiI3v7qy2vqbE9hHcfcoION1FI5/ynRHwrTiP
1huXlgYjBfv19Iel0u1IR7EEA+WrxO/l1RHUBVrN+ZF7WZ+C4gAA8kfXF2P8MdIqx1ezSdcOhRFq
71YPlHdYEtEBJCYkummZm6XJBRrqJYjLFi3cDAnBJhzjw6zWI5jatjuM6tA+jCPURT2TIsewMlXG
xuN45yBsJXweU4HAamQ9GnXg6wuAcEaUunDPk0oPzV9zb9d/ISCq+EJEyWMyTwZM/Tb6B27fUkVf
EH344HWUUbQx4kbePx4btwH4P4m25PGQ3Zzr3xLzAqbuqPONirl7tKjMnfA2y3hUjKH+pGdqhXhy
Ge9RI2ycSqhh8HLMF0j67FWImsd2VdJdn4PZU4Tqa22F1ENGZSc6VbZbAlkvBWqkLgPYx9TUqBru
rHvDq1ODpMfzOoN1Q/BhKNS3+5lsP55V81yHS3OAkK18cQtH23Gym2ulLEbtRBZ71xT7JgMUA60/
3jCEuYNZpFPgciPhK8fhPesCHeKDmNOs+Fr3htE83P/Am7dQsu3L1i34jTUdhFJWplBUjS8MU7gP
9aP1SdOyrDq4UZ0wRl81DFrb9WerMEmxJ2rrBziBwr30emvDXxHOr/MCTKFdH7RcrRrNEvLQmxoS
meWcHKN61iFdTpSdJW+EQ5RyKKbQHkd4bw3bMpCR6qFTVAOSLf1rY+fipCea9vX+xm48Y1dWVjcn
alpgGR1WOjRjLt2Uhy8Qy7pnrXW7U6j17nenDPMnx27ao4GizuW++fXFZUCAI8pfiPQzTYr1aBSR
YGJN7jIHWRt6z66TNy9ZM6UXdS6SlJdE90oY6A1zJz5Zr5rRSRhFXrmkAILdNH8Kej6tbsQOGP0C
Ar8IpI53MJJmfsiKru6PTILVFFrr5nvTMex2zDOqXzvTZ+ujJH+DDD8RACCbvvFZnjYKb840J5jd
dHCPsmdqHrU2BeUBFNLZYxW93Wm6mQAhIVeSY8DrXDP39CltQtjGIiL+n0WRNn7BnFhgL974dUaW
+eQk7h5/1jpakGuUtWX2ms9sr/1y5PZpbZalG2Tgj3wPJmrr0DEy9b0y0fhaGMwRp/ceKLDyjPPA
68/nJZe/vqBNLfh0ce0GczgzMdR3PZN2ahtYvSKSY6uI6rvmjeVy/h/M4pZQhmHshYjw2mzWW5Vl
5rEbRKluPWlGPxk+Maj3tWfm+liUs+OjMDDtuaO1j2B/JdhKtoVpEPH4XZutjNxWQdNzhhjvyw6p
E3vesbBNlK7ur2/jsGKI9gBAQYiy1nms2fZhF0W5GxQOBZgy8/pzE1r6U4G6545L2DQluXZ0yXhA
WeR6TaJqzMQbUzewlj5+BiqvH9Kuqf1Rj6qdw7JliveMxJjuocTor0xJarC0ib2g7q3mWVPz8QwM
yrqMg7NHQ7lxE1iL7P9KfAQNnmtTJIXeoiCGHvRKNHxuF4frp3thMIZR/EXUu/QrWycDGDtU2lSX
JQrk2t6kVWWaOq0WpEnWvYhuyf4O9XjY2cANp2IDo6TpSwGKSczV66FRxCkiorrAdapR9edCCJAm
Tmc91XB3hA+GFZYPiIG5e/CMDQfOVA7VJLK91zLd9fKcUAyR3mdGUDNYB9EYx/ADLFjjo7AULfQB
IOoPha3OH/u5iBU/tIp4z6GuAyJ59+jW8X4w1ssWrOoIVcnZ8SJbD8a+gcl4MZ3qCMd9fm6Laeh9
185rooQULpRFz+kv3b+QWzvvqLyaFEh10pPV0R1xB41pRkbgxAKRz6luH4eSC5Iocft9ThT3IJDx
3on5tw6V9Kxy0fBvr+8L2BuFclasBYbRFceEtt1/kq5q/ri/tJtYj50FMk1pmRkMxghvmnRl5cZ2
mOhBWXrph5ImzcnuBHKISofOUT86QNuU+lMjlSHybl6qo0g899f9X7GxwcgdoeskiewMcLrXJ0y3
SldfCk8LJssczOhUMLpg+m3WFJpfTMaUdaeB/lWk+9VQckf8++Y3TpecFIWwVY43W+vsKjGGfrCF
agb9GEXPSeFqP6Kqc85x1eedPy9T8dtwSuXouv1eVXrDVVFTkMV9vKL8ENcr5z2pxJw1ZsAst6ge
k77qLV9kuvdiiMmq41PTjaoe7biSDV8sZfSQESTUBVW4cvth1MCko3dmMMF9cAqtRXyD78hFsdHY
45DfcB7kMeQyUGfgvtYIDmeRLDZ1rQeKkZbVuWv10T4ObVSbFgDboSj9mITC+jyaSpl8b5BxfyrH
GnGJ+5944zZBScvHZav50Ot9LtyiJTrydITNvdw7dImZn1ynNpedo7TxPaH+5UtKTUhkrVZBgjuP
uivMxAg6+Bb/rShIQR9hNeIUCXc89PEgdloLG1eHUISCJ4ypxENr37Qw4ZxXemkEw6giUDNmtAHF
8jUZavcBdPH4cUm9Yqcct7VI7gscCxSJbvFOpj708K/HRpAL23t0x8EEbwQmVrN680RivAcC37RH
g5cTRAJO/eP6kqRmTvQ6tEaQpGZydEJz8hO1hZ0QGlGmKL3+6f5h2fAHFDcsGe/JSrInf8+bAljG
S5D2S20HeTjoVXWgZuxNf8Tx7PYnJOO1KXoMhUezN6zzWJnOY64WeyDPDcdM1R98FUS/VM7BwV//
iC6DrjnucjtwG9Ota18rtLj+ORa9Q4jRJo36EVbaYdBPnZeW6Q+AI3NfIxJXzf0hD6dsL/y93RTS
JvjdKKxT+YU18fr3TF7tZHPV2EFJhT0/RZXoP2SpNSCHZGZfMyfrvrqQW/9yjfJ/eP6xLWkaZbuC
SGC1F1O/MAbO4QrGfBkmX0rnZYeorzKHofaqHj4yDZ4MPuU3LToIsO6/7x+IW38ptUTIdSQkFjTL
yksveldpiRKaAYz/lXlYGDKCg2eB96dRjT0SsluPKY150H9KwdGbkd0u1XkJYacKnDKZTy6Dkees
iZ1HYxTfCUDCX56FFnppxOUDVOEMSt9f66Z59phyJwTIlNquvzOEw7UV9cIMsDd/BJFGJ62wwm9j
rM0Qk4X1p7gHDnscnbyeDqYgA94JtzZ3GyYFuQt46nVvyoOzz3EWh+fYKoofs5p/E/pYPSXTtHfR
tyzBUE7kA3SF6H11ptulShs7ds1AaeLHPLLDvyOom87mMMXvrOiBD5GICfjdqF3yZVcujOe2geSt
tYCqeKL+wqRv6YxnUAPF9KWI+2iMj4iLey/gOdUoWKa++HX/s24u1YOnnHxIMnitP6uRpbnV2FaQ
LaMRtLmYvqlx0x/ixtkjjbp9a2XDD0Q3PRNItHX552/d55wZfTV4VqBEwm78ioA+OUW2UV7uL0l+
nbftEbmnhBU8tZAx8AnXt1Ixu9qsGycgX47Pmjt9hWhjiA9ZqDLkFy57haytLaR2BqUI7o9ii/zz
N+uKat7CpsdeaA7zdBDCIBvqxrJ8tIey3jkw8nvcLE5y5MlpQckpfW1MaWqnIc1xgsrN7V925I1t
4C12X/yDGrDZ/qWPUHse2rCrzKf3bysORkdGlkb6DdMPvBrj/3H2HU1y41qXv4gR9GZLk6a8VFKp
pA2j5EAQBGEIkAB+/Zyc1fd6XkzHzKY3UquykiDuveceAxePsbzXMVbmbV1EdSdFUXQRX2bWJoL9
/P/4gdhH4v3DpgXX63/+qjpTaS1IXd4j206aS71ki4YWfCHPu+bNMUAu9W9Y2X/7dkGswfFB2w06
0z8e5a72Ott9VKLjl+oF1kX7ZapU+VxIu1wCJfHWLTVd/9/HWFDFYHCBTAh0FXAX+s/fFPcmQxI5
TlClc+SpgBWJgVWz5WGmcu6Twng/HGMUXp2N/x9jZFC2gYiAGwmPC7RuKKb/+bNTAStg2ODW9+sY
2Q4BDdFA+URPh4rHDkz69V+O0X95WyCfgAkPZNBIr/nnjWfTWGxJjJ8HULe4gqBXP+xwDPxxZHXy
L+juf7kIcHpAdcFmCFXrn8hn5TDE5soDmStlNkDdHg8g3ORICkh2qIuqfxMW/defB+QR7Rm8lbGS
+s+vct6XsaxGAJCr2dXVHVHzFEouf4bYb0+c7f9GC/9vXyWwZLjcwIMVZ/b2ef7HxQM/hmpEyEEJ
guW69pszqMZIPfgK4Xj0b/T+/2PViPYONQq1H0vnm4T3H2d0XrncloY09+OuihOCTKIvvJ7DsK3K
n+ZC6y6PMoZbtvIIYV6ASbUVTHC+AZTN/mW2+T9bTnyU28YPxwdF85/E0pKix8YepEG5imgH8dH0
bfVFsg+BmuVaJj57QxAoESdEUK8f//dL6Z9a8lubC1EXWPhIKAbH9J9a8lTXJD2irblfQhpDYruu
W3tUzfaxxXRfWpfz/Zo33A7RKCLbFrB5whqsMfnS+3yvv616Wp+rqP639/jG/8Pz/h+14ZaUDIY+
Bq9bJuINEvzP80CUlEzoaB9EAvO1XhSMZR3gMWO6CQkLcEDiY7z0u/fVJ11g0G+N9g7bQyui7bwj
qGrti6ixX2GuX2SDncAD6JrMYq7KFlHovkx0fjeybCxgK0znrHNw7P42RXDN7qE78eHttue5JHKJ
ou4oxjnzHcxcU2e6eW5Km3c8T5fEdm60O7EtXA6SOXT7Bm/wpznEK/uGbZfeP0icKnpaS/QIF+hX
ZliOybksxrfIptrAuoFnlTu6eok8oa2rtT7+7OL2JV9Kvx9R2SJq5zi+5Lew2EdEz9T2NAUUte+A
FoR/llSs9JrJPGrei2Oq6ssYeywR2w0lINnbRu3jdhbQBmqoOQNp+J3Uy27baiYluZaxzEm37fWY
vBS1AuOVSbvLbqLElQFmkOhA3hXIIRnUIAzhNjT2i22TPMzy6nUK7Vbja01hhH4o/uBruefPE4F7
xD1U+Dk9p/m21F3DUl6FFlJnflGyiZfrCsWp+wpqhuMdYrj1OKSNL/P3jWnPLrQG1DtkyJH3rSEY
106R3sZ6MDxLeIf1D1G9Lkm6fTos3Fh/jwCUssfoKBL3CBnwgsylpvBcP0UO0roWriHl8mLLcgq/
i0gzOIchL3l6NJby6ORYFJtPFUFixpmVFc4bpPw3NVXCISK4B7ttJ+4K+mtoOr0srn43iC1wf7DW
dknZ4tZm5m4pDd9+hRGrZdkf5vC0GA7orfNOKNbgzUqyoJalraeVwFuzylRm085hxwbjDiqg2fqa
WjNip4PyaMRjs3g59mTC2GfaJRMkmtsmmvL6IZQr1muwIDTHJYVoCH8tLIhYoh02QuVEH8dgKv1I
I0jQlk6WPoMhPdx0knBx2GctCX4JvPdPJLst3LvGQN0+dWgWqPoGJZnidwkCf2BDWtZWLUOzRHt+
rjwcFyFyzubJ0Q4wa22OFnasx3RAIxzArOu5xkvK23WDOeTd2lQQEwcsScSVWbY1L4mk2Vx2iU0W
+rSPhGy/CXJLKPzc5nmDzWvJ7bZ1R9hA+skbVbL3MhojXEzNceAr7rCXgMd9l4gJ+7reFiFZh2IO
LgxrBEZq6yyiTz4iDtEf+ImJeNS7n0U7Jsw07U1uxN/YFjk7GCk3+dhgzgXAzbVkb8Bk6uiKbCUj
T0FhuZd2GexJ06cKK87Qj/uWpw+2KFVx9XWFUapfBAgk59SPXP0YOZYEdysv6/B6LDtcVLvIbzZp
5yMw8hsG4xa0njiBgQv62VnFIe7SKC63M+T3K1hP8PyNRBtCiEfcVbUl8jLHqrJXSMPm5dHFSC5/
2Qq/bQfYrmRs7p0mRWi5mKv8NxPpRhBDNR/73NKsiW501L2Kx99jziP/kUkh9VtCYBF6p5mZ2GdC
iYpvUhwS/aiAOuXA3TnQb9WEvHkZdWzjuwmKynA/R+WWptdJ+GqU7SawPOhTYiqQTXlRgi+hFsnL
H1OmIvKL2l0XYAhhdTlMcIe3ZyZlrE6p3RFvhIer5S8Jqwn9WLri5mhf5gzW360cp+n4acnKwgnS
sHpe2sQW+34hBwwpUGbgNfQL+H6MeCANUyH/GcZG+EtZTUd20akvqxMDWkee5abs/pRMKtqvsdy4
e8MBqcoOJgCwYCx1vsnzXiZOXaZ0j6eLNzJZ7pAT5vafXlTVHO61IVg9wQw5ma/GiGO8p57Cy6xb
ZYSFUEo0TT52EBi261yr1Z6ciUf3sUoUlK4GGcksbSluLkVDRvTsYAUi6217C43IC9ONKodyIyZT
Hv+ALFQWd+vkPWJwF8fJ/p5mGvYPR42ikJxQdrg9N7Js5NYCeYbieoLgwlSdDAjf6ebxOOQFNVCp
LzDGENs7mHKxF0Npx039cB7HB8XCbWuFIQf8JfmcJrTwV1aDgvZUlROwTcjvx/GCva9bm24ypBRX
HlsaXfGzq/I1HP6gXyeCt/qKnJ7KXSRiEEAxLwrhabvkDX3YTTkaTKZbvXwUZVQe9xZ7ED73uWG+
eMMGgC3viOs8yrRHIfDjhRegKggUTbYlZ6YKb4/WA9MuzxaUH/MZGHMuenTsAtikloUsEZy9S0wr
jQJR8MUD116HdUbmwoy0Li7qNjkErV5miS76Uc088IHtdZSZFoxlQnsOyXXUrVFdbrY1sKqKWwtj
EXGZvNUoFgr03Q7PFrEDO6d5eSEJEJrWMtBS7xvEJE4Di7yYvhelaPxdVjqdH4PLeHXcgfheN9/t
tkf0M9mb1A4lVNs6u2hdjU3rNgNFUQuXUzhV9THe0/Wpyo/pq43BGH6wIR+j845cRDoNYAzTSrbB
ljR8sO2Qy99NqxifUADpbl480Sq8iXnK2dxJTMwBBjt8RO/ocoNnmtmtcc/BNBm8XDeL7dLPLAo3
G1nUSTe+jrAtOAUeKQN62eam8wpdYvpEqJ/EPXZnELj20HyMtGuS2zeygEH5G7fS6gaDtKcevgYQ
Zfo0aN2uISzqZVYRHpU/lnXpQK9Bfnskm+LvMjH6Wmk97ajcGWxjrN039GfE2Xvm/PhL0Q1b+AiZ
HmrwUxXJDkb+xfdirmv6JOVaM3hb1Xo925WhAY/hgQGdM0nVCcLOgp9gv5UCD1VyavBZbbI+HXos
Kvw00J3PXiAPr5W72X9TGHQWLRx96Q+djeRNZz4GrZFUO3IXuF1es4yMxbNbwjEPIIFYuOowE4vm
DLFLzk7WV8o+OMY1ucDxCcxNRVFG7/iyHq8OOSzuRak6ar6PK0toC81w+TkHgBx9jpBlcvxSnJev
iUhg3om2b3zxocDjdNleJPdxzO1vBgEcQ5CkzF83I7IXnYSQt82aNureH4L1/iYEusYCcSutrJyZ
e56YEp2wygu0dikBYOyJT8QZty0pLjLdXN5CFbG9SmwBKIoCvqY/WuRKd1Xig++RPGRJL3I5vY47
DmSHKF3+SoWSv1ldm/GcNlb4H4FX2fLbB1h9db6CqWzTTjKJXV8WYP8M04HN5Q80mLb5FDEljjeT
boUBc5c4fgmwzVm7GHFo/AF9kgSSvTE0MxrFXKFfH1X1CeWNxncHlpN539Q+t63WsJc9IVI3CbzN
yFz9HcHdwnDWYDw8E3BX5FnN6Ja7w4uRgROw5/Yl1VghPthEHsd7HmFt1Uo4Fa4DTHJJc2ECSwM0
UYGQ82xLkhW94mmJ41NkrhpMPlV3ufMluuUE1+DDvlt4yCEnIyop2rumFC2cWOPPC1vcnzle+Q6r
tyL/wrII6TooYTniuep9989h9EmDKSpHm4BEj+Ab2geYG8iuWBSMz5jf9+kO62WYvc8q2WBZW5NK
XgT05c13lE9eDDOqVHTGMs2FsQ1xrKP+EBCEYVdd8/XMsnobnybNMgIHcF2twyHjLTvPRx6LDkat
hT7BtYYej5vXFhsluW7iA6iJXYaoYihxBFEc03c1B5HCQDJJKEQKh2suJDsy8S3L9/KsRqlB/eGZ
t7zlzLFpaI6SHi+YLKqjzwyrZ1A1VRKuqYRwFNPiPjI23seiRuJFhD6xusMNAqprW+hal93MlD0R
UPkRYXM0XOIbTQ1236njY58vCzJ8ILWb1DlAqGXavCaMfxM6zvYTjzMZ+so663ukco976xtE1F9d
wHQ/pIuWSz9LBjlixgriv4RDV/G7lYvwHfKAljXGK4QWi1wwV3lnvgSgqCBSgKHdHKD2bonhFhFk
JVnofTE6WBi/1COI8Og2y3ya8yuS1eMnkVOcVRcvoumzEtMaZqwRurIuz+EU++BAAkTKB9JNps6O
eie4fti6IzNuT49HCmHQ+KTBECC/dKLE2oMrCI6rtVNlnteoIaFzGbK52hopiF9YVYLEh1+pinoG
ztdHDZY8Xj4dZe8+z6i7Jgr5afdQlh/ZNSHW6DuZZqTsptqztaXx1ryWsHf9yvBRfxRoZuPWqX0x
7Wq9rCFOSfwy4DXOdMfwy9Qfy4qwjQ6+3NA3ImkotMsmWXbNwpJ/4hi4gJRsSaOufo2UOCOXLitb
OIf4updabKalDpl4/Vg3SGaKnHd1J6TYny1LwBNKJgdqwzKPqblnIve4EKARg3lxVM69TzI9taKM
4uLiKCNZNwmZvwPyaOhJUKQOdgQJtqpT8NaRwxwkSFxZPVV56xoGV8215jBeTCOOOhc4hLLbtsZl
m6em/tvsG/m+TjCUbKt8Kv/GuiE/8b3ClfCY4UWVNRrxVVU++sciulET4qXYKzQdSKEeZJMThA9J
Urwf2Aj/nRzCcrops8p3ZbPzH6xa8qmTFPdAD9a4wPgj53W8hjm2qqsFKMRpttAClE9AKr3JKdr9
qiE5ErNgtvCzQGKXahm2zK5VsLj4UmpMJy1NXTkPji1VBIpctbDugHwUotvDMtlHkdkiXKaV/bQe
XDfdCBjjIdodQJqd22QbVO7Jeg3oMqM227xFfEbuR9uJVHPa8mDXpKOYTqbuELqp2iVy0zPOuNdt
qSxSlnYMIc8lm26c87FwcEvFLw1vmJGah6SaIb91yFF4hxIYg98xqgB4QDmN8GH4hHyx6SxEd1Q5
+4X5TEAmHGmvL+728j3sSs9JlyhKkSq+w7oXRoFb8lLDqxD+CHGzv0R5zmxPEXNruxV8qYcDdjSP
0E0smFZxQx64fTf5N93mMh5GbRcJb6VInA3HJQ33733euootMaqlGyfSLgRzMbJEGqxOQ7Oupt1K
nf6N6JrxLtngo9LhlCGQb2fCfM7xyZIBZC8yDSb2LvQT9fDUY0AtqpZRy7/INXVHWzuJ8jBt6Oh7
UtLkF89ih/xEkSRzPwN5xGchc4naDCbVi83cTLu1jKYPkZqVQdfL4qjFRAu6e2GXo0dLacgJPqrq
EVwrwKD1MReY6BwkDwPcq8oddwaM3ru6MuW3Q2DKNjWBZ7SzpXnDohxxP1kRshTXc8gQrkRjECyP
GdzA0W3wKms2gwc8bzU6nDpMGAqSbLYjvuNbC5c6kk+9MOXvKrppVHnqaZeySv2Rh8d7EydvbNrq
22hb/JR0Tn44Vh99oz18deJxnZ/sDrQFt8lYf1HwKaUnnZWouBMoP6pFXlAJEESE7N3g1lygpSgk
5nKABxe8ZmsGabVKeLsdGxLS50zlVY+sJk/wbx98gDuThMw/g1VdC+bSdPRJIGLBt4M60W4uSZC4
gQwk3J+rL9GEVpUoboz68miR5bVDiEqSXbWVnFMCB0HBeZ+sdfxU0s3AuHmJU9WCM92kHSnn5nee
CQoxGy6+d5rCz7otxwqmi5XexSc0QIYBweHI5vSlgMozRTtwfAJ7cQRDwONjKby5qsuQl7r23PgI
XY+U6ugqurj8uRxB6cU3kqQnyPsBcSU8Lsa+oCv9iZYhhfRG2ej3ITZWDPDSLV9XVGXeCTtJDNjI
Pv0bz0aYAfiT/8FTYUXPLca21kyQpnWhQo/wCuYy4c8oL257EnGm7qq9pK901rVtxZTMjxZVej2F
Gjzfu8UofMjVVonAegEm4QNZ+fgXwaBm7mYnlwLdfYbVY45G/sKAJlYdWyiEeFCEl2OLsxVEx4FI
TCfw2RZxygE8+RMAREwtolziVqotoLCLfZxQMiNmOlJAxDugu9Dz/QKgmQ4xVirNl3gPI4DN8lgw
KfL53R8RrQcFw0sM/dJwNqQ2nj+VNMrja4o35uigjF3tL7ifghotFp0j3FcB47+OFiKEy0jDvFwb
NAOyH9EWvcoszMBdYNMElsWaKsDCGJNNp/xWYUiXaf7osU5PWrfC5AFka2SpnRGoWPreI1Mdf8Ug
quSKZsTFSP6LgmvjDBYZHTamWDYlq5+ni3SwiOtqWpgYDybHny722OVpyQ7PH6MorKbf0TwQ9Ah8
ji/xDBYg1bJkZxGbecYeBKSjDprHuOkwku+0xYZ92s5c2RXzV6OP4r0qZphZVxsAoW4xSBFqgYca
80tSV2CjEGH47GZSV7xf6wImmm2oV1rjAMQiueHB/7trsuFLwFDDPtUhPd5SdHqykxL5aefVmGl7
nGbA6+eVWJjwA+JNW4XQIIoV1I60vG4PUQI1lhjLv3kqUeBW2L/wFlEFmIFXmwq89+D2RMOBsch1
Id3Sq2yMUucVvIs3AtIl73YCPbdKCxFOY2H1m2YNM63HSZt7hJJwDvMRbHQGVHpghpnYpmrIK149
86gCYFNMh4lPrIS9cIfrXg5VQyPWYbfgP6cqqt9jEtXzXU2CTV6QdcfR36RiIgPkyRtCjxD5nT3e
YFvVp9SHcK3AyPpMIdrY+mObwBllHC/lKQkI5erwStujayYMv1eoUMYXFRuiBiuL5DNqbkP6kcfr
+3bYQrXh5ttyT2Nb5APgVcw+zZFlnxfApbSVyRr9ZNWqVuTe4hKAgtpK4BGU4A+JnNKsQ6iQuuYz
JPYdybn9i2cf/bG2WWXL0A/8heElpptVzGFpY507LCMUoTfjKCwRTs28kHkwDLbMw7weooYD87b8
ElmQ2yBheYL6G/z+JEyR/cxvk0+7BcwPZ0wDnGBTvIi7tcaw3ft6Ssf+kLv9TuGp/1FiIfh3TKj4
IA2CN9pxjHTSxiFP3YDigq5q3jjQsI3DkeWBFRxRB3LfRM8ACOB3xljXyoL552WHZ3ZnZl98wrOt
PF7mfH3LVSUYLE+mm7XttBdvyIDQSVfLYBG1CgaV7fDZuDgRdNkADrca5WuES8faijxMbrC4oR9v
b+VXOGCNuqshN+PDiF1GOJVAel6Vq242CcXxVdeOup4yHtTFp86+gsiyTn2uTXhRGyrcUK/ChnsK
VNgPmLPwuCgcHJqO7xF2QSmCR5GNpvZ87kpYIejOjCo7OgmMZB00UgpN21hQydrCLXDthog/4Hue
1pJ2AXkaT9ze+F4cva/DQ50bBaxgo1VfaVX3MxJOJTZepD4BTEjJKY839ytBTS8H4jm5wli7Yf3q
sB3BZm6DKc4xToA/5lxMJ4vcEg3k6wCUJhSdXq0oAarj7K5IvXAOvdJRHqzjcHmUrbFifQmKKtUr
eDZ/xa49ph3W3OHPuGMy6smy6KKTjNavTihVnVVQ4w8kNi93R6QNEnYwMl1pMW0l2vvk+DoXh0k7
GFIvDrsls/oewqL5OBs6zVcWVNWc6pFVoSuwOoow2pnpDmDLYVokITR3KgdJvE11QFDRHm/TPSgz
THdLmY6yZyg0dxiHFSwHKp2Znm+SIxLVg3HSKS2nG+zWiBgiAgCbwFB3gV0uIxaiWhXIV+TZJGoo
sHhCP4ZObO4Zicwr+mmxt3u2U2CUE0uh+Ibm/G821tAIs1SER/ziYXosimg67qjfMeunvCAfNYyY
olbvQKG7HEfqsRYgp3a2ScV3ifRJCVsoN8KoXS32PWgfja3ntRo7C3DCnwjUc2+xg8gzxlru+ziV
0decxONHWSVbjb6HAaxGmDOUusBfWQuJsIjvdEbE0aXJVNxn6En3Lsv9+jVoMv51uIF9iymaPecQ
kmYtgH9hWwen1aQjiIT+PruIrQNrMAJ24FGHeYiabMWCLxPulnG41kvHbXRj6LEU+BOTDUyO9hIH
sT92yAiH3AQk8Wgvi7ItrYQ9j7ilAiBCpbJbX2c1tolI/MT74WZ9YDUSFStvoXlSe3/oArNArCef
3RVWRUm32w0Qkcz39aXKjpvk1hlVt/AR479n16wgJY3cvVe7PMjJF0209wCM9vEaEb2mTxHYo8uJ
lEB7Ua5p9QBn7CMFhsORSGJhYojGN0Wo4ywxJ7bCKb+fknxJoO0qY1RKuSd4NyrlFfpO7+i3TOL4
nappMqpF3vz0p1Z1CFh5GYp/llRT3kfYl+L/5+lRXygmmvpkiwkQmktohhS/aZnOCL4T1VnLVe5P
BnLSqk3XAyggFh875mSNTnaAdEjVHbrZGSmEOe7oE4hf43EZE2MV+pA0+TI7JAKfAV6jkd34dLC+
gnmNe6ZQBOPNWThw29tB/wypk16HfTl0giJBpmXBC6+mCFBgE46jJWV5yDM1WzrwKVfmJKTNVedt
LRE9VvsmvpT5UnzDnYrDWQMIwOlbkHfdZqUtIhR4NCXQpWt/L5k2gCiPyPg2AmRFW4M1H4B6MrsZ
NoKmbrojLqnq0nlC/9hgWF4QWNDAdU8Amv6W4m0de6fT8vZAbDO3OHr4r0KIwB2ft+Y1iAivMzhv
gB/3NdwUXLmbPzx2OOhqVvAWhon4NLnMifYBXV0xfmS8gStthki+0MdVNN1VsN/5ZqYJNOak1pgT
QC9plmEuDyPR1oNzAaJbDAdutu806rBaKN6gzp33Dv4FLPTWpshTUMTB3UZl9SMcGtG4x8mhH7DA
QGIJtoYJv0Mi7MgeI+438gUyMxVdwDZByU9CvmPzLxP/vaFWYSnG4blwXyg6m284EVvaaoTWLk8z
OgeA82N6zN1alzs2fhnP5oFOssJ1X9G9PpFjxJYrKrLPjR6ndHBujfC3WUljeEMTgQY9hhz18caw
808HABj+htdw4qwdmyP1j8uazPz1QM1/G0nK/Sv8A/GVwxOr5gNWvOJnrrONn/Cx3ARVHgzXnzcD
Sd935hKjHkfwuu35SKdtqHd09xexcpREiVCOos11Xv5wIjPwkQbENV8ELNezS3zINX7NwV9AWpfn
+TZsdalxKcM4xuMaNOFTTDn3F5CBsDhCbJCeivMK4CppkUTHw4OXQB7aHC2r+SS4w38ZoO+AoRy+
T8U1xUq9el8qMFIgWWp29yKdwQN1qk4NANO5EK/zNkW8C3um5vt9xkRzkllUNS9hL/foZEqxywE2
ilzcT3UcdJul2KFeirDGyFeYM2o6seaHeJjoAtnr7Us67tcmFOWXA1717inBCSPoZbDNK15DsR1J
MYD7qNU85BSDMZrJwPkjc9L/Wj1H3dpRdi66Tsc3hNRB8wX/JizDssXWVaus1ns/MqJ/2h17vwHL
MfYjgCE0DWlBl6bfS48wS2Km5WkvSs+vJEKiKOCgvUOc8ycM1Bp3GntGvXkby3rsmlLrn8th9RU3
WvFOEYyFiVIe9EeA6C56So4cw+4GCQDemPqDwSn3rTqKbww2HfAeW+RXstcU0RYY6TNucXH1ORPr
mWqyvCXG5eUplosBVDC5HxWA0Qa1ahnt7yVL2FMZa4B5DB2IbXOlQnRnG1qLDsScaW9nreFcY/ai
+ROswa4CcnJ6IaponkC3AHA1jqT6pbKc5CdU/yb/LCov09OEbs31fCYM3osxK9tip2V6IUUaztia
Z/fAu4Dr5YJ/RrhGcQK+USNblk77rzyFvfkGbgTum3w2g67lvJ+OVSBaOKNNGp5nDuOgqYBHyICV
/zrExQRPNujHir7GVIJNTjUXH/M6AQao7e16IcSPP7HHlh/17J/BNG/WnlVIikCYa7OieKbQ17Vb
tIJiBqF0NWhiAI5udPS2D4fZz1s+57orTczNOV1Qo9rJVjTucXQa0eJ2Rfhk4TBaGBd2BMPXOYYF
JE7YT/t4bNeNQuKLoalhP9Ag8CdQXWOMYKUuLhpnMsM0ZjOQMyVhNRIf6fQXdl3l0U2Y5r5nt4QN
jGe1/yUIqJ7dMUr6p5rwUArk8JpPEJxWLfhzbML2za5Pc+Gq5bTvQmfvytfrn0M6BrA5NkCmKzP5
b7DORarjGG4AUJHE0QMymHTz7kEByp5mpJe+I5nJrkAauYsu42KXGcwc3Ry4VkBfaUMRHVXPVYS3
vzYpFoYadOJzNoZqPKm4ovpRRQsCbOU+FX+mWsS/wYklWwuIPY4/e3RF0O9k9Jhf/RJDO8lrJBVG
YcSbM7qZDevqtulcHBVWrxpN2AM4VewOJKsEhicEdI4czyrCIsNtgymYkJ9xBDEASu5YcopNvB0d
LWelhwPNr+qhShLmj5GT3UHGSVFsItz/ySWBkAmQpgLI1mdYl+wPXjuV4MepBvxxFGhypnOdTQCH
DzOhR1+L7TQlBTk6MITWZu0WcEBYP1YJQhWWBkEuQocSn6ocMf0tFXhnJ9v4HLM2Zg55U1VvWx8Q
WhR1yZzIb+UCFk170NzCYESFuW53S0awG5oM6GgGp4sGzU2OYlBHU7W1GmR/sMGOktE7opPGtU7K
4k9k9nV78tGO5i4PsIkEFyVuWgZf0l+IljGi23LtTB8FAv7MUYO12vvVLFE7+lnauyUEn55ukwHA
rxinqDyAuLeouvk4GI/q1TauogBnZFAD1g6gfjRmbsA5yi1F4xgBSOlWW4LyMoNehEHaK6wy5LJN
+q4UUygvFUR/pjeFJv66EIbgOYpfpjjtLq93bH2KFUn361w8Tm5ePsnJ6W8YaEYM3FG8fiZjUlxR
a0zcN8EqTKJhvUH1domumgfC/xdHZ7bcNg5E0S9CFRdwe9Uu2ZZ3J84Ly0kccAdBguvXz9G8TdVU
Eksmge6+597eYLXWxT7N2Ua7oOP+LuYlucrWbyfqmC7/ZykpGTgjweqtGlD0GXSvo3eKFp/aC77t
sXCW8Zs1pGycnqHn/E1tkvqu0IU9GwaNRLAgdt0qU7fbOHXlfdO015CHvle/6agui11nXLS3sleV
uylD5URbN7bzZ5XV85n7fr2LmNAjbspMVTtOp2e1OvwX0smEp1q48a6Kq4Uc5inji49SB54tdPUU
bJA/lmRvY8ni26KaPiQx8cFWp6me9/m0VAhh/qgvRI5WkkhuMQS4Gk3x5KmpHO/GgX4pb+AoN9jy
Caf1wtr3N4t0u4/F0+Ghx+YDTuARrXloqKhvSVd5QWsiTB8xMinTamPXhGLcm/P2PYiL+pvzEAKk
VFX25MROtr9d9Sv7N/04/WYpmTnEcYrSWrhBBS5i0u4jJQYDNZbCOD4GSRpUu7JuOAu4yUkpZH8W
V1mFhMOFNi/cEbPspoG9DdhjoTHUdBiB9u+TdeZ+YVpd9Vvijtd8D+OBbiz0aKuXsnCbT1kzodhO
0q39/0PXqvtIqxpVyxvadtnlmZchogFY7tF+bHXs+ZwwpzYI6g3TpqZBwOcx3gddlre7KjQSfcEv
aBrmlRjso6GNaK6W9cfTOWVYhEpqhqMxS/HSz7FT7m2miuq1SksMTQU/LrVDzUdkOxECiFL4sU42
T23JL4K4ywvLaLTdBmspmS8KMIX7XtEq7bj/lHtcyZ2j2w4mAbNQNx7zvlBUzqmEuqf3X4is2VqP
vJyNLapm2FWRtX/nslQpP3RcVXvG/PC6A83P7zDSmbdDIw6yLSih72wrJ42+gmAmjYGNjf1uViz4
lLpMskNUh9F9JafuD9+q+HbapW33hibUOflNFCGdwVCiTqWKIjQqvG4AMSx0/xvGmo4dgtx70NG6
vvW8Tnqbp2K8W6jF573bFM5vgs2n+4XArew4CSd+mXCbyI1XVUN3CoeVajaobelteVGKCtcucYVb
vx5JxrJgpEyyTKopFDQ5TTQIafSxBgtjG+uNfnKSbdqmT6yJVfl5gegIt5Ecp5rYqsgftqLMA++Q
i9bhAhjcYdiZlWBdZPMqcY5LGKLxdW7VX1fygsy2dNNe84SC5web1Ikm5IIuScajTOc5PU1eB/Jk
C00H0cYUJGURF/6ZJggv28DbHmw5KyeBk53x32GtCv9KcCiEiOu1ubtz+pXhKsPYIdqoYHZaavFm
zn6wUzcWv1YaKHXUDMWqLU+oHt0N6ksznbkgg3EHpMo8b4Y9inZTpkGyJeFU0WGImHlupykIp9NE
4E+9DUtv5coGk1M80y3XiQ5r5yuBav0uAutV/AhpHxxdmpDo9ie5m4uF1/EVLbUYtp1IY/6kUZzU
kDbOS67CCUIZD1SxkQJtZY76+icLW6v2gdxclR38qZl/lKXt8u2UF6F/kPRmyDRNw/syDN3MEZBE
pXvuBff1scyJ3L2XzL7Egf4rshsPOSs6UmMxxSwY4jknTCxC7Mw0dne+Hdjq0KScA3Fc8vUKYf6O
VRgOxzi3qaQCycuVA0fI7j6c+eVta5OPz7YG52QuFHT+JulunL1A1m0OQboW6nGtEP534eDL4RBy
R0T/vKiNPvDEpvNhRsOMLkUS97993mvmH7XHRK4N2Y61cRjYEpRXK3AV9kDXW4qn7sFtneKucHt5
KMU4PSRt5pIuwJVw1awyeIeR7MP9WuFpgAqMe/9hgH2Y6Jt9/7mN5Kq2nSG89JKaSb4FnUkea2mW
cofWX097dwyaV1yAfn2n4D9GZsuZgz4Wp+I0JIaxSjhrz9lHSI70NLL4WAZl1/e60GF5WvnEVzyh
JUluIUTMUZRee48hCNbFjFgkbqBIYbi2sepyqYcq3IF5TmojJyupddeAxjjye/zmQpLNAZooa5Sk
JLVM0eS6bElFVf+IiEyWY4TpaNkVydr9AYsFBs6YbVukDbkeJszYezfP0gt5uLbdj/6cvy99yLN2
UzNflkXRtyOq3vhxlVlna8c8/5wFY99NyD0M6Zr+quo+ukeonp9hUZa/mKIijAaMuZnQQLkSX5KV
tb4fcwn40kyj3A95UHwMrcsYZuIm3DlQt8umRdl5AZQZ/swj6CSNQRE9+WE2ppsmI6PsNtNv7wY1
x5c+08mbRjK+shqm+u6TgW6qJzvlUpgyeMq9cXzUnTv8dFo/oehIxunR8MMx6G+D6kdhKOpXGwzz
xrad/K5X3lS4LcLeShXUd7VZHeoufHg7tu7OD6Z2kBK5S+ogambi1+tw/eMODN7b8Ubn26D+aWO6
n6WoqGsqJC9Phc7WxHLe3wbH+3wIzaGcm/a4ulHz3c6Vf7ZpEJ77wWnee7d375TsBTKqpCUKmjbb
JRqpL+i9BwjKYU8fPT3Dnv7NGrAaYs+TTVMQTSQql8qCaCZIljpdT1WWfGHAI+OjuOlPrTk6UWsf
AeHC99sLfSw9JD0x82NPq8xPja/sMW7ie9UyAPfkIjdk+SIwB6b6hORNrmi/hySpnpsq9pA3uWu3
OpGHYlz6O0XYQ+MMvyAUvuthAkVoljsNo7jh/86MscL5vm97/ZZ2JGdu8xYSZ3rPW0F7RdznsLVx
O+odqFz4Ht+WYO2DqPe3Db3mQ5CFEZB4a7u/Ybh6LGx2q+hhZanleerDXjH67QwofKyBR/LxinGd
p5uZAbh33Az9YdWjHvZZUS6k2bRutA3jMvhpvVU8rzhAP7oYV0imVfeoRaP+TgDjlFbEOHyFtXR+
DDQUv0Qn5FsjavcRNVs/OX1VX4wSU79zstI/KO6Ke1eP9T5hEH2Hqk+VPCxe/U/DWQLa6DnbxLIN
9wPkEPq7l1wXG9xIo9HumbNWv9zSW5ZNlbjFhYXfyzEGkkYwI279I2yW+Mty61885NJ/SQ1xFF1d
dBIDzD8ws6bOYdurmucHYiubd+VaqvjYmDtGZfjWa7W2r15qna8A68meMgDxdjTM65LV+xSdhBVd
S28/9J18j3lXTuU05sgZI4PMvHxV3NtPt1WcvIxd5P3Ok5vrYg4UwF/ARnLlVKiHXtPDuie5e0Bc
iz7AuOp7SmTNGw2W/uSWsvrB5Rwh3aXexRGkfgJBLKlmKV3uHOcpru6cBjQbcEg0yCtuPf/2pcie
5xBjTpUX4ho15fyyFp03b/zeeIex9fJfYkz9z3zqzIzjolvOFGtixDsi01fCA+rPmTwfqGFX5t9d
lvr8/SrNGY2Y0fvFQMC+4EhqoVWWkGdu1hV/T4FA/gQCzhYBamyVnN1aCmaRCQ4mjhFSa5ZY4RsY
J943pTHItE2d7ydt/AdoyvbOwkfeeQAcGxs16+NMcFi2hc9zxS6YGkjIOOOoq+gj94wK9VPSlguK
PhPE91T1+XOJ6A1b6oiZcbPS6tewpM2A4QqEyK5C/82GXu36kLCQTWiDhKYhyFlL4RbZYkAGZfCQ
UEZeVywXljHvuH4bl7kJ4gocoi/j9V03Cc7+BJ8X9rHw5se6AIf245ezzqjhm2H1MnOiHHHls89q
W+9CH8aMaE2EGL51bSZnw3TN+fAz1tRDjAP0faYjHPypNGqq/3RZ2xSPnF++f19WS+3Q6sVpt6dj
WYNtPIjyDQgyqMBSysat9xAmU7EzfdWutFENO7c31dp2KtvOa1MGmo81ld4Fp0e5nOkyLAjfbSEn
dp9ZxxN3gtTQ9PSZoo5fOrNU9l2EGaTdFu0+Xw95ZNLoycZp7D2oGi56HwQqPmOHWf+SjJ3X22yp
h+yU0QXop6amXDhABM2zc8g6t47XqxahidpDT4dRqGMfMaXLN7EZ2xEfXtIu+asxILkjN55d488G
0SGkOUKAx9bgt8uCVSEAVu6PfgfJkWOdW1kfqhf0hj10bAy6YNfUYBUW4BPOfaUhF1k3hwxDR6ud
wutbwG4EJbOdwetmtfOnMHOvDepSfPLq3qZ8kwg45g8Hm8cAdVqNO9qzl7Kn40fdr6M4gp/ldtjE
IwCvT9GeDuzKcuI+Xnr2j9EnO4cozif1NoiIyzgeyJq8gsJ0A3OM3ndKNoLiG3gP3WpoziP2uggh
hFr7IsEEEtrYeZq2UnkpoecVMOY+h/Qr7zMZ2XTH5857B+XMi+ef/C4y2Ptwmr8GXLbO29JxOv7q
I6ee6QmWgnHfRvWqdj5JxfaIm1mpVsvncLBud2UJcOad8U9r70hsRgceLzsEGZ6BssUNNVd1fg1b
dDxAyN7x9xK5JjpWOm3svzBsyh51Buz4FStD2vzQ/uCiPU+ex1TEnw016pi3bn6da6yvDMtZLONt
c9xH6XGdwxlljcaM68J3hKXYrSFOdyom4+jOgdZIV0wesZ8fhOfn/s/M5pF4QOVc+PV2veiXa4qs
Fb9hZ8FV4DSZJuR21UnxVMELR7CPjZ+esFBG6YZI+WU91wuuvMc+yfsUhT/y6SlWwT+abfi2YnUS
8bDMUE9Ob623G/0WFJlxow6KR3Z4cAqvsQNH0YRtwOCHvWVd9ygy4oPERglTqmRrESuC4MgnTKKT
60QlfDJ+5KE6Y2AfkIyjDv18E05aKeKcaJuDn04VD+6XLMIUa8hkcaqw4dq0KTonFqhbYFDaJcNR
KyqffcuP6Lm7yvbSHv2FzZr+mQM9prQe8o4BUeO1vv+rdQTPSNSXwhPbGydPxStwbJmRxKyUohV3
TTDfs0mbeh1/q9C7lN9nNID83SYgW180LRAGc/jU/Sgc7ZunAEyoeEzdGDHcVLbq/g3sVW8uFJtR
h0cpA9gGCpKFuriWOPcjCoUVX5AmafevMzroz43HlHYP2pulPLRqMcchGqb6nnwFkTBiL5L2ZM3c
jHeiSdN050ZQoNtkkr78hddUFnvC86fpqQBiEoeeMSBO1gbz9WaJYuZieJCRrbOGTpwRoDLrXiiv
DXlKPbJ2dk6ZTd7OLSoe/kPMmFv9oFC0pkH0FrPvXILE5MN04E7xUA26PMrFHettx5hjgAUQqNkl
2ercGWED1U6lM08VDV0zdHdSjkmL0trbQu5MJMViGZHYxX0VM5oD0hKd+Gu44g6BuHX98UGUSxMd
gwoh6H2aa/a0YWfg/980YWCCucPtdTfBBo03FnkptqwGNOYTj3ExnZV2/YBjDi+rJo8uKLA0JK0t
9gtfyrCc0oD02ldtNJqC52tZ3Om0dYCDfeUw9t/HjILNo42KovjVuoXiXaXB99g9bwGqV0k+47wK
50gWy7ggjmIuqrtjxVeytB+hZUj/6eBY8RYms7z3TzoO+ip891IfV/MmYyVDuHPzIc5po5Sp4kvT
qubfyFGSbEU1FskhUHbEtgyR76zHdPbL6Z5gcgywK23U+BQtmss7J43mOZpGly7IL+t5O1WE+fBm
9L7X/9bkrbt4FAOUhfCQazaHPA6J7koWxU9M+e+joBTyM1o1G0BZbTQ0h6YNWOOwaTmLMweTOsa7
swllkt7XUegyiKhYpCcvAsd1tfc5MDlpgRmTu4Wpvz7DKwyo1sZr9IPx2rK8RFyxKDgTCofewA5M
CQ/TOrmHsGEce6r8mf2KuGL8Tv3wRan0icFkIrzT6C6t7753IwfunyzydfajKcnv8oFQizm0G8TG
tQdhYmNVsxn7MgQJKixg0MxehmwfjAwVPHrHqbeX3k+YTu0ndji19411sdmQjFRG/bYnGTV/bmLU
6WZTxbOGNEYHrDaL6PLkqyMqsFdM5EWWZ0QGkpR9kF0hJ29PTH/oj49xMDTrGV912/zGFYHKwafw
xXPbMuq8d2MI6mzXCkWTVk/zkL5g17asGZgYVaQbHMJQzdpjI/Ydz5dfohOtKlBYRFMxHzvK1r/B
Ghp7kTYlgkKM4YBMEpmkfV2dLOl+ZgKWQHKulUl7QQWygjkkqpju8HzIlOam5HvKdlk8oXFS65hw
O6u4LI906G0I9BTU1Z+K+LDsKSTqov4HKmmyf/502+S56S2h5GDtEGwLJVruGOxaJsC5iXPQ3wlP
1QEz2HxUHxgbquI8wKbqxxAIIXuuXNxWh7WQUXOelsJSA63kPlVnP6eWmjcRXkKMnfEaOOjG8HVf
Y2O5lAjYs9Q849S39XioWisKHOM2WcZjFjiu0rtiRCA4Yd5EiU9vu9runKEMm72pO/d7aaqqfIbN
D/oRMJV371IDcV0Kj+ko9Tkm4J96SOL0D2j6MIlNNYBR7wwoWBTvwrSN2t/OXKbrclqUioaPoCHF
otlkHnFOG0VWCckuCDlM7+NRlQEBvkFMkzV7cxjtTK3G8dCit5rPumPCjifScecfcBZjg8OC+8d9
8+FquJmEzHW3ayTM2bX1lhipa3EddXSIBAOBke0kGCC5ZXrg9udgHZmYI1HFRqArjhbJ81B5xY0W
Qxf1UdGd2Tu73twVx5SCaTjpiBq/oAQsSvG5Mt8AZ8Vdk/yQgya2YctMMrXzZohkUf2lrlfQuoTO
0qoEiLDp/eLbyJDNwYT1Bd1n8LcFwDYVF8Jp86SgrpYPBfhFUoXgut7pWITyD/eL4WzEWUbAapoz
xR4zYgDyjW+C1BzyJPfMFbOlyPexXVr5N42caOy30qnldCjI7CqoSYCWZ35AFXZfTKxYFSzJuyq2
rpCMgTb47XDgLkHlAXerXJAiMMTIGMIZLXFyfTO2rJ5Omz64lcuqfRfROEPaB0Ne1Afb2Sj7Z1OO
MzBRNVfTG6breDlyxpNmTtczK2LGKRDdm3MMOyOEIC2J57Z+83tZm3Rydm01UksM3cgLEnIPRG+k
3U/FPYQNXu5ivEEBXTTk9SnXgwN4woYNMhpsX/rLm7QJdn/0ibC9w0xMvoOIiqWYKSJxb/0iUaTr
jibAfXayyVxpy5PcivmVYAlku0O79ExjlmDEWnRsqHqyHbtUPXc5iAms+FjGii6XX/UUHOtgCEEo
oZc8HzdZP6dQ8XpR2Oum1KuCe773dbkOc+a3B2nHMfmNE5UTa+fE1rIRReXe8tay8/YTBEx+ttKd
ucVaiKL8vhgCJoB72FLyGAJvcLM712sEti+e86IDGuHGdHesK6rWe5t1Xv+D8rM3P7wJEzabgrmq
pvvKEdg+KcSibrcMWMarM89708e7haoKL+0YcYEKWqjRxm9OicEiPhpRDgpkNC1W1lFVDUnhcZvM
/cGU/WJfPb+20wRROmWNRHFoQTbPmLwGrz/1uP0KS1jROuhHN+LNbpjt9yuPcNsRvfAKeC+yp5We
eflVgqWIr4B8ufl3qVjTeNYcrPkKXuq4yRdfq16OSxcCQWGZnAu1c+rWzjB2JqaPdka5rH9ILcPf
RLE2So83NUoAw1HAslz4m8Baun6eQzMKsyH5QooEyRE0m9ubCzc09yvBxX23Z8YY6QaooR9DfyeD
Gbn6JCnFi3c2KmhwchCHYP6brKpb/jAHcOwf1LrQexnwrUb/sqGcvG9nNv1YblBCZeU9VODTU79P
nWZsjsbJe97vfkrGKOaSUpMNdu6syZHYRpCeWFoqx+bVsWLITxiDh5P9hMSey+M8qiZ+1mp0xzuC
TY19KZs2Dq6dEWnz0qGrFj+Nhuc6ZNOatFcHCS7c+EIWbN6htc+/Aib+6TmAmeYe4RZ1dyOrs/Ot
k0kWMrroPvJ9ZegfvjgLNSuZJ35z+xsQtu/ncYn97sZNLqzp6rhCUDm1P8r6LlXOWv0IgipIXjCy
4dqnTy69Zue2nMinJC1C92QYa8l9pDmB7izPhTkS+eSD97QO0cFxxlaK3TLjNL+Q3+FMt2iBlR4k
yIdx5lBajPSfgHFWeQpdgp5yvhR/GOyxixNgGbTuacW+EyxRfhl5wMJwh3Mgqs9oUcZbSZ+WjHMG
teZiX6PYBJY7F4TM7NjZkcF86SAW3W9SYupq2E4KaZiq3ohZ3rWT28xityJe/d+qzZiQgXwL3Jcb
dkcGxbIB0fTF9+RTjrRslAzT+Qg7OeXXwOC3Ybn16mcHVfUqOFl5cysTPkFvcennFWcX7nQ93JjU
EPv1A781Z6ErdusWDmBSxjvjv27koVlFbSk+6hXrv8a2Fj9QgzXu04hVbun2mPAdTAKcrMODLUzY
HDIzD0ELPpI44RelekaaGN5fWrK+DpstujbrMulBh0F80kAEM080xNK8lRKevd/BWyoyu3PcG2Nx
n8xZ3tCcN6X1PwUDKvlsSg6sczaja9w1AMCU79xZI/kkpevu+iaMMwaIhWqKy4A8WpBUtHKYsX/N
MNgmJMZkh5U/mDyPWbh0x56gq/6tgxq5nW/aj8KPeqF9/yYuIW7fh7CpcHCl3hzhuWvQTT9w0Tjk
l4QAtB+jTvzuYPIm0Z9wAgvdM8W9k/+ZWmdsn6EdBYUcvkReY5ALb3wWC/nFiGdutu5gLKv6Oa6H
G7fiGpfyv4sHbJJjWE0i2iTapCa8z3QFUd8pWI7DaotxOC6Eu+R7SdRFQDJDB3RxX6qIwV0i57l+
1VK2yWNbrkiOkx34rFNM9ebuWOU2TD+njK+3pfYJOHuPdcGc6VIxEC/3Ad99kmzLWSXyqKK4++xv
EQAYO5MFfmT03ekrHiwZjhfGfKhM9HJkuVBPszrwPmqx//1KY5kzkKfHa6n5PcSG4mMlk2CiYoOY
LSnsQzBOYLUU9yCARCs+KxJN7Rt6lG3eEYoRRTd66LPpAfxgWm//MHNTPSXYTbzGMsbO3aRZukc3
61QZ7ZdEu0yeU+uzIASGFSPL2Dg+Tnbj2eXKvalRooTF1AFjqct+xGecZJKeoCiDvgYa9mEHCgZb
+TVNpBFbXKC2+5qXfm1PwNo636o8JPYgptwBL8rVRAwoG2eGIIg3MwN51BWTxHP3IDO/St7nVieg
vLKNHbnh+MoM/YdHQs+G2dgcYICJDT9yjLV0l2N8i9/XBn89/so85Vjb527B/qQu0BYTuTaRwFUW
KLdZd9pJq1heletReZxLadjYHBrtLe0T4M2QBS80Vj4bq9nFGsm3InH86Tx3FbHTE99vjyF4SSIG
TUXuH4jGc7znqm5y+xwsjL3fLYkJ7k8nRvk8pMSTVHcYiElxHZ1Rx+kmzII0JFAhauPrNNiyvpR5
r/GFqlzGfX7MFjmxQrHzydsv4HKXDLxW3/aUIoh7RU1rHzRVYX/pZGj5MjLXvUxxIvJHbHAtrWCn
KWV2DU6Q5ijGFlV4A5GIs28Xqgz1H7kuI52gBr3IcHaUXUTbipcg7dY9si/j0xhwnz5M5KHs9iQ5
jckjQ906P3HaIEMx8BNe/Klbqt6fS2c8xoZ8e8D+uA8ZiWH9deX7IBbK5c0coqZvCGFkrowOFDn8
yLRexXnEcSp3BfeUKba5ahhoRqxe8l6qFDzJbqOmUOunJQCDODg2Q2kgBUjvlEfLl80w7hMDWAoN
mBWutyciCFSudsa4f1qRohj6Q6okcGdiIO0yWhSEOXkUVX7ycmvr7OEWdtPtq25dwJd62rDmsWQo
4OTn4VaX5RQSOAGb3TBaDZgEsBkOsbqE00jvd22nBI8CmH1gh390wlgkt0g9N9yqCYtqfu0mlyCw
A3vY3eaOrn9xvtfeJMZngV+XeeLgybkcWBM0aL7RdUV42GHSTZfnqs2c+oVYlzicztHqy7a6YDWx
xRVXTnHQNN/lNwN0JkxoVZB3Fu8pESKeO7y5UzjQvrZ2+jPjCuO+VOv0wlwijo6O1vnfTAGhbtY5
GPyIsavTi3qzcnz5BzEk6w/JS/E3HQlqYm8QoWIbWkr/rpRzN/2jvHeflGxyVMwhS9xdMOBRwvVk
vMe5Z0Z1qESalWcRe82hrpbMx54598+je2M5oJXH6JfLTFWTLzIRJAMuBE054VIuXjtyBptrxi1c
/h4xczouXXmSjQydvN6f3jlno9jfOKEOl49uXKgwNrRKbnXQjOZuLKo3rNe+xZSITXHtxq3buT2N
jxxvHQEqBTubMQGB0GYGYsmbMZYDW8PKH3queAIxItVHz1w8zu+qysC+cfr4lymIMn0EcaYxHwkE
83hGNR3tdig9bO8Zxq+UYU+Onu7Xy+rtEOqa79FrSL6PYKPeoHV86AbCT72ffR2zXKPSwGanYGhN
eSnixnfJPE9qb9/0fTHc5+CL5jlgEZr/A+rWyh+qloP3mMYMM+4Em027uxzSgGyYKqy97gcjTBmc
ScWqLm1vZubtYZMkADeEux6TNCM+lw8rynNRpamFRFU69H+D5zWds+0K4uDOgDhRccj8FcNW6DqJ
uPZ5NTLtrhc6ng06b7x+ZGVQTw/QQyRBTP9nxJOunT1J+FCziSubrJekFqH9FNyWsaVcZKjJVKXJ
+DfYeuMOcG6kbI1wJ+hzaAqjUTyBvCvPpcOsdaV2sHneMIRN6mje84ubkxpfBKgEmp6u6qTcBnIt
Yb4IYWNCCpubNuMPn4GpBDmLmd+7ZS/kHWVU6NwpALzhTuCBksChpS6HHzIIjLg4CWg+4/dg9kDf
kn7sTh5D/OBLJIYQONYmBNPZliVW0zbR5SOk6dxQcflRuXeDjoKBumbiVImnNSTZheiYEtA9TDin
cpe/ma4GKrmoZ9nu46qZw0PFlFq+ekQf4hwscLW2O+AQ+0XTPE+7mC4cF2kxLa+zKAp7GLzJJ2JJ
wUdePTOt+ubMCJ9YQD6O+6pWatr36I7F05ROib9zuNGz61ItNwfCVPzKMelcFTwiNjwX5nkfVsHy
YgrA6ntfEMN1N3NEImqVnXepMDBRIlN0MCpfI3xSzwzpsHCS0+T4R+Nhl4Y2Z2L+1Plleq448vAj
DaDxj9w9eb+JOcji0415kRsyJlqXJyHGLSaHMMTVRJKJfYSYLf0/E6ESCruoZMmPAGddOpxco+kh
jQlIywzxxLKCKOkIBrRNwEyspeplLUlfdMu0Z2cvawmUQ7vPyThJomi3RefYkfgKIRLqa+3+4zyt
IJIMzrm6uagcglUecY9lw85lGrbu+3lRkrGmV/+O58Vr++0cG/1Jkifu4Twa6vi24dCKhIeUCQYW
MdytLTRjm40XVi9W/NJTr0/gIIMmCslv15nQp5VwluWZ5A4sVPTW/fK+ZHDF5NE0hVwetS79f8b3
9TdGUCc4JkGsrn5Kibkv8oGqymnoUWiVaQlhwnv2KmMFy+3PAHZ1PCiKrXOkcnKjbSoqUifW3Odn
I0rhNrOuQ1seUoTfF1j4AscW1uF7ggM1lnFAbffA5/Bf8Hc1X67rlfmp4JdTH6quC5gpkMu4bCKK
FHHhL58PhYjW/LUN5v99XJRjl9RhDeyOnAMkX5pWXlzmSiFixZT98atwfIs44f4IT8bLfW5s1F2t
dsw7n6iXn6ou++F3kDECYqhty+bk5mOnz1nVoYwa3ap0j35MKIpKeswI7oIDHlVEl/uWiAm48yyv
h2cPjn05CUbT5Je4VanuebSa3yxBrsLD2uXpy8Ao0N+1kup6T1YnxKKBCx0YFwRZvCMEFZ5asVcE
hKXrHaf5WkobqC0PN1VRTmto9h5LGMrfZVMRJcVgK+0rXNFN4BXezkFVhkxPgCmxmZlqDE8EEitS
N+KCshALQcuLtOzZL6bbLUqMqXfzyIz8l8hlO589Q07Ik+OodLllQ7FWFX67rSKSGoxLgbkaKNZN
4fQocJsEs12xH8pcgJ0RBhdcFQrjN/M6EfwdyDP92fVuXryiA4N/RMjNV/RB4mLjdfLOaGXc8so4
izgx5Yz/MnqqLokgpwsrhsxa3OtR9KzoxYtD2E8ksmD6dElcJhS4JjWAFdLbqiO8jnQWHNTAs5g0
Hn2srYwBU5OTOFCuKOzcq623HVH5zTuG0e6YMvReKLFKMjWIJmyda0pYTnHWSQBVnPr/cXRmS5Li
WBD9IsxALILX2DMyct/rBcuqrGLfBEKIr+8T/TY2Nm09GUEg3evux7M1PA8JP390eC9+yNy57bbT
gr5yZmM419yoeuB8c+fhbew5aHZkO6ceAoE19wJL5rztAH95eKVi+WIYx/qD4oH554BQveIHOsuM
iiHVPSRV2qTHfIzdm6avh+DCypJQ5VhdWS+MVvlrxcoH0h/TgtiCXo2PFoGR9X5Ye8S+HYoL74ZW
Dg8utcj1lhKw9sfw4KDJzlSHR2zxqItAYHeoKmkQbjde0XoRG5Gpn3ZVKyvai+dklCduAgijs6lc
fGbIRzRamVU98zbAwbsW+bjsABitGCxRnv3kaKdhvW9l2D9OqQnqY3RVxCNEG3mMln6E05oQCChu
O4q6Av/Q8kVVJ2SQjCGZWcvbD84YSnWOe9Yu3rvXO+E07EkU5ngBiJc0v4yOvPJSjWR2j9zamona
1Sj9sShst6n24v44mRLGnU/a4DPHDI5Qysz8HgHzYPTj+kQzRsQ54ZwWUMLT91yTnzly01zbXVaG
vApZy5MDz6pI8BPj7hzcZtAL3f3Kost+wz9B1P9toVGRn3bTJq/BDPapSxkqWdw4wyQxxLcu/6Rs
XlHeek4aOfDKwBrCG7x48rRtkDO9vPAyDERdni7WYl7Osua9HpP11I2ezj5rd02BKQqoSPOhULZV
xCuw5+60iaBQjMLz/I3w5+Qerq5GTRqwiRzw3qIZOY4DSyj2+L1hvVZ0KBEzrUhIc3yteOqXSX8W
i1cvoIG6pdr5YMKSPbo/rF5lBMwcnpCzSwZTnWYaK+9jW8hlJxs7UyOTz7rwnikgmaufZRgGFIQ0
7iH3QJjx/A+cUxQf7AWjUXcjlIQvNbVd8jWgvCR7VnJswYu6F/rUNxPZ8DjN9Jn0WRj/iS2sh0/e
8Ta/QJpQOxhhNkZN0ctNwUfJYqSJoUTjzyh+RBVRN80pGlr0h8E8MMMv7WsNae7fqAn9EUbua5gD
ghbDTTG2Y9XshsJgJCYWZLNLgP+TdU5p4HyIBn/OjQAlD+ykaGx9NFWyhAfbqdq+FIKaUITUJO7P
AzTTHIOQSIdjrJqQeG3PWneDkIxPy5dQXytWkigap97kCyasGKJEhn++PGDYYdqUZqmfIiTxfldM
ouoPSy40FJS64uzM4sTou6Uv+3PPs07ATK7OsemvFXq6HdyndCideF/6ob6sw+ph/l75Zd/W2EmJ
SXeDvil98ve7TOgK178t8IKmqYcEuqHxq8ddOMnxspA8Z4JaHXVps4HgXDtzYXtVgEjzo5gZZDbS
hmX4q5mIWW0qFv4/HLHZYzwSuz+SFyufHOMEwA+uYhF7Z7UozExo8M4GeAfalPGW8JeMrjEVnhUm
d6KFIFYG4qU76w35o4JKwD8/z9nHSIWc2RGm8Opf7Nm1v8ENuN6DMpqyLdsjicmUzR0wrjrEN55I
EeDkncgVHTxS2P02trPzKxqdacFa4THC6RKOG1n76fdiZ1JaV0YDjqSI5jZ640iUNwWzskc34NvS
yQnyh+fjtYJdbH5FbFaLh7p0M01O2QFpyCuzUdNjp5Qg6U7YqDzmbsQ9VjszGQTqvFp0hJWCEbWM
ZAeWBHw0GbumOKrO7/XdwE1Xn4bKZL/nkpcwm1V3ec3sbPy9tisMpwL1btixEOJOA0PbHbY1PTAn
cOEz2/q81K9JVoTRofGN0QdTmuFPnnDRvg7F03NbOmFPJNQhYcf84IPTwTtrCBCvwUeNs7/eV5X1
q82SlzzEQc3Bv2GSN59J1st2V7etX+4gPcxoXb2Ij+3aFaQA++LSZLZ+m+BM4Ixs2+oX7sKsvu0h
4L57AnjOLcwi/wmdv36Hq7Oi5olsPMfxrImVY8TB97ZaQ4IyXVa/vsefFv9FUc3kTQDrzZzx13XD
fRKF7Y0ee4ykUCKSN9LWoNTnmiw1zquyt/dBk5GrLyokuHyeS3+PqKD3WAotobBB16x0qH7qr6yu
FEcv9KLkbzTPjTWHgHl+PpR9iPKQCijch56agnQLeSI5VylGlh3hxMqcqtmPbsAiTse2nicSByZP
sGsbLif3BCobd1901iHK3dNgQQIOJ7rAY3ss/Jy+nAmvHZPfaivePZV0owM0svXNS0vh3OUdYtUV
fK4IIoIH4AecAsk2U/GF/uryyNp+TuR9HZWp84w0hXoUL6Gazm40+OPNMmS1OhS4v51N6STJr2VI
4U/U3PhA7i6CDFY0Lpl7IhLJ9Ju0CCKvQxWHiO7OIsNPEuZlzOkxYphwK1jNu1FLL+3wjVt8TJFv
JbrhKtu22fUpPG1Q49mkvzyRMG5s0jGf3maawNj9epPa6cmRxXN9dQhvpjZxhodK0Rx1nGoqCm/I
gTr2OJWuhA02Dxh31qFinh1HdhfbFaMdgyMtV+qi57ht/4xgDh7MxNR9SRWgWCynmPNZxATAwTfT
WEbthQ0/NDHgdvOAa8Ll5W8sscddt67lUxXI+k/K3/gylgw7BPv5IFlazvMrUNBJsXCsV/RfaUHt
QzpHHuhDTOB+30pW4VlftbtCrnF/iiyeLV5rVeKdlUzkeRmt/x7GRXNPaTE0HQ9L23vuCjBcgRTw
SVliLi+W6xPQF1Ll4x2uSTTzbMHBSRJde93Oy51Wfq+GjowznYNxfixGZnKmTHbDux5oHclhBxQi
LBReN+VEHmMrAoiuGwkD5w3tli+4tG3KeyGfl+nA7bKGdhnOPjjjzik/xzAyb8DL2SH2cN7e8Uqk
1YVCO2f8ijJJRZ475+rAzqJ278Euh3etj9yAUlmUf6ybtZdc1ar8OwrfVTSzsJbmoh/DOKXaAdGK
+zDEynm2EwqXCdbh05CHI7/S8L2d8OuXbxNVCdXbNK3DXYz623zHYRAOj/ihzL8JVF+5rb3V+8Vt
qm/PkKlVgxfCVL/70Kkem9GtMOhFApycrdwEt7o3WXMnQpcAERMNm5MpcZV6SvIQsVHybV/sXBZ/
tJ+6zm+XfCwpRamsPPBYpMwyjF/1zhOSMBASYXBaRlYBNyBu5uBpRSAePpk0lu4faKZwua3dXMRP
kqy8v8PFv1Rnr2umn9lL3P6oTVJ3t7RE1ig5RYg62RpsZ5shHpaZ3Z0d3Z0REculzRQ66/BS90GT
POK/FQv/xtb921VFEpxFGAuXf+2sn7upTs15LJpZEoPwvBHIK97cR0aTOn3tySSk2xmv+rJXMGGf
F9yAHYqDHm+SkpX7SweVl4INX4fHqh2BgHO9h7JEJKHEGPGFSy0K72Jwu8VmjvF7UiVG08KpSjBe
krYrk+owujGesAR1ZhsAh95DGqeHUxeB4z8qQ7XgJbUCfyg0QL1sEcHYKjYmWZ5ym9Hkxc19mrfW
L8KvalFel227zGvMpunTBmd2COsOi8qQk+7hTgAGUaX+36BjY3DnYrz6gLJXuscUXUJCDhLTc2g4
o3ZR3omVRpG+nH5CgGgofQmLGYC0fNj7hq8Zb81YeGxW1rELd0WJynzJB/Z6Imx08CmnQfu/Yy6f
NyOtCGwBqaap/viB9cct95yOaAE/CNwQ6ZSc2TR4TPVr01+KiZ7JHVG4FLZqx1C1zWl3QNUsR/XV
Bl6OXN+pMCQ9LIffSdUChlBroAoEqQnDPwzf9cdJfQYIWNDBz9qQ0LjLjLZoXHGVIgF0TDTDqAWT
GpNwt6HGg9sa+F1MA7OqHYbWdoZIB3pT8izVQT0+ULDCvgbdNpPbsDIWeulIuaPCdq6gI1WUizBl
dVfQIF6oE26IlJ2YxjDhFTD3UJ76aNxSWNsOLHA88caFPQK/77fQxKoKGoufh3ojOJX+eRZTOURc
1f2hJSCjqYKJgjdxyppu487p9EjSU3N4cz7mwCJj82pwmfyB8w6hISlmY5kcXJhgrj/jdA5tuJw8
7sbLhjUMCc8BVtPTiHsVq2ANN2UzYBjyd3Ag9VderXBEKxZX9KsETVTeFasElyF7Bx6gE87d5zqi
t1/dRRKglGme69XqI08MEB44B87TgGUm5b5WDmc/SVyilKEjWjasOvjnJy5bDcf360NhK+c39npM
XqFKyge99LzjUvBdPcvfWr1jtAAKK0sKyFiFinFb9deVsUfM4RoRgRm6S/xFvPcid1/GZu7aPXo0
/utKN4JvYp6XH/YkzVtI+C8Ew4VSsxGNr6ndYXECiAraXgP6LQqJpjbrV1cN9e81EjkEUTQaGvKa
gCRbOk0pi7sqiligs1rdeH7cPOdGYkKqDX5b/rQ5+mPhqJ740iK7zSF3DGTfisI5uHnUUwpur17b
psr7x6HpRUaos2DfgNNtosTEJsB3qYld663HdPaq22h45OSsgRKGvNDJMLa02UeYrt8bF6w2l8hu
/dBNhAeQX2aTb+UcxQ+FN3NPYNDWhCGFY+uN9gQeUeiaHYydlGDdISXtEm8pcm48BoSSBTje//59
HsX6DTeglIQ0MU9n6IUQ5cM5/3cdj+HUr+7yImUVgnDDa8Utjs+bK1vG6tO2dHsEnXbItlmyyS41
Gg+DkAt8XRi98ebqtjzSNdMm5GoVgfaSZUixLfk938C0i4ezrVGDNzksCzKyeYy91RBz+TKiMnjg
wb4+zZVAVqrbNP5TE6CFWxIR9j3IPorfPduwN6+5wj6z4uQ/YmS9ttYUIz9MZ9K93K+dhO8xQtpb
9yJO66ci8/LvXl9pg6TsnEPLsZNvVT/ydEHASe8jryFDzOUBrZAPgsPYpgl3aZklS7ddiusk0rQt
l6RaRF2272Z/ZOdXFgNeCgrD3jCXIrYTgbnGr22ibmYPZ8huwmfw11md7C/1P0og5MfiJo2a9WPm
Pai3yVjLz2VxVI7mVBRvBILNZ92EIib6FeiHGECSu+18A29vdjm1NgWT7Esyein720jDC0LBZub3
Sxzr7CFwIZKlqsJzKcfuI7Estc4pH94fXISwQwDIMeGvVS7PEhdrcag7iAh4ACa9b3UqH6LQOno/
hk1+Ec3CK9lf0jKHzxH2D/PYxn9swc/lQCAjcTYUJ4lmDzASfXFGpWANjfhLB0HEGLr2C5qTDhfj
78JQAVZFi/J+vFx6GPqCJRxPhR7Tp6rxQWHMPrbL3QKvuNt23WQgUanCDeqN8YXgYXFNcCZl5nwn
bJ8SruBLdc9niWw90gN5g/LFX0D+J9OHlgonRqxx6W+7knX3Lk58nObXnusXP0VLGzYoPB5XRuj8
BNwJT5NPYf/TeBc/d1LgCT2crY8Sc5Q8xCOEfqJArEzUY61wxm6oUeLX264DoAlE5iy+zcIi/u0K
hefb79Twz8wYD+gF6cxE2+cEzPPP6kFDCTaN16v4/koEwIzGY9XheWND7WPkx9DRiqOB560/ayIA
igAytQoLNCKMS5TKpMUJa3XPKgEPwzxR/+py0/2UoWVFf7AMkeEJRCqKJoIazGGEbI6cIY+XE3Iz
catuVvZU0obA1VBWOY1dCTnsMPeH70JFKt7HuVcDVh6i/HfPi+lbgg5Gtp+6JGfAztnaLe1ESlWx
nvxJkj5a022TD3Lqzqvy/fiGPXBPxjbBVcvHr0Klg8vMQdT8pZPHMtROo2ivPVDqOsmAbmuYKPpE
J7+kh19sx042C4mXocgcRd/mF7/Bdby9XubA9NcLQTRLBoAUZ63GcrsWrBx0nXvk/P3UfCNJBzgP
vL5dLhaoeQIuXlAoz4fbNQbXEJzWeXgOCVkMEckeScFHwc2d8HLGiuZGr0q9VW7JP0cHhe0fioV9
yEbWTvydpJCsuJURMdi0WK6rR5NVIzUsVVr9lmxck5OWU/zmqNhY7IYRaRq/6fS/wQZkxBqIkXwx
DjheqqEZ6vew+WJ1TMahe8W1qMKN5toLqqKVDQU5mVrk20St4auB142XwE9Ge/IWH5Z1RpOOPSaE
qft92LVus5vk5N8j+eiJVwFr13hDXqsabo2niul3hsrq/nWwqwtOibGGsUPY+2j8JXrMDAvXj74w
qM6l7/bmpqvihhA4uLSu3rLLKupvjdw5jbs2J2PMncJmRHA3Hnk/58Jsw48Lk7T8mfUE9o8/xakv
Rbv6CTCWMURNTsshvB1jHJg0KRVpuZmCsKdPCpLTKB4ovOca2AP9X4Fw5hFGOL+qShwgxtgtqlsO
kAtnSLPse7dOFaRuUfnmgVdL3vwN0bnVKWBvS9uHZqm/gRyUtS9k2jv77JWRfbY4WNlULXPMD7yL
IBbyrBYGEvxaipeV5XvOMZ7M+Rs852T5yMdy7i6uNwlxl9P/zeuuLAMACsQF0luNlY9Oo4Y43F5G
pJNIHFf/60+lemCRUEI56stK7Xr6u7mqhggsG1bt6fgQa2Xtaag7dcvxzlFD3s7MP2zE6DQKsR/h
ObAp/jLdCvWW2bKVd6YKk3Dnav4ff9S67IJPkqSefJLwXPm0cSSzdYWOhXeIOiz9wEu842pNxBNv
KH0X7sFonR25jRdyWxuBzs7jp7tNg5F3/MYSzh4UthGWx9QadneAegBHZvUyD2+EpYBfZLFK9T2K
QBfuO82K/Uuv/EZqvjPYvQcsDXXxBGMMgSSIdP2OZ3KINtNgzUM+GqhG7TqvOERhuMqTX4f9coum
O4j3buzXeeeEKqKeBNmbHLdJXa/8h1aw+DeKyMX0ONJ61793fsRjwiqFrUeIIZuH/scg62Inkg1u
jNUbJQRRjdWebkyDW4ehpKVSAQB9QHIG9ai/ZSBl7Gow+gRPNFKo+M0H0EXmFSdG+hWLKHef4RnO
IL8Ycs+AaJS81xhQxkuNWntk9dG2mPDxLtyQLAHcs3osJX8D4AwRc/A9C+emmJ2ofOXCiE8eGH+t
3HnblORYXmOp2uCVDJgPQpA1HAk+fJDOdgRaQWCQGLIL3xxuwGuBFSI6ct13Tzgj6vgV7Y8iLg9b
ZbHrIyseTVPk9hQCPLgYk3mvaVIRQHQIC+wr3RbnsHVZvSFZZCBViobLUjLx6NPgMdeXZbgGSiKN
dPbUOEjp54n4DXle0iJEDWYLkQdX4eTcrFgic1KMLjzCB3/MqIv019HYe1QknJrUehf+r8pDtP3i
N1WGe3yeOD6YVEKOcF1j4fxFXTy+S8lGgQK3Wqq5oanesrDgkisJRWxkwNl8Fuy4hru2Q7zv+j6d
7obESTAEuoD3JIG0hHiqQr0ngABKOk+Qgye8Une+nwyveJzab2ZYmX4n/JnfWo4sNCshKoSUYm3/
EXNTMeuyWiAhLcuS5zdLl+VPmLDXbDeBPBi3GrQrxBLUgzuWvQpdjm+pqLeDKK+vo5Aw13ZwGrEL
y2BonlPbj94hWBvm1GnBugoyxayW0i9XPoRxE8aHKmlZFIRxjhDRzgsIj7QZkl2ApsRTVxSm282c
x857yEY3+pwm5y0jcEOWonOOgeSoCFo+4Q1lECK+qxnsZjY3fsexrsgXCa6sSe+UFL8sKyHjqSpQ
J9WAoBZbuVwmQTc11zTw5RRvJI3uV9ILcXfX1a56s4Pqrwi31XMfS5bFzp0Cix48QsuvgqPm166O
seUX994JrlebyYMxB2gumatjOYXJV57H8m+Mg5gLwZrMP1UTNRQ8jLoHQwDE/UVNUUPjJoU7LW6c
dnlnrsXSYYvZuwQtTilqvUzOZWQgqXVKWWCSvKaiJL/x+hCgEAYJUqRrQePCsSCB8S3xLdiXK9fA
PiR4TsGbDmi6+8YWWbGNMBaWx9odCvo9m+FPndRux5zt9PgmncT4p4zLWrcP8fhfhgRVf8di3TXs
FHthwKqS9sbmXNUPsx1CBCToKO47FBxIdBCqGQFn2Yj1sqwlgF7PT3p9aqKxHw7WZeeON2cQ9Zaq
V885VWS3GdD9Ei4X5IEp2tLH6LIQlIScdikq2FPIPRKKKLzjccS7qgueQ+u09iP4v2GmHJaCpK2g
6+0Oh/1yw00oyO+E6PpPJtNmPAovCgEhjBooeybycUdKqyeUAzXt4EetOTiSYpANBbp2OTRjooqb
psDyDv3ES1h48qNhyRcZuRxT5KXm3uOGsN6GYTSH+ymV4trtUcxldxJhHjymeg76r7CgO5rCEDvq
I2KufE9pDoPAViN3ksqOAbEBk6eioBDOZBiXhABpILlRBdEQcd1O8izqnwLr1TdBVBcOaFt/XA8e
y7H+MZrX8W+C7RUFw9rYa27HLrM7La78a7ZL62522NXfsqxF3XA68g2PM0h+ym7IWzzWIu6Lg8eF
49pe0pXB54BnnvD5Ujjfnu8Sb0PoCZo9ZjztF9sZ4ER9Qn1Yn1eRDclyFKSRAi7YRPQFX4fxEeb9
1XFucTRhD2malKtmFjnIsHD0SH2qqjzwOnEeMTD23rabSFonVPpVUbOPo0DO2zZHUcBcrXwmU93q
X3aMq9twwae1TVi9J8dI+9EAMQmeT8RVUnLD3domUpzgpAHkDcO0t2DtjzgITAuiGEVkBTuwImdG
eYL1tY2WyvnIsSDeKl3LZRvByLEH6gNpPx0cbAPcKLkJAzNap4+VTFBzwIkHFnnSYImwD3dPvODc
F2pB0vVJDZILHtJm13JXWoic1f2VuxyGjQMIoZ4+aavD0+FhI8IQ26ZvKUa4X2iJouQ7XFhg4I0S
/qlr4ubBG4Luu2uvxJB1gJM8JIn1L6UzcvhPq1hgKZWde9v0ntW/G7dI+ieX/OKBC3PPTG/DqH31
+ibMzhKduz67LMqOQeErHBVLK9ynHvUQy4cXie/Auz4pRSwMZX9d2ME+8WNSnhbgodlH1JGk3Ey0
x+7b87J+t/YZZG/aISkMQkLw8xe7zGmwa3BDyN3Ct1Dtr/zUgFc8/Z0HJijbctJPqnxW1p3dY6Bp
3dxAwGDJgqwGQmMWLjkdVubaSY9oyRG64ZilMjymc6+vWsjor89BrpYf2i2ivwNXogskyBx/gqCy
+jgqOa9veMm5bYTekv4o3WfTnfKc9JEXDlQsfMsTKDEfXOvGn7jl3/zfC/LpGssBiQVepeLPJDMK
n92BPMkeOjlvzqbPW+fbGQn2CqGq+KHKi/CdrEfnfqGttvGzaXlP4qTkKHRpT177cOuF7jp9+cvs
OohGV+fDLs+HOMUMQnJ5Y5gAMMg3ea9uCmC88hWLTgAOC03U+RrXgMg3/CgFNLD0SEsllYY8rkMf
ZrrLfwFCNSSrA7mqPRtPZmZH0L++4PQbszu+ovqLRGdF0cbYy5mKh2680yMYT7i2/TzfTl5Ok9wm
95uMHzRfefudsReKPoN+HAWDQ1tRy8XKFas6MxFfi+b75YYHRivg3dNQvh2DE7iQ/QMVM5Fj+QXq
IIl5B7jpfKNUvLSnWmLXPQTAOdU554YXnlw/TO9qJsn1MehXPB+jXJeMkpBcZDdMwZixNy46ZXoe
rgXcj1gK1vXoFmHvPmgf8HgDIA0nAMU6FWHmQXNLbflriT9WiQifWr9S52tGdt13V4EAWIb/GAGv
+issu7TdjEkKszBl4jsCgN6ZVHCEBtfFWTa+VrMZ5z+T04zthO9LSfvcxXnt7JVZrg+6EBGjAzep
10xU1EFvDA/SN4KcI76uBgd/DwEx9R89U+jkJukZ1u6aRkbnlTqL8IK5kq1gzE98+mCJqetjUvvO
ss3HZIIDY9W4A51ST/uRpQWnaXxNwW7rKIiWb5umI0xiHt9lWreJXM2bA7zbfwhBeaE+UyrNun/X
W4cM/HVmu8PUroZ7donReOgYKjBh5DWDO37GavmebKtZLKre/ClNn9rHcF4GstvTnFCWw/uWZFto
wvmJTYrnYb+72qs4cvJ7uJeyYQPHQg0tnyKtrQitaZ9o6RzrYz6jJ24NvSFnt5kiOi7MxFu0Ksq+
24Hskw/XRC7jEqWMwSZavMZ5bOkhs5vQH6lXmQaYiwfXkAaH+kUL/M6ETvZC74fwzhh8JX+Gzubm
oKAIvC4DUP0t1HRJZ8oy56hvyywzeWgKzznTnoRlRZTwePYoodym+in2hm1JnychnBJnE6UcZek1
FnJw5qrdCkAnOvhs3X67SWlT5IhkvGcddPVmQqDdZYSxVz6NBUYfuQ9uICbXIMFYWDTtgQUMCjtk
8SvtTFAeuZUTfHF/6BdF+4zfmx1L3e4xK4ljb4d0ZFLA4K7oQrjWAlsPyNw2npzZRdWbwj+yb3T3
NhH8Fg8ovq7YDlHm4fwEUniH7bC6VRAW1+1akiujGa0pzZlyvfKvBxQoO2Tgzm59qYoM7IE/LG9t
OTi4m6fEuS1pUoouheuvybkowq4GkhUsfxPR6+KDV9n81CSF7M5ItURlNxKB7KlMvOVKJ3YNm8R4
xkLq02RJe/nSM1wYFFMWUR7XHE9PBGgpr572aZd3n2QQ1/qBb7Ntz0ToKGezBQi0GzREMgU85r79
KbnycGboaGy2xPoE7QSCFfaOgwZ53ulTQzd3Sw0RF+q0DmkcqbC198Tv442niVbFwHJdPLZFd64B
SIPwYRt2kgO1E/ADWWbtNFaoar8imD6vGAPlCZUwWt7qSZJBGQE3nFSgqmyLk/1aPEn5Tfc8Zdh3
osQ0zku8kKzk9YbY98j6IHhyOvYCjxmfEB3pecqKJyC/epROiUe1R/H67hp6hje9URprgQyWo2Ob
4g7ZXgTHkjfI2biLyXGGAOC8T4JQ05bCC7j0ib6GcftAbtY9RjTZgKnsWjUebI6f/wW5MnulPbXt
T20VO0fTTDSQuEOszlXMvvFpQe4sv0nJa9h2cbQWP6p0aEGFBcqDj0DqDx8zjo2zdAaXosyF0Po8
OFlzMSuh3M2iKh+2sSRXv40JPfdnqyFio4IlYX2Q2lkA7VgqG/hvDGAdj79z59DrwFZiRk2jSyXM
Hmawd8sZkg8Q9hzC5z+AhxorE7reM99/zt8Xy0LuKx8SAXaCqdYfdZ12xKklmqGgmJgNJHpLu+c4
VMFx4tQhmEOZk7dRtgY+StJCX5oWrerRVYSg2F0QH6YGtej2ZihhDSKArFx/3XqiydKM6bpPjQGX
G7KSkZcAguljPtNbt+3zvPqYmrj0DzFd8wWV6mv4YFtvSvfElIaQsOIVvL0i5TzhoUHgYKfr44Yo
veQXGSR4N3BEpuG+YykuN9hq+l9w6HI2T+mVblhylUMYmwnQOFFdUtJXMuJtQgsl4SkxLlZC4Zb9
U8etzD0xKIiPcNQe8nAZm1OBt3t9XFzMWVjQsGITpl7d27KHvk3JRh8nz7lsYrVfRalYC0/iHxtR
w3jHk/fDldqc8YliQHZ5F0NGmZX77+p9pnWSKkX/PES9forBGYVbxzG4fzCnERu1lH1didgDvUS6
qn+8scDAvuVmFx8gtgTpq47H/OyBtaz/El/yYc6RfhUY+eiBBkJo2MzT0u0v7nzU4CeW94Bh1v1J
PX8oTjF2J5aC5JfB5Hvt65yG2GfWoMiI/2YD/Z875LJ5uoWHEUOTJ020XyHwk1RoA/sywgHhppXk
Nvmi/08C2BHAAAGbtPk9xQqWn7T18R7ljhQFqMqloH2xwEp6m8ZF+W+UERazCPAZVDnKizwyCtd+
TbLrXIrkrLKXRa3zxVjE4m1HbWu6dafGUpNIzuxBcNaMr2Ebp91mHKa2OLazE0CESJbsHkmNP1wo
TaFe63XiNpngAG5UuhIZMBhYeU/hdfnNDVtn/IsD9u4bpek9PMka2MdJj85w7AJC+keqCa43Qweh
/WZohuq0KAz+W1vLlUxf5qlbYLLLb8w9TU1pBDete1voIN3lYxfDK9bY33cAEEPSqBGsAzz21Dac
XBXbjAqCIKWPz2uq9B/rIl4ZoEJ0smNidr6xRTM95p0LvjENAt28VzZdkZlCkusvzPXgUh3JyLjF
IYF1TJRSnKjN0/YQrV3Un02dh92Fq97C/1A44T/oehPAqlHIY5rEMXivqMF+m5GmH27oECQ0Z2GN
pazS+cDe46nwX0GtxyjEEbEqsDSZALdR4hNcCWGoE9uNfvrM4l7K6Nbnmmy/2nVRzs1C/ebdGDUk
kdg0Bu8RJpZoW4wB9VogDFYAgsbpRhyAUd7jCaT/Eg6Am6joyO8nD44mqaD2lXh2XkdFJdkJ7HkO
j06VWlzrDAIosO7IQg+hjqFdzBWjoZfoyiHrsOhrasiN94Ea7AMkIRFgjk3G69xFmnovSj+dDyAO
6IbBgA+Lu5vdWG0olIVDyoGrL1RYXnlWmHOZTeziwGjyy3WHjKDVLjFWfcyGHifuMPjR9mywCB/E
Uug3+LkTXZOMAV9adYjJPV5iXuuQ1lx8/FRVbVLGmYRe5XF6hmhFHwUzqUNqzRX9WY0mUheXYfgK
V5ykOXpuO9zzM83XW1vNwa/SqZjaaeYY10tVWvd7pIyo36ZrL99GU7VM5UT5aSPlTZpviU83FoGf
cWAPsjF6YzjO6E4ofWegVcRN7pfKneK7sTYc0FAzvLfcDMk9m+qq4MzLa/bkrTGXVnQUQoFNmQ9q
hYx2V5mieFg8E2fboVP06zmlbvMzB0/10DC2Uv/oySS+W1izktT2J/9fCXzj6ElbYdcHGXlgC+JE
ZyiYCy8LkeaPHGb/cXRmy5HiWhT9IiIECAGvOQ+eynZ5eiHKVW5mkJgEfP1ded86Orq67EyQzrD3
2sJuWGQrd2/XHAlm1sKa81DC8DgZ43zg5vf+RpUhUhOjsjkSAVT9aM9pv5uBwDRESAmDeDrZomgg
zabuU0BmJYAh6TkoMeHr0Qx7C1OKbe8OyNATt2etm/gDaa0t09u7iQA3b8tLDQRq0Ctqvk3Iw7vs
0nUJxq2WQHt2rnXKQ8sgz9/WOvflL7bo5bifiW+6reCnLtmvK3hvxKpOre8pGkj620ykGL7wwDSk
HTK9pIvyk+FNlS2lmCiIksLxHSMadSdein0ToUnfAT/AKN5j8v2R3hT9LilrSWSeM/0NVxK1iDfb
ZbzXtvXMu8/Gbx921RgwMnRYnMBtH96J8YDPpJAyPgqdIVonnxnFDmSt95r8p3iL8wJwRM5pH7Cp
moZLUEez2JWez4KkJLv5aZEMu099MczD2fZ59AzRgLmBZGoR86OPpAznfOZkLEHT2RBKQZffxAm5
iRhCs+gUmSBEyuNhujyTD44WGQaZR7wfsZFvPj2E843EOAHLZbvufg5smv7ypxBJNXO7D4Q+CH6C
AFflnslTxpI9rWTTvwdtEq9nurVxgizaxuDUo2QVp45Pmvk3CYDiBk0KqmfSN5bHZQxpUzL8Zmcs
bml90KRktg+suqIr9N2Ah07h2YG40MKaXsmqqa41ZDb3mHT/Z7LPUQSYtAWAP5CLtY/XRHbHXEL1
+EKk7z3amaJw5xKDMW69DnAX1dcCa2OLACQjoGS2Oqy6jQY4UB6xCU74IAPH9bi8pFuRPeCvvybP
D5n+lrb/VYNvY2I8BFi43gJBFsCfGkKFusawZWGJxWE6uvopyiSS6h1/W7M4XNely+iCmafPMpQL
0YJAiirijlcwAzzY+cRs30Vc8wJRwbYHO9voF4WlbPfDOjdX3Vdi2gWuxLrerhQkH7RFWXpkazAx
Ci+9/hL7QPN2FBt+vK8G1f9ulpH2QGfCAh1a8uDUhsyc917nqX94hEcOx5HrY6ObxnsvJi+6gp4s
PqKWYIsNsSwjGXmdMn+I1aOjNi0RC8TfopjZBCzI6HDcIXhCy5mQkBe2fbQfur5p8Ty25dlHZDOe
lrad5ZHxDGlBlJAsbucSofWRlIb2cyW30/kQYiFf3QGKV9HPJNOJxNL5Kcbji8DCMWX7x3FQ6W5j
qAfUsKpFSkjwnsPoI+tq/wuK7VqeB0IE7nv4KvPGS5bhP6AWhdqt0sctuyoM3SeyJ6zaMz1r68tk
15tzAf4SqlWS32LWe/jY0boF/d/QTYPvTBuc3pEzVCvuOiKfs6nBKoFJtcrOWeM6vzC3d3jSIiQX
d2QyJOJKfZ6ghF48Y4NjS3BWeiaYt9rBl0SusQV8lNSnOIZHcrX+AoUGHAFCNslAe0tHU2dXNrfL
ryTnIT3h5ly4m1VGymcXcIUi6QOjc6CyRx63htYEL7jiiOqs0zHz97iPcBEgVLUWMoYkfQmwGp1L
3jM/h4Luj1m+D4dKkZgBpmiZby0E9hIoJd36EU+jDc6OqPr8b1mWOBSduvMIXAHBj5ZvQ/24Utnz
58DsHdiwlp27K/Bz+HuiocjcU62koa1p51Y4ELgDSYvif7zDV4ViHz7EsKfaj39GZKQD6mPDIqiV
tAubgLafOU5Xpe+p3zDSfFSsYZIXMuKwWcJojPFt8pIghLkuVa/9H6qQtThMXFA/Lfk3n3ogOPsc
RwaYlWVBsyJs8Nia8AQ28QV3RXchiSBNLtr07ssQq5rXkm2Fe6iwU9kLeRHzfyQxi78NU6Dq9sJU
0R7vjWIJOkR63XUCKjdaQqd/gNZmnd/ehBMqWXKmDMwbS59GOc2RbDEdK8fXGr6MuE9SZtn/dElE
wHFBkshnCsVKfvAA4r3Y9oCeklPGl+99d2oQ7nnJUfMx39KzU53C0Bcl3lVP/kcTbdDvz3xFl2RW
pMfuHFcO6CMlU7h/TlBQgEe8ewQkJH0nzgCw8BM7SHmTk7vwUF4SzK44OjzEo5xIHgT6JBBSh6S3
orbeqoRR7rjzZmCxkFPAnLCJ852Aa2z0uYREkjnqXoNkdq7cedm6T2OA63uoG0o9u65h74zbZcoP
YuInfkAdjTjL9kF3Vo6j/PMaBhUzOalwak2Aunx6GScwh9SE1QPPaUKq2cSUHuhxCX8mHGq1z4Fj
ST5SlsnzRWSI8JgRB1H4u8biACeu6kKfBXE7fohce38M2pn4tcecCAyfBeEltv1Iwq4qwmfOeYdU
s8UyagVN0NxNWhK+adYaqT4Am/jUs6Qiy94d/OsINng+UmLSbGsnipguYmupd0E0y+CAxCCs3v2C
1cc5s5Tkr3EGwWQzDmmm7omXQAQNUVrlqAuKWmUvjGQDmveSQYE6DgZyN6Pd+saliAPwrODSQ3Y3
uzV16Fk3oSHJ9AWBlawfVjBV+YFJWvLdtDBKsSwiRzvUA7mY29q1LKRokcjum0M9fzjrNH9koVXO
SQc6lPfM1LDyIaUsdx2Mkn/NqCVyRlX44Fx713U2NdZui7ZQMWha0SqUm2USWOaLcZztvibsJibL
SurmJNs1jvYgOglpAc2lMYZP5CFd0rGMXoms1Q8M1FiYxDc1/g6Kel8RCITSmntH+59hQXT7hiJ6
ARSaBAgYV+wHxJNJQfBOJJLgi5KCc6ZvqM+O3sIYY5Mgc0BwWxFsdKxjSeA8rk/4p94Q2CcU2VH1
O2SYdwsTHr0rv9bic14iItmVSQx20/cB98aVXqrPGPf6AnZA55PzrPoG8Us+Ql7B+ouK4w2Kr4Iv
iJ0HHb5FNKD23Vj0+TUh3RlpriOz8rpoK5vPVZHg94cfqkv+6MAzofun6dmonrCop/Gh9Xv/YYjo
avCBZ6mznUpIFxduoRUkJYUhf6erGue5AGDF0GbVZh1ebCvaEk34CIbgMgItU4cxYDB2YV8xLn8y
r5w+bnhT+DN2nZhGJonYwW7IJIMct06zM9bq0AELrEO0oUM6iavTCRVtZ3II9Z2qJjIWYwZzjJVz
mTaWGDROVNgW4OiyrVt20cNtF4OWqchrcJMjlK8Nct/wWnhJSpo4mBvE8OSI0ykjkYL6eutp2mkN
i+Mc1YXck4PDK6V6yC/gFFs1vTB9jgAOLTEnPkwTx27nFCUbCthYcre1Q5r8xdcyxb90x318V86r
4vNR/Nn4sVDj0r+SitcVvxSqnZtmZ3QTagkSc7A0s+I8N8Cw4POB68NwXyy5AnOFU/kQzrFHEwHJ
XiP2y5Pk2KoMbP/GnfmcMFbkoFXXXT37nUdUeCibd9rf+ZdQfuNCp81xJzA2UxfBesmhtXckcvmw
9F7I4V5J7bIVNI89fsaah53DFptNrtvjqIwJf8s4p9dkRbke8GbjfTCAgAbE4Oxv2ElZdvt56IW/
OXTRiGMnVrxlXTgSjAh+66ufQu9fBmMOtREHKHDSmCES4gsh3jPGsYRToiMkpFzo4GvOS/KrKVDI
iKf3JHIy0UTyADzhEn1CG0Sml+82/qNZVEC2Ggxyqsi2DzndNiYB64MXvQMC4ZVxLvYLYqdb/IkK
xHGF2vrK+pntSoPSujwqBh2Iw9L/hyND8sMrMnaeuMjZiwuY9Iqc5q6mvmFtOJBVOnSz/EKbAsKE
PRrGwyViWg9+1QTVNa674OAzuiDgxVRq3lFQepy3pNKhN1fFzCpuHJF/cSppaO14JhhJc2knW1Ab
6U8+CEP0YjvBm45X/9+Yk8eXVkn+TWcE6wJl4j+QsqQ8uBjHz37NAG1DFHnhfHM6I/BPeh7CPaUj
IaCV44YIzSqQhHdtK4HUSX80zSmf0coijYNe/pDRhH/VTLCKXdiFxavQ8nEe57h67IrZuwvDsZy3
Sxf4pMUsIWzHeHGEfzJqlvA/WBIyKYcFkXNEoOB8oXsf1IGN65pDWR8pfqpqKahP656qC/Tfahs8
mTVdJegiZIFw7ZvyV6i9Kb8fvbX8666tdPd1jeFh5DdzaIa2dPXrd7mgLDzWq6/nLZpVQrjTkU7x
4jIQ7LdN6BZ645SqRQjR1OK9m0r7blwTmkMdWTfed4Xr+Nc2jZMPnonJHIGbBun7VEHp3oZOz9g8
DBd1Xy90GrsIFSCB0bNOCXwyibdw7ybeaxxZYup0PKzTW2csXE4bB+KuJeuk3kEvISOUcZg/71pX
Zm/NIvBj+SXsDAxIbB3j3RyjwtuKue/rexwnLXVu06DlWdxFXMUSEFutsaNCzIjSUaCBK2oqwleB
HVA8Txiz8itRabr5Ypg+AIvuMgxUC0/inFTP9MPpB0w+Rm4YtJh0jWGSym2QCgeDYlqjAa53PeED
SO9aBVxu22WtM9ytTTjq7UI3lL9Mgek4xOYwiHcxwjPchRPDP1hnOFVmxMedSSrJoT4KDHO9M/Iz
3pQnWFUYu8KH4gGf3D49Nm2PJVZXtY4BqQNs0iw3TFowUSs0rh6jLSPLJlcj8l/rRC6icbx5tBpV
77utOGZEm9j1HityxprWOHjwuydP58Y90I/p9m1pxEqGl+/rIT6UedJjLlcZxuVeYXx+rrUc+WDB
zUGiQHo8YsFkxR0vl25F3HiYCc6p703UKHVX5APn49VNZUvGCvptokd2LeecBIagg/HIsn4cv9lO
zcFHwt60eOuyGoUzYSgAFLZuT7ztruj02twJRvhozGrmurDDomSAIWVCLPMTg/Xq6Db88ZeswgUF
d40FBvJdPQbOpRiZXh9XUWf5k6lQcG4YAxj+o9raDLJdSogASvipuxvcuZo/i7T1iGJzFkl4g6ia
baxlfyWVRq4vAvicf9FTBTHKcZcpPI+0x/MmpzAlSJSUCiYPjVoogqWBzXS0LBX+0hVZHANl6CI9
o7REX8Ul3YAGSmEJ0V+BFL10LFrHbTL63krXDGd754L9BI+ghG12Q4uyeBd7zlg9i4L0v25jFDG6
993CxYUIbIDidM9SQo3Phef3zT2Cg6V/Cyw9MRPPMk13gTPjJfSR5wI0Ue3wdwj8NXvASu/dNe7Y
vSL+FvXJNx7IMIVFRDBGaAm2WXzqw6rxmBC1biPYD+VmuCvmEThyZZMZBYqZbpiwFnrUZ1OgmcUc
VEbfJe+X3UMbVRURLRSimyGDLoZAVcRg0fliZHj0TYzWO4fPq05LvPYs4agVqy06LmJR4TfjUYrz
mOBF7kGKNrYyVt/PrUfz3hgI04TuzigKS0JY4nM5yDH6cBnmvrfogVHCIM25z6oiXx+caRL1F9yR
Ln8iBoGTgL2/XRGJd1Ucvox0b2YHgMH+aXuHQr4NqExOqOSTDxTD+gzCDC0+ajnBS0+TdTfVBm3j
cCvUCHhkDvXKGsKEVyi7uA0Ekkx3a83szqcRtYG3N7U7qKeMhxebWAX248EZCXrYzVx731GHyP7o
qWDM8EUyctx0bqSKndvoKr7wRJunAOzfLbTB6k/2JVW3CxQdAniRfrnMfN9iawPGzXcGtQFaDoC0
w7XTOl3HUzCubv1vDaLFufA3hPVL7pr5iQzYWdw5ngjeqQxlXZHjPBcwOEE2oDjZ6qKP3Pe5lvNS
HvkuypT1NKbCgHkjYadfOvPHhDCbsHjLWbASuFby8mHmu1HVX1hjxhlL8bgZfidFmnb47r0OayV8
vMo9BFRo1T1L6ST54uVdfQi5rPlRNJgsFTv6zpuZf6gtwcm4nrqwhg3gFcWfoYTieTsr6YuKwPNu
AJQyCL2dF1WM+8Yq6VFWjnkuzYvlH6tzGXAKc4Yyj5av7TrMlywu4DIY7hYyb4oW37JWgOQhBwe3
R60s1B+aM9m/19hNLzxhFm39FOHX8rSiPSRbXYL+TSETf+POCuQpjArS6jNw9/q9Yp+iyZ7iW8fh
v7jIzwzcwYOHdvw9IDj+AYEDoYEAsHp7IHPMG5BeJHpmQBLWA4OrSL7BjVSEt1WT4/9GuS/bo0WO
5J7LGxaIcopMo2cV4PIZ7TBVpwoierYvAlfjBkUyd7WZTmOilfBe7H0XPyCli5OchZ5xHvVrUX7z
kndfFu87iFkl/A+2SiTULaAS42OmPOKb2a3pjyZMXMJspz59W009PsGeYp7d4oFA9EbENL6PVk7N
N1VZbH9Kx+d+0QEBmbt07PL5guWkfm7iMfovg0liSWf3bIRENgKXVWRDU24RjM/rWzhL79yTlOZv
HZ/Obzswp9UsdriKjqxZEwTCzQg6JW8C+dJG3VLiwQJT1bnVrWLSbu2zzriFq6NEL2aGiASOnqNh
QmxT66muD/kwq25nqcwIhQTTTrYw8mOSf2fNMjmL0xbhTJcz0YRZicSR2sztiC0ZvcNIYLmzL4Mg
uPdKZ0QJsvrFI9cL+/kp9jwA810YsM5vZ2XCbe5wOh2IVpmjYzKHN2A4xO1ieE/KG4Ko6qK0Q80j
sGf2qe3/lG4Oiy2CKoQNmIiECVdCzzTV8+vXBrkO7zmFnNxY7CugZDFNe/2zHWNEAhsU+Kt3P2Ew
/m/N4YdvOyudclsvTHjAJBCQU4N6S19cEO6o8kS8vLHvo4IGDOhAiQTWDrQ0d1uEvaF1fvrC5FdZ
t3F5addUZydHpc19UxKhjRXQTJO3mfPVJ8VbMuvZTdjMPmd8c+klV2D63qgciusouqa4GWvj9t4S
JyH+LoFHHhXu3QQOj+N1Hzw2wLpTrAtmy1Q5gHmkivTNd7HcHE3tob88Q/uu588JxwCi1jmIq+PI
PO0ZbGD0b0Lchzp/ql35aZNhnO/J/iHUE9UsFGcA/S2hYAPW/E2UeZr9o9v8xXsR3ROai6zBx/vx
ElqPJGKUFFI8Rg6jMHN2V7Gy9YTKMj40bjAQJiO62n0K1jn3jwG3UYxA3JFlpw/jVFbWIE0nSmGE
KIaskAq+CSKxXGMqvxBOmRvKaQMmunRoVljss0Q0IvqHVyqS/BAkQZ9Q6UwhwccIdjd13jN+wOVo
YeSIfsFEnbs9dPtmUaClJN0SPrwaDwyV53wXazK6D9KK6AJuIvmeQjibu7Fyff1BHTkVpNtzVvzx
IGe8wTYZyQpJm5+wm+yxkbP/hlEj/Mm4kcm/cOkIcI6T10Xk+UOM4sAyoAGQh10FigL99bScZlHA
8NOkgryh1ObQx2bHbWwSwX4kNB5TmsyqILnCDl6/0KqsfzBr+l+wjvllvIhlD3M9jHaHEGHRLV8H
K15Owst6WkdKhi0uEwxNMaXgB2HR7sonH8fziXiO8eYfpDl/ZJpcqCc0VY1A/ELFZe6D3FPrHQhD
Z9nhIQxxmZOrAhDQvcG4uoYuiXc7hBbYobaqv41Wtj9rqE0QD0K/qK4JkCsHSjNZKc+B4E8VmwSt
JiNiFPgcnxq57T1U1xKz4dSFz6seiN5AvJ+TZT3iduNtIBs55wr97Wvh/MMe7/qnEGiZ+DVnQ8Lt
jcaAJBXcau2u8+u6eLhp3n/zlhAy0xfVsoWNU3gsaJfy5LmmhGNdJmR2/cXhgiR0SDx5GslKYW1a
yPlOxUUvzwXxnIDaqPlB3GNEInIlj1nmt29OVdQ0YjldM6m22OT3/lSTwCPHyRuAsWVWf82d14U7
37jDemSdWy6XiLkWG3kwzM0/1MUxH0TB+91+1gq64BG3gW8Pt8Sg5S0onWnYFuUNCArygogRll0m
iZ/9gvecylUqnGSY/iEvEa627UpNbu2mQMGyEa1j4sc0pZy6qLjuDXRelOjJ4XadQ4ipiNfy5HDT
vPqu99qwRMvYjS59s/WJXPe2K1Gd00tFJZ8dgGuJ5zaFx7kRt2+ZcWc95EdMP2XMiKPlRK3SwaIv
srW4EyKqTwRQEmBBi7SaEzQf5AMFpf1nsYRYHGJO2tOE9pXfF1HaE5QalXwDJMtx1KTKUPIkHfmA
LJ2We7YaxFkkWeAAxJwC8F0RR+5v6y1I8UbpskWdld+BbxycZS883/hP2TKt3Db4+5EIoap+HTJv
wZ+45uZ+ElzPsadtfMiky2SKNW2zov+tJMm3KEG6Z/qJDmsv7qKfqDa+uRI8YAkwmPPxjve+DlHr
Cv2KXIMIcFQe9C+dU9oESuEyZvuxDYLHgu3hClQTG2nemfW75X1P6a5GYMcM6wMXLyfrP/AogG4T
WAr4YckvCE84cdiMQ5cBxGdo/xBi+bFXHH1Onebc04VN+w78cjMeWKnk3p7v1cUCn9mIjVM1+uve
MN+J+13Xsn9RR7QeA+ejyOFUus9eWdDlmS5wnOPQ+kt3DLyeT8HL2TDwKKaoRgpnEb9HGdiKZstB
n6AFM6edyPMk/JnXSidEQxHlgfzMQNNrgGOjvLJzzyvGZLV6Rs64LA+FxnTFswzbth0nzWVKfMI9
K9KRgejI6XYEmxD8YfXBUHqmrx6OpoFDf0ZIie4qL+EsbAP8G683e1jG/ewYzBPN1N8XDgXu68io
+dQ5szcwG04Hqsah8pAAknyQ4h9C5TBcrMOFscMaw9FJCFuTXhRJuBDs+yh9ZNYOGMji3rH7MJLr
/HsqBoJUKBsymHUpKZUfUSmq+ziFbkA2M34abNwIxAdfbhmWcpwnjom+JTITMHkGZe+uZ17OiKHJ
xl9r2hN7wuQhuhDHQSajLpP06pZOFL8ZMY6nimCQcqOiCcEE8WALGrOY7Cj6QdutUjRHQJ6evWMn
m4XPEJHA+jKljx5qV5Be1eJY+1lzuu4dskort+JmXjipOpsBHQUxXbiDoNWitvLlSWcLaNcxIIKA
AqiJogP1y2gfNVFJ+4oGPdyn4Dn8uz6KO7PvSDeRm2kEUnAoC4+KayJkrTjPsNJ+TDqju8OkCH2T
sMD/upVQuVOmQljfcFyIWTmxksrXs5kslMK8oGDnTZZErMPO6tLjwD6HRW9ouKIfNCqT0Ofb6PV0
Ksu+/+qLeQjQOZH8fMv7BvLAvd2Nfa7vcNSaaDopIvr6Sym8ykXdw3X64RqNJ6G2kIgQapmar8Z6
M/tOg5Nxi/wdqmNHG/PHhLqc0CEsZpmQawJ9+UxE1R5hjNXiTSIRL5+heiTdwwwdi4hW2P1gBwEx
qltwap5gvvNYSDNbXOEvoGLDSbwxDNqKF1WHaBJCErYj1vkZFXFB7Y57qUx79YCTgnAgNgA3cstK
4tCybb2eLUNZTv3NzVKXBN3lJQNFs3qQNfqkcc4m52VlFlQxOyfebiD/Bu0uxz/78mphYZvsZRU1
tFE8lTIpDl5G9CXUlhEG8XNZCze+YVmcfn6OEe4jvjCBrodNSbDlkh5oMCppduvSxl+BU5XZzrjO
2v/WxLmVuwqd8gNGtPkld5LCbnDBMuiZ6eKjbQ/O+L5hIPlcdxTKbCx7e/EjH+1mgJ3/OXXSnG7G
Etd+IEqzOIdIqZejBl8rPx269YLgFjRBxXZyihTm35pXwCr7qV8/V2mR5255uSvousKzGk0tcLLv
IR/rWyhWbJV58BlvcR8yAEXZHgVllbBERWi6DJs60ahcRJgDaZMZI+KHMUR0co1Ay7EnrBNUkzvu
ukAeSOt2IiIuCCpvHzgAE4nUMw3YSmKvh7aFbhw0ylEyZIuCE7gqEKE7+rd29DYea0hw7qjb8upv
5KNN47TkXEadTwAXVLWSPEeEitQBmXPnmNlb7scmDfQ/hoEz05vEFQpLe+vl7rEBioR2r8Lmjm0e
HPQaDXtE+WX6p3Wj2NvLOZvTqweAZSTu0p2zZP2Yua7+ZWjkZsqoXlS/SHzBpbDT6EZmit2+ch+K
PL45qmh+37oa994z20hffmh/cEB7eHJy87tWrF2wn2cgL3tExOX4I+khZMKqNYOY0U1cvsED29yg
RuHYJsBtqXT87DEiKN1F55QXHRa8apm6BzyeU7nnHKyaR7BREoUh3Lv0Lg8QdDx1Lg32dzL30KD2
bi/nhJUyYs8MBz1LGvU3oJzwboLgpPrwudlwfoxMsS6xAMT8sWDYQxhf91rk7N1adkXWstrTOw8r
d7ynyIeIw/8RBvGfeB5Xlb5KTA8sFVmx5OGxZeE8ffcycjv8upl2DrbtlHuMzEDNvMIKzOAThQRv
7Hp0YjGJWFFiBVbqmhJr6zkEq7D9zsL2Dm14nJK4lq+ShQtalyk9924XCGheRtnluyVMODxOUrEi
BdOLX/mzLKibkWN6WbqbZKsXJJc2ru/m0ngtCeoZHfSUQAb5dm0A3cYyihqQQ3AJJI+QQLgdcPK5
rLLiTDgnZr/uvMsAj4eHcNKgXqA1R9o7rsXazQ+AaUPJxA1uDjIgMce/Z0Ye1b6v4yU8jjhv+oNG
sV3M2zoY6nEfwL8RLwQKEbfJcMrrzsLXPWnDuSwrzjyMPj5YkzaZGDzDn3RCMsRnejMsFquXQxdE
IoRSP6a+AZELpeEAatA05akG/SBbbBkchkSqTaHLW0ueUCE2Cxtz/VkOw6BelUE+SwhTp8gqsiFR
mNu2sJnfYzCno2V/zCQs1ruwwHDCv2Rb8d2MS9ls8eD1djOniZCfZZR1RXblvQl9zNIlan2cAw0n
6l+etZoOeyV+5j4VXQLKTLFS30SFUZAxO0mGA9uwGeoTECMMBzTMmt+l497+mBl9+HesK0rxoxrk
9uhzZwekMQpqGREwUTIMhWRMrLkSaOlBOYby5Ot09NEdLmwULrVi0HqyMspvFkjhc6gTH0IOFo4a
hHkDI/9tgL7jq6KMm/4hemDqR6yRF40kpBjQKRJsS8+NZ63zPBCMQVMlLc+8dI1SMKp99MoMqgeh
niIfrM4IZxfKE/bQNhufR6ovE18YZvfQ47ZYQXOYPA0e4Cp/CMEI2eIBYGFro0MLec2YPWZgrwa7
2IhQRFtQ+pinF/IQLJL2qFinQ9kUYfWZUAZM14gHbzjapiOvok7j3LJFb/r4NM3uYI9auKTyOb2E
YcTUAverdZeFxKUbefTMtH+Y0AZniDu7vvZghtkoGrADgwDb16OazxWtFRJRPqR6VyNiY4+MWIF5
WVHlz8hnDWP+YCpJOzJ0DdsFc4TeNQ0l/86x8UBlxPiCZi1rSKxDTu1ten8ZshPzmmA5hSz+xI6N
lkBPUWTxSRC0/M0hz4yxLpS8a/2BYFu0Fu+mEt64F3XZWLziPZYuiYOEkVKQICLAgsBYVM/ZdCY2
KvnpW5+IZR0kUf+DZiQI/tDZuJqvBFncVqFtCU4ELhv7C0kdUTjj7INcaIu+Dg+M9eAil6Z3ti1x
a2z7/MmZ2OVxIPU7jdHP4j4hUvm7jGx7RTBSQNkrV5ool6KdeqgKZpwfqYfDLQJTiovclPm177s2
vkJimFoszhXitpQ0e2/PZopKLUxTYkzCIufBCp22QNLZzsHKmQjOEX1vlH04Q5uvpxqOY8+z7TbJ
lUMA7dQwRcPfjKXjq6jEzMYXGxryebelHG4k6g9GU5QJzMTp1zZRGbXBZsZDB2liUbwDDhhUIpdi
FX+5kAOCp8WnDtlT3Cj0J/Qn2YXEmXB6RD9e5Oc+DgZxDedqCfakRWS/+0lGEZJgWsB7mObmrYhQ
XP5RTcpQrglgbO2Qv/jpQZeu85VGQfUzYDNv+Dbc/vforAs+K3IA661F/vUNQQbfP9m8bBB0csvk
nJQwz/iUa++8kub2t0qVbuE7QR1H5KfXnBTB1Hps+Qp77SFy/gwTwjAIpXG8/iJLK3tswUAtx6Su
A7NlwXsLtGlF2O5DEp4JnunC5oT0OJM7V7exYQSK8vHX4LFqOgwdUVWP68Bg/4VlFckcfD5Zy2lL
ZNKGfUFwpEMCoZf15RtcBf+/oM2LEzpr0Pe4ufJXacbUXArlw8MgewdWuooc8bCkE3Zg4kbr50nI
qT3UanEjUpdiSbwe+FuzkSrvX0wzl8ymOYwOBYrn5hjlbfoYSTbbp8ln2EUUTxXjVZ2Ij9w7vVEQ
pWSWiI0fMn9+zJraKvDjo8Tx0A8R85i0cLbKzfElCGas4ZkRy3wOHRc102hDSZfQpDh+yIU2D7B6
ieBxVIgN1UU7RHAtfhmiKWLlHJsuISmjRChQMnyWiJxwGrKGJmzUeWqjGVIhsJvC36BUS5FqYn+6
ndY43Q5G8Rr/SVLcbbswcYJnZEeA7MfGpr9MLYp/0inEXcOUnDnc/8ldThyg5S/X9XYgYshHqVgv
A1z2oWCSBqK3uQtgVyAaG3rBChP3d0wuEoyz8kYyHK4ACEI0aP3KbaPK2v51XUrgkHQD0Bthm58n
4gluYyYsgegDJ0lel7PWw04obZYrgvdU36FYwycxF9knRd+iCPbS6euIASS42CAjBQu7Q/neOIP+
LgiU/1eA3nQvt3TnV6dDh7llydhcDL9SvsvwlzOtccngeG3dPn5LOUefg7nUFfIvDl+BML8TrzWY
XX0moWc6sPbjU46SkHBCXwd2G6JI76ltgMnOAKGTb6ZWPmoO0GXVUQSF752EifK/qxDrv4jdEimM
41ocY6i2WPWcSkQnKr2FLWXMb09qtUjxr/LqxPS4woa7Gu0HcV9p0N8N0AUly3GeFMYmbQDOU5aM
zEhlWi92nEKgXKjv71FaDemZb9AH5OwiiN41IijZc+iYhm52ygRw91D17nXA2JhvRn/GbMXN2zws
XW4nPAvWBVXkuc3OX0Hu3K1rZ97GqBw/MD/C2ImdqCz3YUoZuR0H99Yg5qn+MsyCAKHkzNg+G2fq
/3WrwI0fD5aAJLQihYquldeo6Rs7HtNZgMTqO7ULL+XoSTNv2O2JH6JQlx8Wrc14Z9YEjeZGNUn6
10XBUwKvW3v/FOWkf29aKDycpkjkvQPa8qi5H00UNIeers7f+qEJuhdZJ+zBibqLD36XjeR+EO96
e2m74dWmoFn2bFFvfEE0FIQmUbaTqgYUhma3aDIfGxI6t60dJC6KNMu8T8U2OLjr/0famfRGzlxr
+q9ceH2JZgQZDLLRtxc5SyrNpVKqNoRqEOd55q/vh16V0gkJX7UXNuDPRijJYMQ573kHEsLGrzmS
apxurDAjyhfOEgpoo8frx/INceF2XkrES1JTFTutr/IrWGXkhuJCUfyMjRkwOqKuf3QLOzkiLwt+
+JjjDdt84u6GzOHRmLa9Ru4e2fWtX1IkroOwx0m9aOvgBbttNEl4OTlM5gq/AgsKmOGtNLCaD9Fm
7jZKW+RjEV6VZuvERvpP6L1eggptw36A+8O80YkIZx6J7HbvMuFYv3AR6DE/t2vrNQ2hkxzQYNAQ
WwVcHwLAJr11iDjKby20JAn3d2QmN8JEvXczRLVarFExRUBZ5SI536TKnS9wYh/xLcxGfBTNzCut
TTQKRDDlkDT2RjZVh18m9ML2UPXFiNsZFhtiLzwIgvxVGYFGLf4kmxCtsblC8uF290NNx7Nya/Sr
l0Wj4kPe0SRcTVVYYRpeAwCsZvoftQ2NLqZVyKvpgo7ChiFMvKtj3Aw22gx9MH16ni2qU6t/BhUN
zdusZIzwhtYG8fa20yUOpLsehnUUXDP7I1h6z5zBatptrBGa0n7IXsU85yR4NEZTRTg0eX5Xf8k7
ZT1xiGu9VWEYN+tJp8FLg4yi+TVPiK7tLVBuK9bOgKCbEG/byl6rMHWuuhZNAZoTmAQZwVAQjzfJ
ZHfVNTy8qdl1w1TAJ4QRY4wbRSXms9ulgTSy8kHuHhjxIpNQGOhWq2RKpYdxg5b1s4P5a7FHmlsW
NxNyUQMtpY8J9Bpfrjy8Iw0skgDfM5gNpJsJRjFzU6weEJ2TkoMVmZOuE8Oeh6uBgzE6zBzQ0LyI
EgwQJsMxuoA+0tJL2rpfwgccj0MDHVy6npU5PoWzV9tIgJus3sEqEtlWQEh8UAHKs43OyBQCTTHS
p5jUAHntlw7FK3gEbFOA/dp+ApTrfnt8wNTKruqJCRwdrmUEQY7JMJAw2zW7Zjn+dVFle6dUvT6U
AmSZoRa+NgdmOzL4ReQXXEg8DG1nV5Qh7G+N6jc8kKozWczN7drMr1TYtd0vLngZXeMUwfOKUfEt
zjqF/SiXev0BIkTgP2I9tQwUp9nGsSCd2Na7RUYe7oYZ/y/uuMCVB1sFcC6pYrtnPYVTtA8CiMur
qhlRmtGQw2OnlTfBVUJB8+JQMmJX46Ruto5dat51DkFJPCh6ekYLGfHq8W3oolrlBsBXKpmxe6Yo
wgoSRwfXVS5uReV0R9UjyQpwsYq6xvFR/W5w7Zi+gGK4zddemATBAYlX8Ie0oS+yBOek+yGi9D2W
yCicgxWADcGgygf06OHcr6ZAGd1zGCq3uCwG+LRrgNXSBDGqau/WKsbG3IJTmtwNRFYWb1IwEdzB
XlMYn4Z5CAJqYe75COm9Ty/6cAAxA47xYD4FMDvtewv+6UuHSMy6rkkybnfCp8DAWEGiAZoSXteu
J819sZCox6Fao/gLSdWuazgnP5m/V8V6ucqv4QKOAgN54g1gpRp+GX4tM3d6pa6Y+vvKI9SZ2KJB
qD0EOImOyChtN1tBQM/L64C2Ob4iwUHHN2XB7Gfj4WrIxBoBSA62A7/cQsWJNhBTfmlhuQr+7WLO
BB2rrDziA5CwNV8KiC9tfT9mysd+2xHkOq3UYOKaMsXM4rlmPN+4ixyh6/orncZAHGkggowBlDG3
hFNUtt86zyWqlRFniw4hO//Etbzn1vWm5lfs0UYfUEd16gBQJ6Jnrjxh3AGYD/6DHcRVc6CMIW1w
GLWFkNwSXCmZauz8boSaHW6XkY84mAoh3Ja03forPTXTbEZNJrkkvo0G3c8UxSllTkP0LPYXRg3n
yN4BTQ9U2JKAI/eyDFDhbB0VNdlPXAowuxhDHR0rewguaqM0wEgcISUBH37/JB2ADjhz1TBeiD5G
KGYHg/PTj5u5Wdfg0iQSJQaXqPZ6eeMgO/QJaGevbpYbzFlAV+fZk/gNgXdjHsX8r8CrBpYQjpx5
I+rD3JvdYmFVobIyPdieTGympMRpwMWftM7d+dLX6JuAvEaMJKveNStcAwcyehpgoWCdtPBT6tQd
vxt5lN5PoReGqKlCBWETJjZ2zhjlPY8l9yM6yTp4MkOMYADnB+PaQPmAfKnhg1rDx6Oah7Nm90ss
b/QNunX7Fg0lZCQDBj4D5TJS/F+wzQBPNyJ8zCkAf6HGRpesIBP7jJARAG6U36GPhP0NMzkfZvc5
cZK42FSw7Y/Q+pntRc44kD2L+PAFSo0kRIh8lQtHEWm37cHFv7XzMuJpZDbd1GzSa4wOwTXTpHC7
Z7xG09d5ls3iszb4xjrUnXWPf9DwMEi/fSHHMn+TjZ388MmgvZRy6HB2LOHlr0Yuc7RvMItewUYh
XtVTVZfbGnMGY+tlaXz0uhxfPAH9+SVCvPZoQI0PYTfDPtkM6BhvspAQrZVXF9CvcHarfzYJ1coK
mW/xhKBCPnmmJd+SKPp3glPX6fXsZjXk7M6pTOwwRUJcIORjhndBLjZsNc7FEeZpsmGInF25EDOx
QyL6uFpBYMRoecDDNOfQqxA1TnZFohGaSeYYsc+5RlIKc6PMdVAOSTvmvJ3jCRVFFcJdW7mNSUdA
t2ekyPzs4q22y8ZZk7BZ/6bOKqKtHHIdUcDkWHnGudRXLZxDE3mVzSDcLUp+a0XgTURbob300rHS
FrUR51VHgBS8VdeEogJdMfb7PYdB9nvoK/uHMXDeLi7hmXHZlU71UzPh86DwZTlpsB54/DYwsMPa
drNd3bSWcB+5cwLnQDofmQ4TtFkcMnKe06rjXKV7MyJdX9QgoHj+9UH6WFcNQZWS+5qU34KZ7VYw
cXmzm874OkAIPsxVKW8xWl4sd/BqahiZJSF8E6729eDFMttHfoAybQpT96pOZ+8pxxqjW3eYO0Bu
LApUI5GkSIEEgubXYyB4Z8CZqS6GzJUPfd+G95UvuAvhD074J0zBeCOaPsetAya5tQpxLLtC6Tf/
MHuq83VokX+9cka6cAasApmt3Y/jt8GcMM+kGWXsyci6hpxt5UDCoZddKLhO/bqrVXvPVK36GgdT
cR3nRGatoMwAnKlGN/cpVpDANIEe30QSQx1hEObsraRNi11rklm+MwxS6dfQzgm1dKtx/o6mqnp0
6z6gHhEmchLpovHbUTeRcs53X/Rr06Cc2uYqmof1ELl4XsGlM1dgfMmdWwQx7dBMmCqm+SraIGyM
HzwaW03V6GevnmlDCu/8AAM6tgLBWSU92YOHBxB/h0DHs2WIUF15i0xhPQeZAdQ2l8lT7U3wVDJj
UF+CUuRy51E6VSvdxJygQQ2SRJYQB+vKw7LsWI+jRpLssAEoG3z2BjcaBCEOBxzbuzISdwQkclBh
0yVeIVLCLg3nwdk3U5seVSfTI3Yu+UvbWhAreRD2FwYO8Vc/d3CIbnPg+os+i7N9OuIBuBmZa79A
w6FF8nUFlX+YIUFRPMTUvVoW+HFK2ObhAe8HhuMNotf+ws7pn10fwjemTxNzrpqvEdOmsqQe6EHr
6ea1iccxzSMhk8msfxLwXg+Ym6n6mNFuPlqOQRIzAhAXOVBl3U+ohcatgRLrexqG/e3gIt2jvpaK
qq3P7HkhYgGDYTSXPhkmTK8VglITTmQQeMMGuKeJtyYkIIicDUDwqum8xZSdaQtwTqHFN5cPmIG6
kyfTymlDguiHZILuYoL2HXSD7fE2TaADbGFPYAVN4nHyrIgEM1dzMhB4ntSNi+NcHxIaUTU+jVhl
Jx4PIxDtHcSYctzgih8HL3ETWm8RVCdnBYerAV9PW0QYWVi8Rhg4XJnRsEQCDALPYtqOwCVuZcqf
cQMW063luzUHhImMtBaD1V7UAQ9xjZVHhoGRrPD7jOlcikNexwvxEmcK3KCq2gy2BobM/RUGlgwT
7RqGJ2iFUDfO3HhvrZc3j2r5q6HYDQLf4TrAxXvKBOx35HpoMHq1UF6TGqdCLy6rx2TM9A+vbgau
UQ5B1Ks4hGwnU9p4LYGFfrE7G/NNOjQMfFys1AiQxIERxjNTOQY1UmYjgQjYyvElIi7EXadK98QY
F0swCR/aoWO6huXSQPm+jYgpKVZ4KxDjRXeMAFfQDJH+JhsZoVc0g8ucgwjUmAiZN6Pn0lsbmL4w
73BwBkIHk082LKeY1DmZYCC6Mr0GARJ+uuVTi9kgPmSMzr8wFGaOZZo93Z0phvw5JTI3xnS/8L/B
1Eft6QeDtS9bJpe8HWTmgrTCJUlzdBfZdU73JsvspU6zPLyihLBvXT1X0MLLOPyBMrl4ytwMALr0
7SC7DDDeAJo3TDCCiFlSs6t7t3j0Cc6hgE4CdW0jc8KVZ3SGlyBouaeZctj1JhQy0NveId1+Zcqs
hNgDZr0ZGHW5qz5GIglTv6lvLVpfJPvKqH7wqROT4Th+8TYi+yFlFo4FTFW7i19dD2G11dFL7nIz
xB4KaV5775FCBNgYF/kFDPayB4HShJEtZSdwhx7lc4r3PBMRhsWLxJl0Glws3fwiDcJlANAkEAY7
tMPEGDCA5T6qQui2ljWyTXmh+c2ID/fPAPsiMnDmKqrWYZsE3xr4pCNfbt7euEU2Gowx+FpXMumQ
r6RW3RJ84Pm/2eEAOhgQ58DrsfnI0Zg9BnNe5xvVNtN3gfbinpFDq9YA7BUO4Nhk3fhzu3AXSLJ7
1noaLsivtc01H4G52FT5eGqIoE8C/ErG+SjgOl8jB0RZYXb4a/D4TIA3rfoSoj4R1ANmoyHWjzwM
+v1pFFh6mUxWKVsSQxWb1DOsa8FuJMIlytwrMsHRKvE6ZbGxaovZ4TRalGMtsZPm2hhqyRCb+gQt
kJi9YVsnhlNvYWnz9DH31N9SOwK1DWH3gHxUpXVojOWnlZmonh3p0sBlYw+S0cJ4vp+yRStFeetu
clz34wXqQRdbUdQiHEptGrMO1cChRnZDjkvU909EHeaPtN79jzGME3RFDek5BmBDuc5BLblMCBo3
18GciT0WXmR8NTKwSmqlPPkGZ73+1mDIF3M9LlKGyJgYWXt4fGPTEBPzZfWRfuNUcfUG8UmMdDht
h9cQs6znuWQAu3IscNwtIXKRc6hclGX7gKr1tnE7mi/o4THkryGNvlk28gUcOomrvwwbI3+AWBhC
1kE3j1DLz8eXsKTaWoc5WOUGC0dxwdFFS9/AQkk3BnyB4YCWILhBzcVcywL7wKwx4t4hryxT8Rqx
oeMhzY+Cdm0x68Y7PSiGH1nKzGeHNKrZChIFmBNWsG0APOva2DDG78MHEOaAgqssjM2IFNK8aUd6
3o2XpxDNJpdB7UVL7uhXBL3NAR9BkwHhDN+RgS1DVmbYMu62cTf7ODKwJawNBj3WS2e02EnW5FK2
F6GLxn23bBfF4+Ur2jLOxoqDFhQTS4iDNVFdhnaqnYHumRaKkPAJi0GyyMeiosBKXRvLCNcm8wCW
EmmwzFYbE2dErxj2rhiqbk35yd2BTrl60ESYBbtKOOP3JhoXI5haohhm6GpDYYDvQZpX2xWvoK02
bgYSHcrKgG/8FONzg3mMIFlvVeWwLzd2kmDRY5oR7JAao23c66JCvLYl3tNrRPrydsaGCJ6MGoiU
6iFtEc/a2hzerre4zTZhMswXYoyjZpdnTvrsTlOoViXmWzAwKBjSQ9uUHtnSSPn8PRFeNCLghziY
1jQ3b3EXI4KULXSui8zQDSaG1DKgj/Zg+4cAsATF+0gqNjZE6fU89baB6C3o86+OJhVlg27C925i
zufvXTiETIuKyhWbKvcHGlhSfn8ADWBB0o1NCazENM+6xzKmrDcILuO7KKmtAV4D/3BjEjvFd4GW
hCRulypnYykjPM52Bu07iKzgLu1zq90S+mTve20StTSqpLum4BujvaSpjFY2F5HJ199hstMYifiJ
71P8KjosYNZ1aeT1V+zb3fvM7JgtDrOszb3qoIZCXK5p75giRNh6Y0wFyiOr+BXdaf4bdbko1qnp
I9ogkFLMW8N2QgNJF/IOjvXIAFWhU8GAj+ouJAuz33Bh1pQyGH4d+8TFv49ztnrpcSbRiGMsARMz
CJfMaqfrD36nbJiQJNvlO5eS97cFBBlsYojkVJixEnfohbhwVcHgDhVW+9sFpKkBJaTGYwlZnL/v
TWT3uFWo7BuUIYZ3ZdPaWyAVKCFgerRyKQYMX0Hcyi8VsBwiq7TOh68ZPod6BSOHeQvkHLKW4TFL
gMlYx4uLP4GkQaaiQ2OqTLOLswkvfADX7tcMtSreNjUki41I9XRMON1/5RxHjxPOtNE6V868dWk6
sc0vAvXN6uL8ymwIONnYhcUc3VLF90xb8Giwlirv8DsLb2fLtVEadOn0Bk47/jbRs7xQSpaXLohr
vClx/sPMym6zbYoJ6beQF/zAmAqqUNIB7kdhgZ995eU2pPJswdq8smtGxjgZaVSoeZIbvjCsjih2
+6HECZ7A5+4X1RcoKh9lGaf3sGZCB5KqW/QSMILjeSPCqeMQMaXqvUcPMVq+a8Pe0SsppiFBb1Ob
2gcu882m79aUjk7xxdNlb+8SmFbNd+IBeEw6YcoMxN1EpnURYN/fMbwppgrqEcAyk/Z8lmBea2Fk
zIAj9ueSrtFa0b4lRXBk2j2ZfCmVCLzE5taDDHsxNB3aQAZ/uIq0iWeNd5IYVcQUihOsuvOlloxv
MBdwiGWLnbQLvklHmJm77njnSECrWJEHgHUW7paPMVHReOcPpe6uSLTz7J3dTbHaO+Qc5j8RtUqN
YYQsmwFrxrJwtjg74J14aXkYtlL7B6LDiz5MhYOMF9hzbK9Dt9NNfnA9opicKwT7jCC2UehGPJDR
KjHi2TYJ8gh7i0PhiLtKSJzdygThN5fOgR4fUd9IqeYZ812KfX+2h/PN8A5nTw7JzG658LmhGn0Z
EytorEeRF4RRwHYihhWl1WIRNuDfHpNJPuOjQ17wOgzRrOO5IDl+kP+Ez7GH8dgqriGmUllEuUBE
6yiLDp1ab2MTZHqj4NYXDP4hi6QN59MKAbbxvQZye3Nsu/4GUbdu1jFeAxRUGfkt6zby1TNjbYJ9
ukIKSHiKKPRNVKCg2ZiBm1rrvnfqt4UzTDTAYMeLG0qtEOLDZScBPbFwIsWX3KYfG6c310FpTTx2
NjITgtdP5YOmIdkixDIPcAqlAoQo6+uyM9S0wgTc+6HTYdphAA8+T9JG6zB+bMHRtG1Bixu6NnoZ
4eh/D8jPi7ZjbuUgT1g/E0TGZEwd+DuYvruGbc4HFFNU+fgGU5SVY4WzezCrzubfDffazlDFgB0q
DQ1obpEcjg7V6hpjUL/eYoREbHyhCBuJ+tw7gq1DYEELmzmXDkN8OJVNAgPSazPjwXRsEBplxdVb
KHNrWmezUt2VG9fykZoP7lbgURivZpNA0e1gw3pZKYXfkm2aVnxBJAqCkjJnpLJG/Qj/KJIuye6W
bejqsl22yCZGN2PszWGcI4ylBKEhvh/rYE2uWYznh5jdJ4dulnEqTApJpF4vUYJB/iRipErIWB8m
GGIjgyxqOAnsU5YowDkeiEWjAYbhjR1BTp5IF9auc2jqvL2M/SZwNlEvh37tKl+8kmTl8b/Gbket
4rzwf8Alap49aKEUqagsfmtL1q/wHAdvTWvDzi5li4f8iJ3tKmrxNN2gbbOfPRP8d5eDU99DGQNh
4rclhw6S/T3OS+MPlVvltXSIud1FTHH8LQk2treFaWdxY1qL45FVM7ne2BLl8VpBbWYU4Tt1uiZs
A1wNi1fPXGHAhWmB2/sT49I4/pWnOZGteZMbN3g9pVjCabO+zJMc22XtuNU+i8h1vPDQ3F+ZbZ0c
dciBTHQo/oIbDA8gIUJvhsEkWsfWXJBR9gzLQyD0w6PrRxglE0xATewtehTdrNQURNEKaJjeJ/CZ
1qx4HNz8DajokxPK4UXObXHnK14UCGMOCJEb2NmTLGbhojsN5mucqZxBfRc9JGLBWKPMmnq81132
m00UHfq7EdiGbg8VAcUrigAdDPGrWeDlKpKoR7Rg4OSA8GmOnr1JaGcTwib0diUj6nJFQcCsAK9l
hUpPcFnjez6EOEWQu4X0F/0cgW56+EnzNxGeXI3tFe+RrjwWfrR0XeBxq46jCI9LLITcxVRBvyjP
XnTJc4YdDb1XDiGOmIpbWqyx2CAoUN0BbLKu1p0j1B0+PuMrAsb6NaZj+ck0N+BCEvN4TBEXPzAB
bY+4edePI9bl5QrkBX8dYTn8YrwheRD/jfQNkjyV/rbCtrQ8VKYOcdaoPcwEd13JKOgygthPapWD
kEBu//Vf/+v//p+f4/8Ofhd3RToxaP+vvMvuiihvm//5l/2v/2KusPy3F7/+51/aUqZpK9uDV6mB
PCGh8s9/vj5EecD/WPx3aEZhUzeMmksra697HPJLP+zvPl7Ee7+I4s/S6Iaov5ktEh1gvV9E455p
SowgnjuJQveHnZf9URaDfyDA3fSu4afHxJBS+Dh3IpZ8fww/8s3Hf4M+8zcoOMweuWRorW31/m/I
lQeTfZ6N5yiefUj9uUfjA/1U9r8GaAO0vESV+su2pyH+eGlhnlvbcV1AM9PylDpZW0gzxikzCY7x
2C+DiQAROO5S0El9wztolei3igHvDaO3em/mbUjiLjvkkz/j7BP4469w3j+BvmmITWi0/zxZRYNC
EScWCSXHmut7J4rG3wNCP1jPcQ2o8vEDWH7fH5vs3+9faeW4fBHCkd7yfP7YZClubnbKxfwsaW6B
C0Dr75tSxDiF4eGz/3gx98xiEN49oV1LO9pcHsMfi6lImVWNYukIyaY2H7gkpLEahYdkqyfk9Woh
2CW/lXZRpZZ5Iz9ZfnmKp7+VGxMuJlp8Jd2TD0pj1U0CXhUcmQnHO6/M4ts5z6uXxMvx10kBMz7Z
2Oc+LkQaknGA0ti8LV/4H7/XMiYvGAodHGFloXmbTSzRMPyMiUEmTIhYNy7iEWK/O0ErInsItICk
0erm46d+7hVr4ShqWU3iqD556gx/IJHNZXCESOMfBgrUjTU1Cuw7b9Z/s5TnMRZTEjrgydfEgJD1
iYA4inFIvtUSH7QtRCdMq9oeKu8/X8x1WAVVodZKi5OnK6YRFXxoPKNaRfVtebQ16Mxquall5jaX
H692bvMQCmFxGLFx+df71VrhDXMDbfaZwITq3iZFEGc80l2m3WA05HM0bGy9++drevQgitMRRYg8
eZyyIfqnAC98VlWGMZ6WySYpoXqhoKD086fikw/k3E4hzcVkp6L/YcO8/42RiaCkN0vj2e4I1y49
BH6rtIde6dk0Mp/slTMfh2t6xB3YaN9dKU/OPLuWk2mUrvGsKYbW/M75UtRVQRRqeWim3vtKUaZ3
VmIMRH4XY68++TjP/FhXCE4j19Qw+b2TF1rKAl4HOM+xFVN8oHdsr4CeSWggHDb8ZKue+61CuEqb
JmefbZ28SAjcus3azuCWLer8RgeElsZNbfoXM8U+DE5oucyFCBdIt7muiBuqmtLOPnniZ7awS29l
2cISwobD9f71whbORmgjbKdSDHtk8Fa+YrqERG9su0tmxmiyP97A534371dAG+NM+I9nnCUgQk2o
siOe12+Bhv60QTDr4WXKoXfQsxHdEveTbn3fcg8AYJ8sf+4V88iZi/LkhSlOipsAdy2Bm196xKuT
+aA7zHeQoezXnBP/18e/9OxSlqZis0zXdvTJG4ZV2TX4ccfHLqJ8XjMoQtcYtN0ApxTG/NXHq525
SF1OPMcR3NoIBOT7N4kNLrJTRB/HdIaB8lAwnDXvgKXL4ameI+2tSUXss58+kth9TWy1ff/x+ud2
Ehc4N+lSm8JReL9+2fi+TzoobLMAr7NVCF75ZgNcfNVWo3q4+FBpPtm8Zx/wQoCzPeEgBD15l3D0
eMGJER9tzLWImRsxNaRU69P51o9H8f3jH3huNRf6FF2Fq6gMT1bz27Gm4a+SY9WMfobsqgpmfZsx
opM/ooFI8L9ZzpOmqRV8APNk96Qd+WiDqeNjYVtYMANuGRh+wTc9VLqAlfT/t9rJyetLICqBL+HR
AgCZ76dqrv2rqPDUL7cNp+0/X8wzlW26puRpnv40heuW3RtZdEQ/7rdIw1OEyKCGyrqXreerT37b
uS/Do9oS9ILMA/5d7/9RcmXo/Elbm6IjDiR9BpMWA1kY6wKemRU48T4YXA9eGT6JzS/Mq4f2L74M
z7bYMtqiOFEnJV+JgLAISp0cUSzp10ajXBTxkGyJS7PuAfIAwP/i+dqOY3laSCXkyU5tCT6OZOUm
x0HU5rzxEgNGCJxLBCeZWTF7/IvlXJsrzJY2VeXJHdKXYd+W45gendBCtd/gFoMtJOGi69Yd6tuP
F1se1knBDnXWpUaAu25ChHx/zEx+26BziFOYaINbXZn4XVtXAzKeT86WM8fZwkRTFhuV21nK9+vA
5gpAo63s6Gejk+5wYVIIkqOhnnaqIj3vstCpnXzyYZxdlPZ+kUNjfHFabA1WCIuta5NjN0LFXcWj
HTJV7MYBvmSRWM5OzDVC0I+f6JlzzeNLdHD88CTTtZPtGTDYULIyk6OhMKgkz2OIu0WGUOF0vMFc
Jpaf7Jezv5K7SqAbpoI9BTHIgxyDuSlQSBCg90IU72FCtUG4VyXwOEOn337W5S13z+mmEdLVLAgw
5MiTuwnxdsPUqk+OM8jzg405hVrjVOWA/VScstceVqZib+Kkn/3zWxlnXSkoZj2uRu/k4c5oc10f
O91jYZZZtSOZmxSPpMmsa/JvCIMMR2lF3SoofaSptZH17rd//naFDRPOER5u7M7pNYKrOgnFTnaU
WVL8cnvPuHZ68sshDVXj/p+vJS2LJmGpQEx9chB4eCwA6tf5sQoq9SUSef5EO+T7OLO0rx8vde4Y
kJSrHn0CMVvi5Bgw7JZSBBT3iIyIcTmyNZKXG01p9fE65z4OlBoYeVAcWxw5748BlPVysFudH2Gp
qB/dgmM7TZfjFI1H9N+spZedQvfDgid7JSNuo+yklx3dRqWH2J6Lu9yh71yxw9LdX/wuTk9TCCmt
/2iUgy4bui6302OVMHW5wPyz2bd4Ljp7gRzi68eLnfv8sO1T1MIe29BdDoQ/LuB5FqFHMEx2TPrY
OTiGCR0RTdxtMuRg2904/q5ta7z4eNGzbw6MVFv0cqCYJwd4rRcdRcrGrxElfUmJwfs1qbqf4PsY
ytx8vNi5I41u3LUVzZwW5umrG+0xFRjbHeM0T/W+zi3SLyOB6nWNZ1yAi14OQfYv3iGNOYw3j/KG
m/f9Y/XSnFwhe2a/mHWBxbRXoJ+zJveqhC7+yTl27mlaFBMuk0hwAPtkLXA/RxIflh09NQwYSbtF
vC0U+TOGQCr3yY107mla0mFU6tI40ZC//2GRrSMI205+tDr8OnZWXxEOEod1vRX4vrlkbWTxJ9/e
Z0ue7BY39iccUYf8mDWG031hFNQTCoP98trF6+gBjou5/edbxmKrgOg7qERPq9K4avsGQlNxZCKH
VCD0xhvfWCjQfZE7F5OI88e/WJBGiUOMhl/YJ7Cumpu5RHBZkO8QZni14VviYD+x7rK6ueJ6mv/m
kf6x3slbHJAOp8QEFMcBx56WX8hLBHO0f1N756+pKN1PQM3lIzu95cHrgRklJxtWPe+3zYQDdhNg
CnDUJmndm9oZ4RM1hVt9sj3PfQtUCAwmpInZmbXspT+Os3LsPGZwkgdZd9ULhorGASuK4r6dvOuP
X9m5X4SEUVJAwDfjvnu/0ty63LR5XxytFHENeUx5+Fql4acl4LndD0pBeQSVi3vuZPfnQR6TSOwV
xxjZ5z1+jIsSrukOoh8f8qq2PjlMPlvu5EUtDFN0rHFxRPiXZLueqJsVRjhIfkaoquXG0c1ftJwM
As1/dw2Cd3dSmlA3ezN65PwIsc+0cV+BEuf4wLaPqsaT+pPr4Ox7YzqnmB7BKtcnPzDE45XkvqE4
dr7SdzGOSmS3VKX65Io709hSmlNcWpbgJDnt84jPTvxmUjks/cnBvUKGZrfH6rzal3QuX5ZwMTxf
feIarolEsf7i+/5z9eUh/PEZmLpZyhWX0mi2zPugwBdnl2Wi8FaJ9siY84hb+GTJc891eaDYC8Hn
hrb5fsm8dlIzi0V+hFwQD9DaIB/u8t7Uf7UOnZ9a8Al8k9+vgwQeEJ9W4ZgJpuQ/4cAM5Z0H/GN8
stC5L0ExP4BnJKQNjPV+oViPU4EwmC+hijJjH2b1JbTvXZrmGu+jws//4tJh8y+lLG0Qs9X360Hd
9Q26wOKIbRW6EWzasdUJ0vlQV23nrEPl1Z98Cmf3qA3nlBOZw1kv//yPXYJ/XUJillEcyb+tL12S
T9a5K623mXngnh6/uS/h2JIqys338eF5rupUf6x88snXLWbuMC/K49zAHTbGYcIlp8kgmOXhftZ1
8eyVvvHJzz27qOO4ijEG2PbpOVPgpBKEWG4ffSbTmEbWJGeUgwu5jFJmY3KMd2t3sD+7ks5+GNqU
9CnK5FJY/qw/nnKZoOnKcak+di7zkj0yDO1u5wby9V880z/WOXmb3myCSMQORctQbR1YdT8lfBjM
VEgg8/EuS6vrJGjbLx+veu7CdTC2A9Ki/NSneyiyp64056V/mDNj3McjIsRdZY2lRdZ6DCHsL5az
4BQuyD0ty8lHSdfQdDiAJUdbJdL4gS1Fl1ybnSodePWMieOXj9c79/LwTDWZv9icOac9ZmuP3L34
nR/dtAaoE7iWE7yKtcm8/3ihc6cN8wHALH4bmr+TXeKISuGzQtOnkyL60RYymA+Fw/ewgzjaBNta
Wd3hL5ZcOj/AXsbd9slNiL2EZU4Q145Fg/Ln1lMQV97QWrfNZYDPEkF1KrLqT+qLfw9xTitBfuFi
mGeZNufq+8+B4XmlMUkwnmO8PdVrM4ey2FFNZeI3Kg2ki9BdU7nves8xb9MBJ27yTevWwg8anXPY
rTSRLPW+rpow+jJR7D19/FTObWj6UnMZc/Kfp3POpnWCDvYmOwz2+2NOvgVqfEyeob163uPHa507
kZgLKenxFsBLTnYz3S8R2paBlK8opnpjhmE5PMrWRgCHmU20xlzuO36mmfPJuud2tV464mV4/J/M
irAFFK4sPtq+7lLvG073LdpxAQ10/GSlc9t6KYEk6IK0GVK/f9v5WKPSKafsiPCj8Dcy8qc3EaXm
VZv4+XeFFO6T7+jcTwMTtsE0XIsO52R76bQgjGGK2NQGOXr3WIXV6b4ucDFdf/zuzu2T5eOxHAZP
/0kW4QZTMwZt+bFNUgu3QVFH3cE1p67ZNeGEZu/j5c4+SIU1BeCsJUzrpLzCDiUqeictjnmLa0sk
LRM7PCeACthGGopwSAj93zxKeK/LwB0oyzktSBIYZaY08qOIXU4glDZMQ+wuLX7/xU/T0lkKOvbk
KbaWZOWYpy3Nr2O0eCjIDr3oGmeVCA+tdgydDa51WfPJ81z2wekxtDxMJjCu4/4HnJ9BUE6mwaJc
hdu+SBHybuWjocQr1p2Sde/+P9LOazluHVjXT8Qq5nA7UdG2ZFsa+YYley0zZxAMT78/ap1T20Ox
hmVtX/jGVcYABBqN7j+46h04O/8qi5PyC3XV8uflWS+dfZ4hFGN5rPJSnX1QpCCI7nQMMLfEaW/j
C8T80EMWAbJOJTgrtQFJu4O8Yz9dHnhpJ3n2NHEPEJ2pzU4IAGKuSR7/2AArKgBnXF43tsQ1dUcz
uPneAF0bV5KExbmScHlTjYpe3ywKqGVpSEco2UkAIo2BIgvHu1EUoMevmH+G9TashV/Q80MpcC3J
XR6bSDCB2IgIs3Wu0tLqEOXKTyOWby+BFWfOLT5mEyIHLeOX3kXDGp0iIHQr3bClAEFTgZ4/cGfC
xPTD/sj7VGwt7UFpqLjHHVzDIkya/ta1CXyPEIERY13Z0W+lt3dbGngMryI2lKPPPmzZWJ7mJjF1
97rTnqw+vEa6k6q72vbBXYiR5g+sIMKbGP2oJ8ysgjsupuwrjH/r4fIOe7/k3J9Uz1h0Ov9cMOcz
16K+wKRNz08KdihYDSnOrSsylKmrGht2KLMU9DfQ3Zovl8d9v7MZl9Lk23UDFc04H1eCvoik44Yn
w5HlUYc+F+85uJbYplE7Tp+6TK4vD7kASJ3GtEFXTE/9dwkpUsuK1Cov5qUtElw+nDG90imKdt9h
jNb4GpQI89z0kdeAdvOTf3gmNF6AoG9faiup1fuQxk/hAaBO8EX6SrMHgOMIoVotejBxxctmjPL+
37KLxugGGU348n5v9+KooCTGC0GBImBhyuQcV9ZjSlnONyE/AuVbFKmpElN3P/8GEaWB3MLf+QRF
frzSlRrXstxoYfYljb13oii9H2rMvTZs4uEU2Vh2o9WVwVSB54xQy+Wf8z4bMEjdLRIYi5fXO7hw
CbC+LuoeMl7v2ug2mfgNHajloTf+gYHApr21TSkLzs5eMeD1nGpBeKpCBUnlrkhQp02dFCrC/2mg
+bVR68iCVHHFQIZXXUUUKeK9g45FufIhl84SqB13agKDDVWnf/8jerm1qiaJ20enBucuBAh0zvvR
HBWnQ8zSSvNPEGkr93B5ctPmmG8eriRKt+D2HXcOAKto1Sp5oEcnCLpFeItlcf/T09IAvfwcgUdQ
FWG/wapKHvOhgixxefSFADq1bKhO2yoPFHv+NNEhJGhGVUUngSnKkwMF4k6itmwd+oB3DEyf0DA/
BUUMOzCmWmtutF52Nk5Fvqv9m5eqqHaXf9H7K4QfREaEzQp1c16G5x9BmGrs+14Zn+LOyp9SdNTp
tQg57u2Mc3R5rKWjotu0oqmNAGyaZ+phU2qNhsPYCfVIv78frV7PryFD94jdf2Qke6rS2xN+Y5YN
EKP9BNtBZoUw3LArQcuK36lQyrWuytLykStTvwNawN+zWBSnyB06SgK4R08/qX1YvOB78wtajfOR
OINqIC386SBQCTn/UKmv0H9rLWATDt51SEB7bbhx6AuswZqXYrzh2TZHBDSPqc9ejBlqtFXucCyR
GHGGR1jeafQKezyKoU6HZfQJdXLpb/ROrdqjVETwGWKxb68EoaUL/s9foZ9PVzWkqgOZiE8C8Vkk
0VJ3OGLV4u5EV5s3VmrptyArEOu7vHGWhp2Cg6MDLDDfATZimrgWXpQxhKwuxyMzCMxruLrqN3BW
NVonreUrd6rRjMpKXFraSKZlgTkC9wxMbJZYRG0XFhZ+M6cIYDyWUz75i+50eFyjfo3u3uVpLo5G
Hf2tBAEcd5axeuFgW3HXxydcYdJ9NfQQdyPE/FFPjr5eHmppOxHdwWxNwHz6S+cfspCIvqNeGZ9Q
L/MBdet9idkAyTCeG01g4ViNlccX1I0SLD2DGkUwVQtN9/Hyr1iasDVh4cASmzqA/fNfUWN0OEoz
xxLHt+BrqX2klQ9FFnUOOhOF4ay8Rqara37LWOQDgKp5/TjzW0a3/RDaH1doSaHnX2mpT12rK/c4
39rfwXTHK8Mtz+5/h5sC7x83aVCZgzYiasEaG4hH9RWA34dyHIFX8LiN1m6xpUPyVlKaUONTznM+
XNYIV6+1IjjZrVmkdzjZ+mj3OoWKsVYde8oPx6+6Sau1tssPbNypRAGgg/vjXemMa3Do4UMB0bfs
7lHKIqyQLi7TnYvj2wdyfVp4AJppv3JnzXauGDqwtzVjhZXWoTGjWbcVChwQXONwFzq989cN7Ili
oYLdhulnvcsNoBYOuZ0oAbIOZo4rRoYTFuojbfDX0GIwMWxMQjwpBKXn88/nIH3sIZQUnxpRRZ9j
9DanoouSZBWqNnqrr0xr6SxQegFZCAIXwNbs6HmZzLD3Jl3v6T8NiPmZ1qsyFMbeRQTzaeyN1btj
6TiA0wbQiFSeRmZ+PkEjoRiKcVx8ylGSPKQynBSekkL8piTjiw8kUBMcdeqqcWHOGWwQMIPCAeJ/
Qk+hzvb2oBYDQiVKKjZFn4uVxGZxMYFQ6SCpqAnO0Zp2YwncVZzw1NGiuI/cprzXQGzuQOFM/Hg1
Ile8HDmXRqT8CLKJgKZTZD1fTA1GzhC3vG/Q4c0/W6P4jRRZ8pBXeJ1qnQxXlnNluPnNVNu20haR
GZ5Q9Oh2+YhaKlL3yZ73cfR7pJrw70emN5HgLCDa7xqUbY+yuGKgpRImjv0PQLh7a0DKf5u3Nlxu
VIc/EKppD1I1JlkEuTULKphP46lOY+GEfBxKJ6VSDd+aRPjekUzfuL48uaXHDkfAImGkt0Rt5vzb
6YXXdB0VixPiuepep+Z3VQKzv7VD1cMq2WiKazNTJ9sgXXm9PPTSd6T4CYPYcUByzR86BTYbao01
3GkQxkuKlDa6D0GT3CKooN8L1HyeL4+3dCdR62RhiTDUWmfbNEmyxsqVHnoGUkb/UloV+S4rknyP
SjZem1RHrhD+1cf95WGXQg0lL/6A2IQKOPucjYNrs+m0ACnbXr/uOwpR29qGxISQvJKtnI3FwXhm
UMw1dVrMs6xNYKnQBGqYglKTzQnqMyfEcmS7rx2z7Q8fmBlYVF4CQMaAEJ/vnVSFoh5baXrC3bvY
NMLLHtDzpmHUWOFHEgpvgvwBmQHdP2c1InKXjbLWklOPReV45bjJ+GqjBf8lgum/EUOCnQC+uzjq
XJ7j4iY14YTwAiZ+z+unfe84MU9iHqRxVb+Yhet+IpEdj2NkdPoVBmKus7JfFrfpHyPO3oujG1lu
59q8Fwt1gLWJmp2nVMEDQAFzawwj7nh2NoTHy/NcigOePSUVkDTIRmejoosn3XYYYE1QwXtIrdj+
ahi5ouxBAUf4pQ544riprR4RZsKn/PLgi4s8UV/oYKEtYOrnG8mpLNT9QMidoDcOd5N7q/uAZpF/
5yvIbFyXNSnW2vt/cZld6ChIAhF/nOk3/ZEQa1lah7ZQ01Oe83LcjCgR/4NiefQiR2xfh1DrDnmn
JcXKflpYZ3BYHBkHfJLHW+N8WImPC6WGKDnZVf+Y+ci2SjfBBAM5JQTykRMInxNtcvnArSr1tpfX
efrPZ28OBp9akrBKqW7Ngv2gD6h4501ySvUKlSceWuIGg7N0rae/sLYgnKeyO1ndRPg7n6Rdo+XG
MExSsbO9ooSIpgDIQrWwk+Kp84Bo5InVvVye3ULsI+HRAYAQ4CGNzb6oi5g7pBj4cGzyvtiEWB4P
90pUxrj6FKIM/75UxXAEJPJI6sxz8iYWglbPu4LIUCNu4Wmx9RwCClvj3S2cDY04bk/VbMLPnBsm
tbHpJVJ0J7/oKVhrGFU5B4E0tYOWC/YkVaj7h8sLufT5psYJeACgQmyV88+nTOZVNSYfp6gz9egR
cBJSSQojDfugK83ih1sFqtwoFcpzKw+PpR0KfJwDQsGM3sksDAHOBZQvId/65YAAbtyHZbXDiUNe
fWCKf4wz26GuTEZXiyz8F/GzwT69Cr5CcKj2bTli5BdG2g7Ntejn5UEXJ2eyRSeaz0TiOF9X8Mwj
UqwG6BqvEPJzklS6fLBxCtl9ZBxKYzwBSK702SLib+vA2XZTQJCDoe66Rh2DxwJ8q7eyURYnRGsR
nANoqHfgRPi6tqjaPDvh72Udk9zqg73ltY61ErcWNyT1YHTGJyr8vK+RppaPlmWYn+zUCb6jzhNq
ewNllnSjxY2DfJplNNoeJSykoC4v5dLpo3n4/0eeNzqIYdgdkmacAMmonzUHIvyG0KNh6Zhn7s9G
ICJ5ecSlueogddHBANXNMTjfJIqKng0xGqJIi2eWj57Pvaj77EENh2CfpQVa4egxJiujLsVOyooe
ZRP6F5oxGzWqzLHsmjw/+UlMYzABTPfTEkHJk86Nf12e4dKa/jnWbHuinF6QxEV8zcgQT54i0Lpr
qsK66rHnfpC4uT/+3wacHXbkVOhWSlrSGfg5JqfYUb7HubP8qjW6+VLl+EV/YN9MpRMgQOTG1ryY
GMIM0cuII0hp3DwiTG2Jezf2gO2NqWtlu9GJ7TV+/9JphCZiTt1uylHzU4LzGubSQKlOSK03FbBu
A2Fr8mZlZTkXd+j/jjM/E1YeV2BxSPtRynxF53zYQkuFp+wmlvstT4ouuvaxUl9L2Ba36B/DzqKn
UGskeZ0mPUmq7xrShJmP7UeFovYx9HszWoltS8Nx/b1BReBXzJspoYjlMEZAuEoAOIcEG9JrMsPg
RnZZ9O3y/lxaUNACPG0o66u8Es+PPNdUGWAiTfqrm/2vydrvJjcQ9t+kbnBECu5KxlG78hGXDiHh
BS4MfyatofMx7Qx1XCvkAgR9hDCzhaj0NSaizm2HdirqnJA6VsoaSyAFEN44AWMRoXvvlJSGxC6E
rQAu7VEMeHVQ9a+lvFZkgecBRiWT9iK20Igt9khyK24pDlaXt2sA5cXvatPe9QzSU0Q+zic+eqK2
MgMVCiWgv7pRzbS9DcADuVteHAiafuDTQt0yAarrUKhnoceKFQerEZpFPs5f11hul3jXYeH9aGfI
a5Zp5T73tGBWIuxSJABkxLUHO46a1SzCmgm0+kGlY2tZIfQtMchm1yDT2e8uz25pLUlkyIBdemFQ
es/XMsVDHRcHWNOmoiOE0/tle+iTsdI2Xlb5K8CS5cHAlEw96CkdPh9MFl2bh94Qn2yBGovip8qN
Cpr+O4jpdn95XkuHAzYvIBYeEujQzIYSxoCFiWLw1TTVjdFF4a8+rIYvDWK1/dGzZLXyxZZCAJJU
JlQgan7ARc4nV2WFmjmYX59aURt4gRV99xPkFhqGLRoOYqfQAq+PiB1qa5nw0rJyHIDKwISg5T6r
GLmNX3EhUliJQP2J7RCV2n6kAtjt0DhxVtJubXE0i84pqHmKjfOww43o5wPGKifco+ptiQLtN8rz
4lA4lXFU8CrdEQRa/NTtoftqtq0tt1Fou18aPHhvEeWmGegOkD83CUKqT8ie2deXP/0S/EIjzwS6
CmcWKMLsxA6NW6Stzy/EnR4fNN92rjKlHv9NMJrAHkZL8MSyjAfpDTWKla0m2m3Ju08/hF638luW
jjHP5/8Y7FDmZ59GdJ2qFSaorrRo8KtAITiIcLlXm/ADd92fA812XxTrfZOU6C2ITG1+jOWYYjYP
kE27bguM3VZO1xR95lUIh60L2p8r7x04S4W7LmIXmZxJdLnYjnqj4OxRA8XZtj1CZVMJ8x4PtOiT
igDK9vL3nT7ffHCXG4grb3revgOz9A3OXzgCP+sYaeEDKjwXb8RU/9XEqlF+EYVvKl/LWB/iowtR
x3zCeLXSv1/+EQungBSfM0D9CZjWHBLSll1YN/y2Z0sXQbLz0rS1r0wBuqYscPBbmfLCenMFAOHh
tqM0Mn9TpzJxNMpoHnaXbf216rVCbLSq8saDhaletHPyxsXUIOjqO6XGD+cDd+DEJqFPipQrne7Z
LaH3ePQmlek9axjZuZMkLOEVhdzKexg0D9V1E6OwRyuPqjWN0KVwA65AR1oLaR1UpGeHebJfqWIk
GZ5tST9gK1tAOkclGL0vZVY29gFR1iB/HJUGVx/X65RnMmjzwVC7xt8rvlfXO0PIrr8LTOoC27Ec
WuN+6LELPF3eEMs/lE4rxU+auzCYzuO/gRY3Ns66/+z1eFgdqdLFyVa15PAlN7nCpTKgOq1J6uJ4
L/dje+3jZtMdQ3Q+kaYvpeUfg4orK9iYXuIc2Q3uUUvVD6AIeGFMcDyuYMudV/xrvH87v1TdZ6Cb
uGxie4qIx1D8MvyuHf8+dQKGSimITIY4PK+vJamiBGqW+c+GLKNqZ5kjotxl1Wm3isyDKt5UTRea
W3QqvWgFNL0QJKbTSVOMW5HH8GzbjIHST0g479mpZGrvWuGnN3CAePWbOSYTn5vaKn6npCA/wKul
j32qaPHKTbmQEFAgslhr0Ci0rGYhOUXtGw9233vGPgYR9FwZQDyWhfm99UecJ3Wk8H4MfpesMYYX
Uh8yY3pysHI4NPOEVQ/yFhddzX+m846oECJRVb6NgVlmh2BMomNGiTxfmetSgHqDqHMduHQfZunW
aCZRI0vff078vo5uSomIdZwUurdFVSLZYxzc1gg4Y1O+McZQvlw+e0vB+A2v/qa/o837c+iE5lqo
SahgmaIPO0xsU8Qjdbcy4itpinqNaP6G7JldQaA4WGXQAATEuQ5eJ9k9FeaYlIsbrdmoletcj35S
aE9B3KuPsiqGr7EYxm0+RBW2Nb0eX7lKXio4klgYtCJ2ru4V11dXCtpLqQ9ZzwQ85Z32/mI2nVwo
skTWF/G/6CmoR3mfsDZol0e6He9kI7NPxYiuzs7IU3yc0ZX3vqShTI1jlE7LdfnDLGxFcJMqvAWq
0FRoZveGD5vB7gaERVOftgEPQys2/x3TCDMaKlMQ1RyThurlMRe2Ii9x1C4djzbUOzZiRmPVFVHg
PbeVY9wUua6iOoXapLvz7CrBB6bL/OZIASTwN20Xpf7T5fEXUj6mSy2V6jeY8bkWrpYqWYmwsvOM
gGn2MlQQkLfommJIcnmcpbWlc2FBVIDqhHrE+X0DmlmvDKf0ntMow5gkHzT1zgml5h8bL2xuvK6Q
8uHykAsRzSCmUMFhXOrf0zn8o+HWa9IrQlfxnjEraW5jqNfhUUR6soH2Wdhb3EmQGikClNp2lwde
nOtb/wSRRKLL9M3/GNhqpV17Xec9N+FEQyj9Ct8R3TePk2Tvd6kF9d/rlzFTyu+EM+Bv9lxnREJk
H5oo95/TMIZiFOnBC07VNKgp3Kq7sp1coy/PcSGIcVPxDJ96X1was+9ZtwWuWL7wnhOC6QHibHqb
6NG3pO7XmKlLO5RMksjFkUQ7cPYZEcCvBBmc+zzAjdu1Dq9xnMaGUf/AV8MJGhOtSYr1XZSUmI/j
46K4z2bViKOJmZqC+YYdPxpKhENlXih/L99J1AP0D/R8aszOr1y719oIez72SWFWHnaa9BEBhZU2
JrHSjMTf1zOQPPBYRmqMUzXqfFv2YRjFfuRRAMI1BreiYsSqA0HPDUUd/B4v74+lr8aNboOxI8sk
oTgfLNbKzMPb3Ht22Yx7i0bN5O6Rjms8t6Wz9uc4+vk4CDH1KNGM3nMeO91j6lVOcigMLB43VIc9
f+vqIvvn8tQWtv7UcXHfaH2wRGZT0wZX5gNeJs+Krr+afuI9j8b4XCeV/XB5oKUCJiNNKGXYkqTa
s7Qwy/uhjgxeEzBwkmMmavV+7KLA2VhKncMLyburMsrqblMFUf21HBJ1qzdl+u/ln7GwxID6yD4n
ZRey1HlVgKdcm4Q9+wZ16L0R29r3rhPh1uqs7JNW5t3KtBfWl4cyxVKqNRBS5ny2IizRH/E95TkL
YhLw0Q0eEj/UHqpMx/7y8twWtumUdwLDVk0Xav0sE/SSCt1c3fSflTG3xcb3/KE6qNFUNb080MIi
ovzhahTbSDipRZzvUz1yhNXFqFqbboO9la61mCbVmaU0VxYlquY7+qujvvKsWEguCBnTcTcmINh8
JXHT9INajAFNIdvIv4Z54O41vZeTp1kzGjttkHp4X4ZBlF5lfbW2cZbyO8aHQw0zjIfVfP+OWmXX
Ve+j6V87mjzobCRv02GagrEtZjoPmhXo15QlQIOreYvRVj9RU7s6lUec1zN/5WMvfQN+Cs1jRJAm
nsH5N8BIINFzBzAzvo548mq9s6exirq4nWBOF1uj9u3yR39TTZhl3m/eFZxeiAaoi56PiL9MCc8X
a4XCVSrnmrqIdcp4BFVXQ6eFTk5pHo2UL44bGP4uLMvYPMkU99gbd8wz9aD2lIWugkKEHjaroxZ9
alFNEpuOjlh9gMrVYSSbmYHfbOE9+t1zzw16D21d0T67TSQwiitMNcEbKe3wffJL09mXwDqCOyf2
Rf3z8myXdhs0VNQtkDSG/zpb3iChdteZyMcXNhlsAkW/8vrPmTbk33qZOw+Z5mTXfWo7dzLIjP3l
wZeCBs+bSeOTTPYd1rLClkRGXoxDiqc1T36EvJXu5HmzSQC5rIw1hd35VyUmT4xjKlw8Xs6/atSC
F62swX/Oa4Mnoq4Gfr31pd6WmyDr7h20XQueMK7W7GXQqd2mJU2MVzbzQnZLl5eoRfSCQuLMorKh
N209iOlRZ4Y42Y1aagRf/TxUHwnkabdr8X2/H4TVZ7//fqW506cmDAtAOfF89ujjY3/pCP/Z18pi
bzdYVG+IzN1eRWD9eHmsN+Hdd0sNe527B9AquPnzwarKwr8LW8pnsJ8nHK5Q4g+C9DoqM/9OVXAp
2mKd3n9RYrMIDraX6nj1WniPbiJY0M6hlnVfrrUVpzth/psmlTvaTwjhvQNI5fFgaaHUeb/bbnTX
9qb5RS89++gOWrYBYZd/RSwOaJ1qx5/DzDKe7NSqDk2tjBxBQVYe4ZfhrdwvS9uBj4J8MYXeSdb3
fKFatEzqVroYf+iZ6x5snMXUqyLpMPiW6EhqG9VRiu1Ar/QD+xBWmjWxbsAAz4EcgeNVWomQynOU
uvjkOk3fflZDNyOc1Qm2lsLE7Axea+OunMKlaO5O8FyLZic4ktmNGobIOYrB8J6NxBp37mhhJd2y
QfJYuzYGo1v57IvDucZUQ4frw2TPF1gdC/zERci29+rsu91TCN2UsaJve0cfmxtuwEiusFSW4gyB
lAyahi4grtkRL4qxK7245ZtKHRvKyMfuRFWSMPlU0pbDurYyM1xXkzb9XptIJpmhcL9ePoBLYZXZ
qhZwQ6yv5mDAwtCGpu5t7zmy8vFKkiyJfdY6/7RxKIvd5bGW7o/p2iBRoE6A9uP5CkcJFXW7Z7pW
3o1X+OVigMll2P+TqUBakM8JlAd7FD4fuwTxuRZqptWcHWsI0JhMTZr8ELFnL4lBKULZtNwgXU2V
J0zz5tEObDPem4OL2aWddJwdMfinwXAPQYjb3MEqwHleX16FhRUH4Ab+A0XUSUp5dpAbDbBCndXK
Mwr91hN6oU51tDrxKhUo2isrvjgWRQekuEm2oaCfrzi2CmErRAC7K6uj68TNOn3jpKl9wOqn+wCw
feo2TGxSZIlJhs8Ha6Xaty4+YSdZufHDBEfbDH6W3kssaHe6Uqz11BdOz1tTFeTFRFCeu4+gHxZj
fAytvTUSA0dx5ESVQ1eLOr2zg2FsoSkM9k81G6HuamMY3vZqG7YfWOGpKDPVLhx6GLNSkNsFStJg
7AcweWqzA4QrvnWAP09moxorEeqtrzXfwX8ONts6QuLBCeUjOoVm6v2KwCerR7Qp22M9IHVNyt3i
BUlK0Vl3Fm/xr6KQJljlHhdVLA0xwKQKjeTPq6sUo77FC3tYU8tc2nD0caZrCgAH8P/zPWAkJhD/
kF84qGY/3iRIJ5vHzBBRtqUYvqqDsRCz6eN4nGrINVNl53y4IqosQHcew6Fipx9SHSr1oc8c7MFT
QD/hHbYUK0nw8keACTcl/BQd570FPwyDAERKcMp1D5TVBltW+7FMhkHfpCLqiiupSsW7Rpm3ucsz
z443wnMSJ9y0OB9dq+QulLeqBGCSAtj7H7c1O20F87z0FajJTBcnxTsKhufLgnVTmw3g5eCX2W28
TcB1b4vML6+UusWp/O/jGa6NQBx4zYNKmn2DIDScrIF9dNJcH14+LHUhDmMqM3EcqzD/fXm0KWLN
j8DUSKAaSjMJUvX51CppDU7YB/Epq/Iw3VkN2MXHzB3G1etiug7ejcQmBlZiIXU7f9CDUEcqIsvQ
PqgUJ9omlLxfc7vDqFUfJ4Fn0E8CJS8AtBSd4/7aN+JyD7a12HaWVV0VOAEfLs99abdbALC5Oaka
8ew+n3sqyha3EzU+uT/iqJY3cM+qT5ofRv7GjM1mLZ4vVae4KwG0/TfeXHinIbEz7NyOTqYZa/J6
iIc2O7Qo0tZb1Q5vK6ot/pfOSIKtbQvNueIlhOV7FlbFGkFzaUPb4FApgoN64/ufz3y6S8ig0vik
51k1bFTcZndjLo1/YKauKdEsrTIlW9wQwEqTC8728yg6b8SQCCJvbsXqpumdDDPOFojfRpWVY25J
zdSV3GQhM6KQyi1iUDyaQsv5/HpNIGmKMsAp442b33t+n4ijBovyvsUiKTlEVRcMx7bMcBaHk5J/
hJQGRAnIFlhRTEPmwCDoIi3OmwS10QY1sROGghGzGvJb95EMynjT0IbxPxA5JsdPlwIo1c+5YIqC
6r2vcpxPRqHIp64cHmWeelxMsLdPl4/O0gai9kKCiQcbsWq2gdBlj4ARwoANq36Mb+xGNfeRmRiH
LC9a9eryYEtlMVAxPFygn1FGmPOJu75s4V5RC8x08kcqOAWXQ26o400o0lDZ0Iqg51fGoaIeaZoF
Nxk21yWoQAuD7rhhFiuZw9KeZkcjYUVyRklhdiFERps7BfLAOBgpzk0wkhe1FZYH+xJFx2ZHByb7
cnkNph07j54Uajg/5LoMPXvalNjCeWldB6dMT2prq6AoaWyHoYiKu1Kx0JpVXJnumqHp1sSFlkem
LfjfyHOhU9VP1FoD53waXbc19vR0LfmIR7gHgL1XnPvMy0Yb/YZiXFO6Xhx50rEE9IiLxFwjzDST
UuE6CU4DNKYH8Ib+DQKThfkq+aeNBPHj3iAgV/3790v9hvCcUhIsSGcfVwO3SAlShGBzNXGQiIhv
IgL3VZh64ZMsu15sTSVO1ljIS7NFYJLSOqOSiM/eFlXiWm0fUGwtxGh89RvT/dqkY3VTqV1qHJIs
SfGjR/167U2zhHYgWnCvT0EagNN01v/ovhYMzH0b4WKpat1w62LHc62p0JO3gSqcx7HEZz51o9q5
BWBrbRvH2SkVmwG53XYcDp5a6t8FwOoPSFxMPRya4Ox7nTfm+e8yxpLkrmbjIe4Jj46LFUv0PPAR
vKntaA0Dt3SkKQ1i5wGOc6K5no9m9zWAb9sMTkHaaea2kE6PXWcNe8iRWrtL43KtKrr4wdFUnioF
8M7t2Qen0AVvSU2RwEuC4rEfXZpvUdn/xuVJmpuRSsJORRdve3l3L87TpBo7aQkTwWe7u6cEJ2IR
hqd4jMYTvZxW/dJ5lTE++kCa6p3ZaKvd9qXbgoyWGhDFCq7D2dqag1kbgSURTEu85qWOkSylOu+W
W8fI3HblFlxcVotkHWY3Tbj5YIWe5VENdRAKbdjom6x0xgdeCnqwLXqjTg8prkKUgqJCX3MQmo0M
x14FCUYhAnFFPOfmz4SmVFRlpIr5UkbR77gzi1vVLEAlZtDmd2wn8QRCTV+5GGbf879BMZ9BIhtN
MWZ9vm+lNqSmmrX2i+w79cpUQ/Aa3Tj2j5RszA3mHEG/ssCzOsF/I9INp4oOBJ9n0fmISNRjJ4wE
xUteN2O9z4d6vAUH5IyYRmj+J9s3RbI1YgurwtJxiq1aG8NKoW+W3739BKYKt5dbYSr2nf+E1qjg
hTdMGuv29ChS2dzwtCm2vVMFOwQJtU0WGflu6K01JNxbs/qPi/htaHKzt+4Uha+52nFrDNDB/cB9
iXofoZE4Z0c8hqlpjVMDXW/35JNJ/anRfO5nu3WNvSwxdt7G9K8+FTyBwmt8L5Qrafvt+Btist5G
G1WQJh6axtH6X73ZiTYGQRVqj2Pbee627FTnrsviptz/VSxgLkjdQCyY3IsoIs5ZKFVdkL4UKctY
6u0mtloRb8LeTJtN6yXJJ63185Xo837vMCLiHkA3Xcq08warHZi+hneX9SI7pd1ilC6QixDDQYRZ
dkM3QrtqDHU4lmjsH1NRh3+H6Hib8KTmjDYTWGNIY+f7BrS6MLvUt188GbZH3S3ELsC1iepkPx4u
r+08aZ3GojKro207ZazcLOdjhaU5Dn5f2i82/Vm8oLndr4WnIfhXVLYpUBVo061QW+0esnHuXQmO
214HdIWCZFQWwfHy73kfnKaPDWIU7gqKLvN9izqNKdNBs1+qAU5zaPvVPiyH9IAaoLYZnUg9Yob5
l+Wr/9aABXcnSzU4SFPw+iO16F0liaJS2C++3jpHu1C7nzFyHdq28Qvzx+UJzi6Z/zfWRBzAtIdo
OMWMP8Ya4G81dZzYL1qhx08dr+tNTjf4ukHUeeXbvg8/07cFmkD2CU1u3s+sPCoFCl/+JUUQe0Pj
HEHfQK+3Q1JcR1agbIORl71uBdHK/l0emBzN5FPSmJ/NMTRqqZvSsl+UrvF2fSTzKzALoANzj+ZK
W+xlV7/6lpatxNt5kY7FBQPAoCRGtI4ogZ0vriXbyDLRW/9h9pZTfpNZ6GkbAzm174baqummsGLX
OgyZ0ZmHKjMrZ8feSjRAU2WX3ZqhJtjwHaq6x0Ya8d5QhFwjUSwcuKnZBPzF4YDz5p7dS1GBv2qR
9caPsBQ/fD9NDpaMw62BTcQuCYCmd4libs1mLIH/9Om26QPvGEMy+LsSNmsFhFGfmPB0oOApzS4n
EalNi1Gv+0IiF95oQvaQo6TyOmCatWaz9/5UgzSiiENT1QQxMq8PD0aKbnQR+S8J0vi3vmbU135o
xVsfq+mnURMJ9ZZ67VS/TznIH5FkmRRnEbuck+/iMXDS0ZbRj1o3lMcmTryXFvxCs/FDs92Vddv/
c/loLw3I62RqnyMHS634fPe5WdGFASK3P2RjDc+6rzd7r9bVo5JoA3w89efl4eZcj7cvSJUS2O2E
8kVW7Hy8Mo2dsnUcJPYjOmdfiyzBhU4TXqPepqEabZQytvZKqv/T9KF/WxtA7jeDI7RjGbr+XtpN
Ajepi9oUfiws5VOZN+PKkix8eFpCiMhRYLJx05ptssHrByPyG/fFr81yV1gkXnEv0l2Aj9AvM2vd
TR3GXDCXV+Z9jIX8Qr5AhWmik84dlRXMgUaol4xqjNE10lz63ej11klV4maNTf4+1rG33ooOlNBI
TmbHWUHhKA2NMf6hOlG8rZpCHnE5TDd55QST+Fn7OGhtuQ2Qy18J7+9nyWgqj0F6UDB053XhkqZ1
07Vh+mMcC8dAwSLJt0gvhOomycy1UuzCZmM0rLygEU4NBnf2JRVwmO3QNckP6BSqvs1F1YNoNynM
gtIA8L83RWENuyDFJXefJp3rvGIa138uzbr3N5buq79VnsnO7VDKathTpXDjbwmCu2vGAe+WhWIm
EFQHcBzKHdyA56cigi4BikWEP6OBS2dbQEPZgeEa/D2NCvHt8k579/WnTGWyDkXXFlC4PbvpxiSr
gf954c9M95M7aSfp0c0y64gWRY+9pmJ8pwZwZzRyzXjoXayZ2BWUAMhPeR0DzzqfZYiAOHh7S3uN
uR9ecz0db6Us+weY4P1rbMPEvzzR5fEmlWLeMlRhZhPF6cIozD7RX/0my6/0FBinxOdkn7dtUm0C
qvQrzaylAaHV00uEYc9VOZug46ddFCHH8Dqopfs6yt7+kqdFtlPBw+8M9HVXrsM5JAnxbgQ2cHuf
kAps8bn116ipmGxauvLLzerW3hVdJXjx6GF0XftelN8a6PzLn6k2OJZyHealKB6jxhbia24MVXCA
bVMQWvNEj/0vl9eefJyvefaao7dKM5+7jGLI+7ymUYO4Fn0mf/0Paee1GzeWreEn2gBzuCUrS7Ys
2Qr2DWHJMnPOfPrz0X3jYglF+Ax6utFAD7yLO67wBz2lkGxsFLtGOr6okzo03X7ILN27tZom3vvC
SqY7rYJC6fBfSe5EpAf258JX0o1WWZm5GWQ97T83RWuFTmZqUn2osDHJjoPwcVFMaDNIJzJkWT9M
daiFhwpKR7frpS4VL43XDqoLjFZNtlbbBG8qsULgEDsTnfedHGYPcUJbMHCFJjK0/I1CrcrSyRIr
erQsX4wv2I+Z31WdxPiTrIXad/KTKHmbtM5vt5GdJYFbp2PyGjSNGTpFZgLHLmCS7G2/pOvad8MY
fCmVilJFU6DsnLi6RDLibSxkzvojPH49fDCjqH0ACOkNB5F56VfNR0/LEdTNws2IE2KwEfFQ3IxK
o3yb7LqRf4zpBBQzR9oxuuu6aLgxTH8MnQmt2WSGiBgpTjKDJB2tAZvX3plqU/Sb2lCjW7sYPOuk
+ZaKmZcvKoA0SRXDrAsLuzla+hiU73XqSWQTpVwNG0Qb8oco7ifN6eUwTm7Bl6kSy2d7j7rZgvep
5Xw0HN2ItefR6gOxCXPsJvYU8sWtl6aD7aIlnVffjHIMpH7bamWB+KSBAagZgA3zA2s3tJH8MokI
RYg46KJ+h+djPuzsUqi/tdCb8tQxcstu8w3MqFBfc5O6uBZn3AkkEoI9GIBcU+e3k2z7UpgW0vg2
WyHtg6Rvd6HW+Ls5q3YqlD0ozdJvksI+XkkBLkYGuglPZqavUHLhGTgfOTegJqdjp/0yeqx5d0pb
C38DfUK+b+wuf6wQIQeOYDZJbu8b6MTtmmDPRemAwEOa7Xp5elAjXV4jYzqEeppm/u9mHAz/XrUa
60X08kQgllZ3fYD/7c1UetU2Ctr0kddpXLnILkIutPKoHSBAPvOVqbWdzwC1eDkjcYlfCe/lfQjG
yd8U2ZhhCyTMzwKgMV4ptV2saQIuL2yqiSiTEnATcs9B9+LdTayyGYpKMl5HOny7chrLY6FYxT5B
YPrB1ksQEdevRW1xKc5AACp76CtT4AJ/v3ghkJehFm0O9qtfhOZ0Y45d4oj5jV7poi0DCopA4EHh
SYBeI7hfyuhKODtNvLL2K5Wi0NEg/n/Tcz99V+gOy//4zM5jEbbMakG0kwDUnC+eMmreGCq99yqB
EjxE9dSc6rCE/kHH1C271TL7nwD875flz4CzThc2BDTslqhfGiZJEtq5/WonenBvdnZ351nFuOmk
vjliA2P6KBNTM0irQjuqZfFTaQpxuL6QFynxnx9BN4k4ip2LivD5V1edXOA0kdivadkq1QbjMozg
iPAeg6YbT3DEtG1gRPFbP/jeuxJM/V2iZ1Lq6Kn0j54ttG1ZAGS82U7U3oAXnP+UBJ2gYWo6+7Ww
rdY42l2XVU7XQlZx7L5TuEvkcjrlaR7dYzXl31+ficstfT76YiL0Idf0dpK917LP0GerrdF31WCd
xXV5VhkH77JZ/32W1Vx85agqQ283NROeKPFXza7kHQhMfc/T2N8YoT2tEFY+Gs+Y03AaHUB47MWd
lHeWMaLHZL0Ova5+U9IBGuw49sgR2NqPpqzClWP00ZGdVa/R5gD4Cf31fBW70hikIfXt18Sv9C/K
UPnfs8AajpMWJWuCwh99G9IQlBoQNKAtuZjLuCIirGDEvUJgNoc91MLkJldDa3JEIuxsnyW6+vjP
24Re86xnQNkG2eTFdGpy1lsiyr1X4cmt79Z0Bf2dFPOUr1yxy9eU0zA3tVk0FMWg1iySvgKha0ym
Ju+1lorczTPP/jmphdgaELkOSjUmbpl71bcoqur99U/8YAXnLAOVJmSXZknx8xVUmn4KtbKyX2Xo
vfZ+kvDycRBBmbYSKqbTStSwfDP/fCewPphwAHEop5yPZoRKI/C7Eq+JJrR6Lsgiv1orRvDmFSIh
imhSx1dt7+X6R36wdbjk0QygMsYuvag7A7ShwqwzvV7lv8XgNg+kisNR0Obe6jHMqX8fD6guXnqk
cIy5gMPQDKwSWRrFqzAqcRJDJ2+6XBkTRADC6FZjFqSVET9aRhA+9BXIUy3e6/OJpe0U2Z4ni1dE
RQJ/gxq15wo0ADI3C7CFvf55H9yejEWmxNGfm5yLVUz0Htsn/IJeM61ola0F+/ZFlgf00a6P89Fu
Ie4g30dhhe2yOPF2V2E1Ppneq5n67XFS+nEbJ3F4KlvJuzXLKTlW4+StPJIfDTr7TVLUBgV4oeE0
5F5ux3XrvwkyBVdLqn4LvxC4RyCXh7ZotU+FEkb7f/1SGFcUM/GQ45HgNj1fvt7rMIKTDP8N04la
dVO97OgQ+W2zswa/vM2Uyka7Cgr85vq4lyvJuHMERF0LzOcSt0XFuhr8wORMxI1aOSULQUhCyej3
9XEutycXKLgwphOtkgs/bFCy6BfmbfA29KZ9q47p6ES9aTxoirC3/z6UQj6AJg+5AT/4fCpTP4wj
gOghQ/Xp7SiU6BtcAxSlhzz552vlDyB/lpkHYHARGPtYPiDEpPFVuBd+SkUtjsMocxS64BZ/0Hx3
/csudybDQdSZ3wrusiUbVPMKM23DNnyrJYzn8fBrXjCLTI6pHYU3vVAVB9GxNfOsZZrFJNJBQROB
1gVlvmXwr+t2lWlZHr5JUt/vVYouGxXWjBOOsfqZCnOzzdHeeQoolG3tWFqTvfho4xBazKUwtg1F
uPPVxFhjNEsEBN6oznVHnsnIRfUkeTCnLjxen97LR4KglEo2InmcBXbr+VB6bnX6ZJTpWz0karmV
UrQFvlhNJpRHKlTNvV8gchisXKUfDUotjINGMjnrGJwPinZInHXkIG9yX/l7CV7bPXUh9RbNquAA
qnNYud0+GI86AYkzhA5SuWWgkeFAX2mkN29qZeoOsp9h7xR93Wz6sdd+R5SJV178ywWcX0EaUhT6
KGou65mgzKPMb4fkTRqVaWflvvnYhSqwMbmb1lQ8PhiLnA70OoiC+bW3zieTMCIP+r6I34RHp+Db
GFek/1DSU3HMAyP/dn2/XIw253EyEL0/xe+LqbQqxS96NWzesK2VfjTJ2DoyASqPr1C7/8dYZGYg
JOZSB8Ww8y+T6JsaEqz+NxWZKVACRuJteRNVpMJFuNaCuLhnSMKpzc6ZGbUV8sTzwVDOGKvSU4Y3
rHbrW9ULDbcsev1u6KJjZ0fbUMnW/HDn33+WHcPX0iHxgnfiGFzS5ArLyxI/Ut6kWCJ8acxs9rah
Vnj/r2tGOZ8mEpe1TZVOnY/HX6AAO+7qjjxNeWvoUfTOoBj+KRi8DqtfyV6LAud5Ov+oOcWG44p8
Jq+RuniJ5FoXgdzaya9Eb1UnCTL9EaYN6qRDYu5GEWaYg3j21odU/+v6Z15UGyA9wuycOdaoQ2EM
MC/xX9+pDoaatlVX/aZkavwMq7S4IbMaH8pI805Iave/CqkV3yJNHk6wD6wnJR37lbleAkmpUOkm
siyzHitxDX+f/4gQ6x4vn/TmHc57hUapMbs462GLfr9eY3h/SkJJfhG2OmmPQksDQHGI7hzSXq9i
asap8rOJFS86JohqSruVGVruOKIt8joINdy5PCvLH6eGaE00OE6+l1asPnSap/4UIK1eqHhX4Ftl
I3EHqkfbkkz0poyyznRtXchfJtnP52BC656qKR6eJUNqh+3Kj5t3xt87Z/5xeCnM+Ft2KrSf85mT
Kytp8JFQ3qWqwRGMztOLrIukdJTaUu/6aBK9YzelbTo95frUoTsRBJuuKvpDowU9TnZaGegr67l8
OuYfRSJMJEBWYxESnP8osyNO7GJDfp/GZHjXSzn/rSdUVTVW7UGJ4zU87Af7hwNKjRq9a43sW1sk
xQM45DRAZOI9yisJ44w+a3QX+nzjlEHt3+V1kc0aWCMif0nUWpucp/rBy7TOgXab/po1ZuxdgH5N
tLm+PpczQel3TtZJgOBsL/MSK8l1VW9l71fcYnsXGx7t/qzrbz0zKw5pVL1fH255H1PppbeO9Clb
jYRkWav07LYu21zx330eAWeSYhoiohQ3VVE3R9TAu5PWW8HKHlxeXn8GhQ9EhR8INJXf89W2xyYo
OsGg+QRktVEDbU/Ly3Z9PZe/tHYh7we9lo+1H44rWd8Hs8sdTV2bQjdQqSVepp+CUtdb4b+PSLp8
Lxor3wRRqN5ghxVvMGM//OPsQsqZ9dSgk5B5XcgHEylJYRhF0TsHp05n59DsbVDbsXZRUOlxL9XV
wdG1bi3PXIYPcOyY1bkgAqjgsiAsy5PcqlYYv1cJR6fMjHzj25Wnw/3i3fvXHctgtDaRgiEUQytw
8R4Ulal0FipE70ArwtEpkyYX20Sl+pGFDZZRxqyNfH1eP/g+6viYUuIzNld5F3cYrMWIRnmXvuu+
nx3wwrJu0inzjhMKWis75uOhkIfhoUHRYCk8OgH8LmKpSN/xcAi3qS2L3RAoSuaYMQWCle+62J4A
QYDJMwyeN8gCLQ4GVUhUiJCPege9GLhhPKiHlmbUfhw78SXNp7Viy4fjaaTnICwA5i4NtqUGVFMk
h/l7GOl+7ZhFXjZo/gz6jV+hqeYUhaauQCcvzv78iZyG+boBH7pcujigJy9iM303omi496Ky2FbY
lztVGwO4kWqlucX/d6bNFass9w/WkudldmeawxbURc/vnVEnYfA9KXsPWtzbHTAs+aEu+yik050a
Kw3/D+aWwUhLuMeJ5Zc+DlmmokyHY+L7lMXqNofNvAVSOOw7T/XdflTWzvyH4/Fy0jqdsWTLiU0V
pQ2KdMjf2yoyDhQk4s2EOfsXHq7sUPPMr7QDLicT32ucmfgfqRy2JueTWULV9vtUjt8ns5ceSr8t
NxSYxy8U8tew45ch5yxpQ+mRPH2OPC88RQvwnQRLybtvlYXlZJOS7IzEMp7tWonuYRDnmzKSSpBT
nXpn9CLY1d1UrrQQLyeYH0GDgNcDxzIqW+cfTFVylKIx53CaU7TX4zxycy1Tf5lDER9qG+OK65fc
B+PB0QQgSNGAUtOynu2pbVc0SJ+916P2s27L5uCrPFzFZG5CUqXd9dEulxNoGJ1YypIzlXXputcq
XYvZrWjf0QHwPocShuWoH4ZHTe3e/30kkISEHTT3aW8vYr3QHmW0karu3euV4nZS7GDbd364g3xc
7a8PNd+Xf8W6wLrguIGOBcKADQ6hzvmSYY+YmJFIld9+lmv7AoOfbS1bPSxV4R0LvzaOqaX7mwAj
vEfJAvV3ffglHOm/8WdwGTfezLCfl/ivVKkHstk3QSP/hvqgadvGKpWnRmvaPfrq+qYeC+kWfarv
kqdYBxDcgHCMadppZj3dSQ0Oedd/zuLqnX8N1RJ6QGT7xAfLBJXWLZBpuVF+ozxqbmr0jvBYzTz1
IfZUa197muUEae3JyC1X3UqQML/Ii5WY1d5RQOUQAzKYs5K/ZsIYVDNDTlr9HQw0nPw2n56UyBQr
BaFlWP/fJ84fOLe8CEsWC542FDGzTFZ/N2B+jgjoqk5W22ntKFUV7KRRh8sbCes4jsP0KarFZ3WI
22NoNsck74uv4Kcrf+XLl41xftOfUj/vHfkqwfviorSGFmfAVFN/G0r+s0bL4RCAcN/xRn5vzciq
HDk2gmljo5H2gO01NBFEzOBVEdRcX//FEf/vh/BCwI+gEkn+fL4GRZnB5VYS7Tcwx3Bb25FxDIO2
24lOE9vrQy1v7HksQF98LQUKWBLL0m6LmgAqp1qAUoZqQfsnYr3p+sb/MSR+fZxqKOp6nXubtLPL
zSA8Ctqgfl6v/4pFcjP/CJQVScQRQUD+apnkyb6V9zqIHXTwo9o+tRYm91VvdU4pt+XXCGNK+q5p
G6+t+DyR55sd6TlmmCCDcAMGxflEj16Ui1jrat8Z1PBzYaIN/6mFCuMqpRh/18lgbXUR+j8HNcvg
MyRJedQH0bstahyIU3RSceprmm0r5/+D64jfw6tNIRpoFcJR57/LjvUAGbYq8R0wqdInf2iDoz4K
bGVic3CDzBtOw1DWrlkiM9QpgwnLrtZuxilTtirt6qfry3O5H/EjgpfFq/4ft//85zSK3RmNlEeY
sKHnf4hszcNdXgsdBOPW2CwX988s7wkkZx6LEt1Sr6DI8l6I2ux8ekNj6oIuH+xNV6R+sbL4F3uO
gSAEseegfHHc5//+10Vn9iW6sMgp+ShdpFO8tWFXKxvUZabiPuN2NhzQf41/apW+yFeuvz+A4bON
x+Cz9AVVTnoqXLTng3ulEfTFpLLxPKhW426i4qncBEnhfwlTVR/wEDMbCRw7wMjNKErJPsmeF77A
mJpyt4x83ODLLB8bR4n7lIx1kImrIkfARNC+5KnAoSUqo0ZD72ww8m3V2174E02/HPWvCmfEEx5X
nYQ0cwgyEgmtkRheHrIKUz8PHms4uJrqW69d2GcvQRpoMUhKs1LbrTdVlppvKFhNcJsqFary9c32
wbrggkfTDtYOzPPl5Uf1u1STQZV9x+A9OGa1l35SNejmQVBkP0hah5fasqo1FsPFm0ukA5NkBkFQ
CiDlOV+RTs8TT6tTxXcC6E71sUfPv3L7rlblG5w6zOQEr6u/8aO0SLclDZu1R38RRSIgNkszUpmm
iwiPdokSMqCkQUXCk89pQMeNDiDdhpo7vAP01e2sfYWHrq/c/hcfzZjoVcC+nsWFuP/PPxpU+yDX
nWBMTc9/5V3l32WdZdNk7u2TMgzaHttAc2cMk7FyAj74WjIEvEd5+mfqyOLmJZVDWDpWaKUhznxA
7LOMD76i4HjahGqt3eZE7OlKXnCxs+jnUzijEM80c5EtgjzZ19qopagZgRbWNKcxY6NBr0CfBSd7
v3BFIexPFWAbb+Wq+VMLPDvuZF/gNWcWIqiXC9GK0exyO1VV6DCN1DXZaSD1nY20WlVOnpsyoeue
a63cHKwhRrLcNS2gRrcDhpftJzPrCQV2ZP+TsqtiK75r20kEjlwpQOZTgTndxrIbDbFf4GdOV9TT
jO0O0X12oB375q8gTox2g7pkJR1NlcQa1Wn6i96NjQwgvH6RmXLoxI2op62WplL42YgpCG0Sva6K
TQIg01954JYPCtAtWqvsOv4BYHmJG46J9SVyNOW5t1GQUx7tJHDS8eu/XSTLQRYhZtz2jTrJgfKs
fsWoSjiYL4d39sqeWu7j5SCLQlATGAkdAV95Js1EmM71xQkRQGvN/2q5dRfDLM07DRP6eIHmG9/i
H8wH6et4XPuSZQq2HGKR7aGTqBdKwpoophvcyo0jcFV58781j8rD9YVZ3jrLkRa3Tgnd3ZQqRpLv
4pNROPpW/xScrGolLV+bs0UUrcBLyOEIKs/ep2wTbaSv/VFeKR2tDbG4xTDabjzhhcozF7WrbTwn
2Ird9cmS18ZYxIK4S4VqgV34c/mz/FzudyEMCad9xGfU+BUKJ3yxj/5GHJvS0deqt0tdA9LAs3O6
TETTEA29puf7In9faYfac8f0i1TPRp86Yq0O/tGfdWvrq0dZFY7QS8BDRyHdTPWO37zp9a1lfMP+
vIYMfX1aVm6QZfQmQTSIkoE9FJivaX9fZ9/bauX++PBA8FzMtXL6PEuCqRIQ+YU5Q3ix8y09yT/s
H/4GFd7D9S/5cH3/GmZxGvIxCu0gZpj8d3zI38YXcRz3/9sQi5MgjKJRU1qrz+3W387bFEOAlSdu
7SsWJwEtM0WeknmIU3Hrn5RjeYzXTsJ8A/39iv7ZjX/N1OIkVIFWmJXGGPJdZjvdLfixsXSq16Jy
WtWNf0mv/9u0LeKF2rcl0aTs/vz3dCOe1FO2X1v8JYf+vxP21zfN8/p3FhLLQSEivsn7Udwq+/yH
8aXn3T511a55Ch61yWleghXHqLW1WjyMTZwPVRAy5ji64tkoN6Jw7W/G4/82e4uXMSv8pLQTZq/f
Dof/Np16vD7Eh48vBV7iZZymOKbnk4dk7QSgMFaezeqUi6+W9lXvJ0ftv/9vwyz2Nna1XhJNDFME
W1vfR/GpKNxwVQtzub1J+KFGkfqgtgoqa0mGaEw48lUiTd/t2goyRw6H9t4DitlBaYdEv8uzPA52
phWHBzHUSbaJc7/5HcaVRtiR9fbPf/tqwCNgxGbALbAc2tyLe2nsh0qNGk/+bsVJj7X8kN1VRMiE
a6XqkIYOK5HUPIt/n+4ZrIImOFgR8E2g+xene5oifk5sBz98XK01x4vCpHVNz1wLC5cvB9E/SQ95
ABhbQD72ItHD7jjyI03xvnc1bnForSPLKJ1IjCdLdmms1eX2XycSSB8xLqj+mZf/55H964gnQGtD
v0qKH2qZ6vjiKpnkWqLJHVOfGtTPm6JaGXF5wMmbebLmSjYCHRimLo5eQ1ULnJga/qwVEd5MQRze
GULyPun2ZN1N+ZTfJpALVoqWF+tHsk76zKQiokMbaHEYUzWRBjFV/k9PVUDMUHXY+1GkuNcn82L1
cLCaUQGzcCh1iCX+RBSW2QepnP2sBC5r7jh0+Ve70n1tDxwmXXlxLj8J1g5VKJAI7D1qcef3i1VQ
PbRSJf1ZGFl7W+GveZ+V+trEzatxtvEB68+QNxnxI+gXS7kODEtj7L8M4zEM8m5XCEP/1JmhfIj8
9IkaqHEQU6QVjhBy505t169k4hcVYBZLplkGC5u6ArKVi92iS0lcisC3HsuAZwFa7mBVP010vLVP
WR60hiNb1ewEUmKdkn2r2gxNZsdAn1m8xwn/t5VJ/wMGXcwHjQedCig9IfAui9/Dc+iZVaL5T40Q
EcrKXlyb2V5vm86/T5EZMW+qJtPkDd3yqnZ9DfMXBz94afhaoQxRvGuibkfPnTxTw25UHfpswNk8
qY36lCq1XmxId5sudUef4tZh1OpIG1Z26fJhmh1QkYiY0VvsH+b0fOOUiZ2PWR9rj2NniM8gmsPx
pqOT/FxZKRY+CPbkALaun4yLQ4/IK4UzVCPAu5NXL8as2MCBZaTWYyEzaRQ9PQfZDvMkslA9emCa
P2nYdR+vD3q5dznzQKD4WjJ5uAPnH6oMyJ7FcKMeC6WbjG2FQnKyData1Q9Y8iDxr6aanOzDtJOy
nYEQnr9XJmpgK9++zCiZbypYNA/ApIEWWIpzdHMapkEHf0RkKJseetHYqtNXMMaPAQi5cjNV1PO2
uTSN5jYvC927vz4PF9fSrIAyd2qopkEYWZaWpKjQ9FBS8qcpHkMEq8toGHZ66SFRmbWGv3YxXQzH
XIMNZHOBVgKcuzgill+Zka+a8VOCqyw1nzqDrS8iKPBOPLX/KLsBdBvyDS8m8lK8zUBZzxe5j+m1
6UErHnEbG++TVsU7PVGzfRH7PZKN1JbGJBo2FOyslXW9vJv+FAgxQpr/Ana42NRUqXS0bJLqSQ0q
8blKbftW6yL7cz62ustHazdqnCr3sqcFnzU5+K3ITbq/vrQX54oXbeY2zuRG/mXJbrT1NNaEXxKN
89hQYS+Sbuu1iRo5fa9nJ630v4eIrK084csdjX3irFENrZ9DjS7eYoVxjphDilZ/qoo8+1LTh73v
017r7scUhcBeMRtjk+pTGX32gslbk8u8GB0MHFCxeXzmnSL8+YpnRlHGndUPT0ZuWrdeQh3ytS4U
O3FDNapoGwA9Svej1vT7fExWVX4ulv1P/Zv3kC4A/7yA5HidT+3TCMennuxIdoNIsU5ZbLXxSe2S
AWgnQPvPWa0UX6OyNk5ZN4avau4N/2irjJwaDIJZDBHpLm7WpT6e0OXeHttSesLMEtcHooSi2vdK
k1So9mGhhFdOWqzAdZZvB6gyOn+A9GhM/em4nc99O6RSJTSleMKHy9o0WmffTaWNTkosNkCS1rz7
ltub4Qx4nxKhMKYV3KDnw8U6quh1XVRPSL9S+Oua/hNKJNNO2LavOGWhEPsDNvh1/VAtIysVygRP
FJ/K7uKxX5xrP9bVAni//oRoNgQGNDmjZ10b1bVH8aNxODxIHDIYDaXFRk7bHo1iRIq4KDsRniZP
JKabgjH4R4MGdgp7hD46HBdIbjQXzqexbkYbTbkWM+h4wC5N9vJtbyFIHiCV/a9XwzwUYT3sBXC5
YGPPh7JbeJ5eHclPeqbmt+qEBnPbax69WbYo1Ilo0wT59Jp06DFdX7XLrQk9UOGdBa3Dmi0hz3Jt
mwisKtKTX/vmLksqUzqVhByWg9WG8U1t02YFhPjBiOgU0AtmixIRLiEZfZxJcd1J/pMZxPXOM8xm
Z8uZvbXQYnFM2J//poMEPQPIy9wnmRkBuMAs5tbPEN4Zs3Z6inIl2dt1XUMP7sqDn0rGtsjbl+sT
erE9wTbPeAeUpWcVu6X9HPZTEOWrbHqKc1vcxYmq7dR6zFc2zIejWKDGIMxD5FsSnz3fjIO2baYn
Wx6azVgmmlNjRXq8/i3QRdl4fwfuCGPN2D91BqgSlyxNHfQumzAW1sJHT1QC4cFqFMXGUPMyfh2M
MqwlJ4hhcegOgLnSJjSPwiB7mapOT4ESCJDev0Bk1OPB6JGWd7lmg9TDN30oaheHbcV+pQ1ijrFj
IxrhveBPi6a+KwKjr2wHYHgrIicdDGNy1an30rtazVtoz9lQN8aepndLkSuCKSO7/VgFerzxyqYc
BwSCzSK98Qsv1cGaTipV331dsz8CN0J23aDSjj62cRynFs6BA4c8sYCIVGlHL15NtKLTD21i5sLc
jLlSyoYTgOSOTaqS4IecrodMcmtHvT18hmuiVv0G4aOhjLd6WVvxDfppQf4SRkqef0XHDn/hoxU3
Gqzt3pC8MIVWMIx+4BQyZsqBEyC5UwqssItEdxF3zDvHCERj0Avs9bI8UtWQo+cpUiqQs4GHsobi
YIEWGC1ZEsWRQyrp43TX1Eg24QeWWfFv4Ga2XLiajyLlnaePLSXPCt3UXTXIYfgG9yvLtmFSocQb
2cAa+ZMAx3ennsfD25F4G9HvfGhiaVeiPtS7ejl1xpOKyFPpqHqspLshzCfpi+Vjrnar+Ikelk6t
Fm3sO4kazHJ2USMj92Jq2LB9bmQvAfoytDG+nVC9TXHwfbXpHjQQMSkay1z1W3uwE/1LXLWN/V2S
KLIMrhylyIW4sKs0Gqr2kOVo1uOJ9Z4UZTEr7CpDuPUStQfT5VuJvrftTEibUamH+mvRizrbj4S5
wb6gJj8eA4NQb1MMqhdtuizw641pCV9ze69P+pvWV3FPk1D26d2qVJt8o3ldUZ0iHlzra2yJ1noZ
vdGuJjfqgLpsB5HkvhtWbaDvEZlJA1gUhtXtCMXgVuhWrQxuMllV54z82eGmk8GmxK4dRjjLOhpw
bHN0FKO34orNHkvhFuGNUhSO7dnN+EUEQkwnulF+c9d3rRJ+75Ra0/e9B5LkceoSNb0p/WTonRS9
wOmnH8lauvWbok0z4rl61GMUXlCz/AZtCJi3aaiBYW01s0AvFBVVTd0ZBjYtnwCEYg7pakaHwIzj
17gDZXBvRmjtDj5L+OSoiVdX3/gJVn8cyFiTQ1R2trRtNXVIH3KgssV7SYofH1v+XP3LaMmlLrkh
6l3A6ZQeKTKF7Zc7fTlpY+4WsamPmSslclV/HyMC4nTD0qmh6TSTmRefCy0wmxGFZK/zfpT8pBQ0
mzaGnr5Jag2xkL4EMvVT64bBg0Kk+ohLpxkXwaco9lL/CA01tAw3LxDBH9xuzOzpXRKmnMtOmPnR
pDvwZFueUznzhXzoOkD3vzIgE2FzQIGOmdgoJXnQL9gcVrjN4EjZr9dv14uHEFEQBdEgpPlmC5sl
xpjPiMJQTcQ3Oakzy1ElcIou3h/DJyMJuWqkrAhX3sI5ZPn7OodMrRD90qQHiMamXcRoYHsABVUi
/Y4ZbBm6OUXbeNeKUB3eEHzRzd/Xv3CZc2hzMAgQi0gbdAZIxPOwBsNJqmNVXH2Pgt623dYrquAd
YkVm3cRVx22jxJHZZSz51NT7QNEH+fv1X3DxwX+sAvGYBAAMt36JSYF0UGAxFiXPhazGz3agBr8G
yarvFa0Ua3r5H4z1R/loVpQEdrx8k9W6sfuxMaPnFl3ZQ17og7KhGt10IHtLjK+uf9nF3KpzZZby
HlRHyqdLl09FG4WBX078LPe5PbhA3eyHPtCbL32YpntVZMp3YttY2RRmkj9fH/tPjn62j2Y81awu
AfkAzYJlEhVqOuUYQsNnFO+9b4URUbTYQVwMNDC/AonuXeInse0KHs+3vBr9AQIWDInWdJVJG+T7
zvTEsFKt/tNOOP9Vsyw00wGFh+22nJI6DeFw+pX0hCpep4b7AI0rlO0zi5jkC7fVMCS7ZqSwQBkn
mszSsaOgsl78zEwB4NVdUucIluPUwXSWmeUfKANmhr+pzfl2UYt+VaPzYsuQCFPLRzxs1p8FonZ+
QDDTGTG4zpSXAclCY48BX6wc+sImBiI2CtbSjIskfNbCJ2YkFIZsMLNwzscLS3ZiOOrSSxpNmvqZ
orsybDxLrYtdOJQpqKne53rYK4poItkxuYL8L36h9+qu0s3I2F/fRxd7GHAwYTKQydmfjJ90/nOG
UlL8Bjull7r2zK2cxANAOZgAeiTXG2UKup036aU7iDhb6Uwt714kn2fZCVICbkL+fY57/2rgsPgi
LKw0eCEXI9JsIvR39nNBzHOQ6VS/d9DM03+sAjAmUfRM8zBmGtQyLU8brOVTIt8XczLjI5z58GjU
tngIgyY6Gq2S/COShfFmMyfufO4iCh6L2c2EXOHyNtQvcpN70TY1uvQJQ0mv2jRlrlROPemQA9XU
01baD5e7mgxotkWYDyGw+0X9oaeDO9/3w4sOnDo6lZEtsk9BmE3RxsxQFV+Z1w929fyuodMPGR9x
9KXWRkZvLO27vnoR8LOkbyHcAigWpZVhzDL6WnSiNoD6X45LSLoBANwMmwAxy9C18jBeK09c7iwu
47lw8MeCHIDg+c5K49QK4q4PXmZk6mbUDe9Yq58rU3V9qlmH6wfocqZJLmArUjTWEMNf8skHT0GI
vB7tFwtlh8e86OUvUWEgBy4h0vlwfawL1BIriXaS/n/cXcmO41h2/RWhNt0NWCrNg9FdQGiIWZGR
UmRmdW4ESmKSlDiJgyTKMOCNP8Jrr2rhnZfe5Z/4S3wuJUbyPTHFiHivK+VSA42KVMQb7pvucO65
TSQwgKgRqSzszCZNO+g0Q6/4qxXYGswq0Pi2fKMHltwOgqCOa1rReweqvYUiqmG52FutwJHw0V0h
knfv1oqaFiDuQ7U4EAgGF3Ll0oUVUr5fRq5u3lpAqoHjvQMd/oO+bW/Gpwd/JCjkA8AYh+8Trm8E
pWnVUuc90KzVrmWXK58Qt2npt9gPq7+3YQfqoE9YNov91/YGlg1QooJFOw5dcJKqWV4ZFL5W81O9
uGx80o0OUGTNYmOwct12zuans8S8eUToAco1ZPUQmScf+o5AL1f2Js0GQU4rZIBpfWO1868tMLj3
d5pf7y6wlDd4bxcDbVd3XqtQEtczccTDWwbYLx/oDBsACS2NVfsTChYDxLALO/YSbz/KvNxpWrlT
zFF6jg4XMv+IwRn5U9Qvn0kQgpYVDp4yKKYbIaqzrXe13iLUtFuIwAeC217kwGr4/rBrgGdGaBox
d7huebzY0ph0os6mXJ2uq83Hdnut3aJ0e/i0caxPMILWr3yUgBQB7wxxkSOFiqDF7CZ1/U2wRARh
O0OeAELtO68ceP2W0zGuqi3XcAcRiJPz/H+8Iwl9Nkk9p2wZ3KJ86qG5DrxNuNyVZ53OxH5EVoV9
Fy5aebUFj+RIvcDXR9EtUA/w+bgaWFLtetspz4rhZP2xsW5sB6iyYPadCHyS3Woxr7Qff9xRMqoM
XDbc7fDwg6qFZp067uFu0dm67mQ5i1bNcnfV0c3BGgX+uuvFavfqRUNMBYuG4w5nMfQ4tiv4niBb
zwxm9rbpXZXd3eYK1sjQheY4BNnTuvu6qyUGuwO+Q2kNlGTHdQftdbGKmrsIRKAbKvrRDi61umb2
mk4zrwTWkRCh3cMbTWcAVyeYTtmZbRcEYWiBLshvhc6V3rZ2NwaII+51y91+PD2ro/2BhUJlBNCg
4eGEpsLppSDIbUa1XSOcRUHH/LUNCpm21jJcFMcL9GtPa+Y8ZaT5pC9NpCngeMGhCe8zHk9+0zfK
ABJ4SIiZaS239Suq1TbgNtuWNxoy4VtbewAKECBcCWn0ylqHIBgAkVUdQTAcOSrtwyn89Y1bjnZt
25p1HLxyXWhuk+4O5m9vu14X83LOjqWK+wShawSWcXthc7IL6DVX63rkNSLcJ83OteYs119aSDT4
1DYnjQ+h5uTdX0fYYmS7IKxKxBcAoACqxM0OXi3dRE5TcQrunfZ22gSibXdTbC2MSaXXNr2JjfS2
XbR0q4MdKnxsblxUl3V79spw9Jto0gBZYndtYDN23bAdWP1gbSzsAPXKNvYiuIOKXql2K2WjXAxR
CKk2sSrdEBxHrZ65AANzEVWGParjDoYcN4+mi5ckQT+Q/I4XABFrJM5x5kLZr1hW1AQneTSpRCMH
TstrsxOtBuCZWv69UYk2rzzlSBiCryIuKoR7DAYbu3Ll0C1Oqiuv9hk8S4seYCDbbhGsRFdLxLry
rGb+BSAuKTzdBCvDjYLcNbYvx8AZqMMGnoKFct1U3XIH9aq7WqSFRbMfogSQc6ntUCDzsrpo4DXs
rQ1gHrddY0Uppr1OQFUseshOW9QWfR8QrjpKxdS9sIvrF6UUcgRz5HlAXXbKMIGFT6m9QFexo8XL
qa/NiWvOwnon2KjVlRNO+na0Xm50aD8ekmlrul9eqmutWAu62wCk+e9R3nQFX+MSaqt2ZeO5t/L0
Eu5CgReGiIOQgoTDjepFvJ7QmNSLk4lbCUZOsbjtV2vrzmVkBuYNmC7C3hIsTnBu6XmEmLzdE/eK
DFekdkP1R3Idd9wszVtMmmYjGNkLHWUc7O0KIMDO6tapwuvhNTbrOygQ68uVjcJd8NI1bp3JJA+H
zp0MGgOwSVA8gRTECeF5B6uNJUK1zdZq1EBt6GYP9GuVds8Ko/ZVy/PbD/a6YTZzlMAMYcOdh9oI
wAdR3JTbsIDtbtytU1mNlmFUe7Q3W/eqiEI5v+paJ+i327hydpN69er0C5XZKUCQCLYBvnBEdFo0
gAcKrI03slAl6EZHeOKqDBfqEGxvKOdKLv6is9gMTnfKvcCxcMFm1sCmQpkcIKHYzb5qtF24XQJ/
5Cxtr9dAvLvX3q13faRO5lLIk9RSb+K+LxQwx2sIJxGOMNuXuSh6CGxUvZHuFJv2DTLXnDLKjjj1
yV0N1bd3g1rZWIe3XmVRj/r6pOotuvV2sRogaa2irV5nVoBsBNce9AACDQIKxeMXd8ho2yIE4ow2
4aKGBLe2eR10yoicoMB7zm7irr99V6QGoEe4xHhmEXD9BNVN2UYtGtPQhsVOZT0IHT1PzebMtLgX
ZH3jmsXLj6efe0CCioFrZ+Xao60T6ShO7892VnE7DsqaDnaohjeogWMEZcUWq2tgJT+/bhuRNOEq
rhP1BDJReczroqi1FmutboyKu87iPd7nYq/j7Na3oOxzco5JhjQJNkgqAGwmoH3YXYRo09YsNixn
VFyDGlHzt8E7lCVYKqcnlCFNQn/AEwFoK8q3ceqiaS0nqGJUdEfLCtLyUKrN6y0mk2a/1tFbg3VY
X12vozpi0qt2C0+T28pjsOMvPaJoQZo5niJAfMmgYWdprpabWivcBCPkvOnvyhMXIelyzSibfRQG
cD/bDW2S90rTUU8fT+oSVg3IHLCBgCSi+yll0QC94S71VTUcoaAqGOJ8lEDqV+0dagcB32NrqFtt
VR7sSRDOOqvAugVaJZiFHd2aVcAyODUxj0OZsJ9n238G+dvjvnP/l7/i55njImVX0wPux1/euao9
DjxVDYaK+1f60+dfZf/wl6Ex8xzf+RLwv8X8Edo/9N9XAoX5YWCDizd6H6peNFL90AxOf7sfKSZC
DT06hh08OUdNvOiX4ol8t6GCGo/rKXLVv/00c0I7oPFphmP/dPjqZv63n2IL9OejluLZnGrBVDDp
cI6ma50SSOBBZkX10uiDPWc6tnb4GtCtEg45fAdwWMQfnEx0mJLm94RwNKoMQZ3+nVMz2IsnlgGl
DwjJoN4sIYALXwVS+TNk0C7hYkUCMtj39h+ckTMTAflUxURQLsXTB6XS/oOrL70NaiVwasItALjE
/gOd8MxkQHEPIRm0S/SegUsHnv74A6GmZdBslug7GL2H7yGj85IBpQwKiaDeKkEvig0gZu6Vegn8
aIhzo2JE/Dm75SfXn9DUG5USVWwBiOGw/OzqV3BAkGhH/qozlQDVgBCSQLNaIv5lhLIOiwxdIb3/
O80SAJYUFoCNTB98f177n7QXMRHUSsgtRAQNLMrJFFMiqDZKqCtArK/7b8kyPi8JwMYSFEGjVurE
KPbULZcSQRGbBPBQwDQOm+T8dgF0TlEZdErwB8H1AlRT/GFfQ9yGOALIHkKWx/5zbtsgTukSOgmN
agkuV7jaYCtnnIRKpwSeXpgpsAHjz9mdBEpCFpJAka78+ENbPH0EcET2NyDeivhzdhchIBKCs69D
4wPDNSAH9ecFTsmgUi2B1x2fwz15fjchQfKE1h9WAVj+kDlBmSCpqVdL4NhHnAz+o3M9/cLvYKNT
Qp1YylD8pu2kRICTAd8YyOzPTgMmclChVce9B1o1yvY/3Gzc2W+V4MsD9Cg5+ue38YGXEJRBFSoA
OOYRDIGzNrXsuBHx+sMUpv/FfZyRG4AiOkIrX6zVS8RuBz6JTAug2MT3iEsDgHO49vd+hzOSAcWH
hGTQIAUXQTuCvcUfdve3ISAwHMQ02ejnjGYurvKVS9BpQbGZXOvspV8vwfdBCePJe3d2aw9/seDi
wxWIOALKCjbYuRdx51EcFzGMw4O3N7NetPwv+KVnb2lPN8x57Ew1VD/lkc39hcSNeNxAyleKtH/4
sChSgbJrCG0i7eAn5g/J17rv6pvv9RfG9Rrv+NSXyQmI+z38+WHCx0N5Pi/HXyWO572L/PXfp2aJ
+SH7QnReGEhqmowMfEEhZMwxGe21oXqKN9OjeA9Eh1k9KBb81D3FVuZK2vdN/o5vgzxykj/fg6da
vUKIwTYVKpe1b4ocynSQRBseqltj5iTtUKvxsyza7FhBwKHwCDl5agHDLgyNVajiiU73hMTN5MfM
8MGLJPMBdVzUeWEcKIHqJ809hxxE59FDA55iFi4s1TNmzLIi1k+IsO/2gMG8aAI9xTOmU1VhRAPv
NRxcbcSoc9rPOsW/zwGGGx65vcmRSN8s/KFEgMjGNI7OI/t7zgwyyPmdczjgF1/4nRDj59h1Okz5
hVvgwg5wnQTcBqtAf+HX/5Xt+ga7ZZEHJtbiIPQcV03aiK8LFO6ANicy/QfHC/TMIxa/EUJtX4Q+
HWBODji6goIYO2H2mCnqcnStvW7Z3tFJYEcMxD5yrQAqRHALBF0E4xeT+SOiwprD95KheXDSD7/F
d196wWHPKNxGbIJZCFgiQlwDlgnUPFUDYLfQGzrqKmCyn2U8BS0AQIn0hSp2NcBWHXMuCHc3VH3H
dQLFYpcKztgG+LCr8L0DlkZl74+OxxvmNlQ03VOniZTo5FHBVPofIkEw9YH9JBNfeFbPz1HhQQ10
1GjD6828q4R1A+gM8FZK8YEaTrljOd3+uFcqvkRf8kil1uT/wyOU+WKgZOOJpYgfox+3ElnbVXRh
0rM5D7Mm66IWnSWrJ52FDrRXh+3CWLEcRsUgjO53L4MXqkNd1bNC1oYijKtos2PHdCzHLtz4R3ca
cc+LNt9zZo5f+POdqoI6TPtLVjeE0xPtJlaWVM8uDGE3wNbM6ocSp0T76aE0R2bbEuZwaSyMZITx
SyajTXUOo/ybKVhwvsDoBOYOJerYB/qkVfXCLXrpqfZMLxBI8Lh9CdI/tB9rmbTYZEI/WwmF+6M3
+ZT69MIpXYWKlV6UYw0z/Kb7vbDNa1Xx5oddtHcDzFCsWDGTf2MUi7gklOi2vQP12RSgwfRMECBK
fny7n6Gne4YfWIp/mE7SYmwDEVhcdOQP6qbQU0x1zmvl0LIktG6ErNlGIGjRIX9U7FAJwqShWBSU
kCLa7oMSemyrMs4sCfizqvBeNIBGxUf8aAQzVJvPfFxg30joQHFDBSr5pnCFIoIq++YSpkxU5o8Q
DCvzTkO8VTxSvq6YZtZLAgSneAd7R+O1aqq28k+FC3+m2j6wx/Fl80QnVrELc6XQC22dkRnMTvHO
n5ylykkN0VgZ7doaO1qiJRRd4adwrZjMEiOdT7zZT1hew48FfhkGoc0OnFiDRQd+pGRWiVFDtNWe
abiu6gXPGmHSJF1j4LwsI1WbCjgi1QpuEUIqiPbIuKqhnNiOV3gXgtYV+mLWAUGn6Bnky4jmtZHm
Aa9P3iDSBtEAXqcAAarfxx2M1xt+wD+gqWNOj5xxeauwDx2diudc2HPH85ijIkEHjp2drLJLSGvR
fdtVTVR9ZZRDCmMLN+v48D/GF8e16u1U5Fsb/O0hoRfc0F7IKJrHTvDw1ZptNzQ1MsCSAdKlIUML
7Ku2pXjLdLMElhCV9Y0HMbDRQ0IgiTY78HF9skKQoaz2dupM55qVoIxcGkchVBnX+qXiOWrW/X3S
8ftCC+rSU+yZmqwU7TLCC4qu25UxRVAEQaekKWqYqHOEG0Z6mu2rUdJS3K4Ee/gKLiHFZpuVIQeE
1VnpElJQVAg9z4EFylwNSEYQb/c6hFroMUIAAky83ZvZ0eWA/CEJ7QaKyY6W0L6i0r1VPW6DISNO
QrMwFIZKpLJh+KqEa+deAU8HuxuoGLioHO6NQA951QRkd+Itj01nrSz5IUuQ8b2Bez2AhRaoBivn
ugw5h1vVmjqhpyUioNsH/C/Jj293/gwdE5WC2TWU4WQdwhnGoW+IklJ0awzpbk+aiYXQlLB634kH
ghws6ertAoZXe6Owd4WMpxn+WU7riRNOROX7CMBCqClmMu9YxDLQWCMHrxx78IBvTbp5u3jpRKt8
w1TzRlQS4/jW9GDKJm2RLFBRJvlRYMwuMGRJM/tWJZzkMXwgUzilmYalRJc2CECw45VhJI03RrDb
R+HZIUs40B+WHkTMKJcAZCTdvH3lDn6OO7g15g5rNlLWn+ie+wjlaoZ91wMdQtJavD9OAhFeqG/j
RsYDpWoeu6FlWDVj1ZtyZ1uGEx7hTDUOdnEIwkalKudiBs5pqMwy4hIdUPAlC/D23XIHVow1I224
3FBuQ4Ji+/Xf6frPMs1AIwG/fwcpFChxRix/+d39ONca8WmJu9bS46fVOuUXZNx4g2c/Yr5fq6vo
dKckuyJ+GCXc2r3I5Xw4MjzAV8pOAVrMM1xmvJRFKXpH3cBsT1qJhUDcg8KN+p6iskoH8WkIN+sp
q6SVeKwy3q1bx5tzIpBxHaHqk2IEzGhlxDDuVTh5WXA6YJxJN2+/295BnUtaiUXblKAYvQd002Na
lRGqHyvh3ChceAr/Rp2EZr7wVR2DPYkxSECwlszg7dI96Bk05sLAMgj94SetkrSrVQnS/qT6QaGr
2IxLFhDPpKO3D//vqsUpjDI8vQ9OAZvuT36Bt3zwzImP+YoMqsI4nM4RWgUOnjmKKPEn41p+Cu1p
1puNOBw44qgGrOiNdzENC8PQZ3bkoXUJMvqX0WA8GH0c9P+1QJuH4DtH+x8gYYT1wKcN2nIgk/c1
Ck9PK/1+D56f5Kx/TWWkZT7kL/r+IOT4HMWZLkxTBwXiBDLxCESbHunhz9P/lEwpHhzTV/JN8o+n
4moIVRk7zqIR3y89BziCwojLz2hIuF0GJiCU5lpBNDAZJkmc6h+e3g35qhjwXIFqAdWRNEUNy4Bc
XDv2nCD96XZxepIf334hPkDAnqKFzIgrJ5OsXvj+PAIoabHNEpfoaRFn7c7fJ5ZOCUXJbj+VWBV+
C1seHbcTR/MHZUZemBqS6JhVkHCCLmwNb1KylvEeT354+05E8Td/gz2TtETNEgfr6Q2Tfya7cMIx
CmFVggHdBVjOnhvJ6GisNQnN9nRlnm5ThmdopLrh1ESODsC5SC4p9EDgyJj+dQlurb5qOTMog+gm
vz8JO7CHvF/PYa0H4vgT3Sw9oNVBGZo0ROvakOALfk5pjfMY7WcZMf1IUG97iqsWPqrenHmOKWVf
VDD9hYEwD4vxbeZe5/mnc6BFbpAMj8RN9bhEBztY4R12cO+ZGcjNfEDXC0btGSCgZa4qGW7FQaAb
jste1y0Jp/MJx/5KsTgrUwZE9kqZsoeQqgaILt+Vzj0D+Y7C/CXLgPDKiPL0vv53oBbmf7pZO4bH
nDpUYhIXxZ1qR8w2y8gmDr9pJC9Uze6NKa8VVGRECe6RnYma4Mm04xec2LhFNwTGy0lBRlbPEJwR
muJD/01GuB+whGUDqMEJAnY7SImUwLTYMFoH6CaT0b9d9ULsmmtUwike4iGd8YF2KbINcfsaLLwQ
rEsyxEAt88Hgioxnbujs6P4FH0cyzHivycADPhhQ8ZlWZTwZcavsS1Qhxi/Ro7y/hotdw/f51AcJ
G3n09bfQ5mjQQdsrPuwRLBM+O1KCGjtWo5mumibnQ5UBXDuQJRwRZ4CiVlwcYwrXsliMuNCy6O4Y
E3mNUrhXkUGYjJIOCupzJT++/ZYbA+jBk1LICBGNkTfLGpgyXv4nh7XSUKRMggi+/qdTeHKsr7/F
EPBH7+t/2TODJRdBFQ3xjuBPNrgUUAR8JbSr2Dv+ggY3v3jDH7SjAy4DMAg/wRIA+8Kl4jNqEQpG
i48Z5FcGp9NXpThI4YcBfRCjElRlPLCfj2yQqgyQ3GfDmirTDXtjyIj67e/Q4/MtA33XNbzCE5Q5
JraM6IT4triYRiqzdq1qFZgLVFQESx+iH8BF5x6YH+eHRW33zh/REftFg1Ub50YmK0wPm4Sr9gJQ
taliLNg3SML1cuEhVsqqgBLMAoR1NVOZq76eloMMNPkwUiiPh2lWxoD1EDZBulUZDxmKetrsKa1J
GCvcolNnzq6ZjGds7BmFe8TjGVeEDI8BIi2sx1/Gu4hgmVa4o/8bX4zSC1ehWuWiOuoN0giP+CdQ
d15Ky+zSVWSovbeKy27figwcyF3kadGOUr2TeccGrYxM7D013Z3DOVgrMvKx9y96RtsSNsYdoG1L
/VgkEs71vcLGJICgTMT+dnsIAFPFOToiDQkbGYBeBAi5vSxDM4Wjam6sWWu5QuWoRQ81GlYizmBB
qT/xhh9Ul7WTK1RnWnS4j4jZI4EsE7HTltL+8khVqcjIVXwEizMoAICA9xMpxPb9SRq9F3q1x8C+
Ky6uDablioTd8aQrBg/tqlLlB9F1fFIWxrGkoa7LaNqAzyppJxayDA3jCQYtqYX8NYfCqUlfb7+R
PuymaoY4ZGSTfTTUAHiUZIyxPGRcde8AyXPWhZsAgAC38HNhgLijE4SHk5nujmjzJWyZQ4d3IP3w
ddiQPxeS/zSyOm2him8yircvzNhFbN+Msu4bsHzK0H2GxnyOnIqB4gfJcGmN9jD8758z3CIvInw+
SG2sG0uwh9qQ2vN/7qnp0p2CAxgkork2cn7MMX5VFCyQZ5j/+2//4S+VSClceRECTxjBNWKnlpKs
GnMfAvzXRP3lZFBvX7gnA3iGIuJybDCqhdJVcT1g0QsMjuClsky2u/9z31CcCPaSUXgPfIzC+Lyo
dkBVRmyi7yznDgT4pCxhRhosyAzFV0A4m7t4P87B8UwzLoo2S0+Bdsg/JLnkwgunjNUnQT0EqZ4B
xGHsgu4q3pTnnRTf9gCohYbJQtRkKAI0WuBGmbMqIx+LABpI4wFekmlahqHWUyJg07NubhnPao/b
HTKi0X3HgvOZJf6X8Ygl7WbDr2RYEagYwReikAGdB6p4jjoOIRunOWY8D18NBLlGYg/jKkapb/HT
d4t9zK1fRUZaCIjtKCzBB9FlAPQoBdWn2COjfVRkpJw8gp4lcAjJzryGqKcuLuk9E9+dEQR7MrgH
dW2wN4gMlXPfy304Yy36qpSbD3nsxlyZx4/BkzMFQX4illhHl0EGQjbLXj497EsQBmewEVdlEFTt
BfXRAHsQKrFQGiwBbve3wpHJKwPC1CUkjK8XPhqeZmRe8sh5SeT5di3yw/hkDxI2chekHBx+rioj
IaOHpAl4uRIRxFtKhgo6VlitqCqDghUOjKAwCGFa8/CmqgzozX53QoUJ9K+/maoVpaXSkEE+FE9g
qKAHNskOsUcZvrT9BPavQOHPe5auv6QnUQODZK7RlFabB797TtcfMraJLXtU70UG0wkiAV8cM6FE
T680qnBWUaup02yCt4Aqz+fjjn/cuu/L04iae3A3fLPW2dJzPyq5yNNoRGwAT4YzqIvgAUffJSOR
vespOxZvIQNT1YNLm3E5y/Db9KhuAoftkeGuHMxgS7B5j1QR9tvGelupvAN1PsCdHHJfBlLmUjGX
5H3PUttauY6efC/dVQjgAOvjkBKOgNcPHmdma1Rk0FNS8AfuE+b5rrQlhDkeVZ4BXoK/+oMX8oOt
yjghHwFB3aG8IbNwqJCUt5l/3DOQVYBL9FFIz+Yf5gO8Uh2YF4ygZQQZR6HPRVyrMrwPT1//B5jL
iDl3KHx6vvsiq1La77sv0rsoUYlfRFiQV5v28LCQ2ZVVou2PN8usQm1nNsucxT5EEWYmysj88n8A
AAD//w==</cx:binary>
              </cx:geoCache>
            </cx:geography>
          </cx:layoutPr>
        </cx:series>
      </cx:plotAreaRegion>
    </cx:plotArea>
    <cx:legend pos="r" align="min" overlay="0"/>
  </cx:chart>
</cx: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Reversed" id="24">
  <a:schemeClr val="accent4"/>
</cs:colorStyle>
</file>

<file path=ppt/charts/style1.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1197"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22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497">
  <cs:axisTitle>
    <cs:lnRef idx="0"/>
    <cs:fillRef idx="0"/>
    <cs:effectRef idx="0"/>
    <cs:fontRef idx="minor">
      <a:schemeClr val="lt1">
        <a:lumMod val="95000"/>
      </a:schemeClr>
    </cs:fontRef>
    <cs:defRPr sz="900"/>
  </cs:axisTitle>
  <cs:category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900"/>
  </cs:categoryAxis>
  <cs:chartArea>
    <cs:lnRef idx="0"/>
    <cs:fillRef idx="0"/>
    <cs:effectRef idx="0"/>
    <cs:fontRef idx="minor">
      <a:schemeClr val="dk1"/>
    </cs:fontRef>
    <cs:spPr>
      <a:solidFill>
        <a:schemeClr val="dk1"/>
      </a:solidFill>
    </cs:spPr>
    <cs:defRPr sz="1000"/>
  </cs:chartArea>
  <cs:dataLabel>
    <cs:lnRef idx="0"/>
    <cs:fillRef idx="0"/>
    <cs:effectRef idx="0"/>
    <cs:fontRef idx="minor">
      <a:schemeClr val="lt1">
        <a:lumMod val="95000"/>
      </a:schemeClr>
    </cs:fontRef>
    <cs:defRPr sz="85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lt1"/>
    </cs:fontRef>
    <cs:spPr>
      <a:solidFill>
        <a:schemeClr val="phClr"/>
      </a:solidFill>
      <a:ln w="3175">
        <a:solidFill>
          <a:schemeClr val="dk1"/>
        </a:solidFill>
      </a:ln>
    </cs:spPr>
  </cs:dataPoint>
  <cs:dataPoint3D>
    <cs:lnRef idx="0"/>
    <cs:fillRef idx="0">
      <cs:styleClr val="auto"/>
    </cs:fillRef>
    <cs:effectRef idx="0"/>
    <cs:fontRef idx="minor">
      <a:schemeClr val="lt1"/>
    </cs:fontRef>
    <cs:spPr>
      <a:solidFill>
        <a:schemeClr val="phClr"/>
      </a:solidFill>
    </cs:spPr>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fillRef idx="0">
      <cs:styleClr val="auto"/>
    </cs:fillRef>
    <cs:effectRef idx="0"/>
    <cs:fontRef idx="minor">
      <a:schemeClr val="lt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lt1"/>
    </cs:fontRef>
    <cs:spPr>
      <a:ln w="28575" cap="rnd">
        <a:solidFill>
          <a:schemeClr val="phClr"/>
        </a:solidFill>
        <a:round/>
      </a:ln>
    </cs:spPr>
  </cs:dataPointWireframe>
  <cs:dataTable>
    <cs:lnRef idx="0"/>
    <cs:fillRef idx="0"/>
    <cs:effectRef idx="0"/>
    <cs:fontRef idx="minor">
      <a:schemeClr val="lt1">
        <a:lumMod val="95000"/>
      </a:schemeClr>
    </cs:fontRef>
    <cs:spPr>
      <a:ln w="9525">
        <a:solidFill>
          <a:schemeClr val="lt1">
            <a:lumMod val="95000"/>
            <a:alpha val="54000"/>
          </a:schemeClr>
        </a:solidFill>
      </a:ln>
    </cs:spPr>
    <cs:defRPr sz="9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30000"/>
          </a:schemeClr>
        </a:solidFill>
        <a:round/>
      </a:ln>
    </cs:spPr>
  </cs:gridlineMajor>
  <cs:gridlineMinor>
    <cs:lnRef idx="0"/>
    <cs:fillRef idx="0"/>
    <cs:effectRef idx="0"/>
    <cs:fontRef idx="minor">
      <a:schemeClr val="lt1"/>
    </cs:fontRef>
    <cs:spPr>
      <a:ln>
        <a:solidFill>
          <a:schemeClr val="lt1">
            <a:lumMod val="95000"/>
            <a:alpha val="30000"/>
            <a:lumOff val="1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95000"/>
      </a:schemeClr>
    </cs:fontRef>
    <cs:defRPr sz="9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900"/>
  </cs:seriesAxis>
  <cs:seriesLine>
    <cs:lnRef idx="0"/>
    <cs:fillRef idx="0"/>
    <cs:effectRef idx="0"/>
    <cs:fontRef idx="minor">
      <a:schemeClr val="lt1"/>
    </cs:fontRef>
    <cs:spPr>
      <a:ln w="9525" cap="flat">
        <a:solidFill>
          <a:srgbClr val="D9D9D9"/>
        </a:solidFill>
        <a:round/>
      </a:ln>
    </cs:spPr>
  </cs:seriesLine>
  <cs:title>
    <cs:lnRef idx="0"/>
    <cs:fillRef idx="0"/>
    <cs:effectRef idx="0"/>
    <cs:fontRef idx="minor">
      <a:schemeClr val="lt1">
        <a:lumMod val="95000"/>
      </a:schemeClr>
    </cs:fontRef>
    <cs:defRPr sz="1400"/>
  </cs:title>
  <cs:trendline>
    <cs:lnRef idx="0">
      <cs:styleClr val="auto"/>
    </cs:lnRef>
    <cs:fillRef idx="0"/>
    <cs:effectRef idx="0"/>
    <cs:fontRef idx="minor">
      <a:schemeClr val="lt1"/>
    </cs:fontRef>
    <cs:spPr>
      <a:ln w="19050" cap="rnd">
        <a:solidFill>
          <a:schemeClr val="phClr"/>
        </a:solidFill>
        <a:prstDash val="sysDash"/>
      </a:ln>
    </cs:spPr>
  </cs:trendline>
  <cs:trendlineLabel>
    <cs:lnRef idx="0"/>
    <cs:fillRef idx="0"/>
    <cs:effectRef idx="0"/>
    <cs:fontRef idx="minor">
      <a:schemeClr val="lt1">
        <a:lumMod val="95000"/>
      </a:schemeClr>
    </cs:fontRef>
    <cs:defRPr sz="9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95000"/>
      </a:schemeClr>
    </cs:fontRef>
    <cs:defRPr sz="9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45">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3"/>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tx1"/>
    </cs:fontRef>
    <cs:spPr>
      <a:ln w="9525" cap="flat" cmpd="sng" algn="ctr">
        <a:solidFill>
          <a:schemeClr val="dk1">
            <a:lumMod val="65000"/>
            <a:lumOff val="35000"/>
            <a:alpha val="75000"/>
          </a:schemeClr>
        </a:solidFill>
        <a:round/>
      </a:ln>
    </cs:spPr>
  </cs:gridlineMajor>
  <cs:gridlineMinor>
    <cs:lnRef idx="0"/>
    <cs:fillRef idx="0"/>
    <cs:effectRef idx="0"/>
    <cs:fontRef idx="minor">
      <a:schemeClr val="tx1"/>
    </cs:fontRef>
    <cs:spPr>
      <a:ln w="9525" cap="flat" cmpd="sng" algn="ctr">
        <a:solidFill>
          <a:schemeClr val="dk1">
            <a:lumMod val="65000"/>
            <a:lumOff val="35000"/>
            <a:alpha val="25000"/>
          </a:schemeClr>
        </a:soli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spPr>
      <a:ln w="9525" cap="flat" cmpd="sng" algn="ctr">
        <a:solidFill>
          <a:schemeClr val="lt1">
            <a:lumMod val="50000"/>
          </a:schemeClr>
        </a:solidFill>
        <a:round/>
      </a:ln>
    </cs:spPr>
    <cs:defRPr sz="900" kern="1200"/>
    <cs:bodyPr/>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71">
  <cs:axisTitle>
    <cs:lnRef idx="0"/>
    <cs:fillRef idx="0"/>
    <cs:effectRef idx="0"/>
    <cs:fontRef idx="minor">
      <a:schemeClr val="lt1">
        <a:lumMod val="75000"/>
      </a:schemeClr>
    </cs:fontRef>
    <cs:defRPr sz="900" kern="1200"/>
  </cs:axisTitle>
  <cs:categoryAxis>
    <cs:lnRef idx="0"/>
    <cs:fillRef idx="0"/>
    <cs:effectRef idx="0"/>
    <cs:fontRef idx="minor">
      <a:schemeClr val="lt1">
        <a:lumMod val="75000"/>
      </a:schemeClr>
    </cs:fontRef>
    <cs:spPr>
      <a:ln w="9525" cap="flat" cmpd="sng" algn="ctr">
        <a:solidFill>
          <a:schemeClr val="lt1">
            <a:lumMod val="50000"/>
          </a:schemeClr>
        </a:solidFill>
        <a:round/>
      </a:ln>
    </cs:spPr>
    <cs:defRPr sz="900" kern="1200"/>
  </cs:categoryAxis>
  <cs:chartArea>
    <cs:lnRef idx="0"/>
    <cs:fillRef idx="0"/>
    <cs:effectRef idx="0"/>
    <cs:fontRef idx="minor">
      <a:schemeClr val="tx1"/>
    </cs:fontRef>
    <cs:spPr>
      <a:solidFill>
        <a:schemeClr val="dk1">
          <a:lumMod val="75000"/>
          <a:lumOff val="25000"/>
        </a:schemeClr>
      </a:solidFill>
      <a:ln w="9525" cap="flat" cmpd="sng" algn="ctr">
        <a:solidFill>
          <a:schemeClr val="dk1">
            <a:tint val="75000"/>
          </a:schemeClr>
        </a:solidFill>
        <a:round/>
      </a:ln>
    </cs:spPr>
    <cs:defRPr sz="10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tx1"/>
    </cs:fontRef>
    <cs:spPr>
      <a:ln>
        <a:solidFill>
          <a:schemeClr val="phClr"/>
        </a:solidFill>
      </a:ln>
      <a:effectLst>
        <a:glow rad="63500">
          <a:schemeClr val="phClr">
            <a:alpha val="18000"/>
          </a:schemeClr>
        </a:glow>
      </a:effectLst>
    </cs:spPr>
  </cs:dataPoint>
  <cs:dataPoint3D>
    <cs:lnRef idx="0">
      <cs:styleClr val="auto"/>
    </cs:lnRef>
    <cs:fillRef idx="0"/>
    <cs:effectRef idx="0">
      <cs:styleClr val="auto"/>
    </cs:effectRef>
    <cs:fontRef idx="minor">
      <a:schemeClr val="tx1"/>
    </cs:fontRef>
    <cs:spPr>
      <a:ln>
        <a:solidFill>
          <a:schemeClr val="phClr"/>
        </a:solidFill>
      </a:ln>
      <a:effectLst>
        <a:glow rad="63500">
          <a:schemeClr val="phClr">
            <a:alpha val="18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4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tx1"/>
    </cs:fontRef>
    <cs:spPr>
      <a:solidFill>
        <a:schemeClr val="dk1">
          <a:lumMod val="85000"/>
          <a:lumOff val="15000"/>
        </a:schemeClr>
      </a:solidFill>
    </cs:spPr>
  </cs:floor>
  <cs:gridlineMajor>
    <cs:lnRef idx="0"/>
    <cs:fillRef idx="0"/>
    <cs:effectRef idx="0"/>
    <cs:fontRef idx="minor">
      <a:schemeClr val="tx1"/>
    </cs:fontRef>
    <cs:spPr>
      <a:ln w="9525" cap="flat" cmpd="sng" algn="ctr">
        <a:gradFill>
          <a:gsLst>
            <a:gs pos="100000">
              <a:schemeClr val="dk1">
                <a:lumMod val="65000"/>
                <a:lumOff val="35000"/>
                <a:alpha val="24000"/>
              </a:schemeClr>
            </a:gs>
            <a:gs pos="0">
              <a:schemeClr val="dk1">
                <a:lumMod val="65000"/>
                <a:lumOff val="35000"/>
              </a:schemeClr>
            </a:gs>
          </a:gsLst>
          <a:lin ang="5400000" scaled="0"/>
        </a:gradFill>
        <a:round/>
      </a:ln>
    </cs:spPr>
  </cs:gridlineMajor>
  <cs:gridlineMinor>
    <cs:lnRef idx="0"/>
    <cs:fillRef idx="0"/>
    <cs:effectRef idx="0"/>
    <cs:fontRef idx="minor">
      <a:schemeClr val="tx1"/>
    </cs:fontRef>
    <cs:spPr>
      <a:ln w="9525" cap="flat" cmpd="sng" algn="ctr">
        <a:gradFill>
          <a:gsLst>
            <a:gs pos="0">
              <a:schemeClr val="dk1">
                <a:lumMod val="65000"/>
                <a:lumOff val="35000"/>
                <a:alpha val="46000"/>
              </a:schemeClr>
            </a:gs>
            <a:gs pos="100000">
              <a:schemeClr val="dk1">
                <a:lumMod val="75000"/>
                <a:lumOff val="25000"/>
                <a:alpha val="42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round/>
      </a:ln>
    </cs:spPr>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spPr>
      <a:ln w="9525" cap="flat" cmpd="sng" algn="ctr">
        <a:solidFill>
          <a:schemeClr val="lt1">
            <a:lumMod val="50000"/>
          </a:schemeClr>
        </a:solidFill>
        <a:round/>
      </a:ln>
    </cs:spPr>
    <cs:defRPr sz="900" kern="1200"/>
    <cs:bodyPr/>
  </cs:valueAxis>
  <cs:wall>
    <cs:lnRef idx="0"/>
    <cs:fillRef idx="0"/>
    <cs:effectRef idx="0"/>
    <cs:fontRef idx="minor">
      <a:schemeClr val="tx1"/>
    </cs:fontRef>
    <cs:spPr>
      <a:solidFill>
        <a:schemeClr val="tx1">
          <a:lumMod val="85000"/>
          <a:lumOff val="15000"/>
        </a:schemeClr>
      </a:solidFill>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C76FE5-29B7-4C0C-98E4-10103B207404}" type="datetimeFigureOut">
              <a:rPr lang="en-IN" smtClean="0"/>
              <a:t>16-06-2025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62D76A-E084-4B7C-B875-8DDD6A49FA68}" type="slidenum">
              <a:rPr lang="en-IN" smtClean="0"/>
              <a:t>‹#›</a:t>
            </a:fld>
            <a:endParaRPr lang="en-IN"/>
          </a:p>
        </p:txBody>
      </p:sp>
    </p:spTree>
    <p:extLst>
      <p:ext uri="{BB962C8B-B14F-4D97-AF65-F5344CB8AC3E}">
        <p14:creationId xmlns:p14="http://schemas.microsoft.com/office/powerpoint/2010/main" val="1194446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E62D76A-E084-4B7C-B875-8DDD6A49FA68}" type="slidenum">
              <a:rPr lang="en-IN" smtClean="0"/>
              <a:t>34</a:t>
            </a:fld>
            <a:endParaRPr lang="en-IN"/>
          </a:p>
        </p:txBody>
      </p:sp>
    </p:spTree>
    <p:extLst>
      <p:ext uri="{BB962C8B-B14F-4D97-AF65-F5344CB8AC3E}">
        <p14:creationId xmlns:p14="http://schemas.microsoft.com/office/powerpoint/2010/main" val="3469903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60EA64-D806-43AC-9DF2-F8C432F32B4C}" type="datetimeFigureOut">
              <a:rPr lang="en-US" smtClean="0"/>
              <a:t>6/16/2025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4069895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70A7B3-6521-4DCA-87E5-044747A908C1}" type="datetimeFigureOut">
              <a:rPr lang="en-US" smtClean="0"/>
              <a:t>6/16/2025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674107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6/16/2025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047033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134690-1557-4C89-A502-4959FE7FAD70}" type="datetimeFigureOut">
              <a:rPr lang="en-US" smtClean="0"/>
              <a:t>6/16/2025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416618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smtClean="0"/>
              <a:t>6/16/2025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92385238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smtClean="0"/>
              <a:t>6/16/2025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31992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smtClean="0"/>
              <a:t>6/16/2025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029841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BE4249-C0D0-4B06-8692-E8BB871AF643}" type="datetimeFigureOut">
              <a:rPr lang="en-US" smtClean="0"/>
              <a:t>6/16/2025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427656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042B0DB6-F5C7-45FB-8CF3-31B45F9C2DAC}" type="datetimeFigureOut">
              <a:rPr lang="en-US" smtClean="0"/>
              <a:t>6/16/2025</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899761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6/16/2025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37103106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6/16/2025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67282093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6/16/2025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55094154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6/16/2025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09482983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6/16/2025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415602889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6/16/2025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68671812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smtClean="0"/>
              <a:t>6/16/2025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5455478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smtClean="0"/>
              <a:t>6/16/2025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806087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1160EA64-D806-43AC-9DF2-F8C432F32B4C}" type="datetimeFigureOut">
              <a:rPr lang="en-US" smtClean="0"/>
              <a:t>6/16/2025</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4022535906"/>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hf sldNum="0" hdr="0" ftr="0" dt="0"/>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microsoft.com/office/2014/relationships/chartEx" Target="../charts/chartEx1.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hart" Target="../charts/chart2.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chart" Target="../charts/chart3.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8.xml"/><Relationship Id="rId4" Type="http://schemas.openxmlformats.org/officeDocument/2006/relationships/image" Target="../media/image43.png"/></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8.xml"/><Relationship Id="rId5" Type="http://schemas.openxmlformats.org/officeDocument/2006/relationships/image" Target="../media/image47.png"/><Relationship Id="rId4" Type="http://schemas.openxmlformats.org/officeDocument/2006/relationships/image" Target="../media/image46.png"/></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8.xml"/><Relationship Id="rId5" Type="http://schemas.openxmlformats.org/officeDocument/2006/relationships/image" Target="../media/image51.png"/><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8.xml"/><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8.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4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8.xml"/><Relationship Id="rId5" Type="http://schemas.openxmlformats.org/officeDocument/2006/relationships/image" Target="../media/image63.png"/><Relationship Id="rId4" Type="http://schemas.openxmlformats.org/officeDocument/2006/relationships/image" Target="../media/image62.png"/></Relationships>
</file>

<file path=ppt/slides/_rels/slide4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4.xml"/><Relationship Id="rId5" Type="http://schemas.openxmlformats.org/officeDocument/2006/relationships/image" Target="../media/image67.png"/><Relationship Id="rId4" Type="http://schemas.openxmlformats.org/officeDocument/2006/relationships/image" Target="../media/image66.png"/></Relationships>
</file>

<file path=ppt/slides/_rels/slide42.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image" Target="../media/image68.png"/><Relationship Id="rId1" Type="http://schemas.openxmlformats.org/officeDocument/2006/relationships/slideLayout" Target="../slideLayouts/slideLayout8.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5F28DF4-08D5-4BC4-84A1-C0DCA66F48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29E28C-A784-5DC2-A017-31359E00E39C}"/>
              </a:ext>
            </a:extLst>
          </p:cNvPr>
          <p:cNvSpPr>
            <a:spLocks noGrp="1"/>
          </p:cNvSpPr>
          <p:nvPr>
            <p:ph type="ctrTitle"/>
          </p:nvPr>
        </p:nvSpPr>
        <p:spPr>
          <a:xfrm>
            <a:off x="6420465" y="609600"/>
            <a:ext cx="5122606" cy="1905000"/>
          </a:xfrm>
        </p:spPr>
        <p:txBody>
          <a:bodyPr vert="horz" lIns="91440" tIns="45720" rIns="91440" bIns="45720" rtlCol="0" anchor="ctr">
            <a:normAutofit/>
          </a:bodyPr>
          <a:lstStyle/>
          <a:p>
            <a:r>
              <a:rPr lang="en-US" sz="3200" dirty="0">
                <a:gradFill flip="none" rotWithShape="1">
                  <a:gsLst>
                    <a:gs pos="0">
                      <a:sysClr val="window" lastClr="FFFFFF"/>
                    </a:gs>
                    <a:gs pos="100000">
                      <a:sysClr val="window" lastClr="FFFFFF">
                        <a:lumMod val="65000"/>
                      </a:sys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rPr>
              <a:t>CAPSTONE PROJECT</a:t>
            </a:r>
          </a:p>
        </p:txBody>
      </p:sp>
      <p:sp>
        <p:nvSpPr>
          <p:cNvPr id="6" name="Subtitle 5">
            <a:extLst>
              <a:ext uri="{FF2B5EF4-FFF2-40B4-BE49-F238E27FC236}">
                <a16:creationId xmlns:a16="http://schemas.microsoft.com/office/drawing/2014/main" id="{AFF1A9EC-9D22-94DE-92AE-3ABB54FEB0E1}"/>
              </a:ext>
            </a:extLst>
          </p:cNvPr>
          <p:cNvSpPr>
            <a:spLocks noGrp="1"/>
          </p:cNvSpPr>
          <p:nvPr>
            <p:ph type="subTitle" idx="1"/>
          </p:nvPr>
        </p:nvSpPr>
        <p:spPr>
          <a:xfrm>
            <a:off x="6420465" y="2666999"/>
            <a:ext cx="5122606" cy="3216276"/>
          </a:xfrm>
        </p:spPr>
        <p:txBody>
          <a:bodyPr vert="horz" lIns="91440" tIns="45720" rIns="91440" bIns="45720" rtlCol="0" anchor="t">
            <a:normAutofit/>
          </a:bodyPr>
          <a:lstStyle/>
          <a:p>
            <a:pPr algn="l">
              <a:buFont typeface="Arial"/>
              <a:buChar char="•"/>
            </a:pPr>
            <a:endParaRPr lang="en-US" b="1" dirty="0">
              <a:gradFill flip="none" rotWithShape="1">
                <a:gsLst>
                  <a:gs pos="0">
                    <a:sysClr val="window" lastClr="FFFFFF"/>
                  </a:gs>
                  <a:gs pos="100000">
                    <a:sysClr val="window" lastClr="FFFFFF">
                      <a:lumMod val="75000"/>
                    </a:sysClr>
                  </a:gs>
                </a:gsLst>
                <a:lin ang="5580000" scaled="0"/>
                <a:tileRect/>
              </a:gradFill>
            </a:endParaRPr>
          </a:p>
          <a:p>
            <a:pPr>
              <a:buFont typeface="Arial"/>
              <a:buChar char="•"/>
            </a:pPr>
            <a:r>
              <a:rPr lang="en-US" b="1" dirty="0">
                <a:gradFill flip="none" rotWithShape="1">
                  <a:gsLst>
                    <a:gs pos="0">
                      <a:sysClr val="window" lastClr="FFFFFF"/>
                    </a:gs>
                    <a:gs pos="100000">
                      <a:sysClr val="window" lastClr="FFFFFF">
                        <a:lumMod val="75000"/>
                      </a:sysClr>
                    </a:gs>
                  </a:gsLst>
                  <a:lin ang="5580000" scaled="0"/>
                  <a:tileRect/>
                </a:gradFill>
              </a:rPr>
              <a:t>NORTHWIND TRADERS SALES ANALYTICS</a:t>
            </a:r>
          </a:p>
          <a:p>
            <a:pPr algn="l">
              <a:buFont typeface="Arial"/>
              <a:buChar char="•"/>
            </a:pPr>
            <a:endParaRPr lang="en-US" b="1" dirty="0">
              <a:gradFill flip="none" rotWithShape="1">
                <a:gsLst>
                  <a:gs pos="0">
                    <a:sysClr val="window" lastClr="FFFFFF"/>
                  </a:gs>
                  <a:gs pos="100000">
                    <a:sysClr val="window" lastClr="FFFFFF">
                      <a:lumMod val="75000"/>
                    </a:sysClr>
                  </a:gs>
                </a:gsLst>
                <a:lin ang="5580000" scaled="0"/>
                <a:tileRect/>
              </a:gradFill>
            </a:endParaRPr>
          </a:p>
          <a:p>
            <a:pPr>
              <a:buFont typeface="Arial"/>
              <a:buChar char="•"/>
            </a:pPr>
            <a:r>
              <a:rPr lang="en-US" b="1" dirty="0">
                <a:gradFill flip="none" rotWithShape="1">
                  <a:gsLst>
                    <a:gs pos="0">
                      <a:sysClr val="window" lastClr="FFFFFF"/>
                    </a:gs>
                    <a:gs pos="100000">
                      <a:sysClr val="window" lastClr="FFFFFF">
                        <a:lumMod val="75000"/>
                      </a:sysClr>
                    </a:gs>
                  </a:gsLst>
                  <a:lin ang="5580000" scaled="0"/>
                  <a:tileRect/>
                </a:gradFill>
              </a:rPr>
              <a:t>BY</a:t>
            </a:r>
          </a:p>
          <a:p>
            <a:pPr>
              <a:buFont typeface="Arial"/>
              <a:buChar char="•"/>
            </a:pPr>
            <a:r>
              <a:rPr lang="en-US" b="1" dirty="0">
                <a:gradFill flip="none" rotWithShape="1">
                  <a:gsLst>
                    <a:gs pos="0">
                      <a:sysClr val="window" lastClr="FFFFFF"/>
                    </a:gs>
                    <a:gs pos="100000">
                      <a:sysClr val="window" lastClr="FFFFFF">
                        <a:lumMod val="75000"/>
                      </a:sysClr>
                    </a:gs>
                  </a:gsLst>
                  <a:lin ang="5580000" scaled="0"/>
                  <a:tileRect/>
                </a:gradFill>
              </a:rPr>
              <a:t>SRIDEEP SARKAR</a:t>
            </a:r>
          </a:p>
        </p:txBody>
      </p:sp>
      <p:sp>
        <p:nvSpPr>
          <p:cNvPr id="21" name="Rounded Rectangle 7">
            <a:extLst>
              <a:ext uri="{FF2B5EF4-FFF2-40B4-BE49-F238E27FC236}">
                <a16:creationId xmlns:a16="http://schemas.microsoft.com/office/drawing/2014/main" id="{89AE0452-FADF-4CC9-8A9B-B5393D499F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2924" y="620720"/>
            <a:ext cx="5441895" cy="5272133"/>
          </a:xfrm>
          <a:prstGeom prst="roundRect">
            <a:avLst>
              <a:gd name="adj" fmla="val 3812"/>
            </a:avLst>
          </a:prstGeom>
          <a:solidFill>
            <a:schemeClr val="bg1"/>
          </a:solidFill>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descr="PowerBI | Project | NorthWind Traders Dashboard">
            <a:extLst>
              <a:ext uri="{FF2B5EF4-FFF2-40B4-BE49-F238E27FC236}">
                <a16:creationId xmlns:a16="http://schemas.microsoft.com/office/drawing/2014/main" id="{BAFE0C37-4AC4-7A8E-0EDF-EA289A83D34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148186" y="1859381"/>
            <a:ext cx="4451371" cy="2794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6410383"/>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415459-37CA-B840-20E8-66487A8AEE3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297365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38A891-877B-FDDE-E443-470197651001}"/>
              </a:ext>
            </a:extLst>
          </p:cNvPr>
          <p:cNvSpPr txBox="1"/>
          <p:nvPr/>
        </p:nvSpPr>
        <p:spPr>
          <a:xfrm>
            <a:off x="108156" y="199298"/>
            <a:ext cx="11936360" cy="1508105"/>
          </a:xfrm>
          <a:prstGeom prst="rect">
            <a:avLst/>
          </a:prstGeom>
          <a:noFill/>
        </p:spPr>
        <p:txBody>
          <a:bodyPr wrap="square">
            <a:spAutoFit/>
          </a:bodyPr>
          <a:lstStyle/>
          <a:p>
            <a:pPr algn="just">
              <a:buNone/>
            </a:pPr>
            <a:r>
              <a:rPr lang="en-US" sz="2000" b="1" dirty="0"/>
              <a:t>Objective:</a:t>
            </a:r>
          </a:p>
          <a:p>
            <a:pPr algn="just">
              <a:buNone/>
            </a:pPr>
            <a:r>
              <a:rPr lang="en-US" dirty="0"/>
              <a:t>This Power BI report empowers Northwind Traders with an interactive dashboard for data-driven decision-making. By analyzing sales trends, customer behavior, inventory, and employee performance, it helps optimize operations, enhance retention, and boost profitability. With real-time and historical data, it supports strategic planning and ensures a competitive edge in the wholesale market.</a:t>
            </a:r>
          </a:p>
        </p:txBody>
      </p:sp>
      <p:sp>
        <p:nvSpPr>
          <p:cNvPr id="6" name="TextBox 5">
            <a:extLst>
              <a:ext uri="{FF2B5EF4-FFF2-40B4-BE49-F238E27FC236}">
                <a16:creationId xmlns:a16="http://schemas.microsoft.com/office/drawing/2014/main" id="{25EB6F2D-3EED-997C-1B71-9FFFA1F360FF}"/>
              </a:ext>
            </a:extLst>
          </p:cNvPr>
          <p:cNvSpPr txBox="1"/>
          <p:nvPr/>
        </p:nvSpPr>
        <p:spPr>
          <a:xfrm>
            <a:off x="108156" y="2382908"/>
            <a:ext cx="12005186" cy="1508105"/>
          </a:xfrm>
          <a:prstGeom prst="rect">
            <a:avLst/>
          </a:prstGeom>
          <a:noFill/>
        </p:spPr>
        <p:txBody>
          <a:bodyPr wrap="square">
            <a:spAutoFit/>
          </a:bodyPr>
          <a:lstStyle/>
          <a:p>
            <a:pPr algn="just">
              <a:buNone/>
            </a:pPr>
            <a:r>
              <a:rPr lang="en-US" sz="2000" b="1" dirty="0"/>
              <a:t>Analysis Scope:  </a:t>
            </a:r>
          </a:p>
          <a:p>
            <a:pPr algn="just">
              <a:buNone/>
            </a:pPr>
            <a:r>
              <a:rPr lang="en-US" dirty="0"/>
              <a:t>This report analyzes Northwind data across customers, employees, orders, products, suppliers, and shippers. Using SQL and Power BI, it explores customer segmentation, sales trends, inventory, and employee performance. Various visualizations, including heatmaps, bar and line charts, reveal key patterns. Interactive filters and drill-downs enhance data exploration for informed decision-making.</a:t>
            </a:r>
          </a:p>
        </p:txBody>
      </p:sp>
      <p:sp>
        <p:nvSpPr>
          <p:cNvPr id="8" name="TextBox 7">
            <a:extLst>
              <a:ext uri="{FF2B5EF4-FFF2-40B4-BE49-F238E27FC236}">
                <a16:creationId xmlns:a16="http://schemas.microsoft.com/office/drawing/2014/main" id="{A569C547-AA3C-DE71-0827-AD8671D660A3}"/>
              </a:ext>
            </a:extLst>
          </p:cNvPr>
          <p:cNvSpPr txBox="1"/>
          <p:nvPr/>
        </p:nvSpPr>
        <p:spPr>
          <a:xfrm>
            <a:off x="108156" y="4289519"/>
            <a:ext cx="11936360" cy="1785104"/>
          </a:xfrm>
          <a:prstGeom prst="rect">
            <a:avLst/>
          </a:prstGeom>
          <a:noFill/>
        </p:spPr>
        <p:txBody>
          <a:bodyPr wrap="square">
            <a:spAutoFit/>
          </a:bodyPr>
          <a:lstStyle/>
          <a:p>
            <a:pPr algn="just">
              <a:buNone/>
            </a:pPr>
            <a:r>
              <a:rPr lang="en-US" sz="2000" b="1" dirty="0"/>
              <a:t>Goal:</a:t>
            </a:r>
          </a:p>
          <a:p>
            <a:pPr algn="just">
              <a:buNone/>
            </a:pPr>
            <a:r>
              <a:rPr lang="en-US" dirty="0"/>
              <a:t>This project aims to create a Power BI dashboard that provides key insights into Northwind Traders' sales, customer behavior, and workforce efficiency. By leveraging interactive visuals, it helps optimize revenue, streamline supply chain management, and track performance metrics. Ultimately, it serves as a strategic tool for data-driven decision-making.</a:t>
            </a:r>
          </a:p>
          <a:p>
            <a:pPr algn="just">
              <a:buNone/>
            </a:pPr>
            <a:endParaRPr lang="en-US" b="1" dirty="0"/>
          </a:p>
        </p:txBody>
      </p:sp>
    </p:spTree>
    <p:extLst>
      <p:ext uri="{BB962C8B-B14F-4D97-AF65-F5344CB8AC3E}">
        <p14:creationId xmlns:p14="http://schemas.microsoft.com/office/powerpoint/2010/main" val="1358459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9A5B51-01B7-A9A4-DE02-CF04E7B050A0}"/>
              </a:ext>
            </a:extLst>
          </p:cNvPr>
          <p:cNvSpPr txBox="1"/>
          <p:nvPr/>
        </p:nvSpPr>
        <p:spPr>
          <a:xfrm>
            <a:off x="-66368" y="200079"/>
            <a:ext cx="11995355" cy="1508105"/>
          </a:xfrm>
          <a:prstGeom prst="rect">
            <a:avLst/>
          </a:prstGeom>
          <a:noFill/>
        </p:spPr>
        <p:txBody>
          <a:bodyPr wrap="square">
            <a:spAutoFit/>
          </a:bodyPr>
          <a:lstStyle/>
          <a:p>
            <a:pPr algn="just">
              <a:buNone/>
            </a:pPr>
            <a:r>
              <a:rPr lang="en-US" sz="2000" b="1" dirty="0"/>
              <a:t>Insights &amp; Recommendations: </a:t>
            </a:r>
          </a:p>
          <a:p>
            <a:pPr algn="just">
              <a:buNone/>
            </a:pPr>
            <a:r>
              <a:rPr lang="en-US" dirty="0"/>
              <a:t>The analysis highlights key trends in sales, customer behavior, and workforce efficiency. Findings may reveal top-performing products, key customer segments, and seasonal sales patterns. Recommendations include optimizing inventory, improving engagement strategies, and enhancing employee training. These insights help Northwind Traders drive profitability and efficiency through data-driven decisions.</a:t>
            </a:r>
          </a:p>
        </p:txBody>
      </p:sp>
      <p:sp>
        <p:nvSpPr>
          <p:cNvPr id="5" name="TextBox 4">
            <a:extLst>
              <a:ext uri="{FF2B5EF4-FFF2-40B4-BE49-F238E27FC236}">
                <a16:creationId xmlns:a16="http://schemas.microsoft.com/office/drawing/2014/main" id="{1089EAF9-ED7C-AF6E-6080-7F082E893CEF}"/>
              </a:ext>
            </a:extLst>
          </p:cNvPr>
          <p:cNvSpPr txBox="1"/>
          <p:nvPr/>
        </p:nvSpPr>
        <p:spPr>
          <a:xfrm>
            <a:off x="-66368" y="2253121"/>
            <a:ext cx="12258368" cy="1231106"/>
          </a:xfrm>
          <a:prstGeom prst="rect">
            <a:avLst/>
          </a:prstGeom>
          <a:noFill/>
        </p:spPr>
        <p:txBody>
          <a:bodyPr wrap="square">
            <a:spAutoFit/>
          </a:bodyPr>
          <a:lstStyle/>
          <a:p>
            <a:pPr algn="just">
              <a:buNone/>
            </a:pPr>
            <a:r>
              <a:rPr lang="en-US" sz="2000" b="1" dirty="0"/>
              <a:t>Report &amp; Presentation:</a:t>
            </a:r>
          </a:p>
          <a:p>
            <a:pPr algn="just">
              <a:buNone/>
            </a:pPr>
            <a:r>
              <a:rPr lang="en-US" dirty="0"/>
              <a:t>The final report will present key insights, visualizations, and recommendations in a clear, structured format. A concise presentation will highlight trends, data-driven conclusions, and actionable strategies using charts and infographics to enhance understanding, ensuring effective communication for decision-makers.</a:t>
            </a:r>
          </a:p>
        </p:txBody>
      </p:sp>
      <p:sp>
        <p:nvSpPr>
          <p:cNvPr id="7" name="TextBox 6">
            <a:extLst>
              <a:ext uri="{FF2B5EF4-FFF2-40B4-BE49-F238E27FC236}">
                <a16:creationId xmlns:a16="http://schemas.microsoft.com/office/drawing/2014/main" id="{EA0F91E3-4DB2-5203-9EB6-772EB3BB960D}"/>
              </a:ext>
            </a:extLst>
          </p:cNvPr>
          <p:cNvSpPr txBox="1"/>
          <p:nvPr/>
        </p:nvSpPr>
        <p:spPr>
          <a:xfrm>
            <a:off x="-24580" y="4604879"/>
            <a:ext cx="12128090" cy="1231106"/>
          </a:xfrm>
          <a:prstGeom prst="rect">
            <a:avLst/>
          </a:prstGeom>
          <a:noFill/>
        </p:spPr>
        <p:txBody>
          <a:bodyPr wrap="square">
            <a:spAutoFit/>
          </a:bodyPr>
          <a:lstStyle/>
          <a:p>
            <a:pPr algn="just">
              <a:buNone/>
            </a:pPr>
            <a:r>
              <a:rPr lang="en-US" sz="2000" b="1" dirty="0"/>
              <a:t>Power BI Dashboard:</a:t>
            </a:r>
          </a:p>
          <a:p>
            <a:pPr algn="just">
              <a:buNone/>
            </a:pPr>
            <a:r>
              <a:rPr lang="en-US" dirty="0"/>
              <a:t>The dashboard provides interactive, real-time insights into sales, orders, customers, and employee performance. With dynamic filters for deeper analysis, it simplifies complex data, supporting strategic planning and quick decision-making with a comprehensive business overview.</a:t>
            </a:r>
          </a:p>
        </p:txBody>
      </p:sp>
    </p:spTree>
    <p:extLst>
      <p:ext uri="{BB962C8B-B14F-4D97-AF65-F5344CB8AC3E}">
        <p14:creationId xmlns:p14="http://schemas.microsoft.com/office/powerpoint/2010/main" val="3892374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11">
            <a:extLst>
              <a:ext uri="{FF2B5EF4-FFF2-40B4-BE49-F238E27FC236}">
                <a16:creationId xmlns:a16="http://schemas.microsoft.com/office/drawing/2014/main" id="{BCBACC93-17A0-B26D-3A82-63262D696CF5}"/>
              </a:ext>
            </a:extLst>
          </p:cNvPr>
          <p:cNvSpPr>
            <a:spLocks noGrp="1"/>
          </p:cNvSpPr>
          <p:nvPr>
            <p:ph type="subTitle" idx="1"/>
          </p:nvPr>
        </p:nvSpPr>
        <p:spPr>
          <a:xfrm>
            <a:off x="2562459" y="106194"/>
            <a:ext cx="6801612" cy="355922"/>
          </a:xfrm>
        </p:spPr>
        <p:txBody>
          <a:bodyPr>
            <a:noAutofit/>
          </a:bodyPr>
          <a:lstStyle/>
          <a:p>
            <a:r>
              <a:rPr lang="en-IN" sz="2400" b="1" dirty="0">
                <a:solidFill>
                  <a:schemeClr val="tx1"/>
                </a:solidFill>
              </a:rPr>
              <a:t>ER DIAGRAM</a:t>
            </a:r>
          </a:p>
        </p:txBody>
      </p:sp>
      <p:pic>
        <p:nvPicPr>
          <p:cNvPr id="3" name="Picture 2">
            <a:extLst>
              <a:ext uri="{FF2B5EF4-FFF2-40B4-BE49-F238E27FC236}">
                <a16:creationId xmlns:a16="http://schemas.microsoft.com/office/drawing/2014/main" id="{6BE277F4-C0A4-F651-09B4-55E8470200FC}"/>
              </a:ext>
            </a:extLst>
          </p:cNvPr>
          <p:cNvPicPr>
            <a:picLocks noChangeAspect="1"/>
          </p:cNvPicPr>
          <p:nvPr/>
        </p:nvPicPr>
        <p:blipFill>
          <a:blip r:embed="rId2"/>
          <a:stretch>
            <a:fillRect/>
          </a:stretch>
        </p:blipFill>
        <p:spPr>
          <a:xfrm>
            <a:off x="0" y="671332"/>
            <a:ext cx="12192000" cy="6186668"/>
          </a:xfrm>
          <a:prstGeom prst="rect">
            <a:avLst/>
          </a:prstGeom>
        </p:spPr>
      </p:pic>
    </p:spTree>
    <p:extLst>
      <p:ext uri="{BB962C8B-B14F-4D97-AF65-F5344CB8AC3E}">
        <p14:creationId xmlns:p14="http://schemas.microsoft.com/office/powerpoint/2010/main" val="236505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5C381-0AE3-902B-4062-971A2EB0A81F}"/>
              </a:ext>
            </a:extLst>
          </p:cNvPr>
          <p:cNvSpPr>
            <a:spLocks noGrp="1"/>
          </p:cNvSpPr>
          <p:nvPr>
            <p:ph type="ctrTitle"/>
          </p:nvPr>
        </p:nvSpPr>
        <p:spPr>
          <a:xfrm>
            <a:off x="167147" y="139371"/>
            <a:ext cx="11857705" cy="621927"/>
          </a:xfrm>
        </p:spPr>
        <p:txBody>
          <a:bodyPr>
            <a:normAutofit fontScale="90000"/>
          </a:bodyPr>
          <a:lstStyle/>
          <a:p>
            <a:r>
              <a:rPr lang="en-IN" dirty="0"/>
              <a:t>POWERBI PROBLEM STATEMENTS Overview</a:t>
            </a:r>
          </a:p>
        </p:txBody>
      </p:sp>
      <p:pic>
        <p:nvPicPr>
          <p:cNvPr id="4" name="Picture 3">
            <a:extLst>
              <a:ext uri="{FF2B5EF4-FFF2-40B4-BE49-F238E27FC236}">
                <a16:creationId xmlns:a16="http://schemas.microsoft.com/office/drawing/2014/main" id="{A5843360-CDD5-1010-DF27-D3F787708133}"/>
              </a:ext>
            </a:extLst>
          </p:cNvPr>
          <p:cNvPicPr>
            <a:picLocks noChangeAspect="1"/>
          </p:cNvPicPr>
          <p:nvPr/>
        </p:nvPicPr>
        <p:blipFill>
          <a:blip r:embed="rId2"/>
          <a:stretch>
            <a:fillRect/>
          </a:stretch>
        </p:blipFill>
        <p:spPr>
          <a:xfrm>
            <a:off x="0" y="856412"/>
            <a:ext cx="12192000" cy="6001588"/>
          </a:xfrm>
          <a:prstGeom prst="rect">
            <a:avLst/>
          </a:prstGeom>
        </p:spPr>
      </p:pic>
    </p:spTree>
    <p:extLst>
      <p:ext uri="{BB962C8B-B14F-4D97-AF65-F5344CB8AC3E}">
        <p14:creationId xmlns:p14="http://schemas.microsoft.com/office/powerpoint/2010/main" val="2227081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7C2737-37B1-47F2-F216-4FCCA573C3FC}"/>
              </a:ext>
            </a:extLst>
          </p:cNvPr>
          <p:cNvPicPr>
            <a:picLocks noChangeAspect="1"/>
          </p:cNvPicPr>
          <p:nvPr/>
        </p:nvPicPr>
        <p:blipFill>
          <a:blip r:embed="rId2"/>
          <a:stretch>
            <a:fillRect/>
          </a:stretch>
        </p:blipFill>
        <p:spPr>
          <a:xfrm>
            <a:off x="-4240" y="0"/>
            <a:ext cx="12200479" cy="6857999"/>
          </a:xfrm>
          <a:prstGeom prst="rect">
            <a:avLst/>
          </a:prstGeom>
        </p:spPr>
      </p:pic>
    </p:spTree>
    <p:extLst>
      <p:ext uri="{BB962C8B-B14F-4D97-AF65-F5344CB8AC3E}">
        <p14:creationId xmlns:p14="http://schemas.microsoft.com/office/powerpoint/2010/main" val="1804683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2431D7B-9B8B-121B-18DB-59D141ACD843}"/>
              </a:ext>
            </a:extLst>
          </p:cNvPr>
          <p:cNvSpPr>
            <a:spLocks noGrp="1"/>
          </p:cNvSpPr>
          <p:nvPr>
            <p:ph type="body" sz="half" idx="2"/>
          </p:nvPr>
        </p:nvSpPr>
        <p:spPr>
          <a:xfrm>
            <a:off x="5312" y="187050"/>
            <a:ext cx="5736728" cy="540301"/>
          </a:xfrm>
        </p:spPr>
        <p:txBody>
          <a:bodyPr>
            <a:noAutofit/>
          </a:bodyPr>
          <a:lstStyle/>
          <a:p>
            <a:pPr algn="just"/>
            <a:r>
              <a:rPr lang="en-US" sz="1800" b="1" dirty="0">
                <a:solidFill>
                  <a:schemeClr val="tx1"/>
                </a:solidFill>
              </a:rPr>
              <a:t>How does customer distribution vary across different country?</a:t>
            </a:r>
            <a:endParaRPr lang="en-IN" sz="1800" b="1" dirty="0">
              <a:solidFill>
                <a:schemeClr val="tx1"/>
              </a:solidFill>
            </a:endParaRPr>
          </a:p>
        </p:txBody>
      </p:sp>
      <p:sp>
        <p:nvSpPr>
          <p:cNvPr id="7" name="Text Placeholder 3">
            <a:extLst>
              <a:ext uri="{FF2B5EF4-FFF2-40B4-BE49-F238E27FC236}">
                <a16:creationId xmlns:a16="http://schemas.microsoft.com/office/drawing/2014/main" id="{01533075-0CEF-70CD-2140-26E994FE88B4}"/>
              </a:ext>
            </a:extLst>
          </p:cNvPr>
          <p:cNvSpPr txBox="1">
            <a:spLocks/>
          </p:cNvSpPr>
          <p:nvPr/>
        </p:nvSpPr>
        <p:spPr>
          <a:xfrm>
            <a:off x="285135" y="1696301"/>
            <a:ext cx="5736728" cy="3465398"/>
          </a:xfrm>
          <a:prstGeom prst="rect">
            <a:avLst/>
          </a:prstGeom>
        </p:spPr>
        <p:txBody>
          <a:bodyPr vert="horz" lIns="91440" tIns="45720" rIns="91440" bIns="45720" rtlCol="0" anchor="t" anchorCtr="1">
            <a:norm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1500" kern="1200">
                <a:solidFill>
                  <a:srgbClr val="FFFFFF"/>
                </a:solidFill>
                <a:latin typeface="+mn-lt"/>
                <a:ea typeface="+mn-ea"/>
                <a:cs typeface="+mn-cs"/>
              </a:defRPr>
            </a:lvl1pPr>
            <a:lvl2pPr marL="457200" indent="0" algn="l" defTabSz="914400" rtl="0" eaLnBrk="1" latinLnBrk="0" hangingPunct="1">
              <a:lnSpc>
                <a:spcPct val="100000"/>
              </a:lnSpc>
              <a:spcBef>
                <a:spcPts val="1000"/>
              </a:spcBef>
              <a:buClr>
                <a:schemeClr val="accent2"/>
              </a:buClr>
              <a:buFont typeface="Arial" panose="020B0604020202020204" pitchFamily="34" charset="0"/>
              <a:buNone/>
              <a:defRPr sz="1400" kern="1200">
                <a:solidFill>
                  <a:schemeClr val="tx1">
                    <a:lumMod val="85000"/>
                    <a:lumOff val="15000"/>
                  </a:schemeClr>
                </a:solidFill>
                <a:latin typeface="+mn-lt"/>
                <a:ea typeface="+mn-ea"/>
                <a:cs typeface="+mn-cs"/>
              </a:defRPr>
            </a:lvl2pPr>
            <a:lvl3pPr marL="914400" indent="0" algn="l" defTabSz="914400" rtl="0" eaLnBrk="1" latinLnBrk="0" hangingPunct="1">
              <a:lnSpc>
                <a:spcPct val="100000"/>
              </a:lnSpc>
              <a:spcBef>
                <a:spcPts val="1000"/>
              </a:spcBef>
              <a:buClr>
                <a:schemeClr val="accent2"/>
              </a:buClr>
              <a:buFont typeface="Arial" panose="020B0604020202020204" pitchFamily="34" charset="0"/>
              <a:buNone/>
              <a:defRPr sz="1200" kern="1200">
                <a:solidFill>
                  <a:schemeClr val="tx1">
                    <a:lumMod val="85000"/>
                    <a:lumOff val="15000"/>
                  </a:schemeClr>
                </a:solidFill>
                <a:latin typeface="+mn-lt"/>
                <a:ea typeface="+mn-ea"/>
                <a:cs typeface="+mn-cs"/>
              </a:defRPr>
            </a:lvl3pPr>
            <a:lvl4pPr marL="1371600" indent="0" algn="l" defTabSz="914400" rtl="0" eaLnBrk="1" latinLnBrk="0" hangingPunct="1">
              <a:lnSpc>
                <a:spcPct val="100000"/>
              </a:lnSpc>
              <a:spcBef>
                <a:spcPts val="1000"/>
              </a:spcBef>
              <a:buClr>
                <a:schemeClr val="accent2"/>
              </a:buClr>
              <a:buFont typeface="Arial" panose="020B0604020202020204" pitchFamily="34" charset="0"/>
              <a:buNone/>
              <a:defRPr sz="1000" kern="1200">
                <a:solidFill>
                  <a:schemeClr val="tx1">
                    <a:lumMod val="85000"/>
                    <a:lumOff val="15000"/>
                  </a:schemeClr>
                </a:solidFill>
                <a:latin typeface="+mn-lt"/>
                <a:ea typeface="+mn-ea"/>
                <a:cs typeface="+mn-cs"/>
              </a:defRPr>
            </a:lvl4pPr>
            <a:lvl5pPr marL="1828800" indent="0" algn="l" defTabSz="914400" rtl="0" eaLnBrk="1" latinLnBrk="0" hangingPunct="1">
              <a:lnSpc>
                <a:spcPct val="100000"/>
              </a:lnSpc>
              <a:spcBef>
                <a:spcPts val="1000"/>
              </a:spcBef>
              <a:buClr>
                <a:schemeClr val="accent2"/>
              </a:buClr>
              <a:buFont typeface="Arial" panose="020B0604020202020204" pitchFamily="34" charset="0"/>
              <a:buNone/>
              <a:defRPr sz="1000" kern="1200">
                <a:solidFill>
                  <a:schemeClr val="tx1">
                    <a:lumMod val="85000"/>
                    <a:lumOff val="15000"/>
                  </a:schemeClr>
                </a:solidFill>
                <a:latin typeface="+mn-lt"/>
                <a:ea typeface="+mn-ea"/>
                <a:cs typeface="+mn-cs"/>
              </a:defRPr>
            </a:lvl5pPr>
            <a:lvl6pPr marL="2286000" indent="0" algn="l" defTabSz="914400" rtl="0" eaLnBrk="1" latinLnBrk="0" hangingPunct="1">
              <a:lnSpc>
                <a:spcPct val="100000"/>
              </a:lnSpc>
              <a:spcBef>
                <a:spcPts val="1000"/>
              </a:spcBef>
              <a:buClr>
                <a:schemeClr val="accent2"/>
              </a:buClr>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100000"/>
              </a:lnSpc>
              <a:spcBef>
                <a:spcPts val="1000"/>
              </a:spcBef>
              <a:buClr>
                <a:schemeClr val="accent2"/>
              </a:buClr>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100000"/>
              </a:lnSpc>
              <a:spcBef>
                <a:spcPts val="1000"/>
              </a:spcBef>
              <a:buClr>
                <a:schemeClr val="accent2"/>
              </a:buClr>
              <a:buFont typeface="Arial" panose="020B0604020202020204" pitchFamily="34" charset="0"/>
              <a:buNone/>
              <a:defRPr sz="1000" kern="1200" baseline="0">
                <a:solidFill>
                  <a:schemeClr val="tx1"/>
                </a:solidFill>
                <a:latin typeface="+mn-lt"/>
                <a:ea typeface="+mn-ea"/>
                <a:cs typeface="+mn-cs"/>
              </a:defRPr>
            </a:lvl8pPr>
            <a:lvl9pPr marL="3657600" indent="0" algn="l" defTabSz="914400" rtl="0" eaLnBrk="1" latinLnBrk="0" hangingPunct="1">
              <a:lnSpc>
                <a:spcPct val="100000"/>
              </a:lnSpc>
              <a:spcBef>
                <a:spcPts val="1000"/>
              </a:spcBef>
              <a:buClr>
                <a:schemeClr val="accent2"/>
              </a:buClr>
              <a:buFont typeface="Arial" panose="020B0604020202020204" pitchFamily="34" charset="0"/>
              <a:buNone/>
              <a:defRPr sz="1000" kern="1200" baseline="0">
                <a:solidFill>
                  <a:schemeClr val="tx1"/>
                </a:solidFill>
                <a:latin typeface="+mn-lt"/>
                <a:ea typeface="+mn-ea"/>
                <a:cs typeface="+mn-cs"/>
              </a:defRPr>
            </a:lvl9pPr>
          </a:lstStyle>
          <a:p>
            <a:pPr algn="just"/>
            <a:endParaRPr lang="en-IN" sz="1600" b="1" dirty="0">
              <a:solidFill>
                <a:schemeClr val="tx1"/>
              </a:solidFill>
            </a:endParaRPr>
          </a:p>
        </p:txBody>
      </p:sp>
      <p:sp>
        <p:nvSpPr>
          <p:cNvPr id="9" name="TextBox 8">
            <a:extLst>
              <a:ext uri="{FF2B5EF4-FFF2-40B4-BE49-F238E27FC236}">
                <a16:creationId xmlns:a16="http://schemas.microsoft.com/office/drawing/2014/main" id="{CB0B7D1D-2188-10BB-01AB-1135658B1FC1}"/>
              </a:ext>
            </a:extLst>
          </p:cNvPr>
          <p:cNvSpPr txBox="1"/>
          <p:nvPr/>
        </p:nvSpPr>
        <p:spPr>
          <a:xfrm>
            <a:off x="285135" y="1201406"/>
            <a:ext cx="6096000" cy="2031325"/>
          </a:xfrm>
          <a:prstGeom prst="rect">
            <a:avLst/>
          </a:prstGeom>
          <a:noFill/>
        </p:spPr>
        <p:txBody>
          <a:bodyPr wrap="square">
            <a:spAutoFit/>
          </a:bodyPr>
          <a:lstStyle/>
          <a:p>
            <a:pPr algn="just"/>
            <a:r>
              <a:rPr lang="en-US" dirty="0">
                <a:solidFill>
                  <a:schemeClr val="accent3">
                    <a:lumMod val="20000"/>
                    <a:lumOff val="80000"/>
                  </a:schemeClr>
                </a:solidFill>
              </a:rPr>
              <a:t>The chart highlights the USA as the leading market with 13 customers, followed by France and Germany (11 each). Brazil and the UK also have notable customer presence, while other countries have lower counts. This suggests a concentration in a few key markets, presenting opportunities to expand customer engagement in underrepresented regions.</a:t>
            </a:r>
            <a:r>
              <a:rPr lang="en-US" dirty="0">
                <a:solidFill>
                  <a:schemeClr val="bg1"/>
                </a:solidFill>
              </a:rPr>
              <a:t>.</a:t>
            </a:r>
            <a:endParaRPr lang="en-IN" dirty="0">
              <a:solidFill>
                <a:schemeClr val="bg1"/>
              </a:solidFill>
            </a:endParaRPr>
          </a:p>
        </p:txBody>
      </p:sp>
      <p:pic>
        <p:nvPicPr>
          <p:cNvPr id="8" name="Picture 7">
            <a:extLst>
              <a:ext uri="{FF2B5EF4-FFF2-40B4-BE49-F238E27FC236}">
                <a16:creationId xmlns:a16="http://schemas.microsoft.com/office/drawing/2014/main" id="{9EECB3B0-71AF-6A21-C928-9A6837E05D52}"/>
              </a:ext>
            </a:extLst>
          </p:cNvPr>
          <p:cNvPicPr>
            <a:picLocks noChangeAspect="1"/>
          </p:cNvPicPr>
          <p:nvPr/>
        </p:nvPicPr>
        <p:blipFill>
          <a:blip r:embed="rId2"/>
          <a:stretch>
            <a:fillRect/>
          </a:stretch>
        </p:blipFill>
        <p:spPr>
          <a:xfrm>
            <a:off x="6507963" y="1340302"/>
            <a:ext cx="5398901" cy="4435465"/>
          </a:xfrm>
          <a:prstGeom prst="rect">
            <a:avLst/>
          </a:prstGeom>
        </p:spPr>
      </p:pic>
      <p:sp>
        <p:nvSpPr>
          <p:cNvPr id="13" name="TextBox 12">
            <a:extLst>
              <a:ext uri="{FF2B5EF4-FFF2-40B4-BE49-F238E27FC236}">
                <a16:creationId xmlns:a16="http://schemas.microsoft.com/office/drawing/2014/main" id="{8037EC3C-D536-5740-B1BC-698C6E5C4B55}"/>
              </a:ext>
            </a:extLst>
          </p:cNvPr>
          <p:cNvSpPr txBox="1"/>
          <p:nvPr/>
        </p:nvSpPr>
        <p:spPr>
          <a:xfrm>
            <a:off x="285135" y="3706786"/>
            <a:ext cx="6096000" cy="2031325"/>
          </a:xfrm>
          <a:prstGeom prst="rect">
            <a:avLst/>
          </a:prstGeom>
          <a:noFill/>
        </p:spPr>
        <p:txBody>
          <a:bodyPr wrap="square">
            <a:spAutoFit/>
          </a:bodyPr>
          <a:lstStyle/>
          <a:p>
            <a:pPr algn="just"/>
            <a:r>
              <a:rPr lang="en-US" dirty="0">
                <a:solidFill>
                  <a:schemeClr val="accent3">
                    <a:lumMod val="20000"/>
                    <a:lumOff val="80000"/>
                  </a:schemeClr>
                </a:solidFill>
              </a:rPr>
              <a:t>The customer base is concentrated in a few key markets, with the USA, France, and Germany leading. This indicates strong engagement in these regions but also highlights potential for growth in countries with lower customer representation. Expanding efforts in these areas could enhance market reach and business opportunities.</a:t>
            </a:r>
            <a:endParaRPr lang="en-IN" dirty="0">
              <a:solidFill>
                <a:schemeClr val="accent3">
                  <a:lumMod val="20000"/>
                  <a:lumOff val="80000"/>
                </a:schemeClr>
              </a:solidFill>
            </a:endParaRPr>
          </a:p>
        </p:txBody>
      </p:sp>
    </p:spTree>
    <p:extLst>
      <p:ext uri="{BB962C8B-B14F-4D97-AF65-F5344CB8AC3E}">
        <p14:creationId xmlns:p14="http://schemas.microsoft.com/office/powerpoint/2010/main" val="4029757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0A4DE723-81BA-EA38-E6E9-50657A0B5468}"/>
              </a:ext>
            </a:extLst>
          </p:cNvPr>
          <p:cNvPicPr>
            <a:picLocks noGrp="1" noChangeAspect="1"/>
          </p:cNvPicPr>
          <p:nvPr>
            <p:ph idx="1"/>
          </p:nvPr>
        </p:nvPicPr>
        <p:blipFill>
          <a:blip r:embed="rId2"/>
          <a:stretch>
            <a:fillRect/>
          </a:stretch>
        </p:blipFill>
        <p:spPr>
          <a:xfrm>
            <a:off x="5937521" y="891251"/>
            <a:ext cx="6245267" cy="4523893"/>
          </a:xfrm>
        </p:spPr>
      </p:pic>
      <p:sp>
        <p:nvSpPr>
          <p:cNvPr id="11" name="Text Placeholder 3">
            <a:extLst>
              <a:ext uri="{FF2B5EF4-FFF2-40B4-BE49-F238E27FC236}">
                <a16:creationId xmlns:a16="http://schemas.microsoft.com/office/drawing/2014/main" id="{49A4C19C-BAAC-481F-7C83-6D663EBBE3C5}"/>
              </a:ext>
            </a:extLst>
          </p:cNvPr>
          <p:cNvSpPr txBox="1">
            <a:spLocks/>
          </p:cNvSpPr>
          <p:nvPr/>
        </p:nvSpPr>
        <p:spPr>
          <a:xfrm>
            <a:off x="152401" y="152400"/>
            <a:ext cx="6095999" cy="2194036"/>
          </a:xfrm>
          <a:prstGeom prst="rect">
            <a:avLst/>
          </a:prstGeom>
        </p:spPr>
        <p:txBody>
          <a:bodyPr vert="horz" lIns="91440" tIns="45720" rIns="91440" bIns="45720" rtlCol="0" anchor="ctr">
            <a:normAutofit/>
          </a:bodyPr>
          <a:lstStyle>
            <a:lvl1pPr marL="0" indent="0" algn="l" defTabSz="457200" rtl="0" eaLnBrk="1" latinLnBrk="0" hangingPunct="1">
              <a:spcBef>
                <a:spcPct val="20000"/>
              </a:spcBef>
              <a:spcAft>
                <a:spcPts val="600"/>
              </a:spcAft>
              <a:buClr>
                <a:schemeClr val="tx1"/>
              </a:buClr>
              <a:buSzPct val="100000"/>
              <a:buFont typeface="Arial"/>
              <a:buNone/>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457200" indent="0" algn="l" defTabSz="457200" rtl="0" eaLnBrk="1" latinLnBrk="0" hangingPunct="1">
              <a:spcBef>
                <a:spcPct val="20000"/>
              </a:spcBef>
              <a:spcAft>
                <a:spcPts val="600"/>
              </a:spcAft>
              <a:buClr>
                <a:schemeClr val="tx1"/>
              </a:buClr>
              <a:buSzPct val="100000"/>
              <a:buFont typeface="Arial"/>
              <a:buNone/>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914400" indent="0" algn="l" defTabSz="457200" rtl="0" eaLnBrk="1" latinLnBrk="0" hangingPunct="1">
              <a:spcBef>
                <a:spcPct val="20000"/>
              </a:spcBef>
              <a:spcAft>
                <a:spcPts val="600"/>
              </a:spcAft>
              <a:buClr>
                <a:schemeClr val="tx1"/>
              </a:buClr>
              <a:buSzPct val="100000"/>
              <a:buFont typeface="Arial"/>
              <a:buNone/>
              <a:defRPr sz="1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371600" indent="0" algn="l" defTabSz="457200" rtl="0" eaLnBrk="1" latinLnBrk="0" hangingPunct="1">
              <a:spcBef>
                <a:spcPct val="20000"/>
              </a:spcBef>
              <a:spcAft>
                <a:spcPts val="600"/>
              </a:spcAft>
              <a:buClr>
                <a:schemeClr val="tx1"/>
              </a:buClr>
              <a:buSzPct val="100000"/>
              <a:buFont typeface="Arial"/>
              <a:buNone/>
              <a:defRPr sz="9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1828800" indent="0" algn="l" defTabSz="457200" rtl="0" eaLnBrk="1" latinLnBrk="0" hangingPunct="1">
              <a:spcBef>
                <a:spcPct val="20000"/>
              </a:spcBef>
              <a:spcAft>
                <a:spcPts val="600"/>
              </a:spcAft>
              <a:buClr>
                <a:schemeClr val="tx1"/>
              </a:buClr>
              <a:buSzPct val="100000"/>
              <a:buFont typeface="Arial"/>
              <a:buNone/>
              <a:defRPr sz="9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286000" indent="0" algn="l" defTabSz="457200" rtl="0" eaLnBrk="1" latinLnBrk="0" hangingPunct="1">
              <a:spcBef>
                <a:spcPct val="20000"/>
              </a:spcBef>
              <a:spcAft>
                <a:spcPts val="600"/>
              </a:spcAft>
              <a:buClr>
                <a:schemeClr val="tx1"/>
              </a:buClr>
              <a:buSzPct val="100000"/>
              <a:buFont typeface="Arial"/>
              <a:buNone/>
              <a:defRPr sz="9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743200" indent="0" algn="l" defTabSz="457200" rtl="0" eaLnBrk="1" latinLnBrk="0" hangingPunct="1">
              <a:spcBef>
                <a:spcPct val="20000"/>
              </a:spcBef>
              <a:spcAft>
                <a:spcPts val="600"/>
              </a:spcAft>
              <a:buClr>
                <a:schemeClr val="tx1"/>
              </a:buClr>
              <a:buSzPct val="100000"/>
              <a:buFont typeface="Arial"/>
              <a:buNone/>
              <a:defRPr sz="9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200400" indent="0" algn="l" defTabSz="457200" rtl="0" eaLnBrk="1" latinLnBrk="0" hangingPunct="1">
              <a:spcBef>
                <a:spcPct val="20000"/>
              </a:spcBef>
              <a:spcAft>
                <a:spcPts val="600"/>
              </a:spcAft>
              <a:buClr>
                <a:schemeClr val="tx1"/>
              </a:buClr>
              <a:buSzPct val="100000"/>
              <a:buFont typeface="Arial"/>
              <a:buNone/>
              <a:defRPr sz="9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657600" indent="0" algn="l" defTabSz="457200" rtl="0" eaLnBrk="1" latinLnBrk="0" hangingPunct="1">
              <a:spcBef>
                <a:spcPct val="20000"/>
              </a:spcBef>
              <a:spcAft>
                <a:spcPts val="600"/>
              </a:spcAft>
              <a:buClr>
                <a:schemeClr val="tx1"/>
              </a:buClr>
              <a:buSzPct val="100000"/>
              <a:buFont typeface="Arial"/>
              <a:buNone/>
              <a:defRPr sz="9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r>
              <a:rPr lang="en-US" sz="2000" b="1" dirty="0">
                <a:solidFill>
                  <a:schemeClr val="tx1"/>
                </a:solidFill>
              </a:rPr>
              <a:t>What is the trend in customer acquisition over time?</a:t>
            </a:r>
            <a:endParaRPr lang="en-IN" sz="2000" b="1" dirty="0">
              <a:solidFill>
                <a:schemeClr val="tx1"/>
              </a:solidFill>
            </a:endParaRPr>
          </a:p>
        </p:txBody>
      </p:sp>
      <p:sp>
        <p:nvSpPr>
          <p:cNvPr id="16" name="Text Placeholder 3">
            <a:extLst>
              <a:ext uri="{FF2B5EF4-FFF2-40B4-BE49-F238E27FC236}">
                <a16:creationId xmlns:a16="http://schemas.microsoft.com/office/drawing/2014/main" id="{A240E66B-748C-F7C8-8ED9-50514B0C548E}"/>
              </a:ext>
            </a:extLst>
          </p:cNvPr>
          <p:cNvSpPr txBox="1">
            <a:spLocks/>
          </p:cNvSpPr>
          <p:nvPr/>
        </p:nvSpPr>
        <p:spPr>
          <a:xfrm>
            <a:off x="186979" y="1686754"/>
            <a:ext cx="6095999" cy="2194036"/>
          </a:xfrm>
          <a:prstGeom prst="rect">
            <a:avLst/>
          </a:prstGeom>
        </p:spPr>
        <p:txBody>
          <a:bodyPr vert="horz" lIns="91440" tIns="45720" rIns="91440" bIns="45720" rtlCol="0" anchor="ctr">
            <a:normAutofit/>
          </a:bodyPr>
          <a:lstStyle>
            <a:lvl1pPr marL="0" indent="0" algn="l" defTabSz="457200" rtl="0" eaLnBrk="1" latinLnBrk="0" hangingPunct="1">
              <a:spcBef>
                <a:spcPct val="20000"/>
              </a:spcBef>
              <a:spcAft>
                <a:spcPts val="600"/>
              </a:spcAft>
              <a:buClr>
                <a:schemeClr val="tx1"/>
              </a:buClr>
              <a:buSzPct val="100000"/>
              <a:buFont typeface="Arial"/>
              <a:buNone/>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457200" indent="0" algn="l" defTabSz="457200" rtl="0" eaLnBrk="1" latinLnBrk="0" hangingPunct="1">
              <a:spcBef>
                <a:spcPct val="20000"/>
              </a:spcBef>
              <a:spcAft>
                <a:spcPts val="600"/>
              </a:spcAft>
              <a:buClr>
                <a:schemeClr val="tx1"/>
              </a:buClr>
              <a:buSzPct val="100000"/>
              <a:buFont typeface="Arial"/>
              <a:buNone/>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914400" indent="0" algn="l" defTabSz="457200" rtl="0" eaLnBrk="1" latinLnBrk="0" hangingPunct="1">
              <a:spcBef>
                <a:spcPct val="20000"/>
              </a:spcBef>
              <a:spcAft>
                <a:spcPts val="600"/>
              </a:spcAft>
              <a:buClr>
                <a:schemeClr val="tx1"/>
              </a:buClr>
              <a:buSzPct val="100000"/>
              <a:buFont typeface="Arial"/>
              <a:buNone/>
              <a:defRPr sz="1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371600" indent="0" algn="l" defTabSz="457200" rtl="0" eaLnBrk="1" latinLnBrk="0" hangingPunct="1">
              <a:spcBef>
                <a:spcPct val="20000"/>
              </a:spcBef>
              <a:spcAft>
                <a:spcPts val="600"/>
              </a:spcAft>
              <a:buClr>
                <a:schemeClr val="tx1"/>
              </a:buClr>
              <a:buSzPct val="100000"/>
              <a:buFont typeface="Arial"/>
              <a:buNone/>
              <a:defRPr sz="9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1828800" indent="0" algn="l" defTabSz="457200" rtl="0" eaLnBrk="1" latinLnBrk="0" hangingPunct="1">
              <a:spcBef>
                <a:spcPct val="20000"/>
              </a:spcBef>
              <a:spcAft>
                <a:spcPts val="600"/>
              </a:spcAft>
              <a:buClr>
                <a:schemeClr val="tx1"/>
              </a:buClr>
              <a:buSzPct val="100000"/>
              <a:buFont typeface="Arial"/>
              <a:buNone/>
              <a:defRPr sz="9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286000" indent="0" algn="l" defTabSz="457200" rtl="0" eaLnBrk="1" latinLnBrk="0" hangingPunct="1">
              <a:spcBef>
                <a:spcPct val="20000"/>
              </a:spcBef>
              <a:spcAft>
                <a:spcPts val="600"/>
              </a:spcAft>
              <a:buClr>
                <a:schemeClr val="tx1"/>
              </a:buClr>
              <a:buSzPct val="100000"/>
              <a:buFont typeface="Arial"/>
              <a:buNone/>
              <a:defRPr sz="9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743200" indent="0" algn="l" defTabSz="457200" rtl="0" eaLnBrk="1" latinLnBrk="0" hangingPunct="1">
              <a:spcBef>
                <a:spcPct val="20000"/>
              </a:spcBef>
              <a:spcAft>
                <a:spcPts val="600"/>
              </a:spcAft>
              <a:buClr>
                <a:schemeClr val="tx1"/>
              </a:buClr>
              <a:buSzPct val="100000"/>
              <a:buFont typeface="Arial"/>
              <a:buNone/>
              <a:defRPr sz="9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200400" indent="0" algn="l" defTabSz="457200" rtl="0" eaLnBrk="1" latinLnBrk="0" hangingPunct="1">
              <a:spcBef>
                <a:spcPct val="20000"/>
              </a:spcBef>
              <a:spcAft>
                <a:spcPts val="600"/>
              </a:spcAft>
              <a:buClr>
                <a:schemeClr val="tx1"/>
              </a:buClr>
              <a:buSzPct val="100000"/>
              <a:buFont typeface="Arial"/>
              <a:buNone/>
              <a:defRPr sz="9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657600" indent="0" algn="l" defTabSz="457200" rtl="0" eaLnBrk="1" latinLnBrk="0" hangingPunct="1">
              <a:spcBef>
                <a:spcPct val="20000"/>
              </a:spcBef>
              <a:spcAft>
                <a:spcPts val="600"/>
              </a:spcAft>
              <a:buClr>
                <a:schemeClr val="tx1"/>
              </a:buClr>
              <a:buSzPct val="100000"/>
              <a:buFont typeface="Arial"/>
              <a:buNone/>
              <a:defRPr sz="9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endParaRPr lang="en-IN" sz="2000" b="1" dirty="0">
              <a:solidFill>
                <a:schemeClr val="tx1"/>
              </a:solidFill>
            </a:endParaRPr>
          </a:p>
        </p:txBody>
      </p:sp>
      <p:sp>
        <p:nvSpPr>
          <p:cNvPr id="18" name="Rectangle 5">
            <a:extLst>
              <a:ext uri="{FF2B5EF4-FFF2-40B4-BE49-F238E27FC236}">
                <a16:creationId xmlns:a16="http://schemas.microsoft.com/office/drawing/2014/main" id="{8189FE39-E539-C88B-B851-B8EE10318840}"/>
              </a:ext>
            </a:extLst>
          </p:cNvPr>
          <p:cNvSpPr>
            <a:spLocks noChangeArrowheads="1"/>
          </p:cNvSpPr>
          <p:nvPr/>
        </p:nvSpPr>
        <p:spPr bwMode="auto">
          <a:xfrm>
            <a:off x="117823" y="2346436"/>
            <a:ext cx="575054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customer base is concentrated in a few key markets, with the USA, France, and Germany leading. This indicates strong engagement in these regions but also highlights potential for growth in countries with lower customer representation. Expanding efforts in these areas could enhance market reach and business opportunities.</a:t>
            </a:r>
          </a:p>
        </p:txBody>
      </p:sp>
    </p:spTree>
    <p:extLst>
      <p:ext uri="{BB962C8B-B14F-4D97-AF65-F5344CB8AC3E}">
        <p14:creationId xmlns:p14="http://schemas.microsoft.com/office/powerpoint/2010/main" val="335301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B06F705-6731-E319-9409-8810AC2129A8}"/>
              </a:ext>
            </a:extLst>
          </p:cNvPr>
          <p:cNvSpPr>
            <a:spLocks noGrp="1"/>
          </p:cNvSpPr>
          <p:nvPr>
            <p:ph type="body" sz="half" idx="2"/>
          </p:nvPr>
        </p:nvSpPr>
        <p:spPr>
          <a:xfrm>
            <a:off x="63221" y="446031"/>
            <a:ext cx="5875168" cy="769312"/>
          </a:xfrm>
        </p:spPr>
        <p:txBody>
          <a:bodyPr>
            <a:normAutofit/>
          </a:bodyPr>
          <a:lstStyle/>
          <a:p>
            <a:r>
              <a:rPr lang="en-US" sz="2000" b="1" dirty="0">
                <a:solidFill>
                  <a:schemeClr val="tx1"/>
                </a:solidFill>
              </a:rPr>
              <a:t>Can we visualize the distribution of customer demographic such income?</a:t>
            </a:r>
            <a:endParaRPr lang="en-IN" sz="2000" b="1" dirty="0">
              <a:solidFill>
                <a:schemeClr val="tx1"/>
              </a:solidFill>
            </a:endParaRPr>
          </a:p>
        </p:txBody>
      </p:sp>
      <p:pic>
        <p:nvPicPr>
          <p:cNvPr id="6" name="Picture 5">
            <a:extLst>
              <a:ext uri="{FF2B5EF4-FFF2-40B4-BE49-F238E27FC236}">
                <a16:creationId xmlns:a16="http://schemas.microsoft.com/office/drawing/2014/main" id="{93063078-518F-2F6A-3F4B-CBED4B802B67}"/>
              </a:ext>
            </a:extLst>
          </p:cNvPr>
          <p:cNvPicPr>
            <a:picLocks noChangeAspect="1"/>
          </p:cNvPicPr>
          <p:nvPr/>
        </p:nvPicPr>
        <p:blipFill>
          <a:blip r:embed="rId2"/>
          <a:stretch>
            <a:fillRect/>
          </a:stretch>
        </p:blipFill>
        <p:spPr>
          <a:xfrm>
            <a:off x="6227180" y="1401378"/>
            <a:ext cx="5764192" cy="4154470"/>
          </a:xfrm>
          <a:prstGeom prst="rect">
            <a:avLst/>
          </a:prstGeom>
        </p:spPr>
      </p:pic>
      <p:sp>
        <p:nvSpPr>
          <p:cNvPr id="8" name="Rectangle 1">
            <a:extLst>
              <a:ext uri="{FF2B5EF4-FFF2-40B4-BE49-F238E27FC236}">
                <a16:creationId xmlns:a16="http://schemas.microsoft.com/office/drawing/2014/main" id="{0E978A0F-DF24-F6C4-DEFC-3A69CE2B9CB3}"/>
              </a:ext>
            </a:extLst>
          </p:cNvPr>
          <p:cNvSpPr>
            <a:spLocks noChangeArrowheads="1"/>
          </p:cNvSpPr>
          <p:nvPr/>
        </p:nvSpPr>
        <p:spPr bwMode="auto">
          <a:xfrm>
            <a:off x="27008" y="2185951"/>
            <a:ext cx="60960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Arial" panose="020B0604020202020204" pitchFamily="34" charset="0"/>
              </a:rPr>
              <a:t>The 40k and 80k income groups have the highest customer engagement (15 each), indicating strong market appeal. The 60k range has the lowest (6 customers), suggesting a potential gap to address. Higher-income groups (80k–100k) also show significant presence, highlighting a diverse customer base. Businesses should focus on the 40k and 80k segments while exploring strategies to attract more customers from the 60k range, such as adjusting pricing or targeted promotions.</a:t>
            </a:r>
          </a:p>
        </p:txBody>
      </p:sp>
    </p:spTree>
    <p:extLst>
      <p:ext uri="{BB962C8B-B14F-4D97-AF65-F5344CB8AC3E}">
        <p14:creationId xmlns:p14="http://schemas.microsoft.com/office/powerpoint/2010/main" val="3113985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84B83C-617F-7FE3-0883-99A7896CA5A8}"/>
              </a:ext>
            </a:extLst>
          </p:cNvPr>
          <p:cNvPicPr>
            <a:picLocks noChangeAspect="1"/>
          </p:cNvPicPr>
          <p:nvPr/>
        </p:nvPicPr>
        <p:blipFill>
          <a:blip r:embed="rId2"/>
          <a:stretch>
            <a:fillRect/>
          </a:stretch>
        </p:blipFill>
        <p:spPr>
          <a:xfrm>
            <a:off x="0" y="-1"/>
            <a:ext cx="12192000" cy="6858001"/>
          </a:xfrm>
          <a:prstGeom prst="rect">
            <a:avLst/>
          </a:prstGeom>
        </p:spPr>
      </p:pic>
    </p:spTree>
    <p:extLst>
      <p:ext uri="{BB962C8B-B14F-4D97-AF65-F5344CB8AC3E}">
        <p14:creationId xmlns:p14="http://schemas.microsoft.com/office/powerpoint/2010/main" val="701100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7BC6F6D-34CC-2F5B-289C-8C6442ECAFB3}"/>
              </a:ext>
            </a:extLst>
          </p:cNvPr>
          <p:cNvSpPr>
            <a:spLocks noGrp="1"/>
          </p:cNvSpPr>
          <p:nvPr>
            <p:ph type="body" sz="half" idx="2"/>
          </p:nvPr>
        </p:nvSpPr>
        <p:spPr>
          <a:xfrm>
            <a:off x="0" y="569474"/>
            <a:ext cx="5840360" cy="579630"/>
          </a:xfrm>
        </p:spPr>
        <p:txBody>
          <a:bodyPr>
            <a:normAutofit/>
          </a:bodyPr>
          <a:lstStyle/>
          <a:p>
            <a:r>
              <a:rPr lang="en-US" sz="2000" b="1" dirty="0">
                <a:solidFill>
                  <a:schemeClr val="tx1"/>
                </a:solidFill>
              </a:rPr>
              <a:t>How does order volume change over time?</a:t>
            </a:r>
            <a:endParaRPr lang="en-IN" sz="2000" b="1" dirty="0">
              <a:solidFill>
                <a:schemeClr val="tx1"/>
              </a:solidFill>
            </a:endParaRPr>
          </a:p>
        </p:txBody>
      </p:sp>
      <p:pic>
        <p:nvPicPr>
          <p:cNvPr id="18" name="Picture 17">
            <a:extLst>
              <a:ext uri="{FF2B5EF4-FFF2-40B4-BE49-F238E27FC236}">
                <a16:creationId xmlns:a16="http://schemas.microsoft.com/office/drawing/2014/main" id="{0255EF90-CD43-7DCA-8DC4-80252B6A82B4}"/>
              </a:ext>
            </a:extLst>
          </p:cNvPr>
          <p:cNvPicPr>
            <a:picLocks noChangeAspect="1"/>
          </p:cNvPicPr>
          <p:nvPr/>
        </p:nvPicPr>
        <p:blipFill>
          <a:blip r:embed="rId2"/>
          <a:stretch>
            <a:fillRect/>
          </a:stretch>
        </p:blipFill>
        <p:spPr>
          <a:xfrm>
            <a:off x="5995686" y="1149104"/>
            <a:ext cx="5879939" cy="4803494"/>
          </a:xfrm>
          <a:prstGeom prst="rect">
            <a:avLst/>
          </a:prstGeom>
        </p:spPr>
      </p:pic>
      <p:sp>
        <p:nvSpPr>
          <p:cNvPr id="20" name="Rectangle 4">
            <a:extLst>
              <a:ext uri="{FF2B5EF4-FFF2-40B4-BE49-F238E27FC236}">
                <a16:creationId xmlns:a16="http://schemas.microsoft.com/office/drawing/2014/main" id="{CCAD6798-DB71-C247-8EEF-35E47C3B9EF3}"/>
              </a:ext>
            </a:extLst>
          </p:cNvPr>
          <p:cNvSpPr>
            <a:spLocks noChangeArrowheads="1"/>
          </p:cNvSpPr>
          <p:nvPr/>
        </p:nvSpPr>
        <p:spPr bwMode="auto">
          <a:xfrm>
            <a:off x="166928" y="1859339"/>
            <a:ext cx="5751095"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a:ln>
                  <a:noFill/>
                </a:ln>
                <a:solidFill>
                  <a:schemeClr val="tx1"/>
                </a:solidFill>
                <a:effectLst/>
                <a:latin typeface="Arial" panose="020B0604020202020204" pitchFamily="34" charset="0"/>
              </a:rPr>
              <a:t>The sales trend over time shows a steady increase in order volume from early 1995 to late 1996, indicating business growth and increasing demand. The order volume fluctuated slightly in 1995, but a significant upward trend started in 1996, reaching a peak of 77 orders. However, there is a sharp decline at the end, dropping to 11 orders, which could indicate seasonal fluctuations, market changes, or operational challenges. Analyzing the reason for this sudden drop could help in developing strategies to sustain sales momentum.</a:t>
            </a:r>
          </a:p>
        </p:txBody>
      </p:sp>
    </p:spTree>
    <p:extLst>
      <p:ext uri="{BB962C8B-B14F-4D97-AF65-F5344CB8AC3E}">
        <p14:creationId xmlns:p14="http://schemas.microsoft.com/office/powerpoint/2010/main" val="2856747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7B33CCC-46C1-1955-01AC-58BDE10B524F}"/>
              </a:ext>
            </a:extLst>
          </p:cNvPr>
          <p:cNvSpPr>
            <a:spLocks noGrp="1"/>
          </p:cNvSpPr>
          <p:nvPr>
            <p:ph type="body" sz="half" idx="2"/>
          </p:nvPr>
        </p:nvSpPr>
        <p:spPr>
          <a:xfrm>
            <a:off x="196645" y="506833"/>
            <a:ext cx="5983322" cy="766444"/>
          </a:xfrm>
        </p:spPr>
        <p:txBody>
          <a:bodyPr>
            <a:normAutofit/>
          </a:bodyPr>
          <a:lstStyle/>
          <a:p>
            <a:r>
              <a:rPr lang="en-US" sz="2000" b="1" dirty="0">
                <a:solidFill>
                  <a:schemeClr val="tx1"/>
                </a:solidFill>
              </a:rPr>
              <a:t>What is the distribution of order values? </a:t>
            </a:r>
          </a:p>
          <a:p>
            <a:pPr algn="just"/>
            <a:endParaRPr lang="en-IN" sz="2000" b="1" dirty="0">
              <a:solidFill>
                <a:schemeClr val="tx1"/>
              </a:solidFill>
            </a:endParaRPr>
          </a:p>
        </p:txBody>
      </p:sp>
      <p:pic>
        <p:nvPicPr>
          <p:cNvPr id="3" name="Picture 2">
            <a:extLst>
              <a:ext uri="{FF2B5EF4-FFF2-40B4-BE49-F238E27FC236}">
                <a16:creationId xmlns:a16="http://schemas.microsoft.com/office/drawing/2014/main" id="{70791C92-D78A-2284-BD45-03EF9428D5D9}"/>
              </a:ext>
            </a:extLst>
          </p:cNvPr>
          <p:cNvPicPr>
            <a:picLocks noChangeAspect="1"/>
          </p:cNvPicPr>
          <p:nvPr/>
        </p:nvPicPr>
        <p:blipFill>
          <a:blip r:embed="rId2"/>
          <a:stretch>
            <a:fillRect/>
          </a:stretch>
        </p:blipFill>
        <p:spPr>
          <a:xfrm>
            <a:off x="5822067" y="1083503"/>
            <a:ext cx="6261904" cy="4501220"/>
          </a:xfrm>
          <a:prstGeom prst="rect">
            <a:avLst/>
          </a:prstGeom>
        </p:spPr>
      </p:pic>
      <p:sp>
        <p:nvSpPr>
          <p:cNvPr id="7" name="Rectangle 1">
            <a:extLst>
              <a:ext uri="{FF2B5EF4-FFF2-40B4-BE49-F238E27FC236}">
                <a16:creationId xmlns:a16="http://schemas.microsoft.com/office/drawing/2014/main" id="{F5CD13DA-9129-9DFB-DB9C-9DA353A79312}"/>
              </a:ext>
            </a:extLst>
          </p:cNvPr>
          <p:cNvSpPr>
            <a:spLocks noChangeArrowheads="1"/>
          </p:cNvSpPr>
          <p:nvPr/>
        </p:nvSpPr>
        <p:spPr bwMode="auto">
          <a:xfrm>
            <a:off x="335541" y="1720840"/>
            <a:ext cx="501302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Arial" panose="020B0604020202020204" pitchFamily="34" charset="0"/>
              </a:rPr>
              <a:t>The  majority of orders fall within the lower value range, with 17 orders below 5k and 10 orders between 5k-10k, indicating that most customers prefer smaller transactions. As the order value increases, the frequency declines significantly, with only 4 orders in the 10k-15k range and 2 in the 15k-20k range. This trend suggests a need to analyze why high-value orders are fewer and explore strategies like discounts, bulk purchase incentives, or premium product offerings to encourage larger transactions.</a:t>
            </a:r>
          </a:p>
        </p:txBody>
      </p:sp>
    </p:spTree>
    <p:extLst>
      <p:ext uri="{BB962C8B-B14F-4D97-AF65-F5344CB8AC3E}">
        <p14:creationId xmlns:p14="http://schemas.microsoft.com/office/powerpoint/2010/main" val="799732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1A2847B-782A-FC51-7EED-57BD8D733F64}"/>
              </a:ext>
            </a:extLst>
          </p:cNvPr>
          <p:cNvSpPr>
            <a:spLocks noGrp="1"/>
          </p:cNvSpPr>
          <p:nvPr>
            <p:ph type="body" sz="half" idx="2"/>
          </p:nvPr>
        </p:nvSpPr>
        <p:spPr>
          <a:xfrm>
            <a:off x="14748" y="891493"/>
            <a:ext cx="6096000" cy="528896"/>
          </a:xfrm>
        </p:spPr>
        <p:txBody>
          <a:bodyPr>
            <a:noAutofit/>
          </a:bodyPr>
          <a:lstStyle/>
          <a:p>
            <a:r>
              <a:rPr lang="en-US" sz="2000" b="1" dirty="0">
                <a:solidFill>
                  <a:schemeClr val="tx1"/>
                </a:solidFill>
              </a:rPr>
              <a:t>Can we visualize the average order processing time distribution?</a:t>
            </a:r>
            <a:endParaRPr lang="en-IN" sz="2000" b="1" dirty="0">
              <a:solidFill>
                <a:schemeClr val="tx1"/>
              </a:solidFill>
            </a:endParaRPr>
          </a:p>
        </p:txBody>
      </p:sp>
      <p:pic>
        <p:nvPicPr>
          <p:cNvPr id="7" name="Picture 6">
            <a:extLst>
              <a:ext uri="{FF2B5EF4-FFF2-40B4-BE49-F238E27FC236}">
                <a16:creationId xmlns:a16="http://schemas.microsoft.com/office/drawing/2014/main" id="{484527F7-2B93-B1FA-48F9-451DEF383859}"/>
              </a:ext>
            </a:extLst>
          </p:cNvPr>
          <p:cNvPicPr>
            <a:picLocks noChangeAspect="1"/>
          </p:cNvPicPr>
          <p:nvPr/>
        </p:nvPicPr>
        <p:blipFill>
          <a:blip r:embed="rId2"/>
          <a:stretch>
            <a:fillRect/>
          </a:stretch>
        </p:blipFill>
        <p:spPr>
          <a:xfrm>
            <a:off x="6342927" y="1420388"/>
            <a:ext cx="5717893" cy="4262781"/>
          </a:xfrm>
          <a:prstGeom prst="rect">
            <a:avLst/>
          </a:prstGeom>
        </p:spPr>
      </p:pic>
      <p:sp>
        <p:nvSpPr>
          <p:cNvPr id="9" name="Rectangle 1">
            <a:extLst>
              <a:ext uri="{FF2B5EF4-FFF2-40B4-BE49-F238E27FC236}">
                <a16:creationId xmlns:a16="http://schemas.microsoft.com/office/drawing/2014/main" id="{8DE3BF1E-7FA9-F9AC-04C6-ED9A80F77C29}"/>
              </a:ext>
            </a:extLst>
          </p:cNvPr>
          <p:cNvSpPr>
            <a:spLocks noChangeArrowheads="1"/>
          </p:cNvSpPr>
          <p:nvPr/>
        </p:nvSpPr>
        <p:spPr bwMode="auto">
          <a:xfrm>
            <a:off x="53331" y="2257599"/>
            <a:ext cx="609600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This box plot represents the distribution of order processing times, highlighting outliers that significantly exceed the normal range. The  majority of orders have processing times concentrated within a narrow range, as indicated by the box. However, there are several extreme outliers extending beyond 40 units, suggesting that some orders take considerably longer to process. This could indicate operational inefficiencies, supply chain delays, or exceptions in order handling. Further investigation into the causes of these outliers could help optimize processing times and improve overall efficiency.</a:t>
            </a:r>
          </a:p>
        </p:txBody>
      </p:sp>
    </p:spTree>
    <p:extLst>
      <p:ext uri="{BB962C8B-B14F-4D97-AF65-F5344CB8AC3E}">
        <p14:creationId xmlns:p14="http://schemas.microsoft.com/office/powerpoint/2010/main" val="305937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6725BAD-4D11-EC8E-A267-1DBA79FA6113}"/>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313045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2A798F8-4BA2-CBD3-5B01-A8D99570CC65}"/>
              </a:ext>
            </a:extLst>
          </p:cNvPr>
          <p:cNvSpPr>
            <a:spLocks noGrp="1"/>
          </p:cNvSpPr>
          <p:nvPr>
            <p:ph type="body" sz="half" idx="2"/>
          </p:nvPr>
        </p:nvSpPr>
        <p:spPr>
          <a:xfrm>
            <a:off x="189384" y="0"/>
            <a:ext cx="5826007" cy="2194036"/>
          </a:xfrm>
        </p:spPr>
        <p:txBody>
          <a:bodyPr>
            <a:normAutofit/>
          </a:bodyPr>
          <a:lstStyle/>
          <a:p>
            <a:pPr algn="just"/>
            <a:r>
              <a:rPr lang="en-US" sz="2000" b="1" dirty="0">
                <a:solidFill>
                  <a:schemeClr val="tx1"/>
                </a:solidFill>
              </a:rPr>
              <a:t>How does employee productivity vary across different job roles?</a:t>
            </a:r>
            <a:endParaRPr lang="en-IN" sz="2000" b="1" dirty="0">
              <a:solidFill>
                <a:schemeClr val="tx1"/>
              </a:solidFill>
            </a:endParaRPr>
          </a:p>
        </p:txBody>
      </p:sp>
      <p:pic>
        <p:nvPicPr>
          <p:cNvPr id="7" name="Content Placeholder 6">
            <a:extLst>
              <a:ext uri="{FF2B5EF4-FFF2-40B4-BE49-F238E27FC236}">
                <a16:creationId xmlns:a16="http://schemas.microsoft.com/office/drawing/2014/main" id="{96473550-C856-B9D7-0802-DF3544B8D9DA}"/>
              </a:ext>
            </a:extLst>
          </p:cNvPr>
          <p:cNvPicPr>
            <a:picLocks noGrp="1" noChangeAspect="1"/>
          </p:cNvPicPr>
          <p:nvPr>
            <p:ph idx="1"/>
          </p:nvPr>
        </p:nvPicPr>
        <p:blipFill>
          <a:blip r:embed="rId2"/>
          <a:stretch>
            <a:fillRect/>
          </a:stretch>
        </p:blipFill>
        <p:spPr>
          <a:xfrm>
            <a:off x="6331352" y="1597305"/>
            <a:ext cx="5671264" cy="4247909"/>
          </a:xfrm>
        </p:spPr>
      </p:pic>
      <p:sp>
        <p:nvSpPr>
          <p:cNvPr id="10" name="Rectangle 2">
            <a:extLst>
              <a:ext uri="{FF2B5EF4-FFF2-40B4-BE49-F238E27FC236}">
                <a16:creationId xmlns:a16="http://schemas.microsoft.com/office/drawing/2014/main" id="{0045EDFB-7C01-5BD2-0B16-BA33C2E25171}"/>
              </a:ext>
            </a:extLst>
          </p:cNvPr>
          <p:cNvSpPr>
            <a:spLocks noChangeArrowheads="1"/>
          </p:cNvSpPr>
          <p:nvPr/>
        </p:nvSpPr>
        <p:spPr bwMode="auto">
          <a:xfrm>
            <a:off x="189384" y="2394669"/>
            <a:ext cx="615814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a:ln>
                  <a:noFill/>
                </a:ln>
                <a:solidFill>
                  <a:schemeClr val="tx1"/>
                </a:solidFill>
                <a:effectLst/>
                <a:latin typeface="Arial" panose="020B0604020202020204" pitchFamily="34" charset="0"/>
              </a:rPr>
              <a:t>Summary of Sales Productivity Chart: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Sales Representatives lead in productivity (0.20M–0.25M).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Vice President of Sales has 0.18M productivity.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Inside Sales Coordinators have lower productivity (0.08M–0.13M).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Employee ID 4 is the top performer (0.25M), while IDs 6 &amp; 8 have the lowest (0.08M).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Recommendation: Improve productivity in lower-performing roles.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97185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BD16F9E-B475-F086-20A8-0008F833A8EB}"/>
              </a:ext>
            </a:extLst>
          </p:cNvPr>
          <p:cNvSpPr>
            <a:spLocks noGrp="1"/>
          </p:cNvSpPr>
          <p:nvPr>
            <p:ph type="body" sz="half" idx="2"/>
          </p:nvPr>
        </p:nvSpPr>
        <p:spPr>
          <a:xfrm>
            <a:off x="98323" y="1127394"/>
            <a:ext cx="5570367" cy="697618"/>
          </a:xfrm>
        </p:spPr>
        <p:txBody>
          <a:bodyPr>
            <a:normAutofit/>
          </a:bodyPr>
          <a:lstStyle/>
          <a:p>
            <a:r>
              <a:rPr lang="en-US" sz="1800" b="1" dirty="0">
                <a:solidFill>
                  <a:schemeClr val="tx1"/>
                </a:solidFill>
              </a:rPr>
              <a:t>What is the distribution of employee tenure?</a:t>
            </a:r>
            <a:endParaRPr lang="en-IN" sz="1800" b="1" dirty="0">
              <a:solidFill>
                <a:schemeClr val="tx1"/>
              </a:solidFill>
            </a:endParaRPr>
          </a:p>
        </p:txBody>
      </p:sp>
      <p:pic>
        <p:nvPicPr>
          <p:cNvPr id="7" name="Content Placeholder 6">
            <a:extLst>
              <a:ext uri="{FF2B5EF4-FFF2-40B4-BE49-F238E27FC236}">
                <a16:creationId xmlns:a16="http://schemas.microsoft.com/office/drawing/2014/main" id="{8AE1F261-2D18-4A39-5A9F-6E73A4500015}"/>
              </a:ext>
            </a:extLst>
          </p:cNvPr>
          <p:cNvPicPr>
            <a:picLocks noGrp="1" noChangeAspect="1"/>
          </p:cNvPicPr>
          <p:nvPr>
            <p:ph idx="1"/>
          </p:nvPr>
        </p:nvPicPr>
        <p:blipFill>
          <a:blip r:embed="rId2"/>
          <a:stretch>
            <a:fillRect/>
          </a:stretch>
        </p:blipFill>
        <p:spPr>
          <a:xfrm>
            <a:off x="6523312" y="1689904"/>
            <a:ext cx="5416012" cy="4051138"/>
          </a:xfrm>
        </p:spPr>
      </p:pic>
      <p:sp>
        <p:nvSpPr>
          <p:cNvPr id="9" name="Rectangle 1">
            <a:extLst>
              <a:ext uri="{FF2B5EF4-FFF2-40B4-BE49-F238E27FC236}">
                <a16:creationId xmlns:a16="http://schemas.microsoft.com/office/drawing/2014/main" id="{0CD892F5-8548-D270-DE03-A6254152E079}"/>
              </a:ext>
            </a:extLst>
          </p:cNvPr>
          <p:cNvSpPr>
            <a:spLocks noChangeArrowheads="1"/>
          </p:cNvSpPr>
          <p:nvPr/>
        </p:nvSpPr>
        <p:spPr bwMode="auto">
          <a:xfrm>
            <a:off x="38483" y="2382088"/>
            <a:ext cx="599767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a:ln>
                  <a:noFill/>
                </a:ln>
                <a:solidFill>
                  <a:schemeClr val="tx1"/>
                </a:solidFill>
                <a:effectLst/>
                <a:latin typeface="Arial" panose="020B0604020202020204" pitchFamily="34" charset="0"/>
              </a:rPr>
              <a:t>The histogram illustrates the distribution of employee tenure, showcasing two bins representing different tenure ranges. The x-axis spans approximately 29.5 to 33.5 years, while the y-axis denotes the employee count. The first bin (29.5–31.5 years) includes 3 employees, whereas the second bin (31.5–33.5 years) contains 6 employees. The chart features a dark background with blue bars and white text, enhancing readability. Overall, the visualization highlights that more employees have longer tenures within the given range.</a:t>
            </a:r>
          </a:p>
        </p:txBody>
      </p:sp>
    </p:spTree>
    <p:extLst>
      <p:ext uri="{BB962C8B-B14F-4D97-AF65-F5344CB8AC3E}">
        <p14:creationId xmlns:p14="http://schemas.microsoft.com/office/powerpoint/2010/main" val="41370627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D334759-C0A6-3D9B-D2D6-85E2F0EEDE13}"/>
              </a:ext>
            </a:extLst>
          </p:cNvPr>
          <p:cNvSpPr>
            <a:spLocks noGrp="1"/>
          </p:cNvSpPr>
          <p:nvPr>
            <p:ph type="body" sz="half" idx="2"/>
          </p:nvPr>
        </p:nvSpPr>
        <p:spPr>
          <a:xfrm>
            <a:off x="213655" y="620901"/>
            <a:ext cx="5668690" cy="687785"/>
          </a:xfrm>
        </p:spPr>
        <p:txBody>
          <a:bodyPr>
            <a:noAutofit/>
          </a:bodyPr>
          <a:lstStyle/>
          <a:p>
            <a:r>
              <a:rPr lang="en-US" sz="2000" b="1" dirty="0">
                <a:solidFill>
                  <a:schemeClr val="tx1"/>
                </a:solidFill>
              </a:rPr>
              <a:t>Can we visualize employee performance ratings?</a:t>
            </a:r>
            <a:endParaRPr lang="en-IN" sz="2000" b="1" dirty="0">
              <a:solidFill>
                <a:schemeClr val="tx1"/>
              </a:solidFill>
            </a:endParaRPr>
          </a:p>
        </p:txBody>
      </p:sp>
      <p:pic>
        <p:nvPicPr>
          <p:cNvPr id="6" name="Picture 5">
            <a:extLst>
              <a:ext uri="{FF2B5EF4-FFF2-40B4-BE49-F238E27FC236}">
                <a16:creationId xmlns:a16="http://schemas.microsoft.com/office/drawing/2014/main" id="{5C82C0F8-2F28-5616-87BF-59FFC5FC28F3}"/>
              </a:ext>
            </a:extLst>
          </p:cNvPr>
          <p:cNvPicPr>
            <a:picLocks noChangeAspect="1"/>
          </p:cNvPicPr>
          <p:nvPr/>
        </p:nvPicPr>
        <p:blipFill>
          <a:blip r:embed="rId2"/>
          <a:stretch>
            <a:fillRect/>
          </a:stretch>
        </p:blipFill>
        <p:spPr>
          <a:xfrm>
            <a:off x="6354501" y="1944548"/>
            <a:ext cx="5683170" cy="3761772"/>
          </a:xfrm>
          <a:prstGeom prst="rect">
            <a:avLst/>
          </a:prstGeom>
        </p:spPr>
      </p:pic>
      <p:sp>
        <p:nvSpPr>
          <p:cNvPr id="7" name="Rectangle 1">
            <a:extLst>
              <a:ext uri="{FF2B5EF4-FFF2-40B4-BE49-F238E27FC236}">
                <a16:creationId xmlns:a16="http://schemas.microsoft.com/office/drawing/2014/main" id="{A35C27EF-ACFB-7EA3-949E-A1E15573ECC8}"/>
              </a:ext>
            </a:extLst>
          </p:cNvPr>
          <p:cNvSpPr>
            <a:spLocks noChangeArrowheads="1"/>
          </p:cNvSpPr>
          <p:nvPr/>
        </p:nvSpPr>
        <p:spPr bwMode="auto">
          <a:xfrm>
            <a:off x="0" y="2326115"/>
            <a:ext cx="635450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The radar chart visualizes Employee Performance Rating by Total Sales, comparing multiple employees' performance. Each axis represents an employee, with ratings plotted on a scale from 0 to 10. Employees like Janet and Margaret have the highest ratings at 10, while others, such as Michael and Anne, have lower ratings around 4-6. The dark background, blue data points, and yellow numeric labels enhance readability. This visualization helps identify top performers and areas where improvement is needed. </a:t>
            </a:r>
          </a:p>
        </p:txBody>
      </p:sp>
    </p:spTree>
    <p:extLst>
      <p:ext uri="{BB962C8B-B14F-4D97-AF65-F5344CB8AC3E}">
        <p14:creationId xmlns:p14="http://schemas.microsoft.com/office/powerpoint/2010/main" val="14390539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7047E6-936A-0D31-D66C-DA2C4FD9ACD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05441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016DEB2-5396-925C-8A97-2DF1AEAAF23C}"/>
              </a:ext>
            </a:extLst>
          </p:cNvPr>
          <p:cNvSpPr txBox="1"/>
          <p:nvPr/>
        </p:nvSpPr>
        <p:spPr>
          <a:xfrm>
            <a:off x="535908" y="400087"/>
            <a:ext cx="6096000" cy="400110"/>
          </a:xfrm>
          <a:prstGeom prst="rect">
            <a:avLst/>
          </a:prstGeom>
          <a:noFill/>
        </p:spPr>
        <p:txBody>
          <a:bodyPr wrap="square">
            <a:spAutoFit/>
          </a:bodyPr>
          <a:lstStyle/>
          <a:p>
            <a:r>
              <a:rPr lang="en-IN" sz="2000" b="1" dirty="0"/>
              <a:t>What is the distribution of product ratings?</a:t>
            </a:r>
          </a:p>
        </p:txBody>
      </p:sp>
      <p:pic>
        <p:nvPicPr>
          <p:cNvPr id="9" name="Picture 8">
            <a:extLst>
              <a:ext uri="{FF2B5EF4-FFF2-40B4-BE49-F238E27FC236}">
                <a16:creationId xmlns:a16="http://schemas.microsoft.com/office/drawing/2014/main" id="{30851350-0EEF-DB55-AF14-ED272857CC5D}"/>
              </a:ext>
            </a:extLst>
          </p:cNvPr>
          <p:cNvPicPr>
            <a:picLocks noChangeAspect="1"/>
          </p:cNvPicPr>
          <p:nvPr/>
        </p:nvPicPr>
        <p:blipFill>
          <a:blip r:embed="rId2"/>
          <a:stretch>
            <a:fillRect/>
          </a:stretch>
        </p:blipFill>
        <p:spPr>
          <a:xfrm>
            <a:off x="6491626" y="1376988"/>
            <a:ext cx="5476597" cy="3970515"/>
          </a:xfrm>
          <a:prstGeom prst="rect">
            <a:avLst/>
          </a:prstGeom>
        </p:spPr>
      </p:pic>
      <p:sp>
        <p:nvSpPr>
          <p:cNvPr id="10" name="Rectangle 2">
            <a:extLst>
              <a:ext uri="{FF2B5EF4-FFF2-40B4-BE49-F238E27FC236}">
                <a16:creationId xmlns:a16="http://schemas.microsoft.com/office/drawing/2014/main" id="{B4CE8F49-4AAE-55EA-4C71-FD527D842A36}"/>
              </a:ext>
            </a:extLst>
          </p:cNvPr>
          <p:cNvSpPr>
            <a:spLocks noGrp="1" noChangeArrowheads="1"/>
          </p:cNvSpPr>
          <p:nvPr>
            <p:ph type="body" sz="half" idx="2"/>
          </p:nvPr>
        </p:nvSpPr>
        <p:spPr bwMode="auto">
          <a:xfrm>
            <a:off x="0" y="1515487"/>
            <a:ext cx="6376737"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The radar chart visualizes Employee Performance Rating by Total Sales, comparing multiple employees' performance. Each axis represents an employee, with ratings plotted on a scale from 0 to 10. Employees like Janet and Margaret have the highest ratings at 10, while others, such as Michael and Anne, have lower ratings around 4-6. The dark background, blue data points, and yellow numeric labels enhance readability. This visualization helps identify top performers and areas where improvement is needed. </a:t>
            </a:r>
          </a:p>
        </p:txBody>
      </p:sp>
    </p:spTree>
    <p:extLst>
      <p:ext uri="{BB962C8B-B14F-4D97-AF65-F5344CB8AC3E}">
        <p14:creationId xmlns:p14="http://schemas.microsoft.com/office/powerpoint/2010/main" val="33424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6BEB0FF-199D-6F32-7019-AE1415E3F4EF}"/>
              </a:ext>
            </a:extLst>
          </p:cNvPr>
          <p:cNvSpPr>
            <a:spLocks noGrp="1"/>
          </p:cNvSpPr>
          <p:nvPr>
            <p:ph type="body" sz="half" idx="2"/>
          </p:nvPr>
        </p:nvSpPr>
        <p:spPr>
          <a:xfrm>
            <a:off x="0" y="438745"/>
            <a:ext cx="5948516" cy="2194036"/>
          </a:xfrm>
        </p:spPr>
        <p:txBody>
          <a:bodyPr>
            <a:normAutofit/>
          </a:bodyPr>
          <a:lstStyle/>
          <a:p>
            <a:r>
              <a:rPr lang="en-US" sz="2000" b="1" dirty="0">
                <a:solidFill>
                  <a:schemeClr val="tx1"/>
                </a:solidFill>
              </a:rPr>
              <a:t>How does the sales volume vary across different product categories?</a:t>
            </a:r>
            <a:endParaRPr lang="en-IN" sz="2000" b="1" dirty="0">
              <a:solidFill>
                <a:schemeClr val="tx1"/>
              </a:solidFill>
            </a:endParaRPr>
          </a:p>
        </p:txBody>
      </p:sp>
      <p:pic>
        <p:nvPicPr>
          <p:cNvPr id="7" name="Picture 6">
            <a:extLst>
              <a:ext uri="{FF2B5EF4-FFF2-40B4-BE49-F238E27FC236}">
                <a16:creationId xmlns:a16="http://schemas.microsoft.com/office/drawing/2014/main" id="{F32F0122-1809-30DA-B650-D97541D99FE2}"/>
              </a:ext>
            </a:extLst>
          </p:cNvPr>
          <p:cNvPicPr>
            <a:picLocks noChangeAspect="1"/>
          </p:cNvPicPr>
          <p:nvPr/>
        </p:nvPicPr>
        <p:blipFill>
          <a:blip r:embed="rId2"/>
          <a:stretch>
            <a:fillRect/>
          </a:stretch>
        </p:blipFill>
        <p:spPr>
          <a:xfrm>
            <a:off x="6458674" y="2128656"/>
            <a:ext cx="5497974" cy="3693410"/>
          </a:xfrm>
          <a:prstGeom prst="rect">
            <a:avLst/>
          </a:prstGeom>
        </p:spPr>
      </p:pic>
      <p:sp>
        <p:nvSpPr>
          <p:cNvPr id="9" name="Rectangle 1">
            <a:extLst>
              <a:ext uri="{FF2B5EF4-FFF2-40B4-BE49-F238E27FC236}">
                <a16:creationId xmlns:a16="http://schemas.microsoft.com/office/drawing/2014/main" id="{891AD9D1-41B8-3E15-7FF8-306E3E6780EC}"/>
              </a:ext>
            </a:extLst>
          </p:cNvPr>
          <p:cNvSpPr>
            <a:spLocks noChangeArrowheads="1"/>
          </p:cNvSpPr>
          <p:nvPr/>
        </p:nvSpPr>
        <p:spPr bwMode="auto">
          <a:xfrm>
            <a:off x="92598" y="2442671"/>
            <a:ext cx="624348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This </a:t>
            </a:r>
            <a:r>
              <a:rPr kumimoji="0" lang="en-US" altLang="en-US" sz="1800" i="0" u="none" strike="noStrike" cap="none" normalizeH="0" baseline="0" dirty="0" err="1">
                <a:ln>
                  <a:noFill/>
                </a:ln>
                <a:solidFill>
                  <a:schemeClr val="tx1"/>
                </a:solidFill>
                <a:effectLst/>
                <a:latin typeface="Arial" panose="020B0604020202020204" pitchFamily="34" charset="0"/>
              </a:rPr>
              <a:t>treemap</a:t>
            </a:r>
            <a:r>
              <a:rPr kumimoji="0" lang="en-US" altLang="en-US" sz="1800" i="0" u="none" strike="noStrike" cap="none" normalizeH="0" baseline="0" dirty="0">
                <a:ln>
                  <a:noFill/>
                </a:ln>
                <a:solidFill>
                  <a:schemeClr val="tx1"/>
                </a:solidFill>
                <a:effectLst/>
                <a:latin typeface="Arial" panose="020B0604020202020204" pitchFamily="34" charset="0"/>
              </a:rPr>
              <a:t> visualizes Category-Wise Total Sales, with each rectangle representing a product category. The size of each section indicates the proportion of total sales contributed by that category. Beverages and Dairy Products appear to have the largest sales share, while Condiments, Produce, and Grains/Cereals contribute relatively less. The use of distinct colors enhances readability, making it easy to compare sales distribution across categories. </a:t>
            </a:r>
          </a:p>
        </p:txBody>
      </p:sp>
    </p:spTree>
    <p:extLst>
      <p:ext uri="{BB962C8B-B14F-4D97-AF65-F5344CB8AC3E}">
        <p14:creationId xmlns:p14="http://schemas.microsoft.com/office/powerpoint/2010/main" val="3643338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2A00284-6BFC-AB33-E04E-2FC416FA909B}"/>
              </a:ext>
            </a:extLst>
          </p:cNvPr>
          <p:cNvSpPr txBox="1"/>
          <p:nvPr/>
        </p:nvSpPr>
        <p:spPr>
          <a:xfrm>
            <a:off x="0" y="609600"/>
            <a:ext cx="6096000" cy="707886"/>
          </a:xfrm>
          <a:prstGeom prst="rect">
            <a:avLst/>
          </a:prstGeom>
          <a:noFill/>
        </p:spPr>
        <p:txBody>
          <a:bodyPr wrap="square">
            <a:spAutoFit/>
          </a:bodyPr>
          <a:lstStyle/>
          <a:p>
            <a:r>
              <a:rPr lang="en-IN" sz="2000" b="1" dirty="0"/>
              <a:t>Can we visualize the pricing distribution of products using a box plot</a:t>
            </a:r>
          </a:p>
        </p:txBody>
      </p:sp>
      <p:pic>
        <p:nvPicPr>
          <p:cNvPr id="7" name="Picture 6">
            <a:extLst>
              <a:ext uri="{FF2B5EF4-FFF2-40B4-BE49-F238E27FC236}">
                <a16:creationId xmlns:a16="http://schemas.microsoft.com/office/drawing/2014/main" id="{28B29306-39D7-3B6A-C442-E773BBF7F1B4}"/>
              </a:ext>
            </a:extLst>
          </p:cNvPr>
          <p:cNvPicPr>
            <a:picLocks noChangeAspect="1"/>
          </p:cNvPicPr>
          <p:nvPr/>
        </p:nvPicPr>
        <p:blipFill>
          <a:blip r:embed="rId2"/>
          <a:stretch>
            <a:fillRect/>
          </a:stretch>
        </p:blipFill>
        <p:spPr>
          <a:xfrm>
            <a:off x="6551271" y="1317486"/>
            <a:ext cx="5451676" cy="4111041"/>
          </a:xfrm>
          <a:prstGeom prst="rect">
            <a:avLst/>
          </a:prstGeom>
        </p:spPr>
      </p:pic>
      <p:sp>
        <p:nvSpPr>
          <p:cNvPr id="9" name="Rectangle 1">
            <a:extLst>
              <a:ext uri="{FF2B5EF4-FFF2-40B4-BE49-F238E27FC236}">
                <a16:creationId xmlns:a16="http://schemas.microsoft.com/office/drawing/2014/main" id="{6A193452-EF9A-5168-3B4B-70AE39A44418}"/>
              </a:ext>
            </a:extLst>
          </p:cNvPr>
          <p:cNvSpPr>
            <a:spLocks noGrp="1" noChangeArrowheads="1"/>
          </p:cNvSpPr>
          <p:nvPr>
            <p:ph type="body" sz="half" idx="2"/>
          </p:nvPr>
        </p:nvSpPr>
        <p:spPr bwMode="auto">
          <a:xfrm>
            <a:off x="0" y="2045851"/>
            <a:ext cx="6412832"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This Product Price Distribution box plot visualizes the spread of unit prices across different products. The central box represents the interquartile range (IQR), while the horizontal line inside it indicates the median price. The outliers, shown as scattered points above the main box, suggest that some products have significantly higher prices. The majority of product prices are concentrated within a lower range, with a few extreme values reaching above 250. This visualization helps identify pricing trends and potential anomalies. </a:t>
            </a:r>
          </a:p>
        </p:txBody>
      </p:sp>
    </p:spTree>
    <p:extLst>
      <p:ext uri="{BB962C8B-B14F-4D97-AF65-F5344CB8AC3E}">
        <p14:creationId xmlns:p14="http://schemas.microsoft.com/office/powerpoint/2010/main" val="5901570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0FEE00-C71D-16DC-9FDE-5A965E6BFB4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2502206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CA23630-E9D2-5237-6C2A-81000D96F87B}"/>
              </a:ext>
            </a:extLst>
          </p:cNvPr>
          <p:cNvSpPr txBox="1"/>
          <p:nvPr/>
        </p:nvSpPr>
        <p:spPr>
          <a:xfrm>
            <a:off x="0" y="788354"/>
            <a:ext cx="6096000" cy="400110"/>
          </a:xfrm>
          <a:prstGeom prst="rect">
            <a:avLst/>
          </a:prstGeom>
          <a:noFill/>
        </p:spPr>
        <p:txBody>
          <a:bodyPr wrap="square">
            <a:spAutoFit/>
          </a:bodyPr>
          <a:lstStyle/>
          <a:p>
            <a:r>
              <a:rPr lang="en-IN" sz="2000" b="1" dirty="0"/>
              <a:t>What is the distribution of supplier ratings?</a:t>
            </a:r>
          </a:p>
        </p:txBody>
      </p:sp>
      <p:pic>
        <p:nvPicPr>
          <p:cNvPr id="7" name="Picture 6">
            <a:extLst>
              <a:ext uri="{FF2B5EF4-FFF2-40B4-BE49-F238E27FC236}">
                <a16:creationId xmlns:a16="http://schemas.microsoft.com/office/drawing/2014/main" id="{5A0086F2-253B-BAC8-B1FA-813FE3AEE95D}"/>
              </a:ext>
            </a:extLst>
          </p:cNvPr>
          <p:cNvPicPr>
            <a:picLocks noChangeAspect="1"/>
          </p:cNvPicPr>
          <p:nvPr/>
        </p:nvPicPr>
        <p:blipFill>
          <a:blip r:embed="rId2"/>
          <a:stretch>
            <a:fillRect/>
          </a:stretch>
        </p:blipFill>
        <p:spPr>
          <a:xfrm>
            <a:off x="6755697" y="1333610"/>
            <a:ext cx="5027331" cy="3805549"/>
          </a:xfrm>
          <a:prstGeom prst="rect">
            <a:avLst/>
          </a:prstGeom>
        </p:spPr>
      </p:pic>
      <p:sp>
        <p:nvSpPr>
          <p:cNvPr id="8" name="Rectangle 1">
            <a:extLst>
              <a:ext uri="{FF2B5EF4-FFF2-40B4-BE49-F238E27FC236}">
                <a16:creationId xmlns:a16="http://schemas.microsoft.com/office/drawing/2014/main" id="{C5CDBA05-0D3A-9A2F-A030-8622AA221D39}"/>
              </a:ext>
            </a:extLst>
          </p:cNvPr>
          <p:cNvSpPr>
            <a:spLocks noGrp="1" noChangeArrowheads="1"/>
          </p:cNvSpPr>
          <p:nvPr>
            <p:ph type="body" sz="half" idx="2"/>
          </p:nvPr>
        </p:nvSpPr>
        <p:spPr bwMode="auto">
          <a:xfrm>
            <a:off x="-1" y="1926060"/>
            <a:ext cx="658599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This Supplier Rating Distribution radar chart visualizes ratings across five different supplier categories. The chart highlights variations in performance, with some suppliers scoring as high as 10 while others have lower ratings around 3. The structure helps compare multiple suppliers at a glance, identifying top performers and areas needing improvement. </a:t>
            </a:r>
          </a:p>
        </p:txBody>
      </p:sp>
    </p:spTree>
    <p:extLst>
      <p:ext uri="{BB962C8B-B14F-4D97-AF65-F5344CB8AC3E}">
        <p14:creationId xmlns:p14="http://schemas.microsoft.com/office/powerpoint/2010/main" val="42020424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536640B-908C-03A4-0130-4106D4E69F3B}"/>
              </a:ext>
            </a:extLst>
          </p:cNvPr>
          <p:cNvSpPr>
            <a:spLocks noGrp="1"/>
          </p:cNvSpPr>
          <p:nvPr>
            <p:ph type="body" sz="half" idx="2"/>
          </p:nvPr>
        </p:nvSpPr>
        <p:spPr>
          <a:xfrm>
            <a:off x="277792" y="801329"/>
            <a:ext cx="6096000" cy="766444"/>
          </a:xfrm>
        </p:spPr>
        <p:txBody>
          <a:bodyPr>
            <a:normAutofit/>
          </a:bodyPr>
          <a:lstStyle/>
          <a:p>
            <a:pPr algn="just"/>
            <a:r>
              <a:rPr lang="en-US" sz="2000" b="1" dirty="0">
                <a:solidFill>
                  <a:schemeClr val="tx1"/>
                </a:solidFill>
              </a:rPr>
              <a:t>How does the pricing structure vary across different suppliers</a:t>
            </a:r>
            <a:endParaRPr lang="en-IN" sz="2000" b="1" dirty="0">
              <a:solidFill>
                <a:schemeClr val="tx1"/>
              </a:solidFill>
            </a:endParaRPr>
          </a:p>
        </p:txBody>
      </p:sp>
      <p:pic>
        <p:nvPicPr>
          <p:cNvPr id="7" name="Picture 6">
            <a:extLst>
              <a:ext uri="{FF2B5EF4-FFF2-40B4-BE49-F238E27FC236}">
                <a16:creationId xmlns:a16="http://schemas.microsoft.com/office/drawing/2014/main" id="{6107E85B-074C-1A1F-87A9-AC321A40AF42}"/>
              </a:ext>
            </a:extLst>
          </p:cNvPr>
          <p:cNvPicPr>
            <a:picLocks noChangeAspect="1"/>
          </p:cNvPicPr>
          <p:nvPr/>
        </p:nvPicPr>
        <p:blipFill>
          <a:blip r:embed="rId2"/>
          <a:stretch>
            <a:fillRect/>
          </a:stretch>
        </p:blipFill>
        <p:spPr>
          <a:xfrm>
            <a:off x="6481823" y="1770928"/>
            <a:ext cx="5359077" cy="4537276"/>
          </a:xfrm>
          <a:prstGeom prst="rect">
            <a:avLst/>
          </a:prstGeom>
        </p:spPr>
      </p:pic>
      <p:sp>
        <p:nvSpPr>
          <p:cNvPr id="9" name="Rectangle 1">
            <a:extLst>
              <a:ext uri="{FF2B5EF4-FFF2-40B4-BE49-F238E27FC236}">
                <a16:creationId xmlns:a16="http://schemas.microsoft.com/office/drawing/2014/main" id="{E2BA5386-060E-6D47-69F8-B0DB7B4B2ECF}"/>
              </a:ext>
            </a:extLst>
          </p:cNvPr>
          <p:cNvSpPr>
            <a:spLocks noChangeArrowheads="1"/>
          </p:cNvSpPr>
          <p:nvPr/>
        </p:nvSpPr>
        <p:spPr bwMode="auto">
          <a:xfrm>
            <a:off x="138896" y="2318604"/>
            <a:ext cx="637379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This Pricing Distribution Across Suppliers box plot visualizes the variation in unit prices among different suppliers. The shaded box represents the interquartile range (IQR), while the whiskers indicate the overall spread of prices. Outliers are shown as points beyond the whiskers, highlighting extreme price variations. The plot helps identify pricing trends, consistency, and potential anomalies across suppliers. </a:t>
            </a:r>
          </a:p>
        </p:txBody>
      </p:sp>
    </p:spTree>
    <p:extLst>
      <p:ext uri="{BB962C8B-B14F-4D97-AF65-F5344CB8AC3E}">
        <p14:creationId xmlns:p14="http://schemas.microsoft.com/office/powerpoint/2010/main" val="18435621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039DAEB-32FB-BABA-C9AD-C09CDCF86055}"/>
              </a:ext>
            </a:extLst>
          </p:cNvPr>
          <p:cNvSpPr>
            <a:spLocks noGrp="1"/>
          </p:cNvSpPr>
          <p:nvPr>
            <p:ph type="body" sz="half" idx="2"/>
          </p:nvPr>
        </p:nvSpPr>
        <p:spPr>
          <a:xfrm>
            <a:off x="162046" y="58381"/>
            <a:ext cx="6096000" cy="2194036"/>
          </a:xfrm>
        </p:spPr>
        <p:txBody>
          <a:bodyPr>
            <a:normAutofit/>
          </a:bodyPr>
          <a:lstStyle/>
          <a:p>
            <a:pPr algn="just"/>
            <a:r>
              <a:rPr lang="en-US" sz="2000" b="1" dirty="0">
                <a:solidFill>
                  <a:schemeClr val="tx1"/>
                </a:solidFill>
              </a:rPr>
              <a:t>Can we visualize the geographical distribution of suppliers using a map or bubble chart?</a:t>
            </a:r>
          </a:p>
          <a:p>
            <a:pPr algn="just"/>
            <a:endParaRPr lang="en-IN" sz="2000" b="1" dirty="0">
              <a:solidFill>
                <a:schemeClr val="tx1"/>
              </a:solidFill>
            </a:endParaRPr>
          </a:p>
        </p:txBody>
      </p:sp>
      <p:pic>
        <p:nvPicPr>
          <p:cNvPr id="6" name="Picture 5">
            <a:extLst>
              <a:ext uri="{FF2B5EF4-FFF2-40B4-BE49-F238E27FC236}">
                <a16:creationId xmlns:a16="http://schemas.microsoft.com/office/drawing/2014/main" id="{59420775-999D-9E5B-3F19-35BC86E4FEFD}"/>
              </a:ext>
            </a:extLst>
          </p:cNvPr>
          <p:cNvPicPr>
            <a:picLocks noChangeAspect="1"/>
          </p:cNvPicPr>
          <p:nvPr/>
        </p:nvPicPr>
        <p:blipFill>
          <a:blip r:embed="rId2"/>
          <a:stretch>
            <a:fillRect/>
          </a:stretch>
        </p:blipFill>
        <p:spPr>
          <a:xfrm>
            <a:off x="6765223" y="1423687"/>
            <a:ext cx="5168275" cy="4278914"/>
          </a:xfrm>
          <a:prstGeom prst="rect">
            <a:avLst/>
          </a:prstGeom>
        </p:spPr>
      </p:pic>
      <p:sp>
        <p:nvSpPr>
          <p:cNvPr id="7" name="Rectangle 1">
            <a:extLst>
              <a:ext uri="{FF2B5EF4-FFF2-40B4-BE49-F238E27FC236}">
                <a16:creationId xmlns:a16="http://schemas.microsoft.com/office/drawing/2014/main" id="{8EEF8A9F-EAF1-A8EB-07A5-7EE326EB9C2C}"/>
              </a:ext>
            </a:extLst>
          </p:cNvPr>
          <p:cNvSpPr>
            <a:spLocks noChangeArrowheads="1"/>
          </p:cNvSpPr>
          <p:nvPr/>
        </p:nvSpPr>
        <p:spPr bwMode="auto">
          <a:xfrm>
            <a:off x="162046" y="1972561"/>
            <a:ext cx="66294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This Geographical Distribution of Suppliers map visualizes supplier locations worldwide. The size of each blue bubble represents the concentration of suppliers in a specific region. Europe appears to have the highest number of suppliers, followed by North America and Australia, with fewer in Asia, South America, and Africa. This visualization helps in understanding the global spread of suppliers and identifying key sourcing regions. </a:t>
            </a:r>
          </a:p>
        </p:txBody>
      </p:sp>
    </p:spTree>
    <p:extLst>
      <p:ext uri="{BB962C8B-B14F-4D97-AF65-F5344CB8AC3E}">
        <p14:creationId xmlns:p14="http://schemas.microsoft.com/office/powerpoint/2010/main" val="36785678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E2BBBFE-E448-743F-9F0C-1466EEDF2C0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8620877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hart 10">
            <a:extLst>
              <a:ext uri="{FF2B5EF4-FFF2-40B4-BE49-F238E27FC236}">
                <a16:creationId xmlns:a16="http://schemas.microsoft.com/office/drawing/2014/main" id="{EBC7881B-90CC-49E6-95D6-DFA4AED50AD5}"/>
              </a:ext>
            </a:extLst>
          </p:cNvPr>
          <p:cNvGraphicFramePr>
            <a:graphicFrameLocks/>
          </p:cNvGraphicFramePr>
          <p:nvPr>
            <p:extLst>
              <p:ext uri="{D42A27DB-BD31-4B8C-83A1-F6EECF244321}">
                <p14:modId xmlns:p14="http://schemas.microsoft.com/office/powerpoint/2010/main" val="292985567"/>
              </p:ext>
            </p:extLst>
          </p:nvPr>
        </p:nvGraphicFramePr>
        <p:xfrm>
          <a:off x="6096000" y="855470"/>
          <a:ext cx="5997677" cy="5567467"/>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4">
            <a:extLst>
              <a:ext uri="{FF2B5EF4-FFF2-40B4-BE49-F238E27FC236}">
                <a16:creationId xmlns:a16="http://schemas.microsoft.com/office/drawing/2014/main" id="{E64F03E4-28D8-96F0-3DC8-B96C19AC7D91}"/>
              </a:ext>
            </a:extLst>
          </p:cNvPr>
          <p:cNvSpPr txBox="1"/>
          <p:nvPr/>
        </p:nvSpPr>
        <p:spPr>
          <a:xfrm>
            <a:off x="0" y="209139"/>
            <a:ext cx="6120580" cy="677108"/>
          </a:xfrm>
          <a:prstGeom prst="rect">
            <a:avLst/>
          </a:prstGeom>
          <a:noFill/>
        </p:spPr>
        <p:txBody>
          <a:bodyPr wrap="square">
            <a:spAutoFit/>
          </a:bodyPr>
          <a:lstStyle/>
          <a:p>
            <a:r>
              <a:rPr lang="en-IN" b="1" dirty="0"/>
              <a:t>What are the key factors influencing customer retention or loyalty based on the </a:t>
            </a:r>
            <a:r>
              <a:rPr lang="en-IN" sz="2000" b="1" dirty="0"/>
              <a:t>dataset</a:t>
            </a:r>
            <a:r>
              <a:rPr lang="en-IN" b="1" dirty="0"/>
              <a:t>?</a:t>
            </a:r>
          </a:p>
        </p:txBody>
      </p:sp>
      <p:sp>
        <p:nvSpPr>
          <p:cNvPr id="2" name="Rectangle 1">
            <a:extLst>
              <a:ext uri="{FF2B5EF4-FFF2-40B4-BE49-F238E27FC236}">
                <a16:creationId xmlns:a16="http://schemas.microsoft.com/office/drawing/2014/main" id="{1CE5E818-5FD9-A5C9-E478-89916DD9BC01}"/>
              </a:ext>
            </a:extLst>
          </p:cNvPr>
          <p:cNvSpPr>
            <a:spLocks noChangeArrowheads="1"/>
          </p:cNvSpPr>
          <p:nvPr/>
        </p:nvSpPr>
        <p:spPr bwMode="auto">
          <a:xfrm>
            <a:off x="91322" y="1967711"/>
            <a:ext cx="591335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This Total Orders and Discount bar chart compares the total number of orders and the total discount given for different categories or suppliers (represented by labels on the x-axis). The taller bars indicate higher order volumes, while the smaller bars show the corresponding discounts. The chart highlights variations in sales activity and discount distribution across different entities. </a:t>
            </a:r>
          </a:p>
        </p:txBody>
      </p:sp>
    </p:spTree>
    <p:extLst>
      <p:ext uri="{BB962C8B-B14F-4D97-AF65-F5344CB8AC3E}">
        <p14:creationId xmlns:p14="http://schemas.microsoft.com/office/powerpoint/2010/main" val="38993417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03023CC-FB90-EEA4-82F1-8EE71F104FFF}"/>
              </a:ext>
            </a:extLst>
          </p:cNvPr>
          <p:cNvSpPr>
            <a:spLocks noGrp="1"/>
          </p:cNvSpPr>
          <p:nvPr>
            <p:ph type="body" sz="half" idx="2"/>
          </p:nvPr>
        </p:nvSpPr>
        <p:spPr>
          <a:xfrm>
            <a:off x="226764" y="468871"/>
            <a:ext cx="5869236" cy="842117"/>
          </a:xfrm>
        </p:spPr>
        <p:txBody>
          <a:bodyPr>
            <a:normAutofit/>
          </a:bodyPr>
          <a:lstStyle/>
          <a:p>
            <a:pPr algn="l"/>
            <a:r>
              <a:rPr lang="en-US" sz="2000" b="1" dirty="0">
                <a:solidFill>
                  <a:schemeClr val="tx1"/>
                </a:solidFill>
              </a:rPr>
              <a:t>How do customer preferences vary based on their location or demographics?</a:t>
            </a:r>
            <a:endParaRPr lang="en-IN" sz="2000" b="1" dirty="0">
              <a:solidFill>
                <a:schemeClr val="tx1"/>
              </a:solidFill>
            </a:endParaRPr>
          </a:p>
        </p:txBody>
      </p:sp>
      <mc:AlternateContent xmlns:mc="http://schemas.openxmlformats.org/markup-compatibility/2006" xmlns:cx4="http://schemas.microsoft.com/office/drawing/2016/5/10/chartex">
        <mc:Choice Requires="cx4">
          <p:graphicFrame>
            <p:nvGraphicFramePr>
              <p:cNvPr id="2" name="Chart 1">
                <a:extLst>
                  <a:ext uri="{FF2B5EF4-FFF2-40B4-BE49-F238E27FC236}">
                    <a16:creationId xmlns:a16="http://schemas.microsoft.com/office/drawing/2014/main" id="{0EE96C0F-56AB-B86E-9C11-C3CCC1A6475E}"/>
                  </a:ext>
                </a:extLst>
              </p:cNvPr>
              <p:cNvGraphicFramePr/>
              <p:nvPr>
                <p:extLst>
                  <p:ext uri="{D42A27DB-BD31-4B8C-83A1-F6EECF244321}">
                    <p14:modId xmlns:p14="http://schemas.microsoft.com/office/powerpoint/2010/main" val="154792835"/>
                  </p:ext>
                </p:extLst>
              </p:nvPr>
            </p:nvGraphicFramePr>
            <p:xfrm>
              <a:off x="6435524" y="1536903"/>
              <a:ext cx="5544273" cy="4238863"/>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2" name="Chart 1">
                <a:extLst>
                  <a:ext uri="{FF2B5EF4-FFF2-40B4-BE49-F238E27FC236}">
                    <a16:creationId xmlns:a16="http://schemas.microsoft.com/office/drawing/2014/main" id="{0EE96C0F-56AB-B86E-9C11-C3CCC1A6475E}"/>
                  </a:ext>
                </a:extLst>
              </p:cNvPr>
              <p:cNvPicPr>
                <a:picLocks noGrp="1" noRot="1" noChangeAspect="1" noMove="1" noResize="1" noEditPoints="1" noAdjustHandles="1" noChangeArrowheads="1" noChangeShapeType="1"/>
              </p:cNvPicPr>
              <p:nvPr/>
            </p:nvPicPr>
            <p:blipFill>
              <a:blip r:embed="rId3"/>
              <a:stretch>
                <a:fillRect/>
              </a:stretch>
            </p:blipFill>
            <p:spPr>
              <a:xfrm>
                <a:off x="6435524" y="1536903"/>
                <a:ext cx="5544273" cy="4238863"/>
              </a:xfrm>
              <a:prstGeom prst="rect">
                <a:avLst/>
              </a:prstGeom>
            </p:spPr>
          </p:pic>
        </mc:Fallback>
      </mc:AlternateContent>
      <p:sp>
        <p:nvSpPr>
          <p:cNvPr id="3" name="Rectangle 1">
            <a:extLst>
              <a:ext uri="{FF2B5EF4-FFF2-40B4-BE49-F238E27FC236}">
                <a16:creationId xmlns:a16="http://schemas.microsoft.com/office/drawing/2014/main" id="{379D2F5C-5083-64E0-B4ED-114715D28AA6}"/>
              </a:ext>
            </a:extLst>
          </p:cNvPr>
          <p:cNvSpPr>
            <a:spLocks noChangeArrowheads="1"/>
          </p:cNvSpPr>
          <p:nvPr/>
        </p:nvSpPr>
        <p:spPr bwMode="auto">
          <a:xfrm>
            <a:off x="212203" y="4988308"/>
            <a:ext cx="622332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This Customer Distribution for Different Products Across Countries map visualizes how different product categories (e.g., Dairy, Beverages, Meat/Poultry, etc.) are distributed across various regions. Different colors represent distinct product categories, highlighting the concentration of customer demand in specific areas. </a:t>
            </a:r>
          </a:p>
        </p:txBody>
      </p:sp>
      <p:pic>
        <p:nvPicPr>
          <p:cNvPr id="7" name="Picture 6">
            <a:extLst>
              <a:ext uri="{FF2B5EF4-FFF2-40B4-BE49-F238E27FC236}">
                <a16:creationId xmlns:a16="http://schemas.microsoft.com/office/drawing/2014/main" id="{BBF68848-0737-8803-AA3B-F9B6A063FBF5}"/>
              </a:ext>
            </a:extLst>
          </p:cNvPr>
          <p:cNvPicPr>
            <a:picLocks noChangeAspect="1"/>
          </p:cNvPicPr>
          <p:nvPr/>
        </p:nvPicPr>
        <p:blipFill>
          <a:blip r:embed="rId4"/>
          <a:stretch>
            <a:fillRect/>
          </a:stretch>
        </p:blipFill>
        <p:spPr>
          <a:xfrm>
            <a:off x="317929" y="1453961"/>
            <a:ext cx="4717058" cy="3391373"/>
          </a:xfrm>
          <a:prstGeom prst="rect">
            <a:avLst/>
          </a:prstGeom>
        </p:spPr>
      </p:pic>
    </p:spTree>
    <p:extLst>
      <p:ext uri="{BB962C8B-B14F-4D97-AF65-F5344CB8AC3E}">
        <p14:creationId xmlns:p14="http://schemas.microsoft.com/office/powerpoint/2010/main" val="26131356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0CC031E-E20E-D68C-9BDE-177A2F9C9217}"/>
              </a:ext>
            </a:extLst>
          </p:cNvPr>
          <p:cNvSpPr>
            <a:spLocks noGrp="1"/>
          </p:cNvSpPr>
          <p:nvPr>
            <p:ph type="body" sz="half" idx="2"/>
          </p:nvPr>
        </p:nvSpPr>
        <p:spPr>
          <a:xfrm>
            <a:off x="141640" y="-469464"/>
            <a:ext cx="6027174" cy="2194036"/>
          </a:xfrm>
        </p:spPr>
        <p:txBody>
          <a:bodyPr>
            <a:normAutofit/>
          </a:bodyPr>
          <a:lstStyle/>
          <a:p>
            <a:pPr algn="l"/>
            <a:r>
              <a:rPr lang="en-US" sz="2000" b="1" dirty="0">
                <a:solidFill>
                  <a:schemeClr val="tx1"/>
                </a:solidFill>
              </a:rPr>
              <a:t>Are there any interesting patterns or clusters in customer behavior that can be visualized to identify potential market segments?</a:t>
            </a:r>
            <a:endParaRPr lang="en-IN" sz="2000" b="1" dirty="0">
              <a:solidFill>
                <a:schemeClr val="tx1"/>
              </a:solidFill>
            </a:endParaRPr>
          </a:p>
        </p:txBody>
      </p:sp>
      <p:graphicFrame>
        <p:nvGraphicFramePr>
          <p:cNvPr id="2" name="Chart 1">
            <a:extLst>
              <a:ext uri="{FF2B5EF4-FFF2-40B4-BE49-F238E27FC236}">
                <a16:creationId xmlns:a16="http://schemas.microsoft.com/office/drawing/2014/main" id="{F50F5924-3C3F-D28E-E8CB-F4EE9342FC44}"/>
              </a:ext>
            </a:extLst>
          </p:cNvPr>
          <p:cNvGraphicFramePr>
            <a:graphicFrameLocks/>
          </p:cNvGraphicFramePr>
          <p:nvPr>
            <p:extLst>
              <p:ext uri="{D42A27DB-BD31-4B8C-83A1-F6EECF244321}">
                <p14:modId xmlns:p14="http://schemas.microsoft.com/office/powerpoint/2010/main" val="525132901"/>
              </p:ext>
            </p:extLst>
          </p:nvPr>
        </p:nvGraphicFramePr>
        <p:xfrm>
          <a:off x="5764193" y="3429000"/>
          <a:ext cx="6238754" cy="3203294"/>
        </p:xfrm>
        <a:graphic>
          <a:graphicData uri="http://schemas.openxmlformats.org/drawingml/2006/chart">
            <c:chart xmlns:c="http://schemas.openxmlformats.org/drawingml/2006/chart" xmlns:r="http://schemas.openxmlformats.org/officeDocument/2006/relationships" r:id="rId2"/>
          </a:graphicData>
        </a:graphic>
      </p:graphicFrame>
      <p:pic>
        <p:nvPicPr>
          <p:cNvPr id="9" name="Picture 8">
            <a:extLst>
              <a:ext uri="{FF2B5EF4-FFF2-40B4-BE49-F238E27FC236}">
                <a16:creationId xmlns:a16="http://schemas.microsoft.com/office/drawing/2014/main" id="{2565B74C-68A9-0712-29B7-1E70AC422F86}"/>
              </a:ext>
            </a:extLst>
          </p:cNvPr>
          <p:cNvPicPr>
            <a:picLocks noChangeAspect="1"/>
          </p:cNvPicPr>
          <p:nvPr/>
        </p:nvPicPr>
        <p:blipFill>
          <a:blip r:embed="rId3"/>
          <a:stretch>
            <a:fillRect/>
          </a:stretch>
        </p:blipFill>
        <p:spPr>
          <a:xfrm>
            <a:off x="203174" y="1871219"/>
            <a:ext cx="5225353" cy="4620270"/>
          </a:xfrm>
          <a:prstGeom prst="rect">
            <a:avLst/>
          </a:prstGeom>
        </p:spPr>
      </p:pic>
      <p:pic>
        <p:nvPicPr>
          <p:cNvPr id="13" name="Picture 12">
            <a:extLst>
              <a:ext uri="{FF2B5EF4-FFF2-40B4-BE49-F238E27FC236}">
                <a16:creationId xmlns:a16="http://schemas.microsoft.com/office/drawing/2014/main" id="{8D384AF8-3EE8-9D7E-B708-48A2787D3EE8}"/>
              </a:ext>
            </a:extLst>
          </p:cNvPr>
          <p:cNvPicPr>
            <a:picLocks noChangeAspect="1"/>
          </p:cNvPicPr>
          <p:nvPr/>
        </p:nvPicPr>
        <p:blipFill>
          <a:blip r:embed="rId4"/>
          <a:stretch>
            <a:fillRect/>
          </a:stretch>
        </p:blipFill>
        <p:spPr>
          <a:xfrm>
            <a:off x="5764192" y="1111170"/>
            <a:ext cx="6286169" cy="2071868"/>
          </a:xfrm>
          <a:prstGeom prst="rect">
            <a:avLst/>
          </a:prstGeom>
        </p:spPr>
      </p:pic>
    </p:spTree>
    <p:extLst>
      <p:ext uri="{BB962C8B-B14F-4D97-AF65-F5344CB8AC3E}">
        <p14:creationId xmlns:p14="http://schemas.microsoft.com/office/powerpoint/2010/main" val="41286799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32ABC00-02B9-7D31-44BB-8E35158047E0}"/>
              </a:ext>
            </a:extLst>
          </p:cNvPr>
          <p:cNvSpPr>
            <a:spLocks noGrp="1"/>
          </p:cNvSpPr>
          <p:nvPr>
            <p:ph type="body" sz="half" idx="2"/>
          </p:nvPr>
        </p:nvSpPr>
        <p:spPr>
          <a:xfrm>
            <a:off x="115249" y="-517917"/>
            <a:ext cx="6223819" cy="2194036"/>
          </a:xfrm>
        </p:spPr>
        <p:txBody>
          <a:bodyPr>
            <a:normAutofit/>
          </a:bodyPr>
          <a:lstStyle/>
          <a:p>
            <a:pPr algn="l"/>
            <a:r>
              <a:rPr lang="en-US" sz="2000" b="1">
                <a:solidFill>
                  <a:schemeClr val="tx1"/>
                </a:solidFill>
              </a:rPr>
              <a:t>Are there any specific product categories or SKUs that contribute significantly to order revenue?</a:t>
            </a:r>
            <a:endParaRPr lang="en-IN" sz="2000" b="1" dirty="0">
              <a:solidFill>
                <a:schemeClr val="tx1"/>
              </a:solidFill>
            </a:endParaRPr>
          </a:p>
        </p:txBody>
      </p:sp>
      <p:sp>
        <p:nvSpPr>
          <p:cNvPr id="6" name="TextBox 5">
            <a:extLst>
              <a:ext uri="{FF2B5EF4-FFF2-40B4-BE49-F238E27FC236}">
                <a16:creationId xmlns:a16="http://schemas.microsoft.com/office/drawing/2014/main" id="{6FDEA639-2F95-6DF3-1CED-155CC98A7294}"/>
              </a:ext>
            </a:extLst>
          </p:cNvPr>
          <p:cNvSpPr txBox="1"/>
          <p:nvPr/>
        </p:nvSpPr>
        <p:spPr>
          <a:xfrm>
            <a:off x="0" y="1278365"/>
            <a:ext cx="6159908" cy="369332"/>
          </a:xfrm>
          <a:prstGeom prst="rect">
            <a:avLst/>
          </a:prstGeom>
          <a:noFill/>
        </p:spPr>
        <p:txBody>
          <a:bodyPr wrap="square">
            <a:spAutoFit/>
          </a:bodyPr>
          <a:lstStyle/>
          <a:p>
            <a:pPr>
              <a:buNone/>
            </a:pPr>
            <a:r>
              <a:rPr lang="en-US">
                <a:solidFill>
                  <a:schemeClr val="bg1"/>
                </a:solidFill>
              </a:rPr>
              <a:t>.</a:t>
            </a:r>
            <a:endParaRPr lang="en-US" dirty="0">
              <a:solidFill>
                <a:schemeClr val="bg1"/>
              </a:solidFill>
            </a:endParaRPr>
          </a:p>
        </p:txBody>
      </p:sp>
      <p:graphicFrame>
        <p:nvGraphicFramePr>
          <p:cNvPr id="5" name="Chart 4">
            <a:extLst>
              <a:ext uri="{FF2B5EF4-FFF2-40B4-BE49-F238E27FC236}">
                <a16:creationId xmlns:a16="http://schemas.microsoft.com/office/drawing/2014/main" id="{ABF59D30-9762-444C-9C27-C67B84245FC1}"/>
              </a:ext>
            </a:extLst>
          </p:cNvPr>
          <p:cNvGraphicFramePr>
            <a:graphicFrameLocks/>
          </p:cNvGraphicFramePr>
          <p:nvPr>
            <p:extLst>
              <p:ext uri="{D42A27DB-BD31-4B8C-83A1-F6EECF244321}">
                <p14:modId xmlns:p14="http://schemas.microsoft.com/office/powerpoint/2010/main" val="239516055"/>
              </p:ext>
            </p:extLst>
          </p:nvPr>
        </p:nvGraphicFramePr>
        <p:xfrm>
          <a:off x="6339068" y="1278364"/>
          <a:ext cx="5601645" cy="2980767"/>
        </p:xfrm>
        <a:graphic>
          <a:graphicData uri="http://schemas.openxmlformats.org/drawingml/2006/chart">
            <c:chart xmlns:c="http://schemas.openxmlformats.org/drawingml/2006/chart" xmlns:r="http://schemas.openxmlformats.org/officeDocument/2006/relationships" r:id="rId2"/>
          </a:graphicData>
        </a:graphic>
      </p:graphicFrame>
      <p:pic>
        <p:nvPicPr>
          <p:cNvPr id="9" name="chart">
            <a:extLst>
              <a:ext uri="{FF2B5EF4-FFF2-40B4-BE49-F238E27FC236}">
                <a16:creationId xmlns:a16="http://schemas.microsoft.com/office/drawing/2014/main" id="{2C9A8E9B-FEF6-EAEB-28A3-1D99508EDF7B}"/>
              </a:ext>
            </a:extLst>
          </p:cNvPr>
          <p:cNvPicPr>
            <a:picLocks noChangeAspect="1"/>
          </p:cNvPicPr>
          <p:nvPr/>
        </p:nvPicPr>
        <p:blipFill>
          <a:blip r:embed="rId3"/>
          <a:stretch>
            <a:fillRect/>
          </a:stretch>
        </p:blipFill>
        <p:spPr>
          <a:xfrm>
            <a:off x="6339068" y="4658454"/>
            <a:ext cx="5601645" cy="1638529"/>
          </a:xfrm>
          <a:prstGeom prst="rect">
            <a:avLst/>
          </a:prstGeom>
        </p:spPr>
      </p:pic>
      <p:pic>
        <p:nvPicPr>
          <p:cNvPr id="12" name="Picture 11">
            <a:extLst>
              <a:ext uri="{FF2B5EF4-FFF2-40B4-BE49-F238E27FC236}">
                <a16:creationId xmlns:a16="http://schemas.microsoft.com/office/drawing/2014/main" id="{897E9CEF-BBC5-3E02-2FA2-9A0A7CF7C4CF}"/>
              </a:ext>
            </a:extLst>
          </p:cNvPr>
          <p:cNvPicPr>
            <a:picLocks noChangeAspect="1"/>
          </p:cNvPicPr>
          <p:nvPr/>
        </p:nvPicPr>
        <p:blipFill>
          <a:blip r:embed="rId4"/>
          <a:stretch>
            <a:fillRect/>
          </a:stretch>
        </p:blipFill>
        <p:spPr>
          <a:xfrm>
            <a:off x="479266" y="1463031"/>
            <a:ext cx="5373667" cy="4610743"/>
          </a:xfrm>
          <a:prstGeom prst="rect">
            <a:avLst/>
          </a:prstGeom>
        </p:spPr>
      </p:pic>
    </p:spTree>
    <p:extLst>
      <p:ext uri="{BB962C8B-B14F-4D97-AF65-F5344CB8AC3E}">
        <p14:creationId xmlns:p14="http://schemas.microsoft.com/office/powerpoint/2010/main" val="9948536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2B22F79-137F-616D-5984-F09737215F59}"/>
              </a:ext>
            </a:extLst>
          </p:cNvPr>
          <p:cNvSpPr>
            <a:spLocks noGrp="1"/>
          </p:cNvSpPr>
          <p:nvPr>
            <p:ph type="body" sz="half" idx="2"/>
          </p:nvPr>
        </p:nvSpPr>
        <p:spPr>
          <a:xfrm>
            <a:off x="173621" y="-396294"/>
            <a:ext cx="6096000" cy="2194036"/>
          </a:xfrm>
        </p:spPr>
        <p:txBody>
          <a:bodyPr>
            <a:normAutofit/>
          </a:bodyPr>
          <a:lstStyle/>
          <a:p>
            <a:pPr algn="l"/>
            <a:r>
              <a:rPr lang="en-US" sz="2000" b="1" dirty="0">
                <a:solidFill>
                  <a:schemeClr val="tx1"/>
                </a:solidFill>
              </a:rPr>
              <a:t>Are there any correlations between order size and customer demographics or product categories?</a:t>
            </a:r>
            <a:endParaRPr lang="en-IN" sz="2000" b="1" dirty="0">
              <a:solidFill>
                <a:schemeClr val="tx1"/>
              </a:solidFill>
            </a:endParaRPr>
          </a:p>
        </p:txBody>
      </p:sp>
      <p:graphicFrame>
        <p:nvGraphicFramePr>
          <p:cNvPr id="7" name="Chart 6">
            <a:extLst>
              <a:ext uri="{FF2B5EF4-FFF2-40B4-BE49-F238E27FC236}">
                <a16:creationId xmlns:a16="http://schemas.microsoft.com/office/drawing/2014/main" id="{265A39DA-A6D6-44B5-8527-AB725D5DF689}"/>
              </a:ext>
            </a:extLst>
          </p:cNvPr>
          <p:cNvGraphicFramePr>
            <a:graphicFrameLocks/>
          </p:cNvGraphicFramePr>
          <p:nvPr>
            <p:extLst>
              <p:ext uri="{D42A27DB-BD31-4B8C-83A1-F6EECF244321}">
                <p14:modId xmlns:p14="http://schemas.microsoft.com/office/powerpoint/2010/main" val="444457805"/>
              </p:ext>
            </p:extLst>
          </p:nvPr>
        </p:nvGraphicFramePr>
        <p:xfrm>
          <a:off x="6863786" y="965498"/>
          <a:ext cx="4920912" cy="233328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FB8BECCF-AED1-459C-ACC8-C45484A01F40}"/>
              </a:ext>
            </a:extLst>
          </p:cNvPr>
          <p:cNvGraphicFramePr>
            <a:graphicFrameLocks/>
          </p:cNvGraphicFramePr>
          <p:nvPr>
            <p:extLst>
              <p:ext uri="{D42A27DB-BD31-4B8C-83A1-F6EECF244321}">
                <p14:modId xmlns:p14="http://schemas.microsoft.com/office/powerpoint/2010/main" val="3515836181"/>
              </p:ext>
            </p:extLst>
          </p:nvPr>
        </p:nvGraphicFramePr>
        <p:xfrm>
          <a:off x="6863786" y="3831222"/>
          <a:ext cx="4920911" cy="2333287"/>
        </p:xfrm>
        <a:graphic>
          <a:graphicData uri="http://schemas.openxmlformats.org/drawingml/2006/chart">
            <c:chart xmlns:c="http://schemas.openxmlformats.org/drawingml/2006/chart" xmlns:r="http://schemas.openxmlformats.org/officeDocument/2006/relationships" r:id="rId3"/>
          </a:graphicData>
        </a:graphic>
      </p:graphicFrame>
      <p:pic>
        <p:nvPicPr>
          <p:cNvPr id="12" name="Picture 11">
            <a:extLst>
              <a:ext uri="{FF2B5EF4-FFF2-40B4-BE49-F238E27FC236}">
                <a16:creationId xmlns:a16="http://schemas.microsoft.com/office/drawing/2014/main" id="{5CEBA35E-42FA-1EE2-0073-6DC27C6D705B}"/>
              </a:ext>
            </a:extLst>
          </p:cNvPr>
          <p:cNvPicPr>
            <a:picLocks noChangeAspect="1"/>
          </p:cNvPicPr>
          <p:nvPr/>
        </p:nvPicPr>
        <p:blipFill>
          <a:blip r:embed="rId4"/>
          <a:stretch>
            <a:fillRect/>
          </a:stretch>
        </p:blipFill>
        <p:spPr>
          <a:xfrm>
            <a:off x="296211" y="1423686"/>
            <a:ext cx="5676326" cy="4740823"/>
          </a:xfrm>
          <a:prstGeom prst="rect">
            <a:avLst/>
          </a:prstGeom>
        </p:spPr>
      </p:pic>
    </p:spTree>
    <p:extLst>
      <p:ext uri="{BB962C8B-B14F-4D97-AF65-F5344CB8AC3E}">
        <p14:creationId xmlns:p14="http://schemas.microsoft.com/office/powerpoint/2010/main" val="19127537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753281D-4622-459C-8F3A-5B3DCF449C17}"/>
              </a:ext>
            </a:extLst>
          </p:cNvPr>
          <p:cNvSpPr>
            <a:spLocks noGrp="1"/>
          </p:cNvSpPr>
          <p:nvPr>
            <p:ph type="body" sz="half" idx="2"/>
          </p:nvPr>
        </p:nvSpPr>
        <p:spPr>
          <a:xfrm>
            <a:off x="108155" y="0"/>
            <a:ext cx="6302477" cy="854933"/>
          </a:xfrm>
        </p:spPr>
        <p:txBody>
          <a:bodyPr>
            <a:normAutofit/>
          </a:bodyPr>
          <a:lstStyle/>
          <a:p>
            <a:pPr algn="l"/>
            <a:r>
              <a:rPr lang="en-US" sz="2000" b="1" dirty="0">
                <a:solidFill>
                  <a:schemeClr val="tx1"/>
                </a:solidFill>
              </a:rPr>
              <a:t>How does order frequency vary across different customer segments?</a:t>
            </a:r>
            <a:endParaRPr lang="en-IN" sz="2000" b="1" dirty="0">
              <a:solidFill>
                <a:schemeClr val="tx1"/>
              </a:solidFill>
            </a:endParaRPr>
          </a:p>
        </p:txBody>
      </p:sp>
      <p:pic>
        <p:nvPicPr>
          <p:cNvPr id="7" name="Picture 6">
            <a:extLst>
              <a:ext uri="{FF2B5EF4-FFF2-40B4-BE49-F238E27FC236}">
                <a16:creationId xmlns:a16="http://schemas.microsoft.com/office/drawing/2014/main" id="{36E566AD-A739-AF29-C595-F33435A6EE2F}"/>
              </a:ext>
            </a:extLst>
          </p:cNvPr>
          <p:cNvPicPr>
            <a:picLocks noChangeAspect="1"/>
          </p:cNvPicPr>
          <p:nvPr/>
        </p:nvPicPr>
        <p:blipFill>
          <a:blip r:embed="rId2"/>
          <a:stretch>
            <a:fillRect/>
          </a:stretch>
        </p:blipFill>
        <p:spPr>
          <a:xfrm>
            <a:off x="215730" y="1152207"/>
            <a:ext cx="5687359" cy="2470669"/>
          </a:xfrm>
          <a:prstGeom prst="rect">
            <a:avLst/>
          </a:prstGeom>
        </p:spPr>
      </p:pic>
      <p:pic>
        <p:nvPicPr>
          <p:cNvPr id="12" name="Picture 11">
            <a:extLst>
              <a:ext uri="{FF2B5EF4-FFF2-40B4-BE49-F238E27FC236}">
                <a16:creationId xmlns:a16="http://schemas.microsoft.com/office/drawing/2014/main" id="{1936F398-32CB-7561-985B-4691319BC61C}"/>
              </a:ext>
            </a:extLst>
          </p:cNvPr>
          <p:cNvPicPr>
            <a:picLocks noChangeAspect="1"/>
          </p:cNvPicPr>
          <p:nvPr/>
        </p:nvPicPr>
        <p:blipFill>
          <a:blip r:embed="rId3"/>
          <a:stretch>
            <a:fillRect/>
          </a:stretch>
        </p:blipFill>
        <p:spPr>
          <a:xfrm>
            <a:off x="6951128" y="3284437"/>
            <a:ext cx="4639888" cy="2780697"/>
          </a:xfrm>
          <a:prstGeom prst="rect">
            <a:avLst/>
          </a:prstGeom>
          <a:ln>
            <a:solidFill>
              <a:srgbClr val="00B0F0"/>
            </a:solidFill>
          </a:ln>
        </p:spPr>
      </p:pic>
      <p:pic>
        <p:nvPicPr>
          <p:cNvPr id="16" name="Picture 15">
            <a:extLst>
              <a:ext uri="{FF2B5EF4-FFF2-40B4-BE49-F238E27FC236}">
                <a16:creationId xmlns:a16="http://schemas.microsoft.com/office/drawing/2014/main" id="{B2E3DBE4-611D-D572-DC56-10028C7C4CC1}"/>
              </a:ext>
            </a:extLst>
          </p:cNvPr>
          <p:cNvPicPr>
            <a:picLocks noChangeAspect="1"/>
          </p:cNvPicPr>
          <p:nvPr/>
        </p:nvPicPr>
        <p:blipFill>
          <a:blip r:embed="rId4"/>
          <a:stretch>
            <a:fillRect/>
          </a:stretch>
        </p:blipFill>
        <p:spPr>
          <a:xfrm>
            <a:off x="6951128" y="671332"/>
            <a:ext cx="4639888" cy="2377536"/>
          </a:xfrm>
          <a:prstGeom prst="rect">
            <a:avLst/>
          </a:prstGeom>
          <a:ln>
            <a:solidFill>
              <a:srgbClr val="00B0F0"/>
            </a:solidFill>
          </a:ln>
        </p:spPr>
      </p:pic>
      <p:sp>
        <p:nvSpPr>
          <p:cNvPr id="17" name="Rectangle 1">
            <a:extLst>
              <a:ext uri="{FF2B5EF4-FFF2-40B4-BE49-F238E27FC236}">
                <a16:creationId xmlns:a16="http://schemas.microsoft.com/office/drawing/2014/main" id="{58830FD4-5758-DCCA-D578-658ACC0766DE}"/>
              </a:ext>
            </a:extLst>
          </p:cNvPr>
          <p:cNvSpPr>
            <a:spLocks noChangeArrowheads="1"/>
          </p:cNvSpPr>
          <p:nvPr/>
        </p:nvSpPr>
        <p:spPr bwMode="auto">
          <a:xfrm>
            <a:off x="215730" y="4074621"/>
            <a:ext cx="619490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a:ln>
                  <a:noFill/>
                </a:ln>
                <a:solidFill>
                  <a:schemeClr val="tx1"/>
                </a:solidFill>
                <a:effectLst/>
                <a:latin typeface="Arial" panose="020B0604020202020204" pitchFamily="34" charset="0"/>
              </a:rPr>
              <a:t>This pie chart shows customer segmentation: 65% Occasional Customers and 35% Premium Customers, indicating that most customers buy occasionally, while a smaller segment is premium.</a:t>
            </a:r>
          </a:p>
        </p:txBody>
      </p:sp>
    </p:spTree>
    <p:extLst>
      <p:ext uri="{BB962C8B-B14F-4D97-AF65-F5344CB8AC3E}">
        <p14:creationId xmlns:p14="http://schemas.microsoft.com/office/powerpoint/2010/main" val="1668632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BD14FCE-A18D-52B0-9CF8-644C384C5A85}"/>
              </a:ext>
            </a:extLst>
          </p:cNvPr>
          <p:cNvSpPr>
            <a:spLocks noGrp="1"/>
          </p:cNvSpPr>
          <p:nvPr>
            <p:ph type="body" sz="half" idx="2"/>
          </p:nvPr>
        </p:nvSpPr>
        <p:spPr>
          <a:xfrm>
            <a:off x="142566" y="90855"/>
            <a:ext cx="6096000" cy="804672"/>
          </a:xfrm>
        </p:spPr>
        <p:txBody>
          <a:bodyPr>
            <a:noAutofit/>
          </a:bodyPr>
          <a:lstStyle/>
          <a:p>
            <a:pPr algn="l"/>
            <a:r>
              <a:rPr lang="en-US" sz="2000" b="1" dirty="0">
                <a:solidFill>
                  <a:schemeClr val="tx1"/>
                </a:solidFill>
              </a:rPr>
              <a:t>Are there any correlations between employee satisfaction levels and key performance indicators?</a:t>
            </a:r>
            <a:endParaRPr lang="en-IN" sz="2000" b="1" dirty="0">
              <a:solidFill>
                <a:schemeClr val="tx1"/>
              </a:solidFill>
            </a:endParaRPr>
          </a:p>
        </p:txBody>
      </p:sp>
      <p:pic>
        <p:nvPicPr>
          <p:cNvPr id="3" name="Picture 2">
            <a:extLst>
              <a:ext uri="{FF2B5EF4-FFF2-40B4-BE49-F238E27FC236}">
                <a16:creationId xmlns:a16="http://schemas.microsoft.com/office/drawing/2014/main" id="{9825396D-F17A-2685-C7DB-9AAB188F1406}"/>
              </a:ext>
            </a:extLst>
          </p:cNvPr>
          <p:cNvPicPr>
            <a:picLocks noChangeAspect="1"/>
          </p:cNvPicPr>
          <p:nvPr/>
        </p:nvPicPr>
        <p:blipFill>
          <a:blip r:embed="rId3"/>
          <a:stretch>
            <a:fillRect/>
          </a:stretch>
        </p:blipFill>
        <p:spPr>
          <a:xfrm>
            <a:off x="142567" y="1250887"/>
            <a:ext cx="6095999" cy="3378986"/>
          </a:xfrm>
          <a:prstGeom prst="rect">
            <a:avLst/>
          </a:prstGeom>
        </p:spPr>
      </p:pic>
      <p:pic>
        <p:nvPicPr>
          <p:cNvPr id="11" name="Picture 10">
            <a:extLst>
              <a:ext uri="{FF2B5EF4-FFF2-40B4-BE49-F238E27FC236}">
                <a16:creationId xmlns:a16="http://schemas.microsoft.com/office/drawing/2014/main" id="{C9C50BD4-CDE2-B078-1E29-19805CC2ED35}"/>
              </a:ext>
            </a:extLst>
          </p:cNvPr>
          <p:cNvPicPr>
            <a:picLocks noChangeAspect="1"/>
          </p:cNvPicPr>
          <p:nvPr/>
        </p:nvPicPr>
        <p:blipFill>
          <a:blip r:embed="rId4"/>
          <a:stretch>
            <a:fillRect/>
          </a:stretch>
        </p:blipFill>
        <p:spPr>
          <a:xfrm>
            <a:off x="7211028" y="713110"/>
            <a:ext cx="4690421" cy="2897422"/>
          </a:xfrm>
          <a:prstGeom prst="rect">
            <a:avLst/>
          </a:prstGeom>
          <a:ln>
            <a:solidFill>
              <a:srgbClr val="00B0F0"/>
            </a:solidFill>
          </a:ln>
        </p:spPr>
      </p:pic>
      <p:pic>
        <p:nvPicPr>
          <p:cNvPr id="13" name="Picture 12">
            <a:extLst>
              <a:ext uri="{FF2B5EF4-FFF2-40B4-BE49-F238E27FC236}">
                <a16:creationId xmlns:a16="http://schemas.microsoft.com/office/drawing/2014/main" id="{E1C27DE1-E6A0-87CE-049F-C6CF34EF9BCC}"/>
              </a:ext>
            </a:extLst>
          </p:cNvPr>
          <p:cNvPicPr>
            <a:picLocks noChangeAspect="1"/>
          </p:cNvPicPr>
          <p:nvPr/>
        </p:nvPicPr>
        <p:blipFill>
          <a:blip r:embed="rId5"/>
          <a:stretch>
            <a:fillRect/>
          </a:stretch>
        </p:blipFill>
        <p:spPr>
          <a:xfrm>
            <a:off x="7211028" y="3883144"/>
            <a:ext cx="4680896" cy="2800741"/>
          </a:xfrm>
          <a:prstGeom prst="rect">
            <a:avLst/>
          </a:prstGeom>
          <a:ln>
            <a:solidFill>
              <a:srgbClr val="00B0F0"/>
            </a:solidFill>
          </a:ln>
        </p:spPr>
      </p:pic>
      <p:pic>
        <p:nvPicPr>
          <p:cNvPr id="15" name="Picture 14">
            <a:extLst>
              <a:ext uri="{FF2B5EF4-FFF2-40B4-BE49-F238E27FC236}">
                <a16:creationId xmlns:a16="http://schemas.microsoft.com/office/drawing/2014/main" id="{FEB0B1A5-D32D-45E6-287A-6A314C0C6ECE}"/>
              </a:ext>
            </a:extLst>
          </p:cNvPr>
          <p:cNvPicPr>
            <a:picLocks noChangeAspect="1"/>
          </p:cNvPicPr>
          <p:nvPr/>
        </p:nvPicPr>
        <p:blipFill>
          <a:blip r:embed="rId6"/>
          <a:stretch>
            <a:fillRect/>
          </a:stretch>
        </p:blipFill>
        <p:spPr>
          <a:xfrm>
            <a:off x="142567" y="4730987"/>
            <a:ext cx="6813818" cy="1952898"/>
          </a:xfrm>
          <a:prstGeom prst="rect">
            <a:avLst/>
          </a:prstGeom>
        </p:spPr>
      </p:pic>
    </p:spTree>
    <p:extLst>
      <p:ext uri="{BB962C8B-B14F-4D97-AF65-F5344CB8AC3E}">
        <p14:creationId xmlns:p14="http://schemas.microsoft.com/office/powerpoint/2010/main" val="34064980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70B7C78-EBF8-B849-5160-EA8F4547ED81}"/>
              </a:ext>
            </a:extLst>
          </p:cNvPr>
          <p:cNvSpPr>
            <a:spLocks noGrp="1"/>
          </p:cNvSpPr>
          <p:nvPr>
            <p:ph type="body" sz="half" idx="2"/>
          </p:nvPr>
        </p:nvSpPr>
        <p:spPr>
          <a:xfrm>
            <a:off x="167148" y="-594994"/>
            <a:ext cx="6248794" cy="2194036"/>
          </a:xfrm>
        </p:spPr>
        <p:txBody>
          <a:bodyPr>
            <a:normAutofit/>
          </a:bodyPr>
          <a:lstStyle/>
          <a:p>
            <a:pPr algn="l"/>
            <a:r>
              <a:rPr lang="en-US" sz="2000" b="1" dirty="0">
                <a:solidFill>
                  <a:schemeClr val="tx1"/>
                </a:solidFill>
              </a:rPr>
              <a:t>How does employee turnover vary across different departments or job roles? </a:t>
            </a:r>
            <a:endParaRPr lang="en-IN" sz="2000" b="1" dirty="0">
              <a:solidFill>
                <a:schemeClr val="tx1"/>
              </a:solidFill>
            </a:endParaRPr>
          </a:p>
        </p:txBody>
      </p:sp>
      <p:pic>
        <p:nvPicPr>
          <p:cNvPr id="8" name="Picture 7">
            <a:extLst>
              <a:ext uri="{FF2B5EF4-FFF2-40B4-BE49-F238E27FC236}">
                <a16:creationId xmlns:a16="http://schemas.microsoft.com/office/drawing/2014/main" id="{31CF269F-5CDF-0EC8-089D-26C65CFBCFB9}"/>
              </a:ext>
            </a:extLst>
          </p:cNvPr>
          <p:cNvPicPr>
            <a:picLocks noChangeAspect="1"/>
          </p:cNvPicPr>
          <p:nvPr/>
        </p:nvPicPr>
        <p:blipFill>
          <a:blip r:embed="rId2"/>
          <a:stretch>
            <a:fillRect/>
          </a:stretch>
        </p:blipFill>
        <p:spPr>
          <a:xfrm>
            <a:off x="167148" y="1220401"/>
            <a:ext cx="6141055" cy="2680267"/>
          </a:xfrm>
          <a:prstGeom prst="rect">
            <a:avLst/>
          </a:prstGeom>
        </p:spPr>
      </p:pic>
      <p:pic>
        <p:nvPicPr>
          <p:cNvPr id="11" name="Picture 10">
            <a:extLst>
              <a:ext uri="{FF2B5EF4-FFF2-40B4-BE49-F238E27FC236}">
                <a16:creationId xmlns:a16="http://schemas.microsoft.com/office/drawing/2014/main" id="{CA12037A-1EDC-6A0C-1D69-C61F658243B8}"/>
              </a:ext>
            </a:extLst>
          </p:cNvPr>
          <p:cNvPicPr>
            <a:picLocks noChangeAspect="1"/>
          </p:cNvPicPr>
          <p:nvPr/>
        </p:nvPicPr>
        <p:blipFill>
          <a:blip r:embed="rId3"/>
          <a:stretch>
            <a:fillRect/>
          </a:stretch>
        </p:blipFill>
        <p:spPr>
          <a:xfrm>
            <a:off x="6566413" y="1220401"/>
            <a:ext cx="5355511" cy="2900186"/>
          </a:xfrm>
          <a:prstGeom prst="rect">
            <a:avLst/>
          </a:prstGeom>
          <a:ln>
            <a:solidFill>
              <a:srgbClr val="00B0F0"/>
            </a:solidFill>
          </a:ln>
        </p:spPr>
      </p:pic>
      <p:pic>
        <p:nvPicPr>
          <p:cNvPr id="13" name="Picture 12">
            <a:extLst>
              <a:ext uri="{FF2B5EF4-FFF2-40B4-BE49-F238E27FC236}">
                <a16:creationId xmlns:a16="http://schemas.microsoft.com/office/drawing/2014/main" id="{A47AF6DB-3486-D49B-C5A1-A900EF01B0A2}"/>
              </a:ext>
            </a:extLst>
          </p:cNvPr>
          <p:cNvPicPr>
            <a:picLocks noChangeAspect="1"/>
          </p:cNvPicPr>
          <p:nvPr/>
        </p:nvPicPr>
        <p:blipFill>
          <a:blip r:embed="rId4"/>
          <a:stretch>
            <a:fillRect/>
          </a:stretch>
        </p:blipFill>
        <p:spPr>
          <a:xfrm>
            <a:off x="167148" y="4220516"/>
            <a:ext cx="6141055" cy="1856192"/>
          </a:xfrm>
          <a:prstGeom prst="rect">
            <a:avLst/>
          </a:prstGeom>
        </p:spPr>
      </p:pic>
    </p:spTree>
    <p:extLst>
      <p:ext uri="{BB962C8B-B14F-4D97-AF65-F5344CB8AC3E}">
        <p14:creationId xmlns:p14="http://schemas.microsoft.com/office/powerpoint/2010/main" val="24787876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A431E4D-9604-9CAE-4505-D94A7CEEEF91}"/>
              </a:ext>
            </a:extLst>
          </p:cNvPr>
          <p:cNvSpPr>
            <a:spLocks noGrp="1"/>
          </p:cNvSpPr>
          <p:nvPr>
            <p:ph type="body" sz="half" idx="2"/>
          </p:nvPr>
        </p:nvSpPr>
        <p:spPr>
          <a:xfrm>
            <a:off x="86789" y="-590309"/>
            <a:ext cx="6229129" cy="2194036"/>
          </a:xfrm>
        </p:spPr>
        <p:txBody>
          <a:bodyPr>
            <a:normAutofit/>
          </a:bodyPr>
          <a:lstStyle/>
          <a:p>
            <a:pPr algn="l"/>
            <a:r>
              <a:rPr lang="en-US" sz="2000" b="1" dirty="0">
                <a:solidFill>
                  <a:schemeClr val="tx1"/>
                </a:solidFill>
              </a:rPr>
              <a:t>Can we identify any patterns or clusters in employee skill sets or qualifications through visualizations?</a:t>
            </a:r>
            <a:endParaRPr lang="en-IN" sz="2000" b="1" dirty="0">
              <a:solidFill>
                <a:schemeClr val="tx1"/>
              </a:solidFill>
            </a:endParaRPr>
          </a:p>
        </p:txBody>
      </p:sp>
      <p:sp>
        <p:nvSpPr>
          <p:cNvPr id="7" name="TextBox 6">
            <a:extLst>
              <a:ext uri="{FF2B5EF4-FFF2-40B4-BE49-F238E27FC236}">
                <a16:creationId xmlns:a16="http://schemas.microsoft.com/office/drawing/2014/main" id="{2F8024A0-F295-1C30-2331-FB5A52D12996}"/>
              </a:ext>
            </a:extLst>
          </p:cNvPr>
          <p:cNvSpPr txBox="1"/>
          <p:nvPr/>
        </p:nvSpPr>
        <p:spPr>
          <a:xfrm>
            <a:off x="-68827" y="1259485"/>
            <a:ext cx="6164826" cy="923330"/>
          </a:xfrm>
          <a:prstGeom prst="rect">
            <a:avLst/>
          </a:prstGeom>
          <a:noFill/>
        </p:spPr>
        <p:txBody>
          <a:bodyPr wrap="square">
            <a:spAutoFit/>
          </a:bodyPr>
          <a:lstStyle/>
          <a:p>
            <a:pPr>
              <a:buNone/>
            </a:pPr>
            <a:endParaRPr lang="en-US" dirty="0">
              <a:solidFill>
                <a:schemeClr val="bg1"/>
              </a:solidFill>
            </a:endParaRPr>
          </a:p>
          <a:p>
            <a:pPr>
              <a:buNone/>
            </a:pPr>
            <a:endParaRPr lang="en-US" dirty="0">
              <a:solidFill>
                <a:schemeClr val="bg1"/>
              </a:solidFill>
            </a:endParaRPr>
          </a:p>
          <a:p>
            <a:pPr>
              <a:buNone/>
            </a:pPr>
            <a:endParaRPr lang="en-US" dirty="0">
              <a:solidFill>
                <a:schemeClr val="bg1"/>
              </a:solidFill>
            </a:endParaRPr>
          </a:p>
        </p:txBody>
      </p:sp>
      <p:pic>
        <p:nvPicPr>
          <p:cNvPr id="3" name="Picture 2">
            <a:extLst>
              <a:ext uri="{FF2B5EF4-FFF2-40B4-BE49-F238E27FC236}">
                <a16:creationId xmlns:a16="http://schemas.microsoft.com/office/drawing/2014/main" id="{9EDDCAC3-4B08-253C-0137-12ADECF5FF22}"/>
              </a:ext>
            </a:extLst>
          </p:cNvPr>
          <p:cNvPicPr>
            <a:picLocks noChangeAspect="1"/>
          </p:cNvPicPr>
          <p:nvPr/>
        </p:nvPicPr>
        <p:blipFill>
          <a:blip r:embed="rId2"/>
          <a:stretch>
            <a:fillRect/>
          </a:stretch>
        </p:blipFill>
        <p:spPr>
          <a:xfrm>
            <a:off x="7037408" y="543919"/>
            <a:ext cx="4738341" cy="2743291"/>
          </a:xfrm>
          <a:prstGeom prst="rect">
            <a:avLst/>
          </a:prstGeom>
          <a:ln>
            <a:solidFill>
              <a:srgbClr val="00B0F0"/>
            </a:solidFill>
          </a:ln>
        </p:spPr>
      </p:pic>
      <p:pic>
        <p:nvPicPr>
          <p:cNvPr id="10" name="Picture 9">
            <a:extLst>
              <a:ext uri="{FF2B5EF4-FFF2-40B4-BE49-F238E27FC236}">
                <a16:creationId xmlns:a16="http://schemas.microsoft.com/office/drawing/2014/main" id="{8F46D27A-8826-DD46-E951-ABABFEB92EDB}"/>
              </a:ext>
            </a:extLst>
          </p:cNvPr>
          <p:cNvPicPr>
            <a:picLocks noChangeAspect="1"/>
          </p:cNvPicPr>
          <p:nvPr/>
        </p:nvPicPr>
        <p:blipFill>
          <a:blip r:embed="rId3"/>
          <a:stretch>
            <a:fillRect/>
          </a:stretch>
        </p:blipFill>
        <p:spPr>
          <a:xfrm>
            <a:off x="588208" y="1187256"/>
            <a:ext cx="3937494" cy="3639388"/>
          </a:xfrm>
          <a:prstGeom prst="rect">
            <a:avLst/>
          </a:prstGeom>
        </p:spPr>
      </p:pic>
      <p:pic>
        <p:nvPicPr>
          <p:cNvPr id="12" name="Picture 11">
            <a:extLst>
              <a:ext uri="{FF2B5EF4-FFF2-40B4-BE49-F238E27FC236}">
                <a16:creationId xmlns:a16="http://schemas.microsoft.com/office/drawing/2014/main" id="{7950D165-464D-3339-F54E-DDEBFBF7E318}"/>
              </a:ext>
            </a:extLst>
          </p:cNvPr>
          <p:cNvPicPr>
            <a:picLocks noChangeAspect="1"/>
          </p:cNvPicPr>
          <p:nvPr/>
        </p:nvPicPr>
        <p:blipFill>
          <a:blip r:embed="rId4"/>
          <a:stretch>
            <a:fillRect/>
          </a:stretch>
        </p:blipFill>
        <p:spPr>
          <a:xfrm>
            <a:off x="7037408" y="3570790"/>
            <a:ext cx="4738341" cy="2834941"/>
          </a:xfrm>
          <a:prstGeom prst="rect">
            <a:avLst/>
          </a:prstGeom>
          <a:ln>
            <a:solidFill>
              <a:srgbClr val="00B0F0"/>
            </a:solidFill>
          </a:ln>
        </p:spPr>
      </p:pic>
      <p:pic>
        <p:nvPicPr>
          <p:cNvPr id="14" name="Picture 13">
            <a:extLst>
              <a:ext uri="{FF2B5EF4-FFF2-40B4-BE49-F238E27FC236}">
                <a16:creationId xmlns:a16="http://schemas.microsoft.com/office/drawing/2014/main" id="{AD8F300B-F15B-453C-336E-98F1F73314F3}"/>
              </a:ext>
            </a:extLst>
          </p:cNvPr>
          <p:cNvPicPr>
            <a:picLocks noChangeAspect="1"/>
          </p:cNvPicPr>
          <p:nvPr/>
        </p:nvPicPr>
        <p:blipFill>
          <a:blip r:embed="rId5"/>
          <a:stretch>
            <a:fillRect/>
          </a:stretch>
        </p:blipFill>
        <p:spPr>
          <a:xfrm>
            <a:off x="181394" y="4988689"/>
            <a:ext cx="6659244" cy="1540924"/>
          </a:xfrm>
          <a:prstGeom prst="rect">
            <a:avLst/>
          </a:prstGeom>
        </p:spPr>
      </p:pic>
    </p:spTree>
    <p:extLst>
      <p:ext uri="{BB962C8B-B14F-4D97-AF65-F5344CB8AC3E}">
        <p14:creationId xmlns:p14="http://schemas.microsoft.com/office/powerpoint/2010/main" val="917944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FE0CB2F-ABBA-5858-FAB2-A545D7A6D423}"/>
              </a:ext>
            </a:extLst>
          </p:cNvPr>
          <p:cNvSpPr>
            <a:spLocks noGrp="1"/>
          </p:cNvSpPr>
          <p:nvPr>
            <p:ph type="body" sz="half" idx="2"/>
          </p:nvPr>
        </p:nvSpPr>
        <p:spPr>
          <a:xfrm>
            <a:off x="63910" y="-603473"/>
            <a:ext cx="6096000" cy="2194036"/>
          </a:xfrm>
        </p:spPr>
        <p:txBody>
          <a:bodyPr>
            <a:normAutofit/>
          </a:bodyPr>
          <a:lstStyle/>
          <a:p>
            <a:pPr algn="l"/>
            <a:r>
              <a:rPr lang="en-US" sz="2000" b="1" dirty="0">
                <a:solidFill>
                  <a:schemeClr val="tx1"/>
                </a:solidFill>
              </a:rPr>
              <a:t>Are there any correlations between product attributes and sales performance?</a:t>
            </a:r>
            <a:endParaRPr lang="en-IN" sz="2000" b="1" dirty="0">
              <a:solidFill>
                <a:schemeClr val="tx1"/>
              </a:solidFill>
            </a:endParaRPr>
          </a:p>
        </p:txBody>
      </p:sp>
      <p:pic>
        <p:nvPicPr>
          <p:cNvPr id="3" name="Picture 2">
            <a:extLst>
              <a:ext uri="{FF2B5EF4-FFF2-40B4-BE49-F238E27FC236}">
                <a16:creationId xmlns:a16="http://schemas.microsoft.com/office/drawing/2014/main" id="{031F5B22-485C-C8E5-C5AA-40F415ED2365}"/>
              </a:ext>
            </a:extLst>
          </p:cNvPr>
          <p:cNvPicPr>
            <a:picLocks noChangeAspect="1"/>
          </p:cNvPicPr>
          <p:nvPr/>
        </p:nvPicPr>
        <p:blipFill>
          <a:blip r:embed="rId2"/>
          <a:stretch>
            <a:fillRect/>
          </a:stretch>
        </p:blipFill>
        <p:spPr>
          <a:xfrm>
            <a:off x="682905" y="933669"/>
            <a:ext cx="4769103" cy="4228639"/>
          </a:xfrm>
          <a:prstGeom prst="rect">
            <a:avLst/>
          </a:prstGeom>
        </p:spPr>
      </p:pic>
      <p:pic>
        <p:nvPicPr>
          <p:cNvPr id="10" name="Picture 9">
            <a:extLst>
              <a:ext uri="{FF2B5EF4-FFF2-40B4-BE49-F238E27FC236}">
                <a16:creationId xmlns:a16="http://schemas.microsoft.com/office/drawing/2014/main" id="{6310DEB4-4DC5-AB10-05F4-6E079977564C}"/>
              </a:ext>
            </a:extLst>
          </p:cNvPr>
          <p:cNvPicPr>
            <a:picLocks noChangeAspect="1"/>
          </p:cNvPicPr>
          <p:nvPr/>
        </p:nvPicPr>
        <p:blipFill>
          <a:blip r:embed="rId3"/>
          <a:stretch>
            <a:fillRect/>
          </a:stretch>
        </p:blipFill>
        <p:spPr>
          <a:xfrm>
            <a:off x="7094274" y="201780"/>
            <a:ext cx="4925112" cy="2344650"/>
          </a:xfrm>
          <a:prstGeom prst="rect">
            <a:avLst/>
          </a:prstGeom>
          <a:ln>
            <a:solidFill>
              <a:srgbClr val="00B0F0"/>
            </a:solidFill>
          </a:ln>
        </p:spPr>
      </p:pic>
      <p:pic>
        <p:nvPicPr>
          <p:cNvPr id="12" name="Picture 11">
            <a:extLst>
              <a:ext uri="{FF2B5EF4-FFF2-40B4-BE49-F238E27FC236}">
                <a16:creationId xmlns:a16="http://schemas.microsoft.com/office/drawing/2014/main" id="{9E2EC80E-3A6E-B3BC-0C0A-0283E128FA22}"/>
              </a:ext>
            </a:extLst>
          </p:cNvPr>
          <p:cNvPicPr>
            <a:picLocks noChangeAspect="1"/>
          </p:cNvPicPr>
          <p:nvPr/>
        </p:nvPicPr>
        <p:blipFill>
          <a:blip r:embed="rId4"/>
          <a:stretch>
            <a:fillRect/>
          </a:stretch>
        </p:blipFill>
        <p:spPr>
          <a:xfrm>
            <a:off x="7094274" y="2731625"/>
            <a:ext cx="4925112" cy="2430683"/>
          </a:xfrm>
          <a:prstGeom prst="rect">
            <a:avLst/>
          </a:prstGeom>
          <a:ln>
            <a:solidFill>
              <a:srgbClr val="00B0F0"/>
            </a:solidFill>
          </a:ln>
        </p:spPr>
      </p:pic>
      <p:pic>
        <p:nvPicPr>
          <p:cNvPr id="14" name="Picture 13">
            <a:extLst>
              <a:ext uri="{FF2B5EF4-FFF2-40B4-BE49-F238E27FC236}">
                <a16:creationId xmlns:a16="http://schemas.microsoft.com/office/drawing/2014/main" id="{99D2FCCB-40FC-34C0-D971-575D97790279}"/>
              </a:ext>
            </a:extLst>
          </p:cNvPr>
          <p:cNvPicPr>
            <a:picLocks noChangeAspect="1"/>
          </p:cNvPicPr>
          <p:nvPr/>
        </p:nvPicPr>
        <p:blipFill>
          <a:blip r:embed="rId5"/>
          <a:stretch>
            <a:fillRect/>
          </a:stretch>
        </p:blipFill>
        <p:spPr>
          <a:xfrm>
            <a:off x="63910" y="5347503"/>
            <a:ext cx="11955476" cy="1215343"/>
          </a:xfrm>
          <a:prstGeom prst="rect">
            <a:avLst/>
          </a:prstGeom>
        </p:spPr>
      </p:pic>
    </p:spTree>
    <p:extLst>
      <p:ext uri="{BB962C8B-B14F-4D97-AF65-F5344CB8AC3E}">
        <p14:creationId xmlns:p14="http://schemas.microsoft.com/office/powerpoint/2010/main" val="42046386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F1947B6-3864-2615-B97A-9A3429BFB685}"/>
              </a:ext>
            </a:extLst>
          </p:cNvPr>
          <p:cNvSpPr>
            <a:spLocks noGrp="1"/>
          </p:cNvSpPr>
          <p:nvPr>
            <p:ph type="body" sz="half" idx="2"/>
          </p:nvPr>
        </p:nvSpPr>
        <p:spPr>
          <a:xfrm>
            <a:off x="206477" y="69221"/>
            <a:ext cx="6017342" cy="735641"/>
          </a:xfrm>
        </p:spPr>
        <p:txBody>
          <a:bodyPr>
            <a:noAutofit/>
          </a:bodyPr>
          <a:lstStyle/>
          <a:p>
            <a:pPr algn="l"/>
            <a:r>
              <a:rPr lang="en-US" sz="2000" b="1" dirty="0">
                <a:solidFill>
                  <a:schemeClr val="tx1"/>
                </a:solidFill>
              </a:rPr>
              <a:t>How does product demand fluctuate over different seasons or months?</a:t>
            </a:r>
            <a:endParaRPr lang="en-IN" sz="2000" b="1" dirty="0">
              <a:solidFill>
                <a:schemeClr val="tx1"/>
              </a:solidFill>
            </a:endParaRPr>
          </a:p>
        </p:txBody>
      </p:sp>
      <p:pic>
        <p:nvPicPr>
          <p:cNvPr id="7" name="Picture 6">
            <a:extLst>
              <a:ext uri="{FF2B5EF4-FFF2-40B4-BE49-F238E27FC236}">
                <a16:creationId xmlns:a16="http://schemas.microsoft.com/office/drawing/2014/main" id="{FCB48BA7-56C7-B1B1-1BE9-5C5FBDD5FFC4}"/>
              </a:ext>
            </a:extLst>
          </p:cNvPr>
          <p:cNvPicPr>
            <a:picLocks noChangeAspect="1"/>
          </p:cNvPicPr>
          <p:nvPr/>
        </p:nvPicPr>
        <p:blipFill>
          <a:blip r:embed="rId2"/>
          <a:stretch>
            <a:fillRect/>
          </a:stretch>
        </p:blipFill>
        <p:spPr>
          <a:xfrm>
            <a:off x="206477" y="1216774"/>
            <a:ext cx="5001323" cy="2382953"/>
          </a:xfrm>
          <a:prstGeom prst="rect">
            <a:avLst/>
          </a:prstGeom>
        </p:spPr>
      </p:pic>
      <p:pic>
        <p:nvPicPr>
          <p:cNvPr id="10" name="Picture 9">
            <a:extLst>
              <a:ext uri="{FF2B5EF4-FFF2-40B4-BE49-F238E27FC236}">
                <a16:creationId xmlns:a16="http://schemas.microsoft.com/office/drawing/2014/main" id="{5EC0F0B5-BA31-8F03-D35F-46B85451E8D9}"/>
              </a:ext>
            </a:extLst>
          </p:cNvPr>
          <p:cNvPicPr>
            <a:picLocks noChangeAspect="1"/>
          </p:cNvPicPr>
          <p:nvPr/>
        </p:nvPicPr>
        <p:blipFill>
          <a:blip r:embed="rId3"/>
          <a:stretch>
            <a:fillRect/>
          </a:stretch>
        </p:blipFill>
        <p:spPr>
          <a:xfrm>
            <a:off x="6423949" y="804862"/>
            <a:ext cx="5487089" cy="3227904"/>
          </a:xfrm>
          <a:prstGeom prst="rect">
            <a:avLst/>
          </a:prstGeom>
          <a:ln>
            <a:solidFill>
              <a:srgbClr val="00B0F0"/>
            </a:solidFill>
          </a:ln>
        </p:spPr>
      </p:pic>
      <p:pic>
        <p:nvPicPr>
          <p:cNvPr id="12" name="Picture 11">
            <a:extLst>
              <a:ext uri="{FF2B5EF4-FFF2-40B4-BE49-F238E27FC236}">
                <a16:creationId xmlns:a16="http://schemas.microsoft.com/office/drawing/2014/main" id="{C2940677-1794-B00C-A200-9F859CB801C0}"/>
              </a:ext>
            </a:extLst>
          </p:cNvPr>
          <p:cNvPicPr>
            <a:picLocks noChangeAspect="1"/>
          </p:cNvPicPr>
          <p:nvPr/>
        </p:nvPicPr>
        <p:blipFill>
          <a:blip r:embed="rId4"/>
          <a:stretch>
            <a:fillRect/>
          </a:stretch>
        </p:blipFill>
        <p:spPr>
          <a:xfrm>
            <a:off x="206477" y="4317212"/>
            <a:ext cx="8671305" cy="1924318"/>
          </a:xfrm>
          <a:prstGeom prst="rect">
            <a:avLst/>
          </a:prstGeom>
        </p:spPr>
      </p:pic>
    </p:spTree>
    <p:extLst>
      <p:ext uri="{BB962C8B-B14F-4D97-AF65-F5344CB8AC3E}">
        <p14:creationId xmlns:p14="http://schemas.microsoft.com/office/powerpoint/2010/main" val="31234720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654D11A-CE04-2991-7042-FF6858BB8974}"/>
              </a:ext>
            </a:extLst>
          </p:cNvPr>
          <p:cNvSpPr>
            <a:spLocks noGrp="1"/>
          </p:cNvSpPr>
          <p:nvPr>
            <p:ph type="body" sz="half" idx="2"/>
          </p:nvPr>
        </p:nvSpPr>
        <p:spPr>
          <a:xfrm>
            <a:off x="173121" y="-487363"/>
            <a:ext cx="6667897" cy="2193925"/>
          </a:xfrm>
        </p:spPr>
        <p:txBody>
          <a:bodyPr>
            <a:normAutofit/>
          </a:bodyPr>
          <a:lstStyle/>
          <a:p>
            <a:pPr algn="l"/>
            <a:r>
              <a:rPr lang="en-US" sz="2000" b="1" dirty="0">
                <a:solidFill>
                  <a:schemeClr val="tx1"/>
                </a:solidFill>
              </a:rPr>
              <a:t>Can we identify any outliers or anomalies in product performance or sales using visualizations?</a:t>
            </a:r>
            <a:endParaRPr lang="en-IN" sz="2000" b="1" dirty="0">
              <a:solidFill>
                <a:schemeClr val="tx1"/>
              </a:solidFill>
            </a:endParaRPr>
          </a:p>
        </p:txBody>
      </p:sp>
      <p:pic>
        <p:nvPicPr>
          <p:cNvPr id="7" name="Picture 6">
            <a:extLst>
              <a:ext uri="{FF2B5EF4-FFF2-40B4-BE49-F238E27FC236}">
                <a16:creationId xmlns:a16="http://schemas.microsoft.com/office/drawing/2014/main" id="{E7FAA423-E003-95B9-E69C-86D46D43A5ED}"/>
              </a:ext>
            </a:extLst>
          </p:cNvPr>
          <p:cNvPicPr>
            <a:picLocks noChangeAspect="1"/>
          </p:cNvPicPr>
          <p:nvPr/>
        </p:nvPicPr>
        <p:blipFill>
          <a:blip r:embed="rId2"/>
          <a:stretch>
            <a:fillRect/>
          </a:stretch>
        </p:blipFill>
        <p:spPr>
          <a:xfrm>
            <a:off x="276913" y="1327028"/>
            <a:ext cx="4098317" cy="2101971"/>
          </a:xfrm>
          <a:prstGeom prst="rect">
            <a:avLst/>
          </a:prstGeom>
        </p:spPr>
      </p:pic>
      <p:pic>
        <p:nvPicPr>
          <p:cNvPr id="10" name="Picture 9">
            <a:extLst>
              <a:ext uri="{FF2B5EF4-FFF2-40B4-BE49-F238E27FC236}">
                <a16:creationId xmlns:a16="http://schemas.microsoft.com/office/drawing/2014/main" id="{2F102422-3430-6964-792D-2DC96B6F30CF}"/>
              </a:ext>
            </a:extLst>
          </p:cNvPr>
          <p:cNvPicPr>
            <a:picLocks noChangeAspect="1"/>
          </p:cNvPicPr>
          <p:nvPr/>
        </p:nvPicPr>
        <p:blipFill>
          <a:blip r:embed="rId3"/>
          <a:stretch>
            <a:fillRect/>
          </a:stretch>
        </p:blipFill>
        <p:spPr>
          <a:xfrm>
            <a:off x="7662441" y="977468"/>
            <a:ext cx="4252645" cy="2662784"/>
          </a:xfrm>
          <a:prstGeom prst="rect">
            <a:avLst/>
          </a:prstGeom>
          <a:ln>
            <a:solidFill>
              <a:srgbClr val="00B0F0"/>
            </a:solidFill>
          </a:ln>
        </p:spPr>
      </p:pic>
      <p:pic>
        <p:nvPicPr>
          <p:cNvPr id="12" name="Picture 11">
            <a:extLst>
              <a:ext uri="{FF2B5EF4-FFF2-40B4-BE49-F238E27FC236}">
                <a16:creationId xmlns:a16="http://schemas.microsoft.com/office/drawing/2014/main" id="{0DB67D1D-5391-BC91-C13D-B81B165039C6}"/>
              </a:ext>
            </a:extLst>
          </p:cNvPr>
          <p:cNvPicPr>
            <a:picLocks noChangeAspect="1"/>
          </p:cNvPicPr>
          <p:nvPr/>
        </p:nvPicPr>
        <p:blipFill>
          <a:blip r:embed="rId4"/>
          <a:stretch>
            <a:fillRect/>
          </a:stretch>
        </p:blipFill>
        <p:spPr>
          <a:xfrm>
            <a:off x="7662441" y="3923819"/>
            <a:ext cx="4252645" cy="2662784"/>
          </a:xfrm>
          <a:prstGeom prst="rect">
            <a:avLst/>
          </a:prstGeom>
          <a:ln>
            <a:solidFill>
              <a:srgbClr val="00B0F0"/>
            </a:solidFill>
          </a:ln>
        </p:spPr>
      </p:pic>
      <p:pic>
        <p:nvPicPr>
          <p:cNvPr id="14" name="Picture 13">
            <a:extLst>
              <a:ext uri="{FF2B5EF4-FFF2-40B4-BE49-F238E27FC236}">
                <a16:creationId xmlns:a16="http://schemas.microsoft.com/office/drawing/2014/main" id="{0D80B2F6-3B88-D2E6-1790-7E4AD5B02582}"/>
              </a:ext>
            </a:extLst>
          </p:cNvPr>
          <p:cNvPicPr>
            <a:picLocks noChangeAspect="1"/>
          </p:cNvPicPr>
          <p:nvPr/>
        </p:nvPicPr>
        <p:blipFill>
          <a:blip r:embed="rId5"/>
          <a:stretch>
            <a:fillRect/>
          </a:stretch>
        </p:blipFill>
        <p:spPr>
          <a:xfrm>
            <a:off x="276912" y="5000263"/>
            <a:ext cx="6667898" cy="1586339"/>
          </a:xfrm>
          <a:prstGeom prst="rect">
            <a:avLst/>
          </a:prstGeom>
        </p:spPr>
      </p:pic>
      <p:pic>
        <p:nvPicPr>
          <p:cNvPr id="16" name="Picture 15">
            <a:extLst>
              <a:ext uri="{FF2B5EF4-FFF2-40B4-BE49-F238E27FC236}">
                <a16:creationId xmlns:a16="http://schemas.microsoft.com/office/drawing/2014/main" id="{77D1CC5F-BBE0-94E9-52F4-F76603476923}"/>
              </a:ext>
            </a:extLst>
          </p:cNvPr>
          <p:cNvPicPr>
            <a:picLocks noChangeAspect="1"/>
          </p:cNvPicPr>
          <p:nvPr/>
        </p:nvPicPr>
        <p:blipFill>
          <a:blip r:embed="rId6"/>
          <a:stretch>
            <a:fillRect/>
          </a:stretch>
        </p:blipFill>
        <p:spPr>
          <a:xfrm>
            <a:off x="276911" y="3601809"/>
            <a:ext cx="4815949" cy="1225644"/>
          </a:xfrm>
          <a:prstGeom prst="rect">
            <a:avLst/>
          </a:prstGeom>
        </p:spPr>
      </p:pic>
    </p:spTree>
    <p:extLst>
      <p:ext uri="{BB962C8B-B14F-4D97-AF65-F5344CB8AC3E}">
        <p14:creationId xmlns:p14="http://schemas.microsoft.com/office/powerpoint/2010/main" val="28157746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8FD6E88-66FB-7E7A-E432-804B678CB305}"/>
              </a:ext>
            </a:extLst>
          </p:cNvPr>
          <p:cNvSpPr>
            <a:spLocks noGrp="1"/>
          </p:cNvSpPr>
          <p:nvPr>
            <p:ph type="body" sz="half" idx="2"/>
          </p:nvPr>
        </p:nvSpPr>
        <p:spPr>
          <a:xfrm>
            <a:off x="68826" y="169376"/>
            <a:ext cx="6933857" cy="804672"/>
          </a:xfrm>
        </p:spPr>
        <p:txBody>
          <a:bodyPr>
            <a:noAutofit/>
          </a:bodyPr>
          <a:lstStyle/>
          <a:p>
            <a:pPr algn="l"/>
            <a:r>
              <a:rPr lang="en-US" sz="2000" b="1" dirty="0">
                <a:solidFill>
                  <a:schemeClr val="tx1"/>
                </a:solidFill>
              </a:rPr>
              <a:t>Are there any correlations between supplier attributes (e.g., location, size, industry) and performance metrics (e.g., on-time delivery, product quality)?</a:t>
            </a:r>
            <a:endParaRPr lang="en-IN" sz="2000" b="1" dirty="0">
              <a:solidFill>
                <a:schemeClr val="tx1"/>
              </a:solidFill>
            </a:endParaRPr>
          </a:p>
        </p:txBody>
      </p:sp>
      <p:pic>
        <p:nvPicPr>
          <p:cNvPr id="8" name="Picture 7">
            <a:extLst>
              <a:ext uri="{FF2B5EF4-FFF2-40B4-BE49-F238E27FC236}">
                <a16:creationId xmlns:a16="http://schemas.microsoft.com/office/drawing/2014/main" id="{ACDA95D1-57E3-18D8-F70A-4BDEA121573B}"/>
              </a:ext>
            </a:extLst>
          </p:cNvPr>
          <p:cNvPicPr>
            <a:picLocks noChangeAspect="1"/>
          </p:cNvPicPr>
          <p:nvPr/>
        </p:nvPicPr>
        <p:blipFill>
          <a:blip r:embed="rId2"/>
          <a:stretch>
            <a:fillRect/>
          </a:stretch>
        </p:blipFill>
        <p:spPr>
          <a:xfrm>
            <a:off x="255684" y="1192458"/>
            <a:ext cx="4987648" cy="3946701"/>
          </a:xfrm>
          <a:prstGeom prst="rect">
            <a:avLst/>
          </a:prstGeom>
        </p:spPr>
      </p:pic>
      <p:pic>
        <p:nvPicPr>
          <p:cNvPr id="10" name="Picture 9">
            <a:extLst>
              <a:ext uri="{FF2B5EF4-FFF2-40B4-BE49-F238E27FC236}">
                <a16:creationId xmlns:a16="http://schemas.microsoft.com/office/drawing/2014/main" id="{97C985AC-DEE6-142E-B1CE-BB13975931E4}"/>
              </a:ext>
            </a:extLst>
          </p:cNvPr>
          <p:cNvPicPr>
            <a:picLocks noChangeAspect="1"/>
          </p:cNvPicPr>
          <p:nvPr/>
        </p:nvPicPr>
        <p:blipFill>
          <a:blip r:embed="rId3"/>
          <a:stretch>
            <a:fillRect/>
          </a:stretch>
        </p:blipFill>
        <p:spPr>
          <a:xfrm>
            <a:off x="6984016" y="169376"/>
            <a:ext cx="4987648" cy="2377054"/>
          </a:xfrm>
          <a:prstGeom prst="rect">
            <a:avLst/>
          </a:prstGeom>
          <a:ln>
            <a:solidFill>
              <a:srgbClr val="00B0F0"/>
            </a:solidFill>
          </a:ln>
        </p:spPr>
      </p:pic>
      <p:pic>
        <p:nvPicPr>
          <p:cNvPr id="12" name="Picture 11">
            <a:extLst>
              <a:ext uri="{FF2B5EF4-FFF2-40B4-BE49-F238E27FC236}">
                <a16:creationId xmlns:a16="http://schemas.microsoft.com/office/drawing/2014/main" id="{453461B8-ECBB-9011-F146-899B81C4EE50}"/>
              </a:ext>
            </a:extLst>
          </p:cNvPr>
          <p:cNvPicPr>
            <a:picLocks noChangeAspect="1"/>
          </p:cNvPicPr>
          <p:nvPr/>
        </p:nvPicPr>
        <p:blipFill>
          <a:blip r:embed="rId4"/>
          <a:stretch>
            <a:fillRect/>
          </a:stretch>
        </p:blipFill>
        <p:spPr>
          <a:xfrm>
            <a:off x="7002683" y="2637786"/>
            <a:ext cx="4987649" cy="2501373"/>
          </a:xfrm>
          <a:prstGeom prst="rect">
            <a:avLst/>
          </a:prstGeom>
          <a:ln>
            <a:solidFill>
              <a:srgbClr val="00B0F0"/>
            </a:solidFill>
          </a:ln>
        </p:spPr>
      </p:pic>
      <p:pic>
        <p:nvPicPr>
          <p:cNvPr id="14" name="Picture 13">
            <a:extLst>
              <a:ext uri="{FF2B5EF4-FFF2-40B4-BE49-F238E27FC236}">
                <a16:creationId xmlns:a16="http://schemas.microsoft.com/office/drawing/2014/main" id="{C1F20C0D-BA25-BE3C-4556-C48C679B36AF}"/>
              </a:ext>
            </a:extLst>
          </p:cNvPr>
          <p:cNvPicPr>
            <a:picLocks noChangeAspect="1"/>
          </p:cNvPicPr>
          <p:nvPr/>
        </p:nvPicPr>
        <p:blipFill>
          <a:blip r:embed="rId5"/>
          <a:stretch>
            <a:fillRect/>
          </a:stretch>
        </p:blipFill>
        <p:spPr>
          <a:xfrm>
            <a:off x="255683" y="5230515"/>
            <a:ext cx="10161531" cy="1572383"/>
          </a:xfrm>
          <a:prstGeom prst="rect">
            <a:avLst/>
          </a:prstGeom>
        </p:spPr>
      </p:pic>
    </p:spTree>
    <p:extLst>
      <p:ext uri="{BB962C8B-B14F-4D97-AF65-F5344CB8AC3E}">
        <p14:creationId xmlns:p14="http://schemas.microsoft.com/office/powerpoint/2010/main" val="19279618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D872B6C-9D95-1F72-9F80-EEF5943EF0F1}"/>
              </a:ext>
            </a:extLst>
          </p:cNvPr>
          <p:cNvSpPr txBox="1"/>
          <p:nvPr/>
        </p:nvSpPr>
        <p:spPr>
          <a:xfrm>
            <a:off x="-74666" y="3859"/>
            <a:ext cx="12266665" cy="369332"/>
          </a:xfrm>
          <a:prstGeom prst="rect">
            <a:avLst/>
          </a:prstGeom>
          <a:noFill/>
        </p:spPr>
        <p:txBody>
          <a:bodyPr wrap="square">
            <a:spAutoFit/>
          </a:bodyPr>
          <a:lstStyle/>
          <a:p>
            <a:pPr algn="l"/>
            <a:r>
              <a:rPr lang="en-US" sz="1800" b="1" dirty="0">
                <a:solidFill>
                  <a:schemeClr val="tx1"/>
                </a:solidFill>
              </a:rPr>
              <a:t> How does supplier performance vary across different product categories or departments?</a:t>
            </a:r>
            <a:endParaRPr lang="en-IN" sz="1800" b="1" dirty="0">
              <a:solidFill>
                <a:schemeClr val="tx1"/>
              </a:solidFill>
            </a:endParaRPr>
          </a:p>
        </p:txBody>
      </p:sp>
      <p:pic>
        <p:nvPicPr>
          <p:cNvPr id="3" name="Picture 2">
            <a:extLst>
              <a:ext uri="{FF2B5EF4-FFF2-40B4-BE49-F238E27FC236}">
                <a16:creationId xmlns:a16="http://schemas.microsoft.com/office/drawing/2014/main" id="{4F4999F4-D234-7595-6FA0-0C1F671D6DC3}"/>
              </a:ext>
            </a:extLst>
          </p:cNvPr>
          <p:cNvPicPr>
            <a:picLocks noChangeAspect="1"/>
          </p:cNvPicPr>
          <p:nvPr/>
        </p:nvPicPr>
        <p:blipFill>
          <a:blip r:embed="rId2"/>
          <a:stretch>
            <a:fillRect/>
          </a:stretch>
        </p:blipFill>
        <p:spPr>
          <a:xfrm>
            <a:off x="113875" y="541885"/>
            <a:ext cx="4782216" cy="3856495"/>
          </a:xfrm>
          <a:prstGeom prst="rect">
            <a:avLst/>
          </a:prstGeom>
        </p:spPr>
      </p:pic>
      <p:pic>
        <p:nvPicPr>
          <p:cNvPr id="10" name="Picture 9">
            <a:extLst>
              <a:ext uri="{FF2B5EF4-FFF2-40B4-BE49-F238E27FC236}">
                <a16:creationId xmlns:a16="http://schemas.microsoft.com/office/drawing/2014/main" id="{2D92A46C-44A0-1B40-8197-563475982C9F}"/>
              </a:ext>
            </a:extLst>
          </p:cNvPr>
          <p:cNvPicPr>
            <a:picLocks noChangeAspect="1"/>
          </p:cNvPicPr>
          <p:nvPr/>
        </p:nvPicPr>
        <p:blipFill>
          <a:blip r:embed="rId3"/>
          <a:stretch>
            <a:fillRect/>
          </a:stretch>
        </p:blipFill>
        <p:spPr>
          <a:xfrm>
            <a:off x="7573703" y="541885"/>
            <a:ext cx="4406091" cy="2870520"/>
          </a:xfrm>
          <a:prstGeom prst="rect">
            <a:avLst/>
          </a:prstGeom>
          <a:ln>
            <a:solidFill>
              <a:srgbClr val="00B0F0"/>
            </a:solidFill>
          </a:ln>
        </p:spPr>
      </p:pic>
      <p:pic>
        <p:nvPicPr>
          <p:cNvPr id="12" name="Picture 11">
            <a:extLst>
              <a:ext uri="{FF2B5EF4-FFF2-40B4-BE49-F238E27FC236}">
                <a16:creationId xmlns:a16="http://schemas.microsoft.com/office/drawing/2014/main" id="{69E73E97-DE14-BDE8-6F7F-4157C7800283}"/>
              </a:ext>
            </a:extLst>
          </p:cNvPr>
          <p:cNvPicPr>
            <a:picLocks noChangeAspect="1"/>
          </p:cNvPicPr>
          <p:nvPr/>
        </p:nvPicPr>
        <p:blipFill>
          <a:blip r:embed="rId4"/>
          <a:stretch>
            <a:fillRect/>
          </a:stretch>
        </p:blipFill>
        <p:spPr>
          <a:xfrm>
            <a:off x="7573704" y="3784923"/>
            <a:ext cx="4406091" cy="2870520"/>
          </a:xfrm>
          <a:prstGeom prst="rect">
            <a:avLst/>
          </a:prstGeom>
          <a:ln>
            <a:solidFill>
              <a:srgbClr val="00B0F0"/>
            </a:solidFill>
          </a:ln>
        </p:spPr>
      </p:pic>
      <p:pic>
        <p:nvPicPr>
          <p:cNvPr id="14" name="Picture 13">
            <a:extLst>
              <a:ext uri="{FF2B5EF4-FFF2-40B4-BE49-F238E27FC236}">
                <a16:creationId xmlns:a16="http://schemas.microsoft.com/office/drawing/2014/main" id="{397538BC-4132-4875-872E-CF91D564FF99}"/>
              </a:ext>
            </a:extLst>
          </p:cNvPr>
          <p:cNvPicPr>
            <a:picLocks noChangeAspect="1"/>
          </p:cNvPicPr>
          <p:nvPr/>
        </p:nvPicPr>
        <p:blipFill>
          <a:blip r:embed="rId5"/>
          <a:stretch>
            <a:fillRect/>
          </a:stretch>
        </p:blipFill>
        <p:spPr>
          <a:xfrm>
            <a:off x="113874" y="4567073"/>
            <a:ext cx="7328647" cy="2088369"/>
          </a:xfrm>
          <a:prstGeom prst="rect">
            <a:avLst/>
          </a:prstGeom>
        </p:spPr>
      </p:pic>
    </p:spTree>
    <p:extLst>
      <p:ext uri="{BB962C8B-B14F-4D97-AF65-F5344CB8AC3E}">
        <p14:creationId xmlns:p14="http://schemas.microsoft.com/office/powerpoint/2010/main" val="7844747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2C2DDE2-9FFC-7CC7-2C8A-1D42CC43905E}"/>
              </a:ext>
            </a:extLst>
          </p:cNvPr>
          <p:cNvSpPr>
            <a:spLocks noGrp="1"/>
          </p:cNvSpPr>
          <p:nvPr>
            <p:ph type="body" sz="half" idx="2"/>
          </p:nvPr>
        </p:nvSpPr>
        <p:spPr>
          <a:xfrm>
            <a:off x="0" y="0"/>
            <a:ext cx="6096000" cy="804672"/>
          </a:xfrm>
        </p:spPr>
        <p:txBody>
          <a:bodyPr>
            <a:normAutofit/>
          </a:bodyPr>
          <a:lstStyle/>
          <a:p>
            <a:pPr algn="l"/>
            <a:r>
              <a:rPr lang="en-US" sz="1800" b="1" dirty="0">
                <a:solidFill>
                  <a:schemeClr val="tx1"/>
                </a:solidFill>
              </a:rPr>
              <a:t>Can we identify any trends or patterns in supplier costs or pricing structures through visualizations?</a:t>
            </a:r>
            <a:endParaRPr lang="en-IN" sz="1800" b="1" dirty="0">
              <a:solidFill>
                <a:schemeClr val="tx1"/>
              </a:solidFill>
            </a:endParaRPr>
          </a:p>
        </p:txBody>
      </p:sp>
      <p:pic>
        <p:nvPicPr>
          <p:cNvPr id="3" name="Picture 2">
            <a:extLst>
              <a:ext uri="{FF2B5EF4-FFF2-40B4-BE49-F238E27FC236}">
                <a16:creationId xmlns:a16="http://schemas.microsoft.com/office/drawing/2014/main" id="{3C26026D-0D60-64DC-5616-1D2AB3028F21}"/>
              </a:ext>
            </a:extLst>
          </p:cNvPr>
          <p:cNvPicPr>
            <a:picLocks noChangeAspect="1"/>
          </p:cNvPicPr>
          <p:nvPr/>
        </p:nvPicPr>
        <p:blipFill>
          <a:blip r:embed="rId2"/>
          <a:stretch>
            <a:fillRect/>
          </a:stretch>
        </p:blipFill>
        <p:spPr>
          <a:xfrm>
            <a:off x="98324" y="804672"/>
            <a:ext cx="5364928" cy="3038899"/>
          </a:xfrm>
          <a:prstGeom prst="rect">
            <a:avLst/>
          </a:prstGeom>
        </p:spPr>
      </p:pic>
      <p:pic>
        <p:nvPicPr>
          <p:cNvPr id="12" name="Picture 11">
            <a:extLst>
              <a:ext uri="{FF2B5EF4-FFF2-40B4-BE49-F238E27FC236}">
                <a16:creationId xmlns:a16="http://schemas.microsoft.com/office/drawing/2014/main" id="{6269B0E7-8A3D-F65E-493D-3D1F8E79A066}"/>
              </a:ext>
            </a:extLst>
          </p:cNvPr>
          <p:cNvPicPr>
            <a:picLocks noChangeAspect="1"/>
          </p:cNvPicPr>
          <p:nvPr/>
        </p:nvPicPr>
        <p:blipFill>
          <a:blip r:embed="rId3"/>
          <a:stretch>
            <a:fillRect/>
          </a:stretch>
        </p:blipFill>
        <p:spPr>
          <a:xfrm>
            <a:off x="7730617" y="121522"/>
            <a:ext cx="4363059" cy="2772162"/>
          </a:xfrm>
          <a:prstGeom prst="rect">
            <a:avLst/>
          </a:prstGeom>
        </p:spPr>
      </p:pic>
      <p:pic>
        <p:nvPicPr>
          <p:cNvPr id="14" name="Picture 13">
            <a:extLst>
              <a:ext uri="{FF2B5EF4-FFF2-40B4-BE49-F238E27FC236}">
                <a16:creationId xmlns:a16="http://schemas.microsoft.com/office/drawing/2014/main" id="{6353E492-BBD3-964C-E69C-40F095D68AAE}"/>
              </a:ext>
            </a:extLst>
          </p:cNvPr>
          <p:cNvPicPr>
            <a:picLocks noChangeAspect="1"/>
          </p:cNvPicPr>
          <p:nvPr/>
        </p:nvPicPr>
        <p:blipFill>
          <a:blip r:embed="rId4"/>
          <a:stretch>
            <a:fillRect/>
          </a:stretch>
        </p:blipFill>
        <p:spPr>
          <a:xfrm>
            <a:off x="7730617" y="3018153"/>
            <a:ext cx="4363059" cy="2676592"/>
          </a:xfrm>
          <a:prstGeom prst="rect">
            <a:avLst/>
          </a:prstGeom>
        </p:spPr>
      </p:pic>
      <p:pic>
        <p:nvPicPr>
          <p:cNvPr id="18" name="Picture 17">
            <a:extLst>
              <a:ext uri="{FF2B5EF4-FFF2-40B4-BE49-F238E27FC236}">
                <a16:creationId xmlns:a16="http://schemas.microsoft.com/office/drawing/2014/main" id="{BA7C66C6-AAB9-A6E3-3D8C-19F94D0440E5}"/>
              </a:ext>
            </a:extLst>
          </p:cNvPr>
          <p:cNvPicPr>
            <a:picLocks noChangeAspect="1"/>
          </p:cNvPicPr>
          <p:nvPr/>
        </p:nvPicPr>
        <p:blipFill>
          <a:blip r:embed="rId5"/>
          <a:stretch>
            <a:fillRect/>
          </a:stretch>
        </p:blipFill>
        <p:spPr>
          <a:xfrm>
            <a:off x="5587094" y="804672"/>
            <a:ext cx="1982749" cy="1209844"/>
          </a:xfrm>
          <a:prstGeom prst="rect">
            <a:avLst/>
          </a:prstGeom>
        </p:spPr>
      </p:pic>
      <p:pic>
        <p:nvPicPr>
          <p:cNvPr id="20" name="Picture 19">
            <a:extLst>
              <a:ext uri="{FF2B5EF4-FFF2-40B4-BE49-F238E27FC236}">
                <a16:creationId xmlns:a16="http://schemas.microsoft.com/office/drawing/2014/main" id="{F2F07486-DD22-0551-A2B5-47E805A4D0B0}"/>
              </a:ext>
            </a:extLst>
          </p:cNvPr>
          <p:cNvPicPr>
            <a:picLocks noChangeAspect="1"/>
          </p:cNvPicPr>
          <p:nvPr/>
        </p:nvPicPr>
        <p:blipFill>
          <a:blip r:embed="rId6"/>
          <a:stretch>
            <a:fillRect/>
          </a:stretch>
        </p:blipFill>
        <p:spPr>
          <a:xfrm>
            <a:off x="5587094" y="2164920"/>
            <a:ext cx="1982749" cy="1457528"/>
          </a:xfrm>
          <a:prstGeom prst="rect">
            <a:avLst/>
          </a:prstGeom>
        </p:spPr>
      </p:pic>
      <p:pic>
        <p:nvPicPr>
          <p:cNvPr id="22" name="Picture 21">
            <a:extLst>
              <a:ext uri="{FF2B5EF4-FFF2-40B4-BE49-F238E27FC236}">
                <a16:creationId xmlns:a16="http://schemas.microsoft.com/office/drawing/2014/main" id="{E664C6F7-86D3-0F5E-1168-460C4D50A88E}"/>
              </a:ext>
            </a:extLst>
          </p:cNvPr>
          <p:cNvPicPr>
            <a:picLocks noChangeAspect="1"/>
          </p:cNvPicPr>
          <p:nvPr/>
        </p:nvPicPr>
        <p:blipFill>
          <a:blip r:embed="rId7"/>
          <a:stretch>
            <a:fillRect/>
          </a:stretch>
        </p:blipFill>
        <p:spPr>
          <a:xfrm>
            <a:off x="98324" y="4079049"/>
            <a:ext cx="7471519" cy="1974279"/>
          </a:xfrm>
          <a:prstGeom prst="rect">
            <a:avLst/>
          </a:prstGeom>
        </p:spPr>
      </p:pic>
    </p:spTree>
    <p:extLst>
      <p:ext uri="{BB962C8B-B14F-4D97-AF65-F5344CB8AC3E}">
        <p14:creationId xmlns:p14="http://schemas.microsoft.com/office/powerpoint/2010/main" val="31625962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9CA45-A309-57D7-F4EC-8A3D12D8AB19}"/>
              </a:ext>
            </a:extLst>
          </p:cNvPr>
          <p:cNvSpPr>
            <a:spLocks noGrp="1"/>
          </p:cNvSpPr>
          <p:nvPr>
            <p:ph type="ctrTitle"/>
          </p:nvPr>
        </p:nvSpPr>
        <p:spPr>
          <a:xfrm>
            <a:off x="1600200" y="3067664"/>
            <a:ext cx="8991600" cy="964999"/>
          </a:xfrm>
        </p:spPr>
        <p:txBody>
          <a:bodyPr/>
          <a:lstStyle/>
          <a:p>
            <a:r>
              <a:rPr lang="en-IN" dirty="0"/>
              <a:t>Thank you</a:t>
            </a:r>
          </a:p>
        </p:txBody>
      </p:sp>
    </p:spTree>
    <p:extLst>
      <p:ext uri="{BB962C8B-B14F-4D97-AF65-F5344CB8AC3E}">
        <p14:creationId xmlns:p14="http://schemas.microsoft.com/office/powerpoint/2010/main" val="4788416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TM03457485[[fn=Mesh]]</Template>
  <TotalTime>2493</TotalTime>
  <Words>2123</Words>
  <Application>Microsoft Office PowerPoint</Application>
  <PresentationFormat>Widescreen</PresentationFormat>
  <Paragraphs>84</Paragraphs>
  <Slides>43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Aptos</vt:lpstr>
      <vt:lpstr>Arial</vt:lpstr>
      <vt:lpstr>Calibri</vt:lpstr>
      <vt:lpstr>Century Gothic</vt:lpstr>
      <vt:lpstr>Mesh</vt:lpstr>
      <vt:lpstr>CAPSTONE PROJECT</vt:lpstr>
      <vt:lpstr>PowerPoint Presentation</vt:lpstr>
      <vt:lpstr>PowerPoint Presentation</vt:lpstr>
      <vt:lpstr>PowerPoint Presentation</vt:lpstr>
      <vt:lpstr>PowerPoint Presentation</vt:lpstr>
      <vt:lpstr>POWERBI PROBLEM STATEMENTS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vandana godaba</dc:creator>
  <cp:lastModifiedBy>tailsindiaco@gmail.com</cp:lastModifiedBy>
  <cp:revision>38</cp:revision>
  <dcterms:created xsi:type="dcterms:W3CDTF">2025-03-23T11:18:59Z</dcterms:created>
  <dcterms:modified xsi:type="dcterms:W3CDTF">2025-06-15T22:05:29Z</dcterms:modified>
</cp:coreProperties>
</file>